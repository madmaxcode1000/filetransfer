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2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3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4.xml" ContentType="application/vnd.openxmlformats-officedocument.theme+xml"/>
  <Override PartName="/ppt/tags/tag1.xml" ContentType="application/vnd.openxmlformats-officedocument.presentationml.tags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theme/theme5.xml" ContentType="application/vnd.openxmlformats-officedocument.theme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theme/theme6.xml" ContentType="application/vnd.openxmlformats-officedocument.theme+xml"/>
  <Override PartName="/ppt/tags/tag2.xml" ContentType="application/vnd.openxmlformats-officedocument.presentationml.tags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theme/theme7.xml" ContentType="application/vnd.openxmlformats-officedocument.theme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theme/theme8.xml" ContentType="application/vnd.openxmlformats-officedocument.theme+xml"/>
  <Override PartName="/ppt/tags/tag3.xml" ContentType="application/vnd.openxmlformats-officedocument.presentationml.tags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4"/>
    <p:sldMasterId id="2147483712" r:id="rId5"/>
    <p:sldMasterId id="2147483820" r:id="rId6"/>
    <p:sldMasterId id="2147483869" r:id="rId7"/>
    <p:sldMasterId id="2147484087" r:id="rId8"/>
    <p:sldMasterId id="2147484200" r:id="rId9"/>
    <p:sldMasterId id="2147484230" r:id="rId10"/>
    <p:sldMasterId id="2147484254" r:id="rId11"/>
    <p:sldMasterId id="2147484353" r:id="rId12"/>
  </p:sldMasterIdLst>
  <p:notesMasterIdLst>
    <p:notesMasterId r:id="rId25"/>
  </p:notesMasterIdLst>
  <p:sldIdLst>
    <p:sldId id="257" r:id="rId13"/>
    <p:sldId id="264" r:id="rId14"/>
    <p:sldId id="2147483585" r:id="rId15"/>
    <p:sldId id="2147483595" r:id="rId16"/>
    <p:sldId id="2147310852" r:id="rId17"/>
    <p:sldId id="2147483593" r:id="rId18"/>
    <p:sldId id="2147483586" r:id="rId19"/>
    <p:sldId id="2147483594" r:id="rId20"/>
    <p:sldId id="2147483596" r:id="rId21"/>
    <p:sldId id="2147483597" r:id="rId22"/>
    <p:sldId id="2147483573" r:id="rId23"/>
    <p:sldId id="259" r:id="rId2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E842E4E0-AC63-4FCC-B725-ADD18DC0A3B2}">
          <p14:sldIdLst>
            <p14:sldId id="257"/>
            <p14:sldId id="264"/>
            <p14:sldId id="2147483585"/>
            <p14:sldId id="2147483595"/>
            <p14:sldId id="2147310852"/>
            <p14:sldId id="2147483593"/>
          </p14:sldIdLst>
        </p14:section>
        <p14:section name="DPC" id="{5AC9B660-128F-47E2-8612-E3F30F191729}">
          <p14:sldIdLst>
            <p14:sldId id="2147483586"/>
            <p14:sldId id="2147483594"/>
            <p14:sldId id="2147483596"/>
            <p14:sldId id="2147483597"/>
            <p14:sldId id="2147483573"/>
            <p14:sldId id="259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4FD3DA24-723F-E89F-AE16-BF6CEA1225F0}" name="Dell, Timothy" initials="TD" userId="S::Tim.Dell@dell.com::1ac75da2-a26a-4f46-8106-edf7aad9a042" providerId="AD"/>
  <p188:author id="{DFA61C75-991A-84E1-D301-3F7309954667}" name="Langon, Alyson" initials="AL" userId="S::Alyson.Langon@dell.com::309f4f6c-5d04-4595-9590-ca32756d0f17" providerId="AD"/>
  <p188:author id="{1BDD8B92-3B23-7DCB-54EF-C608BF72632F}" name="Albanese, Kevin" initials="KA" userId="S::Kevin.Albanese@dell.com::7592cf5b-05d3-4e63-8556-8cf34f2072e0" providerId="AD"/>
  <p188:author id="{778F27B3-0E75-39DC-F9A9-940CB95A45C8}" name="Maehler Jr, Paulo" initials="PM" userId="S::Paulo.Maehler_jr@Dell.com::139721a3-6bd5-4ff0-8e0c-d4a861efa885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3FAFF"/>
    <a:srgbClr val="E5F3FF"/>
    <a:srgbClr val="2F9CFF"/>
    <a:srgbClr val="FE989F"/>
    <a:srgbClr val="FFFFFF"/>
    <a:srgbClr val="F5F5F5"/>
    <a:srgbClr val="77C7FD"/>
    <a:srgbClr val="EBF7FF"/>
    <a:srgbClr val="FE6873"/>
    <a:srgbClr val="1383D4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96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52AF420-1FDA-4861-9A68-6AE0BABF03B6}" v="87" dt="2026-02-25T21:48:48.752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495" autoAdjust="0"/>
    <p:restoredTop sz="66707" autoAdjust="0"/>
  </p:normalViewPr>
  <p:slideViewPr>
    <p:cSldViewPr snapToGrid="0">
      <p:cViewPr varScale="1">
        <p:scale>
          <a:sx n="111" d="100"/>
          <a:sy n="111" d="100"/>
        </p:scale>
        <p:origin x="390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9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5.xml"/><Relationship Id="rId25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0" Type="http://schemas.openxmlformats.org/officeDocument/2006/relationships/slide" Target="slides/slide8.xml"/><Relationship Id="rId29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2.xml"/><Relationship Id="rId32" Type="http://schemas.microsoft.com/office/2018/10/relationships/authors" Target="author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theme" Target="theme/theme1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7.xml"/><Relationship Id="rId31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B, Ranjeeth" userId="91880f69-a158-4ae1-8b74-7f06b0beddb7" providerId="ADAL" clId="{86E0499D-3BBB-4059-B976-619C5B485A23}"/>
    <pc:docChg chg="undo redo custSel addSld delSld modSld sldOrd delMainMaster addSection modSection">
      <pc:chgData name="B, Ranjeeth" userId="91880f69-a158-4ae1-8b74-7f06b0beddb7" providerId="ADAL" clId="{86E0499D-3BBB-4059-B976-619C5B485A23}" dt="2026-02-25T21:57:17.452" v="1573" actId="17846"/>
      <pc:docMkLst>
        <pc:docMk/>
      </pc:docMkLst>
      <pc:sldChg chg="modSp mod">
        <pc:chgData name="B, Ranjeeth" userId="91880f69-a158-4ae1-8b74-7f06b0beddb7" providerId="ADAL" clId="{86E0499D-3BBB-4059-B976-619C5B485A23}" dt="2026-02-25T13:01:18.066" v="1540" actId="20577"/>
        <pc:sldMkLst>
          <pc:docMk/>
          <pc:sldMk cId="329844523" sldId="257"/>
        </pc:sldMkLst>
        <pc:spChg chg="mod">
          <ac:chgData name="B, Ranjeeth" userId="91880f69-a158-4ae1-8b74-7f06b0beddb7" providerId="ADAL" clId="{86E0499D-3BBB-4059-B976-619C5B485A23}" dt="2026-02-25T13:01:18.066" v="1540" actId="20577"/>
          <ac:spMkLst>
            <pc:docMk/>
            <pc:sldMk cId="329844523" sldId="257"/>
            <ac:spMk id="8" creationId="{D0E4AF3D-8144-3B02-0BC3-B4AE135E6353}"/>
          </ac:spMkLst>
        </pc:spChg>
      </pc:sldChg>
      <pc:sldChg chg="ord">
        <pc:chgData name="B, Ranjeeth" userId="91880f69-a158-4ae1-8b74-7f06b0beddb7" providerId="ADAL" clId="{86E0499D-3BBB-4059-B976-619C5B485A23}" dt="2026-02-25T21:57:01.741" v="1571"/>
        <pc:sldMkLst>
          <pc:docMk/>
          <pc:sldMk cId="2970310351" sldId="259"/>
        </pc:sldMkLst>
      </pc:sldChg>
      <pc:sldChg chg="addSp delSp modSp mod">
        <pc:chgData name="B, Ranjeeth" userId="91880f69-a158-4ae1-8b74-7f06b0beddb7" providerId="ADAL" clId="{86E0499D-3BBB-4059-B976-619C5B485A23}" dt="2026-02-25T10:30:17.734" v="149" actId="21"/>
        <pc:sldMkLst>
          <pc:docMk/>
          <pc:sldMk cId="294826755" sldId="264"/>
        </pc:sldMkLst>
        <pc:spChg chg="mod">
          <ac:chgData name="B, Ranjeeth" userId="91880f69-a158-4ae1-8b74-7f06b0beddb7" providerId="ADAL" clId="{86E0499D-3BBB-4059-B976-619C5B485A23}" dt="2026-02-25T10:27:20.901" v="93" actId="1076"/>
          <ac:spMkLst>
            <pc:docMk/>
            <pc:sldMk cId="294826755" sldId="264"/>
            <ac:spMk id="12" creationId="{D15EE87C-9B08-D5EB-F416-9FCD845CCC74}"/>
          </ac:spMkLst>
        </pc:spChg>
        <pc:spChg chg="add mod">
          <ac:chgData name="B, Ranjeeth" userId="91880f69-a158-4ae1-8b74-7f06b0beddb7" providerId="ADAL" clId="{86E0499D-3BBB-4059-B976-619C5B485A23}" dt="2026-02-25T10:29:51.353" v="138" actId="13926"/>
          <ac:spMkLst>
            <pc:docMk/>
            <pc:sldMk cId="294826755" sldId="264"/>
            <ac:spMk id="15" creationId="{049DCE25-6CB4-768B-5822-22E7E7D35C36}"/>
          </ac:spMkLst>
        </pc:spChg>
        <pc:spChg chg="mod">
          <ac:chgData name="B, Ranjeeth" userId="91880f69-a158-4ae1-8b74-7f06b0beddb7" providerId="ADAL" clId="{86E0499D-3BBB-4059-B976-619C5B485A23}" dt="2026-02-25T10:29:38.945" v="135" actId="13926"/>
          <ac:spMkLst>
            <pc:docMk/>
            <pc:sldMk cId="294826755" sldId="264"/>
            <ac:spMk id="52" creationId="{4C76E12E-8E96-D10D-1723-85534E05C780}"/>
          </ac:spMkLst>
        </pc:spChg>
        <pc:grpChg chg="mod">
          <ac:chgData name="B, Ranjeeth" userId="91880f69-a158-4ae1-8b74-7f06b0beddb7" providerId="ADAL" clId="{86E0499D-3BBB-4059-B976-619C5B485A23}" dt="2026-02-25T10:27:20.901" v="93" actId="1076"/>
          <ac:grpSpMkLst>
            <pc:docMk/>
            <pc:sldMk cId="294826755" sldId="264"/>
            <ac:grpSpMk id="10" creationId="{1533CF20-0895-394C-0697-7C4E424DED48}"/>
          </ac:grpSpMkLst>
        </pc:grpChg>
        <pc:graphicFrameChg chg="modGraphic">
          <ac:chgData name="B, Ranjeeth" userId="91880f69-a158-4ae1-8b74-7f06b0beddb7" providerId="ADAL" clId="{86E0499D-3BBB-4059-B976-619C5B485A23}" dt="2026-02-25T10:30:10.650" v="148" actId="5793"/>
          <ac:graphicFrameMkLst>
            <pc:docMk/>
            <pc:sldMk cId="294826755" sldId="264"/>
            <ac:graphicFrameMk id="13" creationId="{01E4183C-1451-83EF-4E41-99C403D071A2}"/>
          </ac:graphicFrameMkLst>
        </pc:graphicFrameChg>
        <pc:picChg chg="add del mod">
          <ac:chgData name="B, Ranjeeth" userId="91880f69-a158-4ae1-8b74-7f06b0beddb7" providerId="ADAL" clId="{86E0499D-3BBB-4059-B976-619C5B485A23}" dt="2026-02-25T10:30:17.734" v="149" actId="21"/>
          <ac:picMkLst>
            <pc:docMk/>
            <pc:sldMk cId="294826755" sldId="264"/>
            <ac:picMk id="18" creationId="{47BD4353-6C44-424A-A936-8FFF2D67FCFA}"/>
          </ac:picMkLst>
        </pc:picChg>
      </pc:sldChg>
      <pc:sldChg chg="del">
        <pc:chgData name="B, Ranjeeth" userId="91880f69-a158-4ae1-8b74-7f06b0beddb7" providerId="ADAL" clId="{86E0499D-3BBB-4059-B976-619C5B485A23}" dt="2026-02-25T11:57:36.813" v="1485" actId="47"/>
        <pc:sldMkLst>
          <pc:docMk/>
          <pc:sldMk cId="3748429796" sldId="268"/>
        </pc:sldMkLst>
      </pc:sldChg>
      <pc:sldChg chg="addSp delSp modSp mod">
        <pc:chgData name="B, Ranjeeth" userId="91880f69-a158-4ae1-8b74-7f06b0beddb7" providerId="ADAL" clId="{86E0499D-3BBB-4059-B976-619C5B485A23}" dt="2026-02-25T21:48:48.752" v="1569" actId="164"/>
        <pc:sldMkLst>
          <pc:docMk/>
          <pc:sldMk cId="2922262276" sldId="2147310852"/>
        </pc:sldMkLst>
        <pc:spChg chg="mod">
          <ac:chgData name="B, Ranjeeth" userId="91880f69-a158-4ae1-8b74-7f06b0beddb7" providerId="ADAL" clId="{86E0499D-3BBB-4059-B976-619C5B485A23}" dt="2026-02-25T21:48:48.752" v="1569" actId="164"/>
          <ac:spMkLst>
            <pc:docMk/>
            <pc:sldMk cId="2922262276" sldId="2147310852"/>
            <ac:spMk id="4" creationId="{E00D5A4F-3436-7F58-EF02-49EFEB6D12E0}"/>
          </ac:spMkLst>
        </pc:spChg>
        <pc:spChg chg="mod">
          <ac:chgData name="B, Ranjeeth" userId="91880f69-a158-4ae1-8b74-7f06b0beddb7" providerId="ADAL" clId="{86E0499D-3BBB-4059-B976-619C5B485A23}" dt="2026-02-25T21:28:59.352" v="1560" actId="20577"/>
          <ac:spMkLst>
            <pc:docMk/>
            <pc:sldMk cId="2922262276" sldId="2147310852"/>
            <ac:spMk id="5" creationId="{4E151D6C-A1DB-465A-ABE2-C559FDC06771}"/>
          </ac:spMkLst>
        </pc:spChg>
        <pc:spChg chg="del">
          <ac:chgData name="B, Ranjeeth" userId="91880f69-a158-4ae1-8b74-7f06b0beddb7" providerId="ADAL" clId="{86E0499D-3BBB-4059-B976-619C5B485A23}" dt="2026-02-25T10:33:08.730" v="256" actId="478"/>
          <ac:spMkLst>
            <pc:docMk/>
            <pc:sldMk cId="2922262276" sldId="2147310852"/>
            <ac:spMk id="6" creationId="{39DD6D22-A71C-DEBF-427C-13838EE40481}"/>
          </ac:spMkLst>
        </pc:spChg>
        <pc:spChg chg="mod">
          <ac:chgData name="B, Ranjeeth" userId="91880f69-a158-4ae1-8b74-7f06b0beddb7" providerId="ADAL" clId="{86E0499D-3BBB-4059-B976-619C5B485A23}" dt="2026-02-25T10:34:17.553" v="302" actId="20577"/>
          <ac:spMkLst>
            <pc:docMk/>
            <pc:sldMk cId="2922262276" sldId="2147310852"/>
            <ac:spMk id="7" creationId="{3D8E0ADE-47D4-AAEF-89C8-93E0A1B5CADE}"/>
          </ac:spMkLst>
        </pc:spChg>
        <pc:spChg chg="del mod">
          <ac:chgData name="B, Ranjeeth" userId="91880f69-a158-4ae1-8b74-7f06b0beddb7" providerId="ADAL" clId="{86E0499D-3BBB-4059-B976-619C5B485A23}" dt="2026-02-25T10:55:00.421" v="632"/>
          <ac:spMkLst>
            <pc:docMk/>
            <pc:sldMk cId="2922262276" sldId="2147310852"/>
            <ac:spMk id="8" creationId="{63C590DA-4718-0D97-4352-668879045964}"/>
          </ac:spMkLst>
        </pc:spChg>
        <pc:spChg chg="add mod">
          <ac:chgData name="B, Ranjeeth" userId="91880f69-a158-4ae1-8b74-7f06b0beddb7" providerId="ADAL" clId="{86E0499D-3BBB-4059-B976-619C5B485A23}" dt="2026-02-25T21:48:48.752" v="1569" actId="164"/>
          <ac:spMkLst>
            <pc:docMk/>
            <pc:sldMk cId="2922262276" sldId="2147310852"/>
            <ac:spMk id="9" creationId="{ECE30581-6DCA-B858-101F-C7C43734E3E2}"/>
          </ac:spMkLst>
        </pc:spChg>
        <pc:spChg chg="add">
          <ac:chgData name="B, Ranjeeth" userId="91880f69-a158-4ae1-8b74-7f06b0beddb7" providerId="ADAL" clId="{86E0499D-3BBB-4059-B976-619C5B485A23}" dt="2026-02-25T10:51:42.389" v="526"/>
          <ac:spMkLst>
            <pc:docMk/>
            <pc:sldMk cId="2922262276" sldId="2147310852"/>
            <ac:spMk id="10" creationId="{27822A22-8199-DC5E-5E8B-CD74E8ED6D6A}"/>
          </ac:spMkLst>
        </pc:spChg>
        <pc:spChg chg="add mod">
          <ac:chgData name="B, Ranjeeth" userId="91880f69-a158-4ae1-8b74-7f06b0beddb7" providerId="ADAL" clId="{86E0499D-3BBB-4059-B976-619C5B485A23}" dt="2026-02-25T10:51:47.234" v="528"/>
          <ac:spMkLst>
            <pc:docMk/>
            <pc:sldMk cId="2922262276" sldId="2147310852"/>
            <ac:spMk id="11" creationId="{CFEE0141-7811-5EF6-47F7-7615F2D0D431}"/>
          </ac:spMkLst>
        </pc:spChg>
        <pc:spChg chg="add">
          <ac:chgData name="B, Ranjeeth" userId="91880f69-a158-4ae1-8b74-7f06b0beddb7" providerId="ADAL" clId="{86E0499D-3BBB-4059-B976-619C5B485A23}" dt="2026-02-25T10:51:49.774" v="529"/>
          <ac:spMkLst>
            <pc:docMk/>
            <pc:sldMk cId="2922262276" sldId="2147310852"/>
            <ac:spMk id="12" creationId="{2290900F-AC96-49E4-2C1B-AAEC0D239D32}"/>
          </ac:spMkLst>
        </pc:spChg>
        <pc:spChg chg="add mod">
          <ac:chgData name="B, Ranjeeth" userId="91880f69-a158-4ae1-8b74-7f06b0beddb7" providerId="ADAL" clId="{86E0499D-3BBB-4059-B976-619C5B485A23}" dt="2026-02-25T10:54:53.017" v="619" actId="20577"/>
          <ac:spMkLst>
            <pc:docMk/>
            <pc:sldMk cId="2922262276" sldId="2147310852"/>
            <ac:spMk id="13" creationId="{33923C87-3EC1-171D-0C4B-CF1449656CCD}"/>
          </ac:spMkLst>
        </pc:spChg>
        <pc:grpChg chg="add mod">
          <ac:chgData name="B, Ranjeeth" userId="91880f69-a158-4ae1-8b74-7f06b0beddb7" providerId="ADAL" clId="{86E0499D-3BBB-4059-B976-619C5B485A23}" dt="2026-02-25T21:48:48.752" v="1569" actId="164"/>
          <ac:grpSpMkLst>
            <pc:docMk/>
            <pc:sldMk cId="2922262276" sldId="2147310852"/>
            <ac:grpSpMk id="6" creationId="{6989A43C-9DA4-6EB4-09E5-118451DA9940}"/>
          </ac:grpSpMkLst>
        </pc:grpChg>
        <pc:graphicFrameChg chg="modGraphic">
          <ac:chgData name="B, Ranjeeth" userId="91880f69-a158-4ae1-8b74-7f06b0beddb7" providerId="ADAL" clId="{86E0499D-3BBB-4059-B976-619C5B485A23}" dt="2026-02-25T10:36:11.284" v="354" actId="6549"/>
          <ac:graphicFrameMkLst>
            <pc:docMk/>
            <pc:sldMk cId="2922262276" sldId="2147310852"/>
            <ac:graphicFrameMk id="2" creationId="{9B04C025-F0AB-29C0-A9C3-06032FE41959}"/>
          </ac:graphicFrameMkLst>
        </pc:graphicFrameChg>
        <pc:graphicFrameChg chg="mod modGraphic">
          <ac:chgData name="B, Ranjeeth" userId="91880f69-a158-4ae1-8b74-7f06b0beddb7" providerId="ADAL" clId="{86E0499D-3BBB-4059-B976-619C5B485A23}" dt="2026-02-25T10:35:57.080" v="353" actId="2165"/>
          <ac:graphicFrameMkLst>
            <pc:docMk/>
            <pc:sldMk cId="2922262276" sldId="2147310852"/>
            <ac:graphicFrameMk id="3" creationId="{E060A964-CEF4-4111-4B2E-6EF978B3238B}"/>
          </ac:graphicFrameMkLst>
        </pc:graphicFrameChg>
        <pc:picChg chg="add del mod">
          <ac:chgData name="B, Ranjeeth" userId="91880f69-a158-4ae1-8b74-7f06b0beddb7" providerId="ADAL" clId="{86E0499D-3BBB-4059-B976-619C5B485A23}" dt="2026-02-25T10:33:22.380" v="258" actId="478"/>
          <ac:picMkLst>
            <pc:docMk/>
            <pc:sldMk cId="2922262276" sldId="2147310852"/>
            <ac:picMk id="18" creationId="{47BD4353-6C44-424A-A936-8FFF2D67FCFA}"/>
          </ac:picMkLst>
        </pc:picChg>
      </pc:sldChg>
      <pc:sldChg chg="del ord">
        <pc:chgData name="B, Ranjeeth" userId="91880f69-a158-4ae1-8b74-7f06b0beddb7" providerId="ADAL" clId="{86E0499D-3BBB-4059-B976-619C5B485A23}" dt="2026-02-25T11:57:19.281" v="1461" actId="47"/>
        <pc:sldMkLst>
          <pc:docMk/>
          <pc:sldMk cId="3424602054" sldId="2147310853"/>
        </pc:sldMkLst>
      </pc:sldChg>
      <pc:sldChg chg="del ord">
        <pc:chgData name="B, Ranjeeth" userId="91880f69-a158-4ae1-8b74-7f06b0beddb7" providerId="ADAL" clId="{86E0499D-3BBB-4059-B976-619C5B485A23}" dt="2026-02-25T11:57:34.907" v="1484" actId="47"/>
        <pc:sldMkLst>
          <pc:docMk/>
          <pc:sldMk cId="1594177944" sldId="2147482918"/>
        </pc:sldMkLst>
      </pc:sldChg>
      <pc:sldChg chg="del">
        <pc:chgData name="B, Ranjeeth" userId="91880f69-a158-4ae1-8b74-7f06b0beddb7" providerId="ADAL" clId="{86E0499D-3BBB-4059-B976-619C5B485A23}" dt="2026-02-25T11:57:34.146" v="1483" actId="47"/>
        <pc:sldMkLst>
          <pc:docMk/>
          <pc:sldMk cId="2677496111" sldId="2147483572"/>
        </pc:sldMkLst>
      </pc:sldChg>
      <pc:sldChg chg="delSp modSp mod">
        <pc:chgData name="B, Ranjeeth" userId="91880f69-a158-4ae1-8b74-7f06b0beddb7" providerId="ADAL" clId="{86E0499D-3BBB-4059-B976-619C5B485A23}" dt="2026-02-25T11:34:08.037" v="1049" actId="20577"/>
        <pc:sldMkLst>
          <pc:docMk/>
          <pc:sldMk cId="1964411195" sldId="2147483585"/>
        </pc:sldMkLst>
        <pc:spChg chg="mod">
          <ac:chgData name="B, Ranjeeth" userId="91880f69-a158-4ae1-8b74-7f06b0beddb7" providerId="ADAL" clId="{86E0499D-3BBB-4059-B976-619C5B485A23}" dt="2026-02-25T10:31:13.478" v="155" actId="1076"/>
          <ac:spMkLst>
            <pc:docMk/>
            <pc:sldMk cId="1964411195" sldId="2147483585"/>
            <ac:spMk id="4" creationId="{8B8616D0-9C52-C3E0-661F-D87F359F13D6}"/>
          </ac:spMkLst>
        </pc:spChg>
        <pc:spChg chg="del">
          <ac:chgData name="B, Ranjeeth" userId="91880f69-a158-4ae1-8b74-7f06b0beddb7" providerId="ADAL" clId="{86E0499D-3BBB-4059-B976-619C5B485A23}" dt="2026-02-25T10:30:32.668" v="150" actId="478"/>
          <ac:spMkLst>
            <pc:docMk/>
            <pc:sldMk cId="1964411195" sldId="2147483585"/>
            <ac:spMk id="10" creationId="{20D09291-F369-432A-A410-1ADD6AF2EEAE}"/>
          </ac:spMkLst>
        </pc:spChg>
        <pc:spChg chg="mod">
          <ac:chgData name="B, Ranjeeth" userId="91880f69-a158-4ae1-8b74-7f06b0beddb7" providerId="ADAL" clId="{86E0499D-3BBB-4059-B976-619C5B485A23}" dt="2026-02-25T10:31:27.274" v="156" actId="1076"/>
          <ac:spMkLst>
            <pc:docMk/>
            <pc:sldMk cId="1964411195" sldId="2147483585"/>
            <ac:spMk id="11" creationId="{4502CB6B-0F31-3D6C-7CC5-9E978CED4F1B}"/>
          </ac:spMkLst>
        </pc:spChg>
        <pc:spChg chg="mod">
          <ac:chgData name="B, Ranjeeth" userId="91880f69-a158-4ae1-8b74-7f06b0beddb7" providerId="ADAL" clId="{86E0499D-3BBB-4059-B976-619C5B485A23}" dt="2026-02-25T11:34:05.780" v="1047" actId="20577"/>
          <ac:spMkLst>
            <pc:docMk/>
            <pc:sldMk cId="1964411195" sldId="2147483585"/>
            <ac:spMk id="155" creationId="{5AD6A413-B1CB-A199-C666-E49B12706B48}"/>
          </ac:spMkLst>
        </pc:spChg>
        <pc:spChg chg="del">
          <ac:chgData name="B, Ranjeeth" userId="91880f69-a158-4ae1-8b74-7f06b0beddb7" providerId="ADAL" clId="{86E0499D-3BBB-4059-B976-619C5B485A23}" dt="2026-02-25T10:30:32.668" v="150" actId="478"/>
          <ac:spMkLst>
            <pc:docMk/>
            <pc:sldMk cId="1964411195" sldId="2147483585"/>
            <ac:spMk id="159" creationId="{A6726520-1225-E121-BDDA-2463BB4E5746}"/>
          </ac:spMkLst>
        </pc:spChg>
        <pc:spChg chg="mod">
          <ac:chgData name="B, Ranjeeth" userId="91880f69-a158-4ae1-8b74-7f06b0beddb7" providerId="ADAL" clId="{86E0499D-3BBB-4059-B976-619C5B485A23}" dt="2026-02-25T11:34:08.037" v="1049" actId="20577"/>
          <ac:spMkLst>
            <pc:docMk/>
            <pc:sldMk cId="1964411195" sldId="2147483585"/>
            <ac:spMk id="160" creationId="{C704B5A5-D1CF-A6C8-5ABA-7778C2768985}"/>
          </ac:spMkLst>
        </pc:spChg>
        <pc:grpChg chg="mod">
          <ac:chgData name="B, Ranjeeth" userId="91880f69-a158-4ae1-8b74-7f06b0beddb7" providerId="ADAL" clId="{86E0499D-3BBB-4059-B976-619C5B485A23}" dt="2026-02-25T10:31:27.274" v="156" actId="1076"/>
          <ac:grpSpMkLst>
            <pc:docMk/>
            <pc:sldMk cId="1964411195" sldId="2147483585"/>
            <ac:grpSpMk id="168" creationId="{8E13EB4A-6894-2A71-4C9D-E7BD1489A563}"/>
          </ac:grpSpMkLst>
        </pc:grpChg>
        <pc:picChg chg="mod">
          <ac:chgData name="B, Ranjeeth" userId="91880f69-a158-4ae1-8b74-7f06b0beddb7" providerId="ADAL" clId="{86E0499D-3BBB-4059-B976-619C5B485A23}" dt="2026-02-25T10:31:13.478" v="155" actId="1076"/>
          <ac:picMkLst>
            <pc:docMk/>
            <pc:sldMk cId="1964411195" sldId="2147483585"/>
            <ac:picMk id="154" creationId="{267ACA3B-4EA5-9D2A-561D-E0A693AD761D}"/>
          </ac:picMkLst>
        </pc:picChg>
        <pc:picChg chg="mod">
          <ac:chgData name="B, Ranjeeth" userId="91880f69-a158-4ae1-8b74-7f06b0beddb7" providerId="ADAL" clId="{86E0499D-3BBB-4059-B976-619C5B485A23}" dt="2026-02-25T10:31:13.478" v="155" actId="1076"/>
          <ac:picMkLst>
            <pc:docMk/>
            <pc:sldMk cId="1964411195" sldId="2147483585"/>
            <ac:picMk id="156" creationId="{CA436706-DA5E-5D04-506B-CF27A94FE087}"/>
          </ac:picMkLst>
        </pc:picChg>
        <pc:picChg chg="mod">
          <ac:chgData name="B, Ranjeeth" userId="91880f69-a158-4ae1-8b74-7f06b0beddb7" providerId="ADAL" clId="{86E0499D-3BBB-4059-B976-619C5B485A23}" dt="2026-02-25T10:31:13.478" v="155" actId="1076"/>
          <ac:picMkLst>
            <pc:docMk/>
            <pc:sldMk cId="1964411195" sldId="2147483585"/>
            <ac:picMk id="158" creationId="{44ED31F1-D9BB-B26E-67EE-1C80AF920A17}"/>
          </ac:picMkLst>
        </pc:picChg>
        <pc:picChg chg="mod">
          <ac:chgData name="B, Ranjeeth" userId="91880f69-a158-4ae1-8b74-7f06b0beddb7" providerId="ADAL" clId="{86E0499D-3BBB-4059-B976-619C5B485A23}" dt="2026-02-25T10:31:13.478" v="155" actId="1076"/>
          <ac:picMkLst>
            <pc:docMk/>
            <pc:sldMk cId="1964411195" sldId="2147483585"/>
            <ac:picMk id="161" creationId="{A76AF614-52A3-9519-3251-064C28C62B29}"/>
          </ac:picMkLst>
        </pc:picChg>
        <pc:picChg chg="del">
          <ac:chgData name="B, Ranjeeth" userId="91880f69-a158-4ae1-8b74-7f06b0beddb7" providerId="ADAL" clId="{86E0499D-3BBB-4059-B976-619C5B485A23}" dt="2026-02-25T10:30:32.668" v="150" actId="478"/>
          <ac:picMkLst>
            <pc:docMk/>
            <pc:sldMk cId="1964411195" sldId="2147483585"/>
            <ac:picMk id="164" creationId="{27B98832-5AD4-1E16-E643-70BFA161EF9F}"/>
          </ac:picMkLst>
        </pc:picChg>
        <pc:cxnChg chg="mod">
          <ac:chgData name="B, Ranjeeth" userId="91880f69-a158-4ae1-8b74-7f06b0beddb7" providerId="ADAL" clId="{86E0499D-3BBB-4059-B976-619C5B485A23}" dt="2026-02-25T10:30:48.815" v="152" actId="1076"/>
          <ac:cxnSpMkLst>
            <pc:docMk/>
            <pc:sldMk cId="1964411195" sldId="2147483585"/>
            <ac:cxnSpMk id="162" creationId="{B6B89F8A-F29D-5849-37A1-0610D77E4B2A}"/>
          </ac:cxnSpMkLst>
        </pc:cxnChg>
        <pc:cxnChg chg="del">
          <ac:chgData name="B, Ranjeeth" userId="91880f69-a158-4ae1-8b74-7f06b0beddb7" providerId="ADAL" clId="{86E0499D-3BBB-4059-B976-619C5B485A23}" dt="2026-02-25T10:30:42.420" v="151" actId="478"/>
          <ac:cxnSpMkLst>
            <pc:docMk/>
            <pc:sldMk cId="1964411195" sldId="2147483585"/>
            <ac:cxnSpMk id="163" creationId="{40E13C5F-708B-B250-F44C-95DB21B62C7D}"/>
          </ac:cxnSpMkLst>
        </pc:cxnChg>
      </pc:sldChg>
      <pc:sldChg chg="addSp delSp modSp mod ord">
        <pc:chgData name="B, Ranjeeth" userId="91880f69-a158-4ae1-8b74-7f06b0beddb7" providerId="ADAL" clId="{86E0499D-3BBB-4059-B976-619C5B485A23}" dt="2026-02-25T21:32:31.791" v="1565"/>
        <pc:sldMkLst>
          <pc:docMk/>
          <pc:sldMk cId="106617179" sldId="2147483586"/>
        </pc:sldMkLst>
        <pc:spChg chg="mod">
          <ac:chgData name="B, Ranjeeth" userId="91880f69-a158-4ae1-8b74-7f06b0beddb7" providerId="ADAL" clId="{86E0499D-3BBB-4059-B976-619C5B485A23}" dt="2026-02-25T21:29:11.520" v="1561"/>
          <ac:spMkLst>
            <pc:docMk/>
            <pc:sldMk cId="106617179" sldId="2147483586"/>
            <ac:spMk id="5" creationId="{2CF51326-9C07-C2AB-37CD-B9FBD2EA253D}"/>
          </ac:spMkLst>
        </pc:spChg>
        <pc:spChg chg="add del">
          <ac:chgData name="B, Ranjeeth" userId="91880f69-a158-4ae1-8b74-7f06b0beddb7" providerId="ADAL" clId="{86E0499D-3BBB-4059-B976-619C5B485A23}" dt="2026-02-25T11:09:19.717" v="982" actId="22"/>
          <ac:spMkLst>
            <pc:docMk/>
            <pc:sldMk cId="106617179" sldId="2147483586"/>
            <ac:spMk id="6" creationId="{188CF260-5C8E-C1F8-4645-D185239381F1}"/>
          </ac:spMkLst>
        </pc:spChg>
        <pc:graphicFrameChg chg="del mod modGraphic">
          <ac:chgData name="B, Ranjeeth" userId="91880f69-a158-4ae1-8b74-7f06b0beddb7" providerId="ADAL" clId="{86E0499D-3BBB-4059-B976-619C5B485A23}" dt="2026-02-25T11:32:06.206" v="991" actId="478"/>
          <ac:graphicFrameMkLst>
            <pc:docMk/>
            <pc:sldMk cId="106617179" sldId="2147483586"/>
            <ac:graphicFrameMk id="3" creationId="{CA9AC455-A628-89DB-7242-5202194613AF}"/>
          </ac:graphicFrameMkLst>
        </pc:graphicFrameChg>
        <pc:picChg chg="del">
          <ac:chgData name="B, Ranjeeth" userId="91880f69-a158-4ae1-8b74-7f06b0beddb7" providerId="ADAL" clId="{86E0499D-3BBB-4059-B976-619C5B485A23}" dt="2026-02-25T11:32:16.057" v="995" actId="478"/>
          <ac:picMkLst>
            <pc:docMk/>
            <pc:sldMk cId="106617179" sldId="2147483586"/>
            <ac:picMk id="4" creationId="{BED62A3E-C13B-8822-3999-E599CAB40A52}"/>
          </ac:picMkLst>
        </pc:picChg>
        <pc:picChg chg="add del mod">
          <ac:chgData name="B, Ranjeeth" userId="91880f69-a158-4ae1-8b74-7f06b0beddb7" providerId="ADAL" clId="{86E0499D-3BBB-4059-B976-619C5B485A23}" dt="2026-02-25T11:33:24.357" v="1009" actId="478"/>
          <ac:picMkLst>
            <pc:docMk/>
            <pc:sldMk cId="106617179" sldId="2147483586"/>
            <ac:picMk id="8" creationId="{B05BBFFD-8182-68C2-61A3-E493E0685E56}"/>
          </ac:picMkLst>
        </pc:picChg>
        <pc:picChg chg="add mod">
          <ac:chgData name="B, Ranjeeth" userId="91880f69-a158-4ae1-8b74-7f06b0beddb7" providerId="ADAL" clId="{86E0499D-3BBB-4059-B976-619C5B485A23}" dt="2026-02-25T11:32:47.962" v="1001" actId="1076"/>
          <ac:picMkLst>
            <pc:docMk/>
            <pc:sldMk cId="106617179" sldId="2147483586"/>
            <ac:picMk id="10" creationId="{017B86D2-7267-D638-D74F-BF380193EA30}"/>
          </ac:picMkLst>
        </pc:picChg>
        <pc:picChg chg="add mod">
          <ac:chgData name="B, Ranjeeth" userId="91880f69-a158-4ae1-8b74-7f06b0beddb7" providerId="ADAL" clId="{86E0499D-3BBB-4059-B976-619C5B485A23}" dt="2026-02-25T11:33:36.536" v="1014" actId="1076"/>
          <ac:picMkLst>
            <pc:docMk/>
            <pc:sldMk cId="106617179" sldId="2147483586"/>
            <ac:picMk id="12" creationId="{BCD3D9EB-34A3-E2FD-0842-5449CBE8379A}"/>
          </ac:picMkLst>
        </pc:picChg>
      </pc:sldChg>
      <pc:sldChg chg="del">
        <pc:chgData name="B, Ranjeeth" userId="91880f69-a158-4ae1-8b74-7f06b0beddb7" providerId="ADAL" clId="{86E0499D-3BBB-4059-B976-619C5B485A23}" dt="2026-02-25T11:57:37.589" v="1486" actId="47"/>
        <pc:sldMkLst>
          <pc:docMk/>
          <pc:sldMk cId="3749691495" sldId="2147483587"/>
        </pc:sldMkLst>
      </pc:sldChg>
      <pc:sldChg chg="del">
        <pc:chgData name="B, Ranjeeth" userId="91880f69-a158-4ae1-8b74-7f06b0beddb7" providerId="ADAL" clId="{86E0499D-3BBB-4059-B976-619C5B485A23}" dt="2026-02-25T11:57:38.697" v="1487" actId="47"/>
        <pc:sldMkLst>
          <pc:docMk/>
          <pc:sldMk cId="2965086275" sldId="2147483591"/>
        </pc:sldMkLst>
      </pc:sldChg>
      <pc:sldChg chg="modSp mod ord">
        <pc:chgData name="B, Ranjeeth" userId="91880f69-a158-4ae1-8b74-7f06b0beddb7" providerId="ADAL" clId="{86E0499D-3BBB-4059-B976-619C5B485A23}" dt="2026-02-25T21:32:42.369" v="1567"/>
        <pc:sldMkLst>
          <pc:docMk/>
          <pc:sldMk cId="3240863265" sldId="2147483593"/>
        </pc:sldMkLst>
        <pc:spChg chg="mod">
          <ac:chgData name="B, Ranjeeth" userId="91880f69-a158-4ae1-8b74-7f06b0beddb7" providerId="ADAL" clId="{86E0499D-3BBB-4059-B976-619C5B485A23}" dt="2026-02-25T10:50:08.654" v="506" actId="1076"/>
          <ac:spMkLst>
            <pc:docMk/>
            <pc:sldMk cId="3240863265" sldId="2147483593"/>
            <ac:spMk id="4" creationId="{B0BA86F3-8AE3-0B62-134D-1560C45C2D26}"/>
          </ac:spMkLst>
        </pc:spChg>
        <pc:spChg chg="mod">
          <ac:chgData name="B, Ranjeeth" userId="91880f69-a158-4ae1-8b74-7f06b0beddb7" providerId="ADAL" clId="{86E0499D-3BBB-4059-B976-619C5B485A23}" dt="2026-02-25T11:35:10.163" v="1152" actId="6549"/>
          <ac:spMkLst>
            <pc:docMk/>
            <pc:sldMk cId="3240863265" sldId="2147483593"/>
            <ac:spMk id="5" creationId="{F2FC982E-5F28-2B52-7D04-38340AE06C14}"/>
          </ac:spMkLst>
        </pc:spChg>
        <pc:spChg chg="mod">
          <ac:chgData name="B, Ranjeeth" userId="91880f69-a158-4ae1-8b74-7f06b0beddb7" providerId="ADAL" clId="{86E0499D-3BBB-4059-B976-619C5B485A23}" dt="2026-02-25T11:02:42.844" v="825" actId="113"/>
          <ac:spMkLst>
            <pc:docMk/>
            <pc:sldMk cId="3240863265" sldId="2147483593"/>
            <ac:spMk id="6" creationId="{28188E6A-E6D0-13B6-20C1-16B19BEF7AC8}"/>
          </ac:spMkLst>
        </pc:spChg>
        <pc:spChg chg="mod">
          <ac:chgData name="B, Ranjeeth" userId="91880f69-a158-4ae1-8b74-7f06b0beddb7" providerId="ADAL" clId="{86E0499D-3BBB-4059-B976-619C5B485A23}" dt="2026-02-25T10:50:08.654" v="506" actId="1076"/>
          <ac:spMkLst>
            <pc:docMk/>
            <pc:sldMk cId="3240863265" sldId="2147483593"/>
            <ac:spMk id="7" creationId="{6ABD006A-9EC5-0933-1BD7-05C6301EC3DF}"/>
          </ac:spMkLst>
        </pc:spChg>
        <pc:spChg chg="mod">
          <ac:chgData name="B, Ranjeeth" userId="91880f69-a158-4ae1-8b74-7f06b0beddb7" providerId="ADAL" clId="{86E0499D-3BBB-4059-B976-619C5B485A23}" dt="2026-02-25T11:07:57.537" v="976" actId="113"/>
          <ac:spMkLst>
            <pc:docMk/>
            <pc:sldMk cId="3240863265" sldId="2147483593"/>
            <ac:spMk id="8" creationId="{89FA29D5-424C-5AFE-EAF5-063EAD46496A}"/>
          </ac:spMkLst>
        </pc:spChg>
        <pc:graphicFrameChg chg="mod modGraphic">
          <ac:chgData name="B, Ranjeeth" userId="91880f69-a158-4ae1-8b74-7f06b0beddb7" providerId="ADAL" clId="{86E0499D-3BBB-4059-B976-619C5B485A23}" dt="2026-02-25T11:03:15.286" v="826" actId="13926"/>
          <ac:graphicFrameMkLst>
            <pc:docMk/>
            <pc:sldMk cId="3240863265" sldId="2147483593"/>
            <ac:graphicFrameMk id="2" creationId="{67F7AFDE-1811-4B04-A21A-BF89ECA2C020}"/>
          </ac:graphicFrameMkLst>
        </pc:graphicFrameChg>
        <pc:graphicFrameChg chg="mod">
          <ac:chgData name="B, Ranjeeth" userId="91880f69-a158-4ae1-8b74-7f06b0beddb7" providerId="ADAL" clId="{86E0499D-3BBB-4059-B976-619C5B485A23}" dt="2026-02-25T10:50:08.654" v="506" actId="1076"/>
          <ac:graphicFrameMkLst>
            <pc:docMk/>
            <pc:sldMk cId="3240863265" sldId="2147483593"/>
            <ac:graphicFrameMk id="3" creationId="{0D205DC9-43EF-5DAB-46CD-ECA83AFB8A26}"/>
          </ac:graphicFrameMkLst>
        </pc:graphicFrameChg>
      </pc:sldChg>
      <pc:sldChg chg="modSp add mod">
        <pc:chgData name="B, Ranjeeth" userId="91880f69-a158-4ae1-8b74-7f06b0beddb7" providerId="ADAL" clId="{86E0499D-3BBB-4059-B976-619C5B485A23}" dt="2026-02-25T11:35:35.177" v="1166" actId="20577"/>
        <pc:sldMkLst>
          <pc:docMk/>
          <pc:sldMk cId="3603211806" sldId="2147483594"/>
        </pc:sldMkLst>
        <pc:spChg chg="mod">
          <ac:chgData name="B, Ranjeeth" userId="91880f69-a158-4ae1-8b74-7f06b0beddb7" providerId="ADAL" clId="{86E0499D-3BBB-4059-B976-619C5B485A23}" dt="2026-02-25T11:35:35.177" v="1166" actId="20577"/>
          <ac:spMkLst>
            <pc:docMk/>
            <pc:sldMk cId="3603211806" sldId="2147483594"/>
            <ac:spMk id="5" creationId="{8AE1E781-DC56-107F-D6D7-53CEE0EC50FB}"/>
          </ac:spMkLst>
        </pc:spChg>
      </pc:sldChg>
      <pc:sldChg chg="modSp new mod">
        <pc:chgData name="B, Ranjeeth" userId="91880f69-a158-4ae1-8b74-7f06b0beddb7" providerId="ADAL" clId="{86E0499D-3BBB-4059-B976-619C5B485A23}" dt="2026-02-25T11:48:20.739" v="1205" actId="404"/>
        <pc:sldMkLst>
          <pc:docMk/>
          <pc:sldMk cId="2915222587" sldId="2147483595"/>
        </pc:sldMkLst>
        <pc:spChg chg="mod">
          <ac:chgData name="B, Ranjeeth" userId="91880f69-a158-4ae1-8b74-7f06b0beddb7" providerId="ADAL" clId="{86E0499D-3BBB-4059-B976-619C5B485A23}" dt="2026-02-25T11:48:20.739" v="1205" actId="404"/>
          <ac:spMkLst>
            <pc:docMk/>
            <pc:sldMk cId="2915222587" sldId="2147483595"/>
            <ac:spMk id="2" creationId="{D93690D6-EC51-68B9-79B1-DCBEBBAEC735}"/>
          </ac:spMkLst>
        </pc:spChg>
      </pc:sldChg>
      <pc:sldChg chg="modSp add mod ord">
        <pc:chgData name="B, Ranjeeth" userId="91880f69-a158-4ae1-8b74-7f06b0beddb7" providerId="ADAL" clId="{86E0499D-3BBB-4059-B976-619C5B485A23}" dt="2026-02-25T11:57:29.678" v="1482" actId="20577"/>
        <pc:sldMkLst>
          <pc:docMk/>
          <pc:sldMk cId="4282500634" sldId="2147483596"/>
        </pc:sldMkLst>
        <pc:spChg chg="mod">
          <ac:chgData name="B, Ranjeeth" userId="91880f69-a158-4ae1-8b74-7f06b0beddb7" providerId="ADAL" clId="{86E0499D-3BBB-4059-B976-619C5B485A23}" dt="2026-02-25T11:57:29.678" v="1482" actId="20577"/>
          <ac:spMkLst>
            <pc:docMk/>
            <pc:sldMk cId="4282500634" sldId="2147483596"/>
            <ac:spMk id="2" creationId="{EA0B393A-840B-3441-95CA-02941C385F6E}"/>
          </ac:spMkLst>
        </pc:spChg>
      </pc:sldChg>
      <pc:sldChg chg="modSp add mod">
        <pc:chgData name="B, Ranjeeth" userId="91880f69-a158-4ae1-8b74-7f06b0beddb7" providerId="ADAL" clId="{86E0499D-3BBB-4059-B976-619C5B485A23}" dt="2026-02-25T11:57:15.153" v="1460" actId="20577"/>
        <pc:sldMkLst>
          <pc:docMk/>
          <pc:sldMk cId="2042052264" sldId="2147483597"/>
        </pc:sldMkLst>
        <pc:spChg chg="mod">
          <ac:chgData name="B, Ranjeeth" userId="91880f69-a158-4ae1-8b74-7f06b0beddb7" providerId="ADAL" clId="{86E0499D-3BBB-4059-B976-619C5B485A23}" dt="2026-02-25T11:48:59.086" v="1220" actId="20577"/>
          <ac:spMkLst>
            <pc:docMk/>
            <pc:sldMk cId="2042052264" sldId="2147483597"/>
            <ac:spMk id="4" creationId="{4E8B3AD8-7992-7121-6F34-DF57286B0CD2}"/>
          </ac:spMkLst>
        </pc:spChg>
        <pc:spChg chg="mod">
          <ac:chgData name="B, Ranjeeth" userId="91880f69-a158-4ae1-8b74-7f06b0beddb7" providerId="ADAL" clId="{86E0499D-3BBB-4059-B976-619C5B485A23}" dt="2026-02-25T11:49:08.818" v="1222" actId="20577"/>
          <ac:spMkLst>
            <pc:docMk/>
            <pc:sldMk cId="2042052264" sldId="2147483597"/>
            <ac:spMk id="5" creationId="{13189E04-0B8A-BE83-93D1-92EC6C7EF30E}"/>
          </ac:spMkLst>
        </pc:spChg>
        <pc:spChg chg="mod">
          <ac:chgData name="B, Ranjeeth" userId="91880f69-a158-4ae1-8b74-7f06b0beddb7" providerId="ADAL" clId="{86E0499D-3BBB-4059-B976-619C5B485A23}" dt="2026-02-25T11:53:59.958" v="1297" actId="20577"/>
          <ac:spMkLst>
            <pc:docMk/>
            <pc:sldMk cId="2042052264" sldId="2147483597"/>
            <ac:spMk id="7" creationId="{000A106A-A1F0-573E-558D-FC472EF31C47}"/>
          </ac:spMkLst>
        </pc:spChg>
        <pc:spChg chg="mod">
          <ac:chgData name="B, Ranjeeth" userId="91880f69-a158-4ae1-8b74-7f06b0beddb7" providerId="ADAL" clId="{86E0499D-3BBB-4059-B976-619C5B485A23}" dt="2026-02-25T11:52:55.039" v="1289" actId="20577"/>
          <ac:spMkLst>
            <pc:docMk/>
            <pc:sldMk cId="2042052264" sldId="2147483597"/>
            <ac:spMk id="9" creationId="{535B36DA-79EB-BF57-5DCC-DBB55579C35A}"/>
          </ac:spMkLst>
        </pc:spChg>
        <pc:spChg chg="mod">
          <ac:chgData name="B, Ranjeeth" userId="91880f69-a158-4ae1-8b74-7f06b0beddb7" providerId="ADAL" clId="{86E0499D-3BBB-4059-B976-619C5B485A23}" dt="2026-02-25T11:57:15.153" v="1460" actId="20577"/>
          <ac:spMkLst>
            <pc:docMk/>
            <pc:sldMk cId="2042052264" sldId="2147483597"/>
            <ac:spMk id="13" creationId="{1AF648E0-1886-6043-2A7C-FD4B8F499AA8}"/>
          </ac:spMkLst>
        </pc:spChg>
        <pc:graphicFrameChg chg="mod modGraphic">
          <ac:chgData name="B, Ranjeeth" userId="91880f69-a158-4ae1-8b74-7f06b0beddb7" providerId="ADAL" clId="{86E0499D-3BBB-4059-B976-619C5B485A23}" dt="2026-02-25T11:55:54.566" v="1345" actId="20577"/>
          <ac:graphicFrameMkLst>
            <pc:docMk/>
            <pc:sldMk cId="2042052264" sldId="2147483597"/>
            <ac:graphicFrameMk id="2" creationId="{944CCF1D-AB21-46D3-4AEC-0A2365A53B33}"/>
          </ac:graphicFrameMkLst>
        </pc:graphicFrameChg>
        <pc:graphicFrameChg chg="modGraphic">
          <ac:chgData name="B, Ranjeeth" userId="91880f69-a158-4ae1-8b74-7f06b0beddb7" providerId="ADAL" clId="{86E0499D-3BBB-4059-B976-619C5B485A23}" dt="2026-02-25T11:52:23.990" v="1269" actId="20577"/>
          <ac:graphicFrameMkLst>
            <pc:docMk/>
            <pc:sldMk cId="2042052264" sldId="2147483597"/>
            <ac:graphicFrameMk id="3" creationId="{B974C460-54F1-BD52-E484-4727C5F07A8E}"/>
          </ac:graphicFrameMkLst>
        </pc:graphicFrameChg>
      </pc:sldChg>
      <pc:sldMasterChg chg="del delSldLayout">
        <pc:chgData name="B, Ranjeeth" userId="91880f69-a158-4ae1-8b74-7f06b0beddb7" providerId="ADAL" clId="{86E0499D-3BBB-4059-B976-619C5B485A23}" dt="2026-02-25T11:57:34.907" v="1484" actId="47"/>
        <pc:sldMasterMkLst>
          <pc:docMk/>
          <pc:sldMasterMk cId="3841422088" sldId="2147484328"/>
        </pc:sldMasterMkLst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2721472375" sldId="2147484329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3752095371" sldId="2147484330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3085317425" sldId="2147484331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871664730" sldId="2147484332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2463800813" sldId="2147484333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4166488277" sldId="2147484334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1762090986" sldId="2147484335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3072996247" sldId="2147484336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1948424096" sldId="2147484337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114787918" sldId="2147484338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765775729" sldId="2147484339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2807442304" sldId="2147484340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2180549054" sldId="2147484341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4103284254" sldId="2147484342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1236282399" sldId="2147484343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3285807486" sldId="2147484344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3930029783" sldId="2147484345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967145003" sldId="2147484346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1542660464" sldId="2147484347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1495607190" sldId="2147484348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4083073149" sldId="2147484349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4248610521" sldId="2147484350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2701204225" sldId="2147484351"/>
          </pc:sldLayoutMkLst>
        </pc:sldLayoutChg>
        <pc:sldLayoutChg chg="del">
          <pc:chgData name="B, Ranjeeth" userId="91880f69-a158-4ae1-8b74-7f06b0beddb7" providerId="ADAL" clId="{86E0499D-3BBB-4059-B976-619C5B485A23}" dt="2026-02-25T11:57:34.907" v="1484" actId="47"/>
          <pc:sldLayoutMkLst>
            <pc:docMk/>
            <pc:sldMasterMk cId="3841422088" sldId="2147484328"/>
            <pc:sldLayoutMk cId="3034412416" sldId="2147484352"/>
          </pc:sldLayoutMkLst>
        </pc:sldLayoutChg>
      </pc:sldMasterChg>
      <pc:sldMasterChg chg="del delSldLayout">
        <pc:chgData name="B, Ranjeeth" userId="91880f69-a158-4ae1-8b74-7f06b0beddb7" providerId="ADAL" clId="{86E0499D-3BBB-4059-B976-619C5B485A23}" dt="2026-02-25T11:57:34.146" v="1483" actId="47"/>
        <pc:sldMasterMkLst>
          <pc:docMk/>
          <pc:sldMasterMk cId="4102857723" sldId="2147484403"/>
        </pc:sldMasterMkLst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834181315" sldId="2147484404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3336927492" sldId="2147484405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1479993203" sldId="2147484406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1858704331" sldId="2147484407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3962289796" sldId="2147484408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992203052" sldId="2147484409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814345550" sldId="2147484410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3825273721" sldId="2147484411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323622281" sldId="2147484412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035215377" sldId="2147484413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934191316" sldId="2147484414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3841675913" sldId="2147484415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862141567" sldId="2147484416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1512921251" sldId="2147484417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573711557" sldId="2147484418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766691573" sldId="2147484419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1454951750" sldId="2147484420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730175546" sldId="2147484421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4044983575" sldId="2147484422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1742005700" sldId="2147484423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1996604229" sldId="2147484424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3834139497" sldId="2147484425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375339212" sldId="2147484426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538164281" sldId="2147484427"/>
          </pc:sldLayoutMkLst>
        </pc:sldLayoutChg>
        <pc:sldLayoutChg chg="del">
          <pc:chgData name="B, Ranjeeth" userId="91880f69-a158-4ae1-8b74-7f06b0beddb7" providerId="ADAL" clId="{86E0499D-3BBB-4059-B976-619C5B485A23}" dt="2026-02-25T11:57:34.146" v="1483" actId="47"/>
          <pc:sldLayoutMkLst>
            <pc:docMk/>
            <pc:sldMasterMk cId="4102857723" sldId="2147484403"/>
            <pc:sldLayoutMk cId="2958784925" sldId="2147484428"/>
          </pc:sldLayoutMkLst>
        </pc:sldLayoutChg>
      </pc:sldMasterChg>
      <pc:sldMasterChg chg="del delSldLayout">
        <pc:chgData name="B, Ranjeeth" userId="91880f69-a158-4ae1-8b74-7f06b0beddb7" providerId="ADAL" clId="{86E0499D-3BBB-4059-B976-619C5B485A23}" dt="2026-02-25T11:57:36.813" v="1485" actId="47"/>
        <pc:sldMasterMkLst>
          <pc:docMk/>
          <pc:sldMasterMk cId="1586162575" sldId="2147484429"/>
        </pc:sldMasterMkLst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993227398" sldId="2147484430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358326287" sldId="2147484431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695212623" sldId="2147484432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894408228" sldId="2147484433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081442829" sldId="2147484434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81446620" sldId="2147484435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868762454" sldId="2147484436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819959848" sldId="2147484437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554001481" sldId="2147484438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678534646" sldId="2147484439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23621855" sldId="2147484440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150753271" sldId="2147484441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103889951" sldId="2147484442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365798843" sldId="2147484443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195357676" sldId="2147484444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903141807" sldId="2147484445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421820565" sldId="2147484446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330249994" sldId="2147484447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166563846" sldId="2147484448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82968546" sldId="2147484449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969542350" sldId="2147484450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604637130" sldId="2147484451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566723973" sldId="2147484452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62836302" sldId="2147484453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51513833" sldId="2147484454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534439996" sldId="2147484455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45906764" sldId="2147484456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239059681" sldId="2147484457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750941540" sldId="2147484458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554686242" sldId="2147484459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4204672952" sldId="2147484460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845869857" sldId="2147484461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044289673" sldId="2147484462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809863134" sldId="2147484463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085105229" sldId="2147484464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980946387" sldId="2147484465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4225993951" sldId="2147484466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1911565518" sldId="2147484467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124038895" sldId="2147484468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81187651" sldId="2147484469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2222160918" sldId="2147484470"/>
          </pc:sldLayoutMkLst>
        </pc:sldLayoutChg>
        <pc:sldLayoutChg chg="del">
          <pc:chgData name="B, Ranjeeth" userId="91880f69-a158-4ae1-8b74-7f06b0beddb7" providerId="ADAL" clId="{86E0499D-3BBB-4059-B976-619C5B485A23}" dt="2026-02-25T11:57:36.813" v="1485" actId="47"/>
          <pc:sldLayoutMkLst>
            <pc:docMk/>
            <pc:sldMasterMk cId="1586162575" sldId="2147484429"/>
            <pc:sldLayoutMk cId="3095740131" sldId="2147484471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9B3B98F-C1B3-442E-84AD-3EB1828B3C7E}" type="datetimeFigureOut">
              <a:rPr lang="en-US" smtClean="0"/>
              <a:t>2/26/2026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788978-6131-4955-B9F6-E684D5C9956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722668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8DBFFD-53AA-6CBC-405A-75FCE4F978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012239C-8473-F3C5-F4D8-8B69F6EAED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B6A603D-7654-6388-C0FC-F6F65E9994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Direct link to resources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chemeClr val="tx2">
                  <a:lumMod val="65000"/>
                </a:scheme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600505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US" sz="1800">
                <a:effectLst/>
                <a:latin typeface="Segoe UI" panose="020B0502040204020203" pitchFamily="34" charset="0"/>
              </a:rPr>
              <a:t>Do we need to show Serial Number? Group by quantity and product model?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US" sz="1800">
                <a:effectLst/>
                <a:latin typeface="Segoe UI" panose="020B0502040204020203" pitchFamily="34" charset="0"/>
              </a:rPr>
              <a:t>Top 5 Products maximum per kick starter PPT?</a:t>
            </a:r>
            <a:endParaRPr lang="en-US" sz="1800">
              <a:effectLst/>
              <a:latin typeface="Arial" panose="020B0604020202020204" pitchFamily="34" charset="0"/>
            </a:endParaRPr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1788978-6131-4955-B9F6-E684D5C9956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506489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29B1A6D-FC59-4498-AF0E-39F10C94621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541073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AF9931-2EC7-DA65-6D99-A04A555A29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296DD56-AE4D-3FE1-1811-35D87AE02C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349E29-49B4-5286-E83D-1C2B940A82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AFE9C76-0C57-FF49-F48A-42C2CE5E91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29B1A6D-FC59-4498-AF0E-39F10C94621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108387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7A4C4-4FBD-7B3A-4981-043F96FE6E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8C1CC6B-EEDA-0D42-BCA2-DFB9960A33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C018013-DEE4-896F-5A4F-B2FEE18E89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1A2EA4-8B40-D282-5F93-03065F0B61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29B1A6D-FC59-4498-AF0E-39F10C94621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496250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B9B097-A59E-1CE5-7131-A597EDC814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A14F77F-7A8B-1D3C-0FCE-A3719B5D3D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67FA4A6-1D46-B6A8-E95A-A0A8FFDF01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7C4FC2-B73F-7CC0-10D5-A609E72154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29B1A6D-FC59-4498-AF0E-39F10C94621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048291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DD173B-05D0-9E19-DFE5-5C4D333EF5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A612A6-E9BC-FE59-B7B3-1E8FF2BCC8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A2E3A00-6608-4970-16D8-EF67AD136D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FA0413E-E92F-AD89-1141-F44FDCBE0D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29B1A6D-FC59-4498-AF0E-39F10C94621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955028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194774-9213-8B82-29DC-C6DF467AD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48CFF52-5B4A-C2B9-DF9A-A5A15AC736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0C645F-5FE1-A35A-A6C4-F585BA76A9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 defTabSz="1219018">
              <a:spcAft>
                <a:spcPts val="1600"/>
              </a:spcAft>
              <a:buClr>
                <a:srgbClr val="0672CB"/>
              </a:buClr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D2155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87456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7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5.png"/><Relationship Id="rId4" Type="http://schemas.openxmlformats.org/officeDocument/2006/relationships/image" Target="../media/image8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5.png"/><Relationship Id="rId4" Type="http://schemas.openxmlformats.org/officeDocument/2006/relationships/image" Target="../media/image8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5.png"/><Relationship Id="rId4" Type="http://schemas.openxmlformats.org/officeDocument/2006/relationships/image" Target="../media/image8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jpe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0.svg"/><Relationship Id="rId5" Type="http://schemas.openxmlformats.org/officeDocument/2006/relationships/image" Target="../media/image19.png"/><Relationship Id="rId4" Type="http://schemas.openxmlformats.org/officeDocument/2006/relationships/image" Target="../media/image18.sv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3.jpeg"/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4.jpeg"/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image" Target="../media/image31.png"/><Relationship Id="rId7" Type="http://schemas.openxmlformats.org/officeDocument/2006/relationships/image" Target="../media/image34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.xml"/><Relationship Id="rId6" Type="http://schemas.openxmlformats.org/officeDocument/2006/relationships/image" Target="../media/image33.emf"/><Relationship Id="rId5" Type="http://schemas.openxmlformats.org/officeDocument/2006/relationships/oleObject" Target="../embeddings/oleObject1.bin"/><Relationship Id="rId4" Type="http://schemas.openxmlformats.org/officeDocument/2006/relationships/image" Target="../media/image32.svg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26" Type="http://schemas.openxmlformats.org/officeDocument/2006/relationships/image" Target="../media/image60.svg"/><Relationship Id="rId3" Type="http://schemas.openxmlformats.org/officeDocument/2006/relationships/image" Target="../media/image37.svg"/><Relationship Id="rId21" Type="http://schemas.openxmlformats.org/officeDocument/2006/relationships/image" Target="../media/image55.png"/><Relationship Id="rId7" Type="http://schemas.openxmlformats.org/officeDocument/2006/relationships/image" Target="../media/image41.svg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5" Type="http://schemas.openxmlformats.org/officeDocument/2006/relationships/image" Target="../media/image59.png"/><Relationship Id="rId2" Type="http://schemas.openxmlformats.org/officeDocument/2006/relationships/image" Target="../media/image36.png"/><Relationship Id="rId16" Type="http://schemas.openxmlformats.org/officeDocument/2006/relationships/image" Target="../media/image50.svg"/><Relationship Id="rId20" Type="http://schemas.openxmlformats.org/officeDocument/2006/relationships/image" Target="../media/image54.sv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40.png"/><Relationship Id="rId11" Type="http://schemas.openxmlformats.org/officeDocument/2006/relationships/image" Target="../media/image45.png"/><Relationship Id="rId24" Type="http://schemas.openxmlformats.org/officeDocument/2006/relationships/image" Target="../media/image58.svg"/><Relationship Id="rId5" Type="http://schemas.openxmlformats.org/officeDocument/2006/relationships/image" Target="../media/image39.svg"/><Relationship Id="rId15" Type="http://schemas.openxmlformats.org/officeDocument/2006/relationships/image" Target="../media/image49.png"/><Relationship Id="rId23" Type="http://schemas.openxmlformats.org/officeDocument/2006/relationships/image" Target="../media/image57.png"/><Relationship Id="rId28" Type="http://schemas.openxmlformats.org/officeDocument/2006/relationships/image" Target="../media/image62.svg"/><Relationship Id="rId10" Type="http://schemas.openxmlformats.org/officeDocument/2006/relationships/image" Target="../media/image44.svg"/><Relationship Id="rId19" Type="http://schemas.openxmlformats.org/officeDocument/2006/relationships/image" Target="../media/image53.png"/><Relationship Id="rId4" Type="http://schemas.openxmlformats.org/officeDocument/2006/relationships/image" Target="../media/image38.png"/><Relationship Id="rId9" Type="http://schemas.openxmlformats.org/officeDocument/2006/relationships/image" Target="../media/image43.png"/><Relationship Id="rId14" Type="http://schemas.openxmlformats.org/officeDocument/2006/relationships/image" Target="../media/image48.svg"/><Relationship Id="rId22" Type="http://schemas.openxmlformats.org/officeDocument/2006/relationships/image" Target="../media/image56.svg"/><Relationship Id="rId27" Type="http://schemas.openxmlformats.org/officeDocument/2006/relationships/image" Target="../media/image61.png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5.png"/><Relationship Id="rId4" Type="http://schemas.openxmlformats.org/officeDocument/2006/relationships/image" Target="../media/image8.png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3.jpeg"/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4.jpeg"/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6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6.xml"/></Relationships>
</file>

<file path=ppt/slideLayouts/_rels/slideLayout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7.png"/></Relationships>
</file>

<file path=ppt/slideLayouts/_rels/slideLayout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5.png"/><Relationship Id="rId4" Type="http://schemas.openxmlformats.org/officeDocument/2006/relationships/image" Target="../media/image8.png"/></Relationships>
</file>

<file path=ppt/slideLayouts/_rels/slideLayout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8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8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8.xml"/></Relationships>
</file>

<file path=ppt/slideLayouts/_rels/slideLayout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3.jpeg"/><Relationship Id="rId1" Type="http://schemas.openxmlformats.org/officeDocument/2006/relationships/slideMaster" Target="../slideMasters/slideMaster8.xml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8.xml"/></Relationships>
</file>

<file path=ppt/slideLayouts/_rels/slideLayout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8.xml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5.png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image" Target="../media/image31.png"/><Relationship Id="rId7" Type="http://schemas.openxmlformats.org/officeDocument/2006/relationships/image" Target="../media/image34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3.xml"/><Relationship Id="rId6" Type="http://schemas.openxmlformats.org/officeDocument/2006/relationships/image" Target="../media/image33.emf"/><Relationship Id="rId5" Type="http://schemas.openxmlformats.org/officeDocument/2006/relationships/oleObject" Target="../embeddings/oleObject1.bin"/><Relationship Id="rId4" Type="http://schemas.openxmlformats.org/officeDocument/2006/relationships/image" Target="../media/image32.svg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26" Type="http://schemas.openxmlformats.org/officeDocument/2006/relationships/image" Target="../media/image60.svg"/><Relationship Id="rId3" Type="http://schemas.openxmlformats.org/officeDocument/2006/relationships/image" Target="../media/image37.svg"/><Relationship Id="rId21" Type="http://schemas.openxmlformats.org/officeDocument/2006/relationships/image" Target="../media/image55.png"/><Relationship Id="rId7" Type="http://schemas.openxmlformats.org/officeDocument/2006/relationships/image" Target="../media/image41.svg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5" Type="http://schemas.openxmlformats.org/officeDocument/2006/relationships/image" Target="../media/image59.png"/><Relationship Id="rId2" Type="http://schemas.openxmlformats.org/officeDocument/2006/relationships/image" Target="../media/image36.png"/><Relationship Id="rId16" Type="http://schemas.openxmlformats.org/officeDocument/2006/relationships/image" Target="../media/image50.svg"/><Relationship Id="rId20" Type="http://schemas.openxmlformats.org/officeDocument/2006/relationships/image" Target="../media/image54.svg"/><Relationship Id="rId1" Type="http://schemas.openxmlformats.org/officeDocument/2006/relationships/slideMaster" Target="../slideMasters/slideMaster8.xml"/><Relationship Id="rId6" Type="http://schemas.openxmlformats.org/officeDocument/2006/relationships/image" Target="../media/image40.png"/><Relationship Id="rId11" Type="http://schemas.openxmlformats.org/officeDocument/2006/relationships/image" Target="../media/image45.png"/><Relationship Id="rId24" Type="http://schemas.openxmlformats.org/officeDocument/2006/relationships/image" Target="../media/image58.svg"/><Relationship Id="rId5" Type="http://schemas.openxmlformats.org/officeDocument/2006/relationships/image" Target="../media/image39.svg"/><Relationship Id="rId15" Type="http://schemas.openxmlformats.org/officeDocument/2006/relationships/image" Target="../media/image49.png"/><Relationship Id="rId23" Type="http://schemas.openxmlformats.org/officeDocument/2006/relationships/image" Target="../media/image57.png"/><Relationship Id="rId28" Type="http://schemas.openxmlformats.org/officeDocument/2006/relationships/image" Target="../media/image62.svg"/><Relationship Id="rId10" Type="http://schemas.openxmlformats.org/officeDocument/2006/relationships/image" Target="../media/image44.svg"/><Relationship Id="rId19" Type="http://schemas.openxmlformats.org/officeDocument/2006/relationships/image" Target="../media/image53.png"/><Relationship Id="rId4" Type="http://schemas.openxmlformats.org/officeDocument/2006/relationships/image" Target="../media/image38.png"/><Relationship Id="rId9" Type="http://schemas.openxmlformats.org/officeDocument/2006/relationships/image" Target="../media/image43.png"/><Relationship Id="rId14" Type="http://schemas.openxmlformats.org/officeDocument/2006/relationships/image" Target="../media/image48.svg"/><Relationship Id="rId22" Type="http://schemas.openxmlformats.org/officeDocument/2006/relationships/image" Target="../media/image56.svg"/><Relationship Id="rId27" Type="http://schemas.openxmlformats.org/officeDocument/2006/relationships/image" Target="../media/image61.png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9.xml"/></Relationships>
</file>

<file path=ppt/slideLayouts/_rels/slideLayout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9.xml"/></Relationships>
</file>

<file path=ppt/slideLayouts/_rels/slideLayout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9.xml"/></Relationships>
</file>

<file path=ppt/slideLayouts/_rels/slideLayout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emf"/><Relationship Id="rId1" Type="http://schemas.openxmlformats.org/officeDocument/2006/relationships/slideMaster" Target="../slideMasters/slideMaster9.xml"/></Relationships>
</file>

<file path=ppt/slideLayouts/_rels/slideLayout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76.emf"/><Relationship Id="rId1" Type="http://schemas.openxmlformats.org/officeDocument/2006/relationships/slideMaster" Target="../slideMasters/slideMaster9.xml"/></Relationships>
</file>

<file path=ppt/slideLayouts/_rels/slideLayout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svg"/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1.png"/></Relationships>
</file>

<file path=ppt/slideLayouts/_rels/slideLayout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78.svg"/></Relationships>
</file>

<file path=ppt/slideLayouts/_rels/slideLayout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1.png"/></Relationships>
</file>

<file path=ppt/slideLayouts/_rels/slideLayout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0.svg"/></Relationships>
</file>

<file path=ppt/slideLayouts/_rels/slideLayout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/Relationships>
</file>

<file path=ppt/slideLayouts/_rels/slideLayout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svg"/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1.png"/></Relationships>
</file>

<file path=ppt/slideLayouts/_rels/slideLayout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/Relationships>
</file>

<file path=ppt/slideLayouts/_rels/slideLayout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3.svg"/></Relationships>
</file>

<file path=ppt/slideLayouts/_rels/slideLayout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1.png"/></Relationships>
</file>

<file path=ppt/slideLayouts/_rels/slideLayout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4.svg"/></Relationships>
</file>

<file path=ppt/slideLayouts/_rels/slideLayout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svg"/><Relationship Id="rId2" Type="http://schemas.openxmlformats.org/officeDocument/2006/relationships/image" Target="../media/image85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1.png"/></Relationships>
</file>

<file path=ppt/slideLayouts/_rels/slideLayout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9.xml"/></Relationships>
</file>

<file path=ppt/slideLayouts/_rels/slideLayout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svg"/><Relationship Id="rId2" Type="http://schemas.openxmlformats.org/officeDocument/2006/relationships/image" Target="../media/image87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1.png"/></Relationships>
</file>

<file path=ppt/slideLayouts/_rels/slideLayout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svg"/><Relationship Id="rId2" Type="http://schemas.openxmlformats.org/officeDocument/2006/relationships/image" Target="../media/image87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1.png"/></Relationships>
</file>

<file path=ppt/slideLayouts/_rels/slideLayout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svg"/><Relationship Id="rId2" Type="http://schemas.openxmlformats.org/officeDocument/2006/relationships/image" Target="../media/image87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1.png"/></Relationships>
</file>

<file path=ppt/slideLayouts/_rels/slideLayout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88.svg"/><Relationship Id="rId4" Type="http://schemas.openxmlformats.org/officeDocument/2006/relationships/image" Target="../media/image87.png"/></Relationships>
</file>

<file path=ppt/slideLayouts/_rels/slideLayout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88.svg"/><Relationship Id="rId4" Type="http://schemas.openxmlformats.org/officeDocument/2006/relationships/image" Target="../media/image87.png"/></Relationships>
</file>

<file path=ppt/slideLayouts/_rels/slideLayout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88.svg"/><Relationship Id="rId4" Type="http://schemas.openxmlformats.org/officeDocument/2006/relationships/image" Target="../media/image87.png"/></Relationships>
</file>

<file path=ppt/slideLayouts/_rels/slideLayout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svg"/><Relationship Id="rId2" Type="http://schemas.openxmlformats.org/officeDocument/2006/relationships/image" Target="../media/image87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1.png"/></Relationships>
</file>

<file path=ppt/slideLayouts/_rels/slideLayout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svg"/><Relationship Id="rId2" Type="http://schemas.openxmlformats.org/officeDocument/2006/relationships/image" Target="../media/image85.pn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81.png"/><Relationship Id="rId4" Type="http://schemas.openxmlformats.org/officeDocument/2006/relationships/image" Target="../media/image11.png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svg"/><Relationship Id="rId2" Type="http://schemas.openxmlformats.org/officeDocument/2006/relationships/image" Target="../media/image85.pn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81.png"/><Relationship Id="rId4" Type="http://schemas.openxmlformats.org/officeDocument/2006/relationships/image" Target="../media/image11.png"/></Relationships>
</file>

<file path=ppt/slideLayouts/_rels/slideLayout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/Relationships>
</file>

<file path=ppt/slideLayouts/_rels/slideLayout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svg"/><Relationship Id="rId2" Type="http://schemas.openxmlformats.org/officeDocument/2006/relationships/image" Target="../media/image87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1.png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emf"/><Relationship Id="rId1" Type="http://schemas.openxmlformats.org/officeDocument/2006/relationships/slideMaster" Target="../slideMasters/slideMaster9.xml"/></Relationships>
</file>

<file path=ppt/slideLayouts/_rels/slideLayout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g"/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90.png"/></Relationships>
</file>

<file path=ppt/slideLayouts/_rels/slideLayout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24.jpeg"/><Relationship Id="rId1" Type="http://schemas.openxmlformats.org/officeDocument/2006/relationships/slideMaster" Target="../slideMasters/slideMaster9.xml"/></Relationships>
</file>

<file path=ppt/slideLayouts/_rels/slideLayout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9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9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9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2">
            <a:extLst>
              <a:ext uri="{FF2B5EF4-FFF2-40B4-BE49-F238E27FC236}">
                <a16:creationId xmlns:a16="http://schemas.microsoft.com/office/drawing/2014/main" id="{1FCC1C7B-0630-0830-4A08-840519B8F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flipH="1">
            <a:off x="0" y="47662"/>
            <a:ext cx="12192000" cy="6850188"/>
          </a:xfrm>
          <a:custGeom>
            <a:avLst/>
            <a:gdLst>
              <a:gd name="connsiteX0" fmla="*/ 10986103 w 15732060"/>
              <a:gd name="connsiteY0" fmla="*/ 8468534 h 8839200"/>
              <a:gd name="connsiteX1" fmla="*/ 10972932 w 15732060"/>
              <a:gd name="connsiteY1" fmla="*/ 8473884 h 8839200"/>
              <a:gd name="connsiteX2" fmla="*/ 10972932 w 15732060"/>
              <a:gd name="connsiteY2" fmla="*/ 8500223 h 8839200"/>
              <a:gd name="connsiteX3" fmla="*/ 10997626 w 15732060"/>
              <a:gd name="connsiteY3" fmla="*/ 8501870 h 8839200"/>
              <a:gd name="connsiteX4" fmla="*/ 11103530 w 15732060"/>
              <a:gd name="connsiteY4" fmla="*/ 8607774 h 8839200"/>
              <a:gd name="connsiteX5" fmla="*/ 11103530 w 15732060"/>
              <a:gd name="connsiteY5" fmla="*/ 8765808 h 8839200"/>
              <a:gd name="connsiteX6" fmla="*/ 11087069 w 15732060"/>
              <a:gd name="connsiteY6" fmla="*/ 8784465 h 8839200"/>
              <a:gd name="connsiteX7" fmla="*/ 11105724 w 15732060"/>
              <a:gd name="connsiteY7" fmla="*/ 8803121 h 8839200"/>
              <a:gd name="connsiteX8" fmla="*/ 11124382 w 15732060"/>
              <a:gd name="connsiteY8" fmla="*/ 8784465 h 8839200"/>
              <a:gd name="connsiteX9" fmla="*/ 11119649 w 15732060"/>
              <a:gd name="connsiteY9" fmla="*/ 8771639 h 8839200"/>
              <a:gd name="connsiteX10" fmla="*/ 11108468 w 15732060"/>
              <a:gd name="connsiteY10" fmla="*/ 8766081 h 8839200"/>
              <a:gd name="connsiteX11" fmla="*/ 11108468 w 15732060"/>
              <a:gd name="connsiteY11" fmla="*/ 8766357 h 8839200"/>
              <a:gd name="connsiteX12" fmla="*/ 11107920 w 15732060"/>
              <a:gd name="connsiteY12" fmla="*/ 8765808 h 8839200"/>
              <a:gd name="connsiteX13" fmla="*/ 11108468 w 15732060"/>
              <a:gd name="connsiteY13" fmla="*/ 8766081 h 8839200"/>
              <a:gd name="connsiteX14" fmla="*/ 11108468 w 15732060"/>
              <a:gd name="connsiteY14" fmla="*/ 8606128 h 8839200"/>
              <a:gd name="connsiteX15" fmla="*/ 11000918 w 15732060"/>
              <a:gd name="connsiteY15" fmla="*/ 8498577 h 8839200"/>
              <a:gd name="connsiteX16" fmla="*/ 10999272 w 15732060"/>
              <a:gd name="connsiteY16" fmla="*/ 8473884 h 8839200"/>
              <a:gd name="connsiteX17" fmla="*/ 10986103 w 15732060"/>
              <a:gd name="connsiteY17" fmla="*/ 8468534 h 8839200"/>
              <a:gd name="connsiteX18" fmla="*/ 8224898 w 15732060"/>
              <a:gd name="connsiteY18" fmla="*/ 8413113 h 8839200"/>
              <a:gd name="connsiteX19" fmla="*/ 8211729 w 15732060"/>
              <a:gd name="connsiteY19" fmla="*/ 8418462 h 8839200"/>
              <a:gd name="connsiteX20" fmla="*/ 8211729 w 15732060"/>
              <a:gd name="connsiteY20" fmla="*/ 8444801 h 8839200"/>
              <a:gd name="connsiteX21" fmla="*/ 8236421 w 15732060"/>
              <a:gd name="connsiteY21" fmla="*/ 8446447 h 8839200"/>
              <a:gd name="connsiteX22" fmla="*/ 8332998 w 15732060"/>
              <a:gd name="connsiteY22" fmla="*/ 8543025 h 8839200"/>
              <a:gd name="connsiteX23" fmla="*/ 8332998 w 15732060"/>
              <a:gd name="connsiteY23" fmla="*/ 8766906 h 8839200"/>
              <a:gd name="connsiteX24" fmla="*/ 8316536 w 15732060"/>
              <a:gd name="connsiteY24" fmla="*/ 8785562 h 8839200"/>
              <a:gd name="connsiteX25" fmla="*/ 8335193 w 15732060"/>
              <a:gd name="connsiteY25" fmla="*/ 8804219 h 8839200"/>
              <a:gd name="connsiteX26" fmla="*/ 8353849 w 15732060"/>
              <a:gd name="connsiteY26" fmla="*/ 8785562 h 8839200"/>
              <a:gd name="connsiteX27" fmla="*/ 8337388 w 15732060"/>
              <a:gd name="connsiteY27" fmla="*/ 8766906 h 8839200"/>
              <a:gd name="connsiteX28" fmla="*/ 8337388 w 15732060"/>
              <a:gd name="connsiteY28" fmla="*/ 8766357 h 8839200"/>
              <a:gd name="connsiteX29" fmla="*/ 8337388 w 15732060"/>
              <a:gd name="connsiteY29" fmla="*/ 8540829 h 8839200"/>
              <a:gd name="connsiteX30" fmla="*/ 8239714 w 15732060"/>
              <a:gd name="connsiteY30" fmla="*/ 8443156 h 8839200"/>
              <a:gd name="connsiteX31" fmla="*/ 8238067 w 15732060"/>
              <a:gd name="connsiteY31" fmla="*/ 8418462 h 8839200"/>
              <a:gd name="connsiteX32" fmla="*/ 8224898 w 15732060"/>
              <a:gd name="connsiteY32" fmla="*/ 8413113 h 8839200"/>
              <a:gd name="connsiteX33" fmla="*/ 3962920 w 15732060"/>
              <a:gd name="connsiteY33" fmla="*/ 8307757 h 8839200"/>
              <a:gd name="connsiteX34" fmla="*/ 3949750 w 15732060"/>
              <a:gd name="connsiteY34" fmla="*/ 8313107 h 8839200"/>
              <a:gd name="connsiteX35" fmla="*/ 3948105 w 15732060"/>
              <a:gd name="connsiteY35" fmla="*/ 8337800 h 8839200"/>
              <a:gd name="connsiteX36" fmla="*/ 3837261 w 15732060"/>
              <a:gd name="connsiteY36" fmla="*/ 8448642 h 8839200"/>
              <a:gd name="connsiteX37" fmla="*/ 3672642 w 15732060"/>
              <a:gd name="connsiteY37" fmla="*/ 8448642 h 8839200"/>
              <a:gd name="connsiteX38" fmla="*/ 3363708 w 15732060"/>
              <a:gd name="connsiteY38" fmla="*/ 8757578 h 8839200"/>
              <a:gd name="connsiteX39" fmla="*/ 3339016 w 15732060"/>
              <a:gd name="connsiteY39" fmla="*/ 8759223 h 8839200"/>
              <a:gd name="connsiteX40" fmla="*/ 3339016 w 15732060"/>
              <a:gd name="connsiteY40" fmla="*/ 8785562 h 8839200"/>
              <a:gd name="connsiteX41" fmla="*/ 3365354 w 15732060"/>
              <a:gd name="connsiteY41" fmla="*/ 8785562 h 8839200"/>
              <a:gd name="connsiteX42" fmla="*/ 3367000 w 15732060"/>
              <a:gd name="connsiteY42" fmla="*/ 8760869 h 8839200"/>
              <a:gd name="connsiteX43" fmla="*/ 3674289 w 15732060"/>
              <a:gd name="connsiteY43" fmla="*/ 8453582 h 8839200"/>
              <a:gd name="connsiteX44" fmla="*/ 3838908 w 15732060"/>
              <a:gd name="connsiteY44" fmla="*/ 8453582 h 8839200"/>
              <a:gd name="connsiteX45" fmla="*/ 3951397 w 15732060"/>
              <a:gd name="connsiteY45" fmla="*/ 8341092 h 8839200"/>
              <a:gd name="connsiteX46" fmla="*/ 3976090 w 15732060"/>
              <a:gd name="connsiteY46" fmla="*/ 8339446 h 8839200"/>
              <a:gd name="connsiteX47" fmla="*/ 3976090 w 15732060"/>
              <a:gd name="connsiteY47" fmla="*/ 8313107 h 8839200"/>
              <a:gd name="connsiteX48" fmla="*/ 3962920 w 15732060"/>
              <a:gd name="connsiteY48" fmla="*/ 8307757 h 8839200"/>
              <a:gd name="connsiteX49" fmla="*/ 9268031 w 15732060"/>
              <a:gd name="connsiteY49" fmla="*/ 8282516 h 8839200"/>
              <a:gd name="connsiteX50" fmla="*/ 9254862 w 15732060"/>
              <a:gd name="connsiteY50" fmla="*/ 8287866 h 8839200"/>
              <a:gd name="connsiteX51" fmla="*/ 9254862 w 15732060"/>
              <a:gd name="connsiteY51" fmla="*/ 8314204 h 8839200"/>
              <a:gd name="connsiteX52" fmla="*/ 9279556 w 15732060"/>
              <a:gd name="connsiteY52" fmla="*/ 8315851 h 8839200"/>
              <a:gd name="connsiteX53" fmla="*/ 9328941 w 15732060"/>
              <a:gd name="connsiteY53" fmla="*/ 8365236 h 8839200"/>
              <a:gd name="connsiteX54" fmla="*/ 9328941 w 15732060"/>
              <a:gd name="connsiteY54" fmla="*/ 8753736 h 8839200"/>
              <a:gd name="connsiteX55" fmla="*/ 9312479 w 15732060"/>
              <a:gd name="connsiteY55" fmla="*/ 8772392 h 8839200"/>
              <a:gd name="connsiteX56" fmla="*/ 9331135 w 15732060"/>
              <a:gd name="connsiteY56" fmla="*/ 8791049 h 8839200"/>
              <a:gd name="connsiteX57" fmla="*/ 9349792 w 15732060"/>
              <a:gd name="connsiteY57" fmla="*/ 8772392 h 8839200"/>
              <a:gd name="connsiteX58" fmla="*/ 9333330 w 15732060"/>
              <a:gd name="connsiteY58" fmla="*/ 8753736 h 8839200"/>
              <a:gd name="connsiteX59" fmla="*/ 9333330 w 15732060"/>
              <a:gd name="connsiteY59" fmla="*/ 8363042 h 8839200"/>
              <a:gd name="connsiteX60" fmla="*/ 9282847 w 15732060"/>
              <a:gd name="connsiteY60" fmla="*/ 8312558 h 8839200"/>
              <a:gd name="connsiteX61" fmla="*/ 9281201 w 15732060"/>
              <a:gd name="connsiteY61" fmla="*/ 8287866 h 8839200"/>
              <a:gd name="connsiteX62" fmla="*/ 9268031 w 15732060"/>
              <a:gd name="connsiteY62" fmla="*/ 8282516 h 8839200"/>
              <a:gd name="connsiteX63" fmla="*/ 13399413 w 15732060"/>
              <a:gd name="connsiteY63" fmla="*/ 8163990 h 8839200"/>
              <a:gd name="connsiteX64" fmla="*/ 13386243 w 15732060"/>
              <a:gd name="connsiteY64" fmla="*/ 8169340 h 8839200"/>
              <a:gd name="connsiteX65" fmla="*/ 13386243 w 15732060"/>
              <a:gd name="connsiteY65" fmla="*/ 8195679 h 8839200"/>
              <a:gd name="connsiteX66" fmla="*/ 13410936 w 15732060"/>
              <a:gd name="connsiteY66" fmla="*/ 8197326 h 8839200"/>
              <a:gd name="connsiteX67" fmla="*/ 13824129 w 15732060"/>
              <a:gd name="connsiteY67" fmla="*/ 8610517 h 8839200"/>
              <a:gd name="connsiteX68" fmla="*/ 13824677 w 15732060"/>
              <a:gd name="connsiteY68" fmla="*/ 8610517 h 8839200"/>
              <a:gd name="connsiteX69" fmla="*/ 14476568 w 15732060"/>
              <a:gd name="connsiteY69" fmla="*/ 8611066 h 8839200"/>
              <a:gd name="connsiteX70" fmla="*/ 14643380 w 15732060"/>
              <a:gd name="connsiteY70" fmla="*/ 8777880 h 8839200"/>
              <a:gd name="connsiteX71" fmla="*/ 14645027 w 15732060"/>
              <a:gd name="connsiteY71" fmla="*/ 8802573 h 8839200"/>
              <a:gd name="connsiteX72" fmla="*/ 14671366 w 15732060"/>
              <a:gd name="connsiteY72" fmla="*/ 8802573 h 8839200"/>
              <a:gd name="connsiteX73" fmla="*/ 14671366 w 15732060"/>
              <a:gd name="connsiteY73" fmla="*/ 8776235 h 8839200"/>
              <a:gd name="connsiteX74" fmla="*/ 14646673 w 15732060"/>
              <a:gd name="connsiteY74" fmla="*/ 8774588 h 8839200"/>
              <a:gd name="connsiteX75" fmla="*/ 14479311 w 15732060"/>
              <a:gd name="connsiteY75" fmla="*/ 8607225 h 8839200"/>
              <a:gd name="connsiteX76" fmla="*/ 14478762 w 15732060"/>
              <a:gd name="connsiteY76" fmla="*/ 8607225 h 8839200"/>
              <a:gd name="connsiteX77" fmla="*/ 13826872 w 15732060"/>
              <a:gd name="connsiteY77" fmla="*/ 8606676 h 8839200"/>
              <a:gd name="connsiteX78" fmla="*/ 13414228 w 15732060"/>
              <a:gd name="connsiteY78" fmla="*/ 8194032 h 8839200"/>
              <a:gd name="connsiteX79" fmla="*/ 13412582 w 15732060"/>
              <a:gd name="connsiteY79" fmla="*/ 8169340 h 8839200"/>
              <a:gd name="connsiteX80" fmla="*/ 13399413 w 15732060"/>
              <a:gd name="connsiteY80" fmla="*/ 8163990 h 8839200"/>
              <a:gd name="connsiteX81" fmla="*/ 8317084 w 15732060"/>
              <a:gd name="connsiteY81" fmla="*/ 8068511 h 8839200"/>
              <a:gd name="connsiteX82" fmla="*/ 8303915 w 15732060"/>
              <a:gd name="connsiteY82" fmla="*/ 8073861 h 8839200"/>
              <a:gd name="connsiteX83" fmla="*/ 8303915 w 15732060"/>
              <a:gd name="connsiteY83" fmla="*/ 8100200 h 8839200"/>
              <a:gd name="connsiteX84" fmla="*/ 8328608 w 15732060"/>
              <a:gd name="connsiteY84" fmla="*/ 8101846 h 8839200"/>
              <a:gd name="connsiteX85" fmla="*/ 8425733 w 15732060"/>
              <a:gd name="connsiteY85" fmla="*/ 8198971 h 8839200"/>
              <a:gd name="connsiteX86" fmla="*/ 8426282 w 15732060"/>
              <a:gd name="connsiteY86" fmla="*/ 8198971 h 8839200"/>
              <a:gd name="connsiteX87" fmla="*/ 8649614 w 15732060"/>
              <a:gd name="connsiteY87" fmla="*/ 8199520 h 8839200"/>
              <a:gd name="connsiteX88" fmla="*/ 8891603 w 15732060"/>
              <a:gd name="connsiteY88" fmla="*/ 8441510 h 8839200"/>
              <a:gd name="connsiteX89" fmla="*/ 8891603 w 15732060"/>
              <a:gd name="connsiteY89" fmla="*/ 8753187 h 8839200"/>
              <a:gd name="connsiteX90" fmla="*/ 8875142 w 15732060"/>
              <a:gd name="connsiteY90" fmla="*/ 8771844 h 8839200"/>
              <a:gd name="connsiteX91" fmla="*/ 8893799 w 15732060"/>
              <a:gd name="connsiteY91" fmla="*/ 8790501 h 8839200"/>
              <a:gd name="connsiteX92" fmla="*/ 8912456 w 15732060"/>
              <a:gd name="connsiteY92" fmla="*/ 8771844 h 8839200"/>
              <a:gd name="connsiteX93" fmla="*/ 8907723 w 15732060"/>
              <a:gd name="connsiteY93" fmla="*/ 8759018 h 8839200"/>
              <a:gd name="connsiteX94" fmla="*/ 8896542 w 15732060"/>
              <a:gd name="connsiteY94" fmla="*/ 8753460 h 8839200"/>
              <a:gd name="connsiteX95" fmla="*/ 8896542 w 15732060"/>
              <a:gd name="connsiteY95" fmla="*/ 8753736 h 8839200"/>
              <a:gd name="connsiteX96" fmla="*/ 8895993 w 15732060"/>
              <a:gd name="connsiteY96" fmla="*/ 8753187 h 8839200"/>
              <a:gd name="connsiteX97" fmla="*/ 8896542 w 15732060"/>
              <a:gd name="connsiteY97" fmla="*/ 8753460 h 8839200"/>
              <a:gd name="connsiteX98" fmla="*/ 8896542 w 15732060"/>
              <a:gd name="connsiteY98" fmla="*/ 8439863 h 8839200"/>
              <a:gd name="connsiteX99" fmla="*/ 8652358 w 15732060"/>
              <a:gd name="connsiteY99" fmla="*/ 8195679 h 8839200"/>
              <a:gd name="connsiteX100" fmla="*/ 8651810 w 15732060"/>
              <a:gd name="connsiteY100" fmla="*/ 8195679 h 8839200"/>
              <a:gd name="connsiteX101" fmla="*/ 8428477 w 15732060"/>
              <a:gd name="connsiteY101" fmla="*/ 8195130 h 8839200"/>
              <a:gd name="connsiteX102" fmla="*/ 8331900 w 15732060"/>
              <a:gd name="connsiteY102" fmla="*/ 8098555 h 8839200"/>
              <a:gd name="connsiteX103" fmla="*/ 8330254 w 15732060"/>
              <a:gd name="connsiteY103" fmla="*/ 8073861 h 8839200"/>
              <a:gd name="connsiteX104" fmla="*/ 8317084 w 15732060"/>
              <a:gd name="connsiteY104" fmla="*/ 8068511 h 8839200"/>
              <a:gd name="connsiteX105" fmla="*/ 903206 w 15732060"/>
              <a:gd name="connsiteY105" fmla="*/ 7993746 h 8839200"/>
              <a:gd name="connsiteX106" fmla="*/ 884550 w 15732060"/>
              <a:gd name="connsiteY106" fmla="*/ 8010209 h 8839200"/>
              <a:gd name="connsiteX107" fmla="*/ 260646 w 15732060"/>
              <a:gd name="connsiteY107" fmla="*/ 8010209 h 8839200"/>
              <a:gd name="connsiteX108" fmla="*/ 133340 w 15732060"/>
              <a:gd name="connsiteY108" fmla="*/ 8137514 h 8839200"/>
              <a:gd name="connsiteX109" fmla="*/ 108648 w 15732060"/>
              <a:gd name="connsiteY109" fmla="*/ 8139160 h 8839200"/>
              <a:gd name="connsiteX110" fmla="*/ 108648 w 15732060"/>
              <a:gd name="connsiteY110" fmla="*/ 8165499 h 8839200"/>
              <a:gd name="connsiteX111" fmla="*/ 134986 w 15732060"/>
              <a:gd name="connsiteY111" fmla="*/ 8165499 h 8839200"/>
              <a:gd name="connsiteX112" fmla="*/ 136634 w 15732060"/>
              <a:gd name="connsiteY112" fmla="*/ 8140807 h 8839200"/>
              <a:gd name="connsiteX113" fmla="*/ 262840 w 15732060"/>
              <a:gd name="connsiteY113" fmla="*/ 8014598 h 8839200"/>
              <a:gd name="connsiteX114" fmla="*/ 884550 w 15732060"/>
              <a:gd name="connsiteY114" fmla="*/ 8014598 h 8839200"/>
              <a:gd name="connsiteX115" fmla="*/ 903206 w 15732060"/>
              <a:gd name="connsiteY115" fmla="*/ 8031060 h 8839200"/>
              <a:gd name="connsiteX116" fmla="*/ 921864 w 15732060"/>
              <a:gd name="connsiteY116" fmla="*/ 8012403 h 8839200"/>
              <a:gd name="connsiteX117" fmla="*/ 903206 w 15732060"/>
              <a:gd name="connsiteY117" fmla="*/ 7993746 h 8839200"/>
              <a:gd name="connsiteX118" fmla="*/ 4129185 w 15732060"/>
              <a:gd name="connsiteY118" fmla="*/ 7974541 h 8839200"/>
              <a:gd name="connsiteX119" fmla="*/ 4110528 w 15732060"/>
              <a:gd name="connsiteY119" fmla="*/ 7993198 h 8839200"/>
              <a:gd name="connsiteX120" fmla="*/ 4126990 w 15732060"/>
              <a:gd name="connsiteY120" fmla="*/ 8011855 h 8839200"/>
              <a:gd name="connsiteX121" fmla="*/ 4126990 w 15732060"/>
              <a:gd name="connsiteY121" fmla="*/ 8401452 h 8839200"/>
              <a:gd name="connsiteX122" fmla="*/ 3920119 w 15732060"/>
              <a:gd name="connsiteY122" fmla="*/ 8608323 h 8839200"/>
              <a:gd name="connsiteX123" fmla="*/ 3804337 w 15732060"/>
              <a:gd name="connsiteY123" fmla="*/ 8608323 h 8839200"/>
              <a:gd name="connsiteX124" fmla="*/ 3646852 w 15732060"/>
              <a:gd name="connsiteY124" fmla="*/ 8765808 h 8839200"/>
              <a:gd name="connsiteX125" fmla="*/ 3622159 w 15732060"/>
              <a:gd name="connsiteY125" fmla="*/ 8767454 h 8839200"/>
              <a:gd name="connsiteX126" fmla="*/ 3622159 w 15732060"/>
              <a:gd name="connsiteY126" fmla="*/ 8793793 h 8839200"/>
              <a:gd name="connsiteX127" fmla="*/ 3648498 w 15732060"/>
              <a:gd name="connsiteY127" fmla="*/ 8793793 h 8839200"/>
              <a:gd name="connsiteX128" fmla="*/ 3650144 w 15732060"/>
              <a:gd name="connsiteY128" fmla="*/ 8769101 h 8839200"/>
              <a:gd name="connsiteX129" fmla="*/ 3805984 w 15732060"/>
              <a:gd name="connsiteY129" fmla="*/ 8613261 h 8839200"/>
              <a:gd name="connsiteX130" fmla="*/ 3921766 w 15732060"/>
              <a:gd name="connsiteY130" fmla="*/ 8613261 h 8839200"/>
              <a:gd name="connsiteX131" fmla="*/ 4131380 w 15732060"/>
              <a:gd name="connsiteY131" fmla="*/ 8403648 h 8839200"/>
              <a:gd name="connsiteX132" fmla="*/ 4131380 w 15732060"/>
              <a:gd name="connsiteY132" fmla="*/ 8011855 h 8839200"/>
              <a:gd name="connsiteX133" fmla="*/ 4147842 w 15732060"/>
              <a:gd name="connsiteY133" fmla="*/ 7993198 h 8839200"/>
              <a:gd name="connsiteX134" fmla="*/ 4129185 w 15732060"/>
              <a:gd name="connsiteY134" fmla="*/ 7974541 h 8839200"/>
              <a:gd name="connsiteX135" fmla="*/ 9336828 w 15732060"/>
              <a:gd name="connsiteY135" fmla="*/ 7947997 h 8839200"/>
              <a:gd name="connsiteX136" fmla="*/ 9323453 w 15732060"/>
              <a:gd name="connsiteY136" fmla="*/ 7953141 h 8839200"/>
              <a:gd name="connsiteX137" fmla="*/ 9323453 w 15732060"/>
              <a:gd name="connsiteY137" fmla="*/ 7979480 h 8839200"/>
              <a:gd name="connsiteX138" fmla="*/ 9348147 w 15732060"/>
              <a:gd name="connsiteY138" fmla="*/ 7981126 h 8839200"/>
              <a:gd name="connsiteX139" fmla="*/ 9667506 w 15732060"/>
              <a:gd name="connsiteY139" fmla="*/ 8300486 h 8839200"/>
              <a:gd name="connsiteX140" fmla="*/ 9667506 w 15732060"/>
              <a:gd name="connsiteY140" fmla="*/ 8759772 h 8839200"/>
              <a:gd name="connsiteX141" fmla="*/ 9651044 w 15732060"/>
              <a:gd name="connsiteY141" fmla="*/ 8778429 h 8839200"/>
              <a:gd name="connsiteX142" fmla="*/ 9669701 w 15732060"/>
              <a:gd name="connsiteY142" fmla="*/ 8797086 h 8839200"/>
              <a:gd name="connsiteX143" fmla="*/ 9688358 w 15732060"/>
              <a:gd name="connsiteY143" fmla="*/ 8778429 h 8839200"/>
              <a:gd name="connsiteX144" fmla="*/ 9683626 w 15732060"/>
              <a:gd name="connsiteY144" fmla="*/ 8765603 h 8839200"/>
              <a:gd name="connsiteX145" fmla="*/ 9672445 w 15732060"/>
              <a:gd name="connsiteY145" fmla="*/ 8760045 h 8839200"/>
              <a:gd name="connsiteX146" fmla="*/ 9672445 w 15732060"/>
              <a:gd name="connsiteY146" fmla="*/ 8760321 h 8839200"/>
              <a:gd name="connsiteX147" fmla="*/ 9671897 w 15732060"/>
              <a:gd name="connsiteY147" fmla="*/ 8759772 h 8839200"/>
              <a:gd name="connsiteX148" fmla="*/ 9672445 w 15732060"/>
              <a:gd name="connsiteY148" fmla="*/ 8760045 h 8839200"/>
              <a:gd name="connsiteX149" fmla="*/ 9672445 w 15732060"/>
              <a:gd name="connsiteY149" fmla="*/ 8298840 h 8839200"/>
              <a:gd name="connsiteX150" fmla="*/ 9351439 w 15732060"/>
              <a:gd name="connsiteY150" fmla="*/ 7977834 h 8839200"/>
              <a:gd name="connsiteX151" fmla="*/ 9349792 w 15732060"/>
              <a:gd name="connsiteY151" fmla="*/ 7953141 h 8839200"/>
              <a:gd name="connsiteX152" fmla="*/ 9336828 w 15732060"/>
              <a:gd name="connsiteY152" fmla="*/ 7947997 h 8839200"/>
              <a:gd name="connsiteX153" fmla="*/ 7968642 w 15732060"/>
              <a:gd name="connsiteY153" fmla="*/ 7870832 h 8839200"/>
              <a:gd name="connsiteX154" fmla="*/ 7949984 w 15732060"/>
              <a:gd name="connsiteY154" fmla="*/ 7889488 h 8839200"/>
              <a:gd name="connsiteX155" fmla="*/ 7966447 w 15732060"/>
              <a:gd name="connsiteY155" fmla="*/ 7908145 h 8839200"/>
              <a:gd name="connsiteX156" fmla="*/ 7966447 w 15732060"/>
              <a:gd name="connsiteY156" fmla="*/ 8525465 h 8839200"/>
              <a:gd name="connsiteX157" fmla="*/ 7949984 w 15732060"/>
              <a:gd name="connsiteY157" fmla="*/ 8544122 h 8839200"/>
              <a:gd name="connsiteX158" fmla="*/ 7968642 w 15732060"/>
              <a:gd name="connsiteY158" fmla="*/ 8562779 h 8839200"/>
              <a:gd name="connsiteX159" fmla="*/ 7987298 w 15732060"/>
              <a:gd name="connsiteY159" fmla="*/ 8544122 h 8839200"/>
              <a:gd name="connsiteX160" fmla="*/ 7970837 w 15732060"/>
              <a:gd name="connsiteY160" fmla="*/ 8525465 h 8839200"/>
              <a:gd name="connsiteX161" fmla="*/ 7970837 w 15732060"/>
              <a:gd name="connsiteY161" fmla="*/ 7908145 h 8839200"/>
              <a:gd name="connsiteX162" fmla="*/ 7987298 w 15732060"/>
              <a:gd name="connsiteY162" fmla="*/ 7889488 h 8839200"/>
              <a:gd name="connsiteX163" fmla="*/ 7968642 w 15732060"/>
              <a:gd name="connsiteY163" fmla="*/ 7870832 h 8839200"/>
              <a:gd name="connsiteX164" fmla="*/ 4137965 w 15732060"/>
              <a:gd name="connsiteY164" fmla="*/ 7810060 h 8839200"/>
              <a:gd name="connsiteX165" fmla="*/ 4124796 w 15732060"/>
              <a:gd name="connsiteY165" fmla="*/ 7815410 h 8839200"/>
              <a:gd name="connsiteX166" fmla="*/ 4123149 w 15732060"/>
              <a:gd name="connsiteY166" fmla="*/ 7840103 h 8839200"/>
              <a:gd name="connsiteX167" fmla="*/ 4026024 w 15732060"/>
              <a:gd name="connsiteY167" fmla="*/ 7937228 h 8839200"/>
              <a:gd name="connsiteX168" fmla="*/ 4026024 w 15732060"/>
              <a:gd name="connsiteY168" fmla="*/ 8023926 h 8839200"/>
              <a:gd name="connsiteX169" fmla="*/ 3871282 w 15732060"/>
              <a:gd name="connsiteY169" fmla="*/ 8178669 h 8839200"/>
              <a:gd name="connsiteX170" fmla="*/ 3769218 w 15732060"/>
              <a:gd name="connsiteY170" fmla="*/ 8178669 h 8839200"/>
              <a:gd name="connsiteX171" fmla="*/ 3176592 w 15732060"/>
              <a:gd name="connsiteY171" fmla="*/ 8771295 h 8839200"/>
              <a:gd name="connsiteX172" fmla="*/ 3151898 w 15732060"/>
              <a:gd name="connsiteY172" fmla="*/ 8772941 h 8839200"/>
              <a:gd name="connsiteX173" fmla="*/ 3151898 w 15732060"/>
              <a:gd name="connsiteY173" fmla="*/ 8799281 h 8839200"/>
              <a:gd name="connsiteX174" fmla="*/ 3178238 w 15732060"/>
              <a:gd name="connsiteY174" fmla="*/ 8799281 h 8839200"/>
              <a:gd name="connsiteX175" fmla="*/ 3179883 w 15732060"/>
              <a:gd name="connsiteY175" fmla="*/ 8774588 h 8839200"/>
              <a:gd name="connsiteX176" fmla="*/ 3770865 w 15732060"/>
              <a:gd name="connsiteY176" fmla="*/ 8183607 h 8839200"/>
              <a:gd name="connsiteX177" fmla="*/ 3771414 w 15732060"/>
              <a:gd name="connsiteY177" fmla="*/ 8183058 h 8839200"/>
              <a:gd name="connsiteX178" fmla="*/ 3873478 w 15732060"/>
              <a:gd name="connsiteY178" fmla="*/ 8183058 h 8839200"/>
              <a:gd name="connsiteX179" fmla="*/ 4030963 w 15732060"/>
              <a:gd name="connsiteY179" fmla="*/ 8025573 h 8839200"/>
              <a:gd name="connsiteX180" fmla="*/ 4030963 w 15732060"/>
              <a:gd name="connsiteY180" fmla="*/ 7938874 h 8839200"/>
              <a:gd name="connsiteX181" fmla="*/ 4126441 w 15732060"/>
              <a:gd name="connsiteY181" fmla="*/ 7843396 h 8839200"/>
              <a:gd name="connsiteX182" fmla="*/ 4151134 w 15732060"/>
              <a:gd name="connsiteY182" fmla="*/ 7841749 h 8839200"/>
              <a:gd name="connsiteX183" fmla="*/ 4151134 w 15732060"/>
              <a:gd name="connsiteY183" fmla="*/ 7815410 h 8839200"/>
              <a:gd name="connsiteX184" fmla="*/ 4137965 w 15732060"/>
              <a:gd name="connsiteY184" fmla="*/ 7810060 h 8839200"/>
              <a:gd name="connsiteX185" fmla="*/ 6214904 w 15732060"/>
              <a:gd name="connsiteY185" fmla="*/ 7796754 h 8839200"/>
              <a:gd name="connsiteX186" fmla="*/ 6196247 w 15732060"/>
              <a:gd name="connsiteY186" fmla="*/ 7815410 h 8839200"/>
              <a:gd name="connsiteX187" fmla="*/ 6212710 w 15732060"/>
              <a:gd name="connsiteY187" fmla="*/ 7834067 h 8839200"/>
              <a:gd name="connsiteX188" fmla="*/ 6212710 w 15732060"/>
              <a:gd name="connsiteY188" fmla="*/ 8451386 h 8839200"/>
              <a:gd name="connsiteX189" fmla="*/ 6196247 w 15732060"/>
              <a:gd name="connsiteY189" fmla="*/ 8470043 h 8839200"/>
              <a:gd name="connsiteX190" fmla="*/ 6214904 w 15732060"/>
              <a:gd name="connsiteY190" fmla="*/ 8488700 h 8839200"/>
              <a:gd name="connsiteX191" fmla="*/ 6233560 w 15732060"/>
              <a:gd name="connsiteY191" fmla="*/ 8470043 h 8839200"/>
              <a:gd name="connsiteX192" fmla="*/ 6217099 w 15732060"/>
              <a:gd name="connsiteY192" fmla="*/ 8451386 h 8839200"/>
              <a:gd name="connsiteX193" fmla="*/ 6217099 w 15732060"/>
              <a:gd name="connsiteY193" fmla="*/ 7834067 h 8839200"/>
              <a:gd name="connsiteX194" fmla="*/ 6233560 w 15732060"/>
              <a:gd name="connsiteY194" fmla="*/ 7815410 h 8839200"/>
              <a:gd name="connsiteX195" fmla="*/ 6214904 w 15732060"/>
              <a:gd name="connsiteY195" fmla="*/ 7796754 h 8839200"/>
              <a:gd name="connsiteX196" fmla="*/ 2332097 w 15732060"/>
              <a:gd name="connsiteY196" fmla="*/ 7787974 h 8839200"/>
              <a:gd name="connsiteX197" fmla="*/ 2313440 w 15732060"/>
              <a:gd name="connsiteY197" fmla="*/ 7804435 h 8839200"/>
              <a:gd name="connsiteX198" fmla="*/ 1924392 w 15732060"/>
              <a:gd name="connsiteY198" fmla="*/ 7804435 h 8839200"/>
              <a:gd name="connsiteX199" fmla="*/ 1688987 w 15732060"/>
              <a:gd name="connsiteY199" fmla="*/ 8039840 h 8839200"/>
              <a:gd name="connsiteX200" fmla="*/ 1327375 w 15732060"/>
              <a:gd name="connsiteY200" fmla="*/ 8039840 h 8839200"/>
              <a:gd name="connsiteX201" fmla="*/ 596468 w 15732060"/>
              <a:gd name="connsiteY201" fmla="*/ 8770747 h 8839200"/>
              <a:gd name="connsiteX202" fmla="*/ 571774 w 15732060"/>
              <a:gd name="connsiteY202" fmla="*/ 8772392 h 8839200"/>
              <a:gd name="connsiteX203" fmla="*/ 571774 w 15732060"/>
              <a:gd name="connsiteY203" fmla="*/ 8798732 h 8839200"/>
              <a:gd name="connsiteX204" fmla="*/ 598114 w 15732060"/>
              <a:gd name="connsiteY204" fmla="*/ 8798732 h 8839200"/>
              <a:gd name="connsiteX205" fmla="*/ 599760 w 15732060"/>
              <a:gd name="connsiteY205" fmla="*/ 8774039 h 8839200"/>
              <a:gd name="connsiteX206" fmla="*/ 1329570 w 15732060"/>
              <a:gd name="connsiteY206" fmla="*/ 8044230 h 8839200"/>
              <a:gd name="connsiteX207" fmla="*/ 1691182 w 15732060"/>
              <a:gd name="connsiteY207" fmla="*/ 8044230 h 8839200"/>
              <a:gd name="connsiteX208" fmla="*/ 1926586 w 15732060"/>
              <a:gd name="connsiteY208" fmla="*/ 7808826 h 8839200"/>
              <a:gd name="connsiteX209" fmla="*/ 2313440 w 15732060"/>
              <a:gd name="connsiteY209" fmla="*/ 7808826 h 8839200"/>
              <a:gd name="connsiteX210" fmla="*/ 2332097 w 15732060"/>
              <a:gd name="connsiteY210" fmla="*/ 7825287 h 8839200"/>
              <a:gd name="connsiteX211" fmla="*/ 2350754 w 15732060"/>
              <a:gd name="connsiteY211" fmla="*/ 7806630 h 8839200"/>
              <a:gd name="connsiteX212" fmla="*/ 2332097 w 15732060"/>
              <a:gd name="connsiteY212" fmla="*/ 7787974 h 8839200"/>
              <a:gd name="connsiteX213" fmla="*/ 5800614 w 15732060"/>
              <a:gd name="connsiteY213" fmla="*/ 7665744 h 8839200"/>
              <a:gd name="connsiteX214" fmla="*/ 5787444 w 15732060"/>
              <a:gd name="connsiteY214" fmla="*/ 7671094 h 8839200"/>
              <a:gd name="connsiteX215" fmla="*/ 5785798 w 15732060"/>
              <a:gd name="connsiteY215" fmla="*/ 7695788 h 8839200"/>
              <a:gd name="connsiteX216" fmla="*/ 5719401 w 15732060"/>
              <a:gd name="connsiteY216" fmla="*/ 7762183 h 8839200"/>
              <a:gd name="connsiteX217" fmla="*/ 5719401 w 15732060"/>
              <a:gd name="connsiteY217" fmla="*/ 8747700 h 8839200"/>
              <a:gd name="connsiteX218" fmla="*/ 5702940 w 15732060"/>
              <a:gd name="connsiteY218" fmla="*/ 8766357 h 8839200"/>
              <a:gd name="connsiteX219" fmla="*/ 5721596 w 15732060"/>
              <a:gd name="connsiteY219" fmla="*/ 8785014 h 8839200"/>
              <a:gd name="connsiteX220" fmla="*/ 5740254 w 15732060"/>
              <a:gd name="connsiteY220" fmla="*/ 8766357 h 8839200"/>
              <a:gd name="connsiteX221" fmla="*/ 5723792 w 15732060"/>
              <a:gd name="connsiteY221" fmla="*/ 8747700 h 8839200"/>
              <a:gd name="connsiteX222" fmla="*/ 5723792 w 15732060"/>
              <a:gd name="connsiteY222" fmla="*/ 7764379 h 8839200"/>
              <a:gd name="connsiteX223" fmla="*/ 5789090 w 15732060"/>
              <a:gd name="connsiteY223" fmla="*/ 7699079 h 8839200"/>
              <a:gd name="connsiteX224" fmla="*/ 5813784 w 15732060"/>
              <a:gd name="connsiteY224" fmla="*/ 7697433 h 8839200"/>
              <a:gd name="connsiteX225" fmla="*/ 5813784 w 15732060"/>
              <a:gd name="connsiteY225" fmla="*/ 7671094 h 8839200"/>
              <a:gd name="connsiteX226" fmla="*/ 5800614 w 15732060"/>
              <a:gd name="connsiteY226" fmla="*/ 7665744 h 8839200"/>
              <a:gd name="connsiteX227" fmla="*/ 14789891 w 15732060"/>
              <a:gd name="connsiteY227" fmla="*/ 7554901 h 8839200"/>
              <a:gd name="connsiteX228" fmla="*/ 14776722 w 15732060"/>
              <a:gd name="connsiteY228" fmla="*/ 7560251 h 8839200"/>
              <a:gd name="connsiteX229" fmla="*/ 14776722 w 15732060"/>
              <a:gd name="connsiteY229" fmla="*/ 7586590 h 8839200"/>
              <a:gd name="connsiteX230" fmla="*/ 14801415 w 15732060"/>
              <a:gd name="connsiteY230" fmla="*/ 7588236 h 8839200"/>
              <a:gd name="connsiteX231" fmla="*/ 14851349 w 15732060"/>
              <a:gd name="connsiteY231" fmla="*/ 7638170 h 8839200"/>
              <a:gd name="connsiteX232" fmla="*/ 14851898 w 15732060"/>
              <a:gd name="connsiteY232" fmla="*/ 7638170 h 8839200"/>
              <a:gd name="connsiteX233" fmla="*/ 15503787 w 15732060"/>
              <a:gd name="connsiteY233" fmla="*/ 7638719 h 8839200"/>
              <a:gd name="connsiteX234" fmla="*/ 15670602 w 15732060"/>
              <a:gd name="connsiteY234" fmla="*/ 7805533 h 8839200"/>
              <a:gd name="connsiteX235" fmla="*/ 15672247 w 15732060"/>
              <a:gd name="connsiteY235" fmla="*/ 7830226 h 8839200"/>
              <a:gd name="connsiteX236" fmla="*/ 15698586 w 15732060"/>
              <a:gd name="connsiteY236" fmla="*/ 7830226 h 8839200"/>
              <a:gd name="connsiteX237" fmla="*/ 15698586 w 15732060"/>
              <a:gd name="connsiteY237" fmla="*/ 7803887 h 8839200"/>
              <a:gd name="connsiteX238" fmla="*/ 15673894 w 15732060"/>
              <a:gd name="connsiteY238" fmla="*/ 7802241 h 8839200"/>
              <a:gd name="connsiteX239" fmla="*/ 15506531 w 15732060"/>
              <a:gd name="connsiteY239" fmla="*/ 7634879 h 8839200"/>
              <a:gd name="connsiteX240" fmla="*/ 15505984 w 15732060"/>
              <a:gd name="connsiteY240" fmla="*/ 7634879 h 8839200"/>
              <a:gd name="connsiteX241" fmla="*/ 14854093 w 15732060"/>
              <a:gd name="connsiteY241" fmla="*/ 7634329 h 8839200"/>
              <a:gd name="connsiteX242" fmla="*/ 14804707 w 15732060"/>
              <a:gd name="connsiteY242" fmla="*/ 7584944 h 8839200"/>
              <a:gd name="connsiteX243" fmla="*/ 14803061 w 15732060"/>
              <a:gd name="connsiteY243" fmla="*/ 7560251 h 8839200"/>
              <a:gd name="connsiteX244" fmla="*/ 14789891 w 15732060"/>
              <a:gd name="connsiteY244" fmla="*/ 7554901 h 8839200"/>
              <a:gd name="connsiteX245" fmla="*/ 9237851 w 15732060"/>
              <a:gd name="connsiteY245" fmla="*/ 7538988 h 8839200"/>
              <a:gd name="connsiteX246" fmla="*/ 9224682 w 15732060"/>
              <a:gd name="connsiteY246" fmla="*/ 7544338 h 8839200"/>
              <a:gd name="connsiteX247" fmla="*/ 9224682 w 15732060"/>
              <a:gd name="connsiteY247" fmla="*/ 7570677 h 8839200"/>
              <a:gd name="connsiteX248" fmla="*/ 9249376 w 15732060"/>
              <a:gd name="connsiteY248" fmla="*/ 7572323 h 8839200"/>
              <a:gd name="connsiteX249" fmla="*/ 9346500 w 15732060"/>
              <a:gd name="connsiteY249" fmla="*/ 7669448 h 8839200"/>
              <a:gd name="connsiteX250" fmla="*/ 9347048 w 15732060"/>
              <a:gd name="connsiteY250" fmla="*/ 7669448 h 8839200"/>
              <a:gd name="connsiteX251" fmla="*/ 9570382 w 15732060"/>
              <a:gd name="connsiteY251" fmla="*/ 7669996 h 8839200"/>
              <a:gd name="connsiteX252" fmla="*/ 9755303 w 15732060"/>
              <a:gd name="connsiteY252" fmla="*/ 7854919 h 8839200"/>
              <a:gd name="connsiteX253" fmla="*/ 9756949 w 15732060"/>
              <a:gd name="connsiteY253" fmla="*/ 7879611 h 8839200"/>
              <a:gd name="connsiteX254" fmla="*/ 9783288 w 15732060"/>
              <a:gd name="connsiteY254" fmla="*/ 7879611 h 8839200"/>
              <a:gd name="connsiteX255" fmla="*/ 9783288 w 15732060"/>
              <a:gd name="connsiteY255" fmla="*/ 7853272 h 8839200"/>
              <a:gd name="connsiteX256" fmla="*/ 9758595 w 15732060"/>
              <a:gd name="connsiteY256" fmla="*/ 7851626 h 8839200"/>
              <a:gd name="connsiteX257" fmla="*/ 9573126 w 15732060"/>
              <a:gd name="connsiteY257" fmla="*/ 7666156 h 8839200"/>
              <a:gd name="connsiteX258" fmla="*/ 9572577 w 15732060"/>
              <a:gd name="connsiteY258" fmla="*/ 7666156 h 8839200"/>
              <a:gd name="connsiteX259" fmla="*/ 9349244 w 15732060"/>
              <a:gd name="connsiteY259" fmla="*/ 7665608 h 8839200"/>
              <a:gd name="connsiteX260" fmla="*/ 9252667 w 15732060"/>
              <a:gd name="connsiteY260" fmla="*/ 7569031 h 8839200"/>
              <a:gd name="connsiteX261" fmla="*/ 9251021 w 15732060"/>
              <a:gd name="connsiteY261" fmla="*/ 7544338 h 8839200"/>
              <a:gd name="connsiteX262" fmla="*/ 9237851 w 15732060"/>
              <a:gd name="connsiteY262" fmla="*/ 7538988 h 8839200"/>
              <a:gd name="connsiteX263" fmla="*/ 4765711 w 15732060"/>
              <a:gd name="connsiteY263" fmla="*/ 7500028 h 8839200"/>
              <a:gd name="connsiteX264" fmla="*/ 4752542 w 15732060"/>
              <a:gd name="connsiteY264" fmla="*/ 7505378 h 8839200"/>
              <a:gd name="connsiteX265" fmla="*/ 4750895 w 15732060"/>
              <a:gd name="connsiteY265" fmla="*/ 7530071 h 8839200"/>
              <a:gd name="connsiteX266" fmla="*/ 4653770 w 15732060"/>
              <a:gd name="connsiteY266" fmla="*/ 7627196 h 8839200"/>
              <a:gd name="connsiteX267" fmla="*/ 4653770 w 15732060"/>
              <a:gd name="connsiteY267" fmla="*/ 8470043 h 8839200"/>
              <a:gd name="connsiteX268" fmla="*/ 4499028 w 15732060"/>
              <a:gd name="connsiteY268" fmla="*/ 8624785 h 8839200"/>
              <a:gd name="connsiteX269" fmla="*/ 4302584 w 15732060"/>
              <a:gd name="connsiteY269" fmla="*/ 8624785 h 8839200"/>
              <a:gd name="connsiteX270" fmla="*/ 4153878 w 15732060"/>
              <a:gd name="connsiteY270" fmla="*/ 8773491 h 8839200"/>
              <a:gd name="connsiteX271" fmla="*/ 4129185 w 15732060"/>
              <a:gd name="connsiteY271" fmla="*/ 8775136 h 8839200"/>
              <a:gd name="connsiteX272" fmla="*/ 4129185 w 15732060"/>
              <a:gd name="connsiteY272" fmla="*/ 8801475 h 8839200"/>
              <a:gd name="connsiteX273" fmla="*/ 4155524 w 15732060"/>
              <a:gd name="connsiteY273" fmla="*/ 8801475 h 8839200"/>
              <a:gd name="connsiteX274" fmla="*/ 4157170 w 15732060"/>
              <a:gd name="connsiteY274" fmla="*/ 8776783 h 8839200"/>
              <a:gd name="connsiteX275" fmla="*/ 4304778 w 15732060"/>
              <a:gd name="connsiteY275" fmla="*/ 8629174 h 8839200"/>
              <a:gd name="connsiteX276" fmla="*/ 4501224 w 15732060"/>
              <a:gd name="connsiteY276" fmla="*/ 8629174 h 8839200"/>
              <a:gd name="connsiteX277" fmla="*/ 4658709 w 15732060"/>
              <a:gd name="connsiteY277" fmla="*/ 8471690 h 8839200"/>
              <a:gd name="connsiteX278" fmla="*/ 4658709 w 15732060"/>
              <a:gd name="connsiteY278" fmla="*/ 7628842 h 8839200"/>
              <a:gd name="connsiteX279" fmla="*/ 4754188 w 15732060"/>
              <a:gd name="connsiteY279" fmla="*/ 7533364 h 8839200"/>
              <a:gd name="connsiteX280" fmla="*/ 4778880 w 15732060"/>
              <a:gd name="connsiteY280" fmla="*/ 7531717 h 8839200"/>
              <a:gd name="connsiteX281" fmla="*/ 4778880 w 15732060"/>
              <a:gd name="connsiteY281" fmla="*/ 7505378 h 8839200"/>
              <a:gd name="connsiteX282" fmla="*/ 4765711 w 15732060"/>
              <a:gd name="connsiteY282" fmla="*/ 7500028 h 8839200"/>
              <a:gd name="connsiteX283" fmla="*/ 7883040 w 15732060"/>
              <a:gd name="connsiteY283" fmla="*/ 7437473 h 8839200"/>
              <a:gd name="connsiteX284" fmla="*/ 7869870 w 15732060"/>
              <a:gd name="connsiteY284" fmla="*/ 7442823 h 8839200"/>
              <a:gd name="connsiteX285" fmla="*/ 7869870 w 15732060"/>
              <a:gd name="connsiteY285" fmla="*/ 7443372 h 8839200"/>
              <a:gd name="connsiteX286" fmla="*/ 7868224 w 15732060"/>
              <a:gd name="connsiteY286" fmla="*/ 7468065 h 8839200"/>
              <a:gd name="connsiteX287" fmla="*/ 7801828 w 15732060"/>
              <a:gd name="connsiteY287" fmla="*/ 7534461 h 8839200"/>
              <a:gd name="connsiteX288" fmla="*/ 7801828 w 15732060"/>
              <a:gd name="connsiteY288" fmla="*/ 8728495 h 8839200"/>
              <a:gd name="connsiteX289" fmla="*/ 7785366 w 15732060"/>
              <a:gd name="connsiteY289" fmla="*/ 8747152 h 8839200"/>
              <a:gd name="connsiteX290" fmla="*/ 7804024 w 15732060"/>
              <a:gd name="connsiteY290" fmla="*/ 8765808 h 8839200"/>
              <a:gd name="connsiteX291" fmla="*/ 7822680 w 15732060"/>
              <a:gd name="connsiteY291" fmla="*/ 8747152 h 8839200"/>
              <a:gd name="connsiteX292" fmla="*/ 7806218 w 15732060"/>
              <a:gd name="connsiteY292" fmla="*/ 8728495 h 8839200"/>
              <a:gd name="connsiteX293" fmla="*/ 7806218 w 15732060"/>
              <a:gd name="connsiteY293" fmla="*/ 7536107 h 8839200"/>
              <a:gd name="connsiteX294" fmla="*/ 7871518 w 15732060"/>
              <a:gd name="connsiteY294" fmla="*/ 7470809 h 8839200"/>
              <a:gd name="connsiteX295" fmla="*/ 7896210 w 15732060"/>
              <a:gd name="connsiteY295" fmla="*/ 7469162 h 8839200"/>
              <a:gd name="connsiteX296" fmla="*/ 7896210 w 15732060"/>
              <a:gd name="connsiteY296" fmla="*/ 7442823 h 8839200"/>
              <a:gd name="connsiteX297" fmla="*/ 7883040 w 15732060"/>
              <a:gd name="connsiteY297" fmla="*/ 7437473 h 8839200"/>
              <a:gd name="connsiteX298" fmla="*/ 4495736 w 15732060"/>
              <a:gd name="connsiteY298" fmla="*/ 7399062 h 8839200"/>
              <a:gd name="connsiteX299" fmla="*/ 4482566 w 15732060"/>
              <a:gd name="connsiteY299" fmla="*/ 7404412 h 8839200"/>
              <a:gd name="connsiteX300" fmla="*/ 4480920 w 15732060"/>
              <a:gd name="connsiteY300" fmla="*/ 7429105 h 8839200"/>
              <a:gd name="connsiteX301" fmla="*/ 4359651 w 15732060"/>
              <a:gd name="connsiteY301" fmla="*/ 7550374 h 8839200"/>
              <a:gd name="connsiteX302" fmla="*/ 4359651 w 15732060"/>
              <a:gd name="connsiteY302" fmla="*/ 8397062 h 8839200"/>
              <a:gd name="connsiteX303" fmla="*/ 4343190 w 15732060"/>
              <a:gd name="connsiteY303" fmla="*/ 8415718 h 8839200"/>
              <a:gd name="connsiteX304" fmla="*/ 4361846 w 15732060"/>
              <a:gd name="connsiteY304" fmla="*/ 8434376 h 8839200"/>
              <a:gd name="connsiteX305" fmla="*/ 4380503 w 15732060"/>
              <a:gd name="connsiteY305" fmla="*/ 8415718 h 8839200"/>
              <a:gd name="connsiteX306" fmla="*/ 4364041 w 15732060"/>
              <a:gd name="connsiteY306" fmla="*/ 8397062 h 8839200"/>
              <a:gd name="connsiteX307" fmla="*/ 4364041 w 15732060"/>
              <a:gd name="connsiteY307" fmla="*/ 7552569 h 8839200"/>
              <a:gd name="connsiteX308" fmla="*/ 4484212 w 15732060"/>
              <a:gd name="connsiteY308" fmla="*/ 7432398 h 8839200"/>
              <a:gd name="connsiteX309" fmla="*/ 4508906 w 15732060"/>
              <a:gd name="connsiteY309" fmla="*/ 7430751 h 8839200"/>
              <a:gd name="connsiteX310" fmla="*/ 4508906 w 15732060"/>
              <a:gd name="connsiteY310" fmla="*/ 7404412 h 8839200"/>
              <a:gd name="connsiteX311" fmla="*/ 4495736 w 15732060"/>
              <a:gd name="connsiteY311" fmla="*/ 7399062 h 8839200"/>
              <a:gd name="connsiteX312" fmla="*/ 13091026 w 15732060"/>
              <a:gd name="connsiteY312" fmla="*/ 7353928 h 8839200"/>
              <a:gd name="connsiteX313" fmla="*/ 13072370 w 15732060"/>
              <a:gd name="connsiteY313" fmla="*/ 7372586 h 8839200"/>
              <a:gd name="connsiteX314" fmla="*/ 13091026 w 15732060"/>
              <a:gd name="connsiteY314" fmla="*/ 7391243 h 8839200"/>
              <a:gd name="connsiteX315" fmla="*/ 13109683 w 15732060"/>
              <a:gd name="connsiteY315" fmla="*/ 7374781 h 8839200"/>
              <a:gd name="connsiteX316" fmla="*/ 13554153 w 15732060"/>
              <a:gd name="connsiteY316" fmla="*/ 7374781 h 8839200"/>
              <a:gd name="connsiteX317" fmla="*/ 13897658 w 15732060"/>
              <a:gd name="connsiteY317" fmla="*/ 7718285 h 8839200"/>
              <a:gd name="connsiteX318" fmla="*/ 13898207 w 15732060"/>
              <a:gd name="connsiteY318" fmla="*/ 7718285 h 8839200"/>
              <a:gd name="connsiteX319" fmla="*/ 14586862 w 15732060"/>
              <a:gd name="connsiteY319" fmla="*/ 7718833 h 8839200"/>
              <a:gd name="connsiteX320" fmla="*/ 15130652 w 15732060"/>
              <a:gd name="connsiteY320" fmla="*/ 8262624 h 8839200"/>
              <a:gd name="connsiteX321" fmla="*/ 15131201 w 15732060"/>
              <a:gd name="connsiteY321" fmla="*/ 8262624 h 8839200"/>
              <a:gd name="connsiteX322" fmla="*/ 15676637 w 15732060"/>
              <a:gd name="connsiteY322" fmla="*/ 8263173 h 8839200"/>
              <a:gd name="connsiteX323" fmla="*/ 15695295 w 15732060"/>
              <a:gd name="connsiteY323" fmla="*/ 8279635 h 8839200"/>
              <a:gd name="connsiteX324" fmla="*/ 15713951 w 15732060"/>
              <a:gd name="connsiteY324" fmla="*/ 8260978 h 8839200"/>
              <a:gd name="connsiteX325" fmla="*/ 15695295 w 15732060"/>
              <a:gd name="connsiteY325" fmla="*/ 8242320 h 8839200"/>
              <a:gd name="connsiteX326" fmla="*/ 15676637 w 15732060"/>
              <a:gd name="connsiteY326" fmla="*/ 8258783 h 8839200"/>
              <a:gd name="connsiteX327" fmla="*/ 15133396 w 15732060"/>
              <a:gd name="connsiteY327" fmla="*/ 8258783 h 8839200"/>
              <a:gd name="connsiteX328" fmla="*/ 14589606 w 15732060"/>
              <a:gd name="connsiteY328" fmla="*/ 7714993 h 8839200"/>
              <a:gd name="connsiteX329" fmla="*/ 14589057 w 15732060"/>
              <a:gd name="connsiteY329" fmla="*/ 7714993 h 8839200"/>
              <a:gd name="connsiteX330" fmla="*/ 13900401 w 15732060"/>
              <a:gd name="connsiteY330" fmla="*/ 7714444 h 8839200"/>
              <a:gd name="connsiteX331" fmla="*/ 13556897 w 15732060"/>
              <a:gd name="connsiteY331" fmla="*/ 7370939 h 8839200"/>
              <a:gd name="connsiteX332" fmla="*/ 13556349 w 15732060"/>
              <a:gd name="connsiteY332" fmla="*/ 7370939 h 8839200"/>
              <a:gd name="connsiteX333" fmla="*/ 13109683 w 15732060"/>
              <a:gd name="connsiteY333" fmla="*/ 7370391 h 8839200"/>
              <a:gd name="connsiteX334" fmla="*/ 13091026 w 15732060"/>
              <a:gd name="connsiteY334" fmla="*/ 7353928 h 8839200"/>
              <a:gd name="connsiteX335" fmla="*/ 5186037 w 15732060"/>
              <a:gd name="connsiteY335" fmla="*/ 7283829 h 8839200"/>
              <a:gd name="connsiteX336" fmla="*/ 5172868 w 15732060"/>
              <a:gd name="connsiteY336" fmla="*/ 7289180 h 8839200"/>
              <a:gd name="connsiteX337" fmla="*/ 5171222 w 15732060"/>
              <a:gd name="connsiteY337" fmla="*/ 7313872 h 8839200"/>
              <a:gd name="connsiteX338" fmla="*/ 5074096 w 15732060"/>
              <a:gd name="connsiteY338" fmla="*/ 7410997 h 8839200"/>
              <a:gd name="connsiteX339" fmla="*/ 5074096 w 15732060"/>
              <a:gd name="connsiteY339" fmla="*/ 8546316 h 8839200"/>
              <a:gd name="connsiteX340" fmla="*/ 4859544 w 15732060"/>
              <a:gd name="connsiteY340" fmla="*/ 8760869 h 8839200"/>
              <a:gd name="connsiteX341" fmla="*/ 4834851 w 15732060"/>
              <a:gd name="connsiteY341" fmla="*/ 8762516 h 8839200"/>
              <a:gd name="connsiteX342" fmla="*/ 4834851 w 15732060"/>
              <a:gd name="connsiteY342" fmla="*/ 8788855 h 8839200"/>
              <a:gd name="connsiteX343" fmla="*/ 4861189 w 15732060"/>
              <a:gd name="connsiteY343" fmla="*/ 8788855 h 8839200"/>
              <a:gd name="connsiteX344" fmla="*/ 4862836 w 15732060"/>
              <a:gd name="connsiteY344" fmla="*/ 8764162 h 8839200"/>
              <a:gd name="connsiteX345" fmla="*/ 5079034 w 15732060"/>
              <a:gd name="connsiteY345" fmla="*/ 8547962 h 8839200"/>
              <a:gd name="connsiteX346" fmla="*/ 5079034 w 15732060"/>
              <a:gd name="connsiteY346" fmla="*/ 7412643 h 8839200"/>
              <a:gd name="connsiteX347" fmla="*/ 5174514 w 15732060"/>
              <a:gd name="connsiteY347" fmla="*/ 7317164 h 8839200"/>
              <a:gd name="connsiteX348" fmla="*/ 5199206 w 15732060"/>
              <a:gd name="connsiteY348" fmla="*/ 7315518 h 8839200"/>
              <a:gd name="connsiteX349" fmla="*/ 5199206 w 15732060"/>
              <a:gd name="connsiteY349" fmla="*/ 7289180 h 8839200"/>
              <a:gd name="connsiteX350" fmla="*/ 5186037 w 15732060"/>
              <a:gd name="connsiteY350" fmla="*/ 7283829 h 8839200"/>
              <a:gd name="connsiteX351" fmla="*/ 11921685 w 15732060"/>
              <a:gd name="connsiteY351" fmla="*/ 7261331 h 8839200"/>
              <a:gd name="connsiteX352" fmla="*/ 11908516 w 15732060"/>
              <a:gd name="connsiteY352" fmla="*/ 7266681 h 8839200"/>
              <a:gd name="connsiteX353" fmla="*/ 11908516 w 15732060"/>
              <a:gd name="connsiteY353" fmla="*/ 7293020 h 8839200"/>
              <a:gd name="connsiteX354" fmla="*/ 11933209 w 15732060"/>
              <a:gd name="connsiteY354" fmla="*/ 7294666 h 8839200"/>
              <a:gd name="connsiteX355" fmla="*/ 12029785 w 15732060"/>
              <a:gd name="connsiteY355" fmla="*/ 7391243 h 8839200"/>
              <a:gd name="connsiteX356" fmla="*/ 12029785 w 15732060"/>
              <a:gd name="connsiteY356" fmla="*/ 7614575 h 8839200"/>
              <a:gd name="connsiteX357" fmla="*/ 12427614 w 15732060"/>
              <a:gd name="connsiteY357" fmla="*/ 8012403 h 8839200"/>
              <a:gd name="connsiteX358" fmla="*/ 12428162 w 15732060"/>
              <a:gd name="connsiteY358" fmla="*/ 8012403 h 8839200"/>
              <a:gd name="connsiteX359" fmla="*/ 12693747 w 15732060"/>
              <a:gd name="connsiteY359" fmla="*/ 8012952 h 8839200"/>
              <a:gd name="connsiteX360" fmla="*/ 13437823 w 15732060"/>
              <a:gd name="connsiteY360" fmla="*/ 8757029 h 8839200"/>
              <a:gd name="connsiteX361" fmla="*/ 13439470 w 15732060"/>
              <a:gd name="connsiteY361" fmla="*/ 8781721 h 8839200"/>
              <a:gd name="connsiteX362" fmla="*/ 13465809 w 15732060"/>
              <a:gd name="connsiteY362" fmla="*/ 8781721 h 8839200"/>
              <a:gd name="connsiteX363" fmla="*/ 13465809 w 15732060"/>
              <a:gd name="connsiteY363" fmla="*/ 8755382 h 8839200"/>
              <a:gd name="connsiteX364" fmla="*/ 13441116 w 15732060"/>
              <a:gd name="connsiteY364" fmla="*/ 8753736 h 8839200"/>
              <a:gd name="connsiteX365" fmla="*/ 13440567 w 15732060"/>
              <a:gd name="connsiteY365" fmla="*/ 8753187 h 8839200"/>
              <a:gd name="connsiteX366" fmla="*/ 12695941 w 15732060"/>
              <a:gd name="connsiteY366" fmla="*/ 8008563 h 8839200"/>
              <a:gd name="connsiteX367" fmla="*/ 12695393 w 15732060"/>
              <a:gd name="connsiteY367" fmla="*/ 8008563 h 8839200"/>
              <a:gd name="connsiteX368" fmla="*/ 12429809 w 15732060"/>
              <a:gd name="connsiteY368" fmla="*/ 8008014 h 8839200"/>
              <a:gd name="connsiteX369" fmla="*/ 12034174 w 15732060"/>
              <a:gd name="connsiteY369" fmla="*/ 7612380 h 8839200"/>
              <a:gd name="connsiteX370" fmla="*/ 12034174 w 15732060"/>
              <a:gd name="connsiteY370" fmla="*/ 7389048 h 8839200"/>
              <a:gd name="connsiteX371" fmla="*/ 11936501 w 15732060"/>
              <a:gd name="connsiteY371" fmla="*/ 7291374 h 8839200"/>
              <a:gd name="connsiteX372" fmla="*/ 11934855 w 15732060"/>
              <a:gd name="connsiteY372" fmla="*/ 7266681 h 8839200"/>
              <a:gd name="connsiteX373" fmla="*/ 11921685 w 15732060"/>
              <a:gd name="connsiteY373" fmla="*/ 7261331 h 8839200"/>
              <a:gd name="connsiteX374" fmla="*/ 10926291 w 15732060"/>
              <a:gd name="connsiteY374" fmla="*/ 7069825 h 8839200"/>
              <a:gd name="connsiteX375" fmla="*/ 10913121 w 15732060"/>
              <a:gd name="connsiteY375" fmla="*/ 7075175 h 8839200"/>
              <a:gd name="connsiteX376" fmla="*/ 10913121 w 15732060"/>
              <a:gd name="connsiteY376" fmla="*/ 7101513 h 8839200"/>
              <a:gd name="connsiteX377" fmla="*/ 10937814 w 15732060"/>
              <a:gd name="connsiteY377" fmla="*/ 7103160 h 8839200"/>
              <a:gd name="connsiteX378" fmla="*/ 11034391 w 15732060"/>
              <a:gd name="connsiteY378" fmla="*/ 7199737 h 8839200"/>
              <a:gd name="connsiteX379" fmla="*/ 11034391 w 15732060"/>
              <a:gd name="connsiteY379" fmla="*/ 7423069 h 8839200"/>
              <a:gd name="connsiteX380" fmla="*/ 11431671 w 15732060"/>
              <a:gd name="connsiteY380" fmla="*/ 7820348 h 8839200"/>
              <a:gd name="connsiteX381" fmla="*/ 11431671 w 15732060"/>
              <a:gd name="connsiteY381" fmla="*/ 7986614 h 8839200"/>
              <a:gd name="connsiteX382" fmla="*/ 12207024 w 15732060"/>
              <a:gd name="connsiteY382" fmla="*/ 8761966 h 8839200"/>
              <a:gd name="connsiteX383" fmla="*/ 12208671 w 15732060"/>
              <a:gd name="connsiteY383" fmla="*/ 8786660 h 8839200"/>
              <a:gd name="connsiteX384" fmla="*/ 12235010 w 15732060"/>
              <a:gd name="connsiteY384" fmla="*/ 8786660 h 8839200"/>
              <a:gd name="connsiteX385" fmla="*/ 12235010 w 15732060"/>
              <a:gd name="connsiteY385" fmla="*/ 8760321 h 8839200"/>
              <a:gd name="connsiteX386" fmla="*/ 12210316 w 15732060"/>
              <a:gd name="connsiteY386" fmla="*/ 8758675 h 8839200"/>
              <a:gd name="connsiteX387" fmla="*/ 12209768 w 15732060"/>
              <a:gd name="connsiteY387" fmla="*/ 8758126 h 8839200"/>
              <a:gd name="connsiteX388" fmla="*/ 11436059 w 15732060"/>
              <a:gd name="connsiteY388" fmla="*/ 7984418 h 8839200"/>
              <a:gd name="connsiteX389" fmla="*/ 11436059 w 15732060"/>
              <a:gd name="connsiteY389" fmla="*/ 7818154 h 8839200"/>
              <a:gd name="connsiteX390" fmla="*/ 11038780 w 15732060"/>
              <a:gd name="connsiteY390" fmla="*/ 7420874 h 8839200"/>
              <a:gd name="connsiteX391" fmla="*/ 11038780 w 15732060"/>
              <a:gd name="connsiteY391" fmla="*/ 7197541 h 8839200"/>
              <a:gd name="connsiteX392" fmla="*/ 10941106 w 15732060"/>
              <a:gd name="connsiteY392" fmla="*/ 7099867 h 8839200"/>
              <a:gd name="connsiteX393" fmla="*/ 10939461 w 15732060"/>
              <a:gd name="connsiteY393" fmla="*/ 7075175 h 8839200"/>
              <a:gd name="connsiteX394" fmla="*/ 10926291 w 15732060"/>
              <a:gd name="connsiteY394" fmla="*/ 7069825 h 8839200"/>
              <a:gd name="connsiteX395" fmla="*/ 1211592 w 15732060"/>
              <a:gd name="connsiteY395" fmla="*/ 7065298 h 8839200"/>
              <a:gd name="connsiteX396" fmla="*/ 1192936 w 15732060"/>
              <a:gd name="connsiteY396" fmla="*/ 7081759 h 8839200"/>
              <a:gd name="connsiteX397" fmla="*/ 568482 w 15732060"/>
              <a:gd name="connsiteY397" fmla="*/ 7081759 h 8839200"/>
              <a:gd name="connsiteX398" fmla="*/ 427460 w 15732060"/>
              <a:gd name="connsiteY398" fmla="*/ 7222782 h 8839200"/>
              <a:gd name="connsiteX399" fmla="*/ 427460 w 15732060"/>
              <a:gd name="connsiteY399" fmla="*/ 7362709 h 8839200"/>
              <a:gd name="connsiteX400" fmla="*/ 317164 w 15732060"/>
              <a:gd name="connsiteY400" fmla="*/ 7473004 h 8839200"/>
              <a:gd name="connsiteX401" fmla="*/ 292472 w 15732060"/>
              <a:gd name="connsiteY401" fmla="*/ 7474650 h 8839200"/>
              <a:gd name="connsiteX402" fmla="*/ 292472 w 15732060"/>
              <a:gd name="connsiteY402" fmla="*/ 7500989 h 8839200"/>
              <a:gd name="connsiteX403" fmla="*/ 318810 w 15732060"/>
              <a:gd name="connsiteY403" fmla="*/ 7500989 h 8839200"/>
              <a:gd name="connsiteX404" fmla="*/ 320456 w 15732060"/>
              <a:gd name="connsiteY404" fmla="*/ 7476295 h 8839200"/>
              <a:gd name="connsiteX405" fmla="*/ 431848 w 15732060"/>
              <a:gd name="connsiteY405" fmla="*/ 7364903 h 8839200"/>
              <a:gd name="connsiteX406" fmla="*/ 431848 w 15732060"/>
              <a:gd name="connsiteY406" fmla="*/ 7224977 h 8839200"/>
              <a:gd name="connsiteX407" fmla="*/ 432398 w 15732060"/>
              <a:gd name="connsiteY407" fmla="*/ 7224429 h 8839200"/>
              <a:gd name="connsiteX408" fmla="*/ 570678 w 15732060"/>
              <a:gd name="connsiteY408" fmla="*/ 7086150 h 8839200"/>
              <a:gd name="connsiteX409" fmla="*/ 1192936 w 15732060"/>
              <a:gd name="connsiteY409" fmla="*/ 7086150 h 8839200"/>
              <a:gd name="connsiteX410" fmla="*/ 1211592 w 15732060"/>
              <a:gd name="connsiteY410" fmla="*/ 7102611 h 8839200"/>
              <a:gd name="connsiteX411" fmla="*/ 1230249 w 15732060"/>
              <a:gd name="connsiteY411" fmla="*/ 7083954 h 8839200"/>
              <a:gd name="connsiteX412" fmla="*/ 1211592 w 15732060"/>
              <a:gd name="connsiteY412" fmla="*/ 7065298 h 8839200"/>
              <a:gd name="connsiteX413" fmla="*/ 10149290 w 15732060"/>
              <a:gd name="connsiteY413" fmla="*/ 7048973 h 8839200"/>
              <a:gd name="connsiteX414" fmla="*/ 10136121 w 15732060"/>
              <a:gd name="connsiteY414" fmla="*/ 7054323 h 8839200"/>
              <a:gd name="connsiteX415" fmla="*/ 10136121 w 15732060"/>
              <a:gd name="connsiteY415" fmla="*/ 7080662 h 8839200"/>
              <a:gd name="connsiteX416" fmla="*/ 10160814 w 15732060"/>
              <a:gd name="connsiteY416" fmla="*/ 7082308 h 8839200"/>
              <a:gd name="connsiteX417" fmla="*/ 10562483 w 15732060"/>
              <a:gd name="connsiteY417" fmla="*/ 7483978 h 8839200"/>
              <a:gd name="connsiteX418" fmla="*/ 10562483 w 15732060"/>
              <a:gd name="connsiteY418" fmla="*/ 7778645 h 8839200"/>
              <a:gd name="connsiteX419" fmla="*/ 10879101 w 15732060"/>
              <a:gd name="connsiteY419" fmla="*/ 8095261 h 8839200"/>
              <a:gd name="connsiteX420" fmla="*/ 10880746 w 15732060"/>
              <a:gd name="connsiteY420" fmla="*/ 8119954 h 8839200"/>
              <a:gd name="connsiteX421" fmla="*/ 10907085 w 15732060"/>
              <a:gd name="connsiteY421" fmla="*/ 8119954 h 8839200"/>
              <a:gd name="connsiteX422" fmla="*/ 10907085 w 15732060"/>
              <a:gd name="connsiteY422" fmla="*/ 8093615 h 8839200"/>
              <a:gd name="connsiteX423" fmla="*/ 10882392 w 15732060"/>
              <a:gd name="connsiteY423" fmla="*/ 8091969 h 8839200"/>
              <a:gd name="connsiteX424" fmla="*/ 10566874 w 15732060"/>
              <a:gd name="connsiteY424" fmla="*/ 7776999 h 8839200"/>
              <a:gd name="connsiteX425" fmla="*/ 10566874 w 15732060"/>
              <a:gd name="connsiteY425" fmla="*/ 7482332 h 8839200"/>
              <a:gd name="connsiteX426" fmla="*/ 10164106 w 15732060"/>
              <a:gd name="connsiteY426" fmla="*/ 7079565 h 8839200"/>
              <a:gd name="connsiteX427" fmla="*/ 10162460 w 15732060"/>
              <a:gd name="connsiteY427" fmla="*/ 7054872 h 8839200"/>
              <a:gd name="connsiteX428" fmla="*/ 10162460 w 15732060"/>
              <a:gd name="connsiteY428" fmla="*/ 7054323 h 8839200"/>
              <a:gd name="connsiteX429" fmla="*/ 10149290 w 15732060"/>
              <a:gd name="connsiteY429" fmla="*/ 7048973 h 8839200"/>
              <a:gd name="connsiteX430" fmla="*/ 3696238 w 15732060"/>
              <a:gd name="connsiteY430" fmla="*/ 6827149 h 8839200"/>
              <a:gd name="connsiteX431" fmla="*/ 3677581 w 15732060"/>
              <a:gd name="connsiteY431" fmla="*/ 6843611 h 8839200"/>
              <a:gd name="connsiteX432" fmla="*/ 3053128 w 15732060"/>
              <a:gd name="connsiteY432" fmla="*/ 6843611 h 8839200"/>
              <a:gd name="connsiteX433" fmla="*/ 2962587 w 15732060"/>
              <a:gd name="connsiteY433" fmla="*/ 6934151 h 8839200"/>
              <a:gd name="connsiteX434" fmla="*/ 2937894 w 15732060"/>
              <a:gd name="connsiteY434" fmla="*/ 6935798 h 8839200"/>
              <a:gd name="connsiteX435" fmla="*/ 2937894 w 15732060"/>
              <a:gd name="connsiteY435" fmla="*/ 6962136 h 8839200"/>
              <a:gd name="connsiteX436" fmla="*/ 2964233 w 15732060"/>
              <a:gd name="connsiteY436" fmla="*/ 6962136 h 8839200"/>
              <a:gd name="connsiteX437" fmla="*/ 2965880 w 15732060"/>
              <a:gd name="connsiteY437" fmla="*/ 6937444 h 8839200"/>
              <a:gd name="connsiteX438" fmla="*/ 3054773 w 15732060"/>
              <a:gd name="connsiteY438" fmla="*/ 6848549 h 8839200"/>
              <a:gd name="connsiteX439" fmla="*/ 3677032 w 15732060"/>
              <a:gd name="connsiteY439" fmla="*/ 6848549 h 8839200"/>
              <a:gd name="connsiteX440" fmla="*/ 3677581 w 15732060"/>
              <a:gd name="connsiteY440" fmla="*/ 6848001 h 8839200"/>
              <a:gd name="connsiteX441" fmla="*/ 3696238 w 15732060"/>
              <a:gd name="connsiteY441" fmla="*/ 6864463 h 8839200"/>
              <a:gd name="connsiteX442" fmla="*/ 3714895 w 15732060"/>
              <a:gd name="connsiteY442" fmla="*/ 6845806 h 8839200"/>
              <a:gd name="connsiteX443" fmla="*/ 3696238 w 15732060"/>
              <a:gd name="connsiteY443" fmla="*/ 6827149 h 8839200"/>
              <a:gd name="connsiteX444" fmla="*/ 9514411 w 15732060"/>
              <a:gd name="connsiteY444" fmla="*/ 6708760 h 8839200"/>
              <a:gd name="connsiteX445" fmla="*/ 9501242 w 15732060"/>
              <a:gd name="connsiteY445" fmla="*/ 6714111 h 8839200"/>
              <a:gd name="connsiteX446" fmla="*/ 9501242 w 15732060"/>
              <a:gd name="connsiteY446" fmla="*/ 6740450 h 8839200"/>
              <a:gd name="connsiteX447" fmla="*/ 9525934 w 15732060"/>
              <a:gd name="connsiteY447" fmla="*/ 6742096 h 8839200"/>
              <a:gd name="connsiteX448" fmla="*/ 10158070 w 15732060"/>
              <a:gd name="connsiteY448" fmla="*/ 7374232 h 8839200"/>
              <a:gd name="connsiteX449" fmla="*/ 10158070 w 15732060"/>
              <a:gd name="connsiteY449" fmla="*/ 7897171 h 8839200"/>
              <a:gd name="connsiteX450" fmla="*/ 10566325 w 15732060"/>
              <a:gd name="connsiteY450" fmla="*/ 8305425 h 8839200"/>
              <a:gd name="connsiteX451" fmla="*/ 10566874 w 15732060"/>
              <a:gd name="connsiteY451" fmla="*/ 8305425 h 8839200"/>
              <a:gd name="connsiteX452" fmla="*/ 11109018 w 15732060"/>
              <a:gd name="connsiteY452" fmla="*/ 8305973 h 8839200"/>
              <a:gd name="connsiteX453" fmla="*/ 11354300 w 15732060"/>
              <a:gd name="connsiteY453" fmla="*/ 8551255 h 8839200"/>
              <a:gd name="connsiteX454" fmla="*/ 11354300 w 15732060"/>
              <a:gd name="connsiteY454" fmla="*/ 8765808 h 8839200"/>
              <a:gd name="connsiteX455" fmla="*/ 11337837 w 15732060"/>
              <a:gd name="connsiteY455" fmla="*/ 8784465 h 8839200"/>
              <a:gd name="connsiteX456" fmla="*/ 11356494 w 15732060"/>
              <a:gd name="connsiteY456" fmla="*/ 8803121 h 8839200"/>
              <a:gd name="connsiteX457" fmla="*/ 11375152 w 15732060"/>
              <a:gd name="connsiteY457" fmla="*/ 8784465 h 8839200"/>
              <a:gd name="connsiteX458" fmla="*/ 11370419 w 15732060"/>
              <a:gd name="connsiteY458" fmla="*/ 8771639 h 8839200"/>
              <a:gd name="connsiteX459" fmla="*/ 11359238 w 15732060"/>
              <a:gd name="connsiteY459" fmla="*/ 8766081 h 8839200"/>
              <a:gd name="connsiteX460" fmla="*/ 11359238 w 15732060"/>
              <a:gd name="connsiteY460" fmla="*/ 8766357 h 8839200"/>
              <a:gd name="connsiteX461" fmla="*/ 11358689 w 15732060"/>
              <a:gd name="connsiteY461" fmla="*/ 8765808 h 8839200"/>
              <a:gd name="connsiteX462" fmla="*/ 11359238 w 15732060"/>
              <a:gd name="connsiteY462" fmla="*/ 8766081 h 8839200"/>
              <a:gd name="connsiteX463" fmla="*/ 11359238 w 15732060"/>
              <a:gd name="connsiteY463" fmla="*/ 8549609 h 8839200"/>
              <a:gd name="connsiteX464" fmla="*/ 11111762 w 15732060"/>
              <a:gd name="connsiteY464" fmla="*/ 8302133 h 8839200"/>
              <a:gd name="connsiteX465" fmla="*/ 11111212 w 15732060"/>
              <a:gd name="connsiteY465" fmla="*/ 8302133 h 8839200"/>
              <a:gd name="connsiteX466" fmla="*/ 10569068 w 15732060"/>
              <a:gd name="connsiteY466" fmla="*/ 8301584 h 8839200"/>
              <a:gd name="connsiteX467" fmla="*/ 10163009 w 15732060"/>
              <a:gd name="connsiteY467" fmla="*/ 7895525 h 8839200"/>
              <a:gd name="connsiteX468" fmla="*/ 10163009 w 15732060"/>
              <a:gd name="connsiteY468" fmla="*/ 7372586 h 8839200"/>
              <a:gd name="connsiteX469" fmla="*/ 9529227 w 15732060"/>
              <a:gd name="connsiteY469" fmla="*/ 6738804 h 8839200"/>
              <a:gd name="connsiteX470" fmla="*/ 9527580 w 15732060"/>
              <a:gd name="connsiteY470" fmla="*/ 6714111 h 8839200"/>
              <a:gd name="connsiteX471" fmla="*/ 9514411 w 15732060"/>
              <a:gd name="connsiteY471" fmla="*/ 6708760 h 8839200"/>
              <a:gd name="connsiteX472" fmla="*/ 4474336 w 15732060"/>
              <a:gd name="connsiteY472" fmla="*/ 6454151 h 8839200"/>
              <a:gd name="connsiteX473" fmla="*/ 4461166 w 15732060"/>
              <a:gd name="connsiteY473" fmla="*/ 6459501 h 8839200"/>
              <a:gd name="connsiteX474" fmla="*/ 4459520 w 15732060"/>
              <a:gd name="connsiteY474" fmla="*/ 6484193 h 8839200"/>
              <a:gd name="connsiteX475" fmla="*/ 4294352 w 15732060"/>
              <a:gd name="connsiteY475" fmla="*/ 6649361 h 8839200"/>
              <a:gd name="connsiteX476" fmla="*/ 3558507 w 15732060"/>
              <a:gd name="connsiteY476" fmla="*/ 6649361 h 8839200"/>
              <a:gd name="connsiteX477" fmla="*/ 3539850 w 15732060"/>
              <a:gd name="connsiteY477" fmla="*/ 6632899 h 8839200"/>
              <a:gd name="connsiteX478" fmla="*/ 3521193 w 15732060"/>
              <a:gd name="connsiteY478" fmla="*/ 6651556 h 8839200"/>
              <a:gd name="connsiteX479" fmla="*/ 3539850 w 15732060"/>
              <a:gd name="connsiteY479" fmla="*/ 6670213 h 8839200"/>
              <a:gd name="connsiteX480" fmla="*/ 3558507 w 15732060"/>
              <a:gd name="connsiteY480" fmla="*/ 6653750 h 8839200"/>
              <a:gd name="connsiteX481" fmla="*/ 4296547 w 15732060"/>
              <a:gd name="connsiteY481" fmla="*/ 6653750 h 8839200"/>
              <a:gd name="connsiteX482" fmla="*/ 4462813 w 15732060"/>
              <a:gd name="connsiteY482" fmla="*/ 6487486 h 8839200"/>
              <a:gd name="connsiteX483" fmla="*/ 4462812 w 15732060"/>
              <a:gd name="connsiteY483" fmla="*/ 6487486 h 8839200"/>
              <a:gd name="connsiteX484" fmla="*/ 4463362 w 15732060"/>
              <a:gd name="connsiteY484" fmla="*/ 6486937 h 8839200"/>
              <a:gd name="connsiteX485" fmla="*/ 4462813 w 15732060"/>
              <a:gd name="connsiteY485" fmla="*/ 6487486 h 8839200"/>
              <a:gd name="connsiteX486" fmla="*/ 4475364 w 15732060"/>
              <a:gd name="connsiteY486" fmla="*/ 6491189 h 8839200"/>
              <a:gd name="connsiteX487" fmla="*/ 4487505 w 15732060"/>
              <a:gd name="connsiteY487" fmla="*/ 6485840 h 8839200"/>
              <a:gd name="connsiteX488" fmla="*/ 4487505 w 15732060"/>
              <a:gd name="connsiteY488" fmla="*/ 6459501 h 8839200"/>
              <a:gd name="connsiteX489" fmla="*/ 4474336 w 15732060"/>
              <a:gd name="connsiteY489" fmla="*/ 6454151 h 8839200"/>
              <a:gd name="connsiteX490" fmla="*/ 2861072 w 15732060"/>
              <a:gd name="connsiteY490" fmla="*/ 6399141 h 8839200"/>
              <a:gd name="connsiteX491" fmla="*/ 2842416 w 15732060"/>
              <a:gd name="connsiteY491" fmla="*/ 6417798 h 8839200"/>
              <a:gd name="connsiteX492" fmla="*/ 2858877 w 15732060"/>
              <a:gd name="connsiteY492" fmla="*/ 6436454 h 8839200"/>
              <a:gd name="connsiteX493" fmla="*/ 2858877 w 15732060"/>
              <a:gd name="connsiteY493" fmla="*/ 6778312 h 8839200"/>
              <a:gd name="connsiteX494" fmla="*/ 2574086 w 15732060"/>
              <a:gd name="connsiteY494" fmla="*/ 7063102 h 8839200"/>
              <a:gd name="connsiteX495" fmla="*/ 1833852 w 15732060"/>
              <a:gd name="connsiteY495" fmla="*/ 7063102 h 8839200"/>
              <a:gd name="connsiteX496" fmla="*/ 1090324 w 15732060"/>
              <a:gd name="connsiteY496" fmla="*/ 7806630 h 8839200"/>
              <a:gd name="connsiteX497" fmla="*/ 60908 w 15732060"/>
              <a:gd name="connsiteY497" fmla="*/ 7806630 h 8839200"/>
              <a:gd name="connsiteX498" fmla="*/ 42250 w 15732060"/>
              <a:gd name="connsiteY498" fmla="*/ 7790168 h 8839200"/>
              <a:gd name="connsiteX499" fmla="*/ 23594 w 15732060"/>
              <a:gd name="connsiteY499" fmla="*/ 7808826 h 8839200"/>
              <a:gd name="connsiteX500" fmla="*/ 42250 w 15732060"/>
              <a:gd name="connsiteY500" fmla="*/ 7827483 h 8839200"/>
              <a:gd name="connsiteX501" fmla="*/ 60908 w 15732060"/>
              <a:gd name="connsiteY501" fmla="*/ 7811020 h 8839200"/>
              <a:gd name="connsiteX502" fmla="*/ 1091970 w 15732060"/>
              <a:gd name="connsiteY502" fmla="*/ 7811020 h 8839200"/>
              <a:gd name="connsiteX503" fmla="*/ 1835498 w 15732060"/>
              <a:gd name="connsiteY503" fmla="*/ 7067493 h 8839200"/>
              <a:gd name="connsiteX504" fmla="*/ 1835498 w 15732060"/>
              <a:gd name="connsiteY504" fmla="*/ 7068042 h 8839200"/>
              <a:gd name="connsiteX505" fmla="*/ 2575733 w 15732060"/>
              <a:gd name="connsiteY505" fmla="*/ 7068042 h 8839200"/>
              <a:gd name="connsiteX506" fmla="*/ 2863267 w 15732060"/>
              <a:gd name="connsiteY506" fmla="*/ 6780507 h 8839200"/>
              <a:gd name="connsiteX507" fmla="*/ 2863267 w 15732060"/>
              <a:gd name="connsiteY507" fmla="*/ 6436454 h 8839200"/>
              <a:gd name="connsiteX508" fmla="*/ 2879729 w 15732060"/>
              <a:gd name="connsiteY508" fmla="*/ 6417798 h 8839200"/>
              <a:gd name="connsiteX509" fmla="*/ 2861072 w 15732060"/>
              <a:gd name="connsiteY509" fmla="*/ 6399141 h 8839200"/>
              <a:gd name="connsiteX510" fmla="*/ 3111561 w 15732060"/>
              <a:gd name="connsiteY510" fmla="*/ 6398704 h 8839200"/>
              <a:gd name="connsiteX511" fmla="*/ 3098603 w 15732060"/>
              <a:gd name="connsiteY511" fmla="*/ 6404009 h 8839200"/>
              <a:gd name="connsiteX512" fmla="*/ 3093184 w 15732060"/>
              <a:gd name="connsiteY512" fmla="*/ 6417246 h 8839200"/>
              <a:gd name="connsiteX513" fmla="*/ 3109647 w 15732060"/>
              <a:gd name="connsiteY513" fmla="*/ 6435904 h 8839200"/>
              <a:gd name="connsiteX514" fmla="*/ 3109647 w 15732060"/>
              <a:gd name="connsiteY514" fmla="*/ 6726181 h 8839200"/>
              <a:gd name="connsiteX515" fmla="*/ 2526348 w 15732060"/>
              <a:gd name="connsiteY515" fmla="*/ 7309480 h 8839200"/>
              <a:gd name="connsiteX516" fmla="*/ 2231680 w 15732060"/>
              <a:gd name="connsiteY516" fmla="*/ 7309480 h 8839200"/>
              <a:gd name="connsiteX517" fmla="*/ 2131812 w 15732060"/>
              <a:gd name="connsiteY517" fmla="*/ 7209611 h 8839200"/>
              <a:gd name="connsiteX518" fmla="*/ 2131263 w 15732060"/>
              <a:gd name="connsiteY518" fmla="*/ 7209611 h 8839200"/>
              <a:gd name="connsiteX519" fmla="*/ 2021516 w 15732060"/>
              <a:gd name="connsiteY519" fmla="*/ 7209063 h 8839200"/>
              <a:gd name="connsiteX520" fmla="*/ 1603934 w 15732060"/>
              <a:gd name="connsiteY520" fmla="*/ 7626645 h 8839200"/>
              <a:gd name="connsiteX521" fmla="*/ 1396514 w 15732060"/>
              <a:gd name="connsiteY521" fmla="*/ 7626645 h 8839200"/>
              <a:gd name="connsiteX522" fmla="*/ 557508 w 15732060"/>
              <a:gd name="connsiteY522" fmla="*/ 8465652 h 8839200"/>
              <a:gd name="connsiteX523" fmla="*/ 52676 w 15732060"/>
              <a:gd name="connsiteY523" fmla="*/ 8465652 h 8839200"/>
              <a:gd name="connsiteX524" fmla="*/ 34020 w 15732060"/>
              <a:gd name="connsiteY524" fmla="*/ 8449189 h 8839200"/>
              <a:gd name="connsiteX525" fmla="*/ 15364 w 15732060"/>
              <a:gd name="connsiteY525" fmla="*/ 8467846 h 8839200"/>
              <a:gd name="connsiteX526" fmla="*/ 34020 w 15732060"/>
              <a:gd name="connsiteY526" fmla="*/ 8486503 h 8839200"/>
              <a:gd name="connsiteX527" fmla="*/ 52676 w 15732060"/>
              <a:gd name="connsiteY527" fmla="*/ 8470042 h 8839200"/>
              <a:gd name="connsiteX528" fmla="*/ 559154 w 15732060"/>
              <a:gd name="connsiteY528" fmla="*/ 8470042 h 8839200"/>
              <a:gd name="connsiteX529" fmla="*/ 1398161 w 15732060"/>
              <a:gd name="connsiteY529" fmla="*/ 7631035 h 8839200"/>
              <a:gd name="connsiteX530" fmla="*/ 1605580 w 15732060"/>
              <a:gd name="connsiteY530" fmla="*/ 7631035 h 8839200"/>
              <a:gd name="connsiteX531" fmla="*/ 2023163 w 15732060"/>
              <a:gd name="connsiteY531" fmla="*/ 7213452 h 8839200"/>
              <a:gd name="connsiteX532" fmla="*/ 2128519 w 15732060"/>
              <a:gd name="connsiteY532" fmla="*/ 7213452 h 8839200"/>
              <a:gd name="connsiteX533" fmla="*/ 2228387 w 15732060"/>
              <a:gd name="connsiteY533" fmla="*/ 7313321 h 8839200"/>
              <a:gd name="connsiteX534" fmla="*/ 2228936 w 15732060"/>
              <a:gd name="connsiteY534" fmla="*/ 7313321 h 8839200"/>
              <a:gd name="connsiteX535" fmla="*/ 2527445 w 15732060"/>
              <a:gd name="connsiteY535" fmla="*/ 7313870 h 8839200"/>
              <a:gd name="connsiteX536" fmla="*/ 3113488 w 15732060"/>
              <a:gd name="connsiteY536" fmla="*/ 6727827 h 8839200"/>
              <a:gd name="connsiteX537" fmla="*/ 3113488 w 15732060"/>
              <a:gd name="connsiteY537" fmla="*/ 6435904 h 8839200"/>
              <a:gd name="connsiteX538" fmla="*/ 3129950 w 15732060"/>
              <a:gd name="connsiteY538" fmla="*/ 6417246 h 8839200"/>
              <a:gd name="connsiteX539" fmla="*/ 3124531 w 15732060"/>
              <a:gd name="connsiteY539" fmla="*/ 6404215 h 8839200"/>
              <a:gd name="connsiteX540" fmla="*/ 2945028 w 15732060"/>
              <a:gd name="connsiteY540" fmla="*/ 6398590 h 8839200"/>
              <a:gd name="connsiteX541" fmla="*/ 2926371 w 15732060"/>
              <a:gd name="connsiteY541" fmla="*/ 6417246 h 8839200"/>
              <a:gd name="connsiteX542" fmla="*/ 2942832 w 15732060"/>
              <a:gd name="connsiteY542" fmla="*/ 6435904 h 8839200"/>
              <a:gd name="connsiteX543" fmla="*/ 2942832 w 15732060"/>
              <a:gd name="connsiteY543" fmla="*/ 6599974 h 8839200"/>
              <a:gd name="connsiteX544" fmla="*/ 2926371 w 15732060"/>
              <a:gd name="connsiteY544" fmla="*/ 6618630 h 8839200"/>
              <a:gd name="connsiteX545" fmla="*/ 2945028 w 15732060"/>
              <a:gd name="connsiteY545" fmla="*/ 6637287 h 8839200"/>
              <a:gd name="connsiteX546" fmla="*/ 2963685 w 15732060"/>
              <a:gd name="connsiteY546" fmla="*/ 6618630 h 8839200"/>
              <a:gd name="connsiteX547" fmla="*/ 2947223 w 15732060"/>
              <a:gd name="connsiteY547" fmla="*/ 6599974 h 8839200"/>
              <a:gd name="connsiteX548" fmla="*/ 2947223 w 15732060"/>
              <a:gd name="connsiteY548" fmla="*/ 6435904 h 8839200"/>
              <a:gd name="connsiteX549" fmla="*/ 2963685 w 15732060"/>
              <a:gd name="connsiteY549" fmla="*/ 6417246 h 8839200"/>
              <a:gd name="connsiteX550" fmla="*/ 2945028 w 15732060"/>
              <a:gd name="connsiteY550" fmla="*/ 6398590 h 8839200"/>
              <a:gd name="connsiteX551" fmla="*/ 3028983 w 15732060"/>
              <a:gd name="connsiteY551" fmla="*/ 6398590 h 8839200"/>
              <a:gd name="connsiteX552" fmla="*/ 3010326 w 15732060"/>
              <a:gd name="connsiteY552" fmla="*/ 6417246 h 8839200"/>
              <a:gd name="connsiteX553" fmla="*/ 3026789 w 15732060"/>
              <a:gd name="connsiteY553" fmla="*/ 6435904 h 8839200"/>
              <a:gd name="connsiteX554" fmla="*/ 3026789 w 15732060"/>
              <a:gd name="connsiteY554" fmla="*/ 6710817 h 8839200"/>
              <a:gd name="connsiteX555" fmla="*/ 2603718 w 15732060"/>
              <a:gd name="connsiteY555" fmla="*/ 7133887 h 8839200"/>
              <a:gd name="connsiteX556" fmla="*/ 1999018 w 15732060"/>
              <a:gd name="connsiteY556" fmla="*/ 7133887 h 8839200"/>
              <a:gd name="connsiteX557" fmla="*/ 1713131 w 15732060"/>
              <a:gd name="connsiteY557" fmla="*/ 7419775 h 8839200"/>
              <a:gd name="connsiteX558" fmla="*/ 1688438 w 15732060"/>
              <a:gd name="connsiteY558" fmla="*/ 7421420 h 8839200"/>
              <a:gd name="connsiteX559" fmla="*/ 1688438 w 15732060"/>
              <a:gd name="connsiteY559" fmla="*/ 7447759 h 8839200"/>
              <a:gd name="connsiteX560" fmla="*/ 1714777 w 15732060"/>
              <a:gd name="connsiteY560" fmla="*/ 7447759 h 8839200"/>
              <a:gd name="connsiteX561" fmla="*/ 1716423 w 15732060"/>
              <a:gd name="connsiteY561" fmla="*/ 7423066 h 8839200"/>
              <a:gd name="connsiteX562" fmla="*/ 2000665 w 15732060"/>
              <a:gd name="connsiteY562" fmla="*/ 7138825 h 8839200"/>
              <a:gd name="connsiteX563" fmla="*/ 2604815 w 15732060"/>
              <a:gd name="connsiteY563" fmla="*/ 7138825 h 8839200"/>
              <a:gd name="connsiteX564" fmla="*/ 3031178 w 15732060"/>
              <a:gd name="connsiteY564" fmla="*/ 6712463 h 8839200"/>
              <a:gd name="connsiteX565" fmla="*/ 3031178 w 15732060"/>
              <a:gd name="connsiteY565" fmla="*/ 6435904 h 8839200"/>
              <a:gd name="connsiteX566" fmla="*/ 3047640 w 15732060"/>
              <a:gd name="connsiteY566" fmla="*/ 6417246 h 8839200"/>
              <a:gd name="connsiteX567" fmla="*/ 3028983 w 15732060"/>
              <a:gd name="connsiteY567" fmla="*/ 6398590 h 8839200"/>
              <a:gd name="connsiteX568" fmla="*/ 3111841 w 15732060"/>
              <a:gd name="connsiteY568" fmla="*/ 6398590 h 8839200"/>
              <a:gd name="connsiteX569" fmla="*/ 3111292 w 15732060"/>
              <a:gd name="connsiteY569" fmla="*/ 6398590 h 8839200"/>
              <a:gd name="connsiteX570" fmla="*/ 3111561 w 15732060"/>
              <a:gd name="connsiteY570" fmla="*/ 6398704 h 8839200"/>
              <a:gd name="connsiteX571" fmla="*/ 3195248 w 15732060"/>
              <a:gd name="connsiteY571" fmla="*/ 6398590 h 8839200"/>
              <a:gd name="connsiteX572" fmla="*/ 3176591 w 15732060"/>
              <a:gd name="connsiteY572" fmla="*/ 6417246 h 8839200"/>
              <a:gd name="connsiteX573" fmla="*/ 3193054 w 15732060"/>
              <a:gd name="connsiteY573" fmla="*/ 6435904 h 8839200"/>
              <a:gd name="connsiteX574" fmla="*/ 3193054 w 15732060"/>
              <a:gd name="connsiteY574" fmla="*/ 6599974 h 8839200"/>
              <a:gd name="connsiteX575" fmla="*/ 3176591 w 15732060"/>
              <a:gd name="connsiteY575" fmla="*/ 6618630 h 8839200"/>
              <a:gd name="connsiteX576" fmla="*/ 3195248 w 15732060"/>
              <a:gd name="connsiteY576" fmla="*/ 6637287 h 8839200"/>
              <a:gd name="connsiteX577" fmla="*/ 3213905 w 15732060"/>
              <a:gd name="connsiteY577" fmla="*/ 6618630 h 8839200"/>
              <a:gd name="connsiteX578" fmla="*/ 3197443 w 15732060"/>
              <a:gd name="connsiteY578" fmla="*/ 6599974 h 8839200"/>
              <a:gd name="connsiteX579" fmla="*/ 3197443 w 15732060"/>
              <a:gd name="connsiteY579" fmla="*/ 6435904 h 8839200"/>
              <a:gd name="connsiteX580" fmla="*/ 3213905 w 15732060"/>
              <a:gd name="connsiteY580" fmla="*/ 6417246 h 8839200"/>
              <a:gd name="connsiteX581" fmla="*/ 3195248 w 15732060"/>
              <a:gd name="connsiteY581" fmla="*/ 6398590 h 8839200"/>
              <a:gd name="connsiteX582" fmla="*/ 3278654 w 15732060"/>
              <a:gd name="connsiteY582" fmla="*/ 6398590 h 8839200"/>
              <a:gd name="connsiteX583" fmla="*/ 3259998 w 15732060"/>
              <a:gd name="connsiteY583" fmla="*/ 6417246 h 8839200"/>
              <a:gd name="connsiteX584" fmla="*/ 3276460 w 15732060"/>
              <a:gd name="connsiteY584" fmla="*/ 6435904 h 8839200"/>
              <a:gd name="connsiteX585" fmla="*/ 3276460 w 15732060"/>
              <a:gd name="connsiteY585" fmla="*/ 6619728 h 8839200"/>
              <a:gd name="connsiteX586" fmla="*/ 3437786 w 15732060"/>
              <a:gd name="connsiteY586" fmla="*/ 6781054 h 8839200"/>
              <a:gd name="connsiteX587" fmla="*/ 3438335 w 15732060"/>
              <a:gd name="connsiteY587" fmla="*/ 6781054 h 8839200"/>
              <a:gd name="connsiteX588" fmla="*/ 4190094 w 15732060"/>
              <a:gd name="connsiteY588" fmla="*/ 6781604 h 8839200"/>
              <a:gd name="connsiteX589" fmla="*/ 4208751 w 15732060"/>
              <a:gd name="connsiteY589" fmla="*/ 6798065 h 8839200"/>
              <a:gd name="connsiteX590" fmla="*/ 4227408 w 15732060"/>
              <a:gd name="connsiteY590" fmla="*/ 6779408 h 8839200"/>
              <a:gd name="connsiteX591" fmla="*/ 4208751 w 15732060"/>
              <a:gd name="connsiteY591" fmla="*/ 6760751 h 8839200"/>
              <a:gd name="connsiteX592" fmla="*/ 4208202 w 15732060"/>
              <a:gd name="connsiteY592" fmla="*/ 6760203 h 8839200"/>
              <a:gd name="connsiteX593" fmla="*/ 4189546 w 15732060"/>
              <a:gd name="connsiteY593" fmla="*/ 6776664 h 8839200"/>
              <a:gd name="connsiteX594" fmla="*/ 3439981 w 15732060"/>
              <a:gd name="connsiteY594" fmla="*/ 6776664 h 8839200"/>
              <a:gd name="connsiteX595" fmla="*/ 3280850 w 15732060"/>
              <a:gd name="connsiteY595" fmla="*/ 6617533 h 8839200"/>
              <a:gd name="connsiteX596" fmla="*/ 3280850 w 15732060"/>
              <a:gd name="connsiteY596" fmla="*/ 6435904 h 8839200"/>
              <a:gd name="connsiteX597" fmla="*/ 3297312 w 15732060"/>
              <a:gd name="connsiteY597" fmla="*/ 6417246 h 8839200"/>
              <a:gd name="connsiteX598" fmla="*/ 3278654 w 15732060"/>
              <a:gd name="connsiteY598" fmla="*/ 6398590 h 8839200"/>
              <a:gd name="connsiteX599" fmla="*/ 2805102 w 15732060"/>
              <a:gd name="connsiteY599" fmla="*/ 6343170 h 8839200"/>
              <a:gd name="connsiteX600" fmla="*/ 2786445 w 15732060"/>
              <a:gd name="connsiteY600" fmla="*/ 6359632 h 8839200"/>
              <a:gd name="connsiteX601" fmla="*/ 2069805 w 15732060"/>
              <a:gd name="connsiteY601" fmla="*/ 6359632 h 8839200"/>
              <a:gd name="connsiteX602" fmla="*/ 785230 w 15732060"/>
              <a:gd name="connsiteY602" fmla="*/ 7644207 h 8839200"/>
              <a:gd name="connsiteX603" fmla="*/ 50482 w 15732060"/>
              <a:gd name="connsiteY603" fmla="*/ 7644207 h 8839200"/>
              <a:gd name="connsiteX604" fmla="*/ 31826 w 15732060"/>
              <a:gd name="connsiteY604" fmla="*/ 7627744 h 8839200"/>
              <a:gd name="connsiteX605" fmla="*/ 13168 w 15732060"/>
              <a:gd name="connsiteY605" fmla="*/ 7646401 h 8839200"/>
              <a:gd name="connsiteX606" fmla="*/ 31826 w 15732060"/>
              <a:gd name="connsiteY606" fmla="*/ 7665059 h 8839200"/>
              <a:gd name="connsiteX607" fmla="*/ 50482 w 15732060"/>
              <a:gd name="connsiteY607" fmla="*/ 7648597 h 8839200"/>
              <a:gd name="connsiteX608" fmla="*/ 787426 w 15732060"/>
              <a:gd name="connsiteY608" fmla="*/ 7648597 h 8839200"/>
              <a:gd name="connsiteX609" fmla="*/ 2072000 w 15732060"/>
              <a:gd name="connsiteY609" fmla="*/ 6364021 h 8839200"/>
              <a:gd name="connsiteX610" fmla="*/ 2786445 w 15732060"/>
              <a:gd name="connsiteY610" fmla="*/ 6364021 h 8839200"/>
              <a:gd name="connsiteX611" fmla="*/ 2805102 w 15732060"/>
              <a:gd name="connsiteY611" fmla="*/ 6380484 h 8839200"/>
              <a:gd name="connsiteX612" fmla="*/ 2823759 w 15732060"/>
              <a:gd name="connsiteY612" fmla="*/ 6361827 h 8839200"/>
              <a:gd name="connsiteX613" fmla="*/ 2805102 w 15732060"/>
              <a:gd name="connsiteY613" fmla="*/ 6343170 h 8839200"/>
              <a:gd name="connsiteX614" fmla="*/ 4023829 w 15732060"/>
              <a:gd name="connsiteY614" fmla="*/ 6335623 h 8839200"/>
              <a:gd name="connsiteX615" fmla="*/ 4010660 w 15732060"/>
              <a:gd name="connsiteY615" fmla="*/ 6340973 h 8839200"/>
              <a:gd name="connsiteX616" fmla="*/ 4009014 w 15732060"/>
              <a:gd name="connsiteY616" fmla="*/ 6365667 h 8839200"/>
              <a:gd name="connsiteX617" fmla="*/ 3922314 w 15732060"/>
              <a:gd name="connsiteY617" fmla="*/ 6452366 h 8839200"/>
              <a:gd name="connsiteX618" fmla="*/ 3633134 w 15732060"/>
              <a:gd name="connsiteY618" fmla="*/ 6452366 h 8839200"/>
              <a:gd name="connsiteX619" fmla="*/ 3632584 w 15732060"/>
              <a:gd name="connsiteY619" fmla="*/ 6452914 h 8839200"/>
              <a:gd name="connsiteX620" fmla="*/ 3538753 w 15732060"/>
              <a:gd name="connsiteY620" fmla="*/ 6359082 h 8839200"/>
              <a:gd name="connsiteX621" fmla="*/ 3538203 w 15732060"/>
              <a:gd name="connsiteY621" fmla="*/ 6359082 h 8839200"/>
              <a:gd name="connsiteX622" fmla="*/ 3354379 w 15732060"/>
              <a:gd name="connsiteY622" fmla="*/ 6358532 h 8839200"/>
              <a:gd name="connsiteX623" fmla="*/ 3335723 w 15732060"/>
              <a:gd name="connsiteY623" fmla="*/ 6342071 h 8839200"/>
              <a:gd name="connsiteX624" fmla="*/ 3317066 w 15732060"/>
              <a:gd name="connsiteY624" fmla="*/ 6360727 h 8839200"/>
              <a:gd name="connsiteX625" fmla="*/ 3335723 w 15732060"/>
              <a:gd name="connsiteY625" fmla="*/ 6379384 h 8839200"/>
              <a:gd name="connsiteX626" fmla="*/ 3354379 w 15732060"/>
              <a:gd name="connsiteY626" fmla="*/ 6362923 h 8839200"/>
              <a:gd name="connsiteX627" fmla="*/ 3536009 w 15732060"/>
              <a:gd name="connsiteY627" fmla="*/ 6362923 h 8839200"/>
              <a:gd name="connsiteX628" fmla="*/ 3629842 w 15732060"/>
              <a:gd name="connsiteY628" fmla="*/ 6456755 h 8839200"/>
              <a:gd name="connsiteX629" fmla="*/ 3630390 w 15732060"/>
              <a:gd name="connsiteY629" fmla="*/ 6456755 h 8839200"/>
              <a:gd name="connsiteX630" fmla="*/ 3923960 w 15732060"/>
              <a:gd name="connsiteY630" fmla="*/ 6457304 h 8839200"/>
              <a:gd name="connsiteX631" fmla="*/ 4012306 w 15732060"/>
              <a:gd name="connsiteY631" fmla="*/ 6368958 h 8839200"/>
              <a:gd name="connsiteX632" fmla="*/ 4036998 w 15732060"/>
              <a:gd name="connsiteY632" fmla="*/ 6367312 h 8839200"/>
              <a:gd name="connsiteX633" fmla="*/ 4036998 w 15732060"/>
              <a:gd name="connsiteY633" fmla="*/ 6340973 h 8839200"/>
              <a:gd name="connsiteX634" fmla="*/ 4023829 w 15732060"/>
              <a:gd name="connsiteY634" fmla="*/ 6335623 h 8839200"/>
              <a:gd name="connsiteX635" fmla="*/ 5429672 w 15732060"/>
              <a:gd name="connsiteY635" fmla="*/ 6278558 h 8839200"/>
              <a:gd name="connsiteX636" fmla="*/ 5416503 w 15732060"/>
              <a:gd name="connsiteY636" fmla="*/ 6283907 h 8839200"/>
              <a:gd name="connsiteX637" fmla="*/ 5414856 w 15732060"/>
              <a:gd name="connsiteY637" fmla="*/ 6308601 h 8839200"/>
              <a:gd name="connsiteX638" fmla="*/ 4905088 w 15732060"/>
              <a:gd name="connsiteY638" fmla="*/ 6818369 h 8839200"/>
              <a:gd name="connsiteX639" fmla="*/ 4650477 w 15732060"/>
              <a:gd name="connsiteY639" fmla="*/ 6818369 h 8839200"/>
              <a:gd name="connsiteX640" fmla="*/ 4394770 w 15732060"/>
              <a:gd name="connsiteY640" fmla="*/ 7074077 h 8839200"/>
              <a:gd name="connsiteX641" fmla="*/ 4370077 w 15732060"/>
              <a:gd name="connsiteY641" fmla="*/ 7075724 h 8839200"/>
              <a:gd name="connsiteX642" fmla="*/ 4370077 w 15732060"/>
              <a:gd name="connsiteY642" fmla="*/ 7102062 h 8839200"/>
              <a:gd name="connsiteX643" fmla="*/ 4396416 w 15732060"/>
              <a:gd name="connsiteY643" fmla="*/ 7102062 h 8839200"/>
              <a:gd name="connsiteX644" fmla="*/ 4398062 w 15732060"/>
              <a:gd name="connsiteY644" fmla="*/ 7077370 h 8839200"/>
              <a:gd name="connsiteX645" fmla="*/ 4652124 w 15732060"/>
              <a:gd name="connsiteY645" fmla="*/ 6823309 h 8839200"/>
              <a:gd name="connsiteX646" fmla="*/ 4906734 w 15732060"/>
              <a:gd name="connsiteY646" fmla="*/ 6823309 h 8839200"/>
              <a:gd name="connsiteX647" fmla="*/ 5418150 w 15732060"/>
              <a:gd name="connsiteY647" fmla="*/ 6311892 h 8839200"/>
              <a:gd name="connsiteX648" fmla="*/ 5442842 w 15732060"/>
              <a:gd name="connsiteY648" fmla="*/ 6310246 h 8839200"/>
              <a:gd name="connsiteX649" fmla="*/ 5442842 w 15732060"/>
              <a:gd name="connsiteY649" fmla="*/ 6283907 h 8839200"/>
              <a:gd name="connsiteX650" fmla="*/ 5429672 w 15732060"/>
              <a:gd name="connsiteY650" fmla="*/ 6278558 h 8839200"/>
              <a:gd name="connsiteX651" fmla="*/ 2805102 w 15732060"/>
              <a:gd name="connsiteY651" fmla="*/ 6258664 h 8839200"/>
              <a:gd name="connsiteX652" fmla="*/ 2786445 w 15732060"/>
              <a:gd name="connsiteY652" fmla="*/ 6275126 h 8839200"/>
              <a:gd name="connsiteX653" fmla="*/ 2083523 w 15732060"/>
              <a:gd name="connsiteY653" fmla="*/ 6275126 h 8839200"/>
              <a:gd name="connsiteX654" fmla="*/ 1833851 w 15732060"/>
              <a:gd name="connsiteY654" fmla="*/ 6524798 h 8839200"/>
              <a:gd name="connsiteX655" fmla="*/ 1705448 w 15732060"/>
              <a:gd name="connsiteY655" fmla="*/ 6524798 h 8839200"/>
              <a:gd name="connsiteX656" fmla="*/ 1361944 w 15732060"/>
              <a:gd name="connsiteY656" fmla="*/ 6868302 h 8839200"/>
              <a:gd name="connsiteX657" fmla="*/ 696884 w 15732060"/>
              <a:gd name="connsiteY657" fmla="*/ 6868302 h 8839200"/>
              <a:gd name="connsiteX658" fmla="*/ 467516 w 15732060"/>
              <a:gd name="connsiteY658" fmla="*/ 7097670 h 8839200"/>
              <a:gd name="connsiteX659" fmla="*/ 37312 w 15732060"/>
              <a:gd name="connsiteY659" fmla="*/ 7097670 h 8839200"/>
              <a:gd name="connsiteX660" fmla="*/ 18656 w 15732060"/>
              <a:gd name="connsiteY660" fmla="*/ 7081209 h 8839200"/>
              <a:gd name="connsiteX661" fmla="*/ 0 w 15732060"/>
              <a:gd name="connsiteY661" fmla="*/ 7099866 h 8839200"/>
              <a:gd name="connsiteX662" fmla="*/ 18656 w 15732060"/>
              <a:gd name="connsiteY662" fmla="*/ 7118523 h 8839200"/>
              <a:gd name="connsiteX663" fmla="*/ 37312 w 15732060"/>
              <a:gd name="connsiteY663" fmla="*/ 7102060 h 8839200"/>
              <a:gd name="connsiteX664" fmla="*/ 469162 w 15732060"/>
              <a:gd name="connsiteY664" fmla="*/ 7102060 h 8839200"/>
              <a:gd name="connsiteX665" fmla="*/ 698532 w 15732060"/>
              <a:gd name="connsiteY665" fmla="*/ 6872692 h 8839200"/>
              <a:gd name="connsiteX666" fmla="*/ 1363590 w 15732060"/>
              <a:gd name="connsiteY666" fmla="*/ 6872692 h 8839200"/>
              <a:gd name="connsiteX667" fmla="*/ 1707095 w 15732060"/>
              <a:gd name="connsiteY667" fmla="*/ 6529187 h 8839200"/>
              <a:gd name="connsiteX668" fmla="*/ 1835498 w 15732060"/>
              <a:gd name="connsiteY668" fmla="*/ 6529187 h 8839200"/>
              <a:gd name="connsiteX669" fmla="*/ 2085169 w 15732060"/>
              <a:gd name="connsiteY669" fmla="*/ 6279516 h 8839200"/>
              <a:gd name="connsiteX670" fmla="*/ 2786445 w 15732060"/>
              <a:gd name="connsiteY670" fmla="*/ 6279516 h 8839200"/>
              <a:gd name="connsiteX671" fmla="*/ 2805102 w 15732060"/>
              <a:gd name="connsiteY671" fmla="*/ 6295978 h 8839200"/>
              <a:gd name="connsiteX672" fmla="*/ 2823759 w 15732060"/>
              <a:gd name="connsiteY672" fmla="*/ 6277321 h 8839200"/>
              <a:gd name="connsiteX673" fmla="*/ 2805102 w 15732060"/>
              <a:gd name="connsiteY673" fmla="*/ 6258664 h 8839200"/>
              <a:gd name="connsiteX674" fmla="*/ 2804554 w 15732060"/>
              <a:gd name="connsiteY674" fmla="*/ 6175257 h 8839200"/>
              <a:gd name="connsiteX675" fmla="*/ 2785897 w 15732060"/>
              <a:gd name="connsiteY675" fmla="*/ 6191720 h 8839200"/>
              <a:gd name="connsiteX676" fmla="*/ 2621826 w 15732060"/>
              <a:gd name="connsiteY676" fmla="*/ 6191720 h 8839200"/>
              <a:gd name="connsiteX677" fmla="*/ 2603170 w 15732060"/>
              <a:gd name="connsiteY677" fmla="*/ 6175257 h 8839200"/>
              <a:gd name="connsiteX678" fmla="*/ 2584513 w 15732060"/>
              <a:gd name="connsiteY678" fmla="*/ 6193914 h 8839200"/>
              <a:gd name="connsiteX679" fmla="*/ 2603170 w 15732060"/>
              <a:gd name="connsiteY679" fmla="*/ 6212571 h 8839200"/>
              <a:gd name="connsiteX680" fmla="*/ 2621826 w 15732060"/>
              <a:gd name="connsiteY680" fmla="*/ 6196109 h 8839200"/>
              <a:gd name="connsiteX681" fmla="*/ 2785897 w 15732060"/>
              <a:gd name="connsiteY681" fmla="*/ 6196109 h 8839200"/>
              <a:gd name="connsiteX682" fmla="*/ 2804554 w 15732060"/>
              <a:gd name="connsiteY682" fmla="*/ 6212571 h 8839200"/>
              <a:gd name="connsiteX683" fmla="*/ 2823210 w 15732060"/>
              <a:gd name="connsiteY683" fmla="*/ 6193914 h 8839200"/>
              <a:gd name="connsiteX684" fmla="*/ 2804554 w 15732060"/>
              <a:gd name="connsiteY684" fmla="*/ 6175257 h 8839200"/>
              <a:gd name="connsiteX685" fmla="*/ 5032942 w 15732060"/>
              <a:gd name="connsiteY685" fmla="*/ 6093636 h 8839200"/>
              <a:gd name="connsiteX686" fmla="*/ 5019772 w 15732060"/>
              <a:gd name="connsiteY686" fmla="*/ 6098986 h 8839200"/>
              <a:gd name="connsiteX687" fmla="*/ 5018126 w 15732060"/>
              <a:gd name="connsiteY687" fmla="*/ 6123679 h 8839200"/>
              <a:gd name="connsiteX688" fmla="*/ 4240576 w 15732060"/>
              <a:gd name="connsiteY688" fmla="*/ 6901227 h 8839200"/>
              <a:gd name="connsiteX689" fmla="*/ 3982126 w 15732060"/>
              <a:gd name="connsiteY689" fmla="*/ 6901227 h 8839200"/>
              <a:gd name="connsiteX690" fmla="*/ 3452054 w 15732060"/>
              <a:gd name="connsiteY690" fmla="*/ 7431300 h 8839200"/>
              <a:gd name="connsiteX691" fmla="*/ 2989475 w 15732060"/>
              <a:gd name="connsiteY691" fmla="*/ 7431300 h 8839200"/>
              <a:gd name="connsiteX692" fmla="*/ 1999568 w 15732060"/>
              <a:gd name="connsiteY692" fmla="*/ 8421206 h 8839200"/>
              <a:gd name="connsiteX693" fmla="*/ 1184156 w 15732060"/>
              <a:gd name="connsiteY693" fmla="*/ 8421206 h 8839200"/>
              <a:gd name="connsiteX694" fmla="*/ 807180 w 15732060"/>
              <a:gd name="connsiteY694" fmla="*/ 8798184 h 8839200"/>
              <a:gd name="connsiteX695" fmla="*/ 782486 w 15732060"/>
              <a:gd name="connsiteY695" fmla="*/ 8799830 h 8839200"/>
              <a:gd name="connsiteX696" fmla="*/ 782486 w 15732060"/>
              <a:gd name="connsiteY696" fmla="*/ 8826169 h 8839200"/>
              <a:gd name="connsiteX697" fmla="*/ 808826 w 15732060"/>
              <a:gd name="connsiteY697" fmla="*/ 8826169 h 8839200"/>
              <a:gd name="connsiteX698" fmla="*/ 810472 w 15732060"/>
              <a:gd name="connsiteY698" fmla="*/ 8801475 h 8839200"/>
              <a:gd name="connsiteX699" fmla="*/ 1185802 w 15732060"/>
              <a:gd name="connsiteY699" fmla="*/ 8426145 h 8839200"/>
              <a:gd name="connsiteX700" fmla="*/ 2001214 w 15732060"/>
              <a:gd name="connsiteY700" fmla="*/ 8426145 h 8839200"/>
              <a:gd name="connsiteX701" fmla="*/ 2991121 w 15732060"/>
              <a:gd name="connsiteY701" fmla="*/ 7436238 h 8839200"/>
              <a:gd name="connsiteX702" fmla="*/ 3453699 w 15732060"/>
              <a:gd name="connsiteY702" fmla="*/ 7436238 h 8839200"/>
              <a:gd name="connsiteX703" fmla="*/ 3983772 w 15732060"/>
              <a:gd name="connsiteY703" fmla="*/ 6906167 h 8839200"/>
              <a:gd name="connsiteX704" fmla="*/ 4242224 w 15732060"/>
              <a:gd name="connsiteY704" fmla="*/ 6906167 h 8839200"/>
              <a:gd name="connsiteX705" fmla="*/ 5021418 w 15732060"/>
              <a:gd name="connsiteY705" fmla="*/ 6126971 h 8839200"/>
              <a:gd name="connsiteX706" fmla="*/ 5046112 w 15732060"/>
              <a:gd name="connsiteY706" fmla="*/ 6125325 h 8839200"/>
              <a:gd name="connsiteX707" fmla="*/ 5046112 w 15732060"/>
              <a:gd name="connsiteY707" fmla="*/ 6098986 h 8839200"/>
              <a:gd name="connsiteX708" fmla="*/ 5032942 w 15732060"/>
              <a:gd name="connsiteY708" fmla="*/ 6093636 h 8839200"/>
              <a:gd name="connsiteX709" fmla="*/ 2804554 w 15732060"/>
              <a:gd name="connsiteY709" fmla="*/ 6091851 h 8839200"/>
              <a:gd name="connsiteX710" fmla="*/ 2785897 w 15732060"/>
              <a:gd name="connsiteY710" fmla="*/ 6108312 h 8839200"/>
              <a:gd name="connsiteX711" fmla="*/ 2039076 w 15732060"/>
              <a:gd name="connsiteY711" fmla="*/ 6108312 h 8839200"/>
              <a:gd name="connsiteX712" fmla="*/ 1539184 w 15732060"/>
              <a:gd name="connsiteY712" fmla="*/ 6608204 h 8839200"/>
              <a:gd name="connsiteX713" fmla="*/ 856016 w 15732060"/>
              <a:gd name="connsiteY713" fmla="*/ 6608204 h 8839200"/>
              <a:gd name="connsiteX714" fmla="*/ 609636 w 15732060"/>
              <a:gd name="connsiteY714" fmla="*/ 6854584 h 8839200"/>
              <a:gd name="connsiteX715" fmla="*/ 196444 w 15732060"/>
              <a:gd name="connsiteY715" fmla="*/ 6854584 h 8839200"/>
              <a:gd name="connsiteX716" fmla="*/ 177786 w 15732060"/>
              <a:gd name="connsiteY716" fmla="*/ 6838122 h 8839200"/>
              <a:gd name="connsiteX717" fmla="*/ 159130 w 15732060"/>
              <a:gd name="connsiteY717" fmla="*/ 6856778 h 8839200"/>
              <a:gd name="connsiteX718" fmla="*/ 177786 w 15732060"/>
              <a:gd name="connsiteY718" fmla="*/ 6875435 h 8839200"/>
              <a:gd name="connsiteX719" fmla="*/ 196444 w 15732060"/>
              <a:gd name="connsiteY719" fmla="*/ 6858974 h 8839200"/>
              <a:gd name="connsiteX720" fmla="*/ 611832 w 15732060"/>
              <a:gd name="connsiteY720" fmla="*/ 6858974 h 8839200"/>
              <a:gd name="connsiteX721" fmla="*/ 858212 w 15732060"/>
              <a:gd name="connsiteY721" fmla="*/ 6612594 h 8839200"/>
              <a:gd name="connsiteX722" fmla="*/ 1541379 w 15732060"/>
              <a:gd name="connsiteY722" fmla="*/ 6612594 h 8839200"/>
              <a:gd name="connsiteX723" fmla="*/ 2041271 w 15732060"/>
              <a:gd name="connsiteY723" fmla="*/ 6112703 h 8839200"/>
              <a:gd name="connsiteX724" fmla="*/ 2785897 w 15732060"/>
              <a:gd name="connsiteY724" fmla="*/ 6112703 h 8839200"/>
              <a:gd name="connsiteX725" fmla="*/ 2804554 w 15732060"/>
              <a:gd name="connsiteY725" fmla="*/ 6129164 h 8839200"/>
              <a:gd name="connsiteX726" fmla="*/ 2823210 w 15732060"/>
              <a:gd name="connsiteY726" fmla="*/ 6110508 h 8839200"/>
              <a:gd name="connsiteX727" fmla="*/ 2804554 w 15732060"/>
              <a:gd name="connsiteY727" fmla="*/ 6091851 h 8839200"/>
              <a:gd name="connsiteX728" fmla="*/ 3537106 w 15732060"/>
              <a:gd name="connsiteY728" fmla="*/ 6091851 h 8839200"/>
              <a:gd name="connsiteX729" fmla="*/ 3518449 w 15732060"/>
              <a:gd name="connsiteY729" fmla="*/ 6108312 h 8839200"/>
              <a:gd name="connsiteX730" fmla="*/ 3354379 w 15732060"/>
              <a:gd name="connsiteY730" fmla="*/ 6108312 h 8839200"/>
              <a:gd name="connsiteX731" fmla="*/ 3335723 w 15732060"/>
              <a:gd name="connsiteY731" fmla="*/ 6091851 h 8839200"/>
              <a:gd name="connsiteX732" fmla="*/ 3317066 w 15732060"/>
              <a:gd name="connsiteY732" fmla="*/ 6110508 h 8839200"/>
              <a:gd name="connsiteX733" fmla="*/ 3335723 w 15732060"/>
              <a:gd name="connsiteY733" fmla="*/ 6129164 h 8839200"/>
              <a:gd name="connsiteX734" fmla="*/ 3354379 w 15732060"/>
              <a:gd name="connsiteY734" fmla="*/ 6112703 h 8839200"/>
              <a:gd name="connsiteX735" fmla="*/ 3518449 w 15732060"/>
              <a:gd name="connsiteY735" fmla="*/ 6112703 h 8839200"/>
              <a:gd name="connsiteX736" fmla="*/ 3537106 w 15732060"/>
              <a:gd name="connsiteY736" fmla="*/ 6129164 h 8839200"/>
              <a:gd name="connsiteX737" fmla="*/ 3555763 w 15732060"/>
              <a:gd name="connsiteY737" fmla="*/ 6110508 h 8839200"/>
              <a:gd name="connsiteX738" fmla="*/ 3537106 w 15732060"/>
              <a:gd name="connsiteY738" fmla="*/ 6091851 h 8839200"/>
              <a:gd name="connsiteX739" fmla="*/ 12898423 w 15732060"/>
              <a:gd name="connsiteY739" fmla="*/ 6025593 h 8839200"/>
              <a:gd name="connsiteX740" fmla="*/ 12885254 w 15732060"/>
              <a:gd name="connsiteY740" fmla="*/ 6030944 h 8839200"/>
              <a:gd name="connsiteX741" fmla="*/ 12885254 w 15732060"/>
              <a:gd name="connsiteY741" fmla="*/ 6057283 h 8839200"/>
              <a:gd name="connsiteX742" fmla="*/ 12909946 w 15732060"/>
              <a:gd name="connsiteY742" fmla="*/ 6058928 h 8839200"/>
              <a:gd name="connsiteX743" fmla="*/ 12959881 w 15732060"/>
              <a:gd name="connsiteY743" fmla="*/ 6108862 h 8839200"/>
              <a:gd name="connsiteX744" fmla="*/ 12960428 w 15732060"/>
              <a:gd name="connsiteY744" fmla="*/ 6108862 h 8839200"/>
              <a:gd name="connsiteX745" fmla="*/ 14895795 w 15732060"/>
              <a:gd name="connsiteY745" fmla="*/ 6109412 h 8839200"/>
              <a:gd name="connsiteX746" fmla="*/ 15247532 w 15732060"/>
              <a:gd name="connsiteY746" fmla="*/ 6461147 h 8839200"/>
              <a:gd name="connsiteX747" fmla="*/ 15249178 w 15732060"/>
              <a:gd name="connsiteY747" fmla="*/ 6485840 h 8839200"/>
              <a:gd name="connsiteX748" fmla="*/ 15275517 w 15732060"/>
              <a:gd name="connsiteY748" fmla="*/ 6485840 h 8839200"/>
              <a:gd name="connsiteX749" fmla="*/ 15275517 w 15732060"/>
              <a:gd name="connsiteY749" fmla="*/ 6459501 h 8839200"/>
              <a:gd name="connsiteX750" fmla="*/ 15250825 w 15732060"/>
              <a:gd name="connsiteY750" fmla="*/ 6457855 h 8839200"/>
              <a:gd name="connsiteX751" fmla="*/ 14898539 w 15732060"/>
              <a:gd name="connsiteY751" fmla="*/ 6105571 h 8839200"/>
              <a:gd name="connsiteX752" fmla="*/ 14897992 w 15732060"/>
              <a:gd name="connsiteY752" fmla="*/ 6105571 h 8839200"/>
              <a:gd name="connsiteX753" fmla="*/ 12962625 w 15732060"/>
              <a:gd name="connsiteY753" fmla="*/ 6105022 h 8839200"/>
              <a:gd name="connsiteX754" fmla="*/ 12913239 w 15732060"/>
              <a:gd name="connsiteY754" fmla="*/ 6055636 h 8839200"/>
              <a:gd name="connsiteX755" fmla="*/ 12911593 w 15732060"/>
              <a:gd name="connsiteY755" fmla="*/ 6030944 h 8839200"/>
              <a:gd name="connsiteX756" fmla="*/ 12898423 w 15732060"/>
              <a:gd name="connsiteY756" fmla="*/ 6025593 h 8839200"/>
              <a:gd name="connsiteX757" fmla="*/ 2805102 w 15732060"/>
              <a:gd name="connsiteY757" fmla="*/ 6008444 h 8839200"/>
              <a:gd name="connsiteX758" fmla="*/ 2786445 w 15732060"/>
              <a:gd name="connsiteY758" fmla="*/ 6024906 h 8839200"/>
              <a:gd name="connsiteX759" fmla="*/ 2018774 w 15732060"/>
              <a:gd name="connsiteY759" fmla="*/ 6024906 h 8839200"/>
              <a:gd name="connsiteX760" fmla="*/ 1510650 w 15732060"/>
              <a:gd name="connsiteY760" fmla="*/ 6533028 h 8839200"/>
              <a:gd name="connsiteX761" fmla="*/ 1277989 w 15732060"/>
              <a:gd name="connsiteY761" fmla="*/ 6533028 h 8839200"/>
              <a:gd name="connsiteX762" fmla="*/ 1184156 w 15732060"/>
              <a:gd name="connsiteY762" fmla="*/ 6439196 h 8839200"/>
              <a:gd name="connsiteX763" fmla="*/ 1183608 w 15732060"/>
              <a:gd name="connsiteY763" fmla="*/ 6439196 h 8839200"/>
              <a:gd name="connsiteX764" fmla="*/ 931192 w 15732060"/>
              <a:gd name="connsiteY764" fmla="*/ 6438647 h 8839200"/>
              <a:gd name="connsiteX765" fmla="*/ 686458 w 15732060"/>
              <a:gd name="connsiteY765" fmla="*/ 6683380 h 8839200"/>
              <a:gd name="connsiteX766" fmla="*/ 171752 w 15732060"/>
              <a:gd name="connsiteY766" fmla="*/ 6683380 h 8839200"/>
              <a:gd name="connsiteX767" fmla="*/ 32374 w 15732060"/>
              <a:gd name="connsiteY767" fmla="*/ 6822757 h 8839200"/>
              <a:gd name="connsiteX768" fmla="*/ 7682 w 15732060"/>
              <a:gd name="connsiteY768" fmla="*/ 6824403 h 8839200"/>
              <a:gd name="connsiteX769" fmla="*/ 7682 w 15732060"/>
              <a:gd name="connsiteY769" fmla="*/ 6850743 h 8839200"/>
              <a:gd name="connsiteX770" fmla="*/ 34020 w 15732060"/>
              <a:gd name="connsiteY770" fmla="*/ 6850743 h 8839200"/>
              <a:gd name="connsiteX771" fmla="*/ 34568 w 15732060"/>
              <a:gd name="connsiteY771" fmla="*/ 6850743 h 8839200"/>
              <a:gd name="connsiteX772" fmla="*/ 36216 w 15732060"/>
              <a:gd name="connsiteY772" fmla="*/ 6826050 h 8839200"/>
              <a:gd name="connsiteX773" fmla="*/ 174494 w 15732060"/>
              <a:gd name="connsiteY773" fmla="*/ 6687770 h 8839200"/>
              <a:gd name="connsiteX774" fmla="*/ 688654 w 15732060"/>
              <a:gd name="connsiteY774" fmla="*/ 6687770 h 8839200"/>
              <a:gd name="connsiteX775" fmla="*/ 933388 w 15732060"/>
              <a:gd name="connsiteY775" fmla="*/ 6443037 h 8839200"/>
              <a:gd name="connsiteX776" fmla="*/ 1181412 w 15732060"/>
              <a:gd name="connsiteY776" fmla="*/ 6443037 h 8839200"/>
              <a:gd name="connsiteX777" fmla="*/ 1275245 w 15732060"/>
              <a:gd name="connsiteY777" fmla="*/ 6536870 h 8839200"/>
              <a:gd name="connsiteX778" fmla="*/ 1275794 w 15732060"/>
              <a:gd name="connsiteY778" fmla="*/ 6536870 h 8839200"/>
              <a:gd name="connsiteX779" fmla="*/ 1512845 w 15732060"/>
              <a:gd name="connsiteY779" fmla="*/ 6537419 h 8839200"/>
              <a:gd name="connsiteX780" fmla="*/ 2020968 w 15732060"/>
              <a:gd name="connsiteY780" fmla="*/ 6029295 h 8839200"/>
              <a:gd name="connsiteX781" fmla="*/ 2786445 w 15732060"/>
              <a:gd name="connsiteY781" fmla="*/ 6029295 h 8839200"/>
              <a:gd name="connsiteX782" fmla="*/ 2805102 w 15732060"/>
              <a:gd name="connsiteY782" fmla="*/ 6045757 h 8839200"/>
              <a:gd name="connsiteX783" fmla="*/ 2823759 w 15732060"/>
              <a:gd name="connsiteY783" fmla="*/ 6027101 h 8839200"/>
              <a:gd name="connsiteX784" fmla="*/ 2805102 w 15732060"/>
              <a:gd name="connsiteY784" fmla="*/ 6008444 h 8839200"/>
              <a:gd name="connsiteX785" fmla="*/ 4046876 w 15732060"/>
              <a:gd name="connsiteY785" fmla="*/ 6008444 h 8839200"/>
              <a:gd name="connsiteX786" fmla="*/ 4028219 w 15732060"/>
              <a:gd name="connsiteY786" fmla="*/ 6024906 h 8839200"/>
              <a:gd name="connsiteX787" fmla="*/ 3354379 w 15732060"/>
              <a:gd name="connsiteY787" fmla="*/ 6024906 h 8839200"/>
              <a:gd name="connsiteX788" fmla="*/ 3335723 w 15732060"/>
              <a:gd name="connsiteY788" fmla="*/ 6008444 h 8839200"/>
              <a:gd name="connsiteX789" fmla="*/ 3317066 w 15732060"/>
              <a:gd name="connsiteY789" fmla="*/ 6027101 h 8839200"/>
              <a:gd name="connsiteX790" fmla="*/ 3335723 w 15732060"/>
              <a:gd name="connsiteY790" fmla="*/ 6045757 h 8839200"/>
              <a:gd name="connsiteX791" fmla="*/ 3354379 w 15732060"/>
              <a:gd name="connsiteY791" fmla="*/ 6029295 h 8839200"/>
              <a:gd name="connsiteX792" fmla="*/ 4028219 w 15732060"/>
              <a:gd name="connsiteY792" fmla="*/ 6029295 h 8839200"/>
              <a:gd name="connsiteX793" fmla="*/ 4046876 w 15732060"/>
              <a:gd name="connsiteY793" fmla="*/ 6045757 h 8839200"/>
              <a:gd name="connsiteX794" fmla="*/ 4065533 w 15732060"/>
              <a:gd name="connsiteY794" fmla="*/ 6027101 h 8839200"/>
              <a:gd name="connsiteX795" fmla="*/ 4046876 w 15732060"/>
              <a:gd name="connsiteY795" fmla="*/ 6008444 h 8839200"/>
              <a:gd name="connsiteX796" fmla="*/ 2804004 w 15732060"/>
              <a:gd name="connsiteY796" fmla="*/ 5926136 h 8839200"/>
              <a:gd name="connsiteX797" fmla="*/ 2785348 w 15732060"/>
              <a:gd name="connsiteY797" fmla="*/ 5942599 h 8839200"/>
              <a:gd name="connsiteX798" fmla="*/ 1992983 w 15732060"/>
              <a:gd name="connsiteY798" fmla="*/ 5942599 h 8839200"/>
              <a:gd name="connsiteX799" fmla="*/ 1601739 w 15732060"/>
              <a:gd name="connsiteY799" fmla="*/ 6333841 h 8839200"/>
              <a:gd name="connsiteX800" fmla="*/ 932838 w 15732060"/>
              <a:gd name="connsiteY800" fmla="*/ 6333841 h 8839200"/>
              <a:gd name="connsiteX801" fmla="*/ 706762 w 15732060"/>
              <a:gd name="connsiteY801" fmla="*/ 6559919 h 8839200"/>
              <a:gd name="connsiteX802" fmla="*/ 441726 w 15732060"/>
              <a:gd name="connsiteY802" fmla="*/ 6559919 h 8839200"/>
              <a:gd name="connsiteX803" fmla="*/ 423070 w 15732060"/>
              <a:gd name="connsiteY803" fmla="*/ 6543456 h 8839200"/>
              <a:gd name="connsiteX804" fmla="*/ 404412 w 15732060"/>
              <a:gd name="connsiteY804" fmla="*/ 6562113 h 8839200"/>
              <a:gd name="connsiteX805" fmla="*/ 423070 w 15732060"/>
              <a:gd name="connsiteY805" fmla="*/ 6580770 h 8839200"/>
              <a:gd name="connsiteX806" fmla="*/ 441726 w 15732060"/>
              <a:gd name="connsiteY806" fmla="*/ 6564307 h 8839200"/>
              <a:gd name="connsiteX807" fmla="*/ 708958 w 15732060"/>
              <a:gd name="connsiteY807" fmla="*/ 6564307 h 8839200"/>
              <a:gd name="connsiteX808" fmla="*/ 935034 w 15732060"/>
              <a:gd name="connsiteY808" fmla="*/ 6338232 h 8839200"/>
              <a:gd name="connsiteX809" fmla="*/ 1603934 w 15732060"/>
              <a:gd name="connsiteY809" fmla="*/ 6338232 h 8839200"/>
              <a:gd name="connsiteX810" fmla="*/ 1995178 w 15732060"/>
              <a:gd name="connsiteY810" fmla="*/ 5946987 h 8839200"/>
              <a:gd name="connsiteX811" fmla="*/ 2785348 w 15732060"/>
              <a:gd name="connsiteY811" fmla="*/ 5946987 h 8839200"/>
              <a:gd name="connsiteX812" fmla="*/ 2804004 w 15732060"/>
              <a:gd name="connsiteY812" fmla="*/ 5963450 h 8839200"/>
              <a:gd name="connsiteX813" fmla="*/ 2822662 w 15732060"/>
              <a:gd name="connsiteY813" fmla="*/ 5944793 h 8839200"/>
              <a:gd name="connsiteX814" fmla="*/ 2804004 w 15732060"/>
              <a:gd name="connsiteY814" fmla="*/ 5926136 h 8839200"/>
              <a:gd name="connsiteX815" fmla="*/ 11466789 w 15732060"/>
              <a:gd name="connsiteY815" fmla="*/ 5863170 h 8839200"/>
              <a:gd name="connsiteX816" fmla="*/ 11453620 w 15732060"/>
              <a:gd name="connsiteY816" fmla="*/ 5868520 h 8839200"/>
              <a:gd name="connsiteX817" fmla="*/ 11453620 w 15732060"/>
              <a:gd name="connsiteY817" fmla="*/ 5894858 h 8839200"/>
              <a:gd name="connsiteX818" fmla="*/ 11478312 w 15732060"/>
              <a:gd name="connsiteY818" fmla="*/ 5896505 h 8839200"/>
              <a:gd name="connsiteX819" fmla="*/ 11798770 w 15732060"/>
              <a:gd name="connsiteY819" fmla="*/ 6216962 h 8839200"/>
              <a:gd name="connsiteX820" fmla="*/ 11799319 w 15732060"/>
              <a:gd name="connsiteY820" fmla="*/ 6216962 h 8839200"/>
              <a:gd name="connsiteX821" fmla="*/ 12278359 w 15732060"/>
              <a:gd name="connsiteY821" fmla="*/ 6217512 h 8839200"/>
              <a:gd name="connsiteX822" fmla="*/ 12570284 w 15732060"/>
              <a:gd name="connsiteY822" fmla="*/ 6509985 h 8839200"/>
              <a:gd name="connsiteX823" fmla="*/ 12570831 w 15732060"/>
              <a:gd name="connsiteY823" fmla="*/ 6509985 h 8839200"/>
              <a:gd name="connsiteX824" fmla="*/ 13854309 w 15732060"/>
              <a:gd name="connsiteY824" fmla="*/ 6510533 h 8839200"/>
              <a:gd name="connsiteX825" fmla="*/ 14513881 w 15732060"/>
              <a:gd name="connsiteY825" fmla="*/ 7170105 h 8839200"/>
              <a:gd name="connsiteX826" fmla="*/ 14514429 w 15732060"/>
              <a:gd name="connsiteY826" fmla="*/ 7170105 h 8839200"/>
              <a:gd name="connsiteX827" fmla="*/ 15260152 w 15732060"/>
              <a:gd name="connsiteY827" fmla="*/ 7170654 h 8839200"/>
              <a:gd name="connsiteX828" fmla="*/ 15528481 w 15732060"/>
              <a:gd name="connsiteY828" fmla="*/ 6902325 h 8839200"/>
              <a:gd name="connsiteX829" fmla="*/ 15694745 w 15732060"/>
              <a:gd name="connsiteY829" fmla="*/ 6902325 h 8839200"/>
              <a:gd name="connsiteX830" fmla="*/ 15713402 w 15732060"/>
              <a:gd name="connsiteY830" fmla="*/ 6918787 h 8839200"/>
              <a:gd name="connsiteX831" fmla="*/ 15732060 w 15732060"/>
              <a:gd name="connsiteY831" fmla="*/ 6900130 h 8839200"/>
              <a:gd name="connsiteX832" fmla="*/ 15713402 w 15732060"/>
              <a:gd name="connsiteY832" fmla="*/ 6881473 h 8839200"/>
              <a:gd name="connsiteX833" fmla="*/ 15712305 w 15732060"/>
              <a:gd name="connsiteY833" fmla="*/ 6880925 h 8839200"/>
              <a:gd name="connsiteX834" fmla="*/ 15693648 w 15732060"/>
              <a:gd name="connsiteY834" fmla="*/ 6897386 h 8839200"/>
              <a:gd name="connsiteX835" fmla="*/ 15525737 w 15732060"/>
              <a:gd name="connsiteY835" fmla="*/ 6897386 h 8839200"/>
              <a:gd name="connsiteX836" fmla="*/ 15257409 w 15732060"/>
              <a:gd name="connsiteY836" fmla="*/ 7165715 h 8839200"/>
              <a:gd name="connsiteX837" fmla="*/ 14516076 w 15732060"/>
              <a:gd name="connsiteY837" fmla="*/ 7165715 h 8839200"/>
              <a:gd name="connsiteX838" fmla="*/ 13856504 w 15732060"/>
              <a:gd name="connsiteY838" fmla="*/ 6506142 h 8839200"/>
              <a:gd name="connsiteX839" fmla="*/ 13855954 w 15732060"/>
              <a:gd name="connsiteY839" fmla="*/ 6506142 h 8839200"/>
              <a:gd name="connsiteX840" fmla="*/ 12572478 w 15732060"/>
              <a:gd name="connsiteY840" fmla="*/ 6505594 h 8839200"/>
              <a:gd name="connsiteX841" fmla="*/ 12280554 w 15732060"/>
              <a:gd name="connsiteY841" fmla="*/ 6213121 h 8839200"/>
              <a:gd name="connsiteX842" fmla="*/ 12280005 w 15732060"/>
              <a:gd name="connsiteY842" fmla="*/ 6213121 h 8839200"/>
              <a:gd name="connsiteX843" fmla="*/ 11800964 w 15732060"/>
              <a:gd name="connsiteY843" fmla="*/ 6212573 h 8839200"/>
              <a:gd name="connsiteX844" fmla="*/ 11481604 w 15732060"/>
              <a:gd name="connsiteY844" fmla="*/ 5893212 h 8839200"/>
              <a:gd name="connsiteX845" fmla="*/ 11479958 w 15732060"/>
              <a:gd name="connsiteY845" fmla="*/ 5868520 h 8839200"/>
              <a:gd name="connsiteX846" fmla="*/ 11466789 w 15732060"/>
              <a:gd name="connsiteY846" fmla="*/ 5863170 h 8839200"/>
              <a:gd name="connsiteX847" fmla="*/ 10306776 w 15732060"/>
              <a:gd name="connsiteY847" fmla="*/ 5831892 h 8839200"/>
              <a:gd name="connsiteX848" fmla="*/ 10293606 w 15732060"/>
              <a:gd name="connsiteY848" fmla="*/ 5837242 h 8839200"/>
              <a:gd name="connsiteX849" fmla="*/ 10293606 w 15732060"/>
              <a:gd name="connsiteY849" fmla="*/ 5863581 h 8839200"/>
              <a:gd name="connsiteX850" fmla="*/ 10318299 w 15732060"/>
              <a:gd name="connsiteY850" fmla="*/ 5865227 h 8839200"/>
              <a:gd name="connsiteX851" fmla="*/ 11084873 w 15732060"/>
              <a:gd name="connsiteY851" fmla="*/ 6631802 h 8839200"/>
              <a:gd name="connsiteX852" fmla="*/ 11085422 w 15732060"/>
              <a:gd name="connsiteY852" fmla="*/ 6631802 h 8839200"/>
              <a:gd name="connsiteX853" fmla="*/ 11608362 w 15732060"/>
              <a:gd name="connsiteY853" fmla="*/ 6632351 h 8839200"/>
              <a:gd name="connsiteX854" fmla="*/ 12314575 w 15732060"/>
              <a:gd name="connsiteY854" fmla="*/ 7338565 h 8839200"/>
              <a:gd name="connsiteX855" fmla="*/ 12315125 w 15732060"/>
              <a:gd name="connsiteY855" fmla="*/ 7338565 h 8839200"/>
              <a:gd name="connsiteX856" fmla="*/ 12698685 w 15732060"/>
              <a:gd name="connsiteY856" fmla="*/ 7339114 h 8839200"/>
              <a:gd name="connsiteX857" fmla="*/ 13217234 w 15732060"/>
              <a:gd name="connsiteY857" fmla="*/ 7857663 h 8839200"/>
              <a:gd name="connsiteX858" fmla="*/ 13217784 w 15732060"/>
              <a:gd name="connsiteY858" fmla="*/ 7857663 h 8839200"/>
              <a:gd name="connsiteX859" fmla="*/ 14276830 w 15732060"/>
              <a:gd name="connsiteY859" fmla="*/ 7858211 h 8839200"/>
              <a:gd name="connsiteX860" fmla="*/ 15188818 w 15732060"/>
              <a:gd name="connsiteY860" fmla="*/ 8770198 h 8839200"/>
              <a:gd name="connsiteX861" fmla="*/ 15190464 w 15732060"/>
              <a:gd name="connsiteY861" fmla="*/ 8794890 h 8839200"/>
              <a:gd name="connsiteX862" fmla="*/ 15216802 w 15732060"/>
              <a:gd name="connsiteY862" fmla="*/ 8794890 h 8839200"/>
              <a:gd name="connsiteX863" fmla="*/ 15216802 w 15732060"/>
              <a:gd name="connsiteY863" fmla="*/ 8768552 h 8839200"/>
              <a:gd name="connsiteX864" fmla="*/ 15192109 w 15732060"/>
              <a:gd name="connsiteY864" fmla="*/ 8766906 h 8839200"/>
              <a:gd name="connsiteX865" fmla="*/ 14279574 w 15732060"/>
              <a:gd name="connsiteY865" fmla="*/ 7854370 h 8839200"/>
              <a:gd name="connsiteX866" fmla="*/ 14279025 w 15732060"/>
              <a:gd name="connsiteY866" fmla="*/ 7854370 h 8839200"/>
              <a:gd name="connsiteX867" fmla="*/ 13219978 w 15732060"/>
              <a:gd name="connsiteY867" fmla="*/ 7853821 h 8839200"/>
              <a:gd name="connsiteX868" fmla="*/ 12701429 w 15732060"/>
              <a:gd name="connsiteY868" fmla="*/ 7335272 h 8839200"/>
              <a:gd name="connsiteX869" fmla="*/ 12700880 w 15732060"/>
              <a:gd name="connsiteY869" fmla="*/ 7335272 h 8839200"/>
              <a:gd name="connsiteX870" fmla="*/ 12317319 w 15732060"/>
              <a:gd name="connsiteY870" fmla="*/ 7334723 h 8839200"/>
              <a:gd name="connsiteX871" fmla="*/ 11611104 w 15732060"/>
              <a:gd name="connsiteY871" fmla="*/ 6628510 h 8839200"/>
              <a:gd name="connsiteX872" fmla="*/ 11610556 w 15732060"/>
              <a:gd name="connsiteY872" fmla="*/ 6628510 h 8839200"/>
              <a:gd name="connsiteX873" fmla="*/ 11087617 w 15732060"/>
              <a:gd name="connsiteY873" fmla="*/ 6627961 h 8839200"/>
              <a:gd name="connsiteX874" fmla="*/ 10321592 w 15732060"/>
              <a:gd name="connsiteY874" fmla="*/ 5861935 h 8839200"/>
              <a:gd name="connsiteX875" fmla="*/ 10319945 w 15732060"/>
              <a:gd name="connsiteY875" fmla="*/ 5837242 h 8839200"/>
              <a:gd name="connsiteX876" fmla="*/ 10306776 w 15732060"/>
              <a:gd name="connsiteY876" fmla="*/ 5831892 h 8839200"/>
              <a:gd name="connsiteX877" fmla="*/ 8942636 w 15732060"/>
              <a:gd name="connsiteY877" fmla="*/ 5819683 h 8839200"/>
              <a:gd name="connsiteX878" fmla="*/ 8923979 w 15732060"/>
              <a:gd name="connsiteY878" fmla="*/ 5838340 h 8839200"/>
              <a:gd name="connsiteX879" fmla="*/ 8940440 w 15732060"/>
              <a:gd name="connsiteY879" fmla="*/ 5856997 h 8839200"/>
              <a:gd name="connsiteX880" fmla="*/ 8940440 w 15732060"/>
              <a:gd name="connsiteY880" fmla="*/ 6048502 h 8839200"/>
              <a:gd name="connsiteX881" fmla="*/ 9310833 w 15732060"/>
              <a:gd name="connsiteY881" fmla="*/ 6418895 h 8839200"/>
              <a:gd name="connsiteX882" fmla="*/ 9310833 w 15732060"/>
              <a:gd name="connsiteY882" fmla="*/ 6624667 h 8839200"/>
              <a:gd name="connsiteX883" fmla="*/ 9294370 w 15732060"/>
              <a:gd name="connsiteY883" fmla="*/ 6643325 h 8839200"/>
              <a:gd name="connsiteX884" fmla="*/ 9313027 w 15732060"/>
              <a:gd name="connsiteY884" fmla="*/ 6661982 h 8839200"/>
              <a:gd name="connsiteX885" fmla="*/ 9331684 w 15732060"/>
              <a:gd name="connsiteY885" fmla="*/ 6643325 h 8839200"/>
              <a:gd name="connsiteX886" fmla="*/ 9315223 w 15732060"/>
              <a:gd name="connsiteY886" fmla="*/ 6624667 h 8839200"/>
              <a:gd name="connsiteX887" fmla="*/ 9315223 w 15732060"/>
              <a:gd name="connsiteY887" fmla="*/ 6416700 h 8839200"/>
              <a:gd name="connsiteX888" fmla="*/ 8944831 w 15732060"/>
              <a:gd name="connsiteY888" fmla="*/ 6046308 h 8839200"/>
              <a:gd name="connsiteX889" fmla="*/ 8944831 w 15732060"/>
              <a:gd name="connsiteY889" fmla="*/ 5856997 h 8839200"/>
              <a:gd name="connsiteX890" fmla="*/ 8961292 w 15732060"/>
              <a:gd name="connsiteY890" fmla="*/ 5838340 h 8839200"/>
              <a:gd name="connsiteX891" fmla="*/ 8942636 w 15732060"/>
              <a:gd name="connsiteY891" fmla="*/ 5819683 h 8839200"/>
              <a:gd name="connsiteX892" fmla="*/ 11741153 w 15732060"/>
              <a:gd name="connsiteY892" fmla="*/ 5795127 h 8839200"/>
              <a:gd name="connsiteX893" fmla="*/ 11727985 w 15732060"/>
              <a:gd name="connsiteY893" fmla="*/ 5800478 h 8839200"/>
              <a:gd name="connsiteX894" fmla="*/ 11727985 w 15732060"/>
              <a:gd name="connsiteY894" fmla="*/ 5826817 h 8839200"/>
              <a:gd name="connsiteX895" fmla="*/ 11752677 w 15732060"/>
              <a:gd name="connsiteY895" fmla="*/ 5828462 h 8839200"/>
              <a:gd name="connsiteX896" fmla="*/ 11802611 w 15732060"/>
              <a:gd name="connsiteY896" fmla="*/ 5878396 h 8839200"/>
              <a:gd name="connsiteX897" fmla="*/ 11803160 w 15732060"/>
              <a:gd name="connsiteY897" fmla="*/ 5878396 h 8839200"/>
              <a:gd name="connsiteX898" fmla="*/ 12455050 w 15732060"/>
              <a:gd name="connsiteY898" fmla="*/ 5878946 h 8839200"/>
              <a:gd name="connsiteX899" fmla="*/ 12555466 w 15732060"/>
              <a:gd name="connsiteY899" fmla="*/ 5979363 h 8839200"/>
              <a:gd name="connsiteX900" fmla="*/ 12556016 w 15732060"/>
              <a:gd name="connsiteY900" fmla="*/ 5979363 h 8839200"/>
              <a:gd name="connsiteX901" fmla="*/ 12677833 w 15732060"/>
              <a:gd name="connsiteY901" fmla="*/ 5979911 h 8839200"/>
              <a:gd name="connsiteX902" fmla="*/ 12696491 w 15732060"/>
              <a:gd name="connsiteY902" fmla="*/ 5996373 h 8839200"/>
              <a:gd name="connsiteX903" fmla="*/ 12715147 w 15732060"/>
              <a:gd name="connsiteY903" fmla="*/ 5977717 h 8839200"/>
              <a:gd name="connsiteX904" fmla="*/ 12696491 w 15732060"/>
              <a:gd name="connsiteY904" fmla="*/ 5959060 h 8839200"/>
              <a:gd name="connsiteX905" fmla="*/ 12677833 w 15732060"/>
              <a:gd name="connsiteY905" fmla="*/ 5975522 h 8839200"/>
              <a:gd name="connsiteX906" fmla="*/ 12558210 w 15732060"/>
              <a:gd name="connsiteY906" fmla="*/ 5975522 h 8839200"/>
              <a:gd name="connsiteX907" fmla="*/ 12457794 w 15732060"/>
              <a:gd name="connsiteY907" fmla="*/ 5875104 h 8839200"/>
              <a:gd name="connsiteX908" fmla="*/ 12457245 w 15732060"/>
              <a:gd name="connsiteY908" fmla="*/ 5875104 h 8839200"/>
              <a:gd name="connsiteX909" fmla="*/ 11805354 w 15732060"/>
              <a:gd name="connsiteY909" fmla="*/ 5874555 h 8839200"/>
              <a:gd name="connsiteX910" fmla="*/ 11755968 w 15732060"/>
              <a:gd name="connsiteY910" fmla="*/ 5825170 h 8839200"/>
              <a:gd name="connsiteX911" fmla="*/ 11754323 w 15732060"/>
              <a:gd name="connsiteY911" fmla="*/ 5800478 h 8839200"/>
              <a:gd name="connsiteX912" fmla="*/ 11741153 w 15732060"/>
              <a:gd name="connsiteY912" fmla="*/ 5795127 h 8839200"/>
              <a:gd name="connsiteX913" fmla="*/ 4557194 w 15732060"/>
              <a:gd name="connsiteY913" fmla="*/ 5784150 h 8839200"/>
              <a:gd name="connsiteX914" fmla="*/ 4544024 w 15732060"/>
              <a:gd name="connsiteY914" fmla="*/ 5789500 h 8839200"/>
              <a:gd name="connsiteX915" fmla="*/ 4543476 w 15732060"/>
              <a:gd name="connsiteY915" fmla="*/ 5789500 h 8839200"/>
              <a:gd name="connsiteX916" fmla="*/ 4541829 w 15732060"/>
              <a:gd name="connsiteY916" fmla="*/ 5814194 h 8839200"/>
              <a:gd name="connsiteX917" fmla="*/ 4081446 w 15732060"/>
              <a:gd name="connsiteY917" fmla="*/ 6275126 h 8839200"/>
              <a:gd name="connsiteX918" fmla="*/ 3354379 w 15732060"/>
              <a:gd name="connsiteY918" fmla="*/ 6275126 h 8839200"/>
              <a:gd name="connsiteX919" fmla="*/ 3335723 w 15732060"/>
              <a:gd name="connsiteY919" fmla="*/ 6258664 h 8839200"/>
              <a:gd name="connsiteX920" fmla="*/ 3317066 w 15732060"/>
              <a:gd name="connsiteY920" fmla="*/ 6277321 h 8839200"/>
              <a:gd name="connsiteX921" fmla="*/ 3335723 w 15732060"/>
              <a:gd name="connsiteY921" fmla="*/ 6295978 h 8839200"/>
              <a:gd name="connsiteX922" fmla="*/ 3354379 w 15732060"/>
              <a:gd name="connsiteY922" fmla="*/ 6279516 h 8839200"/>
              <a:gd name="connsiteX923" fmla="*/ 4083641 w 15732060"/>
              <a:gd name="connsiteY923" fmla="*/ 6279516 h 8839200"/>
              <a:gd name="connsiteX924" fmla="*/ 4545670 w 15732060"/>
              <a:gd name="connsiteY924" fmla="*/ 5817486 h 8839200"/>
              <a:gd name="connsiteX925" fmla="*/ 4570363 w 15732060"/>
              <a:gd name="connsiteY925" fmla="*/ 5815840 h 8839200"/>
              <a:gd name="connsiteX926" fmla="*/ 4570363 w 15732060"/>
              <a:gd name="connsiteY926" fmla="*/ 5789500 h 8839200"/>
              <a:gd name="connsiteX927" fmla="*/ 4557194 w 15732060"/>
              <a:gd name="connsiteY927" fmla="*/ 5784150 h 8839200"/>
              <a:gd name="connsiteX928" fmla="*/ 10997625 w 15732060"/>
              <a:gd name="connsiteY928" fmla="*/ 5764947 h 8839200"/>
              <a:gd name="connsiteX929" fmla="*/ 10984456 w 15732060"/>
              <a:gd name="connsiteY929" fmla="*/ 5770298 h 8839200"/>
              <a:gd name="connsiteX930" fmla="*/ 10984456 w 15732060"/>
              <a:gd name="connsiteY930" fmla="*/ 5796637 h 8839200"/>
              <a:gd name="connsiteX931" fmla="*/ 11009149 w 15732060"/>
              <a:gd name="connsiteY931" fmla="*/ 5798282 h 8839200"/>
              <a:gd name="connsiteX932" fmla="*/ 11105724 w 15732060"/>
              <a:gd name="connsiteY932" fmla="*/ 5894858 h 8839200"/>
              <a:gd name="connsiteX933" fmla="*/ 11105724 w 15732060"/>
              <a:gd name="connsiteY933" fmla="*/ 6118191 h 8839200"/>
              <a:gd name="connsiteX934" fmla="*/ 11291745 w 15732060"/>
              <a:gd name="connsiteY934" fmla="*/ 6304211 h 8839200"/>
              <a:gd name="connsiteX935" fmla="*/ 11293390 w 15732060"/>
              <a:gd name="connsiteY935" fmla="*/ 6328903 h 8839200"/>
              <a:gd name="connsiteX936" fmla="*/ 11319729 w 15732060"/>
              <a:gd name="connsiteY936" fmla="*/ 6328903 h 8839200"/>
              <a:gd name="connsiteX937" fmla="*/ 11319729 w 15732060"/>
              <a:gd name="connsiteY937" fmla="*/ 6302564 h 8839200"/>
              <a:gd name="connsiteX938" fmla="*/ 11295037 w 15732060"/>
              <a:gd name="connsiteY938" fmla="*/ 6300917 h 8839200"/>
              <a:gd name="connsiteX939" fmla="*/ 11110115 w 15732060"/>
              <a:gd name="connsiteY939" fmla="*/ 6115997 h 8839200"/>
              <a:gd name="connsiteX940" fmla="*/ 11110115 w 15732060"/>
              <a:gd name="connsiteY940" fmla="*/ 5892664 h 8839200"/>
              <a:gd name="connsiteX941" fmla="*/ 11012441 w 15732060"/>
              <a:gd name="connsiteY941" fmla="*/ 5794990 h 8839200"/>
              <a:gd name="connsiteX942" fmla="*/ 11010795 w 15732060"/>
              <a:gd name="connsiteY942" fmla="*/ 5770298 h 8839200"/>
              <a:gd name="connsiteX943" fmla="*/ 10997625 w 15732060"/>
              <a:gd name="connsiteY943" fmla="*/ 5764947 h 8839200"/>
              <a:gd name="connsiteX944" fmla="*/ 9271873 w 15732060"/>
              <a:gd name="connsiteY944" fmla="*/ 5704998 h 8839200"/>
              <a:gd name="connsiteX945" fmla="*/ 9253216 w 15732060"/>
              <a:gd name="connsiteY945" fmla="*/ 5723655 h 8839200"/>
              <a:gd name="connsiteX946" fmla="*/ 9271873 w 15732060"/>
              <a:gd name="connsiteY946" fmla="*/ 5742312 h 8839200"/>
              <a:gd name="connsiteX947" fmla="*/ 9290529 w 15732060"/>
              <a:gd name="connsiteY947" fmla="*/ 5725850 h 8839200"/>
              <a:gd name="connsiteX948" fmla="*/ 9462830 w 15732060"/>
              <a:gd name="connsiteY948" fmla="*/ 5725850 h 8839200"/>
              <a:gd name="connsiteX949" fmla="*/ 10563033 w 15732060"/>
              <a:gd name="connsiteY949" fmla="*/ 6826051 h 8839200"/>
              <a:gd name="connsiteX950" fmla="*/ 10563581 w 15732060"/>
              <a:gd name="connsiteY950" fmla="*/ 6826051 h 8839200"/>
              <a:gd name="connsiteX951" fmla="*/ 11033842 w 15732060"/>
              <a:gd name="connsiteY951" fmla="*/ 6826600 h 8839200"/>
              <a:gd name="connsiteX952" fmla="*/ 11462948 w 15732060"/>
              <a:gd name="connsiteY952" fmla="*/ 7255706 h 8839200"/>
              <a:gd name="connsiteX953" fmla="*/ 11462948 w 15732060"/>
              <a:gd name="connsiteY953" fmla="*/ 7500440 h 8839200"/>
              <a:gd name="connsiteX954" fmla="*/ 12370546 w 15732060"/>
              <a:gd name="connsiteY954" fmla="*/ 8408036 h 8839200"/>
              <a:gd name="connsiteX955" fmla="*/ 12370546 w 15732060"/>
              <a:gd name="connsiteY955" fmla="*/ 8759772 h 8839200"/>
              <a:gd name="connsiteX956" fmla="*/ 12354083 w 15732060"/>
              <a:gd name="connsiteY956" fmla="*/ 8778429 h 8839200"/>
              <a:gd name="connsiteX957" fmla="*/ 12372741 w 15732060"/>
              <a:gd name="connsiteY957" fmla="*/ 8797086 h 8839200"/>
              <a:gd name="connsiteX958" fmla="*/ 12391397 w 15732060"/>
              <a:gd name="connsiteY958" fmla="*/ 8778429 h 8839200"/>
              <a:gd name="connsiteX959" fmla="*/ 12374935 w 15732060"/>
              <a:gd name="connsiteY959" fmla="*/ 8759772 h 8839200"/>
              <a:gd name="connsiteX960" fmla="*/ 12374935 w 15732060"/>
              <a:gd name="connsiteY960" fmla="*/ 8406391 h 8839200"/>
              <a:gd name="connsiteX961" fmla="*/ 11467338 w 15732060"/>
              <a:gd name="connsiteY961" fmla="*/ 7498793 h 8839200"/>
              <a:gd name="connsiteX962" fmla="*/ 11467338 w 15732060"/>
              <a:gd name="connsiteY962" fmla="*/ 7254060 h 8839200"/>
              <a:gd name="connsiteX963" fmla="*/ 11036585 w 15732060"/>
              <a:gd name="connsiteY963" fmla="*/ 6822760 h 8839200"/>
              <a:gd name="connsiteX964" fmla="*/ 11036036 w 15732060"/>
              <a:gd name="connsiteY964" fmla="*/ 6822760 h 8839200"/>
              <a:gd name="connsiteX965" fmla="*/ 10565777 w 15732060"/>
              <a:gd name="connsiteY965" fmla="*/ 6822210 h 8839200"/>
              <a:gd name="connsiteX966" fmla="*/ 9465574 w 15732060"/>
              <a:gd name="connsiteY966" fmla="*/ 5722009 h 8839200"/>
              <a:gd name="connsiteX967" fmla="*/ 9465025 w 15732060"/>
              <a:gd name="connsiteY967" fmla="*/ 5722009 h 8839200"/>
              <a:gd name="connsiteX968" fmla="*/ 9290529 w 15732060"/>
              <a:gd name="connsiteY968" fmla="*/ 5721460 h 8839200"/>
              <a:gd name="connsiteX969" fmla="*/ 9271873 w 15732060"/>
              <a:gd name="connsiteY969" fmla="*/ 5704998 h 8839200"/>
              <a:gd name="connsiteX970" fmla="*/ 2945028 w 15732060"/>
              <a:gd name="connsiteY970" fmla="*/ 5666586 h 8839200"/>
              <a:gd name="connsiteX971" fmla="*/ 2926371 w 15732060"/>
              <a:gd name="connsiteY971" fmla="*/ 5685243 h 8839200"/>
              <a:gd name="connsiteX972" fmla="*/ 2942832 w 15732060"/>
              <a:gd name="connsiteY972" fmla="*/ 5703899 h 8839200"/>
              <a:gd name="connsiteX973" fmla="*/ 2942832 w 15732060"/>
              <a:gd name="connsiteY973" fmla="*/ 5867970 h 8839200"/>
              <a:gd name="connsiteX974" fmla="*/ 2926371 w 15732060"/>
              <a:gd name="connsiteY974" fmla="*/ 5886626 h 8839200"/>
              <a:gd name="connsiteX975" fmla="*/ 2945028 w 15732060"/>
              <a:gd name="connsiteY975" fmla="*/ 5905282 h 8839200"/>
              <a:gd name="connsiteX976" fmla="*/ 2963685 w 15732060"/>
              <a:gd name="connsiteY976" fmla="*/ 5886626 h 8839200"/>
              <a:gd name="connsiteX977" fmla="*/ 2947223 w 15732060"/>
              <a:gd name="connsiteY977" fmla="*/ 5867970 h 8839200"/>
              <a:gd name="connsiteX978" fmla="*/ 2947223 w 15732060"/>
              <a:gd name="connsiteY978" fmla="*/ 5703899 h 8839200"/>
              <a:gd name="connsiteX979" fmla="*/ 2963685 w 15732060"/>
              <a:gd name="connsiteY979" fmla="*/ 5685243 h 8839200"/>
              <a:gd name="connsiteX980" fmla="*/ 2945028 w 15732060"/>
              <a:gd name="connsiteY980" fmla="*/ 5666586 h 8839200"/>
              <a:gd name="connsiteX981" fmla="*/ 6933738 w 15732060"/>
              <a:gd name="connsiteY981" fmla="*/ 5600191 h 8839200"/>
              <a:gd name="connsiteX982" fmla="*/ 6928800 w 15732060"/>
              <a:gd name="connsiteY982" fmla="*/ 5600191 h 8839200"/>
              <a:gd name="connsiteX983" fmla="*/ 6928800 w 15732060"/>
              <a:gd name="connsiteY983" fmla="*/ 5827365 h 8839200"/>
              <a:gd name="connsiteX984" fmla="*/ 6482684 w 15732060"/>
              <a:gd name="connsiteY984" fmla="*/ 6273481 h 8839200"/>
              <a:gd name="connsiteX985" fmla="*/ 6035469 w 15732060"/>
              <a:gd name="connsiteY985" fmla="*/ 6273481 h 8839200"/>
              <a:gd name="connsiteX986" fmla="*/ 4939658 w 15732060"/>
              <a:gd name="connsiteY986" fmla="*/ 7369294 h 8839200"/>
              <a:gd name="connsiteX987" fmla="*/ 4939658 w 15732060"/>
              <a:gd name="connsiteY987" fmla="*/ 8352616 h 8839200"/>
              <a:gd name="connsiteX988" fmla="*/ 4530855 w 15732060"/>
              <a:gd name="connsiteY988" fmla="*/ 8761418 h 8839200"/>
              <a:gd name="connsiteX989" fmla="*/ 4506162 w 15732060"/>
              <a:gd name="connsiteY989" fmla="*/ 8763065 h 8839200"/>
              <a:gd name="connsiteX990" fmla="*/ 4506162 w 15732060"/>
              <a:gd name="connsiteY990" fmla="*/ 8789404 h 8839200"/>
              <a:gd name="connsiteX991" fmla="*/ 4532501 w 15732060"/>
              <a:gd name="connsiteY991" fmla="*/ 8789404 h 8839200"/>
              <a:gd name="connsiteX992" fmla="*/ 4534146 w 15732060"/>
              <a:gd name="connsiteY992" fmla="*/ 8764710 h 8839200"/>
              <a:gd name="connsiteX993" fmla="*/ 4944596 w 15732060"/>
              <a:gd name="connsiteY993" fmla="*/ 8354261 h 8839200"/>
              <a:gd name="connsiteX994" fmla="*/ 4944596 w 15732060"/>
              <a:gd name="connsiteY994" fmla="*/ 7371489 h 8839200"/>
              <a:gd name="connsiteX995" fmla="*/ 6037116 w 15732060"/>
              <a:gd name="connsiteY995" fmla="*/ 6278969 h 8839200"/>
              <a:gd name="connsiteX996" fmla="*/ 6484330 w 15732060"/>
              <a:gd name="connsiteY996" fmla="*/ 6278969 h 8839200"/>
              <a:gd name="connsiteX997" fmla="*/ 6933738 w 15732060"/>
              <a:gd name="connsiteY997" fmla="*/ 5829560 h 8839200"/>
              <a:gd name="connsiteX998" fmla="*/ 7517587 w 15732060"/>
              <a:gd name="connsiteY998" fmla="*/ 5600191 h 8839200"/>
              <a:gd name="connsiteX999" fmla="*/ 7512648 w 15732060"/>
              <a:gd name="connsiteY999" fmla="*/ 5600191 h 8839200"/>
              <a:gd name="connsiteX1000" fmla="*/ 7512648 w 15732060"/>
              <a:gd name="connsiteY1000" fmla="*/ 6661982 h 8839200"/>
              <a:gd name="connsiteX1001" fmla="*/ 7355162 w 15732060"/>
              <a:gd name="connsiteY1001" fmla="*/ 6819466 h 8839200"/>
              <a:gd name="connsiteX1002" fmla="*/ 7355162 w 15732060"/>
              <a:gd name="connsiteY1002" fmla="*/ 6975306 h 8839200"/>
              <a:gd name="connsiteX1003" fmla="*/ 6702174 w 15732060"/>
              <a:gd name="connsiteY1003" fmla="*/ 7628293 h 8839200"/>
              <a:gd name="connsiteX1004" fmla="*/ 6702174 w 15732060"/>
              <a:gd name="connsiteY1004" fmla="*/ 8766357 h 8839200"/>
              <a:gd name="connsiteX1005" fmla="*/ 6685713 w 15732060"/>
              <a:gd name="connsiteY1005" fmla="*/ 8785014 h 8839200"/>
              <a:gd name="connsiteX1006" fmla="*/ 6704370 w 15732060"/>
              <a:gd name="connsiteY1006" fmla="*/ 8803671 h 8839200"/>
              <a:gd name="connsiteX1007" fmla="*/ 6723026 w 15732060"/>
              <a:gd name="connsiteY1007" fmla="*/ 8785014 h 8839200"/>
              <a:gd name="connsiteX1008" fmla="*/ 6706565 w 15732060"/>
              <a:gd name="connsiteY1008" fmla="*/ 8766357 h 8839200"/>
              <a:gd name="connsiteX1009" fmla="*/ 6707114 w 15732060"/>
              <a:gd name="connsiteY1009" fmla="*/ 8766357 h 8839200"/>
              <a:gd name="connsiteX1010" fmla="*/ 6707114 w 15732060"/>
              <a:gd name="connsiteY1010" fmla="*/ 7630488 h 8839200"/>
              <a:gd name="connsiteX1011" fmla="*/ 7360101 w 15732060"/>
              <a:gd name="connsiteY1011" fmla="*/ 6977501 h 8839200"/>
              <a:gd name="connsiteX1012" fmla="*/ 7360101 w 15732060"/>
              <a:gd name="connsiteY1012" fmla="*/ 6821662 h 8839200"/>
              <a:gd name="connsiteX1013" fmla="*/ 7517587 w 15732060"/>
              <a:gd name="connsiteY1013" fmla="*/ 6664176 h 8839200"/>
              <a:gd name="connsiteX1014" fmla="*/ 7745858 w 15732060"/>
              <a:gd name="connsiteY1014" fmla="*/ 5600191 h 8839200"/>
              <a:gd name="connsiteX1015" fmla="*/ 7740920 w 15732060"/>
              <a:gd name="connsiteY1015" fmla="*/ 5600191 h 8839200"/>
              <a:gd name="connsiteX1016" fmla="*/ 7740920 w 15732060"/>
              <a:gd name="connsiteY1016" fmla="*/ 6817821 h 8839200"/>
              <a:gd name="connsiteX1017" fmla="*/ 7741468 w 15732060"/>
              <a:gd name="connsiteY1017" fmla="*/ 6817821 h 8839200"/>
              <a:gd name="connsiteX1018" fmla="*/ 7583982 w 15732060"/>
              <a:gd name="connsiteY1018" fmla="*/ 6975306 h 8839200"/>
              <a:gd name="connsiteX1019" fmla="*/ 7583982 w 15732060"/>
              <a:gd name="connsiteY1019" fmla="*/ 8008014 h 8839200"/>
              <a:gd name="connsiteX1020" fmla="*/ 7281634 w 15732060"/>
              <a:gd name="connsiteY1020" fmla="*/ 8310364 h 8839200"/>
              <a:gd name="connsiteX1021" fmla="*/ 7281634 w 15732060"/>
              <a:gd name="connsiteY1021" fmla="*/ 8747152 h 8839200"/>
              <a:gd name="connsiteX1022" fmla="*/ 7265172 w 15732060"/>
              <a:gd name="connsiteY1022" fmla="*/ 8765808 h 8839200"/>
              <a:gd name="connsiteX1023" fmla="*/ 7283828 w 15732060"/>
              <a:gd name="connsiteY1023" fmla="*/ 8784465 h 8839200"/>
              <a:gd name="connsiteX1024" fmla="*/ 7302484 w 15732060"/>
              <a:gd name="connsiteY1024" fmla="*/ 8765808 h 8839200"/>
              <a:gd name="connsiteX1025" fmla="*/ 7286023 w 15732060"/>
              <a:gd name="connsiteY1025" fmla="*/ 8747152 h 8839200"/>
              <a:gd name="connsiteX1026" fmla="*/ 7286023 w 15732060"/>
              <a:gd name="connsiteY1026" fmla="*/ 8312558 h 8839200"/>
              <a:gd name="connsiteX1027" fmla="*/ 7588372 w 15732060"/>
              <a:gd name="connsiteY1027" fmla="*/ 8010209 h 8839200"/>
              <a:gd name="connsiteX1028" fmla="*/ 7588372 w 15732060"/>
              <a:gd name="connsiteY1028" fmla="*/ 6977501 h 8839200"/>
              <a:gd name="connsiteX1029" fmla="*/ 7745858 w 15732060"/>
              <a:gd name="connsiteY1029" fmla="*/ 6820016 h 8839200"/>
              <a:gd name="connsiteX1030" fmla="*/ 2025358 w 15732060"/>
              <a:gd name="connsiteY1030" fmla="*/ 5590313 h 8839200"/>
              <a:gd name="connsiteX1031" fmla="*/ 1402002 w 15732060"/>
              <a:gd name="connsiteY1031" fmla="*/ 6213669 h 8839200"/>
              <a:gd name="connsiteX1032" fmla="*/ 422520 w 15732060"/>
              <a:gd name="connsiteY1032" fmla="*/ 6213669 h 8839200"/>
              <a:gd name="connsiteX1033" fmla="*/ 47190 w 15732060"/>
              <a:gd name="connsiteY1033" fmla="*/ 6588999 h 8839200"/>
              <a:gd name="connsiteX1034" fmla="*/ 22496 w 15732060"/>
              <a:gd name="connsiteY1034" fmla="*/ 6590645 h 8839200"/>
              <a:gd name="connsiteX1035" fmla="*/ 22496 w 15732060"/>
              <a:gd name="connsiteY1035" fmla="*/ 6616985 h 8839200"/>
              <a:gd name="connsiteX1036" fmla="*/ 48836 w 15732060"/>
              <a:gd name="connsiteY1036" fmla="*/ 6616985 h 8839200"/>
              <a:gd name="connsiteX1037" fmla="*/ 49384 w 15732060"/>
              <a:gd name="connsiteY1037" fmla="*/ 6616435 h 8839200"/>
              <a:gd name="connsiteX1038" fmla="*/ 51032 w 15732060"/>
              <a:gd name="connsiteY1038" fmla="*/ 6591742 h 8839200"/>
              <a:gd name="connsiteX1039" fmla="*/ 424716 w 15732060"/>
              <a:gd name="connsiteY1039" fmla="*/ 6218058 h 8839200"/>
              <a:gd name="connsiteX1040" fmla="*/ 1404745 w 15732060"/>
              <a:gd name="connsiteY1040" fmla="*/ 6218058 h 8839200"/>
              <a:gd name="connsiteX1041" fmla="*/ 2028101 w 15732060"/>
              <a:gd name="connsiteY1041" fmla="*/ 5594702 h 8839200"/>
              <a:gd name="connsiteX1042" fmla="*/ 2767788 w 15732060"/>
              <a:gd name="connsiteY1042" fmla="*/ 5594702 h 8839200"/>
              <a:gd name="connsiteX1043" fmla="*/ 2859426 w 15732060"/>
              <a:gd name="connsiteY1043" fmla="*/ 5686340 h 8839200"/>
              <a:gd name="connsiteX1044" fmla="*/ 2859426 w 15732060"/>
              <a:gd name="connsiteY1044" fmla="*/ 5863031 h 8839200"/>
              <a:gd name="connsiteX1045" fmla="*/ 2842964 w 15732060"/>
              <a:gd name="connsiteY1045" fmla="*/ 5881687 h 8839200"/>
              <a:gd name="connsiteX1046" fmla="*/ 2861621 w 15732060"/>
              <a:gd name="connsiteY1046" fmla="*/ 5900344 h 8839200"/>
              <a:gd name="connsiteX1047" fmla="*/ 2880278 w 15732060"/>
              <a:gd name="connsiteY1047" fmla="*/ 5881687 h 8839200"/>
              <a:gd name="connsiteX1048" fmla="*/ 2863816 w 15732060"/>
              <a:gd name="connsiteY1048" fmla="*/ 5863031 h 8839200"/>
              <a:gd name="connsiteX1049" fmla="*/ 2863816 w 15732060"/>
              <a:gd name="connsiteY1049" fmla="*/ 5684694 h 8839200"/>
              <a:gd name="connsiteX1050" fmla="*/ 2769983 w 15732060"/>
              <a:gd name="connsiteY1050" fmla="*/ 5590861 h 8839200"/>
              <a:gd name="connsiteX1051" fmla="*/ 2769434 w 15732060"/>
              <a:gd name="connsiteY1051" fmla="*/ 5590861 h 8839200"/>
              <a:gd name="connsiteX1052" fmla="*/ 2025358 w 15732060"/>
              <a:gd name="connsiteY1052" fmla="*/ 5590313 h 8839200"/>
              <a:gd name="connsiteX1053" fmla="*/ 7168594 w 15732060"/>
              <a:gd name="connsiteY1053" fmla="*/ 5555195 h 8839200"/>
              <a:gd name="connsiteX1054" fmla="*/ 7163657 w 15732060"/>
              <a:gd name="connsiteY1054" fmla="*/ 5555195 h 8839200"/>
              <a:gd name="connsiteX1055" fmla="*/ 7163657 w 15732060"/>
              <a:gd name="connsiteY1055" fmla="*/ 6259214 h 8839200"/>
              <a:gd name="connsiteX1056" fmla="*/ 6775156 w 15732060"/>
              <a:gd name="connsiteY1056" fmla="*/ 6647715 h 8839200"/>
              <a:gd name="connsiteX1057" fmla="*/ 6300506 w 15732060"/>
              <a:gd name="connsiteY1057" fmla="*/ 6647715 h 8839200"/>
              <a:gd name="connsiteX1058" fmla="*/ 5453817 w 15732060"/>
              <a:gd name="connsiteY1058" fmla="*/ 7494404 h 8839200"/>
              <a:gd name="connsiteX1059" fmla="*/ 5453817 w 15732060"/>
              <a:gd name="connsiteY1059" fmla="*/ 8703253 h 8839200"/>
              <a:gd name="connsiteX1060" fmla="*/ 5437356 w 15732060"/>
              <a:gd name="connsiteY1060" fmla="*/ 8721910 h 8839200"/>
              <a:gd name="connsiteX1061" fmla="*/ 5456011 w 15732060"/>
              <a:gd name="connsiteY1061" fmla="*/ 8740567 h 8839200"/>
              <a:gd name="connsiteX1062" fmla="*/ 5474668 w 15732060"/>
              <a:gd name="connsiteY1062" fmla="*/ 8721910 h 8839200"/>
              <a:gd name="connsiteX1063" fmla="*/ 5458206 w 15732060"/>
              <a:gd name="connsiteY1063" fmla="*/ 8703253 h 8839200"/>
              <a:gd name="connsiteX1064" fmla="*/ 5458206 w 15732060"/>
              <a:gd name="connsiteY1064" fmla="*/ 7496049 h 8839200"/>
              <a:gd name="connsiteX1065" fmla="*/ 6302152 w 15732060"/>
              <a:gd name="connsiteY1065" fmla="*/ 6652105 h 8839200"/>
              <a:gd name="connsiteX1066" fmla="*/ 6776803 w 15732060"/>
              <a:gd name="connsiteY1066" fmla="*/ 6652105 h 8839200"/>
              <a:gd name="connsiteX1067" fmla="*/ 7168046 w 15732060"/>
              <a:gd name="connsiteY1067" fmla="*/ 6260861 h 8839200"/>
              <a:gd name="connsiteX1068" fmla="*/ 7168594 w 15732060"/>
              <a:gd name="connsiteY1068" fmla="*/ 6261409 h 8839200"/>
              <a:gd name="connsiteX1069" fmla="*/ 8094301 w 15732060"/>
              <a:gd name="connsiteY1069" fmla="*/ 5550805 h 8839200"/>
              <a:gd name="connsiteX1070" fmla="*/ 8089362 w 15732060"/>
              <a:gd name="connsiteY1070" fmla="*/ 5550805 h 8839200"/>
              <a:gd name="connsiteX1071" fmla="*/ 8089362 w 15732060"/>
              <a:gd name="connsiteY1071" fmla="*/ 7186018 h 8839200"/>
              <a:gd name="connsiteX1072" fmla="*/ 8236421 w 15732060"/>
              <a:gd name="connsiteY1072" fmla="*/ 7333077 h 8839200"/>
              <a:gd name="connsiteX1073" fmla="*/ 8236421 w 15732060"/>
              <a:gd name="connsiteY1073" fmla="*/ 8138611 h 8839200"/>
              <a:gd name="connsiteX1074" fmla="*/ 8598033 w 15732060"/>
              <a:gd name="connsiteY1074" fmla="*/ 8500223 h 8839200"/>
              <a:gd name="connsiteX1075" fmla="*/ 8598033 w 15732060"/>
              <a:gd name="connsiteY1075" fmla="*/ 8747700 h 8839200"/>
              <a:gd name="connsiteX1076" fmla="*/ 8581572 w 15732060"/>
              <a:gd name="connsiteY1076" fmla="*/ 8766357 h 8839200"/>
              <a:gd name="connsiteX1077" fmla="*/ 8600229 w 15732060"/>
              <a:gd name="connsiteY1077" fmla="*/ 8785014 h 8839200"/>
              <a:gd name="connsiteX1078" fmla="*/ 8618886 w 15732060"/>
              <a:gd name="connsiteY1078" fmla="*/ 8766357 h 8839200"/>
              <a:gd name="connsiteX1079" fmla="*/ 8602423 w 15732060"/>
              <a:gd name="connsiteY1079" fmla="*/ 8747700 h 8839200"/>
              <a:gd name="connsiteX1080" fmla="*/ 8602972 w 15732060"/>
              <a:gd name="connsiteY1080" fmla="*/ 8747700 h 8839200"/>
              <a:gd name="connsiteX1081" fmla="*/ 8602972 w 15732060"/>
              <a:gd name="connsiteY1081" fmla="*/ 8498028 h 8839200"/>
              <a:gd name="connsiteX1082" fmla="*/ 8241360 w 15732060"/>
              <a:gd name="connsiteY1082" fmla="*/ 8136416 h 8839200"/>
              <a:gd name="connsiteX1083" fmla="*/ 8241360 w 15732060"/>
              <a:gd name="connsiteY1083" fmla="*/ 7330883 h 8839200"/>
              <a:gd name="connsiteX1084" fmla="*/ 8094301 w 15732060"/>
              <a:gd name="connsiteY1084" fmla="*/ 7183823 h 8839200"/>
              <a:gd name="connsiteX1085" fmla="*/ 8342874 w 15732060"/>
              <a:gd name="connsiteY1085" fmla="*/ 5550805 h 8839200"/>
              <a:gd name="connsiteX1086" fmla="*/ 8337936 w 15732060"/>
              <a:gd name="connsiteY1086" fmla="*/ 5550805 h 8839200"/>
              <a:gd name="connsiteX1087" fmla="*/ 8337936 w 15732060"/>
              <a:gd name="connsiteY1087" fmla="*/ 7063651 h 8839200"/>
              <a:gd name="connsiteX1088" fmla="*/ 8547002 w 15732060"/>
              <a:gd name="connsiteY1088" fmla="*/ 7272717 h 8839200"/>
              <a:gd name="connsiteX1089" fmla="*/ 8547002 w 15732060"/>
              <a:gd name="connsiteY1089" fmla="*/ 7628293 h 8839200"/>
              <a:gd name="connsiteX1090" fmla="*/ 9146763 w 15732060"/>
              <a:gd name="connsiteY1090" fmla="*/ 8228054 h 8839200"/>
              <a:gd name="connsiteX1091" fmla="*/ 9146763 w 15732060"/>
              <a:gd name="connsiteY1091" fmla="*/ 8759772 h 8839200"/>
              <a:gd name="connsiteX1092" fmla="*/ 9130300 w 15732060"/>
              <a:gd name="connsiteY1092" fmla="*/ 8778429 h 8839200"/>
              <a:gd name="connsiteX1093" fmla="*/ 9148958 w 15732060"/>
              <a:gd name="connsiteY1093" fmla="*/ 8797086 h 8839200"/>
              <a:gd name="connsiteX1094" fmla="*/ 9167615 w 15732060"/>
              <a:gd name="connsiteY1094" fmla="*/ 8778429 h 8839200"/>
              <a:gd name="connsiteX1095" fmla="*/ 9162881 w 15732060"/>
              <a:gd name="connsiteY1095" fmla="*/ 8765603 h 8839200"/>
              <a:gd name="connsiteX1096" fmla="*/ 9151701 w 15732060"/>
              <a:gd name="connsiteY1096" fmla="*/ 8760045 h 8839200"/>
              <a:gd name="connsiteX1097" fmla="*/ 9151701 w 15732060"/>
              <a:gd name="connsiteY1097" fmla="*/ 8760321 h 8839200"/>
              <a:gd name="connsiteX1098" fmla="*/ 9151152 w 15732060"/>
              <a:gd name="connsiteY1098" fmla="*/ 8759772 h 8839200"/>
              <a:gd name="connsiteX1099" fmla="*/ 9151701 w 15732060"/>
              <a:gd name="connsiteY1099" fmla="*/ 8760045 h 8839200"/>
              <a:gd name="connsiteX1100" fmla="*/ 9151701 w 15732060"/>
              <a:gd name="connsiteY1100" fmla="*/ 8226408 h 8839200"/>
              <a:gd name="connsiteX1101" fmla="*/ 8551940 w 15732060"/>
              <a:gd name="connsiteY1101" fmla="*/ 7626647 h 8839200"/>
              <a:gd name="connsiteX1102" fmla="*/ 8551940 w 15732060"/>
              <a:gd name="connsiteY1102" fmla="*/ 7271071 h 8839200"/>
              <a:gd name="connsiteX1103" fmla="*/ 8342874 w 15732060"/>
              <a:gd name="connsiteY1103" fmla="*/ 7062005 h 8839200"/>
              <a:gd name="connsiteX1104" fmla="*/ 8562915 w 15732060"/>
              <a:gd name="connsiteY1104" fmla="*/ 5550805 h 8839200"/>
              <a:gd name="connsiteX1105" fmla="*/ 8557977 w 15732060"/>
              <a:gd name="connsiteY1105" fmla="*/ 5550805 h 8839200"/>
              <a:gd name="connsiteX1106" fmla="*/ 8557977 w 15732060"/>
              <a:gd name="connsiteY1106" fmla="*/ 6582417 h 8839200"/>
              <a:gd name="connsiteX1107" fmla="*/ 8656199 w 15732060"/>
              <a:gd name="connsiteY1107" fmla="*/ 6680639 h 8839200"/>
              <a:gd name="connsiteX1108" fmla="*/ 8656199 w 15732060"/>
              <a:gd name="connsiteY1108" fmla="*/ 6911105 h 8839200"/>
              <a:gd name="connsiteX1109" fmla="*/ 8981595 w 15732060"/>
              <a:gd name="connsiteY1109" fmla="*/ 7236501 h 8839200"/>
              <a:gd name="connsiteX1110" fmla="*/ 8981595 w 15732060"/>
              <a:gd name="connsiteY1110" fmla="*/ 7821995 h 8839200"/>
              <a:gd name="connsiteX1111" fmla="*/ 9516057 w 15732060"/>
              <a:gd name="connsiteY1111" fmla="*/ 8356457 h 8839200"/>
              <a:gd name="connsiteX1112" fmla="*/ 9516057 w 15732060"/>
              <a:gd name="connsiteY1112" fmla="*/ 8760869 h 8839200"/>
              <a:gd name="connsiteX1113" fmla="*/ 9499596 w 15732060"/>
              <a:gd name="connsiteY1113" fmla="*/ 8779526 h 8839200"/>
              <a:gd name="connsiteX1114" fmla="*/ 9518252 w 15732060"/>
              <a:gd name="connsiteY1114" fmla="*/ 8798184 h 8839200"/>
              <a:gd name="connsiteX1115" fmla="*/ 9536909 w 15732060"/>
              <a:gd name="connsiteY1115" fmla="*/ 8779526 h 8839200"/>
              <a:gd name="connsiteX1116" fmla="*/ 9520448 w 15732060"/>
              <a:gd name="connsiteY1116" fmla="*/ 8760869 h 8839200"/>
              <a:gd name="connsiteX1117" fmla="*/ 9520996 w 15732060"/>
              <a:gd name="connsiteY1117" fmla="*/ 8760321 h 8839200"/>
              <a:gd name="connsiteX1118" fmla="*/ 9520996 w 15732060"/>
              <a:gd name="connsiteY1118" fmla="*/ 8354261 h 8839200"/>
              <a:gd name="connsiteX1119" fmla="*/ 8986534 w 15732060"/>
              <a:gd name="connsiteY1119" fmla="*/ 7819799 h 8839200"/>
              <a:gd name="connsiteX1120" fmla="*/ 8986534 w 15732060"/>
              <a:gd name="connsiteY1120" fmla="*/ 7234306 h 8839200"/>
              <a:gd name="connsiteX1121" fmla="*/ 8661137 w 15732060"/>
              <a:gd name="connsiteY1121" fmla="*/ 6908909 h 8839200"/>
              <a:gd name="connsiteX1122" fmla="*/ 8661137 w 15732060"/>
              <a:gd name="connsiteY1122" fmla="*/ 6678444 h 8839200"/>
              <a:gd name="connsiteX1123" fmla="*/ 8562915 w 15732060"/>
              <a:gd name="connsiteY1123" fmla="*/ 6580221 h 8839200"/>
              <a:gd name="connsiteX1124" fmla="*/ 7981263 w 15732060"/>
              <a:gd name="connsiteY1124" fmla="*/ 5550257 h 8839200"/>
              <a:gd name="connsiteX1125" fmla="*/ 7976324 w 15732060"/>
              <a:gd name="connsiteY1125" fmla="*/ 5550257 h 8839200"/>
              <a:gd name="connsiteX1126" fmla="*/ 7976324 w 15732060"/>
              <a:gd name="connsiteY1126" fmla="*/ 7449408 h 8839200"/>
              <a:gd name="connsiteX1127" fmla="*/ 8142588 w 15732060"/>
              <a:gd name="connsiteY1127" fmla="*/ 7615673 h 8839200"/>
              <a:gd name="connsiteX1128" fmla="*/ 8142588 w 15732060"/>
              <a:gd name="connsiteY1128" fmla="*/ 8734530 h 8839200"/>
              <a:gd name="connsiteX1129" fmla="*/ 8126127 w 15732060"/>
              <a:gd name="connsiteY1129" fmla="*/ 8753187 h 8839200"/>
              <a:gd name="connsiteX1130" fmla="*/ 8144784 w 15732060"/>
              <a:gd name="connsiteY1130" fmla="*/ 8771844 h 8839200"/>
              <a:gd name="connsiteX1131" fmla="*/ 8163440 w 15732060"/>
              <a:gd name="connsiteY1131" fmla="*/ 8753187 h 8839200"/>
              <a:gd name="connsiteX1132" fmla="*/ 8158707 w 15732060"/>
              <a:gd name="connsiteY1132" fmla="*/ 8740361 h 8839200"/>
              <a:gd name="connsiteX1133" fmla="*/ 8147526 w 15732060"/>
              <a:gd name="connsiteY1133" fmla="*/ 8734803 h 8839200"/>
              <a:gd name="connsiteX1134" fmla="*/ 8147526 w 15732060"/>
              <a:gd name="connsiteY1134" fmla="*/ 8735080 h 8839200"/>
              <a:gd name="connsiteX1135" fmla="*/ 8146978 w 15732060"/>
              <a:gd name="connsiteY1135" fmla="*/ 8734530 h 8839200"/>
              <a:gd name="connsiteX1136" fmla="*/ 8147526 w 15732060"/>
              <a:gd name="connsiteY1136" fmla="*/ 8734803 h 8839200"/>
              <a:gd name="connsiteX1137" fmla="*/ 8147526 w 15732060"/>
              <a:gd name="connsiteY1137" fmla="*/ 7614027 h 8839200"/>
              <a:gd name="connsiteX1138" fmla="*/ 7981263 w 15732060"/>
              <a:gd name="connsiteY1138" fmla="*/ 7447761 h 8839200"/>
              <a:gd name="connsiteX1139" fmla="*/ 8674855 w 15732060"/>
              <a:gd name="connsiteY1139" fmla="*/ 5545867 h 8839200"/>
              <a:gd name="connsiteX1140" fmla="*/ 8669918 w 15732060"/>
              <a:gd name="connsiteY1140" fmla="*/ 5545867 h 8839200"/>
              <a:gd name="connsiteX1141" fmla="*/ 8669918 w 15732060"/>
              <a:gd name="connsiteY1141" fmla="*/ 6403530 h 8839200"/>
              <a:gd name="connsiteX1142" fmla="*/ 8878983 w 15732060"/>
              <a:gd name="connsiteY1142" fmla="*/ 6612597 h 8839200"/>
              <a:gd name="connsiteX1143" fmla="*/ 8878983 w 15732060"/>
              <a:gd name="connsiteY1143" fmla="*/ 6976953 h 8839200"/>
              <a:gd name="connsiteX1144" fmla="*/ 9308089 w 15732060"/>
              <a:gd name="connsiteY1144" fmla="*/ 7406058 h 8839200"/>
              <a:gd name="connsiteX1145" fmla="*/ 9308638 w 15732060"/>
              <a:gd name="connsiteY1145" fmla="*/ 7406058 h 8839200"/>
              <a:gd name="connsiteX1146" fmla="*/ 9581356 w 15732060"/>
              <a:gd name="connsiteY1146" fmla="*/ 7406606 h 8839200"/>
              <a:gd name="connsiteX1147" fmla="*/ 9900716 w 15732060"/>
              <a:gd name="connsiteY1147" fmla="*/ 7725968 h 8839200"/>
              <a:gd name="connsiteX1148" fmla="*/ 9900716 w 15732060"/>
              <a:gd name="connsiteY1148" fmla="*/ 8574851 h 8839200"/>
              <a:gd name="connsiteX1149" fmla="*/ 10090577 w 15732060"/>
              <a:gd name="connsiteY1149" fmla="*/ 8764710 h 8839200"/>
              <a:gd name="connsiteX1150" fmla="*/ 10092222 w 15732060"/>
              <a:gd name="connsiteY1150" fmla="*/ 8789404 h 8839200"/>
              <a:gd name="connsiteX1151" fmla="*/ 10118562 w 15732060"/>
              <a:gd name="connsiteY1151" fmla="*/ 8789404 h 8839200"/>
              <a:gd name="connsiteX1152" fmla="*/ 10118562 w 15732060"/>
              <a:gd name="connsiteY1152" fmla="*/ 8763065 h 8839200"/>
              <a:gd name="connsiteX1153" fmla="*/ 10093869 w 15732060"/>
              <a:gd name="connsiteY1153" fmla="*/ 8761418 h 8839200"/>
              <a:gd name="connsiteX1154" fmla="*/ 10093869 w 15732060"/>
              <a:gd name="connsiteY1154" fmla="*/ 8760869 h 8839200"/>
              <a:gd name="connsiteX1155" fmla="*/ 9905655 w 15732060"/>
              <a:gd name="connsiteY1155" fmla="*/ 8572655 h 8839200"/>
              <a:gd name="connsiteX1156" fmla="*/ 9905655 w 15732060"/>
              <a:gd name="connsiteY1156" fmla="*/ 7723772 h 8839200"/>
              <a:gd name="connsiteX1157" fmla="*/ 9584099 w 15732060"/>
              <a:gd name="connsiteY1157" fmla="*/ 7402218 h 8839200"/>
              <a:gd name="connsiteX1158" fmla="*/ 9583551 w 15732060"/>
              <a:gd name="connsiteY1158" fmla="*/ 7402218 h 8839200"/>
              <a:gd name="connsiteX1159" fmla="*/ 9310833 w 15732060"/>
              <a:gd name="connsiteY1159" fmla="*/ 7401669 h 8839200"/>
              <a:gd name="connsiteX1160" fmla="*/ 8883922 w 15732060"/>
              <a:gd name="connsiteY1160" fmla="*/ 6974757 h 8839200"/>
              <a:gd name="connsiteX1161" fmla="*/ 8883922 w 15732060"/>
              <a:gd name="connsiteY1161" fmla="*/ 6610401 h 8839200"/>
              <a:gd name="connsiteX1162" fmla="*/ 8674855 w 15732060"/>
              <a:gd name="connsiteY1162" fmla="*/ 6401335 h 8839200"/>
              <a:gd name="connsiteX1163" fmla="*/ 5604168 w 15732060"/>
              <a:gd name="connsiteY1163" fmla="*/ 5531600 h 8839200"/>
              <a:gd name="connsiteX1164" fmla="*/ 5585512 w 15732060"/>
              <a:gd name="connsiteY1164" fmla="*/ 5548062 h 8839200"/>
              <a:gd name="connsiteX1165" fmla="*/ 4807962 w 15732060"/>
              <a:gd name="connsiteY1165" fmla="*/ 5548062 h 8839200"/>
              <a:gd name="connsiteX1166" fmla="*/ 4635662 w 15732060"/>
              <a:gd name="connsiteY1166" fmla="*/ 5720362 h 8839200"/>
              <a:gd name="connsiteX1167" fmla="*/ 4610969 w 15732060"/>
              <a:gd name="connsiteY1167" fmla="*/ 5722009 h 8839200"/>
              <a:gd name="connsiteX1168" fmla="*/ 4610969 w 15732060"/>
              <a:gd name="connsiteY1168" fmla="*/ 5748348 h 8839200"/>
              <a:gd name="connsiteX1169" fmla="*/ 4637308 w 15732060"/>
              <a:gd name="connsiteY1169" fmla="*/ 5748348 h 8839200"/>
              <a:gd name="connsiteX1170" fmla="*/ 4638954 w 15732060"/>
              <a:gd name="connsiteY1170" fmla="*/ 5723655 h 8839200"/>
              <a:gd name="connsiteX1171" fmla="*/ 4810158 w 15732060"/>
              <a:gd name="connsiteY1171" fmla="*/ 5552452 h 8839200"/>
              <a:gd name="connsiteX1172" fmla="*/ 5585512 w 15732060"/>
              <a:gd name="connsiteY1172" fmla="*/ 5552452 h 8839200"/>
              <a:gd name="connsiteX1173" fmla="*/ 5604168 w 15732060"/>
              <a:gd name="connsiteY1173" fmla="*/ 5568914 h 8839200"/>
              <a:gd name="connsiteX1174" fmla="*/ 5622826 w 15732060"/>
              <a:gd name="connsiteY1174" fmla="*/ 5550257 h 8839200"/>
              <a:gd name="connsiteX1175" fmla="*/ 5604168 w 15732060"/>
              <a:gd name="connsiteY1175" fmla="*/ 5531600 h 8839200"/>
              <a:gd name="connsiteX1176" fmla="*/ 7615808 w 15732060"/>
              <a:gd name="connsiteY1176" fmla="*/ 5518431 h 8839200"/>
              <a:gd name="connsiteX1177" fmla="*/ 7610870 w 15732060"/>
              <a:gd name="connsiteY1177" fmla="*/ 5518431 h 8839200"/>
              <a:gd name="connsiteX1178" fmla="*/ 7610870 w 15732060"/>
              <a:gd name="connsiteY1178" fmla="*/ 6798615 h 8839200"/>
              <a:gd name="connsiteX1179" fmla="*/ 7453385 w 15732060"/>
              <a:gd name="connsiteY1179" fmla="*/ 6956101 h 8839200"/>
              <a:gd name="connsiteX1180" fmla="*/ 7453385 w 15732060"/>
              <a:gd name="connsiteY1180" fmla="*/ 7533364 h 8839200"/>
              <a:gd name="connsiteX1181" fmla="*/ 7137866 w 15732060"/>
              <a:gd name="connsiteY1181" fmla="*/ 7848882 h 8839200"/>
              <a:gd name="connsiteX1182" fmla="*/ 7137866 w 15732060"/>
              <a:gd name="connsiteY1182" fmla="*/ 8652221 h 8839200"/>
              <a:gd name="connsiteX1183" fmla="*/ 7121404 w 15732060"/>
              <a:gd name="connsiteY1183" fmla="*/ 8670878 h 8839200"/>
              <a:gd name="connsiteX1184" fmla="*/ 7140061 w 15732060"/>
              <a:gd name="connsiteY1184" fmla="*/ 8689534 h 8839200"/>
              <a:gd name="connsiteX1185" fmla="*/ 7158718 w 15732060"/>
              <a:gd name="connsiteY1185" fmla="*/ 8670878 h 8839200"/>
              <a:gd name="connsiteX1186" fmla="*/ 7142256 w 15732060"/>
              <a:gd name="connsiteY1186" fmla="*/ 8652221 h 8839200"/>
              <a:gd name="connsiteX1187" fmla="*/ 7142805 w 15732060"/>
              <a:gd name="connsiteY1187" fmla="*/ 8651672 h 8839200"/>
              <a:gd name="connsiteX1188" fmla="*/ 7142805 w 15732060"/>
              <a:gd name="connsiteY1188" fmla="*/ 7850528 h 8839200"/>
              <a:gd name="connsiteX1189" fmla="*/ 7458324 w 15732060"/>
              <a:gd name="connsiteY1189" fmla="*/ 7535010 h 8839200"/>
              <a:gd name="connsiteX1190" fmla="*/ 7458324 w 15732060"/>
              <a:gd name="connsiteY1190" fmla="*/ 6957746 h 8839200"/>
              <a:gd name="connsiteX1191" fmla="*/ 7615808 w 15732060"/>
              <a:gd name="connsiteY1191" fmla="*/ 6800261 h 8839200"/>
              <a:gd name="connsiteX1192" fmla="*/ 9293557 w 15732060"/>
              <a:gd name="connsiteY1192" fmla="*/ 5506251 h 8839200"/>
              <a:gd name="connsiteX1193" fmla="*/ 9293273 w 15732060"/>
              <a:gd name="connsiteY1193" fmla="*/ 5506359 h 8839200"/>
              <a:gd name="connsiteX1194" fmla="*/ 9293822 w 15732060"/>
              <a:gd name="connsiteY1194" fmla="*/ 5506359 h 8839200"/>
              <a:gd name="connsiteX1195" fmla="*/ 2078585 w 15732060"/>
              <a:gd name="connsiteY1195" fmla="*/ 5497577 h 8839200"/>
              <a:gd name="connsiteX1196" fmla="*/ 2059928 w 15732060"/>
              <a:gd name="connsiteY1196" fmla="*/ 5516234 h 8839200"/>
              <a:gd name="connsiteX1197" fmla="*/ 2078585 w 15732060"/>
              <a:gd name="connsiteY1197" fmla="*/ 5534891 h 8839200"/>
              <a:gd name="connsiteX1198" fmla="*/ 2078585 w 15732060"/>
              <a:gd name="connsiteY1198" fmla="*/ 5535440 h 8839200"/>
              <a:gd name="connsiteX1199" fmla="*/ 2097241 w 15732060"/>
              <a:gd name="connsiteY1199" fmla="*/ 5518978 h 8839200"/>
              <a:gd name="connsiteX1200" fmla="*/ 2858877 w 15732060"/>
              <a:gd name="connsiteY1200" fmla="*/ 5518978 h 8839200"/>
              <a:gd name="connsiteX1201" fmla="*/ 3026239 w 15732060"/>
              <a:gd name="connsiteY1201" fmla="*/ 5686340 h 8839200"/>
              <a:gd name="connsiteX1202" fmla="*/ 3026239 w 15732060"/>
              <a:gd name="connsiteY1202" fmla="*/ 5870164 h 8839200"/>
              <a:gd name="connsiteX1203" fmla="*/ 3009778 w 15732060"/>
              <a:gd name="connsiteY1203" fmla="*/ 5888821 h 8839200"/>
              <a:gd name="connsiteX1204" fmla="*/ 3028434 w 15732060"/>
              <a:gd name="connsiteY1204" fmla="*/ 5907478 h 8839200"/>
              <a:gd name="connsiteX1205" fmla="*/ 3047091 w 15732060"/>
              <a:gd name="connsiteY1205" fmla="*/ 5888821 h 8839200"/>
              <a:gd name="connsiteX1206" fmla="*/ 3030629 w 15732060"/>
              <a:gd name="connsiteY1206" fmla="*/ 5870164 h 8839200"/>
              <a:gd name="connsiteX1207" fmla="*/ 3030629 w 15732060"/>
              <a:gd name="connsiteY1207" fmla="*/ 5684145 h 8839200"/>
              <a:gd name="connsiteX1208" fmla="*/ 2861073 w 15732060"/>
              <a:gd name="connsiteY1208" fmla="*/ 5514588 h 8839200"/>
              <a:gd name="connsiteX1209" fmla="*/ 2860523 w 15732060"/>
              <a:gd name="connsiteY1209" fmla="*/ 5514588 h 8839200"/>
              <a:gd name="connsiteX1210" fmla="*/ 2097241 w 15732060"/>
              <a:gd name="connsiteY1210" fmla="*/ 5514039 h 8839200"/>
              <a:gd name="connsiteX1211" fmla="*/ 2078585 w 15732060"/>
              <a:gd name="connsiteY1211" fmla="*/ 5497577 h 8839200"/>
              <a:gd name="connsiteX1212" fmla="*/ 9293822 w 15732060"/>
              <a:gd name="connsiteY1212" fmla="*/ 5469044 h 8839200"/>
              <a:gd name="connsiteX1213" fmla="*/ 9275165 w 15732060"/>
              <a:gd name="connsiteY1213" fmla="*/ 5487702 h 8839200"/>
              <a:gd name="connsiteX1214" fmla="*/ 9280584 w 15732060"/>
              <a:gd name="connsiteY1214" fmla="*/ 5500940 h 8839200"/>
              <a:gd name="connsiteX1215" fmla="*/ 9293557 w 15732060"/>
              <a:gd name="connsiteY1215" fmla="*/ 5506251 h 8839200"/>
              <a:gd name="connsiteX1216" fmla="*/ 9305688 w 15732060"/>
              <a:gd name="connsiteY1216" fmla="*/ 5501626 h 8839200"/>
              <a:gd name="connsiteX1217" fmla="*/ 9311930 w 15732060"/>
              <a:gd name="connsiteY1217" fmla="*/ 5489897 h 8839200"/>
              <a:gd name="connsiteX1218" fmla="*/ 9486426 w 15732060"/>
              <a:gd name="connsiteY1218" fmla="*/ 5489897 h 8839200"/>
              <a:gd name="connsiteX1219" fmla="*/ 9856270 w 15732060"/>
              <a:gd name="connsiteY1219" fmla="*/ 5859741 h 8839200"/>
              <a:gd name="connsiteX1220" fmla="*/ 9856818 w 15732060"/>
              <a:gd name="connsiteY1220" fmla="*/ 5859741 h 8839200"/>
              <a:gd name="connsiteX1221" fmla="*/ 10064786 w 15732060"/>
              <a:gd name="connsiteY1221" fmla="*/ 5860289 h 8839200"/>
              <a:gd name="connsiteX1222" fmla="*/ 10083443 w 15732060"/>
              <a:gd name="connsiteY1222" fmla="*/ 5876751 h 8839200"/>
              <a:gd name="connsiteX1223" fmla="*/ 10102100 w 15732060"/>
              <a:gd name="connsiteY1223" fmla="*/ 5858094 h 8839200"/>
              <a:gd name="connsiteX1224" fmla="*/ 10083443 w 15732060"/>
              <a:gd name="connsiteY1224" fmla="*/ 5839437 h 8839200"/>
              <a:gd name="connsiteX1225" fmla="*/ 10064786 w 15732060"/>
              <a:gd name="connsiteY1225" fmla="*/ 5855899 h 8839200"/>
              <a:gd name="connsiteX1226" fmla="*/ 9859012 w 15732060"/>
              <a:gd name="connsiteY1226" fmla="*/ 5855899 h 8839200"/>
              <a:gd name="connsiteX1227" fmla="*/ 9489169 w 15732060"/>
              <a:gd name="connsiteY1227" fmla="*/ 5486055 h 8839200"/>
              <a:gd name="connsiteX1228" fmla="*/ 9488621 w 15732060"/>
              <a:gd name="connsiteY1228" fmla="*/ 5486055 h 8839200"/>
              <a:gd name="connsiteX1229" fmla="*/ 9312479 w 15732060"/>
              <a:gd name="connsiteY1229" fmla="*/ 5485507 h 8839200"/>
              <a:gd name="connsiteX1230" fmla="*/ 9293822 w 15732060"/>
              <a:gd name="connsiteY1230" fmla="*/ 5469044 h 8839200"/>
              <a:gd name="connsiteX1231" fmla="*/ 9005740 w 15732060"/>
              <a:gd name="connsiteY1231" fmla="*/ 5334058 h 8839200"/>
              <a:gd name="connsiteX1232" fmla="*/ 9005740 w 15732060"/>
              <a:gd name="connsiteY1232" fmla="*/ 5338996 h 8839200"/>
              <a:gd name="connsiteX1233" fmla="*/ 9640070 w 15732060"/>
              <a:gd name="connsiteY1233" fmla="*/ 5338996 h 8839200"/>
              <a:gd name="connsiteX1234" fmla="*/ 9835417 w 15732060"/>
              <a:gd name="connsiteY1234" fmla="*/ 5534344 h 8839200"/>
              <a:gd name="connsiteX1235" fmla="*/ 9837064 w 15732060"/>
              <a:gd name="connsiteY1235" fmla="*/ 5559036 h 8839200"/>
              <a:gd name="connsiteX1236" fmla="*/ 9837064 w 15732060"/>
              <a:gd name="connsiteY1236" fmla="*/ 5558487 h 8839200"/>
              <a:gd name="connsiteX1237" fmla="*/ 9863403 w 15732060"/>
              <a:gd name="connsiteY1237" fmla="*/ 5558487 h 8839200"/>
              <a:gd name="connsiteX1238" fmla="*/ 9863403 w 15732060"/>
              <a:gd name="connsiteY1238" fmla="*/ 5532148 h 8839200"/>
              <a:gd name="connsiteX1239" fmla="*/ 9838710 w 15732060"/>
              <a:gd name="connsiteY1239" fmla="*/ 5530503 h 8839200"/>
              <a:gd name="connsiteX1240" fmla="*/ 9642814 w 15732060"/>
              <a:gd name="connsiteY1240" fmla="*/ 5334607 h 8839200"/>
              <a:gd name="connsiteX1241" fmla="*/ 9642265 w 15732060"/>
              <a:gd name="connsiteY1241" fmla="*/ 5334607 h 8839200"/>
              <a:gd name="connsiteX1242" fmla="*/ 9005740 w 15732060"/>
              <a:gd name="connsiteY1242" fmla="*/ 5334058 h 8839200"/>
              <a:gd name="connsiteX1243" fmla="*/ 6706565 w 15732060"/>
              <a:gd name="connsiteY1243" fmla="*/ 5332960 h 8839200"/>
              <a:gd name="connsiteX1244" fmla="*/ 6511218 w 15732060"/>
              <a:gd name="connsiteY1244" fmla="*/ 5332960 h 8839200"/>
              <a:gd name="connsiteX1245" fmla="*/ 4669134 w 15732060"/>
              <a:gd name="connsiteY1245" fmla="*/ 7175043 h 8839200"/>
              <a:gd name="connsiteX1246" fmla="*/ 4276793 w 15732060"/>
              <a:gd name="connsiteY1246" fmla="*/ 7175043 h 8839200"/>
              <a:gd name="connsiteX1247" fmla="*/ 3538204 w 15732060"/>
              <a:gd name="connsiteY1247" fmla="*/ 7913632 h 8839200"/>
              <a:gd name="connsiteX1248" fmla="*/ 3006485 w 15732060"/>
              <a:gd name="connsiteY1248" fmla="*/ 7913632 h 8839200"/>
              <a:gd name="connsiteX1249" fmla="*/ 2406176 w 15732060"/>
              <a:gd name="connsiteY1249" fmla="*/ 8513942 h 8839200"/>
              <a:gd name="connsiteX1250" fmla="*/ 1628078 w 15732060"/>
              <a:gd name="connsiteY1250" fmla="*/ 8513942 h 8839200"/>
              <a:gd name="connsiteX1251" fmla="*/ 1336154 w 15732060"/>
              <a:gd name="connsiteY1251" fmla="*/ 8805865 h 8839200"/>
              <a:gd name="connsiteX1252" fmla="*/ 1311462 w 15732060"/>
              <a:gd name="connsiteY1252" fmla="*/ 8807512 h 8839200"/>
              <a:gd name="connsiteX1253" fmla="*/ 1311462 w 15732060"/>
              <a:gd name="connsiteY1253" fmla="*/ 8833851 h 8839200"/>
              <a:gd name="connsiteX1254" fmla="*/ 1337801 w 15732060"/>
              <a:gd name="connsiteY1254" fmla="*/ 8833851 h 8839200"/>
              <a:gd name="connsiteX1255" fmla="*/ 1339446 w 15732060"/>
              <a:gd name="connsiteY1255" fmla="*/ 8809158 h 8839200"/>
              <a:gd name="connsiteX1256" fmla="*/ 1629724 w 15732060"/>
              <a:gd name="connsiteY1256" fmla="*/ 8518880 h 8839200"/>
              <a:gd name="connsiteX1257" fmla="*/ 2407822 w 15732060"/>
              <a:gd name="connsiteY1257" fmla="*/ 8518880 h 8839200"/>
              <a:gd name="connsiteX1258" fmla="*/ 3008132 w 15732060"/>
              <a:gd name="connsiteY1258" fmla="*/ 7918571 h 8839200"/>
              <a:gd name="connsiteX1259" fmla="*/ 3539850 w 15732060"/>
              <a:gd name="connsiteY1259" fmla="*/ 7918571 h 8839200"/>
              <a:gd name="connsiteX1260" fmla="*/ 4278440 w 15732060"/>
              <a:gd name="connsiteY1260" fmla="*/ 7179982 h 8839200"/>
              <a:gd name="connsiteX1261" fmla="*/ 4278988 w 15732060"/>
              <a:gd name="connsiteY1261" fmla="*/ 7179982 h 8839200"/>
              <a:gd name="connsiteX1262" fmla="*/ 4671330 w 15732060"/>
              <a:gd name="connsiteY1262" fmla="*/ 7179982 h 8839200"/>
              <a:gd name="connsiteX1263" fmla="*/ 6513413 w 15732060"/>
              <a:gd name="connsiteY1263" fmla="*/ 5337899 h 8839200"/>
              <a:gd name="connsiteX1264" fmla="*/ 6706565 w 15732060"/>
              <a:gd name="connsiteY1264" fmla="*/ 5337899 h 8839200"/>
              <a:gd name="connsiteX1265" fmla="*/ 3355477 w 15732060"/>
              <a:gd name="connsiteY1265" fmla="*/ 5325413 h 8839200"/>
              <a:gd name="connsiteX1266" fmla="*/ 3342308 w 15732060"/>
              <a:gd name="connsiteY1266" fmla="*/ 5330764 h 8839200"/>
              <a:gd name="connsiteX1267" fmla="*/ 3340661 w 15732060"/>
              <a:gd name="connsiteY1267" fmla="*/ 5355456 h 8839200"/>
              <a:gd name="connsiteX1268" fmla="*/ 3109647 w 15732060"/>
              <a:gd name="connsiteY1268" fmla="*/ 5586471 h 8839200"/>
              <a:gd name="connsiteX1269" fmla="*/ 3109647 w 15732060"/>
              <a:gd name="connsiteY1269" fmla="*/ 5867420 h 8839200"/>
              <a:gd name="connsiteX1270" fmla="*/ 3093184 w 15732060"/>
              <a:gd name="connsiteY1270" fmla="*/ 5886077 h 8839200"/>
              <a:gd name="connsiteX1271" fmla="*/ 3111841 w 15732060"/>
              <a:gd name="connsiteY1271" fmla="*/ 5904734 h 8839200"/>
              <a:gd name="connsiteX1272" fmla="*/ 3130498 w 15732060"/>
              <a:gd name="connsiteY1272" fmla="*/ 5886077 h 8839200"/>
              <a:gd name="connsiteX1273" fmla="*/ 3114036 w 15732060"/>
              <a:gd name="connsiteY1273" fmla="*/ 5867420 h 8839200"/>
              <a:gd name="connsiteX1274" fmla="*/ 3114036 w 15732060"/>
              <a:gd name="connsiteY1274" fmla="*/ 5588666 h 8839200"/>
              <a:gd name="connsiteX1275" fmla="*/ 3343954 w 15732060"/>
              <a:gd name="connsiteY1275" fmla="*/ 5358749 h 8839200"/>
              <a:gd name="connsiteX1276" fmla="*/ 3368646 w 15732060"/>
              <a:gd name="connsiteY1276" fmla="*/ 5357103 h 8839200"/>
              <a:gd name="connsiteX1277" fmla="*/ 3368646 w 15732060"/>
              <a:gd name="connsiteY1277" fmla="*/ 5330764 h 8839200"/>
              <a:gd name="connsiteX1278" fmla="*/ 3355477 w 15732060"/>
              <a:gd name="connsiteY1278" fmla="*/ 5325413 h 8839200"/>
              <a:gd name="connsiteX1279" fmla="*/ 3814214 w 15732060"/>
              <a:gd name="connsiteY1279" fmla="*/ 5323629 h 8839200"/>
              <a:gd name="connsiteX1280" fmla="*/ 3795558 w 15732060"/>
              <a:gd name="connsiteY1280" fmla="*/ 5340092 h 8839200"/>
              <a:gd name="connsiteX1281" fmla="*/ 3438884 w 15732060"/>
              <a:gd name="connsiteY1281" fmla="*/ 5340092 h 8839200"/>
              <a:gd name="connsiteX1282" fmla="*/ 3191955 w 15732060"/>
              <a:gd name="connsiteY1282" fmla="*/ 5587019 h 8839200"/>
              <a:gd name="connsiteX1283" fmla="*/ 3191955 w 15732060"/>
              <a:gd name="connsiteY1283" fmla="*/ 5867970 h 8839200"/>
              <a:gd name="connsiteX1284" fmla="*/ 3192504 w 15732060"/>
              <a:gd name="connsiteY1284" fmla="*/ 5867970 h 8839200"/>
              <a:gd name="connsiteX1285" fmla="*/ 3176042 w 15732060"/>
              <a:gd name="connsiteY1285" fmla="*/ 5886626 h 8839200"/>
              <a:gd name="connsiteX1286" fmla="*/ 3194699 w 15732060"/>
              <a:gd name="connsiteY1286" fmla="*/ 5905282 h 8839200"/>
              <a:gd name="connsiteX1287" fmla="*/ 3213356 w 15732060"/>
              <a:gd name="connsiteY1287" fmla="*/ 5886626 h 8839200"/>
              <a:gd name="connsiteX1288" fmla="*/ 3196894 w 15732060"/>
              <a:gd name="connsiteY1288" fmla="*/ 5867970 h 8839200"/>
              <a:gd name="connsiteX1289" fmla="*/ 3196894 w 15732060"/>
              <a:gd name="connsiteY1289" fmla="*/ 5588666 h 8839200"/>
              <a:gd name="connsiteX1290" fmla="*/ 3441079 w 15732060"/>
              <a:gd name="connsiteY1290" fmla="*/ 5344482 h 8839200"/>
              <a:gd name="connsiteX1291" fmla="*/ 3795558 w 15732060"/>
              <a:gd name="connsiteY1291" fmla="*/ 5344482 h 8839200"/>
              <a:gd name="connsiteX1292" fmla="*/ 3814214 w 15732060"/>
              <a:gd name="connsiteY1292" fmla="*/ 5360944 h 8839200"/>
              <a:gd name="connsiteX1293" fmla="*/ 3832872 w 15732060"/>
              <a:gd name="connsiteY1293" fmla="*/ 5342287 h 8839200"/>
              <a:gd name="connsiteX1294" fmla="*/ 3814214 w 15732060"/>
              <a:gd name="connsiteY1294" fmla="*/ 5323629 h 8839200"/>
              <a:gd name="connsiteX1295" fmla="*/ 13100904 w 15732060"/>
              <a:gd name="connsiteY1295" fmla="*/ 5298390 h 8839200"/>
              <a:gd name="connsiteX1296" fmla="*/ 13082246 w 15732060"/>
              <a:gd name="connsiteY1296" fmla="*/ 5317047 h 8839200"/>
              <a:gd name="connsiteX1297" fmla="*/ 13100904 w 15732060"/>
              <a:gd name="connsiteY1297" fmla="*/ 5335704 h 8839200"/>
              <a:gd name="connsiteX1298" fmla="*/ 13119561 w 15732060"/>
              <a:gd name="connsiteY1298" fmla="*/ 5319242 h 8839200"/>
              <a:gd name="connsiteX1299" fmla="*/ 14531440 w 15732060"/>
              <a:gd name="connsiteY1299" fmla="*/ 5319242 h 8839200"/>
              <a:gd name="connsiteX1300" fmla="*/ 14688925 w 15732060"/>
              <a:gd name="connsiteY1300" fmla="*/ 5476728 h 8839200"/>
              <a:gd name="connsiteX1301" fmla="*/ 14689474 w 15732060"/>
              <a:gd name="connsiteY1301" fmla="*/ 5476728 h 8839200"/>
              <a:gd name="connsiteX1302" fmla="*/ 15652493 w 15732060"/>
              <a:gd name="connsiteY1302" fmla="*/ 5477276 h 8839200"/>
              <a:gd name="connsiteX1303" fmla="*/ 15671150 w 15732060"/>
              <a:gd name="connsiteY1303" fmla="*/ 5493738 h 8839200"/>
              <a:gd name="connsiteX1304" fmla="*/ 15689808 w 15732060"/>
              <a:gd name="connsiteY1304" fmla="*/ 5475081 h 8839200"/>
              <a:gd name="connsiteX1305" fmla="*/ 15671150 w 15732060"/>
              <a:gd name="connsiteY1305" fmla="*/ 5456424 h 8839200"/>
              <a:gd name="connsiteX1306" fmla="*/ 15652493 w 15732060"/>
              <a:gd name="connsiteY1306" fmla="*/ 5472886 h 8839200"/>
              <a:gd name="connsiteX1307" fmla="*/ 14691668 w 15732060"/>
              <a:gd name="connsiteY1307" fmla="*/ 5472886 h 8839200"/>
              <a:gd name="connsiteX1308" fmla="*/ 14534184 w 15732060"/>
              <a:gd name="connsiteY1308" fmla="*/ 5315401 h 8839200"/>
              <a:gd name="connsiteX1309" fmla="*/ 14533634 w 15732060"/>
              <a:gd name="connsiteY1309" fmla="*/ 5315401 h 8839200"/>
              <a:gd name="connsiteX1310" fmla="*/ 13119561 w 15732060"/>
              <a:gd name="connsiteY1310" fmla="*/ 5314853 h 8839200"/>
              <a:gd name="connsiteX1311" fmla="*/ 13100904 w 15732060"/>
              <a:gd name="connsiteY1311" fmla="*/ 5298390 h 8839200"/>
              <a:gd name="connsiteX1312" fmla="*/ 2501654 w 15732060"/>
              <a:gd name="connsiteY1312" fmla="*/ 5222666 h 8839200"/>
              <a:gd name="connsiteX1313" fmla="*/ 2482998 w 15732060"/>
              <a:gd name="connsiteY1313" fmla="*/ 5239127 h 8839200"/>
              <a:gd name="connsiteX1314" fmla="*/ 1538086 w 15732060"/>
              <a:gd name="connsiteY1314" fmla="*/ 5239127 h 8839200"/>
              <a:gd name="connsiteX1315" fmla="*/ 1012404 w 15732060"/>
              <a:gd name="connsiteY1315" fmla="*/ 5764810 h 8839200"/>
              <a:gd name="connsiteX1316" fmla="*/ 373684 w 15732060"/>
              <a:gd name="connsiteY1316" fmla="*/ 5764810 h 8839200"/>
              <a:gd name="connsiteX1317" fmla="*/ 355028 w 15732060"/>
              <a:gd name="connsiteY1317" fmla="*/ 5748348 h 8839200"/>
              <a:gd name="connsiteX1318" fmla="*/ 336370 w 15732060"/>
              <a:gd name="connsiteY1318" fmla="*/ 5767005 h 8839200"/>
              <a:gd name="connsiteX1319" fmla="*/ 355028 w 15732060"/>
              <a:gd name="connsiteY1319" fmla="*/ 5785662 h 8839200"/>
              <a:gd name="connsiteX1320" fmla="*/ 373684 w 15732060"/>
              <a:gd name="connsiteY1320" fmla="*/ 5769200 h 8839200"/>
              <a:gd name="connsiteX1321" fmla="*/ 1014600 w 15732060"/>
              <a:gd name="connsiteY1321" fmla="*/ 5769200 h 8839200"/>
              <a:gd name="connsiteX1322" fmla="*/ 1540282 w 15732060"/>
              <a:gd name="connsiteY1322" fmla="*/ 5243518 h 8839200"/>
              <a:gd name="connsiteX1323" fmla="*/ 2482998 w 15732060"/>
              <a:gd name="connsiteY1323" fmla="*/ 5243518 h 8839200"/>
              <a:gd name="connsiteX1324" fmla="*/ 2501654 w 15732060"/>
              <a:gd name="connsiteY1324" fmla="*/ 5259979 h 8839200"/>
              <a:gd name="connsiteX1325" fmla="*/ 2520311 w 15732060"/>
              <a:gd name="connsiteY1325" fmla="*/ 5241322 h 8839200"/>
              <a:gd name="connsiteX1326" fmla="*/ 2501654 w 15732060"/>
              <a:gd name="connsiteY1326" fmla="*/ 5222666 h 8839200"/>
              <a:gd name="connsiteX1327" fmla="*/ 6731258 w 15732060"/>
              <a:gd name="connsiteY1327" fmla="*/ 5216629 h 8839200"/>
              <a:gd name="connsiteX1328" fmla="*/ 6337270 w 15732060"/>
              <a:gd name="connsiteY1328" fmla="*/ 5216629 h 8839200"/>
              <a:gd name="connsiteX1329" fmla="*/ 5447780 w 15732060"/>
              <a:gd name="connsiteY1329" fmla="*/ 6106119 h 8839200"/>
              <a:gd name="connsiteX1330" fmla="*/ 5184390 w 15732060"/>
              <a:gd name="connsiteY1330" fmla="*/ 6106119 h 8839200"/>
              <a:gd name="connsiteX1331" fmla="*/ 4126990 w 15732060"/>
              <a:gd name="connsiteY1331" fmla="*/ 7163520 h 8839200"/>
              <a:gd name="connsiteX1332" fmla="*/ 4102298 w 15732060"/>
              <a:gd name="connsiteY1332" fmla="*/ 7165166 h 8839200"/>
              <a:gd name="connsiteX1333" fmla="*/ 4102298 w 15732060"/>
              <a:gd name="connsiteY1333" fmla="*/ 7191505 h 8839200"/>
              <a:gd name="connsiteX1334" fmla="*/ 4128636 w 15732060"/>
              <a:gd name="connsiteY1334" fmla="*/ 7191505 h 8839200"/>
              <a:gd name="connsiteX1335" fmla="*/ 4130282 w 15732060"/>
              <a:gd name="connsiteY1335" fmla="*/ 7166813 h 8839200"/>
              <a:gd name="connsiteX1336" fmla="*/ 5186586 w 15732060"/>
              <a:gd name="connsiteY1336" fmla="*/ 6110509 h 8839200"/>
              <a:gd name="connsiteX1337" fmla="*/ 5449976 w 15732060"/>
              <a:gd name="connsiteY1337" fmla="*/ 6110509 h 8839200"/>
              <a:gd name="connsiteX1338" fmla="*/ 6338917 w 15732060"/>
              <a:gd name="connsiteY1338" fmla="*/ 5221568 h 8839200"/>
              <a:gd name="connsiteX1339" fmla="*/ 6338916 w 15732060"/>
              <a:gd name="connsiteY1339" fmla="*/ 5221568 h 8839200"/>
              <a:gd name="connsiteX1340" fmla="*/ 6339465 w 15732060"/>
              <a:gd name="connsiteY1340" fmla="*/ 5221020 h 8839200"/>
              <a:gd name="connsiteX1341" fmla="*/ 6338917 w 15732060"/>
              <a:gd name="connsiteY1341" fmla="*/ 5221568 h 8839200"/>
              <a:gd name="connsiteX1342" fmla="*/ 6731258 w 15732060"/>
              <a:gd name="connsiteY1342" fmla="*/ 5221568 h 8839200"/>
              <a:gd name="connsiteX1343" fmla="*/ 5903774 w 15732060"/>
              <a:gd name="connsiteY1343" fmla="*/ 5215121 h 8839200"/>
              <a:gd name="connsiteX1344" fmla="*/ 5890605 w 15732060"/>
              <a:gd name="connsiteY1344" fmla="*/ 5220470 h 8839200"/>
              <a:gd name="connsiteX1345" fmla="*/ 5888960 w 15732060"/>
              <a:gd name="connsiteY1345" fmla="*/ 5245164 h 8839200"/>
              <a:gd name="connsiteX1346" fmla="*/ 5719401 w 15732060"/>
              <a:gd name="connsiteY1346" fmla="*/ 5414721 h 8839200"/>
              <a:gd name="connsiteX1347" fmla="*/ 5389616 w 15732060"/>
              <a:gd name="connsiteY1347" fmla="*/ 5414721 h 8839200"/>
              <a:gd name="connsiteX1348" fmla="*/ 5283162 w 15732060"/>
              <a:gd name="connsiteY1348" fmla="*/ 5308268 h 8839200"/>
              <a:gd name="connsiteX1349" fmla="*/ 5282613 w 15732060"/>
              <a:gd name="connsiteY1349" fmla="*/ 5308268 h 8839200"/>
              <a:gd name="connsiteX1350" fmla="*/ 4879298 w 15732060"/>
              <a:gd name="connsiteY1350" fmla="*/ 5307719 h 8839200"/>
              <a:gd name="connsiteX1351" fmla="*/ 3998039 w 15732060"/>
              <a:gd name="connsiteY1351" fmla="*/ 6188977 h 8839200"/>
              <a:gd name="connsiteX1352" fmla="*/ 3354380 w 15732060"/>
              <a:gd name="connsiteY1352" fmla="*/ 6188977 h 8839200"/>
              <a:gd name="connsiteX1353" fmla="*/ 3335723 w 15732060"/>
              <a:gd name="connsiteY1353" fmla="*/ 6172516 h 8839200"/>
              <a:gd name="connsiteX1354" fmla="*/ 3317066 w 15732060"/>
              <a:gd name="connsiteY1354" fmla="*/ 6191172 h 8839200"/>
              <a:gd name="connsiteX1355" fmla="*/ 3335723 w 15732060"/>
              <a:gd name="connsiteY1355" fmla="*/ 6209829 h 8839200"/>
              <a:gd name="connsiteX1356" fmla="*/ 3354380 w 15732060"/>
              <a:gd name="connsiteY1356" fmla="*/ 6193367 h 8839200"/>
              <a:gd name="connsiteX1357" fmla="*/ 4000233 w 15732060"/>
              <a:gd name="connsiteY1357" fmla="*/ 6193367 h 8839200"/>
              <a:gd name="connsiteX1358" fmla="*/ 4881492 w 15732060"/>
              <a:gd name="connsiteY1358" fmla="*/ 5312109 h 8839200"/>
              <a:gd name="connsiteX1359" fmla="*/ 5280967 w 15732060"/>
              <a:gd name="connsiteY1359" fmla="*/ 5312109 h 8839200"/>
              <a:gd name="connsiteX1360" fmla="*/ 5387420 w 15732060"/>
              <a:gd name="connsiteY1360" fmla="*/ 5418562 h 8839200"/>
              <a:gd name="connsiteX1361" fmla="*/ 5387969 w 15732060"/>
              <a:gd name="connsiteY1361" fmla="*/ 5418562 h 8839200"/>
              <a:gd name="connsiteX1362" fmla="*/ 5721596 w 15732060"/>
              <a:gd name="connsiteY1362" fmla="*/ 5419110 h 8839200"/>
              <a:gd name="connsiteX1363" fmla="*/ 5892251 w 15732060"/>
              <a:gd name="connsiteY1363" fmla="*/ 5248456 h 8839200"/>
              <a:gd name="connsiteX1364" fmla="*/ 5892251 w 15732060"/>
              <a:gd name="connsiteY1364" fmla="*/ 5248456 h 8839200"/>
              <a:gd name="connsiteX1365" fmla="*/ 5892800 w 15732060"/>
              <a:gd name="connsiteY1365" fmla="*/ 5247907 h 8839200"/>
              <a:gd name="connsiteX1366" fmla="*/ 5892251 w 15732060"/>
              <a:gd name="connsiteY1366" fmla="*/ 5248456 h 8839200"/>
              <a:gd name="connsiteX1367" fmla="*/ 5904803 w 15732060"/>
              <a:gd name="connsiteY1367" fmla="*/ 5252160 h 8839200"/>
              <a:gd name="connsiteX1368" fmla="*/ 5916944 w 15732060"/>
              <a:gd name="connsiteY1368" fmla="*/ 5246809 h 8839200"/>
              <a:gd name="connsiteX1369" fmla="*/ 5916944 w 15732060"/>
              <a:gd name="connsiteY1369" fmla="*/ 5220470 h 8839200"/>
              <a:gd name="connsiteX1370" fmla="*/ 5903774 w 15732060"/>
              <a:gd name="connsiteY1370" fmla="*/ 5215121 h 8839200"/>
              <a:gd name="connsiteX1371" fmla="*/ 14162694 w 15732060"/>
              <a:gd name="connsiteY1371" fmla="*/ 5037332 h 8839200"/>
              <a:gd name="connsiteX1372" fmla="*/ 14149524 w 15732060"/>
              <a:gd name="connsiteY1372" fmla="*/ 5042682 h 8839200"/>
              <a:gd name="connsiteX1373" fmla="*/ 14149524 w 15732060"/>
              <a:gd name="connsiteY1373" fmla="*/ 5069021 h 8839200"/>
              <a:gd name="connsiteX1374" fmla="*/ 14174217 w 15732060"/>
              <a:gd name="connsiteY1374" fmla="*/ 5070668 h 8839200"/>
              <a:gd name="connsiteX1375" fmla="*/ 14224152 w 15732060"/>
              <a:gd name="connsiteY1375" fmla="*/ 5120602 h 8839200"/>
              <a:gd name="connsiteX1376" fmla="*/ 14224701 w 15732060"/>
              <a:gd name="connsiteY1376" fmla="*/ 5120602 h 8839200"/>
              <a:gd name="connsiteX1377" fmla="*/ 15006090 w 15732060"/>
              <a:gd name="connsiteY1377" fmla="*/ 5121151 h 8839200"/>
              <a:gd name="connsiteX1378" fmla="*/ 15196500 w 15732060"/>
              <a:gd name="connsiteY1378" fmla="*/ 5311560 h 8839200"/>
              <a:gd name="connsiteX1379" fmla="*/ 15197048 w 15732060"/>
              <a:gd name="connsiteY1379" fmla="*/ 5311560 h 8839200"/>
              <a:gd name="connsiteX1380" fmla="*/ 15565794 w 15732060"/>
              <a:gd name="connsiteY1380" fmla="*/ 5312109 h 8839200"/>
              <a:gd name="connsiteX1381" fmla="*/ 15584450 w 15732060"/>
              <a:gd name="connsiteY1381" fmla="*/ 5328570 h 8839200"/>
              <a:gd name="connsiteX1382" fmla="*/ 15603108 w 15732060"/>
              <a:gd name="connsiteY1382" fmla="*/ 5309913 h 8839200"/>
              <a:gd name="connsiteX1383" fmla="*/ 15584450 w 15732060"/>
              <a:gd name="connsiteY1383" fmla="*/ 5291257 h 8839200"/>
              <a:gd name="connsiteX1384" fmla="*/ 15565794 w 15732060"/>
              <a:gd name="connsiteY1384" fmla="*/ 5307719 h 8839200"/>
              <a:gd name="connsiteX1385" fmla="*/ 15199243 w 15732060"/>
              <a:gd name="connsiteY1385" fmla="*/ 5307719 h 8839200"/>
              <a:gd name="connsiteX1386" fmla="*/ 15008834 w 15732060"/>
              <a:gd name="connsiteY1386" fmla="*/ 5117310 h 8839200"/>
              <a:gd name="connsiteX1387" fmla="*/ 15008285 w 15732060"/>
              <a:gd name="connsiteY1387" fmla="*/ 5117310 h 8839200"/>
              <a:gd name="connsiteX1388" fmla="*/ 14226895 w 15732060"/>
              <a:gd name="connsiteY1388" fmla="*/ 5116761 h 8839200"/>
              <a:gd name="connsiteX1389" fmla="*/ 14177510 w 15732060"/>
              <a:gd name="connsiteY1389" fmla="*/ 5067376 h 8839200"/>
              <a:gd name="connsiteX1390" fmla="*/ 14175863 w 15732060"/>
              <a:gd name="connsiteY1390" fmla="*/ 5042682 h 8839200"/>
              <a:gd name="connsiteX1391" fmla="*/ 14162694 w 15732060"/>
              <a:gd name="connsiteY1391" fmla="*/ 5037332 h 8839200"/>
              <a:gd name="connsiteX1392" fmla="*/ 6701626 w 15732060"/>
              <a:gd name="connsiteY1392" fmla="*/ 4985066 h 8839200"/>
              <a:gd name="connsiteX1393" fmla="*/ 6314773 w 15732060"/>
              <a:gd name="connsiteY1393" fmla="*/ 4985066 h 8839200"/>
              <a:gd name="connsiteX1394" fmla="*/ 5641482 w 15732060"/>
              <a:gd name="connsiteY1394" fmla="*/ 5658905 h 8839200"/>
              <a:gd name="connsiteX1395" fmla="*/ 4869421 w 15732060"/>
              <a:gd name="connsiteY1395" fmla="*/ 5658905 h 8839200"/>
              <a:gd name="connsiteX1396" fmla="*/ 3998039 w 15732060"/>
              <a:gd name="connsiteY1396" fmla="*/ 6530287 h 8839200"/>
              <a:gd name="connsiteX1397" fmla="*/ 3561250 w 15732060"/>
              <a:gd name="connsiteY1397" fmla="*/ 6530287 h 8839200"/>
              <a:gd name="connsiteX1398" fmla="*/ 3542594 w 15732060"/>
              <a:gd name="connsiteY1398" fmla="*/ 6513825 h 8839200"/>
              <a:gd name="connsiteX1399" fmla="*/ 3523937 w 15732060"/>
              <a:gd name="connsiteY1399" fmla="*/ 6532481 h 8839200"/>
              <a:gd name="connsiteX1400" fmla="*/ 3542594 w 15732060"/>
              <a:gd name="connsiteY1400" fmla="*/ 6551138 h 8839200"/>
              <a:gd name="connsiteX1401" fmla="*/ 3561250 w 15732060"/>
              <a:gd name="connsiteY1401" fmla="*/ 6534677 h 8839200"/>
              <a:gd name="connsiteX1402" fmla="*/ 4000233 w 15732060"/>
              <a:gd name="connsiteY1402" fmla="*/ 6534677 h 8839200"/>
              <a:gd name="connsiteX1403" fmla="*/ 4871615 w 15732060"/>
              <a:gd name="connsiteY1403" fmla="*/ 5663295 h 8839200"/>
              <a:gd name="connsiteX1404" fmla="*/ 5643678 w 15732060"/>
              <a:gd name="connsiteY1404" fmla="*/ 5663295 h 8839200"/>
              <a:gd name="connsiteX1405" fmla="*/ 5643678 w 15732060"/>
              <a:gd name="connsiteY1405" fmla="*/ 5663843 h 8839200"/>
              <a:gd name="connsiteX1406" fmla="*/ 6316967 w 15732060"/>
              <a:gd name="connsiteY1406" fmla="*/ 4990004 h 8839200"/>
              <a:gd name="connsiteX1407" fmla="*/ 6701626 w 15732060"/>
              <a:gd name="connsiteY1407" fmla="*/ 4990004 h 8839200"/>
              <a:gd name="connsiteX1408" fmla="*/ 8990924 w 15732060"/>
              <a:gd name="connsiteY1408" fmla="*/ 4884100 h 8839200"/>
              <a:gd name="connsiteX1409" fmla="*/ 8990924 w 15732060"/>
              <a:gd name="connsiteY1409" fmla="*/ 4889039 h 8839200"/>
              <a:gd name="connsiteX1410" fmla="*/ 10502123 w 15732060"/>
              <a:gd name="connsiteY1410" fmla="*/ 4889039 h 8839200"/>
              <a:gd name="connsiteX1411" fmla="*/ 10710640 w 15732060"/>
              <a:gd name="connsiteY1411" fmla="*/ 5097556 h 8839200"/>
              <a:gd name="connsiteX1412" fmla="*/ 10711189 w 15732060"/>
              <a:gd name="connsiteY1412" fmla="*/ 5097556 h 8839200"/>
              <a:gd name="connsiteX1413" fmla="*/ 11067314 w 15732060"/>
              <a:gd name="connsiteY1413" fmla="*/ 5098104 h 8839200"/>
              <a:gd name="connsiteX1414" fmla="*/ 11665978 w 15732060"/>
              <a:gd name="connsiteY1414" fmla="*/ 5696767 h 8839200"/>
              <a:gd name="connsiteX1415" fmla="*/ 11666525 w 15732060"/>
              <a:gd name="connsiteY1415" fmla="*/ 5696767 h 8839200"/>
              <a:gd name="connsiteX1416" fmla="*/ 12664664 w 15732060"/>
              <a:gd name="connsiteY1416" fmla="*/ 5696767 h 8839200"/>
              <a:gd name="connsiteX1417" fmla="*/ 12683321 w 15732060"/>
              <a:gd name="connsiteY1417" fmla="*/ 5713229 h 8839200"/>
              <a:gd name="connsiteX1418" fmla="*/ 12701979 w 15732060"/>
              <a:gd name="connsiteY1418" fmla="*/ 5694572 h 8839200"/>
              <a:gd name="connsiteX1419" fmla="*/ 12683321 w 15732060"/>
              <a:gd name="connsiteY1419" fmla="*/ 5675916 h 8839200"/>
              <a:gd name="connsiteX1420" fmla="*/ 12664664 w 15732060"/>
              <a:gd name="connsiteY1420" fmla="*/ 5692378 h 8839200"/>
              <a:gd name="connsiteX1421" fmla="*/ 11668172 w 15732060"/>
              <a:gd name="connsiteY1421" fmla="*/ 5692378 h 8839200"/>
              <a:gd name="connsiteX1422" fmla="*/ 11069509 w 15732060"/>
              <a:gd name="connsiteY1422" fmla="*/ 5093715 h 8839200"/>
              <a:gd name="connsiteX1423" fmla="*/ 11068960 w 15732060"/>
              <a:gd name="connsiteY1423" fmla="*/ 5093715 h 8839200"/>
              <a:gd name="connsiteX1424" fmla="*/ 10712835 w 15732060"/>
              <a:gd name="connsiteY1424" fmla="*/ 5093165 h 8839200"/>
              <a:gd name="connsiteX1425" fmla="*/ 10504318 w 15732060"/>
              <a:gd name="connsiteY1425" fmla="*/ 4884648 h 8839200"/>
              <a:gd name="connsiteX1426" fmla="*/ 10503770 w 15732060"/>
              <a:gd name="connsiteY1426" fmla="*/ 4884648 h 8839200"/>
              <a:gd name="connsiteX1427" fmla="*/ 8990924 w 15732060"/>
              <a:gd name="connsiteY1427" fmla="*/ 4884100 h 8839200"/>
              <a:gd name="connsiteX1428" fmla="*/ 6691750 w 15732060"/>
              <a:gd name="connsiteY1428" fmla="*/ 4867090 h 8839200"/>
              <a:gd name="connsiteX1429" fmla="*/ 6359219 w 15732060"/>
              <a:gd name="connsiteY1429" fmla="*/ 4867090 h 8839200"/>
              <a:gd name="connsiteX1430" fmla="*/ 6139180 w 15732060"/>
              <a:gd name="connsiteY1430" fmla="*/ 5087130 h 8839200"/>
              <a:gd name="connsiteX1431" fmla="*/ 4979166 w 15732060"/>
              <a:gd name="connsiteY1431" fmla="*/ 5087130 h 8839200"/>
              <a:gd name="connsiteX1432" fmla="*/ 4126441 w 15732060"/>
              <a:gd name="connsiteY1432" fmla="*/ 5939855 h 8839200"/>
              <a:gd name="connsiteX1433" fmla="*/ 3354380 w 15732060"/>
              <a:gd name="connsiteY1433" fmla="*/ 5939855 h 8839200"/>
              <a:gd name="connsiteX1434" fmla="*/ 3335723 w 15732060"/>
              <a:gd name="connsiteY1434" fmla="*/ 5923392 h 8839200"/>
              <a:gd name="connsiteX1435" fmla="*/ 3317066 w 15732060"/>
              <a:gd name="connsiteY1435" fmla="*/ 5942050 h 8839200"/>
              <a:gd name="connsiteX1436" fmla="*/ 3335723 w 15732060"/>
              <a:gd name="connsiteY1436" fmla="*/ 5960706 h 8839200"/>
              <a:gd name="connsiteX1437" fmla="*/ 3354380 w 15732060"/>
              <a:gd name="connsiteY1437" fmla="*/ 5944244 h 8839200"/>
              <a:gd name="connsiteX1438" fmla="*/ 4128636 w 15732060"/>
              <a:gd name="connsiteY1438" fmla="*/ 5944244 h 8839200"/>
              <a:gd name="connsiteX1439" fmla="*/ 4981361 w 15732060"/>
              <a:gd name="connsiteY1439" fmla="*/ 5091519 h 8839200"/>
              <a:gd name="connsiteX1440" fmla="*/ 6141374 w 15732060"/>
              <a:gd name="connsiteY1440" fmla="*/ 5091519 h 8839200"/>
              <a:gd name="connsiteX1441" fmla="*/ 6361414 w 15732060"/>
              <a:gd name="connsiteY1441" fmla="*/ 4871479 h 8839200"/>
              <a:gd name="connsiteX1442" fmla="*/ 6360866 w 15732060"/>
              <a:gd name="connsiteY1442" fmla="*/ 4872028 h 8839200"/>
              <a:gd name="connsiteX1443" fmla="*/ 6691750 w 15732060"/>
              <a:gd name="connsiteY1443" fmla="*/ 4872028 h 8839200"/>
              <a:gd name="connsiteX1444" fmla="*/ 11528247 w 15732060"/>
              <a:gd name="connsiteY1444" fmla="*/ 4844729 h 8839200"/>
              <a:gd name="connsiteX1445" fmla="*/ 11515077 w 15732060"/>
              <a:gd name="connsiteY1445" fmla="*/ 4850079 h 8839200"/>
              <a:gd name="connsiteX1446" fmla="*/ 11515077 w 15732060"/>
              <a:gd name="connsiteY1446" fmla="*/ 4876418 h 8839200"/>
              <a:gd name="connsiteX1447" fmla="*/ 11539770 w 15732060"/>
              <a:gd name="connsiteY1447" fmla="*/ 4878064 h 8839200"/>
              <a:gd name="connsiteX1448" fmla="*/ 11636345 w 15732060"/>
              <a:gd name="connsiteY1448" fmla="*/ 4974640 h 8839200"/>
              <a:gd name="connsiteX1449" fmla="*/ 11636345 w 15732060"/>
              <a:gd name="connsiteY1449" fmla="*/ 5197973 h 8839200"/>
              <a:gd name="connsiteX1450" fmla="*/ 11880530 w 15732060"/>
              <a:gd name="connsiteY1450" fmla="*/ 5442157 h 8839200"/>
              <a:gd name="connsiteX1451" fmla="*/ 11881079 w 15732060"/>
              <a:gd name="connsiteY1451" fmla="*/ 5442157 h 8839200"/>
              <a:gd name="connsiteX1452" fmla="*/ 13668290 w 15732060"/>
              <a:gd name="connsiteY1452" fmla="*/ 5442705 h 8839200"/>
              <a:gd name="connsiteX1453" fmla="*/ 13953628 w 15732060"/>
              <a:gd name="connsiteY1453" fmla="*/ 5728046 h 8839200"/>
              <a:gd name="connsiteX1454" fmla="*/ 13954178 w 15732060"/>
              <a:gd name="connsiteY1454" fmla="*/ 5728046 h 8839200"/>
              <a:gd name="connsiteX1455" fmla="*/ 15683771 w 15732060"/>
              <a:gd name="connsiteY1455" fmla="*/ 5728594 h 8839200"/>
              <a:gd name="connsiteX1456" fmla="*/ 15702428 w 15732060"/>
              <a:gd name="connsiteY1456" fmla="*/ 5745056 h 8839200"/>
              <a:gd name="connsiteX1457" fmla="*/ 15702428 w 15732060"/>
              <a:gd name="connsiteY1457" fmla="*/ 5744507 h 8839200"/>
              <a:gd name="connsiteX1458" fmla="*/ 15721085 w 15732060"/>
              <a:gd name="connsiteY1458" fmla="*/ 5725850 h 8839200"/>
              <a:gd name="connsiteX1459" fmla="*/ 15702428 w 15732060"/>
              <a:gd name="connsiteY1459" fmla="*/ 5707193 h 8839200"/>
              <a:gd name="connsiteX1460" fmla="*/ 15683771 w 15732060"/>
              <a:gd name="connsiteY1460" fmla="*/ 5723655 h 8839200"/>
              <a:gd name="connsiteX1461" fmla="*/ 13955824 w 15732060"/>
              <a:gd name="connsiteY1461" fmla="*/ 5723655 h 8839200"/>
              <a:gd name="connsiteX1462" fmla="*/ 13670485 w 15732060"/>
              <a:gd name="connsiteY1462" fmla="*/ 5438316 h 8839200"/>
              <a:gd name="connsiteX1463" fmla="*/ 13669935 w 15732060"/>
              <a:gd name="connsiteY1463" fmla="*/ 5438316 h 8839200"/>
              <a:gd name="connsiteX1464" fmla="*/ 11882726 w 15732060"/>
              <a:gd name="connsiteY1464" fmla="*/ 5437767 h 8839200"/>
              <a:gd name="connsiteX1465" fmla="*/ 11640736 w 15732060"/>
              <a:gd name="connsiteY1465" fmla="*/ 5195778 h 8839200"/>
              <a:gd name="connsiteX1466" fmla="*/ 11640736 w 15732060"/>
              <a:gd name="connsiteY1466" fmla="*/ 4972445 h 8839200"/>
              <a:gd name="connsiteX1467" fmla="*/ 11543061 w 15732060"/>
              <a:gd name="connsiteY1467" fmla="*/ 4874772 h 8839200"/>
              <a:gd name="connsiteX1468" fmla="*/ 11541416 w 15732060"/>
              <a:gd name="connsiteY1468" fmla="*/ 4850079 h 8839200"/>
              <a:gd name="connsiteX1469" fmla="*/ 11528247 w 15732060"/>
              <a:gd name="connsiteY1469" fmla="*/ 4844729 h 8839200"/>
              <a:gd name="connsiteX1470" fmla="*/ 3694591 w 15732060"/>
              <a:gd name="connsiteY1470" fmla="*/ 4724420 h 8839200"/>
              <a:gd name="connsiteX1471" fmla="*/ 3675934 w 15732060"/>
              <a:gd name="connsiteY1471" fmla="*/ 4740882 h 8839200"/>
              <a:gd name="connsiteX1472" fmla="*/ 2397397 w 15732060"/>
              <a:gd name="connsiteY1472" fmla="*/ 4740882 h 8839200"/>
              <a:gd name="connsiteX1473" fmla="*/ 2225096 w 15732060"/>
              <a:gd name="connsiteY1473" fmla="*/ 4913183 h 8839200"/>
              <a:gd name="connsiteX1474" fmla="*/ 2200402 w 15732060"/>
              <a:gd name="connsiteY1474" fmla="*/ 4914828 h 8839200"/>
              <a:gd name="connsiteX1475" fmla="*/ 2200402 w 15732060"/>
              <a:gd name="connsiteY1475" fmla="*/ 4941167 h 8839200"/>
              <a:gd name="connsiteX1476" fmla="*/ 2226741 w 15732060"/>
              <a:gd name="connsiteY1476" fmla="*/ 4941167 h 8839200"/>
              <a:gd name="connsiteX1477" fmla="*/ 2228388 w 15732060"/>
              <a:gd name="connsiteY1477" fmla="*/ 4916475 h 8839200"/>
              <a:gd name="connsiteX1478" fmla="*/ 2399591 w 15732060"/>
              <a:gd name="connsiteY1478" fmla="*/ 4745271 h 8839200"/>
              <a:gd name="connsiteX1479" fmla="*/ 3675934 w 15732060"/>
              <a:gd name="connsiteY1479" fmla="*/ 4745271 h 8839200"/>
              <a:gd name="connsiteX1480" fmla="*/ 3694591 w 15732060"/>
              <a:gd name="connsiteY1480" fmla="*/ 4761734 h 8839200"/>
              <a:gd name="connsiteX1481" fmla="*/ 3713248 w 15732060"/>
              <a:gd name="connsiteY1481" fmla="*/ 4743076 h 8839200"/>
              <a:gd name="connsiteX1482" fmla="*/ 3694591 w 15732060"/>
              <a:gd name="connsiteY1482" fmla="*/ 4724420 h 8839200"/>
              <a:gd name="connsiteX1483" fmla="*/ 8991472 w 15732060"/>
              <a:gd name="connsiteY1483" fmla="*/ 4634977 h 8839200"/>
              <a:gd name="connsiteX1484" fmla="*/ 8991472 w 15732060"/>
              <a:gd name="connsiteY1484" fmla="*/ 4639915 h 8839200"/>
              <a:gd name="connsiteX1485" fmla="*/ 10625039 w 15732060"/>
              <a:gd name="connsiteY1485" fmla="*/ 4639915 h 8839200"/>
              <a:gd name="connsiteX1486" fmla="*/ 10771549 w 15732060"/>
              <a:gd name="connsiteY1486" fmla="*/ 4786426 h 8839200"/>
              <a:gd name="connsiteX1487" fmla="*/ 10772098 w 15732060"/>
              <a:gd name="connsiteY1487" fmla="*/ 4786426 h 8839200"/>
              <a:gd name="connsiteX1488" fmla="*/ 11577632 w 15732060"/>
              <a:gd name="connsiteY1488" fmla="*/ 4786975 h 8839200"/>
              <a:gd name="connsiteX1489" fmla="*/ 12118130 w 15732060"/>
              <a:gd name="connsiteY1489" fmla="*/ 5327473 h 8839200"/>
              <a:gd name="connsiteX1490" fmla="*/ 12118679 w 15732060"/>
              <a:gd name="connsiteY1490" fmla="*/ 5327473 h 8839200"/>
              <a:gd name="connsiteX1491" fmla="*/ 12693747 w 15732060"/>
              <a:gd name="connsiteY1491" fmla="*/ 5328022 h 8839200"/>
              <a:gd name="connsiteX1492" fmla="*/ 12712404 w 15732060"/>
              <a:gd name="connsiteY1492" fmla="*/ 5344484 h 8839200"/>
              <a:gd name="connsiteX1493" fmla="*/ 12731060 w 15732060"/>
              <a:gd name="connsiteY1493" fmla="*/ 5325826 h 8839200"/>
              <a:gd name="connsiteX1494" fmla="*/ 12712404 w 15732060"/>
              <a:gd name="connsiteY1494" fmla="*/ 5307169 h 8839200"/>
              <a:gd name="connsiteX1495" fmla="*/ 12693747 w 15732060"/>
              <a:gd name="connsiteY1495" fmla="*/ 5323632 h 8839200"/>
              <a:gd name="connsiteX1496" fmla="*/ 12693198 w 15732060"/>
              <a:gd name="connsiteY1496" fmla="*/ 5323083 h 8839200"/>
              <a:gd name="connsiteX1497" fmla="*/ 12120326 w 15732060"/>
              <a:gd name="connsiteY1497" fmla="*/ 5323083 h 8839200"/>
              <a:gd name="connsiteX1498" fmla="*/ 11579827 w 15732060"/>
              <a:gd name="connsiteY1498" fmla="*/ 4782585 h 8839200"/>
              <a:gd name="connsiteX1499" fmla="*/ 11579279 w 15732060"/>
              <a:gd name="connsiteY1499" fmla="*/ 4782585 h 8839200"/>
              <a:gd name="connsiteX1500" fmla="*/ 10773744 w 15732060"/>
              <a:gd name="connsiteY1500" fmla="*/ 4782036 h 8839200"/>
              <a:gd name="connsiteX1501" fmla="*/ 10627234 w 15732060"/>
              <a:gd name="connsiteY1501" fmla="*/ 4635526 h 8839200"/>
              <a:gd name="connsiteX1502" fmla="*/ 10626685 w 15732060"/>
              <a:gd name="connsiteY1502" fmla="*/ 4635526 h 8839200"/>
              <a:gd name="connsiteX1503" fmla="*/ 8991472 w 15732060"/>
              <a:gd name="connsiteY1503" fmla="*/ 4634977 h 8839200"/>
              <a:gd name="connsiteX1504" fmla="*/ 6695042 w 15732060"/>
              <a:gd name="connsiteY1504" fmla="*/ 4618513 h 8839200"/>
              <a:gd name="connsiteX1505" fmla="*/ 6676386 w 15732060"/>
              <a:gd name="connsiteY1505" fmla="*/ 4634975 h 8839200"/>
              <a:gd name="connsiteX1506" fmla="*/ 6045896 w 15732060"/>
              <a:gd name="connsiteY1506" fmla="*/ 4634975 h 8839200"/>
              <a:gd name="connsiteX1507" fmla="*/ 5800614 w 15732060"/>
              <a:gd name="connsiteY1507" fmla="*/ 4880257 h 8839200"/>
              <a:gd name="connsiteX1508" fmla="*/ 4406842 w 15732060"/>
              <a:gd name="connsiteY1508" fmla="*/ 4880257 h 8839200"/>
              <a:gd name="connsiteX1509" fmla="*/ 3872928 w 15732060"/>
              <a:gd name="connsiteY1509" fmla="*/ 5414171 h 8839200"/>
              <a:gd name="connsiteX1510" fmla="*/ 3545886 w 15732060"/>
              <a:gd name="connsiteY1510" fmla="*/ 5414171 h 8839200"/>
              <a:gd name="connsiteX1511" fmla="*/ 3275363 w 15732060"/>
              <a:gd name="connsiteY1511" fmla="*/ 5684694 h 8839200"/>
              <a:gd name="connsiteX1512" fmla="*/ 3275363 w 15732060"/>
              <a:gd name="connsiteY1512" fmla="*/ 5867970 h 8839200"/>
              <a:gd name="connsiteX1513" fmla="*/ 3258900 w 15732060"/>
              <a:gd name="connsiteY1513" fmla="*/ 5886626 h 8839200"/>
              <a:gd name="connsiteX1514" fmla="*/ 3277557 w 15732060"/>
              <a:gd name="connsiteY1514" fmla="*/ 5905282 h 8839200"/>
              <a:gd name="connsiteX1515" fmla="*/ 3296214 w 15732060"/>
              <a:gd name="connsiteY1515" fmla="*/ 5886626 h 8839200"/>
              <a:gd name="connsiteX1516" fmla="*/ 3279752 w 15732060"/>
              <a:gd name="connsiteY1516" fmla="*/ 5867970 h 8839200"/>
              <a:gd name="connsiteX1517" fmla="*/ 3279752 w 15732060"/>
              <a:gd name="connsiteY1517" fmla="*/ 5686888 h 8839200"/>
              <a:gd name="connsiteX1518" fmla="*/ 3546984 w 15732060"/>
              <a:gd name="connsiteY1518" fmla="*/ 5419657 h 8839200"/>
              <a:gd name="connsiteX1519" fmla="*/ 3874026 w 15732060"/>
              <a:gd name="connsiteY1519" fmla="*/ 5419657 h 8839200"/>
              <a:gd name="connsiteX1520" fmla="*/ 4407940 w 15732060"/>
              <a:gd name="connsiteY1520" fmla="*/ 4885744 h 8839200"/>
              <a:gd name="connsiteX1521" fmla="*/ 5801711 w 15732060"/>
              <a:gd name="connsiteY1521" fmla="*/ 4885744 h 8839200"/>
              <a:gd name="connsiteX1522" fmla="*/ 6046994 w 15732060"/>
              <a:gd name="connsiteY1522" fmla="*/ 4640462 h 8839200"/>
              <a:gd name="connsiteX1523" fmla="*/ 6675288 w 15732060"/>
              <a:gd name="connsiteY1523" fmla="*/ 4640462 h 8839200"/>
              <a:gd name="connsiteX1524" fmla="*/ 6693944 w 15732060"/>
              <a:gd name="connsiteY1524" fmla="*/ 4656924 h 8839200"/>
              <a:gd name="connsiteX1525" fmla="*/ 6712601 w 15732060"/>
              <a:gd name="connsiteY1525" fmla="*/ 4638267 h 8839200"/>
              <a:gd name="connsiteX1526" fmla="*/ 6693944 w 15732060"/>
              <a:gd name="connsiteY1526" fmla="*/ 4619610 h 8839200"/>
              <a:gd name="connsiteX1527" fmla="*/ 8991472 w 15732060"/>
              <a:gd name="connsiteY1527" fmla="*/ 4523584 h 8839200"/>
              <a:gd name="connsiteX1528" fmla="*/ 8991472 w 15732060"/>
              <a:gd name="connsiteY1528" fmla="*/ 4528523 h 8839200"/>
              <a:gd name="connsiteX1529" fmla="*/ 10888977 w 15732060"/>
              <a:gd name="connsiteY1529" fmla="*/ 4528523 h 8839200"/>
              <a:gd name="connsiteX1530" fmla="*/ 11054145 w 15732060"/>
              <a:gd name="connsiteY1530" fmla="*/ 4693691 h 8839200"/>
              <a:gd name="connsiteX1531" fmla="*/ 11054693 w 15732060"/>
              <a:gd name="connsiteY1531" fmla="*/ 4693691 h 8839200"/>
              <a:gd name="connsiteX1532" fmla="*/ 12657531 w 15732060"/>
              <a:gd name="connsiteY1532" fmla="*/ 4694240 h 8839200"/>
              <a:gd name="connsiteX1533" fmla="*/ 12816113 w 15732060"/>
              <a:gd name="connsiteY1533" fmla="*/ 4852823 h 8839200"/>
              <a:gd name="connsiteX1534" fmla="*/ 12816662 w 15732060"/>
              <a:gd name="connsiteY1534" fmla="*/ 4852823 h 8839200"/>
              <a:gd name="connsiteX1535" fmla="*/ 13567872 w 15732060"/>
              <a:gd name="connsiteY1535" fmla="*/ 4852823 h 8839200"/>
              <a:gd name="connsiteX1536" fmla="*/ 13586529 w 15732060"/>
              <a:gd name="connsiteY1536" fmla="*/ 4869284 h 8839200"/>
              <a:gd name="connsiteX1537" fmla="*/ 13605186 w 15732060"/>
              <a:gd name="connsiteY1537" fmla="*/ 4850627 h 8839200"/>
              <a:gd name="connsiteX1538" fmla="*/ 13586529 w 15732060"/>
              <a:gd name="connsiteY1538" fmla="*/ 4831970 h 8839200"/>
              <a:gd name="connsiteX1539" fmla="*/ 13567872 w 15732060"/>
              <a:gd name="connsiteY1539" fmla="*/ 4848433 h 8839200"/>
              <a:gd name="connsiteX1540" fmla="*/ 12818856 w 15732060"/>
              <a:gd name="connsiteY1540" fmla="*/ 4848433 h 8839200"/>
              <a:gd name="connsiteX1541" fmla="*/ 12660274 w 15732060"/>
              <a:gd name="connsiteY1541" fmla="*/ 4689849 h 8839200"/>
              <a:gd name="connsiteX1542" fmla="*/ 12659725 w 15732060"/>
              <a:gd name="connsiteY1542" fmla="*/ 4689849 h 8839200"/>
              <a:gd name="connsiteX1543" fmla="*/ 11056888 w 15732060"/>
              <a:gd name="connsiteY1543" fmla="*/ 4689301 h 8839200"/>
              <a:gd name="connsiteX1544" fmla="*/ 10891721 w 15732060"/>
              <a:gd name="connsiteY1544" fmla="*/ 4524134 h 8839200"/>
              <a:gd name="connsiteX1545" fmla="*/ 10891172 w 15732060"/>
              <a:gd name="connsiteY1545" fmla="*/ 4524134 h 8839200"/>
              <a:gd name="connsiteX1546" fmla="*/ 8991472 w 15732060"/>
              <a:gd name="connsiteY1546" fmla="*/ 4523584 h 8839200"/>
              <a:gd name="connsiteX1547" fmla="*/ 6703822 w 15732060"/>
              <a:gd name="connsiteY1547" fmla="*/ 4402864 h 8839200"/>
              <a:gd name="connsiteX1548" fmla="*/ 5683734 w 15732060"/>
              <a:gd name="connsiteY1548" fmla="*/ 4402864 h 8839200"/>
              <a:gd name="connsiteX1549" fmla="*/ 5552040 w 15732060"/>
              <a:gd name="connsiteY1549" fmla="*/ 4534559 h 8839200"/>
              <a:gd name="connsiteX1550" fmla="*/ 4131380 w 15732060"/>
              <a:gd name="connsiteY1550" fmla="*/ 4534559 h 8839200"/>
              <a:gd name="connsiteX1551" fmla="*/ 3723126 w 15732060"/>
              <a:gd name="connsiteY1551" fmla="*/ 4942814 h 8839200"/>
              <a:gd name="connsiteX1552" fmla="*/ 2970818 w 15732060"/>
              <a:gd name="connsiteY1552" fmla="*/ 4942814 h 8839200"/>
              <a:gd name="connsiteX1553" fmla="*/ 2818820 w 15732060"/>
              <a:gd name="connsiteY1553" fmla="*/ 5094812 h 8839200"/>
              <a:gd name="connsiteX1554" fmla="*/ 1509552 w 15732060"/>
              <a:gd name="connsiteY1554" fmla="*/ 5094812 h 8839200"/>
              <a:gd name="connsiteX1555" fmla="*/ 1163304 w 15732060"/>
              <a:gd name="connsiteY1555" fmla="*/ 5441060 h 8839200"/>
              <a:gd name="connsiteX1556" fmla="*/ 321006 w 15732060"/>
              <a:gd name="connsiteY1556" fmla="*/ 5441060 h 8839200"/>
              <a:gd name="connsiteX1557" fmla="*/ 59810 w 15732060"/>
              <a:gd name="connsiteY1557" fmla="*/ 5702254 h 8839200"/>
              <a:gd name="connsiteX1558" fmla="*/ 35118 w 15732060"/>
              <a:gd name="connsiteY1558" fmla="*/ 5703901 h 8839200"/>
              <a:gd name="connsiteX1559" fmla="*/ 35118 w 15732060"/>
              <a:gd name="connsiteY1559" fmla="*/ 5730240 h 8839200"/>
              <a:gd name="connsiteX1560" fmla="*/ 61458 w 15732060"/>
              <a:gd name="connsiteY1560" fmla="*/ 5730240 h 8839200"/>
              <a:gd name="connsiteX1561" fmla="*/ 63102 w 15732060"/>
              <a:gd name="connsiteY1561" fmla="*/ 5705547 h 8839200"/>
              <a:gd name="connsiteX1562" fmla="*/ 323200 w 15732060"/>
              <a:gd name="connsiteY1562" fmla="*/ 5445449 h 8839200"/>
              <a:gd name="connsiteX1563" fmla="*/ 1165500 w 15732060"/>
              <a:gd name="connsiteY1563" fmla="*/ 5445449 h 8839200"/>
              <a:gd name="connsiteX1564" fmla="*/ 1511748 w 15732060"/>
              <a:gd name="connsiteY1564" fmla="*/ 5099201 h 8839200"/>
              <a:gd name="connsiteX1565" fmla="*/ 2821015 w 15732060"/>
              <a:gd name="connsiteY1565" fmla="*/ 5099201 h 8839200"/>
              <a:gd name="connsiteX1566" fmla="*/ 2973012 w 15732060"/>
              <a:gd name="connsiteY1566" fmla="*/ 4947204 h 8839200"/>
              <a:gd name="connsiteX1567" fmla="*/ 3725320 w 15732060"/>
              <a:gd name="connsiteY1567" fmla="*/ 4947204 h 8839200"/>
              <a:gd name="connsiteX1568" fmla="*/ 3725320 w 15732060"/>
              <a:gd name="connsiteY1568" fmla="*/ 4947752 h 8839200"/>
              <a:gd name="connsiteX1569" fmla="*/ 4133575 w 15732060"/>
              <a:gd name="connsiteY1569" fmla="*/ 4539498 h 8839200"/>
              <a:gd name="connsiteX1570" fmla="*/ 5554234 w 15732060"/>
              <a:gd name="connsiteY1570" fmla="*/ 4539498 h 8839200"/>
              <a:gd name="connsiteX1571" fmla="*/ 5685930 w 15732060"/>
              <a:gd name="connsiteY1571" fmla="*/ 4407804 h 8839200"/>
              <a:gd name="connsiteX1572" fmla="*/ 6703822 w 15732060"/>
              <a:gd name="connsiteY1572" fmla="*/ 4407804 h 8839200"/>
              <a:gd name="connsiteX1573" fmla="*/ 2547199 w 15732060"/>
              <a:gd name="connsiteY1573" fmla="*/ 4266779 h 8839200"/>
              <a:gd name="connsiteX1574" fmla="*/ 2528542 w 15732060"/>
              <a:gd name="connsiteY1574" fmla="*/ 4283241 h 8839200"/>
              <a:gd name="connsiteX1575" fmla="*/ 2284358 w 15732060"/>
              <a:gd name="connsiteY1575" fmla="*/ 4283241 h 8839200"/>
              <a:gd name="connsiteX1576" fmla="*/ 1833302 w 15732060"/>
              <a:gd name="connsiteY1576" fmla="*/ 4734845 h 8839200"/>
              <a:gd name="connsiteX1577" fmla="*/ 518000 w 15732060"/>
              <a:gd name="connsiteY1577" fmla="*/ 4734845 h 8839200"/>
              <a:gd name="connsiteX1578" fmla="*/ 301800 w 15732060"/>
              <a:gd name="connsiteY1578" fmla="*/ 4951045 h 8839200"/>
              <a:gd name="connsiteX1579" fmla="*/ 47738 w 15732060"/>
              <a:gd name="connsiteY1579" fmla="*/ 4951045 h 8839200"/>
              <a:gd name="connsiteX1580" fmla="*/ 29082 w 15732060"/>
              <a:gd name="connsiteY1580" fmla="*/ 4934583 h 8839200"/>
              <a:gd name="connsiteX1581" fmla="*/ 10424 w 15732060"/>
              <a:gd name="connsiteY1581" fmla="*/ 4953239 h 8839200"/>
              <a:gd name="connsiteX1582" fmla="*/ 29082 w 15732060"/>
              <a:gd name="connsiteY1582" fmla="*/ 4971896 h 8839200"/>
              <a:gd name="connsiteX1583" fmla="*/ 29630 w 15732060"/>
              <a:gd name="connsiteY1583" fmla="*/ 4971348 h 8839200"/>
              <a:gd name="connsiteX1584" fmla="*/ 48288 w 15732060"/>
              <a:gd name="connsiteY1584" fmla="*/ 4954886 h 8839200"/>
              <a:gd name="connsiteX1585" fmla="*/ 303996 w 15732060"/>
              <a:gd name="connsiteY1585" fmla="*/ 4954886 h 8839200"/>
              <a:gd name="connsiteX1586" fmla="*/ 520194 w 15732060"/>
              <a:gd name="connsiteY1586" fmla="*/ 4738686 h 8839200"/>
              <a:gd name="connsiteX1587" fmla="*/ 1835498 w 15732060"/>
              <a:gd name="connsiteY1587" fmla="*/ 4738686 h 8839200"/>
              <a:gd name="connsiteX1588" fmla="*/ 2286553 w 15732060"/>
              <a:gd name="connsiteY1588" fmla="*/ 4287631 h 8839200"/>
              <a:gd name="connsiteX1589" fmla="*/ 2528542 w 15732060"/>
              <a:gd name="connsiteY1589" fmla="*/ 4287631 h 8839200"/>
              <a:gd name="connsiteX1590" fmla="*/ 2547199 w 15732060"/>
              <a:gd name="connsiteY1590" fmla="*/ 4304093 h 8839200"/>
              <a:gd name="connsiteX1591" fmla="*/ 2565856 w 15732060"/>
              <a:gd name="connsiteY1591" fmla="*/ 4285437 h 8839200"/>
              <a:gd name="connsiteX1592" fmla="*/ 2547199 w 15732060"/>
              <a:gd name="connsiteY1592" fmla="*/ 4266779 h 8839200"/>
              <a:gd name="connsiteX1593" fmla="*/ 42800 w 15732060"/>
              <a:gd name="connsiteY1593" fmla="*/ 4115331 h 8839200"/>
              <a:gd name="connsiteX1594" fmla="*/ 24144 w 15732060"/>
              <a:gd name="connsiteY1594" fmla="*/ 4133987 h 8839200"/>
              <a:gd name="connsiteX1595" fmla="*/ 42800 w 15732060"/>
              <a:gd name="connsiteY1595" fmla="*/ 4152644 h 8839200"/>
              <a:gd name="connsiteX1596" fmla="*/ 61458 w 15732060"/>
              <a:gd name="connsiteY1596" fmla="*/ 4136182 h 8839200"/>
              <a:gd name="connsiteX1597" fmla="*/ 351734 w 15732060"/>
              <a:gd name="connsiteY1597" fmla="*/ 4136182 h 8839200"/>
              <a:gd name="connsiteX1598" fmla="*/ 547630 w 15732060"/>
              <a:gd name="connsiteY1598" fmla="*/ 4332078 h 8839200"/>
              <a:gd name="connsiteX1599" fmla="*/ 1194034 w 15732060"/>
              <a:gd name="connsiteY1599" fmla="*/ 4332078 h 8839200"/>
              <a:gd name="connsiteX1600" fmla="*/ 1378955 w 15732060"/>
              <a:gd name="connsiteY1600" fmla="*/ 4147157 h 8839200"/>
              <a:gd name="connsiteX1601" fmla="*/ 2154310 w 15732060"/>
              <a:gd name="connsiteY1601" fmla="*/ 4147157 h 8839200"/>
              <a:gd name="connsiteX1602" fmla="*/ 2172966 w 15732060"/>
              <a:gd name="connsiteY1602" fmla="*/ 4163619 h 8839200"/>
              <a:gd name="connsiteX1603" fmla="*/ 2191623 w 15732060"/>
              <a:gd name="connsiteY1603" fmla="*/ 4144962 h 8839200"/>
              <a:gd name="connsiteX1604" fmla="*/ 2172966 w 15732060"/>
              <a:gd name="connsiteY1604" fmla="*/ 4126305 h 8839200"/>
              <a:gd name="connsiteX1605" fmla="*/ 2154310 w 15732060"/>
              <a:gd name="connsiteY1605" fmla="*/ 4142767 h 8839200"/>
              <a:gd name="connsiteX1606" fmla="*/ 1376760 w 15732060"/>
              <a:gd name="connsiteY1606" fmla="*/ 4142767 h 8839200"/>
              <a:gd name="connsiteX1607" fmla="*/ 1191838 w 15732060"/>
              <a:gd name="connsiteY1607" fmla="*/ 4327689 h 8839200"/>
              <a:gd name="connsiteX1608" fmla="*/ 549276 w 15732060"/>
              <a:gd name="connsiteY1608" fmla="*/ 4327689 h 8839200"/>
              <a:gd name="connsiteX1609" fmla="*/ 353380 w 15732060"/>
              <a:gd name="connsiteY1609" fmla="*/ 4131792 h 8839200"/>
              <a:gd name="connsiteX1610" fmla="*/ 61458 w 15732060"/>
              <a:gd name="connsiteY1610" fmla="*/ 4131792 h 8839200"/>
              <a:gd name="connsiteX1611" fmla="*/ 42800 w 15732060"/>
              <a:gd name="connsiteY1611" fmla="*/ 4115331 h 8839200"/>
              <a:gd name="connsiteX1612" fmla="*/ 15685417 w 15732060"/>
              <a:gd name="connsiteY1612" fmla="*/ 3827248 h 8839200"/>
              <a:gd name="connsiteX1613" fmla="*/ 15666760 w 15732060"/>
              <a:gd name="connsiteY1613" fmla="*/ 3843710 h 8839200"/>
              <a:gd name="connsiteX1614" fmla="*/ 15063708 w 15732060"/>
              <a:gd name="connsiteY1614" fmla="*/ 3843710 h 8839200"/>
              <a:gd name="connsiteX1615" fmla="*/ 14576985 w 15732060"/>
              <a:gd name="connsiteY1615" fmla="*/ 4330432 h 8839200"/>
              <a:gd name="connsiteX1616" fmla="*/ 14109469 w 15732060"/>
              <a:gd name="connsiteY1616" fmla="*/ 4330432 h 8839200"/>
              <a:gd name="connsiteX1617" fmla="*/ 14090811 w 15732060"/>
              <a:gd name="connsiteY1617" fmla="*/ 4313970 h 8839200"/>
              <a:gd name="connsiteX1618" fmla="*/ 14072154 w 15732060"/>
              <a:gd name="connsiteY1618" fmla="*/ 4332627 h 8839200"/>
              <a:gd name="connsiteX1619" fmla="*/ 14090811 w 15732060"/>
              <a:gd name="connsiteY1619" fmla="*/ 4351285 h 8839200"/>
              <a:gd name="connsiteX1620" fmla="*/ 14109469 w 15732060"/>
              <a:gd name="connsiteY1620" fmla="*/ 4334822 h 8839200"/>
              <a:gd name="connsiteX1621" fmla="*/ 14579180 w 15732060"/>
              <a:gd name="connsiteY1621" fmla="*/ 4334822 h 8839200"/>
              <a:gd name="connsiteX1622" fmla="*/ 15065902 w 15732060"/>
              <a:gd name="connsiteY1622" fmla="*/ 3848100 h 8839200"/>
              <a:gd name="connsiteX1623" fmla="*/ 15666760 w 15732060"/>
              <a:gd name="connsiteY1623" fmla="*/ 3848100 h 8839200"/>
              <a:gd name="connsiteX1624" fmla="*/ 15685417 w 15732060"/>
              <a:gd name="connsiteY1624" fmla="*/ 3864561 h 8839200"/>
              <a:gd name="connsiteX1625" fmla="*/ 15704074 w 15732060"/>
              <a:gd name="connsiteY1625" fmla="*/ 3845904 h 8839200"/>
              <a:gd name="connsiteX1626" fmla="*/ 15685417 w 15732060"/>
              <a:gd name="connsiteY1626" fmla="*/ 3827248 h 8839200"/>
              <a:gd name="connsiteX1627" fmla="*/ 77370 w 15732060"/>
              <a:gd name="connsiteY1627" fmla="*/ 3732318 h 8839200"/>
              <a:gd name="connsiteX1628" fmla="*/ 58714 w 15732060"/>
              <a:gd name="connsiteY1628" fmla="*/ 3750975 h 8839200"/>
              <a:gd name="connsiteX1629" fmla="*/ 77370 w 15732060"/>
              <a:gd name="connsiteY1629" fmla="*/ 3769631 h 8839200"/>
              <a:gd name="connsiteX1630" fmla="*/ 96026 w 15732060"/>
              <a:gd name="connsiteY1630" fmla="*/ 3753169 h 8839200"/>
              <a:gd name="connsiteX1631" fmla="*/ 340760 w 15732060"/>
              <a:gd name="connsiteY1631" fmla="*/ 3753169 h 8839200"/>
              <a:gd name="connsiteX1632" fmla="*/ 531168 w 15732060"/>
              <a:gd name="connsiteY1632" fmla="*/ 3943578 h 8839200"/>
              <a:gd name="connsiteX1633" fmla="*/ 2615241 w 15732060"/>
              <a:gd name="connsiteY1633" fmla="*/ 3943578 h 8839200"/>
              <a:gd name="connsiteX1634" fmla="*/ 2970818 w 15732060"/>
              <a:gd name="connsiteY1634" fmla="*/ 4299155 h 8839200"/>
              <a:gd name="connsiteX1635" fmla="*/ 2970818 w 15732060"/>
              <a:gd name="connsiteY1635" fmla="*/ 4299703 h 8839200"/>
              <a:gd name="connsiteX1636" fmla="*/ 3600210 w 15732060"/>
              <a:gd name="connsiteY1636" fmla="*/ 4299703 h 8839200"/>
              <a:gd name="connsiteX1637" fmla="*/ 3896524 w 15732060"/>
              <a:gd name="connsiteY1637" fmla="*/ 4003390 h 8839200"/>
              <a:gd name="connsiteX1638" fmla="*/ 4295998 w 15732060"/>
              <a:gd name="connsiteY1638" fmla="*/ 4003390 h 8839200"/>
              <a:gd name="connsiteX1639" fmla="*/ 4389282 w 15732060"/>
              <a:gd name="connsiteY1639" fmla="*/ 4096674 h 8839200"/>
              <a:gd name="connsiteX1640" fmla="*/ 4390928 w 15732060"/>
              <a:gd name="connsiteY1640" fmla="*/ 4121366 h 8839200"/>
              <a:gd name="connsiteX1641" fmla="*/ 4417268 w 15732060"/>
              <a:gd name="connsiteY1641" fmla="*/ 4121366 h 8839200"/>
              <a:gd name="connsiteX1642" fmla="*/ 4417268 w 15732060"/>
              <a:gd name="connsiteY1642" fmla="*/ 4095027 h 8839200"/>
              <a:gd name="connsiteX1643" fmla="*/ 4392575 w 15732060"/>
              <a:gd name="connsiteY1643" fmla="*/ 4093381 h 8839200"/>
              <a:gd name="connsiteX1644" fmla="*/ 4297645 w 15732060"/>
              <a:gd name="connsiteY1644" fmla="*/ 3998450 h 8839200"/>
              <a:gd name="connsiteX1645" fmla="*/ 3894328 w 15732060"/>
              <a:gd name="connsiteY1645" fmla="*/ 3998450 h 8839200"/>
              <a:gd name="connsiteX1646" fmla="*/ 3598016 w 15732060"/>
              <a:gd name="connsiteY1646" fmla="*/ 4294765 h 8839200"/>
              <a:gd name="connsiteX1647" fmla="*/ 2972464 w 15732060"/>
              <a:gd name="connsiteY1647" fmla="*/ 4294765 h 8839200"/>
              <a:gd name="connsiteX1648" fmla="*/ 2616888 w 15732060"/>
              <a:gd name="connsiteY1648" fmla="*/ 3939189 h 8839200"/>
              <a:gd name="connsiteX1649" fmla="*/ 533364 w 15732060"/>
              <a:gd name="connsiteY1649" fmla="*/ 3939189 h 8839200"/>
              <a:gd name="connsiteX1650" fmla="*/ 342954 w 15732060"/>
              <a:gd name="connsiteY1650" fmla="*/ 3748779 h 8839200"/>
              <a:gd name="connsiteX1651" fmla="*/ 96026 w 15732060"/>
              <a:gd name="connsiteY1651" fmla="*/ 3748779 h 8839200"/>
              <a:gd name="connsiteX1652" fmla="*/ 77370 w 15732060"/>
              <a:gd name="connsiteY1652" fmla="*/ 3732318 h 8839200"/>
              <a:gd name="connsiteX1653" fmla="*/ 15683771 w 15732060"/>
              <a:gd name="connsiteY1653" fmla="*/ 3693357 h 8839200"/>
              <a:gd name="connsiteX1654" fmla="*/ 15683222 w 15732060"/>
              <a:gd name="connsiteY1654" fmla="*/ 3693357 h 8839200"/>
              <a:gd name="connsiteX1655" fmla="*/ 15664565 w 15732060"/>
              <a:gd name="connsiteY1655" fmla="*/ 3709820 h 8839200"/>
              <a:gd name="connsiteX1656" fmla="*/ 14817329 w 15732060"/>
              <a:gd name="connsiteY1656" fmla="*/ 3709820 h 8839200"/>
              <a:gd name="connsiteX1657" fmla="*/ 14361884 w 15732060"/>
              <a:gd name="connsiteY1657" fmla="*/ 4165265 h 8839200"/>
              <a:gd name="connsiteX1658" fmla="*/ 12428711 w 15732060"/>
              <a:gd name="connsiteY1658" fmla="*/ 4165265 h 8839200"/>
              <a:gd name="connsiteX1659" fmla="*/ 12247081 w 15732060"/>
              <a:gd name="connsiteY1659" fmla="*/ 4346894 h 8839200"/>
              <a:gd name="connsiteX1660" fmla="*/ 11035488 w 15732060"/>
              <a:gd name="connsiteY1660" fmla="*/ 4346894 h 8839200"/>
              <a:gd name="connsiteX1661" fmla="*/ 10969092 w 15732060"/>
              <a:gd name="connsiteY1661" fmla="*/ 4413290 h 8839200"/>
              <a:gd name="connsiteX1662" fmla="*/ 10944399 w 15732060"/>
              <a:gd name="connsiteY1662" fmla="*/ 4414936 h 8839200"/>
              <a:gd name="connsiteX1663" fmla="*/ 10944399 w 15732060"/>
              <a:gd name="connsiteY1663" fmla="*/ 4441275 h 8839200"/>
              <a:gd name="connsiteX1664" fmla="*/ 10970738 w 15732060"/>
              <a:gd name="connsiteY1664" fmla="*/ 4441275 h 8839200"/>
              <a:gd name="connsiteX1665" fmla="*/ 10972384 w 15732060"/>
              <a:gd name="connsiteY1665" fmla="*/ 4416583 h 8839200"/>
              <a:gd name="connsiteX1666" fmla="*/ 11037683 w 15732060"/>
              <a:gd name="connsiteY1666" fmla="*/ 4351285 h 8839200"/>
              <a:gd name="connsiteX1667" fmla="*/ 12249277 w 15732060"/>
              <a:gd name="connsiteY1667" fmla="*/ 4351285 h 8839200"/>
              <a:gd name="connsiteX1668" fmla="*/ 12430906 w 15732060"/>
              <a:gd name="connsiteY1668" fmla="*/ 4169655 h 8839200"/>
              <a:gd name="connsiteX1669" fmla="*/ 14364078 w 15732060"/>
              <a:gd name="connsiteY1669" fmla="*/ 4169655 h 8839200"/>
              <a:gd name="connsiteX1670" fmla="*/ 14819523 w 15732060"/>
              <a:gd name="connsiteY1670" fmla="*/ 3714209 h 8839200"/>
              <a:gd name="connsiteX1671" fmla="*/ 15665115 w 15732060"/>
              <a:gd name="connsiteY1671" fmla="*/ 3714209 h 8839200"/>
              <a:gd name="connsiteX1672" fmla="*/ 15683771 w 15732060"/>
              <a:gd name="connsiteY1672" fmla="*/ 3730671 h 8839200"/>
              <a:gd name="connsiteX1673" fmla="*/ 15702428 w 15732060"/>
              <a:gd name="connsiteY1673" fmla="*/ 3712015 h 8839200"/>
              <a:gd name="connsiteX1674" fmla="*/ 15683771 w 15732060"/>
              <a:gd name="connsiteY1674" fmla="*/ 3693357 h 8839200"/>
              <a:gd name="connsiteX1675" fmla="*/ 12974696 w 15732060"/>
              <a:gd name="connsiteY1675" fmla="*/ 3689105 h 8839200"/>
              <a:gd name="connsiteX1676" fmla="*/ 12961526 w 15732060"/>
              <a:gd name="connsiteY1676" fmla="*/ 3694456 h 8839200"/>
              <a:gd name="connsiteX1677" fmla="*/ 12959881 w 15732060"/>
              <a:gd name="connsiteY1677" fmla="*/ 3719148 h 8839200"/>
              <a:gd name="connsiteX1678" fmla="*/ 12852330 w 15732060"/>
              <a:gd name="connsiteY1678" fmla="*/ 3826699 h 8839200"/>
              <a:gd name="connsiteX1679" fmla="*/ 11751031 w 15732060"/>
              <a:gd name="connsiteY1679" fmla="*/ 3826699 h 8839200"/>
              <a:gd name="connsiteX1680" fmla="*/ 11448681 w 15732060"/>
              <a:gd name="connsiteY1680" fmla="*/ 4129048 h 8839200"/>
              <a:gd name="connsiteX1681" fmla="*/ 10415972 w 15732060"/>
              <a:gd name="connsiteY1681" fmla="*/ 4129048 h 8839200"/>
              <a:gd name="connsiteX1682" fmla="*/ 10258488 w 15732060"/>
              <a:gd name="connsiteY1682" fmla="*/ 4286533 h 8839200"/>
              <a:gd name="connsiteX1683" fmla="*/ 10257938 w 15732060"/>
              <a:gd name="connsiteY1683" fmla="*/ 4286533 h 8839200"/>
              <a:gd name="connsiteX1684" fmla="*/ 9040309 w 15732060"/>
              <a:gd name="connsiteY1684" fmla="*/ 4286533 h 8839200"/>
              <a:gd name="connsiteX1685" fmla="*/ 9040309 w 15732060"/>
              <a:gd name="connsiteY1685" fmla="*/ 4291473 h 8839200"/>
              <a:gd name="connsiteX1686" fmla="*/ 10260134 w 15732060"/>
              <a:gd name="connsiteY1686" fmla="*/ 4291473 h 8839200"/>
              <a:gd name="connsiteX1687" fmla="*/ 10417619 w 15732060"/>
              <a:gd name="connsiteY1687" fmla="*/ 4133987 h 8839200"/>
              <a:gd name="connsiteX1688" fmla="*/ 11450327 w 15732060"/>
              <a:gd name="connsiteY1688" fmla="*/ 4133987 h 8839200"/>
              <a:gd name="connsiteX1689" fmla="*/ 11752677 w 15732060"/>
              <a:gd name="connsiteY1689" fmla="*/ 3831637 h 8839200"/>
              <a:gd name="connsiteX1690" fmla="*/ 12853976 w 15732060"/>
              <a:gd name="connsiteY1690" fmla="*/ 3831637 h 8839200"/>
              <a:gd name="connsiteX1691" fmla="*/ 12963172 w 15732060"/>
              <a:gd name="connsiteY1691" fmla="*/ 3722440 h 8839200"/>
              <a:gd name="connsiteX1692" fmla="*/ 12987866 w 15732060"/>
              <a:gd name="connsiteY1692" fmla="*/ 3720795 h 8839200"/>
              <a:gd name="connsiteX1693" fmla="*/ 12987866 w 15732060"/>
              <a:gd name="connsiteY1693" fmla="*/ 3694456 h 8839200"/>
              <a:gd name="connsiteX1694" fmla="*/ 12974696 w 15732060"/>
              <a:gd name="connsiteY1694" fmla="*/ 3689105 h 8839200"/>
              <a:gd name="connsiteX1695" fmla="*/ 12164772 w 15732060"/>
              <a:gd name="connsiteY1695" fmla="*/ 3515569 h 8839200"/>
              <a:gd name="connsiteX1696" fmla="*/ 12146116 w 15732060"/>
              <a:gd name="connsiteY1696" fmla="*/ 3534226 h 8839200"/>
              <a:gd name="connsiteX1697" fmla="*/ 12164772 w 15732060"/>
              <a:gd name="connsiteY1697" fmla="*/ 3552883 h 8839200"/>
              <a:gd name="connsiteX1698" fmla="*/ 12183430 w 15732060"/>
              <a:gd name="connsiteY1698" fmla="*/ 3536421 h 8839200"/>
              <a:gd name="connsiteX1699" fmla="*/ 13138217 w 15732060"/>
              <a:gd name="connsiteY1699" fmla="*/ 3536421 h 8839200"/>
              <a:gd name="connsiteX1700" fmla="*/ 13656218 w 15732060"/>
              <a:gd name="connsiteY1700" fmla="*/ 4054421 h 8839200"/>
              <a:gd name="connsiteX1701" fmla="*/ 14248295 w 15732060"/>
              <a:gd name="connsiteY1701" fmla="*/ 4054421 h 8839200"/>
              <a:gd name="connsiteX1702" fmla="*/ 14525953 w 15732060"/>
              <a:gd name="connsiteY1702" fmla="*/ 3776765 h 8839200"/>
              <a:gd name="connsiteX1703" fmla="*/ 14550645 w 15732060"/>
              <a:gd name="connsiteY1703" fmla="*/ 3775118 h 8839200"/>
              <a:gd name="connsiteX1704" fmla="*/ 14550645 w 15732060"/>
              <a:gd name="connsiteY1704" fmla="*/ 3748779 h 8839200"/>
              <a:gd name="connsiteX1705" fmla="*/ 14524306 w 15732060"/>
              <a:gd name="connsiteY1705" fmla="*/ 3748779 h 8839200"/>
              <a:gd name="connsiteX1706" fmla="*/ 14522660 w 15732060"/>
              <a:gd name="connsiteY1706" fmla="*/ 3773472 h 8839200"/>
              <a:gd name="connsiteX1707" fmla="*/ 14246650 w 15732060"/>
              <a:gd name="connsiteY1707" fmla="*/ 4049483 h 8839200"/>
              <a:gd name="connsiteX1708" fmla="*/ 13658961 w 15732060"/>
              <a:gd name="connsiteY1708" fmla="*/ 4049483 h 8839200"/>
              <a:gd name="connsiteX1709" fmla="*/ 13657864 w 15732060"/>
              <a:gd name="connsiteY1709" fmla="*/ 4050031 h 8839200"/>
              <a:gd name="connsiteX1710" fmla="*/ 13139863 w 15732060"/>
              <a:gd name="connsiteY1710" fmla="*/ 3532031 h 8839200"/>
              <a:gd name="connsiteX1711" fmla="*/ 12183430 w 15732060"/>
              <a:gd name="connsiteY1711" fmla="*/ 3532031 h 8839200"/>
              <a:gd name="connsiteX1712" fmla="*/ 12164772 w 15732060"/>
              <a:gd name="connsiteY1712" fmla="*/ 3515569 h 8839200"/>
              <a:gd name="connsiteX1713" fmla="*/ 12627351 w 15732060"/>
              <a:gd name="connsiteY1713" fmla="*/ 3354791 h 8839200"/>
              <a:gd name="connsiteX1714" fmla="*/ 12608695 w 15732060"/>
              <a:gd name="connsiteY1714" fmla="*/ 3371254 h 8839200"/>
              <a:gd name="connsiteX1715" fmla="*/ 12074781 w 15732060"/>
              <a:gd name="connsiteY1715" fmla="*/ 3371254 h 8839200"/>
              <a:gd name="connsiteX1716" fmla="*/ 11893151 w 15732060"/>
              <a:gd name="connsiteY1716" fmla="*/ 3552883 h 8839200"/>
              <a:gd name="connsiteX1717" fmla="*/ 10993784 w 15732060"/>
              <a:gd name="connsiteY1717" fmla="*/ 3552883 h 8839200"/>
              <a:gd name="connsiteX1718" fmla="*/ 10697472 w 15732060"/>
              <a:gd name="connsiteY1718" fmla="*/ 3849197 h 8839200"/>
              <a:gd name="connsiteX1719" fmla="*/ 10672778 w 15732060"/>
              <a:gd name="connsiteY1719" fmla="*/ 3850842 h 8839200"/>
              <a:gd name="connsiteX1720" fmla="*/ 10672778 w 15732060"/>
              <a:gd name="connsiteY1720" fmla="*/ 3877181 h 8839200"/>
              <a:gd name="connsiteX1721" fmla="*/ 10699117 w 15732060"/>
              <a:gd name="connsiteY1721" fmla="*/ 3877181 h 8839200"/>
              <a:gd name="connsiteX1722" fmla="*/ 10700763 w 15732060"/>
              <a:gd name="connsiteY1722" fmla="*/ 3852489 h 8839200"/>
              <a:gd name="connsiteX1723" fmla="*/ 10995430 w 15732060"/>
              <a:gd name="connsiteY1723" fmla="*/ 3557821 h 8839200"/>
              <a:gd name="connsiteX1724" fmla="*/ 11894797 w 15732060"/>
              <a:gd name="connsiteY1724" fmla="*/ 3557821 h 8839200"/>
              <a:gd name="connsiteX1725" fmla="*/ 12076427 w 15732060"/>
              <a:gd name="connsiteY1725" fmla="*/ 3376192 h 8839200"/>
              <a:gd name="connsiteX1726" fmla="*/ 12608145 w 15732060"/>
              <a:gd name="connsiteY1726" fmla="*/ 3376192 h 8839200"/>
              <a:gd name="connsiteX1727" fmla="*/ 12626801 w 15732060"/>
              <a:gd name="connsiteY1727" fmla="*/ 3392655 h 8839200"/>
              <a:gd name="connsiteX1728" fmla="*/ 12645459 w 15732060"/>
              <a:gd name="connsiteY1728" fmla="*/ 3373997 h 8839200"/>
              <a:gd name="connsiteX1729" fmla="*/ 12626801 w 15732060"/>
              <a:gd name="connsiteY1729" fmla="*/ 3355341 h 8839200"/>
              <a:gd name="connsiteX1730" fmla="*/ 4118210 w 15732060"/>
              <a:gd name="connsiteY1730" fmla="*/ 3273032 h 8839200"/>
              <a:gd name="connsiteX1731" fmla="*/ 4099554 w 15732060"/>
              <a:gd name="connsiteY1731" fmla="*/ 3291688 h 8839200"/>
              <a:gd name="connsiteX1732" fmla="*/ 4118210 w 15732060"/>
              <a:gd name="connsiteY1732" fmla="*/ 3310345 h 8839200"/>
              <a:gd name="connsiteX1733" fmla="*/ 4136867 w 15732060"/>
              <a:gd name="connsiteY1733" fmla="*/ 3293883 h 8839200"/>
              <a:gd name="connsiteX1734" fmla="*/ 4675719 w 15732060"/>
              <a:gd name="connsiteY1734" fmla="*/ 3293883 h 8839200"/>
              <a:gd name="connsiteX1735" fmla="*/ 5210181 w 15732060"/>
              <a:gd name="connsiteY1735" fmla="*/ 3828345 h 8839200"/>
              <a:gd name="connsiteX1736" fmla="*/ 5211826 w 15732060"/>
              <a:gd name="connsiteY1736" fmla="*/ 3853038 h 8839200"/>
              <a:gd name="connsiteX1737" fmla="*/ 5238166 w 15732060"/>
              <a:gd name="connsiteY1737" fmla="*/ 3853038 h 8839200"/>
              <a:gd name="connsiteX1738" fmla="*/ 5238166 w 15732060"/>
              <a:gd name="connsiteY1738" fmla="*/ 3826699 h 8839200"/>
              <a:gd name="connsiteX1739" fmla="*/ 5213474 w 15732060"/>
              <a:gd name="connsiteY1739" fmla="*/ 3825052 h 8839200"/>
              <a:gd name="connsiteX1740" fmla="*/ 4677366 w 15732060"/>
              <a:gd name="connsiteY1740" fmla="*/ 3288944 h 8839200"/>
              <a:gd name="connsiteX1741" fmla="*/ 4136585 w 15732060"/>
              <a:gd name="connsiteY1741" fmla="*/ 3288944 h 8839200"/>
              <a:gd name="connsiteX1742" fmla="*/ 4136867 w 15732060"/>
              <a:gd name="connsiteY1742" fmla="*/ 3289493 h 8839200"/>
              <a:gd name="connsiteX1743" fmla="*/ 4136319 w 15732060"/>
              <a:gd name="connsiteY1743" fmla="*/ 3288944 h 8839200"/>
              <a:gd name="connsiteX1744" fmla="*/ 4136585 w 15732060"/>
              <a:gd name="connsiteY1744" fmla="*/ 3288944 h 8839200"/>
              <a:gd name="connsiteX1745" fmla="*/ 4130831 w 15732060"/>
              <a:gd name="connsiteY1745" fmla="*/ 3277764 h 8839200"/>
              <a:gd name="connsiteX1746" fmla="*/ 4118210 w 15732060"/>
              <a:gd name="connsiteY1746" fmla="*/ 3273032 h 8839200"/>
              <a:gd name="connsiteX1747" fmla="*/ 4958864 w 15732060"/>
              <a:gd name="connsiteY1747" fmla="*/ 3183177 h 8839200"/>
              <a:gd name="connsiteX1748" fmla="*/ 4945694 w 15732060"/>
              <a:gd name="connsiteY1748" fmla="*/ 3188527 h 8839200"/>
              <a:gd name="connsiteX1749" fmla="*/ 4945694 w 15732060"/>
              <a:gd name="connsiteY1749" fmla="*/ 3214866 h 8839200"/>
              <a:gd name="connsiteX1750" fmla="*/ 4970386 w 15732060"/>
              <a:gd name="connsiteY1750" fmla="*/ 3216512 h 8839200"/>
              <a:gd name="connsiteX1751" fmla="*/ 5116348 w 15732060"/>
              <a:gd name="connsiteY1751" fmla="*/ 3362475 h 8839200"/>
              <a:gd name="connsiteX1752" fmla="*/ 5342424 w 15732060"/>
              <a:gd name="connsiteY1752" fmla="*/ 3362475 h 8839200"/>
              <a:gd name="connsiteX1753" fmla="*/ 5723792 w 15732060"/>
              <a:gd name="connsiteY1753" fmla="*/ 3743841 h 8839200"/>
              <a:gd name="connsiteX1754" fmla="*/ 5725438 w 15732060"/>
              <a:gd name="connsiteY1754" fmla="*/ 3768533 h 8839200"/>
              <a:gd name="connsiteX1755" fmla="*/ 5751776 w 15732060"/>
              <a:gd name="connsiteY1755" fmla="*/ 3768533 h 8839200"/>
              <a:gd name="connsiteX1756" fmla="*/ 5751776 w 15732060"/>
              <a:gd name="connsiteY1756" fmla="*/ 3742195 h 8839200"/>
              <a:gd name="connsiteX1757" fmla="*/ 5727084 w 15732060"/>
              <a:gd name="connsiteY1757" fmla="*/ 3740549 h 8839200"/>
              <a:gd name="connsiteX1758" fmla="*/ 5344071 w 15732060"/>
              <a:gd name="connsiteY1758" fmla="*/ 3357535 h 8839200"/>
              <a:gd name="connsiteX1759" fmla="*/ 5117995 w 15732060"/>
              <a:gd name="connsiteY1759" fmla="*/ 3357535 h 8839200"/>
              <a:gd name="connsiteX1760" fmla="*/ 4973678 w 15732060"/>
              <a:gd name="connsiteY1760" fmla="*/ 3213220 h 8839200"/>
              <a:gd name="connsiteX1761" fmla="*/ 4972033 w 15732060"/>
              <a:gd name="connsiteY1761" fmla="*/ 3188527 h 8839200"/>
              <a:gd name="connsiteX1762" fmla="*/ 4958864 w 15732060"/>
              <a:gd name="connsiteY1762" fmla="*/ 3183177 h 8839200"/>
              <a:gd name="connsiteX1763" fmla="*/ 55970 w 15732060"/>
              <a:gd name="connsiteY1763" fmla="*/ 2984400 h 8839200"/>
              <a:gd name="connsiteX1764" fmla="*/ 37312 w 15732060"/>
              <a:gd name="connsiteY1764" fmla="*/ 3003057 h 8839200"/>
              <a:gd name="connsiteX1765" fmla="*/ 55970 w 15732060"/>
              <a:gd name="connsiteY1765" fmla="*/ 3021714 h 8839200"/>
              <a:gd name="connsiteX1766" fmla="*/ 74626 w 15732060"/>
              <a:gd name="connsiteY1766" fmla="*/ 3005251 h 8839200"/>
              <a:gd name="connsiteX1767" fmla="*/ 544888 w 15732060"/>
              <a:gd name="connsiteY1767" fmla="*/ 3005251 h 8839200"/>
              <a:gd name="connsiteX1768" fmla="*/ 1083738 w 15732060"/>
              <a:gd name="connsiteY1768" fmla="*/ 3544103 h 8839200"/>
              <a:gd name="connsiteX1769" fmla="*/ 1490347 w 15732060"/>
              <a:gd name="connsiteY1769" fmla="*/ 3544103 h 8839200"/>
              <a:gd name="connsiteX1770" fmla="*/ 1594606 w 15732060"/>
              <a:gd name="connsiteY1770" fmla="*/ 3439845 h 8839200"/>
              <a:gd name="connsiteX1771" fmla="*/ 3079466 w 15732060"/>
              <a:gd name="connsiteY1771" fmla="*/ 3439845 h 8839200"/>
              <a:gd name="connsiteX1772" fmla="*/ 3098124 w 15732060"/>
              <a:gd name="connsiteY1772" fmla="*/ 3456306 h 8839200"/>
              <a:gd name="connsiteX1773" fmla="*/ 3116780 w 15732060"/>
              <a:gd name="connsiteY1773" fmla="*/ 3437650 h 8839200"/>
              <a:gd name="connsiteX1774" fmla="*/ 3098124 w 15732060"/>
              <a:gd name="connsiteY1774" fmla="*/ 3418993 h 8839200"/>
              <a:gd name="connsiteX1775" fmla="*/ 3079466 w 15732060"/>
              <a:gd name="connsiteY1775" fmla="*/ 3435455 h 8839200"/>
              <a:gd name="connsiteX1776" fmla="*/ 1592960 w 15732060"/>
              <a:gd name="connsiteY1776" fmla="*/ 3435455 h 8839200"/>
              <a:gd name="connsiteX1777" fmla="*/ 1488701 w 15732060"/>
              <a:gd name="connsiteY1777" fmla="*/ 3539714 h 8839200"/>
              <a:gd name="connsiteX1778" fmla="*/ 1085934 w 15732060"/>
              <a:gd name="connsiteY1778" fmla="*/ 3539714 h 8839200"/>
              <a:gd name="connsiteX1779" fmla="*/ 547082 w 15732060"/>
              <a:gd name="connsiteY1779" fmla="*/ 3000861 h 8839200"/>
              <a:gd name="connsiteX1780" fmla="*/ 74626 w 15732060"/>
              <a:gd name="connsiteY1780" fmla="*/ 3000861 h 8839200"/>
              <a:gd name="connsiteX1781" fmla="*/ 55970 w 15732060"/>
              <a:gd name="connsiteY1781" fmla="*/ 2984400 h 8839200"/>
              <a:gd name="connsiteX1782" fmla="*/ 15666760 w 15732060"/>
              <a:gd name="connsiteY1782" fmla="*/ 2930076 h 8839200"/>
              <a:gd name="connsiteX1783" fmla="*/ 15648104 w 15732060"/>
              <a:gd name="connsiteY1783" fmla="*/ 2946538 h 8839200"/>
              <a:gd name="connsiteX1784" fmla="*/ 15219546 w 15732060"/>
              <a:gd name="connsiteY1784" fmla="*/ 2946538 h 8839200"/>
              <a:gd name="connsiteX1785" fmla="*/ 14996213 w 15732060"/>
              <a:gd name="connsiteY1785" fmla="*/ 3169870 h 8839200"/>
              <a:gd name="connsiteX1786" fmla="*/ 14421694 w 15732060"/>
              <a:gd name="connsiteY1786" fmla="*/ 3169870 h 8839200"/>
              <a:gd name="connsiteX1787" fmla="*/ 14403039 w 15732060"/>
              <a:gd name="connsiteY1787" fmla="*/ 3153409 h 8839200"/>
              <a:gd name="connsiteX1788" fmla="*/ 14384381 w 15732060"/>
              <a:gd name="connsiteY1788" fmla="*/ 3172065 h 8839200"/>
              <a:gd name="connsiteX1789" fmla="*/ 14403039 w 15732060"/>
              <a:gd name="connsiteY1789" fmla="*/ 3190722 h 8839200"/>
              <a:gd name="connsiteX1790" fmla="*/ 14421694 w 15732060"/>
              <a:gd name="connsiteY1790" fmla="*/ 3174261 h 8839200"/>
              <a:gd name="connsiteX1791" fmla="*/ 14998409 w 15732060"/>
              <a:gd name="connsiteY1791" fmla="*/ 3174261 h 8839200"/>
              <a:gd name="connsiteX1792" fmla="*/ 15221742 w 15732060"/>
              <a:gd name="connsiteY1792" fmla="*/ 2950927 h 8839200"/>
              <a:gd name="connsiteX1793" fmla="*/ 15648104 w 15732060"/>
              <a:gd name="connsiteY1793" fmla="*/ 2950927 h 8839200"/>
              <a:gd name="connsiteX1794" fmla="*/ 15666760 w 15732060"/>
              <a:gd name="connsiteY1794" fmla="*/ 2967389 h 8839200"/>
              <a:gd name="connsiteX1795" fmla="*/ 15685417 w 15732060"/>
              <a:gd name="connsiteY1795" fmla="*/ 2948732 h 8839200"/>
              <a:gd name="connsiteX1796" fmla="*/ 15666760 w 15732060"/>
              <a:gd name="connsiteY1796" fmla="*/ 2930076 h 8839200"/>
              <a:gd name="connsiteX1797" fmla="*/ 3441628 w 15732060"/>
              <a:gd name="connsiteY1797" fmla="*/ 2777529 h 8839200"/>
              <a:gd name="connsiteX1798" fmla="*/ 3441079 w 15732060"/>
              <a:gd name="connsiteY1798" fmla="*/ 2777529 h 8839200"/>
              <a:gd name="connsiteX1799" fmla="*/ 3441344 w 15732060"/>
              <a:gd name="connsiteY1799" fmla="*/ 2777637 h 8839200"/>
              <a:gd name="connsiteX1800" fmla="*/ 11909613 w 15732060"/>
              <a:gd name="connsiteY1800" fmla="*/ 2741313 h 8839200"/>
              <a:gd name="connsiteX1801" fmla="*/ 11890957 w 15732060"/>
              <a:gd name="connsiteY1801" fmla="*/ 2757775 h 8839200"/>
              <a:gd name="connsiteX1802" fmla="*/ 11273637 w 15732060"/>
              <a:gd name="connsiteY1802" fmla="*/ 2757775 h 8839200"/>
              <a:gd name="connsiteX1803" fmla="*/ 11254979 w 15732060"/>
              <a:gd name="connsiteY1803" fmla="*/ 2741313 h 8839200"/>
              <a:gd name="connsiteX1804" fmla="*/ 11236322 w 15732060"/>
              <a:gd name="connsiteY1804" fmla="*/ 2759970 h 8839200"/>
              <a:gd name="connsiteX1805" fmla="*/ 11254979 w 15732060"/>
              <a:gd name="connsiteY1805" fmla="*/ 2778626 h 8839200"/>
              <a:gd name="connsiteX1806" fmla="*/ 11273637 w 15732060"/>
              <a:gd name="connsiteY1806" fmla="*/ 2762165 h 8839200"/>
              <a:gd name="connsiteX1807" fmla="*/ 11890957 w 15732060"/>
              <a:gd name="connsiteY1807" fmla="*/ 2762165 h 8839200"/>
              <a:gd name="connsiteX1808" fmla="*/ 11909613 w 15732060"/>
              <a:gd name="connsiteY1808" fmla="*/ 2778626 h 8839200"/>
              <a:gd name="connsiteX1809" fmla="*/ 11928271 w 15732060"/>
              <a:gd name="connsiteY1809" fmla="*/ 2759970 h 8839200"/>
              <a:gd name="connsiteX1810" fmla="*/ 11909613 w 15732060"/>
              <a:gd name="connsiteY1810" fmla="*/ 2741313 h 8839200"/>
              <a:gd name="connsiteX1811" fmla="*/ 9326745 w 15732060"/>
              <a:gd name="connsiteY1811" fmla="*/ 2650910 h 8839200"/>
              <a:gd name="connsiteX1812" fmla="*/ 9313576 w 15732060"/>
              <a:gd name="connsiteY1812" fmla="*/ 2656260 h 8839200"/>
              <a:gd name="connsiteX1813" fmla="*/ 9311930 w 15732060"/>
              <a:gd name="connsiteY1813" fmla="*/ 2680953 h 8839200"/>
              <a:gd name="connsiteX1814" fmla="*/ 9167066 w 15732060"/>
              <a:gd name="connsiteY1814" fmla="*/ 2825817 h 8839200"/>
              <a:gd name="connsiteX1815" fmla="*/ 9166518 w 15732060"/>
              <a:gd name="connsiteY1815" fmla="*/ 2825817 h 8839200"/>
              <a:gd name="connsiteX1816" fmla="*/ 9165968 w 15732060"/>
              <a:gd name="connsiteY1816" fmla="*/ 2827463 h 8839200"/>
              <a:gd name="connsiteX1817" fmla="*/ 9165968 w 15732060"/>
              <a:gd name="connsiteY1817" fmla="*/ 3018421 h 8839200"/>
              <a:gd name="connsiteX1818" fmla="*/ 8996411 w 15732060"/>
              <a:gd name="connsiteY1818" fmla="*/ 3187978 h 8839200"/>
              <a:gd name="connsiteX1819" fmla="*/ 8971718 w 15732060"/>
              <a:gd name="connsiteY1819" fmla="*/ 3189625 h 8839200"/>
              <a:gd name="connsiteX1820" fmla="*/ 8971718 w 15732060"/>
              <a:gd name="connsiteY1820" fmla="*/ 3215963 h 8839200"/>
              <a:gd name="connsiteX1821" fmla="*/ 8998057 w 15732060"/>
              <a:gd name="connsiteY1821" fmla="*/ 3215963 h 8839200"/>
              <a:gd name="connsiteX1822" fmla="*/ 8999703 w 15732060"/>
              <a:gd name="connsiteY1822" fmla="*/ 3191271 h 8839200"/>
              <a:gd name="connsiteX1823" fmla="*/ 9170358 w 15732060"/>
              <a:gd name="connsiteY1823" fmla="*/ 3020616 h 8839200"/>
              <a:gd name="connsiteX1824" fmla="*/ 9170906 w 15732060"/>
              <a:gd name="connsiteY1824" fmla="*/ 3020616 h 8839200"/>
              <a:gd name="connsiteX1825" fmla="*/ 9170906 w 15732060"/>
              <a:gd name="connsiteY1825" fmla="*/ 2828561 h 8839200"/>
              <a:gd name="connsiteX1826" fmla="*/ 9315223 w 15732060"/>
              <a:gd name="connsiteY1826" fmla="*/ 2684245 h 8839200"/>
              <a:gd name="connsiteX1827" fmla="*/ 9339916 w 15732060"/>
              <a:gd name="connsiteY1827" fmla="*/ 2682599 h 8839200"/>
              <a:gd name="connsiteX1828" fmla="*/ 9339916 w 15732060"/>
              <a:gd name="connsiteY1828" fmla="*/ 2656260 h 8839200"/>
              <a:gd name="connsiteX1829" fmla="*/ 9326745 w 15732060"/>
              <a:gd name="connsiteY1829" fmla="*/ 2650910 h 8839200"/>
              <a:gd name="connsiteX1830" fmla="*/ 2008896 w 15732060"/>
              <a:gd name="connsiteY1830" fmla="*/ 2464342 h 8839200"/>
              <a:gd name="connsiteX1831" fmla="*/ 1995727 w 15732060"/>
              <a:gd name="connsiteY1831" fmla="*/ 2469692 h 8839200"/>
              <a:gd name="connsiteX1832" fmla="*/ 1995727 w 15732060"/>
              <a:gd name="connsiteY1832" fmla="*/ 2496031 h 8839200"/>
              <a:gd name="connsiteX1833" fmla="*/ 2020419 w 15732060"/>
              <a:gd name="connsiteY1833" fmla="*/ 2497678 h 8839200"/>
              <a:gd name="connsiteX1834" fmla="*/ 2146627 w 15732060"/>
              <a:gd name="connsiteY1834" fmla="*/ 2623885 h 8839200"/>
              <a:gd name="connsiteX1835" fmla="*/ 2602621 w 15732060"/>
              <a:gd name="connsiteY1835" fmla="*/ 2623885 h 8839200"/>
              <a:gd name="connsiteX1836" fmla="*/ 2807846 w 15732060"/>
              <a:gd name="connsiteY1836" fmla="*/ 2829110 h 8839200"/>
              <a:gd name="connsiteX1837" fmla="*/ 2809492 w 15732060"/>
              <a:gd name="connsiteY1837" fmla="*/ 2853802 h 8839200"/>
              <a:gd name="connsiteX1838" fmla="*/ 2835831 w 15732060"/>
              <a:gd name="connsiteY1838" fmla="*/ 2853802 h 8839200"/>
              <a:gd name="connsiteX1839" fmla="*/ 2835831 w 15732060"/>
              <a:gd name="connsiteY1839" fmla="*/ 2827463 h 8839200"/>
              <a:gd name="connsiteX1840" fmla="*/ 2811138 w 15732060"/>
              <a:gd name="connsiteY1840" fmla="*/ 2825817 h 8839200"/>
              <a:gd name="connsiteX1841" fmla="*/ 2604266 w 15732060"/>
              <a:gd name="connsiteY1841" fmla="*/ 2618947 h 8839200"/>
              <a:gd name="connsiteX1842" fmla="*/ 2148273 w 15732060"/>
              <a:gd name="connsiteY1842" fmla="*/ 2618947 h 8839200"/>
              <a:gd name="connsiteX1843" fmla="*/ 2023712 w 15732060"/>
              <a:gd name="connsiteY1843" fmla="*/ 2494385 h 8839200"/>
              <a:gd name="connsiteX1844" fmla="*/ 2022066 w 15732060"/>
              <a:gd name="connsiteY1844" fmla="*/ 2469692 h 8839200"/>
              <a:gd name="connsiteX1845" fmla="*/ 2008896 w 15732060"/>
              <a:gd name="connsiteY1845" fmla="*/ 2464342 h 8839200"/>
              <a:gd name="connsiteX1846" fmla="*/ 77370 w 15732060"/>
              <a:gd name="connsiteY1846" fmla="*/ 2377506 h 8839200"/>
              <a:gd name="connsiteX1847" fmla="*/ 58714 w 15732060"/>
              <a:gd name="connsiteY1847" fmla="*/ 2396163 h 8839200"/>
              <a:gd name="connsiteX1848" fmla="*/ 77370 w 15732060"/>
              <a:gd name="connsiteY1848" fmla="*/ 2414820 h 8839200"/>
              <a:gd name="connsiteX1849" fmla="*/ 96026 w 15732060"/>
              <a:gd name="connsiteY1849" fmla="*/ 2398357 h 8839200"/>
              <a:gd name="connsiteX1850" fmla="*/ 935582 w 15732060"/>
              <a:gd name="connsiteY1850" fmla="*/ 2398357 h 8839200"/>
              <a:gd name="connsiteX1851" fmla="*/ 1728496 w 15732060"/>
              <a:gd name="connsiteY1851" fmla="*/ 3191271 h 8839200"/>
              <a:gd name="connsiteX1852" fmla="*/ 3514060 w 15732060"/>
              <a:gd name="connsiteY1852" fmla="*/ 3191271 h 8839200"/>
              <a:gd name="connsiteX1853" fmla="*/ 3938776 w 15732060"/>
              <a:gd name="connsiteY1853" fmla="*/ 3615987 h 8839200"/>
              <a:gd name="connsiteX1854" fmla="*/ 4752542 w 15732060"/>
              <a:gd name="connsiteY1854" fmla="*/ 3615987 h 8839200"/>
              <a:gd name="connsiteX1855" fmla="*/ 5081230 w 15732060"/>
              <a:gd name="connsiteY1855" fmla="*/ 3944675 h 8839200"/>
              <a:gd name="connsiteX1856" fmla="*/ 6690103 w 15732060"/>
              <a:gd name="connsiteY1856" fmla="*/ 3944675 h 8839200"/>
              <a:gd name="connsiteX1857" fmla="*/ 6690103 w 15732060"/>
              <a:gd name="connsiteY1857" fmla="*/ 3939737 h 8839200"/>
              <a:gd name="connsiteX1858" fmla="*/ 5082876 w 15732060"/>
              <a:gd name="connsiteY1858" fmla="*/ 3939737 h 8839200"/>
              <a:gd name="connsiteX1859" fmla="*/ 4754188 w 15732060"/>
              <a:gd name="connsiteY1859" fmla="*/ 3611049 h 8839200"/>
              <a:gd name="connsiteX1860" fmla="*/ 3940422 w 15732060"/>
              <a:gd name="connsiteY1860" fmla="*/ 3611049 h 8839200"/>
              <a:gd name="connsiteX1861" fmla="*/ 3515706 w 15732060"/>
              <a:gd name="connsiteY1861" fmla="*/ 3186331 h 8839200"/>
              <a:gd name="connsiteX1862" fmla="*/ 3515706 w 15732060"/>
              <a:gd name="connsiteY1862" fmla="*/ 3186881 h 8839200"/>
              <a:gd name="connsiteX1863" fmla="*/ 1730142 w 15732060"/>
              <a:gd name="connsiteY1863" fmla="*/ 3186881 h 8839200"/>
              <a:gd name="connsiteX1864" fmla="*/ 937228 w 15732060"/>
              <a:gd name="connsiteY1864" fmla="*/ 2393968 h 8839200"/>
              <a:gd name="connsiteX1865" fmla="*/ 96026 w 15732060"/>
              <a:gd name="connsiteY1865" fmla="*/ 2393968 h 8839200"/>
              <a:gd name="connsiteX1866" fmla="*/ 77370 w 15732060"/>
              <a:gd name="connsiteY1866" fmla="*/ 2377506 h 8839200"/>
              <a:gd name="connsiteX1867" fmla="*/ 12415254 w 15732060"/>
              <a:gd name="connsiteY1867" fmla="*/ 2285761 h 8839200"/>
              <a:gd name="connsiteX1868" fmla="*/ 12414993 w 15732060"/>
              <a:gd name="connsiteY1868" fmla="*/ 2285868 h 8839200"/>
              <a:gd name="connsiteX1869" fmla="*/ 12415540 w 15732060"/>
              <a:gd name="connsiteY1869" fmla="*/ 2285868 h 8839200"/>
              <a:gd name="connsiteX1870" fmla="*/ 12414993 w 15732060"/>
              <a:gd name="connsiteY1870" fmla="*/ 2248554 h 8839200"/>
              <a:gd name="connsiteX1871" fmla="*/ 12396335 w 15732060"/>
              <a:gd name="connsiteY1871" fmla="*/ 2265017 h 8839200"/>
              <a:gd name="connsiteX1872" fmla="*/ 11202302 w 15732060"/>
              <a:gd name="connsiteY1872" fmla="*/ 2265017 h 8839200"/>
              <a:gd name="connsiteX1873" fmla="*/ 11135905 w 15732060"/>
              <a:gd name="connsiteY1873" fmla="*/ 2331412 h 8839200"/>
              <a:gd name="connsiteX1874" fmla="*/ 11111212 w 15732060"/>
              <a:gd name="connsiteY1874" fmla="*/ 2333059 h 8839200"/>
              <a:gd name="connsiteX1875" fmla="*/ 11111212 w 15732060"/>
              <a:gd name="connsiteY1875" fmla="*/ 2359398 h 8839200"/>
              <a:gd name="connsiteX1876" fmla="*/ 11137551 w 15732060"/>
              <a:gd name="connsiteY1876" fmla="*/ 2359398 h 8839200"/>
              <a:gd name="connsiteX1877" fmla="*/ 11139198 w 15732060"/>
              <a:gd name="connsiteY1877" fmla="*/ 2334705 h 8839200"/>
              <a:gd name="connsiteX1878" fmla="*/ 11204496 w 15732060"/>
              <a:gd name="connsiteY1878" fmla="*/ 2269406 h 8839200"/>
              <a:gd name="connsiteX1879" fmla="*/ 12396885 w 15732060"/>
              <a:gd name="connsiteY1879" fmla="*/ 2269406 h 8839200"/>
              <a:gd name="connsiteX1880" fmla="*/ 12402921 w 15732060"/>
              <a:gd name="connsiteY1880" fmla="*/ 2281135 h 8839200"/>
              <a:gd name="connsiteX1881" fmla="*/ 12415254 w 15732060"/>
              <a:gd name="connsiteY1881" fmla="*/ 2285761 h 8839200"/>
              <a:gd name="connsiteX1882" fmla="*/ 12428230 w 15732060"/>
              <a:gd name="connsiteY1882" fmla="*/ 2280449 h 8839200"/>
              <a:gd name="connsiteX1883" fmla="*/ 12433649 w 15732060"/>
              <a:gd name="connsiteY1883" fmla="*/ 2267211 h 8839200"/>
              <a:gd name="connsiteX1884" fmla="*/ 12414993 w 15732060"/>
              <a:gd name="connsiteY1884" fmla="*/ 2248554 h 8839200"/>
              <a:gd name="connsiteX1885" fmla="*/ 3602405 w 15732060"/>
              <a:gd name="connsiteY1885" fmla="*/ 1914516 h 8839200"/>
              <a:gd name="connsiteX1886" fmla="*/ 3589235 w 15732060"/>
              <a:gd name="connsiteY1886" fmla="*/ 1919866 h 8839200"/>
              <a:gd name="connsiteX1887" fmla="*/ 3589235 w 15732060"/>
              <a:gd name="connsiteY1887" fmla="*/ 1946205 h 8839200"/>
              <a:gd name="connsiteX1888" fmla="*/ 3613928 w 15732060"/>
              <a:gd name="connsiteY1888" fmla="*/ 1947850 h 8839200"/>
              <a:gd name="connsiteX1889" fmla="*/ 3759891 w 15732060"/>
              <a:gd name="connsiteY1889" fmla="*/ 2093813 h 8839200"/>
              <a:gd name="connsiteX1890" fmla="*/ 3985967 w 15732060"/>
              <a:gd name="connsiteY1890" fmla="*/ 2093813 h 8839200"/>
              <a:gd name="connsiteX1891" fmla="*/ 4367334 w 15732060"/>
              <a:gd name="connsiteY1891" fmla="*/ 2475180 h 8839200"/>
              <a:gd name="connsiteX1892" fmla="*/ 4368980 w 15732060"/>
              <a:gd name="connsiteY1892" fmla="*/ 2499872 h 8839200"/>
              <a:gd name="connsiteX1893" fmla="*/ 4395319 w 15732060"/>
              <a:gd name="connsiteY1893" fmla="*/ 2499872 h 8839200"/>
              <a:gd name="connsiteX1894" fmla="*/ 4395319 w 15732060"/>
              <a:gd name="connsiteY1894" fmla="*/ 2473533 h 8839200"/>
              <a:gd name="connsiteX1895" fmla="*/ 4370626 w 15732060"/>
              <a:gd name="connsiteY1895" fmla="*/ 2471887 h 8839200"/>
              <a:gd name="connsiteX1896" fmla="*/ 3987613 w 15732060"/>
              <a:gd name="connsiteY1896" fmla="*/ 2088874 h 8839200"/>
              <a:gd name="connsiteX1897" fmla="*/ 3761536 w 15732060"/>
              <a:gd name="connsiteY1897" fmla="*/ 2088874 h 8839200"/>
              <a:gd name="connsiteX1898" fmla="*/ 3617221 w 15732060"/>
              <a:gd name="connsiteY1898" fmla="*/ 1944558 h 8839200"/>
              <a:gd name="connsiteX1899" fmla="*/ 3615574 w 15732060"/>
              <a:gd name="connsiteY1899" fmla="*/ 1919866 h 8839200"/>
              <a:gd name="connsiteX1900" fmla="*/ 3602405 w 15732060"/>
              <a:gd name="connsiteY1900" fmla="*/ 1914516 h 8839200"/>
              <a:gd name="connsiteX1901" fmla="*/ 15702977 w 15732060"/>
              <a:gd name="connsiteY1901" fmla="*/ 1721226 h 8839200"/>
              <a:gd name="connsiteX1902" fmla="*/ 15684320 w 15732060"/>
              <a:gd name="connsiteY1902" fmla="*/ 1737688 h 8839200"/>
              <a:gd name="connsiteX1903" fmla="*/ 15352887 w 15732060"/>
              <a:gd name="connsiteY1903" fmla="*/ 1737688 h 8839200"/>
              <a:gd name="connsiteX1904" fmla="*/ 13998624 w 15732060"/>
              <a:gd name="connsiteY1904" fmla="*/ 3091951 h 8839200"/>
              <a:gd name="connsiteX1905" fmla="*/ 13998624 w 15732060"/>
              <a:gd name="connsiteY1905" fmla="*/ 3091402 h 8839200"/>
              <a:gd name="connsiteX1906" fmla="*/ 12688260 w 15732060"/>
              <a:gd name="connsiteY1906" fmla="*/ 3091402 h 8839200"/>
              <a:gd name="connsiteX1907" fmla="*/ 12532421 w 15732060"/>
              <a:gd name="connsiteY1907" fmla="*/ 3247241 h 8839200"/>
              <a:gd name="connsiteX1908" fmla="*/ 11067863 w 15732060"/>
              <a:gd name="connsiteY1908" fmla="*/ 3247241 h 8839200"/>
              <a:gd name="connsiteX1909" fmla="*/ 10414875 w 15732060"/>
              <a:gd name="connsiteY1909" fmla="*/ 3900228 h 8839200"/>
              <a:gd name="connsiteX1910" fmla="*/ 10259037 w 15732060"/>
              <a:gd name="connsiteY1910" fmla="*/ 3900228 h 8839200"/>
              <a:gd name="connsiteX1911" fmla="*/ 10101551 w 15732060"/>
              <a:gd name="connsiteY1911" fmla="*/ 4057714 h 8839200"/>
              <a:gd name="connsiteX1912" fmla="*/ 9039760 w 15732060"/>
              <a:gd name="connsiteY1912" fmla="*/ 4057714 h 8839200"/>
              <a:gd name="connsiteX1913" fmla="*/ 9039760 w 15732060"/>
              <a:gd name="connsiteY1913" fmla="*/ 4062653 h 8839200"/>
              <a:gd name="connsiteX1914" fmla="*/ 10103746 w 15732060"/>
              <a:gd name="connsiteY1914" fmla="*/ 4062653 h 8839200"/>
              <a:gd name="connsiteX1915" fmla="*/ 10261232 w 15732060"/>
              <a:gd name="connsiteY1915" fmla="*/ 3905167 h 8839200"/>
              <a:gd name="connsiteX1916" fmla="*/ 10417070 w 15732060"/>
              <a:gd name="connsiteY1916" fmla="*/ 3905167 h 8839200"/>
              <a:gd name="connsiteX1917" fmla="*/ 11070058 w 15732060"/>
              <a:gd name="connsiteY1917" fmla="*/ 3252180 h 8839200"/>
              <a:gd name="connsiteX1918" fmla="*/ 12534616 w 15732060"/>
              <a:gd name="connsiteY1918" fmla="*/ 3252180 h 8839200"/>
              <a:gd name="connsiteX1919" fmla="*/ 12690455 w 15732060"/>
              <a:gd name="connsiteY1919" fmla="*/ 3096341 h 8839200"/>
              <a:gd name="connsiteX1920" fmla="*/ 14000819 w 15732060"/>
              <a:gd name="connsiteY1920" fmla="*/ 3096341 h 8839200"/>
              <a:gd name="connsiteX1921" fmla="*/ 15355083 w 15732060"/>
              <a:gd name="connsiteY1921" fmla="*/ 1742078 h 8839200"/>
              <a:gd name="connsiteX1922" fmla="*/ 15684320 w 15732060"/>
              <a:gd name="connsiteY1922" fmla="*/ 1742078 h 8839200"/>
              <a:gd name="connsiteX1923" fmla="*/ 15702977 w 15732060"/>
              <a:gd name="connsiteY1923" fmla="*/ 1758539 h 8839200"/>
              <a:gd name="connsiteX1924" fmla="*/ 15721633 w 15732060"/>
              <a:gd name="connsiteY1924" fmla="*/ 1739882 h 8839200"/>
              <a:gd name="connsiteX1925" fmla="*/ 15702977 w 15732060"/>
              <a:gd name="connsiteY1925" fmla="*/ 1721226 h 8839200"/>
              <a:gd name="connsiteX1926" fmla="*/ 12427065 w 15732060"/>
              <a:gd name="connsiteY1926" fmla="*/ 1718071 h 8839200"/>
              <a:gd name="connsiteX1927" fmla="*/ 12413896 w 15732060"/>
              <a:gd name="connsiteY1927" fmla="*/ 1723421 h 8839200"/>
              <a:gd name="connsiteX1928" fmla="*/ 12412249 w 15732060"/>
              <a:gd name="connsiteY1928" fmla="*/ 1748113 h 8839200"/>
              <a:gd name="connsiteX1929" fmla="*/ 12160931 w 15732060"/>
              <a:gd name="connsiteY1929" fmla="*/ 1999431 h 8839200"/>
              <a:gd name="connsiteX1930" fmla="*/ 10934521 w 15732060"/>
              <a:gd name="connsiteY1930" fmla="*/ 1999431 h 8839200"/>
              <a:gd name="connsiteX1931" fmla="*/ 10934521 w 15732060"/>
              <a:gd name="connsiteY1931" fmla="*/ 1998883 h 8839200"/>
              <a:gd name="connsiteX1932" fmla="*/ 10088382 w 15732060"/>
              <a:gd name="connsiteY1932" fmla="*/ 2845023 h 8839200"/>
              <a:gd name="connsiteX1933" fmla="*/ 10087833 w 15732060"/>
              <a:gd name="connsiteY1933" fmla="*/ 2845023 h 8839200"/>
              <a:gd name="connsiteX1934" fmla="*/ 10087833 w 15732060"/>
              <a:gd name="connsiteY1934" fmla="*/ 3320222 h 8839200"/>
              <a:gd name="connsiteX1935" fmla="*/ 9699333 w 15732060"/>
              <a:gd name="connsiteY1935" fmla="*/ 3708721 h 8839200"/>
              <a:gd name="connsiteX1936" fmla="*/ 8995314 w 15732060"/>
              <a:gd name="connsiteY1936" fmla="*/ 3708721 h 8839200"/>
              <a:gd name="connsiteX1937" fmla="*/ 8995314 w 15732060"/>
              <a:gd name="connsiteY1937" fmla="*/ 3713661 h 8839200"/>
              <a:gd name="connsiteX1938" fmla="*/ 9701528 w 15732060"/>
              <a:gd name="connsiteY1938" fmla="*/ 3713661 h 8839200"/>
              <a:gd name="connsiteX1939" fmla="*/ 10092222 w 15732060"/>
              <a:gd name="connsiteY1939" fmla="*/ 3322966 h 8839200"/>
              <a:gd name="connsiteX1940" fmla="*/ 10092771 w 15732060"/>
              <a:gd name="connsiteY1940" fmla="*/ 3322966 h 8839200"/>
              <a:gd name="connsiteX1941" fmla="*/ 10092771 w 15732060"/>
              <a:gd name="connsiteY1941" fmla="*/ 2847767 h 8839200"/>
              <a:gd name="connsiteX1942" fmla="*/ 10936717 w 15732060"/>
              <a:gd name="connsiteY1942" fmla="*/ 2003821 h 8839200"/>
              <a:gd name="connsiteX1943" fmla="*/ 12163125 w 15732060"/>
              <a:gd name="connsiteY1943" fmla="*/ 2003821 h 8839200"/>
              <a:gd name="connsiteX1944" fmla="*/ 12415540 w 15732060"/>
              <a:gd name="connsiteY1944" fmla="*/ 1751406 h 8839200"/>
              <a:gd name="connsiteX1945" fmla="*/ 12440234 w 15732060"/>
              <a:gd name="connsiteY1945" fmla="*/ 1749760 h 8839200"/>
              <a:gd name="connsiteX1946" fmla="*/ 12440234 w 15732060"/>
              <a:gd name="connsiteY1946" fmla="*/ 1723421 h 8839200"/>
              <a:gd name="connsiteX1947" fmla="*/ 12427065 w 15732060"/>
              <a:gd name="connsiteY1947" fmla="*/ 1718071 h 8839200"/>
              <a:gd name="connsiteX1948" fmla="*/ 3845149 w 15732060"/>
              <a:gd name="connsiteY1948" fmla="*/ 1685353 h 8839200"/>
              <a:gd name="connsiteX1949" fmla="*/ 3831774 w 15732060"/>
              <a:gd name="connsiteY1949" fmla="*/ 1690497 h 8839200"/>
              <a:gd name="connsiteX1950" fmla="*/ 3831774 w 15732060"/>
              <a:gd name="connsiteY1950" fmla="*/ 1716836 h 8839200"/>
              <a:gd name="connsiteX1951" fmla="*/ 3856466 w 15732060"/>
              <a:gd name="connsiteY1951" fmla="*/ 1718482 h 8839200"/>
              <a:gd name="connsiteX1952" fmla="*/ 4202166 w 15732060"/>
              <a:gd name="connsiteY1952" fmla="*/ 2064181 h 8839200"/>
              <a:gd name="connsiteX1953" fmla="*/ 4745408 w 15732060"/>
              <a:gd name="connsiteY1953" fmla="*/ 2064181 h 8839200"/>
              <a:gd name="connsiteX1954" fmla="*/ 5736961 w 15732060"/>
              <a:gd name="connsiteY1954" fmla="*/ 3055735 h 8839200"/>
              <a:gd name="connsiteX1955" fmla="*/ 5738606 w 15732060"/>
              <a:gd name="connsiteY1955" fmla="*/ 3080427 h 8839200"/>
              <a:gd name="connsiteX1956" fmla="*/ 5764946 w 15732060"/>
              <a:gd name="connsiteY1956" fmla="*/ 3080427 h 8839200"/>
              <a:gd name="connsiteX1957" fmla="*/ 5764946 w 15732060"/>
              <a:gd name="connsiteY1957" fmla="*/ 3054088 h 8839200"/>
              <a:gd name="connsiteX1958" fmla="*/ 5740254 w 15732060"/>
              <a:gd name="connsiteY1958" fmla="*/ 3052442 h 8839200"/>
              <a:gd name="connsiteX1959" fmla="*/ 4747054 w 15732060"/>
              <a:gd name="connsiteY1959" fmla="*/ 2059243 h 8839200"/>
              <a:gd name="connsiteX1960" fmla="*/ 4203812 w 15732060"/>
              <a:gd name="connsiteY1960" fmla="*/ 2059243 h 8839200"/>
              <a:gd name="connsiteX1961" fmla="*/ 3859759 w 15732060"/>
              <a:gd name="connsiteY1961" fmla="*/ 1715189 h 8839200"/>
              <a:gd name="connsiteX1962" fmla="*/ 3858113 w 15732060"/>
              <a:gd name="connsiteY1962" fmla="*/ 1690497 h 8839200"/>
              <a:gd name="connsiteX1963" fmla="*/ 3845149 w 15732060"/>
              <a:gd name="connsiteY1963" fmla="*/ 1685353 h 8839200"/>
              <a:gd name="connsiteX1964" fmla="*/ 13497086 w 15732060"/>
              <a:gd name="connsiteY1964" fmla="*/ 1506124 h 8839200"/>
              <a:gd name="connsiteX1965" fmla="*/ 13478430 w 15732060"/>
              <a:gd name="connsiteY1965" fmla="*/ 1522586 h 8839200"/>
              <a:gd name="connsiteX1966" fmla="*/ 12637776 w 15732060"/>
              <a:gd name="connsiteY1966" fmla="*/ 1522586 h 8839200"/>
              <a:gd name="connsiteX1967" fmla="*/ 12571381 w 15732060"/>
              <a:gd name="connsiteY1967" fmla="*/ 1588982 h 8839200"/>
              <a:gd name="connsiteX1968" fmla="*/ 12546688 w 15732060"/>
              <a:gd name="connsiteY1968" fmla="*/ 1590628 h 8839200"/>
              <a:gd name="connsiteX1969" fmla="*/ 12546688 w 15732060"/>
              <a:gd name="connsiteY1969" fmla="*/ 1616967 h 8839200"/>
              <a:gd name="connsiteX1970" fmla="*/ 12573027 w 15732060"/>
              <a:gd name="connsiteY1970" fmla="*/ 1616967 h 8839200"/>
              <a:gd name="connsiteX1971" fmla="*/ 12574673 w 15732060"/>
              <a:gd name="connsiteY1971" fmla="*/ 1592275 h 8839200"/>
              <a:gd name="connsiteX1972" fmla="*/ 12639972 w 15732060"/>
              <a:gd name="connsiteY1972" fmla="*/ 1526976 h 8839200"/>
              <a:gd name="connsiteX1973" fmla="*/ 13478430 w 15732060"/>
              <a:gd name="connsiteY1973" fmla="*/ 1526976 h 8839200"/>
              <a:gd name="connsiteX1974" fmla="*/ 13497086 w 15732060"/>
              <a:gd name="connsiteY1974" fmla="*/ 1543438 h 8839200"/>
              <a:gd name="connsiteX1975" fmla="*/ 13515743 w 15732060"/>
              <a:gd name="connsiteY1975" fmla="*/ 1524781 h 8839200"/>
              <a:gd name="connsiteX1976" fmla="*/ 13497086 w 15732060"/>
              <a:gd name="connsiteY1976" fmla="*/ 1506124 h 8839200"/>
              <a:gd name="connsiteX1977" fmla="*/ 6641266 w 15732060"/>
              <a:gd name="connsiteY1977" fmla="*/ 1485410 h 8839200"/>
              <a:gd name="connsiteX1978" fmla="*/ 6628097 w 15732060"/>
              <a:gd name="connsiteY1978" fmla="*/ 1490760 h 8839200"/>
              <a:gd name="connsiteX1979" fmla="*/ 6628097 w 15732060"/>
              <a:gd name="connsiteY1979" fmla="*/ 1517099 h 8839200"/>
              <a:gd name="connsiteX1980" fmla="*/ 6652789 w 15732060"/>
              <a:gd name="connsiteY1980" fmla="*/ 1518744 h 8839200"/>
              <a:gd name="connsiteX1981" fmla="*/ 6797106 w 15732060"/>
              <a:gd name="connsiteY1981" fmla="*/ 1663061 h 8839200"/>
              <a:gd name="connsiteX1982" fmla="*/ 6797106 w 15732060"/>
              <a:gd name="connsiteY1982" fmla="*/ 1889137 h 8839200"/>
              <a:gd name="connsiteX1983" fmla="*/ 7180118 w 15732060"/>
              <a:gd name="connsiteY1983" fmla="*/ 2272150 h 8839200"/>
              <a:gd name="connsiteX1984" fmla="*/ 7181764 w 15732060"/>
              <a:gd name="connsiteY1984" fmla="*/ 2296842 h 8839200"/>
              <a:gd name="connsiteX1985" fmla="*/ 7208103 w 15732060"/>
              <a:gd name="connsiteY1985" fmla="*/ 2296842 h 8839200"/>
              <a:gd name="connsiteX1986" fmla="*/ 7208103 w 15732060"/>
              <a:gd name="connsiteY1986" fmla="*/ 2270503 h 8839200"/>
              <a:gd name="connsiteX1987" fmla="*/ 7183411 w 15732060"/>
              <a:gd name="connsiteY1987" fmla="*/ 2268858 h 8839200"/>
              <a:gd name="connsiteX1988" fmla="*/ 6802044 w 15732060"/>
              <a:gd name="connsiteY1988" fmla="*/ 1887490 h 8839200"/>
              <a:gd name="connsiteX1989" fmla="*/ 6802044 w 15732060"/>
              <a:gd name="connsiteY1989" fmla="*/ 1661414 h 8839200"/>
              <a:gd name="connsiteX1990" fmla="*/ 6656082 w 15732060"/>
              <a:gd name="connsiteY1990" fmla="*/ 1515452 h 8839200"/>
              <a:gd name="connsiteX1991" fmla="*/ 6654436 w 15732060"/>
              <a:gd name="connsiteY1991" fmla="*/ 1490760 h 8839200"/>
              <a:gd name="connsiteX1992" fmla="*/ 6641266 w 15732060"/>
              <a:gd name="connsiteY1992" fmla="*/ 1485410 h 8839200"/>
              <a:gd name="connsiteX1993" fmla="*/ 33472 w 15732060"/>
              <a:gd name="connsiteY1993" fmla="*/ 1395830 h 8839200"/>
              <a:gd name="connsiteX1994" fmla="*/ 14814 w 15732060"/>
              <a:gd name="connsiteY1994" fmla="*/ 1414487 h 8839200"/>
              <a:gd name="connsiteX1995" fmla="*/ 33472 w 15732060"/>
              <a:gd name="connsiteY1995" fmla="*/ 1433143 h 8839200"/>
              <a:gd name="connsiteX1996" fmla="*/ 52128 w 15732060"/>
              <a:gd name="connsiteY1996" fmla="*/ 1416681 h 8839200"/>
              <a:gd name="connsiteX1997" fmla="*/ 219492 w 15732060"/>
              <a:gd name="connsiteY1997" fmla="*/ 1416681 h 8839200"/>
              <a:gd name="connsiteX1998" fmla="*/ 796206 w 15732060"/>
              <a:gd name="connsiteY1998" fmla="*/ 1993396 h 8839200"/>
              <a:gd name="connsiteX1999" fmla="*/ 1512845 w 15732060"/>
              <a:gd name="connsiteY1999" fmla="*/ 1993396 h 8839200"/>
              <a:gd name="connsiteX2000" fmla="*/ 1769651 w 15732060"/>
              <a:gd name="connsiteY2000" fmla="*/ 2250201 h 8839200"/>
              <a:gd name="connsiteX2001" fmla="*/ 2471474 w 15732060"/>
              <a:gd name="connsiteY2001" fmla="*/ 2250201 h 8839200"/>
              <a:gd name="connsiteX2002" fmla="*/ 3019655 w 15732060"/>
              <a:gd name="connsiteY2002" fmla="*/ 2798381 h 8839200"/>
              <a:gd name="connsiteX2003" fmla="*/ 3422422 w 15732060"/>
              <a:gd name="connsiteY2003" fmla="*/ 2798381 h 8839200"/>
              <a:gd name="connsiteX2004" fmla="*/ 3441079 w 15732060"/>
              <a:gd name="connsiteY2004" fmla="*/ 2814843 h 8839200"/>
              <a:gd name="connsiteX2005" fmla="*/ 3459736 w 15732060"/>
              <a:gd name="connsiteY2005" fmla="*/ 2796186 h 8839200"/>
              <a:gd name="connsiteX2006" fmla="*/ 3454317 w 15732060"/>
              <a:gd name="connsiteY2006" fmla="*/ 2782948 h 8839200"/>
              <a:gd name="connsiteX2007" fmla="*/ 3441344 w 15732060"/>
              <a:gd name="connsiteY2007" fmla="*/ 2777637 h 8839200"/>
              <a:gd name="connsiteX2008" fmla="*/ 3429212 w 15732060"/>
              <a:gd name="connsiteY2008" fmla="*/ 2782262 h 8839200"/>
              <a:gd name="connsiteX2009" fmla="*/ 3422971 w 15732060"/>
              <a:gd name="connsiteY2009" fmla="*/ 2793991 h 8839200"/>
              <a:gd name="connsiteX2010" fmla="*/ 3021849 w 15732060"/>
              <a:gd name="connsiteY2010" fmla="*/ 2793991 h 8839200"/>
              <a:gd name="connsiteX2011" fmla="*/ 2473670 w 15732060"/>
              <a:gd name="connsiteY2011" fmla="*/ 2245811 h 8839200"/>
              <a:gd name="connsiteX2012" fmla="*/ 1771845 w 15732060"/>
              <a:gd name="connsiteY2012" fmla="*/ 2245811 h 8839200"/>
              <a:gd name="connsiteX2013" fmla="*/ 1515040 w 15732060"/>
              <a:gd name="connsiteY2013" fmla="*/ 1989005 h 8839200"/>
              <a:gd name="connsiteX2014" fmla="*/ 798400 w 15732060"/>
              <a:gd name="connsiteY2014" fmla="*/ 1989005 h 8839200"/>
              <a:gd name="connsiteX2015" fmla="*/ 221686 w 15732060"/>
              <a:gd name="connsiteY2015" fmla="*/ 1412291 h 8839200"/>
              <a:gd name="connsiteX2016" fmla="*/ 52128 w 15732060"/>
              <a:gd name="connsiteY2016" fmla="*/ 1412291 h 8839200"/>
              <a:gd name="connsiteX2017" fmla="*/ 33472 w 15732060"/>
              <a:gd name="connsiteY2017" fmla="*/ 1395830 h 8839200"/>
              <a:gd name="connsiteX2018" fmla="*/ 9174747 w 15732060"/>
              <a:gd name="connsiteY2018" fmla="*/ 1151234 h 8839200"/>
              <a:gd name="connsiteX2019" fmla="*/ 9161578 w 15732060"/>
              <a:gd name="connsiteY2019" fmla="*/ 1156584 h 8839200"/>
              <a:gd name="connsiteX2020" fmla="*/ 9159932 w 15732060"/>
              <a:gd name="connsiteY2020" fmla="*/ 1181277 h 8839200"/>
              <a:gd name="connsiteX2021" fmla="*/ 8988180 w 15732060"/>
              <a:gd name="connsiteY2021" fmla="*/ 1353028 h 8839200"/>
              <a:gd name="connsiteX2022" fmla="*/ 8987631 w 15732060"/>
              <a:gd name="connsiteY2022" fmla="*/ 1353028 h 8839200"/>
              <a:gd name="connsiteX2023" fmla="*/ 8987631 w 15732060"/>
              <a:gd name="connsiteY2023" fmla="*/ 1353577 h 8839200"/>
              <a:gd name="connsiteX2024" fmla="*/ 8987631 w 15732060"/>
              <a:gd name="connsiteY2024" fmla="*/ 2131126 h 8839200"/>
              <a:gd name="connsiteX2025" fmla="*/ 8971169 w 15732060"/>
              <a:gd name="connsiteY2025" fmla="*/ 2149783 h 8839200"/>
              <a:gd name="connsiteX2026" fmla="*/ 8989826 w 15732060"/>
              <a:gd name="connsiteY2026" fmla="*/ 2168440 h 8839200"/>
              <a:gd name="connsiteX2027" fmla="*/ 9008483 w 15732060"/>
              <a:gd name="connsiteY2027" fmla="*/ 2149783 h 8839200"/>
              <a:gd name="connsiteX2028" fmla="*/ 8992021 w 15732060"/>
              <a:gd name="connsiteY2028" fmla="*/ 2131126 h 8839200"/>
              <a:gd name="connsiteX2029" fmla="*/ 8992021 w 15732060"/>
              <a:gd name="connsiteY2029" fmla="*/ 1355772 h 8839200"/>
              <a:gd name="connsiteX2030" fmla="*/ 9163224 w 15732060"/>
              <a:gd name="connsiteY2030" fmla="*/ 1184568 h 8839200"/>
              <a:gd name="connsiteX2031" fmla="*/ 9187917 w 15732060"/>
              <a:gd name="connsiteY2031" fmla="*/ 1182923 h 8839200"/>
              <a:gd name="connsiteX2032" fmla="*/ 9187917 w 15732060"/>
              <a:gd name="connsiteY2032" fmla="*/ 1156584 h 8839200"/>
              <a:gd name="connsiteX2033" fmla="*/ 9174747 w 15732060"/>
              <a:gd name="connsiteY2033" fmla="*/ 1151234 h 8839200"/>
              <a:gd name="connsiteX2034" fmla="*/ 15646457 w 15732060"/>
              <a:gd name="connsiteY2034" fmla="*/ 1093480 h 8839200"/>
              <a:gd name="connsiteX2035" fmla="*/ 15627801 w 15732060"/>
              <a:gd name="connsiteY2035" fmla="*/ 1109942 h 8839200"/>
              <a:gd name="connsiteX2036" fmla="*/ 15261799 w 15732060"/>
              <a:gd name="connsiteY2036" fmla="*/ 1109942 h 8839200"/>
              <a:gd name="connsiteX2037" fmla="*/ 14370115 w 15732060"/>
              <a:gd name="connsiteY2037" fmla="*/ 2001627 h 8839200"/>
              <a:gd name="connsiteX2038" fmla="*/ 12913787 w 15732060"/>
              <a:gd name="connsiteY2038" fmla="*/ 2001627 h 8839200"/>
              <a:gd name="connsiteX2039" fmla="*/ 12637776 w 15732060"/>
              <a:gd name="connsiteY2039" fmla="*/ 2277637 h 8839200"/>
              <a:gd name="connsiteX2040" fmla="*/ 12613083 w 15732060"/>
              <a:gd name="connsiteY2040" fmla="*/ 2279283 h 8839200"/>
              <a:gd name="connsiteX2041" fmla="*/ 12613083 w 15732060"/>
              <a:gd name="connsiteY2041" fmla="*/ 2305623 h 8839200"/>
              <a:gd name="connsiteX2042" fmla="*/ 12639422 w 15732060"/>
              <a:gd name="connsiteY2042" fmla="*/ 2305623 h 8839200"/>
              <a:gd name="connsiteX2043" fmla="*/ 12641069 w 15732060"/>
              <a:gd name="connsiteY2043" fmla="*/ 2280929 h 8839200"/>
              <a:gd name="connsiteX2044" fmla="*/ 12915982 w 15732060"/>
              <a:gd name="connsiteY2044" fmla="*/ 2006016 h 8839200"/>
              <a:gd name="connsiteX2045" fmla="*/ 14372309 w 15732060"/>
              <a:gd name="connsiteY2045" fmla="*/ 2006016 h 8839200"/>
              <a:gd name="connsiteX2046" fmla="*/ 15263994 w 15732060"/>
              <a:gd name="connsiteY2046" fmla="*/ 1114332 h 8839200"/>
              <a:gd name="connsiteX2047" fmla="*/ 15627801 w 15732060"/>
              <a:gd name="connsiteY2047" fmla="*/ 1114332 h 8839200"/>
              <a:gd name="connsiteX2048" fmla="*/ 15646457 w 15732060"/>
              <a:gd name="connsiteY2048" fmla="*/ 1130793 h 8839200"/>
              <a:gd name="connsiteX2049" fmla="*/ 15665115 w 15732060"/>
              <a:gd name="connsiteY2049" fmla="*/ 1112137 h 8839200"/>
              <a:gd name="connsiteX2050" fmla="*/ 15646457 w 15732060"/>
              <a:gd name="connsiteY2050" fmla="*/ 1093480 h 8839200"/>
              <a:gd name="connsiteX2051" fmla="*/ 10528462 w 15732060"/>
              <a:gd name="connsiteY2051" fmla="*/ 910342 h 8839200"/>
              <a:gd name="connsiteX2052" fmla="*/ 10515293 w 15732060"/>
              <a:gd name="connsiteY2052" fmla="*/ 915692 h 8839200"/>
              <a:gd name="connsiteX2053" fmla="*/ 10513647 w 15732060"/>
              <a:gd name="connsiteY2053" fmla="*/ 940385 h 8839200"/>
              <a:gd name="connsiteX2054" fmla="*/ 10258488 w 15732060"/>
              <a:gd name="connsiteY2054" fmla="*/ 1195543 h 8839200"/>
              <a:gd name="connsiteX2055" fmla="*/ 10258488 w 15732060"/>
              <a:gd name="connsiteY2055" fmla="*/ 1450154 h 8839200"/>
              <a:gd name="connsiteX2056" fmla="*/ 9748718 w 15732060"/>
              <a:gd name="connsiteY2056" fmla="*/ 1959923 h 8839200"/>
              <a:gd name="connsiteX2057" fmla="*/ 9724026 w 15732060"/>
              <a:gd name="connsiteY2057" fmla="*/ 1961569 h 8839200"/>
              <a:gd name="connsiteX2058" fmla="*/ 9724026 w 15732060"/>
              <a:gd name="connsiteY2058" fmla="*/ 1987908 h 8839200"/>
              <a:gd name="connsiteX2059" fmla="*/ 9750364 w 15732060"/>
              <a:gd name="connsiteY2059" fmla="*/ 1987908 h 8839200"/>
              <a:gd name="connsiteX2060" fmla="*/ 9752011 w 15732060"/>
              <a:gd name="connsiteY2060" fmla="*/ 1963215 h 8839200"/>
              <a:gd name="connsiteX2061" fmla="*/ 10262329 w 15732060"/>
              <a:gd name="connsiteY2061" fmla="*/ 1452897 h 8839200"/>
              <a:gd name="connsiteX2062" fmla="*/ 10262878 w 15732060"/>
              <a:gd name="connsiteY2062" fmla="*/ 1452897 h 8839200"/>
              <a:gd name="connsiteX2063" fmla="*/ 10262878 w 15732060"/>
              <a:gd name="connsiteY2063" fmla="*/ 1197738 h 8839200"/>
              <a:gd name="connsiteX2064" fmla="*/ 10516939 w 15732060"/>
              <a:gd name="connsiteY2064" fmla="*/ 943676 h 8839200"/>
              <a:gd name="connsiteX2065" fmla="*/ 10541632 w 15732060"/>
              <a:gd name="connsiteY2065" fmla="*/ 942031 h 8839200"/>
              <a:gd name="connsiteX2066" fmla="*/ 10541632 w 15732060"/>
              <a:gd name="connsiteY2066" fmla="*/ 915692 h 8839200"/>
              <a:gd name="connsiteX2067" fmla="*/ 10528462 w 15732060"/>
              <a:gd name="connsiteY2067" fmla="*/ 910342 h 8839200"/>
              <a:gd name="connsiteX2068" fmla="*/ 11855289 w 15732060"/>
              <a:gd name="connsiteY2068" fmla="*/ 888804 h 8839200"/>
              <a:gd name="connsiteX2069" fmla="*/ 11836631 w 15732060"/>
              <a:gd name="connsiteY2069" fmla="*/ 905266 h 8839200"/>
              <a:gd name="connsiteX2070" fmla="*/ 10989943 w 15732060"/>
              <a:gd name="connsiteY2070" fmla="*/ 905266 h 8839200"/>
              <a:gd name="connsiteX2071" fmla="*/ 10868674 w 15732060"/>
              <a:gd name="connsiteY2071" fmla="*/ 1026535 h 8839200"/>
              <a:gd name="connsiteX2072" fmla="*/ 10843981 w 15732060"/>
              <a:gd name="connsiteY2072" fmla="*/ 1028181 h 8839200"/>
              <a:gd name="connsiteX2073" fmla="*/ 10843981 w 15732060"/>
              <a:gd name="connsiteY2073" fmla="*/ 1054520 h 8839200"/>
              <a:gd name="connsiteX2074" fmla="*/ 10870320 w 15732060"/>
              <a:gd name="connsiteY2074" fmla="*/ 1054520 h 8839200"/>
              <a:gd name="connsiteX2075" fmla="*/ 10871966 w 15732060"/>
              <a:gd name="connsiteY2075" fmla="*/ 1029827 h 8839200"/>
              <a:gd name="connsiteX2076" fmla="*/ 10992139 w 15732060"/>
              <a:gd name="connsiteY2076" fmla="*/ 909655 h 8839200"/>
              <a:gd name="connsiteX2077" fmla="*/ 11836631 w 15732060"/>
              <a:gd name="connsiteY2077" fmla="*/ 909655 h 8839200"/>
              <a:gd name="connsiteX2078" fmla="*/ 11855289 w 15732060"/>
              <a:gd name="connsiteY2078" fmla="*/ 926118 h 8839200"/>
              <a:gd name="connsiteX2079" fmla="*/ 11873946 w 15732060"/>
              <a:gd name="connsiteY2079" fmla="*/ 907461 h 8839200"/>
              <a:gd name="connsiteX2080" fmla="*/ 11855289 w 15732060"/>
              <a:gd name="connsiteY2080" fmla="*/ 888804 h 8839200"/>
              <a:gd name="connsiteX2081" fmla="*/ 2058830 w 15732060"/>
              <a:gd name="connsiteY2081" fmla="*/ 752856 h 8839200"/>
              <a:gd name="connsiteX2082" fmla="*/ 2045661 w 15732060"/>
              <a:gd name="connsiteY2082" fmla="*/ 758206 h 8839200"/>
              <a:gd name="connsiteX2083" fmla="*/ 2045661 w 15732060"/>
              <a:gd name="connsiteY2083" fmla="*/ 784545 h 8839200"/>
              <a:gd name="connsiteX2084" fmla="*/ 2070354 w 15732060"/>
              <a:gd name="connsiteY2084" fmla="*/ 786192 h 8839200"/>
              <a:gd name="connsiteX2085" fmla="*/ 2323318 w 15732060"/>
              <a:gd name="connsiteY2085" fmla="*/ 1039156 h 8839200"/>
              <a:gd name="connsiteX2086" fmla="*/ 3025142 w 15732060"/>
              <a:gd name="connsiteY2086" fmla="*/ 1039156 h 8839200"/>
              <a:gd name="connsiteX2087" fmla="*/ 3043799 w 15732060"/>
              <a:gd name="connsiteY2087" fmla="*/ 1055617 h 8839200"/>
              <a:gd name="connsiteX2088" fmla="*/ 3062456 w 15732060"/>
              <a:gd name="connsiteY2088" fmla="*/ 1036961 h 8839200"/>
              <a:gd name="connsiteX2089" fmla="*/ 3043799 w 15732060"/>
              <a:gd name="connsiteY2089" fmla="*/ 1018304 h 8839200"/>
              <a:gd name="connsiteX2090" fmla="*/ 3025142 w 15732060"/>
              <a:gd name="connsiteY2090" fmla="*/ 1034766 h 8839200"/>
              <a:gd name="connsiteX2091" fmla="*/ 2325512 w 15732060"/>
              <a:gd name="connsiteY2091" fmla="*/ 1034766 h 8839200"/>
              <a:gd name="connsiteX2092" fmla="*/ 2073647 w 15732060"/>
              <a:gd name="connsiteY2092" fmla="*/ 782900 h 8839200"/>
              <a:gd name="connsiteX2093" fmla="*/ 2072000 w 15732060"/>
              <a:gd name="connsiteY2093" fmla="*/ 758206 h 8839200"/>
              <a:gd name="connsiteX2094" fmla="*/ 2058830 w 15732060"/>
              <a:gd name="connsiteY2094" fmla="*/ 752856 h 8839200"/>
              <a:gd name="connsiteX2095" fmla="*/ 9086952 w 15732060"/>
              <a:gd name="connsiteY2095" fmla="*/ 747780 h 8839200"/>
              <a:gd name="connsiteX2096" fmla="*/ 9068294 w 15732060"/>
              <a:gd name="connsiteY2096" fmla="*/ 766437 h 8839200"/>
              <a:gd name="connsiteX2097" fmla="*/ 9084757 w 15732060"/>
              <a:gd name="connsiteY2097" fmla="*/ 785094 h 8839200"/>
              <a:gd name="connsiteX2098" fmla="*/ 9084757 w 15732060"/>
              <a:gd name="connsiteY2098" fmla="*/ 966724 h 8839200"/>
              <a:gd name="connsiteX2099" fmla="*/ 8528345 w 15732060"/>
              <a:gd name="connsiteY2099" fmla="*/ 1523134 h 8839200"/>
              <a:gd name="connsiteX2100" fmla="*/ 8527797 w 15732060"/>
              <a:gd name="connsiteY2100" fmla="*/ 1523134 h 8839200"/>
              <a:gd name="connsiteX2101" fmla="*/ 8527248 w 15732060"/>
              <a:gd name="connsiteY2101" fmla="*/ 1523134 h 8839200"/>
              <a:gd name="connsiteX2102" fmla="*/ 8527248 w 15732060"/>
              <a:gd name="connsiteY2102" fmla="*/ 2683696 h 8839200"/>
              <a:gd name="connsiteX2103" fmla="*/ 8318730 w 15732060"/>
              <a:gd name="connsiteY2103" fmla="*/ 2892213 h 8839200"/>
              <a:gd name="connsiteX2104" fmla="*/ 8318182 w 15732060"/>
              <a:gd name="connsiteY2104" fmla="*/ 2892213 h 8839200"/>
              <a:gd name="connsiteX2105" fmla="*/ 8318182 w 15732060"/>
              <a:gd name="connsiteY2105" fmla="*/ 3225840 h 8839200"/>
              <a:gd name="connsiteX2106" fmla="*/ 8323120 w 15732060"/>
              <a:gd name="connsiteY2106" fmla="*/ 3225840 h 8839200"/>
              <a:gd name="connsiteX2107" fmla="*/ 8323120 w 15732060"/>
              <a:gd name="connsiteY2107" fmla="*/ 2894957 h 8839200"/>
              <a:gd name="connsiteX2108" fmla="*/ 8531638 w 15732060"/>
              <a:gd name="connsiteY2108" fmla="*/ 2686440 h 8839200"/>
              <a:gd name="connsiteX2109" fmla="*/ 8532186 w 15732060"/>
              <a:gd name="connsiteY2109" fmla="*/ 2686440 h 8839200"/>
              <a:gd name="connsiteX2110" fmla="*/ 8532186 w 15732060"/>
              <a:gd name="connsiteY2110" fmla="*/ 1525878 h 8839200"/>
              <a:gd name="connsiteX2111" fmla="*/ 9088598 w 15732060"/>
              <a:gd name="connsiteY2111" fmla="*/ 969467 h 8839200"/>
              <a:gd name="connsiteX2112" fmla="*/ 9089146 w 15732060"/>
              <a:gd name="connsiteY2112" fmla="*/ 969467 h 8839200"/>
              <a:gd name="connsiteX2113" fmla="*/ 9089146 w 15732060"/>
              <a:gd name="connsiteY2113" fmla="*/ 785094 h 8839200"/>
              <a:gd name="connsiteX2114" fmla="*/ 9105608 w 15732060"/>
              <a:gd name="connsiteY2114" fmla="*/ 766437 h 8839200"/>
              <a:gd name="connsiteX2115" fmla="*/ 9086952 w 15732060"/>
              <a:gd name="connsiteY2115" fmla="*/ 747780 h 8839200"/>
              <a:gd name="connsiteX2116" fmla="*/ 9961625 w 15732060"/>
              <a:gd name="connsiteY2116" fmla="*/ 705117 h 8839200"/>
              <a:gd name="connsiteX2117" fmla="*/ 9948456 w 15732060"/>
              <a:gd name="connsiteY2117" fmla="*/ 710467 h 8839200"/>
              <a:gd name="connsiteX2118" fmla="*/ 9946810 w 15732060"/>
              <a:gd name="connsiteY2118" fmla="*/ 735160 h 8839200"/>
              <a:gd name="connsiteX2119" fmla="*/ 9173650 w 15732060"/>
              <a:gd name="connsiteY2119" fmla="*/ 1508318 h 8839200"/>
              <a:gd name="connsiteX2120" fmla="*/ 9173650 w 15732060"/>
              <a:gd name="connsiteY2120" fmla="*/ 1507770 h 8839200"/>
              <a:gd name="connsiteX2121" fmla="*/ 9173102 w 15732060"/>
              <a:gd name="connsiteY2121" fmla="*/ 1507770 h 8839200"/>
              <a:gd name="connsiteX2122" fmla="*/ 9173102 w 15732060"/>
              <a:gd name="connsiteY2122" fmla="*/ 1703666 h 8839200"/>
              <a:gd name="connsiteX2123" fmla="*/ 9293273 w 15732060"/>
              <a:gd name="connsiteY2123" fmla="*/ 1823838 h 8839200"/>
              <a:gd name="connsiteX2124" fmla="*/ 9293273 w 15732060"/>
              <a:gd name="connsiteY2124" fmla="*/ 2141004 h 8839200"/>
              <a:gd name="connsiteX2125" fmla="*/ 8559074 w 15732060"/>
              <a:gd name="connsiteY2125" fmla="*/ 2875203 h 8839200"/>
              <a:gd name="connsiteX2126" fmla="*/ 8558525 w 15732060"/>
              <a:gd name="connsiteY2126" fmla="*/ 2875203 h 8839200"/>
              <a:gd name="connsiteX2127" fmla="*/ 8558525 w 15732060"/>
              <a:gd name="connsiteY2127" fmla="*/ 3232426 h 8839200"/>
              <a:gd name="connsiteX2128" fmla="*/ 8563464 w 15732060"/>
              <a:gd name="connsiteY2128" fmla="*/ 3232426 h 8839200"/>
              <a:gd name="connsiteX2129" fmla="*/ 8563464 w 15732060"/>
              <a:gd name="connsiteY2129" fmla="*/ 2877947 h 8839200"/>
              <a:gd name="connsiteX2130" fmla="*/ 9297663 w 15732060"/>
              <a:gd name="connsiteY2130" fmla="*/ 2143748 h 8839200"/>
              <a:gd name="connsiteX2131" fmla="*/ 9298212 w 15732060"/>
              <a:gd name="connsiteY2131" fmla="*/ 2143748 h 8839200"/>
              <a:gd name="connsiteX2132" fmla="*/ 9298212 w 15732060"/>
              <a:gd name="connsiteY2132" fmla="*/ 1822192 h 8839200"/>
              <a:gd name="connsiteX2133" fmla="*/ 9178041 w 15732060"/>
              <a:gd name="connsiteY2133" fmla="*/ 1702020 h 8839200"/>
              <a:gd name="connsiteX2134" fmla="*/ 9178041 w 15732060"/>
              <a:gd name="connsiteY2134" fmla="*/ 1510514 h 8839200"/>
              <a:gd name="connsiteX2135" fmla="*/ 9950101 w 15732060"/>
              <a:gd name="connsiteY2135" fmla="*/ 738452 h 8839200"/>
              <a:gd name="connsiteX2136" fmla="*/ 9974795 w 15732060"/>
              <a:gd name="connsiteY2136" fmla="*/ 736806 h 8839200"/>
              <a:gd name="connsiteX2137" fmla="*/ 9974795 w 15732060"/>
              <a:gd name="connsiteY2137" fmla="*/ 710467 h 8839200"/>
              <a:gd name="connsiteX2138" fmla="*/ 9961625 w 15732060"/>
              <a:gd name="connsiteY2138" fmla="*/ 705117 h 8839200"/>
              <a:gd name="connsiteX2139" fmla="*/ 6732354 w 15732060"/>
              <a:gd name="connsiteY2139" fmla="*/ 645717 h 8839200"/>
              <a:gd name="connsiteX2140" fmla="*/ 6713699 w 15732060"/>
              <a:gd name="connsiteY2140" fmla="*/ 664374 h 8839200"/>
              <a:gd name="connsiteX2141" fmla="*/ 6718432 w 15732060"/>
              <a:gd name="connsiteY2141" fmla="*/ 677200 h 8839200"/>
              <a:gd name="connsiteX2142" fmla="*/ 6729612 w 15732060"/>
              <a:gd name="connsiteY2142" fmla="*/ 682758 h 8839200"/>
              <a:gd name="connsiteX2143" fmla="*/ 6729612 w 15732060"/>
              <a:gd name="connsiteY2143" fmla="*/ 682482 h 8839200"/>
              <a:gd name="connsiteX2144" fmla="*/ 6730160 w 15732060"/>
              <a:gd name="connsiteY2144" fmla="*/ 683030 h 8839200"/>
              <a:gd name="connsiteX2145" fmla="*/ 6729612 w 15732060"/>
              <a:gd name="connsiteY2145" fmla="*/ 682758 h 8839200"/>
              <a:gd name="connsiteX2146" fmla="*/ 6729612 w 15732060"/>
              <a:gd name="connsiteY2146" fmla="*/ 1223529 h 8839200"/>
              <a:gd name="connsiteX2147" fmla="*/ 7265720 w 15732060"/>
              <a:gd name="connsiteY2147" fmla="*/ 1759636 h 8839200"/>
              <a:gd name="connsiteX2148" fmla="*/ 7267366 w 15732060"/>
              <a:gd name="connsiteY2148" fmla="*/ 1784330 h 8839200"/>
              <a:gd name="connsiteX2149" fmla="*/ 7293705 w 15732060"/>
              <a:gd name="connsiteY2149" fmla="*/ 1784330 h 8839200"/>
              <a:gd name="connsiteX2150" fmla="*/ 7293705 w 15732060"/>
              <a:gd name="connsiteY2150" fmla="*/ 1757991 h 8839200"/>
              <a:gd name="connsiteX2151" fmla="*/ 7269012 w 15732060"/>
              <a:gd name="connsiteY2151" fmla="*/ 1756344 h 8839200"/>
              <a:gd name="connsiteX2152" fmla="*/ 6734550 w 15732060"/>
              <a:gd name="connsiteY2152" fmla="*/ 1221882 h 8839200"/>
              <a:gd name="connsiteX2153" fmla="*/ 6734550 w 15732060"/>
              <a:gd name="connsiteY2153" fmla="*/ 683030 h 8839200"/>
              <a:gd name="connsiteX2154" fmla="*/ 6751012 w 15732060"/>
              <a:gd name="connsiteY2154" fmla="*/ 664374 h 8839200"/>
              <a:gd name="connsiteX2155" fmla="*/ 6732354 w 15732060"/>
              <a:gd name="connsiteY2155" fmla="*/ 645717 h 8839200"/>
              <a:gd name="connsiteX2156" fmla="*/ 10619003 w 15732060"/>
              <a:gd name="connsiteY2156" fmla="*/ 642013 h 8839200"/>
              <a:gd name="connsiteX2157" fmla="*/ 10605833 w 15732060"/>
              <a:gd name="connsiteY2157" fmla="*/ 647363 h 8839200"/>
              <a:gd name="connsiteX2158" fmla="*/ 10604187 w 15732060"/>
              <a:gd name="connsiteY2158" fmla="*/ 672056 h 8839200"/>
              <a:gd name="connsiteX2159" fmla="*/ 9547334 w 15732060"/>
              <a:gd name="connsiteY2159" fmla="*/ 1728908 h 8839200"/>
              <a:gd name="connsiteX2160" fmla="*/ 9546786 w 15732060"/>
              <a:gd name="connsiteY2160" fmla="*/ 1728908 h 8839200"/>
              <a:gd name="connsiteX2161" fmla="*/ 9546237 w 15732060"/>
              <a:gd name="connsiteY2161" fmla="*/ 1728908 h 8839200"/>
              <a:gd name="connsiteX2162" fmla="*/ 9546237 w 15732060"/>
              <a:gd name="connsiteY2162" fmla="*/ 1992846 h 8839200"/>
              <a:gd name="connsiteX2163" fmla="*/ 8674855 w 15732060"/>
              <a:gd name="connsiteY2163" fmla="*/ 2864228 h 8839200"/>
              <a:gd name="connsiteX2164" fmla="*/ 8674306 w 15732060"/>
              <a:gd name="connsiteY2164" fmla="*/ 2864228 h 8839200"/>
              <a:gd name="connsiteX2165" fmla="*/ 8674306 w 15732060"/>
              <a:gd name="connsiteY2165" fmla="*/ 3259313 h 8839200"/>
              <a:gd name="connsiteX2166" fmla="*/ 8679246 w 15732060"/>
              <a:gd name="connsiteY2166" fmla="*/ 3259313 h 8839200"/>
              <a:gd name="connsiteX2167" fmla="*/ 8679246 w 15732060"/>
              <a:gd name="connsiteY2167" fmla="*/ 2866972 h 8839200"/>
              <a:gd name="connsiteX2168" fmla="*/ 9550628 w 15732060"/>
              <a:gd name="connsiteY2168" fmla="*/ 1995590 h 8839200"/>
              <a:gd name="connsiteX2169" fmla="*/ 9551176 w 15732060"/>
              <a:gd name="connsiteY2169" fmla="*/ 1995590 h 8839200"/>
              <a:gd name="connsiteX2170" fmla="*/ 9551176 w 15732060"/>
              <a:gd name="connsiteY2170" fmla="*/ 1731652 h 8839200"/>
              <a:gd name="connsiteX2171" fmla="*/ 10607479 w 15732060"/>
              <a:gd name="connsiteY2171" fmla="*/ 675348 h 8839200"/>
              <a:gd name="connsiteX2172" fmla="*/ 10632172 w 15732060"/>
              <a:gd name="connsiteY2172" fmla="*/ 673703 h 8839200"/>
              <a:gd name="connsiteX2173" fmla="*/ 10632172 w 15732060"/>
              <a:gd name="connsiteY2173" fmla="*/ 647363 h 8839200"/>
              <a:gd name="connsiteX2174" fmla="*/ 10619003 w 15732060"/>
              <a:gd name="connsiteY2174" fmla="*/ 642013 h 8839200"/>
              <a:gd name="connsiteX2175" fmla="*/ 8361532 w 15732060"/>
              <a:gd name="connsiteY2175" fmla="*/ 559155 h 8839200"/>
              <a:gd name="connsiteX2176" fmla="*/ 8348362 w 15732060"/>
              <a:gd name="connsiteY2176" fmla="*/ 564506 h 8839200"/>
              <a:gd name="connsiteX2177" fmla="*/ 8346716 w 15732060"/>
              <a:gd name="connsiteY2177" fmla="*/ 589198 h 8839200"/>
              <a:gd name="connsiteX2178" fmla="*/ 8076192 w 15732060"/>
              <a:gd name="connsiteY2178" fmla="*/ 859721 h 8839200"/>
              <a:gd name="connsiteX2179" fmla="*/ 8075643 w 15732060"/>
              <a:gd name="connsiteY2179" fmla="*/ 859721 h 8839200"/>
              <a:gd name="connsiteX2180" fmla="*/ 8075643 w 15732060"/>
              <a:gd name="connsiteY2180" fmla="*/ 1055617 h 8839200"/>
              <a:gd name="connsiteX2181" fmla="*/ 8195816 w 15732060"/>
              <a:gd name="connsiteY2181" fmla="*/ 1175789 h 8839200"/>
              <a:gd name="connsiteX2182" fmla="*/ 8195816 w 15732060"/>
              <a:gd name="connsiteY2182" fmla="*/ 2295745 h 8839200"/>
              <a:gd name="connsiteX2183" fmla="*/ 8195268 w 15732060"/>
              <a:gd name="connsiteY2183" fmla="*/ 2295745 h 8839200"/>
              <a:gd name="connsiteX2184" fmla="*/ 7973032 w 15732060"/>
              <a:gd name="connsiteY2184" fmla="*/ 2517980 h 8839200"/>
              <a:gd name="connsiteX2185" fmla="*/ 7972482 w 15732060"/>
              <a:gd name="connsiteY2185" fmla="*/ 2517980 h 8839200"/>
              <a:gd name="connsiteX2186" fmla="*/ 7972482 w 15732060"/>
              <a:gd name="connsiteY2186" fmla="*/ 3202245 h 8839200"/>
              <a:gd name="connsiteX2187" fmla="*/ 7977421 w 15732060"/>
              <a:gd name="connsiteY2187" fmla="*/ 3202245 h 8839200"/>
              <a:gd name="connsiteX2188" fmla="*/ 7977421 w 15732060"/>
              <a:gd name="connsiteY2188" fmla="*/ 2520724 h 8839200"/>
              <a:gd name="connsiteX2189" fmla="*/ 8199656 w 15732060"/>
              <a:gd name="connsiteY2189" fmla="*/ 2298489 h 8839200"/>
              <a:gd name="connsiteX2190" fmla="*/ 8200204 w 15732060"/>
              <a:gd name="connsiteY2190" fmla="*/ 2298489 h 8839200"/>
              <a:gd name="connsiteX2191" fmla="*/ 8200204 w 15732060"/>
              <a:gd name="connsiteY2191" fmla="*/ 1174143 h 8839200"/>
              <a:gd name="connsiteX2192" fmla="*/ 8080034 w 15732060"/>
              <a:gd name="connsiteY2192" fmla="*/ 1053972 h 8839200"/>
              <a:gd name="connsiteX2193" fmla="*/ 8080034 w 15732060"/>
              <a:gd name="connsiteY2193" fmla="*/ 862465 h 8839200"/>
              <a:gd name="connsiteX2194" fmla="*/ 8350008 w 15732060"/>
              <a:gd name="connsiteY2194" fmla="*/ 592490 h 8839200"/>
              <a:gd name="connsiteX2195" fmla="*/ 8374701 w 15732060"/>
              <a:gd name="connsiteY2195" fmla="*/ 590844 h 8839200"/>
              <a:gd name="connsiteX2196" fmla="*/ 8374701 w 15732060"/>
              <a:gd name="connsiteY2196" fmla="*/ 564506 h 8839200"/>
              <a:gd name="connsiteX2197" fmla="*/ 8361532 w 15732060"/>
              <a:gd name="connsiteY2197" fmla="*/ 559155 h 8839200"/>
              <a:gd name="connsiteX2198" fmla="*/ 9196696 w 15732060"/>
              <a:gd name="connsiteY2198" fmla="*/ 544202 h 8839200"/>
              <a:gd name="connsiteX2199" fmla="*/ 9196148 w 15732060"/>
              <a:gd name="connsiteY2199" fmla="*/ 544202 h 8839200"/>
              <a:gd name="connsiteX2200" fmla="*/ 9196148 w 15732060"/>
              <a:gd name="connsiteY2200" fmla="*/ 544750 h 8839200"/>
              <a:gd name="connsiteX2201" fmla="*/ 9731159 w 15732060"/>
              <a:gd name="connsiteY2201" fmla="*/ 425265 h 8839200"/>
              <a:gd name="connsiteX2202" fmla="*/ 9717990 w 15732060"/>
              <a:gd name="connsiteY2202" fmla="*/ 430615 h 8839200"/>
              <a:gd name="connsiteX2203" fmla="*/ 9716344 w 15732060"/>
              <a:gd name="connsiteY2203" fmla="*/ 455308 h 8839200"/>
              <a:gd name="connsiteX2204" fmla="*/ 8747837 w 15732060"/>
              <a:gd name="connsiteY2204" fmla="*/ 1423815 h 8839200"/>
              <a:gd name="connsiteX2205" fmla="*/ 8747288 w 15732060"/>
              <a:gd name="connsiteY2205" fmla="*/ 1423815 h 8839200"/>
              <a:gd name="connsiteX2206" fmla="*/ 8747288 w 15732060"/>
              <a:gd name="connsiteY2206" fmla="*/ 1828228 h 8839200"/>
              <a:gd name="connsiteX2207" fmla="*/ 8854291 w 15732060"/>
              <a:gd name="connsiteY2207" fmla="*/ 1935230 h 8839200"/>
              <a:gd name="connsiteX2208" fmla="*/ 8854291 w 15732060"/>
              <a:gd name="connsiteY2208" fmla="*/ 2265017 h 8839200"/>
              <a:gd name="connsiteX2209" fmla="*/ 8684733 w 15732060"/>
              <a:gd name="connsiteY2209" fmla="*/ 2434574 h 8839200"/>
              <a:gd name="connsiteX2210" fmla="*/ 8660040 w 15732060"/>
              <a:gd name="connsiteY2210" fmla="*/ 2436219 h 8839200"/>
              <a:gd name="connsiteX2211" fmla="*/ 8660040 w 15732060"/>
              <a:gd name="connsiteY2211" fmla="*/ 2462558 h 8839200"/>
              <a:gd name="connsiteX2212" fmla="*/ 8686379 w 15732060"/>
              <a:gd name="connsiteY2212" fmla="*/ 2462558 h 8839200"/>
              <a:gd name="connsiteX2213" fmla="*/ 8688025 w 15732060"/>
              <a:gd name="connsiteY2213" fmla="*/ 2437866 h 8839200"/>
              <a:gd name="connsiteX2214" fmla="*/ 8858679 w 15732060"/>
              <a:gd name="connsiteY2214" fmla="*/ 2267211 h 8839200"/>
              <a:gd name="connsiteX2215" fmla="*/ 8859229 w 15732060"/>
              <a:gd name="connsiteY2215" fmla="*/ 2267211 h 8839200"/>
              <a:gd name="connsiteX2216" fmla="*/ 8859229 w 15732060"/>
              <a:gd name="connsiteY2216" fmla="*/ 1932486 h 8839200"/>
              <a:gd name="connsiteX2217" fmla="*/ 8752227 w 15732060"/>
              <a:gd name="connsiteY2217" fmla="*/ 1825485 h 8839200"/>
              <a:gd name="connsiteX2218" fmla="*/ 8752227 w 15732060"/>
              <a:gd name="connsiteY2218" fmla="*/ 1426010 h 8839200"/>
              <a:gd name="connsiteX2219" fmla="*/ 9719635 w 15732060"/>
              <a:gd name="connsiteY2219" fmla="*/ 458600 h 8839200"/>
              <a:gd name="connsiteX2220" fmla="*/ 9744329 w 15732060"/>
              <a:gd name="connsiteY2220" fmla="*/ 456954 h 8839200"/>
              <a:gd name="connsiteX2221" fmla="*/ 9744329 w 15732060"/>
              <a:gd name="connsiteY2221" fmla="*/ 430615 h 8839200"/>
              <a:gd name="connsiteX2222" fmla="*/ 9731159 w 15732060"/>
              <a:gd name="connsiteY2222" fmla="*/ 425265 h 8839200"/>
              <a:gd name="connsiteX2223" fmla="*/ 5143236 w 15732060"/>
              <a:gd name="connsiteY2223" fmla="*/ 372038 h 8839200"/>
              <a:gd name="connsiteX2224" fmla="*/ 5130067 w 15732060"/>
              <a:gd name="connsiteY2224" fmla="*/ 377389 h 8839200"/>
              <a:gd name="connsiteX2225" fmla="*/ 5130067 w 15732060"/>
              <a:gd name="connsiteY2225" fmla="*/ 403728 h 8839200"/>
              <a:gd name="connsiteX2226" fmla="*/ 5154760 w 15732060"/>
              <a:gd name="connsiteY2226" fmla="*/ 405373 h 8839200"/>
              <a:gd name="connsiteX2227" fmla="*/ 5498812 w 15732060"/>
              <a:gd name="connsiteY2227" fmla="*/ 749427 h 8839200"/>
              <a:gd name="connsiteX2228" fmla="*/ 5498812 w 15732060"/>
              <a:gd name="connsiteY2228" fmla="*/ 1292668 h 8839200"/>
              <a:gd name="connsiteX2229" fmla="*/ 6492012 w 15732060"/>
              <a:gd name="connsiteY2229" fmla="*/ 2285868 h 8839200"/>
              <a:gd name="connsiteX2230" fmla="*/ 6493658 w 15732060"/>
              <a:gd name="connsiteY2230" fmla="*/ 2310561 h 8839200"/>
              <a:gd name="connsiteX2231" fmla="*/ 6519997 w 15732060"/>
              <a:gd name="connsiteY2231" fmla="*/ 2310561 h 8839200"/>
              <a:gd name="connsiteX2232" fmla="*/ 6519997 w 15732060"/>
              <a:gd name="connsiteY2232" fmla="*/ 2284222 h 8839200"/>
              <a:gd name="connsiteX2233" fmla="*/ 6495304 w 15732060"/>
              <a:gd name="connsiteY2233" fmla="*/ 2282575 h 8839200"/>
              <a:gd name="connsiteX2234" fmla="*/ 5503751 w 15732060"/>
              <a:gd name="connsiteY2234" fmla="*/ 1291022 h 8839200"/>
              <a:gd name="connsiteX2235" fmla="*/ 5503751 w 15732060"/>
              <a:gd name="connsiteY2235" fmla="*/ 747780 h 8839200"/>
              <a:gd name="connsiteX2236" fmla="*/ 5158052 w 15732060"/>
              <a:gd name="connsiteY2236" fmla="*/ 402081 h 8839200"/>
              <a:gd name="connsiteX2237" fmla="*/ 5156406 w 15732060"/>
              <a:gd name="connsiteY2237" fmla="*/ 377389 h 8839200"/>
              <a:gd name="connsiteX2238" fmla="*/ 5143236 w 15732060"/>
              <a:gd name="connsiteY2238" fmla="*/ 372038 h 8839200"/>
              <a:gd name="connsiteX2239" fmla="*/ 30180 w 15732060"/>
              <a:gd name="connsiteY2239" fmla="*/ 329238 h 8839200"/>
              <a:gd name="connsiteX2240" fmla="*/ 17010 w 15732060"/>
              <a:gd name="connsiteY2240" fmla="*/ 334587 h 8839200"/>
              <a:gd name="connsiteX2241" fmla="*/ 17010 w 15732060"/>
              <a:gd name="connsiteY2241" fmla="*/ 360926 h 8839200"/>
              <a:gd name="connsiteX2242" fmla="*/ 41702 w 15732060"/>
              <a:gd name="connsiteY2242" fmla="*/ 362573 h 8839200"/>
              <a:gd name="connsiteX2243" fmla="*/ 560800 w 15732060"/>
              <a:gd name="connsiteY2243" fmla="*/ 881671 h 8839200"/>
              <a:gd name="connsiteX2244" fmla="*/ 1124344 w 15732060"/>
              <a:gd name="connsiteY2244" fmla="*/ 881671 h 8839200"/>
              <a:gd name="connsiteX2245" fmla="*/ 1953474 w 15732060"/>
              <a:gd name="connsiteY2245" fmla="*/ 1710800 h 8839200"/>
              <a:gd name="connsiteX2246" fmla="*/ 2496168 w 15732060"/>
              <a:gd name="connsiteY2246" fmla="*/ 1710800 h 8839200"/>
              <a:gd name="connsiteX2247" fmla="*/ 3193602 w 15732060"/>
              <a:gd name="connsiteY2247" fmla="*/ 2408235 h 8839200"/>
              <a:gd name="connsiteX2248" fmla="*/ 3588687 w 15732060"/>
              <a:gd name="connsiteY2248" fmla="*/ 2408235 h 8839200"/>
              <a:gd name="connsiteX2249" fmla="*/ 4287219 w 15732060"/>
              <a:gd name="connsiteY2249" fmla="*/ 3106766 h 8839200"/>
              <a:gd name="connsiteX2250" fmla="*/ 5315537 w 15732060"/>
              <a:gd name="connsiteY2250" fmla="*/ 3106766 h 8839200"/>
              <a:gd name="connsiteX2251" fmla="*/ 5924078 w 15732060"/>
              <a:gd name="connsiteY2251" fmla="*/ 3715307 h 8839200"/>
              <a:gd name="connsiteX2252" fmla="*/ 6682420 w 15732060"/>
              <a:gd name="connsiteY2252" fmla="*/ 3715307 h 8839200"/>
              <a:gd name="connsiteX2253" fmla="*/ 6682420 w 15732060"/>
              <a:gd name="connsiteY2253" fmla="*/ 3710368 h 8839200"/>
              <a:gd name="connsiteX2254" fmla="*/ 5926273 w 15732060"/>
              <a:gd name="connsiteY2254" fmla="*/ 3710368 h 8839200"/>
              <a:gd name="connsiteX2255" fmla="*/ 5317732 w 15732060"/>
              <a:gd name="connsiteY2255" fmla="*/ 3101828 h 8839200"/>
              <a:gd name="connsiteX2256" fmla="*/ 4289414 w 15732060"/>
              <a:gd name="connsiteY2256" fmla="*/ 3101828 h 8839200"/>
              <a:gd name="connsiteX2257" fmla="*/ 3590882 w 15732060"/>
              <a:gd name="connsiteY2257" fmla="*/ 2403296 h 8839200"/>
              <a:gd name="connsiteX2258" fmla="*/ 3195797 w 15732060"/>
              <a:gd name="connsiteY2258" fmla="*/ 2403296 h 8839200"/>
              <a:gd name="connsiteX2259" fmla="*/ 2498362 w 15732060"/>
              <a:gd name="connsiteY2259" fmla="*/ 1705861 h 8839200"/>
              <a:gd name="connsiteX2260" fmla="*/ 1955669 w 15732060"/>
              <a:gd name="connsiteY2260" fmla="*/ 1705861 h 8839200"/>
              <a:gd name="connsiteX2261" fmla="*/ 1126540 w 15732060"/>
              <a:gd name="connsiteY2261" fmla="*/ 876732 h 8839200"/>
              <a:gd name="connsiteX2262" fmla="*/ 562996 w 15732060"/>
              <a:gd name="connsiteY2262" fmla="*/ 876732 h 8839200"/>
              <a:gd name="connsiteX2263" fmla="*/ 44994 w 15732060"/>
              <a:gd name="connsiteY2263" fmla="*/ 359280 h 8839200"/>
              <a:gd name="connsiteX2264" fmla="*/ 43348 w 15732060"/>
              <a:gd name="connsiteY2264" fmla="*/ 334587 h 8839200"/>
              <a:gd name="connsiteX2265" fmla="*/ 30180 w 15732060"/>
              <a:gd name="connsiteY2265" fmla="*/ 329238 h 8839200"/>
              <a:gd name="connsiteX2266" fmla="*/ 8003760 w 15732060"/>
              <a:gd name="connsiteY2266" fmla="*/ 292473 h 8839200"/>
              <a:gd name="connsiteX2267" fmla="*/ 7990591 w 15732060"/>
              <a:gd name="connsiteY2267" fmla="*/ 297823 h 8839200"/>
              <a:gd name="connsiteX2268" fmla="*/ 7988944 w 15732060"/>
              <a:gd name="connsiteY2268" fmla="*/ 322515 h 8839200"/>
              <a:gd name="connsiteX2269" fmla="*/ 7868774 w 15732060"/>
              <a:gd name="connsiteY2269" fmla="*/ 442687 h 8839200"/>
              <a:gd name="connsiteX2270" fmla="*/ 7868774 w 15732060"/>
              <a:gd name="connsiteY2270" fmla="*/ 1451251 h 8839200"/>
              <a:gd name="connsiteX2271" fmla="*/ 7746406 w 15732060"/>
              <a:gd name="connsiteY2271" fmla="*/ 1573618 h 8839200"/>
              <a:gd name="connsiteX2272" fmla="*/ 7746406 w 15732060"/>
              <a:gd name="connsiteY2272" fmla="*/ 3202794 h 8839200"/>
              <a:gd name="connsiteX2273" fmla="*/ 7751346 w 15732060"/>
              <a:gd name="connsiteY2273" fmla="*/ 3202794 h 8839200"/>
              <a:gd name="connsiteX2274" fmla="*/ 7751346 w 15732060"/>
              <a:gd name="connsiteY2274" fmla="*/ 1575812 h 8839200"/>
              <a:gd name="connsiteX2275" fmla="*/ 7873712 w 15732060"/>
              <a:gd name="connsiteY2275" fmla="*/ 1453446 h 8839200"/>
              <a:gd name="connsiteX2276" fmla="*/ 7873712 w 15732060"/>
              <a:gd name="connsiteY2276" fmla="*/ 444334 h 8839200"/>
              <a:gd name="connsiteX2277" fmla="*/ 7992238 w 15732060"/>
              <a:gd name="connsiteY2277" fmla="*/ 325808 h 8839200"/>
              <a:gd name="connsiteX2278" fmla="*/ 8016930 w 15732060"/>
              <a:gd name="connsiteY2278" fmla="*/ 324162 h 8839200"/>
              <a:gd name="connsiteX2279" fmla="*/ 8016930 w 15732060"/>
              <a:gd name="connsiteY2279" fmla="*/ 297823 h 8839200"/>
              <a:gd name="connsiteX2280" fmla="*/ 8003760 w 15732060"/>
              <a:gd name="connsiteY2280" fmla="*/ 292473 h 8839200"/>
              <a:gd name="connsiteX2281" fmla="*/ 11430573 w 15732060"/>
              <a:gd name="connsiteY2281" fmla="*/ 181629 h 8839200"/>
              <a:gd name="connsiteX2282" fmla="*/ 11417404 w 15732060"/>
              <a:gd name="connsiteY2282" fmla="*/ 186979 h 8839200"/>
              <a:gd name="connsiteX2283" fmla="*/ 11415757 w 15732060"/>
              <a:gd name="connsiteY2283" fmla="*/ 211673 h 8839200"/>
              <a:gd name="connsiteX2284" fmla="*/ 11160598 w 15732060"/>
              <a:gd name="connsiteY2284" fmla="*/ 466832 h 8839200"/>
              <a:gd name="connsiteX2285" fmla="*/ 11160049 w 15732060"/>
              <a:gd name="connsiteY2285" fmla="*/ 466832 h 8839200"/>
              <a:gd name="connsiteX2286" fmla="*/ 11160049 w 15732060"/>
              <a:gd name="connsiteY2286" fmla="*/ 614439 h 8839200"/>
              <a:gd name="connsiteX2287" fmla="*/ 11143588 w 15732060"/>
              <a:gd name="connsiteY2287" fmla="*/ 633096 h 8839200"/>
              <a:gd name="connsiteX2288" fmla="*/ 11162244 w 15732060"/>
              <a:gd name="connsiteY2288" fmla="*/ 651753 h 8839200"/>
              <a:gd name="connsiteX2289" fmla="*/ 11162793 w 15732060"/>
              <a:gd name="connsiteY2289" fmla="*/ 651205 h 8839200"/>
              <a:gd name="connsiteX2290" fmla="*/ 11181450 w 15732060"/>
              <a:gd name="connsiteY2290" fmla="*/ 632548 h 8839200"/>
              <a:gd name="connsiteX2291" fmla="*/ 11164988 w 15732060"/>
              <a:gd name="connsiteY2291" fmla="*/ 613891 h 8839200"/>
              <a:gd name="connsiteX2292" fmla="*/ 11164988 w 15732060"/>
              <a:gd name="connsiteY2292" fmla="*/ 469026 h 8839200"/>
              <a:gd name="connsiteX2293" fmla="*/ 11419049 w 15732060"/>
              <a:gd name="connsiteY2293" fmla="*/ 214965 h 8839200"/>
              <a:gd name="connsiteX2294" fmla="*/ 11443743 w 15732060"/>
              <a:gd name="connsiteY2294" fmla="*/ 213318 h 8839200"/>
              <a:gd name="connsiteX2295" fmla="*/ 11443743 w 15732060"/>
              <a:gd name="connsiteY2295" fmla="*/ 186979 h 8839200"/>
              <a:gd name="connsiteX2296" fmla="*/ 11430573 w 15732060"/>
              <a:gd name="connsiteY2296" fmla="*/ 181629 h 8839200"/>
              <a:gd name="connsiteX2297" fmla="*/ 9575320 w 15732060"/>
              <a:gd name="connsiteY2297" fmla="*/ 150352 h 8839200"/>
              <a:gd name="connsiteX2298" fmla="*/ 9562151 w 15732060"/>
              <a:gd name="connsiteY2298" fmla="*/ 155702 h 8839200"/>
              <a:gd name="connsiteX2299" fmla="*/ 9560504 w 15732060"/>
              <a:gd name="connsiteY2299" fmla="*/ 180394 h 8839200"/>
              <a:gd name="connsiteX2300" fmla="*/ 9196696 w 15732060"/>
              <a:gd name="connsiteY2300" fmla="*/ 544202 h 8839200"/>
              <a:gd name="connsiteX2301" fmla="*/ 9196698 w 15732060"/>
              <a:gd name="connsiteY2301" fmla="*/ 544202 h 8839200"/>
              <a:gd name="connsiteX2302" fmla="*/ 9196148 w 15732060"/>
              <a:gd name="connsiteY2302" fmla="*/ 544750 h 8839200"/>
              <a:gd name="connsiteX2303" fmla="*/ 9196148 w 15732060"/>
              <a:gd name="connsiteY2303" fmla="*/ 788935 h 8839200"/>
              <a:gd name="connsiteX2304" fmla="*/ 9179687 w 15732060"/>
              <a:gd name="connsiteY2304" fmla="*/ 807592 h 8839200"/>
              <a:gd name="connsiteX2305" fmla="*/ 9198343 w 15732060"/>
              <a:gd name="connsiteY2305" fmla="*/ 826249 h 8839200"/>
              <a:gd name="connsiteX2306" fmla="*/ 9217000 w 15732060"/>
              <a:gd name="connsiteY2306" fmla="*/ 807592 h 8839200"/>
              <a:gd name="connsiteX2307" fmla="*/ 9200538 w 15732060"/>
              <a:gd name="connsiteY2307" fmla="*/ 788935 h 8839200"/>
              <a:gd name="connsiteX2308" fmla="*/ 9200538 w 15732060"/>
              <a:gd name="connsiteY2308" fmla="*/ 546946 h 8839200"/>
              <a:gd name="connsiteX2309" fmla="*/ 9563797 w 15732060"/>
              <a:gd name="connsiteY2309" fmla="*/ 183687 h 8839200"/>
              <a:gd name="connsiteX2310" fmla="*/ 9588489 w 15732060"/>
              <a:gd name="connsiteY2310" fmla="*/ 182041 h 8839200"/>
              <a:gd name="connsiteX2311" fmla="*/ 9588489 w 15732060"/>
              <a:gd name="connsiteY2311" fmla="*/ 155702 h 8839200"/>
              <a:gd name="connsiteX2312" fmla="*/ 9575320 w 15732060"/>
              <a:gd name="connsiteY2312" fmla="*/ 150352 h 8839200"/>
              <a:gd name="connsiteX2313" fmla="*/ 1234090 w 15732060"/>
              <a:gd name="connsiteY2313" fmla="*/ 127716 h 8839200"/>
              <a:gd name="connsiteX2314" fmla="*/ 1215434 w 15732060"/>
              <a:gd name="connsiteY2314" fmla="*/ 146373 h 8839200"/>
              <a:gd name="connsiteX2315" fmla="*/ 1231896 w 15732060"/>
              <a:gd name="connsiteY2315" fmla="*/ 165030 h 8839200"/>
              <a:gd name="connsiteX2316" fmla="*/ 1230798 w 15732060"/>
              <a:gd name="connsiteY2316" fmla="*/ 165030 h 8839200"/>
              <a:gd name="connsiteX2317" fmla="*/ 1230798 w 15732060"/>
              <a:gd name="connsiteY2317" fmla="*/ 477257 h 8839200"/>
              <a:gd name="connsiteX2318" fmla="*/ 1971034 w 15732060"/>
              <a:gd name="connsiteY2318" fmla="*/ 1217492 h 8839200"/>
              <a:gd name="connsiteX2319" fmla="*/ 3161228 w 15732060"/>
              <a:gd name="connsiteY2319" fmla="*/ 1217492 h 8839200"/>
              <a:gd name="connsiteX2320" fmla="*/ 3676483 w 15732060"/>
              <a:gd name="connsiteY2320" fmla="*/ 1732749 h 8839200"/>
              <a:gd name="connsiteX2321" fmla="*/ 3678130 w 15732060"/>
              <a:gd name="connsiteY2321" fmla="*/ 1757442 h 8839200"/>
              <a:gd name="connsiteX2322" fmla="*/ 3704469 w 15732060"/>
              <a:gd name="connsiteY2322" fmla="*/ 1757442 h 8839200"/>
              <a:gd name="connsiteX2323" fmla="*/ 3704469 w 15732060"/>
              <a:gd name="connsiteY2323" fmla="*/ 1731103 h 8839200"/>
              <a:gd name="connsiteX2324" fmla="*/ 3679776 w 15732060"/>
              <a:gd name="connsiteY2324" fmla="*/ 1729456 h 8839200"/>
              <a:gd name="connsiteX2325" fmla="*/ 3163422 w 15732060"/>
              <a:gd name="connsiteY2325" fmla="*/ 1213103 h 8839200"/>
              <a:gd name="connsiteX2326" fmla="*/ 1973229 w 15732060"/>
              <a:gd name="connsiteY2326" fmla="*/ 1213103 h 8839200"/>
              <a:gd name="connsiteX2327" fmla="*/ 1236286 w 15732060"/>
              <a:gd name="connsiteY2327" fmla="*/ 475611 h 8839200"/>
              <a:gd name="connsiteX2328" fmla="*/ 1236286 w 15732060"/>
              <a:gd name="connsiteY2328" fmla="*/ 165030 h 8839200"/>
              <a:gd name="connsiteX2329" fmla="*/ 1252747 w 15732060"/>
              <a:gd name="connsiteY2329" fmla="*/ 146373 h 8839200"/>
              <a:gd name="connsiteX2330" fmla="*/ 1234090 w 15732060"/>
              <a:gd name="connsiteY2330" fmla="*/ 127716 h 8839200"/>
              <a:gd name="connsiteX2331" fmla="*/ 12673444 w 15732060"/>
              <a:gd name="connsiteY2331" fmla="*/ 85053 h 8839200"/>
              <a:gd name="connsiteX2332" fmla="*/ 12660274 w 15732060"/>
              <a:gd name="connsiteY2332" fmla="*/ 90404 h 8839200"/>
              <a:gd name="connsiteX2333" fmla="*/ 12658628 w 15732060"/>
              <a:gd name="connsiteY2333" fmla="*/ 115096 h 8839200"/>
              <a:gd name="connsiteX2334" fmla="*/ 11994118 w 15732060"/>
              <a:gd name="connsiteY2334" fmla="*/ 779607 h 8839200"/>
              <a:gd name="connsiteX2335" fmla="*/ 10936717 w 15732060"/>
              <a:gd name="connsiteY2335" fmla="*/ 779607 h 8839200"/>
              <a:gd name="connsiteX2336" fmla="*/ 10717774 w 15732060"/>
              <a:gd name="connsiteY2336" fmla="*/ 998550 h 8839200"/>
              <a:gd name="connsiteX2337" fmla="*/ 10717226 w 15732060"/>
              <a:gd name="connsiteY2337" fmla="*/ 998550 h 8839200"/>
              <a:gd name="connsiteX2338" fmla="*/ 10717226 w 15732060"/>
              <a:gd name="connsiteY2338" fmla="*/ 1374429 h 8839200"/>
              <a:gd name="connsiteX2339" fmla="*/ 9451307 w 15732060"/>
              <a:gd name="connsiteY2339" fmla="*/ 2640347 h 8839200"/>
              <a:gd name="connsiteX2340" fmla="*/ 9450759 w 15732060"/>
              <a:gd name="connsiteY2340" fmla="*/ 2640347 h 8839200"/>
              <a:gd name="connsiteX2341" fmla="*/ 9450759 w 15732060"/>
              <a:gd name="connsiteY2341" fmla="*/ 2640896 h 8839200"/>
              <a:gd name="connsiteX2342" fmla="*/ 9450759 w 15732060"/>
              <a:gd name="connsiteY2342" fmla="*/ 2952025 h 8839200"/>
              <a:gd name="connsiteX2343" fmla="*/ 9278458 w 15732060"/>
              <a:gd name="connsiteY2343" fmla="*/ 3124325 h 8839200"/>
              <a:gd name="connsiteX2344" fmla="*/ 9253764 w 15732060"/>
              <a:gd name="connsiteY2344" fmla="*/ 3125971 h 8839200"/>
              <a:gd name="connsiteX2345" fmla="*/ 9253764 w 15732060"/>
              <a:gd name="connsiteY2345" fmla="*/ 3152311 h 8839200"/>
              <a:gd name="connsiteX2346" fmla="*/ 9280104 w 15732060"/>
              <a:gd name="connsiteY2346" fmla="*/ 3152311 h 8839200"/>
              <a:gd name="connsiteX2347" fmla="*/ 9281750 w 15732060"/>
              <a:gd name="connsiteY2347" fmla="*/ 3127618 h 8839200"/>
              <a:gd name="connsiteX2348" fmla="*/ 9455148 w 15732060"/>
              <a:gd name="connsiteY2348" fmla="*/ 2954220 h 8839200"/>
              <a:gd name="connsiteX2349" fmla="*/ 9455697 w 15732060"/>
              <a:gd name="connsiteY2349" fmla="*/ 2954220 h 8839200"/>
              <a:gd name="connsiteX2350" fmla="*/ 9455697 w 15732060"/>
              <a:gd name="connsiteY2350" fmla="*/ 2642542 h 8839200"/>
              <a:gd name="connsiteX2351" fmla="*/ 10721614 w 15732060"/>
              <a:gd name="connsiteY2351" fmla="*/ 1376624 h 8839200"/>
              <a:gd name="connsiteX2352" fmla="*/ 10722164 w 15732060"/>
              <a:gd name="connsiteY2352" fmla="*/ 1376624 h 8839200"/>
              <a:gd name="connsiteX2353" fmla="*/ 10722164 w 15732060"/>
              <a:gd name="connsiteY2353" fmla="*/ 1000745 h 8839200"/>
              <a:gd name="connsiteX2354" fmla="*/ 10938912 w 15732060"/>
              <a:gd name="connsiteY2354" fmla="*/ 783997 h 8839200"/>
              <a:gd name="connsiteX2355" fmla="*/ 11996312 w 15732060"/>
              <a:gd name="connsiteY2355" fmla="*/ 783997 h 8839200"/>
              <a:gd name="connsiteX2356" fmla="*/ 12661921 w 15732060"/>
              <a:gd name="connsiteY2356" fmla="*/ 118388 h 8839200"/>
              <a:gd name="connsiteX2357" fmla="*/ 12686613 w 15732060"/>
              <a:gd name="connsiteY2357" fmla="*/ 116743 h 8839200"/>
              <a:gd name="connsiteX2358" fmla="*/ 12686613 w 15732060"/>
              <a:gd name="connsiteY2358" fmla="*/ 90404 h 8839200"/>
              <a:gd name="connsiteX2359" fmla="*/ 12673444 w 15732060"/>
              <a:gd name="connsiteY2359" fmla="*/ 85053 h 8839200"/>
              <a:gd name="connsiteX2360" fmla="*/ 5508690 w 15732060"/>
              <a:gd name="connsiteY2360" fmla="*/ 82858 h 8839200"/>
              <a:gd name="connsiteX2361" fmla="*/ 5495520 w 15732060"/>
              <a:gd name="connsiteY2361" fmla="*/ 88208 h 8839200"/>
              <a:gd name="connsiteX2362" fmla="*/ 5495520 w 15732060"/>
              <a:gd name="connsiteY2362" fmla="*/ 114547 h 8839200"/>
              <a:gd name="connsiteX2363" fmla="*/ 5520212 w 15732060"/>
              <a:gd name="connsiteY2363" fmla="*/ 116193 h 8839200"/>
              <a:gd name="connsiteX2364" fmla="*/ 6066748 w 15732060"/>
              <a:gd name="connsiteY2364" fmla="*/ 662728 h 8839200"/>
              <a:gd name="connsiteX2365" fmla="*/ 6066748 w 15732060"/>
              <a:gd name="connsiteY2365" fmla="*/ 1160425 h 8839200"/>
              <a:gd name="connsiteX2366" fmla="*/ 6354830 w 15732060"/>
              <a:gd name="connsiteY2366" fmla="*/ 1448508 h 8839200"/>
              <a:gd name="connsiteX2367" fmla="*/ 6356476 w 15732060"/>
              <a:gd name="connsiteY2367" fmla="*/ 1473200 h 8839200"/>
              <a:gd name="connsiteX2368" fmla="*/ 6382815 w 15732060"/>
              <a:gd name="connsiteY2368" fmla="*/ 1473200 h 8839200"/>
              <a:gd name="connsiteX2369" fmla="*/ 6382815 w 15732060"/>
              <a:gd name="connsiteY2369" fmla="*/ 1446861 h 8839200"/>
              <a:gd name="connsiteX2370" fmla="*/ 6358122 w 15732060"/>
              <a:gd name="connsiteY2370" fmla="*/ 1445215 h 8839200"/>
              <a:gd name="connsiteX2371" fmla="*/ 6071686 w 15732060"/>
              <a:gd name="connsiteY2371" fmla="*/ 1158779 h 8839200"/>
              <a:gd name="connsiteX2372" fmla="*/ 6071686 w 15732060"/>
              <a:gd name="connsiteY2372" fmla="*/ 661081 h 8839200"/>
              <a:gd name="connsiteX2373" fmla="*/ 5523506 w 15732060"/>
              <a:gd name="connsiteY2373" fmla="*/ 112902 h 8839200"/>
              <a:gd name="connsiteX2374" fmla="*/ 5521859 w 15732060"/>
              <a:gd name="connsiteY2374" fmla="*/ 88208 h 8839200"/>
              <a:gd name="connsiteX2375" fmla="*/ 5508690 w 15732060"/>
              <a:gd name="connsiteY2375" fmla="*/ 82858 h 8839200"/>
              <a:gd name="connsiteX2376" fmla="*/ 13440567 w 15732060"/>
              <a:gd name="connsiteY2376" fmla="*/ 68454 h 8839200"/>
              <a:gd name="connsiteX2377" fmla="*/ 13421911 w 15732060"/>
              <a:gd name="connsiteY2377" fmla="*/ 87111 h 8839200"/>
              <a:gd name="connsiteX2378" fmla="*/ 13438372 w 15732060"/>
              <a:gd name="connsiteY2378" fmla="*/ 105768 h 8839200"/>
              <a:gd name="connsiteX2379" fmla="*/ 13438372 w 15732060"/>
              <a:gd name="connsiteY2379" fmla="*/ 253924 h 8839200"/>
              <a:gd name="connsiteX2380" fmla="*/ 13058652 w 15732060"/>
              <a:gd name="connsiteY2380" fmla="*/ 633645 h 8839200"/>
              <a:gd name="connsiteX2381" fmla="*/ 13058103 w 15732060"/>
              <a:gd name="connsiteY2381" fmla="*/ 634194 h 8839200"/>
              <a:gd name="connsiteX2382" fmla="*/ 12642716 w 15732060"/>
              <a:gd name="connsiteY2382" fmla="*/ 634194 h 8839200"/>
              <a:gd name="connsiteX2383" fmla="*/ 11792185 w 15732060"/>
              <a:gd name="connsiteY2383" fmla="*/ 1484723 h 8839200"/>
              <a:gd name="connsiteX2384" fmla="*/ 10808863 w 15732060"/>
              <a:gd name="connsiteY2384" fmla="*/ 1484723 h 8839200"/>
              <a:gd name="connsiteX2385" fmla="*/ 9714149 w 15732060"/>
              <a:gd name="connsiteY2385" fmla="*/ 2579438 h 8839200"/>
              <a:gd name="connsiteX2386" fmla="*/ 9713600 w 15732060"/>
              <a:gd name="connsiteY2386" fmla="*/ 2579438 h 8839200"/>
              <a:gd name="connsiteX2387" fmla="*/ 9713600 w 15732060"/>
              <a:gd name="connsiteY2387" fmla="*/ 3027200 h 8839200"/>
              <a:gd name="connsiteX2388" fmla="*/ 9267483 w 15732060"/>
              <a:gd name="connsiteY2388" fmla="*/ 3473318 h 8839200"/>
              <a:gd name="connsiteX2389" fmla="*/ 9040309 w 15732060"/>
              <a:gd name="connsiteY2389" fmla="*/ 3473318 h 8839200"/>
              <a:gd name="connsiteX2390" fmla="*/ 9040309 w 15732060"/>
              <a:gd name="connsiteY2390" fmla="*/ 3478256 h 8839200"/>
              <a:gd name="connsiteX2391" fmla="*/ 9269678 w 15732060"/>
              <a:gd name="connsiteY2391" fmla="*/ 3478256 h 8839200"/>
              <a:gd name="connsiteX2392" fmla="*/ 9717990 w 15732060"/>
              <a:gd name="connsiteY2392" fmla="*/ 3029944 h 8839200"/>
              <a:gd name="connsiteX2393" fmla="*/ 9718538 w 15732060"/>
              <a:gd name="connsiteY2393" fmla="*/ 3029944 h 8839200"/>
              <a:gd name="connsiteX2394" fmla="*/ 9718538 w 15732060"/>
              <a:gd name="connsiteY2394" fmla="*/ 2582182 h 8839200"/>
              <a:gd name="connsiteX2395" fmla="*/ 10811057 w 15732060"/>
              <a:gd name="connsiteY2395" fmla="*/ 1489663 h 8839200"/>
              <a:gd name="connsiteX2396" fmla="*/ 11794379 w 15732060"/>
              <a:gd name="connsiteY2396" fmla="*/ 1489663 h 8839200"/>
              <a:gd name="connsiteX2397" fmla="*/ 12644910 w 15732060"/>
              <a:gd name="connsiteY2397" fmla="*/ 639132 h 8839200"/>
              <a:gd name="connsiteX2398" fmla="*/ 13060298 w 15732060"/>
              <a:gd name="connsiteY2398" fmla="*/ 639132 h 8839200"/>
              <a:gd name="connsiteX2399" fmla="*/ 13442213 w 15732060"/>
              <a:gd name="connsiteY2399" fmla="*/ 257217 h 8839200"/>
              <a:gd name="connsiteX2400" fmla="*/ 13442762 w 15732060"/>
              <a:gd name="connsiteY2400" fmla="*/ 257217 h 8839200"/>
              <a:gd name="connsiteX2401" fmla="*/ 13442762 w 15732060"/>
              <a:gd name="connsiteY2401" fmla="*/ 105768 h 8839200"/>
              <a:gd name="connsiteX2402" fmla="*/ 13459225 w 15732060"/>
              <a:gd name="connsiteY2402" fmla="*/ 87111 h 8839200"/>
              <a:gd name="connsiteX2403" fmla="*/ 13440567 w 15732060"/>
              <a:gd name="connsiteY2403" fmla="*/ 68454 h 8839200"/>
              <a:gd name="connsiteX2404" fmla="*/ 3523593 w 15732060"/>
              <a:gd name="connsiteY2404" fmla="*/ 66054 h 8839200"/>
              <a:gd name="connsiteX2405" fmla="*/ 3510218 w 15732060"/>
              <a:gd name="connsiteY2405" fmla="*/ 71197 h 8839200"/>
              <a:gd name="connsiteX2406" fmla="*/ 3510218 w 15732060"/>
              <a:gd name="connsiteY2406" fmla="*/ 97536 h 8839200"/>
              <a:gd name="connsiteX2407" fmla="*/ 3534912 w 15732060"/>
              <a:gd name="connsiteY2407" fmla="*/ 99183 h 8839200"/>
              <a:gd name="connsiteX2408" fmla="*/ 3534363 w 15732060"/>
              <a:gd name="connsiteY2408" fmla="*/ 99732 h 8839200"/>
              <a:gd name="connsiteX2409" fmla="*/ 4713032 w 15732060"/>
              <a:gd name="connsiteY2409" fmla="*/ 1278401 h 8839200"/>
              <a:gd name="connsiteX2410" fmla="*/ 5114702 w 15732060"/>
              <a:gd name="connsiteY2410" fmla="*/ 1278401 h 8839200"/>
              <a:gd name="connsiteX2411" fmla="*/ 6142472 w 15732060"/>
              <a:gd name="connsiteY2411" fmla="*/ 2306171 h 8839200"/>
              <a:gd name="connsiteX2412" fmla="*/ 6142472 w 15732060"/>
              <a:gd name="connsiteY2412" fmla="*/ 2360495 h 8839200"/>
              <a:gd name="connsiteX2413" fmla="*/ 6719186 w 15732060"/>
              <a:gd name="connsiteY2413" fmla="*/ 2937209 h 8839200"/>
              <a:gd name="connsiteX2414" fmla="*/ 6719186 w 15732060"/>
              <a:gd name="connsiteY2414" fmla="*/ 3015129 h 8839200"/>
              <a:gd name="connsiteX2415" fmla="*/ 6702724 w 15732060"/>
              <a:gd name="connsiteY2415" fmla="*/ 3033785 h 8839200"/>
              <a:gd name="connsiteX2416" fmla="*/ 6721381 w 15732060"/>
              <a:gd name="connsiteY2416" fmla="*/ 3052442 h 8839200"/>
              <a:gd name="connsiteX2417" fmla="*/ 6740038 w 15732060"/>
              <a:gd name="connsiteY2417" fmla="*/ 3033785 h 8839200"/>
              <a:gd name="connsiteX2418" fmla="*/ 6723576 w 15732060"/>
              <a:gd name="connsiteY2418" fmla="*/ 3015129 h 8839200"/>
              <a:gd name="connsiteX2419" fmla="*/ 6723576 w 15732060"/>
              <a:gd name="connsiteY2419" fmla="*/ 2935563 h 8839200"/>
              <a:gd name="connsiteX2420" fmla="*/ 6146862 w 15732060"/>
              <a:gd name="connsiteY2420" fmla="*/ 2358849 h 8839200"/>
              <a:gd name="connsiteX2421" fmla="*/ 6146862 w 15732060"/>
              <a:gd name="connsiteY2421" fmla="*/ 2304525 h 8839200"/>
              <a:gd name="connsiteX2422" fmla="*/ 5116348 w 15732060"/>
              <a:gd name="connsiteY2422" fmla="*/ 1274011 h 8839200"/>
              <a:gd name="connsiteX2423" fmla="*/ 4714678 w 15732060"/>
              <a:gd name="connsiteY2423" fmla="*/ 1274011 h 8839200"/>
              <a:gd name="connsiteX2424" fmla="*/ 3538204 w 15732060"/>
              <a:gd name="connsiteY2424" fmla="*/ 95891 h 8839200"/>
              <a:gd name="connsiteX2425" fmla="*/ 3536557 w 15732060"/>
              <a:gd name="connsiteY2425" fmla="*/ 71197 h 8839200"/>
              <a:gd name="connsiteX2426" fmla="*/ 3523593 w 15732060"/>
              <a:gd name="connsiteY2426" fmla="*/ 66054 h 8839200"/>
              <a:gd name="connsiteX2427" fmla="*/ 12317867 w 15732060"/>
              <a:gd name="connsiteY2427" fmla="*/ 62556 h 8839200"/>
              <a:gd name="connsiteX2428" fmla="*/ 12304698 w 15732060"/>
              <a:gd name="connsiteY2428" fmla="*/ 67906 h 8839200"/>
              <a:gd name="connsiteX2429" fmla="*/ 12303051 w 15732060"/>
              <a:gd name="connsiteY2429" fmla="*/ 92598 h 8839200"/>
              <a:gd name="connsiteX2430" fmla="*/ 12047893 w 15732060"/>
              <a:gd name="connsiteY2430" fmla="*/ 347757 h 8839200"/>
              <a:gd name="connsiteX2431" fmla="*/ 12047344 w 15732060"/>
              <a:gd name="connsiteY2431" fmla="*/ 347757 h 8839200"/>
              <a:gd name="connsiteX2432" fmla="*/ 12047344 w 15732060"/>
              <a:gd name="connsiteY2432" fmla="*/ 464636 h 8839200"/>
              <a:gd name="connsiteX2433" fmla="*/ 11840474 w 15732060"/>
              <a:gd name="connsiteY2433" fmla="*/ 671507 h 8839200"/>
              <a:gd name="connsiteX2434" fmla="*/ 11451424 w 15732060"/>
              <a:gd name="connsiteY2434" fmla="*/ 671507 h 8839200"/>
              <a:gd name="connsiteX2435" fmla="*/ 11432768 w 15732060"/>
              <a:gd name="connsiteY2435" fmla="*/ 655046 h 8839200"/>
              <a:gd name="connsiteX2436" fmla="*/ 11414110 w 15732060"/>
              <a:gd name="connsiteY2436" fmla="*/ 673703 h 8839200"/>
              <a:gd name="connsiteX2437" fmla="*/ 11432768 w 15732060"/>
              <a:gd name="connsiteY2437" fmla="*/ 692359 h 8839200"/>
              <a:gd name="connsiteX2438" fmla="*/ 11451424 w 15732060"/>
              <a:gd name="connsiteY2438" fmla="*/ 675897 h 8839200"/>
              <a:gd name="connsiteX2439" fmla="*/ 11843217 w 15732060"/>
              <a:gd name="connsiteY2439" fmla="*/ 675897 h 8839200"/>
              <a:gd name="connsiteX2440" fmla="*/ 12051735 w 15732060"/>
              <a:gd name="connsiteY2440" fmla="*/ 466832 h 8839200"/>
              <a:gd name="connsiteX2441" fmla="*/ 12052282 w 15732060"/>
              <a:gd name="connsiteY2441" fmla="*/ 466832 h 8839200"/>
              <a:gd name="connsiteX2442" fmla="*/ 12052282 w 15732060"/>
              <a:gd name="connsiteY2442" fmla="*/ 349952 h 8839200"/>
              <a:gd name="connsiteX2443" fmla="*/ 12306344 w 15732060"/>
              <a:gd name="connsiteY2443" fmla="*/ 95891 h 8839200"/>
              <a:gd name="connsiteX2444" fmla="*/ 12331037 w 15732060"/>
              <a:gd name="connsiteY2444" fmla="*/ 94245 h 8839200"/>
              <a:gd name="connsiteX2445" fmla="*/ 12331037 w 15732060"/>
              <a:gd name="connsiteY2445" fmla="*/ 67906 h 8839200"/>
              <a:gd name="connsiteX2446" fmla="*/ 12317867 w 15732060"/>
              <a:gd name="connsiteY2446" fmla="*/ 62556 h 8839200"/>
              <a:gd name="connsiteX2447" fmla="*/ 2080437 w 15732060"/>
              <a:gd name="connsiteY2447" fmla="*/ 62212 h 8839200"/>
              <a:gd name="connsiteX2448" fmla="*/ 2067062 w 15732060"/>
              <a:gd name="connsiteY2448" fmla="*/ 67356 h 8839200"/>
              <a:gd name="connsiteX2449" fmla="*/ 2067062 w 15732060"/>
              <a:gd name="connsiteY2449" fmla="*/ 93695 h 8839200"/>
              <a:gd name="connsiteX2450" fmla="*/ 2078997 w 15732060"/>
              <a:gd name="connsiteY2450" fmla="*/ 99045 h 8839200"/>
              <a:gd name="connsiteX2451" fmla="*/ 2091754 w 15732060"/>
              <a:gd name="connsiteY2451" fmla="*/ 95342 h 8839200"/>
              <a:gd name="connsiteX2452" fmla="*/ 2091205 w 15732060"/>
              <a:gd name="connsiteY2452" fmla="*/ 94793 h 8839200"/>
              <a:gd name="connsiteX2453" fmla="*/ 2091754 w 15732060"/>
              <a:gd name="connsiteY2453" fmla="*/ 95342 h 8839200"/>
              <a:gd name="connsiteX2454" fmla="*/ 2091754 w 15732060"/>
              <a:gd name="connsiteY2454" fmla="*/ 95342 h 8839200"/>
              <a:gd name="connsiteX2455" fmla="*/ 2475316 w 15732060"/>
              <a:gd name="connsiteY2455" fmla="*/ 478903 h 8839200"/>
              <a:gd name="connsiteX2456" fmla="*/ 2979049 w 15732060"/>
              <a:gd name="connsiteY2456" fmla="*/ 478903 h 8839200"/>
              <a:gd name="connsiteX2457" fmla="*/ 3953592 w 15732060"/>
              <a:gd name="connsiteY2457" fmla="*/ 1453446 h 8839200"/>
              <a:gd name="connsiteX2458" fmla="*/ 4179668 w 15732060"/>
              <a:gd name="connsiteY2458" fmla="*/ 1453446 h 8839200"/>
              <a:gd name="connsiteX2459" fmla="*/ 4465556 w 15732060"/>
              <a:gd name="connsiteY2459" fmla="*/ 1739334 h 8839200"/>
              <a:gd name="connsiteX2460" fmla="*/ 4727848 w 15732060"/>
              <a:gd name="connsiteY2460" fmla="*/ 1739334 h 8839200"/>
              <a:gd name="connsiteX2461" fmla="*/ 4746505 w 15732060"/>
              <a:gd name="connsiteY2461" fmla="*/ 1755795 h 8839200"/>
              <a:gd name="connsiteX2462" fmla="*/ 4765162 w 15732060"/>
              <a:gd name="connsiteY2462" fmla="*/ 1737139 h 8839200"/>
              <a:gd name="connsiteX2463" fmla="*/ 4746505 w 15732060"/>
              <a:gd name="connsiteY2463" fmla="*/ 1718482 h 8839200"/>
              <a:gd name="connsiteX2464" fmla="*/ 4727848 w 15732060"/>
              <a:gd name="connsiteY2464" fmla="*/ 1734944 h 8839200"/>
              <a:gd name="connsiteX2465" fmla="*/ 4467751 w 15732060"/>
              <a:gd name="connsiteY2465" fmla="*/ 1734944 h 8839200"/>
              <a:gd name="connsiteX2466" fmla="*/ 4181863 w 15732060"/>
              <a:gd name="connsiteY2466" fmla="*/ 1449057 h 8839200"/>
              <a:gd name="connsiteX2467" fmla="*/ 3955787 w 15732060"/>
              <a:gd name="connsiteY2467" fmla="*/ 1449057 h 8839200"/>
              <a:gd name="connsiteX2468" fmla="*/ 2981244 w 15732060"/>
              <a:gd name="connsiteY2468" fmla="*/ 474514 h 8839200"/>
              <a:gd name="connsiteX2469" fmla="*/ 2477511 w 15732060"/>
              <a:gd name="connsiteY2469" fmla="*/ 474514 h 8839200"/>
              <a:gd name="connsiteX2470" fmla="*/ 2095046 w 15732060"/>
              <a:gd name="connsiteY2470" fmla="*/ 92049 h 8839200"/>
              <a:gd name="connsiteX2471" fmla="*/ 2093401 w 15732060"/>
              <a:gd name="connsiteY2471" fmla="*/ 67356 h 8839200"/>
              <a:gd name="connsiteX2472" fmla="*/ 2080437 w 15732060"/>
              <a:gd name="connsiteY2472" fmla="*/ 62212 h 8839200"/>
              <a:gd name="connsiteX2473" fmla="*/ 3829579 w 15732060"/>
              <a:gd name="connsiteY2473" fmla="*/ 60360 h 8839200"/>
              <a:gd name="connsiteX2474" fmla="*/ 3816410 w 15732060"/>
              <a:gd name="connsiteY2474" fmla="*/ 65710 h 8839200"/>
              <a:gd name="connsiteX2475" fmla="*/ 3816410 w 15732060"/>
              <a:gd name="connsiteY2475" fmla="*/ 92049 h 8839200"/>
              <a:gd name="connsiteX2476" fmla="*/ 3841102 w 15732060"/>
              <a:gd name="connsiteY2476" fmla="*/ 93695 h 8839200"/>
              <a:gd name="connsiteX2477" fmla="*/ 4375564 w 15732060"/>
              <a:gd name="connsiteY2477" fmla="*/ 628158 h 8839200"/>
              <a:gd name="connsiteX2478" fmla="*/ 4377210 w 15732060"/>
              <a:gd name="connsiteY2478" fmla="*/ 652850 h 8839200"/>
              <a:gd name="connsiteX2479" fmla="*/ 4403550 w 15732060"/>
              <a:gd name="connsiteY2479" fmla="*/ 652850 h 8839200"/>
              <a:gd name="connsiteX2480" fmla="*/ 4403550 w 15732060"/>
              <a:gd name="connsiteY2480" fmla="*/ 626511 h 8839200"/>
              <a:gd name="connsiteX2481" fmla="*/ 4378856 w 15732060"/>
              <a:gd name="connsiteY2481" fmla="*/ 624866 h 8839200"/>
              <a:gd name="connsiteX2482" fmla="*/ 3844394 w 15732060"/>
              <a:gd name="connsiteY2482" fmla="*/ 90404 h 8839200"/>
              <a:gd name="connsiteX2483" fmla="*/ 3842748 w 15732060"/>
              <a:gd name="connsiteY2483" fmla="*/ 65710 h 8839200"/>
              <a:gd name="connsiteX2484" fmla="*/ 3829579 w 15732060"/>
              <a:gd name="connsiteY2484" fmla="*/ 60360 h 8839200"/>
              <a:gd name="connsiteX2485" fmla="*/ 6405312 w 15732060"/>
              <a:gd name="connsiteY2485" fmla="*/ 58715 h 8839200"/>
              <a:gd name="connsiteX2486" fmla="*/ 6392143 w 15732060"/>
              <a:gd name="connsiteY2486" fmla="*/ 64065 h 8839200"/>
              <a:gd name="connsiteX2487" fmla="*/ 6392143 w 15732060"/>
              <a:gd name="connsiteY2487" fmla="*/ 90404 h 8839200"/>
              <a:gd name="connsiteX2488" fmla="*/ 6416836 w 15732060"/>
              <a:gd name="connsiteY2488" fmla="*/ 92049 h 8839200"/>
              <a:gd name="connsiteX2489" fmla="*/ 6647852 w 15732060"/>
              <a:gd name="connsiteY2489" fmla="*/ 323064 h 8839200"/>
              <a:gd name="connsiteX2490" fmla="*/ 6647852 w 15732060"/>
              <a:gd name="connsiteY2490" fmla="*/ 1283889 h 8839200"/>
              <a:gd name="connsiteX2491" fmla="*/ 7273951 w 15732060"/>
              <a:gd name="connsiteY2491" fmla="*/ 1909988 h 8839200"/>
              <a:gd name="connsiteX2492" fmla="*/ 7273951 w 15732060"/>
              <a:gd name="connsiteY2492" fmla="*/ 3239559 h 8839200"/>
              <a:gd name="connsiteX2493" fmla="*/ 7278890 w 15732060"/>
              <a:gd name="connsiteY2493" fmla="*/ 3239559 h 8839200"/>
              <a:gd name="connsiteX2494" fmla="*/ 7278890 w 15732060"/>
              <a:gd name="connsiteY2494" fmla="*/ 1907794 h 8839200"/>
              <a:gd name="connsiteX2495" fmla="*/ 6652789 w 15732060"/>
              <a:gd name="connsiteY2495" fmla="*/ 1281694 h 8839200"/>
              <a:gd name="connsiteX2496" fmla="*/ 6652789 w 15732060"/>
              <a:gd name="connsiteY2496" fmla="*/ 321418 h 8839200"/>
              <a:gd name="connsiteX2497" fmla="*/ 6420129 w 15732060"/>
              <a:gd name="connsiteY2497" fmla="*/ 88757 h 8839200"/>
              <a:gd name="connsiteX2498" fmla="*/ 6418482 w 15732060"/>
              <a:gd name="connsiteY2498" fmla="*/ 64065 h 8839200"/>
              <a:gd name="connsiteX2499" fmla="*/ 6405312 w 15732060"/>
              <a:gd name="connsiteY2499" fmla="*/ 58715 h 8839200"/>
              <a:gd name="connsiteX2500" fmla="*/ 9445271 w 15732060"/>
              <a:gd name="connsiteY2500" fmla="*/ 55422 h 8839200"/>
              <a:gd name="connsiteX2501" fmla="*/ 9432102 w 15732060"/>
              <a:gd name="connsiteY2501" fmla="*/ 60772 h 8839200"/>
              <a:gd name="connsiteX2502" fmla="*/ 9430456 w 15732060"/>
              <a:gd name="connsiteY2502" fmla="*/ 85464 h 8839200"/>
              <a:gd name="connsiteX2503" fmla="*/ 8428477 w 15732060"/>
              <a:gd name="connsiteY2503" fmla="*/ 1087444 h 8839200"/>
              <a:gd name="connsiteX2504" fmla="*/ 8427928 w 15732060"/>
              <a:gd name="connsiteY2504" fmla="*/ 1087444 h 8839200"/>
              <a:gd name="connsiteX2505" fmla="*/ 8427928 w 15732060"/>
              <a:gd name="connsiteY2505" fmla="*/ 2614007 h 8839200"/>
              <a:gd name="connsiteX2506" fmla="*/ 8206241 w 15732060"/>
              <a:gd name="connsiteY2506" fmla="*/ 2835694 h 8839200"/>
              <a:gd name="connsiteX2507" fmla="*/ 8205692 w 15732060"/>
              <a:gd name="connsiteY2507" fmla="*/ 2835694 h 8839200"/>
              <a:gd name="connsiteX2508" fmla="*/ 8205144 w 15732060"/>
              <a:gd name="connsiteY2508" fmla="*/ 2836243 h 8839200"/>
              <a:gd name="connsiteX2509" fmla="*/ 8205144 w 15732060"/>
              <a:gd name="connsiteY2509" fmla="*/ 3230230 h 8839200"/>
              <a:gd name="connsiteX2510" fmla="*/ 8210082 w 15732060"/>
              <a:gd name="connsiteY2510" fmla="*/ 3230230 h 8839200"/>
              <a:gd name="connsiteX2511" fmla="*/ 8210082 w 15732060"/>
              <a:gd name="connsiteY2511" fmla="*/ 2837889 h 8839200"/>
              <a:gd name="connsiteX2512" fmla="*/ 8431769 w 15732060"/>
              <a:gd name="connsiteY2512" fmla="*/ 2616203 h 8839200"/>
              <a:gd name="connsiteX2513" fmla="*/ 8432317 w 15732060"/>
              <a:gd name="connsiteY2513" fmla="*/ 2616203 h 8839200"/>
              <a:gd name="connsiteX2514" fmla="*/ 8432317 w 15732060"/>
              <a:gd name="connsiteY2514" fmla="*/ 1090187 h 8839200"/>
              <a:gd name="connsiteX2515" fmla="*/ 9433748 w 15732060"/>
              <a:gd name="connsiteY2515" fmla="*/ 88757 h 8839200"/>
              <a:gd name="connsiteX2516" fmla="*/ 9458441 w 15732060"/>
              <a:gd name="connsiteY2516" fmla="*/ 87111 h 8839200"/>
              <a:gd name="connsiteX2517" fmla="*/ 9458441 w 15732060"/>
              <a:gd name="connsiteY2517" fmla="*/ 60772 h 8839200"/>
              <a:gd name="connsiteX2518" fmla="*/ 9445271 w 15732060"/>
              <a:gd name="connsiteY2518" fmla="*/ 55422 h 8839200"/>
              <a:gd name="connsiteX2519" fmla="*/ 7811705 w 15732060"/>
              <a:gd name="connsiteY2519" fmla="*/ 51581 h 8839200"/>
              <a:gd name="connsiteX2520" fmla="*/ 7798536 w 15732060"/>
              <a:gd name="connsiteY2520" fmla="*/ 56931 h 8839200"/>
              <a:gd name="connsiteX2521" fmla="*/ 7796889 w 15732060"/>
              <a:gd name="connsiteY2521" fmla="*/ 81623 h 8839200"/>
              <a:gd name="connsiteX2522" fmla="*/ 7438570 w 15732060"/>
              <a:gd name="connsiteY2522" fmla="*/ 439943 h 8839200"/>
              <a:gd name="connsiteX2523" fmla="*/ 7438570 w 15732060"/>
              <a:gd name="connsiteY2523" fmla="*/ 843260 h 8839200"/>
              <a:gd name="connsiteX2524" fmla="*/ 7533499 w 15732060"/>
              <a:gd name="connsiteY2524" fmla="*/ 938190 h 8839200"/>
              <a:gd name="connsiteX2525" fmla="*/ 7535146 w 15732060"/>
              <a:gd name="connsiteY2525" fmla="*/ 962882 h 8839200"/>
              <a:gd name="connsiteX2526" fmla="*/ 7534597 w 15732060"/>
              <a:gd name="connsiteY2526" fmla="*/ 962882 h 8839200"/>
              <a:gd name="connsiteX2527" fmla="*/ 7560936 w 15732060"/>
              <a:gd name="connsiteY2527" fmla="*/ 962882 h 8839200"/>
              <a:gd name="connsiteX2528" fmla="*/ 7560936 w 15732060"/>
              <a:gd name="connsiteY2528" fmla="*/ 936544 h 8839200"/>
              <a:gd name="connsiteX2529" fmla="*/ 7536243 w 15732060"/>
              <a:gd name="connsiteY2529" fmla="*/ 934897 h 8839200"/>
              <a:gd name="connsiteX2530" fmla="*/ 7442959 w 15732060"/>
              <a:gd name="connsiteY2530" fmla="*/ 841613 h 8839200"/>
              <a:gd name="connsiteX2531" fmla="*/ 7442959 w 15732060"/>
              <a:gd name="connsiteY2531" fmla="*/ 442138 h 8839200"/>
              <a:gd name="connsiteX2532" fmla="*/ 7800182 w 15732060"/>
              <a:gd name="connsiteY2532" fmla="*/ 84916 h 8839200"/>
              <a:gd name="connsiteX2533" fmla="*/ 7824874 w 15732060"/>
              <a:gd name="connsiteY2533" fmla="*/ 83270 h 8839200"/>
              <a:gd name="connsiteX2534" fmla="*/ 7824874 w 15732060"/>
              <a:gd name="connsiteY2534" fmla="*/ 56931 h 8839200"/>
              <a:gd name="connsiteX2535" fmla="*/ 7811705 w 15732060"/>
              <a:gd name="connsiteY2535" fmla="*/ 51581 h 8839200"/>
              <a:gd name="connsiteX2536" fmla="*/ 10497734 w 15732060"/>
              <a:gd name="connsiteY2536" fmla="*/ 48837 h 8839200"/>
              <a:gd name="connsiteX2537" fmla="*/ 10484564 w 15732060"/>
              <a:gd name="connsiteY2537" fmla="*/ 54187 h 8839200"/>
              <a:gd name="connsiteX2538" fmla="*/ 10482918 w 15732060"/>
              <a:gd name="connsiteY2538" fmla="*/ 78879 h 8839200"/>
              <a:gd name="connsiteX2539" fmla="*/ 10090028 w 15732060"/>
              <a:gd name="connsiteY2539" fmla="*/ 471770 h 8839200"/>
              <a:gd name="connsiteX2540" fmla="*/ 10089479 w 15732060"/>
              <a:gd name="connsiteY2540" fmla="*/ 471770 h 8839200"/>
              <a:gd name="connsiteX2541" fmla="*/ 10089479 w 15732060"/>
              <a:gd name="connsiteY2541" fmla="*/ 839419 h 8839200"/>
              <a:gd name="connsiteX2542" fmla="*/ 9924312 w 15732060"/>
              <a:gd name="connsiteY2542" fmla="*/ 1004586 h 8839200"/>
              <a:gd name="connsiteX2543" fmla="*/ 9899619 w 15732060"/>
              <a:gd name="connsiteY2543" fmla="*/ 1006232 h 8839200"/>
              <a:gd name="connsiteX2544" fmla="*/ 9899619 w 15732060"/>
              <a:gd name="connsiteY2544" fmla="*/ 1032571 h 8839200"/>
              <a:gd name="connsiteX2545" fmla="*/ 9925958 w 15732060"/>
              <a:gd name="connsiteY2545" fmla="*/ 1032571 h 8839200"/>
              <a:gd name="connsiteX2546" fmla="*/ 9927604 w 15732060"/>
              <a:gd name="connsiteY2546" fmla="*/ 1007879 h 8839200"/>
              <a:gd name="connsiteX2547" fmla="*/ 10093869 w 15732060"/>
              <a:gd name="connsiteY2547" fmla="*/ 841613 h 8839200"/>
              <a:gd name="connsiteX2548" fmla="*/ 10094418 w 15732060"/>
              <a:gd name="connsiteY2548" fmla="*/ 841613 h 8839200"/>
              <a:gd name="connsiteX2549" fmla="*/ 10094418 w 15732060"/>
              <a:gd name="connsiteY2549" fmla="*/ 473965 h 8839200"/>
              <a:gd name="connsiteX2550" fmla="*/ 10486210 w 15732060"/>
              <a:gd name="connsiteY2550" fmla="*/ 82172 h 8839200"/>
              <a:gd name="connsiteX2551" fmla="*/ 10510903 w 15732060"/>
              <a:gd name="connsiteY2551" fmla="*/ 80526 h 8839200"/>
              <a:gd name="connsiteX2552" fmla="*/ 10510903 w 15732060"/>
              <a:gd name="connsiteY2552" fmla="*/ 54187 h 8839200"/>
              <a:gd name="connsiteX2553" fmla="*/ 10497734 w 15732060"/>
              <a:gd name="connsiteY2553" fmla="*/ 48837 h 8839200"/>
              <a:gd name="connsiteX2554" fmla="*/ 7029971 w 15732060"/>
              <a:gd name="connsiteY2554" fmla="*/ 45202 h 8839200"/>
              <a:gd name="connsiteX2555" fmla="*/ 7016596 w 15732060"/>
              <a:gd name="connsiteY2555" fmla="*/ 50346 h 8839200"/>
              <a:gd name="connsiteX2556" fmla="*/ 7016596 w 15732060"/>
              <a:gd name="connsiteY2556" fmla="*/ 76685 h 8839200"/>
              <a:gd name="connsiteX2557" fmla="*/ 7028532 w 15732060"/>
              <a:gd name="connsiteY2557" fmla="*/ 82035 h 8839200"/>
              <a:gd name="connsiteX2558" fmla="*/ 7040865 w 15732060"/>
              <a:gd name="connsiteY2558" fmla="*/ 78454 h 8839200"/>
              <a:gd name="connsiteX2559" fmla="*/ 7040742 w 15732060"/>
              <a:gd name="connsiteY2559" fmla="*/ 78331 h 8839200"/>
              <a:gd name="connsiteX2560" fmla="*/ 7041290 w 15732060"/>
              <a:gd name="connsiteY2560" fmla="*/ 78331 h 8839200"/>
              <a:gd name="connsiteX2561" fmla="*/ 7040865 w 15732060"/>
              <a:gd name="connsiteY2561" fmla="*/ 78454 h 8839200"/>
              <a:gd name="connsiteX2562" fmla="*/ 7268464 w 15732060"/>
              <a:gd name="connsiteY2562" fmla="*/ 306054 h 8839200"/>
              <a:gd name="connsiteX2563" fmla="*/ 7268464 w 15732060"/>
              <a:gd name="connsiteY2563" fmla="*/ 1389793 h 8839200"/>
              <a:gd name="connsiteX2564" fmla="*/ 7506612 w 15732060"/>
              <a:gd name="connsiteY2564" fmla="*/ 1627942 h 8839200"/>
              <a:gd name="connsiteX2565" fmla="*/ 7506612 w 15732060"/>
              <a:gd name="connsiteY2565" fmla="*/ 3202245 h 8839200"/>
              <a:gd name="connsiteX2566" fmla="*/ 7511550 w 15732060"/>
              <a:gd name="connsiteY2566" fmla="*/ 3202245 h 8839200"/>
              <a:gd name="connsiteX2567" fmla="*/ 7511550 w 15732060"/>
              <a:gd name="connsiteY2567" fmla="*/ 1625747 h 8839200"/>
              <a:gd name="connsiteX2568" fmla="*/ 7273402 w 15732060"/>
              <a:gd name="connsiteY2568" fmla="*/ 1387598 h 8839200"/>
              <a:gd name="connsiteX2569" fmla="*/ 7273402 w 15732060"/>
              <a:gd name="connsiteY2569" fmla="*/ 303859 h 8839200"/>
              <a:gd name="connsiteX2570" fmla="*/ 7044582 w 15732060"/>
              <a:gd name="connsiteY2570" fmla="*/ 75038 h 8839200"/>
              <a:gd name="connsiteX2571" fmla="*/ 7042936 w 15732060"/>
              <a:gd name="connsiteY2571" fmla="*/ 50346 h 8839200"/>
              <a:gd name="connsiteX2572" fmla="*/ 7029971 w 15732060"/>
              <a:gd name="connsiteY2572" fmla="*/ 45202 h 8839200"/>
              <a:gd name="connsiteX2573" fmla="*/ 4452386 w 15732060"/>
              <a:gd name="connsiteY2573" fmla="*/ 43350 h 8839200"/>
              <a:gd name="connsiteX2574" fmla="*/ 4439216 w 15732060"/>
              <a:gd name="connsiteY2574" fmla="*/ 48699 h 8839200"/>
              <a:gd name="connsiteX2575" fmla="*/ 4439216 w 15732060"/>
              <a:gd name="connsiteY2575" fmla="*/ 75038 h 8839200"/>
              <a:gd name="connsiteX2576" fmla="*/ 4463910 w 15732060"/>
              <a:gd name="connsiteY2576" fmla="*/ 76685 h 8839200"/>
              <a:gd name="connsiteX2577" fmla="*/ 4464458 w 15732060"/>
              <a:gd name="connsiteY2577" fmla="*/ 77234 h 8839200"/>
              <a:gd name="connsiteX2578" fmla="*/ 4608774 w 15732060"/>
              <a:gd name="connsiteY2578" fmla="*/ 221549 h 8839200"/>
              <a:gd name="connsiteX2579" fmla="*/ 4608774 w 15732060"/>
              <a:gd name="connsiteY2579" fmla="*/ 447626 h 8839200"/>
              <a:gd name="connsiteX2580" fmla="*/ 5077938 w 15732060"/>
              <a:gd name="connsiteY2580" fmla="*/ 916789 h 8839200"/>
              <a:gd name="connsiteX2581" fmla="*/ 5077938 w 15732060"/>
              <a:gd name="connsiteY2581" fmla="*/ 1060007 h 8839200"/>
              <a:gd name="connsiteX2582" fmla="*/ 5061476 w 15732060"/>
              <a:gd name="connsiteY2582" fmla="*/ 1078664 h 8839200"/>
              <a:gd name="connsiteX2583" fmla="*/ 5080132 w 15732060"/>
              <a:gd name="connsiteY2583" fmla="*/ 1097321 h 8839200"/>
              <a:gd name="connsiteX2584" fmla="*/ 5098790 w 15732060"/>
              <a:gd name="connsiteY2584" fmla="*/ 1078664 h 8839200"/>
              <a:gd name="connsiteX2585" fmla="*/ 5082327 w 15732060"/>
              <a:gd name="connsiteY2585" fmla="*/ 1060007 h 8839200"/>
              <a:gd name="connsiteX2586" fmla="*/ 5082327 w 15732060"/>
              <a:gd name="connsiteY2586" fmla="*/ 914594 h 8839200"/>
              <a:gd name="connsiteX2587" fmla="*/ 4613164 w 15732060"/>
              <a:gd name="connsiteY2587" fmla="*/ 445431 h 8839200"/>
              <a:gd name="connsiteX2588" fmla="*/ 4613164 w 15732060"/>
              <a:gd name="connsiteY2588" fmla="*/ 219355 h 8839200"/>
              <a:gd name="connsiteX2589" fmla="*/ 4467202 w 15732060"/>
              <a:gd name="connsiteY2589" fmla="*/ 73393 h 8839200"/>
              <a:gd name="connsiteX2590" fmla="*/ 4465556 w 15732060"/>
              <a:gd name="connsiteY2590" fmla="*/ 48699 h 8839200"/>
              <a:gd name="connsiteX2591" fmla="*/ 4452386 w 15732060"/>
              <a:gd name="connsiteY2591" fmla="*/ 43350 h 8839200"/>
              <a:gd name="connsiteX2592" fmla="*/ 11888213 w 15732060"/>
              <a:gd name="connsiteY2592" fmla="*/ 29083 h 8839200"/>
              <a:gd name="connsiteX2593" fmla="*/ 11875043 w 15732060"/>
              <a:gd name="connsiteY2593" fmla="*/ 34433 h 8839200"/>
              <a:gd name="connsiteX2594" fmla="*/ 11873397 w 15732060"/>
              <a:gd name="connsiteY2594" fmla="*/ 59125 h 8839200"/>
              <a:gd name="connsiteX2595" fmla="*/ 11618239 w 15732060"/>
              <a:gd name="connsiteY2595" fmla="*/ 314285 h 8839200"/>
              <a:gd name="connsiteX2596" fmla="*/ 11617689 w 15732060"/>
              <a:gd name="connsiteY2596" fmla="*/ 314285 h 8839200"/>
              <a:gd name="connsiteX2597" fmla="*/ 11617689 w 15732060"/>
              <a:gd name="connsiteY2597" fmla="*/ 416897 h 8839200"/>
              <a:gd name="connsiteX2598" fmla="*/ 11462948 w 15732060"/>
              <a:gd name="connsiteY2598" fmla="*/ 571638 h 8839200"/>
              <a:gd name="connsiteX2599" fmla="*/ 11376249 w 15732060"/>
              <a:gd name="connsiteY2599" fmla="*/ 571638 h 8839200"/>
              <a:gd name="connsiteX2600" fmla="*/ 11279124 w 15732060"/>
              <a:gd name="connsiteY2600" fmla="*/ 668763 h 8839200"/>
              <a:gd name="connsiteX2601" fmla="*/ 11279671 w 15732060"/>
              <a:gd name="connsiteY2601" fmla="*/ 668215 h 8839200"/>
              <a:gd name="connsiteX2602" fmla="*/ 11254979 w 15732060"/>
              <a:gd name="connsiteY2602" fmla="*/ 669861 h 8839200"/>
              <a:gd name="connsiteX2603" fmla="*/ 11254979 w 15732060"/>
              <a:gd name="connsiteY2603" fmla="*/ 696200 h 8839200"/>
              <a:gd name="connsiteX2604" fmla="*/ 11281318 w 15732060"/>
              <a:gd name="connsiteY2604" fmla="*/ 696200 h 8839200"/>
              <a:gd name="connsiteX2605" fmla="*/ 11282965 w 15732060"/>
              <a:gd name="connsiteY2605" fmla="*/ 671507 h 8839200"/>
              <a:gd name="connsiteX2606" fmla="*/ 11378443 w 15732060"/>
              <a:gd name="connsiteY2606" fmla="*/ 576029 h 8839200"/>
              <a:gd name="connsiteX2607" fmla="*/ 11465142 w 15732060"/>
              <a:gd name="connsiteY2607" fmla="*/ 576029 h 8839200"/>
              <a:gd name="connsiteX2608" fmla="*/ 11622079 w 15732060"/>
              <a:gd name="connsiteY2608" fmla="*/ 419092 h 8839200"/>
              <a:gd name="connsiteX2609" fmla="*/ 11622628 w 15732060"/>
              <a:gd name="connsiteY2609" fmla="*/ 419092 h 8839200"/>
              <a:gd name="connsiteX2610" fmla="*/ 11622628 w 15732060"/>
              <a:gd name="connsiteY2610" fmla="*/ 316480 h 8839200"/>
              <a:gd name="connsiteX2611" fmla="*/ 11876689 w 15732060"/>
              <a:gd name="connsiteY2611" fmla="*/ 62418 h 8839200"/>
              <a:gd name="connsiteX2612" fmla="*/ 11901382 w 15732060"/>
              <a:gd name="connsiteY2612" fmla="*/ 60772 h 8839200"/>
              <a:gd name="connsiteX2613" fmla="*/ 11901382 w 15732060"/>
              <a:gd name="connsiteY2613" fmla="*/ 34433 h 8839200"/>
              <a:gd name="connsiteX2614" fmla="*/ 11888213 w 15732060"/>
              <a:gd name="connsiteY2614" fmla="*/ 29083 h 8839200"/>
              <a:gd name="connsiteX2615" fmla="*/ 14013990 w 15732060"/>
              <a:gd name="connsiteY2615" fmla="*/ 19754 h 8839200"/>
              <a:gd name="connsiteX2616" fmla="*/ 14000819 w 15732060"/>
              <a:gd name="connsiteY2616" fmla="*/ 25104 h 8839200"/>
              <a:gd name="connsiteX2617" fmla="*/ 13999173 w 15732060"/>
              <a:gd name="connsiteY2617" fmla="*/ 49797 h 8839200"/>
              <a:gd name="connsiteX2618" fmla="*/ 13179921 w 15732060"/>
              <a:gd name="connsiteY2618" fmla="*/ 869050 h 8839200"/>
              <a:gd name="connsiteX2619" fmla="*/ 12643813 w 15732060"/>
              <a:gd name="connsiteY2619" fmla="*/ 869050 h 8839200"/>
              <a:gd name="connsiteX2620" fmla="*/ 12374935 w 15732060"/>
              <a:gd name="connsiteY2620" fmla="*/ 1137927 h 8839200"/>
              <a:gd name="connsiteX2621" fmla="*/ 12374386 w 15732060"/>
              <a:gd name="connsiteY2621" fmla="*/ 1137927 h 8839200"/>
              <a:gd name="connsiteX2622" fmla="*/ 12374386 w 15732060"/>
              <a:gd name="connsiteY2622" fmla="*/ 1230662 h 8839200"/>
              <a:gd name="connsiteX2623" fmla="*/ 11985338 w 15732060"/>
              <a:gd name="connsiteY2623" fmla="*/ 1619711 h 8839200"/>
              <a:gd name="connsiteX2624" fmla="*/ 10850018 w 15732060"/>
              <a:gd name="connsiteY2624" fmla="*/ 1619711 h 8839200"/>
              <a:gd name="connsiteX2625" fmla="*/ 10752892 w 15732060"/>
              <a:gd name="connsiteY2625" fmla="*/ 1716836 h 8839200"/>
              <a:gd name="connsiteX2626" fmla="*/ 10728200 w 15732060"/>
              <a:gd name="connsiteY2626" fmla="*/ 1718482 h 8839200"/>
              <a:gd name="connsiteX2627" fmla="*/ 10728200 w 15732060"/>
              <a:gd name="connsiteY2627" fmla="*/ 1744821 h 8839200"/>
              <a:gd name="connsiteX2628" fmla="*/ 10754538 w 15732060"/>
              <a:gd name="connsiteY2628" fmla="*/ 1744821 h 8839200"/>
              <a:gd name="connsiteX2629" fmla="*/ 10756185 w 15732060"/>
              <a:gd name="connsiteY2629" fmla="*/ 1720128 h 8839200"/>
              <a:gd name="connsiteX2630" fmla="*/ 10851663 w 15732060"/>
              <a:gd name="connsiteY2630" fmla="*/ 1624649 h 8839200"/>
              <a:gd name="connsiteX2631" fmla="*/ 11986984 w 15732060"/>
              <a:gd name="connsiteY2631" fmla="*/ 1624649 h 8839200"/>
              <a:gd name="connsiteX2632" fmla="*/ 12378228 w 15732060"/>
              <a:gd name="connsiteY2632" fmla="*/ 1233405 h 8839200"/>
              <a:gd name="connsiteX2633" fmla="*/ 12378776 w 15732060"/>
              <a:gd name="connsiteY2633" fmla="*/ 1233405 h 8839200"/>
              <a:gd name="connsiteX2634" fmla="*/ 12378776 w 15732060"/>
              <a:gd name="connsiteY2634" fmla="*/ 1140671 h 8839200"/>
              <a:gd name="connsiteX2635" fmla="*/ 12645459 w 15732060"/>
              <a:gd name="connsiteY2635" fmla="*/ 873988 h 8839200"/>
              <a:gd name="connsiteX2636" fmla="*/ 13181567 w 15732060"/>
              <a:gd name="connsiteY2636" fmla="*/ 873988 h 8839200"/>
              <a:gd name="connsiteX2637" fmla="*/ 14002466 w 15732060"/>
              <a:gd name="connsiteY2637" fmla="*/ 53090 h 8839200"/>
              <a:gd name="connsiteX2638" fmla="*/ 14027159 w 15732060"/>
              <a:gd name="connsiteY2638" fmla="*/ 51443 h 8839200"/>
              <a:gd name="connsiteX2639" fmla="*/ 14027159 w 15732060"/>
              <a:gd name="connsiteY2639" fmla="*/ 25104 h 8839200"/>
              <a:gd name="connsiteX2640" fmla="*/ 14013990 w 15732060"/>
              <a:gd name="connsiteY2640" fmla="*/ 19754 h 8839200"/>
              <a:gd name="connsiteX2641" fmla="*/ 15502142 w 15732060"/>
              <a:gd name="connsiteY2641" fmla="*/ 0 h 8839200"/>
              <a:gd name="connsiteX2642" fmla="*/ 15488973 w 15732060"/>
              <a:gd name="connsiteY2642" fmla="*/ 5350 h 8839200"/>
              <a:gd name="connsiteX2643" fmla="*/ 15487326 w 15732060"/>
              <a:gd name="connsiteY2643" fmla="*/ 30043 h 8839200"/>
              <a:gd name="connsiteX2644" fmla="*/ 15189365 w 15732060"/>
              <a:gd name="connsiteY2644" fmla="*/ 328003 h 8839200"/>
              <a:gd name="connsiteX2645" fmla="*/ 14634602 w 15732060"/>
              <a:gd name="connsiteY2645" fmla="*/ 328003 h 8839200"/>
              <a:gd name="connsiteX2646" fmla="*/ 13882293 w 15732060"/>
              <a:gd name="connsiteY2646" fmla="*/ 1080311 h 8839200"/>
              <a:gd name="connsiteX2647" fmla="*/ 12793067 w 15732060"/>
              <a:gd name="connsiteY2647" fmla="*/ 1080311 h 8839200"/>
              <a:gd name="connsiteX2648" fmla="*/ 12792519 w 15732060"/>
              <a:gd name="connsiteY2648" fmla="*/ 1080859 h 8839200"/>
              <a:gd name="connsiteX2649" fmla="*/ 12773861 w 15732060"/>
              <a:gd name="connsiteY2649" fmla="*/ 1064397 h 8839200"/>
              <a:gd name="connsiteX2650" fmla="*/ 12755204 w 15732060"/>
              <a:gd name="connsiteY2650" fmla="*/ 1083053 h 8839200"/>
              <a:gd name="connsiteX2651" fmla="*/ 12773861 w 15732060"/>
              <a:gd name="connsiteY2651" fmla="*/ 1101710 h 8839200"/>
              <a:gd name="connsiteX2652" fmla="*/ 12792519 w 15732060"/>
              <a:gd name="connsiteY2652" fmla="*/ 1085249 h 8839200"/>
              <a:gd name="connsiteX2653" fmla="*/ 13883940 w 15732060"/>
              <a:gd name="connsiteY2653" fmla="*/ 1085249 h 8839200"/>
              <a:gd name="connsiteX2654" fmla="*/ 14636248 w 15732060"/>
              <a:gd name="connsiteY2654" fmla="*/ 332941 h 8839200"/>
              <a:gd name="connsiteX2655" fmla="*/ 15191012 w 15732060"/>
              <a:gd name="connsiteY2655" fmla="*/ 332941 h 8839200"/>
              <a:gd name="connsiteX2656" fmla="*/ 15490618 w 15732060"/>
              <a:gd name="connsiteY2656" fmla="*/ 33335 h 8839200"/>
              <a:gd name="connsiteX2657" fmla="*/ 15515312 w 15732060"/>
              <a:gd name="connsiteY2657" fmla="*/ 31689 h 8839200"/>
              <a:gd name="connsiteX2658" fmla="*/ 15515312 w 15732060"/>
              <a:gd name="connsiteY2658" fmla="*/ 5350 h 8839200"/>
              <a:gd name="connsiteX2659" fmla="*/ 15502142 w 15732060"/>
              <a:gd name="connsiteY2659" fmla="*/ 0 h 883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</a:cxnLst>
            <a:rect l="l" t="t" r="r" b="b"/>
            <a:pathLst>
              <a:path w="15732060" h="8839200">
                <a:moveTo>
                  <a:pt x="10986103" y="8468534"/>
                </a:moveTo>
                <a:cubicBezTo>
                  <a:pt x="10981301" y="8468534"/>
                  <a:pt x="10976500" y="8470318"/>
                  <a:pt x="10972932" y="8473884"/>
                </a:cubicBezTo>
                <a:cubicBezTo>
                  <a:pt x="10965799" y="8481018"/>
                  <a:pt x="10965799" y="8493090"/>
                  <a:pt x="10972932" y="8500223"/>
                </a:cubicBezTo>
                <a:cubicBezTo>
                  <a:pt x="10979517" y="8506808"/>
                  <a:pt x="10989943" y="8507357"/>
                  <a:pt x="10997626" y="8501870"/>
                </a:cubicBezTo>
                <a:lnTo>
                  <a:pt x="11103530" y="8607774"/>
                </a:lnTo>
                <a:lnTo>
                  <a:pt x="11103530" y="8765808"/>
                </a:lnTo>
                <a:cubicBezTo>
                  <a:pt x="11094202" y="8766906"/>
                  <a:pt x="11087069" y="8774588"/>
                  <a:pt x="11087069" y="8784465"/>
                </a:cubicBezTo>
                <a:cubicBezTo>
                  <a:pt x="11087069" y="8794342"/>
                  <a:pt x="11095299" y="8803121"/>
                  <a:pt x="11105724" y="8803121"/>
                </a:cubicBezTo>
                <a:cubicBezTo>
                  <a:pt x="11116151" y="8803121"/>
                  <a:pt x="11124382" y="8794890"/>
                  <a:pt x="11124382" y="8784465"/>
                </a:cubicBezTo>
                <a:cubicBezTo>
                  <a:pt x="11124382" y="8779252"/>
                  <a:pt x="11122599" y="8774863"/>
                  <a:pt x="11119649" y="8771639"/>
                </a:cubicBezTo>
                <a:lnTo>
                  <a:pt x="11108468" y="8766081"/>
                </a:lnTo>
                <a:lnTo>
                  <a:pt x="11108468" y="8766357"/>
                </a:lnTo>
                <a:lnTo>
                  <a:pt x="11107920" y="8765808"/>
                </a:lnTo>
                <a:lnTo>
                  <a:pt x="11108468" y="8766081"/>
                </a:lnTo>
                <a:lnTo>
                  <a:pt x="11108468" y="8606128"/>
                </a:lnTo>
                <a:lnTo>
                  <a:pt x="11000918" y="8498577"/>
                </a:lnTo>
                <a:cubicBezTo>
                  <a:pt x="11006405" y="8491444"/>
                  <a:pt x="11005856" y="8480469"/>
                  <a:pt x="10999272" y="8473884"/>
                </a:cubicBezTo>
                <a:cubicBezTo>
                  <a:pt x="10995706" y="8470318"/>
                  <a:pt x="10990904" y="8468534"/>
                  <a:pt x="10986103" y="8468534"/>
                </a:cubicBezTo>
                <a:close/>
                <a:moveTo>
                  <a:pt x="8224898" y="8413113"/>
                </a:moveTo>
                <a:cubicBezTo>
                  <a:pt x="8220097" y="8413113"/>
                  <a:pt x="8215295" y="8414896"/>
                  <a:pt x="8211729" y="8418462"/>
                </a:cubicBezTo>
                <a:cubicBezTo>
                  <a:pt x="8204595" y="8425596"/>
                  <a:pt x="8204595" y="8437668"/>
                  <a:pt x="8211729" y="8444801"/>
                </a:cubicBezTo>
                <a:cubicBezTo>
                  <a:pt x="8218313" y="8451386"/>
                  <a:pt x="8228739" y="8451935"/>
                  <a:pt x="8236421" y="8446447"/>
                </a:cubicBezTo>
                <a:lnTo>
                  <a:pt x="8332998" y="8543025"/>
                </a:lnTo>
                <a:lnTo>
                  <a:pt x="8332998" y="8766906"/>
                </a:lnTo>
                <a:cubicBezTo>
                  <a:pt x="8323669" y="8768004"/>
                  <a:pt x="8316536" y="8775685"/>
                  <a:pt x="8316536" y="8785562"/>
                </a:cubicBezTo>
                <a:cubicBezTo>
                  <a:pt x="8316536" y="8795440"/>
                  <a:pt x="8324767" y="8804219"/>
                  <a:pt x="8335193" y="8804219"/>
                </a:cubicBezTo>
                <a:cubicBezTo>
                  <a:pt x="8345618" y="8804219"/>
                  <a:pt x="8353849" y="8795989"/>
                  <a:pt x="8353849" y="8785562"/>
                </a:cubicBezTo>
                <a:cubicBezTo>
                  <a:pt x="8353849" y="8775136"/>
                  <a:pt x="8346716" y="8768004"/>
                  <a:pt x="8337388" y="8766906"/>
                </a:cubicBezTo>
                <a:lnTo>
                  <a:pt x="8337388" y="8766357"/>
                </a:lnTo>
                <a:lnTo>
                  <a:pt x="8337388" y="8540829"/>
                </a:lnTo>
                <a:lnTo>
                  <a:pt x="8239714" y="8443156"/>
                </a:lnTo>
                <a:cubicBezTo>
                  <a:pt x="8245202" y="8436022"/>
                  <a:pt x="8244653" y="8425047"/>
                  <a:pt x="8238067" y="8418462"/>
                </a:cubicBezTo>
                <a:cubicBezTo>
                  <a:pt x="8234500" y="8414896"/>
                  <a:pt x="8229699" y="8413113"/>
                  <a:pt x="8224898" y="8413113"/>
                </a:cubicBezTo>
                <a:close/>
                <a:moveTo>
                  <a:pt x="3962920" y="8307757"/>
                </a:moveTo>
                <a:cubicBezTo>
                  <a:pt x="3958119" y="8307757"/>
                  <a:pt x="3953317" y="8309540"/>
                  <a:pt x="3949750" y="8313107"/>
                </a:cubicBezTo>
                <a:cubicBezTo>
                  <a:pt x="3943166" y="8319692"/>
                  <a:pt x="3942617" y="8330118"/>
                  <a:pt x="3948105" y="8337800"/>
                </a:cubicBezTo>
                <a:lnTo>
                  <a:pt x="3837261" y="8448642"/>
                </a:lnTo>
                <a:lnTo>
                  <a:pt x="3672642" y="8448642"/>
                </a:lnTo>
                <a:lnTo>
                  <a:pt x="3363708" y="8757578"/>
                </a:lnTo>
                <a:cubicBezTo>
                  <a:pt x="3356574" y="8752090"/>
                  <a:pt x="3345600" y="8752638"/>
                  <a:pt x="3339016" y="8759223"/>
                </a:cubicBezTo>
                <a:cubicBezTo>
                  <a:pt x="3331882" y="8766357"/>
                  <a:pt x="3331882" y="8778429"/>
                  <a:pt x="3339016" y="8785562"/>
                </a:cubicBezTo>
                <a:cubicBezTo>
                  <a:pt x="3346149" y="8792696"/>
                  <a:pt x="3358221" y="8792696"/>
                  <a:pt x="3365354" y="8785562"/>
                </a:cubicBezTo>
                <a:cubicBezTo>
                  <a:pt x="3371938" y="8778977"/>
                  <a:pt x="3372488" y="8768552"/>
                  <a:pt x="3367000" y="8760869"/>
                </a:cubicBezTo>
                <a:lnTo>
                  <a:pt x="3674289" y="8453582"/>
                </a:lnTo>
                <a:lnTo>
                  <a:pt x="3838908" y="8453582"/>
                </a:lnTo>
                <a:lnTo>
                  <a:pt x="3951397" y="8341092"/>
                </a:lnTo>
                <a:cubicBezTo>
                  <a:pt x="3958530" y="8346579"/>
                  <a:pt x="3969504" y="8346031"/>
                  <a:pt x="3976090" y="8339446"/>
                </a:cubicBezTo>
                <a:cubicBezTo>
                  <a:pt x="3983223" y="8332313"/>
                  <a:pt x="3983223" y="8320240"/>
                  <a:pt x="3976090" y="8313107"/>
                </a:cubicBezTo>
                <a:cubicBezTo>
                  <a:pt x="3972523" y="8309540"/>
                  <a:pt x="3967722" y="8307757"/>
                  <a:pt x="3962920" y="8307757"/>
                </a:cubicBezTo>
                <a:close/>
                <a:moveTo>
                  <a:pt x="9268031" y="8282516"/>
                </a:moveTo>
                <a:cubicBezTo>
                  <a:pt x="9263230" y="8282516"/>
                  <a:pt x="9258428" y="8284299"/>
                  <a:pt x="9254862" y="8287866"/>
                </a:cubicBezTo>
                <a:cubicBezTo>
                  <a:pt x="9247729" y="8294998"/>
                  <a:pt x="9247729" y="8307071"/>
                  <a:pt x="9254862" y="8314204"/>
                </a:cubicBezTo>
                <a:cubicBezTo>
                  <a:pt x="9261446" y="8320790"/>
                  <a:pt x="9271873" y="8321338"/>
                  <a:pt x="9279556" y="8315851"/>
                </a:cubicBezTo>
                <a:lnTo>
                  <a:pt x="9328941" y="8365236"/>
                </a:lnTo>
                <a:lnTo>
                  <a:pt x="9328941" y="8753736"/>
                </a:lnTo>
                <a:cubicBezTo>
                  <a:pt x="9319612" y="8754834"/>
                  <a:pt x="9312479" y="8762516"/>
                  <a:pt x="9312479" y="8772392"/>
                </a:cubicBezTo>
                <a:cubicBezTo>
                  <a:pt x="9312479" y="8782270"/>
                  <a:pt x="9320709" y="8791049"/>
                  <a:pt x="9331135" y="8791049"/>
                </a:cubicBezTo>
                <a:cubicBezTo>
                  <a:pt x="9341562" y="8791049"/>
                  <a:pt x="9349792" y="8782819"/>
                  <a:pt x="9349792" y="8772392"/>
                </a:cubicBezTo>
                <a:cubicBezTo>
                  <a:pt x="9349792" y="8761966"/>
                  <a:pt x="9342659" y="8754834"/>
                  <a:pt x="9333330" y="8753736"/>
                </a:cubicBezTo>
                <a:lnTo>
                  <a:pt x="9333330" y="8363042"/>
                </a:lnTo>
                <a:lnTo>
                  <a:pt x="9282847" y="8312558"/>
                </a:lnTo>
                <a:cubicBezTo>
                  <a:pt x="9288335" y="8305425"/>
                  <a:pt x="9287786" y="8294450"/>
                  <a:pt x="9281201" y="8287866"/>
                </a:cubicBezTo>
                <a:cubicBezTo>
                  <a:pt x="9277634" y="8284299"/>
                  <a:pt x="9272833" y="8282516"/>
                  <a:pt x="9268031" y="8282516"/>
                </a:cubicBezTo>
                <a:close/>
                <a:moveTo>
                  <a:pt x="13399413" y="8163990"/>
                </a:moveTo>
                <a:cubicBezTo>
                  <a:pt x="13394611" y="8163990"/>
                  <a:pt x="13389810" y="8165773"/>
                  <a:pt x="13386243" y="8169340"/>
                </a:cubicBezTo>
                <a:cubicBezTo>
                  <a:pt x="13379109" y="8176473"/>
                  <a:pt x="13379109" y="8188545"/>
                  <a:pt x="13386243" y="8195679"/>
                </a:cubicBezTo>
                <a:cubicBezTo>
                  <a:pt x="13392828" y="8202264"/>
                  <a:pt x="13403253" y="8202812"/>
                  <a:pt x="13410936" y="8197326"/>
                </a:cubicBezTo>
                <a:lnTo>
                  <a:pt x="13824129" y="8610517"/>
                </a:lnTo>
                <a:lnTo>
                  <a:pt x="13824677" y="8610517"/>
                </a:lnTo>
                <a:cubicBezTo>
                  <a:pt x="13824677" y="8611066"/>
                  <a:pt x="14476568" y="8611066"/>
                  <a:pt x="14476568" y="8611066"/>
                </a:cubicBezTo>
                <a:lnTo>
                  <a:pt x="14643380" y="8777880"/>
                </a:lnTo>
                <a:cubicBezTo>
                  <a:pt x="14637893" y="8785014"/>
                  <a:pt x="14638443" y="8795989"/>
                  <a:pt x="14645027" y="8802573"/>
                </a:cubicBezTo>
                <a:cubicBezTo>
                  <a:pt x="14652160" y="8809706"/>
                  <a:pt x="14664232" y="8809706"/>
                  <a:pt x="14671366" y="8802573"/>
                </a:cubicBezTo>
                <a:cubicBezTo>
                  <a:pt x="14678500" y="8795440"/>
                  <a:pt x="14678500" y="8783367"/>
                  <a:pt x="14671366" y="8776235"/>
                </a:cubicBezTo>
                <a:cubicBezTo>
                  <a:pt x="14664782" y="8769650"/>
                  <a:pt x="14654355" y="8769101"/>
                  <a:pt x="14646673" y="8774588"/>
                </a:cubicBezTo>
                <a:lnTo>
                  <a:pt x="14479311" y="8607225"/>
                </a:lnTo>
                <a:lnTo>
                  <a:pt x="14478762" y="8607225"/>
                </a:lnTo>
                <a:cubicBezTo>
                  <a:pt x="14478762" y="8606676"/>
                  <a:pt x="13826872" y="8606676"/>
                  <a:pt x="13826872" y="8606676"/>
                </a:cubicBezTo>
                <a:lnTo>
                  <a:pt x="13414228" y="8194032"/>
                </a:lnTo>
                <a:cubicBezTo>
                  <a:pt x="13419715" y="8186900"/>
                  <a:pt x="13419167" y="8175925"/>
                  <a:pt x="13412582" y="8169340"/>
                </a:cubicBezTo>
                <a:cubicBezTo>
                  <a:pt x="13409015" y="8165773"/>
                  <a:pt x="13404214" y="8163990"/>
                  <a:pt x="13399413" y="8163990"/>
                </a:cubicBezTo>
                <a:close/>
                <a:moveTo>
                  <a:pt x="8317084" y="8068511"/>
                </a:moveTo>
                <a:cubicBezTo>
                  <a:pt x="8312282" y="8068511"/>
                  <a:pt x="8307481" y="8070295"/>
                  <a:pt x="8303915" y="8073861"/>
                </a:cubicBezTo>
                <a:cubicBezTo>
                  <a:pt x="8296782" y="8080994"/>
                  <a:pt x="8296782" y="8093067"/>
                  <a:pt x="8303915" y="8100200"/>
                </a:cubicBezTo>
                <a:cubicBezTo>
                  <a:pt x="8310500" y="8106785"/>
                  <a:pt x="8320925" y="8107334"/>
                  <a:pt x="8328608" y="8101846"/>
                </a:cubicBezTo>
                <a:lnTo>
                  <a:pt x="8425733" y="8198971"/>
                </a:lnTo>
                <a:lnTo>
                  <a:pt x="8426282" y="8198971"/>
                </a:lnTo>
                <a:cubicBezTo>
                  <a:pt x="8426282" y="8199520"/>
                  <a:pt x="8649614" y="8199520"/>
                  <a:pt x="8649614" y="8199520"/>
                </a:cubicBezTo>
                <a:lnTo>
                  <a:pt x="8891603" y="8441510"/>
                </a:lnTo>
                <a:lnTo>
                  <a:pt x="8891603" y="8753187"/>
                </a:lnTo>
                <a:cubicBezTo>
                  <a:pt x="8882275" y="8754285"/>
                  <a:pt x="8875142" y="8761966"/>
                  <a:pt x="8875142" y="8771844"/>
                </a:cubicBezTo>
                <a:cubicBezTo>
                  <a:pt x="8875142" y="8781721"/>
                  <a:pt x="8883373" y="8790501"/>
                  <a:pt x="8893799" y="8790501"/>
                </a:cubicBezTo>
                <a:cubicBezTo>
                  <a:pt x="8904225" y="8790501"/>
                  <a:pt x="8912456" y="8782270"/>
                  <a:pt x="8912456" y="8771844"/>
                </a:cubicBezTo>
                <a:cubicBezTo>
                  <a:pt x="8912456" y="8766631"/>
                  <a:pt x="8910672" y="8762242"/>
                  <a:pt x="8907723" y="8759018"/>
                </a:cubicBezTo>
                <a:lnTo>
                  <a:pt x="8896542" y="8753460"/>
                </a:lnTo>
                <a:lnTo>
                  <a:pt x="8896542" y="8753736"/>
                </a:lnTo>
                <a:lnTo>
                  <a:pt x="8895993" y="8753187"/>
                </a:lnTo>
                <a:lnTo>
                  <a:pt x="8896542" y="8753460"/>
                </a:lnTo>
                <a:lnTo>
                  <a:pt x="8896542" y="8439863"/>
                </a:lnTo>
                <a:lnTo>
                  <a:pt x="8652358" y="8195679"/>
                </a:lnTo>
                <a:lnTo>
                  <a:pt x="8651810" y="8195679"/>
                </a:lnTo>
                <a:cubicBezTo>
                  <a:pt x="8651810" y="8195130"/>
                  <a:pt x="8428477" y="8195130"/>
                  <a:pt x="8428477" y="8195130"/>
                </a:cubicBezTo>
                <a:lnTo>
                  <a:pt x="8331900" y="8098555"/>
                </a:lnTo>
                <a:cubicBezTo>
                  <a:pt x="8337388" y="8091420"/>
                  <a:pt x="8336839" y="8080445"/>
                  <a:pt x="8330254" y="8073861"/>
                </a:cubicBezTo>
                <a:cubicBezTo>
                  <a:pt x="8326687" y="8070295"/>
                  <a:pt x="8321885" y="8068511"/>
                  <a:pt x="8317084" y="8068511"/>
                </a:cubicBezTo>
                <a:close/>
                <a:moveTo>
                  <a:pt x="903206" y="7993746"/>
                </a:moveTo>
                <a:cubicBezTo>
                  <a:pt x="892782" y="7993746"/>
                  <a:pt x="885648" y="8000881"/>
                  <a:pt x="884550" y="8010209"/>
                </a:cubicBezTo>
                <a:lnTo>
                  <a:pt x="260646" y="8010209"/>
                </a:lnTo>
                <a:lnTo>
                  <a:pt x="133340" y="8137514"/>
                </a:lnTo>
                <a:cubicBezTo>
                  <a:pt x="126208" y="8132026"/>
                  <a:pt x="115232" y="8132575"/>
                  <a:pt x="108648" y="8139160"/>
                </a:cubicBezTo>
                <a:cubicBezTo>
                  <a:pt x="102062" y="8145745"/>
                  <a:pt x="101514" y="8158365"/>
                  <a:pt x="108648" y="8165499"/>
                </a:cubicBezTo>
                <a:cubicBezTo>
                  <a:pt x="115780" y="8172632"/>
                  <a:pt x="127852" y="8172632"/>
                  <a:pt x="134986" y="8165499"/>
                </a:cubicBezTo>
                <a:cubicBezTo>
                  <a:pt x="141572" y="8158915"/>
                  <a:pt x="142120" y="8148489"/>
                  <a:pt x="136634" y="8140807"/>
                </a:cubicBezTo>
                <a:lnTo>
                  <a:pt x="262840" y="8014598"/>
                </a:lnTo>
                <a:lnTo>
                  <a:pt x="884550" y="8014598"/>
                </a:lnTo>
                <a:cubicBezTo>
                  <a:pt x="885648" y="8023926"/>
                  <a:pt x="893330" y="8031060"/>
                  <a:pt x="903206" y="8031060"/>
                </a:cubicBezTo>
                <a:cubicBezTo>
                  <a:pt x="913084" y="8031060"/>
                  <a:pt x="921864" y="8022829"/>
                  <a:pt x="921864" y="8012403"/>
                </a:cubicBezTo>
                <a:cubicBezTo>
                  <a:pt x="921864" y="8001978"/>
                  <a:pt x="913632" y="7993746"/>
                  <a:pt x="903206" y="7993746"/>
                </a:cubicBezTo>
                <a:close/>
                <a:moveTo>
                  <a:pt x="4129185" y="7974541"/>
                </a:moveTo>
                <a:cubicBezTo>
                  <a:pt x="4118759" y="7974541"/>
                  <a:pt x="4110528" y="7982772"/>
                  <a:pt x="4110528" y="7993198"/>
                </a:cubicBezTo>
                <a:cubicBezTo>
                  <a:pt x="4110528" y="8003624"/>
                  <a:pt x="4117662" y="8010757"/>
                  <a:pt x="4126990" y="8011855"/>
                </a:cubicBezTo>
                <a:lnTo>
                  <a:pt x="4126990" y="8401452"/>
                </a:lnTo>
                <a:lnTo>
                  <a:pt x="3920119" y="8608323"/>
                </a:lnTo>
                <a:lnTo>
                  <a:pt x="3804337" y="8608323"/>
                </a:lnTo>
                <a:lnTo>
                  <a:pt x="3646852" y="8765808"/>
                </a:lnTo>
                <a:cubicBezTo>
                  <a:pt x="3639719" y="8760321"/>
                  <a:pt x="3628744" y="8760869"/>
                  <a:pt x="3622159" y="8767454"/>
                </a:cubicBezTo>
                <a:cubicBezTo>
                  <a:pt x="3615026" y="8774588"/>
                  <a:pt x="3615026" y="8786660"/>
                  <a:pt x="3622159" y="8793793"/>
                </a:cubicBezTo>
                <a:cubicBezTo>
                  <a:pt x="3629293" y="8800927"/>
                  <a:pt x="3641365" y="8800927"/>
                  <a:pt x="3648498" y="8793793"/>
                </a:cubicBezTo>
                <a:cubicBezTo>
                  <a:pt x="3655083" y="8787209"/>
                  <a:pt x="3655632" y="8776783"/>
                  <a:pt x="3650144" y="8769101"/>
                </a:cubicBezTo>
                <a:lnTo>
                  <a:pt x="3805984" y="8613261"/>
                </a:lnTo>
                <a:lnTo>
                  <a:pt x="3921766" y="8613261"/>
                </a:lnTo>
                <a:lnTo>
                  <a:pt x="4131380" y="8403648"/>
                </a:lnTo>
                <a:lnTo>
                  <a:pt x="4131380" y="8011855"/>
                </a:lnTo>
                <a:cubicBezTo>
                  <a:pt x="4140708" y="8010757"/>
                  <a:pt x="4147842" y="8003075"/>
                  <a:pt x="4147842" y="7993198"/>
                </a:cubicBezTo>
                <a:cubicBezTo>
                  <a:pt x="4147842" y="7983321"/>
                  <a:pt x="4139611" y="7974541"/>
                  <a:pt x="4129185" y="7974541"/>
                </a:cubicBezTo>
                <a:close/>
                <a:moveTo>
                  <a:pt x="9336828" y="7947997"/>
                </a:moveTo>
                <a:cubicBezTo>
                  <a:pt x="9331958" y="7947928"/>
                  <a:pt x="9327020" y="7949574"/>
                  <a:pt x="9323453" y="7953141"/>
                </a:cubicBezTo>
                <a:cubicBezTo>
                  <a:pt x="9316320" y="7960275"/>
                  <a:pt x="9316320" y="7972347"/>
                  <a:pt x="9323453" y="7979480"/>
                </a:cubicBezTo>
                <a:cubicBezTo>
                  <a:pt x="9330038" y="7986065"/>
                  <a:pt x="9340464" y="7986614"/>
                  <a:pt x="9348147" y="7981126"/>
                </a:cubicBezTo>
                <a:lnTo>
                  <a:pt x="9667506" y="8300486"/>
                </a:lnTo>
                <a:lnTo>
                  <a:pt x="9667506" y="8759772"/>
                </a:lnTo>
                <a:cubicBezTo>
                  <a:pt x="9658178" y="8760869"/>
                  <a:pt x="9651044" y="8768552"/>
                  <a:pt x="9651044" y="8778429"/>
                </a:cubicBezTo>
                <a:cubicBezTo>
                  <a:pt x="9651044" y="8788306"/>
                  <a:pt x="9659275" y="8797086"/>
                  <a:pt x="9669701" y="8797086"/>
                </a:cubicBezTo>
                <a:cubicBezTo>
                  <a:pt x="9680127" y="8797086"/>
                  <a:pt x="9688358" y="8788855"/>
                  <a:pt x="9688358" y="8778429"/>
                </a:cubicBezTo>
                <a:cubicBezTo>
                  <a:pt x="9688358" y="8773217"/>
                  <a:pt x="9686575" y="8768827"/>
                  <a:pt x="9683626" y="8765603"/>
                </a:cubicBezTo>
                <a:lnTo>
                  <a:pt x="9672445" y="8760045"/>
                </a:lnTo>
                <a:lnTo>
                  <a:pt x="9672445" y="8760321"/>
                </a:lnTo>
                <a:lnTo>
                  <a:pt x="9671897" y="8759772"/>
                </a:lnTo>
                <a:lnTo>
                  <a:pt x="9672445" y="8760045"/>
                </a:lnTo>
                <a:lnTo>
                  <a:pt x="9672445" y="8298840"/>
                </a:lnTo>
                <a:lnTo>
                  <a:pt x="9351439" y="7977834"/>
                </a:lnTo>
                <a:cubicBezTo>
                  <a:pt x="9356926" y="7970701"/>
                  <a:pt x="9356377" y="7959726"/>
                  <a:pt x="9349792" y="7953141"/>
                </a:cubicBezTo>
                <a:cubicBezTo>
                  <a:pt x="9346499" y="7949849"/>
                  <a:pt x="9341698" y="7948065"/>
                  <a:pt x="9336828" y="7947997"/>
                </a:cubicBezTo>
                <a:close/>
                <a:moveTo>
                  <a:pt x="7968642" y="7870832"/>
                </a:moveTo>
                <a:cubicBezTo>
                  <a:pt x="7958216" y="7870832"/>
                  <a:pt x="7949984" y="7879062"/>
                  <a:pt x="7949984" y="7889488"/>
                </a:cubicBezTo>
                <a:cubicBezTo>
                  <a:pt x="7949984" y="7899915"/>
                  <a:pt x="7957118" y="7907048"/>
                  <a:pt x="7966447" y="7908145"/>
                </a:cubicBezTo>
                <a:lnTo>
                  <a:pt x="7966447" y="8525465"/>
                </a:lnTo>
                <a:cubicBezTo>
                  <a:pt x="7957118" y="8526562"/>
                  <a:pt x="7949984" y="8534244"/>
                  <a:pt x="7949984" y="8544122"/>
                </a:cubicBezTo>
                <a:cubicBezTo>
                  <a:pt x="7949984" y="8553999"/>
                  <a:pt x="7958216" y="8562779"/>
                  <a:pt x="7968642" y="8562779"/>
                </a:cubicBezTo>
                <a:cubicBezTo>
                  <a:pt x="7979068" y="8562779"/>
                  <a:pt x="7987298" y="8554548"/>
                  <a:pt x="7987298" y="8544122"/>
                </a:cubicBezTo>
                <a:cubicBezTo>
                  <a:pt x="7987298" y="8533696"/>
                  <a:pt x="7980165" y="8526562"/>
                  <a:pt x="7970837" y="8525465"/>
                </a:cubicBezTo>
                <a:lnTo>
                  <a:pt x="7970837" y="7908145"/>
                </a:lnTo>
                <a:cubicBezTo>
                  <a:pt x="7980165" y="7907048"/>
                  <a:pt x="7987298" y="7899366"/>
                  <a:pt x="7987298" y="7889488"/>
                </a:cubicBezTo>
                <a:cubicBezTo>
                  <a:pt x="7987298" y="7879062"/>
                  <a:pt x="7979068" y="7870832"/>
                  <a:pt x="7968642" y="7870832"/>
                </a:cubicBezTo>
                <a:close/>
                <a:moveTo>
                  <a:pt x="4137965" y="7810060"/>
                </a:moveTo>
                <a:cubicBezTo>
                  <a:pt x="4133164" y="7810060"/>
                  <a:pt x="4128362" y="7811843"/>
                  <a:pt x="4124796" y="7815410"/>
                </a:cubicBezTo>
                <a:cubicBezTo>
                  <a:pt x="4118210" y="7821995"/>
                  <a:pt x="4117662" y="7832421"/>
                  <a:pt x="4123149" y="7840103"/>
                </a:cubicBezTo>
                <a:lnTo>
                  <a:pt x="4026024" y="7937228"/>
                </a:lnTo>
                <a:lnTo>
                  <a:pt x="4026024" y="8023926"/>
                </a:lnTo>
                <a:lnTo>
                  <a:pt x="3871282" y="8178669"/>
                </a:lnTo>
                <a:lnTo>
                  <a:pt x="3769218" y="8178669"/>
                </a:lnTo>
                <a:lnTo>
                  <a:pt x="3176592" y="8771295"/>
                </a:lnTo>
                <a:cubicBezTo>
                  <a:pt x="3169458" y="8765808"/>
                  <a:pt x="3158484" y="8766357"/>
                  <a:pt x="3151898" y="8772941"/>
                </a:cubicBezTo>
                <a:cubicBezTo>
                  <a:pt x="3144765" y="8780075"/>
                  <a:pt x="3144765" y="8792146"/>
                  <a:pt x="3151898" y="8799281"/>
                </a:cubicBezTo>
                <a:cubicBezTo>
                  <a:pt x="3159032" y="8806415"/>
                  <a:pt x="3171104" y="8806415"/>
                  <a:pt x="3178238" y="8799281"/>
                </a:cubicBezTo>
                <a:cubicBezTo>
                  <a:pt x="3185371" y="8792146"/>
                  <a:pt x="3185371" y="8782270"/>
                  <a:pt x="3179883" y="8774588"/>
                </a:cubicBezTo>
                <a:lnTo>
                  <a:pt x="3770865" y="8183607"/>
                </a:lnTo>
                <a:lnTo>
                  <a:pt x="3771414" y="8183058"/>
                </a:lnTo>
                <a:lnTo>
                  <a:pt x="3873478" y="8183058"/>
                </a:lnTo>
                <a:lnTo>
                  <a:pt x="4030963" y="8025573"/>
                </a:lnTo>
                <a:lnTo>
                  <a:pt x="4030963" y="7938874"/>
                </a:lnTo>
                <a:lnTo>
                  <a:pt x="4126441" y="7843396"/>
                </a:lnTo>
                <a:cubicBezTo>
                  <a:pt x="4133575" y="7848882"/>
                  <a:pt x="4144550" y="7848334"/>
                  <a:pt x="4151134" y="7841749"/>
                </a:cubicBezTo>
                <a:cubicBezTo>
                  <a:pt x="4158267" y="7834615"/>
                  <a:pt x="4158267" y="7822543"/>
                  <a:pt x="4151134" y="7815410"/>
                </a:cubicBezTo>
                <a:cubicBezTo>
                  <a:pt x="4147567" y="7811843"/>
                  <a:pt x="4142766" y="7810060"/>
                  <a:pt x="4137965" y="7810060"/>
                </a:cubicBezTo>
                <a:close/>
                <a:moveTo>
                  <a:pt x="6214904" y="7796754"/>
                </a:moveTo>
                <a:cubicBezTo>
                  <a:pt x="6204478" y="7796754"/>
                  <a:pt x="6196247" y="7804985"/>
                  <a:pt x="6196247" y="7815410"/>
                </a:cubicBezTo>
                <a:cubicBezTo>
                  <a:pt x="6196247" y="7825836"/>
                  <a:pt x="6203380" y="7832969"/>
                  <a:pt x="6212710" y="7834067"/>
                </a:cubicBezTo>
                <a:lnTo>
                  <a:pt x="6212710" y="8451386"/>
                </a:lnTo>
                <a:cubicBezTo>
                  <a:pt x="6203380" y="8452484"/>
                  <a:pt x="6196247" y="8460166"/>
                  <a:pt x="6196247" y="8470043"/>
                </a:cubicBezTo>
                <a:cubicBezTo>
                  <a:pt x="6196247" y="8479921"/>
                  <a:pt x="6204478" y="8488700"/>
                  <a:pt x="6214904" y="8488700"/>
                </a:cubicBezTo>
                <a:cubicBezTo>
                  <a:pt x="6225330" y="8488700"/>
                  <a:pt x="6233560" y="8480469"/>
                  <a:pt x="6233560" y="8470043"/>
                </a:cubicBezTo>
                <a:cubicBezTo>
                  <a:pt x="6233560" y="8459617"/>
                  <a:pt x="6226427" y="8452484"/>
                  <a:pt x="6217099" y="8451386"/>
                </a:cubicBezTo>
                <a:lnTo>
                  <a:pt x="6217099" y="7834067"/>
                </a:lnTo>
                <a:cubicBezTo>
                  <a:pt x="6226427" y="7832969"/>
                  <a:pt x="6233560" y="7825287"/>
                  <a:pt x="6233560" y="7815410"/>
                </a:cubicBezTo>
                <a:cubicBezTo>
                  <a:pt x="6233560" y="7804985"/>
                  <a:pt x="6225330" y="7796754"/>
                  <a:pt x="6214904" y="7796754"/>
                </a:cubicBezTo>
                <a:close/>
                <a:moveTo>
                  <a:pt x="2332097" y="7787974"/>
                </a:moveTo>
                <a:cubicBezTo>
                  <a:pt x="2321671" y="7787974"/>
                  <a:pt x="2314539" y="7795107"/>
                  <a:pt x="2313440" y="7804435"/>
                </a:cubicBezTo>
                <a:lnTo>
                  <a:pt x="1924392" y="7804435"/>
                </a:lnTo>
                <a:lnTo>
                  <a:pt x="1688987" y="8039840"/>
                </a:lnTo>
                <a:lnTo>
                  <a:pt x="1327375" y="8039840"/>
                </a:lnTo>
                <a:lnTo>
                  <a:pt x="596468" y="8770747"/>
                </a:lnTo>
                <a:cubicBezTo>
                  <a:pt x="589334" y="8765260"/>
                  <a:pt x="578360" y="8765808"/>
                  <a:pt x="571774" y="8772392"/>
                </a:cubicBezTo>
                <a:cubicBezTo>
                  <a:pt x="565190" y="8778977"/>
                  <a:pt x="564640" y="8791598"/>
                  <a:pt x="571774" y="8798732"/>
                </a:cubicBezTo>
                <a:cubicBezTo>
                  <a:pt x="578908" y="8805865"/>
                  <a:pt x="590980" y="8805865"/>
                  <a:pt x="598114" y="8798732"/>
                </a:cubicBezTo>
                <a:cubicBezTo>
                  <a:pt x="604698" y="8792146"/>
                  <a:pt x="605248" y="8781721"/>
                  <a:pt x="599760" y="8774039"/>
                </a:cubicBezTo>
                <a:lnTo>
                  <a:pt x="1329570" y="8044230"/>
                </a:lnTo>
                <a:lnTo>
                  <a:pt x="1691182" y="8044230"/>
                </a:lnTo>
                <a:lnTo>
                  <a:pt x="1926586" y="7808826"/>
                </a:lnTo>
                <a:lnTo>
                  <a:pt x="2313440" y="7808826"/>
                </a:lnTo>
                <a:cubicBezTo>
                  <a:pt x="2314539" y="7818154"/>
                  <a:pt x="2322221" y="7825287"/>
                  <a:pt x="2332097" y="7825287"/>
                </a:cubicBezTo>
                <a:cubicBezTo>
                  <a:pt x="2341975" y="7825287"/>
                  <a:pt x="2350754" y="7817057"/>
                  <a:pt x="2350754" y="7806630"/>
                </a:cubicBezTo>
                <a:cubicBezTo>
                  <a:pt x="2350754" y="7796204"/>
                  <a:pt x="2342524" y="7787974"/>
                  <a:pt x="2332097" y="7787974"/>
                </a:cubicBezTo>
                <a:close/>
                <a:moveTo>
                  <a:pt x="5800614" y="7665744"/>
                </a:moveTo>
                <a:cubicBezTo>
                  <a:pt x="5795813" y="7665744"/>
                  <a:pt x="5791011" y="7667527"/>
                  <a:pt x="5787444" y="7671094"/>
                </a:cubicBezTo>
                <a:cubicBezTo>
                  <a:pt x="5780860" y="7677679"/>
                  <a:pt x="5780310" y="7688105"/>
                  <a:pt x="5785798" y="7695788"/>
                </a:cubicBezTo>
                <a:lnTo>
                  <a:pt x="5719401" y="7762183"/>
                </a:lnTo>
                <a:lnTo>
                  <a:pt x="5719401" y="8747700"/>
                </a:lnTo>
                <a:cubicBezTo>
                  <a:pt x="5710073" y="8748797"/>
                  <a:pt x="5702940" y="8756480"/>
                  <a:pt x="5702940" y="8766357"/>
                </a:cubicBezTo>
                <a:cubicBezTo>
                  <a:pt x="5702940" y="8776235"/>
                  <a:pt x="5711170" y="8785014"/>
                  <a:pt x="5721596" y="8785014"/>
                </a:cubicBezTo>
                <a:cubicBezTo>
                  <a:pt x="5732022" y="8785014"/>
                  <a:pt x="5740254" y="8776783"/>
                  <a:pt x="5740254" y="8766357"/>
                </a:cubicBezTo>
                <a:cubicBezTo>
                  <a:pt x="5740254" y="8755931"/>
                  <a:pt x="5733120" y="8748797"/>
                  <a:pt x="5723792" y="8747700"/>
                </a:cubicBezTo>
                <a:lnTo>
                  <a:pt x="5723792" y="7764379"/>
                </a:lnTo>
                <a:lnTo>
                  <a:pt x="5789090" y="7699079"/>
                </a:lnTo>
                <a:cubicBezTo>
                  <a:pt x="5796224" y="7704567"/>
                  <a:pt x="5807198" y="7704018"/>
                  <a:pt x="5813784" y="7697433"/>
                </a:cubicBezTo>
                <a:cubicBezTo>
                  <a:pt x="5820916" y="7690300"/>
                  <a:pt x="5820916" y="7678228"/>
                  <a:pt x="5813784" y="7671094"/>
                </a:cubicBezTo>
                <a:cubicBezTo>
                  <a:pt x="5810217" y="7667527"/>
                  <a:pt x="5805416" y="7665744"/>
                  <a:pt x="5800614" y="7665744"/>
                </a:cubicBezTo>
                <a:close/>
                <a:moveTo>
                  <a:pt x="14789891" y="7554901"/>
                </a:moveTo>
                <a:cubicBezTo>
                  <a:pt x="14785090" y="7554901"/>
                  <a:pt x="14780288" y="7556684"/>
                  <a:pt x="14776722" y="7560251"/>
                </a:cubicBezTo>
                <a:cubicBezTo>
                  <a:pt x="14769588" y="7567384"/>
                  <a:pt x="14769588" y="7579456"/>
                  <a:pt x="14776722" y="7586590"/>
                </a:cubicBezTo>
                <a:cubicBezTo>
                  <a:pt x="14783307" y="7593175"/>
                  <a:pt x="14793733" y="7593724"/>
                  <a:pt x="14801415" y="7588236"/>
                </a:cubicBezTo>
                <a:lnTo>
                  <a:pt x="14851349" y="7638170"/>
                </a:lnTo>
                <a:lnTo>
                  <a:pt x="14851898" y="7638170"/>
                </a:lnTo>
                <a:cubicBezTo>
                  <a:pt x="14851898" y="7638719"/>
                  <a:pt x="15503787" y="7638719"/>
                  <a:pt x="15503787" y="7638719"/>
                </a:cubicBezTo>
                <a:lnTo>
                  <a:pt x="15670602" y="7805533"/>
                </a:lnTo>
                <a:cubicBezTo>
                  <a:pt x="15665115" y="7812666"/>
                  <a:pt x="15665662" y="7823641"/>
                  <a:pt x="15672247" y="7830226"/>
                </a:cubicBezTo>
                <a:cubicBezTo>
                  <a:pt x="15679381" y="7837359"/>
                  <a:pt x="15691453" y="7837359"/>
                  <a:pt x="15698586" y="7830226"/>
                </a:cubicBezTo>
                <a:cubicBezTo>
                  <a:pt x="15705720" y="7823092"/>
                  <a:pt x="15705720" y="7811020"/>
                  <a:pt x="15698586" y="7803887"/>
                </a:cubicBezTo>
                <a:cubicBezTo>
                  <a:pt x="15692002" y="7797303"/>
                  <a:pt x="15681576" y="7796754"/>
                  <a:pt x="15673894" y="7802241"/>
                </a:cubicBezTo>
                <a:lnTo>
                  <a:pt x="15506531" y="7634879"/>
                </a:lnTo>
                <a:lnTo>
                  <a:pt x="15505984" y="7634879"/>
                </a:lnTo>
                <a:cubicBezTo>
                  <a:pt x="15505984" y="7634329"/>
                  <a:pt x="14854093" y="7634329"/>
                  <a:pt x="14854093" y="7634329"/>
                </a:cubicBezTo>
                <a:lnTo>
                  <a:pt x="14804707" y="7584944"/>
                </a:lnTo>
                <a:cubicBezTo>
                  <a:pt x="14810195" y="7577810"/>
                  <a:pt x="14809646" y="7566836"/>
                  <a:pt x="14803061" y="7560251"/>
                </a:cubicBezTo>
                <a:cubicBezTo>
                  <a:pt x="14799494" y="7556684"/>
                  <a:pt x="14794692" y="7554901"/>
                  <a:pt x="14789891" y="7554901"/>
                </a:cubicBezTo>
                <a:close/>
                <a:moveTo>
                  <a:pt x="9237851" y="7538988"/>
                </a:moveTo>
                <a:cubicBezTo>
                  <a:pt x="9233050" y="7538988"/>
                  <a:pt x="9228248" y="7540771"/>
                  <a:pt x="9224682" y="7544338"/>
                </a:cubicBezTo>
                <a:cubicBezTo>
                  <a:pt x="9217549" y="7551471"/>
                  <a:pt x="9217549" y="7563544"/>
                  <a:pt x="9224682" y="7570677"/>
                </a:cubicBezTo>
                <a:cubicBezTo>
                  <a:pt x="9231266" y="7577262"/>
                  <a:pt x="9241692" y="7577810"/>
                  <a:pt x="9249376" y="7572323"/>
                </a:cubicBezTo>
                <a:lnTo>
                  <a:pt x="9346500" y="7669448"/>
                </a:lnTo>
                <a:lnTo>
                  <a:pt x="9347048" y="7669448"/>
                </a:lnTo>
                <a:cubicBezTo>
                  <a:pt x="9347048" y="7669996"/>
                  <a:pt x="9570382" y="7669996"/>
                  <a:pt x="9570382" y="7669996"/>
                </a:cubicBezTo>
                <a:lnTo>
                  <a:pt x="9755303" y="7854919"/>
                </a:lnTo>
                <a:cubicBezTo>
                  <a:pt x="9749815" y="7862051"/>
                  <a:pt x="9750364" y="7873026"/>
                  <a:pt x="9756949" y="7879611"/>
                </a:cubicBezTo>
                <a:cubicBezTo>
                  <a:pt x="9764083" y="7886745"/>
                  <a:pt x="9776155" y="7886745"/>
                  <a:pt x="9783288" y="7879611"/>
                </a:cubicBezTo>
                <a:cubicBezTo>
                  <a:pt x="9790422" y="7872477"/>
                  <a:pt x="9790422" y="7860406"/>
                  <a:pt x="9783288" y="7853272"/>
                </a:cubicBezTo>
                <a:cubicBezTo>
                  <a:pt x="9776704" y="7846688"/>
                  <a:pt x="9766278" y="7846139"/>
                  <a:pt x="9758595" y="7851626"/>
                </a:cubicBezTo>
                <a:lnTo>
                  <a:pt x="9573126" y="7666156"/>
                </a:lnTo>
                <a:lnTo>
                  <a:pt x="9572577" y="7666156"/>
                </a:lnTo>
                <a:cubicBezTo>
                  <a:pt x="9572577" y="7665608"/>
                  <a:pt x="9349244" y="7665608"/>
                  <a:pt x="9349244" y="7665608"/>
                </a:cubicBezTo>
                <a:lnTo>
                  <a:pt x="9252667" y="7569031"/>
                </a:lnTo>
                <a:cubicBezTo>
                  <a:pt x="9258155" y="7561897"/>
                  <a:pt x="9257606" y="7550923"/>
                  <a:pt x="9251021" y="7544338"/>
                </a:cubicBezTo>
                <a:cubicBezTo>
                  <a:pt x="9247454" y="7540771"/>
                  <a:pt x="9242653" y="7538988"/>
                  <a:pt x="9237851" y="7538988"/>
                </a:cubicBezTo>
                <a:close/>
                <a:moveTo>
                  <a:pt x="4765711" y="7500028"/>
                </a:moveTo>
                <a:cubicBezTo>
                  <a:pt x="4760910" y="7500028"/>
                  <a:pt x="4756109" y="7501811"/>
                  <a:pt x="4752542" y="7505378"/>
                </a:cubicBezTo>
                <a:cubicBezTo>
                  <a:pt x="4745956" y="7511963"/>
                  <a:pt x="4745408" y="7522389"/>
                  <a:pt x="4750895" y="7530071"/>
                </a:cubicBezTo>
                <a:lnTo>
                  <a:pt x="4653770" y="7627196"/>
                </a:lnTo>
                <a:lnTo>
                  <a:pt x="4653770" y="8470043"/>
                </a:lnTo>
                <a:lnTo>
                  <a:pt x="4499028" y="8624785"/>
                </a:lnTo>
                <a:lnTo>
                  <a:pt x="4302584" y="8624785"/>
                </a:lnTo>
                <a:lnTo>
                  <a:pt x="4153878" y="8773491"/>
                </a:lnTo>
                <a:cubicBezTo>
                  <a:pt x="4146745" y="8768004"/>
                  <a:pt x="4135770" y="8768552"/>
                  <a:pt x="4129185" y="8775136"/>
                </a:cubicBezTo>
                <a:cubicBezTo>
                  <a:pt x="4122052" y="8782270"/>
                  <a:pt x="4122052" y="8794342"/>
                  <a:pt x="4129185" y="8801475"/>
                </a:cubicBezTo>
                <a:cubicBezTo>
                  <a:pt x="4136319" y="8808609"/>
                  <a:pt x="4148390" y="8808609"/>
                  <a:pt x="4155524" y="8801475"/>
                </a:cubicBezTo>
                <a:cubicBezTo>
                  <a:pt x="4162109" y="8794890"/>
                  <a:pt x="4162658" y="8784465"/>
                  <a:pt x="4157170" y="8776783"/>
                </a:cubicBezTo>
                <a:lnTo>
                  <a:pt x="4304778" y="8629174"/>
                </a:lnTo>
                <a:lnTo>
                  <a:pt x="4501224" y="8629174"/>
                </a:lnTo>
                <a:lnTo>
                  <a:pt x="4658709" y="8471690"/>
                </a:lnTo>
                <a:lnTo>
                  <a:pt x="4658709" y="7628842"/>
                </a:lnTo>
                <a:lnTo>
                  <a:pt x="4754188" y="7533364"/>
                </a:lnTo>
                <a:cubicBezTo>
                  <a:pt x="4761321" y="7538851"/>
                  <a:pt x="4772296" y="7538301"/>
                  <a:pt x="4778880" y="7531717"/>
                </a:cubicBezTo>
                <a:cubicBezTo>
                  <a:pt x="4786013" y="7524584"/>
                  <a:pt x="4786013" y="7512512"/>
                  <a:pt x="4778880" y="7505378"/>
                </a:cubicBezTo>
                <a:cubicBezTo>
                  <a:pt x="4775314" y="7501811"/>
                  <a:pt x="4770512" y="7500028"/>
                  <a:pt x="4765711" y="7500028"/>
                </a:cubicBezTo>
                <a:close/>
                <a:moveTo>
                  <a:pt x="7883040" y="7437473"/>
                </a:moveTo>
                <a:cubicBezTo>
                  <a:pt x="7878238" y="7437473"/>
                  <a:pt x="7873437" y="7439256"/>
                  <a:pt x="7869870" y="7442823"/>
                </a:cubicBezTo>
                <a:lnTo>
                  <a:pt x="7869870" y="7443372"/>
                </a:lnTo>
                <a:cubicBezTo>
                  <a:pt x="7863286" y="7449956"/>
                  <a:pt x="7862737" y="7460383"/>
                  <a:pt x="7868224" y="7468065"/>
                </a:cubicBezTo>
                <a:lnTo>
                  <a:pt x="7801828" y="7534461"/>
                </a:lnTo>
                <a:lnTo>
                  <a:pt x="7801828" y="8728495"/>
                </a:lnTo>
                <a:cubicBezTo>
                  <a:pt x="7792500" y="8729592"/>
                  <a:pt x="7785366" y="8737274"/>
                  <a:pt x="7785366" y="8747152"/>
                </a:cubicBezTo>
                <a:cubicBezTo>
                  <a:pt x="7785366" y="8757029"/>
                  <a:pt x="7793598" y="8765808"/>
                  <a:pt x="7804024" y="8765808"/>
                </a:cubicBezTo>
                <a:cubicBezTo>
                  <a:pt x="7814448" y="8765808"/>
                  <a:pt x="7822680" y="8757578"/>
                  <a:pt x="7822680" y="8747152"/>
                </a:cubicBezTo>
                <a:cubicBezTo>
                  <a:pt x="7822680" y="8736726"/>
                  <a:pt x="7815546" y="8729592"/>
                  <a:pt x="7806218" y="8728495"/>
                </a:cubicBezTo>
                <a:lnTo>
                  <a:pt x="7806218" y="7536107"/>
                </a:lnTo>
                <a:lnTo>
                  <a:pt x="7871518" y="7470809"/>
                </a:lnTo>
                <a:cubicBezTo>
                  <a:pt x="7878650" y="7476295"/>
                  <a:pt x="7889624" y="7475747"/>
                  <a:pt x="7896210" y="7469162"/>
                </a:cubicBezTo>
                <a:cubicBezTo>
                  <a:pt x="7903343" y="7462029"/>
                  <a:pt x="7903343" y="7449956"/>
                  <a:pt x="7896210" y="7442823"/>
                </a:cubicBezTo>
                <a:cubicBezTo>
                  <a:pt x="7892643" y="7439256"/>
                  <a:pt x="7887841" y="7437473"/>
                  <a:pt x="7883040" y="7437473"/>
                </a:cubicBezTo>
                <a:close/>
                <a:moveTo>
                  <a:pt x="4495736" y="7399062"/>
                </a:moveTo>
                <a:cubicBezTo>
                  <a:pt x="4490935" y="7399062"/>
                  <a:pt x="4486133" y="7400845"/>
                  <a:pt x="4482566" y="7404412"/>
                </a:cubicBezTo>
                <a:cubicBezTo>
                  <a:pt x="4475433" y="7411546"/>
                  <a:pt x="4475433" y="7421423"/>
                  <a:pt x="4480920" y="7429105"/>
                </a:cubicBezTo>
                <a:lnTo>
                  <a:pt x="4359651" y="7550374"/>
                </a:lnTo>
                <a:lnTo>
                  <a:pt x="4359651" y="8397062"/>
                </a:lnTo>
                <a:cubicBezTo>
                  <a:pt x="4350323" y="8398160"/>
                  <a:pt x="4343190" y="8405842"/>
                  <a:pt x="4343190" y="8415718"/>
                </a:cubicBezTo>
                <a:cubicBezTo>
                  <a:pt x="4343190" y="8425596"/>
                  <a:pt x="4351420" y="8434376"/>
                  <a:pt x="4361846" y="8434376"/>
                </a:cubicBezTo>
                <a:cubicBezTo>
                  <a:pt x="4372272" y="8434376"/>
                  <a:pt x="4380503" y="8426145"/>
                  <a:pt x="4380503" y="8415718"/>
                </a:cubicBezTo>
                <a:cubicBezTo>
                  <a:pt x="4380503" y="8405293"/>
                  <a:pt x="4373370" y="8398160"/>
                  <a:pt x="4364041" y="8397062"/>
                </a:cubicBezTo>
                <a:lnTo>
                  <a:pt x="4364041" y="7552569"/>
                </a:lnTo>
                <a:lnTo>
                  <a:pt x="4484212" y="7432398"/>
                </a:lnTo>
                <a:cubicBezTo>
                  <a:pt x="4491346" y="7437885"/>
                  <a:pt x="4502320" y="7437336"/>
                  <a:pt x="4508906" y="7430751"/>
                </a:cubicBezTo>
                <a:cubicBezTo>
                  <a:pt x="4515490" y="7424166"/>
                  <a:pt x="4516040" y="7411546"/>
                  <a:pt x="4508906" y="7404412"/>
                </a:cubicBezTo>
                <a:cubicBezTo>
                  <a:pt x="4505339" y="7400845"/>
                  <a:pt x="4500538" y="7399062"/>
                  <a:pt x="4495736" y="7399062"/>
                </a:cubicBezTo>
                <a:close/>
                <a:moveTo>
                  <a:pt x="13091026" y="7353928"/>
                </a:moveTo>
                <a:cubicBezTo>
                  <a:pt x="13081149" y="7353928"/>
                  <a:pt x="13072370" y="7362160"/>
                  <a:pt x="13072370" y="7372586"/>
                </a:cubicBezTo>
                <a:cubicBezTo>
                  <a:pt x="13072370" y="7383011"/>
                  <a:pt x="13080601" y="7391243"/>
                  <a:pt x="13091026" y="7391243"/>
                </a:cubicBezTo>
                <a:cubicBezTo>
                  <a:pt x="13101452" y="7391243"/>
                  <a:pt x="13108586" y="7384108"/>
                  <a:pt x="13109683" y="7374781"/>
                </a:cubicBezTo>
                <a:lnTo>
                  <a:pt x="13554153" y="7374781"/>
                </a:lnTo>
                <a:lnTo>
                  <a:pt x="13897658" y="7718285"/>
                </a:lnTo>
                <a:lnTo>
                  <a:pt x="13898207" y="7718285"/>
                </a:lnTo>
                <a:cubicBezTo>
                  <a:pt x="13898207" y="7718833"/>
                  <a:pt x="14586862" y="7718833"/>
                  <a:pt x="14586862" y="7718833"/>
                </a:cubicBezTo>
                <a:lnTo>
                  <a:pt x="15130652" y="8262624"/>
                </a:lnTo>
                <a:lnTo>
                  <a:pt x="15131201" y="8262624"/>
                </a:lnTo>
                <a:cubicBezTo>
                  <a:pt x="15131201" y="8263173"/>
                  <a:pt x="15676637" y="8263173"/>
                  <a:pt x="15676637" y="8263173"/>
                </a:cubicBezTo>
                <a:cubicBezTo>
                  <a:pt x="15677734" y="8272501"/>
                  <a:pt x="15685417" y="8279635"/>
                  <a:pt x="15695295" y="8279635"/>
                </a:cubicBezTo>
                <a:cubicBezTo>
                  <a:pt x="15705171" y="8279635"/>
                  <a:pt x="15713951" y="8271404"/>
                  <a:pt x="15713951" y="8260978"/>
                </a:cubicBezTo>
                <a:cubicBezTo>
                  <a:pt x="15713951" y="8250552"/>
                  <a:pt x="15705720" y="8242320"/>
                  <a:pt x="15695295" y="8242320"/>
                </a:cubicBezTo>
                <a:cubicBezTo>
                  <a:pt x="15685965" y="8242320"/>
                  <a:pt x="15677734" y="8249455"/>
                  <a:pt x="15676637" y="8258783"/>
                </a:cubicBezTo>
                <a:lnTo>
                  <a:pt x="15133396" y="8258783"/>
                </a:lnTo>
                <a:lnTo>
                  <a:pt x="14589606" y="7714993"/>
                </a:lnTo>
                <a:lnTo>
                  <a:pt x="14589057" y="7714993"/>
                </a:lnTo>
                <a:cubicBezTo>
                  <a:pt x="14589057" y="7714444"/>
                  <a:pt x="13900401" y="7714444"/>
                  <a:pt x="13900401" y="7714444"/>
                </a:cubicBezTo>
                <a:lnTo>
                  <a:pt x="13556897" y="7370939"/>
                </a:lnTo>
                <a:lnTo>
                  <a:pt x="13556349" y="7370939"/>
                </a:lnTo>
                <a:cubicBezTo>
                  <a:pt x="13556349" y="7370391"/>
                  <a:pt x="13109683" y="7370391"/>
                  <a:pt x="13109683" y="7370391"/>
                </a:cubicBezTo>
                <a:cubicBezTo>
                  <a:pt x="13108586" y="7361063"/>
                  <a:pt x="13100904" y="7353928"/>
                  <a:pt x="13091026" y="7353928"/>
                </a:cubicBezTo>
                <a:close/>
                <a:moveTo>
                  <a:pt x="5186037" y="7283829"/>
                </a:moveTo>
                <a:cubicBezTo>
                  <a:pt x="5181236" y="7283829"/>
                  <a:pt x="5176435" y="7285612"/>
                  <a:pt x="5172868" y="7289180"/>
                </a:cubicBezTo>
                <a:cubicBezTo>
                  <a:pt x="5166282" y="7295764"/>
                  <a:pt x="5165734" y="7306190"/>
                  <a:pt x="5171222" y="7313872"/>
                </a:cubicBezTo>
                <a:lnTo>
                  <a:pt x="5074096" y="7410997"/>
                </a:lnTo>
                <a:lnTo>
                  <a:pt x="5074096" y="8546316"/>
                </a:lnTo>
                <a:lnTo>
                  <a:pt x="4859544" y="8760869"/>
                </a:lnTo>
                <a:cubicBezTo>
                  <a:pt x="4852410" y="8755382"/>
                  <a:pt x="4841435" y="8755931"/>
                  <a:pt x="4834851" y="8762516"/>
                </a:cubicBezTo>
                <a:cubicBezTo>
                  <a:pt x="4827716" y="8769650"/>
                  <a:pt x="4827716" y="8781721"/>
                  <a:pt x="4834851" y="8788855"/>
                </a:cubicBezTo>
                <a:cubicBezTo>
                  <a:pt x="4841984" y="8795989"/>
                  <a:pt x="4854056" y="8795989"/>
                  <a:pt x="4861189" y="8788855"/>
                </a:cubicBezTo>
                <a:cubicBezTo>
                  <a:pt x="4867774" y="8782270"/>
                  <a:pt x="4868322" y="8771844"/>
                  <a:pt x="4862836" y="8764162"/>
                </a:cubicBezTo>
                <a:lnTo>
                  <a:pt x="5079034" y="8547962"/>
                </a:lnTo>
                <a:lnTo>
                  <a:pt x="5079034" y="7412643"/>
                </a:lnTo>
                <a:lnTo>
                  <a:pt x="5174514" y="7317164"/>
                </a:lnTo>
                <a:cubicBezTo>
                  <a:pt x="5181646" y="7322651"/>
                  <a:pt x="5192622" y="7322103"/>
                  <a:pt x="5199206" y="7315518"/>
                </a:cubicBezTo>
                <a:cubicBezTo>
                  <a:pt x="5206340" y="7308385"/>
                  <a:pt x="5206340" y="7296312"/>
                  <a:pt x="5199206" y="7289180"/>
                </a:cubicBezTo>
                <a:cubicBezTo>
                  <a:pt x="5195639" y="7285612"/>
                  <a:pt x="5190838" y="7283829"/>
                  <a:pt x="5186037" y="7283829"/>
                </a:cubicBezTo>
                <a:close/>
                <a:moveTo>
                  <a:pt x="11921685" y="7261331"/>
                </a:moveTo>
                <a:cubicBezTo>
                  <a:pt x="11916884" y="7261331"/>
                  <a:pt x="11912082" y="7263114"/>
                  <a:pt x="11908516" y="7266681"/>
                </a:cubicBezTo>
                <a:cubicBezTo>
                  <a:pt x="11901382" y="7273814"/>
                  <a:pt x="11901382" y="7285886"/>
                  <a:pt x="11908516" y="7293020"/>
                </a:cubicBezTo>
                <a:cubicBezTo>
                  <a:pt x="11915101" y="7299605"/>
                  <a:pt x="11925527" y="7300154"/>
                  <a:pt x="11933209" y="7294666"/>
                </a:cubicBezTo>
                <a:lnTo>
                  <a:pt x="12029785" y="7391243"/>
                </a:lnTo>
                <a:lnTo>
                  <a:pt x="12029785" y="7614575"/>
                </a:lnTo>
                <a:lnTo>
                  <a:pt x="12427614" y="8012403"/>
                </a:lnTo>
                <a:lnTo>
                  <a:pt x="12428162" y="8012403"/>
                </a:lnTo>
                <a:cubicBezTo>
                  <a:pt x="12428162" y="8012952"/>
                  <a:pt x="12693747" y="8012952"/>
                  <a:pt x="12693747" y="8012952"/>
                </a:cubicBezTo>
                <a:lnTo>
                  <a:pt x="13437823" y="8757029"/>
                </a:lnTo>
                <a:cubicBezTo>
                  <a:pt x="13432336" y="8764162"/>
                  <a:pt x="13432886" y="8775136"/>
                  <a:pt x="13439470" y="8781721"/>
                </a:cubicBezTo>
                <a:cubicBezTo>
                  <a:pt x="13446603" y="8788855"/>
                  <a:pt x="13458675" y="8788855"/>
                  <a:pt x="13465809" y="8781721"/>
                </a:cubicBezTo>
                <a:cubicBezTo>
                  <a:pt x="13472942" y="8774588"/>
                  <a:pt x="13472942" y="8762516"/>
                  <a:pt x="13465809" y="8755382"/>
                </a:cubicBezTo>
                <a:cubicBezTo>
                  <a:pt x="13459225" y="8748797"/>
                  <a:pt x="13448797" y="8748249"/>
                  <a:pt x="13441116" y="8753736"/>
                </a:cubicBezTo>
                <a:lnTo>
                  <a:pt x="13440567" y="8753187"/>
                </a:lnTo>
                <a:lnTo>
                  <a:pt x="12695941" y="8008563"/>
                </a:lnTo>
                <a:lnTo>
                  <a:pt x="12695393" y="8008563"/>
                </a:lnTo>
                <a:cubicBezTo>
                  <a:pt x="12695393" y="8008014"/>
                  <a:pt x="12429809" y="8008014"/>
                  <a:pt x="12429809" y="8008014"/>
                </a:cubicBezTo>
                <a:lnTo>
                  <a:pt x="12034174" y="7612380"/>
                </a:lnTo>
                <a:lnTo>
                  <a:pt x="12034174" y="7389048"/>
                </a:lnTo>
                <a:lnTo>
                  <a:pt x="11936501" y="7291374"/>
                </a:lnTo>
                <a:cubicBezTo>
                  <a:pt x="11941989" y="7284240"/>
                  <a:pt x="11941440" y="7273266"/>
                  <a:pt x="11934855" y="7266681"/>
                </a:cubicBezTo>
                <a:cubicBezTo>
                  <a:pt x="11931288" y="7263114"/>
                  <a:pt x="11926487" y="7261331"/>
                  <a:pt x="11921685" y="7261331"/>
                </a:cubicBezTo>
                <a:close/>
                <a:moveTo>
                  <a:pt x="10926291" y="7069825"/>
                </a:moveTo>
                <a:cubicBezTo>
                  <a:pt x="10921490" y="7069825"/>
                  <a:pt x="10916688" y="7071609"/>
                  <a:pt x="10913121" y="7075175"/>
                </a:cubicBezTo>
                <a:cubicBezTo>
                  <a:pt x="10905988" y="7082308"/>
                  <a:pt x="10905988" y="7094381"/>
                  <a:pt x="10913121" y="7101513"/>
                </a:cubicBezTo>
                <a:cubicBezTo>
                  <a:pt x="10919707" y="7108099"/>
                  <a:pt x="10930132" y="7108648"/>
                  <a:pt x="10937814" y="7103160"/>
                </a:cubicBezTo>
                <a:lnTo>
                  <a:pt x="11034391" y="7199737"/>
                </a:lnTo>
                <a:lnTo>
                  <a:pt x="11034391" y="7423069"/>
                </a:lnTo>
                <a:lnTo>
                  <a:pt x="11431671" y="7820348"/>
                </a:lnTo>
                <a:lnTo>
                  <a:pt x="11431671" y="7986614"/>
                </a:lnTo>
                <a:lnTo>
                  <a:pt x="12207024" y="8761966"/>
                </a:lnTo>
                <a:cubicBezTo>
                  <a:pt x="12201536" y="8769101"/>
                  <a:pt x="12202086" y="8780075"/>
                  <a:pt x="12208671" y="8786660"/>
                </a:cubicBezTo>
                <a:cubicBezTo>
                  <a:pt x="12215804" y="8793793"/>
                  <a:pt x="12227876" y="8793793"/>
                  <a:pt x="12235010" y="8786660"/>
                </a:cubicBezTo>
                <a:cubicBezTo>
                  <a:pt x="12242143" y="8779526"/>
                  <a:pt x="12242143" y="8767454"/>
                  <a:pt x="12235010" y="8760321"/>
                </a:cubicBezTo>
                <a:cubicBezTo>
                  <a:pt x="12228425" y="8753736"/>
                  <a:pt x="12217998" y="8753187"/>
                  <a:pt x="12210316" y="8758675"/>
                </a:cubicBezTo>
                <a:lnTo>
                  <a:pt x="12209768" y="8758126"/>
                </a:lnTo>
                <a:lnTo>
                  <a:pt x="11436059" y="7984418"/>
                </a:lnTo>
                <a:lnTo>
                  <a:pt x="11436059" y="7818154"/>
                </a:lnTo>
                <a:lnTo>
                  <a:pt x="11038780" y="7420874"/>
                </a:lnTo>
                <a:lnTo>
                  <a:pt x="11038780" y="7197541"/>
                </a:lnTo>
                <a:lnTo>
                  <a:pt x="10941106" y="7099867"/>
                </a:lnTo>
                <a:cubicBezTo>
                  <a:pt x="10946593" y="7092734"/>
                  <a:pt x="10946045" y="7081759"/>
                  <a:pt x="10939461" y="7075175"/>
                </a:cubicBezTo>
                <a:cubicBezTo>
                  <a:pt x="10935894" y="7071609"/>
                  <a:pt x="10931093" y="7069825"/>
                  <a:pt x="10926291" y="7069825"/>
                </a:cubicBezTo>
                <a:close/>
                <a:moveTo>
                  <a:pt x="1211592" y="7065298"/>
                </a:moveTo>
                <a:cubicBezTo>
                  <a:pt x="1201168" y="7065298"/>
                  <a:pt x="1194034" y="7072431"/>
                  <a:pt x="1192936" y="7081759"/>
                </a:cubicBezTo>
                <a:lnTo>
                  <a:pt x="568482" y="7081759"/>
                </a:lnTo>
                <a:lnTo>
                  <a:pt x="427460" y="7222782"/>
                </a:lnTo>
                <a:lnTo>
                  <a:pt x="427460" y="7362709"/>
                </a:lnTo>
                <a:lnTo>
                  <a:pt x="317164" y="7473004"/>
                </a:lnTo>
                <a:cubicBezTo>
                  <a:pt x="310032" y="7467516"/>
                  <a:pt x="299056" y="7468065"/>
                  <a:pt x="292472" y="7474650"/>
                </a:cubicBezTo>
                <a:cubicBezTo>
                  <a:pt x="285338" y="7481783"/>
                  <a:pt x="285338" y="7493855"/>
                  <a:pt x="292472" y="7500989"/>
                </a:cubicBezTo>
                <a:cubicBezTo>
                  <a:pt x="299606" y="7508121"/>
                  <a:pt x="311678" y="7508121"/>
                  <a:pt x="318810" y="7500989"/>
                </a:cubicBezTo>
                <a:cubicBezTo>
                  <a:pt x="325396" y="7494404"/>
                  <a:pt x="325944" y="7483978"/>
                  <a:pt x="320456" y="7476295"/>
                </a:cubicBezTo>
                <a:lnTo>
                  <a:pt x="431848" y="7364903"/>
                </a:lnTo>
                <a:lnTo>
                  <a:pt x="431848" y="7224977"/>
                </a:lnTo>
                <a:lnTo>
                  <a:pt x="432398" y="7224429"/>
                </a:lnTo>
                <a:lnTo>
                  <a:pt x="570678" y="7086150"/>
                </a:lnTo>
                <a:lnTo>
                  <a:pt x="1192936" y="7086150"/>
                </a:lnTo>
                <a:cubicBezTo>
                  <a:pt x="1194034" y="7095478"/>
                  <a:pt x="1201716" y="7102611"/>
                  <a:pt x="1211592" y="7102611"/>
                </a:cubicBezTo>
                <a:cubicBezTo>
                  <a:pt x="1221470" y="7102611"/>
                  <a:pt x="1230249" y="7094381"/>
                  <a:pt x="1230249" y="7083954"/>
                </a:cubicBezTo>
                <a:cubicBezTo>
                  <a:pt x="1230249" y="7073528"/>
                  <a:pt x="1222019" y="7065298"/>
                  <a:pt x="1211592" y="7065298"/>
                </a:cubicBezTo>
                <a:close/>
                <a:moveTo>
                  <a:pt x="10149290" y="7048973"/>
                </a:moveTo>
                <a:cubicBezTo>
                  <a:pt x="10144489" y="7048973"/>
                  <a:pt x="10139688" y="7050756"/>
                  <a:pt x="10136121" y="7054323"/>
                </a:cubicBezTo>
                <a:cubicBezTo>
                  <a:pt x="10128987" y="7061457"/>
                  <a:pt x="10128987" y="7073528"/>
                  <a:pt x="10136121" y="7080662"/>
                </a:cubicBezTo>
                <a:cubicBezTo>
                  <a:pt x="10142706" y="7087247"/>
                  <a:pt x="10153131" y="7087796"/>
                  <a:pt x="10160814" y="7082308"/>
                </a:cubicBezTo>
                <a:lnTo>
                  <a:pt x="10562483" y="7483978"/>
                </a:lnTo>
                <a:lnTo>
                  <a:pt x="10562483" y="7778645"/>
                </a:lnTo>
                <a:lnTo>
                  <a:pt x="10879101" y="8095261"/>
                </a:lnTo>
                <a:cubicBezTo>
                  <a:pt x="10873613" y="8102395"/>
                  <a:pt x="10874161" y="8113369"/>
                  <a:pt x="10880746" y="8119954"/>
                </a:cubicBezTo>
                <a:cubicBezTo>
                  <a:pt x="10887880" y="8127088"/>
                  <a:pt x="10899952" y="8127088"/>
                  <a:pt x="10907085" y="8119954"/>
                </a:cubicBezTo>
                <a:cubicBezTo>
                  <a:pt x="10914219" y="8112821"/>
                  <a:pt x="10914219" y="8100749"/>
                  <a:pt x="10907085" y="8093615"/>
                </a:cubicBezTo>
                <a:cubicBezTo>
                  <a:pt x="10900500" y="8087030"/>
                  <a:pt x="10890075" y="8086482"/>
                  <a:pt x="10882392" y="8091969"/>
                </a:cubicBezTo>
                <a:lnTo>
                  <a:pt x="10566874" y="7776999"/>
                </a:lnTo>
                <a:lnTo>
                  <a:pt x="10566874" y="7482332"/>
                </a:lnTo>
                <a:lnTo>
                  <a:pt x="10164106" y="7079565"/>
                </a:lnTo>
                <a:cubicBezTo>
                  <a:pt x="10169594" y="7072431"/>
                  <a:pt x="10169045" y="7061457"/>
                  <a:pt x="10162460" y="7054872"/>
                </a:cubicBezTo>
                <a:lnTo>
                  <a:pt x="10162460" y="7054323"/>
                </a:lnTo>
                <a:cubicBezTo>
                  <a:pt x="10158893" y="7050756"/>
                  <a:pt x="10154092" y="7048973"/>
                  <a:pt x="10149290" y="7048973"/>
                </a:cubicBezTo>
                <a:close/>
                <a:moveTo>
                  <a:pt x="3696238" y="6827149"/>
                </a:moveTo>
                <a:cubicBezTo>
                  <a:pt x="3685812" y="6827149"/>
                  <a:pt x="3678678" y="6834283"/>
                  <a:pt x="3677581" y="6843611"/>
                </a:cubicBezTo>
                <a:lnTo>
                  <a:pt x="3053128" y="6843611"/>
                </a:lnTo>
                <a:lnTo>
                  <a:pt x="2962587" y="6934151"/>
                </a:lnTo>
                <a:cubicBezTo>
                  <a:pt x="2955454" y="6928664"/>
                  <a:pt x="2944479" y="6929212"/>
                  <a:pt x="2937894" y="6935798"/>
                </a:cubicBezTo>
                <a:cubicBezTo>
                  <a:pt x="2930760" y="6942931"/>
                  <a:pt x="2930760" y="6955003"/>
                  <a:pt x="2937894" y="6962136"/>
                </a:cubicBezTo>
                <a:cubicBezTo>
                  <a:pt x="2945028" y="6969270"/>
                  <a:pt x="2957100" y="6969270"/>
                  <a:pt x="2964233" y="6962136"/>
                </a:cubicBezTo>
                <a:cubicBezTo>
                  <a:pt x="2970818" y="6955552"/>
                  <a:pt x="2971367" y="6945126"/>
                  <a:pt x="2965880" y="6937444"/>
                </a:cubicBezTo>
                <a:lnTo>
                  <a:pt x="3054773" y="6848549"/>
                </a:lnTo>
                <a:lnTo>
                  <a:pt x="3677032" y="6848549"/>
                </a:lnTo>
                <a:lnTo>
                  <a:pt x="3677581" y="6848001"/>
                </a:lnTo>
                <a:cubicBezTo>
                  <a:pt x="3678678" y="6857329"/>
                  <a:pt x="3686360" y="6864463"/>
                  <a:pt x="3696238" y="6864463"/>
                </a:cubicBezTo>
                <a:cubicBezTo>
                  <a:pt x="3706114" y="6864463"/>
                  <a:pt x="3714895" y="6856232"/>
                  <a:pt x="3714895" y="6845806"/>
                </a:cubicBezTo>
                <a:cubicBezTo>
                  <a:pt x="3714895" y="6835380"/>
                  <a:pt x="3706663" y="6827149"/>
                  <a:pt x="3696238" y="6827149"/>
                </a:cubicBezTo>
                <a:close/>
                <a:moveTo>
                  <a:pt x="9514411" y="6708760"/>
                </a:moveTo>
                <a:cubicBezTo>
                  <a:pt x="9509610" y="6708760"/>
                  <a:pt x="9504808" y="6710544"/>
                  <a:pt x="9501242" y="6714111"/>
                </a:cubicBezTo>
                <a:cubicBezTo>
                  <a:pt x="9494108" y="6721245"/>
                  <a:pt x="9494108" y="6733317"/>
                  <a:pt x="9501242" y="6740450"/>
                </a:cubicBezTo>
                <a:cubicBezTo>
                  <a:pt x="9507826" y="6747034"/>
                  <a:pt x="9518252" y="6747583"/>
                  <a:pt x="9525934" y="6742096"/>
                </a:cubicBezTo>
                <a:lnTo>
                  <a:pt x="10158070" y="7374232"/>
                </a:lnTo>
                <a:lnTo>
                  <a:pt x="10158070" y="7897171"/>
                </a:lnTo>
                <a:lnTo>
                  <a:pt x="10566325" y="8305425"/>
                </a:lnTo>
                <a:lnTo>
                  <a:pt x="10566874" y="8305425"/>
                </a:lnTo>
                <a:cubicBezTo>
                  <a:pt x="10566874" y="8305973"/>
                  <a:pt x="11109018" y="8305973"/>
                  <a:pt x="11109018" y="8305973"/>
                </a:cubicBezTo>
                <a:lnTo>
                  <a:pt x="11354300" y="8551255"/>
                </a:lnTo>
                <a:lnTo>
                  <a:pt x="11354300" y="8765808"/>
                </a:lnTo>
                <a:cubicBezTo>
                  <a:pt x="11344972" y="8766906"/>
                  <a:pt x="11337837" y="8774588"/>
                  <a:pt x="11337837" y="8784465"/>
                </a:cubicBezTo>
                <a:cubicBezTo>
                  <a:pt x="11337837" y="8794342"/>
                  <a:pt x="11346069" y="8803121"/>
                  <a:pt x="11356494" y="8803121"/>
                </a:cubicBezTo>
                <a:cubicBezTo>
                  <a:pt x="11366920" y="8803121"/>
                  <a:pt x="11375152" y="8794890"/>
                  <a:pt x="11375152" y="8784465"/>
                </a:cubicBezTo>
                <a:cubicBezTo>
                  <a:pt x="11375152" y="8779252"/>
                  <a:pt x="11373368" y="8774863"/>
                  <a:pt x="11370419" y="8771639"/>
                </a:cubicBezTo>
                <a:lnTo>
                  <a:pt x="11359238" y="8766081"/>
                </a:lnTo>
                <a:lnTo>
                  <a:pt x="11359238" y="8766357"/>
                </a:lnTo>
                <a:lnTo>
                  <a:pt x="11358689" y="8765808"/>
                </a:lnTo>
                <a:lnTo>
                  <a:pt x="11359238" y="8766081"/>
                </a:lnTo>
                <a:lnTo>
                  <a:pt x="11359238" y="8549609"/>
                </a:lnTo>
                <a:lnTo>
                  <a:pt x="11111762" y="8302133"/>
                </a:lnTo>
                <a:lnTo>
                  <a:pt x="11111212" y="8302133"/>
                </a:lnTo>
                <a:cubicBezTo>
                  <a:pt x="11111212" y="8301584"/>
                  <a:pt x="10569068" y="8301584"/>
                  <a:pt x="10569068" y="8301584"/>
                </a:cubicBezTo>
                <a:lnTo>
                  <a:pt x="10163009" y="7895525"/>
                </a:lnTo>
                <a:lnTo>
                  <a:pt x="10163009" y="7372586"/>
                </a:lnTo>
                <a:lnTo>
                  <a:pt x="9529227" y="6738804"/>
                </a:lnTo>
                <a:cubicBezTo>
                  <a:pt x="9534714" y="6731670"/>
                  <a:pt x="9534165" y="6720695"/>
                  <a:pt x="9527580" y="6714111"/>
                </a:cubicBezTo>
                <a:cubicBezTo>
                  <a:pt x="9524014" y="6710544"/>
                  <a:pt x="9519212" y="6708760"/>
                  <a:pt x="9514411" y="6708760"/>
                </a:cubicBezTo>
                <a:close/>
                <a:moveTo>
                  <a:pt x="4474336" y="6454151"/>
                </a:moveTo>
                <a:cubicBezTo>
                  <a:pt x="4469535" y="6454151"/>
                  <a:pt x="4464733" y="6455934"/>
                  <a:pt x="4461166" y="6459501"/>
                </a:cubicBezTo>
                <a:cubicBezTo>
                  <a:pt x="4454581" y="6466086"/>
                  <a:pt x="4454032" y="6476511"/>
                  <a:pt x="4459520" y="6484193"/>
                </a:cubicBezTo>
                <a:lnTo>
                  <a:pt x="4294352" y="6649361"/>
                </a:lnTo>
                <a:lnTo>
                  <a:pt x="3558507" y="6649361"/>
                </a:lnTo>
                <a:cubicBezTo>
                  <a:pt x="3557410" y="6640033"/>
                  <a:pt x="3549727" y="6632899"/>
                  <a:pt x="3539850" y="6632899"/>
                </a:cubicBezTo>
                <a:cubicBezTo>
                  <a:pt x="3529972" y="6632899"/>
                  <a:pt x="3521193" y="6641130"/>
                  <a:pt x="3521193" y="6651556"/>
                </a:cubicBezTo>
                <a:cubicBezTo>
                  <a:pt x="3521193" y="6661982"/>
                  <a:pt x="3529424" y="6670213"/>
                  <a:pt x="3539850" y="6670213"/>
                </a:cubicBezTo>
                <a:cubicBezTo>
                  <a:pt x="3550276" y="6670213"/>
                  <a:pt x="3557410" y="6663079"/>
                  <a:pt x="3558507" y="6653750"/>
                </a:cubicBezTo>
                <a:lnTo>
                  <a:pt x="4296547" y="6653750"/>
                </a:lnTo>
                <a:lnTo>
                  <a:pt x="4462813" y="6487486"/>
                </a:lnTo>
                <a:lnTo>
                  <a:pt x="4462812" y="6487486"/>
                </a:lnTo>
                <a:lnTo>
                  <a:pt x="4463362" y="6486937"/>
                </a:lnTo>
                <a:lnTo>
                  <a:pt x="4462813" y="6487486"/>
                </a:lnTo>
                <a:lnTo>
                  <a:pt x="4475364" y="6491189"/>
                </a:lnTo>
                <a:cubicBezTo>
                  <a:pt x="4479823" y="6490915"/>
                  <a:pt x="4484212" y="6489132"/>
                  <a:pt x="4487505" y="6485840"/>
                </a:cubicBezTo>
                <a:cubicBezTo>
                  <a:pt x="4494638" y="6478706"/>
                  <a:pt x="4494638" y="6466634"/>
                  <a:pt x="4487505" y="6459501"/>
                </a:cubicBezTo>
                <a:cubicBezTo>
                  <a:pt x="4483938" y="6455934"/>
                  <a:pt x="4479137" y="6454151"/>
                  <a:pt x="4474336" y="6454151"/>
                </a:cubicBezTo>
                <a:close/>
                <a:moveTo>
                  <a:pt x="2861072" y="6399141"/>
                </a:moveTo>
                <a:cubicBezTo>
                  <a:pt x="2850646" y="6399141"/>
                  <a:pt x="2842416" y="6407372"/>
                  <a:pt x="2842416" y="6417798"/>
                </a:cubicBezTo>
                <a:cubicBezTo>
                  <a:pt x="2842416" y="6428224"/>
                  <a:pt x="2849549" y="6435356"/>
                  <a:pt x="2858877" y="6436454"/>
                </a:cubicBezTo>
                <a:lnTo>
                  <a:pt x="2858877" y="6778312"/>
                </a:lnTo>
                <a:lnTo>
                  <a:pt x="2574086" y="7063102"/>
                </a:lnTo>
                <a:lnTo>
                  <a:pt x="1833852" y="7063102"/>
                </a:lnTo>
                <a:lnTo>
                  <a:pt x="1090324" y="7806630"/>
                </a:lnTo>
                <a:lnTo>
                  <a:pt x="60908" y="7806630"/>
                </a:lnTo>
                <a:cubicBezTo>
                  <a:pt x="59810" y="7797303"/>
                  <a:pt x="52128" y="7790168"/>
                  <a:pt x="42250" y="7790168"/>
                </a:cubicBezTo>
                <a:cubicBezTo>
                  <a:pt x="32374" y="7790168"/>
                  <a:pt x="23594" y="7798400"/>
                  <a:pt x="23594" y="7808826"/>
                </a:cubicBezTo>
                <a:cubicBezTo>
                  <a:pt x="23594" y="7819251"/>
                  <a:pt x="31826" y="7827483"/>
                  <a:pt x="42250" y="7827483"/>
                </a:cubicBezTo>
                <a:cubicBezTo>
                  <a:pt x="52676" y="7827483"/>
                  <a:pt x="59810" y="7820348"/>
                  <a:pt x="60908" y="7811020"/>
                </a:cubicBezTo>
                <a:lnTo>
                  <a:pt x="1091970" y="7811020"/>
                </a:lnTo>
                <a:lnTo>
                  <a:pt x="1835498" y="7067493"/>
                </a:lnTo>
                <a:lnTo>
                  <a:pt x="1835498" y="7068042"/>
                </a:lnTo>
                <a:lnTo>
                  <a:pt x="2575733" y="7068042"/>
                </a:lnTo>
                <a:lnTo>
                  <a:pt x="2863267" y="6780507"/>
                </a:lnTo>
                <a:lnTo>
                  <a:pt x="2863267" y="6436454"/>
                </a:lnTo>
                <a:cubicBezTo>
                  <a:pt x="2872596" y="6435356"/>
                  <a:pt x="2879729" y="6427675"/>
                  <a:pt x="2879729" y="6417798"/>
                </a:cubicBezTo>
                <a:cubicBezTo>
                  <a:pt x="2879729" y="6407920"/>
                  <a:pt x="2871498" y="6399141"/>
                  <a:pt x="2861072" y="6399141"/>
                </a:cubicBezTo>
                <a:close/>
                <a:moveTo>
                  <a:pt x="3111561" y="6398704"/>
                </a:moveTo>
                <a:lnTo>
                  <a:pt x="3098603" y="6404009"/>
                </a:lnTo>
                <a:cubicBezTo>
                  <a:pt x="3095242" y="6407370"/>
                  <a:pt x="3093184" y="6412034"/>
                  <a:pt x="3093184" y="6417246"/>
                </a:cubicBezTo>
                <a:cubicBezTo>
                  <a:pt x="3093184" y="6427673"/>
                  <a:pt x="3100318" y="6434806"/>
                  <a:pt x="3109647" y="6435904"/>
                </a:cubicBezTo>
                <a:lnTo>
                  <a:pt x="3109647" y="6726181"/>
                </a:lnTo>
                <a:lnTo>
                  <a:pt x="2526348" y="7309480"/>
                </a:lnTo>
                <a:lnTo>
                  <a:pt x="2231680" y="7309480"/>
                </a:lnTo>
                <a:lnTo>
                  <a:pt x="2131812" y="7209611"/>
                </a:lnTo>
                <a:lnTo>
                  <a:pt x="2131263" y="7209611"/>
                </a:lnTo>
                <a:cubicBezTo>
                  <a:pt x="2131263" y="7209063"/>
                  <a:pt x="2021516" y="7209063"/>
                  <a:pt x="2021516" y="7209063"/>
                </a:cubicBezTo>
                <a:lnTo>
                  <a:pt x="1603934" y="7626645"/>
                </a:lnTo>
                <a:lnTo>
                  <a:pt x="1396514" y="7626645"/>
                </a:lnTo>
                <a:lnTo>
                  <a:pt x="557508" y="8465652"/>
                </a:lnTo>
                <a:lnTo>
                  <a:pt x="52676" y="8465652"/>
                </a:lnTo>
                <a:cubicBezTo>
                  <a:pt x="51580" y="8456323"/>
                  <a:pt x="43898" y="8449189"/>
                  <a:pt x="34020" y="8449189"/>
                </a:cubicBezTo>
                <a:cubicBezTo>
                  <a:pt x="24142" y="8449189"/>
                  <a:pt x="15364" y="8457420"/>
                  <a:pt x="15364" y="8467846"/>
                </a:cubicBezTo>
                <a:cubicBezTo>
                  <a:pt x="15364" y="8478272"/>
                  <a:pt x="23594" y="8486503"/>
                  <a:pt x="34020" y="8486503"/>
                </a:cubicBezTo>
                <a:cubicBezTo>
                  <a:pt x="44446" y="8486503"/>
                  <a:pt x="51580" y="8479370"/>
                  <a:pt x="52676" y="8470042"/>
                </a:cubicBezTo>
                <a:lnTo>
                  <a:pt x="559154" y="8470042"/>
                </a:lnTo>
                <a:lnTo>
                  <a:pt x="1398161" y="7631035"/>
                </a:lnTo>
                <a:lnTo>
                  <a:pt x="1605580" y="7631035"/>
                </a:lnTo>
                <a:lnTo>
                  <a:pt x="2023163" y="7213452"/>
                </a:lnTo>
                <a:lnTo>
                  <a:pt x="2128519" y="7213452"/>
                </a:lnTo>
                <a:lnTo>
                  <a:pt x="2228387" y="7313321"/>
                </a:lnTo>
                <a:lnTo>
                  <a:pt x="2228936" y="7313321"/>
                </a:lnTo>
                <a:cubicBezTo>
                  <a:pt x="2228936" y="7313870"/>
                  <a:pt x="2527445" y="7313870"/>
                  <a:pt x="2527445" y="7313870"/>
                </a:cubicBezTo>
                <a:lnTo>
                  <a:pt x="3113488" y="6727827"/>
                </a:lnTo>
                <a:lnTo>
                  <a:pt x="3113488" y="6435904"/>
                </a:lnTo>
                <a:cubicBezTo>
                  <a:pt x="3122816" y="6434806"/>
                  <a:pt x="3129950" y="6427124"/>
                  <a:pt x="3129950" y="6417246"/>
                </a:cubicBezTo>
                <a:cubicBezTo>
                  <a:pt x="3129950" y="6412308"/>
                  <a:pt x="3127892" y="6407644"/>
                  <a:pt x="3124531" y="6404215"/>
                </a:cubicBezTo>
                <a:close/>
                <a:moveTo>
                  <a:pt x="2945028" y="6398590"/>
                </a:moveTo>
                <a:cubicBezTo>
                  <a:pt x="2934602" y="6398590"/>
                  <a:pt x="2926371" y="6406821"/>
                  <a:pt x="2926371" y="6417246"/>
                </a:cubicBezTo>
                <a:cubicBezTo>
                  <a:pt x="2926371" y="6427673"/>
                  <a:pt x="2933505" y="6434806"/>
                  <a:pt x="2942832" y="6435904"/>
                </a:cubicBezTo>
                <a:lnTo>
                  <a:pt x="2942832" y="6599974"/>
                </a:lnTo>
                <a:cubicBezTo>
                  <a:pt x="2933505" y="6601071"/>
                  <a:pt x="2926371" y="6608754"/>
                  <a:pt x="2926371" y="6618630"/>
                </a:cubicBezTo>
                <a:cubicBezTo>
                  <a:pt x="2926371" y="6628508"/>
                  <a:pt x="2934602" y="6637287"/>
                  <a:pt x="2945028" y="6637287"/>
                </a:cubicBezTo>
                <a:cubicBezTo>
                  <a:pt x="2955454" y="6637287"/>
                  <a:pt x="2963685" y="6629056"/>
                  <a:pt x="2963685" y="6618630"/>
                </a:cubicBezTo>
                <a:cubicBezTo>
                  <a:pt x="2963685" y="6608204"/>
                  <a:pt x="2956551" y="6601071"/>
                  <a:pt x="2947223" y="6599974"/>
                </a:cubicBezTo>
                <a:lnTo>
                  <a:pt x="2947223" y="6435904"/>
                </a:lnTo>
                <a:cubicBezTo>
                  <a:pt x="2956551" y="6434806"/>
                  <a:pt x="2963685" y="6427124"/>
                  <a:pt x="2963685" y="6417246"/>
                </a:cubicBezTo>
                <a:cubicBezTo>
                  <a:pt x="2963685" y="6406821"/>
                  <a:pt x="2955454" y="6398590"/>
                  <a:pt x="2945028" y="6398590"/>
                </a:cubicBezTo>
                <a:close/>
                <a:moveTo>
                  <a:pt x="3028983" y="6398590"/>
                </a:moveTo>
                <a:cubicBezTo>
                  <a:pt x="3018557" y="6398590"/>
                  <a:pt x="3010326" y="6406821"/>
                  <a:pt x="3010326" y="6417246"/>
                </a:cubicBezTo>
                <a:cubicBezTo>
                  <a:pt x="3010326" y="6427673"/>
                  <a:pt x="3017460" y="6434806"/>
                  <a:pt x="3026789" y="6435904"/>
                </a:cubicBezTo>
                <a:lnTo>
                  <a:pt x="3026789" y="6710817"/>
                </a:lnTo>
                <a:lnTo>
                  <a:pt x="2603718" y="7133887"/>
                </a:lnTo>
                <a:lnTo>
                  <a:pt x="1999018" y="7133887"/>
                </a:lnTo>
                <a:lnTo>
                  <a:pt x="1713131" y="7419775"/>
                </a:lnTo>
                <a:cubicBezTo>
                  <a:pt x="1705998" y="7414287"/>
                  <a:pt x="1695023" y="7414835"/>
                  <a:pt x="1688438" y="7421420"/>
                </a:cubicBezTo>
                <a:cubicBezTo>
                  <a:pt x="1681305" y="7428554"/>
                  <a:pt x="1681305" y="7440627"/>
                  <a:pt x="1688438" y="7447759"/>
                </a:cubicBezTo>
                <a:cubicBezTo>
                  <a:pt x="1695572" y="7454893"/>
                  <a:pt x="1707644" y="7454893"/>
                  <a:pt x="1714777" y="7447759"/>
                </a:cubicBezTo>
                <a:cubicBezTo>
                  <a:pt x="1721362" y="7441175"/>
                  <a:pt x="1721911" y="7430749"/>
                  <a:pt x="1716423" y="7423066"/>
                </a:cubicBezTo>
                <a:lnTo>
                  <a:pt x="2000665" y="7138825"/>
                </a:lnTo>
                <a:lnTo>
                  <a:pt x="2604815" y="7138825"/>
                </a:lnTo>
                <a:lnTo>
                  <a:pt x="3031178" y="6712463"/>
                </a:lnTo>
                <a:lnTo>
                  <a:pt x="3031178" y="6435904"/>
                </a:lnTo>
                <a:cubicBezTo>
                  <a:pt x="3040506" y="6434806"/>
                  <a:pt x="3047640" y="6427124"/>
                  <a:pt x="3047640" y="6417246"/>
                </a:cubicBezTo>
                <a:cubicBezTo>
                  <a:pt x="3047640" y="6407370"/>
                  <a:pt x="3039409" y="6398590"/>
                  <a:pt x="3028983" y="6398590"/>
                </a:cubicBezTo>
                <a:close/>
                <a:moveTo>
                  <a:pt x="3111841" y="6398590"/>
                </a:moveTo>
                <a:lnTo>
                  <a:pt x="3111292" y="6398590"/>
                </a:lnTo>
                <a:lnTo>
                  <a:pt x="3111561" y="6398704"/>
                </a:lnTo>
                <a:close/>
                <a:moveTo>
                  <a:pt x="3195248" y="6398590"/>
                </a:moveTo>
                <a:cubicBezTo>
                  <a:pt x="3184823" y="6398590"/>
                  <a:pt x="3176591" y="6406821"/>
                  <a:pt x="3176591" y="6417246"/>
                </a:cubicBezTo>
                <a:cubicBezTo>
                  <a:pt x="3176591" y="6427673"/>
                  <a:pt x="3183724" y="6434806"/>
                  <a:pt x="3193054" y="6435904"/>
                </a:cubicBezTo>
                <a:lnTo>
                  <a:pt x="3193054" y="6599974"/>
                </a:lnTo>
                <a:cubicBezTo>
                  <a:pt x="3183724" y="6601071"/>
                  <a:pt x="3176591" y="6608754"/>
                  <a:pt x="3176591" y="6618630"/>
                </a:cubicBezTo>
                <a:cubicBezTo>
                  <a:pt x="3176591" y="6628508"/>
                  <a:pt x="3184823" y="6637287"/>
                  <a:pt x="3195248" y="6637287"/>
                </a:cubicBezTo>
                <a:cubicBezTo>
                  <a:pt x="3205674" y="6637287"/>
                  <a:pt x="3213905" y="6629056"/>
                  <a:pt x="3213905" y="6618630"/>
                </a:cubicBezTo>
                <a:cubicBezTo>
                  <a:pt x="3213905" y="6608204"/>
                  <a:pt x="3206771" y="6601071"/>
                  <a:pt x="3197443" y="6599974"/>
                </a:cubicBezTo>
                <a:lnTo>
                  <a:pt x="3197443" y="6435904"/>
                </a:lnTo>
                <a:cubicBezTo>
                  <a:pt x="3206771" y="6434806"/>
                  <a:pt x="3213905" y="6427124"/>
                  <a:pt x="3213905" y="6417246"/>
                </a:cubicBezTo>
                <a:cubicBezTo>
                  <a:pt x="3213905" y="6406821"/>
                  <a:pt x="3205674" y="6398590"/>
                  <a:pt x="3195248" y="6398590"/>
                </a:cubicBezTo>
                <a:close/>
                <a:moveTo>
                  <a:pt x="3278654" y="6398590"/>
                </a:moveTo>
                <a:cubicBezTo>
                  <a:pt x="3268229" y="6398590"/>
                  <a:pt x="3259998" y="6406821"/>
                  <a:pt x="3259998" y="6417246"/>
                </a:cubicBezTo>
                <a:cubicBezTo>
                  <a:pt x="3259998" y="6427673"/>
                  <a:pt x="3267131" y="6434806"/>
                  <a:pt x="3276460" y="6435904"/>
                </a:cubicBezTo>
                <a:lnTo>
                  <a:pt x="3276460" y="6619728"/>
                </a:lnTo>
                <a:lnTo>
                  <a:pt x="3437786" y="6781054"/>
                </a:lnTo>
                <a:lnTo>
                  <a:pt x="3438335" y="6781054"/>
                </a:lnTo>
                <a:cubicBezTo>
                  <a:pt x="3438335" y="6781604"/>
                  <a:pt x="4190094" y="6781604"/>
                  <a:pt x="4190094" y="6781604"/>
                </a:cubicBezTo>
                <a:cubicBezTo>
                  <a:pt x="4191191" y="6790931"/>
                  <a:pt x="4198874" y="6798065"/>
                  <a:pt x="4208751" y="6798065"/>
                </a:cubicBezTo>
                <a:cubicBezTo>
                  <a:pt x="4218628" y="6798065"/>
                  <a:pt x="4227408" y="6789834"/>
                  <a:pt x="4227408" y="6779408"/>
                </a:cubicBezTo>
                <a:cubicBezTo>
                  <a:pt x="4227408" y="6768982"/>
                  <a:pt x="4219177" y="6760751"/>
                  <a:pt x="4208751" y="6760751"/>
                </a:cubicBezTo>
                <a:lnTo>
                  <a:pt x="4208202" y="6760203"/>
                </a:lnTo>
                <a:cubicBezTo>
                  <a:pt x="4198874" y="6760203"/>
                  <a:pt x="4190643" y="6767335"/>
                  <a:pt x="4189546" y="6776664"/>
                </a:cubicBezTo>
                <a:lnTo>
                  <a:pt x="3439981" y="6776664"/>
                </a:lnTo>
                <a:lnTo>
                  <a:pt x="3280850" y="6617533"/>
                </a:lnTo>
                <a:lnTo>
                  <a:pt x="3280850" y="6435904"/>
                </a:lnTo>
                <a:cubicBezTo>
                  <a:pt x="3290179" y="6434806"/>
                  <a:pt x="3297312" y="6427124"/>
                  <a:pt x="3297312" y="6417246"/>
                </a:cubicBezTo>
                <a:cubicBezTo>
                  <a:pt x="3297312" y="6407370"/>
                  <a:pt x="3289080" y="6398590"/>
                  <a:pt x="3278654" y="6398590"/>
                </a:cubicBezTo>
                <a:close/>
                <a:moveTo>
                  <a:pt x="2805102" y="6343170"/>
                </a:moveTo>
                <a:cubicBezTo>
                  <a:pt x="2794676" y="6343170"/>
                  <a:pt x="2787542" y="6350304"/>
                  <a:pt x="2786445" y="6359632"/>
                </a:cubicBezTo>
                <a:lnTo>
                  <a:pt x="2069805" y="6359632"/>
                </a:lnTo>
                <a:lnTo>
                  <a:pt x="785230" y="7644207"/>
                </a:lnTo>
                <a:lnTo>
                  <a:pt x="50482" y="7644207"/>
                </a:lnTo>
                <a:cubicBezTo>
                  <a:pt x="49384" y="7634879"/>
                  <a:pt x="41702" y="7627744"/>
                  <a:pt x="31826" y="7627744"/>
                </a:cubicBezTo>
                <a:cubicBezTo>
                  <a:pt x="21948" y="7627744"/>
                  <a:pt x="13168" y="7635976"/>
                  <a:pt x="13168" y="7646401"/>
                </a:cubicBezTo>
                <a:cubicBezTo>
                  <a:pt x="13168" y="7656827"/>
                  <a:pt x="21400" y="7665059"/>
                  <a:pt x="31826" y="7665059"/>
                </a:cubicBezTo>
                <a:cubicBezTo>
                  <a:pt x="42250" y="7665059"/>
                  <a:pt x="49384" y="7657924"/>
                  <a:pt x="50482" y="7648597"/>
                </a:cubicBezTo>
                <a:lnTo>
                  <a:pt x="787426" y="7648597"/>
                </a:lnTo>
                <a:lnTo>
                  <a:pt x="2072000" y="6364021"/>
                </a:lnTo>
                <a:lnTo>
                  <a:pt x="2786445" y="6364021"/>
                </a:lnTo>
                <a:cubicBezTo>
                  <a:pt x="2787542" y="6373350"/>
                  <a:pt x="2795224" y="6380484"/>
                  <a:pt x="2805102" y="6380484"/>
                </a:cubicBezTo>
                <a:cubicBezTo>
                  <a:pt x="2814978" y="6380484"/>
                  <a:pt x="2823759" y="6372252"/>
                  <a:pt x="2823759" y="6361827"/>
                </a:cubicBezTo>
                <a:cubicBezTo>
                  <a:pt x="2823759" y="6351401"/>
                  <a:pt x="2815528" y="6343170"/>
                  <a:pt x="2805102" y="6343170"/>
                </a:cubicBezTo>
                <a:close/>
                <a:moveTo>
                  <a:pt x="4023829" y="6335623"/>
                </a:moveTo>
                <a:cubicBezTo>
                  <a:pt x="4019028" y="6335623"/>
                  <a:pt x="4014226" y="6337406"/>
                  <a:pt x="4010660" y="6340973"/>
                </a:cubicBezTo>
                <a:cubicBezTo>
                  <a:pt x="4004074" y="6347558"/>
                  <a:pt x="4003526" y="6357984"/>
                  <a:pt x="4009014" y="6365667"/>
                </a:cubicBezTo>
                <a:lnTo>
                  <a:pt x="3922314" y="6452366"/>
                </a:lnTo>
                <a:lnTo>
                  <a:pt x="3633134" y="6452366"/>
                </a:lnTo>
                <a:lnTo>
                  <a:pt x="3632584" y="6452914"/>
                </a:lnTo>
                <a:lnTo>
                  <a:pt x="3538753" y="6359082"/>
                </a:lnTo>
                <a:lnTo>
                  <a:pt x="3538203" y="6359082"/>
                </a:lnTo>
                <a:cubicBezTo>
                  <a:pt x="3538203" y="6358532"/>
                  <a:pt x="3354379" y="6358532"/>
                  <a:pt x="3354379" y="6358532"/>
                </a:cubicBezTo>
                <a:cubicBezTo>
                  <a:pt x="3353282" y="6349204"/>
                  <a:pt x="3345600" y="6342071"/>
                  <a:pt x="3335723" y="6342071"/>
                </a:cubicBezTo>
                <a:cubicBezTo>
                  <a:pt x="3325846" y="6342071"/>
                  <a:pt x="3317066" y="6350301"/>
                  <a:pt x="3317066" y="6360727"/>
                </a:cubicBezTo>
                <a:cubicBezTo>
                  <a:pt x="3317066" y="6371153"/>
                  <a:pt x="3325297" y="6379384"/>
                  <a:pt x="3335723" y="6379384"/>
                </a:cubicBezTo>
                <a:cubicBezTo>
                  <a:pt x="3346148" y="6379384"/>
                  <a:pt x="3353282" y="6372251"/>
                  <a:pt x="3354379" y="6362923"/>
                </a:cubicBezTo>
                <a:lnTo>
                  <a:pt x="3536009" y="6362923"/>
                </a:lnTo>
                <a:lnTo>
                  <a:pt x="3629842" y="6456755"/>
                </a:lnTo>
                <a:lnTo>
                  <a:pt x="3630390" y="6456755"/>
                </a:lnTo>
                <a:cubicBezTo>
                  <a:pt x="3630390" y="6457304"/>
                  <a:pt x="3923960" y="6457304"/>
                  <a:pt x="3923960" y="6457304"/>
                </a:cubicBezTo>
                <a:lnTo>
                  <a:pt x="4012306" y="6368958"/>
                </a:lnTo>
                <a:cubicBezTo>
                  <a:pt x="4019439" y="6374446"/>
                  <a:pt x="4030414" y="6373897"/>
                  <a:pt x="4036998" y="6367312"/>
                </a:cubicBezTo>
                <a:cubicBezTo>
                  <a:pt x="4044132" y="6360179"/>
                  <a:pt x="4044132" y="6348107"/>
                  <a:pt x="4036998" y="6340973"/>
                </a:cubicBezTo>
                <a:cubicBezTo>
                  <a:pt x="4033431" y="6337406"/>
                  <a:pt x="4028630" y="6335623"/>
                  <a:pt x="4023829" y="6335623"/>
                </a:cubicBezTo>
                <a:close/>
                <a:moveTo>
                  <a:pt x="5429672" y="6278558"/>
                </a:moveTo>
                <a:cubicBezTo>
                  <a:pt x="5424871" y="6278558"/>
                  <a:pt x="5420070" y="6280341"/>
                  <a:pt x="5416503" y="6283907"/>
                </a:cubicBezTo>
                <a:cubicBezTo>
                  <a:pt x="5409370" y="6291041"/>
                  <a:pt x="5409370" y="6300917"/>
                  <a:pt x="5414856" y="6308601"/>
                </a:cubicBezTo>
                <a:lnTo>
                  <a:pt x="4905088" y="6818369"/>
                </a:lnTo>
                <a:lnTo>
                  <a:pt x="4650477" y="6818369"/>
                </a:lnTo>
                <a:lnTo>
                  <a:pt x="4394770" y="7074077"/>
                </a:lnTo>
                <a:cubicBezTo>
                  <a:pt x="4387637" y="7068590"/>
                  <a:pt x="4376662" y="7069139"/>
                  <a:pt x="4370077" y="7075724"/>
                </a:cubicBezTo>
                <a:cubicBezTo>
                  <a:pt x="4362944" y="7082856"/>
                  <a:pt x="4362944" y="7094929"/>
                  <a:pt x="4370077" y="7102062"/>
                </a:cubicBezTo>
                <a:cubicBezTo>
                  <a:pt x="4377210" y="7109196"/>
                  <a:pt x="4389282" y="7109196"/>
                  <a:pt x="4396416" y="7102062"/>
                </a:cubicBezTo>
                <a:cubicBezTo>
                  <a:pt x="4403001" y="7095478"/>
                  <a:pt x="4403550" y="7085052"/>
                  <a:pt x="4398062" y="7077370"/>
                </a:cubicBezTo>
                <a:lnTo>
                  <a:pt x="4652124" y="6823309"/>
                </a:lnTo>
                <a:lnTo>
                  <a:pt x="4906734" y="6823309"/>
                </a:lnTo>
                <a:lnTo>
                  <a:pt x="5418150" y="6311892"/>
                </a:lnTo>
                <a:cubicBezTo>
                  <a:pt x="5425282" y="6317380"/>
                  <a:pt x="5436257" y="6316831"/>
                  <a:pt x="5442842" y="6310246"/>
                </a:cubicBezTo>
                <a:cubicBezTo>
                  <a:pt x="5449976" y="6303113"/>
                  <a:pt x="5449976" y="6291041"/>
                  <a:pt x="5442842" y="6283907"/>
                </a:cubicBezTo>
                <a:cubicBezTo>
                  <a:pt x="5439275" y="6280341"/>
                  <a:pt x="5434474" y="6278558"/>
                  <a:pt x="5429672" y="6278558"/>
                </a:cubicBezTo>
                <a:close/>
                <a:moveTo>
                  <a:pt x="2805102" y="6258664"/>
                </a:moveTo>
                <a:cubicBezTo>
                  <a:pt x="2794676" y="6258664"/>
                  <a:pt x="2787542" y="6265798"/>
                  <a:pt x="2786445" y="6275126"/>
                </a:cubicBezTo>
                <a:lnTo>
                  <a:pt x="2083523" y="6275126"/>
                </a:lnTo>
                <a:lnTo>
                  <a:pt x="1833851" y="6524798"/>
                </a:lnTo>
                <a:lnTo>
                  <a:pt x="1705448" y="6524798"/>
                </a:lnTo>
                <a:lnTo>
                  <a:pt x="1361944" y="6868302"/>
                </a:lnTo>
                <a:lnTo>
                  <a:pt x="696884" y="6868302"/>
                </a:lnTo>
                <a:lnTo>
                  <a:pt x="467516" y="7097670"/>
                </a:lnTo>
                <a:lnTo>
                  <a:pt x="37312" y="7097670"/>
                </a:lnTo>
                <a:cubicBezTo>
                  <a:pt x="36216" y="7088342"/>
                  <a:pt x="28534" y="7081209"/>
                  <a:pt x="18656" y="7081209"/>
                </a:cubicBezTo>
                <a:cubicBezTo>
                  <a:pt x="8778" y="7081209"/>
                  <a:pt x="0" y="7089440"/>
                  <a:pt x="0" y="7099866"/>
                </a:cubicBezTo>
                <a:cubicBezTo>
                  <a:pt x="0" y="7110291"/>
                  <a:pt x="8230" y="7118523"/>
                  <a:pt x="18656" y="7118523"/>
                </a:cubicBezTo>
                <a:cubicBezTo>
                  <a:pt x="29082" y="7118523"/>
                  <a:pt x="36216" y="7111389"/>
                  <a:pt x="37312" y="7102060"/>
                </a:cubicBezTo>
                <a:lnTo>
                  <a:pt x="469162" y="7102060"/>
                </a:lnTo>
                <a:lnTo>
                  <a:pt x="698532" y="6872692"/>
                </a:lnTo>
                <a:lnTo>
                  <a:pt x="1363590" y="6872692"/>
                </a:lnTo>
                <a:lnTo>
                  <a:pt x="1707095" y="6529187"/>
                </a:lnTo>
                <a:lnTo>
                  <a:pt x="1835498" y="6529187"/>
                </a:lnTo>
                <a:lnTo>
                  <a:pt x="2085169" y="6279516"/>
                </a:lnTo>
                <a:lnTo>
                  <a:pt x="2786445" y="6279516"/>
                </a:lnTo>
                <a:cubicBezTo>
                  <a:pt x="2787542" y="6288844"/>
                  <a:pt x="2795225" y="6295978"/>
                  <a:pt x="2805102" y="6295978"/>
                </a:cubicBezTo>
                <a:cubicBezTo>
                  <a:pt x="2814979" y="6295978"/>
                  <a:pt x="2823759" y="6287747"/>
                  <a:pt x="2823759" y="6277321"/>
                </a:cubicBezTo>
                <a:cubicBezTo>
                  <a:pt x="2823759" y="6266895"/>
                  <a:pt x="2815528" y="6258664"/>
                  <a:pt x="2805102" y="6258664"/>
                </a:cubicBezTo>
                <a:close/>
                <a:moveTo>
                  <a:pt x="2804554" y="6175257"/>
                </a:moveTo>
                <a:cubicBezTo>
                  <a:pt x="2794128" y="6175257"/>
                  <a:pt x="2786994" y="6182391"/>
                  <a:pt x="2785897" y="6191720"/>
                </a:cubicBezTo>
                <a:lnTo>
                  <a:pt x="2621826" y="6191720"/>
                </a:lnTo>
                <a:cubicBezTo>
                  <a:pt x="2620729" y="6182391"/>
                  <a:pt x="2613047" y="6175257"/>
                  <a:pt x="2603170" y="6175257"/>
                </a:cubicBezTo>
                <a:cubicBezTo>
                  <a:pt x="2593292" y="6175257"/>
                  <a:pt x="2584513" y="6183488"/>
                  <a:pt x="2584513" y="6193914"/>
                </a:cubicBezTo>
                <a:cubicBezTo>
                  <a:pt x="2584513" y="6204340"/>
                  <a:pt x="2592744" y="6212571"/>
                  <a:pt x="2603170" y="6212571"/>
                </a:cubicBezTo>
                <a:cubicBezTo>
                  <a:pt x="2612498" y="6212571"/>
                  <a:pt x="2620729" y="6205437"/>
                  <a:pt x="2621826" y="6196109"/>
                </a:cubicBezTo>
                <a:lnTo>
                  <a:pt x="2785897" y="6196109"/>
                </a:lnTo>
                <a:cubicBezTo>
                  <a:pt x="2786994" y="6205437"/>
                  <a:pt x="2794676" y="6212571"/>
                  <a:pt x="2804554" y="6212571"/>
                </a:cubicBezTo>
                <a:cubicBezTo>
                  <a:pt x="2814430" y="6212571"/>
                  <a:pt x="2823210" y="6204340"/>
                  <a:pt x="2823210" y="6193914"/>
                </a:cubicBezTo>
                <a:cubicBezTo>
                  <a:pt x="2823210" y="6183488"/>
                  <a:pt x="2814979" y="6175257"/>
                  <a:pt x="2804554" y="6175257"/>
                </a:cubicBezTo>
                <a:close/>
                <a:moveTo>
                  <a:pt x="5032942" y="6093636"/>
                </a:moveTo>
                <a:cubicBezTo>
                  <a:pt x="5028140" y="6093636"/>
                  <a:pt x="5023339" y="6095419"/>
                  <a:pt x="5019772" y="6098986"/>
                </a:cubicBezTo>
                <a:cubicBezTo>
                  <a:pt x="5013188" y="6105571"/>
                  <a:pt x="5012639" y="6115997"/>
                  <a:pt x="5018126" y="6123679"/>
                </a:cubicBezTo>
                <a:lnTo>
                  <a:pt x="4240576" y="6901227"/>
                </a:lnTo>
                <a:lnTo>
                  <a:pt x="3982126" y="6901227"/>
                </a:lnTo>
                <a:lnTo>
                  <a:pt x="3452054" y="7431300"/>
                </a:lnTo>
                <a:lnTo>
                  <a:pt x="2989475" y="7431300"/>
                </a:lnTo>
                <a:lnTo>
                  <a:pt x="1999568" y="8421206"/>
                </a:lnTo>
                <a:lnTo>
                  <a:pt x="1184156" y="8421206"/>
                </a:lnTo>
                <a:lnTo>
                  <a:pt x="807180" y="8798184"/>
                </a:lnTo>
                <a:cubicBezTo>
                  <a:pt x="800046" y="8792696"/>
                  <a:pt x="789072" y="8793245"/>
                  <a:pt x="782486" y="8799830"/>
                </a:cubicBezTo>
                <a:cubicBezTo>
                  <a:pt x="775352" y="8806963"/>
                  <a:pt x="775352" y="8819035"/>
                  <a:pt x="782486" y="8826169"/>
                </a:cubicBezTo>
                <a:cubicBezTo>
                  <a:pt x="789620" y="8833301"/>
                  <a:pt x="801692" y="8833301"/>
                  <a:pt x="808826" y="8826169"/>
                </a:cubicBezTo>
                <a:cubicBezTo>
                  <a:pt x="815410" y="8819584"/>
                  <a:pt x="815960" y="8809158"/>
                  <a:pt x="810472" y="8801475"/>
                </a:cubicBezTo>
                <a:lnTo>
                  <a:pt x="1185802" y="8426145"/>
                </a:lnTo>
                <a:lnTo>
                  <a:pt x="2001214" y="8426145"/>
                </a:lnTo>
                <a:lnTo>
                  <a:pt x="2991121" y="7436238"/>
                </a:lnTo>
                <a:lnTo>
                  <a:pt x="3453699" y="7436238"/>
                </a:lnTo>
                <a:lnTo>
                  <a:pt x="3983772" y="6906167"/>
                </a:lnTo>
                <a:lnTo>
                  <a:pt x="4242224" y="6906167"/>
                </a:lnTo>
                <a:lnTo>
                  <a:pt x="5021418" y="6126971"/>
                </a:lnTo>
                <a:cubicBezTo>
                  <a:pt x="5028552" y="6132458"/>
                  <a:pt x="5039526" y="6131910"/>
                  <a:pt x="5046112" y="6125325"/>
                </a:cubicBezTo>
                <a:cubicBezTo>
                  <a:pt x="5053245" y="6118191"/>
                  <a:pt x="5053245" y="6106119"/>
                  <a:pt x="5046112" y="6098986"/>
                </a:cubicBezTo>
                <a:cubicBezTo>
                  <a:pt x="5042545" y="6095419"/>
                  <a:pt x="5037743" y="6093636"/>
                  <a:pt x="5032942" y="6093636"/>
                </a:cubicBezTo>
                <a:close/>
                <a:moveTo>
                  <a:pt x="2804554" y="6091851"/>
                </a:moveTo>
                <a:cubicBezTo>
                  <a:pt x="2794128" y="6091851"/>
                  <a:pt x="2786994" y="6098984"/>
                  <a:pt x="2785897" y="6108312"/>
                </a:cubicBezTo>
                <a:lnTo>
                  <a:pt x="2039076" y="6108312"/>
                </a:lnTo>
                <a:lnTo>
                  <a:pt x="1539184" y="6608204"/>
                </a:lnTo>
                <a:lnTo>
                  <a:pt x="856016" y="6608204"/>
                </a:lnTo>
                <a:lnTo>
                  <a:pt x="609636" y="6854584"/>
                </a:lnTo>
                <a:lnTo>
                  <a:pt x="196444" y="6854584"/>
                </a:lnTo>
                <a:cubicBezTo>
                  <a:pt x="195346" y="6845255"/>
                  <a:pt x="187664" y="6838122"/>
                  <a:pt x="177786" y="6838122"/>
                </a:cubicBezTo>
                <a:cubicBezTo>
                  <a:pt x="167910" y="6838122"/>
                  <a:pt x="159130" y="6846352"/>
                  <a:pt x="159130" y="6856778"/>
                </a:cubicBezTo>
                <a:cubicBezTo>
                  <a:pt x="159130" y="6867204"/>
                  <a:pt x="167360" y="6875435"/>
                  <a:pt x="177786" y="6875435"/>
                </a:cubicBezTo>
                <a:cubicBezTo>
                  <a:pt x="188214" y="6875435"/>
                  <a:pt x="195346" y="6868302"/>
                  <a:pt x="196444" y="6858974"/>
                </a:cubicBezTo>
                <a:lnTo>
                  <a:pt x="611832" y="6858974"/>
                </a:lnTo>
                <a:lnTo>
                  <a:pt x="858212" y="6612594"/>
                </a:lnTo>
                <a:lnTo>
                  <a:pt x="1541379" y="6612594"/>
                </a:lnTo>
                <a:lnTo>
                  <a:pt x="2041271" y="6112703"/>
                </a:lnTo>
                <a:lnTo>
                  <a:pt x="2785897" y="6112703"/>
                </a:lnTo>
                <a:cubicBezTo>
                  <a:pt x="2786994" y="6122031"/>
                  <a:pt x="2794676" y="6129164"/>
                  <a:pt x="2804554" y="6129164"/>
                </a:cubicBezTo>
                <a:cubicBezTo>
                  <a:pt x="2814979" y="6129164"/>
                  <a:pt x="2823210" y="6120934"/>
                  <a:pt x="2823210" y="6110508"/>
                </a:cubicBezTo>
                <a:cubicBezTo>
                  <a:pt x="2823210" y="6100081"/>
                  <a:pt x="2814979" y="6091851"/>
                  <a:pt x="2804554" y="6091851"/>
                </a:cubicBezTo>
                <a:close/>
                <a:moveTo>
                  <a:pt x="3537106" y="6091851"/>
                </a:moveTo>
                <a:cubicBezTo>
                  <a:pt x="3526680" y="6091851"/>
                  <a:pt x="3519548" y="6098984"/>
                  <a:pt x="3518449" y="6108312"/>
                </a:cubicBezTo>
                <a:lnTo>
                  <a:pt x="3354379" y="6108312"/>
                </a:lnTo>
                <a:cubicBezTo>
                  <a:pt x="3353282" y="6098984"/>
                  <a:pt x="3345600" y="6091851"/>
                  <a:pt x="3335723" y="6091851"/>
                </a:cubicBezTo>
                <a:cubicBezTo>
                  <a:pt x="3325846" y="6091851"/>
                  <a:pt x="3317066" y="6100081"/>
                  <a:pt x="3317066" y="6110508"/>
                </a:cubicBezTo>
                <a:cubicBezTo>
                  <a:pt x="3317066" y="6120934"/>
                  <a:pt x="3325297" y="6129164"/>
                  <a:pt x="3335723" y="6129164"/>
                </a:cubicBezTo>
                <a:cubicBezTo>
                  <a:pt x="3345051" y="6129164"/>
                  <a:pt x="3353282" y="6122031"/>
                  <a:pt x="3354379" y="6112703"/>
                </a:cubicBezTo>
                <a:lnTo>
                  <a:pt x="3518449" y="6112703"/>
                </a:lnTo>
                <a:cubicBezTo>
                  <a:pt x="3519548" y="6122031"/>
                  <a:pt x="3527229" y="6129164"/>
                  <a:pt x="3537106" y="6129164"/>
                </a:cubicBezTo>
                <a:cubicBezTo>
                  <a:pt x="3546984" y="6129164"/>
                  <a:pt x="3555763" y="6120934"/>
                  <a:pt x="3555763" y="6110508"/>
                </a:cubicBezTo>
                <a:cubicBezTo>
                  <a:pt x="3555763" y="6100081"/>
                  <a:pt x="3547532" y="6091851"/>
                  <a:pt x="3537106" y="6091851"/>
                </a:cubicBezTo>
                <a:close/>
                <a:moveTo>
                  <a:pt x="12898423" y="6025593"/>
                </a:moveTo>
                <a:cubicBezTo>
                  <a:pt x="12893622" y="6025593"/>
                  <a:pt x="12888820" y="6027377"/>
                  <a:pt x="12885254" y="6030944"/>
                </a:cubicBezTo>
                <a:cubicBezTo>
                  <a:pt x="12878120" y="6038077"/>
                  <a:pt x="12878120" y="6050149"/>
                  <a:pt x="12885254" y="6057283"/>
                </a:cubicBezTo>
                <a:cubicBezTo>
                  <a:pt x="12891838" y="6063867"/>
                  <a:pt x="12902265" y="6064416"/>
                  <a:pt x="12909946" y="6058928"/>
                </a:cubicBezTo>
                <a:lnTo>
                  <a:pt x="12959881" y="6108862"/>
                </a:lnTo>
                <a:lnTo>
                  <a:pt x="12960428" y="6108862"/>
                </a:lnTo>
                <a:cubicBezTo>
                  <a:pt x="12960428" y="6109412"/>
                  <a:pt x="14895795" y="6109412"/>
                  <a:pt x="14895795" y="6109412"/>
                </a:cubicBezTo>
                <a:lnTo>
                  <a:pt x="15247532" y="6461147"/>
                </a:lnTo>
                <a:cubicBezTo>
                  <a:pt x="15242044" y="6468280"/>
                  <a:pt x="15242594" y="6479255"/>
                  <a:pt x="15249178" y="6485840"/>
                </a:cubicBezTo>
                <a:cubicBezTo>
                  <a:pt x="15256311" y="6492973"/>
                  <a:pt x="15268383" y="6492973"/>
                  <a:pt x="15275517" y="6485840"/>
                </a:cubicBezTo>
                <a:cubicBezTo>
                  <a:pt x="15282649" y="6478706"/>
                  <a:pt x="15282649" y="6466634"/>
                  <a:pt x="15275517" y="6459501"/>
                </a:cubicBezTo>
                <a:cubicBezTo>
                  <a:pt x="15268932" y="6452916"/>
                  <a:pt x="15258506" y="6452367"/>
                  <a:pt x="15250825" y="6457855"/>
                </a:cubicBezTo>
                <a:lnTo>
                  <a:pt x="14898539" y="6105571"/>
                </a:lnTo>
                <a:lnTo>
                  <a:pt x="14897992" y="6105571"/>
                </a:lnTo>
                <a:cubicBezTo>
                  <a:pt x="14897992" y="6105022"/>
                  <a:pt x="12962625" y="6105022"/>
                  <a:pt x="12962625" y="6105022"/>
                </a:cubicBezTo>
                <a:lnTo>
                  <a:pt x="12913239" y="6055636"/>
                </a:lnTo>
                <a:cubicBezTo>
                  <a:pt x="12918726" y="6048502"/>
                  <a:pt x="12918177" y="6037528"/>
                  <a:pt x="12911593" y="6030944"/>
                </a:cubicBezTo>
                <a:cubicBezTo>
                  <a:pt x="12908026" y="6027377"/>
                  <a:pt x="12903224" y="6025593"/>
                  <a:pt x="12898423" y="6025593"/>
                </a:cubicBezTo>
                <a:close/>
                <a:moveTo>
                  <a:pt x="2805102" y="6008444"/>
                </a:moveTo>
                <a:cubicBezTo>
                  <a:pt x="2794676" y="6008444"/>
                  <a:pt x="2787542" y="6015577"/>
                  <a:pt x="2786445" y="6024906"/>
                </a:cubicBezTo>
                <a:lnTo>
                  <a:pt x="2018774" y="6024906"/>
                </a:lnTo>
                <a:lnTo>
                  <a:pt x="1510650" y="6533028"/>
                </a:lnTo>
                <a:lnTo>
                  <a:pt x="1277989" y="6533028"/>
                </a:lnTo>
                <a:lnTo>
                  <a:pt x="1184156" y="6439196"/>
                </a:lnTo>
                <a:lnTo>
                  <a:pt x="1183608" y="6439196"/>
                </a:lnTo>
                <a:cubicBezTo>
                  <a:pt x="1183608" y="6438647"/>
                  <a:pt x="931192" y="6438647"/>
                  <a:pt x="931192" y="6438647"/>
                </a:cubicBezTo>
                <a:lnTo>
                  <a:pt x="686458" y="6683380"/>
                </a:lnTo>
                <a:lnTo>
                  <a:pt x="171752" y="6683380"/>
                </a:lnTo>
                <a:lnTo>
                  <a:pt x="32374" y="6822757"/>
                </a:lnTo>
                <a:cubicBezTo>
                  <a:pt x="25240" y="6817270"/>
                  <a:pt x="14266" y="6817819"/>
                  <a:pt x="7682" y="6824403"/>
                </a:cubicBezTo>
                <a:cubicBezTo>
                  <a:pt x="548" y="6831538"/>
                  <a:pt x="548" y="6843609"/>
                  <a:pt x="7682" y="6850743"/>
                </a:cubicBezTo>
                <a:cubicBezTo>
                  <a:pt x="14814" y="6857876"/>
                  <a:pt x="26886" y="6857876"/>
                  <a:pt x="34020" y="6850743"/>
                </a:cubicBezTo>
                <a:lnTo>
                  <a:pt x="34568" y="6850743"/>
                </a:lnTo>
                <a:cubicBezTo>
                  <a:pt x="41154" y="6844158"/>
                  <a:pt x="41702" y="6833732"/>
                  <a:pt x="36216" y="6826050"/>
                </a:cubicBezTo>
                <a:lnTo>
                  <a:pt x="174494" y="6687770"/>
                </a:lnTo>
                <a:lnTo>
                  <a:pt x="688654" y="6687770"/>
                </a:lnTo>
                <a:lnTo>
                  <a:pt x="933388" y="6443037"/>
                </a:lnTo>
                <a:lnTo>
                  <a:pt x="1181412" y="6443037"/>
                </a:lnTo>
                <a:lnTo>
                  <a:pt x="1275245" y="6536870"/>
                </a:lnTo>
                <a:lnTo>
                  <a:pt x="1275794" y="6536870"/>
                </a:lnTo>
                <a:cubicBezTo>
                  <a:pt x="1275794" y="6537419"/>
                  <a:pt x="1512845" y="6537419"/>
                  <a:pt x="1512845" y="6537419"/>
                </a:cubicBezTo>
                <a:lnTo>
                  <a:pt x="2020968" y="6029295"/>
                </a:lnTo>
                <a:lnTo>
                  <a:pt x="2786445" y="6029295"/>
                </a:lnTo>
                <a:cubicBezTo>
                  <a:pt x="2787542" y="6038624"/>
                  <a:pt x="2795225" y="6045757"/>
                  <a:pt x="2805102" y="6045757"/>
                </a:cubicBezTo>
                <a:cubicBezTo>
                  <a:pt x="2814979" y="6045757"/>
                  <a:pt x="2823759" y="6037526"/>
                  <a:pt x="2823759" y="6027101"/>
                </a:cubicBezTo>
                <a:cubicBezTo>
                  <a:pt x="2823759" y="6016675"/>
                  <a:pt x="2815528" y="6008444"/>
                  <a:pt x="2805102" y="6008444"/>
                </a:cubicBezTo>
                <a:close/>
                <a:moveTo>
                  <a:pt x="4046876" y="6008444"/>
                </a:moveTo>
                <a:cubicBezTo>
                  <a:pt x="4036450" y="6008444"/>
                  <a:pt x="4029316" y="6015577"/>
                  <a:pt x="4028219" y="6024906"/>
                </a:cubicBezTo>
                <a:lnTo>
                  <a:pt x="3354379" y="6024906"/>
                </a:lnTo>
                <a:cubicBezTo>
                  <a:pt x="3353282" y="6015577"/>
                  <a:pt x="3345600" y="6008444"/>
                  <a:pt x="3335723" y="6008444"/>
                </a:cubicBezTo>
                <a:cubicBezTo>
                  <a:pt x="3325846" y="6008444"/>
                  <a:pt x="3317066" y="6016675"/>
                  <a:pt x="3317066" y="6027101"/>
                </a:cubicBezTo>
                <a:cubicBezTo>
                  <a:pt x="3317066" y="6037526"/>
                  <a:pt x="3325297" y="6045757"/>
                  <a:pt x="3335723" y="6045757"/>
                </a:cubicBezTo>
                <a:cubicBezTo>
                  <a:pt x="3345051" y="6045757"/>
                  <a:pt x="3353282" y="6038624"/>
                  <a:pt x="3354379" y="6029295"/>
                </a:cubicBezTo>
                <a:lnTo>
                  <a:pt x="4028219" y="6029295"/>
                </a:lnTo>
                <a:cubicBezTo>
                  <a:pt x="4029316" y="6038624"/>
                  <a:pt x="4036998" y="6045757"/>
                  <a:pt x="4046876" y="6045757"/>
                </a:cubicBezTo>
                <a:cubicBezTo>
                  <a:pt x="4056752" y="6045757"/>
                  <a:pt x="4065533" y="6037526"/>
                  <a:pt x="4065533" y="6027101"/>
                </a:cubicBezTo>
                <a:cubicBezTo>
                  <a:pt x="4065533" y="6016675"/>
                  <a:pt x="4057302" y="6008444"/>
                  <a:pt x="4046876" y="6008444"/>
                </a:cubicBezTo>
                <a:close/>
                <a:moveTo>
                  <a:pt x="2804004" y="5926136"/>
                </a:moveTo>
                <a:cubicBezTo>
                  <a:pt x="2793579" y="5926136"/>
                  <a:pt x="2786445" y="5933270"/>
                  <a:pt x="2785348" y="5942599"/>
                </a:cubicBezTo>
                <a:lnTo>
                  <a:pt x="1992983" y="5942599"/>
                </a:lnTo>
                <a:lnTo>
                  <a:pt x="1601739" y="6333841"/>
                </a:lnTo>
                <a:lnTo>
                  <a:pt x="932838" y="6333841"/>
                </a:lnTo>
                <a:lnTo>
                  <a:pt x="706762" y="6559919"/>
                </a:lnTo>
                <a:lnTo>
                  <a:pt x="441726" y="6559919"/>
                </a:lnTo>
                <a:cubicBezTo>
                  <a:pt x="440628" y="6550590"/>
                  <a:pt x="432946" y="6543456"/>
                  <a:pt x="423070" y="6543456"/>
                </a:cubicBezTo>
                <a:cubicBezTo>
                  <a:pt x="413192" y="6543456"/>
                  <a:pt x="404412" y="6551687"/>
                  <a:pt x="404412" y="6562113"/>
                </a:cubicBezTo>
                <a:cubicBezTo>
                  <a:pt x="404412" y="6572539"/>
                  <a:pt x="412644" y="6580770"/>
                  <a:pt x="423070" y="6580770"/>
                </a:cubicBezTo>
                <a:cubicBezTo>
                  <a:pt x="433494" y="6580770"/>
                  <a:pt x="440628" y="6573636"/>
                  <a:pt x="441726" y="6564307"/>
                </a:cubicBezTo>
                <a:lnTo>
                  <a:pt x="708958" y="6564307"/>
                </a:lnTo>
                <a:lnTo>
                  <a:pt x="935034" y="6338232"/>
                </a:lnTo>
                <a:lnTo>
                  <a:pt x="1603934" y="6338232"/>
                </a:lnTo>
                <a:lnTo>
                  <a:pt x="1995178" y="5946987"/>
                </a:lnTo>
                <a:lnTo>
                  <a:pt x="2785348" y="5946987"/>
                </a:lnTo>
                <a:cubicBezTo>
                  <a:pt x="2786445" y="5956316"/>
                  <a:pt x="2794127" y="5963450"/>
                  <a:pt x="2804004" y="5963450"/>
                </a:cubicBezTo>
                <a:cubicBezTo>
                  <a:pt x="2813881" y="5963450"/>
                  <a:pt x="2822662" y="5955218"/>
                  <a:pt x="2822662" y="5944793"/>
                </a:cubicBezTo>
                <a:cubicBezTo>
                  <a:pt x="2822662" y="5934367"/>
                  <a:pt x="2814430" y="5926136"/>
                  <a:pt x="2804004" y="5926136"/>
                </a:cubicBezTo>
                <a:close/>
                <a:moveTo>
                  <a:pt x="11466789" y="5863170"/>
                </a:moveTo>
                <a:cubicBezTo>
                  <a:pt x="11461988" y="5863170"/>
                  <a:pt x="11457187" y="5864953"/>
                  <a:pt x="11453620" y="5868520"/>
                </a:cubicBezTo>
                <a:cubicBezTo>
                  <a:pt x="11446487" y="5875653"/>
                  <a:pt x="11446487" y="5887725"/>
                  <a:pt x="11453620" y="5894858"/>
                </a:cubicBezTo>
                <a:cubicBezTo>
                  <a:pt x="11460204" y="5901444"/>
                  <a:pt x="11470629" y="5901992"/>
                  <a:pt x="11478312" y="5896505"/>
                </a:cubicBezTo>
                <a:lnTo>
                  <a:pt x="11798770" y="6216962"/>
                </a:lnTo>
                <a:lnTo>
                  <a:pt x="11799319" y="6216962"/>
                </a:lnTo>
                <a:cubicBezTo>
                  <a:pt x="11799319" y="6217512"/>
                  <a:pt x="12278359" y="6217512"/>
                  <a:pt x="12278359" y="6217512"/>
                </a:cubicBezTo>
                <a:lnTo>
                  <a:pt x="12570284" y="6509985"/>
                </a:lnTo>
                <a:lnTo>
                  <a:pt x="12570831" y="6509985"/>
                </a:lnTo>
                <a:cubicBezTo>
                  <a:pt x="12570831" y="6510533"/>
                  <a:pt x="13854309" y="6510533"/>
                  <a:pt x="13854309" y="6510533"/>
                </a:cubicBezTo>
                <a:lnTo>
                  <a:pt x="14513881" y="7170105"/>
                </a:lnTo>
                <a:lnTo>
                  <a:pt x="14514429" y="7170105"/>
                </a:lnTo>
                <a:cubicBezTo>
                  <a:pt x="14514429" y="7170654"/>
                  <a:pt x="15260152" y="7170654"/>
                  <a:pt x="15260152" y="7170654"/>
                </a:cubicBezTo>
                <a:lnTo>
                  <a:pt x="15528481" y="6902325"/>
                </a:lnTo>
                <a:lnTo>
                  <a:pt x="15694745" y="6902325"/>
                </a:lnTo>
                <a:cubicBezTo>
                  <a:pt x="15695843" y="6911653"/>
                  <a:pt x="15703526" y="6918787"/>
                  <a:pt x="15713402" y="6918787"/>
                </a:cubicBezTo>
                <a:cubicBezTo>
                  <a:pt x="15723280" y="6918787"/>
                  <a:pt x="15732060" y="6910556"/>
                  <a:pt x="15732060" y="6900130"/>
                </a:cubicBezTo>
                <a:cubicBezTo>
                  <a:pt x="15732060" y="6889704"/>
                  <a:pt x="15723828" y="6881473"/>
                  <a:pt x="15713402" y="6881473"/>
                </a:cubicBezTo>
                <a:lnTo>
                  <a:pt x="15712305" y="6880925"/>
                </a:lnTo>
                <a:cubicBezTo>
                  <a:pt x="15702977" y="6880925"/>
                  <a:pt x="15694745" y="6888057"/>
                  <a:pt x="15693648" y="6897386"/>
                </a:cubicBezTo>
                <a:lnTo>
                  <a:pt x="15525737" y="6897386"/>
                </a:lnTo>
                <a:lnTo>
                  <a:pt x="15257409" y="7165715"/>
                </a:lnTo>
                <a:lnTo>
                  <a:pt x="14516076" y="7165715"/>
                </a:lnTo>
                <a:lnTo>
                  <a:pt x="13856504" y="6506142"/>
                </a:lnTo>
                <a:lnTo>
                  <a:pt x="13855954" y="6506142"/>
                </a:lnTo>
                <a:cubicBezTo>
                  <a:pt x="13855954" y="6505594"/>
                  <a:pt x="12572478" y="6505594"/>
                  <a:pt x="12572478" y="6505594"/>
                </a:cubicBezTo>
                <a:lnTo>
                  <a:pt x="12280554" y="6213121"/>
                </a:lnTo>
                <a:lnTo>
                  <a:pt x="12280005" y="6213121"/>
                </a:lnTo>
                <a:cubicBezTo>
                  <a:pt x="12280005" y="6212573"/>
                  <a:pt x="11800964" y="6212573"/>
                  <a:pt x="11800964" y="6212573"/>
                </a:cubicBezTo>
                <a:lnTo>
                  <a:pt x="11481604" y="5893212"/>
                </a:lnTo>
                <a:cubicBezTo>
                  <a:pt x="11487092" y="5886079"/>
                  <a:pt x="11486544" y="5875104"/>
                  <a:pt x="11479958" y="5868520"/>
                </a:cubicBezTo>
                <a:cubicBezTo>
                  <a:pt x="11476392" y="5864953"/>
                  <a:pt x="11471591" y="5863170"/>
                  <a:pt x="11466789" y="5863170"/>
                </a:cubicBezTo>
                <a:close/>
                <a:moveTo>
                  <a:pt x="10306776" y="5831892"/>
                </a:moveTo>
                <a:cubicBezTo>
                  <a:pt x="10301974" y="5831892"/>
                  <a:pt x="10297173" y="5833675"/>
                  <a:pt x="10293606" y="5837242"/>
                </a:cubicBezTo>
                <a:cubicBezTo>
                  <a:pt x="10286473" y="5844375"/>
                  <a:pt x="10286473" y="5856447"/>
                  <a:pt x="10293606" y="5863581"/>
                </a:cubicBezTo>
                <a:cubicBezTo>
                  <a:pt x="10300191" y="5870166"/>
                  <a:pt x="10310617" y="5870715"/>
                  <a:pt x="10318299" y="5865227"/>
                </a:cubicBezTo>
                <a:lnTo>
                  <a:pt x="11084873" y="6631802"/>
                </a:lnTo>
                <a:lnTo>
                  <a:pt x="11085422" y="6631802"/>
                </a:lnTo>
                <a:cubicBezTo>
                  <a:pt x="11085422" y="6632351"/>
                  <a:pt x="11608362" y="6632351"/>
                  <a:pt x="11608362" y="6632351"/>
                </a:cubicBezTo>
                <a:lnTo>
                  <a:pt x="12314575" y="7338565"/>
                </a:lnTo>
                <a:lnTo>
                  <a:pt x="12315125" y="7338565"/>
                </a:lnTo>
                <a:cubicBezTo>
                  <a:pt x="12315125" y="7339114"/>
                  <a:pt x="12698685" y="7339114"/>
                  <a:pt x="12698685" y="7339114"/>
                </a:cubicBezTo>
                <a:lnTo>
                  <a:pt x="13217234" y="7857663"/>
                </a:lnTo>
                <a:lnTo>
                  <a:pt x="13217784" y="7857663"/>
                </a:lnTo>
                <a:cubicBezTo>
                  <a:pt x="13217784" y="7858211"/>
                  <a:pt x="14276830" y="7858211"/>
                  <a:pt x="14276830" y="7858211"/>
                </a:cubicBezTo>
                <a:lnTo>
                  <a:pt x="15188818" y="8770198"/>
                </a:lnTo>
                <a:cubicBezTo>
                  <a:pt x="15183331" y="8777332"/>
                  <a:pt x="15183878" y="8788306"/>
                  <a:pt x="15190464" y="8794890"/>
                </a:cubicBezTo>
                <a:cubicBezTo>
                  <a:pt x="15197597" y="8802024"/>
                  <a:pt x="15209670" y="8802024"/>
                  <a:pt x="15216802" y="8794890"/>
                </a:cubicBezTo>
                <a:cubicBezTo>
                  <a:pt x="15223936" y="8787758"/>
                  <a:pt x="15223936" y="8775685"/>
                  <a:pt x="15216802" y="8768552"/>
                </a:cubicBezTo>
                <a:cubicBezTo>
                  <a:pt x="15210217" y="8761966"/>
                  <a:pt x="15199792" y="8761418"/>
                  <a:pt x="15192109" y="8766906"/>
                </a:cubicBezTo>
                <a:lnTo>
                  <a:pt x="14279574" y="7854370"/>
                </a:lnTo>
                <a:lnTo>
                  <a:pt x="14279025" y="7854370"/>
                </a:lnTo>
                <a:cubicBezTo>
                  <a:pt x="14279025" y="7853821"/>
                  <a:pt x="13219978" y="7853821"/>
                  <a:pt x="13219978" y="7853821"/>
                </a:cubicBezTo>
                <a:lnTo>
                  <a:pt x="12701429" y="7335272"/>
                </a:lnTo>
                <a:lnTo>
                  <a:pt x="12700880" y="7335272"/>
                </a:lnTo>
                <a:cubicBezTo>
                  <a:pt x="12700880" y="7334723"/>
                  <a:pt x="12317319" y="7334723"/>
                  <a:pt x="12317319" y="7334723"/>
                </a:cubicBezTo>
                <a:lnTo>
                  <a:pt x="11611104" y="6628510"/>
                </a:lnTo>
                <a:lnTo>
                  <a:pt x="11610556" y="6628510"/>
                </a:lnTo>
                <a:cubicBezTo>
                  <a:pt x="11610556" y="6627961"/>
                  <a:pt x="11087617" y="6627961"/>
                  <a:pt x="11087617" y="6627961"/>
                </a:cubicBezTo>
                <a:lnTo>
                  <a:pt x="10321592" y="5861935"/>
                </a:lnTo>
                <a:cubicBezTo>
                  <a:pt x="10327079" y="5854801"/>
                  <a:pt x="10326529" y="5843827"/>
                  <a:pt x="10319945" y="5837242"/>
                </a:cubicBezTo>
                <a:cubicBezTo>
                  <a:pt x="10316378" y="5833675"/>
                  <a:pt x="10311577" y="5831892"/>
                  <a:pt x="10306776" y="5831892"/>
                </a:cubicBezTo>
                <a:close/>
                <a:moveTo>
                  <a:pt x="8942636" y="5819683"/>
                </a:moveTo>
                <a:cubicBezTo>
                  <a:pt x="8932210" y="5819683"/>
                  <a:pt x="8923979" y="5827914"/>
                  <a:pt x="8923979" y="5838340"/>
                </a:cubicBezTo>
                <a:cubicBezTo>
                  <a:pt x="8923979" y="5848766"/>
                  <a:pt x="8931112" y="5855899"/>
                  <a:pt x="8940440" y="5856997"/>
                </a:cubicBezTo>
                <a:lnTo>
                  <a:pt x="8940440" y="6048502"/>
                </a:lnTo>
                <a:lnTo>
                  <a:pt x="9310833" y="6418895"/>
                </a:lnTo>
                <a:lnTo>
                  <a:pt x="9310833" y="6624667"/>
                </a:lnTo>
                <a:cubicBezTo>
                  <a:pt x="9301504" y="6625766"/>
                  <a:pt x="9294370" y="6633448"/>
                  <a:pt x="9294370" y="6643325"/>
                </a:cubicBezTo>
                <a:cubicBezTo>
                  <a:pt x="9294370" y="6653202"/>
                  <a:pt x="9302601" y="6661982"/>
                  <a:pt x="9313027" y="6661982"/>
                </a:cubicBezTo>
                <a:cubicBezTo>
                  <a:pt x="9323453" y="6661982"/>
                  <a:pt x="9331684" y="6653750"/>
                  <a:pt x="9331684" y="6643325"/>
                </a:cubicBezTo>
                <a:cubicBezTo>
                  <a:pt x="9331684" y="6632899"/>
                  <a:pt x="9324550" y="6625766"/>
                  <a:pt x="9315223" y="6624667"/>
                </a:cubicBezTo>
                <a:lnTo>
                  <a:pt x="9315223" y="6416700"/>
                </a:lnTo>
                <a:lnTo>
                  <a:pt x="8944831" y="6046308"/>
                </a:lnTo>
                <a:lnTo>
                  <a:pt x="8944831" y="5856997"/>
                </a:lnTo>
                <a:cubicBezTo>
                  <a:pt x="8954159" y="5855899"/>
                  <a:pt x="8961292" y="5848216"/>
                  <a:pt x="8961292" y="5838340"/>
                </a:cubicBezTo>
                <a:cubicBezTo>
                  <a:pt x="8961292" y="5828462"/>
                  <a:pt x="8953062" y="5819683"/>
                  <a:pt x="8942636" y="5819683"/>
                </a:cubicBezTo>
                <a:close/>
                <a:moveTo>
                  <a:pt x="11741153" y="5795127"/>
                </a:moveTo>
                <a:cubicBezTo>
                  <a:pt x="11736352" y="5795127"/>
                  <a:pt x="11731550" y="5796911"/>
                  <a:pt x="11727985" y="5800478"/>
                </a:cubicBezTo>
                <a:cubicBezTo>
                  <a:pt x="11720851" y="5807611"/>
                  <a:pt x="11720851" y="5819683"/>
                  <a:pt x="11727985" y="5826817"/>
                </a:cubicBezTo>
                <a:cubicBezTo>
                  <a:pt x="11734569" y="5833401"/>
                  <a:pt x="11744994" y="5833949"/>
                  <a:pt x="11752677" y="5828462"/>
                </a:cubicBezTo>
                <a:lnTo>
                  <a:pt x="11802611" y="5878396"/>
                </a:lnTo>
                <a:lnTo>
                  <a:pt x="11803160" y="5878396"/>
                </a:lnTo>
                <a:cubicBezTo>
                  <a:pt x="11803160" y="5878946"/>
                  <a:pt x="12455050" y="5878946"/>
                  <a:pt x="12455050" y="5878946"/>
                </a:cubicBezTo>
                <a:lnTo>
                  <a:pt x="12555466" y="5979363"/>
                </a:lnTo>
                <a:lnTo>
                  <a:pt x="12556016" y="5979363"/>
                </a:lnTo>
                <a:cubicBezTo>
                  <a:pt x="12556016" y="5979911"/>
                  <a:pt x="12677833" y="5979911"/>
                  <a:pt x="12677833" y="5979911"/>
                </a:cubicBezTo>
                <a:cubicBezTo>
                  <a:pt x="12678930" y="5989240"/>
                  <a:pt x="12686613" y="5996373"/>
                  <a:pt x="12696491" y="5996373"/>
                </a:cubicBezTo>
                <a:cubicBezTo>
                  <a:pt x="12706367" y="5996373"/>
                  <a:pt x="12715147" y="5988142"/>
                  <a:pt x="12715147" y="5977717"/>
                </a:cubicBezTo>
                <a:cubicBezTo>
                  <a:pt x="12715147" y="5967291"/>
                  <a:pt x="12706916" y="5959060"/>
                  <a:pt x="12696491" y="5959060"/>
                </a:cubicBezTo>
                <a:cubicBezTo>
                  <a:pt x="12686064" y="5959060"/>
                  <a:pt x="12678930" y="5966193"/>
                  <a:pt x="12677833" y="5975522"/>
                </a:cubicBezTo>
                <a:lnTo>
                  <a:pt x="12558210" y="5975522"/>
                </a:lnTo>
                <a:lnTo>
                  <a:pt x="12457794" y="5875104"/>
                </a:lnTo>
                <a:lnTo>
                  <a:pt x="12457245" y="5875104"/>
                </a:lnTo>
                <a:cubicBezTo>
                  <a:pt x="12457245" y="5874555"/>
                  <a:pt x="11805354" y="5874555"/>
                  <a:pt x="11805354" y="5874555"/>
                </a:cubicBezTo>
                <a:lnTo>
                  <a:pt x="11755968" y="5825170"/>
                </a:lnTo>
                <a:cubicBezTo>
                  <a:pt x="11761456" y="5818036"/>
                  <a:pt x="11760908" y="5807062"/>
                  <a:pt x="11754323" y="5800478"/>
                </a:cubicBezTo>
                <a:cubicBezTo>
                  <a:pt x="11750757" y="5796911"/>
                  <a:pt x="11745955" y="5795127"/>
                  <a:pt x="11741153" y="5795127"/>
                </a:cubicBezTo>
                <a:close/>
                <a:moveTo>
                  <a:pt x="4557194" y="5784150"/>
                </a:moveTo>
                <a:cubicBezTo>
                  <a:pt x="4552392" y="5784150"/>
                  <a:pt x="4547591" y="5785934"/>
                  <a:pt x="4544024" y="5789500"/>
                </a:cubicBezTo>
                <a:lnTo>
                  <a:pt x="4543476" y="5789500"/>
                </a:lnTo>
                <a:cubicBezTo>
                  <a:pt x="4536890" y="5796085"/>
                  <a:pt x="4536342" y="5806512"/>
                  <a:pt x="4541829" y="5814194"/>
                </a:cubicBezTo>
                <a:lnTo>
                  <a:pt x="4081446" y="6275126"/>
                </a:lnTo>
                <a:lnTo>
                  <a:pt x="3354379" y="6275126"/>
                </a:lnTo>
                <a:cubicBezTo>
                  <a:pt x="3353282" y="6265798"/>
                  <a:pt x="3345600" y="6258664"/>
                  <a:pt x="3335723" y="6258664"/>
                </a:cubicBezTo>
                <a:cubicBezTo>
                  <a:pt x="3325846" y="6258664"/>
                  <a:pt x="3317066" y="6266895"/>
                  <a:pt x="3317066" y="6277321"/>
                </a:cubicBezTo>
                <a:cubicBezTo>
                  <a:pt x="3317066" y="6287747"/>
                  <a:pt x="3325297" y="6295978"/>
                  <a:pt x="3335723" y="6295978"/>
                </a:cubicBezTo>
                <a:cubicBezTo>
                  <a:pt x="3346148" y="6295978"/>
                  <a:pt x="3353282" y="6288844"/>
                  <a:pt x="3354379" y="6279516"/>
                </a:cubicBezTo>
                <a:lnTo>
                  <a:pt x="4083641" y="6279516"/>
                </a:lnTo>
                <a:lnTo>
                  <a:pt x="4545670" y="5817486"/>
                </a:lnTo>
                <a:cubicBezTo>
                  <a:pt x="4552804" y="5822973"/>
                  <a:pt x="4563778" y="5822424"/>
                  <a:pt x="4570363" y="5815840"/>
                </a:cubicBezTo>
                <a:cubicBezTo>
                  <a:pt x="4577497" y="5808707"/>
                  <a:pt x="4577497" y="5796635"/>
                  <a:pt x="4570363" y="5789500"/>
                </a:cubicBezTo>
                <a:cubicBezTo>
                  <a:pt x="4566796" y="5785934"/>
                  <a:pt x="4561995" y="5784150"/>
                  <a:pt x="4557194" y="5784150"/>
                </a:cubicBezTo>
                <a:close/>
                <a:moveTo>
                  <a:pt x="10997625" y="5764947"/>
                </a:moveTo>
                <a:cubicBezTo>
                  <a:pt x="10992824" y="5764947"/>
                  <a:pt x="10988023" y="5766730"/>
                  <a:pt x="10984456" y="5770298"/>
                </a:cubicBezTo>
                <a:cubicBezTo>
                  <a:pt x="10977323" y="5777431"/>
                  <a:pt x="10977323" y="5789503"/>
                  <a:pt x="10984456" y="5796637"/>
                </a:cubicBezTo>
                <a:cubicBezTo>
                  <a:pt x="10991041" y="5803221"/>
                  <a:pt x="11001467" y="5803769"/>
                  <a:pt x="11009149" y="5798282"/>
                </a:cubicBezTo>
                <a:lnTo>
                  <a:pt x="11105724" y="5894858"/>
                </a:lnTo>
                <a:lnTo>
                  <a:pt x="11105724" y="6118191"/>
                </a:lnTo>
                <a:lnTo>
                  <a:pt x="11291745" y="6304211"/>
                </a:lnTo>
                <a:cubicBezTo>
                  <a:pt x="11286257" y="6311344"/>
                  <a:pt x="11286806" y="6322318"/>
                  <a:pt x="11293390" y="6328903"/>
                </a:cubicBezTo>
                <a:cubicBezTo>
                  <a:pt x="11300523" y="6336037"/>
                  <a:pt x="11312595" y="6336037"/>
                  <a:pt x="11319729" y="6328903"/>
                </a:cubicBezTo>
                <a:cubicBezTo>
                  <a:pt x="11326863" y="6321770"/>
                  <a:pt x="11326863" y="6309698"/>
                  <a:pt x="11319729" y="6302564"/>
                </a:cubicBezTo>
                <a:cubicBezTo>
                  <a:pt x="11313145" y="6295980"/>
                  <a:pt x="11302720" y="6295431"/>
                  <a:pt x="11295037" y="6300917"/>
                </a:cubicBezTo>
                <a:lnTo>
                  <a:pt x="11110115" y="6115997"/>
                </a:lnTo>
                <a:lnTo>
                  <a:pt x="11110115" y="5892664"/>
                </a:lnTo>
                <a:lnTo>
                  <a:pt x="11012441" y="5794990"/>
                </a:lnTo>
                <a:cubicBezTo>
                  <a:pt x="11017928" y="5787856"/>
                  <a:pt x="11017380" y="5776882"/>
                  <a:pt x="11010795" y="5770298"/>
                </a:cubicBezTo>
                <a:cubicBezTo>
                  <a:pt x="11007228" y="5766730"/>
                  <a:pt x="11002427" y="5764947"/>
                  <a:pt x="10997625" y="5764947"/>
                </a:cubicBezTo>
                <a:close/>
                <a:moveTo>
                  <a:pt x="9271873" y="5704998"/>
                </a:moveTo>
                <a:cubicBezTo>
                  <a:pt x="9261995" y="5704998"/>
                  <a:pt x="9253216" y="5713229"/>
                  <a:pt x="9253216" y="5723655"/>
                </a:cubicBezTo>
                <a:cubicBezTo>
                  <a:pt x="9253216" y="5734081"/>
                  <a:pt x="9261446" y="5742312"/>
                  <a:pt x="9271873" y="5742312"/>
                </a:cubicBezTo>
                <a:cubicBezTo>
                  <a:pt x="9282299" y="5742312"/>
                  <a:pt x="9289432" y="5735178"/>
                  <a:pt x="9290529" y="5725850"/>
                </a:cubicBezTo>
                <a:lnTo>
                  <a:pt x="9462830" y="5725850"/>
                </a:lnTo>
                <a:lnTo>
                  <a:pt x="10563033" y="6826051"/>
                </a:lnTo>
                <a:lnTo>
                  <a:pt x="10563581" y="6826051"/>
                </a:lnTo>
                <a:cubicBezTo>
                  <a:pt x="10563581" y="6826600"/>
                  <a:pt x="11033842" y="6826600"/>
                  <a:pt x="11033842" y="6826600"/>
                </a:cubicBezTo>
                <a:lnTo>
                  <a:pt x="11462948" y="7255706"/>
                </a:lnTo>
                <a:lnTo>
                  <a:pt x="11462948" y="7500440"/>
                </a:lnTo>
                <a:lnTo>
                  <a:pt x="12370546" y="8408036"/>
                </a:lnTo>
                <a:lnTo>
                  <a:pt x="12370546" y="8759772"/>
                </a:lnTo>
                <a:cubicBezTo>
                  <a:pt x="12361217" y="8760869"/>
                  <a:pt x="12354083" y="8768552"/>
                  <a:pt x="12354083" y="8778429"/>
                </a:cubicBezTo>
                <a:cubicBezTo>
                  <a:pt x="12354083" y="8788306"/>
                  <a:pt x="12362314" y="8797086"/>
                  <a:pt x="12372741" y="8797086"/>
                </a:cubicBezTo>
                <a:cubicBezTo>
                  <a:pt x="12383166" y="8797086"/>
                  <a:pt x="12391397" y="8788855"/>
                  <a:pt x="12391397" y="8778429"/>
                </a:cubicBezTo>
                <a:cubicBezTo>
                  <a:pt x="12391397" y="8768004"/>
                  <a:pt x="12384263" y="8760869"/>
                  <a:pt x="12374935" y="8759772"/>
                </a:cubicBezTo>
                <a:lnTo>
                  <a:pt x="12374935" y="8406391"/>
                </a:lnTo>
                <a:lnTo>
                  <a:pt x="11467338" y="7498793"/>
                </a:lnTo>
                <a:lnTo>
                  <a:pt x="11467338" y="7254060"/>
                </a:lnTo>
                <a:lnTo>
                  <a:pt x="11036585" y="6822760"/>
                </a:lnTo>
                <a:lnTo>
                  <a:pt x="11036036" y="6822760"/>
                </a:lnTo>
                <a:cubicBezTo>
                  <a:pt x="11036036" y="6822210"/>
                  <a:pt x="10565777" y="6822210"/>
                  <a:pt x="10565777" y="6822210"/>
                </a:cubicBezTo>
                <a:lnTo>
                  <a:pt x="9465574" y="5722009"/>
                </a:lnTo>
                <a:lnTo>
                  <a:pt x="9465025" y="5722009"/>
                </a:lnTo>
                <a:cubicBezTo>
                  <a:pt x="9465025" y="5721460"/>
                  <a:pt x="9290529" y="5721460"/>
                  <a:pt x="9290529" y="5721460"/>
                </a:cubicBezTo>
                <a:cubicBezTo>
                  <a:pt x="9289432" y="5712132"/>
                  <a:pt x="9281750" y="5704998"/>
                  <a:pt x="9271873" y="5704998"/>
                </a:cubicBezTo>
                <a:close/>
                <a:moveTo>
                  <a:pt x="2945028" y="5666586"/>
                </a:moveTo>
                <a:cubicBezTo>
                  <a:pt x="2934602" y="5666586"/>
                  <a:pt x="2926371" y="5674817"/>
                  <a:pt x="2926371" y="5685243"/>
                </a:cubicBezTo>
                <a:cubicBezTo>
                  <a:pt x="2926371" y="5695669"/>
                  <a:pt x="2933505" y="5702801"/>
                  <a:pt x="2942832" y="5703899"/>
                </a:cubicBezTo>
                <a:lnTo>
                  <a:pt x="2942832" y="5867970"/>
                </a:lnTo>
                <a:cubicBezTo>
                  <a:pt x="2933505" y="5869067"/>
                  <a:pt x="2926371" y="5876749"/>
                  <a:pt x="2926371" y="5886626"/>
                </a:cubicBezTo>
                <a:cubicBezTo>
                  <a:pt x="2926371" y="5897052"/>
                  <a:pt x="2934602" y="5905282"/>
                  <a:pt x="2945028" y="5905282"/>
                </a:cubicBezTo>
                <a:cubicBezTo>
                  <a:pt x="2955454" y="5905282"/>
                  <a:pt x="2963685" y="5897052"/>
                  <a:pt x="2963685" y="5886626"/>
                </a:cubicBezTo>
                <a:cubicBezTo>
                  <a:pt x="2963685" y="5876201"/>
                  <a:pt x="2956551" y="5869067"/>
                  <a:pt x="2947223" y="5867970"/>
                </a:cubicBezTo>
                <a:lnTo>
                  <a:pt x="2947223" y="5703899"/>
                </a:lnTo>
                <a:cubicBezTo>
                  <a:pt x="2956551" y="5702801"/>
                  <a:pt x="2963685" y="5695120"/>
                  <a:pt x="2963685" y="5685243"/>
                </a:cubicBezTo>
                <a:cubicBezTo>
                  <a:pt x="2963685" y="5675365"/>
                  <a:pt x="2955454" y="5666586"/>
                  <a:pt x="2945028" y="5666586"/>
                </a:cubicBezTo>
                <a:close/>
                <a:moveTo>
                  <a:pt x="6933738" y="5600191"/>
                </a:moveTo>
                <a:lnTo>
                  <a:pt x="6928800" y="5600191"/>
                </a:lnTo>
                <a:lnTo>
                  <a:pt x="6928800" y="5827365"/>
                </a:lnTo>
                <a:lnTo>
                  <a:pt x="6482684" y="6273481"/>
                </a:lnTo>
                <a:lnTo>
                  <a:pt x="6035469" y="6273481"/>
                </a:lnTo>
                <a:lnTo>
                  <a:pt x="4939658" y="7369294"/>
                </a:lnTo>
                <a:lnTo>
                  <a:pt x="4939658" y="8352616"/>
                </a:lnTo>
                <a:lnTo>
                  <a:pt x="4530855" y="8761418"/>
                </a:lnTo>
                <a:cubicBezTo>
                  <a:pt x="4523722" y="8755931"/>
                  <a:pt x="4512747" y="8756480"/>
                  <a:pt x="4506162" y="8763065"/>
                </a:cubicBezTo>
                <a:cubicBezTo>
                  <a:pt x="4499028" y="8770198"/>
                  <a:pt x="4499028" y="8782270"/>
                  <a:pt x="4506162" y="8789404"/>
                </a:cubicBezTo>
                <a:cubicBezTo>
                  <a:pt x="4513296" y="8796537"/>
                  <a:pt x="4525367" y="8796537"/>
                  <a:pt x="4532501" y="8789404"/>
                </a:cubicBezTo>
                <a:cubicBezTo>
                  <a:pt x="4539086" y="8782819"/>
                  <a:pt x="4539634" y="8772392"/>
                  <a:pt x="4534146" y="8764710"/>
                </a:cubicBezTo>
                <a:lnTo>
                  <a:pt x="4944596" y="8354261"/>
                </a:lnTo>
                <a:lnTo>
                  <a:pt x="4944596" y="7371489"/>
                </a:lnTo>
                <a:lnTo>
                  <a:pt x="6037116" y="6278969"/>
                </a:lnTo>
                <a:lnTo>
                  <a:pt x="6484330" y="6278969"/>
                </a:lnTo>
                <a:lnTo>
                  <a:pt x="6933738" y="5829560"/>
                </a:lnTo>
                <a:close/>
                <a:moveTo>
                  <a:pt x="7517587" y="5600191"/>
                </a:moveTo>
                <a:lnTo>
                  <a:pt x="7512648" y="5600191"/>
                </a:lnTo>
                <a:lnTo>
                  <a:pt x="7512648" y="6661982"/>
                </a:lnTo>
                <a:lnTo>
                  <a:pt x="7355162" y="6819466"/>
                </a:lnTo>
                <a:lnTo>
                  <a:pt x="7355162" y="6975306"/>
                </a:lnTo>
                <a:lnTo>
                  <a:pt x="6702174" y="7628293"/>
                </a:lnTo>
                <a:lnTo>
                  <a:pt x="6702174" y="8766357"/>
                </a:lnTo>
                <a:cubicBezTo>
                  <a:pt x="6692846" y="8767454"/>
                  <a:pt x="6685713" y="8775136"/>
                  <a:pt x="6685713" y="8785014"/>
                </a:cubicBezTo>
                <a:cubicBezTo>
                  <a:pt x="6685713" y="8794890"/>
                  <a:pt x="6693944" y="8803671"/>
                  <a:pt x="6704370" y="8803671"/>
                </a:cubicBezTo>
                <a:cubicBezTo>
                  <a:pt x="6714796" y="8803671"/>
                  <a:pt x="6723026" y="8795440"/>
                  <a:pt x="6723026" y="8785014"/>
                </a:cubicBezTo>
                <a:cubicBezTo>
                  <a:pt x="6723026" y="8774588"/>
                  <a:pt x="6715893" y="8767454"/>
                  <a:pt x="6706565" y="8766357"/>
                </a:cubicBezTo>
                <a:lnTo>
                  <a:pt x="6707114" y="8766357"/>
                </a:lnTo>
                <a:lnTo>
                  <a:pt x="6707114" y="7630488"/>
                </a:lnTo>
                <a:lnTo>
                  <a:pt x="7360101" y="6977501"/>
                </a:lnTo>
                <a:lnTo>
                  <a:pt x="7360101" y="6821662"/>
                </a:lnTo>
                <a:lnTo>
                  <a:pt x="7517587" y="6664176"/>
                </a:lnTo>
                <a:close/>
                <a:moveTo>
                  <a:pt x="7745858" y="5600191"/>
                </a:moveTo>
                <a:lnTo>
                  <a:pt x="7740920" y="5600191"/>
                </a:lnTo>
                <a:lnTo>
                  <a:pt x="7740920" y="6817821"/>
                </a:lnTo>
                <a:lnTo>
                  <a:pt x="7741468" y="6817821"/>
                </a:lnTo>
                <a:lnTo>
                  <a:pt x="7583982" y="6975306"/>
                </a:lnTo>
                <a:lnTo>
                  <a:pt x="7583982" y="8008014"/>
                </a:lnTo>
                <a:lnTo>
                  <a:pt x="7281634" y="8310364"/>
                </a:lnTo>
                <a:lnTo>
                  <a:pt x="7281634" y="8747152"/>
                </a:lnTo>
                <a:cubicBezTo>
                  <a:pt x="7272304" y="8748249"/>
                  <a:pt x="7265172" y="8755931"/>
                  <a:pt x="7265172" y="8765808"/>
                </a:cubicBezTo>
                <a:cubicBezTo>
                  <a:pt x="7265172" y="8775685"/>
                  <a:pt x="7273402" y="8784465"/>
                  <a:pt x="7283828" y="8784465"/>
                </a:cubicBezTo>
                <a:cubicBezTo>
                  <a:pt x="7294254" y="8784465"/>
                  <a:pt x="7302484" y="8776235"/>
                  <a:pt x="7302484" y="8765808"/>
                </a:cubicBezTo>
                <a:cubicBezTo>
                  <a:pt x="7302484" y="8755382"/>
                  <a:pt x="7295352" y="8748249"/>
                  <a:pt x="7286023" y="8747152"/>
                </a:cubicBezTo>
                <a:lnTo>
                  <a:pt x="7286023" y="8312558"/>
                </a:lnTo>
                <a:lnTo>
                  <a:pt x="7588372" y="8010209"/>
                </a:lnTo>
                <a:lnTo>
                  <a:pt x="7588372" y="6977501"/>
                </a:lnTo>
                <a:lnTo>
                  <a:pt x="7745858" y="6820016"/>
                </a:lnTo>
                <a:close/>
                <a:moveTo>
                  <a:pt x="2025358" y="5590313"/>
                </a:moveTo>
                <a:lnTo>
                  <a:pt x="1402002" y="6213669"/>
                </a:lnTo>
                <a:lnTo>
                  <a:pt x="422520" y="6213669"/>
                </a:lnTo>
                <a:lnTo>
                  <a:pt x="47190" y="6588999"/>
                </a:lnTo>
                <a:cubicBezTo>
                  <a:pt x="40056" y="6583511"/>
                  <a:pt x="29082" y="6584061"/>
                  <a:pt x="22496" y="6590645"/>
                </a:cubicBezTo>
                <a:cubicBezTo>
                  <a:pt x="15364" y="6597779"/>
                  <a:pt x="15364" y="6609851"/>
                  <a:pt x="22496" y="6616985"/>
                </a:cubicBezTo>
                <a:cubicBezTo>
                  <a:pt x="29630" y="6624117"/>
                  <a:pt x="41702" y="6624117"/>
                  <a:pt x="48836" y="6616985"/>
                </a:cubicBezTo>
                <a:lnTo>
                  <a:pt x="49384" y="6616435"/>
                </a:lnTo>
                <a:cubicBezTo>
                  <a:pt x="55970" y="6609851"/>
                  <a:pt x="56518" y="6599425"/>
                  <a:pt x="51032" y="6591742"/>
                </a:cubicBezTo>
                <a:lnTo>
                  <a:pt x="424716" y="6218058"/>
                </a:lnTo>
                <a:lnTo>
                  <a:pt x="1404745" y="6218058"/>
                </a:lnTo>
                <a:lnTo>
                  <a:pt x="2028101" y="5594702"/>
                </a:lnTo>
                <a:lnTo>
                  <a:pt x="2767788" y="5594702"/>
                </a:lnTo>
                <a:lnTo>
                  <a:pt x="2859426" y="5686340"/>
                </a:lnTo>
                <a:lnTo>
                  <a:pt x="2859426" y="5863031"/>
                </a:lnTo>
                <a:cubicBezTo>
                  <a:pt x="2850098" y="5864128"/>
                  <a:pt x="2842964" y="5871810"/>
                  <a:pt x="2842964" y="5881687"/>
                </a:cubicBezTo>
                <a:cubicBezTo>
                  <a:pt x="2842964" y="5891564"/>
                  <a:pt x="2851195" y="5900344"/>
                  <a:pt x="2861621" y="5900344"/>
                </a:cubicBezTo>
                <a:cubicBezTo>
                  <a:pt x="2872046" y="5900344"/>
                  <a:pt x="2880278" y="5892112"/>
                  <a:pt x="2880278" y="5881687"/>
                </a:cubicBezTo>
                <a:cubicBezTo>
                  <a:pt x="2880278" y="5871261"/>
                  <a:pt x="2873144" y="5864128"/>
                  <a:pt x="2863816" y="5863031"/>
                </a:cubicBezTo>
                <a:lnTo>
                  <a:pt x="2863816" y="5684694"/>
                </a:lnTo>
                <a:lnTo>
                  <a:pt x="2769983" y="5590861"/>
                </a:lnTo>
                <a:lnTo>
                  <a:pt x="2769434" y="5590861"/>
                </a:lnTo>
                <a:cubicBezTo>
                  <a:pt x="2769434" y="5590313"/>
                  <a:pt x="2025358" y="5590313"/>
                  <a:pt x="2025358" y="5590313"/>
                </a:cubicBezTo>
                <a:close/>
                <a:moveTo>
                  <a:pt x="7168594" y="5555195"/>
                </a:moveTo>
                <a:lnTo>
                  <a:pt x="7163657" y="5555195"/>
                </a:lnTo>
                <a:lnTo>
                  <a:pt x="7163657" y="6259214"/>
                </a:lnTo>
                <a:lnTo>
                  <a:pt x="6775156" y="6647715"/>
                </a:lnTo>
                <a:lnTo>
                  <a:pt x="6300506" y="6647715"/>
                </a:lnTo>
                <a:lnTo>
                  <a:pt x="5453817" y="7494404"/>
                </a:lnTo>
                <a:lnTo>
                  <a:pt x="5453817" y="8703253"/>
                </a:lnTo>
                <a:cubicBezTo>
                  <a:pt x="5444488" y="8704350"/>
                  <a:pt x="5437356" y="8712032"/>
                  <a:pt x="5437356" y="8721910"/>
                </a:cubicBezTo>
                <a:cubicBezTo>
                  <a:pt x="5437356" y="8731786"/>
                  <a:pt x="5445586" y="8740567"/>
                  <a:pt x="5456011" y="8740567"/>
                </a:cubicBezTo>
                <a:cubicBezTo>
                  <a:pt x="5466438" y="8740567"/>
                  <a:pt x="5474668" y="8732336"/>
                  <a:pt x="5474668" y="8721910"/>
                </a:cubicBezTo>
                <a:cubicBezTo>
                  <a:pt x="5474668" y="8711484"/>
                  <a:pt x="5467536" y="8704350"/>
                  <a:pt x="5458206" y="8703253"/>
                </a:cubicBezTo>
                <a:lnTo>
                  <a:pt x="5458206" y="7496049"/>
                </a:lnTo>
                <a:lnTo>
                  <a:pt x="6302152" y="6652105"/>
                </a:lnTo>
                <a:lnTo>
                  <a:pt x="6776803" y="6652105"/>
                </a:lnTo>
                <a:lnTo>
                  <a:pt x="7168046" y="6260861"/>
                </a:lnTo>
                <a:lnTo>
                  <a:pt x="7168594" y="6261409"/>
                </a:lnTo>
                <a:close/>
                <a:moveTo>
                  <a:pt x="8094301" y="5550805"/>
                </a:moveTo>
                <a:lnTo>
                  <a:pt x="8089362" y="5550805"/>
                </a:lnTo>
                <a:lnTo>
                  <a:pt x="8089362" y="7186018"/>
                </a:lnTo>
                <a:lnTo>
                  <a:pt x="8236421" y="7333077"/>
                </a:lnTo>
                <a:lnTo>
                  <a:pt x="8236421" y="8138611"/>
                </a:lnTo>
                <a:lnTo>
                  <a:pt x="8598033" y="8500223"/>
                </a:lnTo>
                <a:lnTo>
                  <a:pt x="8598033" y="8747700"/>
                </a:lnTo>
                <a:cubicBezTo>
                  <a:pt x="8588705" y="8748797"/>
                  <a:pt x="8581572" y="8756480"/>
                  <a:pt x="8581572" y="8766357"/>
                </a:cubicBezTo>
                <a:cubicBezTo>
                  <a:pt x="8581572" y="8776235"/>
                  <a:pt x="8589803" y="8785014"/>
                  <a:pt x="8600229" y="8785014"/>
                </a:cubicBezTo>
                <a:cubicBezTo>
                  <a:pt x="8610655" y="8785014"/>
                  <a:pt x="8618886" y="8776783"/>
                  <a:pt x="8618886" y="8766357"/>
                </a:cubicBezTo>
                <a:cubicBezTo>
                  <a:pt x="8618886" y="8755931"/>
                  <a:pt x="8611752" y="8748797"/>
                  <a:pt x="8602423" y="8747700"/>
                </a:cubicBezTo>
                <a:lnTo>
                  <a:pt x="8602972" y="8747700"/>
                </a:lnTo>
                <a:lnTo>
                  <a:pt x="8602972" y="8498028"/>
                </a:lnTo>
                <a:lnTo>
                  <a:pt x="8241360" y="8136416"/>
                </a:lnTo>
                <a:lnTo>
                  <a:pt x="8241360" y="7330883"/>
                </a:lnTo>
                <a:lnTo>
                  <a:pt x="8094301" y="7183823"/>
                </a:lnTo>
                <a:close/>
                <a:moveTo>
                  <a:pt x="8342874" y="5550805"/>
                </a:moveTo>
                <a:lnTo>
                  <a:pt x="8337936" y="5550805"/>
                </a:lnTo>
                <a:lnTo>
                  <a:pt x="8337936" y="7063651"/>
                </a:lnTo>
                <a:lnTo>
                  <a:pt x="8547002" y="7272717"/>
                </a:lnTo>
                <a:lnTo>
                  <a:pt x="8547002" y="7628293"/>
                </a:lnTo>
                <a:lnTo>
                  <a:pt x="9146763" y="8228054"/>
                </a:lnTo>
                <a:lnTo>
                  <a:pt x="9146763" y="8759772"/>
                </a:lnTo>
                <a:cubicBezTo>
                  <a:pt x="9137435" y="8760869"/>
                  <a:pt x="9130300" y="8768552"/>
                  <a:pt x="9130300" y="8778429"/>
                </a:cubicBezTo>
                <a:cubicBezTo>
                  <a:pt x="9130300" y="8788306"/>
                  <a:pt x="9138532" y="8797086"/>
                  <a:pt x="9148958" y="8797086"/>
                </a:cubicBezTo>
                <a:cubicBezTo>
                  <a:pt x="9159383" y="8797086"/>
                  <a:pt x="9167615" y="8788855"/>
                  <a:pt x="9167615" y="8778429"/>
                </a:cubicBezTo>
                <a:cubicBezTo>
                  <a:pt x="9167615" y="8773217"/>
                  <a:pt x="9165831" y="8768827"/>
                  <a:pt x="9162881" y="8765603"/>
                </a:cubicBezTo>
                <a:lnTo>
                  <a:pt x="9151701" y="8760045"/>
                </a:lnTo>
                <a:lnTo>
                  <a:pt x="9151701" y="8760321"/>
                </a:lnTo>
                <a:lnTo>
                  <a:pt x="9151152" y="8759772"/>
                </a:lnTo>
                <a:lnTo>
                  <a:pt x="9151701" y="8760045"/>
                </a:lnTo>
                <a:lnTo>
                  <a:pt x="9151701" y="8226408"/>
                </a:lnTo>
                <a:lnTo>
                  <a:pt x="8551940" y="7626647"/>
                </a:lnTo>
                <a:lnTo>
                  <a:pt x="8551940" y="7271071"/>
                </a:lnTo>
                <a:lnTo>
                  <a:pt x="8342874" y="7062005"/>
                </a:lnTo>
                <a:close/>
                <a:moveTo>
                  <a:pt x="8562915" y="5550805"/>
                </a:moveTo>
                <a:lnTo>
                  <a:pt x="8557977" y="5550805"/>
                </a:lnTo>
                <a:lnTo>
                  <a:pt x="8557977" y="6582417"/>
                </a:lnTo>
                <a:lnTo>
                  <a:pt x="8656199" y="6680639"/>
                </a:lnTo>
                <a:lnTo>
                  <a:pt x="8656199" y="6911105"/>
                </a:lnTo>
                <a:lnTo>
                  <a:pt x="8981595" y="7236501"/>
                </a:lnTo>
                <a:lnTo>
                  <a:pt x="8981595" y="7821995"/>
                </a:lnTo>
                <a:lnTo>
                  <a:pt x="9516057" y="8356457"/>
                </a:lnTo>
                <a:lnTo>
                  <a:pt x="9516057" y="8760869"/>
                </a:lnTo>
                <a:cubicBezTo>
                  <a:pt x="9506729" y="8761966"/>
                  <a:pt x="9499596" y="8769650"/>
                  <a:pt x="9499596" y="8779526"/>
                </a:cubicBezTo>
                <a:cubicBezTo>
                  <a:pt x="9499596" y="8789404"/>
                  <a:pt x="9507826" y="8798184"/>
                  <a:pt x="9518252" y="8798184"/>
                </a:cubicBezTo>
                <a:cubicBezTo>
                  <a:pt x="9528678" y="8798184"/>
                  <a:pt x="9536909" y="8789952"/>
                  <a:pt x="9536909" y="8779526"/>
                </a:cubicBezTo>
                <a:cubicBezTo>
                  <a:pt x="9536909" y="8769101"/>
                  <a:pt x="9529776" y="8761966"/>
                  <a:pt x="9520448" y="8760869"/>
                </a:cubicBezTo>
                <a:lnTo>
                  <a:pt x="9520996" y="8760321"/>
                </a:lnTo>
                <a:lnTo>
                  <a:pt x="9520996" y="8354261"/>
                </a:lnTo>
                <a:lnTo>
                  <a:pt x="8986534" y="7819799"/>
                </a:lnTo>
                <a:lnTo>
                  <a:pt x="8986534" y="7234306"/>
                </a:lnTo>
                <a:lnTo>
                  <a:pt x="8661137" y="6908909"/>
                </a:lnTo>
                <a:lnTo>
                  <a:pt x="8661137" y="6678444"/>
                </a:lnTo>
                <a:lnTo>
                  <a:pt x="8562915" y="6580221"/>
                </a:lnTo>
                <a:close/>
                <a:moveTo>
                  <a:pt x="7981263" y="5550257"/>
                </a:moveTo>
                <a:lnTo>
                  <a:pt x="7976324" y="5550257"/>
                </a:lnTo>
                <a:lnTo>
                  <a:pt x="7976324" y="7449408"/>
                </a:lnTo>
                <a:lnTo>
                  <a:pt x="8142588" y="7615673"/>
                </a:lnTo>
                <a:lnTo>
                  <a:pt x="8142588" y="8734530"/>
                </a:lnTo>
                <a:cubicBezTo>
                  <a:pt x="8133260" y="8735628"/>
                  <a:pt x="8126127" y="8743311"/>
                  <a:pt x="8126127" y="8753187"/>
                </a:cubicBezTo>
                <a:cubicBezTo>
                  <a:pt x="8126127" y="8763065"/>
                  <a:pt x="8134358" y="8771844"/>
                  <a:pt x="8144784" y="8771844"/>
                </a:cubicBezTo>
                <a:cubicBezTo>
                  <a:pt x="8155210" y="8771844"/>
                  <a:pt x="8163440" y="8763613"/>
                  <a:pt x="8163440" y="8753187"/>
                </a:cubicBezTo>
                <a:cubicBezTo>
                  <a:pt x="8163440" y="8747974"/>
                  <a:pt x="8161657" y="8743584"/>
                  <a:pt x="8158707" y="8740361"/>
                </a:cubicBezTo>
                <a:lnTo>
                  <a:pt x="8147526" y="8734803"/>
                </a:lnTo>
                <a:lnTo>
                  <a:pt x="8147526" y="8735080"/>
                </a:lnTo>
                <a:lnTo>
                  <a:pt x="8146978" y="8734530"/>
                </a:lnTo>
                <a:lnTo>
                  <a:pt x="8147526" y="8734803"/>
                </a:lnTo>
                <a:lnTo>
                  <a:pt x="8147526" y="7614027"/>
                </a:lnTo>
                <a:lnTo>
                  <a:pt x="7981263" y="7447761"/>
                </a:lnTo>
                <a:close/>
                <a:moveTo>
                  <a:pt x="8674855" y="5545867"/>
                </a:moveTo>
                <a:lnTo>
                  <a:pt x="8669918" y="5545867"/>
                </a:lnTo>
                <a:lnTo>
                  <a:pt x="8669918" y="6403530"/>
                </a:lnTo>
                <a:lnTo>
                  <a:pt x="8878983" y="6612597"/>
                </a:lnTo>
                <a:lnTo>
                  <a:pt x="8878983" y="6976953"/>
                </a:lnTo>
                <a:lnTo>
                  <a:pt x="9308089" y="7406058"/>
                </a:lnTo>
                <a:lnTo>
                  <a:pt x="9308638" y="7406058"/>
                </a:lnTo>
                <a:cubicBezTo>
                  <a:pt x="9308638" y="7406606"/>
                  <a:pt x="9581356" y="7406606"/>
                  <a:pt x="9581356" y="7406606"/>
                </a:cubicBezTo>
                <a:lnTo>
                  <a:pt x="9900716" y="7725968"/>
                </a:lnTo>
                <a:lnTo>
                  <a:pt x="9900716" y="8574851"/>
                </a:lnTo>
                <a:lnTo>
                  <a:pt x="10090577" y="8764710"/>
                </a:lnTo>
                <a:cubicBezTo>
                  <a:pt x="10085089" y="8771844"/>
                  <a:pt x="10085638" y="8782819"/>
                  <a:pt x="10092222" y="8789404"/>
                </a:cubicBezTo>
                <a:cubicBezTo>
                  <a:pt x="10099357" y="8796537"/>
                  <a:pt x="10111429" y="8796537"/>
                  <a:pt x="10118562" y="8789404"/>
                </a:cubicBezTo>
                <a:cubicBezTo>
                  <a:pt x="10125695" y="8782270"/>
                  <a:pt x="10125695" y="8770198"/>
                  <a:pt x="10118562" y="8763065"/>
                </a:cubicBezTo>
                <a:cubicBezTo>
                  <a:pt x="10111977" y="8756480"/>
                  <a:pt x="10101551" y="8755931"/>
                  <a:pt x="10093869" y="8761418"/>
                </a:cubicBezTo>
                <a:lnTo>
                  <a:pt x="10093869" y="8760869"/>
                </a:lnTo>
                <a:lnTo>
                  <a:pt x="9905655" y="8572655"/>
                </a:lnTo>
                <a:lnTo>
                  <a:pt x="9905655" y="7723772"/>
                </a:lnTo>
                <a:lnTo>
                  <a:pt x="9584099" y="7402218"/>
                </a:lnTo>
                <a:lnTo>
                  <a:pt x="9583551" y="7402218"/>
                </a:lnTo>
                <a:cubicBezTo>
                  <a:pt x="9583551" y="7401669"/>
                  <a:pt x="9310833" y="7401669"/>
                  <a:pt x="9310833" y="7401669"/>
                </a:cubicBezTo>
                <a:lnTo>
                  <a:pt x="8883922" y="6974757"/>
                </a:lnTo>
                <a:lnTo>
                  <a:pt x="8883922" y="6610401"/>
                </a:lnTo>
                <a:lnTo>
                  <a:pt x="8674855" y="6401335"/>
                </a:lnTo>
                <a:close/>
                <a:moveTo>
                  <a:pt x="5604168" y="5531600"/>
                </a:moveTo>
                <a:cubicBezTo>
                  <a:pt x="5593742" y="5531600"/>
                  <a:pt x="5586609" y="5538733"/>
                  <a:pt x="5585512" y="5548062"/>
                </a:cubicBezTo>
                <a:lnTo>
                  <a:pt x="4807962" y="5548062"/>
                </a:lnTo>
                <a:lnTo>
                  <a:pt x="4635662" y="5720362"/>
                </a:lnTo>
                <a:cubicBezTo>
                  <a:pt x="4628529" y="5714876"/>
                  <a:pt x="4617554" y="5715424"/>
                  <a:pt x="4610969" y="5722009"/>
                </a:cubicBezTo>
                <a:cubicBezTo>
                  <a:pt x="4603836" y="5729143"/>
                  <a:pt x="4603836" y="5741215"/>
                  <a:pt x="4610969" y="5748348"/>
                </a:cubicBezTo>
                <a:cubicBezTo>
                  <a:pt x="4618102" y="5755482"/>
                  <a:pt x="4630174" y="5755482"/>
                  <a:pt x="4637308" y="5748348"/>
                </a:cubicBezTo>
                <a:cubicBezTo>
                  <a:pt x="4643893" y="5741763"/>
                  <a:pt x="4644442" y="5731337"/>
                  <a:pt x="4638954" y="5723655"/>
                </a:cubicBezTo>
                <a:lnTo>
                  <a:pt x="4810158" y="5552452"/>
                </a:lnTo>
                <a:lnTo>
                  <a:pt x="5585512" y="5552452"/>
                </a:lnTo>
                <a:cubicBezTo>
                  <a:pt x="5586609" y="5561780"/>
                  <a:pt x="5594292" y="5568914"/>
                  <a:pt x="5604168" y="5568914"/>
                </a:cubicBezTo>
                <a:cubicBezTo>
                  <a:pt x="5614046" y="5568914"/>
                  <a:pt x="5622826" y="5560683"/>
                  <a:pt x="5622826" y="5550257"/>
                </a:cubicBezTo>
                <a:cubicBezTo>
                  <a:pt x="5622826" y="5539831"/>
                  <a:pt x="5614594" y="5531600"/>
                  <a:pt x="5604168" y="5531600"/>
                </a:cubicBezTo>
                <a:close/>
                <a:moveTo>
                  <a:pt x="7615808" y="5518431"/>
                </a:moveTo>
                <a:lnTo>
                  <a:pt x="7610870" y="5518431"/>
                </a:lnTo>
                <a:lnTo>
                  <a:pt x="7610870" y="6798615"/>
                </a:lnTo>
                <a:lnTo>
                  <a:pt x="7453385" y="6956101"/>
                </a:lnTo>
                <a:lnTo>
                  <a:pt x="7453385" y="7533364"/>
                </a:lnTo>
                <a:lnTo>
                  <a:pt x="7137866" y="7848882"/>
                </a:lnTo>
                <a:lnTo>
                  <a:pt x="7137866" y="8652221"/>
                </a:lnTo>
                <a:cubicBezTo>
                  <a:pt x="7128538" y="8653319"/>
                  <a:pt x="7121404" y="8661001"/>
                  <a:pt x="7121404" y="8670878"/>
                </a:cubicBezTo>
                <a:cubicBezTo>
                  <a:pt x="7121404" y="8680755"/>
                  <a:pt x="7129635" y="8689534"/>
                  <a:pt x="7140061" y="8689534"/>
                </a:cubicBezTo>
                <a:cubicBezTo>
                  <a:pt x="7150487" y="8689534"/>
                  <a:pt x="7158718" y="8681304"/>
                  <a:pt x="7158718" y="8670878"/>
                </a:cubicBezTo>
                <a:cubicBezTo>
                  <a:pt x="7158718" y="8660452"/>
                  <a:pt x="7151584" y="8653319"/>
                  <a:pt x="7142256" y="8652221"/>
                </a:cubicBezTo>
                <a:lnTo>
                  <a:pt x="7142805" y="8651672"/>
                </a:lnTo>
                <a:lnTo>
                  <a:pt x="7142805" y="7850528"/>
                </a:lnTo>
                <a:lnTo>
                  <a:pt x="7458324" y="7535010"/>
                </a:lnTo>
                <a:lnTo>
                  <a:pt x="7458324" y="6957746"/>
                </a:lnTo>
                <a:lnTo>
                  <a:pt x="7615808" y="6800261"/>
                </a:lnTo>
                <a:close/>
                <a:moveTo>
                  <a:pt x="9293557" y="5506251"/>
                </a:moveTo>
                <a:lnTo>
                  <a:pt x="9293273" y="5506359"/>
                </a:lnTo>
                <a:lnTo>
                  <a:pt x="9293822" y="5506359"/>
                </a:lnTo>
                <a:close/>
                <a:moveTo>
                  <a:pt x="2078585" y="5497577"/>
                </a:moveTo>
                <a:cubicBezTo>
                  <a:pt x="2068708" y="5497577"/>
                  <a:pt x="2059928" y="5505808"/>
                  <a:pt x="2059928" y="5516234"/>
                </a:cubicBezTo>
                <a:cubicBezTo>
                  <a:pt x="2059928" y="5526659"/>
                  <a:pt x="2068159" y="5534891"/>
                  <a:pt x="2078585" y="5534891"/>
                </a:cubicBezTo>
                <a:lnTo>
                  <a:pt x="2078585" y="5535440"/>
                </a:lnTo>
                <a:cubicBezTo>
                  <a:pt x="2087913" y="5535440"/>
                  <a:pt x="2096144" y="5528306"/>
                  <a:pt x="2097241" y="5518978"/>
                </a:cubicBezTo>
                <a:lnTo>
                  <a:pt x="2858877" y="5518978"/>
                </a:lnTo>
                <a:lnTo>
                  <a:pt x="3026239" y="5686340"/>
                </a:lnTo>
                <a:lnTo>
                  <a:pt x="3026239" y="5870164"/>
                </a:lnTo>
                <a:cubicBezTo>
                  <a:pt x="3016911" y="5871261"/>
                  <a:pt x="3009778" y="5878944"/>
                  <a:pt x="3009778" y="5888821"/>
                </a:cubicBezTo>
                <a:cubicBezTo>
                  <a:pt x="3009778" y="5898698"/>
                  <a:pt x="3018008" y="5907478"/>
                  <a:pt x="3028434" y="5907478"/>
                </a:cubicBezTo>
                <a:cubicBezTo>
                  <a:pt x="3038860" y="5907478"/>
                  <a:pt x="3047091" y="5899247"/>
                  <a:pt x="3047091" y="5888821"/>
                </a:cubicBezTo>
                <a:cubicBezTo>
                  <a:pt x="3047091" y="5878395"/>
                  <a:pt x="3039958" y="5871261"/>
                  <a:pt x="3030629" y="5870164"/>
                </a:cubicBezTo>
                <a:lnTo>
                  <a:pt x="3030629" y="5684145"/>
                </a:lnTo>
                <a:lnTo>
                  <a:pt x="2861073" y="5514588"/>
                </a:lnTo>
                <a:lnTo>
                  <a:pt x="2860523" y="5514588"/>
                </a:lnTo>
                <a:cubicBezTo>
                  <a:pt x="2860523" y="5514039"/>
                  <a:pt x="2097241" y="5514039"/>
                  <a:pt x="2097241" y="5514039"/>
                </a:cubicBezTo>
                <a:cubicBezTo>
                  <a:pt x="2096144" y="5504711"/>
                  <a:pt x="2088462" y="5497577"/>
                  <a:pt x="2078585" y="5497577"/>
                </a:cubicBezTo>
                <a:close/>
                <a:moveTo>
                  <a:pt x="9293822" y="5469044"/>
                </a:moveTo>
                <a:cubicBezTo>
                  <a:pt x="9283944" y="5469044"/>
                  <a:pt x="9275165" y="5477276"/>
                  <a:pt x="9275165" y="5487702"/>
                </a:cubicBezTo>
                <a:cubicBezTo>
                  <a:pt x="9275165" y="5492915"/>
                  <a:pt x="9277223" y="5497579"/>
                  <a:pt x="9280584" y="5500940"/>
                </a:cubicBezTo>
                <a:lnTo>
                  <a:pt x="9293557" y="5506251"/>
                </a:lnTo>
                <a:lnTo>
                  <a:pt x="9305688" y="5501626"/>
                </a:lnTo>
                <a:cubicBezTo>
                  <a:pt x="9309049" y="5498676"/>
                  <a:pt x="9311381" y="5494561"/>
                  <a:pt x="9311930" y="5489897"/>
                </a:cubicBezTo>
                <a:lnTo>
                  <a:pt x="9486426" y="5489897"/>
                </a:lnTo>
                <a:lnTo>
                  <a:pt x="9856270" y="5859741"/>
                </a:lnTo>
                <a:lnTo>
                  <a:pt x="9856818" y="5859741"/>
                </a:lnTo>
                <a:cubicBezTo>
                  <a:pt x="9856818" y="5860289"/>
                  <a:pt x="10064786" y="5860289"/>
                  <a:pt x="10064786" y="5860289"/>
                </a:cubicBezTo>
                <a:cubicBezTo>
                  <a:pt x="10065883" y="5869617"/>
                  <a:pt x="10073566" y="5876751"/>
                  <a:pt x="10083443" y="5876751"/>
                </a:cubicBezTo>
                <a:cubicBezTo>
                  <a:pt x="10093320" y="5876751"/>
                  <a:pt x="10102100" y="5868520"/>
                  <a:pt x="10102100" y="5858094"/>
                </a:cubicBezTo>
                <a:cubicBezTo>
                  <a:pt x="10102100" y="5847668"/>
                  <a:pt x="10093869" y="5839437"/>
                  <a:pt x="10083443" y="5839437"/>
                </a:cubicBezTo>
                <a:cubicBezTo>
                  <a:pt x="10073017" y="5839437"/>
                  <a:pt x="10065883" y="5846571"/>
                  <a:pt x="10064786" y="5855899"/>
                </a:cubicBezTo>
                <a:lnTo>
                  <a:pt x="9859012" y="5855899"/>
                </a:lnTo>
                <a:lnTo>
                  <a:pt x="9489169" y="5486055"/>
                </a:lnTo>
                <a:lnTo>
                  <a:pt x="9488621" y="5486055"/>
                </a:lnTo>
                <a:cubicBezTo>
                  <a:pt x="9488621" y="5485507"/>
                  <a:pt x="9312479" y="5485507"/>
                  <a:pt x="9312479" y="5485507"/>
                </a:cubicBezTo>
                <a:cubicBezTo>
                  <a:pt x="9311381" y="5476179"/>
                  <a:pt x="9303699" y="5469044"/>
                  <a:pt x="9293822" y="5469044"/>
                </a:cubicBezTo>
                <a:close/>
                <a:moveTo>
                  <a:pt x="9005740" y="5334058"/>
                </a:moveTo>
                <a:lnTo>
                  <a:pt x="9005740" y="5338996"/>
                </a:lnTo>
                <a:lnTo>
                  <a:pt x="9640070" y="5338996"/>
                </a:lnTo>
                <a:lnTo>
                  <a:pt x="9835417" y="5534344"/>
                </a:lnTo>
                <a:cubicBezTo>
                  <a:pt x="9829930" y="5541477"/>
                  <a:pt x="9830479" y="5552452"/>
                  <a:pt x="9837064" y="5559036"/>
                </a:cubicBezTo>
                <a:lnTo>
                  <a:pt x="9837064" y="5558487"/>
                </a:lnTo>
                <a:cubicBezTo>
                  <a:pt x="9844198" y="5565621"/>
                  <a:pt x="9856270" y="5565621"/>
                  <a:pt x="9863403" y="5558487"/>
                </a:cubicBezTo>
                <a:cubicBezTo>
                  <a:pt x="9870536" y="5551354"/>
                  <a:pt x="9870536" y="5539282"/>
                  <a:pt x="9863403" y="5532148"/>
                </a:cubicBezTo>
                <a:cubicBezTo>
                  <a:pt x="9856270" y="5525015"/>
                  <a:pt x="9846392" y="5525015"/>
                  <a:pt x="9838710" y="5530503"/>
                </a:cubicBezTo>
                <a:lnTo>
                  <a:pt x="9642814" y="5334607"/>
                </a:lnTo>
                <a:lnTo>
                  <a:pt x="9642265" y="5334607"/>
                </a:lnTo>
                <a:cubicBezTo>
                  <a:pt x="9642265" y="5334058"/>
                  <a:pt x="9005740" y="5334058"/>
                  <a:pt x="9005740" y="5334058"/>
                </a:cubicBezTo>
                <a:close/>
                <a:moveTo>
                  <a:pt x="6706565" y="5332960"/>
                </a:moveTo>
                <a:lnTo>
                  <a:pt x="6511218" y="5332960"/>
                </a:lnTo>
                <a:lnTo>
                  <a:pt x="4669134" y="7175043"/>
                </a:lnTo>
                <a:lnTo>
                  <a:pt x="4276793" y="7175043"/>
                </a:lnTo>
                <a:lnTo>
                  <a:pt x="3538204" y="7913632"/>
                </a:lnTo>
                <a:lnTo>
                  <a:pt x="3006485" y="7913632"/>
                </a:lnTo>
                <a:lnTo>
                  <a:pt x="2406176" y="8513942"/>
                </a:lnTo>
                <a:lnTo>
                  <a:pt x="1628078" y="8513942"/>
                </a:lnTo>
                <a:lnTo>
                  <a:pt x="1336154" y="8805865"/>
                </a:lnTo>
                <a:cubicBezTo>
                  <a:pt x="1329021" y="8800378"/>
                  <a:pt x="1318047" y="8800927"/>
                  <a:pt x="1311462" y="8807512"/>
                </a:cubicBezTo>
                <a:cubicBezTo>
                  <a:pt x="1304328" y="8814645"/>
                  <a:pt x="1304328" y="8826717"/>
                  <a:pt x="1311462" y="8833851"/>
                </a:cubicBezTo>
                <a:cubicBezTo>
                  <a:pt x="1318595" y="8840983"/>
                  <a:pt x="1330667" y="8840983"/>
                  <a:pt x="1337801" y="8833851"/>
                </a:cubicBezTo>
                <a:cubicBezTo>
                  <a:pt x="1344386" y="8827266"/>
                  <a:pt x="1344934" y="8816840"/>
                  <a:pt x="1339446" y="8809158"/>
                </a:cubicBezTo>
                <a:lnTo>
                  <a:pt x="1629724" y="8518880"/>
                </a:lnTo>
                <a:lnTo>
                  <a:pt x="2407822" y="8518880"/>
                </a:lnTo>
                <a:lnTo>
                  <a:pt x="3008132" y="7918571"/>
                </a:lnTo>
                <a:lnTo>
                  <a:pt x="3539850" y="7918571"/>
                </a:lnTo>
                <a:lnTo>
                  <a:pt x="4278440" y="7179982"/>
                </a:lnTo>
                <a:lnTo>
                  <a:pt x="4278988" y="7179982"/>
                </a:lnTo>
                <a:lnTo>
                  <a:pt x="4671330" y="7179982"/>
                </a:lnTo>
                <a:lnTo>
                  <a:pt x="6513413" y="5337899"/>
                </a:lnTo>
                <a:lnTo>
                  <a:pt x="6706565" y="5337899"/>
                </a:lnTo>
                <a:close/>
                <a:moveTo>
                  <a:pt x="3355477" y="5325413"/>
                </a:moveTo>
                <a:cubicBezTo>
                  <a:pt x="3350676" y="5325413"/>
                  <a:pt x="3345875" y="5327197"/>
                  <a:pt x="3342308" y="5330764"/>
                </a:cubicBezTo>
                <a:cubicBezTo>
                  <a:pt x="3335723" y="5337348"/>
                  <a:pt x="3335174" y="5347774"/>
                  <a:pt x="3340661" y="5355456"/>
                </a:cubicBezTo>
                <a:lnTo>
                  <a:pt x="3109647" y="5586471"/>
                </a:lnTo>
                <a:lnTo>
                  <a:pt x="3109647" y="5867420"/>
                </a:lnTo>
                <a:cubicBezTo>
                  <a:pt x="3100318" y="5868518"/>
                  <a:pt x="3093184" y="5876201"/>
                  <a:pt x="3093184" y="5886077"/>
                </a:cubicBezTo>
                <a:cubicBezTo>
                  <a:pt x="3093184" y="5895955"/>
                  <a:pt x="3101415" y="5904734"/>
                  <a:pt x="3111841" y="5904734"/>
                </a:cubicBezTo>
                <a:cubicBezTo>
                  <a:pt x="3122267" y="5904734"/>
                  <a:pt x="3130498" y="5896503"/>
                  <a:pt x="3130498" y="5886077"/>
                </a:cubicBezTo>
                <a:cubicBezTo>
                  <a:pt x="3130498" y="5875651"/>
                  <a:pt x="3123364" y="5868518"/>
                  <a:pt x="3114036" y="5867420"/>
                </a:cubicBezTo>
                <a:lnTo>
                  <a:pt x="3114036" y="5588666"/>
                </a:lnTo>
                <a:lnTo>
                  <a:pt x="3343954" y="5358749"/>
                </a:lnTo>
                <a:cubicBezTo>
                  <a:pt x="3351088" y="5364236"/>
                  <a:pt x="3362062" y="5363687"/>
                  <a:pt x="3368646" y="5357103"/>
                </a:cubicBezTo>
                <a:cubicBezTo>
                  <a:pt x="3375780" y="5349969"/>
                  <a:pt x="3375780" y="5337897"/>
                  <a:pt x="3368646" y="5330764"/>
                </a:cubicBezTo>
                <a:cubicBezTo>
                  <a:pt x="3365080" y="5327197"/>
                  <a:pt x="3360279" y="5325413"/>
                  <a:pt x="3355477" y="5325413"/>
                </a:cubicBezTo>
                <a:close/>
                <a:moveTo>
                  <a:pt x="3814214" y="5323629"/>
                </a:moveTo>
                <a:cubicBezTo>
                  <a:pt x="3803788" y="5323629"/>
                  <a:pt x="3796655" y="5330764"/>
                  <a:pt x="3795558" y="5340092"/>
                </a:cubicBezTo>
                <a:lnTo>
                  <a:pt x="3438884" y="5340092"/>
                </a:lnTo>
                <a:lnTo>
                  <a:pt x="3191955" y="5587019"/>
                </a:lnTo>
                <a:lnTo>
                  <a:pt x="3191955" y="5867970"/>
                </a:lnTo>
                <a:lnTo>
                  <a:pt x="3192504" y="5867970"/>
                </a:lnTo>
                <a:cubicBezTo>
                  <a:pt x="3183176" y="5869067"/>
                  <a:pt x="3176042" y="5876749"/>
                  <a:pt x="3176042" y="5886626"/>
                </a:cubicBezTo>
                <a:cubicBezTo>
                  <a:pt x="3176042" y="5896503"/>
                  <a:pt x="3184273" y="5905282"/>
                  <a:pt x="3194699" y="5905282"/>
                </a:cubicBezTo>
                <a:cubicBezTo>
                  <a:pt x="3205125" y="5905282"/>
                  <a:pt x="3213356" y="5897052"/>
                  <a:pt x="3213356" y="5886626"/>
                </a:cubicBezTo>
                <a:cubicBezTo>
                  <a:pt x="3213356" y="5876201"/>
                  <a:pt x="3206222" y="5869067"/>
                  <a:pt x="3196894" y="5867970"/>
                </a:cubicBezTo>
                <a:lnTo>
                  <a:pt x="3196894" y="5588666"/>
                </a:lnTo>
                <a:lnTo>
                  <a:pt x="3441079" y="5344482"/>
                </a:lnTo>
                <a:lnTo>
                  <a:pt x="3795558" y="5344482"/>
                </a:lnTo>
                <a:cubicBezTo>
                  <a:pt x="3796655" y="5353810"/>
                  <a:pt x="3804337" y="5360944"/>
                  <a:pt x="3814214" y="5360944"/>
                </a:cubicBezTo>
                <a:cubicBezTo>
                  <a:pt x="3824092" y="5360944"/>
                  <a:pt x="3832872" y="5352712"/>
                  <a:pt x="3832872" y="5342287"/>
                </a:cubicBezTo>
                <a:cubicBezTo>
                  <a:pt x="3832872" y="5331861"/>
                  <a:pt x="3824641" y="5323629"/>
                  <a:pt x="3814214" y="5323629"/>
                </a:cubicBezTo>
                <a:close/>
                <a:moveTo>
                  <a:pt x="13100904" y="5298390"/>
                </a:moveTo>
                <a:cubicBezTo>
                  <a:pt x="13091026" y="5298390"/>
                  <a:pt x="13082246" y="5306621"/>
                  <a:pt x="13082246" y="5317047"/>
                </a:cubicBezTo>
                <a:cubicBezTo>
                  <a:pt x="13082246" y="5327473"/>
                  <a:pt x="13090478" y="5335704"/>
                  <a:pt x="13100904" y="5335704"/>
                </a:cubicBezTo>
                <a:cubicBezTo>
                  <a:pt x="13110232" y="5335704"/>
                  <a:pt x="13118463" y="5328570"/>
                  <a:pt x="13119561" y="5319242"/>
                </a:cubicBezTo>
                <a:lnTo>
                  <a:pt x="14531440" y="5319242"/>
                </a:lnTo>
                <a:lnTo>
                  <a:pt x="14688925" y="5476728"/>
                </a:lnTo>
                <a:lnTo>
                  <a:pt x="14689474" y="5476728"/>
                </a:lnTo>
                <a:cubicBezTo>
                  <a:pt x="14689474" y="5477276"/>
                  <a:pt x="15652493" y="5477276"/>
                  <a:pt x="15652493" y="5477276"/>
                </a:cubicBezTo>
                <a:cubicBezTo>
                  <a:pt x="15653591" y="5486604"/>
                  <a:pt x="15661273" y="5493738"/>
                  <a:pt x="15671150" y="5493738"/>
                </a:cubicBezTo>
                <a:cubicBezTo>
                  <a:pt x="15681028" y="5493738"/>
                  <a:pt x="15689808" y="5485507"/>
                  <a:pt x="15689808" y="5475081"/>
                </a:cubicBezTo>
                <a:cubicBezTo>
                  <a:pt x="15689808" y="5464655"/>
                  <a:pt x="15681576" y="5456424"/>
                  <a:pt x="15671150" y="5456424"/>
                </a:cubicBezTo>
                <a:cubicBezTo>
                  <a:pt x="15660725" y="5456424"/>
                  <a:pt x="15653591" y="5463558"/>
                  <a:pt x="15652493" y="5472886"/>
                </a:cubicBezTo>
                <a:lnTo>
                  <a:pt x="14691668" y="5472886"/>
                </a:lnTo>
                <a:lnTo>
                  <a:pt x="14534184" y="5315401"/>
                </a:lnTo>
                <a:lnTo>
                  <a:pt x="14533634" y="5315401"/>
                </a:lnTo>
                <a:cubicBezTo>
                  <a:pt x="14533634" y="5314853"/>
                  <a:pt x="13119561" y="5314853"/>
                  <a:pt x="13119561" y="5314853"/>
                </a:cubicBezTo>
                <a:cubicBezTo>
                  <a:pt x="13118463" y="5305524"/>
                  <a:pt x="13110781" y="5298390"/>
                  <a:pt x="13100904" y="5298390"/>
                </a:cubicBezTo>
                <a:close/>
                <a:moveTo>
                  <a:pt x="2501654" y="5222666"/>
                </a:moveTo>
                <a:cubicBezTo>
                  <a:pt x="2491228" y="5222666"/>
                  <a:pt x="2484096" y="5229799"/>
                  <a:pt x="2482998" y="5239127"/>
                </a:cubicBezTo>
                <a:lnTo>
                  <a:pt x="1538086" y="5239127"/>
                </a:lnTo>
                <a:lnTo>
                  <a:pt x="1012404" y="5764810"/>
                </a:lnTo>
                <a:lnTo>
                  <a:pt x="373684" y="5764810"/>
                </a:lnTo>
                <a:cubicBezTo>
                  <a:pt x="372586" y="5755482"/>
                  <a:pt x="364904" y="5748348"/>
                  <a:pt x="355028" y="5748348"/>
                </a:cubicBezTo>
                <a:cubicBezTo>
                  <a:pt x="345150" y="5748348"/>
                  <a:pt x="336370" y="5756579"/>
                  <a:pt x="336370" y="5767005"/>
                </a:cubicBezTo>
                <a:cubicBezTo>
                  <a:pt x="336370" y="5777431"/>
                  <a:pt x="344602" y="5785662"/>
                  <a:pt x="355028" y="5785662"/>
                </a:cubicBezTo>
                <a:cubicBezTo>
                  <a:pt x="365452" y="5785662"/>
                  <a:pt x="372586" y="5778528"/>
                  <a:pt x="373684" y="5769200"/>
                </a:cubicBezTo>
                <a:lnTo>
                  <a:pt x="1014600" y="5769200"/>
                </a:lnTo>
                <a:lnTo>
                  <a:pt x="1540282" y="5243518"/>
                </a:lnTo>
                <a:lnTo>
                  <a:pt x="2482998" y="5243518"/>
                </a:lnTo>
                <a:cubicBezTo>
                  <a:pt x="2484096" y="5252846"/>
                  <a:pt x="2491778" y="5259979"/>
                  <a:pt x="2501654" y="5259979"/>
                </a:cubicBezTo>
                <a:cubicBezTo>
                  <a:pt x="2511532" y="5259979"/>
                  <a:pt x="2520311" y="5251748"/>
                  <a:pt x="2520311" y="5241322"/>
                </a:cubicBezTo>
                <a:cubicBezTo>
                  <a:pt x="2520311" y="5230896"/>
                  <a:pt x="2512080" y="5222666"/>
                  <a:pt x="2501654" y="5222666"/>
                </a:cubicBezTo>
                <a:close/>
                <a:moveTo>
                  <a:pt x="6731258" y="5216629"/>
                </a:moveTo>
                <a:lnTo>
                  <a:pt x="6337270" y="5216629"/>
                </a:lnTo>
                <a:lnTo>
                  <a:pt x="5447780" y="6106119"/>
                </a:lnTo>
                <a:lnTo>
                  <a:pt x="5184390" y="6106119"/>
                </a:lnTo>
                <a:lnTo>
                  <a:pt x="4126990" y="7163520"/>
                </a:lnTo>
                <a:cubicBezTo>
                  <a:pt x="4119856" y="7158033"/>
                  <a:pt x="4108882" y="7158582"/>
                  <a:pt x="4102298" y="7165166"/>
                </a:cubicBezTo>
                <a:cubicBezTo>
                  <a:pt x="4095164" y="7172299"/>
                  <a:pt x="4095164" y="7184371"/>
                  <a:pt x="4102298" y="7191505"/>
                </a:cubicBezTo>
                <a:cubicBezTo>
                  <a:pt x="4109431" y="7198639"/>
                  <a:pt x="4121503" y="7198639"/>
                  <a:pt x="4128636" y="7191505"/>
                </a:cubicBezTo>
                <a:cubicBezTo>
                  <a:pt x="4135222" y="7184921"/>
                  <a:pt x="4135770" y="7174495"/>
                  <a:pt x="4130282" y="7166813"/>
                </a:cubicBezTo>
                <a:lnTo>
                  <a:pt x="5186586" y="6110509"/>
                </a:lnTo>
                <a:lnTo>
                  <a:pt x="5449976" y="6110509"/>
                </a:lnTo>
                <a:lnTo>
                  <a:pt x="6338917" y="5221568"/>
                </a:lnTo>
                <a:lnTo>
                  <a:pt x="6338916" y="5221568"/>
                </a:lnTo>
                <a:lnTo>
                  <a:pt x="6339465" y="5221020"/>
                </a:lnTo>
                <a:lnTo>
                  <a:pt x="6338917" y="5221568"/>
                </a:lnTo>
                <a:lnTo>
                  <a:pt x="6731258" y="5221568"/>
                </a:lnTo>
                <a:close/>
                <a:moveTo>
                  <a:pt x="5903774" y="5215121"/>
                </a:moveTo>
                <a:cubicBezTo>
                  <a:pt x="5898973" y="5215121"/>
                  <a:pt x="5894171" y="5216904"/>
                  <a:pt x="5890605" y="5220470"/>
                </a:cubicBezTo>
                <a:cubicBezTo>
                  <a:pt x="5884020" y="5227055"/>
                  <a:pt x="5883472" y="5237481"/>
                  <a:pt x="5888960" y="5245164"/>
                </a:cubicBezTo>
                <a:lnTo>
                  <a:pt x="5719401" y="5414721"/>
                </a:lnTo>
                <a:lnTo>
                  <a:pt x="5389616" y="5414721"/>
                </a:lnTo>
                <a:lnTo>
                  <a:pt x="5283162" y="5308268"/>
                </a:lnTo>
                <a:lnTo>
                  <a:pt x="5282613" y="5308268"/>
                </a:lnTo>
                <a:cubicBezTo>
                  <a:pt x="5282613" y="5307719"/>
                  <a:pt x="4879298" y="5307719"/>
                  <a:pt x="4879298" y="5307719"/>
                </a:cubicBezTo>
                <a:lnTo>
                  <a:pt x="3998039" y="6188977"/>
                </a:lnTo>
                <a:lnTo>
                  <a:pt x="3354380" y="6188977"/>
                </a:lnTo>
                <a:cubicBezTo>
                  <a:pt x="3353282" y="6179649"/>
                  <a:pt x="3345600" y="6172516"/>
                  <a:pt x="3335723" y="6172516"/>
                </a:cubicBezTo>
                <a:cubicBezTo>
                  <a:pt x="3325846" y="6172516"/>
                  <a:pt x="3317066" y="6180747"/>
                  <a:pt x="3317066" y="6191172"/>
                </a:cubicBezTo>
                <a:cubicBezTo>
                  <a:pt x="3317066" y="6201598"/>
                  <a:pt x="3325297" y="6209829"/>
                  <a:pt x="3335723" y="6209829"/>
                </a:cubicBezTo>
                <a:cubicBezTo>
                  <a:pt x="3346149" y="6209829"/>
                  <a:pt x="3353282" y="6202696"/>
                  <a:pt x="3354380" y="6193367"/>
                </a:cubicBezTo>
                <a:lnTo>
                  <a:pt x="4000233" y="6193367"/>
                </a:lnTo>
                <a:lnTo>
                  <a:pt x="4881492" y="5312109"/>
                </a:lnTo>
                <a:lnTo>
                  <a:pt x="5280967" y="5312109"/>
                </a:lnTo>
                <a:lnTo>
                  <a:pt x="5387420" y="5418562"/>
                </a:lnTo>
                <a:lnTo>
                  <a:pt x="5387969" y="5418562"/>
                </a:lnTo>
                <a:cubicBezTo>
                  <a:pt x="5387969" y="5419110"/>
                  <a:pt x="5721596" y="5419110"/>
                  <a:pt x="5721596" y="5419110"/>
                </a:cubicBezTo>
                <a:lnTo>
                  <a:pt x="5892251" y="5248456"/>
                </a:lnTo>
                <a:lnTo>
                  <a:pt x="5892251" y="5248456"/>
                </a:lnTo>
                <a:lnTo>
                  <a:pt x="5892800" y="5247907"/>
                </a:lnTo>
                <a:lnTo>
                  <a:pt x="5892251" y="5248456"/>
                </a:lnTo>
                <a:lnTo>
                  <a:pt x="5904803" y="5252160"/>
                </a:lnTo>
                <a:cubicBezTo>
                  <a:pt x="5909261" y="5251885"/>
                  <a:pt x="5913651" y="5250102"/>
                  <a:pt x="5916944" y="5246809"/>
                </a:cubicBezTo>
                <a:cubicBezTo>
                  <a:pt x="5924078" y="5239677"/>
                  <a:pt x="5924078" y="5227604"/>
                  <a:pt x="5916944" y="5220470"/>
                </a:cubicBezTo>
                <a:cubicBezTo>
                  <a:pt x="5913377" y="5216904"/>
                  <a:pt x="5908575" y="5215121"/>
                  <a:pt x="5903774" y="5215121"/>
                </a:cubicBezTo>
                <a:close/>
                <a:moveTo>
                  <a:pt x="14162694" y="5037332"/>
                </a:moveTo>
                <a:cubicBezTo>
                  <a:pt x="14157892" y="5037332"/>
                  <a:pt x="14153091" y="5039115"/>
                  <a:pt x="14149524" y="5042682"/>
                </a:cubicBezTo>
                <a:cubicBezTo>
                  <a:pt x="14142392" y="5049816"/>
                  <a:pt x="14142392" y="5061888"/>
                  <a:pt x="14149524" y="5069021"/>
                </a:cubicBezTo>
                <a:cubicBezTo>
                  <a:pt x="14156110" y="5075606"/>
                  <a:pt x="14166535" y="5076155"/>
                  <a:pt x="14174217" y="5070668"/>
                </a:cubicBezTo>
                <a:lnTo>
                  <a:pt x="14224152" y="5120602"/>
                </a:lnTo>
                <a:lnTo>
                  <a:pt x="14224701" y="5120602"/>
                </a:lnTo>
                <a:cubicBezTo>
                  <a:pt x="14224701" y="5121151"/>
                  <a:pt x="15006090" y="5121151"/>
                  <a:pt x="15006090" y="5121151"/>
                </a:cubicBezTo>
                <a:lnTo>
                  <a:pt x="15196500" y="5311560"/>
                </a:lnTo>
                <a:lnTo>
                  <a:pt x="15197048" y="5311560"/>
                </a:lnTo>
                <a:cubicBezTo>
                  <a:pt x="15197048" y="5312109"/>
                  <a:pt x="15565794" y="5312109"/>
                  <a:pt x="15565794" y="5312109"/>
                </a:cubicBezTo>
                <a:cubicBezTo>
                  <a:pt x="15566891" y="5321437"/>
                  <a:pt x="15574575" y="5328570"/>
                  <a:pt x="15584450" y="5328570"/>
                </a:cubicBezTo>
                <a:cubicBezTo>
                  <a:pt x="15594328" y="5328570"/>
                  <a:pt x="15603108" y="5320339"/>
                  <a:pt x="15603108" y="5309913"/>
                </a:cubicBezTo>
                <a:cubicBezTo>
                  <a:pt x="15603108" y="5299488"/>
                  <a:pt x="15594877" y="5291257"/>
                  <a:pt x="15584450" y="5291257"/>
                </a:cubicBezTo>
                <a:cubicBezTo>
                  <a:pt x="15574025" y="5291257"/>
                  <a:pt x="15566891" y="5298390"/>
                  <a:pt x="15565794" y="5307719"/>
                </a:cubicBezTo>
                <a:lnTo>
                  <a:pt x="15199243" y="5307719"/>
                </a:lnTo>
                <a:lnTo>
                  <a:pt x="15008834" y="5117310"/>
                </a:lnTo>
                <a:lnTo>
                  <a:pt x="15008285" y="5117310"/>
                </a:lnTo>
                <a:cubicBezTo>
                  <a:pt x="15008285" y="5116761"/>
                  <a:pt x="14226895" y="5116761"/>
                  <a:pt x="14226895" y="5116761"/>
                </a:cubicBezTo>
                <a:lnTo>
                  <a:pt x="14177510" y="5067376"/>
                </a:lnTo>
                <a:cubicBezTo>
                  <a:pt x="14182998" y="5060242"/>
                  <a:pt x="14182448" y="5049267"/>
                  <a:pt x="14175863" y="5042682"/>
                </a:cubicBezTo>
                <a:cubicBezTo>
                  <a:pt x="14172296" y="5039115"/>
                  <a:pt x="14167495" y="5037332"/>
                  <a:pt x="14162694" y="5037332"/>
                </a:cubicBezTo>
                <a:close/>
                <a:moveTo>
                  <a:pt x="6701626" y="4985066"/>
                </a:moveTo>
                <a:lnTo>
                  <a:pt x="6314773" y="4985066"/>
                </a:lnTo>
                <a:lnTo>
                  <a:pt x="5641482" y="5658905"/>
                </a:lnTo>
                <a:lnTo>
                  <a:pt x="4869421" y="5658905"/>
                </a:lnTo>
                <a:lnTo>
                  <a:pt x="3998039" y="6530287"/>
                </a:lnTo>
                <a:lnTo>
                  <a:pt x="3561250" y="6530287"/>
                </a:lnTo>
                <a:cubicBezTo>
                  <a:pt x="3560152" y="6520958"/>
                  <a:pt x="3552471" y="6513825"/>
                  <a:pt x="3542594" y="6513825"/>
                </a:cubicBezTo>
                <a:cubicBezTo>
                  <a:pt x="3532716" y="6513825"/>
                  <a:pt x="3523937" y="6522055"/>
                  <a:pt x="3523937" y="6532481"/>
                </a:cubicBezTo>
                <a:cubicBezTo>
                  <a:pt x="3523937" y="6542908"/>
                  <a:pt x="3532168" y="6551138"/>
                  <a:pt x="3542594" y="6551138"/>
                </a:cubicBezTo>
                <a:cubicBezTo>
                  <a:pt x="3553020" y="6551138"/>
                  <a:pt x="3560152" y="6544005"/>
                  <a:pt x="3561250" y="6534677"/>
                </a:cubicBezTo>
                <a:lnTo>
                  <a:pt x="4000233" y="6534677"/>
                </a:lnTo>
                <a:lnTo>
                  <a:pt x="4871615" y="5663295"/>
                </a:lnTo>
                <a:lnTo>
                  <a:pt x="5643678" y="5663295"/>
                </a:lnTo>
                <a:lnTo>
                  <a:pt x="5643678" y="5663843"/>
                </a:lnTo>
                <a:lnTo>
                  <a:pt x="6316967" y="4990004"/>
                </a:lnTo>
                <a:lnTo>
                  <a:pt x="6701626" y="4990004"/>
                </a:lnTo>
                <a:close/>
                <a:moveTo>
                  <a:pt x="8990924" y="4884100"/>
                </a:moveTo>
                <a:lnTo>
                  <a:pt x="8990924" y="4889039"/>
                </a:lnTo>
                <a:lnTo>
                  <a:pt x="10502123" y="4889039"/>
                </a:lnTo>
                <a:lnTo>
                  <a:pt x="10710640" y="5097556"/>
                </a:lnTo>
                <a:lnTo>
                  <a:pt x="10711189" y="5097556"/>
                </a:lnTo>
                <a:cubicBezTo>
                  <a:pt x="10711189" y="5098104"/>
                  <a:pt x="11067314" y="5098104"/>
                  <a:pt x="11067314" y="5098104"/>
                </a:cubicBezTo>
                <a:lnTo>
                  <a:pt x="11665978" y="5696767"/>
                </a:lnTo>
                <a:lnTo>
                  <a:pt x="11666525" y="5696767"/>
                </a:lnTo>
                <a:lnTo>
                  <a:pt x="12664664" y="5696767"/>
                </a:lnTo>
                <a:cubicBezTo>
                  <a:pt x="12665761" y="5706096"/>
                  <a:pt x="12673443" y="5713229"/>
                  <a:pt x="12683321" y="5713229"/>
                </a:cubicBezTo>
                <a:cubicBezTo>
                  <a:pt x="12693198" y="5713229"/>
                  <a:pt x="12701979" y="5704998"/>
                  <a:pt x="12701979" y="5694572"/>
                </a:cubicBezTo>
                <a:cubicBezTo>
                  <a:pt x="12701979" y="5684147"/>
                  <a:pt x="12693747" y="5675916"/>
                  <a:pt x="12683321" y="5675916"/>
                </a:cubicBezTo>
                <a:cubicBezTo>
                  <a:pt x="12672896" y="5675916"/>
                  <a:pt x="12665761" y="5683049"/>
                  <a:pt x="12664664" y="5692378"/>
                </a:cubicBezTo>
                <a:lnTo>
                  <a:pt x="11668172" y="5692378"/>
                </a:lnTo>
                <a:lnTo>
                  <a:pt x="11069509" y="5093715"/>
                </a:lnTo>
                <a:lnTo>
                  <a:pt x="11068960" y="5093715"/>
                </a:lnTo>
                <a:cubicBezTo>
                  <a:pt x="11068960" y="5093165"/>
                  <a:pt x="10712835" y="5093165"/>
                  <a:pt x="10712835" y="5093165"/>
                </a:cubicBezTo>
                <a:lnTo>
                  <a:pt x="10504318" y="4884648"/>
                </a:lnTo>
                <a:lnTo>
                  <a:pt x="10503770" y="4884648"/>
                </a:lnTo>
                <a:cubicBezTo>
                  <a:pt x="10503770" y="4884100"/>
                  <a:pt x="8990924" y="4884100"/>
                  <a:pt x="8990924" y="4884100"/>
                </a:cubicBezTo>
                <a:close/>
                <a:moveTo>
                  <a:pt x="6691750" y="4867090"/>
                </a:moveTo>
                <a:lnTo>
                  <a:pt x="6359219" y="4867090"/>
                </a:lnTo>
                <a:lnTo>
                  <a:pt x="6139180" y="5087130"/>
                </a:lnTo>
                <a:lnTo>
                  <a:pt x="4979166" y="5087130"/>
                </a:lnTo>
                <a:lnTo>
                  <a:pt x="4126441" y="5939855"/>
                </a:lnTo>
                <a:lnTo>
                  <a:pt x="3354380" y="5939855"/>
                </a:lnTo>
                <a:cubicBezTo>
                  <a:pt x="3353282" y="5930526"/>
                  <a:pt x="3345600" y="5923392"/>
                  <a:pt x="3335723" y="5923392"/>
                </a:cubicBezTo>
                <a:cubicBezTo>
                  <a:pt x="3325846" y="5923392"/>
                  <a:pt x="3317066" y="5931624"/>
                  <a:pt x="3317066" y="5942050"/>
                </a:cubicBezTo>
                <a:cubicBezTo>
                  <a:pt x="3317066" y="5952475"/>
                  <a:pt x="3325297" y="5960706"/>
                  <a:pt x="3335723" y="5960706"/>
                </a:cubicBezTo>
                <a:cubicBezTo>
                  <a:pt x="3346149" y="5960706"/>
                  <a:pt x="3353282" y="5953572"/>
                  <a:pt x="3354380" y="5944244"/>
                </a:cubicBezTo>
                <a:lnTo>
                  <a:pt x="4128636" y="5944244"/>
                </a:lnTo>
                <a:lnTo>
                  <a:pt x="4981361" y="5091519"/>
                </a:lnTo>
                <a:lnTo>
                  <a:pt x="6141374" y="5091519"/>
                </a:lnTo>
                <a:lnTo>
                  <a:pt x="6361414" y="4871479"/>
                </a:lnTo>
                <a:lnTo>
                  <a:pt x="6360866" y="4872028"/>
                </a:lnTo>
                <a:lnTo>
                  <a:pt x="6691750" y="4872028"/>
                </a:lnTo>
                <a:close/>
                <a:moveTo>
                  <a:pt x="11528247" y="4844729"/>
                </a:moveTo>
                <a:cubicBezTo>
                  <a:pt x="11523446" y="4844729"/>
                  <a:pt x="11518644" y="4846512"/>
                  <a:pt x="11515077" y="4850079"/>
                </a:cubicBezTo>
                <a:cubicBezTo>
                  <a:pt x="11507944" y="4857212"/>
                  <a:pt x="11507944" y="4869284"/>
                  <a:pt x="11515077" y="4876418"/>
                </a:cubicBezTo>
                <a:cubicBezTo>
                  <a:pt x="11521661" y="4883003"/>
                  <a:pt x="11532088" y="4883551"/>
                  <a:pt x="11539770" y="4878064"/>
                </a:cubicBezTo>
                <a:lnTo>
                  <a:pt x="11636345" y="4974640"/>
                </a:lnTo>
                <a:lnTo>
                  <a:pt x="11636345" y="5197973"/>
                </a:lnTo>
                <a:lnTo>
                  <a:pt x="11880530" y="5442157"/>
                </a:lnTo>
                <a:lnTo>
                  <a:pt x="11881079" y="5442157"/>
                </a:lnTo>
                <a:cubicBezTo>
                  <a:pt x="11881079" y="5442705"/>
                  <a:pt x="13668290" y="5442705"/>
                  <a:pt x="13668290" y="5442705"/>
                </a:cubicBezTo>
                <a:lnTo>
                  <a:pt x="13953628" y="5728046"/>
                </a:lnTo>
                <a:lnTo>
                  <a:pt x="13954178" y="5728046"/>
                </a:lnTo>
                <a:cubicBezTo>
                  <a:pt x="13954178" y="5728594"/>
                  <a:pt x="15683771" y="5728594"/>
                  <a:pt x="15683771" y="5728594"/>
                </a:cubicBezTo>
                <a:cubicBezTo>
                  <a:pt x="15684868" y="5737922"/>
                  <a:pt x="15692551" y="5745056"/>
                  <a:pt x="15702428" y="5745056"/>
                </a:cubicBezTo>
                <a:lnTo>
                  <a:pt x="15702428" y="5744507"/>
                </a:lnTo>
                <a:cubicBezTo>
                  <a:pt x="15712854" y="5744507"/>
                  <a:pt x="15721085" y="5736276"/>
                  <a:pt x="15721085" y="5725850"/>
                </a:cubicBezTo>
                <a:cubicBezTo>
                  <a:pt x="15721085" y="5715424"/>
                  <a:pt x="15712854" y="5707193"/>
                  <a:pt x="15702428" y="5707193"/>
                </a:cubicBezTo>
                <a:cubicBezTo>
                  <a:pt x="15692002" y="5707193"/>
                  <a:pt x="15684868" y="5714327"/>
                  <a:pt x="15683771" y="5723655"/>
                </a:cubicBezTo>
                <a:lnTo>
                  <a:pt x="13955824" y="5723655"/>
                </a:lnTo>
                <a:lnTo>
                  <a:pt x="13670485" y="5438316"/>
                </a:lnTo>
                <a:lnTo>
                  <a:pt x="13669935" y="5438316"/>
                </a:lnTo>
                <a:cubicBezTo>
                  <a:pt x="13669935" y="5437767"/>
                  <a:pt x="11882726" y="5437767"/>
                  <a:pt x="11882726" y="5437767"/>
                </a:cubicBezTo>
                <a:lnTo>
                  <a:pt x="11640736" y="5195778"/>
                </a:lnTo>
                <a:lnTo>
                  <a:pt x="11640736" y="4972445"/>
                </a:lnTo>
                <a:lnTo>
                  <a:pt x="11543061" y="4874772"/>
                </a:lnTo>
                <a:cubicBezTo>
                  <a:pt x="11548549" y="4867638"/>
                  <a:pt x="11548001" y="4856664"/>
                  <a:pt x="11541416" y="4850079"/>
                </a:cubicBezTo>
                <a:cubicBezTo>
                  <a:pt x="11537849" y="4846512"/>
                  <a:pt x="11533048" y="4844729"/>
                  <a:pt x="11528247" y="4844729"/>
                </a:cubicBezTo>
                <a:close/>
                <a:moveTo>
                  <a:pt x="3694591" y="4724420"/>
                </a:moveTo>
                <a:cubicBezTo>
                  <a:pt x="3684166" y="4724420"/>
                  <a:pt x="3677032" y="4731554"/>
                  <a:pt x="3675934" y="4740882"/>
                </a:cubicBezTo>
                <a:lnTo>
                  <a:pt x="2397397" y="4740882"/>
                </a:lnTo>
                <a:lnTo>
                  <a:pt x="2225096" y="4913183"/>
                </a:lnTo>
                <a:cubicBezTo>
                  <a:pt x="2217962" y="4907695"/>
                  <a:pt x="2206987" y="4908244"/>
                  <a:pt x="2200402" y="4914828"/>
                </a:cubicBezTo>
                <a:cubicBezTo>
                  <a:pt x="2193269" y="4921962"/>
                  <a:pt x="2193269" y="4934034"/>
                  <a:pt x="2200402" y="4941167"/>
                </a:cubicBezTo>
                <a:cubicBezTo>
                  <a:pt x="2207536" y="4948301"/>
                  <a:pt x="2219608" y="4948301"/>
                  <a:pt x="2226741" y="4941167"/>
                </a:cubicBezTo>
                <a:cubicBezTo>
                  <a:pt x="2233326" y="4934583"/>
                  <a:pt x="2233875" y="4924157"/>
                  <a:pt x="2228388" y="4916475"/>
                </a:cubicBezTo>
                <a:lnTo>
                  <a:pt x="2399591" y="4745271"/>
                </a:lnTo>
                <a:lnTo>
                  <a:pt x="3675934" y="4745271"/>
                </a:lnTo>
                <a:cubicBezTo>
                  <a:pt x="3677032" y="4754600"/>
                  <a:pt x="3684715" y="4761734"/>
                  <a:pt x="3694591" y="4761734"/>
                </a:cubicBezTo>
                <a:cubicBezTo>
                  <a:pt x="3704469" y="4761734"/>
                  <a:pt x="3713248" y="4753502"/>
                  <a:pt x="3713248" y="4743076"/>
                </a:cubicBezTo>
                <a:cubicBezTo>
                  <a:pt x="3713248" y="4732651"/>
                  <a:pt x="3705018" y="4724420"/>
                  <a:pt x="3694591" y="4724420"/>
                </a:cubicBezTo>
                <a:close/>
                <a:moveTo>
                  <a:pt x="8991472" y="4634977"/>
                </a:moveTo>
                <a:lnTo>
                  <a:pt x="8991472" y="4639915"/>
                </a:lnTo>
                <a:lnTo>
                  <a:pt x="10625039" y="4639915"/>
                </a:lnTo>
                <a:lnTo>
                  <a:pt x="10771549" y="4786426"/>
                </a:lnTo>
                <a:lnTo>
                  <a:pt x="10772098" y="4786426"/>
                </a:lnTo>
                <a:cubicBezTo>
                  <a:pt x="10772098" y="4786975"/>
                  <a:pt x="11577632" y="4786975"/>
                  <a:pt x="11577632" y="4786975"/>
                </a:cubicBezTo>
                <a:lnTo>
                  <a:pt x="12118130" y="5327473"/>
                </a:lnTo>
                <a:lnTo>
                  <a:pt x="12118679" y="5327473"/>
                </a:lnTo>
                <a:cubicBezTo>
                  <a:pt x="12118679" y="5328022"/>
                  <a:pt x="12693747" y="5328022"/>
                  <a:pt x="12693747" y="5328022"/>
                </a:cubicBezTo>
                <a:cubicBezTo>
                  <a:pt x="12694844" y="5337349"/>
                  <a:pt x="12702526" y="5344484"/>
                  <a:pt x="12712404" y="5344484"/>
                </a:cubicBezTo>
                <a:cubicBezTo>
                  <a:pt x="12722281" y="5344484"/>
                  <a:pt x="12731060" y="5336252"/>
                  <a:pt x="12731060" y="5325826"/>
                </a:cubicBezTo>
                <a:cubicBezTo>
                  <a:pt x="12731060" y="5315401"/>
                  <a:pt x="12722829" y="5307169"/>
                  <a:pt x="12712404" y="5307169"/>
                </a:cubicBezTo>
                <a:cubicBezTo>
                  <a:pt x="12701979" y="5307169"/>
                  <a:pt x="12694844" y="5314304"/>
                  <a:pt x="12693747" y="5323632"/>
                </a:cubicBezTo>
                <a:lnTo>
                  <a:pt x="12693198" y="5323083"/>
                </a:lnTo>
                <a:lnTo>
                  <a:pt x="12120326" y="5323083"/>
                </a:lnTo>
                <a:lnTo>
                  <a:pt x="11579827" y="4782585"/>
                </a:lnTo>
                <a:lnTo>
                  <a:pt x="11579279" y="4782585"/>
                </a:lnTo>
                <a:cubicBezTo>
                  <a:pt x="11579279" y="4782036"/>
                  <a:pt x="10773744" y="4782036"/>
                  <a:pt x="10773744" y="4782036"/>
                </a:cubicBezTo>
                <a:lnTo>
                  <a:pt x="10627234" y="4635526"/>
                </a:lnTo>
                <a:lnTo>
                  <a:pt x="10626685" y="4635526"/>
                </a:lnTo>
                <a:cubicBezTo>
                  <a:pt x="10626685" y="4634977"/>
                  <a:pt x="8991472" y="4634977"/>
                  <a:pt x="8991472" y="4634977"/>
                </a:cubicBezTo>
                <a:close/>
                <a:moveTo>
                  <a:pt x="6695042" y="4618513"/>
                </a:moveTo>
                <a:cubicBezTo>
                  <a:pt x="6685714" y="4618513"/>
                  <a:pt x="6677482" y="4625647"/>
                  <a:pt x="6676386" y="4634975"/>
                </a:cubicBezTo>
                <a:lnTo>
                  <a:pt x="6045896" y="4634975"/>
                </a:lnTo>
                <a:lnTo>
                  <a:pt x="5800614" y="4880257"/>
                </a:lnTo>
                <a:lnTo>
                  <a:pt x="4406842" y="4880257"/>
                </a:lnTo>
                <a:lnTo>
                  <a:pt x="3872928" y="5414171"/>
                </a:lnTo>
                <a:lnTo>
                  <a:pt x="3545886" y="5414171"/>
                </a:lnTo>
                <a:lnTo>
                  <a:pt x="3275363" y="5684694"/>
                </a:lnTo>
                <a:lnTo>
                  <a:pt x="3275363" y="5867970"/>
                </a:lnTo>
                <a:cubicBezTo>
                  <a:pt x="3266034" y="5869067"/>
                  <a:pt x="3258900" y="5876749"/>
                  <a:pt x="3258900" y="5886626"/>
                </a:cubicBezTo>
                <a:cubicBezTo>
                  <a:pt x="3258900" y="5896503"/>
                  <a:pt x="3267131" y="5905282"/>
                  <a:pt x="3277557" y="5905282"/>
                </a:cubicBezTo>
                <a:cubicBezTo>
                  <a:pt x="3287983" y="5905282"/>
                  <a:pt x="3296214" y="5897052"/>
                  <a:pt x="3296214" y="5886626"/>
                </a:cubicBezTo>
                <a:cubicBezTo>
                  <a:pt x="3296214" y="5876201"/>
                  <a:pt x="3289080" y="5869067"/>
                  <a:pt x="3279752" y="5867970"/>
                </a:cubicBezTo>
                <a:lnTo>
                  <a:pt x="3279752" y="5686888"/>
                </a:lnTo>
                <a:lnTo>
                  <a:pt x="3546984" y="5419657"/>
                </a:lnTo>
                <a:lnTo>
                  <a:pt x="3874026" y="5419657"/>
                </a:lnTo>
                <a:lnTo>
                  <a:pt x="4407940" y="4885744"/>
                </a:lnTo>
                <a:lnTo>
                  <a:pt x="5801711" y="4885744"/>
                </a:lnTo>
                <a:lnTo>
                  <a:pt x="6046994" y="4640462"/>
                </a:lnTo>
                <a:lnTo>
                  <a:pt x="6675288" y="4640462"/>
                </a:lnTo>
                <a:cubicBezTo>
                  <a:pt x="6676386" y="4649790"/>
                  <a:pt x="6684068" y="4656924"/>
                  <a:pt x="6693944" y="4656924"/>
                </a:cubicBezTo>
                <a:cubicBezTo>
                  <a:pt x="6703822" y="4656924"/>
                  <a:pt x="6712601" y="4648693"/>
                  <a:pt x="6712601" y="4638267"/>
                </a:cubicBezTo>
                <a:cubicBezTo>
                  <a:pt x="6712601" y="4627842"/>
                  <a:pt x="6704370" y="4619610"/>
                  <a:pt x="6693944" y="4619610"/>
                </a:cubicBezTo>
                <a:close/>
                <a:moveTo>
                  <a:pt x="8991472" y="4523584"/>
                </a:moveTo>
                <a:lnTo>
                  <a:pt x="8991472" y="4528523"/>
                </a:lnTo>
                <a:lnTo>
                  <a:pt x="10888977" y="4528523"/>
                </a:lnTo>
                <a:lnTo>
                  <a:pt x="11054145" y="4693691"/>
                </a:lnTo>
                <a:lnTo>
                  <a:pt x="11054693" y="4693691"/>
                </a:lnTo>
                <a:cubicBezTo>
                  <a:pt x="11054693" y="4694240"/>
                  <a:pt x="12657531" y="4694240"/>
                  <a:pt x="12657531" y="4694240"/>
                </a:cubicBezTo>
                <a:lnTo>
                  <a:pt x="12816113" y="4852823"/>
                </a:lnTo>
                <a:lnTo>
                  <a:pt x="12816662" y="4852823"/>
                </a:lnTo>
                <a:lnTo>
                  <a:pt x="13567872" y="4852823"/>
                </a:lnTo>
                <a:cubicBezTo>
                  <a:pt x="13568970" y="4862151"/>
                  <a:pt x="13576651" y="4869284"/>
                  <a:pt x="13586529" y="4869284"/>
                </a:cubicBezTo>
                <a:cubicBezTo>
                  <a:pt x="13596406" y="4869284"/>
                  <a:pt x="13605186" y="4861053"/>
                  <a:pt x="13605186" y="4850627"/>
                </a:cubicBezTo>
                <a:cubicBezTo>
                  <a:pt x="13605186" y="4840201"/>
                  <a:pt x="13596955" y="4831970"/>
                  <a:pt x="13586529" y="4831970"/>
                </a:cubicBezTo>
                <a:cubicBezTo>
                  <a:pt x="13576103" y="4831970"/>
                  <a:pt x="13568970" y="4839104"/>
                  <a:pt x="13567872" y="4848433"/>
                </a:cubicBezTo>
                <a:lnTo>
                  <a:pt x="12818856" y="4848433"/>
                </a:lnTo>
                <a:lnTo>
                  <a:pt x="12660274" y="4689849"/>
                </a:lnTo>
                <a:lnTo>
                  <a:pt x="12659725" y="4689849"/>
                </a:lnTo>
                <a:cubicBezTo>
                  <a:pt x="12659725" y="4689301"/>
                  <a:pt x="11056888" y="4689301"/>
                  <a:pt x="11056888" y="4689301"/>
                </a:cubicBezTo>
                <a:lnTo>
                  <a:pt x="10891721" y="4524134"/>
                </a:lnTo>
                <a:lnTo>
                  <a:pt x="10891172" y="4524134"/>
                </a:lnTo>
                <a:cubicBezTo>
                  <a:pt x="10891172" y="4523584"/>
                  <a:pt x="8991472" y="4523584"/>
                  <a:pt x="8991472" y="4523584"/>
                </a:cubicBezTo>
                <a:close/>
                <a:moveTo>
                  <a:pt x="6703822" y="4402864"/>
                </a:moveTo>
                <a:lnTo>
                  <a:pt x="5683734" y="4402864"/>
                </a:lnTo>
                <a:lnTo>
                  <a:pt x="5552040" y="4534559"/>
                </a:lnTo>
                <a:lnTo>
                  <a:pt x="4131380" y="4534559"/>
                </a:lnTo>
                <a:lnTo>
                  <a:pt x="3723126" y="4942814"/>
                </a:lnTo>
                <a:lnTo>
                  <a:pt x="2970818" y="4942814"/>
                </a:lnTo>
                <a:lnTo>
                  <a:pt x="2818820" y="5094812"/>
                </a:lnTo>
                <a:lnTo>
                  <a:pt x="1509552" y="5094812"/>
                </a:lnTo>
                <a:lnTo>
                  <a:pt x="1163304" y="5441060"/>
                </a:lnTo>
                <a:lnTo>
                  <a:pt x="321006" y="5441060"/>
                </a:lnTo>
                <a:lnTo>
                  <a:pt x="59810" y="5702254"/>
                </a:lnTo>
                <a:cubicBezTo>
                  <a:pt x="52676" y="5696767"/>
                  <a:pt x="41702" y="5697316"/>
                  <a:pt x="35118" y="5703901"/>
                </a:cubicBezTo>
                <a:cubicBezTo>
                  <a:pt x="27984" y="5711035"/>
                  <a:pt x="27984" y="5723106"/>
                  <a:pt x="35118" y="5730240"/>
                </a:cubicBezTo>
                <a:cubicBezTo>
                  <a:pt x="42250" y="5737374"/>
                  <a:pt x="54324" y="5737374"/>
                  <a:pt x="61458" y="5730240"/>
                </a:cubicBezTo>
                <a:cubicBezTo>
                  <a:pt x="68590" y="5723106"/>
                  <a:pt x="68590" y="5713229"/>
                  <a:pt x="63102" y="5705547"/>
                </a:cubicBezTo>
                <a:lnTo>
                  <a:pt x="323200" y="5445449"/>
                </a:lnTo>
                <a:lnTo>
                  <a:pt x="1165500" y="5445449"/>
                </a:lnTo>
                <a:lnTo>
                  <a:pt x="1511748" y="5099201"/>
                </a:lnTo>
                <a:lnTo>
                  <a:pt x="2821015" y="5099201"/>
                </a:lnTo>
                <a:lnTo>
                  <a:pt x="2973012" y="4947204"/>
                </a:lnTo>
                <a:lnTo>
                  <a:pt x="3725320" y="4947204"/>
                </a:lnTo>
                <a:lnTo>
                  <a:pt x="3725320" y="4947752"/>
                </a:lnTo>
                <a:lnTo>
                  <a:pt x="4133575" y="4539498"/>
                </a:lnTo>
                <a:lnTo>
                  <a:pt x="5554234" y="4539498"/>
                </a:lnTo>
                <a:lnTo>
                  <a:pt x="5685930" y="4407804"/>
                </a:lnTo>
                <a:lnTo>
                  <a:pt x="6703822" y="4407804"/>
                </a:lnTo>
                <a:close/>
                <a:moveTo>
                  <a:pt x="2547199" y="4266779"/>
                </a:moveTo>
                <a:cubicBezTo>
                  <a:pt x="2536774" y="4266779"/>
                  <a:pt x="2529640" y="4273913"/>
                  <a:pt x="2528542" y="4283241"/>
                </a:cubicBezTo>
                <a:lnTo>
                  <a:pt x="2284358" y="4283241"/>
                </a:lnTo>
                <a:lnTo>
                  <a:pt x="1833302" y="4734845"/>
                </a:lnTo>
                <a:lnTo>
                  <a:pt x="518000" y="4734845"/>
                </a:lnTo>
                <a:lnTo>
                  <a:pt x="301800" y="4951045"/>
                </a:lnTo>
                <a:lnTo>
                  <a:pt x="47738" y="4951045"/>
                </a:lnTo>
                <a:cubicBezTo>
                  <a:pt x="46642" y="4941716"/>
                  <a:pt x="38960" y="4934583"/>
                  <a:pt x="29082" y="4934583"/>
                </a:cubicBezTo>
                <a:cubicBezTo>
                  <a:pt x="19204" y="4934583"/>
                  <a:pt x="10424" y="4942814"/>
                  <a:pt x="10424" y="4953239"/>
                </a:cubicBezTo>
                <a:cubicBezTo>
                  <a:pt x="10424" y="4963665"/>
                  <a:pt x="18656" y="4971896"/>
                  <a:pt x="29082" y="4971896"/>
                </a:cubicBezTo>
                <a:lnTo>
                  <a:pt x="29630" y="4971348"/>
                </a:lnTo>
                <a:cubicBezTo>
                  <a:pt x="38960" y="4971348"/>
                  <a:pt x="47190" y="4964214"/>
                  <a:pt x="48288" y="4954886"/>
                </a:cubicBezTo>
                <a:lnTo>
                  <a:pt x="303996" y="4954886"/>
                </a:lnTo>
                <a:lnTo>
                  <a:pt x="520194" y="4738686"/>
                </a:lnTo>
                <a:lnTo>
                  <a:pt x="1835498" y="4738686"/>
                </a:lnTo>
                <a:lnTo>
                  <a:pt x="2286553" y="4287631"/>
                </a:lnTo>
                <a:lnTo>
                  <a:pt x="2528542" y="4287631"/>
                </a:lnTo>
                <a:cubicBezTo>
                  <a:pt x="2529640" y="4296959"/>
                  <a:pt x="2537322" y="4304093"/>
                  <a:pt x="2547199" y="4304093"/>
                </a:cubicBezTo>
                <a:cubicBezTo>
                  <a:pt x="2557076" y="4304093"/>
                  <a:pt x="2565856" y="4295863"/>
                  <a:pt x="2565856" y="4285437"/>
                </a:cubicBezTo>
                <a:cubicBezTo>
                  <a:pt x="2565856" y="4275010"/>
                  <a:pt x="2557625" y="4266779"/>
                  <a:pt x="2547199" y="4266779"/>
                </a:cubicBezTo>
                <a:close/>
                <a:moveTo>
                  <a:pt x="42800" y="4115331"/>
                </a:moveTo>
                <a:cubicBezTo>
                  <a:pt x="32922" y="4115331"/>
                  <a:pt x="24144" y="4123561"/>
                  <a:pt x="24144" y="4133987"/>
                </a:cubicBezTo>
                <a:cubicBezTo>
                  <a:pt x="24144" y="4144413"/>
                  <a:pt x="32374" y="4152644"/>
                  <a:pt x="42800" y="4152644"/>
                </a:cubicBezTo>
                <a:cubicBezTo>
                  <a:pt x="52128" y="4152644"/>
                  <a:pt x="60360" y="4145511"/>
                  <a:pt x="61458" y="4136182"/>
                </a:cubicBezTo>
                <a:lnTo>
                  <a:pt x="351734" y="4136182"/>
                </a:lnTo>
                <a:lnTo>
                  <a:pt x="547630" y="4332078"/>
                </a:lnTo>
                <a:lnTo>
                  <a:pt x="1194034" y="4332078"/>
                </a:lnTo>
                <a:lnTo>
                  <a:pt x="1378955" y="4147157"/>
                </a:lnTo>
                <a:lnTo>
                  <a:pt x="2154310" y="4147157"/>
                </a:lnTo>
                <a:cubicBezTo>
                  <a:pt x="2155406" y="4156485"/>
                  <a:pt x="2163089" y="4163619"/>
                  <a:pt x="2172966" y="4163619"/>
                </a:cubicBezTo>
                <a:cubicBezTo>
                  <a:pt x="2182844" y="4163619"/>
                  <a:pt x="2191623" y="4155387"/>
                  <a:pt x="2191623" y="4144962"/>
                </a:cubicBezTo>
                <a:cubicBezTo>
                  <a:pt x="2191623" y="4134536"/>
                  <a:pt x="2183392" y="4126305"/>
                  <a:pt x="2172966" y="4126305"/>
                </a:cubicBezTo>
                <a:cubicBezTo>
                  <a:pt x="2162540" y="4126305"/>
                  <a:pt x="2155406" y="4133439"/>
                  <a:pt x="2154310" y="4142767"/>
                </a:cubicBezTo>
                <a:lnTo>
                  <a:pt x="1376760" y="4142767"/>
                </a:lnTo>
                <a:lnTo>
                  <a:pt x="1191838" y="4327689"/>
                </a:lnTo>
                <a:lnTo>
                  <a:pt x="549276" y="4327689"/>
                </a:lnTo>
                <a:lnTo>
                  <a:pt x="353380" y="4131792"/>
                </a:lnTo>
                <a:lnTo>
                  <a:pt x="61458" y="4131792"/>
                </a:lnTo>
                <a:cubicBezTo>
                  <a:pt x="60360" y="4122464"/>
                  <a:pt x="52676" y="4115331"/>
                  <a:pt x="42800" y="4115331"/>
                </a:cubicBezTo>
                <a:close/>
                <a:moveTo>
                  <a:pt x="15685417" y="3827248"/>
                </a:moveTo>
                <a:cubicBezTo>
                  <a:pt x="15674991" y="3827248"/>
                  <a:pt x="15667859" y="3834381"/>
                  <a:pt x="15666760" y="3843710"/>
                </a:cubicBezTo>
                <a:lnTo>
                  <a:pt x="15063708" y="3843710"/>
                </a:lnTo>
                <a:lnTo>
                  <a:pt x="14576985" y="4330432"/>
                </a:lnTo>
                <a:lnTo>
                  <a:pt x="14109469" y="4330432"/>
                </a:lnTo>
                <a:cubicBezTo>
                  <a:pt x="14108369" y="4321105"/>
                  <a:pt x="14100688" y="4313970"/>
                  <a:pt x="14090811" y="4313970"/>
                </a:cubicBezTo>
                <a:cubicBezTo>
                  <a:pt x="14080933" y="4313970"/>
                  <a:pt x="14072154" y="4322201"/>
                  <a:pt x="14072154" y="4332627"/>
                </a:cubicBezTo>
                <a:cubicBezTo>
                  <a:pt x="14072154" y="4343052"/>
                  <a:pt x="14080386" y="4351285"/>
                  <a:pt x="14090811" y="4351285"/>
                </a:cubicBezTo>
                <a:cubicBezTo>
                  <a:pt x="14101237" y="4351285"/>
                  <a:pt x="14108369" y="4344150"/>
                  <a:pt x="14109469" y="4334822"/>
                </a:cubicBezTo>
                <a:lnTo>
                  <a:pt x="14579180" y="4334822"/>
                </a:lnTo>
                <a:lnTo>
                  <a:pt x="15065902" y="3848100"/>
                </a:lnTo>
                <a:lnTo>
                  <a:pt x="15666760" y="3848100"/>
                </a:lnTo>
                <a:cubicBezTo>
                  <a:pt x="15667859" y="3857428"/>
                  <a:pt x="15675540" y="3864561"/>
                  <a:pt x="15685417" y="3864561"/>
                </a:cubicBezTo>
                <a:cubicBezTo>
                  <a:pt x="15695295" y="3864561"/>
                  <a:pt x="15704074" y="3856330"/>
                  <a:pt x="15704074" y="3845904"/>
                </a:cubicBezTo>
                <a:cubicBezTo>
                  <a:pt x="15704074" y="3835478"/>
                  <a:pt x="15695843" y="3827248"/>
                  <a:pt x="15685417" y="3827248"/>
                </a:cubicBezTo>
                <a:close/>
                <a:moveTo>
                  <a:pt x="77370" y="3732318"/>
                </a:moveTo>
                <a:cubicBezTo>
                  <a:pt x="67492" y="3732318"/>
                  <a:pt x="58714" y="3740549"/>
                  <a:pt x="58714" y="3750975"/>
                </a:cubicBezTo>
                <a:cubicBezTo>
                  <a:pt x="58714" y="3761401"/>
                  <a:pt x="66944" y="3769631"/>
                  <a:pt x="77370" y="3769631"/>
                </a:cubicBezTo>
                <a:cubicBezTo>
                  <a:pt x="87796" y="3769631"/>
                  <a:pt x="94928" y="3762498"/>
                  <a:pt x="96026" y="3753169"/>
                </a:cubicBezTo>
                <a:lnTo>
                  <a:pt x="340760" y="3753169"/>
                </a:lnTo>
                <a:lnTo>
                  <a:pt x="531168" y="3943578"/>
                </a:lnTo>
                <a:lnTo>
                  <a:pt x="2615241" y="3943578"/>
                </a:lnTo>
                <a:lnTo>
                  <a:pt x="2970818" y="4299155"/>
                </a:lnTo>
                <a:lnTo>
                  <a:pt x="2970818" y="4299703"/>
                </a:lnTo>
                <a:lnTo>
                  <a:pt x="3600210" y="4299703"/>
                </a:lnTo>
                <a:lnTo>
                  <a:pt x="3896524" y="4003390"/>
                </a:lnTo>
                <a:lnTo>
                  <a:pt x="4295998" y="4003390"/>
                </a:lnTo>
                <a:lnTo>
                  <a:pt x="4389282" y="4096674"/>
                </a:lnTo>
                <a:cubicBezTo>
                  <a:pt x="4383796" y="4103807"/>
                  <a:pt x="4384344" y="4114781"/>
                  <a:pt x="4390928" y="4121366"/>
                </a:cubicBezTo>
                <a:cubicBezTo>
                  <a:pt x="4398062" y="4128500"/>
                  <a:pt x="4410134" y="4128500"/>
                  <a:pt x="4417268" y="4121366"/>
                </a:cubicBezTo>
                <a:cubicBezTo>
                  <a:pt x="4424401" y="4114233"/>
                  <a:pt x="4424401" y="4102161"/>
                  <a:pt x="4417268" y="4095027"/>
                </a:cubicBezTo>
                <a:cubicBezTo>
                  <a:pt x="4410684" y="4088443"/>
                  <a:pt x="4400257" y="4087895"/>
                  <a:pt x="4392575" y="4093381"/>
                </a:cubicBezTo>
                <a:lnTo>
                  <a:pt x="4297645" y="3998450"/>
                </a:lnTo>
                <a:lnTo>
                  <a:pt x="3894328" y="3998450"/>
                </a:lnTo>
                <a:lnTo>
                  <a:pt x="3598016" y="4294765"/>
                </a:lnTo>
                <a:lnTo>
                  <a:pt x="2972464" y="4294765"/>
                </a:lnTo>
                <a:lnTo>
                  <a:pt x="2616888" y="3939189"/>
                </a:lnTo>
                <a:lnTo>
                  <a:pt x="533364" y="3939189"/>
                </a:lnTo>
                <a:lnTo>
                  <a:pt x="342954" y="3748779"/>
                </a:lnTo>
                <a:lnTo>
                  <a:pt x="96026" y="3748779"/>
                </a:lnTo>
                <a:cubicBezTo>
                  <a:pt x="94928" y="3739451"/>
                  <a:pt x="87246" y="3732318"/>
                  <a:pt x="77370" y="3732318"/>
                </a:cubicBezTo>
                <a:close/>
                <a:moveTo>
                  <a:pt x="15683771" y="3693357"/>
                </a:moveTo>
                <a:lnTo>
                  <a:pt x="15683222" y="3693357"/>
                </a:lnTo>
                <a:cubicBezTo>
                  <a:pt x="15673894" y="3693357"/>
                  <a:pt x="15665662" y="3700491"/>
                  <a:pt x="15664565" y="3709820"/>
                </a:cubicBezTo>
                <a:lnTo>
                  <a:pt x="14817329" y="3709820"/>
                </a:lnTo>
                <a:lnTo>
                  <a:pt x="14361884" y="4165265"/>
                </a:lnTo>
                <a:lnTo>
                  <a:pt x="12428711" y="4165265"/>
                </a:lnTo>
                <a:lnTo>
                  <a:pt x="12247081" y="4346894"/>
                </a:lnTo>
                <a:lnTo>
                  <a:pt x="11035488" y="4346894"/>
                </a:lnTo>
                <a:lnTo>
                  <a:pt x="10969092" y="4413290"/>
                </a:lnTo>
                <a:cubicBezTo>
                  <a:pt x="10961959" y="4407804"/>
                  <a:pt x="10950984" y="4408352"/>
                  <a:pt x="10944399" y="4414936"/>
                </a:cubicBezTo>
                <a:cubicBezTo>
                  <a:pt x="10937814" y="4421521"/>
                  <a:pt x="10937265" y="4434141"/>
                  <a:pt x="10944399" y="4441275"/>
                </a:cubicBezTo>
                <a:cubicBezTo>
                  <a:pt x="10951533" y="4448408"/>
                  <a:pt x="10963604" y="4448408"/>
                  <a:pt x="10970738" y="4441275"/>
                </a:cubicBezTo>
                <a:cubicBezTo>
                  <a:pt x="10977323" y="4434690"/>
                  <a:pt x="10977872" y="4424265"/>
                  <a:pt x="10972384" y="4416583"/>
                </a:cubicBezTo>
                <a:lnTo>
                  <a:pt x="11037683" y="4351285"/>
                </a:lnTo>
                <a:lnTo>
                  <a:pt x="12249277" y="4351285"/>
                </a:lnTo>
                <a:lnTo>
                  <a:pt x="12430906" y="4169655"/>
                </a:lnTo>
                <a:lnTo>
                  <a:pt x="14364078" y="4169655"/>
                </a:lnTo>
                <a:lnTo>
                  <a:pt x="14819523" y="3714209"/>
                </a:lnTo>
                <a:lnTo>
                  <a:pt x="15665115" y="3714209"/>
                </a:lnTo>
                <a:cubicBezTo>
                  <a:pt x="15666212" y="3723537"/>
                  <a:pt x="15673894" y="3730671"/>
                  <a:pt x="15683771" y="3730671"/>
                </a:cubicBezTo>
                <a:cubicBezTo>
                  <a:pt x="15693648" y="3730671"/>
                  <a:pt x="15702428" y="3722440"/>
                  <a:pt x="15702428" y="3712015"/>
                </a:cubicBezTo>
                <a:cubicBezTo>
                  <a:pt x="15702428" y="3701589"/>
                  <a:pt x="15694197" y="3693357"/>
                  <a:pt x="15683771" y="3693357"/>
                </a:cubicBezTo>
                <a:close/>
                <a:moveTo>
                  <a:pt x="12974696" y="3689105"/>
                </a:moveTo>
                <a:cubicBezTo>
                  <a:pt x="12969894" y="3689105"/>
                  <a:pt x="12965093" y="3690889"/>
                  <a:pt x="12961526" y="3694456"/>
                </a:cubicBezTo>
                <a:cubicBezTo>
                  <a:pt x="12954942" y="3701041"/>
                  <a:pt x="12954394" y="3711465"/>
                  <a:pt x="12959881" y="3719148"/>
                </a:cubicBezTo>
                <a:lnTo>
                  <a:pt x="12852330" y="3826699"/>
                </a:lnTo>
                <a:lnTo>
                  <a:pt x="11751031" y="3826699"/>
                </a:lnTo>
                <a:lnTo>
                  <a:pt x="11448681" y="4129048"/>
                </a:lnTo>
                <a:lnTo>
                  <a:pt x="10415972" y="4129048"/>
                </a:lnTo>
                <a:lnTo>
                  <a:pt x="10258488" y="4286533"/>
                </a:lnTo>
                <a:lnTo>
                  <a:pt x="10257938" y="4286533"/>
                </a:lnTo>
                <a:lnTo>
                  <a:pt x="9040309" y="4286533"/>
                </a:lnTo>
                <a:lnTo>
                  <a:pt x="9040309" y="4291473"/>
                </a:lnTo>
                <a:lnTo>
                  <a:pt x="10260134" y="4291473"/>
                </a:lnTo>
                <a:lnTo>
                  <a:pt x="10417619" y="4133987"/>
                </a:lnTo>
                <a:lnTo>
                  <a:pt x="11450327" y="4133987"/>
                </a:lnTo>
                <a:lnTo>
                  <a:pt x="11752677" y="3831637"/>
                </a:lnTo>
                <a:lnTo>
                  <a:pt x="12853976" y="3831637"/>
                </a:lnTo>
                <a:lnTo>
                  <a:pt x="12963172" y="3722440"/>
                </a:lnTo>
                <a:cubicBezTo>
                  <a:pt x="12970306" y="3727928"/>
                  <a:pt x="12981281" y="3727379"/>
                  <a:pt x="12987866" y="3720795"/>
                </a:cubicBezTo>
                <a:cubicBezTo>
                  <a:pt x="12994999" y="3713661"/>
                  <a:pt x="12994999" y="3701589"/>
                  <a:pt x="12987866" y="3694456"/>
                </a:cubicBezTo>
                <a:cubicBezTo>
                  <a:pt x="12984299" y="3690889"/>
                  <a:pt x="12979498" y="3689105"/>
                  <a:pt x="12974696" y="3689105"/>
                </a:cubicBezTo>
                <a:close/>
                <a:moveTo>
                  <a:pt x="12164772" y="3515569"/>
                </a:moveTo>
                <a:cubicBezTo>
                  <a:pt x="12154894" y="3515569"/>
                  <a:pt x="12146116" y="3523800"/>
                  <a:pt x="12146116" y="3534226"/>
                </a:cubicBezTo>
                <a:cubicBezTo>
                  <a:pt x="12146116" y="3544652"/>
                  <a:pt x="12154347" y="3552883"/>
                  <a:pt x="12164772" y="3552883"/>
                </a:cubicBezTo>
                <a:cubicBezTo>
                  <a:pt x="12174100" y="3552883"/>
                  <a:pt x="12182331" y="3545749"/>
                  <a:pt x="12183430" y="3536421"/>
                </a:cubicBezTo>
                <a:lnTo>
                  <a:pt x="13138217" y="3536421"/>
                </a:lnTo>
                <a:lnTo>
                  <a:pt x="13656218" y="4054421"/>
                </a:lnTo>
                <a:lnTo>
                  <a:pt x="14248295" y="4054421"/>
                </a:lnTo>
                <a:lnTo>
                  <a:pt x="14525953" y="3776765"/>
                </a:lnTo>
                <a:cubicBezTo>
                  <a:pt x="14533087" y="3782252"/>
                  <a:pt x="14544061" y="3781703"/>
                  <a:pt x="14550645" y="3775118"/>
                </a:cubicBezTo>
                <a:cubicBezTo>
                  <a:pt x="14557779" y="3767985"/>
                  <a:pt x="14557779" y="3755913"/>
                  <a:pt x="14550645" y="3748779"/>
                </a:cubicBezTo>
                <a:cubicBezTo>
                  <a:pt x="14543512" y="3741645"/>
                  <a:pt x="14531440" y="3741645"/>
                  <a:pt x="14524306" y="3748779"/>
                </a:cubicBezTo>
                <a:cubicBezTo>
                  <a:pt x="14517722" y="3755364"/>
                  <a:pt x="14517173" y="3765790"/>
                  <a:pt x="14522660" y="3773472"/>
                </a:cubicBezTo>
                <a:lnTo>
                  <a:pt x="14246650" y="4049483"/>
                </a:lnTo>
                <a:lnTo>
                  <a:pt x="13658961" y="4049483"/>
                </a:lnTo>
                <a:lnTo>
                  <a:pt x="13657864" y="4050031"/>
                </a:lnTo>
                <a:lnTo>
                  <a:pt x="13139863" y="3532031"/>
                </a:lnTo>
                <a:lnTo>
                  <a:pt x="12183430" y="3532031"/>
                </a:lnTo>
                <a:cubicBezTo>
                  <a:pt x="12182331" y="3522703"/>
                  <a:pt x="12174649" y="3515569"/>
                  <a:pt x="12164772" y="3515569"/>
                </a:cubicBezTo>
                <a:close/>
                <a:moveTo>
                  <a:pt x="12627351" y="3354791"/>
                </a:moveTo>
                <a:cubicBezTo>
                  <a:pt x="12618023" y="3354791"/>
                  <a:pt x="12609792" y="3361925"/>
                  <a:pt x="12608695" y="3371254"/>
                </a:cubicBezTo>
                <a:lnTo>
                  <a:pt x="12074781" y="3371254"/>
                </a:lnTo>
                <a:lnTo>
                  <a:pt x="11893151" y="3552883"/>
                </a:lnTo>
                <a:lnTo>
                  <a:pt x="10993784" y="3552883"/>
                </a:lnTo>
                <a:lnTo>
                  <a:pt x="10697472" y="3849197"/>
                </a:lnTo>
                <a:cubicBezTo>
                  <a:pt x="10690337" y="3843710"/>
                  <a:pt x="10679362" y="3844259"/>
                  <a:pt x="10672778" y="3850842"/>
                </a:cubicBezTo>
                <a:cubicBezTo>
                  <a:pt x="10665645" y="3857976"/>
                  <a:pt x="10665645" y="3870048"/>
                  <a:pt x="10672778" y="3877181"/>
                </a:cubicBezTo>
                <a:cubicBezTo>
                  <a:pt x="10679911" y="3884315"/>
                  <a:pt x="10691984" y="3884315"/>
                  <a:pt x="10699117" y="3877181"/>
                </a:cubicBezTo>
                <a:cubicBezTo>
                  <a:pt x="10705702" y="3870597"/>
                  <a:pt x="10706251" y="3860172"/>
                  <a:pt x="10700763" y="3852489"/>
                </a:cubicBezTo>
                <a:lnTo>
                  <a:pt x="10995430" y="3557821"/>
                </a:lnTo>
                <a:lnTo>
                  <a:pt x="11894797" y="3557821"/>
                </a:lnTo>
                <a:lnTo>
                  <a:pt x="12076427" y="3376192"/>
                </a:lnTo>
                <a:lnTo>
                  <a:pt x="12608145" y="3376192"/>
                </a:lnTo>
                <a:cubicBezTo>
                  <a:pt x="12609242" y="3385521"/>
                  <a:pt x="12616925" y="3392655"/>
                  <a:pt x="12626801" y="3392655"/>
                </a:cubicBezTo>
                <a:cubicBezTo>
                  <a:pt x="12636678" y="3392655"/>
                  <a:pt x="12645459" y="3384423"/>
                  <a:pt x="12645459" y="3373997"/>
                </a:cubicBezTo>
                <a:cubicBezTo>
                  <a:pt x="12645459" y="3363572"/>
                  <a:pt x="12637228" y="3355341"/>
                  <a:pt x="12626801" y="3355341"/>
                </a:cubicBezTo>
                <a:close/>
                <a:moveTo>
                  <a:pt x="4118210" y="3273032"/>
                </a:moveTo>
                <a:cubicBezTo>
                  <a:pt x="4108333" y="3273032"/>
                  <a:pt x="4099554" y="3281262"/>
                  <a:pt x="4099554" y="3291688"/>
                </a:cubicBezTo>
                <a:cubicBezTo>
                  <a:pt x="4099554" y="3302114"/>
                  <a:pt x="4107784" y="3310345"/>
                  <a:pt x="4118210" y="3310345"/>
                </a:cubicBezTo>
                <a:cubicBezTo>
                  <a:pt x="4128636" y="3310345"/>
                  <a:pt x="4135770" y="3303212"/>
                  <a:pt x="4136867" y="3293883"/>
                </a:cubicBezTo>
                <a:lnTo>
                  <a:pt x="4675719" y="3293883"/>
                </a:lnTo>
                <a:lnTo>
                  <a:pt x="5210181" y="3828345"/>
                </a:lnTo>
                <a:cubicBezTo>
                  <a:pt x="5204694" y="3835478"/>
                  <a:pt x="5205242" y="3846453"/>
                  <a:pt x="5211826" y="3853038"/>
                </a:cubicBezTo>
                <a:cubicBezTo>
                  <a:pt x="5218962" y="3860172"/>
                  <a:pt x="5231033" y="3860172"/>
                  <a:pt x="5238166" y="3853038"/>
                </a:cubicBezTo>
                <a:cubicBezTo>
                  <a:pt x="5245300" y="3845904"/>
                  <a:pt x="5245300" y="3833832"/>
                  <a:pt x="5238166" y="3826699"/>
                </a:cubicBezTo>
                <a:cubicBezTo>
                  <a:pt x="5231582" y="3820114"/>
                  <a:pt x="5221156" y="3819565"/>
                  <a:pt x="5213474" y="3825052"/>
                </a:cubicBezTo>
                <a:lnTo>
                  <a:pt x="4677366" y="3288944"/>
                </a:lnTo>
                <a:lnTo>
                  <a:pt x="4136585" y="3288944"/>
                </a:lnTo>
                <a:lnTo>
                  <a:pt x="4136867" y="3289493"/>
                </a:lnTo>
                <a:lnTo>
                  <a:pt x="4136319" y="3288944"/>
                </a:lnTo>
                <a:lnTo>
                  <a:pt x="4136585" y="3288944"/>
                </a:lnTo>
                <a:lnTo>
                  <a:pt x="4130831" y="3277764"/>
                </a:lnTo>
                <a:cubicBezTo>
                  <a:pt x="4127539" y="3274815"/>
                  <a:pt x="4123148" y="3273032"/>
                  <a:pt x="4118210" y="3273032"/>
                </a:cubicBezTo>
                <a:close/>
                <a:moveTo>
                  <a:pt x="4958864" y="3183177"/>
                </a:moveTo>
                <a:cubicBezTo>
                  <a:pt x="4954063" y="3183177"/>
                  <a:pt x="4949261" y="3184960"/>
                  <a:pt x="4945694" y="3188527"/>
                </a:cubicBezTo>
                <a:cubicBezTo>
                  <a:pt x="4938560" y="3195660"/>
                  <a:pt x="4938560" y="3207732"/>
                  <a:pt x="4945694" y="3214866"/>
                </a:cubicBezTo>
                <a:cubicBezTo>
                  <a:pt x="4952279" y="3221451"/>
                  <a:pt x="4962704" y="3221999"/>
                  <a:pt x="4970386" y="3216512"/>
                </a:cubicBezTo>
                <a:lnTo>
                  <a:pt x="5116348" y="3362475"/>
                </a:lnTo>
                <a:lnTo>
                  <a:pt x="5342424" y="3362475"/>
                </a:lnTo>
                <a:lnTo>
                  <a:pt x="5723792" y="3743841"/>
                </a:lnTo>
                <a:cubicBezTo>
                  <a:pt x="5718304" y="3750975"/>
                  <a:pt x="5718852" y="3761949"/>
                  <a:pt x="5725438" y="3768533"/>
                </a:cubicBezTo>
                <a:cubicBezTo>
                  <a:pt x="5732022" y="3775118"/>
                  <a:pt x="5744643" y="3775667"/>
                  <a:pt x="5751776" y="3768533"/>
                </a:cubicBezTo>
                <a:cubicBezTo>
                  <a:pt x="5758910" y="3761401"/>
                  <a:pt x="5758910" y="3749328"/>
                  <a:pt x="5751776" y="3742195"/>
                </a:cubicBezTo>
                <a:cubicBezTo>
                  <a:pt x="5745192" y="3735610"/>
                  <a:pt x="5734766" y="3735061"/>
                  <a:pt x="5727084" y="3740549"/>
                </a:cubicBezTo>
                <a:lnTo>
                  <a:pt x="5344071" y="3357535"/>
                </a:lnTo>
                <a:lnTo>
                  <a:pt x="5117995" y="3357535"/>
                </a:lnTo>
                <a:lnTo>
                  <a:pt x="4973678" y="3213220"/>
                </a:lnTo>
                <a:cubicBezTo>
                  <a:pt x="4979166" y="3206087"/>
                  <a:pt x="4978617" y="3195112"/>
                  <a:pt x="4972033" y="3188527"/>
                </a:cubicBezTo>
                <a:cubicBezTo>
                  <a:pt x="4968466" y="3184960"/>
                  <a:pt x="4963665" y="3183177"/>
                  <a:pt x="4958864" y="3183177"/>
                </a:cubicBezTo>
                <a:close/>
                <a:moveTo>
                  <a:pt x="55970" y="2984400"/>
                </a:moveTo>
                <a:cubicBezTo>
                  <a:pt x="46092" y="2984400"/>
                  <a:pt x="37312" y="2992631"/>
                  <a:pt x="37312" y="3003057"/>
                </a:cubicBezTo>
                <a:cubicBezTo>
                  <a:pt x="37312" y="3013483"/>
                  <a:pt x="45544" y="3021714"/>
                  <a:pt x="55970" y="3021714"/>
                </a:cubicBezTo>
                <a:cubicBezTo>
                  <a:pt x="66396" y="3021714"/>
                  <a:pt x="73530" y="3014580"/>
                  <a:pt x="74626" y="3005251"/>
                </a:cubicBezTo>
                <a:lnTo>
                  <a:pt x="544888" y="3005251"/>
                </a:lnTo>
                <a:lnTo>
                  <a:pt x="1083738" y="3544103"/>
                </a:lnTo>
                <a:lnTo>
                  <a:pt x="1490347" y="3544103"/>
                </a:lnTo>
                <a:lnTo>
                  <a:pt x="1594606" y="3439845"/>
                </a:lnTo>
                <a:lnTo>
                  <a:pt x="3079466" y="3439845"/>
                </a:lnTo>
                <a:cubicBezTo>
                  <a:pt x="3080564" y="3449173"/>
                  <a:pt x="3088246" y="3456306"/>
                  <a:pt x="3098124" y="3456306"/>
                </a:cubicBezTo>
                <a:cubicBezTo>
                  <a:pt x="3108000" y="3456306"/>
                  <a:pt x="3116780" y="3448076"/>
                  <a:pt x="3116780" y="3437650"/>
                </a:cubicBezTo>
                <a:cubicBezTo>
                  <a:pt x="3116780" y="3427224"/>
                  <a:pt x="3108548" y="3418993"/>
                  <a:pt x="3098124" y="3418993"/>
                </a:cubicBezTo>
                <a:cubicBezTo>
                  <a:pt x="3087697" y="3418993"/>
                  <a:pt x="3080564" y="3426126"/>
                  <a:pt x="3079466" y="3435455"/>
                </a:cubicBezTo>
                <a:lnTo>
                  <a:pt x="1592960" y="3435455"/>
                </a:lnTo>
                <a:lnTo>
                  <a:pt x="1488701" y="3539714"/>
                </a:lnTo>
                <a:lnTo>
                  <a:pt x="1085934" y="3539714"/>
                </a:lnTo>
                <a:lnTo>
                  <a:pt x="547082" y="3000861"/>
                </a:lnTo>
                <a:lnTo>
                  <a:pt x="74626" y="3000861"/>
                </a:lnTo>
                <a:cubicBezTo>
                  <a:pt x="73530" y="2991534"/>
                  <a:pt x="65846" y="2984400"/>
                  <a:pt x="55970" y="2984400"/>
                </a:cubicBezTo>
                <a:close/>
                <a:moveTo>
                  <a:pt x="15666760" y="2930076"/>
                </a:moveTo>
                <a:cubicBezTo>
                  <a:pt x="15657432" y="2930076"/>
                  <a:pt x="15649201" y="2937209"/>
                  <a:pt x="15648104" y="2946538"/>
                </a:cubicBezTo>
                <a:lnTo>
                  <a:pt x="15219546" y="2946538"/>
                </a:lnTo>
                <a:lnTo>
                  <a:pt x="14996213" y="3169870"/>
                </a:lnTo>
                <a:lnTo>
                  <a:pt x="14421694" y="3169870"/>
                </a:lnTo>
                <a:cubicBezTo>
                  <a:pt x="14420597" y="3160542"/>
                  <a:pt x="14412914" y="3153409"/>
                  <a:pt x="14403039" y="3153409"/>
                </a:cubicBezTo>
                <a:cubicBezTo>
                  <a:pt x="14393161" y="3153409"/>
                  <a:pt x="14384381" y="3161639"/>
                  <a:pt x="14384381" y="3172065"/>
                </a:cubicBezTo>
                <a:cubicBezTo>
                  <a:pt x="14384381" y="3182491"/>
                  <a:pt x="14392612" y="3190722"/>
                  <a:pt x="14403039" y="3190722"/>
                </a:cubicBezTo>
                <a:cubicBezTo>
                  <a:pt x="14413464" y="3190722"/>
                  <a:pt x="14420597" y="3183589"/>
                  <a:pt x="14421694" y="3174261"/>
                </a:cubicBezTo>
                <a:lnTo>
                  <a:pt x="14998409" y="3174261"/>
                </a:lnTo>
                <a:lnTo>
                  <a:pt x="15221742" y="2950927"/>
                </a:lnTo>
                <a:lnTo>
                  <a:pt x="15648104" y="2950927"/>
                </a:lnTo>
                <a:cubicBezTo>
                  <a:pt x="15649201" y="2960256"/>
                  <a:pt x="15656884" y="2967389"/>
                  <a:pt x="15666760" y="2967389"/>
                </a:cubicBezTo>
                <a:cubicBezTo>
                  <a:pt x="15676637" y="2967389"/>
                  <a:pt x="15685417" y="2959158"/>
                  <a:pt x="15685417" y="2948732"/>
                </a:cubicBezTo>
                <a:cubicBezTo>
                  <a:pt x="15685417" y="2938307"/>
                  <a:pt x="15677187" y="2930076"/>
                  <a:pt x="15666760" y="2930076"/>
                </a:cubicBezTo>
                <a:close/>
                <a:moveTo>
                  <a:pt x="3441628" y="2777529"/>
                </a:moveTo>
                <a:lnTo>
                  <a:pt x="3441079" y="2777529"/>
                </a:lnTo>
                <a:lnTo>
                  <a:pt x="3441344" y="2777637"/>
                </a:lnTo>
                <a:close/>
                <a:moveTo>
                  <a:pt x="11909613" y="2741313"/>
                </a:moveTo>
                <a:cubicBezTo>
                  <a:pt x="11899188" y="2741313"/>
                  <a:pt x="11892054" y="2748446"/>
                  <a:pt x="11890957" y="2757775"/>
                </a:cubicBezTo>
                <a:lnTo>
                  <a:pt x="11273637" y="2757775"/>
                </a:lnTo>
                <a:cubicBezTo>
                  <a:pt x="11272540" y="2748446"/>
                  <a:pt x="11264857" y="2741313"/>
                  <a:pt x="11254979" y="2741313"/>
                </a:cubicBezTo>
                <a:cubicBezTo>
                  <a:pt x="11245103" y="2741313"/>
                  <a:pt x="11236322" y="2749544"/>
                  <a:pt x="11236322" y="2759970"/>
                </a:cubicBezTo>
                <a:cubicBezTo>
                  <a:pt x="11236322" y="2770396"/>
                  <a:pt x="11244554" y="2778626"/>
                  <a:pt x="11254979" y="2778626"/>
                </a:cubicBezTo>
                <a:cubicBezTo>
                  <a:pt x="11265405" y="2778626"/>
                  <a:pt x="11272540" y="2771493"/>
                  <a:pt x="11273637" y="2762165"/>
                </a:cubicBezTo>
                <a:lnTo>
                  <a:pt x="11890957" y="2762165"/>
                </a:lnTo>
                <a:cubicBezTo>
                  <a:pt x="11892054" y="2771493"/>
                  <a:pt x="11899735" y="2778626"/>
                  <a:pt x="11909613" y="2778626"/>
                </a:cubicBezTo>
                <a:cubicBezTo>
                  <a:pt x="11919490" y="2778626"/>
                  <a:pt x="11928271" y="2770396"/>
                  <a:pt x="11928271" y="2759970"/>
                </a:cubicBezTo>
                <a:cubicBezTo>
                  <a:pt x="11928271" y="2749544"/>
                  <a:pt x="11920040" y="2741313"/>
                  <a:pt x="11909613" y="2741313"/>
                </a:cubicBezTo>
                <a:close/>
                <a:moveTo>
                  <a:pt x="9326745" y="2650910"/>
                </a:moveTo>
                <a:cubicBezTo>
                  <a:pt x="9321944" y="2650910"/>
                  <a:pt x="9317142" y="2652693"/>
                  <a:pt x="9313576" y="2656260"/>
                </a:cubicBezTo>
                <a:cubicBezTo>
                  <a:pt x="9306992" y="2662845"/>
                  <a:pt x="9306443" y="2673270"/>
                  <a:pt x="9311930" y="2680953"/>
                </a:cubicBezTo>
                <a:lnTo>
                  <a:pt x="9167066" y="2825817"/>
                </a:lnTo>
                <a:lnTo>
                  <a:pt x="9166518" y="2825817"/>
                </a:lnTo>
                <a:lnTo>
                  <a:pt x="9165968" y="2827463"/>
                </a:lnTo>
                <a:lnTo>
                  <a:pt x="9165968" y="3018421"/>
                </a:lnTo>
                <a:lnTo>
                  <a:pt x="8996411" y="3187978"/>
                </a:lnTo>
                <a:cubicBezTo>
                  <a:pt x="8989277" y="3182491"/>
                  <a:pt x="8978303" y="3183040"/>
                  <a:pt x="8971718" y="3189625"/>
                </a:cubicBezTo>
                <a:cubicBezTo>
                  <a:pt x="8964585" y="3196757"/>
                  <a:pt x="8964585" y="3208830"/>
                  <a:pt x="8971718" y="3215963"/>
                </a:cubicBezTo>
                <a:cubicBezTo>
                  <a:pt x="8978851" y="3223096"/>
                  <a:pt x="8990924" y="3223096"/>
                  <a:pt x="8998057" y="3215963"/>
                </a:cubicBezTo>
                <a:cubicBezTo>
                  <a:pt x="9004642" y="3209379"/>
                  <a:pt x="9005191" y="3198953"/>
                  <a:pt x="8999703" y="3191271"/>
                </a:cubicBezTo>
                <a:lnTo>
                  <a:pt x="9170358" y="3020616"/>
                </a:lnTo>
                <a:lnTo>
                  <a:pt x="9170906" y="3020616"/>
                </a:lnTo>
                <a:lnTo>
                  <a:pt x="9170906" y="2828561"/>
                </a:lnTo>
                <a:lnTo>
                  <a:pt x="9315223" y="2684245"/>
                </a:lnTo>
                <a:cubicBezTo>
                  <a:pt x="9322356" y="2689733"/>
                  <a:pt x="9333330" y="2689183"/>
                  <a:pt x="9339916" y="2682599"/>
                </a:cubicBezTo>
                <a:cubicBezTo>
                  <a:pt x="9347048" y="2675466"/>
                  <a:pt x="9347048" y="2663394"/>
                  <a:pt x="9339916" y="2656260"/>
                </a:cubicBezTo>
                <a:cubicBezTo>
                  <a:pt x="9336348" y="2652693"/>
                  <a:pt x="9331547" y="2650910"/>
                  <a:pt x="9326745" y="2650910"/>
                </a:cubicBezTo>
                <a:close/>
                <a:moveTo>
                  <a:pt x="2008896" y="2464342"/>
                </a:moveTo>
                <a:cubicBezTo>
                  <a:pt x="2004095" y="2464342"/>
                  <a:pt x="1999293" y="2466125"/>
                  <a:pt x="1995727" y="2469692"/>
                </a:cubicBezTo>
                <a:cubicBezTo>
                  <a:pt x="1988593" y="2476826"/>
                  <a:pt x="1988593" y="2488897"/>
                  <a:pt x="1995727" y="2496031"/>
                </a:cubicBezTo>
                <a:cubicBezTo>
                  <a:pt x="2002860" y="2503165"/>
                  <a:pt x="2012737" y="2503165"/>
                  <a:pt x="2020419" y="2497678"/>
                </a:cubicBezTo>
                <a:lnTo>
                  <a:pt x="2146627" y="2623885"/>
                </a:lnTo>
                <a:lnTo>
                  <a:pt x="2602621" y="2623885"/>
                </a:lnTo>
                <a:lnTo>
                  <a:pt x="2807846" y="2829110"/>
                </a:lnTo>
                <a:cubicBezTo>
                  <a:pt x="2802358" y="2836243"/>
                  <a:pt x="2802907" y="2847217"/>
                  <a:pt x="2809492" y="2853802"/>
                </a:cubicBezTo>
                <a:cubicBezTo>
                  <a:pt x="2816625" y="2860936"/>
                  <a:pt x="2828697" y="2860936"/>
                  <a:pt x="2835831" y="2853802"/>
                </a:cubicBezTo>
                <a:cubicBezTo>
                  <a:pt x="2842964" y="2846669"/>
                  <a:pt x="2842964" y="2834597"/>
                  <a:pt x="2835831" y="2827463"/>
                </a:cubicBezTo>
                <a:cubicBezTo>
                  <a:pt x="2829246" y="2820878"/>
                  <a:pt x="2818820" y="2820330"/>
                  <a:pt x="2811138" y="2825817"/>
                </a:cubicBezTo>
                <a:lnTo>
                  <a:pt x="2604266" y="2618947"/>
                </a:lnTo>
                <a:lnTo>
                  <a:pt x="2148273" y="2618947"/>
                </a:lnTo>
                <a:lnTo>
                  <a:pt x="2023712" y="2494385"/>
                </a:lnTo>
                <a:cubicBezTo>
                  <a:pt x="2029199" y="2487252"/>
                  <a:pt x="2028651" y="2476277"/>
                  <a:pt x="2022066" y="2469692"/>
                </a:cubicBezTo>
                <a:cubicBezTo>
                  <a:pt x="2018499" y="2466125"/>
                  <a:pt x="2013698" y="2464342"/>
                  <a:pt x="2008896" y="2464342"/>
                </a:cubicBezTo>
                <a:close/>
                <a:moveTo>
                  <a:pt x="77370" y="2377506"/>
                </a:moveTo>
                <a:cubicBezTo>
                  <a:pt x="67492" y="2377506"/>
                  <a:pt x="58714" y="2385737"/>
                  <a:pt x="58714" y="2396163"/>
                </a:cubicBezTo>
                <a:cubicBezTo>
                  <a:pt x="58714" y="2406588"/>
                  <a:pt x="66944" y="2414820"/>
                  <a:pt x="77370" y="2414820"/>
                </a:cubicBezTo>
                <a:cubicBezTo>
                  <a:pt x="87796" y="2414820"/>
                  <a:pt x="94928" y="2407686"/>
                  <a:pt x="96026" y="2398357"/>
                </a:cubicBezTo>
                <a:lnTo>
                  <a:pt x="935582" y="2398357"/>
                </a:lnTo>
                <a:lnTo>
                  <a:pt x="1728496" y="3191271"/>
                </a:lnTo>
                <a:lnTo>
                  <a:pt x="3514060" y="3191271"/>
                </a:lnTo>
                <a:lnTo>
                  <a:pt x="3938776" y="3615987"/>
                </a:lnTo>
                <a:lnTo>
                  <a:pt x="4752542" y="3615987"/>
                </a:lnTo>
                <a:lnTo>
                  <a:pt x="5081230" y="3944675"/>
                </a:lnTo>
                <a:lnTo>
                  <a:pt x="6690103" y="3944675"/>
                </a:lnTo>
                <a:lnTo>
                  <a:pt x="6690103" y="3939737"/>
                </a:lnTo>
                <a:lnTo>
                  <a:pt x="5082876" y="3939737"/>
                </a:lnTo>
                <a:lnTo>
                  <a:pt x="4754188" y="3611049"/>
                </a:lnTo>
                <a:lnTo>
                  <a:pt x="3940422" y="3611049"/>
                </a:lnTo>
                <a:lnTo>
                  <a:pt x="3515706" y="3186331"/>
                </a:lnTo>
                <a:lnTo>
                  <a:pt x="3515706" y="3186881"/>
                </a:lnTo>
                <a:lnTo>
                  <a:pt x="1730142" y="3186881"/>
                </a:lnTo>
                <a:lnTo>
                  <a:pt x="937228" y="2393968"/>
                </a:lnTo>
                <a:lnTo>
                  <a:pt x="96026" y="2393968"/>
                </a:lnTo>
                <a:cubicBezTo>
                  <a:pt x="94928" y="2384640"/>
                  <a:pt x="87246" y="2377506"/>
                  <a:pt x="77370" y="2377506"/>
                </a:cubicBezTo>
                <a:close/>
                <a:moveTo>
                  <a:pt x="12415254" y="2285761"/>
                </a:moveTo>
                <a:lnTo>
                  <a:pt x="12414993" y="2285868"/>
                </a:lnTo>
                <a:lnTo>
                  <a:pt x="12415540" y="2285868"/>
                </a:lnTo>
                <a:close/>
                <a:moveTo>
                  <a:pt x="12414993" y="2248554"/>
                </a:moveTo>
                <a:cubicBezTo>
                  <a:pt x="12404566" y="2248554"/>
                  <a:pt x="12397434" y="2255688"/>
                  <a:pt x="12396335" y="2265017"/>
                </a:cubicBezTo>
                <a:lnTo>
                  <a:pt x="11202302" y="2265017"/>
                </a:lnTo>
                <a:lnTo>
                  <a:pt x="11135905" y="2331412"/>
                </a:lnTo>
                <a:cubicBezTo>
                  <a:pt x="11128772" y="2325925"/>
                  <a:pt x="11117797" y="2326474"/>
                  <a:pt x="11111212" y="2333059"/>
                </a:cubicBezTo>
                <a:cubicBezTo>
                  <a:pt x="11104079" y="2340192"/>
                  <a:pt x="11104079" y="2352264"/>
                  <a:pt x="11111212" y="2359398"/>
                </a:cubicBezTo>
                <a:cubicBezTo>
                  <a:pt x="11118346" y="2366531"/>
                  <a:pt x="11130418" y="2366531"/>
                  <a:pt x="11137551" y="2359398"/>
                </a:cubicBezTo>
                <a:cubicBezTo>
                  <a:pt x="11144136" y="2352813"/>
                  <a:pt x="11144685" y="2342387"/>
                  <a:pt x="11139198" y="2334705"/>
                </a:cubicBezTo>
                <a:lnTo>
                  <a:pt x="11204496" y="2269406"/>
                </a:lnTo>
                <a:lnTo>
                  <a:pt x="12396885" y="2269406"/>
                </a:lnTo>
                <a:cubicBezTo>
                  <a:pt x="12397434" y="2274070"/>
                  <a:pt x="12399629" y="2278185"/>
                  <a:pt x="12402921" y="2281135"/>
                </a:cubicBezTo>
                <a:lnTo>
                  <a:pt x="12415254" y="2285761"/>
                </a:lnTo>
                <a:lnTo>
                  <a:pt x="12428230" y="2280449"/>
                </a:lnTo>
                <a:cubicBezTo>
                  <a:pt x="12431591" y="2277088"/>
                  <a:pt x="12433649" y="2272424"/>
                  <a:pt x="12433649" y="2267211"/>
                </a:cubicBezTo>
                <a:cubicBezTo>
                  <a:pt x="12433649" y="2256786"/>
                  <a:pt x="12425418" y="2248554"/>
                  <a:pt x="12414993" y="2248554"/>
                </a:cubicBezTo>
                <a:close/>
                <a:moveTo>
                  <a:pt x="3602405" y="1914516"/>
                </a:moveTo>
                <a:cubicBezTo>
                  <a:pt x="3597604" y="1914516"/>
                  <a:pt x="3592802" y="1916299"/>
                  <a:pt x="3589235" y="1919866"/>
                </a:cubicBezTo>
                <a:cubicBezTo>
                  <a:pt x="3582102" y="1926999"/>
                  <a:pt x="3582102" y="1939071"/>
                  <a:pt x="3589235" y="1946205"/>
                </a:cubicBezTo>
                <a:cubicBezTo>
                  <a:pt x="3596369" y="1953338"/>
                  <a:pt x="3606246" y="1953338"/>
                  <a:pt x="3613928" y="1947850"/>
                </a:cubicBezTo>
                <a:lnTo>
                  <a:pt x="3759891" y="2093813"/>
                </a:lnTo>
                <a:lnTo>
                  <a:pt x="3985967" y="2093813"/>
                </a:lnTo>
                <a:lnTo>
                  <a:pt x="4367334" y="2475180"/>
                </a:lnTo>
                <a:cubicBezTo>
                  <a:pt x="4361846" y="2482312"/>
                  <a:pt x="4362395" y="2493287"/>
                  <a:pt x="4368980" y="2499872"/>
                </a:cubicBezTo>
                <a:cubicBezTo>
                  <a:pt x="4376112" y="2507006"/>
                  <a:pt x="4388186" y="2507006"/>
                  <a:pt x="4395319" y="2499872"/>
                </a:cubicBezTo>
                <a:cubicBezTo>
                  <a:pt x="4402452" y="2492739"/>
                  <a:pt x="4402452" y="2480667"/>
                  <a:pt x="4395319" y="2473533"/>
                </a:cubicBezTo>
                <a:cubicBezTo>
                  <a:pt x="4388734" y="2466948"/>
                  <a:pt x="4378308" y="2466400"/>
                  <a:pt x="4370626" y="2471887"/>
                </a:cubicBezTo>
                <a:lnTo>
                  <a:pt x="3987613" y="2088874"/>
                </a:lnTo>
                <a:lnTo>
                  <a:pt x="3761536" y="2088874"/>
                </a:lnTo>
                <a:lnTo>
                  <a:pt x="3617221" y="1944558"/>
                </a:lnTo>
                <a:cubicBezTo>
                  <a:pt x="3622708" y="1937425"/>
                  <a:pt x="3622159" y="1926451"/>
                  <a:pt x="3615574" y="1919866"/>
                </a:cubicBezTo>
                <a:cubicBezTo>
                  <a:pt x="3612008" y="1916299"/>
                  <a:pt x="3607206" y="1914516"/>
                  <a:pt x="3602405" y="1914516"/>
                </a:cubicBezTo>
                <a:close/>
                <a:moveTo>
                  <a:pt x="15702977" y="1721226"/>
                </a:moveTo>
                <a:cubicBezTo>
                  <a:pt x="15692551" y="1721226"/>
                  <a:pt x="15685417" y="1728359"/>
                  <a:pt x="15684320" y="1737688"/>
                </a:cubicBezTo>
                <a:lnTo>
                  <a:pt x="15352887" y="1737688"/>
                </a:lnTo>
                <a:lnTo>
                  <a:pt x="13998624" y="3091951"/>
                </a:lnTo>
                <a:lnTo>
                  <a:pt x="13998624" y="3091402"/>
                </a:lnTo>
                <a:lnTo>
                  <a:pt x="12688260" y="3091402"/>
                </a:lnTo>
                <a:lnTo>
                  <a:pt x="12532421" y="3247241"/>
                </a:lnTo>
                <a:lnTo>
                  <a:pt x="11067863" y="3247241"/>
                </a:lnTo>
                <a:lnTo>
                  <a:pt x="10414875" y="3900228"/>
                </a:lnTo>
                <a:lnTo>
                  <a:pt x="10259037" y="3900228"/>
                </a:lnTo>
                <a:lnTo>
                  <a:pt x="10101551" y="4057714"/>
                </a:lnTo>
                <a:lnTo>
                  <a:pt x="9039760" y="4057714"/>
                </a:lnTo>
                <a:lnTo>
                  <a:pt x="9039760" y="4062653"/>
                </a:lnTo>
                <a:lnTo>
                  <a:pt x="10103746" y="4062653"/>
                </a:lnTo>
                <a:lnTo>
                  <a:pt x="10261232" y="3905167"/>
                </a:lnTo>
                <a:lnTo>
                  <a:pt x="10417070" y="3905167"/>
                </a:lnTo>
                <a:lnTo>
                  <a:pt x="11070058" y="3252180"/>
                </a:lnTo>
                <a:lnTo>
                  <a:pt x="12534616" y="3252180"/>
                </a:lnTo>
                <a:lnTo>
                  <a:pt x="12690455" y="3096341"/>
                </a:lnTo>
                <a:lnTo>
                  <a:pt x="14000819" y="3096341"/>
                </a:lnTo>
                <a:lnTo>
                  <a:pt x="15355083" y="1742078"/>
                </a:lnTo>
                <a:lnTo>
                  <a:pt x="15684320" y="1742078"/>
                </a:lnTo>
                <a:cubicBezTo>
                  <a:pt x="15685417" y="1751406"/>
                  <a:pt x="15693100" y="1758539"/>
                  <a:pt x="15702977" y="1758539"/>
                </a:cubicBezTo>
                <a:cubicBezTo>
                  <a:pt x="15712854" y="1758539"/>
                  <a:pt x="15721633" y="1750309"/>
                  <a:pt x="15721633" y="1739882"/>
                </a:cubicBezTo>
                <a:cubicBezTo>
                  <a:pt x="15721633" y="1729456"/>
                  <a:pt x="15713402" y="1721226"/>
                  <a:pt x="15702977" y="1721226"/>
                </a:cubicBezTo>
                <a:close/>
                <a:moveTo>
                  <a:pt x="12427065" y="1718071"/>
                </a:moveTo>
                <a:cubicBezTo>
                  <a:pt x="12422263" y="1718071"/>
                  <a:pt x="12417462" y="1719854"/>
                  <a:pt x="12413896" y="1723421"/>
                </a:cubicBezTo>
                <a:cubicBezTo>
                  <a:pt x="12407310" y="1730006"/>
                  <a:pt x="12406762" y="1740431"/>
                  <a:pt x="12412249" y="1748113"/>
                </a:cubicBezTo>
                <a:lnTo>
                  <a:pt x="12160931" y="1999431"/>
                </a:lnTo>
                <a:lnTo>
                  <a:pt x="10934521" y="1999431"/>
                </a:lnTo>
                <a:lnTo>
                  <a:pt x="10934521" y="1998883"/>
                </a:lnTo>
                <a:lnTo>
                  <a:pt x="10088382" y="2845023"/>
                </a:lnTo>
                <a:lnTo>
                  <a:pt x="10087833" y="2845023"/>
                </a:lnTo>
                <a:lnTo>
                  <a:pt x="10087833" y="3320222"/>
                </a:lnTo>
                <a:lnTo>
                  <a:pt x="9699333" y="3708721"/>
                </a:lnTo>
                <a:lnTo>
                  <a:pt x="8995314" y="3708721"/>
                </a:lnTo>
                <a:lnTo>
                  <a:pt x="8995314" y="3713661"/>
                </a:lnTo>
                <a:lnTo>
                  <a:pt x="9701528" y="3713661"/>
                </a:lnTo>
                <a:lnTo>
                  <a:pt x="10092222" y="3322966"/>
                </a:lnTo>
                <a:lnTo>
                  <a:pt x="10092771" y="3322966"/>
                </a:lnTo>
                <a:lnTo>
                  <a:pt x="10092771" y="2847767"/>
                </a:lnTo>
                <a:lnTo>
                  <a:pt x="10936717" y="2003821"/>
                </a:lnTo>
                <a:lnTo>
                  <a:pt x="12163125" y="2003821"/>
                </a:lnTo>
                <a:lnTo>
                  <a:pt x="12415540" y="1751406"/>
                </a:lnTo>
                <a:cubicBezTo>
                  <a:pt x="12422674" y="1756894"/>
                  <a:pt x="12433649" y="1756344"/>
                  <a:pt x="12440234" y="1749760"/>
                </a:cubicBezTo>
                <a:cubicBezTo>
                  <a:pt x="12447367" y="1742626"/>
                  <a:pt x="12447367" y="1730555"/>
                  <a:pt x="12440234" y="1723421"/>
                </a:cubicBezTo>
                <a:cubicBezTo>
                  <a:pt x="12436668" y="1719854"/>
                  <a:pt x="12431866" y="1718071"/>
                  <a:pt x="12427065" y="1718071"/>
                </a:cubicBezTo>
                <a:close/>
                <a:moveTo>
                  <a:pt x="3845149" y="1685353"/>
                </a:moveTo>
                <a:cubicBezTo>
                  <a:pt x="3840280" y="1685284"/>
                  <a:pt x="3835341" y="1686930"/>
                  <a:pt x="3831774" y="1690497"/>
                </a:cubicBezTo>
                <a:cubicBezTo>
                  <a:pt x="3824640" y="1697631"/>
                  <a:pt x="3824640" y="1709702"/>
                  <a:pt x="3831774" y="1716836"/>
                </a:cubicBezTo>
                <a:cubicBezTo>
                  <a:pt x="3838358" y="1723421"/>
                  <a:pt x="3848784" y="1723970"/>
                  <a:pt x="3856466" y="1718482"/>
                </a:cubicBezTo>
                <a:lnTo>
                  <a:pt x="4202166" y="2064181"/>
                </a:lnTo>
                <a:lnTo>
                  <a:pt x="4745408" y="2064181"/>
                </a:lnTo>
                <a:lnTo>
                  <a:pt x="5736961" y="3055735"/>
                </a:lnTo>
                <a:cubicBezTo>
                  <a:pt x="5731474" y="3062868"/>
                  <a:pt x="5732022" y="3073843"/>
                  <a:pt x="5738606" y="3080427"/>
                </a:cubicBezTo>
                <a:cubicBezTo>
                  <a:pt x="5745741" y="3087561"/>
                  <a:pt x="5757813" y="3087561"/>
                  <a:pt x="5764946" y="3080427"/>
                </a:cubicBezTo>
                <a:cubicBezTo>
                  <a:pt x="5772079" y="3073294"/>
                  <a:pt x="5772079" y="3061222"/>
                  <a:pt x="5764946" y="3054088"/>
                </a:cubicBezTo>
                <a:cubicBezTo>
                  <a:pt x="5758362" y="3047504"/>
                  <a:pt x="5747936" y="3046955"/>
                  <a:pt x="5740254" y="3052442"/>
                </a:cubicBezTo>
                <a:lnTo>
                  <a:pt x="4747054" y="2059243"/>
                </a:lnTo>
                <a:lnTo>
                  <a:pt x="4203812" y="2059243"/>
                </a:lnTo>
                <a:lnTo>
                  <a:pt x="3859759" y="1715189"/>
                </a:lnTo>
                <a:cubicBezTo>
                  <a:pt x="3865247" y="1708057"/>
                  <a:pt x="3864697" y="1697082"/>
                  <a:pt x="3858113" y="1690497"/>
                </a:cubicBezTo>
                <a:cubicBezTo>
                  <a:pt x="3854820" y="1687204"/>
                  <a:pt x="3850019" y="1685421"/>
                  <a:pt x="3845149" y="1685353"/>
                </a:cubicBezTo>
                <a:close/>
                <a:moveTo>
                  <a:pt x="13497086" y="1506124"/>
                </a:moveTo>
                <a:cubicBezTo>
                  <a:pt x="13486661" y="1506124"/>
                  <a:pt x="13479527" y="1513258"/>
                  <a:pt x="13478430" y="1522586"/>
                </a:cubicBezTo>
                <a:lnTo>
                  <a:pt x="12637776" y="1522586"/>
                </a:lnTo>
                <a:lnTo>
                  <a:pt x="12571381" y="1588982"/>
                </a:lnTo>
                <a:cubicBezTo>
                  <a:pt x="12564246" y="1583494"/>
                  <a:pt x="12553272" y="1584044"/>
                  <a:pt x="12546688" y="1590628"/>
                </a:cubicBezTo>
                <a:cubicBezTo>
                  <a:pt x="12539554" y="1597761"/>
                  <a:pt x="12539554" y="1609833"/>
                  <a:pt x="12546688" y="1616967"/>
                </a:cubicBezTo>
                <a:cubicBezTo>
                  <a:pt x="12553821" y="1624101"/>
                  <a:pt x="12565893" y="1624101"/>
                  <a:pt x="12573027" y="1616967"/>
                </a:cubicBezTo>
                <a:cubicBezTo>
                  <a:pt x="12579612" y="1610383"/>
                  <a:pt x="12580159" y="1599957"/>
                  <a:pt x="12574673" y="1592275"/>
                </a:cubicBezTo>
                <a:lnTo>
                  <a:pt x="12639972" y="1526976"/>
                </a:lnTo>
                <a:lnTo>
                  <a:pt x="13478430" y="1526976"/>
                </a:lnTo>
                <a:cubicBezTo>
                  <a:pt x="13479527" y="1536304"/>
                  <a:pt x="13487208" y="1543438"/>
                  <a:pt x="13497086" y="1543438"/>
                </a:cubicBezTo>
                <a:cubicBezTo>
                  <a:pt x="13506963" y="1543438"/>
                  <a:pt x="13515743" y="1535207"/>
                  <a:pt x="13515743" y="1524781"/>
                </a:cubicBezTo>
                <a:cubicBezTo>
                  <a:pt x="13515743" y="1514355"/>
                  <a:pt x="13507512" y="1506124"/>
                  <a:pt x="13497086" y="1506124"/>
                </a:cubicBezTo>
                <a:close/>
                <a:moveTo>
                  <a:pt x="6641266" y="1485410"/>
                </a:moveTo>
                <a:cubicBezTo>
                  <a:pt x="6636465" y="1485410"/>
                  <a:pt x="6631663" y="1487193"/>
                  <a:pt x="6628097" y="1490760"/>
                </a:cubicBezTo>
                <a:cubicBezTo>
                  <a:pt x="6620964" y="1497893"/>
                  <a:pt x="6620964" y="1509965"/>
                  <a:pt x="6628097" y="1517099"/>
                </a:cubicBezTo>
                <a:cubicBezTo>
                  <a:pt x="6634682" y="1523684"/>
                  <a:pt x="6645108" y="1524232"/>
                  <a:pt x="6652789" y="1518744"/>
                </a:cubicBezTo>
                <a:lnTo>
                  <a:pt x="6797106" y="1663061"/>
                </a:lnTo>
                <a:lnTo>
                  <a:pt x="6797106" y="1889137"/>
                </a:lnTo>
                <a:lnTo>
                  <a:pt x="7180118" y="2272150"/>
                </a:lnTo>
                <a:cubicBezTo>
                  <a:pt x="7174632" y="2279283"/>
                  <a:pt x="7175180" y="2290257"/>
                  <a:pt x="7181764" y="2296842"/>
                </a:cubicBezTo>
                <a:cubicBezTo>
                  <a:pt x="7188898" y="2303976"/>
                  <a:pt x="7200970" y="2303976"/>
                  <a:pt x="7208103" y="2296842"/>
                </a:cubicBezTo>
                <a:cubicBezTo>
                  <a:pt x="7215237" y="2289709"/>
                  <a:pt x="7215237" y="2277637"/>
                  <a:pt x="7208103" y="2270503"/>
                </a:cubicBezTo>
                <a:cubicBezTo>
                  <a:pt x="7201518" y="2263918"/>
                  <a:pt x="7191093" y="2263370"/>
                  <a:pt x="7183411" y="2268858"/>
                </a:cubicBezTo>
                <a:lnTo>
                  <a:pt x="6802044" y="1887490"/>
                </a:lnTo>
                <a:lnTo>
                  <a:pt x="6802044" y="1661414"/>
                </a:lnTo>
                <a:lnTo>
                  <a:pt x="6656082" y="1515452"/>
                </a:lnTo>
                <a:cubicBezTo>
                  <a:pt x="6661570" y="1508318"/>
                  <a:pt x="6661020" y="1497345"/>
                  <a:pt x="6654436" y="1490760"/>
                </a:cubicBezTo>
                <a:cubicBezTo>
                  <a:pt x="6650869" y="1487193"/>
                  <a:pt x="6646068" y="1485410"/>
                  <a:pt x="6641266" y="1485410"/>
                </a:cubicBezTo>
                <a:close/>
                <a:moveTo>
                  <a:pt x="33472" y="1395830"/>
                </a:moveTo>
                <a:cubicBezTo>
                  <a:pt x="23594" y="1395830"/>
                  <a:pt x="14814" y="1404061"/>
                  <a:pt x="14814" y="1414487"/>
                </a:cubicBezTo>
                <a:cubicBezTo>
                  <a:pt x="14814" y="1424912"/>
                  <a:pt x="23046" y="1433143"/>
                  <a:pt x="33472" y="1433143"/>
                </a:cubicBezTo>
                <a:cubicBezTo>
                  <a:pt x="43898" y="1433143"/>
                  <a:pt x="51032" y="1426010"/>
                  <a:pt x="52128" y="1416681"/>
                </a:cubicBezTo>
                <a:lnTo>
                  <a:pt x="219492" y="1416681"/>
                </a:lnTo>
                <a:lnTo>
                  <a:pt x="796206" y="1993396"/>
                </a:lnTo>
                <a:lnTo>
                  <a:pt x="1512845" y="1993396"/>
                </a:lnTo>
                <a:lnTo>
                  <a:pt x="1769651" y="2250201"/>
                </a:lnTo>
                <a:lnTo>
                  <a:pt x="2471474" y="2250201"/>
                </a:lnTo>
                <a:lnTo>
                  <a:pt x="3019655" y="2798381"/>
                </a:lnTo>
                <a:lnTo>
                  <a:pt x="3422422" y="2798381"/>
                </a:lnTo>
                <a:cubicBezTo>
                  <a:pt x="3423519" y="2807709"/>
                  <a:pt x="3431202" y="2814843"/>
                  <a:pt x="3441079" y="2814843"/>
                </a:cubicBezTo>
                <a:cubicBezTo>
                  <a:pt x="3450956" y="2814843"/>
                  <a:pt x="3459736" y="2806612"/>
                  <a:pt x="3459736" y="2796186"/>
                </a:cubicBezTo>
                <a:cubicBezTo>
                  <a:pt x="3459736" y="2790973"/>
                  <a:pt x="3457678" y="2786309"/>
                  <a:pt x="3454317" y="2782948"/>
                </a:cubicBezTo>
                <a:lnTo>
                  <a:pt x="3441344" y="2777637"/>
                </a:lnTo>
                <a:lnTo>
                  <a:pt x="3429212" y="2782262"/>
                </a:lnTo>
                <a:cubicBezTo>
                  <a:pt x="3425851" y="2785211"/>
                  <a:pt x="3423519" y="2789327"/>
                  <a:pt x="3422971" y="2793991"/>
                </a:cubicBezTo>
                <a:lnTo>
                  <a:pt x="3021849" y="2793991"/>
                </a:lnTo>
                <a:lnTo>
                  <a:pt x="2473670" y="2245811"/>
                </a:lnTo>
                <a:lnTo>
                  <a:pt x="1771845" y="2245811"/>
                </a:lnTo>
                <a:lnTo>
                  <a:pt x="1515040" y="1989005"/>
                </a:lnTo>
                <a:lnTo>
                  <a:pt x="798400" y="1989005"/>
                </a:lnTo>
                <a:lnTo>
                  <a:pt x="221686" y="1412291"/>
                </a:lnTo>
                <a:lnTo>
                  <a:pt x="52128" y="1412291"/>
                </a:lnTo>
                <a:cubicBezTo>
                  <a:pt x="51032" y="1402963"/>
                  <a:pt x="43348" y="1395830"/>
                  <a:pt x="33472" y="1395830"/>
                </a:cubicBezTo>
                <a:close/>
                <a:moveTo>
                  <a:pt x="9174747" y="1151234"/>
                </a:moveTo>
                <a:cubicBezTo>
                  <a:pt x="9169946" y="1151234"/>
                  <a:pt x="9165145" y="1153017"/>
                  <a:pt x="9161578" y="1156584"/>
                </a:cubicBezTo>
                <a:cubicBezTo>
                  <a:pt x="9154993" y="1163169"/>
                  <a:pt x="9154445" y="1173595"/>
                  <a:pt x="9159932" y="1181277"/>
                </a:cubicBezTo>
                <a:lnTo>
                  <a:pt x="8988180" y="1353028"/>
                </a:lnTo>
                <a:lnTo>
                  <a:pt x="8987631" y="1353028"/>
                </a:lnTo>
                <a:lnTo>
                  <a:pt x="8987631" y="1353577"/>
                </a:lnTo>
                <a:lnTo>
                  <a:pt x="8987631" y="2131126"/>
                </a:lnTo>
                <a:cubicBezTo>
                  <a:pt x="8978303" y="2132223"/>
                  <a:pt x="8971169" y="2139906"/>
                  <a:pt x="8971169" y="2149783"/>
                </a:cubicBezTo>
                <a:cubicBezTo>
                  <a:pt x="8971169" y="2159661"/>
                  <a:pt x="8979400" y="2168440"/>
                  <a:pt x="8989826" y="2168440"/>
                </a:cubicBezTo>
                <a:cubicBezTo>
                  <a:pt x="9000252" y="2168440"/>
                  <a:pt x="9008483" y="2160209"/>
                  <a:pt x="9008483" y="2149783"/>
                </a:cubicBezTo>
                <a:cubicBezTo>
                  <a:pt x="9008483" y="2139357"/>
                  <a:pt x="9001349" y="2132223"/>
                  <a:pt x="8992021" y="2131126"/>
                </a:cubicBezTo>
                <a:lnTo>
                  <a:pt x="8992021" y="1355772"/>
                </a:lnTo>
                <a:lnTo>
                  <a:pt x="9163224" y="1184568"/>
                </a:lnTo>
                <a:cubicBezTo>
                  <a:pt x="9170358" y="1190056"/>
                  <a:pt x="9181332" y="1189508"/>
                  <a:pt x="9187917" y="1182923"/>
                </a:cubicBezTo>
                <a:cubicBezTo>
                  <a:pt x="9195051" y="1175789"/>
                  <a:pt x="9195051" y="1163717"/>
                  <a:pt x="9187917" y="1156584"/>
                </a:cubicBezTo>
                <a:cubicBezTo>
                  <a:pt x="9184350" y="1153017"/>
                  <a:pt x="9179549" y="1151234"/>
                  <a:pt x="9174747" y="1151234"/>
                </a:cubicBezTo>
                <a:close/>
                <a:moveTo>
                  <a:pt x="15646457" y="1093480"/>
                </a:moveTo>
                <a:cubicBezTo>
                  <a:pt x="15636032" y="1093480"/>
                  <a:pt x="15628898" y="1100613"/>
                  <a:pt x="15627801" y="1109942"/>
                </a:cubicBezTo>
                <a:lnTo>
                  <a:pt x="15261799" y="1109942"/>
                </a:lnTo>
                <a:lnTo>
                  <a:pt x="14370115" y="2001627"/>
                </a:lnTo>
                <a:lnTo>
                  <a:pt x="12913787" y="2001627"/>
                </a:lnTo>
                <a:lnTo>
                  <a:pt x="12637776" y="2277637"/>
                </a:lnTo>
                <a:cubicBezTo>
                  <a:pt x="12630644" y="2272150"/>
                  <a:pt x="12619669" y="2272699"/>
                  <a:pt x="12613083" y="2279283"/>
                </a:cubicBezTo>
                <a:cubicBezTo>
                  <a:pt x="12605951" y="2286416"/>
                  <a:pt x="12605951" y="2298489"/>
                  <a:pt x="12613083" y="2305623"/>
                </a:cubicBezTo>
                <a:cubicBezTo>
                  <a:pt x="12620217" y="2312755"/>
                  <a:pt x="12632289" y="2312755"/>
                  <a:pt x="12639422" y="2305623"/>
                </a:cubicBezTo>
                <a:cubicBezTo>
                  <a:pt x="12646556" y="2298489"/>
                  <a:pt x="12646556" y="2288612"/>
                  <a:pt x="12641069" y="2280929"/>
                </a:cubicBezTo>
                <a:lnTo>
                  <a:pt x="12915982" y="2006016"/>
                </a:lnTo>
                <a:lnTo>
                  <a:pt x="14372309" y="2006016"/>
                </a:lnTo>
                <a:lnTo>
                  <a:pt x="15263994" y="1114332"/>
                </a:lnTo>
                <a:lnTo>
                  <a:pt x="15627801" y="1114332"/>
                </a:lnTo>
                <a:cubicBezTo>
                  <a:pt x="15628898" y="1123660"/>
                  <a:pt x="15636580" y="1130793"/>
                  <a:pt x="15646457" y="1130793"/>
                </a:cubicBezTo>
                <a:cubicBezTo>
                  <a:pt x="15656335" y="1130793"/>
                  <a:pt x="15665115" y="1122562"/>
                  <a:pt x="15665115" y="1112137"/>
                </a:cubicBezTo>
                <a:cubicBezTo>
                  <a:pt x="15665115" y="1101710"/>
                  <a:pt x="15656884" y="1093480"/>
                  <a:pt x="15646457" y="1093480"/>
                </a:cubicBezTo>
                <a:close/>
                <a:moveTo>
                  <a:pt x="10528462" y="910342"/>
                </a:moveTo>
                <a:cubicBezTo>
                  <a:pt x="10523661" y="910342"/>
                  <a:pt x="10518859" y="912125"/>
                  <a:pt x="10515293" y="915692"/>
                </a:cubicBezTo>
                <a:cubicBezTo>
                  <a:pt x="10508708" y="922277"/>
                  <a:pt x="10508159" y="932702"/>
                  <a:pt x="10513647" y="940385"/>
                </a:cubicBezTo>
                <a:lnTo>
                  <a:pt x="10258488" y="1195543"/>
                </a:lnTo>
                <a:lnTo>
                  <a:pt x="10258488" y="1450154"/>
                </a:lnTo>
                <a:lnTo>
                  <a:pt x="9748718" y="1959923"/>
                </a:lnTo>
                <a:cubicBezTo>
                  <a:pt x="9741585" y="1954435"/>
                  <a:pt x="9730610" y="1954984"/>
                  <a:pt x="9724026" y="1961569"/>
                </a:cubicBezTo>
                <a:cubicBezTo>
                  <a:pt x="9716892" y="1968703"/>
                  <a:pt x="9716892" y="1980775"/>
                  <a:pt x="9724026" y="1987908"/>
                </a:cubicBezTo>
                <a:cubicBezTo>
                  <a:pt x="9731159" y="1995042"/>
                  <a:pt x="9743231" y="1995042"/>
                  <a:pt x="9750364" y="1987908"/>
                </a:cubicBezTo>
                <a:cubicBezTo>
                  <a:pt x="9757498" y="1980775"/>
                  <a:pt x="9757498" y="1970898"/>
                  <a:pt x="9752011" y="1963215"/>
                </a:cubicBezTo>
                <a:lnTo>
                  <a:pt x="10262329" y="1452897"/>
                </a:lnTo>
                <a:lnTo>
                  <a:pt x="10262878" y="1452897"/>
                </a:lnTo>
                <a:lnTo>
                  <a:pt x="10262878" y="1197738"/>
                </a:lnTo>
                <a:lnTo>
                  <a:pt x="10516939" y="943676"/>
                </a:lnTo>
                <a:cubicBezTo>
                  <a:pt x="10524072" y="949164"/>
                  <a:pt x="10535047" y="948616"/>
                  <a:pt x="10541632" y="942031"/>
                </a:cubicBezTo>
                <a:cubicBezTo>
                  <a:pt x="10548765" y="934897"/>
                  <a:pt x="10548765" y="922825"/>
                  <a:pt x="10541632" y="915692"/>
                </a:cubicBezTo>
                <a:cubicBezTo>
                  <a:pt x="10538065" y="912125"/>
                  <a:pt x="10533264" y="910342"/>
                  <a:pt x="10528462" y="910342"/>
                </a:cubicBezTo>
                <a:close/>
                <a:moveTo>
                  <a:pt x="11855289" y="888804"/>
                </a:moveTo>
                <a:cubicBezTo>
                  <a:pt x="11844863" y="888804"/>
                  <a:pt x="11837730" y="895938"/>
                  <a:pt x="11836631" y="905266"/>
                </a:cubicBezTo>
                <a:lnTo>
                  <a:pt x="10989943" y="905266"/>
                </a:lnTo>
                <a:lnTo>
                  <a:pt x="10868674" y="1026535"/>
                </a:lnTo>
                <a:cubicBezTo>
                  <a:pt x="10861541" y="1021048"/>
                  <a:pt x="10850566" y="1021596"/>
                  <a:pt x="10843981" y="1028181"/>
                </a:cubicBezTo>
                <a:cubicBezTo>
                  <a:pt x="10836848" y="1035315"/>
                  <a:pt x="10836848" y="1047387"/>
                  <a:pt x="10843981" y="1054520"/>
                </a:cubicBezTo>
                <a:cubicBezTo>
                  <a:pt x="10851115" y="1061654"/>
                  <a:pt x="10863187" y="1061654"/>
                  <a:pt x="10870320" y="1054520"/>
                </a:cubicBezTo>
                <a:cubicBezTo>
                  <a:pt x="10876905" y="1047935"/>
                  <a:pt x="10877454" y="1037509"/>
                  <a:pt x="10871966" y="1029827"/>
                </a:cubicBezTo>
                <a:lnTo>
                  <a:pt x="10992139" y="909655"/>
                </a:lnTo>
                <a:lnTo>
                  <a:pt x="11836631" y="909655"/>
                </a:lnTo>
                <a:cubicBezTo>
                  <a:pt x="11837730" y="918984"/>
                  <a:pt x="11845412" y="926118"/>
                  <a:pt x="11855289" y="926118"/>
                </a:cubicBezTo>
                <a:cubicBezTo>
                  <a:pt x="11865166" y="926118"/>
                  <a:pt x="11873946" y="917887"/>
                  <a:pt x="11873946" y="907461"/>
                </a:cubicBezTo>
                <a:cubicBezTo>
                  <a:pt x="11873946" y="897035"/>
                  <a:pt x="11865714" y="888804"/>
                  <a:pt x="11855289" y="888804"/>
                </a:cubicBezTo>
                <a:close/>
                <a:moveTo>
                  <a:pt x="2058830" y="752856"/>
                </a:moveTo>
                <a:cubicBezTo>
                  <a:pt x="2054029" y="752856"/>
                  <a:pt x="2049227" y="754640"/>
                  <a:pt x="2045661" y="758206"/>
                </a:cubicBezTo>
                <a:cubicBezTo>
                  <a:pt x="2038527" y="765340"/>
                  <a:pt x="2038527" y="777412"/>
                  <a:pt x="2045661" y="784545"/>
                </a:cubicBezTo>
                <a:cubicBezTo>
                  <a:pt x="2052246" y="791130"/>
                  <a:pt x="2062672" y="791679"/>
                  <a:pt x="2070354" y="786192"/>
                </a:cubicBezTo>
                <a:lnTo>
                  <a:pt x="2323318" y="1039156"/>
                </a:lnTo>
                <a:lnTo>
                  <a:pt x="3025142" y="1039156"/>
                </a:lnTo>
                <a:cubicBezTo>
                  <a:pt x="3026240" y="1048484"/>
                  <a:pt x="3033922" y="1055617"/>
                  <a:pt x="3043799" y="1055617"/>
                </a:cubicBezTo>
                <a:cubicBezTo>
                  <a:pt x="3053676" y="1055617"/>
                  <a:pt x="3062456" y="1047387"/>
                  <a:pt x="3062456" y="1036961"/>
                </a:cubicBezTo>
                <a:cubicBezTo>
                  <a:pt x="3062456" y="1026535"/>
                  <a:pt x="3054225" y="1018304"/>
                  <a:pt x="3043799" y="1018304"/>
                </a:cubicBezTo>
                <a:cubicBezTo>
                  <a:pt x="3033372" y="1018304"/>
                  <a:pt x="3026240" y="1025437"/>
                  <a:pt x="3025142" y="1034766"/>
                </a:cubicBezTo>
                <a:lnTo>
                  <a:pt x="2325512" y="1034766"/>
                </a:lnTo>
                <a:lnTo>
                  <a:pt x="2073647" y="782900"/>
                </a:lnTo>
                <a:cubicBezTo>
                  <a:pt x="2079134" y="775766"/>
                  <a:pt x="2078585" y="764791"/>
                  <a:pt x="2072000" y="758206"/>
                </a:cubicBezTo>
                <a:cubicBezTo>
                  <a:pt x="2068433" y="754640"/>
                  <a:pt x="2063631" y="752856"/>
                  <a:pt x="2058830" y="752856"/>
                </a:cubicBezTo>
                <a:close/>
                <a:moveTo>
                  <a:pt x="9086952" y="747780"/>
                </a:moveTo>
                <a:cubicBezTo>
                  <a:pt x="9076526" y="747780"/>
                  <a:pt x="9068294" y="756011"/>
                  <a:pt x="9068294" y="766437"/>
                </a:cubicBezTo>
                <a:cubicBezTo>
                  <a:pt x="9068294" y="776863"/>
                  <a:pt x="9075428" y="783997"/>
                  <a:pt x="9084757" y="785094"/>
                </a:cubicBezTo>
                <a:lnTo>
                  <a:pt x="9084757" y="966724"/>
                </a:lnTo>
                <a:lnTo>
                  <a:pt x="8528345" y="1523134"/>
                </a:lnTo>
                <a:lnTo>
                  <a:pt x="8527797" y="1523134"/>
                </a:lnTo>
                <a:lnTo>
                  <a:pt x="8527248" y="1523134"/>
                </a:lnTo>
                <a:lnTo>
                  <a:pt x="8527248" y="2683696"/>
                </a:lnTo>
                <a:lnTo>
                  <a:pt x="8318730" y="2892213"/>
                </a:lnTo>
                <a:lnTo>
                  <a:pt x="8318182" y="2892213"/>
                </a:lnTo>
                <a:lnTo>
                  <a:pt x="8318182" y="3225840"/>
                </a:lnTo>
                <a:lnTo>
                  <a:pt x="8323120" y="3225840"/>
                </a:lnTo>
                <a:lnTo>
                  <a:pt x="8323120" y="2894957"/>
                </a:lnTo>
                <a:lnTo>
                  <a:pt x="8531638" y="2686440"/>
                </a:lnTo>
                <a:lnTo>
                  <a:pt x="8532186" y="2686440"/>
                </a:lnTo>
                <a:lnTo>
                  <a:pt x="8532186" y="1525878"/>
                </a:lnTo>
                <a:lnTo>
                  <a:pt x="9088598" y="969467"/>
                </a:lnTo>
                <a:lnTo>
                  <a:pt x="9089146" y="969467"/>
                </a:lnTo>
                <a:lnTo>
                  <a:pt x="9089146" y="785094"/>
                </a:lnTo>
                <a:cubicBezTo>
                  <a:pt x="9098474" y="783997"/>
                  <a:pt x="9105608" y="776315"/>
                  <a:pt x="9105608" y="766437"/>
                </a:cubicBezTo>
                <a:cubicBezTo>
                  <a:pt x="9105608" y="756561"/>
                  <a:pt x="9097377" y="747780"/>
                  <a:pt x="9086952" y="747780"/>
                </a:cubicBezTo>
                <a:close/>
                <a:moveTo>
                  <a:pt x="9961625" y="705117"/>
                </a:moveTo>
                <a:cubicBezTo>
                  <a:pt x="9956824" y="705117"/>
                  <a:pt x="9952023" y="706900"/>
                  <a:pt x="9948456" y="710467"/>
                </a:cubicBezTo>
                <a:cubicBezTo>
                  <a:pt x="9941322" y="717600"/>
                  <a:pt x="9941322" y="727478"/>
                  <a:pt x="9946810" y="735160"/>
                </a:cubicBezTo>
                <a:lnTo>
                  <a:pt x="9173650" y="1508318"/>
                </a:lnTo>
                <a:lnTo>
                  <a:pt x="9173650" y="1507770"/>
                </a:lnTo>
                <a:lnTo>
                  <a:pt x="9173102" y="1507770"/>
                </a:lnTo>
                <a:lnTo>
                  <a:pt x="9173102" y="1703666"/>
                </a:lnTo>
                <a:lnTo>
                  <a:pt x="9293273" y="1823838"/>
                </a:lnTo>
                <a:lnTo>
                  <a:pt x="9293273" y="2141004"/>
                </a:lnTo>
                <a:lnTo>
                  <a:pt x="8559074" y="2875203"/>
                </a:lnTo>
                <a:lnTo>
                  <a:pt x="8558525" y="2875203"/>
                </a:lnTo>
                <a:lnTo>
                  <a:pt x="8558525" y="3232426"/>
                </a:lnTo>
                <a:lnTo>
                  <a:pt x="8563464" y="3232426"/>
                </a:lnTo>
                <a:lnTo>
                  <a:pt x="8563464" y="2877947"/>
                </a:lnTo>
                <a:lnTo>
                  <a:pt x="9297663" y="2143748"/>
                </a:lnTo>
                <a:lnTo>
                  <a:pt x="9298212" y="2143748"/>
                </a:lnTo>
                <a:lnTo>
                  <a:pt x="9298212" y="1822192"/>
                </a:lnTo>
                <a:lnTo>
                  <a:pt x="9178041" y="1702020"/>
                </a:lnTo>
                <a:lnTo>
                  <a:pt x="9178041" y="1510514"/>
                </a:lnTo>
                <a:lnTo>
                  <a:pt x="9950101" y="738452"/>
                </a:lnTo>
                <a:cubicBezTo>
                  <a:pt x="9957236" y="743939"/>
                  <a:pt x="9968210" y="743391"/>
                  <a:pt x="9974795" y="736806"/>
                </a:cubicBezTo>
                <a:cubicBezTo>
                  <a:pt x="9981928" y="729672"/>
                  <a:pt x="9981928" y="717600"/>
                  <a:pt x="9974795" y="710467"/>
                </a:cubicBezTo>
                <a:cubicBezTo>
                  <a:pt x="9971228" y="706900"/>
                  <a:pt x="9966427" y="705117"/>
                  <a:pt x="9961625" y="705117"/>
                </a:cubicBezTo>
                <a:close/>
                <a:moveTo>
                  <a:pt x="6732354" y="645717"/>
                </a:moveTo>
                <a:cubicBezTo>
                  <a:pt x="6721930" y="645717"/>
                  <a:pt x="6713699" y="653948"/>
                  <a:pt x="6713699" y="664374"/>
                </a:cubicBezTo>
                <a:cubicBezTo>
                  <a:pt x="6713699" y="669587"/>
                  <a:pt x="6715482" y="673977"/>
                  <a:pt x="6718432" y="677200"/>
                </a:cubicBezTo>
                <a:lnTo>
                  <a:pt x="6729612" y="682758"/>
                </a:lnTo>
                <a:lnTo>
                  <a:pt x="6729612" y="682482"/>
                </a:lnTo>
                <a:lnTo>
                  <a:pt x="6730160" y="683030"/>
                </a:lnTo>
                <a:lnTo>
                  <a:pt x="6729612" y="682758"/>
                </a:lnTo>
                <a:lnTo>
                  <a:pt x="6729612" y="1223529"/>
                </a:lnTo>
                <a:lnTo>
                  <a:pt x="7265720" y="1759636"/>
                </a:lnTo>
                <a:cubicBezTo>
                  <a:pt x="7260232" y="1766770"/>
                  <a:pt x="7260781" y="1777745"/>
                  <a:pt x="7267366" y="1784330"/>
                </a:cubicBezTo>
                <a:cubicBezTo>
                  <a:pt x="7274500" y="1791463"/>
                  <a:pt x="7286572" y="1791463"/>
                  <a:pt x="7293705" y="1784330"/>
                </a:cubicBezTo>
                <a:cubicBezTo>
                  <a:pt x="7300839" y="1777196"/>
                  <a:pt x="7300839" y="1765124"/>
                  <a:pt x="7293705" y="1757991"/>
                </a:cubicBezTo>
                <a:cubicBezTo>
                  <a:pt x="7287120" y="1751406"/>
                  <a:pt x="7276695" y="1750857"/>
                  <a:pt x="7269012" y="1756344"/>
                </a:cubicBezTo>
                <a:lnTo>
                  <a:pt x="6734550" y="1221882"/>
                </a:lnTo>
                <a:lnTo>
                  <a:pt x="6734550" y="683030"/>
                </a:lnTo>
                <a:cubicBezTo>
                  <a:pt x="6743879" y="681933"/>
                  <a:pt x="6751012" y="674251"/>
                  <a:pt x="6751012" y="664374"/>
                </a:cubicBezTo>
                <a:cubicBezTo>
                  <a:pt x="6751012" y="654496"/>
                  <a:pt x="6742780" y="645717"/>
                  <a:pt x="6732354" y="645717"/>
                </a:cubicBezTo>
                <a:close/>
                <a:moveTo>
                  <a:pt x="10619003" y="642013"/>
                </a:moveTo>
                <a:cubicBezTo>
                  <a:pt x="10614201" y="642013"/>
                  <a:pt x="10609400" y="643797"/>
                  <a:pt x="10605833" y="647363"/>
                </a:cubicBezTo>
                <a:cubicBezTo>
                  <a:pt x="10598700" y="654496"/>
                  <a:pt x="10598700" y="664374"/>
                  <a:pt x="10604187" y="672056"/>
                </a:cubicBezTo>
                <a:lnTo>
                  <a:pt x="9547334" y="1728908"/>
                </a:lnTo>
                <a:lnTo>
                  <a:pt x="9546786" y="1728908"/>
                </a:lnTo>
                <a:lnTo>
                  <a:pt x="9546237" y="1728908"/>
                </a:lnTo>
                <a:lnTo>
                  <a:pt x="9546237" y="1992846"/>
                </a:lnTo>
                <a:lnTo>
                  <a:pt x="8674855" y="2864228"/>
                </a:lnTo>
                <a:lnTo>
                  <a:pt x="8674306" y="2864228"/>
                </a:lnTo>
                <a:lnTo>
                  <a:pt x="8674306" y="3259313"/>
                </a:lnTo>
                <a:lnTo>
                  <a:pt x="8679246" y="3259313"/>
                </a:lnTo>
                <a:lnTo>
                  <a:pt x="8679246" y="2866972"/>
                </a:lnTo>
                <a:lnTo>
                  <a:pt x="9550628" y="1995590"/>
                </a:lnTo>
                <a:lnTo>
                  <a:pt x="9551176" y="1995590"/>
                </a:lnTo>
                <a:lnTo>
                  <a:pt x="9551176" y="1731652"/>
                </a:lnTo>
                <a:lnTo>
                  <a:pt x="10607479" y="675348"/>
                </a:lnTo>
                <a:cubicBezTo>
                  <a:pt x="10614612" y="680836"/>
                  <a:pt x="10625587" y="680287"/>
                  <a:pt x="10632172" y="673703"/>
                </a:cubicBezTo>
                <a:cubicBezTo>
                  <a:pt x="10639306" y="666569"/>
                  <a:pt x="10639306" y="654496"/>
                  <a:pt x="10632172" y="647363"/>
                </a:cubicBezTo>
                <a:cubicBezTo>
                  <a:pt x="10628606" y="643797"/>
                  <a:pt x="10623804" y="642013"/>
                  <a:pt x="10619003" y="642013"/>
                </a:cubicBezTo>
                <a:close/>
                <a:moveTo>
                  <a:pt x="8361532" y="559155"/>
                </a:moveTo>
                <a:cubicBezTo>
                  <a:pt x="8356730" y="559155"/>
                  <a:pt x="8351929" y="560939"/>
                  <a:pt x="8348362" y="564506"/>
                </a:cubicBezTo>
                <a:cubicBezTo>
                  <a:pt x="8341777" y="571090"/>
                  <a:pt x="8341228" y="581516"/>
                  <a:pt x="8346716" y="589198"/>
                </a:cubicBezTo>
                <a:lnTo>
                  <a:pt x="8076192" y="859721"/>
                </a:lnTo>
                <a:lnTo>
                  <a:pt x="8075643" y="859721"/>
                </a:lnTo>
                <a:lnTo>
                  <a:pt x="8075643" y="1055617"/>
                </a:lnTo>
                <a:lnTo>
                  <a:pt x="8195816" y="1175789"/>
                </a:lnTo>
                <a:lnTo>
                  <a:pt x="8195816" y="2295745"/>
                </a:lnTo>
                <a:lnTo>
                  <a:pt x="8195268" y="2295745"/>
                </a:lnTo>
                <a:lnTo>
                  <a:pt x="7973032" y="2517980"/>
                </a:lnTo>
                <a:lnTo>
                  <a:pt x="7972482" y="2517980"/>
                </a:lnTo>
                <a:lnTo>
                  <a:pt x="7972482" y="3202245"/>
                </a:lnTo>
                <a:lnTo>
                  <a:pt x="7977421" y="3202245"/>
                </a:lnTo>
                <a:lnTo>
                  <a:pt x="7977421" y="2520724"/>
                </a:lnTo>
                <a:lnTo>
                  <a:pt x="8199656" y="2298489"/>
                </a:lnTo>
                <a:lnTo>
                  <a:pt x="8200204" y="2298489"/>
                </a:lnTo>
                <a:lnTo>
                  <a:pt x="8200204" y="1174143"/>
                </a:lnTo>
                <a:lnTo>
                  <a:pt x="8080034" y="1053972"/>
                </a:lnTo>
                <a:lnTo>
                  <a:pt x="8080034" y="862465"/>
                </a:lnTo>
                <a:lnTo>
                  <a:pt x="8350008" y="592490"/>
                </a:lnTo>
                <a:cubicBezTo>
                  <a:pt x="8357142" y="597977"/>
                  <a:pt x="8368116" y="597428"/>
                  <a:pt x="8374701" y="590844"/>
                </a:cubicBezTo>
                <a:cubicBezTo>
                  <a:pt x="8381834" y="583711"/>
                  <a:pt x="8381834" y="571638"/>
                  <a:pt x="8374701" y="564506"/>
                </a:cubicBezTo>
                <a:cubicBezTo>
                  <a:pt x="8371134" y="560939"/>
                  <a:pt x="8366333" y="559155"/>
                  <a:pt x="8361532" y="559155"/>
                </a:cubicBezTo>
                <a:close/>
                <a:moveTo>
                  <a:pt x="9196696" y="544202"/>
                </a:moveTo>
                <a:lnTo>
                  <a:pt x="9196148" y="544202"/>
                </a:lnTo>
                <a:lnTo>
                  <a:pt x="9196148" y="544750"/>
                </a:lnTo>
                <a:close/>
                <a:moveTo>
                  <a:pt x="9731159" y="425265"/>
                </a:moveTo>
                <a:cubicBezTo>
                  <a:pt x="9726358" y="425265"/>
                  <a:pt x="9721556" y="427048"/>
                  <a:pt x="9717990" y="430615"/>
                </a:cubicBezTo>
                <a:cubicBezTo>
                  <a:pt x="9710856" y="437749"/>
                  <a:pt x="9710856" y="447626"/>
                  <a:pt x="9716344" y="455308"/>
                </a:cubicBezTo>
                <a:lnTo>
                  <a:pt x="8747837" y="1423815"/>
                </a:lnTo>
                <a:lnTo>
                  <a:pt x="8747288" y="1423815"/>
                </a:lnTo>
                <a:lnTo>
                  <a:pt x="8747288" y="1828228"/>
                </a:lnTo>
                <a:lnTo>
                  <a:pt x="8854291" y="1935230"/>
                </a:lnTo>
                <a:lnTo>
                  <a:pt x="8854291" y="2265017"/>
                </a:lnTo>
                <a:lnTo>
                  <a:pt x="8684733" y="2434574"/>
                </a:lnTo>
                <a:cubicBezTo>
                  <a:pt x="8677599" y="2429086"/>
                  <a:pt x="8666624" y="2429635"/>
                  <a:pt x="8660040" y="2436219"/>
                </a:cubicBezTo>
                <a:cubicBezTo>
                  <a:pt x="8652907" y="2443353"/>
                  <a:pt x="8652907" y="2455425"/>
                  <a:pt x="8660040" y="2462558"/>
                </a:cubicBezTo>
                <a:cubicBezTo>
                  <a:pt x="8667174" y="2469692"/>
                  <a:pt x="8679246" y="2469692"/>
                  <a:pt x="8686379" y="2462558"/>
                </a:cubicBezTo>
                <a:cubicBezTo>
                  <a:pt x="8693513" y="2455425"/>
                  <a:pt x="8693513" y="2445548"/>
                  <a:pt x="8688025" y="2437866"/>
                </a:cubicBezTo>
                <a:lnTo>
                  <a:pt x="8858679" y="2267211"/>
                </a:lnTo>
                <a:lnTo>
                  <a:pt x="8859229" y="2267211"/>
                </a:lnTo>
                <a:lnTo>
                  <a:pt x="8859229" y="1932486"/>
                </a:lnTo>
                <a:lnTo>
                  <a:pt x="8752227" y="1825485"/>
                </a:lnTo>
                <a:lnTo>
                  <a:pt x="8752227" y="1426010"/>
                </a:lnTo>
                <a:lnTo>
                  <a:pt x="9719635" y="458600"/>
                </a:lnTo>
                <a:cubicBezTo>
                  <a:pt x="9726769" y="464088"/>
                  <a:pt x="9737744" y="463539"/>
                  <a:pt x="9744329" y="456954"/>
                </a:cubicBezTo>
                <a:cubicBezTo>
                  <a:pt x="9751462" y="449821"/>
                  <a:pt x="9751462" y="437749"/>
                  <a:pt x="9744329" y="430615"/>
                </a:cubicBezTo>
                <a:cubicBezTo>
                  <a:pt x="9740762" y="427048"/>
                  <a:pt x="9735960" y="425265"/>
                  <a:pt x="9731159" y="425265"/>
                </a:cubicBezTo>
                <a:close/>
                <a:moveTo>
                  <a:pt x="5143236" y="372038"/>
                </a:moveTo>
                <a:cubicBezTo>
                  <a:pt x="5138435" y="372038"/>
                  <a:pt x="5133634" y="373822"/>
                  <a:pt x="5130067" y="377389"/>
                </a:cubicBezTo>
                <a:cubicBezTo>
                  <a:pt x="5122933" y="384522"/>
                  <a:pt x="5122933" y="396594"/>
                  <a:pt x="5130067" y="403728"/>
                </a:cubicBezTo>
                <a:cubicBezTo>
                  <a:pt x="5136652" y="410313"/>
                  <a:pt x="5147077" y="410861"/>
                  <a:pt x="5154760" y="405373"/>
                </a:cubicBezTo>
                <a:lnTo>
                  <a:pt x="5498812" y="749427"/>
                </a:lnTo>
                <a:lnTo>
                  <a:pt x="5498812" y="1292668"/>
                </a:lnTo>
                <a:lnTo>
                  <a:pt x="6492012" y="2285868"/>
                </a:lnTo>
                <a:cubicBezTo>
                  <a:pt x="6486526" y="2293001"/>
                  <a:pt x="6487074" y="2303976"/>
                  <a:pt x="6493658" y="2310561"/>
                </a:cubicBezTo>
                <a:cubicBezTo>
                  <a:pt x="6500243" y="2317146"/>
                  <a:pt x="6512864" y="2317695"/>
                  <a:pt x="6519997" y="2310561"/>
                </a:cubicBezTo>
                <a:cubicBezTo>
                  <a:pt x="6527130" y="2303427"/>
                  <a:pt x="6527130" y="2291356"/>
                  <a:pt x="6519997" y="2284222"/>
                </a:cubicBezTo>
                <a:cubicBezTo>
                  <a:pt x="6512864" y="2277088"/>
                  <a:pt x="6502987" y="2277088"/>
                  <a:pt x="6495304" y="2282575"/>
                </a:cubicBezTo>
                <a:lnTo>
                  <a:pt x="5503751" y="1291022"/>
                </a:lnTo>
                <a:lnTo>
                  <a:pt x="5503751" y="747780"/>
                </a:lnTo>
                <a:lnTo>
                  <a:pt x="5158052" y="402081"/>
                </a:lnTo>
                <a:cubicBezTo>
                  <a:pt x="5163540" y="394948"/>
                  <a:pt x="5162991" y="383974"/>
                  <a:pt x="5156406" y="377389"/>
                </a:cubicBezTo>
                <a:cubicBezTo>
                  <a:pt x="5152839" y="373822"/>
                  <a:pt x="5148038" y="372038"/>
                  <a:pt x="5143236" y="372038"/>
                </a:cubicBezTo>
                <a:close/>
                <a:moveTo>
                  <a:pt x="30180" y="329238"/>
                </a:moveTo>
                <a:cubicBezTo>
                  <a:pt x="25378" y="329238"/>
                  <a:pt x="20578" y="331021"/>
                  <a:pt x="17010" y="334587"/>
                </a:cubicBezTo>
                <a:cubicBezTo>
                  <a:pt x="9876" y="341721"/>
                  <a:pt x="9876" y="353794"/>
                  <a:pt x="17010" y="360926"/>
                </a:cubicBezTo>
                <a:cubicBezTo>
                  <a:pt x="23594" y="367511"/>
                  <a:pt x="34020" y="368060"/>
                  <a:pt x="41702" y="362573"/>
                </a:cubicBezTo>
                <a:lnTo>
                  <a:pt x="560800" y="881671"/>
                </a:lnTo>
                <a:lnTo>
                  <a:pt x="1124344" y="881671"/>
                </a:lnTo>
                <a:lnTo>
                  <a:pt x="1953474" y="1710800"/>
                </a:lnTo>
                <a:lnTo>
                  <a:pt x="2496168" y="1710800"/>
                </a:lnTo>
                <a:lnTo>
                  <a:pt x="3193602" y="2408235"/>
                </a:lnTo>
                <a:lnTo>
                  <a:pt x="3588687" y="2408235"/>
                </a:lnTo>
                <a:lnTo>
                  <a:pt x="4287219" y="3106766"/>
                </a:lnTo>
                <a:lnTo>
                  <a:pt x="5315537" y="3106766"/>
                </a:lnTo>
                <a:lnTo>
                  <a:pt x="5924078" y="3715307"/>
                </a:lnTo>
                <a:lnTo>
                  <a:pt x="6682420" y="3715307"/>
                </a:lnTo>
                <a:lnTo>
                  <a:pt x="6682420" y="3710368"/>
                </a:lnTo>
                <a:lnTo>
                  <a:pt x="5926273" y="3710368"/>
                </a:lnTo>
                <a:lnTo>
                  <a:pt x="5317732" y="3101828"/>
                </a:lnTo>
                <a:lnTo>
                  <a:pt x="4289414" y="3101828"/>
                </a:lnTo>
                <a:lnTo>
                  <a:pt x="3590882" y="2403296"/>
                </a:lnTo>
                <a:lnTo>
                  <a:pt x="3195797" y="2403296"/>
                </a:lnTo>
                <a:lnTo>
                  <a:pt x="2498362" y="1705861"/>
                </a:lnTo>
                <a:lnTo>
                  <a:pt x="1955669" y="1705861"/>
                </a:lnTo>
                <a:lnTo>
                  <a:pt x="1126540" y="876732"/>
                </a:lnTo>
                <a:lnTo>
                  <a:pt x="562996" y="876732"/>
                </a:lnTo>
                <a:lnTo>
                  <a:pt x="44994" y="359280"/>
                </a:lnTo>
                <a:cubicBezTo>
                  <a:pt x="50482" y="352147"/>
                  <a:pt x="49934" y="341172"/>
                  <a:pt x="43348" y="334587"/>
                </a:cubicBezTo>
                <a:cubicBezTo>
                  <a:pt x="39782" y="331021"/>
                  <a:pt x="34982" y="329238"/>
                  <a:pt x="30180" y="329238"/>
                </a:cubicBezTo>
                <a:close/>
                <a:moveTo>
                  <a:pt x="8003760" y="292473"/>
                </a:moveTo>
                <a:cubicBezTo>
                  <a:pt x="7998959" y="292473"/>
                  <a:pt x="7994157" y="294256"/>
                  <a:pt x="7990591" y="297823"/>
                </a:cubicBezTo>
                <a:cubicBezTo>
                  <a:pt x="7984007" y="304407"/>
                  <a:pt x="7983457" y="314833"/>
                  <a:pt x="7988944" y="322515"/>
                </a:cubicBezTo>
                <a:lnTo>
                  <a:pt x="7868774" y="442687"/>
                </a:lnTo>
                <a:lnTo>
                  <a:pt x="7868774" y="1451251"/>
                </a:lnTo>
                <a:lnTo>
                  <a:pt x="7746406" y="1573618"/>
                </a:lnTo>
                <a:lnTo>
                  <a:pt x="7746406" y="3202794"/>
                </a:lnTo>
                <a:lnTo>
                  <a:pt x="7751346" y="3202794"/>
                </a:lnTo>
                <a:lnTo>
                  <a:pt x="7751346" y="1575812"/>
                </a:lnTo>
                <a:lnTo>
                  <a:pt x="7873712" y="1453446"/>
                </a:lnTo>
                <a:lnTo>
                  <a:pt x="7873712" y="444334"/>
                </a:lnTo>
                <a:lnTo>
                  <a:pt x="7992238" y="325808"/>
                </a:lnTo>
                <a:cubicBezTo>
                  <a:pt x="7999370" y="331296"/>
                  <a:pt x="8010345" y="330746"/>
                  <a:pt x="8016930" y="324162"/>
                </a:cubicBezTo>
                <a:cubicBezTo>
                  <a:pt x="8024064" y="317028"/>
                  <a:pt x="8024064" y="304957"/>
                  <a:pt x="8016930" y="297823"/>
                </a:cubicBezTo>
                <a:cubicBezTo>
                  <a:pt x="8013363" y="294256"/>
                  <a:pt x="8008561" y="292473"/>
                  <a:pt x="8003760" y="292473"/>
                </a:cubicBezTo>
                <a:close/>
                <a:moveTo>
                  <a:pt x="11430573" y="181629"/>
                </a:moveTo>
                <a:cubicBezTo>
                  <a:pt x="11425772" y="181629"/>
                  <a:pt x="11420971" y="183413"/>
                  <a:pt x="11417404" y="186979"/>
                </a:cubicBezTo>
                <a:cubicBezTo>
                  <a:pt x="11410819" y="193564"/>
                  <a:pt x="11410269" y="203990"/>
                  <a:pt x="11415757" y="211673"/>
                </a:cubicBezTo>
                <a:lnTo>
                  <a:pt x="11160598" y="466832"/>
                </a:lnTo>
                <a:lnTo>
                  <a:pt x="11160049" y="466832"/>
                </a:lnTo>
                <a:lnTo>
                  <a:pt x="11160049" y="614439"/>
                </a:lnTo>
                <a:cubicBezTo>
                  <a:pt x="11150721" y="615537"/>
                  <a:pt x="11143588" y="623219"/>
                  <a:pt x="11143588" y="633096"/>
                </a:cubicBezTo>
                <a:cubicBezTo>
                  <a:pt x="11143588" y="642973"/>
                  <a:pt x="11151818" y="651753"/>
                  <a:pt x="11162244" y="651753"/>
                </a:cubicBezTo>
                <a:lnTo>
                  <a:pt x="11162793" y="651205"/>
                </a:lnTo>
                <a:cubicBezTo>
                  <a:pt x="11173219" y="651205"/>
                  <a:pt x="11181450" y="642973"/>
                  <a:pt x="11181450" y="632548"/>
                </a:cubicBezTo>
                <a:cubicBezTo>
                  <a:pt x="11181450" y="622122"/>
                  <a:pt x="11174316" y="614988"/>
                  <a:pt x="11164988" y="613891"/>
                </a:cubicBezTo>
                <a:lnTo>
                  <a:pt x="11164988" y="469026"/>
                </a:lnTo>
                <a:lnTo>
                  <a:pt x="11419049" y="214965"/>
                </a:lnTo>
                <a:cubicBezTo>
                  <a:pt x="11426183" y="220452"/>
                  <a:pt x="11437158" y="219903"/>
                  <a:pt x="11443743" y="213318"/>
                </a:cubicBezTo>
                <a:cubicBezTo>
                  <a:pt x="11450876" y="206185"/>
                  <a:pt x="11450876" y="194113"/>
                  <a:pt x="11443743" y="186979"/>
                </a:cubicBezTo>
                <a:cubicBezTo>
                  <a:pt x="11440176" y="183413"/>
                  <a:pt x="11435374" y="181629"/>
                  <a:pt x="11430573" y="181629"/>
                </a:cubicBezTo>
                <a:close/>
                <a:moveTo>
                  <a:pt x="9575320" y="150352"/>
                </a:moveTo>
                <a:cubicBezTo>
                  <a:pt x="9570519" y="150352"/>
                  <a:pt x="9565717" y="152135"/>
                  <a:pt x="9562151" y="155702"/>
                </a:cubicBezTo>
                <a:cubicBezTo>
                  <a:pt x="9555565" y="162287"/>
                  <a:pt x="9555016" y="172712"/>
                  <a:pt x="9560504" y="180394"/>
                </a:cubicBezTo>
                <a:lnTo>
                  <a:pt x="9196696" y="544202"/>
                </a:lnTo>
                <a:lnTo>
                  <a:pt x="9196698" y="544202"/>
                </a:lnTo>
                <a:lnTo>
                  <a:pt x="9196148" y="544750"/>
                </a:lnTo>
                <a:lnTo>
                  <a:pt x="9196148" y="788935"/>
                </a:lnTo>
                <a:cubicBezTo>
                  <a:pt x="9186820" y="790033"/>
                  <a:pt x="9179687" y="797715"/>
                  <a:pt x="9179687" y="807592"/>
                </a:cubicBezTo>
                <a:cubicBezTo>
                  <a:pt x="9179687" y="817469"/>
                  <a:pt x="9187917" y="826249"/>
                  <a:pt x="9198343" y="826249"/>
                </a:cubicBezTo>
                <a:cubicBezTo>
                  <a:pt x="9208769" y="826249"/>
                  <a:pt x="9217000" y="818018"/>
                  <a:pt x="9217000" y="807592"/>
                </a:cubicBezTo>
                <a:cubicBezTo>
                  <a:pt x="9217000" y="797166"/>
                  <a:pt x="9209867" y="790033"/>
                  <a:pt x="9200538" y="788935"/>
                </a:cubicBezTo>
                <a:lnTo>
                  <a:pt x="9200538" y="546946"/>
                </a:lnTo>
                <a:lnTo>
                  <a:pt x="9563797" y="183687"/>
                </a:lnTo>
                <a:cubicBezTo>
                  <a:pt x="9570930" y="189175"/>
                  <a:pt x="9581905" y="188626"/>
                  <a:pt x="9588489" y="182041"/>
                </a:cubicBezTo>
                <a:cubicBezTo>
                  <a:pt x="9595623" y="174908"/>
                  <a:pt x="9595623" y="162836"/>
                  <a:pt x="9588489" y="155702"/>
                </a:cubicBezTo>
                <a:cubicBezTo>
                  <a:pt x="9584922" y="152135"/>
                  <a:pt x="9580121" y="150352"/>
                  <a:pt x="9575320" y="150352"/>
                </a:cubicBezTo>
                <a:close/>
                <a:moveTo>
                  <a:pt x="1234090" y="127716"/>
                </a:moveTo>
                <a:cubicBezTo>
                  <a:pt x="1223665" y="127716"/>
                  <a:pt x="1215434" y="135948"/>
                  <a:pt x="1215434" y="146373"/>
                </a:cubicBezTo>
                <a:cubicBezTo>
                  <a:pt x="1215434" y="156799"/>
                  <a:pt x="1222567" y="163933"/>
                  <a:pt x="1231896" y="165030"/>
                </a:cubicBezTo>
                <a:lnTo>
                  <a:pt x="1230798" y="165030"/>
                </a:lnTo>
                <a:lnTo>
                  <a:pt x="1230798" y="477257"/>
                </a:lnTo>
                <a:lnTo>
                  <a:pt x="1971034" y="1217492"/>
                </a:lnTo>
                <a:lnTo>
                  <a:pt x="3161228" y="1217492"/>
                </a:lnTo>
                <a:lnTo>
                  <a:pt x="3676483" y="1732749"/>
                </a:lnTo>
                <a:cubicBezTo>
                  <a:pt x="3670996" y="1739882"/>
                  <a:pt x="3671545" y="1750857"/>
                  <a:pt x="3678130" y="1757442"/>
                </a:cubicBezTo>
                <a:cubicBezTo>
                  <a:pt x="3685264" y="1764576"/>
                  <a:pt x="3697335" y="1764576"/>
                  <a:pt x="3704469" y="1757442"/>
                </a:cubicBezTo>
                <a:cubicBezTo>
                  <a:pt x="3711602" y="1750309"/>
                  <a:pt x="3711602" y="1738237"/>
                  <a:pt x="3704469" y="1731103"/>
                </a:cubicBezTo>
                <a:cubicBezTo>
                  <a:pt x="3697884" y="1724518"/>
                  <a:pt x="3687458" y="1723970"/>
                  <a:pt x="3679776" y="1729456"/>
                </a:cubicBezTo>
                <a:lnTo>
                  <a:pt x="3163422" y="1213103"/>
                </a:lnTo>
                <a:lnTo>
                  <a:pt x="1973229" y="1213103"/>
                </a:lnTo>
                <a:lnTo>
                  <a:pt x="1236286" y="475611"/>
                </a:lnTo>
                <a:lnTo>
                  <a:pt x="1236286" y="165030"/>
                </a:lnTo>
                <a:cubicBezTo>
                  <a:pt x="1245614" y="163933"/>
                  <a:pt x="1252747" y="156251"/>
                  <a:pt x="1252747" y="146373"/>
                </a:cubicBezTo>
                <a:cubicBezTo>
                  <a:pt x="1252747" y="136497"/>
                  <a:pt x="1244516" y="127716"/>
                  <a:pt x="1234090" y="127716"/>
                </a:cubicBezTo>
                <a:close/>
                <a:moveTo>
                  <a:pt x="12673444" y="85053"/>
                </a:moveTo>
                <a:cubicBezTo>
                  <a:pt x="12668643" y="85053"/>
                  <a:pt x="12663841" y="86837"/>
                  <a:pt x="12660274" y="90404"/>
                </a:cubicBezTo>
                <a:cubicBezTo>
                  <a:pt x="12653689" y="96988"/>
                  <a:pt x="12653141" y="107414"/>
                  <a:pt x="12658628" y="115096"/>
                </a:cubicBezTo>
                <a:lnTo>
                  <a:pt x="11994118" y="779607"/>
                </a:lnTo>
                <a:lnTo>
                  <a:pt x="10936717" y="779607"/>
                </a:lnTo>
                <a:lnTo>
                  <a:pt x="10717774" y="998550"/>
                </a:lnTo>
                <a:lnTo>
                  <a:pt x="10717226" y="998550"/>
                </a:lnTo>
                <a:lnTo>
                  <a:pt x="10717226" y="1374429"/>
                </a:lnTo>
                <a:lnTo>
                  <a:pt x="9451307" y="2640347"/>
                </a:lnTo>
                <a:lnTo>
                  <a:pt x="9450759" y="2640347"/>
                </a:lnTo>
                <a:lnTo>
                  <a:pt x="9450759" y="2640896"/>
                </a:lnTo>
                <a:lnTo>
                  <a:pt x="9450759" y="2952025"/>
                </a:lnTo>
                <a:lnTo>
                  <a:pt x="9278458" y="3124325"/>
                </a:lnTo>
                <a:cubicBezTo>
                  <a:pt x="9271324" y="3118839"/>
                  <a:pt x="9260349" y="3119387"/>
                  <a:pt x="9253764" y="3125971"/>
                </a:cubicBezTo>
                <a:cubicBezTo>
                  <a:pt x="9246632" y="3133106"/>
                  <a:pt x="9246632" y="3145178"/>
                  <a:pt x="9253764" y="3152311"/>
                </a:cubicBezTo>
                <a:cubicBezTo>
                  <a:pt x="9260898" y="3159445"/>
                  <a:pt x="9272970" y="3159445"/>
                  <a:pt x="9280104" y="3152311"/>
                </a:cubicBezTo>
                <a:cubicBezTo>
                  <a:pt x="9286688" y="3145726"/>
                  <a:pt x="9287238" y="3135300"/>
                  <a:pt x="9281750" y="3127618"/>
                </a:cubicBezTo>
                <a:lnTo>
                  <a:pt x="9455148" y="2954220"/>
                </a:lnTo>
                <a:lnTo>
                  <a:pt x="9455697" y="2954220"/>
                </a:lnTo>
                <a:lnTo>
                  <a:pt x="9455697" y="2642542"/>
                </a:lnTo>
                <a:lnTo>
                  <a:pt x="10721614" y="1376624"/>
                </a:lnTo>
                <a:lnTo>
                  <a:pt x="10722164" y="1376624"/>
                </a:lnTo>
                <a:lnTo>
                  <a:pt x="10722164" y="1000745"/>
                </a:lnTo>
                <a:lnTo>
                  <a:pt x="10938912" y="783997"/>
                </a:lnTo>
                <a:lnTo>
                  <a:pt x="11996312" y="783997"/>
                </a:lnTo>
                <a:lnTo>
                  <a:pt x="12661921" y="118388"/>
                </a:lnTo>
                <a:cubicBezTo>
                  <a:pt x="12669055" y="123875"/>
                  <a:pt x="12680029" y="123327"/>
                  <a:pt x="12686613" y="116743"/>
                </a:cubicBezTo>
                <a:cubicBezTo>
                  <a:pt x="12693747" y="109609"/>
                  <a:pt x="12693747" y="97536"/>
                  <a:pt x="12686613" y="90404"/>
                </a:cubicBezTo>
                <a:cubicBezTo>
                  <a:pt x="12683047" y="86837"/>
                  <a:pt x="12678245" y="85053"/>
                  <a:pt x="12673444" y="85053"/>
                </a:cubicBezTo>
                <a:close/>
                <a:moveTo>
                  <a:pt x="5508690" y="82858"/>
                </a:moveTo>
                <a:cubicBezTo>
                  <a:pt x="5503888" y="82858"/>
                  <a:pt x="5499087" y="84642"/>
                  <a:pt x="5495520" y="88208"/>
                </a:cubicBezTo>
                <a:cubicBezTo>
                  <a:pt x="5488386" y="95342"/>
                  <a:pt x="5488386" y="107414"/>
                  <a:pt x="5495520" y="114547"/>
                </a:cubicBezTo>
                <a:cubicBezTo>
                  <a:pt x="5502105" y="121132"/>
                  <a:pt x="5512532" y="121681"/>
                  <a:pt x="5520212" y="116193"/>
                </a:cubicBezTo>
                <a:lnTo>
                  <a:pt x="6066748" y="662728"/>
                </a:lnTo>
                <a:lnTo>
                  <a:pt x="6066748" y="1160425"/>
                </a:lnTo>
                <a:lnTo>
                  <a:pt x="6354830" y="1448508"/>
                </a:lnTo>
                <a:cubicBezTo>
                  <a:pt x="6349342" y="1455641"/>
                  <a:pt x="6349891" y="1466615"/>
                  <a:pt x="6356476" y="1473200"/>
                </a:cubicBezTo>
                <a:cubicBezTo>
                  <a:pt x="6363610" y="1480334"/>
                  <a:pt x="6375682" y="1480334"/>
                  <a:pt x="6382815" y="1473200"/>
                </a:cubicBezTo>
                <a:cubicBezTo>
                  <a:pt x="6389948" y="1466067"/>
                  <a:pt x="6389948" y="1453995"/>
                  <a:pt x="6382815" y="1446861"/>
                </a:cubicBezTo>
                <a:cubicBezTo>
                  <a:pt x="6376230" y="1440276"/>
                  <a:pt x="6365804" y="1439727"/>
                  <a:pt x="6358122" y="1445215"/>
                </a:cubicBezTo>
                <a:lnTo>
                  <a:pt x="6071686" y="1158779"/>
                </a:lnTo>
                <a:lnTo>
                  <a:pt x="6071686" y="661081"/>
                </a:lnTo>
                <a:lnTo>
                  <a:pt x="5523506" y="112902"/>
                </a:lnTo>
                <a:cubicBezTo>
                  <a:pt x="5528993" y="105768"/>
                  <a:pt x="5528444" y="94793"/>
                  <a:pt x="5521859" y="88208"/>
                </a:cubicBezTo>
                <a:cubicBezTo>
                  <a:pt x="5518293" y="84642"/>
                  <a:pt x="5513491" y="82858"/>
                  <a:pt x="5508690" y="82858"/>
                </a:cubicBezTo>
                <a:close/>
                <a:moveTo>
                  <a:pt x="13440567" y="68454"/>
                </a:moveTo>
                <a:cubicBezTo>
                  <a:pt x="13430142" y="68454"/>
                  <a:pt x="13421911" y="76685"/>
                  <a:pt x="13421911" y="87111"/>
                </a:cubicBezTo>
                <a:cubicBezTo>
                  <a:pt x="13421911" y="97536"/>
                  <a:pt x="13429044" y="104670"/>
                  <a:pt x="13438372" y="105768"/>
                </a:cubicBezTo>
                <a:lnTo>
                  <a:pt x="13438372" y="253924"/>
                </a:lnTo>
                <a:lnTo>
                  <a:pt x="13058652" y="633645"/>
                </a:lnTo>
                <a:lnTo>
                  <a:pt x="13058103" y="634194"/>
                </a:lnTo>
                <a:lnTo>
                  <a:pt x="12642716" y="634194"/>
                </a:lnTo>
                <a:lnTo>
                  <a:pt x="11792185" y="1484723"/>
                </a:lnTo>
                <a:lnTo>
                  <a:pt x="10808863" y="1484723"/>
                </a:lnTo>
                <a:lnTo>
                  <a:pt x="9714149" y="2579438"/>
                </a:lnTo>
                <a:lnTo>
                  <a:pt x="9713600" y="2579438"/>
                </a:lnTo>
                <a:lnTo>
                  <a:pt x="9713600" y="3027200"/>
                </a:lnTo>
                <a:lnTo>
                  <a:pt x="9267483" y="3473318"/>
                </a:lnTo>
                <a:lnTo>
                  <a:pt x="9040309" y="3473318"/>
                </a:lnTo>
                <a:lnTo>
                  <a:pt x="9040309" y="3478256"/>
                </a:lnTo>
                <a:lnTo>
                  <a:pt x="9269678" y="3478256"/>
                </a:lnTo>
                <a:lnTo>
                  <a:pt x="9717990" y="3029944"/>
                </a:lnTo>
                <a:lnTo>
                  <a:pt x="9718538" y="3029944"/>
                </a:lnTo>
                <a:lnTo>
                  <a:pt x="9718538" y="2582182"/>
                </a:lnTo>
                <a:lnTo>
                  <a:pt x="10811057" y="1489663"/>
                </a:lnTo>
                <a:lnTo>
                  <a:pt x="11794379" y="1489663"/>
                </a:lnTo>
                <a:lnTo>
                  <a:pt x="12644910" y="639132"/>
                </a:lnTo>
                <a:lnTo>
                  <a:pt x="13060298" y="639132"/>
                </a:lnTo>
                <a:lnTo>
                  <a:pt x="13442213" y="257217"/>
                </a:lnTo>
                <a:lnTo>
                  <a:pt x="13442762" y="257217"/>
                </a:lnTo>
                <a:lnTo>
                  <a:pt x="13442762" y="105768"/>
                </a:lnTo>
                <a:cubicBezTo>
                  <a:pt x="13452091" y="104670"/>
                  <a:pt x="13459225" y="96988"/>
                  <a:pt x="13459225" y="87111"/>
                </a:cubicBezTo>
                <a:cubicBezTo>
                  <a:pt x="13459225" y="77234"/>
                  <a:pt x="13450994" y="68454"/>
                  <a:pt x="13440567" y="68454"/>
                </a:cubicBezTo>
                <a:close/>
                <a:moveTo>
                  <a:pt x="3523593" y="66054"/>
                </a:moveTo>
                <a:cubicBezTo>
                  <a:pt x="3518724" y="65985"/>
                  <a:pt x="3513785" y="67631"/>
                  <a:pt x="3510218" y="71197"/>
                </a:cubicBezTo>
                <a:cubicBezTo>
                  <a:pt x="3503085" y="78331"/>
                  <a:pt x="3503085" y="90404"/>
                  <a:pt x="3510218" y="97536"/>
                </a:cubicBezTo>
                <a:cubicBezTo>
                  <a:pt x="3517352" y="104670"/>
                  <a:pt x="3527230" y="104670"/>
                  <a:pt x="3534912" y="99183"/>
                </a:cubicBezTo>
                <a:lnTo>
                  <a:pt x="3534363" y="99732"/>
                </a:lnTo>
                <a:lnTo>
                  <a:pt x="4713032" y="1278401"/>
                </a:lnTo>
                <a:lnTo>
                  <a:pt x="5114702" y="1278401"/>
                </a:lnTo>
                <a:lnTo>
                  <a:pt x="6142472" y="2306171"/>
                </a:lnTo>
                <a:lnTo>
                  <a:pt x="6142472" y="2360495"/>
                </a:lnTo>
                <a:lnTo>
                  <a:pt x="6719186" y="2937209"/>
                </a:lnTo>
                <a:lnTo>
                  <a:pt x="6719186" y="3015129"/>
                </a:lnTo>
                <a:cubicBezTo>
                  <a:pt x="6709858" y="3016226"/>
                  <a:pt x="6702724" y="3023908"/>
                  <a:pt x="6702724" y="3033785"/>
                </a:cubicBezTo>
                <a:cubicBezTo>
                  <a:pt x="6702724" y="3043663"/>
                  <a:pt x="6710955" y="3052442"/>
                  <a:pt x="6721381" y="3052442"/>
                </a:cubicBezTo>
                <a:cubicBezTo>
                  <a:pt x="6731806" y="3052442"/>
                  <a:pt x="6740038" y="3044212"/>
                  <a:pt x="6740038" y="3033785"/>
                </a:cubicBezTo>
                <a:cubicBezTo>
                  <a:pt x="6740038" y="3023359"/>
                  <a:pt x="6732904" y="3016226"/>
                  <a:pt x="6723576" y="3015129"/>
                </a:cubicBezTo>
                <a:lnTo>
                  <a:pt x="6723576" y="2935563"/>
                </a:lnTo>
                <a:lnTo>
                  <a:pt x="6146862" y="2358849"/>
                </a:lnTo>
                <a:lnTo>
                  <a:pt x="6146862" y="2304525"/>
                </a:lnTo>
                <a:lnTo>
                  <a:pt x="5116348" y="1274011"/>
                </a:lnTo>
                <a:lnTo>
                  <a:pt x="4714678" y="1274011"/>
                </a:lnTo>
                <a:lnTo>
                  <a:pt x="3538204" y="95891"/>
                </a:lnTo>
                <a:cubicBezTo>
                  <a:pt x="3543691" y="88757"/>
                  <a:pt x="3543142" y="77782"/>
                  <a:pt x="3536557" y="71197"/>
                </a:cubicBezTo>
                <a:cubicBezTo>
                  <a:pt x="3533264" y="67905"/>
                  <a:pt x="3528463" y="66122"/>
                  <a:pt x="3523593" y="66054"/>
                </a:cubicBezTo>
                <a:close/>
                <a:moveTo>
                  <a:pt x="12317867" y="62556"/>
                </a:moveTo>
                <a:cubicBezTo>
                  <a:pt x="12313066" y="62556"/>
                  <a:pt x="12308264" y="64339"/>
                  <a:pt x="12304698" y="67906"/>
                </a:cubicBezTo>
                <a:cubicBezTo>
                  <a:pt x="12298114" y="74490"/>
                  <a:pt x="12297564" y="84916"/>
                  <a:pt x="12303051" y="92598"/>
                </a:cubicBezTo>
                <a:lnTo>
                  <a:pt x="12047893" y="347757"/>
                </a:lnTo>
                <a:lnTo>
                  <a:pt x="12047344" y="347757"/>
                </a:lnTo>
                <a:lnTo>
                  <a:pt x="12047344" y="464636"/>
                </a:lnTo>
                <a:lnTo>
                  <a:pt x="11840474" y="671507"/>
                </a:lnTo>
                <a:lnTo>
                  <a:pt x="11451424" y="671507"/>
                </a:lnTo>
                <a:cubicBezTo>
                  <a:pt x="11450327" y="662179"/>
                  <a:pt x="11442645" y="655046"/>
                  <a:pt x="11432768" y="655046"/>
                </a:cubicBezTo>
                <a:cubicBezTo>
                  <a:pt x="11422890" y="655046"/>
                  <a:pt x="11414110" y="663276"/>
                  <a:pt x="11414110" y="673703"/>
                </a:cubicBezTo>
                <a:cubicBezTo>
                  <a:pt x="11414110" y="684128"/>
                  <a:pt x="11422341" y="692359"/>
                  <a:pt x="11432768" y="692359"/>
                </a:cubicBezTo>
                <a:cubicBezTo>
                  <a:pt x="11443193" y="692359"/>
                  <a:pt x="11450327" y="685226"/>
                  <a:pt x="11451424" y="675897"/>
                </a:cubicBezTo>
                <a:lnTo>
                  <a:pt x="11843217" y="675897"/>
                </a:lnTo>
                <a:lnTo>
                  <a:pt x="12051735" y="466832"/>
                </a:lnTo>
                <a:lnTo>
                  <a:pt x="12052282" y="466832"/>
                </a:lnTo>
                <a:lnTo>
                  <a:pt x="12052282" y="349952"/>
                </a:lnTo>
                <a:lnTo>
                  <a:pt x="12306344" y="95891"/>
                </a:lnTo>
                <a:cubicBezTo>
                  <a:pt x="12313478" y="101377"/>
                  <a:pt x="12324453" y="100829"/>
                  <a:pt x="12331037" y="94245"/>
                </a:cubicBezTo>
                <a:cubicBezTo>
                  <a:pt x="12338171" y="87111"/>
                  <a:pt x="12338171" y="75038"/>
                  <a:pt x="12331037" y="67906"/>
                </a:cubicBezTo>
                <a:cubicBezTo>
                  <a:pt x="12327470" y="64339"/>
                  <a:pt x="12322669" y="62556"/>
                  <a:pt x="12317867" y="62556"/>
                </a:cubicBezTo>
                <a:close/>
                <a:moveTo>
                  <a:pt x="2080437" y="62212"/>
                </a:moveTo>
                <a:cubicBezTo>
                  <a:pt x="2075567" y="62144"/>
                  <a:pt x="2070628" y="63790"/>
                  <a:pt x="2067062" y="67356"/>
                </a:cubicBezTo>
                <a:cubicBezTo>
                  <a:pt x="2059928" y="74490"/>
                  <a:pt x="2059928" y="86563"/>
                  <a:pt x="2067062" y="93695"/>
                </a:cubicBezTo>
                <a:cubicBezTo>
                  <a:pt x="2070355" y="96988"/>
                  <a:pt x="2074607" y="98771"/>
                  <a:pt x="2078997" y="99045"/>
                </a:cubicBezTo>
                <a:lnTo>
                  <a:pt x="2091754" y="95342"/>
                </a:lnTo>
                <a:lnTo>
                  <a:pt x="2091205" y="94793"/>
                </a:lnTo>
                <a:lnTo>
                  <a:pt x="2091754" y="95342"/>
                </a:lnTo>
                <a:lnTo>
                  <a:pt x="2091754" y="95342"/>
                </a:lnTo>
                <a:lnTo>
                  <a:pt x="2475316" y="478903"/>
                </a:lnTo>
                <a:lnTo>
                  <a:pt x="2979049" y="478903"/>
                </a:lnTo>
                <a:lnTo>
                  <a:pt x="3953592" y="1453446"/>
                </a:lnTo>
                <a:lnTo>
                  <a:pt x="4179668" y="1453446"/>
                </a:lnTo>
                <a:lnTo>
                  <a:pt x="4465556" y="1739334"/>
                </a:lnTo>
                <a:lnTo>
                  <a:pt x="4727848" y="1739334"/>
                </a:lnTo>
                <a:cubicBezTo>
                  <a:pt x="4728946" y="1748662"/>
                  <a:pt x="4736628" y="1755795"/>
                  <a:pt x="4746505" y="1755795"/>
                </a:cubicBezTo>
                <a:cubicBezTo>
                  <a:pt x="4756382" y="1755795"/>
                  <a:pt x="4765162" y="1747565"/>
                  <a:pt x="4765162" y="1737139"/>
                </a:cubicBezTo>
                <a:cubicBezTo>
                  <a:pt x="4765162" y="1726714"/>
                  <a:pt x="4756932" y="1718482"/>
                  <a:pt x="4746505" y="1718482"/>
                </a:cubicBezTo>
                <a:cubicBezTo>
                  <a:pt x="4736079" y="1718482"/>
                  <a:pt x="4728946" y="1725615"/>
                  <a:pt x="4727848" y="1734944"/>
                </a:cubicBezTo>
                <a:lnTo>
                  <a:pt x="4467751" y="1734944"/>
                </a:lnTo>
                <a:lnTo>
                  <a:pt x="4181863" y="1449057"/>
                </a:lnTo>
                <a:lnTo>
                  <a:pt x="3955787" y="1449057"/>
                </a:lnTo>
                <a:lnTo>
                  <a:pt x="2981244" y="474514"/>
                </a:lnTo>
                <a:lnTo>
                  <a:pt x="2477511" y="474514"/>
                </a:lnTo>
                <a:lnTo>
                  <a:pt x="2095046" y="92049"/>
                </a:lnTo>
                <a:cubicBezTo>
                  <a:pt x="2100534" y="84916"/>
                  <a:pt x="2099985" y="73941"/>
                  <a:pt x="2093401" y="67356"/>
                </a:cubicBezTo>
                <a:cubicBezTo>
                  <a:pt x="2090108" y="64064"/>
                  <a:pt x="2085307" y="62281"/>
                  <a:pt x="2080437" y="62212"/>
                </a:cubicBezTo>
                <a:close/>
                <a:moveTo>
                  <a:pt x="3829579" y="60360"/>
                </a:moveTo>
                <a:cubicBezTo>
                  <a:pt x="3824777" y="60360"/>
                  <a:pt x="3819976" y="62144"/>
                  <a:pt x="3816410" y="65710"/>
                </a:cubicBezTo>
                <a:cubicBezTo>
                  <a:pt x="3809276" y="72844"/>
                  <a:pt x="3809276" y="84916"/>
                  <a:pt x="3816410" y="92049"/>
                </a:cubicBezTo>
                <a:cubicBezTo>
                  <a:pt x="3823542" y="99183"/>
                  <a:pt x="3833420" y="99183"/>
                  <a:pt x="3841102" y="93695"/>
                </a:cubicBezTo>
                <a:lnTo>
                  <a:pt x="4375564" y="628158"/>
                </a:lnTo>
                <a:cubicBezTo>
                  <a:pt x="4370077" y="635291"/>
                  <a:pt x="4370626" y="646265"/>
                  <a:pt x="4377210" y="652850"/>
                </a:cubicBezTo>
                <a:cubicBezTo>
                  <a:pt x="4384344" y="659984"/>
                  <a:pt x="4396416" y="659984"/>
                  <a:pt x="4403550" y="652850"/>
                </a:cubicBezTo>
                <a:cubicBezTo>
                  <a:pt x="4410684" y="645717"/>
                  <a:pt x="4410684" y="633645"/>
                  <a:pt x="4403550" y="626511"/>
                </a:cubicBezTo>
                <a:cubicBezTo>
                  <a:pt x="4396416" y="619378"/>
                  <a:pt x="4386538" y="619378"/>
                  <a:pt x="4378856" y="624866"/>
                </a:cubicBezTo>
                <a:lnTo>
                  <a:pt x="3844394" y="90404"/>
                </a:lnTo>
                <a:cubicBezTo>
                  <a:pt x="3849882" y="83270"/>
                  <a:pt x="3849333" y="72295"/>
                  <a:pt x="3842748" y="65710"/>
                </a:cubicBezTo>
                <a:cubicBezTo>
                  <a:pt x="3839182" y="62144"/>
                  <a:pt x="3834380" y="60360"/>
                  <a:pt x="3829579" y="60360"/>
                </a:cubicBezTo>
                <a:close/>
                <a:moveTo>
                  <a:pt x="6405312" y="58715"/>
                </a:moveTo>
                <a:cubicBezTo>
                  <a:pt x="6400511" y="58714"/>
                  <a:pt x="6395710" y="60498"/>
                  <a:pt x="6392143" y="64065"/>
                </a:cubicBezTo>
                <a:cubicBezTo>
                  <a:pt x="6385010" y="71197"/>
                  <a:pt x="6385010" y="83270"/>
                  <a:pt x="6392143" y="90404"/>
                </a:cubicBezTo>
                <a:cubicBezTo>
                  <a:pt x="6398728" y="96988"/>
                  <a:pt x="6409154" y="97536"/>
                  <a:pt x="6416836" y="92049"/>
                </a:cubicBezTo>
                <a:lnTo>
                  <a:pt x="6647852" y="323064"/>
                </a:lnTo>
                <a:lnTo>
                  <a:pt x="6647852" y="1283889"/>
                </a:lnTo>
                <a:lnTo>
                  <a:pt x="7273951" y="1909988"/>
                </a:lnTo>
                <a:lnTo>
                  <a:pt x="7273951" y="3239559"/>
                </a:lnTo>
                <a:lnTo>
                  <a:pt x="7278890" y="3239559"/>
                </a:lnTo>
                <a:lnTo>
                  <a:pt x="7278890" y="1907794"/>
                </a:lnTo>
                <a:lnTo>
                  <a:pt x="6652789" y="1281694"/>
                </a:lnTo>
                <a:lnTo>
                  <a:pt x="6652789" y="321418"/>
                </a:lnTo>
                <a:lnTo>
                  <a:pt x="6420129" y="88757"/>
                </a:lnTo>
                <a:cubicBezTo>
                  <a:pt x="6425616" y="81623"/>
                  <a:pt x="6425067" y="70649"/>
                  <a:pt x="6418482" y="64065"/>
                </a:cubicBezTo>
                <a:cubicBezTo>
                  <a:pt x="6414915" y="60498"/>
                  <a:pt x="6410114" y="58714"/>
                  <a:pt x="6405312" y="58715"/>
                </a:cubicBezTo>
                <a:close/>
                <a:moveTo>
                  <a:pt x="9445271" y="55422"/>
                </a:moveTo>
                <a:cubicBezTo>
                  <a:pt x="9440470" y="55422"/>
                  <a:pt x="9435668" y="57205"/>
                  <a:pt x="9432102" y="60772"/>
                </a:cubicBezTo>
                <a:cubicBezTo>
                  <a:pt x="9425517" y="67356"/>
                  <a:pt x="9424968" y="77782"/>
                  <a:pt x="9430456" y="85464"/>
                </a:cubicBezTo>
                <a:lnTo>
                  <a:pt x="8428477" y="1087444"/>
                </a:lnTo>
                <a:lnTo>
                  <a:pt x="8427928" y="1087444"/>
                </a:lnTo>
                <a:lnTo>
                  <a:pt x="8427928" y="2614007"/>
                </a:lnTo>
                <a:lnTo>
                  <a:pt x="8206241" y="2835694"/>
                </a:lnTo>
                <a:lnTo>
                  <a:pt x="8205692" y="2835694"/>
                </a:lnTo>
                <a:lnTo>
                  <a:pt x="8205144" y="2836243"/>
                </a:lnTo>
                <a:lnTo>
                  <a:pt x="8205144" y="3230230"/>
                </a:lnTo>
                <a:lnTo>
                  <a:pt x="8210082" y="3230230"/>
                </a:lnTo>
                <a:lnTo>
                  <a:pt x="8210082" y="2837889"/>
                </a:lnTo>
                <a:lnTo>
                  <a:pt x="8431769" y="2616203"/>
                </a:lnTo>
                <a:lnTo>
                  <a:pt x="8432317" y="2616203"/>
                </a:lnTo>
                <a:lnTo>
                  <a:pt x="8432317" y="1090187"/>
                </a:lnTo>
                <a:lnTo>
                  <a:pt x="9433748" y="88757"/>
                </a:lnTo>
                <a:cubicBezTo>
                  <a:pt x="9440882" y="94245"/>
                  <a:pt x="9451856" y="93695"/>
                  <a:pt x="9458441" y="87111"/>
                </a:cubicBezTo>
                <a:cubicBezTo>
                  <a:pt x="9465574" y="79978"/>
                  <a:pt x="9465574" y="67906"/>
                  <a:pt x="9458441" y="60772"/>
                </a:cubicBezTo>
                <a:cubicBezTo>
                  <a:pt x="9454874" y="57205"/>
                  <a:pt x="9450072" y="55422"/>
                  <a:pt x="9445271" y="55422"/>
                </a:cubicBezTo>
                <a:close/>
                <a:moveTo>
                  <a:pt x="7811705" y="51581"/>
                </a:moveTo>
                <a:cubicBezTo>
                  <a:pt x="7806904" y="51581"/>
                  <a:pt x="7802103" y="53364"/>
                  <a:pt x="7798536" y="56931"/>
                </a:cubicBezTo>
                <a:cubicBezTo>
                  <a:pt x="7791952" y="63515"/>
                  <a:pt x="7791402" y="73941"/>
                  <a:pt x="7796889" y="81623"/>
                </a:cubicBezTo>
                <a:lnTo>
                  <a:pt x="7438570" y="439943"/>
                </a:lnTo>
                <a:lnTo>
                  <a:pt x="7438570" y="843260"/>
                </a:lnTo>
                <a:lnTo>
                  <a:pt x="7533499" y="938190"/>
                </a:lnTo>
                <a:cubicBezTo>
                  <a:pt x="7528012" y="945323"/>
                  <a:pt x="7528562" y="956298"/>
                  <a:pt x="7535146" y="962882"/>
                </a:cubicBezTo>
                <a:lnTo>
                  <a:pt x="7534597" y="962882"/>
                </a:lnTo>
                <a:cubicBezTo>
                  <a:pt x="7541731" y="970015"/>
                  <a:pt x="7553802" y="970015"/>
                  <a:pt x="7560936" y="962882"/>
                </a:cubicBezTo>
                <a:cubicBezTo>
                  <a:pt x="7568070" y="955749"/>
                  <a:pt x="7568070" y="943676"/>
                  <a:pt x="7560936" y="936544"/>
                </a:cubicBezTo>
                <a:cubicBezTo>
                  <a:pt x="7554351" y="929959"/>
                  <a:pt x="7543925" y="929410"/>
                  <a:pt x="7536243" y="934897"/>
                </a:cubicBezTo>
                <a:lnTo>
                  <a:pt x="7442959" y="841613"/>
                </a:lnTo>
                <a:lnTo>
                  <a:pt x="7442959" y="442138"/>
                </a:lnTo>
                <a:lnTo>
                  <a:pt x="7800182" y="84916"/>
                </a:lnTo>
                <a:cubicBezTo>
                  <a:pt x="7807315" y="90404"/>
                  <a:pt x="7818290" y="89854"/>
                  <a:pt x="7824874" y="83270"/>
                </a:cubicBezTo>
                <a:cubicBezTo>
                  <a:pt x="7832008" y="76137"/>
                  <a:pt x="7832008" y="64065"/>
                  <a:pt x="7824874" y="56931"/>
                </a:cubicBezTo>
                <a:cubicBezTo>
                  <a:pt x="7821307" y="53364"/>
                  <a:pt x="7816506" y="51581"/>
                  <a:pt x="7811705" y="51581"/>
                </a:cubicBezTo>
                <a:close/>
                <a:moveTo>
                  <a:pt x="10497734" y="48837"/>
                </a:moveTo>
                <a:cubicBezTo>
                  <a:pt x="10492932" y="48837"/>
                  <a:pt x="10488131" y="50620"/>
                  <a:pt x="10484564" y="54187"/>
                </a:cubicBezTo>
                <a:cubicBezTo>
                  <a:pt x="10477979" y="60772"/>
                  <a:pt x="10477430" y="71197"/>
                  <a:pt x="10482918" y="78879"/>
                </a:cubicBezTo>
                <a:lnTo>
                  <a:pt x="10090028" y="471770"/>
                </a:lnTo>
                <a:lnTo>
                  <a:pt x="10089479" y="471770"/>
                </a:lnTo>
                <a:lnTo>
                  <a:pt x="10089479" y="839419"/>
                </a:lnTo>
                <a:lnTo>
                  <a:pt x="9924312" y="1004586"/>
                </a:lnTo>
                <a:cubicBezTo>
                  <a:pt x="9917178" y="999098"/>
                  <a:pt x="9906204" y="999647"/>
                  <a:pt x="9899619" y="1006232"/>
                </a:cubicBezTo>
                <a:cubicBezTo>
                  <a:pt x="9892485" y="1013366"/>
                  <a:pt x="9892485" y="1025437"/>
                  <a:pt x="9899619" y="1032571"/>
                </a:cubicBezTo>
                <a:cubicBezTo>
                  <a:pt x="9906752" y="1039704"/>
                  <a:pt x="9918824" y="1039704"/>
                  <a:pt x="9925958" y="1032571"/>
                </a:cubicBezTo>
                <a:cubicBezTo>
                  <a:pt x="9932543" y="1025986"/>
                  <a:pt x="9933091" y="1015561"/>
                  <a:pt x="9927604" y="1007879"/>
                </a:cubicBezTo>
                <a:lnTo>
                  <a:pt x="10093869" y="841613"/>
                </a:lnTo>
                <a:lnTo>
                  <a:pt x="10094418" y="841613"/>
                </a:lnTo>
                <a:lnTo>
                  <a:pt x="10094418" y="473965"/>
                </a:lnTo>
                <a:lnTo>
                  <a:pt x="10486210" y="82172"/>
                </a:lnTo>
                <a:cubicBezTo>
                  <a:pt x="10493344" y="87660"/>
                  <a:pt x="10504318" y="87111"/>
                  <a:pt x="10510903" y="80526"/>
                </a:cubicBezTo>
                <a:cubicBezTo>
                  <a:pt x="10518036" y="73393"/>
                  <a:pt x="10518036" y="61321"/>
                  <a:pt x="10510903" y="54187"/>
                </a:cubicBezTo>
                <a:cubicBezTo>
                  <a:pt x="10507336" y="50620"/>
                  <a:pt x="10502535" y="48837"/>
                  <a:pt x="10497734" y="48837"/>
                </a:cubicBezTo>
                <a:close/>
                <a:moveTo>
                  <a:pt x="7029971" y="45202"/>
                </a:moveTo>
                <a:cubicBezTo>
                  <a:pt x="7025102" y="45133"/>
                  <a:pt x="7020163" y="46779"/>
                  <a:pt x="7016596" y="50346"/>
                </a:cubicBezTo>
                <a:cubicBezTo>
                  <a:pt x="7009463" y="57480"/>
                  <a:pt x="7009463" y="69551"/>
                  <a:pt x="7016596" y="76685"/>
                </a:cubicBezTo>
                <a:cubicBezTo>
                  <a:pt x="7019889" y="79978"/>
                  <a:pt x="7024142" y="81761"/>
                  <a:pt x="7028532" y="82035"/>
                </a:cubicBezTo>
                <a:lnTo>
                  <a:pt x="7040865" y="78454"/>
                </a:lnTo>
                <a:lnTo>
                  <a:pt x="7040742" y="78331"/>
                </a:lnTo>
                <a:lnTo>
                  <a:pt x="7041290" y="78331"/>
                </a:lnTo>
                <a:lnTo>
                  <a:pt x="7040865" y="78454"/>
                </a:lnTo>
                <a:lnTo>
                  <a:pt x="7268464" y="306054"/>
                </a:lnTo>
                <a:lnTo>
                  <a:pt x="7268464" y="1389793"/>
                </a:lnTo>
                <a:lnTo>
                  <a:pt x="7506612" y="1627942"/>
                </a:lnTo>
                <a:lnTo>
                  <a:pt x="7506612" y="3202245"/>
                </a:lnTo>
                <a:lnTo>
                  <a:pt x="7511550" y="3202245"/>
                </a:lnTo>
                <a:lnTo>
                  <a:pt x="7511550" y="1625747"/>
                </a:lnTo>
                <a:lnTo>
                  <a:pt x="7273402" y="1387598"/>
                </a:lnTo>
                <a:lnTo>
                  <a:pt x="7273402" y="303859"/>
                </a:lnTo>
                <a:lnTo>
                  <a:pt x="7044582" y="75038"/>
                </a:lnTo>
                <a:cubicBezTo>
                  <a:pt x="7050070" y="67906"/>
                  <a:pt x="7049520" y="56931"/>
                  <a:pt x="7042936" y="50346"/>
                </a:cubicBezTo>
                <a:cubicBezTo>
                  <a:pt x="7039643" y="47054"/>
                  <a:pt x="7034841" y="45270"/>
                  <a:pt x="7029971" y="45202"/>
                </a:cubicBezTo>
                <a:close/>
                <a:moveTo>
                  <a:pt x="4452386" y="43350"/>
                </a:moveTo>
                <a:cubicBezTo>
                  <a:pt x="4447585" y="43350"/>
                  <a:pt x="4442783" y="45133"/>
                  <a:pt x="4439216" y="48699"/>
                </a:cubicBezTo>
                <a:cubicBezTo>
                  <a:pt x="4432083" y="55833"/>
                  <a:pt x="4432083" y="67906"/>
                  <a:pt x="4439216" y="75038"/>
                </a:cubicBezTo>
                <a:cubicBezTo>
                  <a:pt x="4445802" y="81623"/>
                  <a:pt x="4456228" y="82172"/>
                  <a:pt x="4463910" y="76685"/>
                </a:cubicBezTo>
                <a:lnTo>
                  <a:pt x="4464458" y="77234"/>
                </a:lnTo>
                <a:lnTo>
                  <a:pt x="4608774" y="221549"/>
                </a:lnTo>
                <a:lnTo>
                  <a:pt x="4608774" y="447626"/>
                </a:lnTo>
                <a:lnTo>
                  <a:pt x="5077938" y="916789"/>
                </a:lnTo>
                <a:lnTo>
                  <a:pt x="5077938" y="1060007"/>
                </a:lnTo>
                <a:cubicBezTo>
                  <a:pt x="5068610" y="1061105"/>
                  <a:pt x="5061476" y="1068787"/>
                  <a:pt x="5061476" y="1078664"/>
                </a:cubicBezTo>
                <a:cubicBezTo>
                  <a:pt x="5061476" y="1088541"/>
                  <a:pt x="5069706" y="1097321"/>
                  <a:pt x="5080132" y="1097321"/>
                </a:cubicBezTo>
                <a:cubicBezTo>
                  <a:pt x="5090558" y="1097321"/>
                  <a:pt x="5098790" y="1089090"/>
                  <a:pt x="5098790" y="1078664"/>
                </a:cubicBezTo>
                <a:cubicBezTo>
                  <a:pt x="5098790" y="1068239"/>
                  <a:pt x="5091656" y="1061105"/>
                  <a:pt x="5082327" y="1060007"/>
                </a:cubicBezTo>
                <a:lnTo>
                  <a:pt x="5082327" y="914594"/>
                </a:lnTo>
                <a:lnTo>
                  <a:pt x="4613164" y="445431"/>
                </a:lnTo>
                <a:lnTo>
                  <a:pt x="4613164" y="219355"/>
                </a:lnTo>
                <a:lnTo>
                  <a:pt x="4467202" y="73393"/>
                </a:lnTo>
                <a:cubicBezTo>
                  <a:pt x="4472689" y="66259"/>
                  <a:pt x="4472140" y="55284"/>
                  <a:pt x="4465556" y="48699"/>
                </a:cubicBezTo>
                <a:cubicBezTo>
                  <a:pt x="4461989" y="45133"/>
                  <a:pt x="4457188" y="43350"/>
                  <a:pt x="4452386" y="43350"/>
                </a:cubicBezTo>
                <a:close/>
                <a:moveTo>
                  <a:pt x="11888213" y="29083"/>
                </a:moveTo>
                <a:cubicBezTo>
                  <a:pt x="11883411" y="29083"/>
                  <a:pt x="11878610" y="30866"/>
                  <a:pt x="11875043" y="34433"/>
                </a:cubicBezTo>
                <a:cubicBezTo>
                  <a:pt x="11868458" y="41017"/>
                  <a:pt x="11867910" y="51443"/>
                  <a:pt x="11873397" y="59125"/>
                </a:cubicBezTo>
                <a:lnTo>
                  <a:pt x="11618239" y="314285"/>
                </a:lnTo>
                <a:lnTo>
                  <a:pt x="11617689" y="314285"/>
                </a:lnTo>
                <a:lnTo>
                  <a:pt x="11617689" y="416897"/>
                </a:lnTo>
                <a:lnTo>
                  <a:pt x="11462948" y="571638"/>
                </a:lnTo>
                <a:lnTo>
                  <a:pt x="11376249" y="571638"/>
                </a:lnTo>
                <a:lnTo>
                  <a:pt x="11279124" y="668763"/>
                </a:lnTo>
                <a:lnTo>
                  <a:pt x="11279671" y="668215"/>
                </a:lnTo>
                <a:cubicBezTo>
                  <a:pt x="11272540" y="662728"/>
                  <a:pt x="11261565" y="663276"/>
                  <a:pt x="11254979" y="669861"/>
                </a:cubicBezTo>
                <a:cubicBezTo>
                  <a:pt x="11247846" y="676995"/>
                  <a:pt x="11247846" y="689067"/>
                  <a:pt x="11254979" y="696200"/>
                </a:cubicBezTo>
                <a:cubicBezTo>
                  <a:pt x="11262113" y="703334"/>
                  <a:pt x="11274184" y="703334"/>
                  <a:pt x="11281318" y="696200"/>
                </a:cubicBezTo>
                <a:cubicBezTo>
                  <a:pt x="11287903" y="689615"/>
                  <a:pt x="11288452" y="679189"/>
                  <a:pt x="11282965" y="671507"/>
                </a:cubicBezTo>
                <a:lnTo>
                  <a:pt x="11378443" y="576029"/>
                </a:lnTo>
                <a:lnTo>
                  <a:pt x="11465142" y="576029"/>
                </a:lnTo>
                <a:lnTo>
                  <a:pt x="11622079" y="419092"/>
                </a:lnTo>
                <a:lnTo>
                  <a:pt x="11622628" y="419092"/>
                </a:lnTo>
                <a:lnTo>
                  <a:pt x="11622628" y="316480"/>
                </a:lnTo>
                <a:lnTo>
                  <a:pt x="11876689" y="62418"/>
                </a:lnTo>
                <a:cubicBezTo>
                  <a:pt x="11883823" y="67906"/>
                  <a:pt x="11894797" y="67356"/>
                  <a:pt x="11901382" y="60772"/>
                </a:cubicBezTo>
                <a:cubicBezTo>
                  <a:pt x="11908516" y="53639"/>
                  <a:pt x="11908516" y="41567"/>
                  <a:pt x="11901382" y="34433"/>
                </a:cubicBezTo>
                <a:cubicBezTo>
                  <a:pt x="11897815" y="30866"/>
                  <a:pt x="11893014" y="29083"/>
                  <a:pt x="11888213" y="29083"/>
                </a:cubicBezTo>
                <a:close/>
                <a:moveTo>
                  <a:pt x="14013990" y="19754"/>
                </a:moveTo>
                <a:cubicBezTo>
                  <a:pt x="14009188" y="19754"/>
                  <a:pt x="14004386" y="21538"/>
                  <a:pt x="14000819" y="25104"/>
                </a:cubicBezTo>
                <a:cubicBezTo>
                  <a:pt x="13994235" y="31689"/>
                  <a:pt x="13993686" y="42115"/>
                  <a:pt x="13999173" y="49797"/>
                </a:cubicBezTo>
                <a:lnTo>
                  <a:pt x="13179921" y="869050"/>
                </a:lnTo>
                <a:lnTo>
                  <a:pt x="12643813" y="869050"/>
                </a:lnTo>
                <a:lnTo>
                  <a:pt x="12374935" y="1137927"/>
                </a:lnTo>
                <a:lnTo>
                  <a:pt x="12374386" y="1137927"/>
                </a:lnTo>
                <a:lnTo>
                  <a:pt x="12374386" y="1230662"/>
                </a:lnTo>
                <a:lnTo>
                  <a:pt x="11985338" y="1619711"/>
                </a:lnTo>
                <a:lnTo>
                  <a:pt x="10850018" y="1619711"/>
                </a:lnTo>
                <a:lnTo>
                  <a:pt x="10752892" y="1716836"/>
                </a:lnTo>
                <a:cubicBezTo>
                  <a:pt x="10745759" y="1711348"/>
                  <a:pt x="10734784" y="1711898"/>
                  <a:pt x="10728200" y="1718482"/>
                </a:cubicBezTo>
                <a:cubicBezTo>
                  <a:pt x="10721066" y="1725615"/>
                  <a:pt x="10721066" y="1737688"/>
                  <a:pt x="10728200" y="1744821"/>
                </a:cubicBezTo>
                <a:cubicBezTo>
                  <a:pt x="10735333" y="1751954"/>
                  <a:pt x="10747406" y="1751954"/>
                  <a:pt x="10754538" y="1744821"/>
                </a:cubicBezTo>
                <a:cubicBezTo>
                  <a:pt x="10761123" y="1738237"/>
                  <a:pt x="10761672" y="1727811"/>
                  <a:pt x="10756185" y="1720128"/>
                </a:cubicBezTo>
                <a:lnTo>
                  <a:pt x="10851663" y="1624649"/>
                </a:lnTo>
                <a:lnTo>
                  <a:pt x="11986984" y="1624649"/>
                </a:lnTo>
                <a:lnTo>
                  <a:pt x="12378228" y="1233405"/>
                </a:lnTo>
                <a:lnTo>
                  <a:pt x="12378776" y="1233405"/>
                </a:lnTo>
                <a:lnTo>
                  <a:pt x="12378776" y="1140671"/>
                </a:lnTo>
                <a:lnTo>
                  <a:pt x="12645459" y="873988"/>
                </a:lnTo>
                <a:lnTo>
                  <a:pt x="13181567" y="873988"/>
                </a:lnTo>
                <a:lnTo>
                  <a:pt x="14002466" y="53090"/>
                </a:lnTo>
                <a:cubicBezTo>
                  <a:pt x="14009598" y="58577"/>
                  <a:pt x="14020573" y="58028"/>
                  <a:pt x="14027159" y="51443"/>
                </a:cubicBezTo>
                <a:cubicBezTo>
                  <a:pt x="14034292" y="44310"/>
                  <a:pt x="14034292" y="32238"/>
                  <a:pt x="14027159" y="25104"/>
                </a:cubicBezTo>
                <a:cubicBezTo>
                  <a:pt x="14023592" y="21538"/>
                  <a:pt x="14018791" y="19754"/>
                  <a:pt x="14013990" y="19754"/>
                </a:cubicBezTo>
                <a:close/>
                <a:moveTo>
                  <a:pt x="15502142" y="0"/>
                </a:moveTo>
                <a:cubicBezTo>
                  <a:pt x="15497341" y="0"/>
                  <a:pt x="15492539" y="1784"/>
                  <a:pt x="15488973" y="5350"/>
                </a:cubicBezTo>
                <a:cubicBezTo>
                  <a:pt x="15482388" y="11935"/>
                  <a:pt x="15481838" y="22360"/>
                  <a:pt x="15487326" y="30043"/>
                </a:cubicBezTo>
                <a:lnTo>
                  <a:pt x="15189365" y="328003"/>
                </a:lnTo>
                <a:lnTo>
                  <a:pt x="14634602" y="328003"/>
                </a:lnTo>
                <a:lnTo>
                  <a:pt x="13882293" y="1080311"/>
                </a:lnTo>
                <a:lnTo>
                  <a:pt x="12793067" y="1080311"/>
                </a:lnTo>
                <a:lnTo>
                  <a:pt x="12792519" y="1080859"/>
                </a:lnTo>
                <a:cubicBezTo>
                  <a:pt x="12791420" y="1071530"/>
                  <a:pt x="12783739" y="1064397"/>
                  <a:pt x="12773861" y="1064397"/>
                </a:cubicBezTo>
                <a:cubicBezTo>
                  <a:pt x="12763984" y="1064397"/>
                  <a:pt x="12755204" y="1072628"/>
                  <a:pt x="12755204" y="1083053"/>
                </a:cubicBezTo>
                <a:cubicBezTo>
                  <a:pt x="12755204" y="1093480"/>
                  <a:pt x="12763436" y="1101710"/>
                  <a:pt x="12773861" y="1101710"/>
                </a:cubicBezTo>
                <a:cubicBezTo>
                  <a:pt x="12784287" y="1101710"/>
                  <a:pt x="12791420" y="1094577"/>
                  <a:pt x="12792519" y="1085249"/>
                </a:cubicBezTo>
                <a:lnTo>
                  <a:pt x="13883940" y="1085249"/>
                </a:lnTo>
                <a:lnTo>
                  <a:pt x="14636248" y="332941"/>
                </a:lnTo>
                <a:lnTo>
                  <a:pt x="15191012" y="332941"/>
                </a:lnTo>
                <a:lnTo>
                  <a:pt x="15490618" y="33335"/>
                </a:lnTo>
                <a:cubicBezTo>
                  <a:pt x="15497753" y="38823"/>
                  <a:pt x="15508727" y="38274"/>
                  <a:pt x="15515312" y="31689"/>
                </a:cubicBezTo>
                <a:cubicBezTo>
                  <a:pt x="15522445" y="24556"/>
                  <a:pt x="15522445" y="12484"/>
                  <a:pt x="15515312" y="5350"/>
                </a:cubicBezTo>
                <a:cubicBezTo>
                  <a:pt x="15511745" y="1784"/>
                  <a:pt x="15506943" y="0"/>
                  <a:pt x="15502142" y="0"/>
                </a:cubicBezTo>
                <a:close/>
              </a:path>
            </a:pathLst>
          </a:custGeom>
          <a:noFill/>
          <a:ln w="5741" cap="flat">
            <a:gradFill flip="none" rotWithShape="1">
              <a:gsLst>
                <a:gs pos="11000">
                  <a:srgbClr val="C8C9C7"/>
                </a:gs>
                <a:gs pos="77000">
                  <a:srgbClr val="EEEEEE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  <a:miter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AAF676-AFD6-F935-DC5C-BE0E576EEE8B}"/>
              </a:ext>
            </a:extLst>
          </p:cNvPr>
          <p:cNvSpPr>
            <a:spLocks/>
          </p:cNvSpPr>
          <p:nvPr userDrawn="1"/>
        </p:nvSpPr>
        <p:spPr>
          <a:xfrm>
            <a:off x="-13462" y="0"/>
            <a:ext cx="12195827" cy="6868799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57000">
                <a:schemeClr val="tx2">
                  <a:alpha val="85000"/>
                </a:schemeClr>
              </a:gs>
              <a:gs pos="100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gradFill>
              <a:gsLst>
                <a:gs pos="0">
                  <a:schemeClr val="tx2">
                    <a:alpha val="0"/>
                  </a:schemeClr>
                </a:gs>
                <a:gs pos="100000">
                  <a:schemeClr val="tx2">
                    <a:alpha val="0"/>
                  </a:schemeClr>
                </a:gs>
              </a:gsLst>
              <a:lin ang="5400000" scaled="1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EAC086C-A14D-F0CB-58B4-9705F782A631}"/>
              </a:ext>
            </a:extLst>
          </p:cNvPr>
          <p:cNvGrpSpPr/>
          <p:nvPr userDrawn="1"/>
        </p:nvGrpSpPr>
        <p:grpSpPr>
          <a:xfrm rot="5400000">
            <a:off x="2658156" y="-2663774"/>
            <a:ext cx="6870270" cy="12189478"/>
            <a:chOff x="-1303" y="1856"/>
            <a:chExt cx="12197128" cy="6866558"/>
          </a:xfrm>
          <a:effectLst/>
        </p:grpSpPr>
        <p:sp>
          <p:nvSpPr>
            <p:cNvPr id="9" name="gradient">
              <a:extLst>
                <a:ext uri="{FF2B5EF4-FFF2-40B4-BE49-F238E27FC236}">
                  <a16:creationId xmlns:a16="http://schemas.microsoft.com/office/drawing/2014/main" id="{C0D52BE1-F1A5-F75D-6DE0-0482AF2097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/>
            </p:cNvSpPr>
            <p:nvPr/>
          </p:nvSpPr>
          <p:spPr>
            <a:xfrm flipV="1">
              <a:off x="2722" y="1856"/>
              <a:ext cx="12193103" cy="1420544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20000"/>
                    <a:lumOff val="80000"/>
                    <a:alpha val="0"/>
                  </a:schemeClr>
                </a:gs>
                <a:gs pos="100000">
                  <a:schemeClr val="bg1">
                    <a:lumMod val="60000"/>
                    <a:lumOff val="40000"/>
                    <a:alpha val="9000"/>
                  </a:scheme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gradient">
              <a:extLst>
                <a:ext uri="{FF2B5EF4-FFF2-40B4-BE49-F238E27FC236}">
                  <a16:creationId xmlns:a16="http://schemas.microsoft.com/office/drawing/2014/main" id="{67C5B679-0067-7CDD-B48A-1330C6A86F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/>
            </p:cNvSpPr>
            <p:nvPr/>
          </p:nvSpPr>
          <p:spPr>
            <a:xfrm rot="10800000" flipV="1">
              <a:off x="-1303" y="5447870"/>
              <a:ext cx="12193103" cy="1420544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20000"/>
                    <a:lumOff val="80000"/>
                    <a:alpha val="0"/>
                  </a:schemeClr>
                </a:gs>
                <a:gs pos="100000">
                  <a:schemeClr val="bg1">
                    <a:lumMod val="60000"/>
                    <a:lumOff val="40000"/>
                    <a:alpha val="12000"/>
                  </a:scheme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A77BDCC-8EF9-878A-270C-03C9AC542554}"/>
              </a:ext>
            </a:extLst>
          </p:cNvPr>
          <p:cNvGrpSpPr/>
          <p:nvPr userDrawn="1"/>
        </p:nvGrpSpPr>
        <p:grpSpPr>
          <a:xfrm>
            <a:off x="0" y="0"/>
            <a:ext cx="603250" cy="584200"/>
            <a:chOff x="0" y="-2381"/>
            <a:chExt cx="603250" cy="584200"/>
          </a:xfrm>
          <a:effectLst/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126BD-1998-BC23-322E-F1661B9A0D7B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6B0B532-F772-7D9E-2411-5D58064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7A0A897-078D-D91B-D342-19AA61B0BF95}"/>
              </a:ext>
            </a:extLst>
          </p:cNvPr>
          <p:cNvGrpSpPr/>
          <p:nvPr userDrawn="1"/>
        </p:nvGrpSpPr>
        <p:grpSpPr>
          <a:xfrm>
            <a:off x="11572338" y="6273526"/>
            <a:ext cx="603250" cy="584200"/>
            <a:chOff x="11576050" y="6265865"/>
            <a:chExt cx="603250" cy="584200"/>
          </a:xfrm>
          <a:effectLst/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F6282F3-C830-376B-F613-EE6FCD6C6329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2179300" y="6265865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C07EA87-74F2-31B0-519B-4555E965DA50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1576050" y="6835776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98AF1A8F-FC15-11C3-08C3-A22091FAC10E}"/>
              </a:ext>
            </a:extLst>
          </p:cNvPr>
          <p:cNvGrpSpPr/>
          <p:nvPr userDrawn="1"/>
        </p:nvGrpSpPr>
        <p:grpSpPr>
          <a:xfrm>
            <a:off x="10648950" y="6533648"/>
            <a:ext cx="1256286" cy="164956"/>
            <a:chOff x="7804214" y="4838808"/>
            <a:chExt cx="1077086" cy="140268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FAEB0FF6-0CC8-F1A6-7830-7C9A748CAC51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134349" y="4838808"/>
              <a:ext cx="746951" cy="140268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E03F1280-8E08-A309-AB62-796F8139D50E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 cstate="email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804214" y="4838808"/>
              <a:ext cx="345376" cy="14026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096493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11668" y="5831699"/>
            <a:ext cx="3608832" cy="469148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10344EF7-FB04-41A4-900F-48EC95C6F3B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81000" y="552449"/>
            <a:ext cx="11430000" cy="1994392"/>
          </a:xfrm>
          <a:prstGeom prst="rect">
            <a:avLst/>
          </a:prstGeom>
        </p:spPr>
        <p:txBody>
          <a:bodyPr wrap="square" lIns="0" tIns="0" rIns="0" bIns="0" anchor="b">
            <a:spAutoFit/>
          </a:bodyPr>
          <a:lstStyle>
            <a:lvl1pPr algn="l">
              <a:defRPr sz="7200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2743200"/>
            <a:ext cx="11430000" cy="16557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26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604079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42362339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67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3734579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49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12" indent="-230712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83" indent="-230712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855" indent="-22436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4008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12" indent="-230712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83" indent="-230712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855" indent="-22436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8440411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00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49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1"/>
          </p:nvPr>
        </p:nvSpPr>
        <p:spPr>
          <a:xfrm>
            <a:off x="43053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4"/>
          </p:nvPr>
        </p:nvSpPr>
        <p:spPr>
          <a:xfrm>
            <a:off x="82296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42756648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72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281310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logo slide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6CED6EC7-6D3E-4027-A733-9B78EBA486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01837" y="3005739"/>
            <a:ext cx="6790944" cy="88030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B40B410-C7E4-4036-89E5-3C58E91B26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457200"/>
            <a:ext cx="10515600" cy="395816"/>
          </a:xfrm>
          <a:prstGeom prst="rect">
            <a:avLst/>
          </a:prstGeo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1086838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17347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5F6FDFA-5C47-4695-A273-CA76F8519D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1233AD0B-5E81-4930-8FA3-04DEA6DAB125}"/>
              </a:ext>
            </a:extLst>
          </p:cNvPr>
          <p:cNvSpPr/>
          <p:nvPr userDrawn="1"/>
        </p:nvSpPr>
        <p:spPr>
          <a:xfrm>
            <a:off x="0" y="2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5000"/>
                </a:schemeClr>
              </a:gs>
              <a:gs pos="65000">
                <a:schemeClr val="accent1">
                  <a:alpha val="0"/>
                </a:schemeClr>
              </a:gs>
            </a:gsLst>
            <a:lin ang="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15E5080-1A7D-484B-A86B-A5A2F02071EE}"/>
              </a:ext>
            </a:extLst>
          </p:cNvPr>
          <p:cNvSpPr/>
          <p:nvPr userDrawn="1"/>
        </p:nvSpPr>
        <p:spPr>
          <a:xfrm>
            <a:off x="0" y="-1"/>
            <a:ext cx="12192000" cy="6857999"/>
          </a:xfrm>
          <a:prstGeom prst="rect">
            <a:avLst/>
          </a:prstGeom>
          <a:gradFill>
            <a:gsLst>
              <a:gs pos="0">
                <a:schemeClr val="accent6">
                  <a:alpha val="35000"/>
                </a:schemeClr>
              </a:gs>
              <a:gs pos="35000">
                <a:schemeClr val="bg1">
                  <a:alpha val="63000"/>
                </a:schemeClr>
              </a:gs>
              <a:gs pos="100000">
                <a:srgbClr val="6E2486"/>
              </a:gs>
            </a:gsLst>
            <a:lin ang="2700000" scaled="0"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1096F97-3760-4789-A108-A2D127138E0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A672761-DA4E-44C8-92C6-3427CB68EDC4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11" name="Data V1">
            <a:extLst>
              <a:ext uri="{FF2B5EF4-FFF2-40B4-BE49-F238E27FC236}">
                <a16:creationId xmlns:a16="http://schemas.microsoft.com/office/drawing/2014/main" id="{65709394-AB08-42D0-BAA9-E17D79865908}"/>
              </a:ext>
            </a:extLst>
          </p:cNvPr>
          <p:cNvGrpSpPr/>
          <p:nvPr userDrawn="1"/>
        </p:nvGrpSpPr>
        <p:grpSpPr>
          <a:xfrm rot="18900000">
            <a:off x="-3590588" y="-824796"/>
            <a:ext cx="6343815" cy="6168221"/>
            <a:chOff x="9340012" y="2495606"/>
            <a:chExt cx="2782316" cy="2705303"/>
          </a:xfrm>
        </p:grpSpPr>
        <p:sp>
          <p:nvSpPr>
            <p:cNvPr id="12" name="Lighter lines">
              <a:extLst>
                <a:ext uri="{FF2B5EF4-FFF2-40B4-BE49-F238E27FC236}">
                  <a16:creationId xmlns:a16="http://schemas.microsoft.com/office/drawing/2014/main" id="{52A46289-2813-4A9F-8FF5-4841464A2641}"/>
                </a:ext>
              </a:extLst>
            </p:cNvPr>
            <p:cNvSpPr/>
            <p:nvPr/>
          </p:nvSpPr>
          <p:spPr>
            <a:xfrm>
              <a:off x="9631644" y="2621058"/>
              <a:ext cx="2490684" cy="2488086"/>
            </a:xfrm>
            <a:custGeom>
              <a:avLst/>
              <a:gdLst>
                <a:gd name="connsiteX0" fmla="*/ 2413151 w 2490683"/>
                <a:gd name="connsiteY0" fmla="*/ 241803 h 2488086"/>
                <a:gd name="connsiteX1" fmla="*/ 2414006 w 2490683"/>
                <a:gd name="connsiteY1" fmla="*/ 241092 h 2488086"/>
                <a:gd name="connsiteX2" fmla="*/ 2468593 w 2490683"/>
                <a:gd name="connsiteY2" fmla="*/ 750529 h 2488086"/>
                <a:gd name="connsiteX3" fmla="*/ 2468593 w 2490683"/>
                <a:gd name="connsiteY3" fmla="*/ 752093 h 2488086"/>
                <a:gd name="connsiteX4" fmla="*/ 2133948 w 2490683"/>
                <a:gd name="connsiteY4" fmla="*/ 449815 h 2488086"/>
                <a:gd name="connsiteX5" fmla="*/ 2133948 w 2490683"/>
                <a:gd name="connsiteY5" fmla="*/ 449815 h 2488086"/>
                <a:gd name="connsiteX6" fmla="*/ 2413151 w 2490683"/>
                <a:gd name="connsiteY6" fmla="*/ 243367 h 2488086"/>
                <a:gd name="connsiteX7" fmla="*/ 2135373 w 2490683"/>
                <a:gd name="connsiteY7" fmla="*/ 449815 h 2488086"/>
                <a:gd name="connsiteX8" fmla="*/ 2467167 w 2490683"/>
                <a:gd name="connsiteY8" fmla="*/ 749392 h 2488086"/>
                <a:gd name="connsiteX9" fmla="*/ 2468307 w 2490683"/>
                <a:gd name="connsiteY9" fmla="*/ 749960 h 2488086"/>
                <a:gd name="connsiteX10" fmla="*/ 2468307 w 2490683"/>
                <a:gd name="connsiteY10" fmla="*/ 749960 h 2488086"/>
                <a:gd name="connsiteX11" fmla="*/ 2244688 w 2490683"/>
                <a:gd name="connsiteY11" fmla="*/ 1198259 h 2488086"/>
                <a:gd name="connsiteX12" fmla="*/ 2244688 w 2490683"/>
                <a:gd name="connsiteY12" fmla="*/ 1199396 h 2488086"/>
                <a:gd name="connsiteX13" fmla="*/ 1939261 w 2490683"/>
                <a:gd name="connsiteY13" fmla="*/ 602234 h 2488086"/>
                <a:gd name="connsiteX14" fmla="*/ 1938548 w 2490683"/>
                <a:gd name="connsiteY14" fmla="*/ 600954 h 2488086"/>
                <a:gd name="connsiteX15" fmla="*/ 2467167 w 2490683"/>
                <a:gd name="connsiteY15" fmla="*/ 750955 h 2488086"/>
                <a:gd name="connsiteX16" fmla="*/ 1940971 w 2490683"/>
                <a:gd name="connsiteY16" fmla="*/ 603371 h 2488086"/>
                <a:gd name="connsiteX17" fmla="*/ 2244688 w 2490683"/>
                <a:gd name="connsiteY17" fmla="*/ 1196979 h 2488086"/>
                <a:gd name="connsiteX18" fmla="*/ 2134090 w 2490683"/>
                <a:gd name="connsiteY18" fmla="*/ 448962 h 2488086"/>
                <a:gd name="connsiteX19" fmla="*/ 2134090 w 2490683"/>
                <a:gd name="connsiteY19" fmla="*/ 448962 h 2488086"/>
                <a:gd name="connsiteX20" fmla="*/ 2470018 w 2490683"/>
                <a:gd name="connsiteY20" fmla="*/ 752235 h 2488086"/>
                <a:gd name="connsiteX21" fmla="*/ 1939261 w 2490683"/>
                <a:gd name="connsiteY21" fmla="*/ 603371 h 2488086"/>
                <a:gd name="connsiteX22" fmla="*/ 1938120 w 2490683"/>
                <a:gd name="connsiteY22" fmla="*/ 603371 h 2488086"/>
                <a:gd name="connsiteX23" fmla="*/ 2134090 w 2490683"/>
                <a:gd name="connsiteY23" fmla="*/ 450241 h 2488086"/>
                <a:gd name="connsiteX24" fmla="*/ 1941113 w 2490683"/>
                <a:gd name="connsiteY24" fmla="*/ 602234 h 2488086"/>
                <a:gd name="connsiteX25" fmla="*/ 2465599 w 2490683"/>
                <a:gd name="connsiteY25" fmla="*/ 749249 h 2488086"/>
                <a:gd name="connsiteX26" fmla="*/ 2134090 w 2490683"/>
                <a:gd name="connsiteY26" fmla="*/ 448962 h 2488086"/>
                <a:gd name="connsiteX27" fmla="*/ 2134090 w 2490683"/>
                <a:gd name="connsiteY27" fmla="*/ 448962 h 2488086"/>
                <a:gd name="connsiteX28" fmla="*/ 1939688 w 2490683"/>
                <a:gd name="connsiteY28" fmla="*/ 603371 h 2488086"/>
                <a:gd name="connsiteX29" fmla="*/ 1502996 w 2490683"/>
                <a:gd name="connsiteY29" fmla="*/ 75024 h 2488086"/>
                <a:gd name="connsiteX30" fmla="*/ 1500716 w 2490683"/>
                <a:gd name="connsiteY30" fmla="*/ 72323 h 2488086"/>
                <a:gd name="connsiteX31" fmla="*/ 2132665 w 2490683"/>
                <a:gd name="connsiteY31" fmla="*/ 448962 h 2488086"/>
                <a:gd name="connsiteX32" fmla="*/ 1505562 w 2490683"/>
                <a:gd name="connsiteY32" fmla="*/ 76446 h 2488086"/>
                <a:gd name="connsiteX33" fmla="*/ 1939118 w 2490683"/>
                <a:gd name="connsiteY33" fmla="*/ 600954 h 2488086"/>
                <a:gd name="connsiteX34" fmla="*/ 1938690 w 2490683"/>
                <a:gd name="connsiteY34" fmla="*/ 601523 h 2488086"/>
                <a:gd name="connsiteX35" fmla="*/ 1938690 w 2490683"/>
                <a:gd name="connsiteY35" fmla="*/ 600670 h 2488086"/>
                <a:gd name="connsiteX36" fmla="*/ 2244118 w 2490683"/>
                <a:gd name="connsiteY36" fmla="*/ 1197832 h 2488086"/>
                <a:gd name="connsiteX37" fmla="*/ 2244118 w 2490683"/>
                <a:gd name="connsiteY37" fmla="*/ 1198828 h 2488086"/>
                <a:gd name="connsiteX38" fmla="*/ 1591076 w 2490683"/>
                <a:gd name="connsiteY38" fmla="*/ 1132855 h 2488086"/>
                <a:gd name="connsiteX39" fmla="*/ 1590078 w 2490683"/>
                <a:gd name="connsiteY39" fmla="*/ 1132855 h 2488086"/>
                <a:gd name="connsiteX40" fmla="*/ 1938690 w 2490683"/>
                <a:gd name="connsiteY40" fmla="*/ 603087 h 2488086"/>
                <a:gd name="connsiteX41" fmla="*/ 1593784 w 2490683"/>
                <a:gd name="connsiteY41" fmla="*/ 1132287 h 2488086"/>
                <a:gd name="connsiteX42" fmla="*/ 2243548 w 2490683"/>
                <a:gd name="connsiteY42" fmla="*/ 1197832 h 2488086"/>
                <a:gd name="connsiteX43" fmla="*/ 1938690 w 2490683"/>
                <a:gd name="connsiteY43" fmla="*/ 601523 h 2488086"/>
                <a:gd name="connsiteX44" fmla="*/ 1938690 w 2490683"/>
                <a:gd name="connsiteY44" fmla="*/ 601523 h 2488086"/>
                <a:gd name="connsiteX45" fmla="*/ 1593214 w 2490683"/>
                <a:gd name="connsiteY45" fmla="*/ 1132287 h 2488086"/>
                <a:gd name="connsiteX46" fmla="*/ 1592216 w 2490683"/>
                <a:gd name="connsiteY46" fmla="*/ 1133851 h 2488086"/>
                <a:gd name="connsiteX47" fmla="*/ 1502711 w 2490683"/>
                <a:gd name="connsiteY47" fmla="*/ 72181 h 2488086"/>
                <a:gd name="connsiteX48" fmla="*/ 1937408 w 2490683"/>
                <a:gd name="connsiteY48" fmla="*/ 601523 h 2488086"/>
                <a:gd name="connsiteX49" fmla="*/ 1502711 w 2490683"/>
                <a:gd name="connsiteY49" fmla="*/ 75451 h 2488086"/>
                <a:gd name="connsiteX50" fmla="*/ 1591504 w 2490683"/>
                <a:gd name="connsiteY50" fmla="*/ 1129585 h 2488086"/>
                <a:gd name="connsiteX51" fmla="*/ 1504992 w 2490683"/>
                <a:gd name="connsiteY51" fmla="*/ 73318 h 2488086"/>
                <a:gd name="connsiteX52" fmla="*/ 896132 w 2490683"/>
                <a:gd name="connsiteY52" fmla="*/ 1068589 h 2488086"/>
                <a:gd name="connsiteX53" fmla="*/ 896132 w 2490683"/>
                <a:gd name="connsiteY53" fmla="*/ 1069585 h 2488086"/>
                <a:gd name="connsiteX54" fmla="*/ 638164 w 2490683"/>
                <a:gd name="connsiteY54" fmla="*/ 470858 h 2488086"/>
                <a:gd name="connsiteX55" fmla="*/ 638164 w 2490683"/>
                <a:gd name="connsiteY55" fmla="*/ 470858 h 2488086"/>
                <a:gd name="connsiteX56" fmla="*/ 1501856 w 2490683"/>
                <a:gd name="connsiteY56" fmla="*/ 76162 h 2488086"/>
                <a:gd name="connsiteX57" fmla="*/ 639447 w 2490683"/>
                <a:gd name="connsiteY57" fmla="*/ 470858 h 2488086"/>
                <a:gd name="connsiteX58" fmla="*/ 895989 w 2490683"/>
                <a:gd name="connsiteY58" fmla="*/ 1067168 h 2488086"/>
                <a:gd name="connsiteX59" fmla="*/ 538825 w 2490683"/>
                <a:gd name="connsiteY59" fmla="*/ 20711 h 2488086"/>
                <a:gd name="connsiteX60" fmla="*/ 539681 w 2490683"/>
                <a:gd name="connsiteY60" fmla="*/ 19715 h 2488086"/>
                <a:gd name="connsiteX61" fmla="*/ 639447 w 2490683"/>
                <a:gd name="connsiteY61" fmla="*/ 470431 h 2488086"/>
                <a:gd name="connsiteX62" fmla="*/ 639447 w 2490683"/>
                <a:gd name="connsiteY62" fmla="*/ 470431 h 2488086"/>
                <a:gd name="connsiteX63" fmla="*/ 20895 w 2490683"/>
                <a:gd name="connsiteY63" fmla="*/ 638632 h 2488086"/>
                <a:gd name="connsiteX64" fmla="*/ 19043 w 2490683"/>
                <a:gd name="connsiteY64" fmla="*/ 638632 h 2488086"/>
                <a:gd name="connsiteX65" fmla="*/ 538825 w 2490683"/>
                <a:gd name="connsiteY65" fmla="*/ 22559 h 2488086"/>
                <a:gd name="connsiteX66" fmla="*/ 22748 w 2490683"/>
                <a:gd name="connsiteY66" fmla="*/ 637495 h 2488086"/>
                <a:gd name="connsiteX67" fmla="*/ 638307 w 2490683"/>
                <a:gd name="connsiteY67" fmla="*/ 470147 h 2488086"/>
                <a:gd name="connsiteX68" fmla="*/ 638592 w 2490683"/>
                <a:gd name="connsiteY68" fmla="*/ 470005 h 2488086"/>
                <a:gd name="connsiteX69" fmla="*/ 638592 w 2490683"/>
                <a:gd name="connsiteY69" fmla="*/ 470005 h 2488086"/>
                <a:gd name="connsiteX70" fmla="*/ 895134 w 2490683"/>
                <a:gd name="connsiteY70" fmla="*/ 1068447 h 2488086"/>
                <a:gd name="connsiteX71" fmla="*/ 895134 w 2490683"/>
                <a:gd name="connsiteY71" fmla="*/ 1070011 h 2488086"/>
                <a:gd name="connsiteX72" fmla="*/ 20468 w 2490683"/>
                <a:gd name="connsiteY72" fmla="*/ 639201 h 2488086"/>
                <a:gd name="connsiteX73" fmla="*/ 19043 w 2490683"/>
                <a:gd name="connsiteY73" fmla="*/ 639201 h 2488086"/>
                <a:gd name="connsiteX74" fmla="*/ 638592 w 2490683"/>
                <a:gd name="connsiteY74" fmla="*/ 471284 h 2488086"/>
                <a:gd name="connsiteX75" fmla="*/ 22748 w 2490683"/>
                <a:gd name="connsiteY75" fmla="*/ 638774 h 2488086"/>
                <a:gd name="connsiteX76" fmla="*/ 894706 w 2490683"/>
                <a:gd name="connsiteY76" fmla="*/ 1067310 h 2488086"/>
                <a:gd name="connsiteX77" fmla="*/ 896132 w 2490683"/>
                <a:gd name="connsiteY77" fmla="*/ 1068447 h 2488086"/>
                <a:gd name="connsiteX78" fmla="*/ 897557 w 2490683"/>
                <a:gd name="connsiteY78" fmla="*/ 1069158 h 2488086"/>
                <a:gd name="connsiteX79" fmla="*/ 26311 w 2490683"/>
                <a:gd name="connsiteY79" fmla="*/ 1333616 h 2488086"/>
                <a:gd name="connsiteX80" fmla="*/ 25456 w 2490683"/>
                <a:gd name="connsiteY80" fmla="*/ 1333616 h 2488086"/>
                <a:gd name="connsiteX81" fmla="*/ 20468 w 2490683"/>
                <a:gd name="connsiteY81" fmla="*/ 638774 h 2488086"/>
                <a:gd name="connsiteX82" fmla="*/ 20468 w 2490683"/>
                <a:gd name="connsiteY82" fmla="*/ 637779 h 2488086"/>
                <a:gd name="connsiteX83" fmla="*/ 894279 w 2490683"/>
                <a:gd name="connsiteY83" fmla="*/ 1068447 h 2488086"/>
                <a:gd name="connsiteX84" fmla="*/ 21465 w 2490683"/>
                <a:gd name="connsiteY84" fmla="*/ 639627 h 2488086"/>
                <a:gd name="connsiteX85" fmla="*/ 26454 w 2490683"/>
                <a:gd name="connsiteY85" fmla="*/ 1331341 h 2488086"/>
                <a:gd name="connsiteX86" fmla="*/ 1887952 w 2490683"/>
                <a:gd name="connsiteY86" fmla="*/ 690102 h 2488086"/>
                <a:gd name="connsiteX87" fmla="*/ 1887952 w 2490683"/>
                <a:gd name="connsiteY87" fmla="*/ 689107 h 2488086"/>
                <a:gd name="connsiteX88" fmla="*/ 2244261 w 2490683"/>
                <a:gd name="connsiteY88" fmla="*/ 1064324 h 2488086"/>
                <a:gd name="connsiteX89" fmla="*/ 1791179 w 2490683"/>
                <a:gd name="connsiteY89" fmla="*/ 1026788 h 2488086"/>
                <a:gd name="connsiteX90" fmla="*/ 1791179 w 2490683"/>
                <a:gd name="connsiteY90" fmla="*/ 1026788 h 2488086"/>
                <a:gd name="connsiteX91" fmla="*/ 1888950 w 2490683"/>
                <a:gd name="connsiteY91" fmla="*/ 691524 h 2488086"/>
                <a:gd name="connsiteX92" fmla="*/ 1793032 w 2490683"/>
                <a:gd name="connsiteY92" fmla="*/ 1025650 h 2488086"/>
                <a:gd name="connsiteX93" fmla="*/ 2242123 w 2490683"/>
                <a:gd name="connsiteY93" fmla="*/ 1062902 h 2488086"/>
                <a:gd name="connsiteX94" fmla="*/ 2246113 w 2490683"/>
                <a:gd name="connsiteY94" fmla="*/ 1063186 h 2488086"/>
                <a:gd name="connsiteX95" fmla="*/ 1730464 w 2490683"/>
                <a:gd name="connsiteY95" fmla="*/ 1267928 h 2488086"/>
                <a:gd name="connsiteX96" fmla="*/ 1729324 w 2490683"/>
                <a:gd name="connsiteY96" fmla="*/ 1267928 h 2488086"/>
                <a:gd name="connsiteX97" fmla="*/ 1791464 w 2490683"/>
                <a:gd name="connsiteY97" fmla="*/ 1025224 h 2488086"/>
                <a:gd name="connsiteX98" fmla="*/ 2240698 w 2490683"/>
                <a:gd name="connsiteY98" fmla="*/ 1064040 h 2488086"/>
                <a:gd name="connsiteX99" fmla="*/ 1792461 w 2490683"/>
                <a:gd name="connsiteY99" fmla="*/ 1026930 h 2488086"/>
                <a:gd name="connsiteX100" fmla="*/ 1731034 w 2490683"/>
                <a:gd name="connsiteY100" fmla="*/ 1266222 h 2488086"/>
                <a:gd name="connsiteX101" fmla="*/ 1428314 w 2490683"/>
                <a:gd name="connsiteY101" fmla="*/ 664936 h 2488086"/>
                <a:gd name="connsiteX102" fmla="*/ 1428314 w 2490683"/>
                <a:gd name="connsiteY102" fmla="*/ 664936 h 2488086"/>
                <a:gd name="connsiteX103" fmla="*/ 1057753 w 2490683"/>
                <a:gd name="connsiteY103" fmla="*/ 1111528 h 2488086"/>
                <a:gd name="connsiteX104" fmla="*/ 1057753 w 2490683"/>
                <a:gd name="connsiteY104" fmla="*/ 1111528 h 2488086"/>
                <a:gd name="connsiteX105" fmla="*/ 565477 w 2490683"/>
                <a:gd name="connsiteY105" fmla="*/ 336781 h 2488086"/>
                <a:gd name="connsiteX106" fmla="*/ 564480 w 2490683"/>
                <a:gd name="connsiteY106" fmla="*/ 335217 h 2488086"/>
                <a:gd name="connsiteX107" fmla="*/ 1427031 w 2490683"/>
                <a:gd name="connsiteY107" fmla="*/ 665789 h 2488086"/>
                <a:gd name="connsiteX108" fmla="*/ 567615 w 2490683"/>
                <a:gd name="connsiteY108" fmla="*/ 337634 h 2488086"/>
                <a:gd name="connsiteX109" fmla="*/ 1057896 w 2490683"/>
                <a:gd name="connsiteY109" fmla="*/ 1110391 h 2488086"/>
                <a:gd name="connsiteX110" fmla="*/ 1427031 w 2490683"/>
                <a:gd name="connsiteY110" fmla="*/ 665078 h 2488086"/>
                <a:gd name="connsiteX111" fmla="*/ 1427031 w 2490683"/>
                <a:gd name="connsiteY111" fmla="*/ 665078 h 2488086"/>
                <a:gd name="connsiteX112" fmla="*/ 1791464 w 2490683"/>
                <a:gd name="connsiteY112" fmla="*/ 1026361 h 2488086"/>
                <a:gd name="connsiteX113" fmla="*/ 1792319 w 2490683"/>
                <a:gd name="connsiteY113" fmla="*/ 1027214 h 2488086"/>
                <a:gd name="connsiteX114" fmla="*/ 1056898 w 2490683"/>
                <a:gd name="connsiteY114" fmla="*/ 1112523 h 2488086"/>
                <a:gd name="connsiteX115" fmla="*/ 1055330 w 2490683"/>
                <a:gd name="connsiteY115" fmla="*/ 1112523 h 2488086"/>
                <a:gd name="connsiteX116" fmla="*/ 1427031 w 2490683"/>
                <a:gd name="connsiteY116" fmla="*/ 666357 h 2488086"/>
                <a:gd name="connsiteX117" fmla="*/ 1059321 w 2490683"/>
                <a:gd name="connsiteY117" fmla="*/ 1110533 h 2488086"/>
                <a:gd name="connsiteX118" fmla="*/ 1790609 w 2490683"/>
                <a:gd name="connsiteY118" fmla="*/ 1025224 h 2488086"/>
                <a:gd name="connsiteX119" fmla="*/ 1790751 w 2490683"/>
                <a:gd name="connsiteY119" fmla="*/ 1025650 h 2488086"/>
                <a:gd name="connsiteX120" fmla="*/ 1791749 w 2490683"/>
                <a:gd name="connsiteY120" fmla="*/ 1025650 h 2488086"/>
                <a:gd name="connsiteX121" fmla="*/ 1729609 w 2490683"/>
                <a:gd name="connsiteY121" fmla="*/ 1267359 h 2488086"/>
                <a:gd name="connsiteX122" fmla="*/ 1729609 w 2490683"/>
                <a:gd name="connsiteY122" fmla="*/ 1267359 h 2488086"/>
                <a:gd name="connsiteX123" fmla="*/ 1056756 w 2490683"/>
                <a:gd name="connsiteY123" fmla="*/ 1110959 h 2488086"/>
                <a:gd name="connsiteX124" fmla="*/ 1053193 w 2490683"/>
                <a:gd name="connsiteY124" fmla="*/ 1110959 h 2488086"/>
                <a:gd name="connsiteX125" fmla="*/ 1790751 w 2490683"/>
                <a:gd name="connsiteY125" fmla="*/ 1026930 h 2488086"/>
                <a:gd name="connsiteX126" fmla="*/ 1061031 w 2490683"/>
                <a:gd name="connsiteY126" fmla="*/ 1111528 h 2488086"/>
                <a:gd name="connsiteX127" fmla="*/ 1729324 w 2490683"/>
                <a:gd name="connsiteY127" fmla="*/ 1266506 h 2488086"/>
                <a:gd name="connsiteX128" fmla="*/ 355540 w 2490683"/>
                <a:gd name="connsiteY128" fmla="*/ 1057357 h 2488086"/>
                <a:gd name="connsiteX129" fmla="*/ 254206 w 2490683"/>
                <a:gd name="connsiteY129" fmla="*/ 1656653 h 2488086"/>
                <a:gd name="connsiteX130" fmla="*/ 254206 w 2490683"/>
                <a:gd name="connsiteY130" fmla="*/ 1658217 h 2488086"/>
                <a:gd name="connsiteX131" fmla="*/ 20753 w 2490683"/>
                <a:gd name="connsiteY131" fmla="*/ 1337881 h 2488086"/>
                <a:gd name="connsiteX132" fmla="*/ 20753 w 2490683"/>
                <a:gd name="connsiteY132" fmla="*/ 1337881 h 2488086"/>
                <a:gd name="connsiteX133" fmla="*/ 353688 w 2490683"/>
                <a:gd name="connsiteY133" fmla="*/ 1060485 h 2488086"/>
                <a:gd name="connsiteX134" fmla="*/ 22748 w 2490683"/>
                <a:gd name="connsiteY134" fmla="*/ 1337739 h 2488086"/>
                <a:gd name="connsiteX135" fmla="*/ 253636 w 2490683"/>
                <a:gd name="connsiteY135" fmla="*/ 1655089 h 2488086"/>
                <a:gd name="connsiteX136" fmla="*/ 1057041 w 2490683"/>
                <a:gd name="connsiteY136" fmla="*/ 1110817 h 2488086"/>
                <a:gd name="connsiteX137" fmla="*/ 1059178 w 2490683"/>
                <a:gd name="connsiteY137" fmla="*/ 1109538 h 2488086"/>
                <a:gd name="connsiteX138" fmla="*/ 609375 w 2490683"/>
                <a:gd name="connsiteY138" fmla="*/ 1955661 h 2488086"/>
                <a:gd name="connsiteX139" fmla="*/ 609375 w 2490683"/>
                <a:gd name="connsiteY139" fmla="*/ 1956371 h 2488086"/>
                <a:gd name="connsiteX140" fmla="*/ 253066 w 2490683"/>
                <a:gd name="connsiteY140" fmla="*/ 1656510 h 2488086"/>
                <a:gd name="connsiteX141" fmla="*/ 1055758 w 2490683"/>
                <a:gd name="connsiteY141" fmla="*/ 1113234 h 2488086"/>
                <a:gd name="connsiteX142" fmla="*/ 255061 w 2490683"/>
                <a:gd name="connsiteY142" fmla="*/ 1656653 h 2488086"/>
                <a:gd name="connsiteX143" fmla="*/ 608662 w 2490683"/>
                <a:gd name="connsiteY143" fmla="*/ 1954381 h 2488086"/>
                <a:gd name="connsiteX144" fmla="*/ 608804 w 2490683"/>
                <a:gd name="connsiteY144" fmla="*/ 1954950 h 2488086"/>
                <a:gd name="connsiteX145" fmla="*/ 608804 w 2490683"/>
                <a:gd name="connsiteY145" fmla="*/ 1954950 h 2488086"/>
                <a:gd name="connsiteX146" fmla="*/ 217293 w 2490683"/>
                <a:gd name="connsiteY146" fmla="*/ 2466803 h 2488086"/>
                <a:gd name="connsiteX147" fmla="*/ 216010 w 2490683"/>
                <a:gd name="connsiteY147" fmla="*/ 2468367 h 2488086"/>
                <a:gd name="connsiteX148" fmla="*/ 252353 w 2490683"/>
                <a:gd name="connsiteY148" fmla="*/ 1656226 h 2488086"/>
                <a:gd name="connsiteX149" fmla="*/ 252353 w 2490683"/>
                <a:gd name="connsiteY149" fmla="*/ 1655089 h 2488086"/>
                <a:gd name="connsiteX150" fmla="*/ 607664 w 2490683"/>
                <a:gd name="connsiteY150" fmla="*/ 1954950 h 2488086"/>
                <a:gd name="connsiteX151" fmla="*/ 254491 w 2490683"/>
                <a:gd name="connsiteY151" fmla="*/ 1658359 h 2488086"/>
                <a:gd name="connsiteX152" fmla="*/ 218433 w 2490683"/>
                <a:gd name="connsiteY152" fmla="*/ 2465239 h 2488086"/>
                <a:gd name="connsiteX153" fmla="*/ 607664 w 2490683"/>
                <a:gd name="connsiteY153" fmla="*/ 1954950 h 2488086"/>
                <a:gd name="connsiteX154" fmla="*/ 607664 w 2490683"/>
                <a:gd name="connsiteY154" fmla="*/ 1954950 h 2488086"/>
                <a:gd name="connsiteX155" fmla="*/ 1180181 w 2490683"/>
                <a:gd name="connsiteY155" fmla="*/ 2276849 h 2488086"/>
                <a:gd name="connsiteX156" fmla="*/ 1181606 w 2490683"/>
                <a:gd name="connsiteY156" fmla="*/ 2276849 h 2488086"/>
                <a:gd name="connsiteX157" fmla="*/ 217863 w 2490683"/>
                <a:gd name="connsiteY157" fmla="*/ 2467372 h 2488086"/>
                <a:gd name="connsiteX158" fmla="*/ 216295 w 2490683"/>
                <a:gd name="connsiteY158" fmla="*/ 2467372 h 2488086"/>
                <a:gd name="connsiteX159" fmla="*/ 607664 w 2490683"/>
                <a:gd name="connsiteY159" fmla="*/ 1956229 h 2488086"/>
                <a:gd name="connsiteX160" fmla="*/ 219288 w 2490683"/>
                <a:gd name="connsiteY160" fmla="*/ 2465808 h 2488086"/>
                <a:gd name="connsiteX161" fmla="*/ 1179041 w 2490683"/>
                <a:gd name="connsiteY161" fmla="*/ 2276565 h 2488086"/>
                <a:gd name="connsiteX162" fmla="*/ 18472 w 2490683"/>
                <a:gd name="connsiteY162" fmla="*/ 617731 h 2488086"/>
                <a:gd name="connsiteX163" fmla="*/ 34008 w 2490683"/>
                <a:gd name="connsiteY163" fmla="*/ 622281 h 2488086"/>
                <a:gd name="connsiteX164" fmla="*/ 41846 w 2490683"/>
                <a:gd name="connsiteY164" fmla="*/ 636499 h 2488086"/>
                <a:gd name="connsiteX165" fmla="*/ 41846 w 2490683"/>
                <a:gd name="connsiteY165" fmla="*/ 644177 h 2488086"/>
                <a:gd name="connsiteX166" fmla="*/ 23603 w 2490683"/>
                <a:gd name="connsiteY166" fmla="*/ 659817 h 2488086"/>
                <a:gd name="connsiteX167" fmla="*/ 382 w 2490683"/>
                <a:gd name="connsiteY167" fmla="*/ 641134 h 2488086"/>
                <a:gd name="connsiteX168" fmla="*/ 372 w 2490683"/>
                <a:gd name="connsiteY168" fmla="*/ 641049 h 2488086"/>
                <a:gd name="connsiteX169" fmla="*/ 372 w 2490683"/>
                <a:gd name="connsiteY169" fmla="*/ 633371 h 2488086"/>
                <a:gd name="connsiteX170" fmla="*/ 18472 w 2490683"/>
                <a:gd name="connsiteY170" fmla="*/ 617731 h 2488086"/>
                <a:gd name="connsiteX171" fmla="*/ 37000 w 2490683"/>
                <a:gd name="connsiteY171" fmla="*/ 636926 h 2488086"/>
                <a:gd name="connsiteX172" fmla="*/ 31157 w 2490683"/>
                <a:gd name="connsiteY172" fmla="*/ 626120 h 2488086"/>
                <a:gd name="connsiteX173" fmla="*/ 8302 w 2490683"/>
                <a:gd name="connsiteY173" fmla="*/ 628480 h 2488086"/>
                <a:gd name="connsiteX174" fmla="*/ 5218 w 2490683"/>
                <a:gd name="connsiteY174" fmla="*/ 634509 h 2488086"/>
                <a:gd name="connsiteX175" fmla="*/ 5218 w 2490683"/>
                <a:gd name="connsiteY175" fmla="*/ 640338 h 2488086"/>
                <a:gd name="connsiteX176" fmla="*/ 23288 w 2490683"/>
                <a:gd name="connsiteY176" fmla="*/ 654500 h 2488086"/>
                <a:gd name="connsiteX177" fmla="*/ 37000 w 2490683"/>
                <a:gd name="connsiteY177" fmla="*/ 642755 h 2488086"/>
                <a:gd name="connsiteX178" fmla="*/ 37000 w 2490683"/>
                <a:gd name="connsiteY178" fmla="*/ 636926 h 2488086"/>
                <a:gd name="connsiteX179" fmla="*/ 537258 w 2490683"/>
                <a:gd name="connsiteY179" fmla="*/ 94 h 2488086"/>
                <a:gd name="connsiteX180" fmla="*/ 560489 w 2490683"/>
                <a:gd name="connsiteY180" fmla="*/ 18862 h 2488086"/>
                <a:gd name="connsiteX181" fmla="*/ 560489 w 2490683"/>
                <a:gd name="connsiteY181" fmla="*/ 26540 h 2488086"/>
                <a:gd name="connsiteX182" fmla="*/ 537757 w 2490683"/>
                <a:gd name="connsiteY182" fmla="*/ 45948 h 2488086"/>
                <a:gd name="connsiteX183" fmla="*/ 518302 w 2490683"/>
                <a:gd name="connsiteY183" fmla="*/ 23270 h 2488086"/>
                <a:gd name="connsiteX184" fmla="*/ 518302 w 2490683"/>
                <a:gd name="connsiteY184" fmla="*/ 15592 h 2488086"/>
                <a:gd name="connsiteX185" fmla="*/ 537115 w 2490683"/>
                <a:gd name="connsiteY185" fmla="*/ 94 h 2488086"/>
                <a:gd name="connsiteX186" fmla="*/ 555501 w 2490683"/>
                <a:gd name="connsiteY186" fmla="*/ 19431 h 2488086"/>
                <a:gd name="connsiteX187" fmla="*/ 537739 w 2490683"/>
                <a:gd name="connsiteY187" fmla="*/ 5207 h 2488086"/>
                <a:gd name="connsiteX188" fmla="*/ 537685 w 2490683"/>
                <a:gd name="connsiteY188" fmla="*/ 5213 h 2488086"/>
                <a:gd name="connsiteX189" fmla="*/ 523433 w 2490683"/>
                <a:gd name="connsiteY189" fmla="*/ 17156 h 2488086"/>
                <a:gd name="connsiteX190" fmla="*/ 523433 w 2490683"/>
                <a:gd name="connsiteY190" fmla="*/ 22986 h 2488086"/>
                <a:gd name="connsiteX191" fmla="*/ 541194 w 2490683"/>
                <a:gd name="connsiteY191" fmla="*/ 37210 h 2488086"/>
                <a:gd name="connsiteX192" fmla="*/ 541248 w 2490683"/>
                <a:gd name="connsiteY192" fmla="*/ 37204 h 2488086"/>
                <a:gd name="connsiteX193" fmla="*/ 555501 w 2490683"/>
                <a:gd name="connsiteY193" fmla="*/ 25261 h 2488086"/>
                <a:gd name="connsiteX194" fmla="*/ 555358 w 2490683"/>
                <a:gd name="connsiteY194" fmla="*/ 19431 h 2488086"/>
                <a:gd name="connsiteX195" fmla="*/ 877889 w 2490683"/>
                <a:gd name="connsiteY195" fmla="*/ 1026646 h 2488086"/>
                <a:gd name="connsiteX196" fmla="*/ 904826 w 2490683"/>
                <a:gd name="connsiteY196" fmla="*/ 1034608 h 2488086"/>
                <a:gd name="connsiteX197" fmla="*/ 919078 w 2490683"/>
                <a:gd name="connsiteY197" fmla="*/ 1059205 h 2488086"/>
                <a:gd name="connsiteX198" fmla="*/ 918080 w 2490683"/>
                <a:gd name="connsiteY198" fmla="*/ 1072570 h 2488086"/>
                <a:gd name="connsiteX199" fmla="*/ 873127 w 2490683"/>
                <a:gd name="connsiteY199" fmla="*/ 1098647 h 2488086"/>
                <a:gd name="connsiteX200" fmla="*/ 845963 w 2490683"/>
                <a:gd name="connsiteY200" fmla="*/ 1067025 h 2488086"/>
                <a:gd name="connsiteX201" fmla="*/ 846961 w 2490683"/>
                <a:gd name="connsiteY201" fmla="*/ 1053660 h 2488086"/>
                <a:gd name="connsiteX202" fmla="*/ 877889 w 2490683"/>
                <a:gd name="connsiteY202" fmla="*/ 1026646 h 2488086"/>
                <a:gd name="connsiteX203" fmla="*/ 913377 w 2490683"/>
                <a:gd name="connsiteY203" fmla="*/ 1059774 h 2488086"/>
                <a:gd name="connsiteX204" fmla="*/ 901833 w 2490683"/>
                <a:gd name="connsiteY204" fmla="*/ 1038447 h 2488086"/>
                <a:gd name="connsiteX205" fmla="*/ 856961 w 2490683"/>
                <a:gd name="connsiteY205" fmla="*/ 1043423 h 2488086"/>
                <a:gd name="connsiteX206" fmla="*/ 851094 w 2490683"/>
                <a:gd name="connsiteY206" fmla="*/ 1054940 h 2488086"/>
                <a:gd name="connsiteX207" fmla="*/ 873502 w 2490683"/>
                <a:gd name="connsiteY207" fmla="*/ 1093812 h 2488086"/>
                <a:gd name="connsiteX208" fmla="*/ 912466 w 2490683"/>
                <a:gd name="connsiteY208" fmla="*/ 1071461 h 2488086"/>
                <a:gd name="connsiteX209" fmla="*/ 913377 w 2490683"/>
                <a:gd name="connsiteY209" fmla="*/ 1059774 h 2488086"/>
                <a:gd name="connsiteX210" fmla="*/ 1503281 w 2490683"/>
                <a:gd name="connsiteY210" fmla="*/ 34218 h 2488086"/>
                <a:gd name="connsiteX211" fmla="*/ 1552523 w 2490683"/>
                <a:gd name="connsiteY211" fmla="*/ 73958 h 2488086"/>
                <a:gd name="connsiteX212" fmla="*/ 1512688 w 2490683"/>
                <a:gd name="connsiteY212" fmla="*/ 123081 h 2488086"/>
                <a:gd name="connsiteX213" fmla="*/ 1479908 w 2490683"/>
                <a:gd name="connsiteY213" fmla="*/ 113413 h 2488086"/>
                <a:gd name="connsiteX214" fmla="*/ 1463517 w 2490683"/>
                <a:gd name="connsiteY214" fmla="*/ 83413 h 2488086"/>
                <a:gd name="connsiteX215" fmla="*/ 1464658 w 2490683"/>
                <a:gd name="connsiteY215" fmla="*/ 67204 h 2488086"/>
                <a:gd name="connsiteX216" fmla="*/ 1503139 w 2490683"/>
                <a:gd name="connsiteY216" fmla="*/ 34218 h 2488086"/>
                <a:gd name="connsiteX217" fmla="*/ 1547749 w 2490683"/>
                <a:gd name="connsiteY217" fmla="*/ 74455 h 2488086"/>
                <a:gd name="connsiteX218" fmla="*/ 1503481 w 2490683"/>
                <a:gd name="connsiteY218" fmla="*/ 39540 h 2488086"/>
                <a:gd name="connsiteX219" fmla="*/ 1469646 w 2490683"/>
                <a:gd name="connsiteY219" fmla="*/ 68484 h 2488086"/>
                <a:gd name="connsiteX220" fmla="*/ 1468506 w 2490683"/>
                <a:gd name="connsiteY220" fmla="*/ 82702 h 2488086"/>
                <a:gd name="connsiteX221" fmla="*/ 1482758 w 2490683"/>
                <a:gd name="connsiteY221" fmla="*/ 109432 h 2488086"/>
                <a:gd name="connsiteX222" fmla="*/ 1538926 w 2490683"/>
                <a:gd name="connsiteY222" fmla="*/ 103901 h 2488086"/>
                <a:gd name="connsiteX223" fmla="*/ 1547749 w 2490683"/>
                <a:gd name="connsiteY223" fmla="*/ 74455 h 2488086"/>
                <a:gd name="connsiteX224" fmla="*/ 1504992 w 2490683"/>
                <a:gd name="connsiteY224" fmla="*/ 55972 h 2488086"/>
                <a:gd name="connsiteX225" fmla="*/ 1521809 w 2490683"/>
                <a:gd name="connsiteY225" fmla="*/ 60948 h 2488086"/>
                <a:gd name="connsiteX226" fmla="*/ 1528822 w 2490683"/>
                <a:gd name="connsiteY226" fmla="*/ 92555 h 2488086"/>
                <a:gd name="connsiteX227" fmla="*/ 1497139 w 2490683"/>
                <a:gd name="connsiteY227" fmla="*/ 99550 h 2488086"/>
                <a:gd name="connsiteX228" fmla="*/ 1493305 w 2490683"/>
                <a:gd name="connsiteY228" fmla="*/ 96494 h 2488086"/>
                <a:gd name="connsiteX229" fmla="*/ 1484896 w 2490683"/>
                <a:gd name="connsiteY229" fmla="*/ 81138 h 2488086"/>
                <a:gd name="connsiteX230" fmla="*/ 1484896 w 2490683"/>
                <a:gd name="connsiteY230" fmla="*/ 72749 h 2488086"/>
                <a:gd name="connsiteX231" fmla="*/ 1504992 w 2490683"/>
                <a:gd name="connsiteY231" fmla="*/ 55972 h 2488086"/>
                <a:gd name="connsiteX232" fmla="*/ 1525230 w 2490683"/>
                <a:gd name="connsiteY232" fmla="*/ 76730 h 2488086"/>
                <a:gd name="connsiteX233" fmla="*/ 1518674 w 2490683"/>
                <a:gd name="connsiteY233" fmla="*/ 64787 h 2488086"/>
                <a:gd name="connsiteX234" fmla="*/ 1505419 w 2490683"/>
                <a:gd name="connsiteY234" fmla="*/ 60806 h 2488086"/>
                <a:gd name="connsiteX235" fmla="*/ 1490027 w 2490683"/>
                <a:gd name="connsiteY235" fmla="*/ 74029 h 2488086"/>
                <a:gd name="connsiteX236" fmla="*/ 1490027 w 2490683"/>
                <a:gd name="connsiteY236" fmla="*/ 80569 h 2488086"/>
                <a:gd name="connsiteX237" fmla="*/ 1509510 w 2490683"/>
                <a:gd name="connsiteY237" fmla="*/ 96508 h 2488086"/>
                <a:gd name="connsiteX238" fmla="*/ 1509695 w 2490683"/>
                <a:gd name="connsiteY238" fmla="*/ 96494 h 2488086"/>
                <a:gd name="connsiteX239" fmla="*/ 1525230 w 2490683"/>
                <a:gd name="connsiteY239" fmla="*/ 83271 h 2488086"/>
                <a:gd name="connsiteX240" fmla="*/ 1525658 w 2490683"/>
                <a:gd name="connsiteY240" fmla="*/ 76730 h 2488086"/>
                <a:gd name="connsiteX241" fmla="*/ 1936838 w 2490683"/>
                <a:gd name="connsiteY241" fmla="*/ 578916 h 2488086"/>
                <a:gd name="connsiteX242" fmla="*/ 1962919 w 2490683"/>
                <a:gd name="connsiteY242" fmla="*/ 599959 h 2488086"/>
                <a:gd name="connsiteX243" fmla="*/ 1962919 w 2490683"/>
                <a:gd name="connsiteY243" fmla="*/ 608490 h 2488086"/>
                <a:gd name="connsiteX244" fmla="*/ 1934130 w 2490683"/>
                <a:gd name="connsiteY244" fmla="*/ 625495 h 2488086"/>
                <a:gd name="connsiteX245" fmla="*/ 1916457 w 2490683"/>
                <a:gd name="connsiteY245" fmla="*/ 604935 h 2488086"/>
                <a:gd name="connsiteX246" fmla="*/ 1917169 w 2490683"/>
                <a:gd name="connsiteY246" fmla="*/ 596404 h 2488086"/>
                <a:gd name="connsiteX247" fmla="*/ 1937265 w 2490683"/>
                <a:gd name="connsiteY247" fmla="*/ 578916 h 2488086"/>
                <a:gd name="connsiteX248" fmla="*/ 1957931 w 2490683"/>
                <a:gd name="connsiteY248" fmla="*/ 600528 h 2488086"/>
                <a:gd name="connsiteX249" fmla="*/ 1937479 w 2490683"/>
                <a:gd name="connsiteY249" fmla="*/ 583864 h 2488086"/>
                <a:gd name="connsiteX250" fmla="*/ 1937265 w 2490683"/>
                <a:gd name="connsiteY250" fmla="*/ 583892 h 2488086"/>
                <a:gd name="connsiteX251" fmla="*/ 1921160 w 2490683"/>
                <a:gd name="connsiteY251" fmla="*/ 598110 h 2488086"/>
                <a:gd name="connsiteX252" fmla="*/ 1921160 w 2490683"/>
                <a:gd name="connsiteY252" fmla="*/ 604935 h 2488086"/>
                <a:gd name="connsiteX253" fmla="*/ 1941470 w 2490683"/>
                <a:gd name="connsiteY253" fmla="*/ 621457 h 2488086"/>
                <a:gd name="connsiteX254" fmla="*/ 1941683 w 2490683"/>
                <a:gd name="connsiteY254" fmla="*/ 621428 h 2488086"/>
                <a:gd name="connsiteX255" fmla="*/ 1957931 w 2490683"/>
                <a:gd name="connsiteY255" fmla="*/ 607210 h 2488086"/>
                <a:gd name="connsiteX256" fmla="*/ 1958359 w 2490683"/>
                <a:gd name="connsiteY256" fmla="*/ 600528 h 2488086"/>
                <a:gd name="connsiteX257" fmla="*/ 1937693 w 2490683"/>
                <a:gd name="connsiteY257" fmla="*/ 587731 h 2488086"/>
                <a:gd name="connsiteX258" fmla="*/ 1948667 w 2490683"/>
                <a:gd name="connsiteY258" fmla="*/ 590859 h 2488086"/>
                <a:gd name="connsiteX259" fmla="*/ 1954083 w 2490683"/>
                <a:gd name="connsiteY259" fmla="*/ 600812 h 2488086"/>
                <a:gd name="connsiteX260" fmla="*/ 1954083 w 2490683"/>
                <a:gd name="connsiteY260" fmla="*/ 606215 h 2488086"/>
                <a:gd name="connsiteX261" fmla="*/ 1941256 w 2490683"/>
                <a:gd name="connsiteY261" fmla="*/ 617305 h 2488086"/>
                <a:gd name="connsiteX262" fmla="*/ 1930281 w 2490683"/>
                <a:gd name="connsiteY262" fmla="*/ 614035 h 2488086"/>
                <a:gd name="connsiteX263" fmla="*/ 1924723 w 2490683"/>
                <a:gd name="connsiteY263" fmla="*/ 604082 h 2488086"/>
                <a:gd name="connsiteX264" fmla="*/ 1924723 w 2490683"/>
                <a:gd name="connsiteY264" fmla="*/ 598679 h 2488086"/>
                <a:gd name="connsiteX265" fmla="*/ 1938120 w 2490683"/>
                <a:gd name="connsiteY265" fmla="*/ 587731 h 2488086"/>
                <a:gd name="connsiteX266" fmla="*/ 1949237 w 2490683"/>
                <a:gd name="connsiteY266" fmla="*/ 601949 h 2488086"/>
                <a:gd name="connsiteX267" fmla="*/ 1945532 w 2490683"/>
                <a:gd name="connsiteY267" fmla="*/ 595267 h 2488086"/>
                <a:gd name="connsiteX268" fmla="*/ 1938263 w 2490683"/>
                <a:gd name="connsiteY268" fmla="*/ 593134 h 2488086"/>
                <a:gd name="connsiteX269" fmla="*/ 1929426 w 2490683"/>
                <a:gd name="connsiteY269" fmla="*/ 604082 h 2488086"/>
                <a:gd name="connsiteX270" fmla="*/ 1933132 w 2490683"/>
                <a:gd name="connsiteY270" fmla="*/ 610765 h 2488086"/>
                <a:gd name="connsiteX271" fmla="*/ 1940401 w 2490683"/>
                <a:gd name="connsiteY271" fmla="*/ 612897 h 2488086"/>
                <a:gd name="connsiteX272" fmla="*/ 1948952 w 2490683"/>
                <a:gd name="connsiteY272" fmla="*/ 605646 h 2488086"/>
                <a:gd name="connsiteX273" fmla="*/ 1949665 w 2490683"/>
                <a:gd name="connsiteY273" fmla="*/ 601381 h 2488086"/>
                <a:gd name="connsiteX274" fmla="*/ 632036 w 2490683"/>
                <a:gd name="connsiteY274" fmla="*/ 408582 h 2488086"/>
                <a:gd name="connsiteX275" fmla="*/ 700732 w 2490683"/>
                <a:gd name="connsiteY275" fmla="*/ 464033 h 2488086"/>
                <a:gd name="connsiteX276" fmla="*/ 699022 w 2490683"/>
                <a:gd name="connsiteY276" fmla="*/ 486640 h 2488086"/>
                <a:gd name="connsiteX277" fmla="*/ 622705 w 2490683"/>
                <a:gd name="connsiteY277" fmla="*/ 530915 h 2488086"/>
                <a:gd name="connsiteX278" fmla="*/ 576594 w 2490683"/>
                <a:gd name="connsiteY278" fmla="*/ 477256 h 2488086"/>
                <a:gd name="connsiteX279" fmla="*/ 578304 w 2490683"/>
                <a:gd name="connsiteY279" fmla="*/ 454649 h 2488086"/>
                <a:gd name="connsiteX280" fmla="*/ 632036 w 2490683"/>
                <a:gd name="connsiteY280" fmla="*/ 408582 h 2488086"/>
                <a:gd name="connsiteX281" fmla="*/ 695886 w 2490683"/>
                <a:gd name="connsiteY281" fmla="*/ 464033 h 2488086"/>
                <a:gd name="connsiteX282" fmla="*/ 632566 w 2490683"/>
                <a:gd name="connsiteY282" fmla="*/ 412322 h 2488086"/>
                <a:gd name="connsiteX283" fmla="*/ 580729 w 2490683"/>
                <a:gd name="connsiteY283" fmla="*/ 475493 h 2488086"/>
                <a:gd name="connsiteX284" fmla="*/ 644049 w 2490683"/>
                <a:gd name="connsiteY284" fmla="*/ 527204 h 2488086"/>
                <a:gd name="connsiteX285" fmla="*/ 694176 w 2490683"/>
                <a:gd name="connsiteY285" fmla="*/ 484792 h 2488086"/>
                <a:gd name="connsiteX286" fmla="*/ 695886 w 2490683"/>
                <a:gd name="connsiteY286" fmla="*/ 464033 h 2488086"/>
                <a:gd name="connsiteX287" fmla="*/ 634031 w 2490683"/>
                <a:gd name="connsiteY287" fmla="*/ 426497 h 2488086"/>
                <a:gd name="connsiteX288" fmla="*/ 682347 w 2490683"/>
                <a:gd name="connsiteY288" fmla="*/ 465455 h 2488086"/>
                <a:gd name="connsiteX289" fmla="*/ 681206 w 2490683"/>
                <a:gd name="connsiteY289" fmla="*/ 481379 h 2488086"/>
                <a:gd name="connsiteX290" fmla="*/ 643295 w 2490683"/>
                <a:gd name="connsiteY290" fmla="*/ 513655 h 2488086"/>
                <a:gd name="connsiteX291" fmla="*/ 611085 w 2490683"/>
                <a:gd name="connsiteY291" fmla="*/ 504270 h 2488086"/>
                <a:gd name="connsiteX292" fmla="*/ 594980 w 2490683"/>
                <a:gd name="connsiteY292" fmla="*/ 474839 h 2488086"/>
                <a:gd name="connsiteX293" fmla="*/ 596262 w 2490683"/>
                <a:gd name="connsiteY293" fmla="*/ 458915 h 2488086"/>
                <a:gd name="connsiteX294" fmla="*/ 634031 w 2490683"/>
                <a:gd name="connsiteY294" fmla="*/ 426924 h 2488086"/>
                <a:gd name="connsiteX295" fmla="*/ 676788 w 2490683"/>
                <a:gd name="connsiteY295" fmla="*/ 466024 h 2488086"/>
                <a:gd name="connsiteX296" fmla="*/ 635894 w 2490683"/>
                <a:gd name="connsiteY296" fmla="*/ 429000 h 2488086"/>
                <a:gd name="connsiteX297" fmla="*/ 598777 w 2490683"/>
                <a:gd name="connsiteY297" fmla="*/ 469791 h 2488086"/>
                <a:gd name="connsiteX298" fmla="*/ 599255 w 2490683"/>
                <a:gd name="connsiteY298" fmla="*/ 474270 h 2488086"/>
                <a:gd name="connsiteX299" fmla="*/ 642012 w 2490683"/>
                <a:gd name="connsiteY299" fmla="*/ 508820 h 2488086"/>
                <a:gd name="connsiteX300" fmla="*/ 676646 w 2490683"/>
                <a:gd name="connsiteY300" fmla="*/ 466166 h 2488086"/>
                <a:gd name="connsiteX301" fmla="*/ 2129387 w 2490683"/>
                <a:gd name="connsiteY301" fmla="*/ 409151 h 2488086"/>
                <a:gd name="connsiteX302" fmla="*/ 2173426 w 2490683"/>
                <a:gd name="connsiteY302" fmla="*/ 444554 h 2488086"/>
                <a:gd name="connsiteX303" fmla="*/ 2172286 w 2490683"/>
                <a:gd name="connsiteY303" fmla="*/ 458772 h 2488086"/>
                <a:gd name="connsiteX304" fmla="*/ 2123030 w 2490683"/>
                <a:gd name="connsiteY304" fmla="*/ 486683 h 2488086"/>
                <a:gd name="connsiteX305" fmla="*/ 2093899 w 2490683"/>
                <a:gd name="connsiteY305" fmla="*/ 452801 h 2488086"/>
                <a:gd name="connsiteX306" fmla="*/ 2094896 w 2490683"/>
                <a:gd name="connsiteY306" fmla="*/ 438583 h 2488086"/>
                <a:gd name="connsiteX307" fmla="*/ 2130099 w 2490683"/>
                <a:gd name="connsiteY307" fmla="*/ 409720 h 2488086"/>
                <a:gd name="connsiteX308" fmla="*/ 2168438 w 2490683"/>
                <a:gd name="connsiteY308" fmla="*/ 445123 h 2488086"/>
                <a:gd name="connsiteX309" fmla="*/ 2129814 w 2490683"/>
                <a:gd name="connsiteY309" fmla="*/ 414113 h 2488086"/>
                <a:gd name="connsiteX310" fmla="*/ 2098730 w 2490683"/>
                <a:gd name="connsiteY310" fmla="*/ 452644 h 2488086"/>
                <a:gd name="connsiteX311" fmla="*/ 2137354 w 2490683"/>
                <a:gd name="connsiteY311" fmla="*/ 483654 h 2488086"/>
                <a:gd name="connsiteX312" fmla="*/ 2137368 w 2490683"/>
                <a:gd name="connsiteY312" fmla="*/ 483654 h 2488086"/>
                <a:gd name="connsiteX313" fmla="*/ 2167441 w 2490683"/>
                <a:gd name="connsiteY313" fmla="*/ 457777 h 2488086"/>
                <a:gd name="connsiteX314" fmla="*/ 2169151 w 2490683"/>
                <a:gd name="connsiteY314" fmla="*/ 445692 h 2488086"/>
                <a:gd name="connsiteX315" fmla="*/ 2131382 w 2490683"/>
                <a:gd name="connsiteY315" fmla="*/ 427635 h 2488086"/>
                <a:gd name="connsiteX316" fmla="*/ 2154742 w 2490683"/>
                <a:gd name="connsiteY316" fmla="*/ 446459 h 2488086"/>
                <a:gd name="connsiteX317" fmla="*/ 2154756 w 2490683"/>
                <a:gd name="connsiteY317" fmla="*/ 446545 h 2488086"/>
                <a:gd name="connsiteX318" fmla="*/ 2154756 w 2490683"/>
                <a:gd name="connsiteY318" fmla="*/ 454365 h 2488086"/>
                <a:gd name="connsiteX319" fmla="*/ 2129016 w 2490683"/>
                <a:gd name="connsiteY319" fmla="*/ 469791 h 2488086"/>
                <a:gd name="connsiteX320" fmla="*/ 2112997 w 2490683"/>
                <a:gd name="connsiteY320" fmla="*/ 451094 h 2488086"/>
                <a:gd name="connsiteX321" fmla="*/ 2112997 w 2490683"/>
                <a:gd name="connsiteY321" fmla="*/ 443417 h 2488086"/>
                <a:gd name="connsiteX322" fmla="*/ 2132095 w 2490683"/>
                <a:gd name="connsiteY322" fmla="*/ 428203 h 2488086"/>
                <a:gd name="connsiteX323" fmla="*/ 2149910 w 2490683"/>
                <a:gd name="connsiteY323" fmla="*/ 447113 h 2488086"/>
                <a:gd name="connsiteX324" fmla="*/ 2131681 w 2490683"/>
                <a:gd name="connsiteY324" fmla="*/ 432824 h 2488086"/>
                <a:gd name="connsiteX325" fmla="*/ 2117842 w 2490683"/>
                <a:gd name="connsiteY325" fmla="*/ 444696 h 2488086"/>
                <a:gd name="connsiteX326" fmla="*/ 2117842 w 2490683"/>
                <a:gd name="connsiteY326" fmla="*/ 450526 h 2488086"/>
                <a:gd name="connsiteX327" fmla="*/ 2135800 w 2490683"/>
                <a:gd name="connsiteY327" fmla="*/ 464744 h 2488086"/>
                <a:gd name="connsiteX328" fmla="*/ 2150053 w 2490683"/>
                <a:gd name="connsiteY328" fmla="*/ 452801 h 2488086"/>
                <a:gd name="connsiteX329" fmla="*/ 2150623 w 2490683"/>
                <a:gd name="connsiteY329" fmla="*/ 447682 h 2488086"/>
                <a:gd name="connsiteX330" fmla="*/ 2239700 w 2490683"/>
                <a:gd name="connsiteY330" fmla="*/ 1158022 h 2488086"/>
                <a:gd name="connsiteX331" fmla="*/ 2269060 w 2490683"/>
                <a:gd name="connsiteY331" fmla="*/ 1166553 h 2488086"/>
                <a:gd name="connsiteX332" fmla="*/ 2283312 w 2490683"/>
                <a:gd name="connsiteY332" fmla="*/ 1193425 h 2488086"/>
                <a:gd name="connsiteX333" fmla="*/ 2282172 w 2490683"/>
                <a:gd name="connsiteY333" fmla="*/ 1207643 h 2488086"/>
                <a:gd name="connsiteX334" fmla="*/ 2233614 w 2490683"/>
                <a:gd name="connsiteY334" fmla="*/ 1236335 h 2488086"/>
                <a:gd name="connsiteX335" fmla="*/ 2203784 w 2490683"/>
                <a:gd name="connsiteY335" fmla="*/ 1201529 h 2488086"/>
                <a:gd name="connsiteX336" fmla="*/ 2204924 w 2490683"/>
                <a:gd name="connsiteY336" fmla="*/ 1187311 h 2488086"/>
                <a:gd name="connsiteX337" fmla="*/ 2240413 w 2490683"/>
                <a:gd name="connsiteY337" fmla="*/ 1158733 h 2488086"/>
                <a:gd name="connsiteX338" fmla="*/ 2278751 w 2490683"/>
                <a:gd name="connsiteY338" fmla="*/ 1193851 h 2488086"/>
                <a:gd name="connsiteX339" fmla="*/ 2239956 w 2490683"/>
                <a:gd name="connsiteY339" fmla="*/ 1163055 h 2488086"/>
                <a:gd name="connsiteX340" fmla="*/ 2210055 w 2490683"/>
                <a:gd name="connsiteY340" fmla="*/ 1188733 h 2488086"/>
                <a:gd name="connsiteX341" fmla="*/ 2209200 w 2490683"/>
                <a:gd name="connsiteY341" fmla="*/ 1201387 h 2488086"/>
                <a:gd name="connsiteX342" fmla="*/ 2247681 w 2490683"/>
                <a:gd name="connsiteY342" fmla="*/ 1232382 h 2488086"/>
                <a:gd name="connsiteX343" fmla="*/ 2278837 w 2490683"/>
                <a:gd name="connsiteY343" fmla="*/ 1194690 h 2488086"/>
                <a:gd name="connsiteX344" fmla="*/ 2278751 w 2490683"/>
                <a:gd name="connsiteY344" fmla="*/ 1193851 h 2488086"/>
                <a:gd name="connsiteX345" fmla="*/ 2464032 w 2490683"/>
                <a:gd name="connsiteY345" fmla="*/ 726216 h 2488086"/>
                <a:gd name="connsiteX346" fmla="*/ 2490213 w 2490683"/>
                <a:gd name="connsiteY346" fmla="*/ 747003 h 2488086"/>
                <a:gd name="connsiteX347" fmla="*/ 2490256 w 2490683"/>
                <a:gd name="connsiteY347" fmla="*/ 747401 h 2488086"/>
                <a:gd name="connsiteX348" fmla="*/ 2490256 w 2490683"/>
                <a:gd name="connsiteY348" fmla="*/ 755932 h 2488086"/>
                <a:gd name="connsiteX349" fmla="*/ 2469875 w 2490683"/>
                <a:gd name="connsiteY349" fmla="*/ 773563 h 2488086"/>
                <a:gd name="connsiteX350" fmla="*/ 2452345 w 2490683"/>
                <a:gd name="connsiteY350" fmla="*/ 768444 h 2488086"/>
                <a:gd name="connsiteX351" fmla="*/ 2443509 w 2490683"/>
                <a:gd name="connsiteY351" fmla="*/ 752377 h 2488086"/>
                <a:gd name="connsiteX352" fmla="*/ 2443509 w 2490683"/>
                <a:gd name="connsiteY352" fmla="*/ 743704 h 2488086"/>
                <a:gd name="connsiteX353" fmla="*/ 2465457 w 2490683"/>
                <a:gd name="connsiteY353" fmla="*/ 726927 h 2488086"/>
                <a:gd name="connsiteX354" fmla="*/ 2485410 w 2490683"/>
                <a:gd name="connsiteY354" fmla="*/ 747828 h 2488086"/>
                <a:gd name="connsiteX355" fmla="*/ 2464687 w 2490683"/>
                <a:gd name="connsiteY355" fmla="*/ 731178 h 2488086"/>
                <a:gd name="connsiteX356" fmla="*/ 2464602 w 2490683"/>
                <a:gd name="connsiteY356" fmla="*/ 731192 h 2488086"/>
                <a:gd name="connsiteX357" fmla="*/ 2448212 w 2490683"/>
                <a:gd name="connsiteY357" fmla="*/ 745410 h 2488086"/>
                <a:gd name="connsiteX358" fmla="*/ 2448212 w 2490683"/>
                <a:gd name="connsiteY358" fmla="*/ 752235 h 2488086"/>
                <a:gd name="connsiteX359" fmla="*/ 2455053 w 2490683"/>
                <a:gd name="connsiteY359" fmla="*/ 765032 h 2488086"/>
                <a:gd name="connsiteX360" fmla="*/ 2481876 w 2490683"/>
                <a:gd name="connsiteY360" fmla="*/ 761875 h 2488086"/>
                <a:gd name="connsiteX361" fmla="*/ 2485268 w 2490683"/>
                <a:gd name="connsiteY361" fmla="*/ 755221 h 2488086"/>
                <a:gd name="connsiteX362" fmla="*/ 2486836 w 2490683"/>
                <a:gd name="connsiteY362" fmla="*/ 748396 h 2488086"/>
                <a:gd name="connsiteX363" fmla="*/ 1590506 w 2490683"/>
                <a:gd name="connsiteY363" fmla="*/ 1107831 h 2488086"/>
                <a:gd name="connsiteX364" fmla="*/ 1617828 w 2490683"/>
                <a:gd name="connsiteY364" fmla="*/ 1129443 h 2488086"/>
                <a:gd name="connsiteX365" fmla="*/ 1617870 w 2490683"/>
                <a:gd name="connsiteY365" fmla="*/ 1129870 h 2488086"/>
                <a:gd name="connsiteX366" fmla="*/ 1617870 w 2490683"/>
                <a:gd name="connsiteY366" fmla="*/ 1138969 h 2488086"/>
                <a:gd name="connsiteX367" fmla="*/ 1596349 w 2490683"/>
                <a:gd name="connsiteY367" fmla="*/ 1157311 h 2488086"/>
                <a:gd name="connsiteX368" fmla="*/ 1577964 w 2490683"/>
                <a:gd name="connsiteY368" fmla="*/ 1151908 h 2488086"/>
                <a:gd name="connsiteX369" fmla="*/ 1568842 w 2490683"/>
                <a:gd name="connsiteY369" fmla="*/ 1135130 h 2488086"/>
                <a:gd name="connsiteX370" fmla="*/ 1569555 w 2490683"/>
                <a:gd name="connsiteY370" fmla="*/ 1126173 h 2488086"/>
                <a:gd name="connsiteX371" fmla="*/ 1590506 w 2490683"/>
                <a:gd name="connsiteY371" fmla="*/ 1107831 h 2488086"/>
                <a:gd name="connsiteX372" fmla="*/ 1613024 w 2490683"/>
                <a:gd name="connsiteY372" fmla="*/ 1130438 h 2488086"/>
                <a:gd name="connsiteX373" fmla="*/ 1590933 w 2490683"/>
                <a:gd name="connsiteY373" fmla="*/ 1112666 h 2488086"/>
                <a:gd name="connsiteX374" fmla="*/ 1573688 w 2490683"/>
                <a:gd name="connsiteY374" fmla="*/ 1126884 h 2488086"/>
                <a:gd name="connsiteX375" fmla="*/ 1573688 w 2490683"/>
                <a:gd name="connsiteY375" fmla="*/ 1134135 h 2488086"/>
                <a:gd name="connsiteX376" fmla="*/ 1595408 w 2490683"/>
                <a:gd name="connsiteY376" fmla="*/ 1151794 h 2488086"/>
                <a:gd name="connsiteX377" fmla="*/ 1595637 w 2490683"/>
                <a:gd name="connsiteY377" fmla="*/ 1151766 h 2488086"/>
                <a:gd name="connsiteX378" fmla="*/ 1612882 w 2490683"/>
                <a:gd name="connsiteY378" fmla="*/ 1137547 h 2488086"/>
                <a:gd name="connsiteX379" fmla="*/ 1612597 w 2490683"/>
                <a:gd name="connsiteY379" fmla="*/ 1130438 h 2488086"/>
                <a:gd name="connsiteX380" fmla="*/ 1589651 w 2490683"/>
                <a:gd name="connsiteY380" fmla="*/ 1099869 h 2488086"/>
                <a:gd name="connsiteX381" fmla="*/ 1625851 w 2490683"/>
                <a:gd name="connsiteY381" fmla="*/ 1129017 h 2488086"/>
                <a:gd name="connsiteX382" fmla="*/ 1597347 w 2490683"/>
                <a:gd name="connsiteY382" fmla="*/ 1165273 h 2488086"/>
                <a:gd name="connsiteX383" fmla="*/ 1561003 w 2490683"/>
                <a:gd name="connsiteY383" fmla="*/ 1135983 h 2488086"/>
                <a:gd name="connsiteX384" fmla="*/ 1562001 w 2490683"/>
                <a:gd name="connsiteY384" fmla="*/ 1124040 h 2488086"/>
                <a:gd name="connsiteX385" fmla="*/ 1589223 w 2490683"/>
                <a:gd name="connsiteY385" fmla="*/ 1099869 h 2488086"/>
                <a:gd name="connsiteX386" fmla="*/ 1621006 w 2490683"/>
                <a:gd name="connsiteY386" fmla="*/ 1129585 h 2488086"/>
                <a:gd name="connsiteX387" fmla="*/ 1610744 w 2490683"/>
                <a:gd name="connsiteY387" fmla="*/ 1110817 h 2488086"/>
                <a:gd name="connsiteX388" fmla="*/ 1590078 w 2490683"/>
                <a:gd name="connsiteY388" fmla="*/ 1104846 h 2488086"/>
                <a:gd name="connsiteX389" fmla="*/ 1563982 w 2490683"/>
                <a:gd name="connsiteY389" fmla="*/ 1135500 h 2488086"/>
                <a:gd name="connsiteX390" fmla="*/ 1594725 w 2490683"/>
                <a:gd name="connsiteY390" fmla="*/ 1161534 h 2488086"/>
                <a:gd name="connsiteX391" fmla="*/ 1620151 w 2490683"/>
                <a:gd name="connsiteY391" fmla="*/ 1139680 h 2488086"/>
                <a:gd name="connsiteX392" fmla="*/ 1620578 w 2490683"/>
                <a:gd name="connsiteY392" fmla="*/ 1129585 h 2488086"/>
                <a:gd name="connsiteX393" fmla="*/ 2410015 w 2490683"/>
                <a:gd name="connsiteY393" fmla="*/ 209528 h 2488086"/>
                <a:gd name="connsiteX394" fmla="*/ 2446359 w 2490683"/>
                <a:gd name="connsiteY394" fmla="*/ 238817 h 2488086"/>
                <a:gd name="connsiteX395" fmla="*/ 2445361 w 2490683"/>
                <a:gd name="connsiteY395" fmla="*/ 250761 h 2488086"/>
                <a:gd name="connsiteX396" fmla="*/ 2405098 w 2490683"/>
                <a:gd name="connsiteY396" fmla="*/ 274078 h 2488086"/>
                <a:gd name="connsiteX397" fmla="*/ 2380798 w 2490683"/>
                <a:gd name="connsiteY397" fmla="*/ 245784 h 2488086"/>
                <a:gd name="connsiteX398" fmla="*/ 2381653 w 2490683"/>
                <a:gd name="connsiteY398" fmla="*/ 233841 h 2488086"/>
                <a:gd name="connsiteX399" fmla="*/ 2381653 w 2490683"/>
                <a:gd name="connsiteY399" fmla="*/ 233841 h 2488086"/>
                <a:gd name="connsiteX400" fmla="*/ 2410015 w 2490683"/>
                <a:gd name="connsiteY400" fmla="*/ 209528 h 2488086"/>
                <a:gd name="connsiteX401" fmla="*/ 2441371 w 2490683"/>
                <a:gd name="connsiteY401" fmla="*/ 239244 h 2488086"/>
                <a:gd name="connsiteX402" fmla="*/ 2431109 w 2490683"/>
                <a:gd name="connsiteY402" fmla="*/ 220476 h 2488086"/>
                <a:gd name="connsiteX403" fmla="*/ 2410585 w 2490683"/>
                <a:gd name="connsiteY403" fmla="*/ 214504 h 2488086"/>
                <a:gd name="connsiteX404" fmla="*/ 2386499 w 2490683"/>
                <a:gd name="connsiteY404" fmla="*/ 235121 h 2488086"/>
                <a:gd name="connsiteX405" fmla="*/ 2386499 w 2490683"/>
                <a:gd name="connsiteY405" fmla="*/ 235121 h 2488086"/>
                <a:gd name="connsiteX406" fmla="*/ 2385644 w 2490683"/>
                <a:gd name="connsiteY406" fmla="*/ 245216 h 2488086"/>
                <a:gd name="connsiteX407" fmla="*/ 2418709 w 2490683"/>
                <a:gd name="connsiteY407" fmla="*/ 268220 h 2488086"/>
                <a:gd name="connsiteX408" fmla="*/ 2440658 w 2490683"/>
                <a:gd name="connsiteY408" fmla="*/ 249481 h 2488086"/>
                <a:gd name="connsiteX409" fmla="*/ 2441371 w 2490683"/>
                <a:gd name="connsiteY409" fmla="*/ 239244 h 2488086"/>
                <a:gd name="connsiteX410" fmla="*/ 1194576 w 2490683"/>
                <a:gd name="connsiteY410" fmla="*/ 542517 h 2488086"/>
                <a:gd name="connsiteX411" fmla="*/ 1218805 w 2490683"/>
                <a:gd name="connsiteY411" fmla="*/ 549484 h 2488086"/>
                <a:gd name="connsiteX412" fmla="*/ 1230777 w 2490683"/>
                <a:gd name="connsiteY412" fmla="*/ 571665 h 2488086"/>
                <a:gd name="connsiteX413" fmla="*/ 1229921 w 2490683"/>
                <a:gd name="connsiteY413" fmla="*/ 583608 h 2488086"/>
                <a:gd name="connsiteX414" fmla="*/ 1189231 w 2490683"/>
                <a:gd name="connsiteY414" fmla="*/ 606584 h 2488086"/>
                <a:gd name="connsiteX415" fmla="*/ 1165216 w 2490683"/>
                <a:gd name="connsiteY415" fmla="*/ 578631 h 2488086"/>
                <a:gd name="connsiteX416" fmla="*/ 1166214 w 2490683"/>
                <a:gd name="connsiteY416" fmla="*/ 566688 h 2488086"/>
                <a:gd name="connsiteX417" fmla="*/ 1166214 w 2490683"/>
                <a:gd name="connsiteY417" fmla="*/ 566688 h 2488086"/>
                <a:gd name="connsiteX418" fmla="*/ 1194576 w 2490683"/>
                <a:gd name="connsiteY418" fmla="*/ 542517 h 2488086"/>
                <a:gd name="connsiteX419" fmla="*/ 1225931 w 2490683"/>
                <a:gd name="connsiteY419" fmla="*/ 572233 h 2488086"/>
                <a:gd name="connsiteX420" fmla="*/ 1195146 w 2490683"/>
                <a:gd name="connsiteY420" fmla="*/ 547352 h 2488086"/>
                <a:gd name="connsiteX421" fmla="*/ 1170917 w 2490683"/>
                <a:gd name="connsiteY421" fmla="*/ 567968 h 2488086"/>
                <a:gd name="connsiteX422" fmla="*/ 1170917 w 2490683"/>
                <a:gd name="connsiteY422" fmla="*/ 567968 h 2488086"/>
                <a:gd name="connsiteX423" fmla="*/ 1170917 w 2490683"/>
                <a:gd name="connsiteY423" fmla="*/ 578063 h 2488086"/>
                <a:gd name="connsiteX424" fmla="*/ 1204196 w 2490683"/>
                <a:gd name="connsiteY424" fmla="*/ 600755 h 2488086"/>
                <a:gd name="connsiteX425" fmla="*/ 1225788 w 2490683"/>
                <a:gd name="connsiteY425" fmla="*/ 582328 h 2488086"/>
                <a:gd name="connsiteX426" fmla="*/ 1225931 w 2490683"/>
                <a:gd name="connsiteY426" fmla="*/ 572233 h 2488086"/>
                <a:gd name="connsiteX427" fmla="*/ 1196428 w 2490683"/>
                <a:gd name="connsiteY427" fmla="*/ 559437 h 2488086"/>
                <a:gd name="connsiteX428" fmla="*/ 1207973 w 2490683"/>
                <a:gd name="connsiteY428" fmla="*/ 562849 h 2488086"/>
                <a:gd name="connsiteX429" fmla="*/ 1213816 w 2490683"/>
                <a:gd name="connsiteY429" fmla="*/ 573513 h 2488086"/>
                <a:gd name="connsiteX430" fmla="*/ 1213816 w 2490683"/>
                <a:gd name="connsiteY430" fmla="*/ 579200 h 2488086"/>
                <a:gd name="connsiteX431" fmla="*/ 1199564 w 2490683"/>
                <a:gd name="connsiteY431" fmla="*/ 590859 h 2488086"/>
                <a:gd name="connsiteX432" fmla="*/ 1188020 w 2490683"/>
                <a:gd name="connsiteY432" fmla="*/ 587447 h 2488086"/>
                <a:gd name="connsiteX433" fmla="*/ 1182176 w 2490683"/>
                <a:gd name="connsiteY433" fmla="*/ 576783 h 2488086"/>
                <a:gd name="connsiteX434" fmla="*/ 1182176 w 2490683"/>
                <a:gd name="connsiteY434" fmla="*/ 571096 h 2488086"/>
                <a:gd name="connsiteX435" fmla="*/ 1182176 w 2490683"/>
                <a:gd name="connsiteY435" fmla="*/ 571096 h 2488086"/>
                <a:gd name="connsiteX436" fmla="*/ 1196428 w 2490683"/>
                <a:gd name="connsiteY436" fmla="*/ 559437 h 2488086"/>
                <a:gd name="connsiteX437" fmla="*/ 1208828 w 2490683"/>
                <a:gd name="connsiteY437" fmla="*/ 573655 h 2488086"/>
                <a:gd name="connsiteX438" fmla="*/ 1204837 w 2490683"/>
                <a:gd name="connsiteY438" fmla="*/ 566404 h 2488086"/>
                <a:gd name="connsiteX439" fmla="*/ 1196856 w 2490683"/>
                <a:gd name="connsiteY439" fmla="*/ 564129 h 2488086"/>
                <a:gd name="connsiteX440" fmla="*/ 1187592 w 2490683"/>
                <a:gd name="connsiteY440" fmla="*/ 572091 h 2488086"/>
                <a:gd name="connsiteX441" fmla="*/ 1187592 w 2490683"/>
                <a:gd name="connsiteY441" fmla="*/ 572091 h 2488086"/>
                <a:gd name="connsiteX442" fmla="*/ 1187592 w 2490683"/>
                <a:gd name="connsiteY442" fmla="*/ 576072 h 2488086"/>
                <a:gd name="connsiteX443" fmla="*/ 1191583 w 2490683"/>
                <a:gd name="connsiteY443" fmla="*/ 583323 h 2488086"/>
                <a:gd name="connsiteX444" fmla="*/ 1206804 w 2490683"/>
                <a:gd name="connsiteY444" fmla="*/ 581646 h 2488086"/>
                <a:gd name="connsiteX445" fmla="*/ 1208828 w 2490683"/>
                <a:gd name="connsiteY445" fmla="*/ 577636 h 2488086"/>
                <a:gd name="connsiteX446" fmla="*/ 1208828 w 2490683"/>
                <a:gd name="connsiteY446" fmla="*/ 573939 h 2488086"/>
                <a:gd name="connsiteX447" fmla="*/ 317914 w 2490683"/>
                <a:gd name="connsiteY447" fmla="*/ 754652 h 2488086"/>
                <a:gd name="connsiteX448" fmla="*/ 354091 w 2490683"/>
                <a:gd name="connsiteY448" fmla="*/ 783572 h 2488086"/>
                <a:gd name="connsiteX449" fmla="*/ 354115 w 2490683"/>
                <a:gd name="connsiteY449" fmla="*/ 783800 h 2488086"/>
                <a:gd name="connsiteX450" fmla="*/ 353260 w 2490683"/>
                <a:gd name="connsiteY450" fmla="*/ 795743 h 2488086"/>
                <a:gd name="connsiteX451" fmla="*/ 313291 w 2490683"/>
                <a:gd name="connsiteY451" fmla="*/ 819572 h 2488086"/>
                <a:gd name="connsiteX452" fmla="*/ 288554 w 2490683"/>
                <a:gd name="connsiteY452" fmla="*/ 790766 h 2488086"/>
                <a:gd name="connsiteX453" fmla="*/ 289552 w 2490683"/>
                <a:gd name="connsiteY453" fmla="*/ 778823 h 2488086"/>
                <a:gd name="connsiteX454" fmla="*/ 289552 w 2490683"/>
                <a:gd name="connsiteY454" fmla="*/ 778823 h 2488086"/>
                <a:gd name="connsiteX455" fmla="*/ 317914 w 2490683"/>
                <a:gd name="connsiteY455" fmla="*/ 754652 h 2488086"/>
                <a:gd name="connsiteX456" fmla="*/ 349269 w 2490683"/>
                <a:gd name="connsiteY456" fmla="*/ 784368 h 2488086"/>
                <a:gd name="connsiteX457" fmla="*/ 339008 w 2490683"/>
                <a:gd name="connsiteY457" fmla="*/ 765600 h 2488086"/>
                <a:gd name="connsiteX458" fmla="*/ 299013 w 2490683"/>
                <a:gd name="connsiteY458" fmla="*/ 770633 h 2488086"/>
                <a:gd name="connsiteX459" fmla="*/ 294255 w 2490683"/>
                <a:gd name="connsiteY459" fmla="*/ 779819 h 2488086"/>
                <a:gd name="connsiteX460" fmla="*/ 307694 w 2490683"/>
                <a:gd name="connsiteY460" fmla="*/ 817738 h 2488086"/>
                <a:gd name="connsiteX461" fmla="*/ 345701 w 2490683"/>
                <a:gd name="connsiteY461" fmla="*/ 804331 h 2488086"/>
                <a:gd name="connsiteX462" fmla="*/ 348414 w 2490683"/>
                <a:gd name="connsiteY462" fmla="*/ 794037 h 2488086"/>
                <a:gd name="connsiteX463" fmla="*/ 349269 w 2490683"/>
                <a:gd name="connsiteY463" fmla="*/ 784368 h 2488086"/>
                <a:gd name="connsiteX464" fmla="*/ 1590506 w 2490683"/>
                <a:gd name="connsiteY464" fmla="*/ 1107831 h 2488086"/>
                <a:gd name="connsiteX465" fmla="*/ 1617828 w 2490683"/>
                <a:gd name="connsiteY465" fmla="*/ 1129443 h 2488086"/>
                <a:gd name="connsiteX466" fmla="*/ 1617870 w 2490683"/>
                <a:gd name="connsiteY466" fmla="*/ 1129870 h 2488086"/>
                <a:gd name="connsiteX467" fmla="*/ 1617870 w 2490683"/>
                <a:gd name="connsiteY467" fmla="*/ 1138969 h 2488086"/>
                <a:gd name="connsiteX468" fmla="*/ 1596349 w 2490683"/>
                <a:gd name="connsiteY468" fmla="*/ 1157311 h 2488086"/>
                <a:gd name="connsiteX469" fmla="*/ 1577964 w 2490683"/>
                <a:gd name="connsiteY469" fmla="*/ 1151908 h 2488086"/>
                <a:gd name="connsiteX470" fmla="*/ 1568842 w 2490683"/>
                <a:gd name="connsiteY470" fmla="*/ 1135130 h 2488086"/>
                <a:gd name="connsiteX471" fmla="*/ 1569555 w 2490683"/>
                <a:gd name="connsiteY471" fmla="*/ 1126173 h 2488086"/>
                <a:gd name="connsiteX472" fmla="*/ 1590506 w 2490683"/>
                <a:gd name="connsiteY472" fmla="*/ 1107831 h 2488086"/>
                <a:gd name="connsiteX473" fmla="*/ 1613024 w 2490683"/>
                <a:gd name="connsiteY473" fmla="*/ 1130438 h 2488086"/>
                <a:gd name="connsiteX474" fmla="*/ 1590933 w 2490683"/>
                <a:gd name="connsiteY474" fmla="*/ 1112666 h 2488086"/>
                <a:gd name="connsiteX475" fmla="*/ 1573688 w 2490683"/>
                <a:gd name="connsiteY475" fmla="*/ 1126884 h 2488086"/>
                <a:gd name="connsiteX476" fmla="*/ 1573688 w 2490683"/>
                <a:gd name="connsiteY476" fmla="*/ 1134135 h 2488086"/>
                <a:gd name="connsiteX477" fmla="*/ 1595408 w 2490683"/>
                <a:gd name="connsiteY477" fmla="*/ 1151794 h 2488086"/>
                <a:gd name="connsiteX478" fmla="*/ 1595637 w 2490683"/>
                <a:gd name="connsiteY478" fmla="*/ 1151766 h 2488086"/>
                <a:gd name="connsiteX479" fmla="*/ 1612882 w 2490683"/>
                <a:gd name="connsiteY479" fmla="*/ 1137547 h 2488086"/>
                <a:gd name="connsiteX480" fmla="*/ 1612597 w 2490683"/>
                <a:gd name="connsiteY480" fmla="*/ 1130438 h 2488086"/>
                <a:gd name="connsiteX481" fmla="*/ 551082 w 2490683"/>
                <a:gd name="connsiteY481" fmla="*/ 326543 h 2488086"/>
                <a:gd name="connsiteX482" fmla="*/ 577687 w 2490683"/>
                <a:gd name="connsiteY482" fmla="*/ 326359 h 2488086"/>
                <a:gd name="connsiteX483" fmla="*/ 577877 w 2490683"/>
                <a:gd name="connsiteY483" fmla="*/ 326543 h 2488086"/>
                <a:gd name="connsiteX484" fmla="*/ 582438 w 2490683"/>
                <a:gd name="connsiteY484" fmla="*/ 344458 h 2488086"/>
                <a:gd name="connsiteX485" fmla="*/ 577164 w 2490683"/>
                <a:gd name="connsiteY485" fmla="*/ 353416 h 2488086"/>
                <a:gd name="connsiteX486" fmla="*/ 563625 w 2490683"/>
                <a:gd name="connsiteY486" fmla="*/ 358534 h 2488086"/>
                <a:gd name="connsiteX487" fmla="*/ 545095 w 2490683"/>
                <a:gd name="connsiteY487" fmla="*/ 339212 h 2488086"/>
                <a:gd name="connsiteX488" fmla="*/ 551082 w 2490683"/>
                <a:gd name="connsiteY488" fmla="*/ 325833 h 2488086"/>
                <a:gd name="connsiteX489" fmla="*/ 574314 w 2490683"/>
                <a:gd name="connsiteY489" fmla="*/ 330667 h 2488086"/>
                <a:gd name="connsiteX490" fmla="*/ 564480 w 2490683"/>
                <a:gd name="connsiteY490" fmla="*/ 326259 h 2488086"/>
                <a:gd name="connsiteX491" fmla="*/ 554503 w 2490683"/>
                <a:gd name="connsiteY491" fmla="*/ 330098 h 2488086"/>
                <a:gd name="connsiteX492" fmla="*/ 550085 w 2490683"/>
                <a:gd name="connsiteY492" fmla="*/ 336070 h 2488086"/>
                <a:gd name="connsiteX493" fmla="*/ 553505 w 2490683"/>
                <a:gd name="connsiteY493" fmla="*/ 349435 h 2488086"/>
                <a:gd name="connsiteX494" fmla="*/ 563339 w 2490683"/>
                <a:gd name="connsiteY494" fmla="*/ 353700 h 2488086"/>
                <a:gd name="connsiteX495" fmla="*/ 573316 w 2490683"/>
                <a:gd name="connsiteY495" fmla="*/ 349861 h 2488086"/>
                <a:gd name="connsiteX496" fmla="*/ 577307 w 2490683"/>
                <a:gd name="connsiteY496" fmla="*/ 343321 h 2488086"/>
                <a:gd name="connsiteX497" fmla="*/ 574314 w 2490683"/>
                <a:gd name="connsiteY497" fmla="*/ 330667 h 2488086"/>
                <a:gd name="connsiteX498" fmla="*/ 203753 w 2490683"/>
                <a:gd name="connsiteY498" fmla="*/ 2451306 h 2488086"/>
                <a:gd name="connsiteX499" fmla="*/ 233774 w 2490683"/>
                <a:gd name="connsiteY499" fmla="*/ 2452102 h 2488086"/>
                <a:gd name="connsiteX500" fmla="*/ 233825 w 2490683"/>
                <a:gd name="connsiteY500" fmla="*/ 2452159 h 2488086"/>
                <a:gd name="connsiteX501" fmla="*/ 238956 w 2490683"/>
                <a:gd name="connsiteY501" fmla="*/ 2472206 h 2488086"/>
                <a:gd name="connsiteX502" fmla="*/ 232970 w 2490683"/>
                <a:gd name="connsiteY502" fmla="*/ 2482159 h 2488086"/>
                <a:gd name="connsiteX503" fmla="*/ 202943 w 2490683"/>
                <a:gd name="connsiteY503" fmla="*/ 2481605 h 2488086"/>
                <a:gd name="connsiteX504" fmla="*/ 197767 w 2490683"/>
                <a:gd name="connsiteY504" fmla="*/ 2461258 h 2488086"/>
                <a:gd name="connsiteX505" fmla="*/ 203183 w 2490683"/>
                <a:gd name="connsiteY505" fmla="*/ 2451306 h 2488086"/>
                <a:gd name="connsiteX506" fmla="*/ 230120 w 2490683"/>
                <a:gd name="connsiteY506" fmla="*/ 2455429 h 2488086"/>
                <a:gd name="connsiteX507" fmla="*/ 207031 w 2490683"/>
                <a:gd name="connsiteY507" fmla="*/ 2455429 h 2488086"/>
                <a:gd name="connsiteX508" fmla="*/ 204497 w 2490683"/>
                <a:gd name="connsiteY508" fmla="*/ 2478420 h 2488086"/>
                <a:gd name="connsiteX509" fmla="*/ 227537 w 2490683"/>
                <a:gd name="connsiteY509" fmla="*/ 2480936 h 2488086"/>
                <a:gd name="connsiteX510" fmla="*/ 229550 w 2490683"/>
                <a:gd name="connsiteY510" fmla="*/ 2479031 h 2488086"/>
                <a:gd name="connsiteX511" fmla="*/ 234110 w 2490683"/>
                <a:gd name="connsiteY511" fmla="*/ 2471495 h 2488086"/>
                <a:gd name="connsiteX512" fmla="*/ 229550 w 2490683"/>
                <a:gd name="connsiteY512" fmla="*/ 2455429 h 2488086"/>
                <a:gd name="connsiteX513" fmla="*/ 239954 w 2490683"/>
                <a:gd name="connsiteY513" fmla="*/ 1641155 h 2488086"/>
                <a:gd name="connsiteX514" fmla="*/ 270179 w 2490683"/>
                <a:gd name="connsiteY514" fmla="*/ 1641866 h 2488086"/>
                <a:gd name="connsiteX515" fmla="*/ 269469 w 2490683"/>
                <a:gd name="connsiteY515" fmla="*/ 1672022 h 2488086"/>
                <a:gd name="connsiteX516" fmla="*/ 239243 w 2490683"/>
                <a:gd name="connsiteY516" fmla="*/ 1671311 h 2488086"/>
                <a:gd name="connsiteX517" fmla="*/ 239099 w 2490683"/>
                <a:gd name="connsiteY517" fmla="*/ 1671155 h 2488086"/>
                <a:gd name="connsiteX518" fmla="*/ 233968 w 2490683"/>
                <a:gd name="connsiteY518" fmla="*/ 1651108 h 2488086"/>
                <a:gd name="connsiteX519" fmla="*/ 239384 w 2490683"/>
                <a:gd name="connsiteY519" fmla="*/ 1641155 h 2488086"/>
                <a:gd name="connsiteX520" fmla="*/ 266321 w 2490683"/>
                <a:gd name="connsiteY520" fmla="*/ 1645420 h 2488086"/>
                <a:gd name="connsiteX521" fmla="*/ 243374 w 2490683"/>
                <a:gd name="connsiteY521" fmla="*/ 1644709 h 2488086"/>
                <a:gd name="connsiteX522" fmla="*/ 246701 w 2490683"/>
                <a:gd name="connsiteY522" fmla="*/ 1667586 h 2488086"/>
                <a:gd name="connsiteX523" fmla="*/ 265038 w 2490683"/>
                <a:gd name="connsiteY523" fmla="*/ 1668454 h 2488086"/>
                <a:gd name="connsiteX524" fmla="*/ 269599 w 2490683"/>
                <a:gd name="connsiteY524" fmla="*/ 1660776 h 2488086"/>
                <a:gd name="connsiteX525" fmla="*/ 265751 w 2490683"/>
                <a:gd name="connsiteY525" fmla="*/ 1645420 h 2488086"/>
                <a:gd name="connsiteX526" fmla="*/ 1141557 w 2490683"/>
                <a:gd name="connsiteY526" fmla="*/ 2254384 h 2488086"/>
                <a:gd name="connsiteX527" fmla="*/ 1193749 w 2490683"/>
                <a:gd name="connsiteY527" fmla="*/ 2255536 h 2488086"/>
                <a:gd name="connsiteX528" fmla="*/ 1202700 w 2490683"/>
                <a:gd name="connsiteY528" fmla="*/ 2290640 h 2488086"/>
                <a:gd name="connsiteX529" fmla="*/ 1192438 w 2490683"/>
                <a:gd name="connsiteY529" fmla="*/ 2307844 h 2488086"/>
                <a:gd name="connsiteX530" fmla="*/ 1165928 w 2490683"/>
                <a:gd name="connsiteY530" fmla="*/ 2317940 h 2488086"/>
                <a:gd name="connsiteX531" fmla="*/ 1129950 w 2490683"/>
                <a:gd name="connsiteY531" fmla="*/ 2279920 h 2488086"/>
                <a:gd name="connsiteX532" fmla="*/ 1131153 w 2490683"/>
                <a:gd name="connsiteY532" fmla="*/ 2271588 h 2488086"/>
                <a:gd name="connsiteX533" fmla="*/ 1140987 w 2490683"/>
                <a:gd name="connsiteY533" fmla="*/ 2254384 h 2488086"/>
                <a:gd name="connsiteX534" fmla="*/ 1190158 w 2490683"/>
                <a:gd name="connsiteY534" fmla="*/ 2259076 h 2488086"/>
                <a:gd name="connsiteX535" fmla="*/ 1144835 w 2490683"/>
                <a:gd name="connsiteY535" fmla="*/ 2260612 h 2488086"/>
                <a:gd name="connsiteX536" fmla="*/ 1143695 w 2490683"/>
                <a:gd name="connsiteY536" fmla="*/ 2303010 h 2488086"/>
                <a:gd name="connsiteX537" fmla="*/ 1166071 w 2490683"/>
                <a:gd name="connsiteY537" fmla="*/ 2312963 h 2488086"/>
                <a:gd name="connsiteX538" fmla="*/ 1189017 w 2490683"/>
                <a:gd name="connsiteY538" fmla="*/ 2304290 h 2488086"/>
                <a:gd name="connsiteX539" fmla="*/ 1197854 w 2490683"/>
                <a:gd name="connsiteY539" fmla="*/ 2289361 h 2488086"/>
                <a:gd name="connsiteX540" fmla="*/ 1189587 w 2490683"/>
                <a:gd name="connsiteY540" fmla="*/ 2259076 h 2488086"/>
                <a:gd name="connsiteX541" fmla="*/ 1403230 w 2490683"/>
                <a:gd name="connsiteY541" fmla="*/ 638206 h 2488086"/>
                <a:gd name="connsiteX542" fmla="*/ 1455393 w 2490683"/>
                <a:gd name="connsiteY542" fmla="*/ 639485 h 2488086"/>
                <a:gd name="connsiteX543" fmla="*/ 1464373 w 2490683"/>
                <a:gd name="connsiteY543" fmla="*/ 674462 h 2488086"/>
                <a:gd name="connsiteX544" fmla="*/ 1454111 w 2490683"/>
                <a:gd name="connsiteY544" fmla="*/ 691666 h 2488086"/>
                <a:gd name="connsiteX545" fmla="*/ 1401805 w 2490683"/>
                <a:gd name="connsiteY545" fmla="*/ 690244 h 2488086"/>
                <a:gd name="connsiteX546" fmla="*/ 1403230 w 2490683"/>
                <a:gd name="connsiteY546" fmla="*/ 638206 h 2488086"/>
                <a:gd name="connsiteX547" fmla="*/ 1451830 w 2490683"/>
                <a:gd name="connsiteY547" fmla="*/ 642898 h 2488086"/>
                <a:gd name="connsiteX548" fmla="*/ 1406907 w 2490683"/>
                <a:gd name="connsiteY548" fmla="*/ 641518 h 2488086"/>
                <a:gd name="connsiteX549" fmla="*/ 1406651 w 2490683"/>
                <a:gd name="connsiteY549" fmla="*/ 641760 h 2488086"/>
                <a:gd name="connsiteX550" fmla="*/ 1405183 w 2490683"/>
                <a:gd name="connsiteY550" fmla="*/ 686775 h 2488086"/>
                <a:gd name="connsiteX551" fmla="*/ 1405368 w 2490683"/>
                <a:gd name="connsiteY551" fmla="*/ 686974 h 2488086"/>
                <a:gd name="connsiteX552" fmla="*/ 1450690 w 2490683"/>
                <a:gd name="connsiteY552" fmla="*/ 688111 h 2488086"/>
                <a:gd name="connsiteX553" fmla="*/ 1459527 w 2490683"/>
                <a:gd name="connsiteY553" fmla="*/ 673182 h 2488086"/>
                <a:gd name="connsiteX554" fmla="*/ 1451260 w 2490683"/>
                <a:gd name="connsiteY554" fmla="*/ 643466 h 2488086"/>
                <a:gd name="connsiteX555" fmla="*/ 1017134 w 2490683"/>
                <a:gd name="connsiteY555" fmla="*/ 1067310 h 2488086"/>
                <a:gd name="connsiteX556" fmla="*/ 1101987 w 2490683"/>
                <a:gd name="connsiteY556" fmla="*/ 1068106 h 2488086"/>
                <a:gd name="connsiteX557" fmla="*/ 1116900 w 2490683"/>
                <a:gd name="connsiteY557" fmla="*/ 1126315 h 2488086"/>
                <a:gd name="connsiteX558" fmla="*/ 1065450 w 2490683"/>
                <a:gd name="connsiteY558" fmla="*/ 1170391 h 2488086"/>
                <a:gd name="connsiteX559" fmla="*/ 999410 w 2490683"/>
                <a:gd name="connsiteY559" fmla="*/ 1116917 h 2488086"/>
                <a:gd name="connsiteX560" fmla="*/ 1017704 w 2490683"/>
                <a:gd name="connsiteY560" fmla="*/ 1067310 h 2488086"/>
                <a:gd name="connsiteX561" fmla="*/ 1098372 w 2490683"/>
                <a:gd name="connsiteY561" fmla="*/ 1072997 h 2488086"/>
                <a:gd name="connsiteX562" fmla="*/ 1020597 w 2490683"/>
                <a:gd name="connsiteY562" fmla="*/ 1070964 h 2488086"/>
                <a:gd name="connsiteX563" fmla="*/ 1020555 w 2490683"/>
                <a:gd name="connsiteY563" fmla="*/ 1071006 h 2488086"/>
                <a:gd name="connsiteX564" fmla="*/ 1005305 w 2490683"/>
                <a:gd name="connsiteY564" fmla="*/ 1096599 h 2488086"/>
                <a:gd name="connsiteX565" fmla="*/ 1044077 w 2490683"/>
                <a:gd name="connsiteY565" fmla="*/ 1163894 h 2488086"/>
                <a:gd name="connsiteX566" fmla="*/ 1096377 w 2490683"/>
                <a:gd name="connsiteY566" fmla="*/ 1150628 h 2488086"/>
                <a:gd name="connsiteX567" fmla="*/ 1111627 w 2490683"/>
                <a:gd name="connsiteY567" fmla="*/ 1125036 h 2488086"/>
                <a:gd name="connsiteX568" fmla="*/ 1097802 w 2490683"/>
                <a:gd name="connsiteY568" fmla="*/ 1073566 h 2488086"/>
                <a:gd name="connsiteX569" fmla="*/ 1022550 w 2490683"/>
                <a:gd name="connsiteY569" fmla="*/ 1072997 h 2488086"/>
                <a:gd name="connsiteX570" fmla="*/ 1096044 w 2490683"/>
                <a:gd name="connsiteY570" fmla="*/ 1076324 h 2488086"/>
                <a:gd name="connsiteX571" fmla="*/ 1108064 w 2490683"/>
                <a:gd name="connsiteY571" fmla="*/ 1124040 h 2488086"/>
                <a:gd name="connsiteX572" fmla="*/ 1093812 w 2490683"/>
                <a:gd name="connsiteY572" fmla="*/ 1148353 h 2488086"/>
                <a:gd name="connsiteX573" fmla="*/ 1063597 w 2490683"/>
                <a:gd name="connsiteY573" fmla="*/ 1162571 h 2488086"/>
                <a:gd name="connsiteX574" fmla="*/ 1006271 w 2490683"/>
                <a:gd name="connsiteY574" fmla="*/ 1116576 h 2488086"/>
                <a:gd name="connsiteX575" fmla="*/ 1007727 w 2490683"/>
                <a:gd name="connsiteY575" fmla="*/ 1097594 h 2488086"/>
                <a:gd name="connsiteX576" fmla="*/ 1007727 w 2490683"/>
                <a:gd name="connsiteY576" fmla="*/ 1097594 h 2488086"/>
                <a:gd name="connsiteX577" fmla="*/ 1021980 w 2490683"/>
                <a:gd name="connsiteY577" fmla="*/ 1073708 h 2488086"/>
                <a:gd name="connsiteX578" fmla="*/ 1092529 w 2490683"/>
                <a:gd name="connsiteY578" fmla="*/ 1078400 h 2488086"/>
                <a:gd name="connsiteX579" fmla="*/ 1026025 w 2490683"/>
                <a:gd name="connsiteY579" fmla="*/ 1077277 h 2488086"/>
                <a:gd name="connsiteX580" fmla="*/ 1024260 w 2490683"/>
                <a:gd name="connsiteY580" fmla="*/ 1142950 h 2488086"/>
                <a:gd name="connsiteX581" fmla="*/ 1063454 w 2490683"/>
                <a:gd name="connsiteY581" fmla="*/ 1157169 h 2488086"/>
                <a:gd name="connsiteX582" fmla="*/ 1090819 w 2490683"/>
                <a:gd name="connsiteY582" fmla="*/ 1144514 h 2488086"/>
                <a:gd name="connsiteX583" fmla="*/ 1103931 w 2490683"/>
                <a:gd name="connsiteY583" fmla="*/ 1122618 h 2488086"/>
                <a:gd name="connsiteX584" fmla="*/ 1091674 w 2490683"/>
                <a:gd name="connsiteY584" fmla="*/ 1079111 h 2488086"/>
                <a:gd name="connsiteX585" fmla="*/ 1032099 w 2490683"/>
                <a:gd name="connsiteY585" fmla="*/ 1082950 h 2488086"/>
                <a:gd name="connsiteX586" fmla="*/ 1086286 w 2490683"/>
                <a:gd name="connsiteY586" fmla="*/ 1084812 h 2488086"/>
                <a:gd name="connsiteX587" fmla="*/ 1095379 w 2490683"/>
                <a:gd name="connsiteY587" fmla="*/ 1120486 h 2488086"/>
                <a:gd name="connsiteX588" fmla="*/ 1084690 w 2490683"/>
                <a:gd name="connsiteY588" fmla="*/ 1138400 h 2488086"/>
                <a:gd name="connsiteX589" fmla="*/ 1030602 w 2490683"/>
                <a:gd name="connsiteY589" fmla="*/ 1136908 h 2488086"/>
                <a:gd name="connsiteX590" fmla="*/ 1032099 w 2490683"/>
                <a:gd name="connsiteY590" fmla="*/ 1082950 h 2488086"/>
                <a:gd name="connsiteX591" fmla="*/ 1082552 w 2490683"/>
                <a:gd name="connsiteY591" fmla="*/ 1087784 h 2488086"/>
                <a:gd name="connsiteX592" fmla="*/ 1059321 w 2490683"/>
                <a:gd name="connsiteY592" fmla="*/ 1077405 h 2488086"/>
                <a:gd name="connsiteX593" fmla="*/ 1035520 w 2490683"/>
                <a:gd name="connsiteY593" fmla="*/ 1086504 h 2488086"/>
                <a:gd name="connsiteX594" fmla="*/ 1026256 w 2490683"/>
                <a:gd name="connsiteY594" fmla="*/ 1102144 h 2488086"/>
                <a:gd name="connsiteX595" fmla="*/ 1049686 w 2490683"/>
                <a:gd name="connsiteY595" fmla="*/ 1142751 h 2488086"/>
                <a:gd name="connsiteX596" fmla="*/ 1081270 w 2490683"/>
                <a:gd name="connsiteY596" fmla="*/ 1134704 h 2488086"/>
                <a:gd name="connsiteX597" fmla="*/ 1090534 w 2490683"/>
                <a:gd name="connsiteY597" fmla="*/ 1119206 h 2488086"/>
                <a:gd name="connsiteX598" fmla="*/ 1081982 w 2490683"/>
                <a:gd name="connsiteY598" fmla="*/ 1088495 h 2488086"/>
                <a:gd name="connsiteX599" fmla="*/ 331596 w 2490683"/>
                <a:gd name="connsiteY599" fmla="*/ 1032902 h 2488086"/>
                <a:gd name="connsiteX600" fmla="*/ 380875 w 2490683"/>
                <a:gd name="connsiteY600" fmla="*/ 1036072 h 2488086"/>
                <a:gd name="connsiteX601" fmla="*/ 388606 w 2490683"/>
                <a:gd name="connsiteY601" fmla="*/ 1067168 h 2488086"/>
                <a:gd name="connsiteX602" fmla="*/ 353973 w 2490683"/>
                <a:gd name="connsiteY602" fmla="*/ 1093045 h 2488086"/>
                <a:gd name="connsiteX603" fmla="*/ 320028 w 2490683"/>
                <a:gd name="connsiteY603" fmla="*/ 1057272 h 2488086"/>
                <a:gd name="connsiteX604" fmla="*/ 321192 w 2490683"/>
                <a:gd name="connsiteY604" fmla="*/ 1049253 h 2488086"/>
                <a:gd name="connsiteX605" fmla="*/ 331026 w 2490683"/>
                <a:gd name="connsiteY605" fmla="*/ 1033613 h 2488086"/>
                <a:gd name="connsiteX606" fmla="*/ 377346 w 2490683"/>
                <a:gd name="connsiteY606" fmla="*/ 1037594 h 2488086"/>
                <a:gd name="connsiteX607" fmla="*/ 356395 w 2490683"/>
                <a:gd name="connsiteY607" fmla="*/ 1028352 h 2488086"/>
                <a:gd name="connsiteX608" fmla="*/ 326608 w 2490683"/>
                <a:gd name="connsiteY608" fmla="*/ 1050532 h 2488086"/>
                <a:gd name="connsiteX609" fmla="*/ 347831 w 2490683"/>
                <a:gd name="connsiteY609" fmla="*/ 1087073 h 2488086"/>
                <a:gd name="connsiteX610" fmla="*/ 355113 w 2490683"/>
                <a:gd name="connsiteY610" fmla="*/ 1088068 h 2488086"/>
                <a:gd name="connsiteX611" fmla="*/ 384900 w 2490683"/>
                <a:gd name="connsiteY611" fmla="*/ 1065888 h 2488086"/>
                <a:gd name="connsiteX612" fmla="*/ 376776 w 2490683"/>
                <a:gd name="connsiteY612" fmla="*/ 1038305 h 2488086"/>
                <a:gd name="connsiteX613" fmla="*/ 35290 w 2490683"/>
                <a:gd name="connsiteY613" fmla="*/ 1323947 h 2488086"/>
                <a:gd name="connsiteX614" fmla="*/ 8638 w 2490683"/>
                <a:gd name="connsiteY614" fmla="*/ 1323237 h 2488086"/>
                <a:gd name="connsiteX615" fmla="*/ 3365 w 2490683"/>
                <a:gd name="connsiteY615" fmla="*/ 1332052 h 2488086"/>
                <a:gd name="connsiteX616" fmla="*/ 7926 w 2490683"/>
                <a:gd name="connsiteY616" fmla="*/ 1349825 h 2488086"/>
                <a:gd name="connsiteX617" fmla="*/ 21180 w 2490683"/>
                <a:gd name="connsiteY617" fmla="*/ 1355654 h 2488086"/>
                <a:gd name="connsiteX618" fmla="*/ 39851 w 2490683"/>
                <a:gd name="connsiteY618" fmla="*/ 1341436 h 2488086"/>
                <a:gd name="connsiteX619" fmla="*/ 34863 w 2490683"/>
                <a:gd name="connsiteY619" fmla="*/ 1324658 h 2488086"/>
                <a:gd name="connsiteX620" fmla="*/ 1714216 w 2490683"/>
                <a:gd name="connsiteY620" fmla="*/ 1249302 h 2488086"/>
                <a:gd name="connsiteX621" fmla="*/ 1747851 w 2490683"/>
                <a:gd name="connsiteY621" fmla="*/ 1250298 h 2488086"/>
                <a:gd name="connsiteX622" fmla="*/ 1753695 w 2490683"/>
                <a:gd name="connsiteY622" fmla="*/ 1272762 h 2488086"/>
                <a:gd name="connsiteX623" fmla="*/ 1746996 w 2490683"/>
                <a:gd name="connsiteY623" fmla="*/ 1283852 h 2488086"/>
                <a:gd name="connsiteX624" fmla="*/ 1730036 w 2490683"/>
                <a:gd name="connsiteY624" fmla="*/ 1290393 h 2488086"/>
                <a:gd name="connsiteX625" fmla="*/ 1713361 w 2490683"/>
                <a:gd name="connsiteY625" fmla="*/ 1282999 h 2488086"/>
                <a:gd name="connsiteX626" fmla="*/ 1707660 w 2490683"/>
                <a:gd name="connsiteY626" fmla="*/ 1260535 h 2488086"/>
                <a:gd name="connsiteX627" fmla="*/ 1713788 w 2490683"/>
                <a:gd name="connsiteY627" fmla="*/ 1250013 h 2488086"/>
                <a:gd name="connsiteX628" fmla="*/ 1744288 w 2490683"/>
                <a:gd name="connsiteY628" fmla="*/ 1253710 h 2488086"/>
                <a:gd name="connsiteX629" fmla="*/ 1717694 w 2490683"/>
                <a:gd name="connsiteY629" fmla="*/ 1252942 h 2488086"/>
                <a:gd name="connsiteX630" fmla="*/ 1717637 w 2490683"/>
                <a:gd name="connsiteY630" fmla="*/ 1252999 h 2488086"/>
                <a:gd name="connsiteX631" fmla="*/ 1712363 w 2490683"/>
                <a:gd name="connsiteY631" fmla="*/ 1261672 h 2488086"/>
                <a:gd name="connsiteX632" fmla="*/ 1716924 w 2490683"/>
                <a:gd name="connsiteY632" fmla="*/ 1279587 h 2488086"/>
                <a:gd name="connsiteX633" fmla="*/ 1743576 w 2490683"/>
                <a:gd name="connsiteY633" fmla="*/ 1280298 h 2488086"/>
                <a:gd name="connsiteX634" fmla="*/ 1748849 w 2490683"/>
                <a:gd name="connsiteY634" fmla="*/ 1271482 h 2488086"/>
                <a:gd name="connsiteX635" fmla="*/ 1743861 w 2490683"/>
                <a:gd name="connsiteY635" fmla="*/ 1254421 h 2488086"/>
                <a:gd name="connsiteX636" fmla="*/ 569468 w 2490683"/>
                <a:gd name="connsiteY636" fmla="*/ 1914286 h 2488086"/>
                <a:gd name="connsiteX637" fmla="*/ 650091 w 2490683"/>
                <a:gd name="connsiteY637" fmla="*/ 1914414 h 2488086"/>
                <a:gd name="connsiteX638" fmla="*/ 664246 w 2490683"/>
                <a:gd name="connsiteY638" fmla="*/ 1971158 h 2488086"/>
                <a:gd name="connsiteX639" fmla="*/ 648283 w 2490683"/>
                <a:gd name="connsiteY639" fmla="*/ 1997888 h 2488086"/>
                <a:gd name="connsiteX640" fmla="*/ 566974 w 2490683"/>
                <a:gd name="connsiteY640" fmla="*/ 1995400 h 2488086"/>
                <a:gd name="connsiteX641" fmla="*/ 569468 w 2490683"/>
                <a:gd name="connsiteY641" fmla="*/ 1914286 h 2488086"/>
                <a:gd name="connsiteX642" fmla="*/ 646858 w 2490683"/>
                <a:gd name="connsiteY642" fmla="*/ 1919689 h 2488086"/>
                <a:gd name="connsiteX643" fmla="*/ 572889 w 2490683"/>
                <a:gd name="connsiteY643" fmla="*/ 1917840 h 2488086"/>
                <a:gd name="connsiteX644" fmla="*/ 558636 w 2490683"/>
                <a:gd name="connsiteY644" fmla="*/ 1942153 h 2488086"/>
                <a:gd name="connsiteX645" fmla="*/ 595698 w 2490683"/>
                <a:gd name="connsiteY645" fmla="*/ 2006021 h 2488086"/>
                <a:gd name="connsiteX646" fmla="*/ 645148 w 2490683"/>
                <a:gd name="connsiteY646" fmla="*/ 1993481 h 2488086"/>
                <a:gd name="connsiteX647" fmla="*/ 659400 w 2490683"/>
                <a:gd name="connsiteY647" fmla="*/ 1969168 h 2488086"/>
                <a:gd name="connsiteX648" fmla="*/ 646858 w 2490683"/>
                <a:gd name="connsiteY648" fmla="*/ 1919404 h 2488086"/>
                <a:gd name="connsiteX649" fmla="*/ 1764384 w 2490683"/>
                <a:gd name="connsiteY649" fmla="*/ 997356 h 2488086"/>
                <a:gd name="connsiteX650" fmla="*/ 1821394 w 2490683"/>
                <a:gd name="connsiteY650" fmla="*/ 999318 h 2488086"/>
                <a:gd name="connsiteX651" fmla="*/ 1830943 w 2490683"/>
                <a:gd name="connsiteY651" fmla="*/ 1036883 h 2488086"/>
                <a:gd name="connsiteX652" fmla="*/ 1819683 w 2490683"/>
                <a:gd name="connsiteY652" fmla="*/ 1055651 h 2488086"/>
                <a:gd name="connsiteX653" fmla="*/ 1762816 w 2490683"/>
                <a:gd name="connsiteY653" fmla="*/ 1054087 h 2488086"/>
                <a:gd name="connsiteX654" fmla="*/ 1764384 w 2490683"/>
                <a:gd name="connsiteY654" fmla="*/ 997356 h 2488086"/>
                <a:gd name="connsiteX655" fmla="*/ 1817545 w 2490683"/>
                <a:gd name="connsiteY655" fmla="*/ 1002333 h 2488086"/>
                <a:gd name="connsiteX656" fmla="*/ 1767662 w 2490683"/>
                <a:gd name="connsiteY656" fmla="*/ 1001053 h 2488086"/>
                <a:gd name="connsiteX657" fmla="*/ 1757971 w 2490683"/>
                <a:gd name="connsiteY657" fmla="*/ 1017404 h 2488086"/>
                <a:gd name="connsiteX658" fmla="*/ 1782884 w 2490683"/>
                <a:gd name="connsiteY658" fmla="*/ 1060400 h 2488086"/>
                <a:gd name="connsiteX659" fmla="*/ 1825983 w 2490683"/>
                <a:gd name="connsiteY659" fmla="*/ 1035546 h 2488086"/>
                <a:gd name="connsiteX660" fmla="*/ 1817545 w 2490683"/>
                <a:gd name="connsiteY660" fmla="*/ 1002333 h 2488086"/>
                <a:gd name="connsiteX661" fmla="*/ 2226873 w 2490683"/>
                <a:gd name="connsiteY661" fmla="*/ 1046978 h 2488086"/>
                <a:gd name="connsiteX662" fmla="*/ 2243976 w 2490683"/>
                <a:gd name="connsiteY662" fmla="*/ 1040437 h 2488086"/>
                <a:gd name="connsiteX663" fmla="*/ 2267421 w 2490683"/>
                <a:gd name="connsiteY663" fmla="*/ 1064807 h 2488086"/>
                <a:gd name="connsiteX664" fmla="*/ 2259938 w 2490683"/>
                <a:gd name="connsiteY664" fmla="*/ 1081670 h 2488086"/>
                <a:gd name="connsiteX665" fmla="*/ 2242836 w 2490683"/>
                <a:gd name="connsiteY665" fmla="*/ 1088210 h 2488086"/>
                <a:gd name="connsiteX666" fmla="*/ 2219376 w 2490683"/>
                <a:gd name="connsiteY666" fmla="*/ 1063841 h 2488086"/>
                <a:gd name="connsiteX667" fmla="*/ 2220174 w 2490683"/>
                <a:gd name="connsiteY667" fmla="*/ 1058210 h 2488086"/>
                <a:gd name="connsiteX668" fmla="*/ 2226873 w 2490683"/>
                <a:gd name="connsiteY668" fmla="*/ 1046978 h 2488086"/>
                <a:gd name="connsiteX669" fmla="*/ 2257230 w 2490683"/>
                <a:gd name="connsiteY669" fmla="*/ 1051243 h 2488086"/>
                <a:gd name="connsiteX670" fmla="*/ 2243976 w 2490683"/>
                <a:gd name="connsiteY670" fmla="*/ 1045272 h 2488086"/>
                <a:gd name="connsiteX671" fmla="*/ 2225020 w 2490683"/>
                <a:gd name="connsiteY671" fmla="*/ 1059490 h 2488086"/>
                <a:gd name="connsiteX672" fmla="*/ 2238460 w 2490683"/>
                <a:gd name="connsiteY672" fmla="*/ 1082864 h 2488086"/>
                <a:gd name="connsiteX673" fmla="*/ 2242978 w 2490683"/>
                <a:gd name="connsiteY673" fmla="*/ 1083519 h 2488086"/>
                <a:gd name="connsiteX674" fmla="*/ 2256518 w 2490683"/>
                <a:gd name="connsiteY674" fmla="*/ 1078258 h 2488086"/>
                <a:gd name="connsiteX675" fmla="*/ 2261791 w 2490683"/>
                <a:gd name="connsiteY675" fmla="*/ 1069300 h 2488086"/>
                <a:gd name="connsiteX676" fmla="*/ 2257230 w 2490683"/>
                <a:gd name="connsiteY676" fmla="*/ 1050532 h 248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</a:cxnLst>
              <a:rect l="l" t="t" r="r" b="b"/>
              <a:pathLst>
                <a:path w="2490683" h="2488086">
                  <a:moveTo>
                    <a:pt x="2413151" y="241803"/>
                  </a:moveTo>
                  <a:lnTo>
                    <a:pt x="2414006" y="241092"/>
                  </a:lnTo>
                  <a:lnTo>
                    <a:pt x="2468593" y="750529"/>
                  </a:lnTo>
                  <a:lnTo>
                    <a:pt x="2468593" y="752093"/>
                  </a:lnTo>
                  <a:lnTo>
                    <a:pt x="2133948" y="449815"/>
                  </a:lnTo>
                  <a:lnTo>
                    <a:pt x="2133948" y="449815"/>
                  </a:lnTo>
                  <a:close/>
                  <a:moveTo>
                    <a:pt x="2413151" y="243367"/>
                  </a:moveTo>
                  <a:lnTo>
                    <a:pt x="2135373" y="449815"/>
                  </a:lnTo>
                  <a:lnTo>
                    <a:pt x="2467167" y="749392"/>
                  </a:lnTo>
                  <a:close/>
                  <a:moveTo>
                    <a:pt x="2468307" y="749960"/>
                  </a:moveTo>
                  <a:lnTo>
                    <a:pt x="2468307" y="749960"/>
                  </a:lnTo>
                  <a:lnTo>
                    <a:pt x="2244688" y="1198259"/>
                  </a:lnTo>
                  <a:lnTo>
                    <a:pt x="2244688" y="1199396"/>
                  </a:lnTo>
                  <a:lnTo>
                    <a:pt x="1939261" y="602234"/>
                  </a:lnTo>
                  <a:lnTo>
                    <a:pt x="1938548" y="600954"/>
                  </a:lnTo>
                  <a:close/>
                  <a:moveTo>
                    <a:pt x="2467167" y="750955"/>
                  </a:moveTo>
                  <a:lnTo>
                    <a:pt x="1940971" y="603371"/>
                  </a:lnTo>
                  <a:lnTo>
                    <a:pt x="2244688" y="119697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2470018" y="752235"/>
                  </a:lnTo>
                  <a:lnTo>
                    <a:pt x="1939261" y="603371"/>
                  </a:lnTo>
                  <a:lnTo>
                    <a:pt x="1938120" y="603371"/>
                  </a:lnTo>
                  <a:close/>
                  <a:moveTo>
                    <a:pt x="2134090" y="450241"/>
                  </a:moveTo>
                  <a:lnTo>
                    <a:pt x="1941113" y="602234"/>
                  </a:lnTo>
                  <a:lnTo>
                    <a:pt x="2465599" y="74924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1939688" y="603371"/>
                  </a:lnTo>
                  <a:lnTo>
                    <a:pt x="1502996" y="75024"/>
                  </a:lnTo>
                  <a:lnTo>
                    <a:pt x="1500716" y="72323"/>
                  </a:lnTo>
                  <a:close/>
                  <a:moveTo>
                    <a:pt x="2132665" y="448962"/>
                  </a:moveTo>
                  <a:lnTo>
                    <a:pt x="1505562" y="76446"/>
                  </a:lnTo>
                  <a:lnTo>
                    <a:pt x="1939118" y="600954"/>
                  </a:lnTo>
                  <a:close/>
                  <a:moveTo>
                    <a:pt x="1938690" y="601523"/>
                  </a:moveTo>
                  <a:lnTo>
                    <a:pt x="1938690" y="600670"/>
                  </a:lnTo>
                  <a:lnTo>
                    <a:pt x="2244118" y="1197832"/>
                  </a:lnTo>
                  <a:lnTo>
                    <a:pt x="2244118" y="1198828"/>
                  </a:lnTo>
                  <a:lnTo>
                    <a:pt x="1591076" y="1132855"/>
                  </a:lnTo>
                  <a:lnTo>
                    <a:pt x="1590078" y="1132855"/>
                  </a:lnTo>
                  <a:close/>
                  <a:moveTo>
                    <a:pt x="1938690" y="603087"/>
                  </a:moveTo>
                  <a:lnTo>
                    <a:pt x="1593784" y="1132287"/>
                  </a:lnTo>
                  <a:lnTo>
                    <a:pt x="2243548" y="1197832"/>
                  </a:lnTo>
                  <a:close/>
                  <a:moveTo>
                    <a:pt x="1938690" y="601523"/>
                  </a:moveTo>
                  <a:lnTo>
                    <a:pt x="1938690" y="601523"/>
                  </a:lnTo>
                  <a:lnTo>
                    <a:pt x="1593214" y="1132287"/>
                  </a:lnTo>
                  <a:lnTo>
                    <a:pt x="1592216" y="1133851"/>
                  </a:lnTo>
                  <a:lnTo>
                    <a:pt x="1502711" y="72181"/>
                  </a:lnTo>
                  <a:close/>
                  <a:moveTo>
                    <a:pt x="1937408" y="601523"/>
                  </a:moveTo>
                  <a:lnTo>
                    <a:pt x="1502711" y="75451"/>
                  </a:lnTo>
                  <a:lnTo>
                    <a:pt x="1591504" y="1129585"/>
                  </a:lnTo>
                  <a:close/>
                  <a:moveTo>
                    <a:pt x="1504992" y="73318"/>
                  </a:moveTo>
                  <a:lnTo>
                    <a:pt x="896132" y="1068589"/>
                  </a:lnTo>
                  <a:lnTo>
                    <a:pt x="896132" y="1069585"/>
                  </a:lnTo>
                  <a:lnTo>
                    <a:pt x="638164" y="470858"/>
                  </a:lnTo>
                  <a:lnTo>
                    <a:pt x="638164" y="470858"/>
                  </a:lnTo>
                  <a:close/>
                  <a:moveTo>
                    <a:pt x="1501856" y="76162"/>
                  </a:moveTo>
                  <a:lnTo>
                    <a:pt x="639447" y="470858"/>
                  </a:lnTo>
                  <a:lnTo>
                    <a:pt x="895989" y="1067168"/>
                  </a:lnTo>
                  <a:close/>
                  <a:moveTo>
                    <a:pt x="538825" y="20711"/>
                  </a:moveTo>
                  <a:lnTo>
                    <a:pt x="539681" y="19715"/>
                  </a:lnTo>
                  <a:lnTo>
                    <a:pt x="639447" y="470431"/>
                  </a:lnTo>
                  <a:lnTo>
                    <a:pt x="639447" y="470431"/>
                  </a:lnTo>
                  <a:lnTo>
                    <a:pt x="20895" y="638632"/>
                  </a:lnTo>
                  <a:lnTo>
                    <a:pt x="19043" y="638632"/>
                  </a:lnTo>
                  <a:close/>
                  <a:moveTo>
                    <a:pt x="538825" y="22559"/>
                  </a:moveTo>
                  <a:lnTo>
                    <a:pt x="22748" y="637495"/>
                  </a:lnTo>
                  <a:lnTo>
                    <a:pt x="638307" y="470147"/>
                  </a:lnTo>
                  <a:close/>
                  <a:moveTo>
                    <a:pt x="638592" y="470005"/>
                  </a:moveTo>
                  <a:lnTo>
                    <a:pt x="638592" y="470005"/>
                  </a:lnTo>
                  <a:lnTo>
                    <a:pt x="895134" y="1068447"/>
                  </a:lnTo>
                  <a:lnTo>
                    <a:pt x="895134" y="1070011"/>
                  </a:lnTo>
                  <a:lnTo>
                    <a:pt x="20468" y="639201"/>
                  </a:lnTo>
                  <a:lnTo>
                    <a:pt x="19043" y="639201"/>
                  </a:lnTo>
                  <a:close/>
                  <a:moveTo>
                    <a:pt x="638592" y="471284"/>
                  </a:moveTo>
                  <a:lnTo>
                    <a:pt x="22748" y="638774"/>
                  </a:lnTo>
                  <a:lnTo>
                    <a:pt x="894706" y="1067310"/>
                  </a:lnTo>
                  <a:close/>
                  <a:moveTo>
                    <a:pt x="896132" y="1068447"/>
                  </a:moveTo>
                  <a:lnTo>
                    <a:pt x="897557" y="1069158"/>
                  </a:lnTo>
                  <a:lnTo>
                    <a:pt x="26311" y="1333616"/>
                  </a:lnTo>
                  <a:lnTo>
                    <a:pt x="25456" y="1333616"/>
                  </a:lnTo>
                  <a:lnTo>
                    <a:pt x="20468" y="638774"/>
                  </a:lnTo>
                  <a:lnTo>
                    <a:pt x="20468" y="637779"/>
                  </a:lnTo>
                  <a:close/>
                  <a:moveTo>
                    <a:pt x="894279" y="1068447"/>
                  </a:moveTo>
                  <a:lnTo>
                    <a:pt x="21465" y="639627"/>
                  </a:lnTo>
                  <a:lnTo>
                    <a:pt x="26454" y="1331341"/>
                  </a:lnTo>
                  <a:close/>
                  <a:moveTo>
                    <a:pt x="1887952" y="690102"/>
                  </a:moveTo>
                  <a:lnTo>
                    <a:pt x="1887952" y="689107"/>
                  </a:lnTo>
                  <a:lnTo>
                    <a:pt x="2244261" y="1064324"/>
                  </a:lnTo>
                  <a:lnTo>
                    <a:pt x="1791179" y="1026788"/>
                  </a:lnTo>
                  <a:lnTo>
                    <a:pt x="1791179" y="1026788"/>
                  </a:lnTo>
                  <a:close/>
                  <a:moveTo>
                    <a:pt x="1888950" y="691524"/>
                  </a:moveTo>
                  <a:lnTo>
                    <a:pt x="1793032" y="1025650"/>
                  </a:lnTo>
                  <a:lnTo>
                    <a:pt x="2242123" y="1062902"/>
                  </a:lnTo>
                  <a:close/>
                  <a:moveTo>
                    <a:pt x="2246113" y="1063186"/>
                  </a:moveTo>
                  <a:lnTo>
                    <a:pt x="1730464" y="1267928"/>
                  </a:lnTo>
                  <a:lnTo>
                    <a:pt x="1729324" y="1267928"/>
                  </a:lnTo>
                  <a:lnTo>
                    <a:pt x="1791464" y="1025224"/>
                  </a:lnTo>
                  <a:close/>
                  <a:moveTo>
                    <a:pt x="2240698" y="1064040"/>
                  </a:moveTo>
                  <a:lnTo>
                    <a:pt x="1792461" y="1026930"/>
                  </a:lnTo>
                  <a:lnTo>
                    <a:pt x="1731034" y="1266222"/>
                  </a:lnTo>
                  <a:close/>
                  <a:moveTo>
                    <a:pt x="1428314" y="664936"/>
                  </a:moveTo>
                  <a:lnTo>
                    <a:pt x="1428314" y="664936"/>
                  </a:lnTo>
                  <a:lnTo>
                    <a:pt x="1057753" y="1111528"/>
                  </a:lnTo>
                  <a:lnTo>
                    <a:pt x="1057753" y="1111528"/>
                  </a:lnTo>
                  <a:lnTo>
                    <a:pt x="565477" y="336781"/>
                  </a:lnTo>
                  <a:lnTo>
                    <a:pt x="564480" y="335217"/>
                  </a:lnTo>
                  <a:close/>
                  <a:moveTo>
                    <a:pt x="1427031" y="665789"/>
                  </a:moveTo>
                  <a:lnTo>
                    <a:pt x="567615" y="337634"/>
                  </a:lnTo>
                  <a:lnTo>
                    <a:pt x="1057896" y="1110391"/>
                  </a:lnTo>
                  <a:close/>
                  <a:moveTo>
                    <a:pt x="1427031" y="665078"/>
                  </a:moveTo>
                  <a:lnTo>
                    <a:pt x="1427031" y="665078"/>
                  </a:lnTo>
                  <a:lnTo>
                    <a:pt x="1791464" y="1026361"/>
                  </a:lnTo>
                  <a:lnTo>
                    <a:pt x="1792319" y="1027214"/>
                  </a:lnTo>
                  <a:lnTo>
                    <a:pt x="1056898" y="1112523"/>
                  </a:lnTo>
                  <a:lnTo>
                    <a:pt x="1055330" y="1112523"/>
                  </a:lnTo>
                  <a:close/>
                  <a:moveTo>
                    <a:pt x="1427031" y="666357"/>
                  </a:moveTo>
                  <a:lnTo>
                    <a:pt x="1059321" y="1110533"/>
                  </a:lnTo>
                  <a:lnTo>
                    <a:pt x="1790609" y="1025224"/>
                  </a:lnTo>
                  <a:close/>
                  <a:moveTo>
                    <a:pt x="1790751" y="1025650"/>
                  </a:moveTo>
                  <a:lnTo>
                    <a:pt x="1791749" y="1025650"/>
                  </a:lnTo>
                  <a:lnTo>
                    <a:pt x="1729609" y="1267359"/>
                  </a:lnTo>
                  <a:lnTo>
                    <a:pt x="1729609" y="1267359"/>
                  </a:lnTo>
                  <a:lnTo>
                    <a:pt x="1056756" y="1110959"/>
                  </a:lnTo>
                  <a:lnTo>
                    <a:pt x="1053193" y="1110959"/>
                  </a:lnTo>
                  <a:close/>
                  <a:moveTo>
                    <a:pt x="1790751" y="1026930"/>
                  </a:moveTo>
                  <a:lnTo>
                    <a:pt x="1061031" y="1111528"/>
                  </a:lnTo>
                  <a:lnTo>
                    <a:pt x="1729324" y="1266506"/>
                  </a:lnTo>
                  <a:close/>
                  <a:moveTo>
                    <a:pt x="355540" y="1057357"/>
                  </a:moveTo>
                  <a:lnTo>
                    <a:pt x="254206" y="1656653"/>
                  </a:lnTo>
                  <a:lnTo>
                    <a:pt x="254206" y="1658217"/>
                  </a:lnTo>
                  <a:lnTo>
                    <a:pt x="20753" y="1337881"/>
                  </a:lnTo>
                  <a:lnTo>
                    <a:pt x="20753" y="1337881"/>
                  </a:lnTo>
                  <a:close/>
                  <a:moveTo>
                    <a:pt x="353688" y="1060485"/>
                  </a:moveTo>
                  <a:lnTo>
                    <a:pt x="22748" y="1337739"/>
                  </a:lnTo>
                  <a:lnTo>
                    <a:pt x="253636" y="1655089"/>
                  </a:lnTo>
                  <a:close/>
                  <a:moveTo>
                    <a:pt x="1057041" y="1110817"/>
                  </a:moveTo>
                  <a:lnTo>
                    <a:pt x="1059178" y="1109538"/>
                  </a:lnTo>
                  <a:lnTo>
                    <a:pt x="609375" y="1955661"/>
                  </a:lnTo>
                  <a:lnTo>
                    <a:pt x="609375" y="1956371"/>
                  </a:lnTo>
                  <a:lnTo>
                    <a:pt x="253066" y="1656510"/>
                  </a:lnTo>
                  <a:close/>
                  <a:moveTo>
                    <a:pt x="1055758" y="1113234"/>
                  </a:moveTo>
                  <a:lnTo>
                    <a:pt x="255061" y="1656653"/>
                  </a:lnTo>
                  <a:lnTo>
                    <a:pt x="608662" y="1954381"/>
                  </a:lnTo>
                  <a:close/>
                  <a:moveTo>
                    <a:pt x="608804" y="1954950"/>
                  </a:moveTo>
                  <a:lnTo>
                    <a:pt x="608804" y="1954950"/>
                  </a:lnTo>
                  <a:lnTo>
                    <a:pt x="217293" y="2466803"/>
                  </a:lnTo>
                  <a:lnTo>
                    <a:pt x="216010" y="2468367"/>
                  </a:lnTo>
                  <a:lnTo>
                    <a:pt x="252353" y="1656226"/>
                  </a:lnTo>
                  <a:lnTo>
                    <a:pt x="252353" y="1655089"/>
                  </a:lnTo>
                  <a:close/>
                  <a:moveTo>
                    <a:pt x="607664" y="1954950"/>
                  </a:moveTo>
                  <a:lnTo>
                    <a:pt x="254491" y="1658359"/>
                  </a:lnTo>
                  <a:lnTo>
                    <a:pt x="218433" y="2465239"/>
                  </a:lnTo>
                  <a:close/>
                  <a:moveTo>
                    <a:pt x="607664" y="1954950"/>
                  </a:moveTo>
                  <a:lnTo>
                    <a:pt x="607664" y="1954950"/>
                  </a:lnTo>
                  <a:lnTo>
                    <a:pt x="1180181" y="2276849"/>
                  </a:lnTo>
                  <a:lnTo>
                    <a:pt x="1181606" y="2276849"/>
                  </a:lnTo>
                  <a:lnTo>
                    <a:pt x="217863" y="2467372"/>
                  </a:lnTo>
                  <a:lnTo>
                    <a:pt x="216295" y="2467372"/>
                  </a:lnTo>
                  <a:close/>
                  <a:moveTo>
                    <a:pt x="607664" y="1956229"/>
                  </a:moveTo>
                  <a:lnTo>
                    <a:pt x="219288" y="2465808"/>
                  </a:lnTo>
                  <a:lnTo>
                    <a:pt x="1179041" y="2276565"/>
                  </a:lnTo>
                  <a:close/>
                  <a:moveTo>
                    <a:pt x="18472" y="617731"/>
                  </a:moveTo>
                  <a:cubicBezTo>
                    <a:pt x="24059" y="617020"/>
                    <a:pt x="29689" y="618670"/>
                    <a:pt x="34008" y="622281"/>
                  </a:cubicBezTo>
                  <a:cubicBezTo>
                    <a:pt x="38446" y="625765"/>
                    <a:pt x="41275" y="630897"/>
                    <a:pt x="41846" y="636499"/>
                  </a:cubicBezTo>
                  <a:cubicBezTo>
                    <a:pt x="42282" y="639045"/>
                    <a:pt x="42282" y="641632"/>
                    <a:pt x="41846" y="644177"/>
                  </a:cubicBezTo>
                  <a:cubicBezTo>
                    <a:pt x="39526" y="652609"/>
                    <a:pt x="32310" y="658793"/>
                    <a:pt x="23603" y="659817"/>
                  </a:cubicBezTo>
                  <a:cubicBezTo>
                    <a:pt x="12020" y="661054"/>
                    <a:pt x="1623" y="652694"/>
                    <a:pt x="382" y="641134"/>
                  </a:cubicBezTo>
                  <a:cubicBezTo>
                    <a:pt x="378" y="641106"/>
                    <a:pt x="375" y="641078"/>
                    <a:pt x="372" y="641049"/>
                  </a:cubicBezTo>
                  <a:cubicBezTo>
                    <a:pt x="-124" y="638518"/>
                    <a:pt x="-124" y="635902"/>
                    <a:pt x="372" y="633371"/>
                  </a:cubicBezTo>
                  <a:cubicBezTo>
                    <a:pt x="2530" y="624897"/>
                    <a:pt x="9753" y="618656"/>
                    <a:pt x="18472" y="617731"/>
                  </a:cubicBezTo>
                  <a:close/>
                  <a:moveTo>
                    <a:pt x="37000" y="636926"/>
                  </a:moveTo>
                  <a:cubicBezTo>
                    <a:pt x="36563" y="632689"/>
                    <a:pt x="34462" y="628807"/>
                    <a:pt x="31157" y="626120"/>
                  </a:cubicBezTo>
                  <a:cubicBezTo>
                    <a:pt x="24192" y="620476"/>
                    <a:pt x="13959" y="621528"/>
                    <a:pt x="8302" y="628480"/>
                  </a:cubicBezTo>
                  <a:cubicBezTo>
                    <a:pt x="6860" y="630258"/>
                    <a:pt x="5809" y="632305"/>
                    <a:pt x="5218" y="634509"/>
                  </a:cubicBezTo>
                  <a:cubicBezTo>
                    <a:pt x="4928" y="636443"/>
                    <a:pt x="4928" y="638405"/>
                    <a:pt x="5218" y="640338"/>
                  </a:cubicBezTo>
                  <a:cubicBezTo>
                    <a:pt x="6288" y="649225"/>
                    <a:pt x="14379" y="655566"/>
                    <a:pt x="23288" y="654500"/>
                  </a:cubicBezTo>
                  <a:cubicBezTo>
                    <a:pt x="29820" y="653718"/>
                    <a:pt x="35235" y="649082"/>
                    <a:pt x="37000" y="642755"/>
                  </a:cubicBezTo>
                  <a:cubicBezTo>
                    <a:pt x="37431" y="640836"/>
                    <a:pt x="37431" y="638845"/>
                    <a:pt x="37000" y="636926"/>
                  </a:cubicBezTo>
                  <a:close/>
                  <a:moveTo>
                    <a:pt x="537258" y="94"/>
                  </a:moveTo>
                  <a:cubicBezTo>
                    <a:pt x="548828" y="-988"/>
                    <a:pt x="559145" y="7347"/>
                    <a:pt x="560489" y="18862"/>
                  </a:cubicBezTo>
                  <a:cubicBezTo>
                    <a:pt x="560988" y="21398"/>
                    <a:pt x="560988" y="24005"/>
                    <a:pt x="560489" y="26540"/>
                  </a:cubicBezTo>
                  <a:cubicBezTo>
                    <a:pt x="559584" y="38162"/>
                    <a:pt x="549406" y="46851"/>
                    <a:pt x="537757" y="45948"/>
                  </a:cubicBezTo>
                  <a:cubicBezTo>
                    <a:pt x="526107" y="45045"/>
                    <a:pt x="517397" y="34892"/>
                    <a:pt x="518302" y="23270"/>
                  </a:cubicBezTo>
                  <a:cubicBezTo>
                    <a:pt x="517803" y="20735"/>
                    <a:pt x="517803" y="18127"/>
                    <a:pt x="518302" y="15592"/>
                  </a:cubicBezTo>
                  <a:cubicBezTo>
                    <a:pt x="520748" y="7037"/>
                    <a:pt x="528232" y="872"/>
                    <a:pt x="537115" y="94"/>
                  </a:cubicBezTo>
                  <a:close/>
                  <a:moveTo>
                    <a:pt x="555501" y="19431"/>
                  </a:moveTo>
                  <a:cubicBezTo>
                    <a:pt x="554533" y="10610"/>
                    <a:pt x="546582" y="4242"/>
                    <a:pt x="537739" y="5207"/>
                  </a:cubicBezTo>
                  <a:cubicBezTo>
                    <a:pt x="537722" y="5209"/>
                    <a:pt x="537704" y="5211"/>
                    <a:pt x="537685" y="5213"/>
                  </a:cubicBezTo>
                  <a:cubicBezTo>
                    <a:pt x="530893" y="5816"/>
                    <a:pt x="525200" y="10586"/>
                    <a:pt x="523433" y="17156"/>
                  </a:cubicBezTo>
                  <a:cubicBezTo>
                    <a:pt x="523002" y="19076"/>
                    <a:pt x="523002" y="21066"/>
                    <a:pt x="523433" y="22986"/>
                  </a:cubicBezTo>
                  <a:cubicBezTo>
                    <a:pt x="524401" y="31807"/>
                    <a:pt x="532352" y="38175"/>
                    <a:pt x="541194" y="37210"/>
                  </a:cubicBezTo>
                  <a:cubicBezTo>
                    <a:pt x="541211" y="37208"/>
                    <a:pt x="541230" y="37205"/>
                    <a:pt x="541248" y="37204"/>
                  </a:cubicBezTo>
                  <a:cubicBezTo>
                    <a:pt x="548041" y="36601"/>
                    <a:pt x="553733" y="31831"/>
                    <a:pt x="555501" y="25261"/>
                  </a:cubicBezTo>
                  <a:cubicBezTo>
                    <a:pt x="555884" y="23331"/>
                    <a:pt x="555836" y="21341"/>
                    <a:pt x="555358" y="19431"/>
                  </a:cubicBezTo>
                  <a:close/>
                  <a:moveTo>
                    <a:pt x="877889" y="1026646"/>
                  </a:moveTo>
                  <a:cubicBezTo>
                    <a:pt x="887572" y="1025622"/>
                    <a:pt x="897265" y="1028494"/>
                    <a:pt x="904826" y="1034608"/>
                  </a:cubicBezTo>
                  <a:cubicBezTo>
                    <a:pt x="912746" y="1040523"/>
                    <a:pt x="917895" y="1049409"/>
                    <a:pt x="919078" y="1059205"/>
                  </a:cubicBezTo>
                  <a:cubicBezTo>
                    <a:pt x="919534" y="1063684"/>
                    <a:pt x="919196" y="1068205"/>
                    <a:pt x="918080" y="1072570"/>
                  </a:cubicBezTo>
                  <a:cubicBezTo>
                    <a:pt x="912885" y="1092149"/>
                    <a:pt x="892760" y="1103836"/>
                    <a:pt x="873127" y="1098647"/>
                  </a:cubicBezTo>
                  <a:cubicBezTo>
                    <a:pt x="858370" y="1094751"/>
                    <a:pt x="847561" y="1082168"/>
                    <a:pt x="845963" y="1067025"/>
                  </a:cubicBezTo>
                  <a:cubicBezTo>
                    <a:pt x="845507" y="1062547"/>
                    <a:pt x="845845" y="1058025"/>
                    <a:pt x="846961" y="1053660"/>
                  </a:cubicBezTo>
                  <a:cubicBezTo>
                    <a:pt x="850960" y="1039314"/>
                    <a:pt x="863108" y="1028707"/>
                    <a:pt x="877889" y="1026646"/>
                  </a:cubicBezTo>
                  <a:close/>
                  <a:moveTo>
                    <a:pt x="913377" y="1059774"/>
                  </a:moveTo>
                  <a:cubicBezTo>
                    <a:pt x="912543" y="1051414"/>
                    <a:pt x="908384" y="1043736"/>
                    <a:pt x="901833" y="1038447"/>
                  </a:cubicBezTo>
                  <a:cubicBezTo>
                    <a:pt x="888062" y="1027456"/>
                    <a:pt x="867972" y="1029688"/>
                    <a:pt x="856961" y="1043423"/>
                  </a:cubicBezTo>
                  <a:cubicBezTo>
                    <a:pt x="854238" y="1046821"/>
                    <a:pt x="852242" y="1050746"/>
                    <a:pt x="851094" y="1054940"/>
                  </a:cubicBezTo>
                  <a:cubicBezTo>
                    <a:pt x="846522" y="1071845"/>
                    <a:pt x="856556" y="1089248"/>
                    <a:pt x="873502" y="1093812"/>
                  </a:cubicBezTo>
                  <a:cubicBezTo>
                    <a:pt x="890449" y="1098376"/>
                    <a:pt x="907894" y="1088367"/>
                    <a:pt x="912466" y="1071461"/>
                  </a:cubicBezTo>
                  <a:cubicBezTo>
                    <a:pt x="913494" y="1067651"/>
                    <a:pt x="913803" y="1063684"/>
                    <a:pt x="913377" y="1059774"/>
                  </a:cubicBezTo>
                  <a:close/>
                  <a:moveTo>
                    <a:pt x="1503281" y="34218"/>
                  </a:moveTo>
                  <a:cubicBezTo>
                    <a:pt x="1527881" y="31626"/>
                    <a:pt x="1549929" y="49419"/>
                    <a:pt x="1552523" y="73958"/>
                  </a:cubicBezTo>
                  <a:cubicBezTo>
                    <a:pt x="1555117" y="98498"/>
                    <a:pt x="1537288" y="120494"/>
                    <a:pt x="1512688" y="123081"/>
                  </a:cubicBezTo>
                  <a:cubicBezTo>
                    <a:pt x="1500901" y="124390"/>
                    <a:pt x="1489086" y="120906"/>
                    <a:pt x="1479908" y="113413"/>
                  </a:cubicBezTo>
                  <a:cubicBezTo>
                    <a:pt x="1470558" y="106077"/>
                    <a:pt x="1464629" y="95228"/>
                    <a:pt x="1463517" y="83413"/>
                  </a:cubicBezTo>
                  <a:cubicBezTo>
                    <a:pt x="1462819" y="77982"/>
                    <a:pt x="1463204" y="72479"/>
                    <a:pt x="1464658" y="67204"/>
                  </a:cubicBezTo>
                  <a:cubicBezTo>
                    <a:pt x="1469503" y="49383"/>
                    <a:pt x="1484753" y="36312"/>
                    <a:pt x="1503139" y="34218"/>
                  </a:cubicBezTo>
                  <a:close/>
                  <a:moveTo>
                    <a:pt x="1547749" y="74455"/>
                  </a:moveTo>
                  <a:cubicBezTo>
                    <a:pt x="1545183" y="52616"/>
                    <a:pt x="1525373" y="36985"/>
                    <a:pt x="1503481" y="39540"/>
                  </a:cubicBezTo>
                  <a:cubicBezTo>
                    <a:pt x="1487347" y="41422"/>
                    <a:pt x="1473964" y="52872"/>
                    <a:pt x="1469646" y="68484"/>
                  </a:cubicBezTo>
                  <a:cubicBezTo>
                    <a:pt x="1468363" y="73105"/>
                    <a:pt x="1467978" y="77939"/>
                    <a:pt x="1468506" y="82702"/>
                  </a:cubicBezTo>
                  <a:cubicBezTo>
                    <a:pt x="1469503" y="93152"/>
                    <a:pt x="1474620" y="102778"/>
                    <a:pt x="1482758" y="109432"/>
                  </a:cubicBezTo>
                  <a:cubicBezTo>
                    <a:pt x="1499804" y="123380"/>
                    <a:pt x="1524945" y="120892"/>
                    <a:pt x="1538926" y="103901"/>
                  </a:cubicBezTo>
                  <a:cubicBezTo>
                    <a:pt x="1545696" y="95655"/>
                    <a:pt x="1548875" y="85048"/>
                    <a:pt x="1547749" y="74455"/>
                  </a:cubicBezTo>
                  <a:close/>
                  <a:moveTo>
                    <a:pt x="1504992" y="55972"/>
                  </a:moveTo>
                  <a:cubicBezTo>
                    <a:pt x="1511035" y="55318"/>
                    <a:pt x="1517106" y="57109"/>
                    <a:pt x="1521809" y="60948"/>
                  </a:cubicBezTo>
                  <a:cubicBezTo>
                    <a:pt x="1532499" y="67744"/>
                    <a:pt x="1535634" y="81892"/>
                    <a:pt x="1528822" y="92555"/>
                  </a:cubicBezTo>
                  <a:cubicBezTo>
                    <a:pt x="1522009" y="103219"/>
                    <a:pt x="1507814" y="106347"/>
                    <a:pt x="1497139" y="99550"/>
                  </a:cubicBezTo>
                  <a:cubicBezTo>
                    <a:pt x="1495756" y="98669"/>
                    <a:pt x="1494473" y="97645"/>
                    <a:pt x="1493305" y="96494"/>
                  </a:cubicBezTo>
                  <a:cubicBezTo>
                    <a:pt x="1488544" y="92712"/>
                    <a:pt x="1485523" y="87181"/>
                    <a:pt x="1484896" y="81138"/>
                  </a:cubicBezTo>
                  <a:cubicBezTo>
                    <a:pt x="1484397" y="78365"/>
                    <a:pt x="1484397" y="75522"/>
                    <a:pt x="1484896" y="72749"/>
                  </a:cubicBezTo>
                  <a:cubicBezTo>
                    <a:pt x="1487490" y="63564"/>
                    <a:pt x="1495471" y="56896"/>
                    <a:pt x="1504992" y="55972"/>
                  </a:cubicBezTo>
                  <a:close/>
                  <a:moveTo>
                    <a:pt x="1525230" y="76730"/>
                  </a:moveTo>
                  <a:cubicBezTo>
                    <a:pt x="1524745" y="72024"/>
                    <a:pt x="1522394" y="67716"/>
                    <a:pt x="1518674" y="64787"/>
                  </a:cubicBezTo>
                  <a:cubicBezTo>
                    <a:pt x="1514940" y="61787"/>
                    <a:pt x="1510194" y="60365"/>
                    <a:pt x="1505419" y="60806"/>
                  </a:cubicBezTo>
                  <a:cubicBezTo>
                    <a:pt x="1498065" y="61659"/>
                    <a:pt x="1491965" y="66891"/>
                    <a:pt x="1490027" y="74029"/>
                  </a:cubicBezTo>
                  <a:cubicBezTo>
                    <a:pt x="1489599" y="76190"/>
                    <a:pt x="1489599" y="78408"/>
                    <a:pt x="1490027" y="80569"/>
                  </a:cubicBezTo>
                  <a:cubicBezTo>
                    <a:pt x="1490996" y="90337"/>
                    <a:pt x="1499718" y="97475"/>
                    <a:pt x="1509510" y="96508"/>
                  </a:cubicBezTo>
                  <a:cubicBezTo>
                    <a:pt x="1509567" y="96508"/>
                    <a:pt x="1509638" y="96494"/>
                    <a:pt x="1509695" y="96494"/>
                  </a:cubicBezTo>
                  <a:cubicBezTo>
                    <a:pt x="1517106" y="95697"/>
                    <a:pt x="1523277" y="90451"/>
                    <a:pt x="1525230" y="83271"/>
                  </a:cubicBezTo>
                  <a:cubicBezTo>
                    <a:pt x="1525800" y="81138"/>
                    <a:pt x="1525943" y="78920"/>
                    <a:pt x="1525658" y="76730"/>
                  </a:cubicBezTo>
                  <a:close/>
                  <a:moveTo>
                    <a:pt x="1936838" y="578916"/>
                  </a:moveTo>
                  <a:cubicBezTo>
                    <a:pt x="1949850" y="577594"/>
                    <a:pt x="1961494" y="586992"/>
                    <a:pt x="1962919" y="599959"/>
                  </a:cubicBezTo>
                  <a:cubicBezTo>
                    <a:pt x="1963418" y="602774"/>
                    <a:pt x="1963418" y="605674"/>
                    <a:pt x="1962919" y="608490"/>
                  </a:cubicBezTo>
                  <a:cubicBezTo>
                    <a:pt x="1959670" y="621115"/>
                    <a:pt x="1946786" y="628722"/>
                    <a:pt x="1934130" y="625495"/>
                  </a:cubicBezTo>
                  <a:cubicBezTo>
                    <a:pt x="1924495" y="623021"/>
                    <a:pt x="1917426" y="614817"/>
                    <a:pt x="1916457" y="604935"/>
                  </a:cubicBezTo>
                  <a:cubicBezTo>
                    <a:pt x="1916129" y="602077"/>
                    <a:pt x="1916371" y="599177"/>
                    <a:pt x="1917169" y="596404"/>
                  </a:cubicBezTo>
                  <a:cubicBezTo>
                    <a:pt x="1919692" y="587049"/>
                    <a:pt x="1927631" y="580139"/>
                    <a:pt x="1937265" y="578916"/>
                  </a:cubicBezTo>
                  <a:close/>
                  <a:moveTo>
                    <a:pt x="1957931" y="600528"/>
                  </a:moveTo>
                  <a:cubicBezTo>
                    <a:pt x="1956891" y="590290"/>
                    <a:pt x="1947741" y="582840"/>
                    <a:pt x="1937479" y="583864"/>
                  </a:cubicBezTo>
                  <a:cubicBezTo>
                    <a:pt x="1937408" y="583878"/>
                    <a:pt x="1937337" y="583878"/>
                    <a:pt x="1937265" y="583892"/>
                  </a:cubicBezTo>
                  <a:cubicBezTo>
                    <a:pt x="1929483" y="584873"/>
                    <a:pt x="1923084" y="590518"/>
                    <a:pt x="1921160" y="598110"/>
                  </a:cubicBezTo>
                  <a:cubicBezTo>
                    <a:pt x="1920718" y="600371"/>
                    <a:pt x="1920718" y="602674"/>
                    <a:pt x="1921160" y="604935"/>
                  </a:cubicBezTo>
                  <a:cubicBezTo>
                    <a:pt x="1922200" y="615087"/>
                    <a:pt x="1931293" y="622480"/>
                    <a:pt x="1941470" y="621457"/>
                  </a:cubicBezTo>
                  <a:cubicBezTo>
                    <a:pt x="1941541" y="621442"/>
                    <a:pt x="1941612" y="621442"/>
                    <a:pt x="1941683" y="621428"/>
                  </a:cubicBezTo>
                  <a:cubicBezTo>
                    <a:pt x="1949579" y="620618"/>
                    <a:pt x="1956093" y="614916"/>
                    <a:pt x="1957931" y="607210"/>
                  </a:cubicBezTo>
                  <a:cubicBezTo>
                    <a:pt x="1958501" y="605035"/>
                    <a:pt x="1958644" y="602760"/>
                    <a:pt x="1958359" y="600528"/>
                  </a:cubicBezTo>
                  <a:close/>
                  <a:moveTo>
                    <a:pt x="1937693" y="587731"/>
                  </a:moveTo>
                  <a:cubicBezTo>
                    <a:pt x="1941626" y="587305"/>
                    <a:pt x="1945560" y="588428"/>
                    <a:pt x="1948667" y="590859"/>
                  </a:cubicBezTo>
                  <a:cubicBezTo>
                    <a:pt x="1951774" y="593290"/>
                    <a:pt x="1953741" y="596888"/>
                    <a:pt x="1954083" y="600812"/>
                  </a:cubicBezTo>
                  <a:cubicBezTo>
                    <a:pt x="1954425" y="602589"/>
                    <a:pt x="1954425" y="604423"/>
                    <a:pt x="1954083" y="606215"/>
                  </a:cubicBezTo>
                  <a:cubicBezTo>
                    <a:pt x="1952416" y="612144"/>
                    <a:pt x="1947370" y="616509"/>
                    <a:pt x="1941256" y="617305"/>
                  </a:cubicBezTo>
                  <a:cubicBezTo>
                    <a:pt x="1937294" y="617788"/>
                    <a:pt x="1933317" y="616608"/>
                    <a:pt x="1930281" y="614035"/>
                  </a:cubicBezTo>
                  <a:cubicBezTo>
                    <a:pt x="1927117" y="611632"/>
                    <a:pt x="1925108" y="608035"/>
                    <a:pt x="1924723" y="604082"/>
                  </a:cubicBezTo>
                  <a:cubicBezTo>
                    <a:pt x="1924438" y="602290"/>
                    <a:pt x="1924438" y="600470"/>
                    <a:pt x="1924723" y="598679"/>
                  </a:cubicBezTo>
                  <a:cubicBezTo>
                    <a:pt x="1926205" y="592437"/>
                    <a:pt x="1931692" y="587944"/>
                    <a:pt x="1938120" y="587731"/>
                  </a:cubicBezTo>
                  <a:close/>
                  <a:moveTo>
                    <a:pt x="1949237" y="601949"/>
                  </a:moveTo>
                  <a:cubicBezTo>
                    <a:pt x="1948938" y="599319"/>
                    <a:pt x="1947612" y="596916"/>
                    <a:pt x="1945532" y="595267"/>
                  </a:cubicBezTo>
                  <a:cubicBezTo>
                    <a:pt x="1943522" y="593575"/>
                    <a:pt x="1940885" y="592793"/>
                    <a:pt x="1938263" y="593134"/>
                  </a:cubicBezTo>
                  <a:cubicBezTo>
                    <a:pt x="1932833" y="593802"/>
                    <a:pt x="1928928" y="598651"/>
                    <a:pt x="1929426" y="604082"/>
                  </a:cubicBezTo>
                  <a:cubicBezTo>
                    <a:pt x="1929697" y="606726"/>
                    <a:pt x="1931037" y="609144"/>
                    <a:pt x="1933132" y="610765"/>
                  </a:cubicBezTo>
                  <a:cubicBezTo>
                    <a:pt x="1935142" y="612456"/>
                    <a:pt x="1937793" y="613239"/>
                    <a:pt x="1940401" y="612897"/>
                  </a:cubicBezTo>
                  <a:cubicBezTo>
                    <a:pt x="1944463" y="612428"/>
                    <a:pt x="1947826" y="609570"/>
                    <a:pt x="1948952" y="605646"/>
                  </a:cubicBezTo>
                  <a:cubicBezTo>
                    <a:pt x="1949479" y="604281"/>
                    <a:pt x="1949722" y="602831"/>
                    <a:pt x="1949665" y="601381"/>
                  </a:cubicBezTo>
                  <a:close/>
                  <a:moveTo>
                    <a:pt x="632036" y="408582"/>
                  </a:moveTo>
                  <a:cubicBezTo>
                    <a:pt x="666341" y="405013"/>
                    <a:pt x="697068" y="429824"/>
                    <a:pt x="700732" y="464033"/>
                  </a:cubicBezTo>
                  <a:cubicBezTo>
                    <a:pt x="701600" y="471611"/>
                    <a:pt x="701020" y="479275"/>
                    <a:pt x="699022" y="486640"/>
                  </a:cubicBezTo>
                  <a:cubicBezTo>
                    <a:pt x="690202" y="519896"/>
                    <a:pt x="656034" y="539716"/>
                    <a:pt x="622705" y="530915"/>
                  </a:cubicBezTo>
                  <a:cubicBezTo>
                    <a:pt x="597665" y="524304"/>
                    <a:pt x="579316" y="502948"/>
                    <a:pt x="576594" y="477256"/>
                  </a:cubicBezTo>
                  <a:cubicBezTo>
                    <a:pt x="575880" y="469678"/>
                    <a:pt x="576459" y="462028"/>
                    <a:pt x="578304" y="454649"/>
                  </a:cubicBezTo>
                  <a:cubicBezTo>
                    <a:pt x="585077" y="429767"/>
                    <a:pt x="606363" y="411525"/>
                    <a:pt x="632036" y="408582"/>
                  </a:cubicBezTo>
                  <a:close/>
                  <a:moveTo>
                    <a:pt x="695886" y="464033"/>
                  </a:moveTo>
                  <a:cubicBezTo>
                    <a:pt x="692715" y="432312"/>
                    <a:pt x="664366" y="409151"/>
                    <a:pt x="632566" y="412322"/>
                  </a:cubicBezTo>
                  <a:cubicBezTo>
                    <a:pt x="600766" y="415478"/>
                    <a:pt x="577558" y="443772"/>
                    <a:pt x="580729" y="475493"/>
                  </a:cubicBezTo>
                  <a:cubicBezTo>
                    <a:pt x="583900" y="507214"/>
                    <a:pt x="612249" y="530361"/>
                    <a:pt x="644049" y="527204"/>
                  </a:cubicBezTo>
                  <a:cubicBezTo>
                    <a:pt x="667966" y="524816"/>
                    <a:pt x="687918" y="507939"/>
                    <a:pt x="694176" y="484792"/>
                  </a:cubicBezTo>
                  <a:cubicBezTo>
                    <a:pt x="696022" y="478038"/>
                    <a:pt x="696602" y="471000"/>
                    <a:pt x="695886" y="464033"/>
                  </a:cubicBezTo>
                  <a:close/>
                  <a:moveTo>
                    <a:pt x="634031" y="426497"/>
                  </a:moveTo>
                  <a:cubicBezTo>
                    <a:pt x="658137" y="424009"/>
                    <a:pt x="679730" y="441412"/>
                    <a:pt x="682347" y="465455"/>
                  </a:cubicBezTo>
                  <a:cubicBezTo>
                    <a:pt x="682975" y="470787"/>
                    <a:pt x="682587" y="476190"/>
                    <a:pt x="681206" y="481379"/>
                  </a:cubicBezTo>
                  <a:cubicBezTo>
                    <a:pt x="676475" y="498924"/>
                    <a:pt x="661406" y="511749"/>
                    <a:pt x="643295" y="513655"/>
                  </a:cubicBezTo>
                  <a:cubicBezTo>
                    <a:pt x="631725" y="515034"/>
                    <a:pt x="620091" y="511650"/>
                    <a:pt x="611085" y="504270"/>
                  </a:cubicBezTo>
                  <a:cubicBezTo>
                    <a:pt x="602015" y="496977"/>
                    <a:pt x="596221" y="486398"/>
                    <a:pt x="594980" y="474839"/>
                  </a:cubicBezTo>
                  <a:cubicBezTo>
                    <a:pt x="594398" y="469493"/>
                    <a:pt x="594833" y="464090"/>
                    <a:pt x="596262" y="458915"/>
                  </a:cubicBezTo>
                  <a:cubicBezTo>
                    <a:pt x="601110" y="441554"/>
                    <a:pt x="616069" y="428886"/>
                    <a:pt x="634031" y="426924"/>
                  </a:cubicBezTo>
                  <a:close/>
                  <a:moveTo>
                    <a:pt x="676788" y="466024"/>
                  </a:moveTo>
                  <a:cubicBezTo>
                    <a:pt x="675745" y="444540"/>
                    <a:pt x="657436" y="427962"/>
                    <a:pt x="635894" y="429000"/>
                  </a:cubicBezTo>
                  <a:cubicBezTo>
                    <a:pt x="614351" y="430037"/>
                    <a:pt x="597733" y="448294"/>
                    <a:pt x="598777" y="469791"/>
                  </a:cubicBezTo>
                  <a:cubicBezTo>
                    <a:pt x="598849" y="471299"/>
                    <a:pt x="599009" y="472791"/>
                    <a:pt x="599255" y="474270"/>
                  </a:cubicBezTo>
                  <a:cubicBezTo>
                    <a:pt x="601499" y="495583"/>
                    <a:pt x="620642" y="511053"/>
                    <a:pt x="642012" y="508820"/>
                  </a:cubicBezTo>
                  <a:cubicBezTo>
                    <a:pt x="663303" y="506432"/>
                    <a:pt x="678726" y="487436"/>
                    <a:pt x="676646" y="466166"/>
                  </a:cubicBezTo>
                  <a:close/>
                  <a:moveTo>
                    <a:pt x="2129387" y="409151"/>
                  </a:moveTo>
                  <a:cubicBezTo>
                    <a:pt x="2151321" y="406905"/>
                    <a:pt x="2170961" y="422701"/>
                    <a:pt x="2173426" y="444554"/>
                  </a:cubicBezTo>
                  <a:cubicBezTo>
                    <a:pt x="2173883" y="449317"/>
                    <a:pt x="2173498" y="454137"/>
                    <a:pt x="2172286" y="458772"/>
                  </a:cubicBezTo>
                  <a:cubicBezTo>
                    <a:pt x="2166414" y="480043"/>
                    <a:pt x="2144366" y="492541"/>
                    <a:pt x="2123030" y="486683"/>
                  </a:cubicBezTo>
                  <a:cubicBezTo>
                    <a:pt x="2107324" y="482360"/>
                    <a:pt x="2095794" y="468952"/>
                    <a:pt x="2093899" y="452801"/>
                  </a:cubicBezTo>
                  <a:cubicBezTo>
                    <a:pt x="2093414" y="448038"/>
                    <a:pt x="2093742" y="443232"/>
                    <a:pt x="2094896" y="438583"/>
                  </a:cubicBezTo>
                  <a:cubicBezTo>
                    <a:pt x="2099571" y="422658"/>
                    <a:pt x="2113538" y="411213"/>
                    <a:pt x="2130099" y="409720"/>
                  </a:cubicBezTo>
                  <a:close/>
                  <a:moveTo>
                    <a:pt x="2168438" y="445123"/>
                  </a:moveTo>
                  <a:cubicBezTo>
                    <a:pt x="2166357" y="425914"/>
                    <a:pt x="2149069" y="412037"/>
                    <a:pt x="2129814" y="414113"/>
                  </a:cubicBezTo>
                  <a:cubicBezTo>
                    <a:pt x="2110559" y="416189"/>
                    <a:pt x="2096635" y="433436"/>
                    <a:pt x="2098730" y="452644"/>
                  </a:cubicBezTo>
                  <a:cubicBezTo>
                    <a:pt x="2100811" y="471853"/>
                    <a:pt x="2118099" y="485730"/>
                    <a:pt x="2137354" y="483654"/>
                  </a:cubicBezTo>
                  <a:cubicBezTo>
                    <a:pt x="2137354" y="483654"/>
                    <a:pt x="2137368" y="483654"/>
                    <a:pt x="2137368" y="483654"/>
                  </a:cubicBezTo>
                  <a:cubicBezTo>
                    <a:pt x="2151763" y="481991"/>
                    <a:pt x="2163678" y="471739"/>
                    <a:pt x="2167441" y="457777"/>
                  </a:cubicBezTo>
                  <a:cubicBezTo>
                    <a:pt x="2168723" y="453881"/>
                    <a:pt x="2169308" y="449786"/>
                    <a:pt x="2169151" y="445692"/>
                  </a:cubicBezTo>
                  <a:close/>
                  <a:moveTo>
                    <a:pt x="2131382" y="427635"/>
                  </a:moveTo>
                  <a:cubicBezTo>
                    <a:pt x="2143041" y="426398"/>
                    <a:pt x="2153502" y="434829"/>
                    <a:pt x="2154742" y="446459"/>
                  </a:cubicBezTo>
                  <a:cubicBezTo>
                    <a:pt x="2154756" y="446488"/>
                    <a:pt x="2154756" y="446516"/>
                    <a:pt x="2154756" y="446545"/>
                  </a:cubicBezTo>
                  <a:cubicBezTo>
                    <a:pt x="2155255" y="449132"/>
                    <a:pt x="2155255" y="451777"/>
                    <a:pt x="2154756" y="454365"/>
                  </a:cubicBezTo>
                  <a:cubicBezTo>
                    <a:pt x="2151920" y="465711"/>
                    <a:pt x="2140390" y="472621"/>
                    <a:pt x="2129016" y="469791"/>
                  </a:cubicBezTo>
                  <a:cubicBezTo>
                    <a:pt x="2120223" y="467602"/>
                    <a:pt x="2113795" y="460095"/>
                    <a:pt x="2112997" y="451094"/>
                  </a:cubicBezTo>
                  <a:cubicBezTo>
                    <a:pt x="2112498" y="448564"/>
                    <a:pt x="2112498" y="445948"/>
                    <a:pt x="2112997" y="443417"/>
                  </a:cubicBezTo>
                  <a:cubicBezTo>
                    <a:pt x="2115619" y="434900"/>
                    <a:pt x="2123201" y="428872"/>
                    <a:pt x="2132095" y="428203"/>
                  </a:cubicBezTo>
                  <a:close/>
                  <a:moveTo>
                    <a:pt x="2149910" y="447113"/>
                  </a:moveTo>
                  <a:cubicBezTo>
                    <a:pt x="2148827" y="438142"/>
                    <a:pt x="2140675" y="431758"/>
                    <a:pt x="2131681" y="432824"/>
                  </a:cubicBezTo>
                  <a:cubicBezTo>
                    <a:pt x="2125083" y="433620"/>
                    <a:pt x="2119624" y="438312"/>
                    <a:pt x="2117842" y="444696"/>
                  </a:cubicBezTo>
                  <a:cubicBezTo>
                    <a:pt x="2117415" y="446616"/>
                    <a:pt x="2117415" y="448606"/>
                    <a:pt x="2117842" y="450526"/>
                  </a:cubicBezTo>
                  <a:cubicBezTo>
                    <a:pt x="2118883" y="459384"/>
                    <a:pt x="2126907" y="465739"/>
                    <a:pt x="2135800" y="464744"/>
                  </a:cubicBezTo>
                  <a:cubicBezTo>
                    <a:pt x="2142556" y="464061"/>
                    <a:pt x="2148214" y="459327"/>
                    <a:pt x="2150053" y="452801"/>
                  </a:cubicBezTo>
                  <a:cubicBezTo>
                    <a:pt x="2150452" y="451123"/>
                    <a:pt x="2150637" y="449403"/>
                    <a:pt x="2150623" y="447682"/>
                  </a:cubicBezTo>
                  <a:close/>
                  <a:moveTo>
                    <a:pt x="2239700" y="1158022"/>
                  </a:moveTo>
                  <a:cubicBezTo>
                    <a:pt x="2250232" y="1156813"/>
                    <a:pt x="2260822" y="1159884"/>
                    <a:pt x="2269060" y="1166553"/>
                  </a:cubicBezTo>
                  <a:cubicBezTo>
                    <a:pt x="2277183" y="1173278"/>
                    <a:pt x="2282314" y="1182946"/>
                    <a:pt x="2283312" y="1193425"/>
                  </a:cubicBezTo>
                  <a:cubicBezTo>
                    <a:pt x="2283825" y="1198188"/>
                    <a:pt x="2283426" y="1203022"/>
                    <a:pt x="2282172" y="1207643"/>
                  </a:cubicBezTo>
                  <a:cubicBezTo>
                    <a:pt x="2276699" y="1228942"/>
                    <a:pt x="2254964" y="1241795"/>
                    <a:pt x="2233614" y="1236335"/>
                  </a:cubicBezTo>
                  <a:cubicBezTo>
                    <a:pt x="2217310" y="1232169"/>
                    <a:pt x="2205380" y="1218250"/>
                    <a:pt x="2203784" y="1201529"/>
                  </a:cubicBezTo>
                  <a:cubicBezTo>
                    <a:pt x="2203257" y="1196766"/>
                    <a:pt x="2203642" y="1191932"/>
                    <a:pt x="2204924" y="1187311"/>
                  </a:cubicBezTo>
                  <a:cubicBezTo>
                    <a:pt x="2209599" y="1171316"/>
                    <a:pt x="2223752" y="1159913"/>
                    <a:pt x="2240413" y="1158733"/>
                  </a:cubicBezTo>
                  <a:close/>
                  <a:moveTo>
                    <a:pt x="2278751" y="1193851"/>
                  </a:moveTo>
                  <a:cubicBezTo>
                    <a:pt x="2276557" y="1174657"/>
                    <a:pt x="2259183" y="1160865"/>
                    <a:pt x="2239956" y="1163055"/>
                  </a:cubicBezTo>
                  <a:cubicBezTo>
                    <a:pt x="2225647" y="1164676"/>
                    <a:pt x="2213789" y="1174856"/>
                    <a:pt x="2210055" y="1188733"/>
                  </a:cubicBezTo>
                  <a:cubicBezTo>
                    <a:pt x="2208986" y="1192856"/>
                    <a:pt x="2208701" y="1197150"/>
                    <a:pt x="2209200" y="1201387"/>
                  </a:cubicBezTo>
                  <a:cubicBezTo>
                    <a:pt x="2211295" y="1220525"/>
                    <a:pt x="2228483" y="1234373"/>
                    <a:pt x="2247681" y="1232382"/>
                  </a:cubicBezTo>
                  <a:cubicBezTo>
                    <a:pt x="2266722" y="1230563"/>
                    <a:pt x="2280675" y="1213686"/>
                    <a:pt x="2278837" y="1194690"/>
                  </a:cubicBezTo>
                  <a:cubicBezTo>
                    <a:pt x="2278808" y="1194406"/>
                    <a:pt x="2278780" y="1194136"/>
                    <a:pt x="2278751" y="1193851"/>
                  </a:cubicBezTo>
                  <a:close/>
                  <a:moveTo>
                    <a:pt x="2464032" y="726216"/>
                  </a:moveTo>
                  <a:cubicBezTo>
                    <a:pt x="2477016" y="724737"/>
                    <a:pt x="2488731" y="734050"/>
                    <a:pt x="2490213" y="747003"/>
                  </a:cubicBezTo>
                  <a:cubicBezTo>
                    <a:pt x="2490228" y="747131"/>
                    <a:pt x="2490242" y="747273"/>
                    <a:pt x="2490256" y="747401"/>
                  </a:cubicBezTo>
                  <a:cubicBezTo>
                    <a:pt x="2490826" y="750216"/>
                    <a:pt x="2490826" y="753117"/>
                    <a:pt x="2490256" y="755932"/>
                  </a:cubicBezTo>
                  <a:cubicBezTo>
                    <a:pt x="2487819" y="765472"/>
                    <a:pt x="2479695" y="772510"/>
                    <a:pt x="2469875" y="773563"/>
                  </a:cubicBezTo>
                  <a:cubicBezTo>
                    <a:pt x="2463576" y="774302"/>
                    <a:pt x="2457248" y="772453"/>
                    <a:pt x="2452345" y="768444"/>
                  </a:cubicBezTo>
                  <a:cubicBezTo>
                    <a:pt x="2447356" y="764477"/>
                    <a:pt x="2444178" y="758690"/>
                    <a:pt x="2443509" y="752377"/>
                  </a:cubicBezTo>
                  <a:cubicBezTo>
                    <a:pt x="2443010" y="749505"/>
                    <a:pt x="2443010" y="746576"/>
                    <a:pt x="2443509" y="743704"/>
                  </a:cubicBezTo>
                  <a:cubicBezTo>
                    <a:pt x="2446487" y="734008"/>
                    <a:pt x="2455295" y="727268"/>
                    <a:pt x="2465457" y="726927"/>
                  </a:cubicBezTo>
                  <a:close/>
                  <a:moveTo>
                    <a:pt x="2485410" y="747828"/>
                  </a:moveTo>
                  <a:cubicBezTo>
                    <a:pt x="2484299" y="737519"/>
                    <a:pt x="2475020" y="730069"/>
                    <a:pt x="2464687" y="731178"/>
                  </a:cubicBezTo>
                  <a:cubicBezTo>
                    <a:pt x="2464659" y="731192"/>
                    <a:pt x="2464630" y="731192"/>
                    <a:pt x="2464602" y="731192"/>
                  </a:cubicBezTo>
                  <a:cubicBezTo>
                    <a:pt x="2456692" y="732031"/>
                    <a:pt x="2450136" y="737704"/>
                    <a:pt x="2448212" y="745410"/>
                  </a:cubicBezTo>
                  <a:cubicBezTo>
                    <a:pt x="2447784" y="747671"/>
                    <a:pt x="2447784" y="749974"/>
                    <a:pt x="2448212" y="752235"/>
                  </a:cubicBezTo>
                  <a:cubicBezTo>
                    <a:pt x="2448682" y="757240"/>
                    <a:pt x="2451148" y="761847"/>
                    <a:pt x="2455053" y="765032"/>
                  </a:cubicBezTo>
                  <a:cubicBezTo>
                    <a:pt x="2463333" y="771544"/>
                    <a:pt x="2475348" y="770136"/>
                    <a:pt x="2481876" y="761875"/>
                  </a:cubicBezTo>
                  <a:cubicBezTo>
                    <a:pt x="2483429" y="759899"/>
                    <a:pt x="2484584" y="757638"/>
                    <a:pt x="2485268" y="755221"/>
                  </a:cubicBezTo>
                  <a:cubicBezTo>
                    <a:pt x="2486137" y="753046"/>
                    <a:pt x="2486665" y="750742"/>
                    <a:pt x="2486836" y="748396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1589651" y="1099869"/>
                  </a:moveTo>
                  <a:cubicBezTo>
                    <a:pt x="1607680" y="1098035"/>
                    <a:pt x="1623828" y="1111045"/>
                    <a:pt x="1625851" y="1129017"/>
                  </a:cubicBezTo>
                  <a:cubicBezTo>
                    <a:pt x="1627947" y="1146860"/>
                    <a:pt x="1615219" y="1163055"/>
                    <a:pt x="1597347" y="1165273"/>
                  </a:cubicBezTo>
                  <a:cubicBezTo>
                    <a:pt x="1579232" y="1167107"/>
                    <a:pt x="1563027" y="1154040"/>
                    <a:pt x="1561003" y="1135983"/>
                  </a:cubicBezTo>
                  <a:cubicBezTo>
                    <a:pt x="1560547" y="1131974"/>
                    <a:pt x="1560889" y="1127922"/>
                    <a:pt x="1562001" y="1124040"/>
                  </a:cubicBezTo>
                  <a:cubicBezTo>
                    <a:pt x="1565365" y="1111258"/>
                    <a:pt x="1576097" y="1101732"/>
                    <a:pt x="1589223" y="1099869"/>
                  </a:cubicBezTo>
                  <a:close/>
                  <a:moveTo>
                    <a:pt x="1621006" y="1129585"/>
                  </a:moveTo>
                  <a:cubicBezTo>
                    <a:pt x="1620165" y="1122234"/>
                    <a:pt x="1616488" y="1115509"/>
                    <a:pt x="1610744" y="1110817"/>
                  </a:cubicBezTo>
                  <a:cubicBezTo>
                    <a:pt x="1604943" y="1106125"/>
                    <a:pt x="1597489" y="1103964"/>
                    <a:pt x="1590078" y="1104846"/>
                  </a:cubicBezTo>
                  <a:cubicBezTo>
                    <a:pt x="1574386" y="1106125"/>
                    <a:pt x="1562714" y="1119846"/>
                    <a:pt x="1563982" y="1135500"/>
                  </a:cubicBezTo>
                  <a:cubicBezTo>
                    <a:pt x="1565265" y="1151154"/>
                    <a:pt x="1579033" y="1162813"/>
                    <a:pt x="1594725" y="1161534"/>
                  </a:cubicBezTo>
                  <a:cubicBezTo>
                    <a:pt x="1607053" y="1160524"/>
                    <a:pt x="1617329" y="1151695"/>
                    <a:pt x="1620151" y="1139680"/>
                  </a:cubicBezTo>
                  <a:cubicBezTo>
                    <a:pt x="1620863" y="1136367"/>
                    <a:pt x="1621006" y="1132955"/>
                    <a:pt x="1620578" y="1129585"/>
                  </a:cubicBezTo>
                  <a:close/>
                  <a:moveTo>
                    <a:pt x="2410015" y="209528"/>
                  </a:moveTo>
                  <a:cubicBezTo>
                    <a:pt x="2428159" y="207623"/>
                    <a:pt x="2444421" y="220732"/>
                    <a:pt x="2446359" y="238817"/>
                  </a:cubicBezTo>
                  <a:cubicBezTo>
                    <a:pt x="2446815" y="242827"/>
                    <a:pt x="2446473" y="246879"/>
                    <a:pt x="2445361" y="250761"/>
                  </a:cubicBezTo>
                  <a:cubicBezTo>
                    <a:pt x="2440701" y="268292"/>
                    <a:pt x="2422672" y="278742"/>
                    <a:pt x="2405098" y="274078"/>
                  </a:cubicBezTo>
                  <a:cubicBezTo>
                    <a:pt x="2391901" y="270595"/>
                    <a:pt x="2382238" y="259334"/>
                    <a:pt x="2380798" y="245784"/>
                  </a:cubicBezTo>
                  <a:cubicBezTo>
                    <a:pt x="2380356" y="241789"/>
                    <a:pt x="2380656" y="237737"/>
                    <a:pt x="2381653" y="233841"/>
                  </a:cubicBezTo>
                  <a:lnTo>
                    <a:pt x="2381653" y="233841"/>
                  </a:lnTo>
                  <a:cubicBezTo>
                    <a:pt x="2385159" y="220675"/>
                    <a:pt x="2396433" y="211007"/>
                    <a:pt x="2410015" y="209528"/>
                  </a:cubicBezTo>
                  <a:close/>
                  <a:moveTo>
                    <a:pt x="2441371" y="239244"/>
                  </a:moveTo>
                  <a:cubicBezTo>
                    <a:pt x="2440530" y="231893"/>
                    <a:pt x="2436853" y="225168"/>
                    <a:pt x="2431109" y="220476"/>
                  </a:cubicBezTo>
                  <a:cubicBezTo>
                    <a:pt x="2425351" y="215812"/>
                    <a:pt x="2417954" y="213651"/>
                    <a:pt x="2410585" y="214504"/>
                  </a:cubicBezTo>
                  <a:cubicBezTo>
                    <a:pt x="2399112" y="215869"/>
                    <a:pt x="2389592" y="224016"/>
                    <a:pt x="2386499" y="235121"/>
                  </a:cubicBezTo>
                  <a:lnTo>
                    <a:pt x="2386499" y="235121"/>
                  </a:lnTo>
                  <a:cubicBezTo>
                    <a:pt x="2385573" y="238405"/>
                    <a:pt x="2385288" y="241832"/>
                    <a:pt x="2385644" y="245216"/>
                  </a:cubicBezTo>
                  <a:cubicBezTo>
                    <a:pt x="2388409" y="260671"/>
                    <a:pt x="2403217" y="270979"/>
                    <a:pt x="2418709" y="268220"/>
                  </a:cubicBezTo>
                  <a:cubicBezTo>
                    <a:pt x="2428886" y="266401"/>
                    <a:pt x="2437294" y="259235"/>
                    <a:pt x="2440658" y="249481"/>
                  </a:cubicBezTo>
                  <a:cubicBezTo>
                    <a:pt x="2441542" y="246140"/>
                    <a:pt x="2441784" y="242670"/>
                    <a:pt x="2441371" y="239244"/>
                  </a:cubicBezTo>
                  <a:close/>
                  <a:moveTo>
                    <a:pt x="1194576" y="542517"/>
                  </a:moveTo>
                  <a:cubicBezTo>
                    <a:pt x="1203255" y="541550"/>
                    <a:pt x="1211964" y="544067"/>
                    <a:pt x="1218805" y="549484"/>
                  </a:cubicBezTo>
                  <a:cubicBezTo>
                    <a:pt x="1225632" y="554972"/>
                    <a:pt x="1229950" y="562963"/>
                    <a:pt x="1230777" y="571665"/>
                  </a:cubicBezTo>
                  <a:cubicBezTo>
                    <a:pt x="1231204" y="575660"/>
                    <a:pt x="1230919" y="579712"/>
                    <a:pt x="1229921" y="583608"/>
                  </a:cubicBezTo>
                  <a:cubicBezTo>
                    <a:pt x="1225047" y="601167"/>
                    <a:pt x="1206818" y="611447"/>
                    <a:pt x="1189231" y="606584"/>
                  </a:cubicBezTo>
                  <a:cubicBezTo>
                    <a:pt x="1176276" y="603001"/>
                    <a:pt x="1166784" y="591954"/>
                    <a:pt x="1165216" y="578631"/>
                  </a:cubicBezTo>
                  <a:cubicBezTo>
                    <a:pt x="1164831" y="574622"/>
                    <a:pt x="1165173" y="570584"/>
                    <a:pt x="1166214" y="566688"/>
                  </a:cubicBezTo>
                  <a:lnTo>
                    <a:pt x="1166214" y="566688"/>
                  </a:lnTo>
                  <a:cubicBezTo>
                    <a:pt x="1169734" y="553551"/>
                    <a:pt x="1181022" y="543939"/>
                    <a:pt x="1194576" y="542517"/>
                  </a:cubicBezTo>
                  <a:close/>
                  <a:moveTo>
                    <a:pt x="1225931" y="572233"/>
                  </a:moveTo>
                  <a:cubicBezTo>
                    <a:pt x="1224064" y="557020"/>
                    <a:pt x="1210453" y="546015"/>
                    <a:pt x="1195146" y="547352"/>
                  </a:cubicBezTo>
                  <a:cubicBezTo>
                    <a:pt x="1183616" y="548660"/>
                    <a:pt x="1174038" y="556821"/>
                    <a:pt x="1170917" y="567968"/>
                  </a:cubicBezTo>
                  <a:lnTo>
                    <a:pt x="1170917" y="567968"/>
                  </a:lnTo>
                  <a:cubicBezTo>
                    <a:pt x="1170275" y="571309"/>
                    <a:pt x="1170275" y="574722"/>
                    <a:pt x="1170917" y="578063"/>
                  </a:cubicBezTo>
                  <a:cubicBezTo>
                    <a:pt x="1173824" y="593504"/>
                    <a:pt x="1188732" y="603656"/>
                    <a:pt x="1204196" y="600755"/>
                  </a:cubicBezTo>
                  <a:cubicBezTo>
                    <a:pt x="1214173" y="598878"/>
                    <a:pt x="1222396" y="591869"/>
                    <a:pt x="1225788" y="582328"/>
                  </a:cubicBezTo>
                  <a:cubicBezTo>
                    <a:pt x="1226472" y="579001"/>
                    <a:pt x="1226529" y="575575"/>
                    <a:pt x="1225931" y="572233"/>
                  </a:cubicBezTo>
                  <a:close/>
                  <a:moveTo>
                    <a:pt x="1196428" y="559437"/>
                  </a:moveTo>
                  <a:cubicBezTo>
                    <a:pt x="1200576" y="559039"/>
                    <a:pt x="1204709" y="560262"/>
                    <a:pt x="1207973" y="562849"/>
                  </a:cubicBezTo>
                  <a:cubicBezTo>
                    <a:pt x="1211222" y="565522"/>
                    <a:pt x="1213318" y="569347"/>
                    <a:pt x="1213816" y="573513"/>
                  </a:cubicBezTo>
                  <a:cubicBezTo>
                    <a:pt x="1214173" y="575390"/>
                    <a:pt x="1214173" y="577323"/>
                    <a:pt x="1213816" y="579200"/>
                  </a:cubicBezTo>
                  <a:cubicBezTo>
                    <a:pt x="1212063" y="585726"/>
                    <a:pt x="1206334" y="590418"/>
                    <a:pt x="1199564" y="590859"/>
                  </a:cubicBezTo>
                  <a:cubicBezTo>
                    <a:pt x="1195417" y="591257"/>
                    <a:pt x="1191283" y="590034"/>
                    <a:pt x="1188020" y="587447"/>
                  </a:cubicBezTo>
                  <a:cubicBezTo>
                    <a:pt x="1184727" y="584816"/>
                    <a:pt x="1182618" y="580978"/>
                    <a:pt x="1182176" y="576783"/>
                  </a:cubicBezTo>
                  <a:cubicBezTo>
                    <a:pt x="1181891" y="574892"/>
                    <a:pt x="1181891" y="572987"/>
                    <a:pt x="1182176" y="571096"/>
                  </a:cubicBezTo>
                  <a:lnTo>
                    <a:pt x="1182176" y="571096"/>
                  </a:lnTo>
                  <a:cubicBezTo>
                    <a:pt x="1183972" y="564584"/>
                    <a:pt x="1189687" y="559920"/>
                    <a:pt x="1196428" y="559437"/>
                  </a:cubicBezTo>
                  <a:close/>
                  <a:moveTo>
                    <a:pt x="1208828" y="573655"/>
                  </a:moveTo>
                  <a:cubicBezTo>
                    <a:pt x="1208529" y="570797"/>
                    <a:pt x="1207089" y="568181"/>
                    <a:pt x="1204837" y="566404"/>
                  </a:cubicBezTo>
                  <a:cubicBezTo>
                    <a:pt x="1202571" y="564655"/>
                    <a:pt x="1199707" y="563845"/>
                    <a:pt x="1196856" y="564129"/>
                  </a:cubicBezTo>
                  <a:cubicBezTo>
                    <a:pt x="1192424" y="564627"/>
                    <a:pt x="1188746" y="567783"/>
                    <a:pt x="1187592" y="572091"/>
                  </a:cubicBezTo>
                  <a:lnTo>
                    <a:pt x="1187592" y="572091"/>
                  </a:lnTo>
                  <a:cubicBezTo>
                    <a:pt x="1187378" y="573413"/>
                    <a:pt x="1187378" y="574750"/>
                    <a:pt x="1187592" y="576072"/>
                  </a:cubicBezTo>
                  <a:cubicBezTo>
                    <a:pt x="1187891" y="578930"/>
                    <a:pt x="1189331" y="581546"/>
                    <a:pt x="1191583" y="583323"/>
                  </a:cubicBezTo>
                  <a:cubicBezTo>
                    <a:pt x="1196257" y="587049"/>
                    <a:pt x="1203070" y="586295"/>
                    <a:pt x="1206804" y="581646"/>
                  </a:cubicBezTo>
                  <a:cubicBezTo>
                    <a:pt x="1207759" y="580466"/>
                    <a:pt x="1208443" y="579101"/>
                    <a:pt x="1208828" y="577636"/>
                  </a:cubicBezTo>
                  <a:cubicBezTo>
                    <a:pt x="1209013" y="576414"/>
                    <a:pt x="1209013" y="575162"/>
                    <a:pt x="1208828" y="573939"/>
                  </a:cubicBezTo>
                  <a:close/>
                  <a:moveTo>
                    <a:pt x="317914" y="754652"/>
                  </a:moveTo>
                  <a:cubicBezTo>
                    <a:pt x="335909" y="752676"/>
                    <a:pt x="352106" y="765614"/>
                    <a:pt x="354091" y="783572"/>
                  </a:cubicBezTo>
                  <a:cubicBezTo>
                    <a:pt x="354099" y="783643"/>
                    <a:pt x="354108" y="783728"/>
                    <a:pt x="354115" y="783800"/>
                  </a:cubicBezTo>
                  <a:cubicBezTo>
                    <a:pt x="354550" y="787795"/>
                    <a:pt x="354260" y="791847"/>
                    <a:pt x="353260" y="795743"/>
                  </a:cubicBezTo>
                  <a:cubicBezTo>
                    <a:pt x="348818" y="813331"/>
                    <a:pt x="330922" y="823994"/>
                    <a:pt x="313291" y="819572"/>
                  </a:cubicBezTo>
                  <a:cubicBezTo>
                    <a:pt x="299761" y="816160"/>
                    <a:pt x="289850" y="804629"/>
                    <a:pt x="288554" y="790766"/>
                  </a:cubicBezTo>
                  <a:cubicBezTo>
                    <a:pt x="288105" y="786757"/>
                    <a:pt x="288443" y="782705"/>
                    <a:pt x="289552" y="778823"/>
                  </a:cubicBezTo>
                  <a:lnTo>
                    <a:pt x="289552" y="778823"/>
                  </a:lnTo>
                  <a:cubicBezTo>
                    <a:pt x="293078" y="765686"/>
                    <a:pt x="304356" y="756074"/>
                    <a:pt x="317914" y="754652"/>
                  </a:cubicBezTo>
                  <a:close/>
                  <a:moveTo>
                    <a:pt x="349269" y="784368"/>
                  </a:moveTo>
                  <a:cubicBezTo>
                    <a:pt x="348426" y="777017"/>
                    <a:pt x="344746" y="770292"/>
                    <a:pt x="339008" y="765600"/>
                  </a:cubicBezTo>
                  <a:cubicBezTo>
                    <a:pt x="326570" y="755975"/>
                    <a:pt x="308663" y="758221"/>
                    <a:pt x="299013" y="770633"/>
                  </a:cubicBezTo>
                  <a:cubicBezTo>
                    <a:pt x="296878" y="773378"/>
                    <a:pt x="295266" y="776491"/>
                    <a:pt x="294255" y="779819"/>
                  </a:cubicBezTo>
                  <a:cubicBezTo>
                    <a:pt x="287471" y="793994"/>
                    <a:pt x="293488" y="810970"/>
                    <a:pt x="307694" y="817738"/>
                  </a:cubicBezTo>
                  <a:cubicBezTo>
                    <a:pt x="321901" y="824506"/>
                    <a:pt x="338916" y="818492"/>
                    <a:pt x="345701" y="804331"/>
                  </a:cubicBezTo>
                  <a:cubicBezTo>
                    <a:pt x="347245" y="801103"/>
                    <a:pt x="348166" y="797605"/>
                    <a:pt x="348414" y="794037"/>
                  </a:cubicBezTo>
                  <a:cubicBezTo>
                    <a:pt x="349285" y="790894"/>
                    <a:pt x="349574" y="787610"/>
                    <a:pt x="349269" y="784368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551082" y="326543"/>
                  </a:moveTo>
                  <a:cubicBezTo>
                    <a:pt x="558377" y="319164"/>
                    <a:pt x="570289" y="319079"/>
                    <a:pt x="577687" y="326359"/>
                  </a:cubicBezTo>
                  <a:cubicBezTo>
                    <a:pt x="577751" y="326415"/>
                    <a:pt x="577814" y="326487"/>
                    <a:pt x="577877" y="326543"/>
                  </a:cubicBezTo>
                  <a:cubicBezTo>
                    <a:pt x="582418" y="331321"/>
                    <a:pt x="584145" y="338103"/>
                    <a:pt x="582438" y="344458"/>
                  </a:cubicBezTo>
                  <a:cubicBezTo>
                    <a:pt x="581538" y="347871"/>
                    <a:pt x="579714" y="350970"/>
                    <a:pt x="577164" y="353416"/>
                  </a:cubicBezTo>
                  <a:cubicBezTo>
                    <a:pt x="573526" y="356871"/>
                    <a:pt x="568644" y="358719"/>
                    <a:pt x="563625" y="358534"/>
                  </a:cubicBezTo>
                  <a:cubicBezTo>
                    <a:pt x="553158" y="358307"/>
                    <a:pt x="544863" y="349648"/>
                    <a:pt x="545095" y="339212"/>
                  </a:cubicBezTo>
                  <a:cubicBezTo>
                    <a:pt x="545209" y="334122"/>
                    <a:pt x="547367" y="329302"/>
                    <a:pt x="551082" y="325833"/>
                  </a:cubicBezTo>
                  <a:close/>
                  <a:moveTo>
                    <a:pt x="574314" y="330667"/>
                  </a:moveTo>
                  <a:cubicBezTo>
                    <a:pt x="571741" y="327965"/>
                    <a:pt x="568210" y="326387"/>
                    <a:pt x="564480" y="326259"/>
                  </a:cubicBezTo>
                  <a:cubicBezTo>
                    <a:pt x="560781" y="326202"/>
                    <a:pt x="557204" y="327581"/>
                    <a:pt x="554503" y="330098"/>
                  </a:cubicBezTo>
                  <a:cubicBezTo>
                    <a:pt x="552526" y="331662"/>
                    <a:pt x="551001" y="333724"/>
                    <a:pt x="550085" y="336070"/>
                  </a:cubicBezTo>
                  <a:cubicBezTo>
                    <a:pt x="548838" y="340818"/>
                    <a:pt x="550130" y="345866"/>
                    <a:pt x="553505" y="349435"/>
                  </a:cubicBezTo>
                  <a:cubicBezTo>
                    <a:pt x="556102" y="352079"/>
                    <a:pt x="559630" y="353615"/>
                    <a:pt x="563339" y="353700"/>
                  </a:cubicBezTo>
                  <a:cubicBezTo>
                    <a:pt x="567038" y="353757"/>
                    <a:pt x="570617" y="352378"/>
                    <a:pt x="573316" y="349861"/>
                  </a:cubicBezTo>
                  <a:cubicBezTo>
                    <a:pt x="575277" y="348127"/>
                    <a:pt x="576668" y="345852"/>
                    <a:pt x="577307" y="343321"/>
                  </a:cubicBezTo>
                  <a:cubicBezTo>
                    <a:pt x="578414" y="338871"/>
                    <a:pt x="577300" y="334150"/>
                    <a:pt x="574314" y="330667"/>
                  </a:cubicBezTo>
                  <a:close/>
                  <a:moveTo>
                    <a:pt x="203753" y="2451306"/>
                  </a:moveTo>
                  <a:cubicBezTo>
                    <a:pt x="212264" y="2443258"/>
                    <a:pt x="225706" y="2443614"/>
                    <a:pt x="233774" y="2452102"/>
                  </a:cubicBezTo>
                  <a:cubicBezTo>
                    <a:pt x="233791" y="2452116"/>
                    <a:pt x="233808" y="2452145"/>
                    <a:pt x="233825" y="2452159"/>
                  </a:cubicBezTo>
                  <a:cubicBezTo>
                    <a:pt x="238864" y="2457519"/>
                    <a:pt x="240799" y="2465083"/>
                    <a:pt x="238956" y="2472206"/>
                  </a:cubicBezTo>
                  <a:cubicBezTo>
                    <a:pt x="237839" y="2475974"/>
                    <a:pt x="235779" y="2479401"/>
                    <a:pt x="232970" y="2482159"/>
                  </a:cubicBezTo>
                  <a:cubicBezTo>
                    <a:pt x="224524" y="2490277"/>
                    <a:pt x="211081" y="2490022"/>
                    <a:pt x="202943" y="2481605"/>
                  </a:cubicBezTo>
                  <a:cubicBezTo>
                    <a:pt x="197734" y="2476216"/>
                    <a:pt x="195766" y="2468481"/>
                    <a:pt x="197767" y="2461258"/>
                  </a:cubicBezTo>
                  <a:cubicBezTo>
                    <a:pt x="198576" y="2457490"/>
                    <a:pt x="200456" y="2454036"/>
                    <a:pt x="203183" y="2451306"/>
                  </a:cubicBezTo>
                  <a:close/>
                  <a:moveTo>
                    <a:pt x="230120" y="2455429"/>
                  </a:moveTo>
                  <a:cubicBezTo>
                    <a:pt x="223698" y="2449173"/>
                    <a:pt x="213453" y="2449173"/>
                    <a:pt x="207031" y="2455429"/>
                  </a:cubicBezTo>
                  <a:cubicBezTo>
                    <a:pt x="199969" y="2461074"/>
                    <a:pt x="198834" y="2471367"/>
                    <a:pt x="204497" y="2478420"/>
                  </a:cubicBezTo>
                  <a:cubicBezTo>
                    <a:pt x="210159" y="2485458"/>
                    <a:pt x="220475" y="2486595"/>
                    <a:pt x="227537" y="2480936"/>
                  </a:cubicBezTo>
                  <a:cubicBezTo>
                    <a:pt x="228261" y="2480368"/>
                    <a:pt x="228934" y="2479728"/>
                    <a:pt x="229550" y="2479031"/>
                  </a:cubicBezTo>
                  <a:cubicBezTo>
                    <a:pt x="231705" y="2476955"/>
                    <a:pt x="233277" y="2474367"/>
                    <a:pt x="234110" y="2471495"/>
                  </a:cubicBezTo>
                  <a:cubicBezTo>
                    <a:pt x="235653" y="2465709"/>
                    <a:pt x="233904" y="2459552"/>
                    <a:pt x="229550" y="2455429"/>
                  </a:cubicBezTo>
                  <a:close/>
                  <a:moveTo>
                    <a:pt x="239954" y="1641155"/>
                  </a:moveTo>
                  <a:cubicBezTo>
                    <a:pt x="248497" y="1633022"/>
                    <a:pt x="262029" y="1633335"/>
                    <a:pt x="270179" y="1641866"/>
                  </a:cubicBezTo>
                  <a:cubicBezTo>
                    <a:pt x="278330" y="1650382"/>
                    <a:pt x="278012" y="1663890"/>
                    <a:pt x="269469" y="1672022"/>
                  </a:cubicBezTo>
                  <a:cubicBezTo>
                    <a:pt x="260926" y="1680141"/>
                    <a:pt x="247394" y="1679828"/>
                    <a:pt x="239243" y="1671311"/>
                  </a:cubicBezTo>
                  <a:cubicBezTo>
                    <a:pt x="239194" y="1671255"/>
                    <a:pt x="239147" y="1671212"/>
                    <a:pt x="239099" y="1671155"/>
                  </a:cubicBezTo>
                  <a:cubicBezTo>
                    <a:pt x="233986" y="1665837"/>
                    <a:pt x="232040" y="1658231"/>
                    <a:pt x="233968" y="1651108"/>
                  </a:cubicBezTo>
                  <a:cubicBezTo>
                    <a:pt x="234860" y="1647368"/>
                    <a:pt x="236730" y="1643941"/>
                    <a:pt x="239384" y="1641155"/>
                  </a:cubicBezTo>
                  <a:close/>
                  <a:moveTo>
                    <a:pt x="266321" y="1645420"/>
                  </a:moveTo>
                  <a:cubicBezTo>
                    <a:pt x="260178" y="1638908"/>
                    <a:pt x="249911" y="1638595"/>
                    <a:pt x="243374" y="1644709"/>
                  </a:cubicBezTo>
                  <a:cubicBezTo>
                    <a:pt x="237958" y="1651946"/>
                    <a:pt x="239448" y="1662198"/>
                    <a:pt x="246701" y="1667586"/>
                  </a:cubicBezTo>
                  <a:cubicBezTo>
                    <a:pt x="252064" y="1671581"/>
                    <a:pt x="259323" y="1671923"/>
                    <a:pt x="265038" y="1668454"/>
                  </a:cubicBezTo>
                  <a:cubicBezTo>
                    <a:pt x="267294" y="1666406"/>
                    <a:pt x="268882" y="1663733"/>
                    <a:pt x="269599" y="1660776"/>
                  </a:cubicBezTo>
                  <a:cubicBezTo>
                    <a:pt x="271108" y="1655344"/>
                    <a:pt x="269647" y="1649515"/>
                    <a:pt x="265751" y="1645420"/>
                  </a:cubicBezTo>
                  <a:close/>
                  <a:moveTo>
                    <a:pt x="1141557" y="2254384"/>
                  </a:moveTo>
                  <a:cubicBezTo>
                    <a:pt x="1156294" y="2240322"/>
                    <a:pt x="1179653" y="2240834"/>
                    <a:pt x="1193749" y="2255536"/>
                  </a:cubicBezTo>
                  <a:cubicBezTo>
                    <a:pt x="1202700" y="2264863"/>
                    <a:pt x="1206092" y="2278185"/>
                    <a:pt x="1202700" y="2290640"/>
                  </a:cubicBezTo>
                  <a:cubicBezTo>
                    <a:pt x="1200904" y="2297195"/>
                    <a:pt x="1197369" y="2303153"/>
                    <a:pt x="1192438" y="2307844"/>
                  </a:cubicBezTo>
                  <a:cubicBezTo>
                    <a:pt x="1185326" y="2314627"/>
                    <a:pt x="1175763" y="2318266"/>
                    <a:pt x="1165928" y="2317940"/>
                  </a:cubicBezTo>
                  <a:cubicBezTo>
                    <a:pt x="1145476" y="2317356"/>
                    <a:pt x="1129363" y="2300337"/>
                    <a:pt x="1129950" y="2279920"/>
                  </a:cubicBezTo>
                  <a:cubicBezTo>
                    <a:pt x="1130031" y="2277105"/>
                    <a:pt x="1130434" y="2274318"/>
                    <a:pt x="1131153" y="2271588"/>
                  </a:cubicBezTo>
                  <a:cubicBezTo>
                    <a:pt x="1132835" y="2265076"/>
                    <a:pt x="1136227" y="2259147"/>
                    <a:pt x="1140987" y="2254384"/>
                  </a:cubicBezTo>
                  <a:close/>
                  <a:moveTo>
                    <a:pt x="1190158" y="2259076"/>
                  </a:moveTo>
                  <a:cubicBezTo>
                    <a:pt x="1177216" y="2247019"/>
                    <a:pt x="1156921" y="2247702"/>
                    <a:pt x="1144835" y="2260612"/>
                  </a:cubicBezTo>
                  <a:cubicBezTo>
                    <a:pt x="1133764" y="2272427"/>
                    <a:pt x="1133276" y="2290626"/>
                    <a:pt x="1143695" y="2303010"/>
                  </a:cubicBezTo>
                  <a:cubicBezTo>
                    <a:pt x="1149496" y="2309224"/>
                    <a:pt x="1157562" y="2312806"/>
                    <a:pt x="1166071" y="2312963"/>
                  </a:cubicBezTo>
                  <a:cubicBezTo>
                    <a:pt x="1174565" y="2313233"/>
                    <a:pt x="1182832" y="2310119"/>
                    <a:pt x="1189017" y="2304290"/>
                  </a:cubicBezTo>
                  <a:cubicBezTo>
                    <a:pt x="1193250" y="2300195"/>
                    <a:pt x="1196315" y="2295034"/>
                    <a:pt x="1197854" y="2289361"/>
                  </a:cubicBezTo>
                  <a:cubicBezTo>
                    <a:pt x="1200590" y="2278512"/>
                    <a:pt x="1197455" y="2267038"/>
                    <a:pt x="1189587" y="2259076"/>
                  </a:cubicBezTo>
                  <a:close/>
                  <a:moveTo>
                    <a:pt x="1403230" y="638206"/>
                  </a:moveTo>
                  <a:cubicBezTo>
                    <a:pt x="1418024" y="624272"/>
                    <a:pt x="1441298" y="624855"/>
                    <a:pt x="1455393" y="639485"/>
                  </a:cubicBezTo>
                  <a:cubicBezTo>
                    <a:pt x="1464301" y="648784"/>
                    <a:pt x="1467708" y="662035"/>
                    <a:pt x="1464373" y="674462"/>
                  </a:cubicBezTo>
                  <a:cubicBezTo>
                    <a:pt x="1462577" y="681016"/>
                    <a:pt x="1459042" y="686974"/>
                    <a:pt x="1454111" y="691666"/>
                  </a:cubicBezTo>
                  <a:cubicBezTo>
                    <a:pt x="1439260" y="705657"/>
                    <a:pt x="1415872" y="705017"/>
                    <a:pt x="1401805" y="690244"/>
                  </a:cubicBezTo>
                  <a:cubicBezTo>
                    <a:pt x="1387809" y="675471"/>
                    <a:pt x="1388436" y="652182"/>
                    <a:pt x="1403230" y="638206"/>
                  </a:cubicBezTo>
                  <a:close/>
                  <a:moveTo>
                    <a:pt x="1451830" y="642898"/>
                  </a:moveTo>
                  <a:cubicBezTo>
                    <a:pt x="1439802" y="630144"/>
                    <a:pt x="1419691" y="629518"/>
                    <a:pt x="1406907" y="641518"/>
                  </a:cubicBezTo>
                  <a:cubicBezTo>
                    <a:pt x="1406822" y="641604"/>
                    <a:pt x="1406736" y="641675"/>
                    <a:pt x="1406651" y="641760"/>
                  </a:cubicBezTo>
                  <a:cubicBezTo>
                    <a:pt x="1393781" y="653789"/>
                    <a:pt x="1393125" y="673936"/>
                    <a:pt x="1405183" y="686775"/>
                  </a:cubicBezTo>
                  <a:cubicBezTo>
                    <a:pt x="1405240" y="686846"/>
                    <a:pt x="1405311" y="686903"/>
                    <a:pt x="1405368" y="686974"/>
                  </a:cubicBezTo>
                  <a:cubicBezTo>
                    <a:pt x="1417611" y="699685"/>
                    <a:pt x="1437820" y="700197"/>
                    <a:pt x="1450690" y="688111"/>
                  </a:cubicBezTo>
                  <a:cubicBezTo>
                    <a:pt x="1454980" y="684059"/>
                    <a:pt x="1458030" y="678884"/>
                    <a:pt x="1459527" y="673182"/>
                  </a:cubicBezTo>
                  <a:cubicBezTo>
                    <a:pt x="1462049" y="662519"/>
                    <a:pt x="1458942" y="651301"/>
                    <a:pt x="1451260" y="643466"/>
                  </a:cubicBezTo>
                  <a:close/>
                  <a:moveTo>
                    <a:pt x="1017134" y="1067310"/>
                  </a:moveTo>
                  <a:cubicBezTo>
                    <a:pt x="1040786" y="1044148"/>
                    <a:pt x="1078775" y="1044518"/>
                    <a:pt x="1101987" y="1068106"/>
                  </a:cubicBezTo>
                  <a:cubicBezTo>
                    <a:pt x="1117064" y="1083433"/>
                    <a:pt x="1122757" y="1105642"/>
                    <a:pt x="1116900" y="1126315"/>
                  </a:cubicBezTo>
                  <a:cubicBezTo>
                    <a:pt x="1110410" y="1150131"/>
                    <a:pt x="1090026" y="1167590"/>
                    <a:pt x="1065450" y="1170391"/>
                  </a:cubicBezTo>
                  <a:cubicBezTo>
                    <a:pt x="1032410" y="1173818"/>
                    <a:pt x="1002843" y="1149875"/>
                    <a:pt x="999410" y="1116917"/>
                  </a:cubicBezTo>
                  <a:cubicBezTo>
                    <a:pt x="997486" y="1098447"/>
                    <a:pt x="1004240" y="1080135"/>
                    <a:pt x="1017704" y="1067310"/>
                  </a:cubicBezTo>
                  <a:close/>
                  <a:moveTo>
                    <a:pt x="1098372" y="1072997"/>
                  </a:moveTo>
                  <a:cubicBezTo>
                    <a:pt x="1077457" y="1051016"/>
                    <a:pt x="1042637" y="1050106"/>
                    <a:pt x="1020597" y="1070964"/>
                  </a:cubicBezTo>
                  <a:cubicBezTo>
                    <a:pt x="1020583" y="1070978"/>
                    <a:pt x="1020569" y="1070992"/>
                    <a:pt x="1020555" y="1071006"/>
                  </a:cubicBezTo>
                  <a:cubicBezTo>
                    <a:pt x="1013156" y="1077931"/>
                    <a:pt x="1007870" y="1086803"/>
                    <a:pt x="1005305" y="1096599"/>
                  </a:cubicBezTo>
                  <a:cubicBezTo>
                    <a:pt x="997385" y="1125860"/>
                    <a:pt x="1014744" y="1155989"/>
                    <a:pt x="1044077" y="1163894"/>
                  </a:cubicBezTo>
                  <a:cubicBezTo>
                    <a:pt x="1062636" y="1168884"/>
                    <a:pt x="1082464" y="1163865"/>
                    <a:pt x="1096377" y="1150628"/>
                  </a:cubicBezTo>
                  <a:cubicBezTo>
                    <a:pt x="1103681" y="1143633"/>
                    <a:pt x="1108950" y="1134789"/>
                    <a:pt x="1111627" y="1125036"/>
                  </a:cubicBezTo>
                  <a:cubicBezTo>
                    <a:pt x="1116293" y="1106651"/>
                    <a:pt x="1111060" y="1087158"/>
                    <a:pt x="1097802" y="1073566"/>
                  </a:cubicBezTo>
                  <a:close/>
                  <a:moveTo>
                    <a:pt x="1022550" y="1072997"/>
                  </a:moveTo>
                  <a:cubicBezTo>
                    <a:pt x="1043764" y="1053674"/>
                    <a:pt x="1076669" y="1055153"/>
                    <a:pt x="1096044" y="1076324"/>
                  </a:cubicBezTo>
                  <a:cubicBezTo>
                    <a:pt x="1107835" y="1089206"/>
                    <a:pt x="1112351" y="1107135"/>
                    <a:pt x="1108064" y="1124040"/>
                  </a:cubicBezTo>
                  <a:cubicBezTo>
                    <a:pt x="1105651" y="1133296"/>
                    <a:pt x="1100718" y="1141713"/>
                    <a:pt x="1093812" y="1148353"/>
                  </a:cubicBezTo>
                  <a:cubicBezTo>
                    <a:pt x="1085557" y="1156244"/>
                    <a:pt x="1074950" y="1161235"/>
                    <a:pt x="1063597" y="1162571"/>
                  </a:cubicBezTo>
                  <a:cubicBezTo>
                    <a:pt x="1035034" y="1165657"/>
                    <a:pt x="1009368" y="1145069"/>
                    <a:pt x="1006271" y="1116576"/>
                  </a:cubicBezTo>
                  <a:cubicBezTo>
                    <a:pt x="1005580" y="1110206"/>
                    <a:pt x="1006073" y="1103779"/>
                    <a:pt x="1007727" y="1097594"/>
                  </a:cubicBezTo>
                  <a:lnTo>
                    <a:pt x="1007727" y="1097594"/>
                  </a:lnTo>
                  <a:cubicBezTo>
                    <a:pt x="1010213" y="1088481"/>
                    <a:pt x="1015140" y="1080234"/>
                    <a:pt x="1021980" y="1073708"/>
                  </a:cubicBezTo>
                  <a:close/>
                  <a:moveTo>
                    <a:pt x="1092529" y="1078400"/>
                  </a:moveTo>
                  <a:cubicBezTo>
                    <a:pt x="1074474" y="1059774"/>
                    <a:pt x="1044698" y="1059277"/>
                    <a:pt x="1026025" y="1077277"/>
                  </a:cubicBezTo>
                  <a:cubicBezTo>
                    <a:pt x="1007612" y="1095035"/>
                    <a:pt x="1006827" y="1124239"/>
                    <a:pt x="1024260" y="1142950"/>
                  </a:cubicBezTo>
                  <a:cubicBezTo>
                    <a:pt x="1034376" y="1153543"/>
                    <a:pt x="1048880" y="1158804"/>
                    <a:pt x="1063454" y="1157169"/>
                  </a:cubicBezTo>
                  <a:cubicBezTo>
                    <a:pt x="1073747" y="1156159"/>
                    <a:pt x="1083393" y="1151695"/>
                    <a:pt x="1090819" y="1144514"/>
                  </a:cubicBezTo>
                  <a:cubicBezTo>
                    <a:pt x="1097110" y="1138543"/>
                    <a:pt x="1101643" y="1130979"/>
                    <a:pt x="1103931" y="1122618"/>
                  </a:cubicBezTo>
                  <a:cubicBezTo>
                    <a:pt x="1107632" y="1106978"/>
                    <a:pt x="1103000" y="1090542"/>
                    <a:pt x="1091674" y="1079111"/>
                  </a:cubicBezTo>
                  <a:close/>
                  <a:moveTo>
                    <a:pt x="1032099" y="1082950"/>
                  </a:moveTo>
                  <a:cubicBezTo>
                    <a:pt x="1047576" y="1068533"/>
                    <a:pt x="1071836" y="1069371"/>
                    <a:pt x="1086286" y="1084812"/>
                  </a:cubicBezTo>
                  <a:cubicBezTo>
                    <a:pt x="1095233" y="1094367"/>
                    <a:pt x="1098663" y="1107817"/>
                    <a:pt x="1095379" y="1120486"/>
                  </a:cubicBezTo>
                  <a:cubicBezTo>
                    <a:pt x="1093501" y="1127310"/>
                    <a:pt x="1089807" y="1133495"/>
                    <a:pt x="1084690" y="1138400"/>
                  </a:cubicBezTo>
                  <a:cubicBezTo>
                    <a:pt x="1069340" y="1152889"/>
                    <a:pt x="1045126" y="1152220"/>
                    <a:pt x="1030602" y="1136908"/>
                  </a:cubicBezTo>
                  <a:cubicBezTo>
                    <a:pt x="1016079" y="1121595"/>
                    <a:pt x="1016749" y="1097438"/>
                    <a:pt x="1032099" y="1082950"/>
                  </a:cubicBezTo>
                  <a:close/>
                  <a:moveTo>
                    <a:pt x="1082552" y="1087784"/>
                  </a:moveTo>
                  <a:cubicBezTo>
                    <a:pt x="1076479" y="1081414"/>
                    <a:pt x="1068132" y="1077675"/>
                    <a:pt x="1059321" y="1077405"/>
                  </a:cubicBezTo>
                  <a:cubicBezTo>
                    <a:pt x="1050503" y="1077234"/>
                    <a:pt x="1041966" y="1080504"/>
                    <a:pt x="1035520" y="1086504"/>
                  </a:cubicBezTo>
                  <a:cubicBezTo>
                    <a:pt x="1031013" y="1090741"/>
                    <a:pt x="1027801" y="1096158"/>
                    <a:pt x="1026256" y="1102144"/>
                  </a:cubicBezTo>
                  <a:cubicBezTo>
                    <a:pt x="1021487" y="1119817"/>
                    <a:pt x="1031976" y="1137988"/>
                    <a:pt x="1049686" y="1142751"/>
                  </a:cubicBezTo>
                  <a:cubicBezTo>
                    <a:pt x="1060900" y="1145766"/>
                    <a:pt x="1072876" y="1142709"/>
                    <a:pt x="1081270" y="1134704"/>
                  </a:cubicBezTo>
                  <a:cubicBezTo>
                    <a:pt x="1085803" y="1130552"/>
                    <a:pt x="1089023" y="1125163"/>
                    <a:pt x="1090534" y="1119206"/>
                  </a:cubicBezTo>
                  <a:cubicBezTo>
                    <a:pt x="1093132" y="1108187"/>
                    <a:pt x="1089907" y="1096599"/>
                    <a:pt x="1081982" y="1088495"/>
                  </a:cubicBezTo>
                  <a:close/>
                  <a:moveTo>
                    <a:pt x="331596" y="1032902"/>
                  </a:moveTo>
                  <a:cubicBezTo>
                    <a:pt x="346084" y="1020205"/>
                    <a:pt x="368147" y="1021627"/>
                    <a:pt x="380875" y="1036072"/>
                  </a:cubicBezTo>
                  <a:cubicBezTo>
                    <a:pt x="388359" y="1044575"/>
                    <a:pt x="391241" y="1056163"/>
                    <a:pt x="388606" y="1067168"/>
                  </a:cubicBezTo>
                  <a:cubicBezTo>
                    <a:pt x="384501" y="1082779"/>
                    <a:pt x="370146" y="1093500"/>
                    <a:pt x="353973" y="1093045"/>
                  </a:cubicBezTo>
                  <a:cubicBezTo>
                    <a:pt x="334695" y="1092519"/>
                    <a:pt x="319498" y="1076495"/>
                    <a:pt x="320028" y="1057272"/>
                  </a:cubicBezTo>
                  <a:cubicBezTo>
                    <a:pt x="320102" y="1054556"/>
                    <a:pt x="320492" y="1051869"/>
                    <a:pt x="321192" y="1049253"/>
                  </a:cubicBezTo>
                  <a:cubicBezTo>
                    <a:pt x="322981" y="1043238"/>
                    <a:pt x="326381" y="1037835"/>
                    <a:pt x="331026" y="1033613"/>
                  </a:cubicBezTo>
                  <a:close/>
                  <a:moveTo>
                    <a:pt x="377346" y="1037594"/>
                  </a:moveTo>
                  <a:cubicBezTo>
                    <a:pt x="371868" y="1031864"/>
                    <a:pt x="364331" y="1028537"/>
                    <a:pt x="356395" y="1028352"/>
                  </a:cubicBezTo>
                  <a:cubicBezTo>
                    <a:pt x="342559" y="1028110"/>
                    <a:pt x="330309" y="1037224"/>
                    <a:pt x="326608" y="1050532"/>
                  </a:cubicBezTo>
                  <a:cubicBezTo>
                    <a:pt x="322357" y="1066471"/>
                    <a:pt x="331859" y="1082822"/>
                    <a:pt x="347831" y="1087073"/>
                  </a:cubicBezTo>
                  <a:cubicBezTo>
                    <a:pt x="350209" y="1087699"/>
                    <a:pt x="352654" y="1088040"/>
                    <a:pt x="355113" y="1088068"/>
                  </a:cubicBezTo>
                  <a:cubicBezTo>
                    <a:pt x="368949" y="1088310"/>
                    <a:pt x="381199" y="1079196"/>
                    <a:pt x="384900" y="1065888"/>
                  </a:cubicBezTo>
                  <a:cubicBezTo>
                    <a:pt x="387128" y="1055907"/>
                    <a:pt x="384059" y="1045499"/>
                    <a:pt x="376776" y="1038305"/>
                  </a:cubicBezTo>
                  <a:close/>
                  <a:moveTo>
                    <a:pt x="35290" y="1323947"/>
                  </a:moveTo>
                  <a:cubicBezTo>
                    <a:pt x="28103" y="1316469"/>
                    <a:pt x="16216" y="1316142"/>
                    <a:pt x="8638" y="1323237"/>
                  </a:cubicBezTo>
                  <a:cubicBezTo>
                    <a:pt x="6117" y="1325654"/>
                    <a:pt x="4294" y="1328696"/>
                    <a:pt x="3365" y="1332052"/>
                  </a:cubicBezTo>
                  <a:cubicBezTo>
                    <a:pt x="1652" y="1338365"/>
                    <a:pt x="3383" y="1345104"/>
                    <a:pt x="7926" y="1349825"/>
                  </a:cubicBezTo>
                  <a:cubicBezTo>
                    <a:pt x="11396" y="1353436"/>
                    <a:pt x="16162" y="1355540"/>
                    <a:pt x="21180" y="1355654"/>
                  </a:cubicBezTo>
                  <a:cubicBezTo>
                    <a:pt x="30005" y="1355953"/>
                    <a:pt x="37819" y="1350009"/>
                    <a:pt x="39851" y="1341436"/>
                  </a:cubicBezTo>
                  <a:cubicBezTo>
                    <a:pt x="41115" y="1335365"/>
                    <a:pt x="39242" y="1329066"/>
                    <a:pt x="34863" y="1324658"/>
                  </a:cubicBezTo>
                  <a:close/>
                  <a:moveTo>
                    <a:pt x="1714216" y="1249302"/>
                  </a:moveTo>
                  <a:cubicBezTo>
                    <a:pt x="1723779" y="1240316"/>
                    <a:pt x="1738844" y="1240757"/>
                    <a:pt x="1747851" y="1250298"/>
                  </a:cubicBezTo>
                  <a:cubicBezTo>
                    <a:pt x="1753667" y="1256212"/>
                    <a:pt x="1755890" y="1264771"/>
                    <a:pt x="1753695" y="1272762"/>
                  </a:cubicBezTo>
                  <a:cubicBezTo>
                    <a:pt x="1752583" y="1277028"/>
                    <a:pt x="1750246" y="1280881"/>
                    <a:pt x="1746996" y="1283852"/>
                  </a:cubicBezTo>
                  <a:cubicBezTo>
                    <a:pt x="1742450" y="1288217"/>
                    <a:pt x="1736336" y="1290563"/>
                    <a:pt x="1730036" y="1290393"/>
                  </a:cubicBezTo>
                  <a:cubicBezTo>
                    <a:pt x="1723708" y="1290236"/>
                    <a:pt x="1717708" y="1287577"/>
                    <a:pt x="1713361" y="1282999"/>
                  </a:cubicBezTo>
                  <a:cubicBezTo>
                    <a:pt x="1707632" y="1277042"/>
                    <a:pt x="1705465" y="1268497"/>
                    <a:pt x="1707660" y="1260535"/>
                  </a:cubicBezTo>
                  <a:cubicBezTo>
                    <a:pt x="1708757" y="1256554"/>
                    <a:pt x="1710867" y="1252928"/>
                    <a:pt x="1713788" y="1250013"/>
                  </a:cubicBezTo>
                  <a:close/>
                  <a:moveTo>
                    <a:pt x="1744288" y="1253710"/>
                  </a:moveTo>
                  <a:cubicBezTo>
                    <a:pt x="1737162" y="1246174"/>
                    <a:pt x="1725247" y="1245833"/>
                    <a:pt x="1717694" y="1252942"/>
                  </a:cubicBezTo>
                  <a:cubicBezTo>
                    <a:pt x="1717679" y="1252956"/>
                    <a:pt x="1717651" y="1252985"/>
                    <a:pt x="1717637" y="1252999"/>
                  </a:cubicBezTo>
                  <a:cubicBezTo>
                    <a:pt x="1715100" y="1255331"/>
                    <a:pt x="1713275" y="1258345"/>
                    <a:pt x="1712363" y="1261672"/>
                  </a:cubicBezTo>
                  <a:cubicBezTo>
                    <a:pt x="1710653" y="1268027"/>
                    <a:pt x="1712377" y="1274810"/>
                    <a:pt x="1716924" y="1279587"/>
                  </a:cubicBezTo>
                  <a:cubicBezTo>
                    <a:pt x="1724107" y="1287066"/>
                    <a:pt x="1735994" y="1287393"/>
                    <a:pt x="1743576" y="1280298"/>
                  </a:cubicBezTo>
                  <a:cubicBezTo>
                    <a:pt x="1746127" y="1277909"/>
                    <a:pt x="1747951" y="1274852"/>
                    <a:pt x="1748849" y="1271482"/>
                  </a:cubicBezTo>
                  <a:cubicBezTo>
                    <a:pt x="1750217" y="1265312"/>
                    <a:pt x="1748336" y="1258885"/>
                    <a:pt x="1743861" y="1254421"/>
                  </a:cubicBezTo>
                  <a:close/>
                  <a:moveTo>
                    <a:pt x="569468" y="1914286"/>
                  </a:moveTo>
                  <a:cubicBezTo>
                    <a:pt x="591766" y="1892105"/>
                    <a:pt x="627861" y="1892162"/>
                    <a:pt x="650091" y="1914414"/>
                  </a:cubicBezTo>
                  <a:cubicBezTo>
                    <a:pt x="664944" y="1929272"/>
                    <a:pt x="670384" y="1951082"/>
                    <a:pt x="664246" y="1971158"/>
                  </a:cubicBezTo>
                  <a:cubicBezTo>
                    <a:pt x="661458" y="1981353"/>
                    <a:pt x="655940" y="1990595"/>
                    <a:pt x="648283" y="1997888"/>
                  </a:cubicBezTo>
                  <a:cubicBezTo>
                    <a:pt x="625142" y="2019600"/>
                    <a:pt x="588739" y="2018490"/>
                    <a:pt x="566974" y="1995400"/>
                  </a:cubicBezTo>
                  <a:cubicBezTo>
                    <a:pt x="545209" y="1972310"/>
                    <a:pt x="546326" y="1935997"/>
                    <a:pt x="569468" y="1914286"/>
                  </a:cubicBezTo>
                  <a:close/>
                  <a:moveTo>
                    <a:pt x="646858" y="1919689"/>
                  </a:moveTo>
                  <a:cubicBezTo>
                    <a:pt x="626914" y="1898873"/>
                    <a:pt x="593854" y="1898049"/>
                    <a:pt x="572889" y="1917840"/>
                  </a:cubicBezTo>
                  <a:cubicBezTo>
                    <a:pt x="565946" y="1924452"/>
                    <a:pt x="561008" y="1932869"/>
                    <a:pt x="558636" y="1942153"/>
                  </a:cubicBezTo>
                  <a:cubicBezTo>
                    <a:pt x="551192" y="1969992"/>
                    <a:pt x="567786" y="1998585"/>
                    <a:pt x="595698" y="2006021"/>
                  </a:cubicBezTo>
                  <a:cubicBezTo>
                    <a:pt x="613245" y="2010685"/>
                    <a:pt x="631965" y="2005936"/>
                    <a:pt x="645148" y="1993481"/>
                  </a:cubicBezTo>
                  <a:cubicBezTo>
                    <a:pt x="652122" y="1986898"/>
                    <a:pt x="657066" y="1978467"/>
                    <a:pt x="659400" y="1969168"/>
                  </a:cubicBezTo>
                  <a:cubicBezTo>
                    <a:pt x="664249" y="1951537"/>
                    <a:pt x="659490" y="1932656"/>
                    <a:pt x="646858" y="1919404"/>
                  </a:cubicBezTo>
                  <a:close/>
                  <a:moveTo>
                    <a:pt x="1764384" y="997356"/>
                  </a:moveTo>
                  <a:cubicBezTo>
                    <a:pt x="1780675" y="982200"/>
                    <a:pt x="1806201" y="983081"/>
                    <a:pt x="1821394" y="999318"/>
                  </a:cubicBezTo>
                  <a:cubicBezTo>
                    <a:pt x="1830800" y="1009385"/>
                    <a:pt x="1834406" y="1023560"/>
                    <a:pt x="1830943" y="1036883"/>
                  </a:cubicBezTo>
                  <a:cubicBezTo>
                    <a:pt x="1828962" y="1044035"/>
                    <a:pt x="1825071" y="1050518"/>
                    <a:pt x="1819683" y="1055651"/>
                  </a:cubicBezTo>
                  <a:cubicBezTo>
                    <a:pt x="1803550" y="1070878"/>
                    <a:pt x="1778081" y="1070182"/>
                    <a:pt x="1762816" y="1054087"/>
                  </a:cubicBezTo>
                  <a:cubicBezTo>
                    <a:pt x="1747552" y="1037992"/>
                    <a:pt x="1748251" y="1012584"/>
                    <a:pt x="1764384" y="997356"/>
                  </a:cubicBezTo>
                  <a:close/>
                  <a:moveTo>
                    <a:pt x="1817545" y="1002333"/>
                  </a:moveTo>
                  <a:cubicBezTo>
                    <a:pt x="1804106" y="988271"/>
                    <a:pt x="1781801" y="987702"/>
                    <a:pt x="1767662" y="1001053"/>
                  </a:cubicBezTo>
                  <a:cubicBezTo>
                    <a:pt x="1762931" y="1005475"/>
                    <a:pt x="1759567" y="1011148"/>
                    <a:pt x="1757971" y="1017404"/>
                  </a:cubicBezTo>
                  <a:cubicBezTo>
                    <a:pt x="1752954" y="1036144"/>
                    <a:pt x="1764099" y="1055395"/>
                    <a:pt x="1782884" y="1060400"/>
                  </a:cubicBezTo>
                  <a:cubicBezTo>
                    <a:pt x="1801668" y="1065419"/>
                    <a:pt x="1820966" y="1054286"/>
                    <a:pt x="1825983" y="1035546"/>
                  </a:cubicBezTo>
                  <a:cubicBezTo>
                    <a:pt x="1829147" y="1023760"/>
                    <a:pt x="1825954" y="1011191"/>
                    <a:pt x="1817545" y="1002333"/>
                  </a:cubicBezTo>
                  <a:close/>
                  <a:moveTo>
                    <a:pt x="2226873" y="1046978"/>
                  </a:moveTo>
                  <a:cubicBezTo>
                    <a:pt x="2231434" y="1042556"/>
                    <a:pt x="2237619" y="1040196"/>
                    <a:pt x="2243976" y="1040437"/>
                  </a:cubicBezTo>
                  <a:cubicBezTo>
                    <a:pt x="2257202" y="1040708"/>
                    <a:pt x="2267692" y="1051627"/>
                    <a:pt x="2267421" y="1064807"/>
                  </a:cubicBezTo>
                  <a:cubicBezTo>
                    <a:pt x="2267292" y="1071205"/>
                    <a:pt x="2264599" y="1077277"/>
                    <a:pt x="2259938" y="1081670"/>
                  </a:cubicBezTo>
                  <a:cubicBezTo>
                    <a:pt x="2255335" y="1086035"/>
                    <a:pt x="2249178" y="1088395"/>
                    <a:pt x="2242836" y="1088210"/>
                  </a:cubicBezTo>
                  <a:cubicBezTo>
                    <a:pt x="2229609" y="1087940"/>
                    <a:pt x="2219120" y="1077035"/>
                    <a:pt x="2219376" y="1063841"/>
                  </a:cubicBezTo>
                  <a:cubicBezTo>
                    <a:pt x="2219419" y="1061949"/>
                    <a:pt x="2219690" y="1060044"/>
                    <a:pt x="2220174" y="1058210"/>
                  </a:cubicBezTo>
                  <a:cubicBezTo>
                    <a:pt x="2221257" y="1053888"/>
                    <a:pt x="2223581" y="1049992"/>
                    <a:pt x="2226873" y="1046978"/>
                  </a:cubicBezTo>
                  <a:close/>
                  <a:moveTo>
                    <a:pt x="2257230" y="1051243"/>
                  </a:moveTo>
                  <a:cubicBezTo>
                    <a:pt x="2253781" y="1047589"/>
                    <a:pt x="2249007" y="1045442"/>
                    <a:pt x="2243976" y="1045272"/>
                  </a:cubicBezTo>
                  <a:cubicBezTo>
                    <a:pt x="2235111" y="1045044"/>
                    <a:pt x="2227272" y="1050930"/>
                    <a:pt x="2225020" y="1059490"/>
                  </a:cubicBezTo>
                  <a:cubicBezTo>
                    <a:pt x="2222255" y="1069641"/>
                    <a:pt x="2228284" y="1080106"/>
                    <a:pt x="2238460" y="1082864"/>
                  </a:cubicBezTo>
                  <a:cubicBezTo>
                    <a:pt x="2239928" y="1083263"/>
                    <a:pt x="2241453" y="1083476"/>
                    <a:pt x="2242978" y="1083519"/>
                  </a:cubicBezTo>
                  <a:cubicBezTo>
                    <a:pt x="2247995" y="1083519"/>
                    <a:pt x="2252826" y="1081642"/>
                    <a:pt x="2256518" y="1078258"/>
                  </a:cubicBezTo>
                  <a:cubicBezTo>
                    <a:pt x="2259097" y="1075827"/>
                    <a:pt x="2260922" y="1072727"/>
                    <a:pt x="2261791" y="1069300"/>
                  </a:cubicBezTo>
                  <a:cubicBezTo>
                    <a:pt x="2263829" y="1062689"/>
                    <a:pt x="2262076" y="1055480"/>
                    <a:pt x="2257230" y="1050532"/>
                  </a:cubicBezTo>
                  <a:close/>
                </a:path>
              </a:pathLst>
            </a:custGeom>
            <a:solidFill>
              <a:schemeClr val="tx2">
                <a:alpha val="50000"/>
              </a:schemeClr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Lines and Dots">
              <a:extLst>
                <a:ext uri="{FF2B5EF4-FFF2-40B4-BE49-F238E27FC236}">
                  <a16:creationId xmlns:a16="http://schemas.microsoft.com/office/drawing/2014/main" id="{E79F4587-9117-4617-BDAF-BDEF3EA08FE8}"/>
                </a:ext>
              </a:extLst>
            </p:cNvPr>
            <p:cNvSpPr/>
            <p:nvPr/>
          </p:nvSpPr>
          <p:spPr>
            <a:xfrm>
              <a:off x="9340012" y="2495606"/>
              <a:ext cx="1910495" cy="2705303"/>
            </a:xfrm>
            <a:custGeom>
              <a:avLst/>
              <a:gdLst>
                <a:gd name="connsiteX0" fmla="*/ 668404 w 1910495"/>
                <a:gd name="connsiteY0" fmla="*/ 2142109 h 2705303"/>
                <a:gd name="connsiteX1" fmla="*/ 589018 w 1910495"/>
                <a:gd name="connsiteY1" fmla="*/ 2398890 h 2705303"/>
                <a:gd name="connsiteX2" fmla="*/ 321787 w 1910495"/>
                <a:gd name="connsiteY2" fmla="*/ 2106422 h 2705303"/>
                <a:gd name="connsiteX3" fmla="*/ 666979 w 1910495"/>
                <a:gd name="connsiteY3" fmla="*/ 2142962 h 2705303"/>
                <a:gd name="connsiteX4" fmla="*/ 324922 w 1910495"/>
                <a:gd name="connsiteY4" fmla="*/ 2107559 h 2705303"/>
                <a:gd name="connsiteX5" fmla="*/ 589303 w 1910495"/>
                <a:gd name="connsiteY5" fmla="*/ 2397041 h 2705303"/>
                <a:gd name="connsiteX6" fmla="*/ 666979 w 1910495"/>
                <a:gd name="connsiteY6" fmla="*/ 2142962 h 2705303"/>
                <a:gd name="connsiteX7" fmla="*/ 666979 w 1910495"/>
                <a:gd name="connsiteY7" fmla="*/ 2142109 h 2705303"/>
                <a:gd name="connsiteX8" fmla="*/ 941479 w 1910495"/>
                <a:gd name="connsiteY8" fmla="*/ 2424624 h 2705303"/>
                <a:gd name="connsiteX9" fmla="*/ 588591 w 1910495"/>
                <a:gd name="connsiteY9" fmla="*/ 2398463 h 2705303"/>
                <a:gd name="connsiteX10" fmla="*/ 588591 w 1910495"/>
                <a:gd name="connsiteY10" fmla="*/ 2398463 h 2705303"/>
                <a:gd name="connsiteX11" fmla="*/ 667691 w 1910495"/>
                <a:gd name="connsiteY11" fmla="*/ 2143958 h 2705303"/>
                <a:gd name="connsiteX12" fmla="*/ 589446 w 1910495"/>
                <a:gd name="connsiteY12" fmla="*/ 2397468 h 2705303"/>
                <a:gd name="connsiteX13" fmla="*/ 939341 w 1910495"/>
                <a:gd name="connsiteY13" fmla="*/ 2423629 h 2705303"/>
                <a:gd name="connsiteX14" fmla="*/ 718572 w 1910495"/>
                <a:gd name="connsiteY14" fmla="*/ 1959122 h 2705303"/>
                <a:gd name="connsiteX15" fmla="*/ 719712 w 1910495"/>
                <a:gd name="connsiteY15" fmla="*/ 1959122 h 2705303"/>
                <a:gd name="connsiteX16" fmla="*/ 323212 w 1910495"/>
                <a:gd name="connsiteY16" fmla="*/ 2107417 h 2705303"/>
                <a:gd name="connsiteX17" fmla="*/ 323212 w 1910495"/>
                <a:gd name="connsiteY17" fmla="*/ 2107417 h 2705303"/>
                <a:gd name="connsiteX18" fmla="*/ 257366 w 1910495"/>
                <a:gd name="connsiteY18" fmla="*/ 1726939 h 2705303"/>
                <a:gd name="connsiteX19" fmla="*/ 257366 w 1910495"/>
                <a:gd name="connsiteY19" fmla="*/ 1726939 h 2705303"/>
                <a:gd name="connsiteX20" fmla="*/ 717147 w 1910495"/>
                <a:gd name="connsiteY20" fmla="*/ 1959122 h 2705303"/>
                <a:gd name="connsiteX21" fmla="*/ 257366 w 1910495"/>
                <a:gd name="connsiteY21" fmla="*/ 1728361 h 2705303"/>
                <a:gd name="connsiteX22" fmla="*/ 322785 w 1910495"/>
                <a:gd name="connsiteY22" fmla="*/ 2106280 h 2705303"/>
                <a:gd name="connsiteX23" fmla="*/ 719142 w 1910495"/>
                <a:gd name="connsiteY23" fmla="*/ 1959122 h 2705303"/>
                <a:gd name="connsiteX24" fmla="*/ 667834 w 1910495"/>
                <a:gd name="connsiteY24" fmla="*/ 2143958 h 2705303"/>
                <a:gd name="connsiteX25" fmla="*/ 667834 w 1910495"/>
                <a:gd name="connsiteY25" fmla="*/ 2143958 h 2705303"/>
                <a:gd name="connsiteX26" fmla="*/ 322642 w 1910495"/>
                <a:gd name="connsiteY26" fmla="*/ 2108412 h 2705303"/>
                <a:gd name="connsiteX27" fmla="*/ 320504 w 1910495"/>
                <a:gd name="connsiteY27" fmla="*/ 2108412 h 2705303"/>
                <a:gd name="connsiteX28" fmla="*/ 717717 w 1910495"/>
                <a:gd name="connsiteY28" fmla="*/ 1960686 h 2705303"/>
                <a:gd name="connsiteX29" fmla="*/ 325065 w 1910495"/>
                <a:gd name="connsiteY29" fmla="*/ 2106706 h 2705303"/>
                <a:gd name="connsiteX30" fmla="*/ 667121 w 1910495"/>
                <a:gd name="connsiteY30" fmla="*/ 2141967 h 2705303"/>
                <a:gd name="connsiteX31" fmla="*/ 1229946 w 1910495"/>
                <a:gd name="connsiteY31" fmla="*/ 2088649 h 2705303"/>
                <a:gd name="connsiteX32" fmla="*/ 1229946 w 1910495"/>
                <a:gd name="connsiteY32" fmla="*/ 2088649 h 2705303"/>
                <a:gd name="connsiteX33" fmla="*/ 1594521 w 1910495"/>
                <a:gd name="connsiteY33" fmla="*/ 2689509 h 2705303"/>
                <a:gd name="connsiteX34" fmla="*/ 1594521 w 1910495"/>
                <a:gd name="connsiteY34" fmla="*/ 2690788 h 2705303"/>
                <a:gd name="connsiteX35" fmla="*/ 938913 w 1910495"/>
                <a:gd name="connsiteY35" fmla="*/ 2425335 h 2705303"/>
                <a:gd name="connsiteX36" fmla="*/ 938913 w 1910495"/>
                <a:gd name="connsiteY36" fmla="*/ 2425335 h 2705303"/>
                <a:gd name="connsiteX37" fmla="*/ 1229946 w 1910495"/>
                <a:gd name="connsiteY37" fmla="*/ 2089787 h 2705303"/>
                <a:gd name="connsiteX38" fmla="*/ 941479 w 1910495"/>
                <a:gd name="connsiteY38" fmla="*/ 2423629 h 2705303"/>
                <a:gd name="connsiteX39" fmla="*/ 1593808 w 1910495"/>
                <a:gd name="connsiteY39" fmla="*/ 2687802 h 2705303"/>
                <a:gd name="connsiteX40" fmla="*/ 1229946 w 1910495"/>
                <a:gd name="connsiteY40" fmla="*/ 2088365 h 2705303"/>
                <a:gd name="connsiteX41" fmla="*/ 1231229 w 1910495"/>
                <a:gd name="connsiteY41" fmla="*/ 2088365 h 2705303"/>
                <a:gd name="connsiteX42" fmla="*/ 941479 w 1910495"/>
                <a:gd name="connsiteY42" fmla="*/ 2424340 h 2705303"/>
                <a:gd name="connsiteX43" fmla="*/ 941479 w 1910495"/>
                <a:gd name="connsiteY43" fmla="*/ 2424340 h 2705303"/>
                <a:gd name="connsiteX44" fmla="*/ 667406 w 1910495"/>
                <a:gd name="connsiteY44" fmla="*/ 2142820 h 2705303"/>
                <a:gd name="connsiteX45" fmla="*/ 666694 w 1910495"/>
                <a:gd name="connsiteY45" fmla="*/ 2142109 h 2705303"/>
                <a:gd name="connsiteX46" fmla="*/ 1228806 w 1910495"/>
                <a:gd name="connsiteY46" fmla="*/ 2089502 h 2705303"/>
                <a:gd name="connsiteX47" fmla="*/ 668119 w 1910495"/>
                <a:gd name="connsiteY47" fmla="*/ 2143105 h 2705303"/>
                <a:gd name="connsiteX48" fmla="*/ 940481 w 1910495"/>
                <a:gd name="connsiteY48" fmla="*/ 2423629 h 2705303"/>
                <a:gd name="connsiteX49" fmla="*/ 717717 w 1910495"/>
                <a:gd name="connsiteY49" fmla="*/ 1959122 h 2705303"/>
                <a:gd name="connsiteX50" fmla="*/ 717717 w 1910495"/>
                <a:gd name="connsiteY50" fmla="*/ 1959122 h 2705303"/>
                <a:gd name="connsiteX51" fmla="*/ 1230801 w 1910495"/>
                <a:gd name="connsiteY51" fmla="*/ 2088934 h 2705303"/>
                <a:gd name="connsiteX52" fmla="*/ 1233652 w 1910495"/>
                <a:gd name="connsiteY52" fmla="*/ 2088934 h 2705303"/>
                <a:gd name="connsiteX53" fmla="*/ 667121 w 1910495"/>
                <a:gd name="connsiteY53" fmla="*/ 2143105 h 2705303"/>
                <a:gd name="connsiteX54" fmla="*/ 717717 w 1910495"/>
                <a:gd name="connsiteY54" fmla="*/ 1959975 h 2705303"/>
                <a:gd name="connsiteX55" fmla="*/ 667121 w 1910495"/>
                <a:gd name="connsiteY55" fmla="*/ 2142252 h 2705303"/>
                <a:gd name="connsiteX56" fmla="*/ 1226383 w 1910495"/>
                <a:gd name="connsiteY56" fmla="*/ 2088649 h 2705303"/>
                <a:gd name="connsiteX57" fmla="*/ 692063 w 1910495"/>
                <a:gd name="connsiteY57" fmla="*/ 1471723 h 2705303"/>
                <a:gd name="connsiteX58" fmla="*/ 692063 w 1910495"/>
                <a:gd name="connsiteY58" fmla="*/ 1471723 h 2705303"/>
                <a:gd name="connsiteX59" fmla="*/ 718429 w 1910495"/>
                <a:gd name="connsiteY59" fmla="*/ 1959406 h 2705303"/>
                <a:gd name="connsiteX60" fmla="*/ 718429 w 1910495"/>
                <a:gd name="connsiteY60" fmla="*/ 1960259 h 2705303"/>
                <a:gd name="connsiteX61" fmla="*/ 257366 w 1910495"/>
                <a:gd name="connsiteY61" fmla="*/ 1727934 h 2705303"/>
                <a:gd name="connsiteX62" fmla="*/ 256511 w 1910495"/>
                <a:gd name="connsiteY62" fmla="*/ 1727934 h 2705303"/>
                <a:gd name="connsiteX63" fmla="*/ 692063 w 1910495"/>
                <a:gd name="connsiteY63" fmla="*/ 1473003 h 2705303"/>
                <a:gd name="connsiteX64" fmla="*/ 258364 w 1910495"/>
                <a:gd name="connsiteY64" fmla="*/ 1726939 h 2705303"/>
                <a:gd name="connsiteX65" fmla="*/ 718144 w 1910495"/>
                <a:gd name="connsiteY65" fmla="*/ 1957842 h 2705303"/>
                <a:gd name="connsiteX66" fmla="*/ 1231086 w 1910495"/>
                <a:gd name="connsiteY66" fmla="*/ 2088365 h 2705303"/>
                <a:gd name="connsiteX67" fmla="*/ 1232084 w 1910495"/>
                <a:gd name="connsiteY67" fmla="*/ 2089502 h 2705303"/>
                <a:gd name="connsiteX68" fmla="*/ 719000 w 1910495"/>
                <a:gd name="connsiteY68" fmla="*/ 1959548 h 2705303"/>
                <a:gd name="connsiteX69" fmla="*/ 719000 w 1910495"/>
                <a:gd name="connsiteY69" fmla="*/ 1959548 h 2705303"/>
                <a:gd name="connsiteX70" fmla="*/ 692490 w 1910495"/>
                <a:gd name="connsiteY70" fmla="*/ 1472292 h 2705303"/>
                <a:gd name="connsiteX71" fmla="*/ 692490 w 1910495"/>
                <a:gd name="connsiteY71" fmla="*/ 1471012 h 2705303"/>
                <a:gd name="connsiteX72" fmla="*/ 1229376 w 1910495"/>
                <a:gd name="connsiteY72" fmla="*/ 2088365 h 2705303"/>
                <a:gd name="connsiteX73" fmla="*/ 693060 w 1910495"/>
                <a:gd name="connsiteY73" fmla="*/ 1474140 h 2705303"/>
                <a:gd name="connsiteX74" fmla="*/ 719142 w 1910495"/>
                <a:gd name="connsiteY74" fmla="*/ 1958695 h 2705303"/>
                <a:gd name="connsiteX75" fmla="*/ 1768114 w 1910495"/>
                <a:gd name="connsiteY75" fmla="*/ 2139266 h 2705303"/>
                <a:gd name="connsiteX76" fmla="*/ 1768114 w 1910495"/>
                <a:gd name="connsiteY76" fmla="*/ 2139266 h 2705303"/>
                <a:gd name="connsiteX77" fmla="*/ 1595376 w 1910495"/>
                <a:gd name="connsiteY77" fmla="*/ 2689224 h 2705303"/>
                <a:gd name="connsiteX78" fmla="*/ 1595376 w 1910495"/>
                <a:gd name="connsiteY78" fmla="*/ 2690362 h 2705303"/>
                <a:gd name="connsiteX79" fmla="*/ 1230231 w 1910495"/>
                <a:gd name="connsiteY79" fmla="*/ 2088934 h 2705303"/>
                <a:gd name="connsiteX80" fmla="*/ 1230231 w 1910495"/>
                <a:gd name="connsiteY80" fmla="*/ 2088080 h 2705303"/>
                <a:gd name="connsiteX81" fmla="*/ 1768114 w 1910495"/>
                <a:gd name="connsiteY81" fmla="*/ 2140261 h 2705303"/>
                <a:gd name="connsiteX82" fmla="*/ 1232939 w 1910495"/>
                <a:gd name="connsiteY82" fmla="*/ 2089502 h 2705303"/>
                <a:gd name="connsiteX83" fmla="*/ 1596089 w 1910495"/>
                <a:gd name="connsiteY83" fmla="*/ 2688087 h 2705303"/>
                <a:gd name="connsiteX84" fmla="*/ 1588678 w 1910495"/>
                <a:gd name="connsiteY84" fmla="*/ 1449827 h 2705303"/>
                <a:gd name="connsiteX85" fmla="*/ 1588678 w 1910495"/>
                <a:gd name="connsiteY85" fmla="*/ 1449827 h 2705303"/>
                <a:gd name="connsiteX86" fmla="*/ 1232369 w 1910495"/>
                <a:gd name="connsiteY86" fmla="*/ 2089644 h 2705303"/>
                <a:gd name="connsiteX87" fmla="*/ 1231514 w 1910495"/>
                <a:gd name="connsiteY87" fmla="*/ 2090924 h 2705303"/>
                <a:gd name="connsiteX88" fmla="*/ 1155264 w 1910495"/>
                <a:gd name="connsiteY88" fmla="*/ 1195180 h 2705303"/>
                <a:gd name="connsiteX89" fmla="*/ 1155264 w 1910495"/>
                <a:gd name="connsiteY89" fmla="*/ 1194327 h 2705303"/>
                <a:gd name="connsiteX90" fmla="*/ 1587822 w 1910495"/>
                <a:gd name="connsiteY90" fmla="*/ 1449827 h 2705303"/>
                <a:gd name="connsiteX91" fmla="*/ 1155264 w 1910495"/>
                <a:gd name="connsiteY91" fmla="*/ 1196175 h 2705303"/>
                <a:gd name="connsiteX92" fmla="*/ 1231229 w 1910495"/>
                <a:gd name="connsiteY92" fmla="*/ 2086943 h 2705303"/>
                <a:gd name="connsiteX93" fmla="*/ 1587822 w 1910495"/>
                <a:gd name="connsiteY93" fmla="*/ 1449827 h 2705303"/>
                <a:gd name="connsiteX94" fmla="*/ 1587822 w 1910495"/>
                <a:gd name="connsiteY94" fmla="*/ 1449827 h 2705303"/>
                <a:gd name="connsiteX95" fmla="*/ 1853629 w 1910495"/>
                <a:gd name="connsiteY95" fmla="*/ 1684285 h 2705303"/>
                <a:gd name="connsiteX96" fmla="*/ 1853629 w 1910495"/>
                <a:gd name="connsiteY96" fmla="*/ 1684285 h 2705303"/>
                <a:gd name="connsiteX97" fmla="*/ 1230801 w 1910495"/>
                <a:gd name="connsiteY97" fmla="*/ 2089076 h 2705303"/>
                <a:gd name="connsiteX98" fmla="*/ 1229233 w 1910495"/>
                <a:gd name="connsiteY98" fmla="*/ 2090071 h 2705303"/>
                <a:gd name="connsiteX99" fmla="*/ 1587822 w 1910495"/>
                <a:gd name="connsiteY99" fmla="*/ 1450822 h 2705303"/>
                <a:gd name="connsiteX100" fmla="*/ 1231941 w 1910495"/>
                <a:gd name="connsiteY100" fmla="*/ 2087085 h 2705303"/>
                <a:gd name="connsiteX101" fmla="*/ 1853629 w 1910495"/>
                <a:gd name="connsiteY101" fmla="*/ 1684285 h 2705303"/>
                <a:gd name="connsiteX102" fmla="*/ 1894390 w 1910495"/>
                <a:gd name="connsiteY102" fmla="*/ 1064657 h 2705303"/>
                <a:gd name="connsiteX103" fmla="*/ 1895388 w 1910495"/>
                <a:gd name="connsiteY103" fmla="*/ 1063377 h 2705303"/>
                <a:gd name="connsiteX104" fmla="*/ 1854341 w 1910495"/>
                <a:gd name="connsiteY104" fmla="*/ 1684285 h 2705303"/>
                <a:gd name="connsiteX105" fmla="*/ 1854341 w 1910495"/>
                <a:gd name="connsiteY105" fmla="*/ 1685280 h 2705303"/>
                <a:gd name="connsiteX106" fmla="*/ 1586682 w 1910495"/>
                <a:gd name="connsiteY106" fmla="*/ 1450538 h 2705303"/>
                <a:gd name="connsiteX107" fmla="*/ 1586682 w 1910495"/>
                <a:gd name="connsiteY107" fmla="*/ 1450538 h 2705303"/>
                <a:gd name="connsiteX108" fmla="*/ 1894390 w 1910495"/>
                <a:gd name="connsiteY108" fmla="*/ 1066505 h 2705303"/>
                <a:gd name="connsiteX109" fmla="*/ 1588535 w 1910495"/>
                <a:gd name="connsiteY109" fmla="*/ 1450396 h 2705303"/>
                <a:gd name="connsiteX110" fmla="*/ 1853629 w 1910495"/>
                <a:gd name="connsiteY110" fmla="*/ 1682863 h 2705303"/>
                <a:gd name="connsiteX111" fmla="*/ 1894390 w 1910495"/>
                <a:gd name="connsiteY111" fmla="*/ 1064515 h 2705303"/>
                <a:gd name="connsiteX112" fmla="*/ 1895673 w 1910495"/>
                <a:gd name="connsiteY112" fmla="*/ 1064515 h 2705303"/>
                <a:gd name="connsiteX113" fmla="*/ 1587822 w 1910495"/>
                <a:gd name="connsiteY113" fmla="*/ 1450680 h 2705303"/>
                <a:gd name="connsiteX114" fmla="*/ 1587822 w 1910495"/>
                <a:gd name="connsiteY114" fmla="*/ 1450680 h 2705303"/>
                <a:gd name="connsiteX115" fmla="*/ 1154266 w 1910495"/>
                <a:gd name="connsiteY115" fmla="*/ 1195606 h 2705303"/>
                <a:gd name="connsiteX116" fmla="*/ 1153126 w 1910495"/>
                <a:gd name="connsiteY116" fmla="*/ 1195606 h 2705303"/>
                <a:gd name="connsiteX117" fmla="*/ 1893250 w 1910495"/>
                <a:gd name="connsiteY117" fmla="*/ 1065652 h 2705303"/>
                <a:gd name="connsiteX118" fmla="*/ 1155264 w 1910495"/>
                <a:gd name="connsiteY118" fmla="*/ 1195464 h 2705303"/>
                <a:gd name="connsiteX119" fmla="*/ 1586397 w 1910495"/>
                <a:gd name="connsiteY119" fmla="*/ 1449258 h 2705303"/>
                <a:gd name="connsiteX120" fmla="*/ 1574140 w 1910495"/>
                <a:gd name="connsiteY120" fmla="*/ 635837 h 2705303"/>
                <a:gd name="connsiteX121" fmla="*/ 1574140 w 1910495"/>
                <a:gd name="connsiteY121" fmla="*/ 635837 h 2705303"/>
                <a:gd name="connsiteX122" fmla="*/ 1894533 w 1910495"/>
                <a:gd name="connsiteY122" fmla="*/ 1065226 h 2705303"/>
                <a:gd name="connsiteX123" fmla="*/ 1894533 w 1910495"/>
                <a:gd name="connsiteY123" fmla="*/ 1065226 h 2705303"/>
                <a:gd name="connsiteX124" fmla="*/ 1155264 w 1910495"/>
                <a:gd name="connsiteY124" fmla="*/ 1195749 h 2705303"/>
                <a:gd name="connsiteX125" fmla="*/ 1153981 w 1910495"/>
                <a:gd name="connsiteY125" fmla="*/ 1195749 h 2705303"/>
                <a:gd name="connsiteX126" fmla="*/ 1574140 w 1910495"/>
                <a:gd name="connsiteY126" fmla="*/ 636975 h 2705303"/>
                <a:gd name="connsiteX127" fmla="*/ 1155264 w 1910495"/>
                <a:gd name="connsiteY127" fmla="*/ 1194469 h 2705303"/>
                <a:gd name="connsiteX128" fmla="*/ 1892965 w 1910495"/>
                <a:gd name="connsiteY128" fmla="*/ 1064373 h 2705303"/>
                <a:gd name="connsiteX129" fmla="*/ 616810 w 1910495"/>
                <a:gd name="connsiteY129" fmla="*/ 1628265 h 2705303"/>
                <a:gd name="connsiteX130" fmla="*/ 616810 w 1910495"/>
                <a:gd name="connsiteY130" fmla="*/ 1628265 h 2705303"/>
                <a:gd name="connsiteX131" fmla="*/ 710591 w 1910495"/>
                <a:gd name="connsiteY131" fmla="*/ 1881206 h 2705303"/>
                <a:gd name="connsiteX132" fmla="*/ 710591 w 1910495"/>
                <a:gd name="connsiteY132" fmla="*/ 1882059 h 2705303"/>
                <a:gd name="connsiteX133" fmla="*/ 317511 w 1910495"/>
                <a:gd name="connsiteY133" fmla="*/ 1810968 h 2705303"/>
                <a:gd name="connsiteX134" fmla="*/ 616810 w 1910495"/>
                <a:gd name="connsiteY134" fmla="*/ 1629402 h 2705303"/>
                <a:gd name="connsiteX135" fmla="*/ 320932 w 1910495"/>
                <a:gd name="connsiteY135" fmla="*/ 1810257 h 2705303"/>
                <a:gd name="connsiteX136" fmla="*/ 709736 w 1910495"/>
                <a:gd name="connsiteY136" fmla="*/ 1880495 h 2705303"/>
                <a:gd name="connsiteX137" fmla="*/ 546404 w 1910495"/>
                <a:gd name="connsiteY137" fmla="*/ 1450254 h 2705303"/>
                <a:gd name="connsiteX138" fmla="*/ 320077 w 1910495"/>
                <a:gd name="connsiteY138" fmla="*/ 1810826 h 2705303"/>
                <a:gd name="connsiteX139" fmla="*/ 320077 w 1910495"/>
                <a:gd name="connsiteY139" fmla="*/ 1810826 h 2705303"/>
                <a:gd name="connsiteX140" fmla="*/ 33462 w 1910495"/>
                <a:gd name="connsiteY140" fmla="*/ 1546795 h 2705303"/>
                <a:gd name="connsiteX141" fmla="*/ 544408 w 1910495"/>
                <a:gd name="connsiteY141" fmla="*/ 1451533 h 2705303"/>
                <a:gd name="connsiteX142" fmla="*/ 35457 w 1910495"/>
                <a:gd name="connsiteY142" fmla="*/ 1547364 h 2705303"/>
                <a:gd name="connsiteX143" fmla="*/ 319506 w 1910495"/>
                <a:gd name="connsiteY143" fmla="*/ 1809831 h 2705303"/>
                <a:gd name="connsiteX144" fmla="*/ 544408 w 1910495"/>
                <a:gd name="connsiteY144" fmla="*/ 1450680 h 2705303"/>
                <a:gd name="connsiteX145" fmla="*/ 544408 w 1910495"/>
                <a:gd name="connsiteY145" fmla="*/ 1449827 h 2705303"/>
                <a:gd name="connsiteX146" fmla="*/ 616525 w 1910495"/>
                <a:gd name="connsiteY146" fmla="*/ 1628549 h 2705303"/>
                <a:gd name="connsiteX147" fmla="*/ 616525 w 1910495"/>
                <a:gd name="connsiteY147" fmla="*/ 1628549 h 2705303"/>
                <a:gd name="connsiteX148" fmla="*/ 318081 w 1910495"/>
                <a:gd name="connsiteY148" fmla="*/ 1812248 h 2705303"/>
                <a:gd name="connsiteX149" fmla="*/ 544408 w 1910495"/>
                <a:gd name="connsiteY149" fmla="*/ 1451960 h 2705303"/>
                <a:gd name="connsiteX150" fmla="*/ 321074 w 1910495"/>
                <a:gd name="connsiteY150" fmla="*/ 1808978 h 2705303"/>
                <a:gd name="connsiteX151" fmla="*/ 616383 w 1910495"/>
                <a:gd name="connsiteY151" fmla="*/ 1628549 h 2705303"/>
                <a:gd name="connsiteX152" fmla="*/ 1032836 w 1910495"/>
                <a:gd name="connsiteY152" fmla="*/ 1242242 h 2705303"/>
                <a:gd name="connsiteX153" fmla="*/ 1032836 w 1910495"/>
                <a:gd name="connsiteY153" fmla="*/ 1242242 h 2705303"/>
                <a:gd name="connsiteX154" fmla="*/ 1694145 w 1910495"/>
                <a:gd name="connsiteY154" fmla="*/ 1501012 h 2705303"/>
                <a:gd name="connsiteX155" fmla="*/ 1007895 w 1910495"/>
                <a:gd name="connsiteY155" fmla="*/ 1687839 h 2705303"/>
                <a:gd name="connsiteX156" fmla="*/ 1007895 w 1910495"/>
                <a:gd name="connsiteY156" fmla="*/ 1687839 h 2705303"/>
                <a:gd name="connsiteX157" fmla="*/ 1033691 w 1910495"/>
                <a:gd name="connsiteY157" fmla="*/ 1242953 h 2705303"/>
                <a:gd name="connsiteX158" fmla="*/ 1007467 w 1910495"/>
                <a:gd name="connsiteY158" fmla="*/ 1686702 h 2705303"/>
                <a:gd name="connsiteX159" fmla="*/ 1691579 w 1910495"/>
                <a:gd name="connsiteY159" fmla="*/ 1500159 h 2705303"/>
                <a:gd name="connsiteX160" fmla="*/ 1033691 w 1910495"/>
                <a:gd name="connsiteY160" fmla="*/ 1241958 h 2705303"/>
                <a:gd name="connsiteX161" fmla="*/ 1034546 w 1910495"/>
                <a:gd name="connsiteY161" fmla="*/ 1241104 h 2705303"/>
                <a:gd name="connsiteX162" fmla="*/ 1008037 w 1910495"/>
                <a:gd name="connsiteY162" fmla="*/ 1687413 h 2705303"/>
                <a:gd name="connsiteX163" fmla="*/ 1008037 w 1910495"/>
                <a:gd name="connsiteY163" fmla="*/ 1687413 h 2705303"/>
                <a:gd name="connsiteX164" fmla="*/ 616810 w 1910495"/>
                <a:gd name="connsiteY164" fmla="*/ 1628549 h 2705303"/>
                <a:gd name="connsiteX165" fmla="*/ 615813 w 1910495"/>
                <a:gd name="connsiteY165" fmla="*/ 1628549 h 2705303"/>
                <a:gd name="connsiteX166" fmla="*/ 1033691 w 1910495"/>
                <a:gd name="connsiteY166" fmla="*/ 1243522 h 2705303"/>
                <a:gd name="connsiteX167" fmla="*/ 618093 w 1910495"/>
                <a:gd name="connsiteY167" fmla="*/ 1628407 h 2705303"/>
                <a:gd name="connsiteX168" fmla="*/ 1007325 w 1910495"/>
                <a:gd name="connsiteY168" fmla="*/ 1686844 h 2705303"/>
                <a:gd name="connsiteX169" fmla="*/ 1033691 w 1910495"/>
                <a:gd name="connsiteY169" fmla="*/ 1241815 h 2705303"/>
                <a:gd name="connsiteX170" fmla="*/ 1036257 w 1910495"/>
                <a:gd name="connsiteY170" fmla="*/ 1240678 h 2705303"/>
                <a:gd name="connsiteX171" fmla="*/ 616810 w 1910495"/>
                <a:gd name="connsiteY171" fmla="*/ 1629545 h 2705303"/>
                <a:gd name="connsiteX172" fmla="*/ 545549 w 1910495"/>
                <a:gd name="connsiteY172" fmla="*/ 1451107 h 2705303"/>
                <a:gd name="connsiteX173" fmla="*/ 545549 w 1910495"/>
                <a:gd name="connsiteY173" fmla="*/ 1451107 h 2705303"/>
                <a:gd name="connsiteX174" fmla="*/ 1031411 w 1910495"/>
                <a:gd name="connsiteY174" fmla="*/ 1243806 h 2705303"/>
                <a:gd name="connsiteX175" fmla="*/ 545976 w 1910495"/>
                <a:gd name="connsiteY175" fmla="*/ 1451107 h 2705303"/>
                <a:gd name="connsiteX176" fmla="*/ 617238 w 1910495"/>
                <a:gd name="connsiteY176" fmla="*/ 1627838 h 2705303"/>
                <a:gd name="connsiteX177" fmla="*/ 225156 w 1910495"/>
                <a:gd name="connsiteY177" fmla="*/ 1077454 h 2705303"/>
                <a:gd name="connsiteX178" fmla="*/ 225156 w 1910495"/>
                <a:gd name="connsiteY178" fmla="*/ 1076600 h 2705303"/>
                <a:gd name="connsiteX179" fmla="*/ 545121 w 1910495"/>
                <a:gd name="connsiteY179" fmla="*/ 1450538 h 2705303"/>
                <a:gd name="connsiteX180" fmla="*/ 545121 w 1910495"/>
                <a:gd name="connsiteY180" fmla="*/ 1451249 h 2705303"/>
                <a:gd name="connsiteX181" fmla="*/ 32037 w 1910495"/>
                <a:gd name="connsiteY181" fmla="*/ 1547790 h 2705303"/>
                <a:gd name="connsiteX182" fmla="*/ 225156 w 1910495"/>
                <a:gd name="connsiteY182" fmla="*/ 1078449 h 2705303"/>
                <a:gd name="connsiteX183" fmla="*/ 35172 w 1910495"/>
                <a:gd name="connsiteY183" fmla="*/ 1546511 h 2705303"/>
                <a:gd name="connsiteX184" fmla="*/ 544408 w 1910495"/>
                <a:gd name="connsiteY184" fmla="*/ 1450538 h 2705303"/>
                <a:gd name="connsiteX185" fmla="*/ 1573427 w 1910495"/>
                <a:gd name="connsiteY185" fmla="*/ 630719 h 2705303"/>
                <a:gd name="connsiteX186" fmla="*/ 1573427 w 1910495"/>
                <a:gd name="connsiteY186" fmla="*/ 628302 h 2705303"/>
                <a:gd name="connsiteX187" fmla="*/ 1692435 w 1910495"/>
                <a:gd name="connsiteY187" fmla="*/ 1500159 h 2705303"/>
                <a:gd name="connsiteX188" fmla="*/ 1692435 w 1910495"/>
                <a:gd name="connsiteY188" fmla="*/ 1504709 h 2705303"/>
                <a:gd name="connsiteX189" fmla="*/ 1492902 w 1910495"/>
                <a:gd name="connsiteY189" fmla="*/ 955746 h 2705303"/>
                <a:gd name="connsiteX190" fmla="*/ 1492902 w 1910495"/>
                <a:gd name="connsiteY190" fmla="*/ 955746 h 2705303"/>
                <a:gd name="connsiteX191" fmla="*/ 1573427 w 1910495"/>
                <a:gd name="connsiteY191" fmla="*/ 633420 h 2705303"/>
                <a:gd name="connsiteX192" fmla="*/ 1494042 w 1910495"/>
                <a:gd name="connsiteY192" fmla="*/ 955604 h 2705303"/>
                <a:gd name="connsiteX193" fmla="*/ 1691152 w 1910495"/>
                <a:gd name="connsiteY193" fmla="*/ 1495894 h 2705303"/>
                <a:gd name="connsiteX194" fmla="*/ 1284105 w 1910495"/>
                <a:gd name="connsiteY194" fmla="*/ 538016 h 2705303"/>
                <a:gd name="connsiteX195" fmla="*/ 1034546 w 1910495"/>
                <a:gd name="connsiteY195" fmla="*/ 1242526 h 2705303"/>
                <a:gd name="connsiteX196" fmla="*/ 1034546 w 1910495"/>
                <a:gd name="connsiteY196" fmla="*/ 1244375 h 2705303"/>
                <a:gd name="connsiteX197" fmla="*/ 927226 w 1910495"/>
                <a:gd name="connsiteY197" fmla="*/ 514130 h 2705303"/>
                <a:gd name="connsiteX198" fmla="*/ 927226 w 1910495"/>
                <a:gd name="connsiteY198" fmla="*/ 514130 h 2705303"/>
                <a:gd name="connsiteX199" fmla="*/ 1282822 w 1910495"/>
                <a:gd name="connsiteY199" fmla="*/ 538869 h 2705303"/>
                <a:gd name="connsiteX200" fmla="*/ 926514 w 1910495"/>
                <a:gd name="connsiteY200" fmla="*/ 514698 h 2705303"/>
                <a:gd name="connsiteX201" fmla="*/ 1032551 w 1910495"/>
                <a:gd name="connsiteY201" fmla="*/ 1239825 h 2705303"/>
                <a:gd name="connsiteX202" fmla="*/ 936775 w 1910495"/>
                <a:gd name="connsiteY202" fmla="*/ 18769 h 2705303"/>
                <a:gd name="connsiteX203" fmla="*/ 936775 w 1910495"/>
                <a:gd name="connsiteY203" fmla="*/ 17205 h 2705303"/>
                <a:gd name="connsiteX204" fmla="*/ 1284960 w 1910495"/>
                <a:gd name="connsiteY204" fmla="*/ 538158 h 2705303"/>
                <a:gd name="connsiteX205" fmla="*/ 1284960 w 1910495"/>
                <a:gd name="connsiteY205" fmla="*/ 539012 h 2705303"/>
                <a:gd name="connsiteX206" fmla="*/ 927226 w 1910495"/>
                <a:gd name="connsiteY206" fmla="*/ 514556 h 2705303"/>
                <a:gd name="connsiteX207" fmla="*/ 927226 w 1910495"/>
                <a:gd name="connsiteY207" fmla="*/ 514556 h 2705303"/>
                <a:gd name="connsiteX208" fmla="*/ 937773 w 1910495"/>
                <a:gd name="connsiteY208" fmla="*/ 20475 h 2705303"/>
                <a:gd name="connsiteX209" fmla="*/ 928224 w 1910495"/>
                <a:gd name="connsiteY209" fmla="*/ 513703 h 2705303"/>
                <a:gd name="connsiteX210" fmla="*/ 1283535 w 1910495"/>
                <a:gd name="connsiteY210" fmla="*/ 537874 h 2705303"/>
                <a:gd name="connsiteX211" fmla="*/ 1883131 w 1910495"/>
                <a:gd name="connsiteY211" fmla="*/ 1052714 h 2705303"/>
                <a:gd name="connsiteX212" fmla="*/ 1894818 w 1910495"/>
                <a:gd name="connsiteY212" fmla="*/ 1048448 h 2705303"/>
                <a:gd name="connsiteX213" fmla="*/ 1906220 w 1910495"/>
                <a:gd name="connsiteY213" fmla="*/ 1053851 h 2705303"/>
                <a:gd name="connsiteX214" fmla="*/ 1910495 w 1910495"/>
                <a:gd name="connsiteY214" fmla="*/ 1064799 h 2705303"/>
                <a:gd name="connsiteX215" fmla="*/ 1905079 w 1910495"/>
                <a:gd name="connsiteY215" fmla="*/ 1076885 h 2705303"/>
                <a:gd name="connsiteX216" fmla="*/ 1882119 w 1910495"/>
                <a:gd name="connsiteY216" fmla="*/ 1075890 h 2705303"/>
                <a:gd name="connsiteX217" fmla="*/ 1881991 w 1910495"/>
                <a:gd name="connsiteY217" fmla="*/ 1075747 h 2705303"/>
                <a:gd name="connsiteX218" fmla="*/ 1877715 w 1910495"/>
                <a:gd name="connsiteY218" fmla="*/ 1064799 h 2705303"/>
                <a:gd name="connsiteX219" fmla="*/ 1883131 w 1910495"/>
                <a:gd name="connsiteY219" fmla="*/ 1052714 h 2705303"/>
                <a:gd name="connsiteX220" fmla="*/ 1903227 w 1910495"/>
                <a:gd name="connsiteY220" fmla="*/ 1056410 h 2705303"/>
                <a:gd name="connsiteX221" fmla="*/ 1894675 w 1910495"/>
                <a:gd name="connsiteY221" fmla="*/ 1052429 h 2705303"/>
                <a:gd name="connsiteX222" fmla="*/ 1885696 w 1910495"/>
                <a:gd name="connsiteY222" fmla="*/ 1055700 h 2705303"/>
                <a:gd name="connsiteX223" fmla="*/ 1884955 w 1910495"/>
                <a:gd name="connsiteY223" fmla="*/ 1073174 h 2705303"/>
                <a:gd name="connsiteX224" fmla="*/ 1893535 w 1910495"/>
                <a:gd name="connsiteY224" fmla="*/ 1077169 h 2705303"/>
                <a:gd name="connsiteX225" fmla="*/ 1902514 w 1910495"/>
                <a:gd name="connsiteY225" fmla="*/ 1073899 h 2705303"/>
                <a:gd name="connsiteX226" fmla="*/ 1902514 w 1910495"/>
                <a:gd name="connsiteY226" fmla="*/ 1056410 h 2705303"/>
                <a:gd name="connsiteX227" fmla="*/ 1842939 w 1910495"/>
                <a:gd name="connsiteY227" fmla="*/ 1671915 h 2705303"/>
                <a:gd name="connsiteX228" fmla="*/ 1865900 w 1910495"/>
                <a:gd name="connsiteY228" fmla="*/ 1672768 h 2705303"/>
                <a:gd name="connsiteX229" fmla="*/ 1866028 w 1910495"/>
                <a:gd name="connsiteY229" fmla="*/ 1672910 h 2705303"/>
                <a:gd name="connsiteX230" fmla="*/ 1864959 w 1910495"/>
                <a:gd name="connsiteY230" fmla="*/ 1696014 h 2705303"/>
                <a:gd name="connsiteX231" fmla="*/ 1841799 w 1910495"/>
                <a:gd name="connsiteY231" fmla="*/ 1694948 h 2705303"/>
                <a:gd name="connsiteX232" fmla="*/ 1837523 w 1910495"/>
                <a:gd name="connsiteY232" fmla="*/ 1683858 h 2705303"/>
                <a:gd name="connsiteX233" fmla="*/ 1842939 w 1910495"/>
                <a:gd name="connsiteY233" fmla="*/ 1671915 h 2705303"/>
                <a:gd name="connsiteX234" fmla="*/ 1863035 w 1910495"/>
                <a:gd name="connsiteY234" fmla="*/ 1675611 h 2705303"/>
                <a:gd name="connsiteX235" fmla="*/ 1845519 w 1910495"/>
                <a:gd name="connsiteY235" fmla="*/ 1674744 h 2705303"/>
                <a:gd name="connsiteX236" fmla="*/ 1845505 w 1910495"/>
                <a:gd name="connsiteY236" fmla="*/ 1674758 h 2705303"/>
                <a:gd name="connsiteX237" fmla="*/ 1844649 w 1910495"/>
                <a:gd name="connsiteY237" fmla="*/ 1692247 h 2705303"/>
                <a:gd name="connsiteX238" fmla="*/ 1862180 w 1910495"/>
                <a:gd name="connsiteY238" fmla="*/ 1693100 h 2705303"/>
                <a:gd name="connsiteX239" fmla="*/ 1863249 w 1910495"/>
                <a:gd name="connsiteY239" fmla="*/ 1675839 h 2705303"/>
                <a:gd name="connsiteX240" fmla="*/ 1863035 w 1910495"/>
                <a:gd name="connsiteY240" fmla="*/ 1675611 h 2705303"/>
                <a:gd name="connsiteX241" fmla="*/ 921383 w 1910495"/>
                <a:gd name="connsiteY241" fmla="*/ 2403155 h 2705303"/>
                <a:gd name="connsiteX242" fmla="*/ 941479 w 1910495"/>
                <a:gd name="connsiteY242" fmla="*/ 2395193 h 2705303"/>
                <a:gd name="connsiteX243" fmla="*/ 961004 w 1910495"/>
                <a:gd name="connsiteY243" fmla="*/ 2404434 h 2705303"/>
                <a:gd name="connsiteX244" fmla="*/ 968416 w 1910495"/>
                <a:gd name="connsiteY244" fmla="*/ 2423487 h 2705303"/>
                <a:gd name="connsiteX245" fmla="*/ 939533 w 1910495"/>
                <a:gd name="connsiteY245" fmla="*/ 2451539 h 2705303"/>
                <a:gd name="connsiteX246" fmla="*/ 919102 w 1910495"/>
                <a:gd name="connsiteY246" fmla="*/ 2442539 h 2705303"/>
                <a:gd name="connsiteX247" fmla="*/ 911691 w 1910495"/>
                <a:gd name="connsiteY247" fmla="*/ 2423487 h 2705303"/>
                <a:gd name="connsiteX248" fmla="*/ 921383 w 1910495"/>
                <a:gd name="connsiteY248" fmla="*/ 2403155 h 2705303"/>
                <a:gd name="connsiteX249" fmla="*/ 958581 w 1910495"/>
                <a:gd name="connsiteY249" fmla="*/ 2407562 h 2705303"/>
                <a:gd name="connsiteX250" fmla="*/ 941621 w 1910495"/>
                <a:gd name="connsiteY250" fmla="*/ 2399743 h 2705303"/>
                <a:gd name="connsiteX251" fmla="*/ 924091 w 1910495"/>
                <a:gd name="connsiteY251" fmla="*/ 2405999 h 2705303"/>
                <a:gd name="connsiteX252" fmla="*/ 916110 w 1910495"/>
                <a:gd name="connsiteY252" fmla="*/ 2424056 h 2705303"/>
                <a:gd name="connsiteX253" fmla="*/ 922523 w 1910495"/>
                <a:gd name="connsiteY253" fmla="*/ 2440406 h 2705303"/>
                <a:gd name="connsiteX254" fmla="*/ 957014 w 1910495"/>
                <a:gd name="connsiteY254" fmla="*/ 2441971 h 2705303"/>
                <a:gd name="connsiteX255" fmla="*/ 958581 w 1910495"/>
                <a:gd name="connsiteY255" fmla="*/ 2407562 h 2705303"/>
                <a:gd name="connsiteX256" fmla="*/ 1202867 w 1910495"/>
                <a:gd name="connsiteY256" fmla="*/ 2062630 h 2705303"/>
                <a:gd name="connsiteX257" fmla="*/ 1251610 w 1910495"/>
                <a:gd name="connsiteY257" fmla="*/ 2064905 h 2705303"/>
                <a:gd name="connsiteX258" fmla="*/ 1249329 w 1910495"/>
                <a:gd name="connsiteY258" fmla="*/ 2113531 h 2705303"/>
                <a:gd name="connsiteX259" fmla="*/ 1200586 w 1910495"/>
                <a:gd name="connsiteY259" fmla="*/ 2111256 h 2705303"/>
                <a:gd name="connsiteX260" fmla="*/ 1202867 w 1910495"/>
                <a:gd name="connsiteY260" fmla="*/ 2062630 h 2705303"/>
                <a:gd name="connsiteX261" fmla="*/ 1248617 w 1910495"/>
                <a:gd name="connsiteY261" fmla="*/ 2067606 h 2705303"/>
                <a:gd name="connsiteX262" fmla="*/ 1205860 w 1910495"/>
                <a:gd name="connsiteY262" fmla="*/ 2065616 h 2705303"/>
                <a:gd name="connsiteX263" fmla="*/ 1201944 w 1910495"/>
                <a:gd name="connsiteY263" fmla="*/ 2108469 h 2705303"/>
                <a:gd name="connsiteX264" fmla="*/ 1244900 w 1910495"/>
                <a:gd name="connsiteY264" fmla="*/ 2112379 h 2705303"/>
                <a:gd name="connsiteX265" fmla="*/ 1246621 w 1910495"/>
                <a:gd name="connsiteY265" fmla="*/ 2110829 h 2705303"/>
                <a:gd name="connsiteX266" fmla="*/ 1256598 w 1910495"/>
                <a:gd name="connsiteY266" fmla="*/ 2088223 h 2705303"/>
                <a:gd name="connsiteX267" fmla="*/ 1248617 w 1910495"/>
                <a:gd name="connsiteY267" fmla="*/ 2068175 h 2705303"/>
                <a:gd name="connsiteX268" fmla="*/ 1214126 w 1910495"/>
                <a:gd name="connsiteY268" fmla="*/ 2075142 h 2705303"/>
                <a:gd name="connsiteX269" fmla="*/ 1238905 w 1910495"/>
                <a:gd name="connsiteY269" fmla="*/ 2075952 h 2705303"/>
                <a:gd name="connsiteX270" fmla="*/ 1239210 w 1910495"/>
                <a:gd name="connsiteY270" fmla="*/ 2076279 h 2705303"/>
                <a:gd name="connsiteX271" fmla="*/ 1243771 w 1910495"/>
                <a:gd name="connsiteY271" fmla="*/ 2088080 h 2705303"/>
                <a:gd name="connsiteX272" fmla="*/ 1237927 w 1910495"/>
                <a:gd name="connsiteY272" fmla="*/ 2101161 h 2705303"/>
                <a:gd name="connsiteX273" fmla="*/ 1225243 w 1910495"/>
                <a:gd name="connsiteY273" fmla="*/ 2105711 h 2705303"/>
                <a:gd name="connsiteX274" fmla="*/ 1212986 w 1910495"/>
                <a:gd name="connsiteY274" fmla="*/ 2100024 h 2705303"/>
                <a:gd name="connsiteX275" fmla="*/ 1208425 w 1910495"/>
                <a:gd name="connsiteY275" fmla="*/ 2088080 h 2705303"/>
                <a:gd name="connsiteX276" fmla="*/ 1214126 w 1910495"/>
                <a:gd name="connsiteY276" fmla="*/ 2075142 h 2705303"/>
                <a:gd name="connsiteX277" fmla="*/ 1236217 w 1910495"/>
                <a:gd name="connsiteY277" fmla="*/ 2078839 h 2705303"/>
                <a:gd name="connsiteX278" fmla="*/ 1226668 w 1910495"/>
                <a:gd name="connsiteY278" fmla="*/ 2074431 h 2705303"/>
                <a:gd name="connsiteX279" fmla="*/ 1216834 w 1910495"/>
                <a:gd name="connsiteY279" fmla="*/ 2077985 h 2705303"/>
                <a:gd name="connsiteX280" fmla="*/ 1215836 w 1910495"/>
                <a:gd name="connsiteY280" fmla="*/ 2097322 h 2705303"/>
                <a:gd name="connsiteX281" fmla="*/ 1225385 w 1910495"/>
                <a:gd name="connsiteY281" fmla="*/ 2101872 h 2705303"/>
                <a:gd name="connsiteX282" fmla="*/ 1239638 w 1910495"/>
                <a:gd name="connsiteY282" fmla="*/ 2087654 h 2705303"/>
                <a:gd name="connsiteX283" fmla="*/ 1236217 w 1910495"/>
                <a:gd name="connsiteY283" fmla="*/ 2078839 h 2705303"/>
                <a:gd name="connsiteX284" fmla="*/ 1749301 w 1910495"/>
                <a:gd name="connsiteY284" fmla="*/ 2119787 h 2705303"/>
                <a:gd name="connsiteX285" fmla="*/ 1787156 w 1910495"/>
                <a:gd name="connsiteY285" fmla="*/ 2121436 h 2705303"/>
                <a:gd name="connsiteX286" fmla="*/ 1787213 w 1910495"/>
                <a:gd name="connsiteY286" fmla="*/ 2121493 h 2705303"/>
                <a:gd name="connsiteX287" fmla="*/ 1794196 w 1910495"/>
                <a:gd name="connsiteY287" fmla="*/ 2139550 h 2705303"/>
                <a:gd name="connsiteX288" fmla="*/ 1767316 w 1910495"/>
                <a:gd name="connsiteY288" fmla="*/ 2166195 h 2705303"/>
                <a:gd name="connsiteX289" fmla="*/ 1747591 w 1910495"/>
                <a:gd name="connsiteY289" fmla="*/ 2157465 h 2705303"/>
                <a:gd name="connsiteX290" fmla="*/ 1740607 w 1910495"/>
                <a:gd name="connsiteY290" fmla="*/ 2139550 h 2705303"/>
                <a:gd name="connsiteX291" fmla="*/ 1749301 w 1910495"/>
                <a:gd name="connsiteY291" fmla="*/ 2119787 h 2705303"/>
                <a:gd name="connsiteX292" fmla="*/ 1784220 w 1910495"/>
                <a:gd name="connsiteY292" fmla="*/ 2124195 h 2705303"/>
                <a:gd name="connsiteX293" fmla="*/ 1768399 w 1910495"/>
                <a:gd name="connsiteY293" fmla="*/ 2116801 h 2705303"/>
                <a:gd name="connsiteX294" fmla="*/ 1752009 w 1910495"/>
                <a:gd name="connsiteY294" fmla="*/ 2122631 h 2705303"/>
                <a:gd name="connsiteX295" fmla="*/ 1744598 w 1910495"/>
                <a:gd name="connsiteY295" fmla="*/ 2139550 h 2705303"/>
                <a:gd name="connsiteX296" fmla="*/ 1767388 w 1910495"/>
                <a:gd name="connsiteY296" fmla="*/ 2162313 h 2705303"/>
                <a:gd name="connsiteX297" fmla="*/ 1790206 w 1910495"/>
                <a:gd name="connsiteY297" fmla="*/ 2139564 h 2705303"/>
                <a:gd name="connsiteX298" fmla="*/ 1784220 w 1910495"/>
                <a:gd name="connsiteY298" fmla="*/ 2124195 h 2705303"/>
                <a:gd name="connsiteX299" fmla="*/ 706315 w 1910495"/>
                <a:gd name="connsiteY299" fmla="*/ 1945472 h 2705303"/>
                <a:gd name="connsiteX300" fmla="*/ 732096 w 1910495"/>
                <a:gd name="connsiteY300" fmla="*/ 1946453 h 2705303"/>
                <a:gd name="connsiteX301" fmla="*/ 736958 w 1910495"/>
                <a:gd name="connsiteY301" fmla="*/ 1958980 h 2705303"/>
                <a:gd name="connsiteX302" fmla="*/ 730972 w 1910495"/>
                <a:gd name="connsiteY302" fmla="*/ 1973198 h 2705303"/>
                <a:gd name="connsiteX303" fmla="*/ 717859 w 1910495"/>
                <a:gd name="connsiteY303" fmla="*/ 1978032 h 2705303"/>
                <a:gd name="connsiteX304" fmla="*/ 705175 w 1910495"/>
                <a:gd name="connsiteY304" fmla="*/ 1972060 h 2705303"/>
                <a:gd name="connsiteX305" fmla="*/ 700329 w 1910495"/>
                <a:gd name="connsiteY305" fmla="*/ 1959690 h 2705303"/>
                <a:gd name="connsiteX306" fmla="*/ 706315 w 1910495"/>
                <a:gd name="connsiteY306" fmla="*/ 1945472 h 2705303"/>
                <a:gd name="connsiteX307" fmla="*/ 729261 w 1910495"/>
                <a:gd name="connsiteY307" fmla="*/ 1949311 h 2705303"/>
                <a:gd name="connsiteX308" fmla="*/ 709146 w 1910495"/>
                <a:gd name="connsiteY308" fmla="*/ 1948046 h 2705303"/>
                <a:gd name="connsiteX309" fmla="*/ 704320 w 1910495"/>
                <a:gd name="connsiteY309" fmla="*/ 1958980 h 2705303"/>
                <a:gd name="connsiteX310" fmla="*/ 708025 w 1910495"/>
                <a:gd name="connsiteY310" fmla="*/ 1968648 h 2705303"/>
                <a:gd name="connsiteX311" fmla="*/ 718002 w 1910495"/>
                <a:gd name="connsiteY311" fmla="*/ 1973340 h 2705303"/>
                <a:gd name="connsiteX312" fmla="*/ 728406 w 1910495"/>
                <a:gd name="connsiteY312" fmla="*/ 1969643 h 2705303"/>
                <a:gd name="connsiteX313" fmla="*/ 733109 w 1910495"/>
                <a:gd name="connsiteY313" fmla="*/ 1958980 h 2705303"/>
                <a:gd name="connsiteX314" fmla="*/ 729261 w 1910495"/>
                <a:gd name="connsiteY314" fmla="*/ 1949311 h 2705303"/>
                <a:gd name="connsiteX315" fmla="*/ 710876 w 1910495"/>
                <a:gd name="connsiteY315" fmla="*/ 1950449 h 2705303"/>
                <a:gd name="connsiteX316" fmla="*/ 719285 w 1910495"/>
                <a:gd name="connsiteY316" fmla="*/ 1947463 h 2705303"/>
                <a:gd name="connsiteX317" fmla="*/ 730202 w 1910495"/>
                <a:gd name="connsiteY317" fmla="*/ 1959577 h 2705303"/>
                <a:gd name="connsiteX318" fmla="*/ 726411 w 1910495"/>
                <a:gd name="connsiteY318" fmla="*/ 1967510 h 2705303"/>
                <a:gd name="connsiteX319" fmla="*/ 718144 w 1910495"/>
                <a:gd name="connsiteY319" fmla="*/ 1970496 h 2705303"/>
                <a:gd name="connsiteX320" fmla="*/ 710163 w 1910495"/>
                <a:gd name="connsiteY320" fmla="*/ 1966799 h 2705303"/>
                <a:gd name="connsiteX321" fmla="*/ 707170 w 1910495"/>
                <a:gd name="connsiteY321" fmla="*/ 1958980 h 2705303"/>
                <a:gd name="connsiteX322" fmla="*/ 710876 w 1910495"/>
                <a:gd name="connsiteY322" fmla="*/ 1950449 h 2705303"/>
                <a:gd name="connsiteX323" fmla="*/ 724273 w 1910495"/>
                <a:gd name="connsiteY323" fmla="*/ 1953861 h 2705303"/>
                <a:gd name="connsiteX324" fmla="*/ 719000 w 1910495"/>
                <a:gd name="connsiteY324" fmla="*/ 1951444 h 2705303"/>
                <a:gd name="connsiteX325" fmla="*/ 713584 w 1910495"/>
                <a:gd name="connsiteY325" fmla="*/ 1953434 h 2705303"/>
                <a:gd name="connsiteX326" fmla="*/ 713302 w 1910495"/>
                <a:gd name="connsiteY326" fmla="*/ 1964283 h 2705303"/>
                <a:gd name="connsiteX327" fmla="*/ 718287 w 1910495"/>
                <a:gd name="connsiteY327" fmla="*/ 1966657 h 2705303"/>
                <a:gd name="connsiteX328" fmla="*/ 723845 w 1910495"/>
                <a:gd name="connsiteY328" fmla="*/ 1964667 h 2705303"/>
                <a:gd name="connsiteX329" fmla="*/ 723845 w 1910495"/>
                <a:gd name="connsiteY329" fmla="*/ 1953861 h 2705303"/>
                <a:gd name="connsiteX330" fmla="*/ 1554329 w 1910495"/>
                <a:gd name="connsiteY330" fmla="*/ 1414139 h 2705303"/>
                <a:gd name="connsiteX331" fmla="*/ 1622313 w 1910495"/>
                <a:gd name="connsiteY331" fmla="*/ 1417267 h 2705303"/>
                <a:gd name="connsiteX332" fmla="*/ 1634855 w 1910495"/>
                <a:gd name="connsiteY332" fmla="*/ 1449543 h 2705303"/>
                <a:gd name="connsiteX333" fmla="*/ 1586597 w 1910495"/>
                <a:gd name="connsiteY333" fmla="*/ 1497515 h 2705303"/>
                <a:gd name="connsiteX334" fmla="*/ 1551194 w 1910495"/>
                <a:gd name="connsiteY334" fmla="*/ 1481960 h 2705303"/>
                <a:gd name="connsiteX335" fmla="*/ 1538652 w 1910495"/>
                <a:gd name="connsiteY335" fmla="*/ 1449685 h 2705303"/>
                <a:gd name="connsiteX336" fmla="*/ 1554329 w 1910495"/>
                <a:gd name="connsiteY336" fmla="*/ 1414139 h 2705303"/>
                <a:gd name="connsiteX337" fmla="*/ 1619463 w 1910495"/>
                <a:gd name="connsiteY337" fmla="*/ 1419969 h 2705303"/>
                <a:gd name="connsiteX338" fmla="*/ 1556866 w 1910495"/>
                <a:gd name="connsiteY338" fmla="*/ 1416727 h 2705303"/>
                <a:gd name="connsiteX339" fmla="*/ 1553617 w 1910495"/>
                <a:gd name="connsiteY339" fmla="*/ 1479188 h 2705303"/>
                <a:gd name="connsiteX340" fmla="*/ 1616213 w 1910495"/>
                <a:gd name="connsiteY340" fmla="*/ 1482415 h 2705303"/>
                <a:gd name="connsiteX341" fmla="*/ 1630864 w 1910495"/>
                <a:gd name="connsiteY341" fmla="*/ 1449543 h 2705303"/>
                <a:gd name="connsiteX342" fmla="*/ 1619748 w 1910495"/>
                <a:gd name="connsiteY342" fmla="*/ 1420253 h 2705303"/>
                <a:gd name="connsiteX343" fmla="*/ 1563878 w 1910495"/>
                <a:gd name="connsiteY343" fmla="*/ 1424661 h 2705303"/>
                <a:gd name="connsiteX344" fmla="*/ 1611624 w 1910495"/>
                <a:gd name="connsiteY344" fmla="*/ 1425941 h 2705303"/>
                <a:gd name="connsiteX345" fmla="*/ 1620888 w 1910495"/>
                <a:gd name="connsiteY345" fmla="*/ 1449543 h 2705303"/>
                <a:gd name="connsiteX346" fmla="*/ 1586882 w 1910495"/>
                <a:gd name="connsiteY346" fmla="*/ 1483297 h 2705303"/>
                <a:gd name="connsiteX347" fmla="*/ 1553047 w 1910495"/>
                <a:gd name="connsiteY347" fmla="*/ 1449358 h 2705303"/>
                <a:gd name="connsiteX348" fmla="*/ 1563878 w 1910495"/>
                <a:gd name="connsiteY348" fmla="*/ 1424661 h 2705303"/>
                <a:gd name="connsiteX349" fmla="*/ 1608916 w 1910495"/>
                <a:gd name="connsiteY349" fmla="*/ 1429495 h 2705303"/>
                <a:gd name="connsiteX350" fmla="*/ 1566629 w 1910495"/>
                <a:gd name="connsiteY350" fmla="*/ 1427604 h 2705303"/>
                <a:gd name="connsiteX351" fmla="*/ 1564734 w 1910495"/>
                <a:gd name="connsiteY351" fmla="*/ 1469789 h 2705303"/>
                <a:gd name="connsiteX352" fmla="*/ 1607020 w 1910495"/>
                <a:gd name="connsiteY352" fmla="*/ 1471680 h 2705303"/>
                <a:gd name="connsiteX353" fmla="*/ 1616755 w 1910495"/>
                <a:gd name="connsiteY353" fmla="*/ 1449543 h 2705303"/>
                <a:gd name="connsiteX354" fmla="*/ 1609201 w 1910495"/>
                <a:gd name="connsiteY354" fmla="*/ 1429780 h 2705303"/>
                <a:gd name="connsiteX355" fmla="*/ 646883 w 1910495"/>
                <a:gd name="connsiteY355" fmla="*/ 2119787 h 2705303"/>
                <a:gd name="connsiteX356" fmla="*/ 690495 w 1910495"/>
                <a:gd name="connsiteY356" fmla="*/ 2121778 h 2705303"/>
                <a:gd name="connsiteX357" fmla="*/ 688626 w 1910495"/>
                <a:gd name="connsiteY357" fmla="*/ 2165171 h 2705303"/>
                <a:gd name="connsiteX358" fmla="*/ 688500 w 1910495"/>
                <a:gd name="connsiteY358" fmla="*/ 2165285 h 2705303"/>
                <a:gd name="connsiteX359" fmla="*/ 645009 w 1910495"/>
                <a:gd name="connsiteY359" fmla="*/ 2160650 h 2705303"/>
                <a:gd name="connsiteX360" fmla="*/ 646883 w 1910495"/>
                <a:gd name="connsiteY360" fmla="*/ 2119787 h 2705303"/>
                <a:gd name="connsiteX361" fmla="*/ 687644 w 1910495"/>
                <a:gd name="connsiteY361" fmla="*/ 2124337 h 2705303"/>
                <a:gd name="connsiteX362" fmla="*/ 649591 w 1910495"/>
                <a:gd name="connsiteY362" fmla="*/ 2122631 h 2705303"/>
                <a:gd name="connsiteX363" fmla="*/ 640754 w 1910495"/>
                <a:gd name="connsiteY363" fmla="*/ 2142536 h 2705303"/>
                <a:gd name="connsiteX364" fmla="*/ 647880 w 1910495"/>
                <a:gd name="connsiteY364" fmla="*/ 2160593 h 2705303"/>
                <a:gd name="connsiteX365" fmla="*/ 685732 w 1910495"/>
                <a:gd name="connsiteY365" fmla="*/ 2162356 h 2705303"/>
                <a:gd name="connsiteX366" fmla="*/ 685792 w 1910495"/>
                <a:gd name="connsiteY366" fmla="*/ 2162299 h 2705303"/>
                <a:gd name="connsiteX367" fmla="*/ 694628 w 1910495"/>
                <a:gd name="connsiteY367" fmla="*/ 2142536 h 2705303"/>
                <a:gd name="connsiteX368" fmla="*/ 687644 w 1910495"/>
                <a:gd name="connsiteY368" fmla="*/ 2125048 h 2705303"/>
                <a:gd name="connsiteX369" fmla="*/ 656574 w 1910495"/>
                <a:gd name="connsiteY369" fmla="*/ 2130308 h 2705303"/>
                <a:gd name="connsiteX370" fmla="*/ 679730 w 1910495"/>
                <a:gd name="connsiteY370" fmla="*/ 2131361 h 2705303"/>
                <a:gd name="connsiteX371" fmla="*/ 679806 w 1910495"/>
                <a:gd name="connsiteY371" fmla="*/ 2131446 h 2705303"/>
                <a:gd name="connsiteX372" fmla="*/ 684224 w 1910495"/>
                <a:gd name="connsiteY372" fmla="*/ 2142536 h 2705303"/>
                <a:gd name="connsiteX373" fmla="*/ 678808 w 1910495"/>
                <a:gd name="connsiteY373" fmla="*/ 2154621 h 2705303"/>
                <a:gd name="connsiteX374" fmla="*/ 655652 w 1910495"/>
                <a:gd name="connsiteY374" fmla="*/ 2153569 h 2705303"/>
                <a:gd name="connsiteX375" fmla="*/ 655577 w 1910495"/>
                <a:gd name="connsiteY375" fmla="*/ 2153484 h 2705303"/>
                <a:gd name="connsiteX376" fmla="*/ 651301 w 1910495"/>
                <a:gd name="connsiteY376" fmla="*/ 2142536 h 2705303"/>
                <a:gd name="connsiteX377" fmla="*/ 656432 w 1910495"/>
                <a:gd name="connsiteY377" fmla="*/ 2130308 h 2705303"/>
                <a:gd name="connsiteX378" fmla="*/ 676955 w 1910495"/>
                <a:gd name="connsiteY378" fmla="*/ 2134005 h 2705303"/>
                <a:gd name="connsiteX379" fmla="*/ 659421 w 1910495"/>
                <a:gd name="connsiteY379" fmla="*/ 2133863 h 2705303"/>
                <a:gd name="connsiteX380" fmla="*/ 659282 w 1910495"/>
                <a:gd name="connsiteY380" fmla="*/ 2134005 h 2705303"/>
                <a:gd name="connsiteX381" fmla="*/ 658427 w 1910495"/>
                <a:gd name="connsiteY381" fmla="*/ 2151636 h 2705303"/>
                <a:gd name="connsiteX382" fmla="*/ 676100 w 1910495"/>
                <a:gd name="connsiteY382" fmla="*/ 2152489 h 2705303"/>
                <a:gd name="connsiteX383" fmla="*/ 680233 w 1910495"/>
                <a:gd name="connsiteY383" fmla="*/ 2143247 h 2705303"/>
                <a:gd name="connsiteX384" fmla="*/ 676955 w 1910495"/>
                <a:gd name="connsiteY384" fmla="*/ 2134005 h 2705303"/>
                <a:gd name="connsiteX385" fmla="*/ 236558 w 1910495"/>
                <a:gd name="connsiteY385" fmla="*/ 1704616 h 2705303"/>
                <a:gd name="connsiteX386" fmla="*/ 280055 w 1910495"/>
                <a:gd name="connsiteY386" fmla="*/ 1706493 h 2705303"/>
                <a:gd name="connsiteX387" fmla="*/ 288151 w 1910495"/>
                <a:gd name="connsiteY387" fmla="*/ 1727366 h 2705303"/>
                <a:gd name="connsiteX388" fmla="*/ 278032 w 1910495"/>
                <a:gd name="connsiteY388" fmla="*/ 1750115 h 2705303"/>
                <a:gd name="connsiteX389" fmla="*/ 234491 w 1910495"/>
                <a:gd name="connsiteY389" fmla="*/ 1748053 h 2705303"/>
                <a:gd name="connsiteX390" fmla="*/ 236558 w 1910495"/>
                <a:gd name="connsiteY390" fmla="*/ 1704616 h 2705303"/>
                <a:gd name="connsiteX391" fmla="*/ 277177 w 1910495"/>
                <a:gd name="connsiteY391" fmla="*/ 1709308 h 2705303"/>
                <a:gd name="connsiteX392" fmla="*/ 239115 w 1910495"/>
                <a:gd name="connsiteY392" fmla="*/ 1707744 h 2705303"/>
                <a:gd name="connsiteX393" fmla="*/ 230429 w 1910495"/>
                <a:gd name="connsiteY393" fmla="*/ 1726939 h 2705303"/>
                <a:gd name="connsiteX394" fmla="*/ 257505 w 1910495"/>
                <a:gd name="connsiteY394" fmla="*/ 1753669 h 2705303"/>
                <a:gd name="connsiteX395" fmla="*/ 275467 w 1910495"/>
                <a:gd name="connsiteY395" fmla="*/ 1746702 h 2705303"/>
                <a:gd name="connsiteX396" fmla="*/ 284161 w 1910495"/>
                <a:gd name="connsiteY396" fmla="*/ 1726797 h 2705303"/>
                <a:gd name="connsiteX397" fmla="*/ 277177 w 1910495"/>
                <a:gd name="connsiteY397" fmla="*/ 1709308 h 2705303"/>
                <a:gd name="connsiteX398" fmla="*/ 310527 w 1910495"/>
                <a:gd name="connsiteY398" fmla="*/ 2093199 h 2705303"/>
                <a:gd name="connsiteX399" fmla="*/ 323782 w 1910495"/>
                <a:gd name="connsiteY399" fmla="*/ 2088507 h 2705303"/>
                <a:gd name="connsiteX400" fmla="*/ 336609 w 1910495"/>
                <a:gd name="connsiteY400" fmla="*/ 2094479 h 2705303"/>
                <a:gd name="connsiteX401" fmla="*/ 341455 w 1910495"/>
                <a:gd name="connsiteY401" fmla="*/ 2106848 h 2705303"/>
                <a:gd name="connsiteX402" fmla="*/ 335469 w 1910495"/>
                <a:gd name="connsiteY402" fmla="*/ 2121067 h 2705303"/>
                <a:gd name="connsiteX403" fmla="*/ 322072 w 1910495"/>
                <a:gd name="connsiteY403" fmla="*/ 2125759 h 2705303"/>
                <a:gd name="connsiteX404" fmla="*/ 309387 w 1910495"/>
                <a:gd name="connsiteY404" fmla="*/ 2119787 h 2705303"/>
                <a:gd name="connsiteX405" fmla="*/ 304542 w 1910495"/>
                <a:gd name="connsiteY405" fmla="*/ 2107417 h 2705303"/>
                <a:gd name="connsiteX406" fmla="*/ 310527 w 1910495"/>
                <a:gd name="connsiteY406" fmla="*/ 2093341 h 2705303"/>
                <a:gd name="connsiteX407" fmla="*/ 333759 w 1910495"/>
                <a:gd name="connsiteY407" fmla="*/ 2097038 h 2705303"/>
                <a:gd name="connsiteX408" fmla="*/ 323640 w 1910495"/>
                <a:gd name="connsiteY408" fmla="*/ 2092346 h 2705303"/>
                <a:gd name="connsiteX409" fmla="*/ 313235 w 1910495"/>
                <a:gd name="connsiteY409" fmla="*/ 2096185 h 2705303"/>
                <a:gd name="connsiteX410" fmla="*/ 308532 w 1910495"/>
                <a:gd name="connsiteY410" fmla="*/ 2106848 h 2705303"/>
                <a:gd name="connsiteX411" fmla="*/ 312238 w 1910495"/>
                <a:gd name="connsiteY411" fmla="*/ 2116517 h 2705303"/>
                <a:gd name="connsiteX412" fmla="*/ 332346 w 1910495"/>
                <a:gd name="connsiteY412" fmla="*/ 2117882 h 2705303"/>
                <a:gd name="connsiteX413" fmla="*/ 332761 w 1910495"/>
                <a:gd name="connsiteY413" fmla="*/ 2117512 h 2705303"/>
                <a:gd name="connsiteX414" fmla="*/ 334135 w 1910495"/>
                <a:gd name="connsiteY414" fmla="*/ 2097450 h 2705303"/>
                <a:gd name="connsiteX415" fmla="*/ 333759 w 1910495"/>
                <a:gd name="connsiteY415" fmla="*/ 2097038 h 2705303"/>
                <a:gd name="connsiteX416" fmla="*/ 679378 w 1910495"/>
                <a:gd name="connsiteY416" fmla="*/ 1457220 h 2705303"/>
                <a:gd name="connsiteX417" fmla="*/ 693630 w 1910495"/>
                <a:gd name="connsiteY417" fmla="*/ 1452244 h 2705303"/>
                <a:gd name="connsiteX418" fmla="*/ 707028 w 1910495"/>
                <a:gd name="connsiteY418" fmla="*/ 1458500 h 2705303"/>
                <a:gd name="connsiteX419" fmla="*/ 712016 w 1910495"/>
                <a:gd name="connsiteY419" fmla="*/ 1471439 h 2705303"/>
                <a:gd name="connsiteX420" fmla="*/ 705745 w 1910495"/>
                <a:gd name="connsiteY420" fmla="*/ 1485657 h 2705303"/>
                <a:gd name="connsiteX421" fmla="*/ 691493 w 1910495"/>
                <a:gd name="connsiteY421" fmla="*/ 1490633 h 2705303"/>
                <a:gd name="connsiteX422" fmla="*/ 678238 w 1910495"/>
                <a:gd name="connsiteY422" fmla="*/ 1484377 h 2705303"/>
                <a:gd name="connsiteX423" fmla="*/ 673107 w 1910495"/>
                <a:gd name="connsiteY423" fmla="*/ 1471439 h 2705303"/>
                <a:gd name="connsiteX424" fmla="*/ 679378 w 1910495"/>
                <a:gd name="connsiteY424" fmla="*/ 1457931 h 2705303"/>
                <a:gd name="connsiteX425" fmla="*/ 703607 w 1910495"/>
                <a:gd name="connsiteY425" fmla="*/ 1461059 h 2705303"/>
                <a:gd name="connsiteX426" fmla="*/ 693060 w 1910495"/>
                <a:gd name="connsiteY426" fmla="*/ 1456083 h 2705303"/>
                <a:gd name="connsiteX427" fmla="*/ 676972 w 1910495"/>
                <a:gd name="connsiteY427" fmla="*/ 1470714 h 2705303"/>
                <a:gd name="connsiteX428" fmla="*/ 676955 w 1910495"/>
                <a:gd name="connsiteY428" fmla="*/ 1471439 h 2705303"/>
                <a:gd name="connsiteX429" fmla="*/ 680946 w 1910495"/>
                <a:gd name="connsiteY429" fmla="*/ 1481676 h 2705303"/>
                <a:gd name="connsiteX430" fmla="*/ 691635 w 1910495"/>
                <a:gd name="connsiteY430" fmla="*/ 1486652 h 2705303"/>
                <a:gd name="connsiteX431" fmla="*/ 702609 w 1910495"/>
                <a:gd name="connsiteY431" fmla="*/ 1482671 h 2705303"/>
                <a:gd name="connsiteX432" fmla="*/ 707598 w 1910495"/>
                <a:gd name="connsiteY432" fmla="*/ 1471439 h 2705303"/>
                <a:gd name="connsiteX433" fmla="*/ 703607 w 1910495"/>
                <a:gd name="connsiteY433" fmla="*/ 1461770 h 2705303"/>
                <a:gd name="connsiteX434" fmla="*/ 675102 w 1910495"/>
                <a:gd name="connsiteY434" fmla="*/ 1452671 h 2705303"/>
                <a:gd name="connsiteX435" fmla="*/ 711155 w 1910495"/>
                <a:gd name="connsiteY435" fmla="*/ 1454036 h 2705303"/>
                <a:gd name="connsiteX436" fmla="*/ 709793 w 1910495"/>
                <a:gd name="connsiteY436" fmla="*/ 1489993 h 2705303"/>
                <a:gd name="connsiteX437" fmla="*/ 691065 w 1910495"/>
                <a:gd name="connsiteY437" fmla="*/ 1496747 h 2705303"/>
                <a:gd name="connsiteX438" fmla="*/ 673535 w 1910495"/>
                <a:gd name="connsiteY438" fmla="*/ 1488500 h 2705303"/>
                <a:gd name="connsiteX439" fmla="*/ 675027 w 1910495"/>
                <a:gd name="connsiteY439" fmla="*/ 1452742 h 2705303"/>
                <a:gd name="connsiteX440" fmla="*/ 675102 w 1910495"/>
                <a:gd name="connsiteY440" fmla="*/ 1452671 h 2705303"/>
                <a:gd name="connsiteX441" fmla="*/ 708168 w 1910495"/>
                <a:gd name="connsiteY441" fmla="*/ 1456936 h 2705303"/>
                <a:gd name="connsiteX442" fmla="*/ 677815 w 1910495"/>
                <a:gd name="connsiteY442" fmla="*/ 1459154 h 2705303"/>
                <a:gd name="connsiteX443" fmla="*/ 676385 w 1910495"/>
                <a:gd name="connsiteY443" fmla="*/ 1485372 h 2705303"/>
                <a:gd name="connsiteX444" fmla="*/ 691350 w 1910495"/>
                <a:gd name="connsiteY444" fmla="*/ 1492339 h 2705303"/>
                <a:gd name="connsiteX445" fmla="*/ 713869 w 1910495"/>
                <a:gd name="connsiteY445" fmla="*/ 1472221 h 2705303"/>
                <a:gd name="connsiteX446" fmla="*/ 708168 w 1910495"/>
                <a:gd name="connsiteY446" fmla="*/ 1456510 h 2705303"/>
                <a:gd name="connsiteX447" fmla="*/ 571630 w 1910495"/>
                <a:gd name="connsiteY447" fmla="*/ 2378557 h 2705303"/>
                <a:gd name="connsiteX448" fmla="*/ 607471 w 1910495"/>
                <a:gd name="connsiteY448" fmla="*/ 2380193 h 2705303"/>
                <a:gd name="connsiteX449" fmla="*/ 605836 w 1910495"/>
                <a:gd name="connsiteY449" fmla="*/ 2415937 h 2705303"/>
                <a:gd name="connsiteX450" fmla="*/ 569996 w 1910495"/>
                <a:gd name="connsiteY450" fmla="*/ 2414316 h 2705303"/>
                <a:gd name="connsiteX451" fmla="*/ 563364 w 1910495"/>
                <a:gd name="connsiteY451" fmla="*/ 2397325 h 2705303"/>
                <a:gd name="connsiteX452" fmla="*/ 563364 w 1910495"/>
                <a:gd name="connsiteY452" fmla="*/ 2397325 h 2705303"/>
                <a:gd name="connsiteX453" fmla="*/ 571630 w 1910495"/>
                <a:gd name="connsiteY453" fmla="*/ 2379268 h 2705303"/>
                <a:gd name="connsiteX454" fmla="*/ 604696 w 1910495"/>
                <a:gd name="connsiteY454" fmla="*/ 2382823 h 2705303"/>
                <a:gd name="connsiteX455" fmla="*/ 574504 w 1910495"/>
                <a:gd name="connsiteY455" fmla="*/ 2381245 h 2705303"/>
                <a:gd name="connsiteX456" fmla="*/ 574338 w 1910495"/>
                <a:gd name="connsiteY456" fmla="*/ 2381401 h 2705303"/>
                <a:gd name="connsiteX457" fmla="*/ 567355 w 1910495"/>
                <a:gd name="connsiteY457" fmla="*/ 2397325 h 2705303"/>
                <a:gd name="connsiteX458" fmla="*/ 567355 w 1910495"/>
                <a:gd name="connsiteY458" fmla="*/ 2397325 h 2705303"/>
                <a:gd name="connsiteX459" fmla="*/ 572913 w 1910495"/>
                <a:gd name="connsiteY459" fmla="*/ 2411544 h 2705303"/>
                <a:gd name="connsiteX460" fmla="*/ 603105 w 1910495"/>
                <a:gd name="connsiteY460" fmla="*/ 2413122 h 2705303"/>
                <a:gd name="connsiteX461" fmla="*/ 603271 w 1910495"/>
                <a:gd name="connsiteY461" fmla="*/ 2412965 h 2705303"/>
                <a:gd name="connsiteX462" fmla="*/ 605039 w 1910495"/>
                <a:gd name="connsiteY462" fmla="*/ 2383050 h 2705303"/>
                <a:gd name="connsiteX463" fmla="*/ 604696 w 1910495"/>
                <a:gd name="connsiteY463" fmla="*/ 2382681 h 2705303"/>
                <a:gd name="connsiteX464" fmla="*/ 1174790 w 1910495"/>
                <a:gd name="connsiteY464" fmla="*/ 1619592 h 2705303"/>
                <a:gd name="connsiteX465" fmla="*/ 1210848 w 1910495"/>
                <a:gd name="connsiteY465" fmla="*/ 1621298 h 2705303"/>
                <a:gd name="connsiteX466" fmla="*/ 1217404 w 1910495"/>
                <a:gd name="connsiteY466" fmla="*/ 1638360 h 2705303"/>
                <a:gd name="connsiteX467" fmla="*/ 1192068 w 1910495"/>
                <a:gd name="connsiteY467" fmla="*/ 1663697 h 2705303"/>
                <a:gd name="connsiteX468" fmla="*/ 1190752 w 1910495"/>
                <a:gd name="connsiteY468" fmla="*/ 1663668 h 2705303"/>
                <a:gd name="connsiteX469" fmla="*/ 1166523 w 1910495"/>
                <a:gd name="connsiteY469" fmla="*/ 1638360 h 2705303"/>
                <a:gd name="connsiteX470" fmla="*/ 1166523 w 1910495"/>
                <a:gd name="connsiteY470" fmla="*/ 1638360 h 2705303"/>
                <a:gd name="connsiteX471" fmla="*/ 1174647 w 1910495"/>
                <a:gd name="connsiteY471" fmla="*/ 1620303 h 2705303"/>
                <a:gd name="connsiteX472" fmla="*/ 1207855 w 1910495"/>
                <a:gd name="connsiteY472" fmla="*/ 1623857 h 2705303"/>
                <a:gd name="connsiteX473" fmla="*/ 1177497 w 1910495"/>
                <a:gd name="connsiteY473" fmla="*/ 1622435 h 2705303"/>
                <a:gd name="connsiteX474" fmla="*/ 1170514 w 1910495"/>
                <a:gd name="connsiteY474" fmla="*/ 1638360 h 2705303"/>
                <a:gd name="connsiteX475" fmla="*/ 1191037 w 1910495"/>
                <a:gd name="connsiteY475" fmla="*/ 1659829 h 2705303"/>
                <a:gd name="connsiteX476" fmla="*/ 1206430 w 1910495"/>
                <a:gd name="connsiteY476" fmla="*/ 1654142 h 2705303"/>
                <a:gd name="connsiteX477" fmla="*/ 1208198 w 1910495"/>
                <a:gd name="connsiteY477" fmla="*/ 1624227 h 2705303"/>
                <a:gd name="connsiteX478" fmla="*/ 1207855 w 1910495"/>
                <a:gd name="connsiteY478" fmla="*/ 1623857 h 2705303"/>
                <a:gd name="connsiteX479" fmla="*/ 1183768 w 1910495"/>
                <a:gd name="connsiteY479" fmla="*/ 1629402 h 2705303"/>
                <a:gd name="connsiteX480" fmla="*/ 1200891 w 1910495"/>
                <a:gd name="connsiteY480" fmla="*/ 1629985 h 2705303"/>
                <a:gd name="connsiteX481" fmla="*/ 1201014 w 1910495"/>
                <a:gd name="connsiteY481" fmla="*/ 1630113 h 2705303"/>
                <a:gd name="connsiteX482" fmla="*/ 1200159 w 1910495"/>
                <a:gd name="connsiteY482" fmla="*/ 1647317 h 2705303"/>
                <a:gd name="connsiteX483" fmla="*/ 1191465 w 1910495"/>
                <a:gd name="connsiteY483" fmla="*/ 1650588 h 2705303"/>
                <a:gd name="connsiteX484" fmla="*/ 1182913 w 1910495"/>
                <a:gd name="connsiteY484" fmla="*/ 1646607 h 2705303"/>
                <a:gd name="connsiteX485" fmla="*/ 1179778 w 1910495"/>
                <a:gd name="connsiteY485" fmla="*/ 1638360 h 2705303"/>
                <a:gd name="connsiteX486" fmla="*/ 1179778 w 1910495"/>
                <a:gd name="connsiteY486" fmla="*/ 1638360 h 2705303"/>
                <a:gd name="connsiteX487" fmla="*/ 1183768 w 1910495"/>
                <a:gd name="connsiteY487" fmla="*/ 1630113 h 2705303"/>
                <a:gd name="connsiteX488" fmla="*/ 1198021 w 1910495"/>
                <a:gd name="connsiteY488" fmla="*/ 1632815 h 2705303"/>
                <a:gd name="connsiteX489" fmla="*/ 1186533 w 1910495"/>
                <a:gd name="connsiteY489" fmla="*/ 1632616 h 2705303"/>
                <a:gd name="connsiteX490" fmla="*/ 1186334 w 1910495"/>
                <a:gd name="connsiteY490" fmla="*/ 1632815 h 2705303"/>
                <a:gd name="connsiteX491" fmla="*/ 1183626 w 1910495"/>
                <a:gd name="connsiteY491" fmla="*/ 1638929 h 2705303"/>
                <a:gd name="connsiteX492" fmla="*/ 1183626 w 1910495"/>
                <a:gd name="connsiteY492" fmla="*/ 1638929 h 2705303"/>
                <a:gd name="connsiteX493" fmla="*/ 1185764 w 1910495"/>
                <a:gd name="connsiteY493" fmla="*/ 1644474 h 2705303"/>
                <a:gd name="connsiteX494" fmla="*/ 1191465 w 1910495"/>
                <a:gd name="connsiteY494" fmla="*/ 1647175 h 2705303"/>
                <a:gd name="connsiteX495" fmla="*/ 1200589 w 1910495"/>
                <a:gd name="connsiteY495" fmla="*/ 1639881 h 2705303"/>
                <a:gd name="connsiteX496" fmla="*/ 1198021 w 1910495"/>
                <a:gd name="connsiteY496" fmla="*/ 1632957 h 2705303"/>
                <a:gd name="connsiteX497" fmla="*/ 1622313 w 1910495"/>
                <a:gd name="connsiteY497" fmla="*/ 1089539 h 2705303"/>
                <a:gd name="connsiteX498" fmla="*/ 1658371 w 1910495"/>
                <a:gd name="connsiteY498" fmla="*/ 1091245 h 2705303"/>
                <a:gd name="connsiteX499" fmla="*/ 1664928 w 1910495"/>
                <a:gd name="connsiteY499" fmla="*/ 1108307 h 2705303"/>
                <a:gd name="connsiteX500" fmla="*/ 1639587 w 1910495"/>
                <a:gd name="connsiteY500" fmla="*/ 1133644 h 2705303"/>
                <a:gd name="connsiteX501" fmla="*/ 1638276 w 1910495"/>
                <a:gd name="connsiteY501" fmla="*/ 1133615 h 2705303"/>
                <a:gd name="connsiteX502" fmla="*/ 1614047 w 1910495"/>
                <a:gd name="connsiteY502" fmla="*/ 1108307 h 2705303"/>
                <a:gd name="connsiteX503" fmla="*/ 1614047 w 1910495"/>
                <a:gd name="connsiteY503" fmla="*/ 1108307 h 2705303"/>
                <a:gd name="connsiteX504" fmla="*/ 1622313 w 1910495"/>
                <a:gd name="connsiteY504" fmla="*/ 1090250 h 2705303"/>
                <a:gd name="connsiteX505" fmla="*/ 1655378 w 1910495"/>
                <a:gd name="connsiteY505" fmla="*/ 1093804 h 2705303"/>
                <a:gd name="connsiteX506" fmla="*/ 1625021 w 1910495"/>
                <a:gd name="connsiteY506" fmla="*/ 1092382 h 2705303"/>
                <a:gd name="connsiteX507" fmla="*/ 1618037 w 1910495"/>
                <a:gd name="connsiteY507" fmla="*/ 1108307 h 2705303"/>
                <a:gd name="connsiteX508" fmla="*/ 1618037 w 1910495"/>
                <a:gd name="connsiteY508" fmla="*/ 1108307 h 2705303"/>
                <a:gd name="connsiteX509" fmla="*/ 1638561 w 1910495"/>
                <a:gd name="connsiteY509" fmla="*/ 1129776 h 2705303"/>
                <a:gd name="connsiteX510" fmla="*/ 1653953 w 1910495"/>
                <a:gd name="connsiteY510" fmla="*/ 1124089 h 2705303"/>
                <a:gd name="connsiteX511" fmla="*/ 1655720 w 1910495"/>
                <a:gd name="connsiteY511" fmla="*/ 1094174 h 2705303"/>
                <a:gd name="connsiteX512" fmla="*/ 1655378 w 1910495"/>
                <a:gd name="connsiteY512" fmla="*/ 1093804 h 2705303"/>
                <a:gd name="connsiteX513" fmla="*/ 679378 w 1910495"/>
                <a:gd name="connsiteY513" fmla="*/ 1457931 h 2705303"/>
                <a:gd name="connsiteX514" fmla="*/ 693630 w 1910495"/>
                <a:gd name="connsiteY514" fmla="*/ 1452955 h 2705303"/>
                <a:gd name="connsiteX515" fmla="*/ 707028 w 1910495"/>
                <a:gd name="connsiteY515" fmla="*/ 1459211 h 2705303"/>
                <a:gd name="connsiteX516" fmla="*/ 712016 w 1910495"/>
                <a:gd name="connsiteY516" fmla="*/ 1472150 h 2705303"/>
                <a:gd name="connsiteX517" fmla="*/ 705745 w 1910495"/>
                <a:gd name="connsiteY517" fmla="*/ 1486368 h 2705303"/>
                <a:gd name="connsiteX518" fmla="*/ 691493 w 1910495"/>
                <a:gd name="connsiteY518" fmla="*/ 1491344 h 2705303"/>
                <a:gd name="connsiteX519" fmla="*/ 678238 w 1910495"/>
                <a:gd name="connsiteY519" fmla="*/ 1485088 h 2705303"/>
                <a:gd name="connsiteX520" fmla="*/ 673107 w 1910495"/>
                <a:gd name="connsiteY520" fmla="*/ 1472150 h 2705303"/>
                <a:gd name="connsiteX521" fmla="*/ 679378 w 1910495"/>
                <a:gd name="connsiteY521" fmla="*/ 1457931 h 2705303"/>
                <a:gd name="connsiteX522" fmla="*/ 703607 w 1910495"/>
                <a:gd name="connsiteY522" fmla="*/ 1461770 h 2705303"/>
                <a:gd name="connsiteX523" fmla="*/ 693060 w 1910495"/>
                <a:gd name="connsiteY523" fmla="*/ 1456794 h 2705303"/>
                <a:gd name="connsiteX524" fmla="*/ 676972 w 1910495"/>
                <a:gd name="connsiteY524" fmla="*/ 1471425 h 2705303"/>
                <a:gd name="connsiteX525" fmla="*/ 676955 w 1910495"/>
                <a:gd name="connsiteY525" fmla="*/ 1472150 h 2705303"/>
                <a:gd name="connsiteX526" fmla="*/ 680946 w 1910495"/>
                <a:gd name="connsiteY526" fmla="*/ 1482387 h 2705303"/>
                <a:gd name="connsiteX527" fmla="*/ 691635 w 1910495"/>
                <a:gd name="connsiteY527" fmla="*/ 1487363 h 2705303"/>
                <a:gd name="connsiteX528" fmla="*/ 702609 w 1910495"/>
                <a:gd name="connsiteY528" fmla="*/ 1483382 h 2705303"/>
                <a:gd name="connsiteX529" fmla="*/ 707598 w 1910495"/>
                <a:gd name="connsiteY529" fmla="*/ 1472150 h 2705303"/>
                <a:gd name="connsiteX530" fmla="*/ 703607 w 1910495"/>
                <a:gd name="connsiteY530" fmla="*/ 1461770 h 2705303"/>
                <a:gd name="connsiteX531" fmla="*/ 1582834 w 1910495"/>
                <a:gd name="connsiteY531" fmla="*/ 2671736 h 2705303"/>
                <a:gd name="connsiteX532" fmla="*/ 1597086 w 1910495"/>
                <a:gd name="connsiteY532" fmla="*/ 2666760 h 2705303"/>
                <a:gd name="connsiteX533" fmla="*/ 1610484 w 1910495"/>
                <a:gd name="connsiteY533" fmla="*/ 2673016 h 2705303"/>
                <a:gd name="connsiteX534" fmla="*/ 1609073 w 1910495"/>
                <a:gd name="connsiteY534" fmla="*/ 2700329 h 2705303"/>
                <a:gd name="connsiteX535" fmla="*/ 1595376 w 1910495"/>
                <a:gd name="connsiteY535" fmla="*/ 2705291 h 2705303"/>
                <a:gd name="connsiteX536" fmla="*/ 1581979 w 1910495"/>
                <a:gd name="connsiteY536" fmla="*/ 2699035 h 2705303"/>
                <a:gd name="connsiteX537" fmla="*/ 1583262 w 1910495"/>
                <a:gd name="connsiteY537" fmla="*/ 2671736 h 2705303"/>
                <a:gd name="connsiteX538" fmla="*/ 1607063 w 1910495"/>
                <a:gd name="connsiteY538" fmla="*/ 2675717 h 2705303"/>
                <a:gd name="connsiteX539" fmla="*/ 1596516 w 1910495"/>
                <a:gd name="connsiteY539" fmla="*/ 2670741 h 2705303"/>
                <a:gd name="connsiteX540" fmla="*/ 1580425 w 1910495"/>
                <a:gd name="connsiteY540" fmla="*/ 2685371 h 2705303"/>
                <a:gd name="connsiteX541" fmla="*/ 1580411 w 1910495"/>
                <a:gd name="connsiteY541" fmla="*/ 2685954 h 2705303"/>
                <a:gd name="connsiteX542" fmla="*/ 1594664 w 1910495"/>
                <a:gd name="connsiteY542" fmla="*/ 2701310 h 2705303"/>
                <a:gd name="connsiteX543" fmla="*/ 1605638 w 1910495"/>
                <a:gd name="connsiteY543" fmla="*/ 2697329 h 2705303"/>
                <a:gd name="connsiteX544" fmla="*/ 1607134 w 1910495"/>
                <a:gd name="connsiteY544" fmla="*/ 2676272 h 2705303"/>
                <a:gd name="connsiteX545" fmla="*/ 1606635 w 1910495"/>
                <a:gd name="connsiteY545" fmla="*/ 2675717 h 2705303"/>
                <a:gd name="connsiteX546" fmla="*/ 1678325 w 1910495"/>
                <a:gd name="connsiteY546" fmla="*/ 1494330 h 2705303"/>
                <a:gd name="connsiteX547" fmla="*/ 1694530 w 1910495"/>
                <a:gd name="connsiteY547" fmla="*/ 1482358 h 2705303"/>
                <a:gd name="connsiteX548" fmla="*/ 1695428 w 1910495"/>
                <a:gd name="connsiteY548" fmla="*/ 1482529 h 2705303"/>
                <a:gd name="connsiteX549" fmla="*/ 1707428 w 1910495"/>
                <a:gd name="connsiteY549" fmla="*/ 1498695 h 2705303"/>
                <a:gd name="connsiteX550" fmla="*/ 1707257 w 1910495"/>
                <a:gd name="connsiteY550" fmla="*/ 1499591 h 2705303"/>
                <a:gd name="connsiteX551" fmla="*/ 1701129 w 1910495"/>
                <a:gd name="connsiteY551" fmla="*/ 1508975 h 2705303"/>
                <a:gd name="connsiteX552" fmla="*/ 1690154 w 1910495"/>
                <a:gd name="connsiteY552" fmla="*/ 1511392 h 2705303"/>
                <a:gd name="connsiteX553" fmla="*/ 1678040 w 1910495"/>
                <a:gd name="connsiteY553" fmla="*/ 1497173 h 2705303"/>
                <a:gd name="connsiteX554" fmla="*/ 1678325 w 1910495"/>
                <a:gd name="connsiteY554" fmla="*/ 1494330 h 2705303"/>
                <a:gd name="connsiteX555" fmla="*/ 1694715 w 1910495"/>
                <a:gd name="connsiteY555" fmla="*/ 1486368 h 2705303"/>
                <a:gd name="connsiteX556" fmla="*/ 1686591 w 1910495"/>
                <a:gd name="connsiteY556" fmla="*/ 1488074 h 2705303"/>
                <a:gd name="connsiteX557" fmla="*/ 1682173 w 1910495"/>
                <a:gd name="connsiteY557" fmla="*/ 1495041 h 2705303"/>
                <a:gd name="connsiteX558" fmla="*/ 1690582 w 1910495"/>
                <a:gd name="connsiteY558" fmla="*/ 1507567 h 2705303"/>
                <a:gd name="connsiteX559" fmla="*/ 1698991 w 1910495"/>
                <a:gd name="connsiteY559" fmla="*/ 1505704 h 2705303"/>
                <a:gd name="connsiteX560" fmla="*/ 1703409 w 1910495"/>
                <a:gd name="connsiteY560" fmla="*/ 1498880 h 2705303"/>
                <a:gd name="connsiteX561" fmla="*/ 1703409 w 1910495"/>
                <a:gd name="connsiteY561" fmla="*/ 1496889 h 2705303"/>
                <a:gd name="connsiteX562" fmla="*/ 1694715 w 1910495"/>
                <a:gd name="connsiteY562" fmla="*/ 1486368 h 2705303"/>
                <a:gd name="connsiteX563" fmla="*/ 937345 w 1910495"/>
                <a:gd name="connsiteY563" fmla="*/ 37821 h 2705303"/>
                <a:gd name="connsiteX564" fmla="*/ 933925 w 1910495"/>
                <a:gd name="connsiteY564" fmla="*/ 37821 h 2705303"/>
                <a:gd name="connsiteX565" fmla="*/ 933925 w 1910495"/>
                <a:gd name="connsiteY565" fmla="*/ 37821 h 2705303"/>
                <a:gd name="connsiteX566" fmla="*/ 918532 w 1910495"/>
                <a:gd name="connsiteY566" fmla="*/ 15783 h 2705303"/>
                <a:gd name="connsiteX567" fmla="*/ 926371 w 1910495"/>
                <a:gd name="connsiteY567" fmla="*/ 3556 h 2705303"/>
                <a:gd name="connsiteX568" fmla="*/ 953015 w 1910495"/>
                <a:gd name="connsiteY568" fmla="*/ 7972 h 2705303"/>
                <a:gd name="connsiteX569" fmla="*/ 948588 w 1910495"/>
                <a:gd name="connsiteY569" fmla="*/ 34553 h 2705303"/>
                <a:gd name="connsiteX570" fmla="*/ 937345 w 1910495"/>
                <a:gd name="connsiteY570" fmla="*/ 38106 h 2705303"/>
                <a:gd name="connsiteX571" fmla="*/ 937345 w 1910495"/>
                <a:gd name="connsiteY571" fmla="*/ 9385 h 2705303"/>
                <a:gd name="connsiteX572" fmla="*/ 931787 w 1910495"/>
                <a:gd name="connsiteY572" fmla="*/ 11091 h 2705303"/>
                <a:gd name="connsiteX573" fmla="*/ 927654 w 1910495"/>
                <a:gd name="connsiteY573" fmla="*/ 17489 h 2705303"/>
                <a:gd name="connsiteX574" fmla="*/ 935457 w 1910495"/>
                <a:gd name="connsiteY574" fmla="*/ 28973 h 2705303"/>
                <a:gd name="connsiteX575" fmla="*/ 935635 w 1910495"/>
                <a:gd name="connsiteY575" fmla="*/ 29006 h 2705303"/>
                <a:gd name="connsiteX576" fmla="*/ 935635 w 1910495"/>
                <a:gd name="connsiteY576" fmla="*/ 29006 h 2705303"/>
                <a:gd name="connsiteX577" fmla="*/ 948002 w 1910495"/>
                <a:gd name="connsiteY577" fmla="*/ 22231 h 2705303"/>
                <a:gd name="connsiteX578" fmla="*/ 941211 w 1910495"/>
                <a:gd name="connsiteY578" fmla="*/ 9894 h 2705303"/>
                <a:gd name="connsiteX579" fmla="*/ 939198 w 1910495"/>
                <a:gd name="connsiteY579" fmla="*/ 9527 h 2705303"/>
                <a:gd name="connsiteX580" fmla="*/ 1284818 w 1910495"/>
                <a:gd name="connsiteY580" fmla="*/ 557922 h 2705303"/>
                <a:gd name="connsiteX581" fmla="*/ 1281397 w 1910495"/>
                <a:gd name="connsiteY581" fmla="*/ 557922 h 2705303"/>
                <a:gd name="connsiteX582" fmla="*/ 1281397 w 1910495"/>
                <a:gd name="connsiteY582" fmla="*/ 557922 h 2705303"/>
                <a:gd name="connsiteX583" fmla="*/ 1266123 w 1910495"/>
                <a:gd name="connsiteY583" fmla="*/ 535699 h 2705303"/>
                <a:gd name="connsiteX584" fmla="*/ 1273843 w 1910495"/>
                <a:gd name="connsiteY584" fmla="*/ 523656 h 2705303"/>
                <a:gd name="connsiteX585" fmla="*/ 1288096 w 1910495"/>
                <a:gd name="connsiteY585" fmla="*/ 520670 h 2705303"/>
                <a:gd name="connsiteX586" fmla="*/ 1303488 w 1910495"/>
                <a:gd name="connsiteY586" fmla="*/ 542708 h 2705303"/>
                <a:gd name="connsiteX587" fmla="*/ 1295507 w 1910495"/>
                <a:gd name="connsiteY587" fmla="*/ 554936 h 2705303"/>
                <a:gd name="connsiteX588" fmla="*/ 1284675 w 1910495"/>
                <a:gd name="connsiteY588" fmla="*/ 557495 h 2705303"/>
                <a:gd name="connsiteX589" fmla="*/ 1283535 w 1910495"/>
                <a:gd name="connsiteY589" fmla="*/ 548253 h 2705303"/>
                <a:gd name="connsiteX590" fmla="*/ 1290946 w 1910495"/>
                <a:gd name="connsiteY590" fmla="*/ 546547 h 2705303"/>
                <a:gd name="connsiteX591" fmla="*/ 1295079 w 1910495"/>
                <a:gd name="connsiteY591" fmla="*/ 540291 h 2705303"/>
                <a:gd name="connsiteX592" fmla="*/ 1287276 w 1910495"/>
                <a:gd name="connsiteY592" fmla="*/ 528803 h 2705303"/>
                <a:gd name="connsiteX593" fmla="*/ 1287098 w 1910495"/>
                <a:gd name="connsiteY593" fmla="*/ 528775 h 2705303"/>
                <a:gd name="connsiteX594" fmla="*/ 1275586 w 1910495"/>
                <a:gd name="connsiteY594" fmla="*/ 536566 h 2705303"/>
                <a:gd name="connsiteX595" fmla="*/ 1275554 w 1910495"/>
                <a:gd name="connsiteY595" fmla="*/ 536737 h 2705303"/>
                <a:gd name="connsiteX596" fmla="*/ 1283535 w 1910495"/>
                <a:gd name="connsiteY596" fmla="*/ 548253 h 2705303"/>
                <a:gd name="connsiteX597" fmla="*/ 1008465 w 1910495"/>
                <a:gd name="connsiteY597" fmla="*/ 1718408 h 2705303"/>
                <a:gd name="connsiteX598" fmla="*/ 1002906 w 1910495"/>
                <a:gd name="connsiteY598" fmla="*/ 1718408 h 2705303"/>
                <a:gd name="connsiteX599" fmla="*/ 982953 w 1910495"/>
                <a:gd name="connsiteY599" fmla="*/ 1705470 h 2705303"/>
                <a:gd name="connsiteX600" fmla="*/ 977822 w 1910495"/>
                <a:gd name="connsiteY600" fmla="*/ 1682294 h 2705303"/>
                <a:gd name="connsiteX601" fmla="*/ 1012870 w 1910495"/>
                <a:gd name="connsiteY601" fmla="*/ 1655521 h 2705303"/>
                <a:gd name="connsiteX602" fmla="*/ 1039704 w 1910495"/>
                <a:gd name="connsiteY602" fmla="*/ 1690484 h 2705303"/>
                <a:gd name="connsiteX603" fmla="*/ 1025425 w 1910495"/>
                <a:gd name="connsiteY603" fmla="*/ 1712721 h 2705303"/>
                <a:gd name="connsiteX604" fmla="*/ 1007752 w 1910495"/>
                <a:gd name="connsiteY604" fmla="*/ 1718408 h 2705303"/>
                <a:gd name="connsiteX605" fmla="*/ 1008465 w 1910495"/>
                <a:gd name="connsiteY605" fmla="*/ 1665374 h 2705303"/>
                <a:gd name="connsiteX606" fmla="*/ 986088 w 1910495"/>
                <a:gd name="connsiteY606" fmla="*/ 1684285 h 2705303"/>
                <a:gd name="connsiteX607" fmla="*/ 989652 w 1910495"/>
                <a:gd name="connsiteY607" fmla="*/ 1700635 h 2705303"/>
                <a:gd name="connsiteX608" fmla="*/ 1003904 w 1910495"/>
                <a:gd name="connsiteY608" fmla="*/ 1709735 h 2705303"/>
                <a:gd name="connsiteX609" fmla="*/ 1003904 w 1910495"/>
                <a:gd name="connsiteY609" fmla="*/ 1709735 h 2705303"/>
                <a:gd name="connsiteX610" fmla="*/ 1029416 w 1910495"/>
                <a:gd name="connsiteY610" fmla="*/ 1692105 h 2705303"/>
                <a:gd name="connsiteX611" fmla="*/ 1011600 w 1910495"/>
                <a:gd name="connsiteY611" fmla="*/ 1666512 h 2705303"/>
                <a:gd name="connsiteX612" fmla="*/ 1034974 w 1910495"/>
                <a:gd name="connsiteY612" fmla="*/ 1291010 h 2705303"/>
                <a:gd name="connsiteX613" fmla="*/ 1026138 w 1910495"/>
                <a:gd name="connsiteY613" fmla="*/ 1290299 h 2705303"/>
                <a:gd name="connsiteX614" fmla="*/ 1026138 w 1910495"/>
                <a:gd name="connsiteY614" fmla="*/ 1290299 h 2705303"/>
                <a:gd name="connsiteX615" fmla="*/ 985382 w 1910495"/>
                <a:gd name="connsiteY615" fmla="*/ 1232858 h 2705303"/>
                <a:gd name="connsiteX616" fmla="*/ 1042962 w 1910495"/>
                <a:gd name="connsiteY616" fmla="*/ 1192194 h 2705303"/>
                <a:gd name="connsiteX617" fmla="*/ 1083719 w 1910495"/>
                <a:gd name="connsiteY617" fmla="*/ 1249635 h 2705303"/>
                <a:gd name="connsiteX618" fmla="*/ 1034974 w 1910495"/>
                <a:gd name="connsiteY618" fmla="*/ 1291010 h 2705303"/>
                <a:gd name="connsiteX619" fmla="*/ 1034974 w 1910495"/>
                <a:gd name="connsiteY619" fmla="*/ 1208687 h 2705303"/>
                <a:gd name="connsiteX620" fmla="*/ 1001909 w 1910495"/>
                <a:gd name="connsiteY620" fmla="*/ 1236270 h 2705303"/>
                <a:gd name="connsiteX621" fmla="*/ 1001909 w 1910495"/>
                <a:gd name="connsiteY621" fmla="*/ 1236270 h 2705303"/>
                <a:gd name="connsiteX622" fmla="*/ 1028890 w 1910495"/>
                <a:gd name="connsiteY622" fmla="*/ 1275356 h 2705303"/>
                <a:gd name="connsiteX623" fmla="*/ 1028988 w 1910495"/>
                <a:gd name="connsiteY623" fmla="*/ 1275370 h 2705303"/>
                <a:gd name="connsiteX624" fmla="*/ 1057493 w 1910495"/>
                <a:gd name="connsiteY624" fmla="*/ 1267124 h 2705303"/>
                <a:gd name="connsiteX625" fmla="*/ 1062481 w 1910495"/>
                <a:gd name="connsiteY625" fmla="*/ 1223190 h 2705303"/>
                <a:gd name="connsiteX626" fmla="*/ 1040817 w 1910495"/>
                <a:gd name="connsiteY626" fmla="*/ 1208972 h 2705303"/>
                <a:gd name="connsiteX627" fmla="*/ 1034119 w 1910495"/>
                <a:gd name="connsiteY627" fmla="*/ 1208687 h 2705303"/>
                <a:gd name="connsiteX628" fmla="*/ 1034974 w 1910495"/>
                <a:gd name="connsiteY628" fmla="*/ 1274233 h 2705303"/>
                <a:gd name="connsiteX629" fmla="*/ 1029273 w 1910495"/>
                <a:gd name="connsiteY629" fmla="*/ 1274233 h 2705303"/>
                <a:gd name="connsiteX630" fmla="*/ 1029273 w 1910495"/>
                <a:gd name="connsiteY630" fmla="*/ 1274233 h 2705303"/>
                <a:gd name="connsiteX631" fmla="*/ 999611 w 1910495"/>
                <a:gd name="connsiteY631" fmla="*/ 1238958 h 2705303"/>
                <a:gd name="connsiteX632" fmla="*/ 1034974 w 1910495"/>
                <a:gd name="connsiteY632" fmla="*/ 1209370 h 2705303"/>
                <a:gd name="connsiteX633" fmla="*/ 1064637 w 1910495"/>
                <a:gd name="connsiteY633" fmla="*/ 1244645 h 2705303"/>
                <a:gd name="connsiteX634" fmla="*/ 1034974 w 1910495"/>
                <a:gd name="connsiteY634" fmla="*/ 1274233 h 2705303"/>
                <a:gd name="connsiteX635" fmla="*/ 1030841 w 1910495"/>
                <a:gd name="connsiteY635" fmla="*/ 1264849 h 2705303"/>
                <a:gd name="connsiteX636" fmla="*/ 1057481 w 1910495"/>
                <a:gd name="connsiteY636" fmla="*/ 1246365 h 2705303"/>
                <a:gd name="connsiteX637" fmla="*/ 1038950 w 1910495"/>
                <a:gd name="connsiteY637" fmla="*/ 1219791 h 2705303"/>
                <a:gd name="connsiteX638" fmla="*/ 1012313 w 1910495"/>
                <a:gd name="connsiteY638" fmla="*/ 1238261 h 2705303"/>
                <a:gd name="connsiteX639" fmla="*/ 1030829 w 1910495"/>
                <a:gd name="connsiteY639" fmla="*/ 1264849 h 2705303"/>
                <a:gd name="connsiteX640" fmla="*/ 1030841 w 1910495"/>
                <a:gd name="connsiteY640" fmla="*/ 1264849 h 2705303"/>
                <a:gd name="connsiteX641" fmla="*/ 1495467 w 1910495"/>
                <a:gd name="connsiteY641" fmla="*/ 985035 h 2705303"/>
                <a:gd name="connsiteX642" fmla="*/ 1490194 w 1910495"/>
                <a:gd name="connsiteY642" fmla="*/ 985035 h 2705303"/>
                <a:gd name="connsiteX643" fmla="*/ 1490194 w 1910495"/>
                <a:gd name="connsiteY643" fmla="*/ 985035 h 2705303"/>
                <a:gd name="connsiteX644" fmla="*/ 1471238 w 1910495"/>
                <a:gd name="connsiteY644" fmla="*/ 972808 h 2705303"/>
                <a:gd name="connsiteX645" fmla="*/ 1466392 w 1910495"/>
                <a:gd name="connsiteY645" fmla="*/ 950770 h 2705303"/>
                <a:gd name="connsiteX646" fmla="*/ 1478649 w 1910495"/>
                <a:gd name="connsiteY646" fmla="*/ 931859 h 2705303"/>
                <a:gd name="connsiteX647" fmla="*/ 1500741 w 1910495"/>
                <a:gd name="connsiteY647" fmla="*/ 927025 h 2705303"/>
                <a:gd name="connsiteX648" fmla="*/ 1524542 w 1910495"/>
                <a:gd name="connsiteY648" fmla="*/ 961291 h 2705303"/>
                <a:gd name="connsiteX649" fmla="*/ 1512285 w 1910495"/>
                <a:gd name="connsiteY649" fmla="*/ 980201 h 2705303"/>
                <a:gd name="connsiteX650" fmla="*/ 1494612 w 1910495"/>
                <a:gd name="connsiteY650" fmla="*/ 985035 h 2705303"/>
                <a:gd name="connsiteX651" fmla="*/ 1491904 w 1910495"/>
                <a:gd name="connsiteY651" fmla="*/ 975651 h 2705303"/>
                <a:gd name="connsiteX652" fmla="*/ 1507154 w 1910495"/>
                <a:gd name="connsiteY652" fmla="*/ 972381 h 2705303"/>
                <a:gd name="connsiteX653" fmla="*/ 1515563 w 1910495"/>
                <a:gd name="connsiteY653" fmla="*/ 959158 h 2705303"/>
                <a:gd name="connsiteX654" fmla="*/ 1498731 w 1910495"/>
                <a:gd name="connsiteY654" fmla="*/ 935570 h 2705303"/>
                <a:gd name="connsiteX655" fmla="*/ 1483780 w 1910495"/>
                <a:gd name="connsiteY655" fmla="*/ 938826 h 2705303"/>
                <a:gd name="connsiteX656" fmla="*/ 1475371 w 1910495"/>
                <a:gd name="connsiteY656" fmla="*/ 951907 h 2705303"/>
                <a:gd name="connsiteX657" fmla="*/ 1478649 w 1910495"/>
                <a:gd name="connsiteY657" fmla="*/ 967263 h 2705303"/>
                <a:gd name="connsiteX658" fmla="*/ 1491904 w 1910495"/>
                <a:gd name="connsiteY658" fmla="*/ 975651 h 2705303"/>
                <a:gd name="connsiteX659" fmla="*/ 546261 w 1910495"/>
                <a:gd name="connsiteY659" fmla="*/ 1471865 h 2705303"/>
                <a:gd name="connsiteX660" fmla="*/ 542413 w 1910495"/>
                <a:gd name="connsiteY660" fmla="*/ 1471865 h 2705303"/>
                <a:gd name="connsiteX661" fmla="*/ 525595 w 1910495"/>
                <a:gd name="connsiteY661" fmla="*/ 1447552 h 2705303"/>
                <a:gd name="connsiteX662" fmla="*/ 534289 w 1910495"/>
                <a:gd name="connsiteY662" fmla="*/ 1434045 h 2705303"/>
                <a:gd name="connsiteX663" fmla="*/ 563507 w 1910495"/>
                <a:gd name="connsiteY663" fmla="*/ 1439306 h 2705303"/>
                <a:gd name="connsiteX664" fmla="*/ 566927 w 1910495"/>
                <a:gd name="connsiteY664" fmla="*/ 1455088 h 2705303"/>
                <a:gd name="connsiteX665" fmla="*/ 545406 w 1910495"/>
                <a:gd name="connsiteY665" fmla="*/ 1471865 h 2705303"/>
                <a:gd name="connsiteX666" fmla="*/ 546261 w 1910495"/>
                <a:gd name="connsiteY666" fmla="*/ 1439021 h 2705303"/>
                <a:gd name="connsiteX667" fmla="*/ 539563 w 1910495"/>
                <a:gd name="connsiteY667" fmla="*/ 1441154 h 2705303"/>
                <a:gd name="connsiteX668" fmla="*/ 534717 w 1910495"/>
                <a:gd name="connsiteY668" fmla="*/ 1448832 h 2705303"/>
                <a:gd name="connsiteX669" fmla="*/ 536570 w 1910495"/>
                <a:gd name="connsiteY669" fmla="*/ 1457647 h 2705303"/>
                <a:gd name="connsiteX670" fmla="*/ 544266 w 1910495"/>
                <a:gd name="connsiteY670" fmla="*/ 1462623 h 2705303"/>
                <a:gd name="connsiteX671" fmla="*/ 558437 w 1910495"/>
                <a:gd name="connsiteY671" fmla="*/ 1453382 h 2705303"/>
                <a:gd name="connsiteX672" fmla="*/ 558518 w 1910495"/>
                <a:gd name="connsiteY672" fmla="*/ 1452955 h 2705303"/>
                <a:gd name="connsiteX673" fmla="*/ 556523 w 1910495"/>
                <a:gd name="connsiteY673" fmla="*/ 1444140 h 2705303"/>
                <a:gd name="connsiteX674" fmla="*/ 548969 w 1910495"/>
                <a:gd name="connsiteY674" fmla="*/ 1439163 h 2705303"/>
                <a:gd name="connsiteX675" fmla="*/ 927226 w 1910495"/>
                <a:gd name="connsiteY675" fmla="*/ 561050 h 2705303"/>
                <a:gd name="connsiteX676" fmla="*/ 918817 w 1910495"/>
                <a:gd name="connsiteY676" fmla="*/ 561050 h 2705303"/>
                <a:gd name="connsiteX677" fmla="*/ 918817 w 1910495"/>
                <a:gd name="connsiteY677" fmla="*/ 561050 h 2705303"/>
                <a:gd name="connsiteX678" fmla="*/ 876321 w 1910495"/>
                <a:gd name="connsiteY678" fmla="*/ 510262 h 2705303"/>
                <a:gd name="connsiteX679" fmla="*/ 927226 w 1910495"/>
                <a:gd name="connsiteY679" fmla="*/ 467878 h 2705303"/>
                <a:gd name="connsiteX680" fmla="*/ 969724 w 1910495"/>
                <a:gd name="connsiteY680" fmla="*/ 518651 h 2705303"/>
                <a:gd name="connsiteX681" fmla="*/ 927226 w 1910495"/>
                <a:gd name="connsiteY681" fmla="*/ 561050 h 2705303"/>
                <a:gd name="connsiteX682" fmla="*/ 920385 w 1910495"/>
                <a:gd name="connsiteY682" fmla="*/ 551381 h 2705303"/>
                <a:gd name="connsiteX683" fmla="*/ 964193 w 1910495"/>
                <a:gd name="connsiteY683" fmla="*/ 521253 h 2705303"/>
                <a:gd name="connsiteX684" fmla="*/ 933988 w 1910495"/>
                <a:gd name="connsiteY684" fmla="*/ 477546 h 2705303"/>
                <a:gd name="connsiteX685" fmla="*/ 890180 w 1910495"/>
                <a:gd name="connsiteY685" fmla="*/ 507675 h 2705303"/>
                <a:gd name="connsiteX686" fmla="*/ 890170 w 1910495"/>
                <a:gd name="connsiteY686" fmla="*/ 507732 h 2705303"/>
                <a:gd name="connsiteX687" fmla="*/ 920385 w 1910495"/>
                <a:gd name="connsiteY687" fmla="*/ 551381 h 2705303"/>
                <a:gd name="connsiteX688" fmla="*/ 617095 w 1910495"/>
                <a:gd name="connsiteY688" fmla="*/ 1662246 h 2705303"/>
                <a:gd name="connsiteX689" fmla="*/ 610967 w 1910495"/>
                <a:gd name="connsiteY689" fmla="*/ 1662246 h 2705303"/>
                <a:gd name="connsiteX690" fmla="*/ 583887 w 1910495"/>
                <a:gd name="connsiteY690" fmla="*/ 1623289 h 2705303"/>
                <a:gd name="connsiteX691" fmla="*/ 622067 w 1910495"/>
                <a:gd name="connsiteY691" fmla="*/ 1594980 h 2705303"/>
                <a:gd name="connsiteX692" fmla="*/ 650440 w 1910495"/>
                <a:gd name="connsiteY692" fmla="*/ 1633071 h 2705303"/>
                <a:gd name="connsiteX693" fmla="*/ 636194 w 1910495"/>
                <a:gd name="connsiteY693" fmla="*/ 1655848 h 2705303"/>
                <a:gd name="connsiteX694" fmla="*/ 617095 w 1910495"/>
                <a:gd name="connsiteY694" fmla="*/ 1662246 h 2705303"/>
                <a:gd name="connsiteX695" fmla="*/ 617095 w 1910495"/>
                <a:gd name="connsiteY695" fmla="*/ 1604236 h 2705303"/>
                <a:gd name="connsiteX696" fmla="*/ 592631 w 1910495"/>
                <a:gd name="connsiteY696" fmla="*/ 1628734 h 2705303"/>
                <a:gd name="connsiteX697" fmla="*/ 597000 w 1910495"/>
                <a:gd name="connsiteY697" fmla="*/ 1642625 h 2705303"/>
                <a:gd name="connsiteX698" fmla="*/ 612820 w 1910495"/>
                <a:gd name="connsiteY698" fmla="*/ 1652720 h 2705303"/>
                <a:gd name="connsiteX699" fmla="*/ 612820 w 1910495"/>
                <a:gd name="connsiteY699" fmla="*/ 1652720 h 2705303"/>
                <a:gd name="connsiteX700" fmla="*/ 631205 w 1910495"/>
                <a:gd name="connsiteY700" fmla="*/ 1648881 h 2705303"/>
                <a:gd name="connsiteX701" fmla="*/ 641324 w 1910495"/>
                <a:gd name="connsiteY701" fmla="*/ 1633099 h 2705303"/>
                <a:gd name="connsiteX702" fmla="*/ 621514 w 1910495"/>
                <a:gd name="connsiteY702" fmla="*/ 1604663 h 2705303"/>
                <a:gd name="connsiteX703" fmla="*/ 34460 w 1910495"/>
                <a:gd name="connsiteY703" fmla="*/ 1580634 h 2705303"/>
                <a:gd name="connsiteX704" fmla="*/ 28474 w 1910495"/>
                <a:gd name="connsiteY704" fmla="*/ 1580634 h 2705303"/>
                <a:gd name="connsiteX705" fmla="*/ 28474 w 1910495"/>
                <a:gd name="connsiteY705" fmla="*/ 1580634 h 2705303"/>
                <a:gd name="connsiteX706" fmla="*/ 404 w 1910495"/>
                <a:gd name="connsiteY706" fmla="*/ 1542331 h 2705303"/>
                <a:gd name="connsiteX707" fmla="*/ 15076 w 1910495"/>
                <a:gd name="connsiteY707" fmla="*/ 1519496 h 2705303"/>
                <a:gd name="connsiteX708" fmla="*/ 61824 w 1910495"/>
                <a:gd name="connsiteY708" fmla="*/ 1528027 h 2705303"/>
                <a:gd name="connsiteX709" fmla="*/ 53235 w 1910495"/>
                <a:gd name="connsiteY709" fmla="*/ 1574705 h 2705303"/>
                <a:gd name="connsiteX710" fmla="*/ 34175 w 1910495"/>
                <a:gd name="connsiteY710" fmla="*/ 1580634 h 2705303"/>
                <a:gd name="connsiteX711" fmla="*/ 30041 w 1910495"/>
                <a:gd name="connsiteY711" fmla="*/ 1571250 h 2705303"/>
                <a:gd name="connsiteX712" fmla="*/ 58535 w 1910495"/>
                <a:gd name="connsiteY712" fmla="*/ 1551544 h 2705303"/>
                <a:gd name="connsiteX713" fmla="*/ 58546 w 1910495"/>
                <a:gd name="connsiteY713" fmla="*/ 1551487 h 2705303"/>
                <a:gd name="connsiteX714" fmla="*/ 38878 w 1910495"/>
                <a:gd name="connsiteY714" fmla="*/ 1523051 h 2705303"/>
                <a:gd name="connsiteX715" fmla="*/ 20492 w 1910495"/>
                <a:gd name="connsiteY715" fmla="*/ 1527032 h 2705303"/>
                <a:gd name="connsiteX716" fmla="*/ 14185 w 1910495"/>
                <a:gd name="connsiteY716" fmla="*/ 1561042 h 2705303"/>
                <a:gd name="connsiteX717" fmla="*/ 30041 w 1910495"/>
                <a:gd name="connsiteY717" fmla="*/ 1571250 h 2705303"/>
                <a:gd name="connsiteX718" fmla="*/ 319649 w 1910495"/>
                <a:gd name="connsiteY718" fmla="*/ 1831585 h 2705303"/>
                <a:gd name="connsiteX719" fmla="*/ 315801 w 1910495"/>
                <a:gd name="connsiteY719" fmla="*/ 1831585 h 2705303"/>
                <a:gd name="connsiteX720" fmla="*/ 315801 w 1910495"/>
                <a:gd name="connsiteY720" fmla="*/ 1831585 h 2705303"/>
                <a:gd name="connsiteX721" fmla="*/ 298841 w 1910495"/>
                <a:gd name="connsiteY721" fmla="*/ 1807129 h 2705303"/>
                <a:gd name="connsiteX722" fmla="*/ 322988 w 1910495"/>
                <a:gd name="connsiteY722" fmla="*/ 1789997 h 2705303"/>
                <a:gd name="connsiteX723" fmla="*/ 323355 w 1910495"/>
                <a:gd name="connsiteY723" fmla="*/ 1790068 h 2705303"/>
                <a:gd name="connsiteX724" fmla="*/ 340218 w 1910495"/>
                <a:gd name="connsiteY724" fmla="*/ 1814864 h 2705303"/>
                <a:gd name="connsiteX725" fmla="*/ 331621 w 1910495"/>
                <a:gd name="connsiteY725" fmla="*/ 1828172 h 2705303"/>
                <a:gd name="connsiteX726" fmla="*/ 319649 w 1910495"/>
                <a:gd name="connsiteY726" fmla="*/ 1831585 h 2705303"/>
                <a:gd name="connsiteX727" fmla="*/ 319649 w 1910495"/>
                <a:gd name="connsiteY727" fmla="*/ 1798598 h 2705303"/>
                <a:gd name="connsiteX728" fmla="*/ 312808 w 1910495"/>
                <a:gd name="connsiteY728" fmla="*/ 1800731 h 2705303"/>
                <a:gd name="connsiteX729" fmla="*/ 309642 w 1910495"/>
                <a:gd name="connsiteY729" fmla="*/ 1817125 h 2705303"/>
                <a:gd name="connsiteX730" fmla="*/ 309815 w 1910495"/>
                <a:gd name="connsiteY730" fmla="*/ 1817367 h 2705303"/>
                <a:gd name="connsiteX731" fmla="*/ 317654 w 1910495"/>
                <a:gd name="connsiteY731" fmla="*/ 1822343 h 2705303"/>
                <a:gd name="connsiteX732" fmla="*/ 317654 w 1910495"/>
                <a:gd name="connsiteY732" fmla="*/ 1822343 h 2705303"/>
                <a:gd name="connsiteX733" fmla="*/ 331771 w 1910495"/>
                <a:gd name="connsiteY733" fmla="*/ 1813385 h 2705303"/>
                <a:gd name="connsiteX734" fmla="*/ 331906 w 1910495"/>
                <a:gd name="connsiteY734" fmla="*/ 1812675 h 2705303"/>
                <a:gd name="connsiteX735" fmla="*/ 322358 w 1910495"/>
                <a:gd name="connsiteY735" fmla="*/ 1798485 h 2705303"/>
                <a:gd name="connsiteX736" fmla="*/ 322214 w 1910495"/>
                <a:gd name="connsiteY736" fmla="*/ 1798456 h 2705303"/>
                <a:gd name="connsiteX737" fmla="*/ 226011 w 1910495"/>
                <a:gd name="connsiteY737" fmla="*/ 1099491 h 2705303"/>
                <a:gd name="connsiteX738" fmla="*/ 222020 w 1910495"/>
                <a:gd name="connsiteY738" fmla="*/ 1099491 h 2705303"/>
                <a:gd name="connsiteX739" fmla="*/ 222020 w 1910495"/>
                <a:gd name="connsiteY739" fmla="*/ 1099491 h 2705303"/>
                <a:gd name="connsiteX740" fmla="*/ 204348 w 1910495"/>
                <a:gd name="connsiteY740" fmla="*/ 1073899 h 2705303"/>
                <a:gd name="connsiteX741" fmla="*/ 213469 w 1910495"/>
                <a:gd name="connsiteY741" fmla="*/ 1059681 h 2705303"/>
                <a:gd name="connsiteX742" fmla="*/ 229859 w 1910495"/>
                <a:gd name="connsiteY742" fmla="*/ 1056126 h 2705303"/>
                <a:gd name="connsiteX743" fmla="*/ 247675 w 1910495"/>
                <a:gd name="connsiteY743" fmla="*/ 1081577 h 2705303"/>
                <a:gd name="connsiteX744" fmla="*/ 238553 w 1910495"/>
                <a:gd name="connsiteY744" fmla="*/ 1095795 h 2705303"/>
                <a:gd name="connsiteX745" fmla="*/ 225869 w 1910495"/>
                <a:gd name="connsiteY745" fmla="*/ 1099491 h 2705303"/>
                <a:gd name="connsiteX746" fmla="*/ 226011 w 1910495"/>
                <a:gd name="connsiteY746" fmla="*/ 1064657 h 2705303"/>
                <a:gd name="connsiteX747" fmla="*/ 218742 w 1910495"/>
                <a:gd name="connsiteY747" fmla="*/ 1066932 h 2705303"/>
                <a:gd name="connsiteX748" fmla="*/ 213469 w 1910495"/>
                <a:gd name="connsiteY748" fmla="*/ 1075321 h 2705303"/>
                <a:gd name="connsiteX749" fmla="*/ 223873 w 1910495"/>
                <a:gd name="connsiteY749" fmla="*/ 1090250 h 2705303"/>
                <a:gd name="connsiteX750" fmla="*/ 223873 w 1910495"/>
                <a:gd name="connsiteY750" fmla="*/ 1090250 h 2705303"/>
                <a:gd name="connsiteX751" fmla="*/ 238126 w 1910495"/>
                <a:gd name="connsiteY751" fmla="*/ 1079871 h 2705303"/>
                <a:gd name="connsiteX752" fmla="*/ 235988 w 1910495"/>
                <a:gd name="connsiteY752" fmla="*/ 1070202 h 2705303"/>
                <a:gd name="connsiteX753" fmla="*/ 227721 w 1910495"/>
                <a:gd name="connsiteY753" fmla="*/ 1064941 h 270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</a:cxnLst>
              <a:rect l="l" t="t" r="r" b="b"/>
              <a:pathLst>
                <a:path w="1910495" h="2705303">
                  <a:moveTo>
                    <a:pt x="668404" y="2142109"/>
                  </a:moveTo>
                  <a:lnTo>
                    <a:pt x="589018" y="2398890"/>
                  </a:lnTo>
                  <a:lnTo>
                    <a:pt x="321787" y="2106422"/>
                  </a:lnTo>
                  <a:close/>
                  <a:moveTo>
                    <a:pt x="666979" y="2142962"/>
                  </a:moveTo>
                  <a:lnTo>
                    <a:pt x="324922" y="2107559"/>
                  </a:lnTo>
                  <a:lnTo>
                    <a:pt x="589303" y="2397041"/>
                  </a:lnTo>
                  <a:close/>
                  <a:moveTo>
                    <a:pt x="666979" y="2142962"/>
                  </a:moveTo>
                  <a:lnTo>
                    <a:pt x="666979" y="2142109"/>
                  </a:lnTo>
                  <a:lnTo>
                    <a:pt x="941479" y="2424624"/>
                  </a:lnTo>
                  <a:lnTo>
                    <a:pt x="588591" y="2398463"/>
                  </a:lnTo>
                  <a:lnTo>
                    <a:pt x="588591" y="2398463"/>
                  </a:lnTo>
                  <a:close/>
                  <a:moveTo>
                    <a:pt x="667691" y="2143958"/>
                  </a:moveTo>
                  <a:lnTo>
                    <a:pt x="589446" y="2397468"/>
                  </a:lnTo>
                  <a:lnTo>
                    <a:pt x="939341" y="2423629"/>
                  </a:lnTo>
                  <a:close/>
                  <a:moveTo>
                    <a:pt x="718572" y="1959122"/>
                  </a:moveTo>
                  <a:lnTo>
                    <a:pt x="719712" y="1959122"/>
                  </a:lnTo>
                  <a:lnTo>
                    <a:pt x="323212" y="2107417"/>
                  </a:lnTo>
                  <a:lnTo>
                    <a:pt x="323212" y="2107417"/>
                  </a:lnTo>
                  <a:lnTo>
                    <a:pt x="257366" y="1726939"/>
                  </a:lnTo>
                  <a:lnTo>
                    <a:pt x="257366" y="1726939"/>
                  </a:lnTo>
                  <a:close/>
                  <a:moveTo>
                    <a:pt x="717147" y="1959122"/>
                  </a:moveTo>
                  <a:lnTo>
                    <a:pt x="257366" y="1728361"/>
                  </a:lnTo>
                  <a:lnTo>
                    <a:pt x="322785" y="2106280"/>
                  </a:lnTo>
                  <a:close/>
                  <a:moveTo>
                    <a:pt x="719142" y="1959122"/>
                  </a:moveTo>
                  <a:lnTo>
                    <a:pt x="667834" y="2143958"/>
                  </a:lnTo>
                  <a:lnTo>
                    <a:pt x="667834" y="2143958"/>
                  </a:lnTo>
                  <a:lnTo>
                    <a:pt x="322642" y="2108412"/>
                  </a:lnTo>
                  <a:lnTo>
                    <a:pt x="320504" y="2108412"/>
                  </a:lnTo>
                  <a:close/>
                  <a:moveTo>
                    <a:pt x="717717" y="1960686"/>
                  </a:moveTo>
                  <a:lnTo>
                    <a:pt x="325065" y="2106706"/>
                  </a:lnTo>
                  <a:lnTo>
                    <a:pt x="667121" y="2141967"/>
                  </a:lnTo>
                  <a:close/>
                  <a:moveTo>
                    <a:pt x="1229946" y="2088649"/>
                  </a:moveTo>
                  <a:lnTo>
                    <a:pt x="1229946" y="2088649"/>
                  </a:lnTo>
                  <a:lnTo>
                    <a:pt x="1594521" y="2689509"/>
                  </a:lnTo>
                  <a:lnTo>
                    <a:pt x="1594521" y="2690788"/>
                  </a:lnTo>
                  <a:lnTo>
                    <a:pt x="938913" y="2425335"/>
                  </a:lnTo>
                  <a:lnTo>
                    <a:pt x="938913" y="2425335"/>
                  </a:lnTo>
                  <a:close/>
                  <a:moveTo>
                    <a:pt x="1229946" y="2089787"/>
                  </a:moveTo>
                  <a:lnTo>
                    <a:pt x="941479" y="2423629"/>
                  </a:lnTo>
                  <a:lnTo>
                    <a:pt x="1593808" y="2687802"/>
                  </a:lnTo>
                  <a:close/>
                  <a:moveTo>
                    <a:pt x="1229946" y="2088365"/>
                  </a:moveTo>
                  <a:lnTo>
                    <a:pt x="1231229" y="2088365"/>
                  </a:lnTo>
                  <a:lnTo>
                    <a:pt x="941479" y="2424340"/>
                  </a:lnTo>
                  <a:lnTo>
                    <a:pt x="941479" y="2424340"/>
                  </a:lnTo>
                  <a:lnTo>
                    <a:pt x="667406" y="2142820"/>
                  </a:lnTo>
                  <a:lnTo>
                    <a:pt x="666694" y="2142109"/>
                  </a:lnTo>
                  <a:close/>
                  <a:moveTo>
                    <a:pt x="1228806" y="2089502"/>
                  </a:moveTo>
                  <a:lnTo>
                    <a:pt x="668119" y="2143105"/>
                  </a:lnTo>
                  <a:lnTo>
                    <a:pt x="940481" y="2423629"/>
                  </a:lnTo>
                  <a:close/>
                  <a:moveTo>
                    <a:pt x="717717" y="1959122"/>
                  </a:moveTo>
                  <a:lnTo>
                    <a:pt x="717717" y="1959122"/>
                  </a:lnTo>
                  <a:lnTo>
                    <a:pt x="1230801" y="2088934"/>
                  </a:lnTo>
                  <a:lnTo>
                    <a:pt x="1233652" y="2088934"/>
                  </a:lnTo>
                  <a:lnTo>
                    <a:pt x="667121" y="2143105"/>
                  </a:lnTo>
                  <a:close/>
                  <a:moveTo>
                    <a:pt x="717717" y="1959975"/>
                  </a:moveTo>
                  <a:lnTo>
                    <a:pt x="667121" y="2142252"/>
                  </a:lnTo>
                  <a:lnTo>
                    <a:pt x="1226383" y="2088649"/>
                  </a:lnTo>
                  <a:close/>
                  <a:moveTo>
                    <a:pt x="692063" y="1471723"/>
                  </a:moveTo>
                  <a:lnTo>
                    <a:pt x="692063" y="1471723"/>
                  </a:lnTo>
                  <a:lnTo>
                    <a:pt x="718429" y="1959406"/>
                  </a:lnTo>
                  <a:lnTo>
                    <a:pt x="718429" y="1960259"/>
                  </a:lnTo>
                  <a:lnTo>
                    <a:pt x="257366" y="1727934"/>
                  </a:lnTo>
                  <a:lnTo>
                    <a:pt x="256511" y="1727934"/>
                  </a:lnTo>
                  <a:close/>
                  <a:moveTo>
                    <a:pt x="692063" y="1473003"/>
                  </a:moveTo>
                  <a:lnTo>
                    <a:pt x="258364" y="1726939"/>
                  </a:lnTo>
                  <a:lnTo>
                    <a:pt x="718144" y="1957842"/>
                  </a:lnTo>
                  <a:close/>
                  <a:moveTo>
                    <a:pt x="1231086" y="2088365"/>
                  </a:moveTo>
                  <a:lnTo>
                    <a:pt x="1232084" y="2089502"/>
                  </a:lnTo>
                  <a:lnTo>
                    <a:pt x="719000" y="1959548"/>
                  </a:lnTo>
                  <a:lnTo>
                    <a:pt x="719000" y="1959548"/>
                  </a:lnTo>
                  <a:lnTo>
                    <a:pt x="692490" y="1472292"/>
                  </a:lnTo>
                  <a:lnTo>
                    <a:pt x="692490" y="1471012"/>
                  </a:lnTo>
                  <a:close/>
                  <a:moveTo>
                    <a:pt x="1229376" y="2088365"/>
                  </a:moveTo>
                  <a:lnTo>
                    <a:pt x="693060" y="1474140"/>
                  </a:lnTo>
                  <a:lnTo>
                    <a:pt x="719142" y="1958695"/>
                  </a:lnTo>
                  <a:close/>
                  <a:moveTo>
                    <a:pt x="1768114" y="2139266"/>
                  </a:moveTo>
                  <a:lnTo>
                    <a:pt x="1768114" y="2139266"/>
                  </a:lnTo>
                  <a:lnTo>
                    <a:pt x="1595376" y="2689224"/>
                  </a:lnTo>
                  <a:lnTo>
                    <a:pt x="1595376" y="2690362"/>
                  </a:lnTo>
                  <a:lnTo>
                    <a:pt x="1230231" y="2088934"/>
                  </a:lnTo>
                  <a:lnTo>
                    <a:pt x="1230231" y="2088080"/>
                  </a:lnTo>
                  <a:close/>
                  <a:moveTo>
                    <a:pt x="1768114" y="2140261"/>
                  </a:moveTo>
                  <a:lnTo>
                    <a:pt x="1232939" y="2089502"/>
                  </a:lnTo>
                  <a:lnTo>
                    <a:pt x="1596089" y="2688087"/>
                  </a:lnTo>
                  <a:close/>
                  <a:moveTo>
                    <a:pt x="1588678" y="1449827"/>
                  </a:moveTo>
                  <a:lnTo>
                    <a:pt x="1588678" y="1449827"/>
                  </a:lnTo>
                  <a:lnTo>
                    <a:pt x="1232369" y="2089644"/>
                  </a:lnTo>
                  <a:lnTo>
                    <a:pt x="1231514" y="2090924"/>
                  </a:lnTo>
                  <a:lnTo>
                    <a:pt x="1155264" y="1195180"/>
                  </a:lnTo>
                  <a:lnTo>
                    <a:pt x="1155264" y="1194327"/>
                  </a:lnTo>
                  <a:close/>
                  <a:moveTo>
                    <a:pt x="1587822" y="1449827"/>
                  </a:moveTo>
                  <a:lnTo>
                    <a:pt x="1155264" y="1196175"/>
                  </a:lnTo>
                  <a:lnTo>
                    <a:pt x="1231229" y="2086943"/>
                  </a:lnTo>
                  <a:close/>
                  <a:moveTo>
                    <a:pt x="1587822" y="1449827"/>
                  </a:moveTo>
                  <a:lnTo>
                    <a:pt x="1587822" y="1449827"/>
                  </a:lnTo>
                  <a:lnTo>
                    <a:pt x="1853629" y="1684285"/>
                  </a:lnTo>
                  <a:lnTo>
                    <a:pt x="1853629" y="1684285"/>
                  </a:lnTo>
                  <a:lnTo>
                    <a:pt x="1230801" y="2089076"/>
                  </a:lnTo>
                  <a:lnTo>
                    <a:pt x="1229233" y="2090071"/>
                  </a:lnTo>
                  <a:close/>
                  <a:moveTo>
                    <a:pt x="1587822" y="1450822"/>
                  </a:moveTo>
                  <a:lnTo>
                    <a:pt x="1231941" y="2087085"/>
                  </a:lnTo>
                  <a:lnTo>
                    <a:pt x="1853629" y="1684285"/>
                  </a:lnTo>
                  <a:close/>
                  <a:moveTo>
                    <a:pt x="1894390" y="1064657"/>
                  </a:moveTo>
                  <a:lnTo>
                    <a:pt x="1895388" y="1063377"/>
                  </a:lnTo>
                  <a:lnTo>
                    <a:pt x="1854341" y="1684285"/>
                  </a:lnTo>
                  <a:lnTo>
                    <a:pt x="1854341" y="1685280"/>
                  </a:lnTo>
                  <a:lnTo>
                    <a:pt x="1586682" y="1450538"/>
                  </a:lnTo>
                  <a:lnTo>
                    <a:pt x="1586682" y="1450538"/>
                  </a:lnTo>
                  <a:close/>
                  <a:moveTo>
                    <a:pt x="1894390" y="1066505"/>
                  </a:moveTo>
                  <a:lnTo>
                    <a:pt x="1588535" y="1450396"/>
                  </a:lnTo>
                  <a:lnTo>
                    <a:pt x="1853629" y="1682863"/>
                  </a:lnTo>
                  <a:close/>
                  <a:moveTo>
                    <a:pt x="1894390" y="1064515"/>
                  </a:moveTo>
                  <a:lnTo>
                    <a:pt x="1895673" y="1064515"/>
                  </a:lnTo>
                  <a:lnTo>
                    <a:pt x="1587822" y="1450680"/>
                  </a:lnTo>
                  <a:lnTo>
                    <a:pt x="1587822" y="1450680"/>
                  </a:lnTo>
                  <a:lnTo>
                    <a:pt x="1154266" y="1195606"/>
                  </a:lnTo>
                  <a:lnTo>
                    <a:pt x="1153126" y="1195606"/>
                  </a:lnTo>
                  <a:close/>
                  <a:moveTo>
                    <a:pt x="1893250" y="1065652"/>
                  </a:moveTo>
                  <a:lnTo>
                    <a:pt x="1155264" y="1195464"/>
                  </a:lnTo>
                  <a:lnTo>
                    <a:pt x="1586397" y="1449258"/>
                  </a:lnTo>
                  <a:close/>
                  <a:moveTo>
                    <a:pt x="1574140" y="635837"/>
                  </a:moveTo>
                  <a:lnTo>
                    <a:pt x="1574140" y="635837"/>
                  </a:lnTo>
                  <a:lnTo>
                    <a:pt x="1894533" y="1065226"/>
                  </a:lnTo>
                  <a:lnTo>
                    <a:pt x="1894533" y="1065226"/>
                  </a:lnTo>
                  <a:lnTo>
                    <a:pt x="1155264" y="1195749"/>
                  </a:lnTo>
                  <a:lnTo>
                    <a:pt x="1153981" y="1195749"/>
                  </a:lnTo>
                  <a:close/>
                  <a:moveTo>
                    <a:pt x="1574140" y="636975"/>
                  </a:moveTo>
                  <a:lnTo>
                    <a:pt x="1155264" y="1194469"/>
                  </a:lnTo>
                  <a:lnTo>
                    <a:pt x="1892965" y="1064373"/>
                  </a:lnTo>
                  <a:close/>
                  <a:moveTo>
                    <a:pt x="616810" y="1628265"/>
                  </a:moveTo>
                  <a:lnTo>
                    <a:pt x="616810" y="1628265"/>
                  </a:lnTo>
                  <a:lnTo>
                    <a:pt x="710591" y="1881206"/>
                  </a:lnTo>
                  <a:lnTo>
                    <a:pt x="710591" y="1882059"/>
                  </a:lnTo>
                  <a:lnTo>
                    <a:pt x="317511" y="1810968"/>
                  </a:lnTo>
                  <a:close/>
                  <a:moveTo>
                    <a:pt x="616810" y="1629402"/>
                  </a:moveTo>
                  <a:lnTo>
                    <a:pt x="320932" y="1810257"/>
                  </a:lnTo>
                  <a:lnTo>
                    <a:pt x="709736" y="1880495"/>
                  </a:lnTo>
                  <a:close/>
                  <a:moveTo>
                    <a:pt x="546404" y="1450254"/>
                  </a:moveTo>
                  <a:lnTo>
                    <a:pt x="320077" y="1810826"/>
                  </a:lnTo>
                  <a:lnTo>
                    <a:pt x="320077" y="1810826"/>
                  </a:lnTo>
                  <a:lnTo>
                    <a:pt x="33462" y="1546795"/>
                  </a:lnTo>
                  <a:close/>
                  <a:moveTo>
                    <a:pt x="544408" y="1451533"/>
                  </a:moveTo>
                  <a:lnTo>
                    <a:pt x="35457" y="1547364"/>
                  </a:lnTo>
                  <a:lnTo>
                    <a:pt x="319506" y="1809831"/>
                  </a:lnTo>
                  <a:close/>
                  <a:moveTo>
                    <a:pt x="544408" y="1450680"/>
                  </a:moveTo>
                  <a:lnTo>
                    <a:pt x="544408" y="1449827"/>
                  </a:lnTo>
                  <a:lnTo>
                    <a:pt x="616525" y="1628549"/>
                  </a:lnTo>
                  <a:lnTo>
                    <a:pt x="616525" y="1628549"/>
                  </a:lnTo>
                  <a:lnTo>
                    <a:pt x="318081" y="1812248"/>
                  </a:lnTo>
                  <a:close/>
                  <a:moveTo>
                    <a:pt x="544408" y="1451960"/>
                  </a:moveTo>
                  <a:lnTo>
                    <a:pt x="321074" y="1808978"/>
                  </a:lnTo>
                  <a:lnTo>
                    <a:pt x="616383" y="1628549"/>
                  </a:lnTo>
                  <a:close/>
                  <a:moveTo>
                    <a:pt x="1032836" y="1242242"/>
                  </a:moveTo>
                  <a:lnTo>
                    <a:pt x="1032836" y="1242242"/>
                  </a:lnTo>
                  <a:lnTo>
                    <a:pt x="1694145" y="1501012"/>
                  </a:lnTo>
                  <a:lnTo>
                    <a:pt x="1007895" y="1687839"/>
                  </a:lnTo>
                  <a:lnTo>
                    <a:pt x="1007895" y="1687839"/>
                  </a:lnTo>
                  <a:close/>
                  <a:moveTo>
                    <a:pt x="1033691" y="1242953"/>
                  </a:moveTo>
                  <a:lnTo>
                    <a:pt x="1007467" y="1686702"/>
                  </a:lnTo>
                  <a:lnTo>
                    <a:pt x="1691579" y="1500159"/>
                  </a:lnTo>
                  <a:close/>
                  <a:moveTo>
                    <a:pt x="1033691" y="1241958"/>
                  </a:moveTo>
                  <a:lnTo>
                    <a:pt x="1034546" y="1241104"/>
                  </a:lnTo>
                  <a:lnTo>
                    <a:pt x="1008037" y="1687413"/>
                  </a:lnTo>
                  <a:lnTo>
                    <a:pt x="1008037" y="1687413"/>
                  </a:lnTo>
                  <a:lnTo>
                    <a:pt x="616810" y="1628549"/>
                  </a:lnTo>
                  <a:lnTo>
                    <a:pt x="615813" y="1628549"/>
                  </a:lnTo>
                  <a:close/>
                  <a:moveTo>
                    <a:pt x="1033691" y="1243522"/>
                  </a:moveTo>
                  <a:lnTo>
                    <a:pt x="618093" y="1628407"/>
                  </a:lnTo>
                  <a:lnTo>
                    <a:pt x="1007325" y="1686844"/>
                  </a:lnTo>
                  <a:close/>
                  <a:moveTo>
                    <a:pt x="1033691" y="1241815"/>
                  </a:moveTo>
                  <a:lnTo>
                    <a:pt x="1036257" y="1240678"/>
                  </a:lnTo>
                  <a:lnTo>
                    <a:pt x="616810" y="1629545"/>
                  </a:lnTo>
                  <a:lnTo>
                    <a:pt x="545549" y="1451107"/>
                  </a:lnTo>
                  <a:lnTo>
                    <a:pt x="545549" y="1451107"/>
                  </a:lnTo>
                  <a:close/>
                  <a:moveTo>
                    <a:pt x="1031411" y="1243806"/>
                  </a:moveTo>
                  <a:lnTo>
                    <a:pt x="545976" y="1451107"/>
                  </a:lnTo>
                  <a:lnTo>
                    <a:pt x="617238" y="1627838"/>
                  </a:lnTo>
                  <a:close/>
                  <a:moveTo>
                    <a:pt x="225156" y="1077454"/>
                  </a:moveTo>
                  <a:lnTo>
                    <a:pt x="225156" y="1076600"/>
                  </a:lnTo>
                  <a:lnTo>
                    <a:pt x="545121" y="1450538"/>
                  </a:lnTo>
                  <a:lnTo>
                    <a:pt x="545121" y="1451249"/>
                  </a:lnTo>
                  <a:lnTo>
                    <a:pt x="32037" y="1547790"/>
                  </a:lnTo>
                  <a:close/>
                  <a:moveTo>
                    <a:pt x="225156" y="1078449"/>
                  </a:moveTo>
                  <a:lnTo>
                    <a:pt x="35172" y="1546511"/>
                  </a:lnTo>
                  <a:lnTo>
                    <a:pt x="544408" y="1450538"/>
                  </a:lnTo>
                  <a:close/>
                  <a:moveTo>
                    <a:pt x="1573427" y="630719"/>
                  </a:moveTo>
                  <a:lnTo>
                    <a:pt x="1573427" y="628302"/>
                  </a:lnTo>
                  <a:lnTo>
                    <a:pt x="1692435" y="1500159"/>
                  </a:lnTo>
                  <a:lnTo>
                    <a:pt x="1692435" y="1504709"/>
                  </a:lnTo>
                  <a:lnTo>
                    <a:pt x="1492902" y="955746"/>
                  </a:lnTo>
                  <a:lnTo>
                    <a:pt x="1492902" y="955746"/>
                  </a:lnTo>
                  <a:close/>
                  <a:moveTo>
                    <a:pt x="1573427" y="633420"/>
                  </a:moveTo>
                  <a:lnTo>
                    <a:pt x="1494042" y="955604"/>
                  </a:lnTo>
                  <a:lnTo>
                    <a:pt x="1691152" y="1495894"/>
                  </a:lnTo>
                  <a:close/>
                  <a:moveTo>
                    <a:pt x="1284105" y="538016"/>
                  </a:moveTo>
                  <a:lnTo>
                    <a:pt x="1034546" y="1242526"/>
                  </a:lnTo>
                  <a:lnTo>
                    <a:pt x="1034546" y="1244375"/>
                  </a:lnTo>
                  <a:lnTo>
                    <a:pt x="927226" y="514130"/>
                  </a:lnTo>
                  <a:lnTo>
                    <a:pt x="927226" y="514130"/>
                  </a:lnTo>
                  <a:close/>
                  <a:moveTo>
                    <a:pt x="1282822" y="538869"/>
                  </a:moveTo>
                  <a:lnTo>
                    <a:pt x="926514" y="514698"/>
                  </a:lnTo>
                  <a:lnTo>
                    <a:pt x="1032551" y="1239825"/>
                  </a:lnTo>
                  <a:close/>
                  <a:moveTo>
                    <a:pt x="936775" y="18769"/>
                  </a:moveTo>
                  <a:lnTo>
                    <a:pt x="936775" y="17205"/>
                  </a:lnTo>
                  <a:lnTo>
                    <a:pt x="1284960" y="538158"/>
                  </a:lnTo>
                  <a:lnTo>
                    <a:pt x="1284960" y="539012"/>
                  </a:lnTo>
                  <a:lnTo>
                    <a:pt x="927226" y="514556"/>
                  </a:lnTo>
                  <a:lnTo>
                    <a:pt x="927226" y="514556"/>
                  </a:lnTo>
                  <a:close/>
                  <a:moveTo>
                    <a:pt x="937773" y="20475"/>
                  </a:moveTo>
                  <a:lnTo>
                    <a:pt x="928224" y="513703"/>
                  </a:lnTo>
                  <a:lnTo>
                    <a:pt x="1283535" y="537874"/>
                  </a:lnTo>
                  <a:close/>
                  <a:moveTo>
                    <a:pt x="1883131" y="1052714"/>
                  </a:moveTo>
                  <a:cubicBezTo>
                    <a:pt x="1886295" y="1049785"/>
                    <a:pt x="1890514" y="1048249"/>
                    <a:pt x="1894818" y="1048448"/>
                  </a:cubicBezTo>
                  <a:cubicBezTo>
                    <a:pt x="1899179" y="1048690"/>
                    <a:pt x="1903269" y="1050624"/>
                    <a:pt x="1906220" y="1053851"/>
                  </a:cubicBezTo>
                  <a:cubicBezTo>
                    <a:pt x="1908970" y="1056837"/>
                    <a:pt x="1910495" y="1060747"/>
                    <a:pt x="1910495" y="1064799"/>
                  </a:cubicBezTo>
                  <a:cubicBezTo>
                    <a:pt x="1910467" y="1069406"/>
                    <a:pt x="1908500" y="1073785"/>
                    <a:pt x="1905079" y="1076885"/>
                  </a:cubicBezTo>
                  <a:cubicBezTo>
                    <a:pt x="1898466" y="1082942"/>
                    <a:pt x="1888190" y="1082487"/>
                    <a:pt x="1882119" y="1075890"/>
                  </a:cubicBezTo>
                  <a:cubicBezTo>
                    <a:pt x="1882076" y="1075847"/>
                    <a:pt x="1882033" y="1075790"/>
                    <a:pt x="1881991" y="1075747"/>
                  </a:cubicBezTo>
                  <a:cubicBezTo>
                    <a:pt x="1879240" y="1072761"/>
                    <a:pt x="1877715" y="1068851"/>
                    <a:pt x="1877715" y="1064799"/>
                  </a:cubicBezTo>
                  <a:cubicBezTo>
                    <a:pt x="1877744" y="1060193"/>
                    <a:pt x="1879710" y="1055813"/>
                    <a:pt x="1883131" y="1052714"/>
                  </a:cubicBezTo>
                  <a:close/>
                  <a:moveTo>
                    <a:pt x="1903227" y="1056410"/>
                  </a:moveTo>
                  <a:cubicBezTo>
                    <a:pt x="1901032" y="1053979"/>
                    <a:pt x="1897953" y="1052543"/>
                    <a:pt x="1894675" y="1052429"/>
                  </a:cubicBezTo>
                  <a:cubicBezTo>
                    <a:pt x="1891369" y="1052273"/>
                    <a:pt x="1888134" y="1053453"/>
                    <a:pt x="1885696" y="1055700"/>
                  </a:cubicBezTo>
                  <a:cubicBezTo>
                    <a:pt x="1880651" y="1060321"/>
                    <a:pt x="1880323" y="1068140"/>
                    <a:pt x="1884955" y="1073174"/>
                  </a:cubicBezTo>
                  <a:cubicBezTo>
                    <a:pt x="1887164" y="1075591"/>
                    <a:pt x="1890257" y="1077027"/>
                    <a:pt x="1893535" y="1077169"/>
                  </a:cubicBezTo>
                  <a:cubicBezTo>
                    <a:pt x="1896842" y="1077297"/>
                    <a:pt x="1900077" y="1076131"/>
                    <a:pt x="1902514" y="1073899"/>
                  </a:cubicBezTo>
                  <a:cubicBezTo>
                    <a:pt x="1907360" y="1069065"/>
                    <a:pt x="1907360" y="1061245"/>
                    <a:pt x="1902514" y="1056410"/>
                  </a:cubicBezTo>
                  <a:close/>
                  <a:moveTo>
                    <a:pt x="1842939" y="1671915"/>
                  </a:moveTo>
                  <a:cubicBezTo>
                    <a:pt x="1849524" y="1665829"/>
                    <a:pt x="1859800" y="1666213"/>
                    <a:pt x="1865900" y="1672768"/>
                  </a:cubicBezTo>
                  <a:cubicBezTo>
                    <a:pt x="1865943" y="1672810"/>
                    <a:pt x="1865985" y="1672867"/>
                    <a:pt x="1866028" y="1672910"/>
                  </a:cubicBezTo>
                  <a:cubicBezTo>
                    <a:pt x="1872128" y="1679578"/>
                    <a:pt x="1871644" y="1689929"/>
                    <a:pt x="1864959" y="1696014"/>
                  </a:cubicBezTo>
                  <a:cubicBezTo>
                    <a:pt x="1858275" y="1702100"/>
                    <a:pt x="1847899" y="1701616"/>
                    <a:pt x="1841799" y="1694948"/>
                  </a:cubicBezTo>
                  <a:cubicBezTo>
                    <a:pt x="1839077" y="1691891"/>
                    <a:pt x="1837552" y="1687953"/>
                    <a:pt x="1837523" y="1683858"/>
                  </a:cubicBezTo>
                  <a:cubicBezTo>
                    <a:pt x="1837523" y="1679280"/>
                    <a:pt x="1839504" y="1674929"/>
                    <a:pt x="1842939" y="1671915"/>
                  </a:cubicBezTo>
                  <a:close/>
                  <a:moveTo>
                    <a:pt x="1863035" y="1675611"/>
                  </a:moveTo>
                  <a:cubicBezTo>
                    <a:pt x="1858446" y="1670550"/>
                    <a:pt x="1850593" y="1670152"/>
                    <a:pt x="1845519" y="1674744"/>
                  </a:cubicBezTo>
                  <a:cubicBezTo>
                    <a:pt x="1845519" y="1674744"/>
                    <a:pt x="1845505" y="1674758"/>
                    <a:pt x="1845505" y="1674758"/>
                  </a:cubicBezTo>
                  <a:cubicBezTo>
                    <a:pt x="1840645" y="1679450"/>
                    <a:pt x="1840260" y="1687100"/>
                    <a:pt x="1844649" y="1692247"/>
                  </a:cubicBezTo>
                  <a:cubicBezTo>
                    <a:pt x="1849282" y="1697237"/>
                    <a:pt x="1857078" y="1697621"/>
                    <a:pt x="1862180" y="1693100"/>
                  </a:cubicBezTo>
                  <a:cubicBezTo>
                    <a:pt x="1867254" y="1688621"/>
                    <a:pt x="1867724" y="1680901"/>
                    <a:pt x="1863249" y="1675839"/>
                  </a:cubicBezTo>
                  <a:cubicBezTo>
                    <a:pt x="1863178" y="1675768"/>
                    <a:pt x="1863106" y="1675683"/>
                    <a:pt x="1863035" y="1675611"/>
                  </a:cubicBezTo>
                  <a:close/>
                  <a:moveTo>
                    <a:pt x="921383" y="2403155"/>
                  </a:moveTo>
                  <a:cubicBezTo>
                    <a:pt x="926773" y="2397965"/>
                    <a:pt x="933992" y="2395107"/>
                    <a:pt x="941479" y="2395193"/>
                  </a:cubicBezTo>
                  <a:cubicBezTo>
                    <a:pt x="948991" y="2395434"/>
                    <a:pt x="956063" y="2398790"/>
                    <a:pt x="961004" y="2404434"/>
                  </a:cubicBezTo>
                  <a:cubicBezTo>
                    <a:pt x="965829" y="2409610"/>
                    <a:pt x="968481" y="2416421"/>
                    <a:pt x="968416" y="2423487"/>
                  </a:cubicBezTo>
                  <a:cubicBezTo>
                    <a:pt x="968206" y="2439184"/>
                    <a:pt x="955274" y="2451753"/>
                    <a:pt x="939533" y="2451539"/>
                  </a:cubicBezTo>
                  <a:cubicBezTo>
                    <a:pt x="931778" y="2451440"/>
                    <a:pt x="924402" y="2448184"/>
                    <a:pt x="919102" y="2442539"/>
                  </a:cubicBezTo>
                  <a:cubicBezTo>
                    <a:pt x="914351" y="2437321"/>
                    <a:pt x="911710" y="2430539"/>
                    <a:pt x="911691" y="2423487"/>
                  </a:cubicBezTo>
                  <a:cubicBezTo>
                    <a:pt x="911981" y="2415667"/>
                    <a:pt x="915487" y="2408316"/>
                    <a:pt x="921383" y="2403155"/>
                  </a:cubicBezTo>
                  <a:close/>
                  <a:moveTo>
                    <a:pt x="958581" y="2407562"/>
                  </a:moveTo>
                  <a:cubicBezTo>
                    <a:pt x="954213" y="2402785"/>
                    <a:pt x="948099" y="2399970"/>
                    <a:pt x="941621" y="2399743"/>
                  </a:cubicBezTo>
                  <a:cubicBezTo>
                    <a:pt x="935166" y="2399344"/>
                    <a:pt x="928831" y="2401605"/>
                    <a:pt x="924091" y="2405999"/>
                  </a:cubicBezTo>
                  <a:cubicBezTo>
                    <a:pt x="919006" y="2410634"/>
                    <a:pt x="916110" y="2417188"/>
                    <a:pt x="916110" y="2424056"/>
                  </a:cubicBezTo>
                  <a:cubicBezTo>
                    <a:pt x="916089" y="2430127"/>
                    <a:pt x="918381" y="2435971"/>
                    <a:pt x="922523" y="2440406"/>
                  </a:cubicBezTo>
                  <a:cubicBezTo>
                    <a:pt x="931615" y="2450345"/>
                    <a:pt x="947056" y="2451042"/>
                    <a:pt x="957014" y="2441971"/>
                  </a:cubicBezTo>
                  <a:cubicBezTo>
                    <a:pt x="966970" y="2432899"/>
                    <a:pt x="967673" y="2417501"/>
                    <a:pt x="958581" y="2407562"/>
                  </a:cubicBezTo>
                  <a:close/>
                  <a:moveTo>
                    <a:pt x="1202867" y="2062630"/>
                  </a:moveTo>
                  <a:cubicBezTo>
                    <a:pt x="1216956" y="2049834"/>
                    <a:pt x="1238780" y="2050843"/>
                    <a:pt x="1251610" y="2064905"/>
                  </a:cubicBezTo>
                  <a:cubicBezTo>
                    <a:pt x="1264440" y="2078967"/>
                    <a:pt x="1263419" y="2100734"/>
                    <a:pt x="1249329" y="2113531"/>
                  </a:cubicBezTo>
                  <a:cubicBezTo>
                    <a:pt x="1235239" y="2126327"/>
                    <a:pt x="1213416" y="2125318"/>
                    <a:pt x="1200586" y="2111256"/>
                  </a:cubicBezTo>
                  <a:cubicBezTo>
                    <a:pt x="1187756" y="2097194"/>
                    <a:pt x="1188777" y="2075426"/>
                    <a:pt x="1202867" y="2062630"/>
                  </a:cubicBezTo>
                  <a:close/>
                  <a:moveTo>
                    <a:pt x="1248617" y="2067606"/>
                  </a:moveTo>
                  <a:cubicBezTo>
                    <a:pt x="1237302" y="2055407"/>
                    <a:pt x="1218263" y="2054511"/>
                    <a:pt x="1205860" y="2065616"/>
                  </a:cubicBezTo>
                  <a:cubicBezTo>
                    <a:pt x="1192917" y="2076365"/>
                    <a:pt x="1191164" y="2095559"/>
                    <a:pt x="1201944" y="2108469"/>
                  </a:cubicBezTo>
                  <a:cubicBezTo>
                    <a:pt x="1212725" y="2121379"/>
                    <a:pt x="1231957" y="2123128"/>
                    <a:pt x="1244900" y="2112379"/>
                  </a:cubicBezTo>
                  <a:cubicBezTo>
                    <a:pt x="1245493" y="2111882"/>
                    <a:pt x="1246067" y="2111370"/>
                    <a:pt x="1246621" y="2110829"/>
                  </a:cubicBezTo>
                  <a:cubicBezTo>
                    <a:pt x="1253032" y="2105057"/>
                    <a:pt x="1256662" y="2096839"/>
                    <a:pt x="1256598" y="2088223"/>
                  </a:cubicBezTo>
                  <a:cubicBezTo>
                    <a:pt x="1256548" y="2080772"/>
                    <a:pt x="1253700" y="2073620"/>
                    <a:pt x="1248617" y="2068175"/>
                  </a:cubicBezTo>
                  <a:close/>
                  <a:moveTo>
                    <a:pt x="1214126" y="2075142"/>
                  </a:moveTo>
                  <a:cubicBezTo>
                    <a:pt x="1221191" y="2068545"/>
                    <a:pt x="1232285" y="2068900"/>
                    <a:pt x="1238905" y="2075952"/>
                  </a:cubicBezTo>
                  <a:cubicBezTo>
                    <a:pt x="1239008" y="2076052"/>
                    <a:pt x="1239109" y="2076165"/>
                    <a:pt x="1239210" y="2076279"/>
                  </a:cubicBezTo>
                  <a:cubicBezTo>
                    <a:pt x="1242118" y="2079535"/>
                    <a:pt x="1243740" y="2083730"/>
                    <a:pt x="1243771" y="2088080"/>
                  </a:cubicBezTo>
                  <a:cubicBezTo>
                    <a:pt x="1243784" y="2093071"/>
                    <a:pt x="1241657" y="2097834"/>
                    <a:pt x="1237927" y="2101161"/>
                  </a:cubicBezTo>
                  <a:cubicBezTo>
                    <a:pt x="1234530" y="2104389"/>
                    <a:pt x="1229925" y="2106038"/>
                    <a:pt x="1225243" y="2105711"/>
                  </a:cubicBezTo>
                  <a:cubicBezTo>
                    <a:pt x="1220544" y="2105597"/>
                    <a:pt x="1216104" y="2103536"/>
                    <a:pt x="1212986" y="2100024"/>
                  </a:cubicBezTo>
                  <a:cubicBezTo>
                    <a:pt x="1210021" y="2096753"/>
                    <a:pt x="1208395" y="2092488"/>
                    <a:pt x="1208425" y="2088080"/>
                  </a:cubicBezTo>
                  <a:cubicBezTo>
                    <a:pt x="1208398" y="2083161"/>
                    <a:pt x="1210470" y="2078455"/>
                    <a:pt x="1214126" y="2075142"/>
                  </a:cubicBezTo>
                  <a:close/>
                  <a:moveTo>
                    <a:pt x="1236217" y="2078839"/>
                  </a:moveTo>
                  <a:cubicBezTo>
                    <a:pt x="1233770" y="2076137"/>
                    <a:pt x="1230321" y="2074545"/>
                    <a:pt x="1226668" y="2074431"/>
                  </a:cubicBezTo>
                  <a:cubicBezTo>
                    <a:pt x="1223056" y="2074331"/>
                    <a:pt x="1219542" y="2075597"/>
                    <a:pt x="1216834" y="2077985"/>
                  </a:cubicBezTo>
                  <a:cubicBezTo>
                    <a:pt x="1211474" y="2083175"/>
                    <a:pt x="1211039" y="2091606"/>
                    <a:pt x="1215836" y="2097322"/>
                  </a:cubicBezTo>
                  <a:cubicBezTo>
                    <a:pt x="1218248" y="2100095"/>
                    <a:pt x="1221707" y="2101744"/>
                    <a:pt x="1225385" y="2101872"/>
                  </a:cubicBezTo>
                  <a:cubicBezTo>
                    <a:pt x="1233257" y="2101872"/>
                    <a:pt x="1239638" y="2095502"/>
                    <a:pt x="1239638" y="2087654"/>
                  </a:cubicBezTo>
                  <a:cubicBezTo>
                    <a:pt x="1239538" y="2084412"/>
                    <a:pt x="1238332" y="2081298"/>
                    <a:pt x="1236217" y="2078839"/>
                  </a:cubicBezTo>
                  <a:close/>
                  <a:moveTo>
                    <a:pt x="1749301" y="2119787"/>
                  </a:moveTo>
                  <a:cubicBezTo>
                    <a:pt x="1760204" y="2109806"/>
                    <a:pt x="1777165" y="2110545"/>
                    <a:pt x="1787156" y="2121436"/>
                  </a:cubicBezTo>
                  <a:cubicBezTo>
                    <a:pt x="1787170" y="2121450"/>
                    <a:pt x="1787198" y="2121479"/>
                    <a:pt x="1787213" y="2121493"/>
                  </a:cubicBezTo>
                  <a:cubicBezTo>
                    <a:pt x="1791674" y="2126455"/>
                    <a:pt x="1794154" y="2132882"/>
                    <a:pt x="1794196" y="2139550"/>
                  </a:cubicBezTo>
                  <a:cubicBezTo>
                    <a:pt x="1794154" y="2154309"/>
                    <a:pt x="1782110" y="2166238"/>
                    <a:pt x="1767316" y="2166195"/>
                  </a:cubicBezTo>
                  <a:cubicBezTo>
                    <a:pt x="1759805" y="2166181"/>
                    <a:pt x="1752651" y="2163010"/>
                    <a:pt x="1747591" y="2157465"/>
                  </a:cubicBezTo>
                  <a:cubicBezTo>
                    <a:pt x="1743059" y="2152602"/>
                    <a:pt x="1740565" y="2146190"/>
                    <a:pt x="1740607" y="2139550"/>
                  </a:cubicBezTo>
                  <a:cubicBezTo>
                    <a:pt x="1740607" y="2132043"/>
                    <a:pt x="1743757" y="2124877"/>
                    <a:pt x="1749301" y="2119787"/>
                  </a:cubicBezTo>
                  <a:close/>
                  <a:moveTo>
                    <a:pt x="1784220" y="2124195"/>
                  </a:moveTo>
                  <a:cubicBezTo>
                    <a:pt x="1780172" y="2119687"/>
                    <a:pt x="1774457" y="2117029"/>
                    <a:pt x="1768399" y="2116801"/>
                  </a:cubicBezTo>
                  <a:cubicBezTo>
                    <a:pt x="1762385" y="2116503"/>
                    <a:pt x="1756485" y="2118607"/>
                    <a:pt x="1752009" y="2122631"/>
                  </a:cubicBezTo>
                  <a:cubicBezTo>
                    <a:pt x="1747306" y="2127010"/>
                    <a:pt x="1744627" y="2133138"/>
                    <a:pt x="1744598" y="2139550"/>
                  </a:cubicBezTo>
                  <a:cubicBezTo>
                    <a:pt x="1744598" y="2152119"/>
                    <a:pt x="1754803" y="2162299"/>
                    <a:pt x="1767388" y="2162313"/>
                  </a:cubicBezTo>
                  <a:cubicBezTo>
                    <a:pt x="1779987" y="2162313"/>
                    <a:pt x="1790206" y="2152133"/>
                    <a:pt x="1790206" y="2139564"/>
                  </a:cubicBezTo>
                  <a:cubicBezTo>
                    <a:pt x="1790206" y="2133877"/>
                    <a:pt x="1788068" y="2128389"/>
                    <a:pt x="1784220" y="2124195"/>
                  </a:cubicBezTo>
                  <a:close/>
                  <a:moveTo>
                    <a:pt x="706315" y="1945472"/>
                  </a:moveTo>
                  <a:cubicBezTo>
                    <a:pt x="713705" y="1938633"/>
                    <a:pt x="725248" y="1939074"/>
                    <a:pt x="732096" y="1946453"/>
                  </a:cubicBezTo>
                  <a:cubicBezTo>
                    <a:pt x="735259" y="1949851"/>
                    <a:pt x="736997" y="1954330"/>
                    <a:pt x="736958" y="1958980"/>
                  </a:cubicBezTo>
                  <a:cubicBezTo>
                    <a:pt x="737193" y="1964368"/>
                    <a:pt x="734998" y="1969586"/>
                    <a:pt x="730972" y="1973198"/>
                  </a:cubicBezTo>
                  <a:cubicBezTo>
                    <a:pt x="727401" y="1976454"/>
                    <a:pt x="722695" y="1978188"/>
                    <a:pt x="717859" y="1978032"/>
                  </a:cubicBezTo>
                  <a:cubicBezTo>
                    <a:pt x="713014" y="1977762"/>
                    <a:pt x="708464" y="1975615"/>
                    <a:pt x="705175" y="1972060"/>
                  </a:cubicBezTo>
                  <a:cubicBezTo>
                    <a:pt x="702068" y="1968691"/>
                    <a:pt x="700339" y="1964269"/>
                    <a:pt x="700329" y="1959690"/>
                  </a:cubicBezTo>
                  <a:cubicBezTo>
                    <a:pt x="700209" y="1954316"/>
                    <a:pt x="702386" y="1949155"/>
                    <a:pt x="706315" y="1945472"/>
                  </a:cubicBezTo>
                  <a:close/>
                  <a:moveTo>
                    <a:pt x="729261" y="1949311"/>
                  </a:moveTo>
                  <a:cubicBezTo>
                    <a:pt x="724056" y="1943425"/>
                    <a:pt x="715050" y="1942856"/>
                    <a:pt x="709146" y="1948046"/>
                  </a:cubicBezTo>
                  <a:cubicBezTo>
                    <a:pt x="706006" y="1950804"/>
                    <a:pt x="704241" y="1954799"/>
                    <a:pt x="704320" y="1958980"/>
                  </a:cubicBezTo>
                  <a:cubicBezTo>
                    <a:pt x="704294" y="1962548"/>
                    <a:pt x="705617" y="1966003"/>
                    <a:pt x="708025" y="1968648"/>
                  </a:cubicBezTo>
                  <a:cubicBezTo>
                    <a:pt x="710585" y="1971477"/>
                    <a:pt x="714179" y="1973169"/>
                    <a:pt x="718002" y="1973340"/>
                  </a:cubicBezTo>
                  <a:cubicBezTo>
                    <a:pt x="721827" y="1973553"/>
                    <a:pt x="725577" y="1972217"/>
                    <a:pt x="728406" y="1969643"/>
                  </a:cubicBezTo>
                  <a:cubicBezTo>
                    <a:pt x="731429" y="1966927"/>
                    <a:pt x="733141" y="1963046"/>
                    <a:pt x="733109" y="1958980"/>
                  </a:cubicBezTo>
                  <a:cubicBezTo>
                    <a:pt x="733097" y="1955382"/>
                    <a:pt x="731723" y="1951927"/>
                    <a:pt x="729261" y="1949311"/>
                  </a:cubicBezTo>
                  <a:close/>
                  <a:moveTo>
                    <a:pt x="710876" y="1950449"/>
                  </a:moveTo>
                  <a:cubicBezTo>
                    <a:pt x="713188" y="1948415"/>
                    <a:pt x="716200" y="1947335"/>
                    <a:pt x="719285" y="1947463"/>
                  </a:cubicBezTo>
                  <a:cubicBezTo>
                    <a:pt x="725651" y="1947804"/>
                    <a:pt x="730540" y="1953221"/>
                    <a:pt x="730202" y="1959577"/>
                  </a:cubicBezTo>
                  <a:cubicBezTo>
                    <a:pt x="730039" y="1962619"/>
                    <a:pt x="728677" y="1965463"/>
                    <a:pt x="726411" y="1967510"/>
                  </a:cubicBezTo>
                  <a:cubicBezTo>
                    <a:pt x="724193" y="1969615"/>
                    <a:pt x="721197" y="1970695"/>
                    <a:pt x="718144" y="1970496"/>
                  </a:cubicBezTo>
                  <a:cubicBezTo>
                    <a:pt x="715103" y="1970354"/>
                    <a:pt x="712240" y="1969017"/>
                    <a:pt x="710163" y="1966799"/>
                  </a:cubicBezTo>
                  <a:cubicBezTo>
                    <a:pt x="708192" y="1964681"/>
                    <a:pt x="707120" y="1961880"/>
                    <a:pt x="707170" y="1958980"/>
                  </a:cubicBezTo>
                  <a:cubicBezTo>
                    <a:pt x="707246" y="1955766"/>
                    <a:pt x="708575" y="1952709"/>
                    <a:pt x="710876" y="1950449"/>
                  </a:cubicBezTo>
                  <a:close/>
                  <a:moveTo>
                    <a:pt x="724273" y="1953861"/>
                  </a:moveTo>
                  <a:cubicBezTo>
                    <a:pt x="722899" y="1952396"/>
                    <a:pt x="721006" y="1951529"/>
                    <a:pt x="719000" y="1951444"/>
                  </a:cubicBezTo>
                  <a:cubicBezTo>
                    <a:pt x="716994" y="1951316"/>
                    <a:pt x="715028" y="1952041"/>
                    <a:pt x="713584" y="1953434"/>
                  </a:cubicBezTo>
                  <a:cubicBezTo>
                    <a:pt x="710501" y="1956349"/>
                    <a:pt x="710374" y="1961212"/>
                    <a:pt x="713302" y="1964283"/>
                  </a:cubicBezTo>
                  <a:cubicBezTo>
                    <a:pt x="714613" y="1965662"/>
                    <a:pt x="716389" y="1966515"/>
                    <a:pt x="718287" y="1966657"/>
                  </a:cubicBezTo>
                  <a:cubicBezTo>
                    <a:pt x="720318" y="1966671"/>
                    <a:pt x="722289" y="1965975"/>
                    <a:pt x="723845" y="1964667"/>
                  </a:cubicBezTo>
                  <a:cubicBezTo>
                    <a:pt x="726816" y="1961681"/>
                    <a:pt x="726816" y="1956847"/>
                    <a:pt x="723845" y="1953861"/>
                  </a:cubicBezTo>
                  <a:close/>
                  <a:moveTo>
                    <a:pt x="1554329" y="1414139"/>
                  </a:moveTo>
                  <a:cubicBezTo>
                    <a:pt x="1574012" y="1396381"/>
                    <a:pt x="1604355" y="1397774"/>
                    <a:pt x="1622313" y="1417267"/>
                  </a:cubicBezTo>
                  <a:cubicBezTo>
                    <a:pt x="1630408" y="1426083"/>
                    <a:pt x="1634884" y="1437599"/>
                    <a:pt x="1634855" y="1449543"/>
                  </a:cubicBezTo>
                  <a:cubicBezTo>
                    <a:pt x="1634812" y="1476088"/>
                    <a:pt x="1613206" y="1497558"/>
                    <a:pt x="1586597" y="1497515"/>
                  </a:cubicBezTo>
                  <a:cubicBezTo>
                    <a:pt x="1573142" y="1497501"/>
                    <a:pt x="1560301" y="1491856"/>
                    <a:pt x="1551194" y="1481960"/>
                  </a:cubicBezTo>
                  <a:cubicBezTo>
                    <a:pt x="1543098" y="1473145"/>
                    <a:pt x="1538623" y="1461628"/>
                    <a:pt x="1538652" y="1449685"/>
                  </a:cubicBezTo>
                  <a:cubicBezTo>
                    <a:pt x="1538652" y="1436163"/>
                    <a:pt x="1544339" y="1423268"/>
                    <a:pt x="1554329" y="1414139"/>
                  </a:cubicBezTo>
                  <a:close/>
                  <a:moveTo>
                    <a:pt x="1619463" y="1419969"/>
                  </a:moveTo>
                  <a:cubicBezTo>
                    <a:pt x="1603072" y="1401827"/>
                    <a:pt x="1575038" y="1400376"/>
                    <a:pt x="1556866" y="1416727"/>
                  </a:cubicBezTo>
                  <a:cubicBezTo>
                    <a:pt x="1538680" y="1433078"/>
                    <a:pt x="1537227" y="1461045"/>
                    <a:pt x="1553617" y="1479188"/>
                  </a:cubicBezTo>
                  <a:cubicBezTo>
                    <a:pt x="1570007" y="1497316"/>
                    <a:pt x="1598041" y="1498766"/>
                    <a:pt x="1616213" y="1482415"/>
                  </a:cubicBezTo>
                  <a:cubicBezTo>
                    <a:pt x="1625548" y="1474026"/>
                    <a:pt x="1630879" y="1462083"/>
                    <a:pt x="1630864" y="1449543"/>
                  </a:cubicBezTo>
                  <a:cubicBezTo>
                    <a:pt x="1630879" y="1438751"/>
                    <a:pt x="1626917" y="1428329"/>
                    <a:pt x="1619748" y="1420253"/>
                  </a:cubicBezTo>
                  <a:close/>
                  <a:moveTo>
                    <a:pt x="1563878" y="1424661"/>
                  </a:moveTo>
                  <a:cubicBezTo>
                    <a:pt x="1577418" y="1411865"/>
                    <a:pt x="1598797" y="1412433"/>
                    <a:pt x="1611624" y="1425941"/>
                  </a:cubicBezTo>
                  <a:cubicBezTo>
                    <a:pt x="1617681" y="1432310"/>
                    <a:pt x="1621002" y="1440770"/>
                    <a:pt x="1620888" y="1449543"/>
                  </a:cubicBezTo>
                  <a:cubicBezTo>
                    <a:pt x="1620831" y="1468225"/>
                    <a:pt x="1605609" y="1483339"/>
                    <a:pt x="1586882" y="1483297"/>
                  </a:cubicBezTo>
                  <a:cubicBezTo>
                    <a:pt x="1568140" y="1483240"/>
                    <a:pt x="1552990" y="1468055"/>
                    <a:pt x="1553047" y="1449358"/>
                  </a:cubicBezTo>
                  <a:cubicBezTo>
                    <a:pt x="1553075" y="1439988"/>
                    <a:pt x="1556994" y="1431045"/>
                    <a:pt x="1563878" y="1424661"/>
                  </a:cubicBezTo>
                  <a:close/>
                  <a:moveTo>
                    <a:pt x="1608916" y="1429495"/>
                  </a:moveTo>
                  <a:cubicBezTo>
                    <a:pt x="1597756" y="1417324"/>
                    <a:pt x="1578829" y="1416471"/>
                    <a:pt x="1566629" y="1427604"/>
                  </a:cubicBezTo>
                  <a:cubicBezTo>
                    <a:pt x="1554429" y="1438723"/>
                    <a:pt x="1553588" y="1457619"/>
                    <a:pt x="1564734" y="1469789"/>
                  </a:cubicBezTo>
                  <a:cubicBezTo>
                    <a:pt x="1575893" y="1481960"/>
                    <a:pt x="1594820" y="1482799"/>
                    <a:pt x="1607020" y="1471680"/>
                  </a:cubicBezTo>
                  <a:cubicBezTo>
                    <a:pt x="1613249" y="1465993"/>
                    <a:pt x="1616783" y="1457960"/>
                    <a:pt x="1616755" y="1449543"/>
                  </a:cubicBezTo>
                  <a:cubicBezTo>
                    <a:pt x="1616740" y="1442263"/>
                    <a:pt x="1614047" y="1435225"/>
                    <a:pt x="1609201" y="1429780"/>
                  </a:cubicBezTo>
                  <a:close/>
                  <a:moveTo>
                    <a:pt x="646883" y="2119787"/>
                  </a:moveTo>
                  <a:cubicBezTo>
                    <a:pt x="659489" y="2108356"/>
                    <a:pt x="678989" y="2109251"/>
                    <a:pt x="690495" y="2121778"/>
                  </a:cubicBezTo>
                  <a:cubicBezTo>
                    <a:pt x="701991" y="2134275"/>
                    <a:pt x="701154" y="2153697"/>
                    <a:pt x="688626" y="2165171"/>
                  </a:cubicBezTo>
                  <a:cubicBezTo>
                    <a:pt x="688584" y="2165214"/>
                    <a:pt x="688542" y="2165242"/>
                    <a:pt x="688500" y="2165285"/>
                  </a:cubicBezTo>
                  <a:cubicBezTo>
                    <a:pt x="675208" y="2175991"/>
                    <a:pt x="655736" y="2173915"/>
                    <a:pt x="645009" y="2160650"/>
                  </a:cubicBezTo>
                  <a:cubicBezTo>
                    <a:pt x="635190" y="2148522"/>
                    <a:pt x="635994" y="2130977"/>
                    <a:pt x="646883" y="2119787"/>
                  </a:cubicBezTo>
                  <a:close/>
                  <a:moveTo>
                    <a:pt x="687644" y="2124337"/>
                  </a:moveTo>
                  <a:cubicBezTo>
                    <a:pt x="677608" y="2113389"/>
                    <a:pt x="660572" y="2112621"/>
                    <a:pt x="649591" y="2122631"/>
                  </a:cubicBezTo>
                  <a:cubicBezTo>
                    <a:pt x="644005" y="2127763"/>
                    <a:pt x="640806" y="2134972"/>
                    <a:pt x="640754" y="2142536"/>
                  </a:cubicBezTo>
                  <a:cubicBezTo>
                    <a:pt x="640778" y="2149233"/>
                    <a:pt x="643321" y="2155674"/>
                    <a:pt x="647880" y="2160593"/>
                  </a:cubicBezTo>
                  <a:cubicBezTo>
                    <a:pt x="657846" y="2171513"/>
                    <a:pt x="674793" y="2172295"/>
                    <a:pt x="685732" y="2162356"/>
                  </a:cubicBezTo>
                  <a:cubicBezTo>
                    <a:pt x="685752" y="2162342"/>
                    <a:pt x="685772" y="2162313"/>
                    <a:pt x="685792" y="2162299"/>
                  </a:cubicBezTo>
                  <a:cubicBezTo>
                    <a:pt x="691399" y="2157252"/>
                    <a:pt x="694607" y="2150072"/>
                    <a:pt x="694628" y="2142536"/>
                  </a:cubicBezTo>
                  <a:cubicBezTo>
                    <a:pt x="694440" y="2136067"/>
                    <a:pt x="691967" y="2129868"/>
                    <a:pt x="687644" y="2125048"/>
                  </a:cubicBezTo>
                  <a:close/>
                  <a:moveTo>
                    <a:pt x="656574" y="2130308"/>
                  </a:moveTo>
                  <a:cubicBezTo>
                    <a:pt x="663260" y="2124223"/>
                    <a:pt x="673627" y="2124692"/>
                    <a:pt x="679730" y="2131361"/>
                  </a:cubicBezTo>
                  <a:cubicBezTo>
                    <a:pt x="679754" y="2131389"/>
                    <a:pt x="679780" y="2131417"/>
                    <a:pt x="679806" y="2131446"/>
                  </a:cubicBezTo>
                  <a:cubicBezTo>
                    <a:pt x="682650" y="2134446"/>
                    <a:pt x="684232" y="2138413"/>
                    <a:pt x="684224" y="2142536"/>
                  </a:cubicBezTo>
                  <a:cubicBezTo>
                    <a:pt x="684190" y="2147143"/>
                    <a:pt x="682226" y="2151522"/>
                    <a:pt x="678808" y="2154621"/>
                  </a:cubicBezTo>
                  <a:cubicBezTo>
                    <a:pt x="672122" y="2160707"/>
                    <a:pt x="661755" y="2160238"/>
                    <a:pt x="655652" y="2153569"/>
                  </a:cubicBezTo>
                  <a:cubicBezTo>
                    <a:pt x="655628" y="2153541"/>
                    <a:pt x="655602" y="2153512"/>
                    <a:pt x="655577" y="2153484"/>
                  </a:cubicBezTo>
                  <a:cubicBezTo>
                    <a:pt x="652792" y="2150527"/>
                    <a:pt x="651261" y="2146602"/>
                    <a:pt x="651301" y="2142536"/>
                  </a:cubicBezTo>
                  <a:cubicBezTo>
                    <a:pt x="651221" y="2137929"/>
                    <a:pt x="653083" y="2133493"/>
                    <a:pt x="656432" y="2130308"/>
                  </a:cubicBezTo>
                  <a:close/>
                  <a:moveTo>
                    <a:pt x="676955" y="2134005"/>
                  </a:moveTo>
                  <a:cubicBezTo>
                    <a:pt x="672151" y="2129142"/>
                    <a:pt x="664301" y="2129071"/>
                    <a:pt x="659421" y="2133863"/>
                  </a:cubicBezTo>
                  <a:cubicBezTo>
                    <a:pt x="659374" y="2133920"/>
                    <a:pt x="659328" y="2133962"/>
                    <a:pt x="659282" y="2134005"/>
                  </a:cubicBezTo>
                  <a:cubicBezTo>
                    <a:pt x="654330" y="2138711"/>
                    <a:pt x="653953" y="2146474"/>
                    <a:pt x="658427" y="2151636"/>
                  </a:cubicBezTo>
                  <a:cubicBezTo>
                    <a:pt x="663079" y="2156726"/>
                    <a:pt x="670978" y="2157110"/>
                    <a:pt x="676100" y="2152489"/>
                  </a:cubicBezTo>
                  <a:cubicBezTo>
                    <a:pt x="678735" y="2150143"/>
                    <a:pt x="680239" y="2146773"/>
                    <a:pt x="680233" y="2143247"/>
                  </a:cubicBezTo>
                  <a:cubicBezTo>
                    <a:pt x="680414" y="2139849"/>
                    <a:pt x="679234" y="2136536"/>
                    <a:pt x="676955" y="2134005"/>
                  </a:cubicBezTo>
                  <a:close/>
                  <a:moveTo>
                    <a:pt x="236558" y="1704616"/>
                  </a:moveTo>
                  <a:cubicBezTo>
                    <a:pt x="249087" y="1693157"/>
                    <a:pt x="268561" y="1693996"/>
                    <a:pt x="280055" y="1706493"/>
                  </a:cubicBezTo>
                  <a:cubicBezTo>
                    <a:pt x="285289" y="1712181"/>
                    <a:pt x="288181" y="1719645"/>
                    <a:pt x="288151" y="1727366"/>
                  </a:cubicBezTo>
                  <a:cubicBezTo>
                    <a:pt x="288166" y="1736039"/>
                    <a:pt x="284487" y="1744299"/>
                    <a:pt x="278032" y="1750115"/>
                  </a:cubicBezTo>
                  <a:cubicBezTo>
                    <a:pt x="265437" y="1761546"/>
                    <a:pt x="245944" y="1760622"/>
                    <a:pt x="234491" y="1748053"/>
                  </a:cubicBezTo>
                  <a:cubicBezTo>
                    <a:pt x="223038" y="1735484"/>
                    <a:pt x="223963" y="1716048"/>
                    <a:pt x="236558" y="1704616"/>
                  </a:cubicBezTo>
                  <a:close/>
                  <a:moveTo>
                    <a:pt x="277177" y="1709308"/>
                  </a:moveTo>
                  <a:cubicBezTo>
                    <a:pt x="267101" y="1698389"/>
                    <a:pt x="250059" y="1697692"/>
                    <a:pt x="239115" y="1707744"/>
                  </a:cubicBezTo>
                  <a:cubicBezTo>
                    <a:pt x="233722" y="1712692"/>
                    <a:pt x="230585" y="1719631"/>
                    <a:pt x="230429" y="1726939"/>
                  </a:cubicBezTo>
                  <a:cubicBezTo>
                    <a:pt x="230506" y="1741783"/>
                    <a:pt x="242628" y="1753755"/>
                    <a:pt x="257505" y="1753669"/>
                  </a:cubicBezTo>
                  <a:cubicBezTo>
                    <a:pt x="264149" y="1753641"/>
                    <a:pt x="270545" y="1751153"/>
                    <a:pt x="275467" y="1746702"/>
                  </a:cubicBezTo>
                  <a:cubicBezTo>
                    <a:pt x="281014" y="1741555"/>
                    <a:pt x="284164" y="1734347"/>
                    <a:pt x="284161" y="1726797"/>
                  </a:cubicBezTo>
                  <a:cubicBezTo>
                    <a:pt x="284048" y="1720313"/>
                    <a:pt x="281565" y="1714100"/>
                    <a:pt x="277177" y="1709308"/>
                  </a:cubicBezTo>
                  <a:close/>
                  <a:moveTo>
                    <a:pt x="310527" y="2093199"/>
                  </a:moveTo>
                  <a:cubicBezTo>
                    <a:pt x="314148" y="2089943"/>
                    <a:pt x="318915" y="2088251"/>
                    <a:pt x="323782" y="2088507"/>
                  </a:cubicBezTo>
                  <a:cubicBezTo>
                    <a:pt x="328705" y="2088621"/>
                    <a:pt x="333354" y="2090796"/>
                    <a:pt x="336609" y="2094479"/>
                  </a:cubicBezTo>
                  <a:cubicBezTo>
                    <a:pt x="339716" y="2097848"/>
                    <a:pt x="341445" y="2102270"/>
                    <a:pt x="341455" y="2106848"/>
                  </a:cubicBezTo>
                  <a:cubicBezTo>
                    <a:pt x="341539" y="2112209"/>
                    <a:pt x="339369" y="2117370"/>
                    <a:pt x="335469" y="2121067"/>
                  </a:cubicBezTo>
                  <a:cubicBezTo>
                    <a:pt x="331813" y="2124351"/>
                    <a:pt x="326988" y="2126043"/>
                    <a:pt x="322072" y="2125759"/>
                  </a:cubicBezTo>
                  <a:cubicBezTo>
                    <a:pt x="317195" y="2125616"/>
                    <a:pt x="312598" y="2123455"/>
                    <a:pt x="309387" y="2119787"/>
                  </a:cubicBezTo>
                  <a:cubicBezTo>
                    <a:pt x="306280" y="2116417"/>
                    <a:pt x="304551" y="2111995"/>
                    <a:pt x="304542" y="2107417"/>
                  </a:cubicBezTo>
                  <a:cubicBezTo>
                    <a:pt x="304426" y="2102085"/>
                    <a:pt x="306605" y="2096967"/>
                    <a:pt x="310527" y="2093341"/>
                  </a:cubicBezTo>
                  <a:close/>
                  <a:moveTo>
                    <a:pt x="333759" y="2097038"/>
                  </a:moveTo>
                  <a:cubicBezTo>
                    <a:pt x="331101" y="2094251"/>
                    <a:pt x="327486" y="2092573"/>
                    <a:pt x="323640" y="2092346"/>
                  </a:cubicBezTo>
                  <a:cubicBezTo>
                    <a:pt x="319794" y="2092175"/>
                    <a:pt x="316042" y="2093554"/>
                    <a:pt x="313235" y="2096185"/>
                  </a:cubicBezTo>
                  <a:cubicBezTo>
                    <a:pt x="310213" y="2098900"/>
                    <a:pt x="308501" y="2102782"/>
                    <a:pt x="308532" y="2106848"/>
                  </a:cubicBezTo>
                  <a:cubicBezTo>
                    <a:pt x="308507" y="2110417"/>
                    <a:pt x="309829" y="2113872"/>
                    <a:pt x="312238" y="2116517"/>
                  </a:cubicBezTo>
                  <a:cubicBezTo>
                    <a:pt x="317411" y="2122431"/>
                    <a:pt x="326415" y="2123043"/>
                    <a:pt x="332346" y="2117882"/>
                  </a:cubicBezTo>
                  <a:cubicBezTo>
                    <a:pt x="332488" y="2117768"/>
                    <a:pt x="332626" y="2117640"/>
                    <a:pt x="332761" y="2117512"/>
                  </a:cubicBezTo>
                  <a:cubicBezTo>
                    <a:pt x="338693" y="2112351"/>
                    <a:pt x="339309" y="2103365"/>
                    <a:pt x="334135" y="2097450"/>
                  </a:cubicBezTo>
                  <a:cubicBezTo>
                    <a:pt x="334013" y="2097308"/>
                    <a:pt x="333887" y="2097180"/>
                    <a:pt x="333759" y="2097038"/>
                  </a:cubicBezTo>
                  <a:close/>
                  <a:moveTo>
                    <a:pt x="679378" y="1457220"/>
                  </a:moveTo>
                  <a:cubicBezTo>
                    <a:pt x="683195" y="1453609"/>
                    <a:pt x="688384" y="1451789"/>
                    <a:pt x="693630" y="1452244"/>
                  </a:cubicBezTo>
                  <a:cubicBezTo>
                    <a:pt x="698761" y="1452429"/>
                    <a:pt x="703596" y="1454690"/>
                    <a:pt x="707028" y="1458500"/>
                  </a:cubicBezTo>
                  <a:cubicBezTo>
                    <a:pt x="710213" y="1462069"/>
                    <a:pt x="711986" y="1466661"/>
                    <a:pt x="712016" y="1471439"/>
                  </a:cubicBezTo>
                  <a:cubicBezTo>
                    <a:pt x="712010" y="1476842"/>
                    <a:pt x="709736" y="1482003"/>
                    <a:pt x="705745" y="1485657"/>
                  </a:cubicBezTo>
                  <a:cubicBezTo>
                    <a:pt x="701873" y="1489183"/>
                    <a:pt x="696725" y="1490975"/>
                    <a:pt x="691493" y="1490633"/>
                  </a:cubicBezTo>
                  <a:cubicBezTo>
                    <a:pt x="686407" y="1490420"/>
                    <a:pt x="681626" y="1488159"/>
                    <a:pt x="678238" y="1484377"/>
                  </a:cubicBezTo>
                  <a:cubicBezTo>
                    <a:pt x="674954" y="1480865"/>
                    <a:pt x="673121" y="1476244"/>
                    <a:pt x="673107" y="1471439"/>
                  </a:cubicBezTo>
                  <a:cubicBezTo>
                    <a:pt x="673241" y="1466263"/>
                    <a:pt x="675511" y="1461372"/>
                    <a:pt x="679378" y="1457931"/>
                  </a:cubicBezTo>
                  <a:close/>
                  <a:moveTo>
                    <a:pt x="703607" y="1461059"/>
                  </a:moveTo>
                  <a:cubicBezTo>
                    <a:pt x="700902" y="1458059"/>
                    <a:pt x="697102" y="1456268"/>
                    <a:pt x="693060" y="1456083"/>
                  </a:cubicBezTo>
                  <a:cubicBezTo>
                    <a:pt x="684569" y="1455685"/>
                    <a:pt x="677366" y="1462239"/>
                    <a:pt x="676972" y="1470714"/>
                  </a:cubicBezTo>
                  <a:cubicBezTo>
                    <a:pt x="676961" y="1470955"/>
                    <a:pt x="676955" y="1471197"/>
                    <a:pt x="676955" y="1471439"/>
                  </a:cubicBezTo>
                  <a:cubicBezTo>
                    <a:pt x="676961" y="1475221"/>
                    <a:pt x="678385" y="1478875"/>
                    <a:pt x="680946" y="1481676"/>
                  </a:cubicBezTo>
                  <a:cubicBezTo>
                    <a:pt x="683621" y="1484789"/>
                    <a:pt x="687519" y="1486609"/>
                    <a:pt x="691635" y="1486652"/>
                  </a:cubicBezTo>
                  <a:cubicBezTo>
                    <a:pt x="695696" y="1486951"/>
                    <a:pt x="699689" y="1485500"/>
                    <a:pt x="702609" y="1482671"/>
                  </a:cubicBezTo>
                  <a:cubicBezTo>
                    <a:pt x="705892" y="1479870"/>
                    <a:pt x="707726" y="1475747"/>
                    <a:pt x="707598" y="1471439"/>
                  </a:cubicBezTo>
                  <a:cubicBezTo>
                    <a:pt x="707431" y="1467856"/>
                    <a:pt x="706020" y="1464429"/>
                    <a:pt x="703607" y="1461770"/>
                  </a:cubicBezTo>
                  <a:close/>
                  <a:moveTo>
                    <a:pt x="675102" y="1452671"/>
                  </a:moveTo>
                  <a:cubicBezTo>
                    <a:pt x="685434" y="1443116"/>
                    <a:pt x="701576" y="1443727"/>
                    <a:pt x="711155" y="1454036"/>
                  </a:cubicBezTo>
                  <a:cubicBezTo>
                    <a:pt x="720736" y="1464344"/>
                    <a:pt x="720126" y="1480439"/>
                    <a:pt x="709793" y="1489993"/>
                  </a:cubicBezTo>
                  <a:cubicBezTo>
                    <a:pt x="704724" y="1494685"/>
                    <a:pt x="697966" y="1497117"/>
                    <a:pt x="691065" y="1496747"/>
                  </a:cubicBezTo>
                  <a:cubicBezTo>
                    <a:pt x="684354" y="1496434"/>
                    <a:pt x="678044" y="1493463"/>
                    <a:pt x="673535" y="1488500"/>
                  </a:cubicBezTo>
                  <a:cubicBezTo>
                    <a:pt x="664048" y="1478221"/>
                    <a:pt x="664715" y="1462211"/>
                    <a:pt x="675027" y="1452742"/>
                  </a:cubicBezTo>
                  <a:cubicBezTo>
                    <a:pt x="675051" y="1452713"/>
                    <a:pt x="675077" y="1452699"/>
                    <a:pt x="675102" y="1452671"/>
                  </a:cubicBezTo>
                  <a:close/>
                  <a:moveTo>
                    <a:pt x="708168" y="1456936"/>
                  </a:moveTo>
                  <a:cubicBezTo>
                    <a:pt x="699172" y="1449187"/>
                    <a:pt x="685581" y="1450183"/>
                    <a:pt x="677815" y="1459154"/>
                  </a:cubicBezTo>
                  <a:cubicBezTo>
                    <a:pt x="671412" y="1466548"/>
                    <a:pt x="670825" y="1477325"/>
                    <a:pt x="676385" y="1485372"/>
                  </a:cubicBezTo>
                  <a:cubicBezTo>
                    <a:pt x="680186" y="1489666"/>
                    <a:pt x="685608" y="1492197"/>
                    <a:pt x="691350" y="1492339"/>
                  </a:cubicBezTo>
                  <a:cubicBezTo>
                    <a:pt x="703140" y="1492979"/>
                    <a:pt x="713222" y="1483979"/>
                    <a:pt x="713869" y="1472221"/>
                  </a:cubicBezTo>
                  <a:cubicBezTo>
                    <a:pt x="714188" y="1466420"/>
                    <a:pt x="712130" y="1460747"/>
                    <a:pt x="708168" y="1456510"/>
                  </a:cubicBezTo>
                  <a:close/>
                  <a:moveTo>
                    <a:pt x="571630" y="2378557"/>
                  </a:moveTo>
                  <a:cubicBezTo>
                    <a:pt x="581979" y="2369131"/>
                    <a:pt x="598024" y="2369870"/>
                    <a:pt x="607471" y="2380193"/>
                  </a:cubicBezTo>
                  <a:cubicBezTo>
                    <a:pt x="616916" y="2390515"/>
                    <a:pt x="616185" y="2406525"/>
                    <a:pt x="605836" y="2415937"/>
                  </a:cubicBezTo>
                  <a:cubicBezTo>
                    <a:pt x="595487" y="2425364"/>
                    <a:pt x="579441" y="2424639"/>
                    <a:pt x="569996" y="2414316"/>
                  </a:cubicBezTo>
                  <a:cubicBezTo>
                    <a:pt x="565747" y="2409667"/>
                    <a:pt x="563383" y="2403610"/>
                    <a:pt x="563364" y="2397325"/>
                  </a:cubicBezTo>
                  <a:lnTo>
                    <a:pt x="563364" y="2397325"/>
                  </a:lnTo>
                  <a:cubicBezTo>
                    <a:pt x="563507" y="2390430"/>
                    <a:pt x="566497" y="2383889"/>
                    <a:pt x="571630" y="2379268"/>
                  </a:cubicBezTo>
                  <a:close/>
                  <a:moveTo>
                    <a:pt x="604696" y="2382823"/>
                  </a:moveTo>
                  <a:cubicBezTo>
                    <a:pt x="596793" y="2374065"/>
                    <a:pt x="583276" y="2373368"/>
                    <a:pt x="574504" y="2381245"/>
                  </a:cubicBezTo>
                  <a:cubicBezTo>
                    <a:pt x="574448" y="2381302"/>
                    <a:pt x="574393" y="2381344"/>
                    <a:pt x="574338" y="2381401"/>
                  </a:cubicBezTo>
                  <a:cubicBezTo>
                    <a:pt x="569893" y="2385510"/>
                    <a:pt x="567363" y="2391283"/>
                    <a:pt x="567355" y="2397325"/>
                  </a:cubicBezTo>
                  <a:lnTo>
                    <a:pt x="567355" y="2397325"/>
                  </a:lnTo>
                  <a:cubicBezTo>
                    <a:pt x="567413" y="2402586"/>
                    <a:pt x="569389" y="2407634"/>
                    <a:pt x="572913" y="2411544"/>
                  </a:cubicBezTo>
                  <a:cubicBezTo>
                    <a:pt x="580816" y="2420302"/>
                    <a:pt x="594333" y="2420999"/>
                    <a:pt x="603105" y="2413122"/>
                  </a:cubicBezTo>
                  <a:cubicBezTo>
                    <a:pt x="603161" y="2413065"/>
                    <a:pt x="603216" y="2413022"/>
                    <a:pt x="603271" y="2412965"/>
                  </a:cubicBezTo>
                  <a:cubicBezTo>
                    <a:pt x="612037" y="2405188"/>
                    <a:pt x="612830" y="2391809"/>
                    <a:pt x="605039" y="2383050"/>
                  </a:cubicBezTo>
                  <a:cubicBezTo>
                    <a:pt x="604927" y="2382937"/>
                    <a:pt x="604811" y="2382809"/>
                    <a:pt x="604696" y="2382681"/>
                  </a:cubicBezTo>
                  <a:close/>
                  <a:moveTo>
                    <a:pt x="1174790" y="1619592"/>
                  </a:moveTo>
                  <a:cubicBezTo>
                    <a:pt x="1185245" y="1610208"/>
                    <a:pt x="1201330" y="1610962"/>
                    <a:pt x="1210848" y="1621298"/>
                  </a:cubicBezTo>
                  <a:cubicBezTo>
                    <a:pt x="1215111" y="1625962"/>
                    <a:pt x="1217453" y="1632047"/>
                    <a:pt x="1217404" y="1638360"/>
                  </a:cubicBezTo>
                  <a:cubicBezTo>
                    <a:pt x="1217423" y="1652336"/>
                    <a:pt x="1206078" y="1663682"/>
                    <a:pt x="1192068" y="1663697"/>
                  </a:cubicBezTo>
                  <a:cubicBezTo>
                    <a:pt x="1191629" y="1663697"/>
                    <a:pt x="1191190" y="1663697"/>
                    <a:pt x="1190752" y="1663668"/>
                  </a:cubicBezTo>
                  <a:cubicBezTo>
                    <a:pt x="1177221" y="1662986"/>
                    <a:pt x="1166582" y="1651881"/>
                    <a:pt x="1166523" y="1638360"/>
                  </a:cubicBezTo>
                  <a:lnTo>
                    <a:pt x="1166523" y="1638360"/>
                  </a:lnTo>
                  <a:cubicBezTo>
                    <a:pt x="1166679" y="1631493"/>
                    <a:pt x="1169607" y="1624981"/>
                    <a:pt x="1174647" y="1620303"/>
                  </a:cubicBezTo>
                  <a:close/>
                  <a:moveTo>
                    <a:pt x="1207855" y="1623857"/>
                  </a:moveTo>
                  <a:cubicBezTo>
                    <a:pt x="1199858" y="1615113"/>
                    <a:pt x="1186280" y="1614488"/>
                    <a:pt x="1177497" y="1622435"/>
                  </a:cubicBezTo>
                  <a:cubicBezTo>
                    <a:pt x="1173081" y="1626559"/>
                    <a:pt x="1170557" y="1632317"/>
                    <a:pt x="1170514" y="1638360"/>
                  </a:cubicBezTo>
                  <a:cubicBezTo>
                    <a:pt x="1170428" y="1649862"/>
                    <a:pt x="1179510" y="1659374"/>
                    <a:pt x="1191037" y="1659829"/>
                  </a:cubicBezTo>
                  <a:cubicBezTo>
                    <a:pt x="1196738" y="1660156"/>
                    <a:pt x="1202315" y="1658095"/>
                    <a:pt x="1206430" y="1654142"/>
                  </a:cubicBezTo>
                  <a:cubicBezTo>
                    <a:pt x="1215198" y="1646365"/>
                    <a:pt x="1215989" y="1632985"/>
                    <a:pt x="1208198" y="1624227"/>
                  </a:cubicBezTo>
                  <a:cubicBezTo>
                    <a:pt x="1208086" y="1624113"/>
                    <a:pt x="1207972" y="1623985"/>
                    <a:pt x="1207855" y="1623857"/>
                  </a:cubicBezTo>
                  <a:close/>
                  <a:moveTo>
                    <a:pt x="1183768" y="1629402"/>
                  </a:moveTo>
                  <a:cubicBezTo>
                    <a:pt x="1188657" y="1624838"/>
                    <a:pt x="1196323" y="1625109"/>
                    <a:pt x="1200891" y="1629985"/>
                  </a:cubicBezTo>
                  <a:cubicBezTo>
                    <a:pt x="1200933" y="1630028"/>
                    <a:pt x="1200974" y="1630071"/>
                    <a:pt x="1201014" y="1630113"/>
                  </a:cubicBezTo>
                  <a:cubicBezTo>
                    <a:pt x="1205435" y="1635132"/>
                    <a:pt x="1205057" y="1642753"/>
                    <a:pt x="1200159" y="1647317"/>
                  </a:cubicBezTo>
                  <a:cubicBezTo>
                    <a:pt x="1197848" y="1649578"/>
                    <a:pt x="1194694" y="1650758"/>
                    <a:pt x="1191465" y="1650588"/>
                  </a:cubicBezTo>
                  <a:cubicBezTo>
                    <a:pt x="1188214" y="1650374"/>
                    <a:pt x="1185161" y="1648952"/>
                    <a:pt x="1182913" y="1646607"/>
                  </a:cubicBezTo>
                  <a:cubicBezTo>
                    <a:pt x="1180911" y="1644317"/>
                    <a:pt x="1179798" y="1641388"/>
                    <a:pt x="1179778" y="1638360"/>
                  </a:cubicBezTo>
                  <a:lnTo>
                    <a:pt x="1179778" y="1638360"/>
                  </a:lnTo>
                  <a:cubicBezTo>
                    <a:pt x="1179957" y="1635189"/>
                    <a:pt x="1181393" y="1632218"/>
                    <a:pt x="1183768" y="1630113"/>
                  </a:cubicBezTo>
                  <a:close/>
                  <a:moveTo>
                    <a:pt x="1198021" y="1632815"/>
                  </a:moveTo>
                  <a:cubicBezTo>
                    <a:pt x="1194904" y="1629602"/>
                    <a:pt x="1189762" y="1629502"/>
                    <a:pt x="1186533" y="1632616"/>
                  </a:cubicBezTo>
                  <a:cubicBezTo>
                    <a:pt x="1186466" y="1632687"/>
                    <a:pt x="1186399" y="1632744"/>
                    <a:pt x="1186334" y="1632815"/>
                  </a:cubicBezTo>
                  <a:cubicBezTo>
                    <a:pt x="1184621" y="1634393"/>
                    <a:pt x="1183640" y="1636611"/>
                    <a:pt x="1183626" y="1638929"/>
                  </a:cubicBezTo>
                  <a:lnTo>
                    <a:pt x="1183626" y="1638929"/>
                  </a:lnTo>
                  <a:cubicBezTo>
                    <a:pt x="1183623" y="1640976"/>
                    <a:pt x="1184386" y="1642952"/>
                    <a:pt x="1185764" y="1644474"/>
                  </a:cubicBezTo>
                  <a:cubicBezTo>
                    <a:pt x="1187200" y="1646137"/>
                    <a:pt x="1189269" y="1647118"/>
                    <a:pt x="1191465" y="1647175"/>
                  </a:cubicBezTo>
                  <a:cubicBezTo>
                    <a:pt x="1196003" y="1647673"/>
                    <a:pt x="1200087" y="1644417"/>
                    <a:pt x="1200589" y="1639881"/>
                  </a:cubicBezTo>
                  <a:cubicBezTo>
                    <a:pt x="1200876" y="1637294"/>
                    <a:pt x="1199924" y="1634734"/>
                    <a:pt x="1198021" y="1632957"/>
                  </a:cubicBezTo>
                  <a:close/>
                  <a:moveTo>
                    <a:pt x="1622313" y="1089539"/>
                  </a:moveTo>
                  <a:cubicBezTo>
                    <a:pt x="1632774" y="1080155"/>
                    <a:pt x="1648851" y="1080908"/>
                    <a:pt x="1658371" y="1091245"/>
                  </a:cubicBezTo>
                  <a:cubicBezTo>
                    <a:pt x="1662633" y="1095909"/>
                    <a:pt x="1664970" y="1101994"/>
                    <a:pt x="1664928" y="1108307"/>
                  </a:cubicBezTo>
                  <a:cubicBezTo>
                    <a:pt x="1664942" y="1122283"/>
                    <a:pt x="1653597" y="1133629"/>
                    <a:pt x="1639587" y="1133644"/>
                  </a:cubicBezTo>
                  <a:cubicBezTo>
                    <a:pt x="1639145" y="1133644"/>
                    <a:pt x="1638717" y="1133644"/>
                    <a:pt x="1638276" y="1133615"/>
                  </a:cubicBezTo>
                  <a:cubicBezTo>
                    <a:pt x="1624750" y="1132933"/>
                    <a:pt x="1614104" y="1121828"/>
                    <a:pt x="1614047" y="1108307"/>
                  </a:cubicBezTo>
                  <a:lnTo>
                    <a:pt x="1614047" y="1108307"/>
                  </a:lnTo>
                  <a:cubicBezTo>
                    <a:pt x="1614232" y="1101425"/>
                    <a:pt x="1617225" y="1094899"/>
                    <a:pt x="1622313" y="1090250"/>
                  </a:cubicBezTo>
                  <a:close/>
                  <a:moveTo>
                    <a:pt x="1655378" y="1093804"/>
                  </a:moveTo>
                  <a:cubicBezTo>
                    <a:pt x="1647383" y="1085060"/>
                    <a:pt x="1633800" y="1084435"/>
                    <a:pt x="1625021" y="1092382"/>
                  </a:cubicBezTo>
                  <a:cubicBezTo>
                    <a:pt x="1620603" y="1096506"/>
                    <a:pt x="1618080" y="1102264"/>
                    <a:pt x="1618037" y="1108307"/>
                  </a:cubicBezTo>
                  <a:lnTo>
                    <a:pt x="1618037" y="1108307"/>
                  </a:lnTo>
                  <a:cubicBezTo>
                    <a:pt x="1617952" y="1119809"/>
                    <a:pt x="1627031" y="1129321"/>
                    <a:pt x="1638561" y="1129776"/>
                  </a:cubicBezTo>
                  <a:cubicBezTo>
                    <a:pt x="1644262" y="1130103"/>
                    <a:pt x="1649834" y="1128042"/>
                    <a:pt x="1653953" y="1124089"/>
                  </a:cubicBezTo>
                  <a:cubicBezTo>
                    <a:pt x="1662718" y="1116312"/>
                    <a:pt x="1663517" y="1102932"/>
                    <a:pt x="1655720" y="1094174"/>
                  </a:cubicBezTo>
                  <a:cubicBezTo>
                    <a:pt x="1655607" y="1094060"/>
                    <a:pt x="1655492" y="1093932"/>
                    <a:pt x="1655378" y="1093804"/>
                  </a:cubicBezTo>
                  <a:close/>
                  <a:moveTo>
                    <a:pt x="679378" y="1457931"/>
                  </a:moveTo>
                  <a:cubicBezTo>
                    <a:pt x="683195" y="1454320"/>
                    <a:pt x="688384" y="1452500"/>
                    <a:pt x="693630" y="1452955"/>
                  </a:cubicBezTo>
                  <a:cubicBezTo>
                    <a:pt x="698761" y="1453140"/>
                    <a:pt x="703596" y="1455400"/>
                    <a:pt x="707028" y="1459211"/>
                  </a:cubicBezTo>
                  <a:cubicBezTo>
                    <a:pt x="710213" y="1462780"/>
                    <a:pt x="711986" y="1467372"/>
                    <a:pt x="712016" y="1472150"/>
                  </a:cubicBezTo>
                  <a:cubicBezTo>
                    <a:pt x="712010" y="1477553"/>
                    <a:pt x="709736" y="1482714"/>
                    <a:pt x="705745" y="1486368"/>
                  </a:cubicBezTo>
                  <a:cubicBezTo>
                    <a:pt x="701873" y="1489894"/>
                    <a:pt x="696725" y="1491685"/>
                    <a:pt x="691493" y="1491344"/>
                  </a:cubicBezTo>
                  <a:cubicBezTo>
                    <a:pt x="686407" y="1491131"/>
                    <a:pt x="681626" y="1488870"/>
                    <a:pt x="678238" y="1485088"/>
                  </a:cubicBezTo>
                  <a:cubicBezTo>
                    <a:pt x="674954" y="1481576"/>
                    <a:pt x="673121" y="1476955"/>
                    <a:pt x="673107" y="1472150"/>
                  </a:cubicBezTo>
                  <a:cubicBezTo>
                    <a:pt x="673042" y="1466733"/>
                    <a:pt x="675328" y="1461543"/>
                    <a:pt x="679378" y="1457931"/>
                  </a:cubicBezTo>
                  <a:close/>
                  <a:moveTo>
                    <a:pt x="703607" y="1461770"/>
                  </a:moveTo>
                  <a:cubicBezTo>
                    <a:pt x="700902" y="1458770"/>
                    <a:pt x="697102" y="1456979"/>
                    <a:pt x="693060" y="1456794"/>
                  </a:cubicBezTo>
                  <a:cubicBezTo>
                    <a:pt x="684569" y="1456396"/>
                    <a:pt x="677366" y="1462950"/>
                    <a:pt x="676972" y="1471425"/>
                  </a:cubicBezTo>
                  <a:cubicBezTo>
                    <a:pt x="676961" y="1471666"/>
                    <a:pt x="676955" y="1471908"/>
                    <a:pt x="676955" y="1472150"/>
                  </a:cubicBezTo>
                  <a:cubicBezTo>
                    <a:pt x="676961" y="1475932"/>
                    <a:pt x="678385" y="1479586"/>
                    <a:pt x="680946" y="1482387"/>
                  </a:cubicBezTo>
                  <a:cubicBezTo>
                    <a:pt x="683621" y="1485515"/>
                    <a:pt x="687519" y="1487320"/>
                    <a:pt x="691635" y="1487363"/>
                  </a:cubicBezTo>
                  <a:cubicBezTo>
                    <a:pt x="695696" y="1487662"/>
                    <a:pt x="699689" y="1486211"/>
                    <a:pt x="702609" y="1483382"/>
                  </a:cubicBezTo>
                  <a:cubicBezTo>
                    <a:pt x="705892" y="1480581"/>
                    <a:pt x="707726" y="1476458"/>
                    <a:pt x="707598" y="1472150"/>
                  </a:cubicBezTo>
                  <a:cubicBezTo>
                    <a:pt x="707601" y="1468311"/>
                    <a:pt x="706178" y="1464614"/>
                    <a:pt x="703607" y="1461770"/>
                  </a:cubicBezTo>
                  <a:close/>
                  <a:moveTo>
                    <a:pt x="1582834" y="2671736"/>
                  </a:moveTo>
                  <a:cubicBezTo>
                    <a:pt x="1586725" y="2668238"/>
                    <a:pt x="1591856" y="2666447"/>
                    <a:pt x="1597086" y="2666760"/>
                  </a:cubicBezTo>
                  <a:cubicBezTo>
                    <a:pt x="1602189" y="2667073"/>
                    <a:pt x="1606978" y="2669305"/>
                    <a:pt x="1610484" y="2673016"/>
                  </a:cubicBezTo>
                  <a:cubicBezTo>
                    <a:pt x="1617653" y="2680949"/>
                    <a:pt x="1617025" y="2693177"/>
                    <a:pt x="1609073" y="2700329"/>
                  </a:cubicBezTo>
                  <a:cubicBezTo>
                    <a:pt x="1605324" y="2703698"/>
                    <a:pt x="1600421" y="2705476"/>
                    <a:pt x="1595376" y="2705291"/>
                  </a:cubicBezTo>
                  <a:cubicBezTo>
                    <a:pt x="1590260" y="2705035"/>
                    <a:pt x="1585456" y="2702788"/>
                    <a:pt x="1581979" y="2699035"/>
                  </a:cubicBezTo>
                  <a:cubicBezTo>
                    <a:pt x="1574867" y="2691115"/>
                    <a:pt x="1575437" y="2678959"/>
                    <a:pt x="1583262" y="2671736"/>
                  </a:cubicBezTo>
                  <a:close/>
                  <a:moveTo>
                    <a:pt x="1607063" y="2675717"/>
                  </a:moveTo>
                  <a:cubicBezTo>
                    <a:pt x="1604426" y="2672632"/>
                    <a:pt x="1600578" y="2670826"/>
                    <a:pt x="1596516" y="2670741"/>
                  </a:cubicBezTo>
                  <a:cubicBezTo>
                    <a:pt x="1588022" y="2670342"/>
                    <a:pt x="1580824" y="2676897"/>
                    <a:pt x="1580425" y="2685371"/>
                  </a:cubicBezTo>
                  <a:cubicBezTo>
                    <a:pt x="1580411" y="2685570"/>
                    <a:pt x="1580411" y="2685755"/>
                    <a:pt x="1580411" y="2685954"/>
                  </a:cubicBezTo>
                  <a:cubicBezTo>
                    <a:pt x="1580311" y="2694044"/>
                    <a:pt x="1586582" y="2700784"/>
                    <a:pt x="1594664" y="2701310"/>
                  </a:cubicBezTo>
                  <a:cubicBezTo>
                    <a:pt x="1598697" y="2701466"/>
                    <a:pt x="1602645" y="2700044"/>
                    <a:pt x="1605638" y="2697329"/>
                  </a:cubicBezTo>
                  <a:cubicBezTo>
                    <a:pt x="1611880" y="2691926"/>
                    <a:pt x="1612550" y="2682499"/>
                    <a:pt x="1607134" y="2676272"/>
                  </a:cubicBezTo>
                  <a:cubicBezTo>
                    <a:pt x="1606978" y="2676087"/>
                    <a:pt x="1606806" y="2675902"/>
                    <a:pt x="1606635" y="2675717"/>
                  </a:cubicBezTo>
                  <a:close/>
                  <a:moveTo>
                    <a:pt x="1678325" y="1494330"/>
                  </a:moveTo>
                  <a:cubicBezTo>
                    <a:pt x="1679479" y="1486567"/>
                    <a:pt x="1686734" y="1481206"/>
                    <a:pt x="1694530" y="1482358"/>
                  </a:cubicBezTo>
                  <a:cubicBezTo>
                    <a:pt x="1694829" y="1482415"/>
                    <a:pt x="1695128" y="1482458"/>
                    <a:pt x="1695428" y="1482529"/>
                  </a:cubicBezTo>
                  <a:cubicBezTo>
                    <a:pt x="1703209" y="1483681"/>
                    <a:pt x="1708582" y="1490917"/>
                    <a:pt x="1707428" y="1498695"/>
                  </a:cubicBezTo>
                  <a:cubicBezTo>
                    <a:pt x="1707371" y="1498994"/>
                    <a:pt x="1707328" y="1499292"/>
                    <a:pt x="1707257" y="1499591"/>
                  </a:cubicBezTo>
                  <a:cubicBezTo>
                    <a:pt x="1706587" y="1503430"/>
                    <a:pt x="1704378" y="1506814"/>
                    <a:pt x="1701129" y="1508975"/>
                  </a:cubicBezTo>
                  <a:cubicBezTo>
                    <a:pt x="1697950" y="1511250"/>
                    <a:pt x="1693988" y="1512117"/>
                    <a:pt x="1690154" y="1511392"/>
                  </a:cubicBezTo>
                  <a:cubicBezTo>
                    <a:pt x="1683128" y="1510325"/>
                    <a:pt x="1677954" y="1504268"/>
                    <a:pt x="1678040" y="1497173"/>
                  </a:cubicBezTo>
                  <a:cubicBezTo>
                    <a:pt x="1678054" y="1496221"/>
                    <a:pt x="1678139" y="1495268"/>
                    <a:pt x="1678325" y="1494330"/>
                  </a:cubicBezTo>
                  <a:close/>
                  <a:moveTo>
                    <a:pt x="1694715" y="1486368"/>
                  </a:moveTo>
                  <a:cubicBezTo>
                    <a:pt x="1691893" y="1485856"/>
                    <a:pt x="1688971" y="1486467"/>
                    <a:pt x="1686591" y="1488074"/>
                  </a:cubicBezTo>
                  <a:cubicBezTo>
                    <a:pt x="1684297" y="1489766"/>
                    <a:pt x="1682714" y="1492254"/>
                    <a:pt x="1682173" y="1495041"/>
                  </a:cubicBezTo>
                  <a:cubicBezTo>
                    <a:pt x="1681018" y="1500813"/>
                    <a:pt x="1684795" y="1506430"/>
                    <a:pt x="1690582" y="1507567"/>
                  </a:cubicBezTo>
                  <a:cubicBezTo>
                    <a:pt x="1693518" y="1508150"/>
                    <a:pt x="1696568" y="1507482"/>
                    <a:pt x="1698991" y="1505704"/>
                  </a:cubicBezTo>
                  <a:cubicBezTo>
                    <a:pt x="1701299" y="1504084"/>
                    <a:pt x="1702881" y="1501638"/>
                    <a:pt x="1703409" y="1498880"/>
                  </a:cubicBezTo>
                  <a:cubicBezTo>
                    <a:pt x="1703480" y="1498211"/>
                    <a:pt x="1703480" y="1497558"/>
                    <a:pt x="1703409" y="1496889"/>
                  </a:cubicBezTo>
                  <a:cubicBezTo>
                    <a:pt x="1703380" y="1491771"/>
                    <a:pt x="1699746" y="1487377"/>
                    <a:pt x="1694715" y="1486368"/>
                  </a:cubicBezTo>
                  <a:close/>
                  <a:moveTo>
                    <a:pt x="937345" y="37821"/>
                  </a:moveTo>
                  <a:lnTo>
                    <a:pt x="933925" y="37821"/>
                  </a:lnTo>
                  <a:lnTo>
                    <a:pt x="933925" y="37821"/>
                  </a:lnTo>
                  <a:cubicBezTo>
                    <a:pt x="923593" y="35946"/>
                    <a:pt x="916717" y="26101"/>
                    <a:pt x="918532" y="15783"/>
                  </a:cubicBezTo>
                  <a:cubicBezTo>
                    <a:pt x="919440" y="10841"/>
                    <a:pt x="922255" y="6450"/>
                    <a:pt x="926371" y="3556"/>
                  </a:cubicBezTo>
                  <a:cubicBezTo>
                    <a:pt x="934951" y="-2564"/>
                    <a:pt x="946880" y="-588"/>
                    <a:pt x="953015" y="7972"/>
                  </a:cubicBezTo>
                  <a:cubicBezTo>
                    <a:pt x="959149" y="16532"/>
                    <a:pt x="957168" y="28432"/>
                    <a:pt x="948588" y="34553"/>
                  </a:cubicBezTo>
                  <a:cubicBezTo>
                    <a:pt x="945310" y="36890"/>
                    <a:pt x="941375" y="38134"/>
                    <a:pt x="937345" y="38106"/>
                  </a:cubicBezTo>
                  <a:close/>
                  <a:moveTo>
                    <a:pt x="937345" y="9385"/>
                  </a:moveTo>
                  <a:cubicBezTo>
                    <a:pt x="935363" y="9382"/>
                    <a:pt x="933425" y="9977"/>
                    <a:pt x="931787" y="11091"/>
                  </a:cubicBezTo>
                  <a:cubicBezTo>
                    <a:pt x="929591" y="12570"/>
                    <a:pt x="928097" y="14883"/>
                    <a:pt x="927654" y="17489"/>
                  </a:cubicBezTo>
                  <a:cubicBezTo>
                    <a:pt x="926629" y="22810"/>
                    <a:pt x="930124" y="27952"/>
                    <a:pt x="935457" y="28973"/>
                  </a:cubicBezTo>
                  <a:cubicBezTo>
                    <a:pt x="935517" y="28985"/>
                    <a:pt x="935575" y="28996"/>
                    <a:pt x="935635" y="29006"/>
                  </a:cubicBezTo>
                  <a:lnTo>
                    <a:pt x="935635" y="29006"/>
                  </a:lnTo>
                  <a:cubicBezTo>
                    <a:pt x="940926" y="30542"/>
                    <a:pt x="946463" y="27509"/>
                    <a:pt x="948002" y="22231"/>
                  </a:cubicBezTo>
                  <a:cubicBezTo>
                    <a:pt x="949541" y="16953"/>
                    <a:pt x="946501" y="11430"/>
                    <a:pt x="941211" y="9894"/>
                  </a:cubicBezTo>
                  <a:cubicBezTo>
                    <a:pt x="940554" y="9703"/>
                    <a:pt x="939880" y="9580"/>
                    <a:pt x="939198" y="9527"/>
                  </a:cubicBezTo>
                  <a:close/>
                  <a:moveTo>
                    <a:pt x="1284818" y="557922"/>
                  </a:moveTo>
                  <a:cubicBezTo>
                    <a:pt x="1283682" y="558064"/>
                    <a:pt x="1282533" y="558064"/>
                    <a:pt x="1281397" y="557922"/>
                  </a:cubicBezTo>
                  <a:lnTo>
                    <a:pt x="1281397" y="557922"/>
                  </a:lnTo>
                  <a:cubicBezTo>
                    <a:pt x="1271028" y="555988"/>
                    <a:pt x="1264190" y="546050"/>
                    <a:pt x="1266123" y="535699"/>
                  </a:cubicBezTo>
                  <a:cubicBezTo>
                    <a:pt x="1267032" y="530836"/>
                    <a:pt x="1269800" y="526514"/>
                    <a:pt x="1273843" y="523656"/>
                  </a:cubicBezTo>
                  <a:cubicBezTo>
                    <a:pt x="1277994" y="520784"/>
                    <a:pt x="1283136" y="519703"/>
                    <a:pt x="1288096" y="520670"/>
                  </a:cubicBezTo>
                  <a:cubicBezTo>
                    <a:pt x="1298427" y="522547"/>
                    <a:pt x="1305304" y="532386"/>
                    <a:pt x="1303488" y="542708"/>
                  </a:cubicBezTo>
                  <a:cubicBezTo>
                    <a:pt x="1302545" y="547670"/>
                    <a:pt x="1299677" y="552064"/>
                    <a:pt x="1295507" y="554936"/>
                  </a:cubicBezTo>
                  <a:cubicBezTo>
                    <a:pt x="1292232" y="556841"/>
                    <a:pt x="1288460" y="557737"/>
                    <a:pt x="1284675" y="557495"/>
                  </a:cubicBezTo>
                  <a:close/>
                  <a:moveTo>
                    <a:pt x="1283535" y="548253"/>
                  </a:moveTo>
                  <a:cubicBezTo>
                    <a:pt x="1286135" y="548694"/>
                    <a:pt x="1288805" y="548083"/>
                    <a:pt x="1290946" y="546547"/>
                  </a:cubicBezTo>
                  <a:cubicBezTo>
                    <a:pt x="1293122" y="545111"/>
                    <a:pt x="1294616" y="542851"/>
                    <a:pt x="1295079" y="540291"/>
                  </a:cubicBezTo>
                  <a:cubicBezTo>
                    <a:pt x="1296104" y="534974"/>
                    <a:pt x="1292609" y="529827"/>
                    <a:pt x="1287276" y="528803"/>
                  </a:cubicBezTo>
                  <a:cubicBezTo>
                    <a:pt x="1287216" y="528789"/>
                    <a:pt x="1287158" y="528789"/>
                    <a:pt x="1287098" y="528775"/>
                  </a:cubicBezTo>
                  <a:cubicBezTo>
                    <a:pt x="1281765" y="527751"/>
                    <a:pt x="1276610" y="531234"/>
                    <a:pt x="1275586" y="536566"/>
                  </a:cubicBezTo>
                  <a:cubicBezTo>
                    <a:pt x="1275575" y="536623"/>
                    <a:pt x="1275563" y="536680"/>
                    <a:pt x="1275554" y="536737"/>
                  </a:cubicBezTo>
                  <a:cubicBezTo>
                    <a:pt x="1274600" y="542111"/>
                    <a:pt x="1278160" y="547244"/>
                    <a:pt x="1283535" y="548253"/>
                  </a:cubicBezTo>
                  <a:close/>
                  <a:moveTo>
                    <a:pt x="1008465" y="1718408"/>
                  </a:moveTo>
                  <a:lnTo>
                    <a:pt x="1002906" y="1718408"/>
                  </a:lnTo>
                  <a:cubicBezTo>
                    <a:pt x="994804" y="1716887"/>
                    <a:pt x="987631" y="1712238"/>
                    <a:pt x="982953" y="1705470"/>
                  </a:cubicBezTo>
                  <a:cubicBezTo>
                    <a:pt x="978168" y="1698759"/>
                    <a:pt x="976317" y="1690398"/>
                    <a:pt x="977822" y="1682294"/>
                  </a:cubicBezTo>
                  <a:cubicBezTo>
                    <a:pt x="980090" y="1665246"/>
                    <a:pt x="995781" y="1653260"/>
                    <a:pt x="1012870" y="1655521"/>
                  </a:cubicBezTo>
                  <a:cubicBezTo>
                    <a:pt x="1029959" y="1657782"/>
                    <a:pt x="1041972" y="1673436"/>
                    <a:pt x="1039704" y="1690484"/>
                  </a:cubicBezTo>
                  <a:cubicBezTo>
                    <a:pt x="1038486" y="1699640"/>
                    <a:pt x="1033255" y="1707787"/>
                    <a:pt x="1025425" y="1712721"/>
                  </a:cubicBezTo>
                  <a:cubicBezTo>
                    <a:pt x="1020278" y="1716418"/>
                    <a:pt x="1014096" y="1718408"/>
                    <a:pt x="1007752" y="1718408"/>
                  </a:cubicBezTo>
                  <a:close/>
                  <a:moveTo>
                    <a:pt x="1008465" y="1665374"/>
                  </a:moveTo>
                  <a:cubicBezTo>
                    <a:pt x="997282" y="1665118"/>
                    <a:pt x="987673" y="1673237"/>
                    <a:pt x="986088" y="1684285"/>
                  </a:cubicBezTo>
                  <a:cubicBezTo>
                    <a:pt x="985106" y="1689986"/>
                    <a:pt x="986384" y="1695858"/>
                    <a:pt x="989652" y="1700635"/>
                  </a:cubicBezTo>
                  <a:cubicBezTo>
                    <a:pt x="992981" y="1705455"/>
                    <a:pt x="998119" y="1708740"/>
                    <a:pt x="1003904" y="1709735"/>
                  </a:cubicBezTo>
                  <a:lnTo>
                    <a:pt x="1003904" y="1709735"/>
                  </a:lnTo>
                  <a:cubicBezTo>
                    <a:pt x="1015829" y="1711896"/>
                    <a:pt x="1027249" y="1704005"/>
                    <a:pt x="1029416" y="1692105"/>
                  </a:cubicBezTo>
                  <a:cubicBezTo>
                    <a:pt x="1031576" y="1680133"/>
                    <a:pt x="1023602" y="1668673"/>
                    <a:pt x="1011600" y="1666512"/>
                  </a:cubicBezTo>
                  <a:close/>
                  <a:moveTo>
                    <a:pt x="1034974" y="1291010"/>
                  </a:moveTo>
                  <a:cubicBezTo>
                    <a:pt x="1032015" y="1290982"/>
                    <a:pt x="1029062" y="1290740"/>
                    <a:pt x="1026138" y="1290299"/>
                  </a:cubicBezTo>
                  <a:lnTo>
                    <a:pt x="1026138" y="1290299"/>
                  </a:lnTo>
                  <a:cubicBezTo>
                    <a:pt x="998983" y="1285664"/>
                    <a:pt x="980735" y="1259944"/>
                    <a:pt x="985382" y="1232858"/>
                  </a:cubicBezTo>
                  <a:cubicBezTo>
                    <a:pt x="990026" y="1205772"/>
                    <a:pt x="1015807" y="1187559"/>
                    <a:pt x="1042962" y="1192194"/>
                  </a:cubicBezTo>
                  <a:cubicBezTo>
                    <a:pt x="1070118" y="1196829"/>
                    <a:pt x="1088365" y="1222550"/>
                    <a:pt x="1083719" y="1249635"/>
                  </a:cubicBezTo>
                  <a:cubicBezTo>
                    <a:pt x="1079647" y="1273380"/>
                    <a:pt x="1059117" y="1290811"/>
                    <a:pt x="1034974" y="1291010"/>
                  </a:cubicBezTo>
                  <a:close/>
                  <a:moveTo>
                    <a:pt x="1034974" y="1208687"/>
                  </a:moveTo>
                  <a:cubicBezTo>
                    <a:pt x="1018719" y="1208701"/>
                    <a:pt x="1004802" y="1220317"/>
                    <a:pt x="1001909" y="1236270"/>
                  </a:cubicBezTo>
                  <a:lnTo>
                    <a:pt x="1001909" y="1236270"/>
                  </a:lnTo>
                  <a:cubicBezTo>
                    <a:pt x="998541" y="1254498"/>
                    <a:pt x="1010621" y="1271986"/>
                    <a:pt x="1028890" y="1275356"/>
                  </a:cubicBezTo>
                  <a:cubicBezTo>
                    <a:pt x="1028922" y="1275356"/>
                    <a:pt x="1028955" y="1275370"/>
                    <a:pt x="1028988" y="1275370"/>
                  </a:cubicBezTo>
                  <a:cubicBezTo>
                    <a:pt x="1039261" y="1277247"/>
                    <a:pt x="1049819" y="1274190"/>
                    <a:pt x="1057493" y="1267124"/>
                  </a:cubicBezTo>
                  <a:cubicBezTo>
                    <a:pt x="1069901" y="1255763"/>
                    <a:pt x="1072029" y="1237024"/>
                    <a:pt x="1062481" y="1223190"/>
                  </a:cubicBezTo>
                  <a:cubicBezTo>
                    <a:pt x="1057478" y="1215725"/>
                    <a:pt x="1049665" y="1210606"/>
                    <a:pt x="1040817" y="1208972"/>
                  </a:cubicBezTo>
                  <a:cubicBezTo>
                    <a:pt x="1038596" y="1208701"/>
                    <a:pt x="1036356" y="1208602"/>
                    <a:pt x="1034119" y="1208687"/>
                  </a:cubicBezTo>
                  <a:close/>
                  <a:moveTo>
                    <a:pt x="1034974" y="1274233"/>
                  </a:moveTo>
                  <a:lnTo>
                    <a:pt x="1029273" y="1274233"/>
                  </a:lnTo>
                  <a:lnTo>
                    <a:pt x="1029273" y="1274233"/>
                  </a:lnTo>
                  <a:cubicBezTo>
                    <a:pt x="1011317" y="1272669"/>
                    <a:pt x="998036" y="1256872"/>
                    <a:pt x="999611" y="1238958"/>
                  </a:cubicBezTo>
                  <a:cubicBezTo>
                    <a:pt x="1001185" y="1221043"/>
                    <a:pt x="1017018" y="1207791"/>
                    <a:pt x="1034974" y="1209370"/>
                  </a:cubicBezTo>
                  <a:cubicBezTo>
                    <a:pt x="1052931" y="1210933"/>
                    <a:pt x="1066211" y="1226730"/>
                    <a:pt x="1064637" y="1244645"/>
                  </a:cubicBezTo>
                  <a:cubicBezTo>
                    <a:pt x="1063253" y="1260384"/>
                    <a:pt x="1050749" y="1272854"/>
                    <a:pt x="1034974" y="1274233"/>
                  </a:cubicBezTo>
                  <a:close/>
                  <a:moveTo>
                    <a:pt x="1030841" y="1264849"/>
                  </a:moveTo>
                  <a:cubicBezTo>
                    <a:pt x="1043315" y="1267081"/>
                    <a:pt x="1055241" y="1258806"/>
                    <a:pt x="1057481" y="1246365"/>
                  </a:cubicBezTo>
                  <a:cubicBezTo>
                    <a:pt x="1059720" y="1233924"/>
                    <a:pt x="1051424" y="1222024"/>
                    <a:pt x="1038950" y="1219791"/>
                  </a:cubicBezTo>
                  <a:cubicBezTo>
                    <a:pt x="1026483" y="1217559"/>
                    <a:pt x="1014558" y="1225820"/>
                    <a:pt x="1012313" y="1238261"/>
                  </a:cubicBezTo>
                  <a:cubicBezTo>
                    <a:pt x="1010067" y="1250702"/>
                    <a:pt x="1018357" y="1262602"/>
                    <a:pt x="1030829" y="1264849"/>
                  </a:cubicBezTo>
                  <a:cubicBezTo>
                    <a:pt x="1030832" y="1264849"/>
                    <a:pt x="1030837" y="1264849"/>
                    <a:pt x="1030841" y="1264849"/>
                  </a:cubicBezTo>
                  <a:close/>
                  <a:moveTo>
                    <a:pt x="1495467" y="985035"/>
                  </a:moveTo>
                  <a:lnTo>
                    <a:pt x="1490194" y="985035"/>
                  </a:lnTo>
                  <a:lnTo>
                    <a:pt x="1490194" y="985035"/>
                  </a:lnTo>
                  <a:cubicBezTo>
                    <a:pt x="1482512" y="983614"/>
                    <a:pt x="1475699" y="979220"/>
                    <a:pt x="1471238" y="972808"/>
                  </a:cubicBezTo>
                  <a:cubicBezTo>
                    <a:pt x="1466649" y="966438"/>
                    <a:pt x="1464896" y="958462"/>
                    <a:pt x="1466392" y="950770"/>
                  </a:cubicBezTo>
                  <a:cubicBezTo>
                    <a:pt x="1467818" y="943106"/>
                    <a:pt x="1472222" y="936310"/>
                    <a:pt x="1478649" y="931859"/>
                  </a:cubicBezTo>
                  <a:cubicBezTo>
                    <a:pt x="1485034" y="927281"/>
                    <a:pt x="1493030" y="925532"/>
                    <a:pt x="1500741" y="927025"/>
                  </a:cubicBezTo>
                  <a:cubicBezTo>
                    <a:pt x="1516774" y="929983"/>
                    <a:pt x="1527392" y="945281"/>
                    <a:pt x="1524542" y="961291"/>
                  </a:cubicBezTo>
                  <a:cubicBezTo>
                    <a:pt x="1523245" y="969011"/>
                    <a:pt x="1518798" y="975850"/>
                    <a:pt x="1512285" y="980201"/>
                  </a:cubicBezTo>
                  <a:cubicBezTo>
                    <a:pt x="1507054" y="983628"/>
                    <a:pt x="1500869" y="985320"/>
                    <a:pt x="1494612" y="985035"/>
                  </a:cubicBezTo>
                  <a:close/>
                  <a:moveTo>
                    <a:pt x="1491904" y="975651"/>
                  </a:moveTo>
                  <a:cubicBezTo>
                    <a:pt x="1497220" y="976661"/>
                    <a:pt x="1502722" y="975481"/>
                    <a:pt x="1507154" y="972381"/>
                  </a:cubicBezTo>
                  <a:cubicBezTo>
                    <a:pt x="1511587" y="969239"/>
                    <a:pt x="1514594" y="964490"/>
                    <a:pt x="1515563" y="959158"/>
                  </a:cubicBezTo>
                  <a:cubicBezTo>
                    <a:pt x="1517444" y="948011"/>
                    <a:pt x="1509919" y="937447"/>
                    <a:pt x="1498731" y="935570"/>
                  </a:cubicBezTo>
                  <a:cubicBezTo>
                    <a:pt x="1493515" y="934689"/>
                    <a:pt x="1488156" y="935855"/>
                    <a:pt x="1483780" y="938826"/>
                  </a:cubicBezTo>
                  <a:cubicBezTo>
                    <a:pt x="1479391" y="941940"/>
                    <a:pt x="1476369" y="946632"/>
                    <a:pt x="1475371" y="951907"/>
                  </a:cubicBezTo>
                  <a:cubicBezTo>
                    <a:pt x="1474359" y="957253"/>
                    <a:pt x="1475542" y="962784"/>
                    <a:pt x="1478649" y="967263"/>
                  </a:cubicBezTo>
                  <a:cubicBezTo>
                    <a:pt x="1481799" y="971684"/>
                    <a:pt x="1486560" y="974684"/>
                    <a:pt x="1491904" y="975651"/>
                  </a:cubicBezTo>
                  <a:close/>
                  <a:moveTo>
                    <a:pt x="546261" y="1471865"/>
                  </a:moveTo>
                  <a:cubicBezTo>
                    <a:pt x="544983" y="1472008"/>
                    <a:pt x="543692" y="1472008"/>
                    <a:pt x="542413" y="1471865"/>
                  </a:cubicBezTo>
                  <a:cubicBezTo>
                    <a:pt x="531090" y="1469704"/>
                    <a:pt x="523599" y="1458884"/>
                    <a:pt x="525595" y="1447552"/>
                  </a:cubicBezTo>
                  <a:cubicBezTo>
                    <a:pt x="526604" y="1442092"/>
                    <a:pt x="529727" y="1437230"/>
                    <a:pt x="534289" y="1434045"/>
                  </a:cubicBezTo>
                  <a:cubicBezTo>
                    <a:pt x="543860" y="1427661"/>
                    <a:pt x="556775" y="1429993"/>
                    <a:pt x="563507" y="1439306"/>
                  </a:cubicBezTo>
                  <a:cubicBezTo>
                    <a:pt x="566662" y="1443927"/>
                    <a:pt x="567889" y="1449585"/>
                    <a:pt x="566927" y="1455088"/>
                  </a:cubicBezTo>
                  <a:cubicBezTo>
                    <a:pt x="564841" y="1465183"/>
                    <a:pt x="555730" y="1472292"/>
                    <a:pt x="545406" y="1471865"/>
                  </a:cubicBezTo>
                  <a:close/>
                  <a:moveTo>
                    <a:pt x="546261" y="1439021"/>
                  </a:moveTo>
                  <a:cubicBezTo>
                    <a:pt x="543863" y="1439036"/>
                    <a:pt x="541524" y="1439775"/>
                    <a:pt x="539563" y="1441154"/>
                  </a:cubicBezTo>
                  <a:cubicBezTo>
                    <a:pt x="536937" y="1442917"/>
                    <a:pt x="535179" y="1445704"/>
                    <a:pt x="534717" y="1448832"/>
                  </a:cubicBezTo>
                  <a:cubicBezTo>
                    <a:pt x="534110" y="1451903"/>
                    <a:pt x="534778" y="1455088"/>
                    <a:pt x="536570" y="1457647"/>
                  </a:cubicBezTo>
                  <a:cubicBezTo>
                    <a:pt x="538393" y="1460235"/>
                    <a:pt x="541152" y="1462026"/>
                    <a:pt x="544266" y="1462623"/>
                  </a:cubicBezTo>
                  <a:cubicBezTo>
                    <a:pt x="550738" y="1463974"/>
                    <a:pt x="557082" y="1459837"/>
                    <a:pt x="558437" y="1453382"/>
                  </a:cubicBezTo>
                  <a:cubicBezTo>
                    <a:pt x="558467" y="1453239"/>
                    <a:pt x="558494" y="1453097"/>
                    <a:pt x="558518" y="1452955"/>
                  </a:cubicBezTo>
                  <a:cubicBezTo>
                    <a:pt x="559103" y="1449870"/>
                    <a:pt x="558380" y="1446671"/>
                    <a:pt x="556523" y="1444140"/>
                  </a:cubicBezTo>
                  <a:cubicBezTo>
                    <a:pt x="554827" y="1441481"/>
                    <a:pt x="552080" y="1439675"/>
                    <a:pt x="548969" y="1439163"/>
                  </a:cubicBezTo>
                  <a:close/>
                  <a:moveTo>
                    <a:pt x="927226" y="561050"/>
                  </a:moveTo>
                  <a:cubicBezTo>
                    <a:pt x="924427" y="561263"/>
                    <a:pt x="921617" y="561263"/>
                    <a:pt x="918817" y="561050"/>
                  </a:cubicBezTo>
                  <a:lnTo>
                    <a:pt x="918817" y="561050"/>
                  </a:lnTo>
                  <a:cubicBezTo>
                    <a:pt x="893025" y="558732"/>
                    <a:pt x="873998" y="535997"/>
                    <a:pt x="876321" y="510262"/>
                  </a:cubicBezTo>
                  <a:cubicBezTo>
                    <a:pt x="878643" y="484542"/>
                    <a:pt x="901434" y="465561"/>
                    <a:pt x="927226" y="467878"/>
                  </a:cubicBezTo>
                  <a:cubicBezTo>
                    <a:pt x="953019" y="470181"/>
                    <a:pt x="972046" y="492931"/>
                    <a:pt x="969724" y="518651"/>
                  </a:cubicBezTo>
                  <a:cubicBezTo>
                    <a:pt x="967692" y="541173"/>
                    <a:pt x="949802" y="559017"/>
                    <a:pt x="927226" y="561050"/>
                  </a:cubicBezTo>
                  <a:close/>
                  <a:moveTo>
                    <a:pt x="920385" y="551381"/>
                  </a:moveTo>
                  <a:cubicBezTo>
                    <a:pt x="940823" y="555135"/>
                    <a:pt x="960437" y="541642"/>
                    <a:pt x="964193" y="521253"/>
                  </a:cubicBezTo>
                  <a:cubicBezTo>
                    <a:pt x="967950" y="500864"/>
                    <a:pt x="954426" y="481300"/>
                    <a:pt x="933988" y="477546"/>
                  </a:cubicBezTo>
                  <a:cubicBezTo>
                    <a:pt x="913550" y="473793"/>
                    <a:pt x="893936" y="487286"/>
                    <a:pt x="890180" y="507675"/>
                  </a:cubicBezTo>
                  <a:cubicBezTo>
                    <a:pt x="890176" y="507703"/>
                    <a:pt x="890173" y="507717"/>
                    <a:pt x="890170" y="507732"/>
                  </a:cubicBezTo>
                  <a:cubicBezTo>
                    <a:pt x="886529" y="528092"/>
                    <a:pt x="900013" y="547571"/>
                    <a:pt x="920385" y="551381"/>
                  </a:cubicBezTo>
                  <a:close/>
                  <a:moveTo>
                    <a:pt x="617095" y="1662246"/>
                  </a:moveTo>
                  <a:cubicBezTo>
                    <a:pt x="615057" y="1662446"/>
                    <a:pt x="613005" y="1662446"/>
                    <a:pt x="610967" y="1662246"/>
                  </a:cubicBezTo>
                  <a:cubicBezTo>
                    <a:pt x="592807" y="1658791"/>
                    <a:pt x="580763" y="1641460"/>
                    <a:pt x="583887" y="1623289"/>
                  </a:cubicBezTo>
                  <a:cubicBezTo>
                    <a:pt x="586595" y="1604962"/>
                    <a:pt x="603688" y="1592279"/>
                    <a:pt x="622067" y="1594980"/>
                  </a:cubicBezTo>
                  <a:cubicBezTo>
                    <a:pt x="640445" y="1597682"/>
                    <a:pt x="653148" y="1614743"/>
                    <a:pt x="650440" y="1633071"/>
                  </a:cubicBezTo>
                  <a:cubicBezTo>
                    <a:pt x="649075" y="1642313"/>
                    <a:pt x="643913" y="1650559"/>
                    <a:pt x="636194" y="1655848"/>
                  </a:cubicBezTo>
                  <a:cubicBezTo>
                    <a:pt x="630654" y="1659915"/>
                    <a:pt x="623975" y="1662161"/>
                    <a:pt x="617095" y="1662246"/>
                  </a:cubicBezTo>
                  <a:close/>
                  <a:moveTo>
                    <a:pt x="617095" y="1604236"/>
                  </a:moveTo>
                  <a:cubicBezTo>
                    <a:pt x="603557" y="1604265"/>
                    <a:pt x="592604" y="1615241"/>
                    <a:pt x="592631" y="1628734"/>
                  </a:cubicBezTo>
                  <a:cubicBezTo>
                    <a:pt x="592641" y="1633710"/>
                    <a:pt x="594165" y="1638545"/>
                    <a:pt x="597000" y="1642625"/>
                  </a:cubicBezTo>
                  <a:cubicBezTo>
                    <a:pt x="600698" y="1647971"/>
                    <a:pt x="606400" y="1651611"/>
                    <a:pt x="612820" y="1652720"/>
                  </a:cubicBezTo>
                  <a:lnTo>
                    <a:pt x="612820" y="1652720"/>
                  </a:lnTo>
                  <a:cubicBezTo>
                    <a:pt x="619216" y="1653971"/>
                    <a:pt x="625851" y="1652592"/>
                    <a:pt x="631205" y="1648881"/>
                  </a:cubicBezTo>
                  <a:cubicBezTo>
                    <a:pt x="636500" y="1645128"/>
                    <a:pt x="640127" y="1639469"/>
                    <a:pt x="641324" y="1633099"/>
                  </a:cubicBezTo>
                  <a:cubicBezTo>
                    <a:pt x="643660" y="1619805"/>
                    <a:pt x="634820" y="1607108"/>
                    <a:pt x="621514" y="1604663"/>
                  </a:cubicBezTo>
                  <a:close/>
                  <a:moveTo>
                    <a:pt x="34460" y="1580634"/>
                  </a:moveTo>
                  <a:cubicBezTo>
                    <a:pt x="32470" y="1580848"/>
                    <a:pt x="30463" y="1580848"/>
                    <a:pt x="28474" y="1580634"/>
                  </a:cubicBezTo>
                  <a:lnTo>
                    <a:pt x="28474" y="1580634"/>
                  </a:lnTo>
                  <a:cubicBezTo>
                    <a:pt x="10118" y="1577790"/>
                    <a:pt x="-2449" y="1560629"/>
                    <a:pt x="404" y="1542331"/>
                  </a:cubicBezTo>
                  <a:cubicBezTo>
                    <a:pt x="1858" y="1532989"/>
                    <a:pt x="7184" y="1524714"/>
                    <a:pt x="15076" y="1519496"/>
                  </a:cubicBezTo>
                  <a:cubicBezTo>
                    <a:pt x="30351" y="1508989"/>
                    <a:pt x="51266" y="1512814"/>
                    <a:pt x="61824" y="1528027"/>
                  </a:cubicBezTo>
                  <a:cubicBezTo>
                    <a:pt x="72372" y="1543283"/>
                    <a:pt x="68526" y="1564184"/>
                    <a:pt x="53235" y="1574705"/>
                  </a:cubicBezTo>
                  <a:cubicBezTo>
                    <a:pt x="47630" y="1578558"/>
                    <a:pt x="40984" y="1580620"/>
                    <a:pt x="34175" y="1580634"/>
                  </a:cubicBezTo>
                  <a:close/>
                  <a:moveTo>
                    <a:pt x="30041" y="1571250"/>
                  </a:moveTo>
                  <a:cubicBezTo>
                    <a:pt x="43363" y="1573653"/>
                    <a:pt x="56120" y="1564838"/>
                    <a:pt x="58535" y="1551544"/>
                  </a:cubicBezTo>
                  <a:cubicBezTo>
                    <a:pt x="58539" y="1551530"/>
                    <a:pt x="58542" y="1551501"/>
                    <a:pt x="58546" y="1551487"/>
                  </a:cubicBezTo>
                  <a:cubicBezTo>
                    <a:pt x="60971" y="1538221"/>
                    <a:pt x="52172" y="1525496"/>
                    <a:pt x="38878" y="1523051"/>
                  </a:cubicBezTo>
                  <a:cubicBezTo>
                    <a:pt x="32462" y="1521842"/>
                    <a:pt x="25826" y="1523278"/>
                    <a:pt x="20492" y="1527032"/>
                  </a:cubicBezTo>
                  <a:cubicBezTo>
                    <a:pt x="9337" y="1534681"/>
                    <a:pt x="6513" y="1549909"/>
                    <a:pt x="14185" y="1561042"/>
                  </a:cubicBezTo>
                  <a:cubicBezTo>
                    <a:pt x="17893" y="1566416"/>
                    <a:pt x="23602" y="1570098"/>
                    <a:pt x="30041" y="1571250"/>
                  </a:cubicBezTo>
                  <a:close/>
                  <a:moveTo>
                    <a:pt x="319649" y="1831585"/>
                  </a:moveTo>
                  <a:lnTo>
                    <a:pt x="315801" y="1831585"/>
                  </a:lnTo>
                  <a:lnTo>
                    <a:pt x="315801" y="1831585"/>
                  </a:lnTo>
                  <a:cubicBezTo>
                    <a:pt x="304353" y="1829495"/>
                    <a:pt x="296764" y="1818547"/>
                    <a:pt x="298841" y="1807129"/>
                  </a:cubicBezTo>
                  <a:cubicBezTo>
                    <a:pt x="300768" y="1795741"/>
                    <a:pt x="311579" y="1788077"/>
                    <a:pt x="322988" y="1789997"/>
                  </a:cubicBezTo>
                  <a:cubicBezTo>
                    <a:pt x="323111" y="1790025"/>
                    <a:pt x="323233" y="1790039"/>
                    <a:pt x="323355" y="1790068"/>
                  </a:cubicBezTo>
                  <a:cubicBezTo>
                    <a:pt x="334873" y="1792272"/>
                    <a:pt x="342423" y="1803362"/>
                    <a:pt x="340218" y="1814864"/>
                  </a:cubicBezTo>
                  <a:cubicBezTo>
                    <a:pt x="339185" y="1820239"/>
                    <a:pt x="336103" y="1825016"/>
                    <a:pt x="331621" y="1828172"/>
                  </a:cubicBezTo>
                  <a:cubicBezTo>
                    <a:pt x="328062" y="1830476"/>
                    <a:pt x="323892" y="1831670"/>
                    <a:pt x="319649" y="1831585"/>
                  </a:cubicBezTo>
                  <a:close/>
                  <a:moveTo>
                    <a:pt x="319649" y="1798598"/>
                  </a:moveTo>
                  <a:cubicBezTo>
                    <a:pt x="317205" y="1798598"/>
                    <a:pt x="314820" y="1799352"/>
                    <a:pt x="312808" y="1800731"/>
                  </a:cubicBezTo>
                  <a:cubicBezTo>
                    <a:pt x="307398" y="1804385"/>
                    <a:pt x="305980" y="1811722"/>
                    <a:pt x="309642" y="1817125"/>
                  </a:cubicBezTo>
                  <a:cubicBezTo>
                    <a:pt x="309699" y="1817196"/>
                    <a:pt x="309756" y="1817281"/>
                    <a:pt x="309815" y="1817367"/>
                  </a:cubicBezTo>
                  <a:cubicBezTo>
                    <a:pt x="311626" y="1820040"/>
                    <a:pt x="314464" y="1821831"/>
                    <a:pt x="317654" y="1822343"/>
                  </a:cubicBezTo>
                  <a:lnTo>
                    <a:pt x="317654" y="1822343"/>
                  </a:lnTo>
                  <a:cubicBezTo>
                    <a:pt x="324032" y="1823765"/>
                    <a:pt x="330351" y="1819755"/>
                    <a:pt x="331771" y="1813385"/>
                  </a:cubicBezTo>
                  <a:cubicBezTo>
                    <a:pt x="331823" y="1813144"/>
                    <a:pt x="331868" y="1812916"/>
                    <a:pt x="331906" y="1812675"/>
                  </a:cubicBezTo>
                  <a:cubicBezTo>
                    <a:pt x="333197" y="1806120"/>
                    <a:pt x="328923" y="1799779"/>
                    <a:pt x="322358" y="1798485"/>
                  </a:cubicBezTo>
                  <a:cubicBezTo>
                    <a:pt x="322310" y="1798471"/>
                    <a:pt x="322263" y="1798471"/>
                    <a:pt x="322214" y="1798456"/>
                  </a:cubicBezTo>
                  <a:close/>
                  <a:moveTo>
                    <a:pt x="226011" y="1099491"/>
                  </a:moveTo>
                  <a:lnTo>
                    <a:pt x="222020" y="1099491"/>
                  </a:lnTo>
                  <a:lnTo>
                    <a:pt x="222020" y="1099491"/>
                  </a:lnTo>
                  <a:cubicBezTo>
                    <a:pt x="210123" y="1097188"/>
                    <a:pt x="202261" y="1085814"/>
                    <a:pt x="204348" y="1073899"/>
                  </a:cubicBezTo>
                  <a:cubicBezTo>
                    <a:pt x="205361" y="1068140"/>
                    <a:pt x="208646" y="1063008"/>
                    <a:pt x="213469" y="1059681"/>
                  </a:cubicBezTo>
                  <a:cubicBezTo>
                    <a:pt x="218264" y="1056425"/>
                    <a:pt x="224141" y="1055145"/>
                    <a:pt x="229859" y="1056126"/>
                  </a:cubicBezTo>
                  <a:cubicBezTo>
                    <a:pt x="241750" y="1058358"/>
                    <a:pt x="249667" y="1069676"/>
                    <a:pt x="247675" y="1081577"/>
                  </a:cubicBezTo>
                  <a:cubicBezTo>
                    <a:pt x="246562" y="1087307"/>
                    <a:pt x="243298" y="1092382"/>
                    <a:pt x="238553" y="1095795"/>
                  </a:cubicBezTo>
                  <a:cubicBezTo>
                    <a:pt x="234795" y="1098269"/>
                    <a:pt x="230374" y="1099563"/>
                    <a:pt x="225869" y="1099491"/>
                  </a:cubicBezTo>
                  <a:close/>
                  <a:moveTo>
                    <a:pt x="226011" y="1064657"/>
                  </a:moveTo>
                  <a:cubicBezTo>
                    <a:pt x="223426" y="1064742"/>
                    <a:pt x="220913" y="1065524"/>
                    <a:pt x="218742" y="1066932"/>
                  </a:cubicBezTo>
                  <a:cubicBezTo>
                    <a:pt x="215915" y="1068894"/>
                    <a:pt x="214012" y="1071923"/>
                    <a:pt x="213469" y="1075321"/>
                  </a:cubicBezTo>
                  <a:cubicBezTo>
                    <a:pt x="212256" y="1082302"/>
                    <a:pt x="216894" y="1088956"/>
                    <a:pt x="223873" y="1090250"/>
                  </a:cubicBezTo>
                  <a:lnTo>
                    <a:pt x="223873" y="1090250"/>
                  </a:lnTo>
                  <a:cubicBezTo>
                    <a:pt x="230596" y="1090975"/>
                    <a:pt x="236769" y="1086482"/>
                    <a:pt x="238126" y="1079871"/>
                  </a:cubicBezTo>
                  <a:cubicBezTo>
                    <a:pt x="238726" y="1076487"/>
                    <a:pt x="237957" y="1073017"/>
                    <a:pt x="235988" y="1070202"/>
                  </a:cubicBezTo>
                  <a:cubicBezTo>
                    <a:pt x="234074" y="1067387"/>
                    <a:pt x="231085" y="1065482"/>
                    <a:pt x="227721" y="1064941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Dots">
              <a:extLst>
                <a:ext uri="{FF2B5EF4-FFF2-40B4-BE49-F238E27FC236}">
                  <a16:creationId xmlns:a16="http://schemas.microsoft.com/office/drawing/2014/main" id="{007F40DD-8BF9-4E86-8C28-787CFE448D83}"/>
                </a:ext>
              </a:extLst>
            </p:cNvPr>
            <p:cNvSpPr/>
            <p:nvPr/>
          </p:nvSpPr>
          <p:spPr>
            <a:xfrm>
              <a:off x="9581556" y="2505842"/>
              <a:ext cx="2309166" cy="2483088"/>
            </a:xfrm>
            <a:custGeom>
              <a:avLst/>
              <a:gdLst>
                <a:gd name="connsiteX0" fmla="*/ 2294915 w 2309166"/>
                <a:gd name="connsiteY0" fmla="*/ 1299115 h 2483088"/>
                <a:gd name="connsiteX1" fmla="*/ 2309167 w 2309166"/>
                <a:gd name="connsiteY1" fmla="*/ 1313333 h 2483088"/>
                <a:gd name="connsiteX2" fmla="*/ 2309167 w 2309166"/>
                <a:gd name="connsiteY2" fmla="*/ 1313333 h 2483088"/>
                <a:gd name="connsiteX3" fmla="*/ 2294915 w 2309166"/>
                <a:gd name="connsiteY3" fmla="*/ 1327551 h 2483088"/>
                <a:gd name="connsiteX4" fmla="*/ 2294915 w 2309166"/>
                <a:gd name="connsiteY4" fmla="*/ 1327551 h 2483088"/>
                <a:gd name="connsiteX5" fmla="*/ 2280662 w 2309166"/>
                <a:gd name="connsiteY5" fmla="*/ 1313333 h 2483088"/>
                <a:gd name="connsiteX6" fmla="*/ 2280662 w 2309166"/>
                <a:gd name="connsiteY6" fmla="*/ 1313333 h 2483088"/>
                <a:gd name="connsiteX7" fmla="*/ 2294915 w 2309166"/>
                <a:gd name="connsiteY7" fmla="*/ 1299115 h 2483088"/>
                <a:gd name="connsiteX8" fmla="*/ 1344996 w 2309166"/>
                <a:gd name="connsiteY8" fmla="*/ 1424661 h 2483088"/>
                <a:gd name="connsiteX9" fmla="*/ 1327466 w 2309166"/>
                <a:gd name="connsiteY9" fmla="*/ 1442149 h 2483088"/>
                <a:gd name="connsiteX10" fmla="*/ 1327466 w 2309166"/>
                <a:gd name="connsiteY10" fmla="*/ 1442149 h 2483088"/>
                <a:gd name="connsiteX11" fmla="*/ 1344996 w 2309166"/>
                <a:gd name="connsiteY11" fmla="*/ 1459496 h 2483088"/>
                <a:gd name="connsiteX12" fmla="*/ 1344996 w 2309166"/>
                <a:gd name="connsiteY12" fmla="*/ 1459496 h 2483088"/>
                <a:gd name="connsiteX13" fmla="*/ 1362384 w 2309166"/>
                <a:gd name="connsiteY13" fmla="*/ 1442149 h 2483088"/>
                <a:gd name="connsiteX14" fmla="*/ 1362384 w 2309166"/>
                <a:gd name="connsiteY14" fmla="*/ 1442149 h 2483088"/>
                <a:gd name="connsiteX15" fmla="*/ 1344996 w 2309166"/>
                <a:gd name="connsiteY15" fmla="*/ 1424661 h 2483088"/>
                <a:gd name="connsiteX16" fmla="*/ 1314068 w 2309166"/>
                <a:gd name="connsiteY16" fmla="*/ 1096932 h 2483088"/>
                <a:gd name="connsiteX17" fmla="*/ 1296681 w 2309166"/>
                <a:gd name="connsiteY17" fmla="*/ 1114279 h 2483088"/>
                <a:gd name="connsiteX18" fmla="*/ 1296681 w 2309166"/>
                <a:gd name="connsiteY18" fmla="*/ 1114279 h 2483088"/>
                <a:gd name="connsiteX19" fmla="*/ 1314068 w 2309166"/>
                <a:gd name="connsiteY19" fmla="*/ 1131767 h 2483088"/>
                <a:gd name="connsiteX20" fmla="*/ 1314068 w 2309166"/>
                <a:gd name="connsiteY20" fmla="*/ 1131767 h 2483088"/>
                <a:gd name="connsiteX21" fmla="*/ 1331599 w 2309166"/>
                <a:gd name="connsiteY21" fmla="*/ 1114279 h 2483088"/>
                <a:gd name="connsiteX22" fmla="*/ 1331599 w 2309166"/>
                <a:gd name="connsiteY22" fmla="*/ 1114279 h 2483088"/>
                <a:gd name="connsiteX23" fmla="*/ 1314211 w 2309166"/>
                <a:gd name="connsiteY23" fmla="*/ 1096932 h 2483088"/>
                <a:gd name="connsiteX24" fmla="*/ 1314068 w 2309166"/>
                <a:gd name="connsiteY24" fmla="*/ 1096932 h 2483088"/>
                <a:gd name="connsiteX25" fmla="*/ 1345566 w 2309166"/>
                <a:gd name="connsiteY25" fmla="*/ 1190630 h 2483088"/>
                <a:gd name="connsiteX26" fmla="*/ 1336445 w 2309166"/>
                <a:gd name="connsiteY26" fmla="*/ 1199730 h 2483088"/>
                <a:gd name="connsiteX27" fmla="*/ 1336445 w 2309166"/>
                <a:gd name="connsiteY27" fmla="*/ 1199730 h 2483088"/>
                <a:gd name="connsiteX28" fmla="*/ 1345566 w 2309166"/>
                <a:gd name="connsiteY28" fmla="*/ 1208687 h 2483088"/>
                <a:gd name="connsiteX29" fmla="*/ 1345566 w 2309166"/>
                <a:gd name="connsiteY29" fmla="*/ 1208687 h 2483088"/>
                <a:gd name="connsiteX30" fmla="*/ 1354545 w 2309166"/>
                <a:gd name="connsiteY30" fmla="*/ 1199730 h 2483088"/>
                <a:gd name="connsiteX31" fmla="*/ 1354545 w 2309166"/>
                <a:gd name="connsiteY31" fmla="*/ 1199730 h 2483088"/>
                <a:gd name="connsiteX32" fmla="*/ 1345566 w 2309166"/>
                <a:gd name="connsiteY32" fmla="*/ 1190630 h 2483088"/>
                <a:gd name="connsiteX33" fmla="*/ 1410984 w 2309166"/>
                <a:gd name="connsiteY33" fmla="*/ 1183094 h 2483088"/>
                <a:gd name="connsiteX34" fmla="*/ 1401863 w 2309166"/>
                <a:gd name="connsiteY34" fmla="*/ 1192194 h 2483088"/>
                <a:gd name="connsiteX35" fmla="*/ 1401863 w 2309166"/>
                <a:gd name="connsiteY35" fmla="*/ 1192194 h 2483088"/>
                <a:gd name="connsiteX36" fmla="*/ 1410984 w 2309166"/>
                <a:gd name="connsiteY36" fmla="*/ 1201152 h 2483088"/>
                <a:gd name="connsiteX37" fmla="*/ 1410984 w 2309166"/>
                <a:gd name="connsiteY37" fmla="*/ 1201152 h 2483088"/>
                <a:gd name="connsiteX38" fmla="*/ 1419963 w 2309166"/>
                <a:gd name="connsiteY38" fmla="*/ 1192194 h 2483088"/>
                <a:gd name="connsiteX39" fmla="*/ 1419963 w 2309166"/>
                <a:gd name="connsiteY39" fmla="*/ 1192194 h 2483088"/>
                <a:gd name="connsiteX40" fmla="*/ 1410984 w 2309166"/>
                <a:gd name="connsiteY40" fmla="*/ 1183094 h 2483088"/>
                <a:gd name="connsiteX41" fmla="*/ 1556216 w 2309166"/>
                <a:gd name="connsiteY41" fmla="*/ 1166317 h 2483088"/>
                <a:gd name="connsiteX42" fmla="*/ 1547237 w 2309166"/>
                <a:gd name="connsiteY42" fmla="*/ 1175274 h 2483088"/>
                <a:gd name="connsiteX43" fmla="*/ 1547237 w 2309166"/>
                <a:gd name="connsiteY43" fmla="*/ 1175274 h 2483088"/>
                <a:gd name="connsiteX44" fmla="*/ 1556216 w 2309166"/>
                <a:gd name="connsiteY44" fmla="*/ 1184374 h 2483088"/>
                <a:gd name="connsiteX45" fmla="*/ 1556216 w 2309166"/>
                <a:gd name="connsiteY45" fmla="*/ 1184374 h 2483088"/>
                <a:gd name="connsiteX46" fmla="*/ 1565337 w 2309166"/>
                <a:gd name="connsiteY46" fmla="*/ 1175274 h 2483088"/>
                <a:gd name="connsiteX47" fmla="*/ 1565337 w 2309166"/>
                <a:gd name="connsiteY47" fmla="*/ 1175274 h 2483088"/>
                <a:gd name="connsiteX48" fmla="*/ 1556216 w 2309166"/>
                <a:gd name="connsiteY48" fmla="*/ 1166317 h 2483088"/>
                <a:gd name="connsiteX49" fmla="*/ 2294915 w 2309166"/>
                <a:gd name="connsiteY49" fmla="*/ 1175417 h 2483088"/>
                <a:gd name="connsiteX50" fmla="*/ 2291067 w 2309166"/>
                <a:gd name="connsiteY50" fmla="*/ 1179256 h 2483088"/>
                <a:gd name="connsiteX51" fmla="*/ 2291067 w 2309166"/>
                <a:gd name="connsiteY51" fmla="*/ 1179256 h 2483088"/>
                <a:gd name="connsiteX52" fmla="*/ 2294915 w 2309166"/>
                <a:gd name="connsiteY52" fmla="*/ 1183094 h 2483088"/>
                <a:gd name="connsiteX53" fmla="*/ 2294915 w 2309166"/>
                <a:gd name="connsiteY53" fmla="*/ 1183094 h 2483088"/>
                <a:gd name="connsiteX54" fmla="*/ 2298763 w 2309166"/>
                <a:gd name="connsiteY54" fmla="*/ 1179256 h 2483088"/>
                <a:gd name="connsiteX55" fmla="*/ 2298763 w 2309166"/>
                <a:gd name="connsiteY55" fmla="*/ 1179256 h 2483088"/>
                <a:gd name="connsiteX56" fmla="*/ 2294915 w 2309166"/>
                <a:gd name="connsiteY56" fmla="*/ 1175417 h 2483088"/>
                <a:gd name="connsiteX57" fmla="*/ 2237050 w 2309166"/>
                <a:gd name="connsiteY57" fmla="*/ 1197739 h 2483088"/>
                <a:gd name="connsiteX58" fmla="*/ 2233202 w 2309166"/>
                <a:gd name="connsiteY58" fmla="*/ 1201578 h 2483088"/>
                <a:gd name="connsiteX59" fmla="*/ 2233202 w 2309166"/>
                <a:gd name="connsiteY59" fmla="*/ 1201578 h 2483088"/>
                <a:gd name="connsiteX60" fmla="*/ 2237050 w 2309166"/>
                <a:gd name="connsiteY60" fmla="*/ 1205559 h 2483088"/>
                <a:gd name="connsiteX61" fmla="*/ 2237050 w 2309166"/>
                <a:gd name="connsiteY61" fmla="*/ 1205559 h 2483088"/>
                <a:gd name="connsiteX62" fmla="*/ 2240898 w 2309166"/>
                <a:gd name="connsiteY62" fmla="*/ 1201578 h 2483088"/>
                <a:gd name="connsiteX63" fmla="*/ 2240898 w 2309166"/>
                <a:gd name="connsiteY63" fmla="*/ 1201578 h 2483088"/>
                <a:gd name="connsiteX64" fmla="*/ 2237050 w 2309166"/>
                <a:gd name="connsiteY64" fmla="*/ 1197739 h 2483088"/>
                <a:gd name="connsiteX65" fmla="*/ 2222798 w 2309166"/>
                <a:gd name="connsiteY65" fmla="*/ 1169303 h 2483088"/>
                <a:gd name="connsiteX66" fmla="*/ 2218950 w 2309166"/>
                <a:gd name="connsiteY66" fmla="*/ 1173142 h 2483088"/>
                <a:gd name="connsiteX67" fmla="*/ 2218950 w 2309166"/>
                <a:gd name="connsiteY67" fmla="*/ 1173142 h 2483088"/>
                <a:gd name="connsiteX68" fmla="*/ 2222798 w 2309166"/>
                <a:gd name="connsiteY68" fmla="*/ 1176981 h 2483088"/>
                <a:gd name="connsiteX69" fmla="*/ 2222798 w 2309166"/>
                <a:gd name="connsiteY69" fmla="*/ 1176981 h 2483088"/>
                <a:gd name="connsiteX70" fmla="*/ 2226646 w 2309166"/>
                <a:gd name="connsiteY70" fmla="*/ 1173142 h 2483088"/>
                <a:gd name="connsiteX71" fmla="*/ 2226646 w 2309166"/>
                <a:gd name="connsiteY71" fmla="*/ 1173142 h 2483088"/>
                <a:gd name="connsiteX72" fmla="*/ 2222798 w 2309166"/>
                <a:gd name="connsiteY72" fmla="*/ 1169303 h 2483088"/>
                <a:gd name="connsiteX73" fmla="*/ 2146690 w 2309166"/>
                <a:gd name="connsiteY73" fmla="*/ 1021150 h 2483088"/>
                <a:gd name="connsiteX74" fmla="*/ 2142842 w 2309166"/>
                <a:gd name="connsiteY74" fmla="*/ 1024989 h 2483088"/>
                <a:gd name="connsiteX75" fmla="*/ 2142842 w 2309166"/>
                <a:gd name="connsiteY75" fmla="*/ 1024989 h 2483088"/>
                <a:gd name="connsiteX76" fmla="*/ 2146690 w 2309166"/>
                <a:gd name="connsiteY76" fmla="*/ 1028827 h 2483088"/>
                <a:gd name="connsiteX77" fmla="*/ 2146690 w 2309166"/>
                <a:gd name="connsiteY77" fmla="*/ 1028827 h 2483088"/>
                <a:gd name="connsiteX78" fmla="*/ 2150538 w 2309166"/>
                <a:gd name="connsiteY78" fmla="*/ 1024989 h 2483088"/>
                <a:gd name="connsiteX79" fmla="*/ 2150538 w 2309166"/>
                <a:gd name="connsiteY79" fmla="*/ 1024989 h 2483088"/>
                <a:gd name="connsiteX80" fmla="*/ 2146690 w 2309166"/>
                <a:gd name="connsiteY80" fmla="*/ 1021150 h 2483088"/>
                <a:gd name="connsiteX81" fmla="*/ 1840978 w 2309166"/>
                <a:gd name="connsiteY81" fmla="*/ 1135890 h 2483088"/>
                <a:gd name="connsiteX82" fmla="*/ 1834564 w 2309166"/>
                <a:gd name="connsiteY82" fmla="*/ 1142288 h 2483088"/>
                <a:gd name="connsiteX83" fmla="*/ 1834564 w 2309166"/>
                <a:gd name="connsiteY83" fmla="*/ 1142288 h 2483088"/>
                <a:gd name="connsiteX84" fmla="*/ 1840978 w 2309166"/>
                <a:gd name="connsiteY84" fmla="*/ 1148829 h 2483088"/>
                <a:gd name="connsiteX85" fmla="*/ 1840978 w 2309166"/>
                <a:gd name="connsiteY85" fmla="*/ 1148829 h 2483088"/>
                <a:gd name="connsiteX86" fmla="*/ 1847534 w 2309166"/>
                <a:gd name="connsiteY86" fmla="*/ 1142288 h 2483088"/>
                <a:gd name="connsiteX87" fmla="*/ 1847534 w 2309166"/>
                <a:gd name="connsiteY87" fmla="*/ 1142288 h 2483088"/>
                <a:gd name="connsiteX88" fmla="*/ 1840978 w 2309166"/>
                <a:gd name="connsiteY88" fmla="*/ 1135890 h 2483088"/>
                <a:gd name="connsiteX89" fmla="*/ 1780263 w 2309166"/>
                <a:gd name="connsiteY89" fmla="*/ 1377599 h 2483088"/>
                <a:gd name="connsiteX90" fmla="*/ 1773706 w 2309166"/>
                <a:gd name="connsiteY90" fmla="*/ 1384139 h 2483088"/>
                <a:gd name="connsiteX91" fmla="*/ 1773706 w 2309166"/>
                <a:gd name="connsiteY91" fmla="*/ 1384139 h 2483088"/>
                <a:gd name="connsiteX92" fmla="*/ 1780263 w 2309166"/>
                <a:gd name="connsiteY92" fmla="*/ 1390537 h 2483088"/>
                <a:gd name="connsiteX93" fmla="*/ 1780263 w 2309166"/>
                <a:gd name="connsiteY93" fmla="*/ 1390537 h 2483088"/>
                <a:gd name="connsiteX94" fmla="*/ 1786676 w 2309166"/>
                <a:gd name="connsiteY94" fmla="*/ 1384139 h 2483088"/>
                <a:gd name="connsiteX95" fmla="*/ 1786676 w 2309166"/>
                <a:gd name="connsiteY95" fmla="*/ 1384139 h 2483088"/>
                <a:gd name="connsiteX96" fmla="*/ 1780263 w 2309166"/>
                <a:gd name="connsiteY96" fmla="*/ 1377599 h 2483088"/>
                <a:gd name="connsiteX97" fmla="*/ 1642443 w 2309166"/>
                <a:gd name="connsiteY97" fmla="*/ 1242953 h 2483088"/>
                <a:gd name="connsiteX98" fmla="*/ 1635886 w 2309166"/>
                <a:gd name="connsiteY98" fmla="*/ 1249351 h 2483088"/>
                <a:gd name="connsiteX99" fmla="*/ 1635886 w 2309166"/>
                <a:gd name="connsiteY99" fmla="*/ 1249351 h 2483088"/>
                <a:gd name="connsiteX100" fmla="*/ 1642443 w 2309166"/>
                <a:gd name="connsiteY100" fmla="*/ 1255891 h 2483088"/>
                <a:gd name="connsiteX101" fmla="*/ 1642443 w 2309166"/>
                <a:gd name="connsiteY101" fmla="*/ 1255891 h 2483088"/>
                <a:gd name="connsiteX102" fmla="*/ 1648856 w 2309166"/>
                <a:gd name="connsiteY102" fmla="*/ 1249351 h 2483088"/>
                <a:gd name="connsiteX103" fmla="*/ 1648856 w 2309166"/>
                <a:gd name="connsiteY103" fmla="*/ 1249351 h 2483088"/>
                <a:gd name="connsiteX104" fmla="*/ 1642443 w 2309166"/>
                <a:gd name="connsiteY104" fmla="*/ 1242953 h 2483088"/>
                <a:gd name="connsiteX105" fmla="*/ 1651849 w 2309166"/>
                <a:gd name="connsiteY105" fmla="*/ 1048733 h 2483088"/>
                <a:gd name="connsiteX106" fmla="*/ 1645435 w 2309166"/>
                <a:gd name="connsiteY106" fmla="*/ 1055273 h 2483088"/>
                <a:gd name="connsiteX107" fmla="*/ 1645435 w 2309166"/>
                <a:gd name="connsiteY107" fmla="*/ 1055273 h 2483088"/>
                <a:gd name="connsiteX108" fmla="*/ 1651849 w 2309166"/>
                <a:gd name="connsiteY108" fmla="*/ 1061671 h 2483088"/>
                <a:gd name="connsiteX109" fmla="*/ 1651849 w 2309166"/>
                <a:gd name="connsiteY109" fmla="*/ 1061671 h 2483088"/>
                <a:gd name="connsiteX110" fmla="*/ 1658405 w 2309166"/>
                <a:gd name="connsiteY110" fmla="*/ 1055273 h 2483088"/>
                <a:gd name="connsiteX111" fmla="*/ 1658405 w 2309166"/>
                <a:gd name="connsiteY111" fmla="*/ 1055273 h 2483088"/>
                <a:gd name="connsiteX112" fmla="*/ 1651849 w 2309166"/>
                <a:gd name="connsiteY112" fmla="*/ 1048733 h 2483088"/>
                <a:gd name="connsiteX113" fmla="*/ 1398300 w 2309166"/>
                <a:gd name="connsiteY113" fmla="*/ 1092951 h 2483088"/>
                <a:gd name="connsiteX114" fmla="*/ 1391886 w 2309166"/>
                <a:gd name="connsiteY114" fmla="*/ 1099492 h 2483088"/>
                <a:gd name="connsiteX115" fmla="*/ 1391886 w 2309166"/>
                <a:gd name="connsiteY115" fmla="*/ 1099492 h 2483088"/>
                <a:gd name="connsiteX116" fmla="*/ 1398300 w 2309166"/>
                <a:gd name="connsiteY116" fmla="*/ 1106032 h 2483088"/>
                <a:gd name="connsiteX117" fmla="*/ 1398300 w 2309166"/>
                <a:gd name="connsiteY117" fmla="*/ 1106032 h 2483088"/>
                <a:gd name="connsiteX118" fmla="*/ 1404856 w 2309166"/>
                <a:gd name="connsiteY118" fmla="*/ 1099492 h 2483088"/>
                <a:gd name="connsiteX119" fmla="*/ 1404856 w 2309166"/>
                <a:gd name="connsiteY119" fmla="*/ 1099492 h 2483088"/>
                <a:gd name="connsiteX120" fmla="*/ 1398300 w 2309166"/>
                <a:gd name="connsiteY120" fmla="*/ 1092951 h 2483088"/>
                <a:gd name="connsiteX121" fmla="*/ 1478683 w 2309166"/>
                <a:gd name="connsiteY121" fmla="*/ 773611 h 2483088"/>
                <a:gd name="connsiteX122" fmla="*/ 1472127 w 2309166"/>
                <a:gd name="connsiteY122" fmla="*/ 780152 h 2483088"/>
                <a:gd name="connsiteX123" fmla="*/ 1472127 w 2309166"/>
                <a:gd name="connsiteY123" fmla="*/ 780152 h 2483088"/>
                <a:gd name="connsiteX124" fmla="*/ 1478683 w 2309166"/>
                <a:gd name="connsiteY124" fmla="*/ 786550 h 2483088"/>
                <a:gd name="connsiteX125" fmla="*/ 1478683 w 2309166"/>
                <a:gd name="connsiteY125" fmla="*/ 786550 h 2483088"/>
                <a:gd name="connsiteX126" fmla="*/ 1485097 w 2309166"/>
                <a:gd name="connsiteY126" fmla="*/ 780152 h 2483088"/>
                <a:gd name="connsiteX127" fmla="*/ 1485097 w 2309166"/>
                <a:gd name="connsiteY127" fmla="*/ 780152 h 2483088"/>
                <a:gd name="connsiteX128" fmla="*/ 1478683 w 2309166"/>
                <a:gd name="connsiteY128" fmla="*/ 773611 h 2483088"/>
                <a:gd name="connsiteX129" fmla="*/ 1614365 w 2309166"/>
                <a:gd name="connsiteY129" fmla="*/ 909679 h 2483088"/>
                <a:gd name="connsiteX130" fmla="*/ 1607952 w 2309166"/>
                <a:gd name="connsiteY130" fmla="*/ 916220 h 2483088"/>
                <a:gd name="connsiteX131" fmla="*/ 1607952 w 2309166"/>
                <a:gd name="connsiteY131" fmla="*/ 916220 h 2483088"/>
                <a:gd name="connsiteX132" fmla="*/ 1614365 w 2309166"/>
                <a:gd name="connsiteY132" fmla="*/ 922618 h 2483088"/>
                <a:gd name="connsiteX133" fmla="*/ 1614365 w 2309166"/>
                <a:gd name="connsiteY133" fmla="*/ 922618 h 2483088"/>
                <a:gd name="connsiteX134" fmla="*/ 1620921 w 2309166"/>
                <a:gd name="connsiteY134" fmla="*/ 916220 h 2483088"/>
                <a:gd name="connsiteX135" fmla="*/ 1620921 w 2309166"/>
                <a:gd name="connsiteY135" fmla="*/ 916220 h 2483088"/>
                <a:gd name="connsiteX136" fmla="*/ 1614365 w 2309166"/>
                <a:gd name="connsiteY136" fmla="*/ 909679 h 2483088"/>
                <a:gd name="connsiteX137" fmla="*/ 1762590 w 2309166"/>
                <a:gd name="connsiteY137" fmla="*/ 1057690 h 2483088"/>
                <a:gd name="connsiteX138" fmla="*/ 1756176 w 2309166"/>
                <a:gd name="connsiteY138" fmla="*/ 1064089 h 2483088"/>
                <a:gd name="connsiteX139" fmla="*/ 1756176 w 2309166"/>
                <a:gd name="connsiteY139" fmla="*/ 1064089 h 2483088"/>
                <a:gd name="connsiteX140" fmla="*/ 1762590 w 2309166"/>
                <a:gd name="connsiteY140" fmla="*/ 1070629 h 2483088"/>
                <a:gd name="connsiteX141" fmla="*/ 1762590 w 2309166"/>
                <a:gd name="connsiteY141" fmla="*/ 1070629 h 2483088"/>
                <a:gd name="connsiteX142" fmla="*/ 1769146 w 2309166"/>
                <a:gd name="connsiteY142" fmla="*/ 1064089 h 2483088"/>
                <a:gd name="connsiteX143" fmla="*/ 1769146 w 2309166"/>
                <a:gd name="connsiteY143" fmla="*/ 1064089 h 2483088"/>
                <a:gd name="connsiteX144" fmla="*/ 1762732 w 2309166"/>
                <a:gd name="connsiteY144" fmla="*/ 1057690 h 2483088"/>
                <a:gd name="connsiteX145" fmla="*/ 1762590 w 2309166"/>
                <a:gd name="connsiteY145" fmla="*/ 1057690 h 2483088"/>
                <a:gd name="connsiteX146" fmla="*/ 1701590 w 2309166"/>
                <a:gd name="connsiteY146" fmla="*/ 1150962 h 2483088"/>
                <a:gd name="connsiteX147" fmla="*/ 1695176 w 2309166"/>
                <a:gd name="connsiteY147" fmla="*/ 1157502 h 2483088"/>
                <a:gd name="connsiteX148" fmla="*/ 1695176 w 2309166"/>
                <a:gd name="connsiteY148" fmla="*/ 1157502 h 2483088"/>
                <a:gd name="connsiteX149" fmla="*/ 1701590 w 2309166"/>
                <a:gd name="connsiteY149" fmla="*/ 1163900 h 2483088"/>
                <a:gd name="connsiteX150" fmla="*/ 1701590 w 2309166"/>
                <a:gd name="connsiteY150" fmla="*/ 1163900 h 2483088"/>
                <a:gd name="connsiteX151" fmla="*/ 1708146 w 2309166"/>
                <a:gd name="connsiteY151" fmla="*/ 1157502 h 2483088"/>
                <a:gd name="connsiteX152" fmla="*/ 1708146 w 2309166"/>
                <a:gd name="connsiteY152" fmla="*/ 1157502 h 2483088"/>
                <a:gd name="connsiteX153" fmla="*/ 1701590 w 2309166"/>
                <a:gd name="connsiteY153" fmla="*/ 1150962 h 2483088"/>
                <a:gd name="connsiteX154" fmla="*/ 1810905 w 2309166"/>
                <a:gd name="connsiteY154" fmla="*/ 1257740 h 2483088"/>
                <a:gd name="connsiteX155" fmla="*/ 1804349 w 2309166"/>
                <a:gd name="connsiteY155" fmla="*/ 1264280 h 2483088"/>
                <a:gd name="connsiteX156" fmla="*/ 1804349 w 2309166"/>
                <a:gd name="connsiteY156" fmla="*/ 1264280 h 2483088"/>
                <a:gd name="connsiteX157" fmla="*/ 1810905 w 2309166"/>
                <a:gd name="connsiteY157" fmla="*/ 1270678 h 2483088"/>
                <a:gd name="connsiteX158" fmla="*/ 1810905 w 2309166"/>
                <a:gd name="connsiteY158" fmla="*/ 1270678 h 2483088"/>
                <a:gd name="connsiteX159" fmla="*/ 1817461 w 2309166"/>
                <a:gd name="connsiteY159" fmla="*/ 1264280 h 2483088"/>
                <a:gd name="connsiteX160" fmla="*/ 1817461 w 2309166"/>
                <a:gd name="connsiteY160" fmla="*/ 1264280 h 2483088"/>
                <a:gd name="connsiteX161" fmla="*/ 1810905 w 2309166"/>
                <a:gd name="connsiteY161" fmla="*/ 1257740 h 2483088"/>
                <a:gd name="connsiteX162" fmla="*/ 2024690 w 2309166"/>
                <a:gd name="connsiteY162" fmla="*/ 1280347 h 2483088"/>
                <a:gd name="connsiteX163" fmla="*/ 2018277 w 2309166"/>
                <a:gd name="connsiteY163" fmla="*/ 1286745 h 2483088"/>
                <a:gd name="connsiteX164" fmla="*/ 2018277 w 2309166"/>
                <a:gd name="connsiteY164" fmla="*/ 1286887 h 2483088"/>
                <a:gd name="connsiteX165" fmla="*/ 2018277 w 2309166"/>
                <a:gd name="connsiteY165" fmla="*/ 1286887 h 2483088"/>
                <a:gd name="connsiteX166" fmla="*/ 2024690 w 2309166"/>
                <a:gd name="connsiteY166" fmla="*/ 1293285 h 2483088"/>
                <a:gd name="connsiteX167" fmla="*/ 2024690 w 2309166"/>
                <a:gd name="connsiteY167" fmla="*/ 1293285 h 2483088"/>
                <a:gd name="connsiteX168" fmla="*/ 2031246 w 2309166"/>
                <a:gd name="connsiteY168" fmla="*/ 1286887 h 2483088"/>
                <a:gd name="connsiteX169" fmla="*/ 2031246 w 2309166"/>
                <a:gd name="connsiteY169" fmla="*/ 1286887 h 2483088"/>
                <a:gd name="connsiteX170" fmla="*/ 2024690 w 2309166"/>
                <a:gd name="connsiteY170" fmla="*/ 1280347 h 2483088"/>
                <a:gd name="connsiteX171" fmla="*/ 1939176 w 2309166"/>
                <a:gd name="connsiteY171" fmla="*/ 800199 h 2483088"/>
                <a:gd name="connsiteX172" fmla="*/ 1932620 w 2309166"/>
                <a:gd name="connsiteY172" fmla="*/ 806740 h 2483088"/>
                <a:gd name="connsiteX173" fmla="*/ 1932620 w 2309166"/>
                <a:gd name="connsiteY173" fmla="*/ 806740 h 2483088"/>
                <a:gd name="connsiteX174" fmla="*/ 1939176 w 2309166"/>
                <a:gd name="connsiteY174" fmla="*/ 813138 h 2483088"/>
                <a:gd name="connsiteX175" fmla="*/ 1939176 w 2309166"/>
                <a:gd name="connsiteY175" fmla="*/ 813138 h 2483088"/>
                <a:gd name="connsiteX176" fmla="*/ 1945590 w 2309166"/>
                <a:gd name="connsiteY176" fmla="*/ 806740 h 2483088"/>
                <a:gd name="connsiteX177" fmla="*/ 1945590 w 2309166"/>
                <a:gd name="connsiteY177" fmla="*/ 806740 h 2483088"/>
                <a:gd name="connsiteX178" fmla="*/ 1939176 w 2309166"/>
                <a:gd name="connsiteY178" fmla="*/ 800199 h 2483088"/>
                <a:gd name="connsiteX179" fmla="*/ 1332597 w 2309166"/>
                <a:gd name="connsiteY179" fmla="*/ 616643 h 2483088"/>
                <a:gd name="connsiteX180" fmla="*/ 1323903 w 2309166"/>
                <a:gd name="connsiteY180" fmla="*/ 625316 h 2483088"/>
                <a:gd name="connsiteX181" fmla="*/ 1323903 w 2309166"/>
                <a:gd name="connsiteY181" fmla="*/ 625458 h 2483088"/>
                <a:gd name="connsiteX182" fmla="*/ 1323903 w 2309166"/>
                <a:gd name="connsiteY182" fmla="*/ 625458 h 2483088"/>
                <a:gd name="connsiteX183" fmla="*/ 1332454 w 2309166"/>
                <a:gd name="connsiteY183" fmla="*/ 634273 h 2483088"/>
                <a:gd name="connsiteX184" fmla="*/ 1332597 w 2309166"/>
                <a:gd name="connsiteY184" fmla="*/ 634273 h 2483088"/>
                <a:gd name="connsiteX185" fmla="*/ 1332597 w 2309166"/>
                <a:gd name="connsiteY185" fmla="*/ 634273 h 2483088"/>
                <a:gd name="connsiteX186" fmla="*/ 1341433 w 2309166"/>
                <a:gd name="connsiteY186" fmla="*/ 625458 h 2483088"/>
                <a:gd name="connsiteX187" fmla="*/ 1341433 w 2309166"/>
                <a:gd name="connsiteY187" fmla="*/ 625458 h 2483088"/>
                <a:gd name="connsiteX188" fmla="*/ 1332597 w 2309166"/>
                <a:gd name="connsiteY188" fmla="*/ 616643 h 2483088"/>
                <a:gd name="connsiteX189" fmla="*/ 1348274 w 2309166"/>
                <a:gd name="connsiteY189" fmla="*/ 723137 h 2483088"/>
                <a:gd name="connsiteX190" fmla="*/ 1339438 w 2309166"/>
                <a:gd name="connsiteY190" fmla="*/ 731952 h 2483088"/>
                <a:gd name="connsiteX191" fmla="*/ 1339438 w 2309166"/>
                <a:gd name="connsiteY191" fmla="*/ 731952 h 2483088"/>
                <a:gd name="connsiteX192" fmla="*/ 1348274 w 2309166"/>
                <a:gd name="connsiteY192" fmla="*/ 740767 h 2483088"/>
                <a:gd name="connsiteX193" fmla="*/ 1348274 w 2309166"/>
                <a:gd name="connsiteY193" fmla="*/ 740767 h 2483088"/>
                <a:gd name="connsiteX194" fmla="*/ 1357111 w 2309166"/>
                <a:gd name="connsiteY194" fmla="*/ 731952 h 2483088"/>
                <a:gd name="connsiteX195" fmla="*/ 1357111 w 2309166"/>
                <a:gd name="connsiteY195" fmla="*/ 731952 h 2483088"/>
                <a:gd name="connsiteX196" fmla="*/ 1348274 w 2309166"/>
                <a:gd name="connsiteY196" fmla="*/ 723137 h 2483088"/>
                <a:gd name="connsiteX197" fmla="*/ 1310220 w 2309166"/>
                <a:gd name="connsiteY197" fmla="*/ 708919 h 2483088"/>
                <a:gd name="connsiteX198" fmla="*/ 1301526 w 2309166"/>
                <a:gd name="connsiteY198" fmla="*/ 717592 h 2483088"/>
                <a:gd name="connsiteX199" fmla="*/ 1301526 w 2309166"/>
                <a:gd name="connsiteY199" fmla="*/ 717592 h 2483088"/>
                <a:gd name="connsiteX200" fmla="*/ 1310078 w 2309166"/>
                <a:gd name="connsiteY200" fmla="*/ 726407 h 2483088"/>
                <a:gd name="connsiteX201" fmla="*/ 1310220 w 2309166"/>
                <a:gd name="connsiteY201" fmla="*/ 726407 h 2483088"/>
                <a:gd name="connsiteX202" fmla="*/ 1310220 w 2309166"/>
                <a:gd name="connsiteY202" fmla="*/ 726407 h 2483088"/>
                <a:gd name="connsiteX203" fmla="*/ 1319057 w 2309166"/>
                <a:gd name="connsiteY203" fmla="*/ 717876 h 2483088"/>
                <a:gd name="connsiteX204" fmla="*/ 1319057 w 2309166"/>
                <a:gd name="connsiteY204" fmla="*/ 717592 h 2483088"/>
                <a:gd name="connsiteX205" fmla="*/ 1319057 w 2309166"/>
                <a:gd name="connsiteY205" fmla="*/ 717592 h 2483088"/>
                <a:gd name="connsiteX206" fmla="*/ 1310363 w 2309166"/>
                <a:gd name="connsiteY206" fmla="*/ 708919 h 2483088"/>
                <a:gd name="connsiteX207" fmla="*/ 1310220 w 2309166"/>
                <a:gd name="connsiteY207" fmla="*/ 708919 h 2483088"/>
                <a:gd name="connsiteX208" fmla="*/ 1254066 w 2309166"/>
                <a:gd name="connsiteY208" fmla="*/ 936409 h 2483088"/>
                <a:gd name="connsiteX209" fmla="*/ 1245230 w 2309166"/>
                <a:gd name="connsiteY209" fmla="*/ 945225 h 2483088"/>
                <a:gd name="connsiteX210" fmla="*/ 1245230 w 2309166"/>
                <a:gd name="connsiteY210" fmla="*/ 945225 h 2483088"/>
                <a:gd name="connsiteX211" fmla="*/ 1254066 w 2309166"/>
                <a:gd name="connsiteY211" fmla="*/ 954040 h 2483088"/>
                <a:gd name="connsiteX212" fmla="*/ 1254066 w 2309166"/>
                <a:gd name="connsiteY212" fmla="*/ 954040 h 2483088"/>
                <a:gd name="connsiteX213" fmla="*/ 1262903 w 2309166"/>
                <a:gd name="connsiteY213" fmla="*/ 945225 h 2483088"/>
                <a:gd name="connsiteX214" fmla="*/ 1262903 w 2309166"/>
                <a:gd name="connsiteY214" fmla="*/ 945225 h 2483088"/>
                <a:gd name="connsiteX215" fmla="*/ 1254066 w 2309166"/>
                <a:gd name="connsiteY215" fmla="*/ 936409 h 2483088"/>
                <a:gd name="connsiteX216" fmla="*/ 1372646 w 2309166"/>
                <a:gd name="connsiteY216" fmla="*/ 899158 h 2483088"/>
                <a:gd name="connsiteX217" fmla="*/ 1363809 w 2309166"/>
                <a:gd name="connsiteY217" fmla="*/ 907973 h 2483088"/>
                <a:gd name="connsiteX218" fmla="*/ 1363809 w 2309166"/>
                <a:gd name="connsiteY218" fmla="*/ 907973 h 2483088"/>
                <a:gd name="connsiteX219" fmla="*/ 1372646 w 2309166"/>
                <a:gd name="connsiteY219" fmla="*/ 916788 h 2483088"/>
                <a:gd name="connsiteX220" fmla="*/ 1372646 w 2309166"/>
                <a:gd name="connsiteY220" fmla="*/ 916788 h 2483088"/>
                <a:gd name="connsiteX221" fmla="*/ 1381482 w 2309166"/>
                <a:gd name="connsiteY221" fmla="*/ 907973 h 2483088"/>
                <a:gd name="connsiteX222" fmla="*/ 1381482 w 2309166"/>
                <a:gd name="connsiteY222" fmla="*/ 907973 h 2483088"/>
                <a:gd name="connsiteX223" fmla="*/ 1372646 w 2309166"/>
                <a:gd name="connsiteY223" fmla="*/ 899158 h 2483088"/>
                <a:gd name="connsiteX224" fmla="*/ 1279720 w 2309166"/>
                <a:gd name="connsiteY224" fmla="*/ 1010486 h 2483088"/>
                <a:gd name="connsiteX225" fmla="*/ 1270884 w 2309166"/>
                <a:gd name="connsiteY225" fmla="*/ 1019301 h 2483088"/>
                <a:gd name="connsiteX226" fmla="*/ 1270884 w 2309166"/>
                <a:gd name="connsiteY226" fmla="*/ 1019301 h 2483088"/>
                <a:gd name="connsiteX227" fmla="*/ 1279720 w 2309166"/>
                <a:gd name="connsiteY227" fmla="*/ 1028117 h 2483088"/>
                <a:gd name="connsiteX228" fmla="*/ 1279720 w 2309166"/>
                <a:gd name="connsiteY228" fmla="*/ 1028117 h 2483088"/>
                <a:gd name="connsiteX229" fmla="*/ 1288414 w 2309166"/>
                <a:gd name="connsiteY229" fmla="*/ 1019444 h 2483088"/>
                <a:gd name="connsiteX230" fmla="*/ 1288414 w 2309166"/>
                <a:gd name="connsiteY230" fmla="*/ 1019301 h 2483088"/>
                <a:gd name="connsiteX231" fmla="*/ 1288414 w 2309166"/>
                <a:gd name="connsiteY231" fmla="*/ 1019301 h 2483088"/>
                <a:gd name="connsiteX232" fmla="*/ 1279863 w 2309166"/>
                <a:gd name="connsiteY232" fmla="*/ 1010486 h 2483088"/>
                <a:gd name="connsiteX233" fmla="*/ 1279720 w 2309166"/>
                <a:gd name="connsiteY233" fmla="*/ 1010486 h 2483088"/>
                <a:gd name="connsiteX234" fmla="*/ 1041991 w 2309166"/>
                <a:gd name="connsiteY234" fmla="*/ 521523 h 2483088"/>
                <a:gd name="connsiteX235" fmla="*/ 1035293 w 2309166"/>
                <a:gd name="connsiteY235" fmla="*/ 528206 h 2483088"/>
                <a:gd name="connsiteX236" fmla="*/ 1035293 w 2309166"/>
                <a:gd name="connsiteY236" fmla="*/ 528206 h 2483088"/>
                <a:gd name="connsiteX237" fmla="*/ 1041847 w 2309166"/>
                <a:gd name="connsiteY237" fmla="*/ 535031 h 2483088"/>
                <a:gd name="connsiteX238" fmla="*/ 1041991 w 2309166"/>
                <a:gd name="connsiteY238" fmla="*/ 535031 h 2483088"/>
                <a:gd name="connsiteX239" fmla="*/ 1041991 w 2309166"/>
                <a:gd name="connsiteY239" fmla="*/ 535031 h 2483088"/>
                <a:gd name="connsiteX240" fmla="*/ 1048833 w 2309166"/>
                <a:gd name="connsiteY240" fmla="*/ 528490 h 2483088"/>
                <a:gd name="connsiteX241" fmla="*/ 1048833 w 2309166"/>
                <a:gd name="connsiteY241" fmla="*/ 528206 h 2483088"/>
                <a:gd name="connsiteX242" fmla="*/ 1048833 w 2309166"/>
                <a:gd name="connsiteY242" fmla="*/ 528206 h 2483088"/>
                <a:gd name="connsiteX243" fmla="*/ 1042135 w 2309166"/>
                <a:gd name="connsiteY243" fmla="*/ 521523 h 2483088"/>
                <a:gd name="connsiteX244" fmla="*/ 1041991 w 2309166"/>
                <a:gd name="connsiteY244" fmla="*/ 521523 h 2483088"/>
                <a:gd name="connsiteX245" fmla="*/ 1015339 w 2309166"/>
                <a:gd name="connsiteY245" fmla="*/ 597448 h 2483088"/>
                <a:gd name="connsiteX246" fmla="*/ 1008498 w 2309166"/>
                <a:gd name="connsiteY246" fmla="*/ 603989 h 2483088"/>
                <a:gd name="connsiteX247" fmla="*/ 1008498 w 2309166"/>
                <a:gd name="connsiteY247" fmla="*/ 604273 h 2483088"/>
                <a:gd name="connsiteX248" fmla="*/ 1008498 w 2309166"/>
                <a:gd name="connsiteY248" fmla="*/ 604273 h 2483088"/>
                <a:gd name="connsiteX249" fmla="*/ 1015196 w 2309166"/>
                <a:gd name="connsiteY249" fmla="*/ 610956 h 2483088"/>
                <a:gd name="connsiteX250" fmla="*/ 1015339 w 2309166"/>
                <a:gd name="connsiteY250" fmla="*/ 610956 h 2483088"/>
                <a:gd name="connsiteX251" fmla="*/ 1015339 w 2309166"/>
                <a:gd name="connsiteY251" fmla="*/ 610956 h 2483088"/>
                <a:gd name="connsiteX252" fmla="*/ 1022038 w 2309166"/>
                <a:gd name="connsiteY252" fmla="*/ 604273 h 2483088"/>
                <a:gd name="connsiteX253" fmla="*/ 1022038 w 2309166"/>
                <a:gd name="connsiteY253" fmla="*/ 604273 h 2483088"/>
                <a:gd name="connsiteX254" fmla="*/ 1015483 w 2309166"/>
                <a:gd name="connsiteY254" fmla="*/ 597448 h 2483088"/>
                <a:gd name="connsiteX255" fmla="*/ 1015339 w 2309166"/>
                <a:gd name="connsiteY255" fmla="*/ 597448 h 2483088"/>
                <a:gd name="connsiteX256" fmla="*/ 988830 w 2309166"/>
                <a:gd name="connsiteY256" fmla="*/ 441049 h 2483088"/>
                <a:gd name="connsiteX257" fmla="*/ 981989 w 2309166"/>
                <a:gd name="connsiteY257" fmla="*/ 447873 h 2483088"/>
                <a:gd name="connsiteX258" fmla="*/ 981989 w 2309166"/>
                <a:gd name="connsiteY258" fmla="*/ 447873 h 2483088"/>
                <a:gd name="connsiteX259" fmla="*/ 988830 w 2309166"/>
                <a:gd name="connsiteY259" fmla="*/ 454698 h 2483088"/>
                <a:gd name="connsiteX260" fmla="*/ 988830 w 2309166"/>
                <a:gd name="connsiteY260" fmla="*/ 454698 h 2483088"/>
                <a:gd name="connsiteX261" fmla="*/ 995671 w 2309166"/>
                <a:gd name="connsiteY261" fmla="*/ 447873 h 2483088"/>
                <a:gd name="connsiteX262" fmla="*/ 995671 w 2309166"/>
                <a:gd name="connsiteY262" fmla="*/ 447873 h 2483088"/>
                <a:gd name="connsiteX263" fmla="*/ 988830 w 2309166"/>
                <a:gd name="connsiteY263" fmla="*/ 441049 h 2483088"/>
                <a:gd name="connsiteX264" fmla="*/ 815807 w 2309166"/>
                <a:gd name="connsiteY264" fmla="*/ 522376 h 2483088"/>
                <a:gd name="connsiteX265" fmla="*/ 809108 w 2309166"/>
                <a:gd name="connsiteY265" fmla="*/ 529201 h 2483088"/>
                <a:gd name="connsiteX266" fmla="*/ 809108 w 2309166"/>
                <a:gd name="connsiteY266" fmla="*/ 529201 h 2483088"/>
                <a:gd name="connsiteX267" fmla="*/ 815807 w 2309166"/>
                <a:gd name="connsiteY267" fmla="*/ 536026 h 2483088"/>
                <a:gd name="connsiteX268" fmla="*/ 815807 w 2309166"/>
                <a:gd name="connsiteY268" fmla="*/ 536026 h 2483088"/>
                <a:gd name="connsiteX269" fmla="*/ 822648 w 2309166"/>
                <a:gd name="connsiteY269" fmla="*/ 529201 h 2483088"/>
                <a:gd name="connsiteX270" fmla="*/ 822648 w 2309166"/>
                <a:gd name="connsiteY270" fmla="*/ 529201 h 2483088"/>
                <a:gd name="connsiteX271" fmla="*/ 815807 w 2309166"/>
                <a:gd name="connsiteY271" fmla="*/ 522376 h 2483088"/>
                <a:gd name="connsiteX272" fmla="*/ 685683 w 2309166"/>
                <a:gd name="connsiteY272" fmla="*/ 497210 h 2483088"/>
                <a:gd name="connsiteX273" fmla="*/ 678984 w 2309166"/>
                <a:gd name="connsiteY273" fmla="*/ 503893 h 2483088"/>
                <a:gd name="connsiteX274" fmla="*/ 678984 w 2309166"/>
                <a:gd name="connsiteY274" fmla="*/ 503893 h 2483088"/>
                <a:gd name="connsiteX275" fmla="*/ 685539 w 2309166"/>
                <a:gd name="connsiteY275" fmla="*/ 510718 h 2483088"/>
                <a:gd name="connsiteX276" fmla="*/ 685683 w 2309166"/>
                <a:gd name="connsiteY276" fmla="*/ 510718 h 2483088"/>
                <a:gd name="connsiteX277" fmla="*/ 685683 w 2309166"/>
                <a:gd name="connsiteY277" fmla="*/ 510718 h 2483088"/>
                <a:gd name="connsiteX278" fmla="*/ 692524 w 2309166"/>
                <a:gd name="connsiteY278" fmla="*/ 503893 h 2483088"/>
                <a:gd name="connsiteX279" fmla="*/ 692524 w 2309166"/>
                <a:gd name="connsiteY279" fmla="*/ 503893 h 2483088"/>
                <a:gd name="connsiteX280" fmla="*/ 685683 w 2309166"/>
                <a:gd name="connsiteY280" fmla="*/ 497210 h 2483088"/>
                <a:gd name="connsiteX281" fmla="*/ 615419 w 2309166"/>
                <a:gd name="connsiteY281" fmla="*/ 444603 h 2483088"/>
                <a:gd name="connsiteX282" fmla="*/ 608578 w 2309166"/>
                <a:gd name="connsiteY282" fmla="*/ 451143 h 2483088"/>
                <a:gd name="connsiteX283" fmla="*/ 608578 w 2309166"/>
                <a:gd name="connsiteY283" fmla="*/ 451428 h 2483088"/>
                <a:gd name="connsiteX284" fmla="*/ 608578 w 2309166"/>
                <a:gd name="connsiteY284" fmla="*/ 451428 h 2483088"/>
                <a:gd name="connsiteX285" fmla="*/ 615275 w 2309166"/>
                <a:gd name="connsiteY285" fmla="*/ 458110 h 2483088"/>
                <a:gd name="connsiteX286" fmla="*/ 615419 w 2309166"/>
                <a:gd name="connsiteY286" fmla="*/ 458110 h 2483088"/>
                <a:gd name="connsiteX287" fmla="*/ 615419 w 2309166"/>
                <a:gd name="connsiteY287" fmla="*/ 458110 h 2483088"/>
                <a:gd name="connsiteX288" fmla="*/ 622117 w 2309166"/>
                <a:gd name="connsiteY288" fmla="*/ 451428 h 2483088"/>
                <a:gd name="connsiteX289" fmla="*/ 622117 w 2309166"/>
                <a:gd name="connsiteY289" fmla="*/ 451428 h 2483088"/>
                <a:gd name="connsiteX290" fmla="*/ 615563 w 2309166"/>
                <a:gd name="connsiteY290" fmla="*/ 444603 h 2483088"/>
                <a:gd name="connsiteX291" fmla="*/ 615419 w 2309166"/>
                <a:gd name="connsiteY291" fmla="*/ 444603 h 2483088"/>
                <a:gd name="connsiteX292" fmla="*/ 909017 w 2309166"/>
                <a:gd name="connsiteY292" fmla="*/ 903423 h 2483088"/>
                <a:gd name="connsiteX293" fmla="*/ 902176 w 2309166"/>
                <a:gd name="connsiteY293" fmla="*/ 910248 h 2483088"/>
                <a:gd name="connsiteX294" fmla="*/ 902176 w 2309166"/>
                <a:gd name="connsiteY294" fmla="*/ 910248 h 2483088"/>
                <a:gd name="connsiteX295" fmla="*/ 909017 w 2309166"/>
                <a:gd name="connsiteY295" fmla="*/ 917073 h 2483088"/>
                <a:gd name="connsiteX296" fmla="*/ 909017 w 2309166"/>
                <a:gd name="connsiteY296" fmla="*/ 917073 h 2483088"/>
                <a:gd name="connsiteX297" fmla="*/ 915858 w 2309166"/>
                <a:gd name="connsiteY297" fmla="*/ 910248 h 2483088"/>
                <a:gd name="connsiteX298" fmla="*/ 915858 w 2309166"/>
                <a:gd name="connsiteY298" fmla="*/ 910248 h 2483088"/>
                <a:gd name="connsiteX299" fmla="*/ 909017 w 2309166"/>
                <a:gd name="connsiteY299" fmla="*/ 903423 h 2483088"/>
                <a:gd name="connsiteX300" fmla="*/ 870963 w 2309166"/>
                <a:gd name="connsiteY300" fmla="*/ 1004514 h 2483088"/>
                <a:gd name="connsiteX301" fmla="*/ 864122 w 2309166"/>
                <a:gd name="connsiteY301" fmla="*/ 1011339 h 2483088"/>
                <a:gd name="connsiteX302" fmla="*/ 864122 w 2309166"/>
                <a:gd name="connsiteY302" fmla="*/ 1011339 h 2483088"/>
                <a:gd name="connsiteX303" fmla="*/ 870963 w 2309166"/>
                <a:gd name="connsiteY303" fmla="*/ 1018164 h 2483088"/>
                <a:gd name="connsiteX304" fmla="*/ 870963 w 2309166"/>
                <a:gd name="connsiteY304" fmla="*/ 1018164 h 2483088"/>
                <a:gd name="connsiteX305" fmla="*/ 877662 w 2309166"/>
                <a:gd name="connsiteY305" fmla="*/ 1011339 h 2483088"/>
                <a:gd name="connsiteX306" fmla="*/ 877662 w 2309166"/>
                <a:gd name="connsiteY306" fmla="*/ 1011339 h 2483088"/>
                <a:gd name="connsiteX307" fmla="*/ 870963 w 2309166"/>
                <a:gd name="connsiteY307" fmla="*/ 1004514 h 2483088"/>
                <a:gd name="connsiteX308" fmla="*/ 929113 w 2309166"/>
                <a:gd name="connsiteY308" fmla="*/ 1342053 h 2483088"/>
                <a:gd name="connsiteX309" fmla="*/ 922272 w 2309166"/>
                <a:gd name="connsiteY309" fmla="*/ 1348878 h 2483088"/>
                <a:gd name="connsiteX310" fmla="*/ 922272 w 2309166"/>
                <a:gd name="connsiteY310" fmla="*/ 1348878 h 2483088"/>
                <a:gd name="connsiteX311" fmla="*/ 929113 w 2309166"/>
                <a:gd name="connsiteY311" fmla="*/ 1355703 h 2483088"/>
                <a:gd name="connsiteX312" fmla="*/ 929113 w 2309166"/>
                <a:gd name="connsiteY312" fmla="*/ 1355703 h 2483088"/>
                <a:gd name="connsiteX313" fmla="*/ 935811 w 2309166"/>
                <a:gd name="connsiteY313" fmla="*/ 1348878 h 2483088"/>
                <a:gd name="connsiteX314" fmla="*/ 935811 w 2309166"/>
                <a:gd name="connsiteY314" fmla="*/ 1348878 h 2483088"/>
                <a:gd name="connsiteX315" fmla="*/ 929113 w 2309166"/>
                <a:gd name="connsiteY315" fmla="*/ 1342053 h 2483088"/>
                <a:gd name="connsiteX316" fmla="*/ 922272 w 2309166"/>
                <a:gd name="connsiteY316" fmla="*/ 1274802 h 2483088"/>
                <a:gd name="connsiteX317" fmla="*/ 915573 w 2309166"/>
                <a:gd name="connsiteY317" fmla="*/ 1281626 h 2483088"/>
                <a:gd name="connsiteX318" fmla="*/ 915573 w 2309166"/>
                <a:gd name="connsiteY318" fmla="*/ 1281626 h 2483088"/>
                <a:gd name="connsiteX319" fmla="*/ 922272 w 2309166"/>
                <a:gd name="connsiteY319" fmla="*/ 1288309 h 2483088"/>
                <a:gd name="connsiteX320" fmla="*/ 922272 w 2309166"/>
                <a:gd name="connsiteY320" fmla="*/ 1288309 h 2483088"/>
                <a:gd name="connsiteX321" fmla="*/ 929113 w 2309166"/>
                <a:gd name="connsiteY321" fmla="*/ 1281626 h 2483088"/>
                <a:gd name="connsiteX322" fmla="*/ 929113 w 2309166"/>
                <a:gd name="connsiteY322" fmla="*/ 1281626 h 2483088"/>
                <a:gd name="connsiteX323" fmla="*/ 922272 w 2309166"/>
                <a:gd name="connsiteY323" fmla="*/ 1274802 h 2483088"/>
                <a:gd name="connsiteX324" fmla="*/ 1050543 w 2309166"/>
                <a:gd name="connsiteY324" fmla="*/ 1326271 h 2483088"/>
                <a:gd name="connsiteX325" fmla="*/ 1043702 w 2309166"/>
                <a:gd name="connsiteY325" fmla="*/ 1332812 h 2483088"/>
                <a:gd name="connsiteX326" fmla="*/ 1043702 w 2309166"/>
                <a:gd name="connsiteY326" fmla="*/ 1333096 h 2483088"/>
                <a:gd name="connsiteX327" fmla="*/ 1043702 w 2309166"/>
                <a:gd name="connsiteY327" fmla="*/ 1333096 h 2483088"/>
                <a:gd name="connsiteX328" fmla="*/ 1050399 w 2309166"/>
                <a:gd name="connsiteY328" fmla="*/ 1339779 h 2483088"/>
                <a:gd name="connsiteX329" fmla="*/ 1050543 w 2309166"/>
                <a:gd name="connsiteY329" fmla="*/ 1339779 h 2483088"/>
                <a:gd name="connsiteX330" fmla="*/ 1050543 w 2309166"/>
                <a:gd name="connsiteY330" fmla="*/ 1339779 h 2483088"/>
                <a:gd name="connsiteX331" fmla="*/ 1057241 w 2309166"/>
                <a:gd name="connsiteY331" fmla="*/ 1333096 h 2483088"/>
                <a:gd name="connsiteX332" fmla="*/ 1057241 w 2309166"/>
                <a:gd name="connsiteY332" fmla="*/ 1333096 h 2483088"/>
                <a:gd name="connsiteX333" fmla="*/ 1050687 w 2309166"/>
                <a:gd name="connsiteY333" fmla="*/ 1326271 h 2483088"/>
                <a:gd name="connsiteX334" fmla="*/ 1050543 w 2309166"/>
                <a:gd name="connsiteY334" fmla="*/ 1326271 h 2483088"/>
                <a:gd name="connsiteX335" fmla="*/ 986977 w 2309166"/>
                <a:gd name="connsiteY335" fmla="*/ 1301532 h 2483088"/>
                <a:gd name="connsiteX336" fmla="*/ 980136 w 2309166"/>
                <a:gd name="connsiteY336" fmla="*/ 1308072 h 2483088"/>
                <a:gd name="connsiteX337" fmla="*/ 980136 w 2309166"/>
                <a:gd name="connsiteY337" fmla="*/ 1308356 h 2483088"/>
                <a:gd name="connsiteX338" fmla="*/ 980136 w 2309166"/>
                <a:gd name="connsiteY338" fmla="*/ 1308356 h 2483088"/>
                <a:gd name="connsiteX339" fmla="*/ 986833 w 2309166"/>
                <a:gd name="connsiteY339" fmla="*/ 1315039 h 2483088"/>
                <a:gd name="connsiteX340" fmla="*/ 986977 w 2309166"/>
                <a:gd name="connsiteY340" fmla="*/ 1315039 h 2483088"/>
                <a:gd name="connsiteX341" fmla="*/ 986977 w 2309166"/>
                <a:gd name="connsiteY341" fmla="*/ 1315039 h 2483088"/>
                <a:gd name="connsiteX342" fmla="*/ 993676 w 2309166"/>
                <a:gd name="connsiteY342" fmla="*/ 1308356 h 2483088"/>
                <a:gd name="connsiteX343" fmla="*/ 993676 w 2309166"/>
                <a:gd name="connsiteY343" fmla="*/ 1308356 h 2483088"/>
                <a:gd name="connsiteX344" fmla="*/ 987121 w 2309166"/>
                <a:gd name="connsiteY344" fmla="*/ 1301532 h 2483088"/>
                <a:gd name="connsiteX345" fmla="*/ 986977 w 2309166"/>
                <a:gd name="connsiteY345" fmla="*/ 1301532 h 2483088"/>
                <a:gd name="connsiteX346" fmla="*/ 945788 w 2309166"/>
                <a:gd name="connsiteY346" fmla="*/ 1177265 h 2483088"/>
                <a:gd name="connsiteX347" fmla="*/ 939089 w 2309166"/>
                <a:gd name="connsiteY347" fmla="*/ 1184090 h 2483088"/>
                <a:gd name="connsiteX348" fmla="*/ 939089 w 2309166"/>
                <a:gd name="connsiteY348" fmla="*/ 1184090 h 2483088"/>
                <a:gd name="connsiteX349" fmla="*/ 945788 w 2309166"/>
                <a:gd name="connsiteY349" fmla="*/ 1190915 h 2483088"/>
                <a:gd name="connsiteX350" fmla="*/ 945788 w 2309166"/>
                <a:gd name="connsiteY350" fmla="*/ 1190915 h 2483088"/>
                <a:gd name="connsiteX351" fmla="*/ 952629 w 2309166"/>
                <a:gd name="connsiteY351" fmla="*/ 1184090 h 2483088"/>
                <a:gd name="connsiteX352" fmla="*/ 952629 w 2309166"/>
                <a:gd name="connsiteY352" fmla="*/ 1184090 h 2483088"/>
                <a:gd name="connsiteX353" fmla="*/ 945788 w 2309166"/>
                <a:gd name="connsiteY353" fmla="*/ 1177265 h 2483088"/>
                <a:gd name="connsiteX354" fmla="*/ 911867 w 2309166"/>
                <a:gd name="connsiteY354" fmla="*/ 1177265 h 2483088"/>
                <a:gd name="connsiteX355" fmla="*/ 905169 w 2309166"/>
                <a:gd name="connsiteY355" fmla="*/ 1184090 h 2483088"/>
                <a:gd name="connsiteX356" fmla="*/ 905169 w 2309166"/>
                <a:gd name="connsiteY356" fmla="*/ 1184090 h 2483088"/>
                <a:gd name="connsiteX357" fmla="*/ 911867 w 2309166"/>
                <a:gd name="connsiteY357" fmla="*/ 1190772 h 2483088"/>
                <a:gd name="connsiteX358" fmla="*/ 911867 w 2309166"/>
                <a:gd name="connsiteY358" fmla="*/ 1190772 h 2483088"/>
                <a:gd name="connsiteX359" fmla="*/ 918707 w 2309166"/>
                <a:gd name="connsiteY359" fmla="*/ 1184232 h 2483088"/>
                <a:gd name="connsiteX360" fmla="*/ 918709 w 2309166"/>
                <a:gd name="connsiteY360" fmla="*/ 1184090 h 2483088"/>
                <a:gd name="connsiteX361" fmla="*/ 918709 w 2309166"/>
                <a:gd name="connsiteY361" fmla="*/ 1184090 h 2483088"/>
                <a:gd name="connsiteX362" fmla="*/ 911867 w 2309166"/>
                <a:gd name="connsiteY362" fmla="*/ 1177265 h 2483088"/>
                <a:gd name="connsiteX363" fmla="*/ 565250 w 2309166"/>
                <a:gd name="connsiteY363" fmla="*/ 1586890 h 2483088"/>
                <a:gd name="connsiteX364" fmla="*/ 558550 w 2309166"/>
                <a:gd name="connsiteY364" fmla="*/ 1593573 h 2483088"/>
                <a:gd name="connsiteX365" fmla="*/ 558552 w 2309166"/>
                <a:gd name="connsiteY365" fmla="*/ 1593715 h 2483088"/>
                <a:gd name="connsiteX366" fmla="*/ 558552 w 2309166"/>
                <a:gd name="connsiteY366" fmla="*/ 1593715 h 2483088"/>
                <a:gd name="connsiteX367" fmla="*/ 565250 w 2309166"/>
                <a:gd name="connsiteY367" fmla="*/ 1600398 h 2483088"/>
                <a:gd name="connsiteX368" fmla="*/ 565250 w 2309166"/>
                <a:gd name="connsiteY368" fmla="*/ 1600398 h 2483088"/>
                <a:gd name="connsiteX369" fmla="*/ 572092 w 2309166"/>
                <a:gd name="connsiteY369" fmla="*/ 1593715 h 2483088"/>
                <a:gd name="connsiteX370" fmla="*/ 572092 w 2309166"/>
                <a:gd name="connsiteY370" fmla="*/ 1593715 h 2483088"/>
                <a:gd name="connsiteX371" fmla="*/ 565250 w 2309166"/>
                <a:gd name="connsiteY371" fmla="*/ 1586890 h 2483088"/>
                <a:gd name="connsiteX372" fmla="*/ 773477 w 2309166"/>
                <a:gd name="connsiteY372" fmla="*/ 1091103 h 2483088"/>
                <a:gd name="connsiteX373" fmla="*/ 766636 w 2309166"/>
                <a:gd name="connsiteY373" fmla="*/ 1097928 h 2483088"/>
                <a:gd name="connsiteX374" fmla="*/ 766636 w 2309166"/>
                <a:gd name="connsiteY374" fmla="*/ 1097928 h 2483088"/>
                <a:gd name="connsiteX375" fmla="*/ 773333 w 2309166"/>
                <a:gd name="connsiteY375" fmla="*/ 1104610 h 2483088"/>
                <a:gd name="connsiteX376" fmla="*/ 773477 w 2309166"/>
                <a:gd name="connsiteY376" fmla="*/ 1104610 h 2483088"/>
                <a:gd name="connsiteX377" fmla="*/ 773477 w 2309166"/>
                <a:gd name="connsiteY377" fmla="*/ 1104610 h 2483088"/>
                <a:gd name="connsiteX378" fmla="*/ 780176 w 2309166"/>
                <a:gd name="connsiteY378" fmla="*/ 1097928 h 2483088"/>
                <a:gd name="connsiteX379" fmla="*/ 780176 w 2309166"/>
                <a:gd name="connsiteY379" fmla="*/ 1097928 h 2483088"/>
                <a:gd name="connsiteX380" fmla="*/ 773477 w 2309166"/>
                <a:gd name="connsiteY380" fmla="*/ 1091103 h 2483088"/>
                <a:gd name="connsiteX381" fmla="*/ 792148 w 2309166"/>
                <a:gd name="connsiteY381" fmla="*/ 1217360 h 2483088"/>
                <a:gd name="connsiteX382" fmla="*/ 777895 w 2309166"/>
                <a:gd name="connsiteY382" fmla="*/ 1231578 h 2483088"/>
                <a:gd name="connsiteX383" fmla="*/ 777895 w 2309166"/>
                <a:gd name="connsiteY383" fmla="*/ 1231578 h 2483088"/>
                <a:gd name="connsiteX384" fmla="*/ 792148 w 2309166"/>
                <a:gd name="connsiteY384" fmla="*/ 1245797 h 2483088"/>
                <a:gd name="connsiteX385" fmla="*/ 792148 w 2309166"/>
                <a:gd name="connsiteY385" fmla="*/ 1245797 h 2483088"/>
                <a:gd name="connsiteX386" fmla="*/ 806400 w 2309166"/>
                <a:gd name="connsiteY386" fmla="*/ 1231578 h 2483088"/>
                <a:gd name="connsiteX387" fmla="*/ 806400 w 2309166"/>
                <a:gd name="connsiteY387" fmla="*/ 1231578 h 2483088"/>
                <a:gd name="connsiteX388" fmla="*/ 792148 w 2309166"/>
                <a:gd name="connsiteY388" fmla="*/ 1217360 h 2483088"/>
                <a:gd name="connsiteX389" fmla="*/ 492849 w 2309166"/>
                <a:gd name="connsiteY389" fmla="*/ 1494757 h 2483088"/>
                <a:gd name="connsiteX390" fmla="*/ 478596 w 2309166"/>
                <a:gd name="connsiteY390" fmla="*/ 1508975 h 2483088"/>
                <a:gd name="connsiteX391" fmla="*/ 478596 w 2309166"/>
                <a:gd name="connsiteY391" fmla="*/ 1508975 h 2483088"/>
                <a:gd name="connsiteX392" fmla="*/ 492849 w 2309166"/>
                <a:gd name="connsiteY392" fmla="*/ 1522482 h 2483088"/>
                <a:gd name="connsiteX393" fmla="*/ 492849 w 2309166"/>
                <a:gd name="connsiteY393" fmla="*/ 1522482 h 2483088"/>
                <a:gd name="connsiteX394" fmla="*/ 506388 w 2309166"/>
                <a:gd name="connsiteY394" fmla="*/ 1508975 h 2483088"/>
                <a:gd name="connsiteX395" fmla="*/ 506388 w 2309166"/>
                <a:gd name="connsiteY395" fmla="*/ 1508975 h 2483088"/>
                <a:gd name="connsiteX396" fmla="*/ 492849 w 2309166"/>
                <a:gd name="connsiteY396" fmla="*/ 1494757 h 2483088"/>
                <a:gd name="connsiteX397" fmla="*/ 888636 w 2309166"/>
                <a:gd name="connsiteY397" fmla="*/ 2184480 h 2483088"/>
                <a:gd name="connsiteX398" fmla="*/ 875096 w 2309166"/>
                <a:gd name="connsiteY398" fmla="*/ 2197987 h 2483088"/>
                <a:gd name="connsiteX399" fmla="*/ 875096 w 2309166"/>
                <a:gd name="connsiteY399" fmla="*/ 2197987 h 2483088"/>
                <a:gd name="connsiteX400" fmla="*/ 888636 w 2309166"/>
                <a:gd name="connsiteY400" fmla="*/ 2212205 h 2483088"/>
                <a:gd name="connsiteX401" fmla="*/ 888636 w 2309166"/>
                <a:gd name="connsiteY401" fmla="*/ 2212205 h 2483088"/>
                <a:gd name="connsiteX402" fmla="*/ 902888 w 2309166"/>
                <a:gd name="connsiteY402" fmla="*/ 2199750 h 2483088"/>
                <a:gd name="connsiteX403" fmla="*/ 902888 w 2309166"/>
                <a:gd name="connsiteY403" fmla="*/ 2197987 h 2483088"/>
                <a:gd name="connsiteX404" fmla="*/ 902888 w 2309166"/>
                <a:gd name="connsiteY404" fmla="*/ 2197987 h 2483088"/>
                <a:gd name="connsiteX405" fmla="*/ 888636 w 2309166"/>
                <a:gd name="connsiteY405" fmla="*/ 2184480 h 2483088"/>
                <a:gd name="connsiteX406" fmla="*/ 699935 w 2309166"/>
                <a:gd name="connsiteY406" fmla="*/ 2400880 h 2483088"/>
                <a:gd name="connsiteX407" fmla="*/ 685683 w 2309166"/>
                <a:gd name="connsiteY407" fmla="*/ 2414387 h 2483088"/>
                <a:gd name="connsiteX408" fmla="*/ 685683 w 2309166"/>
                <a:gd name="connsiteY408" fmla="*/ 2414387 h 2483088"/>
                <a:gd name="connsiteX409" fmla="*/ 699935 w 2309166"/>
                <a:gd name="connsiteY409" fmla="*/ 2427894 h 2483088"/>
                <a:gd name="connsiteX410" fmla="*/ 699935 w 2309166"/>
                <a:gd name="connsiteY410" fmla="*/ 2427894 h 2483088"/>
                <a:gd name="connsiteX411" fmla="*/ 714187 w 2309166"/>
                <a:gd name="connsiteY411" fmla="*/ 2414387 h 2483088"/>
                <a:gd name="connsiteX412" fmla="*/ 714187 w 2309166"/>
                <a:gd name="connsiteY412" fmla="*/ 2414387 h 2483088"/>
                <a:gd name="connsiteX413" fmla="*/ 700961 w 2309166"/>
                <a:gd name="connsiteY413" fmla="*/ 2400852 h 2483088"/>
                <a:gd name="connsiteX414" fmla="*/ 699935 w 2309166"/>
                <a:gd name="connsiteY414" fmla="*/ 2400880 h 2483088"/>
                <a:gd name="connsiteX415" fmla="*/ 530332 w 2309166"/>
                <a:gd name="connsiteY415" fmla="*/ 2226281 h 2483088"/>
                <a:gd name="connsiteX416" fmla="*/ 516080 w 2309166"/>
                <a:gd name="connsiteY416" fmla="*/ 2239788 h 2483088"/>
                <a:gd name="connsiteX417" fmla="*/ 516080 w 2309166"/>
                <a:gd name="connsiteY417" fmla="*/ 2239788 h 2483088"/>
                <a:gd name="connsiteX418" fmla="*/ 530332 w 2309166"/>
                <a:gd name="connsiteY418" fmla="*/ 2254006 h 2483088"/>
                <a:gd name="connsiteX419" fmla="*/ 530332 w 2309166"/>
                <a:gd name="connsiteY419" fmla="*/ 2254006 h 2483088"/>
                <a:gd name="connsiteX420" fmla="*/ 544585 w 2309166"/>
                <a:gd name="connsiteY420" fmla="*/ 2239788 h 2483088"/>
                <a:gd name="connsiteX421" fmla="*/ 544585 w 2309166"/>
                <a:gd name="connsiteY421" fmla="*/ 2239788 h 2483088"/>
                <a:gd name="connsiteX422" fmla="*/ 530332 w 2309166"/>
                <a:gd name="connsiteY422" fmla="*/ 2226281 h 2483088"/>
                <a:gd name="connsiteX423" fmla="*/ 766351 w 2309166"/>
                <a:gd name="connsiteY423" fmla="*/ 1664095 h 2483088"/>
                <a:gd name="connsiteX424" fmla="*/ 752099 w 2309166"/>
                <a:gd name="connsiteY424" fmla="*/ 1677602 h 2483088"/>
                <a:gd name="connsiteX425" fmla="*/ 752099 w 2309166"/>
                <a:gd name="connsiteY425" fmla="*/ 1677602 h 2483088"/>
                <a:gd name="connsiteX426" fmla="*/ 766351 w 2309166"/>
                <a:gd name="connsiteY426" fmla="*/ 1691820 h 2483088"/>
                <a:gd name="connsiteX427" fmla="*/ 766351 w 2309166"/>
                <a:gd name="connsiteY427" fmla="*/ 1691820 h 2483088"/>
                <a:gd name="connsiteX428" fmla="*/ 780603 w 2309166"/>
                <a:gd name="connsiteY428" fmla="*/ 1677602 h 2483088"/>
                <a:gd name="connsiteX429" fmla="*/ 780603 w 2309166"/>
                <a:gd name="connsiteY429" fmla="*/ 1677602 h 2483088"/>
                <a:gd name="connsiteX430" fmla="*/ 766351 w 2309166"/>
                <a:gd name="connsiteY430" fmla="*/ 1664095 h 2483088"/>
                <a:gd name="connsiteX431" fmla="*/ 780603 w 2309166"/>
                <a:gd name="connsiteY431" fmla="*/ 1826466 h 2483088"/>
                <a:gd name="connsiteX432" fmla="*/ 767064 w 2309166"/>
                <a:gd name="connsiteY432" fmla="*/ 1840684 h 2483088"/>
                <a:gd name="connsiteX433" fmla="*/ 767064 w 2309166"/>
                <a:gd name="connsiteY433" fmla="*/ 1840684 h 2483088"/>
                <a:gd name="connsiteX434" fmla="*/ 780603 w 2309166"/>
                <a:gd name="connsiteY434" fmla="*/ 1854192 h 2483088"/>
                <a:gd name="connsiteX435" fmla="*/ 780603 w 2309166"/>
                <a:gd name="connsiteY435" fmla="*/ 1854192 h 2483088"/>
                <a:gd name="connsiteX436" fmla="*/ 794856 w 2309166"/>
                <a:gd name="connsiteY436" fmla="*/ 1840684 h 2483088"/>
                <a:gd name="connsiteX437" fmla="*/ 794856 w 2309166"/>
                <a:gd name="connsiteY437" fmla="*/ 1840684 h 2483088"/>
                <a:gd name="connsiteX438" fmla="*/ 780603 w 2309166"/>
                <a:gd name="connsiteY438" fmla="*/ 1826466 h 2483088"/>
                <a:gd name="connsiteX439" fmla="*/ 465484 w 2309166"/>
                <a:gd name="connsiteY439" fmla="*/ 1650588 h 2483088"/>
                <a:gd name="connsiteX440" fmla="*/ 451944 w 2309166"/>
                <a:gd name="connsiteY440" fmla="*/ 1664806 h 2483088"/>
                <a:gd name="connsiteX441" fmla="*/ 451944 w 2309166"/>
                <a:gd name="connsiteY441" fmla="*/ 1664806 h 2483088"/>
                <a:gd name="connsiteX442" fmla="*/ 465484 w 2309166"/>
                <a:gd name="connsiteY442" fmla="*/ 1678313 h 2483088"/>
                <a:gd name="connsiteX443" fmla="*/ 465484 w 2309166"/>
                <a:gd name="connsiteY443" fmla="*/ 1678313 h 2483088"/>
                <a:gd name="connsiteX444" fmla="*/ 479711 w 2309166"/>
                <a:gd name="connsiteY444" fmla="*/ 1665829 h 2483088"/>
                <a:gd name="connsiteX445" fmla="*/ 479736 w 2309166"/>
                <a:gd name="connsiteY445" fmla="*/ 1664806 h 2483088"/>
                <a:gd name="connsiteX446" fmla="*/ 479736 w 2309166"/>
                <a:gd name="connsiteY446" fmla="*/ 1664806 h 2483088"/>
                <a:gd name="connsiteX447" fmla="*/ 465484 w 2309166"/>
                <a:gd name="connsiteY447" fmla="*/ 1650588 h 2483088"/>
                <a:gd name="connsiteX448" fmla="*/ 780176 w 2309166"/>
                <a:gd name="connsiteY448" fmla="*/ 1435182 h 2483088"/>
                <a:gd name="connsiteX449" fmla="*/ 766636 w 2309166"/>
                <a:gd name="connsiteY449" fmla="*/ 1449401 h 2483088"/>
                <a:gd name="connsiteX450" fmla="*/ 766636 w 2309166"/>
                <a:gd name="connsiteY450" fmla="*/ 1449401 h 2483088"/>
                <a:gd name="connsiteX451" fmla="*/ 780176 w 2309166"/>
                <a:gd name="connsiteY451" fmla="*/ 1462908 h 2483088"/>
                <a:gd name="connsiteX452" fmla="*/ 780176 w 2309166"/>
                <a:gd name="connsiteY452" fmla="*/ 1462908 h 2483088"/>
                <a:gd name="connsiteX453" fmla="*/ 794428 w 2309166"/>
                <a:gd name="connsiteY453" fmla="*/ 1449401 h 2483088"/>
                <a:gd name="connsiteX454" fmla="*/ 794428 w 2309166"/>
                <a:gd name="connsiteY454" fmla="*/ 1449401 h 2483088"/>
                <a:gd name="connsiteX455" fmla="*/ 781944 w 2309166"/>
                <a:gd name="connsiteY455" fmla="*/ 1435182 h 2483088"/>
                <a:gd name="connsiteX456" fmla="*/ 780176 w 2309166"/>
                <a:gd name="connsiteY456" fmla="*/ 1435182 h 2483088"/>
                <a:gd name="connsiteX457" fmla="*/ 942225 w 2309166"/>
                <a:gd name="connsiteY457" fmla="*/ 1522198 h 2483088"/>
                <a:gd name="connsiteX458" fmla="*/ 927973 w 2309166"/>
                <a:gd name="connsiteY458" fmla="*/ 1536416 h 2483088"/>
                <a:gd name="connsiteX459" fmla="*/ 927973 w 2309166"/>
                <a:gd name="connsiteY459" fmla="*/ 1536416 h 2483088"/>
                <a:gd name="connsiteX460" fmla="*/ 941199 w 2309166"/>
                <a:gd name="connsiteY460" fmla="*/ 1549952 h 2483088"/>
                <a:gd name="connsiteX461" fmla="*/ 942225 w 2309166"/>
                <a:gd name="connsiteY461" fmla="*/ 1549923 h 2483088"/>
                <a:gd name="connsiteX462" fmla="*/ 942225 w 2309166"/>
                <a:gd name="connsiteY462" fmla="*/ 1549923 h 2483088"/>
                <a:gd name="connsiteX463" fmla="*/ 955765 w 2309166"/>
                <a:gd name="connsiteY463" fmla="*/ 1536700 h 2483088"/>
                <a:gd name="connsiteX464" fmla="*/ 955765 w 2309166"/>
                <a:gd name="connsiteY464" fmla="*/ 1536416 h 2483088"/>
                <a:gd name="connsiteX465" fmla="*/ 955765 w 2309166"/>
                <a:gd name="connsiteY465" fmla="*/ 1536416 h 2483088"/>
                <a:gd name="connsiteX466" fmla="*/ 942225 w 2309166"/>
                <a:gd name="connsiteY466" fmla="*/ 1522198 h 2483088"/>
                <a:gd name="connsiteX467" fmla="*/ 885216 w 2309166"/>
                <a:gd name="connsiteY467" fmla="*/ 1629971 h 2483088"/>
                <a:gd name="connsiteX468" fmla="*/ 871676 w 2309166"/>
                <a:gd name="connsiteY468" fmla="*/ 1643479 h 2483088"/>
                <a:gd name="connsiteX469" fmla="*/ 871676 w 2309166"/>
                <a:gd name="connsiteY469" fmla="*/ 1643479 h 2483088"/>
                <a:gd name="connsiteX470" fmla="*/ 885216 w 2309166"/>
                <a:gd name="connsiteY470" fmla="*/ 1657697 h 2483088"/>
                <a:gd name="connsiteX471" fmla="*/ 885216 w 2309166"/>
                <a:gd name="connsiteY471" fmla="*/ 1657697 h 2483088"/>
                <a:gd name="connsiteX472" fmla="*/ 899468 w 2309166"/>
                <a:gd name="connsiteY472" fmla="*/ 1643479 h 2483088"/>
                <a:gd name="connsiteX473" fmla="*/ 899468 w 2309166"/>
                <a:gd name="connsiteY473" fmla="*/ 1643479 h 2483088"/>
                <a:gd name="connsiteX474" fmla="*/ 885216 w 2309166"/>
                <a:gd name="connsiteY474" fmla="*/ 1629971 h 2483088"/>
                <a:gd name="connsiteX475" fmla="*/ 1293403 w 2309166"/>
                <a:gd name="connsiteY475" fmla="*/ 1522198 h 2483088"/>
                <a:gd name="connsiteX476" fmla="*/ 1279863 w 2309166"/>
                <a:gd name="connsiteY476" fmla="*/ 1536416 h 2483088"/>
                <a:gd name="connsiteX477" fmla="*/ 1279863 w 2309166"/>
                <a:gd name="connsiteY477" fmla="*/ 1536416 h 2483088"/>
                <a:gd name="connsiteX478" fmla="*/ 1293118 w 2309166"/>
                <a:gd name="connsiteY478" fmla="*/ 1549923 h 2483088"/>
                <a:gd name="connsiteX479" fmla="*/ 1293403 w 2309166"/>
                <a:gd name="connsiteY479" fmla="*/ 1549923 h 2483088"/>
                <a:gd name="connsiteX480" fmla="*/ 1293403 w 2309166"/>
                <a:gd name="connsiteY480" fmla="*/ 1549923 h 2483088"/>
                <a:gd name="connsiteX481" fmla="*/ 1307655 w 2309166"/>
                <a:gd name="connsiteY481" fmla="*/ 1536416 h 2483088"/>
                <a:gd name="connsiteX482" fmla="*/ 1307655 w 2309166"/>
                <a:gd name="connsiteY482" fmla="*/ 1536416 h 2483088"/>
                <a:gd name="connsiteX483" fmla="*/ 1293403 w 2309166"/>
                <a:gd name="connsiteY483" fmla="*/ 1522198 h 2483088"/>
                <a:gd name="connsiteX484" fmla="*/ 1430938 w 2309166"/>
                <a:gd name="connsiteY484" fmla="*/ 1321864 h 2483088"/>
                <a:gd name="connsiteX485" fmla="*/ 1416685 w 2309166"/>
                <a:gd name="connsiteY485" fmla="*/ 1336082 h 2483088"/>
                <a:gd name="connsiteX486" fmla="*/ 1416685 w 2309166"/>
                <a:gd name="connsiteY486" fmla="*/ 1336082 h 2483088"/>
                <a:gd name="connsiteX487" fmla="*/ 1430938 w 2309166"/>
                <a:gd name="connsiteY487" fmla="*/ 1349589 h 2483088"/>
                <a:gd name="connsiteX488" fmla="*/ 1430938 w 2309166"/>
                <a:gd name="connsiteY488" fmla="*/ 1349589 h 2483088"/>
                <a:gd name="connsiteX489" fmla="*/ 1445190 w 2309166"/>
                <a:gd name="connsiteY489" fmla="*/ 1336082 h 2483088"/>
                <a:gd name="connsiteX490" fmla="*/ 1445190 w 2309166"/>
                <a:gd name="connsiteY490" fmla="*/ 1336082 h 2483088"/>
                <a:gd name="connsiteX491" fmla="*/ 1432705 w 2309166"/>
                <a:gd name="connsiteY491" fmla="*/ 1321864 h 2483088"/>
                <a:gd name="connsiteX492" fmla="*/ 1430938 w 2309166"/>
                <a:gd name="connsiteY492" fmla="*/ 1321864 h 2483088"/>
                <a:gd name="connsiteX493" fmla="*/ 1381625 w 2309166"/>
                <a:gd name="connsiteY493" fmla="*/ 1274802 h 2483088"/>
                <a:gd name="connsiteX494" fmla="*/ 1367372 w 2309166"/>
                <a:gd name="connsiteY494" fmla="*/ 1289020 h 2483088"/>
                <a:gd name="connsiteX495" fmla="*/ 1367372 w 2309166"/>
                <a:gd name="connsiteY495" fmla="*/ 1289020 h 2483088"/>
                <a:gd name="connsiteX496" fmla="*/ 1381625 w 2309166"/>
                <a:gd name="connsiteY496" fmla="*/ 1303238 h 2483088"/>
                <a:gd name="connsiteX497" fmla="*/ 1381625 w 2309166"/>
                <a:gd name="connsiteY497" fmla="*/ 1303238 h 2483088"/>
                <a:gd name="connsiteX498" fmla="*/ 1395164 w 2309166"/>
                <a:gd name="connsiteY498" fmla="*/ 1289020 h 2483088"/>
                <a:gd name="connsiteX499" fmla="*/ 1395164 w 2309166"/>
                <a:gd name="connsiteY499" fmla="*/ 1289020 h 2483088"/>
                <a:gd name="connsiteX500" fmla="*/ 1381625 w 2309166"/>
                <a:gd name="connsiteY500" fmla="*/ 1274802 h 2483088"/>
                <a:gd name="connsiteX501" fmla="*/ 1108977 w 2309166"/>
                <a:gd name="connsiteY501" fmla="*/ 1213521 h 2483088"/>
                <a:gd name="connsiteX502" fmla="*/ 1094751 w 2309166"/>
                <a:gd name="connsiteY502" fmla="*/ 1226005 h 2483088"/>
                <a:gd name="connsiteX503" fmla="*/ 1094725 w 2309166"/>
                <a:gd name="connsiteY503" fmla="*/ 1227029 h 2483088"/>
                <a:gd name="connsiteX504" fmla="*/ 1094725 w 2309166"/>
                <a:gd name="connsiteY504" fmla="*/ 1227029 h 2483088"/>
                <a:gd name="connsiteX505" fmla="*/ 1108977 w 2309166"/>
                <a:gd name="connsiteY505" fmla="*/ 1240536 h 2483088"/>
                <a:gd name="connsiteX506" fmla="*/ 1108977 w 2309166"/>
                <a:gd name="connsiteY506" fmla="*/ 1240536 h 2483088"/>
                <a:gd name="connsiteX507" fmla="*/ 1123230 w 2309166"/>
                <a:gd name="connsiteY507" fmla="*/ 1227029 h 2483088"/>
                <a:gd name="connsiteX508" fmla="*/ 1123230 w 2309166"/>
                <a:gd name="connsiteY508" fmla="*/ 1227029 h 2483088"/>
                <a:gd name="connsiteX509" fmla="*/ 1110004 w 2309166"/>
                <a:gd name="connsiteY509" fmla="*/ 1213493 h 2483088"/>
                <a:gd name="connsiteX510" fmla="*/ 1108977 w 2309166"/>
                <a:gd name="connsiteY510" fmla="*/ 1213521 h 2483088"/>
                <a:gd name="connsiteX511" fmla="*/ 1526571 w 2309166"/>
                <a:gd name="connsiteY511" fmla="*/ 2114811 h 2483088"/>
                <a:gd name="connsiteX512" fmla="*/ 1513031 w 2309166"/>
                <a:gd name="connsiteY512" fmla="*/ 2129029 h 2483088"/>
                <a:gd name="connsiteX513" fmla="*/ 1513031 w 2309166"/>
                <a:gd name="connsiteY513" fmla="*/ 2129029 h 2483088"/>
                <a:gd name="connsiteX514" fmla="*/ 1526571 w 2309166"/>
                <a:gd name="connsiteY514" fmla="*/ 2142536 h 2483088"/>
                <a:gd name="connsiteX515" fmla="*/ 1526571 w 2309166"/>
                <a:gd name="connsiteY515" fmla="*/ 2142536 h 2483088"/>
                <a:gd name="connsiteX516" fmla="*/ 1540823 w 2309166"/>
                <a:gd name="connsiteY516" fmla="*/ 2129029 h 2483088"/>
                <a:gd name="connsiteX517" fmla="*/ 1540823 w 2309166"/>
                <a:gd name="connsiteY517" fmla="*/ 2129029 h 2483088"/>
                <a:gd name="connsiteX518" fmla="*/ 1526571 w 2309166"/>
                <a:gd name="connsiteY518" fmla="*/ 2114811 h 2483088"/>
                <a:gd name="connsiteX519" fmla="*/ 836187 w 2309166"/>
                <a:gd name="connsiteY519" fmla="*/ 2456047 h 2483088"/>
                <a:gd name="connsiteX520" fmla="*/ 821935 w 2309166"/>
                <a:gd name="connsiteY520" fmla="*/ 2469554 h 2483088"/>
                <a:gd name="connsiteX521" fmla="*/ 821935 w 2309166"/>
                <a:gd name="connsiteY521" fmla="*/ 2469554 h 2483088"/>
                <a:gd name="connsiteX522" fmla="*/ 836187 w 2309166"/>
                <a:gd name="connsiteY522" fmla="*/ 2483061 h 2483088"/>
                <a:gd name="connsiteX523" fmla="*/ 836187 w 2309166"/>
                <a:gd name="connsiteY523" fmla="*/ 2483061 h 2483088"/>
                <a:gd name="connsiteX524" fmla="*/ 850414 w 2309166"/>
                <a:gd name="connsiteY524" fmla="*/ 2470578 h 2483088"/>
                <a:gd name="connsiteX525" fmla="*/ 850440 w 2309166"/>
                <a:gd name="connsiteY525" fmla="*/ 2469554 h 2483088"/>
                <a:gd name="connsiteX526" fmla="*/ 850440 w 2309166"/>
                <a:gd name="connsiteY526" fmla="*/ 2469554 h 2483088"/>
                <a:gd name="connsiteX527" fmla="*/ 837214 w 2309166"/>
                <a:gd name="connsiteY527" fmla="*/ 2456018 h 2483088"/>
                <a:gd name="connsiteX528" fmla="*/ 836187 w 2309166"/>
                <a:gd name="connsiteY528" fmla="*/ 2456047 h 2483088"/>
                <a:gd name="connsiteX529" fmla="*/ 1221001 w 2309166"/>
                <a:gd name="connsiteY529" fmla="*/ 2380975 h 2483088"/>
                <a:gd name="connsiteX530" fmla="*/ 1206748 w 2309166"/>
                <a:gd name="connsiteY530" fmla="*/ 2394482 h 2483088"/>
                <a:gd name="connsiteX531" fmla="*/ 1206748 w 2309166"/>
                <a:gd name="connsiteY531" fmla="*/ 2394482 h 2483088"/>
                <a:gd name="connsiteX532" fmla="*/ 1221001 w 2309166"/>
                <a:gd name="connsiteY532" fmla="*/ 2407989 h 2483088"/>
                <a:gd name="connsiteX533" fmla="*/ 1221001 w 2309166"/>
                <a:gd name="connsiteY533" fmla="*/ 2407989 h 2483088"/>
                <a:gd name="connsiteX534" fmla="*/ 1235253 w 2309166"/>
                <a:gd name="connsiteY534" fmla="*/ 2394482 h 2483088"/>
                <a:gd name="connsiteX535" fmla="*/ 1235253 w 2309166"/>
                <a:gd name="connsiteY535" fmla="*/ 2394482 h 2483088"/>
                <a:gd name="connsiteX536" fmla="*/ 1221001 w 2309166"/>
                <a:gd name="connsiteY536" fmla="*/ 2380975 h 2483088"/>
                <a:gd name="connsiteX537" fmla="*/ 659173 w 2309166"/>
                <a:gd name="connsiteY537" fmla="*/ 2057938 h 2483088"/>
                <a:gd name="connsiteX538" fmla="*/ 644921 w 2309166"/>
                <a:gd name="connsiteY538" fmla="*/ 2070393 h 2483088"/>
                <a:gd name="connsiteX539" fmla="*/ 644921 w 2309166"/>
                <a:gd name="connsiteY539" fmla="*/ 2072156 h 2483088"/>
                <a:gd name="connsiteX540" fmla="*/ 644921 w 2309166"/>
                <a:gd name="connsiteY540" fmla="*/ 2072156 h 2483088"/>
                <a:gd name="connsiteX541" fmla="*/ 658147 w 2309166"/>
                <a:gd name="connsiteY541" fmla="*/ 2085692 h 2483088"/>
                <a:gd name="connsiteX542" fmla="*/ 659173 w 2309166"/>
                <a:gd name="connsiteY542" fmla="*/ 2085663 h 2483088"/>
                <a:gd name="connsiteX543" fmla="*/ 659173 w 2309166"/>
                <a:gd name="connsiteY543" fmla="*/ 2085663 h 2483088"/>
                <a:gd name="connsiteX544" fmla="*/ 673400 w 2309166"/>
                <a:gd name="connsiteY544" fmla="*/ 2073180 h 2483088"/>
                <a:gd name="connsiteX545" fmla="*/ 673426 w 2309166"/>
                <a:gd name="connsiteY545" fmla="*/ 2072156 h 2483088"/>
                <a:gd name="connsiteX546" fmla="*/ 673426 w 2309166"/>
                <a:gd name="connsiteY546" fmla="*/ 2072156 h 2483088"/>
                <a:gd name="connsiteX547" fmla="*/ 660942 w 2309166"/>
                <a:gd name="connsiteY547" fmla="*/ 2057938 h 2483088"/>
                <a:gd name="connsiteX548" fmla="*/ 659173 w 2309166"/>
                <a:gd name="connsiteY548" fmla="*/ 2057938 h 2483088"/>
                <a:gd name="connsiteX549" fmla="*/ 1631896 w 2309166"/>
                <a:gd name="connsiteY549" fmla="*/ 1335229 h 2483088"/>
                <a:gd name="connsiteX550" fmla="*/ 1617643 w 2309166"/>
                <a:gd name="connsiteY550" fmla="*/ 1348736 h 2483088"/>
                <a:gd name="connsiteX551" fmla="*/ 1617643 w 2309166"/>
                <a:gd name="connsiteY551" fmla="*/ 1348736 h 2483088"/>
                <a:gd name="connsiteX552" fmla="*/ 1631896 w 2309166"/>
                <a:gd name="connsiteY552" fmla="*/ 1362954 h 2483088"/>
                <a:gd name="connsiteX553" fmla="*/ 1631896 w 2309166"/>
                <a:gd name="connsiteY553" fmla="*/ 1362954 h 2483088"/>
                <a:gd name="connsiteX554" fmla="*/ 1646148 w 2309166"/>
                <a:gd name="connsiteY554" fmla="*/ 1348736 h 2483088"/>
                <a:gd name="connsiteX555" fmla="*/ 1646148 w 2309166"/>
                <a:gd name="connsiteY555" fmla="*/ 1348736 h 2483088"/>
                <a:gd name="connsiteX556" fmla="*/ 1631896 w 2309166"/>
                <a:gd name="connsiteY556" fmla="*/ 1335229 h 2483088"/>
                <a:gd name="connsiteX557" fmla="*/ 1451176 w 2309166"/>
                <a:gd name="connsiteY557" fmla="*/ 1472861 h 2483088"/>
                <a:gd name="connsiteX558" fmla="*/ 1437636 w 2309166"/>
                <a:gd name="connsiteY558" fmla="*/ 1486368 h 2483088"/>
                <a:gd name="connsiteX559" fmla="*/ 1437636 w 2309166"/>
                <a:gd name="connsiteY559" fmla="*/ 1486368 h 2483088"/>
                <a:gd name="connsiteX560" fmla="*/ 1451176 w 2309166"/>
                <a:gd name="connsiteY560" fmla="*/ 1499875 h 2483088"/>
                <a:gd name="connsiteX561" fmla="*/ 1451176 w 2309166"/>
                <a:gd name="connsiteY561" fmla="*/ 1499875 h 2483088"/>
                <a:gd name="connsiteX562" fmla="*/ 1465428 w 2309166"/>
                <a:gd name="connsiteY562" fmla="*/ 1486368 h 2483088"/>
                <a:gd name="connsiteX563" fmla="*/ 1465428 w 2309166"/>
                <a:gd name="connsiteY563" fmla="*/ 1486368 h 2483088"/>
                <a:gd name="connsiteX564" fmla="*/ 1451176 w 2309166"/>
                <a:gd name="connsiteY564" fmla="*/ 1472861 h 2483088"/>
                <a:gd name="connsiteX565" fmla="*/ 1612085 w 2309166"/>
                <a:gd name="connsiteY565" fmla="*/ 1665517 h 2483088"/>
                <a:gd name="connsiteX566" fmla="*/ 1604104 w 2309166"/>
                <a:gd name="connsiteY566" fmla="*/ 1673479 h 2483088"/>
                <a:gd name="connsiteX567" fmla="*/ 1604104 w 2309166"/>
                <a:gd name="connsiteY567" fmla="*/ 1673479 h 2483088"/>
                <a:gd name="connsiteX568" fmla="*/ 1612085 w 2309166"/>
                <a:gd name="connsiteY568" fmla="*/ 1681441 h 2483088"/>
                <a:gd name="connsiteX569" fmla="*/ 1612085 w 2309166"/>
                <a:gd name="connsiteY569" fmla="*/ 1681441 h 2483088"/>
                <a:gd name="connsiteX570" fmla="*/ 1620209 w 2309166"/>
                <a:gd name="connsiteY570" fmla="*/ 1673479 h 2483088"/>
                <a:gd name="connsiteX571" fmla="*/ 1620209 w 2309166"/>
                <a:gd name="connsiteY571" fmla="*/ 1673479 h 2483088"/>
                <a:gd name="connsiteX572" fmla="*/ 1612085 w 2309166"/>
                <a:gd name="connsiteY572" fmla="*/ 1665517 h 2483088"/>
                <a:gd name="connsiteX573" fmla="*/ 1627763 w 2309166"/>
                <a:gd name="connsiteY573" fmla="*/ 1077027 h 2483088"/>
                <a:gd name="connsiteX574" fmla="*/ 1619781 w 2309166"/>
                <a:gd name="connsiteY574" fmla="*/ 1084989 h 2483088"/>
                <a:gd name="connsiteX575" fmla="*/ 1619781 w 2309166"/>
                <a:gd name="connsiteY575" fmla="*/ 1084989 h 2483088"/>
                <a:gd name="connsiteX576" fmla="*/ 1627763 w 2309166"/>
                <a:gd name="connsiteY576" fmla="*/ 1092951 h 2483088"/>
                <a:gd name="connsiteX577" fmla="*/ 1627763 w 2309166"/>
                <a:gd name="connsiteY577" fmla="*/ 1092951 h 2483088"/>
                <a:gd name="connsiteX578" fmla="*/ 1635744 w 2309166"/>
                <a:gd name="connsiteY578" fmla="*/ 1084989 h 2483088"/>
                <a:gd name="connsiteX579" fmla="*/ 1635744 w 2309166"/>
                <a:gd name="connsiteY579" fmla="*/ 1084989 h 2483088"/>
                <a:gd name="connsiteX580" fmla="*/ 1627763 w 2309166"/>
                <a:gd name="connsiteY580" fmla="*/ 1077027 h 2483088"/>
                <a:gd name="connsiteX581" fmla="*/ 1645293 w 2309166"/>
                <a:gd name="connsiteY581" fmla="*/ 1158497 h 2483088"/>
                <a:gd name="connsiteX582" fmla="*/ 1639735 w 2309166"/>
                <a:gd name="connsiteY582" fmla="*/ 1163758 h 2483088"/>
                <a:gd name="connsiteX583" fmla="*/ 1639735 w 2309166"/>
                <a:gd name="connsiteY583" fmla="*/ 1163900 h 2483088"/>
                <a:gd name="connsiteX584" fmla="*/ 1639735 w 2309166"/>
                <a:gd name="connsiteY584" fmla="*/ 1163900 h 2483088"/>
                <a:gd name="connsiteX585" fmla="*/ 1645008 w 2309166"/>
                <a:gd name="connsiteY585" fmla="*/ 1169445 h 2483088"/>
                <a:gd name="connsiteX586" fmla="*/ 1645293 w 2309166"/>
                <a:gd name="connsiteY586" fmla="*/ 1169445 h 2483088"/>
                <a:gd name="connsiteX587" fmla="*/ 1645293 w 2309166"/>
                <a:gd name="connsiteY587" fmla="*/ 1169445 h 2483088"/>
                <a:gd name="connsiteX588" fmla="*/ 1650709 w 2309166"/>
                <a:gd name="connsiteY588" fmla="*/ 1164042 h 2483088"/>
                <a:gd name="connsiteX589" fmla="*/ 1650709 w 2309166"/>
                <a:gd name="connsiteY589" fmla="*/ 1163900 h 2483088"/>
                <a:gd name="connsiteX590" fmla="*/ 1650709 w 2309166"/>
                <a:gd name="connsiteY590" fmla="*/ 1163900 h 2483088"/>
                <a:gd name="connsiteX591" fmla="*/ 1645293 w 2309166"/>
                <a:gd name="connsiteY591" fmla="*/ 1158497 h 2483088"/>
                <a:gd name="connsiteX592" fmla="*/ 588909 w 2309166"/>
                <a:gd name="connsiteY592" fmla="*/ 130524 h 2483088"/>
                <a:gd name="connsiteX593" fmla="*/ 583351 w 2309166"/>
                <a:gd name="connsiteY593" fmla="*/ 135927 h 2483088"/>
                <a:gd name="connsiteX594" fmla="*/ 583351 w 2309166"/>
                <a:gd name="connsiteY594" fmla="*/ 135927 h 2483088"/>
                <a:gd name="connsiteX595" fmla="*/ 588909 w 2309166"/>
                <a:gd name="connsiteY595" fmla="*/ 141472 h 2483088"/>
                <a:gd name="connsiteX596" fmla="*/ 588909 w 2309166"/>
                <a:gd name="connsiteY596" fmla="*/ 141472 h 2483088"/>
                <a:gd name="connsiteX597" fmla="*/ 594468 w 2309166"/>
                <a:gd name="connsiteY597" fmla="*/ 136215 h 2483088"/>
                <a:gd name="connsiteX598" fmla="*/ 594468 w 2309166"/>
                <a:gd name="connsiteY598" fmla="*/ 135927 h 2483088"/>
                <a:gd name="connsiteX599" fmla="*/ 594468 w 2309166"/>
                <a:gd name="connsiteY599" fmla="*/ 135927 h 2483088"/>
                <a:gd name="connsiteX600" fmla="*/ 589053 w 2309166"/>
                <a:gd name="connsiteY600" fmla="*/ 130523 h 2483088"/>
                <a:gd name="connsiteX601" fmla="*/ 588909 w 2309166"/>
                <a:gd name="connsiteY601" fmla="*/ 130524 h 2483088"/>
                <a:gd name="connsiteX602" fmla="*/ 695802 w 2309166"/>
                <a:gd name="connsiteY602" fmla="*/ 1 h 2483088"/>
                <a:gd name="connsiteX603" fmla="*/ 687109 w 2309166"/>
                <a:gd name="connsiteY603" fmla="*/ 8388 h 2483088"/>
                <a:gd name="connsiteX604" fmla="*/ 687108 w 2309166"/>
                <a:gd name="connsiteY604" fmla="*/ 8532 h 2483088"/>
                <a:gd name="connsiteX605" fmla="*/ 687108 w 2309166"/>
                <a:gd name="connsiteY605" fmla="*/ 8532 h 2483088"/>
                <a:gd name="connsiteX606" fmla="*/ 695802 w 2309166"/>
                <a:gd name="connsiteY606" fmla="*/ 17205 h 2483088"/>
                <a:gd name="connsiteX607" fmla="*/ 695802 w 2309166"/>
                <a:gd name="connsiteY607" fmla="*/ 17205 h 2483088"/>
                <a:gd name="connsiteX608" fmla="*/ 704355 w 2309166"/>
                <a:gd name="connsiteY608" fmla="*/ 8676 h 2483088"/>
                <a:gd name="connsiteX609" fmla="*/ 704353 w 2309166"/>
                <a:gd name="connsiteY609" fmla="*/ 8532 h 2483088"/>
                <a:gd name="connsiteX610" fmla="*/ 704353 w 2309166"/>
                <a:gd name="connsiteY610" fmla="*/ 8532 h 2483088"/>
                <a:gd name="connsiteX611" fmla="*/ 695802 w 2309166"/>
                <a:gd name="connsiteY611" fmla="*/ 1 h 2483088"/>
                <a:gd name="connsiteX612" fmla="*/ 738559 w 2309166"/>
                <a:gd name="connsiteY612" fmla="*/ 162373 h 2483088"/>
                <a:gd name="connsiteX613" fmla="*/ 729866 w 2309166"/>
                <a:gd name="connsiteY613" fmla="*/ 170761 h 2483088"/>
                <a:gd name="connsiteX614" fmla="*/ 729865 w 2309166"/>
                <a:gd name="connsiteY614" fmla="*/ 170903 h 2483088"/>
                <a:gd name="connsiteX615" fmla="*/ 729865 w 2309166"/>
                <a:gd name="connsiteY615" fmla="*/ 170903 h 2483088"/>
                <a:gd name="connsiteX616" fmla="*/ 738559 w 2309166"/>
                <a:gd name="connsiteY616" fmla="*/ 179577 h 2483088"/>
                <a:gd name="connsiteX617" fmla="*/ 738559 w 2309166"/>
                <a:gd name="connsiteY617" fmla="*/ 179577 h 2483088"/>
                <a:gd name="connsiteX618" fmla="*/ 747112 w 2309166"/>
                <a:gd name="connsiteY618" fmla="*/ 171046 h 2483088"/>
                <a:gd name="connsiteX619" fmla="*/ 747110 w 2309166"/>
                <a:gd name="connsiteY619" fmla="*/ 170903 h 2483088"/>
                <a:gd name="connsiteX620" fmla="*/ 747110 w 2309166"/>
                <a:gd name="connsiteY620" fmla="*/ 170903 h 2483088"/>
                <a:gd name="connsiteX621" fmla="*/ 738559 w 2309166"/>
                <a:gd name="connsiteY621" fmla="*/ 162373 h 2483088"/>
                <a:gd name="connsiteX622" fmla="*/ 689103 w 2309166"/>
                <a:gd name="connsiteY622" fmla="*/ 559201 h 2483088"/>
                <a:gd name="connsiteX623" fmla="*/ 662166 w 2309166"/>
                <a:gd name="connsiteY623" fmla="*/ 586074 h 2483088"/>
                <a:gd name="connsiteX624" fmla="*/ 662166 w 2309166"/>
                <a:gd name="connsiteY624" fmla="*/ 586074 h 2483088"/>
                <a:gd name="connsiteX625" fmla="*/ 689103 w 2309166"/>
                <a:gd name="connsiteY625" fmla="*/ 612946 h 2483088"/>
                <a:gd name="connsiteX626" fmla="*/ 689103 w 2309166"/>
                <a:gd name="connsiteY626" fmla="*/ 612946 h 2483088"/>
                <a:gd name="connsiteX627" fmla="*/ 716040 w 2309166"/>
                <a:gd name="connsiteY627" fmla="*/ 586074 h 2483088"/>
                <a:gd name="connsiteX628" fmla="*/ 716040 w 2309166"/>
                <a:gd name="connsiteY628" fmla="*/ 586074 h 2483088"/>
                <a:gd name="connsiteX629" fmla="*/ 689103 w 2309166"/>
                <a:gd name="connsiteY629" fmla="*/ 559201 h 2483088"/>
                <a:gd name="connsiteX630" fmla="*/ 829631 w 2309166"/>
                <a:gd name="connsiteY630" fmla="*/ 1107454 h 2483088"/>
                <a:gd name="connsiteX631" fmla="*/ 810961 w 2309166"/>
                <a:gd name="connsiteY631" fmla="*/ 1126222 h 2483088"/>
                <a:gd name="connsiteX632" fmla="*/ 810961 w 2309166"/>
                <a:gd name="connsiteY632" fmla="*/ 1126222 h 2483088"/>
                <a:gd name="connsiteX633" fmla="*/ 829631 w 2309166"/>
                <a:gd name="connsiteY633" fmla="*/ 1144848 h 2483088"/>
                <a:gd name="connsiteX634" fmla="*/ 829631 w 2309166"/>
                <a:gd name="connsiteY634" fmla="*/ 1144848 h 2483088"/>
                <a:gd name="connsiteX635" fmla="*/ 848444 w 2309166"/>
                <a:gd name="connsiteY635" fmla="*/ 1126364 h 2483088"/>
                <a:gd name="connsiteX636" fmla="*/ 848444 w 2309166"/>
                <a:gd name="connsiteY636" fmla="*/ 1126222 h 2483088"/>
                <a:gd name="connsiteX637" fmla="*/ 848444 w 2309166"/>
                <a:gd name="connsiteY637" fmla="*/ 1126222 h 2483088"/>
                <a:gd name="connsiteX638" fmla="*/ 829631 w 2309166"/>
                <a:gd name="connsiteY638" fmla="*/ 1107454 h 2483088"/>
                <a:gd name="connsiteX639" fmla="*/ 1010494 w 2309166"/>
                <a:gd name="connsiteY639" fmla="*/ 1057690 h 2483088"/>
                <a:gd name="connsiteX640" fmla="*/ 992246 w 2309166"/>
                <a:gd name="connsiteY640" fmla="*/ 1076728 h 2483088"/>
                <a:gd name="connsiteX641" fmla="*/ 992251 w 2309166"/>
                <a:gd name="connsiteY641" fmla="*/ 1076885 h 2483088"/>
                <a:gd name="connsiteX642" fmla="*/ 992251 w 2309166"/>
                <a:gd name="connsiteY642" fmla="*/ 1076885 h 2483088"/>
                <a:gd name="connsiteX643" fmla="*/ 1010921 w 2309166"/>
                <a:gd name="connsiteY643" fmla="*/ 1095653 h 2483088"/>
                <a:gd name="connsiteX644" fmla="*/ 1010921 w 2309166"/>
                <a:gd name="connsiteY644" fmla="*/ 1095653 h 2483088"/>
                <a:gd name="connsiteX645" fmla="*/ 1029734 w 2309166"/>
                <a:gd name="connsiteY645" fmla="*/ 1076885 h 2483088"/>
                <a:gd name="connsiteX646" fmla="*/ 1029734 w 2309166"/>
                <a:gd name="connsiteY646" fmla="*/ 1076885 h 2483088"/>
                <a:gd name="connsiteX647" fmla="*/ 1011064 w 2309166"/>
                <a:gd name="connsiteY647" fmla="*/ 1058259 h 2483088"/>
                <a:gd name="connsiteX648" fmla="*/ 1010921 w 2309166"/>
                <a:gd name="connsiteY648" fmla="*/ 1058259 h 2483088"/>
                <a:gd name="connsiteX649" fmla="*/ 372131 w 2309166"/>
                <a:gd name="connsiteY649" fmla="*/ 882665 h 2483088"/>
                <a:gd name="connsiteX650" fmla="*/ 353318 w 2309166"/>
                <a:gd name="connsiteY650" fmla="*/ 901433 h 2483088"/>
                <a:gd name="connsiteX651" fmla="*/ 353318 w 2309166"/>
                <a:gd name="connsiteY651" fmla="*/ 901433 h 2483088"/>
                <a:gd name="connsiteX652" fmla="*/ 371843 w 2309166"/>
                <a:gd name="connsiteY652" fmla="*/ 920485 h 2483088"/>
                <a:gd name="connsiteX653" fmla="*/ 372131 w 2309166"/>
                <a:gd name="connsiteY653" fmla="*/ 920485 h 2483088"/>
                <a:gd name="connsiteX654" fmla="*/ 372131 w 2309166"/>
                <a:gd name="connsiteY654" fmla="*/ 920485 h 2483088"/>
                <a:gd name="connsiteX655" fmla="*/ 390802 w 2309166"/>
                <a:gd name="connsiteY655" fmla="*/ 901859 h 2483088"/>
                <a:gd name="connsiteX656" fmla="*/ 390802 w 2309166"/>
                <a:gd name="connsiteY656" fmla="*/ 901859 h 2483088"/>
                <a:gd name="connsiteX657" fmla="*/ 372422 w 2309166"/>
                <a:gd name="connsiteY657" fmla="*/ 882665 h 2483088"/>
                <a:gd name="connsiteX658" fmla="*/ 372131 w 2309166"/>
                <a:gd name="connsiteY658" fmla="*/ 882665 h 2483088"/>
                <a:gd name="connsiteX659" fmla="*/ 404199 w 2309166"/>
                <a:gd name="connsiteY659" fmla="*/ 1156933 h 2483088"/>
                <a:gd name="connsiteX660" fmla="*/ 385516 w 2309166"/>
                <a:gd name="connsiteY660" fmla="*/ 1175829 h 2483088"/>
                <a:gd name="connsiteX661" fmla="*/ 385528 w 2309166"/>
                <a:gd name="connsiteY661" fmla="*/ 1176412 h 2483088"/>
                <a:gd name="connsiteX662" fmla="*/ 385528 w 2309166"/>
                <a:gd name="connsiteY662" fmla="*/ 1176412 h 2483088"/>
                <a:gd name="connsiteX663" fmla="*/ 404199 w 2309166"/>
                <a:gd name="connsiteY663" fmla="*/ 1195180 h 2483088"/>
                <a:gd name="connsiteX664" fmla="*/ 404199 w 2309166"/>
                <a:gd name="connsiteY664" fmla="*/ 1195180 h 2483088"/>
                <a:gd name="connsiteX665" fmla="*/ 423012 w 2309166"/>
                <a:gd name="connsiteY665" fmla="*/ 1176412 h 2483088"/>
                <a:gd name="connsiteX666" fmla="*/ 423012 w 2309166"/>
                <a:gd name="connsiteY666" fmla="*/ 1176412 h 2483088"/>
                <a:gd name="connsiteX667" fmla="*/ 404199 w 2309166"/>
                <a:gd name="connsiteY667" fmla="*/ 1157644 h 2483088"/>
                <a:gd name="connsiteX668" fmla="*/ 212648 w 2309166"/>
                <a:gd name="connsiteY668" fmla="*/ 1316887 h 2483088"/>
                <a:gd name="connsiteX669" fmla="*/ 193834 w 2309166"/>
                <a:gd name="connsiteY669" fmla="*/ 1335513 h 2483088"/>
                <a:gd name="connsiteX670" fmla="*/ 193834 w 2309166"/>
                <a:gd name="connsiteY670" fmla="*/ 1335513 h 2483088"/>
                <a:gd name="connsiteX671" fmla="*/ 212648 w 2309166"/>
                <a:gd name="connsiteY671" fmla="*/ 1354281 h 2483088"/>
                <a:gd name="connsiteX672" fmla="*/ 212648 w 2309166"/>
                <a:gd name="connsiteY672" fmla="*/ 1354281 h 2483088"/>
                <a:gd name="connsiteX673" fmla="*/ 231461 w 2309166"/>
                <a:gd name="connsiteY673" fmla="*/ 1335513 h 2483088"/>
                <a:gd name="connsiteX674" fmla="*/ 231461 w 2309166"/>
                <a:gd name="connsiteY674" fmla="*/ 1335513 h 2483088"/>
                <a:gd name="connsiteX675" fmla="*/ 212648 w 2309166"/>
                <a:gd name="connsiteY675" fmla="*/ 1316887 h 2483088"/>
                <a:gd name="connsiteX676" fmla="*/ 262246 w 2309166"/>
                <a:gd name="connsiteY676" fmla="*/ 1372623 h 2483088"/>
                <a:gd name="connsiteX677" fmla="*/ 243860 w 2309166"/>
                <a:gd name="connsiteY677" fmla="*/ 1391248 h 2483088"/>
                <a:gd name="connsiteX678" fmla="*/ 243860 w 2309166"/>
                <a:gd name="connsiteY678" fmla="*/ 1391248 h 2483088"/>
                <a:gd name="connsiteX679" fmla="*/ 262673 w 2309166"/>
                <a:gd name="connsiteY679" fmla="*/ 1410016 h 2483088"/>
                <a:gd name="connsiteX680" fmla="*/ 262673 w 2309166"/>
                <a:gd name="connsiteY680" fmla="*/ 1410016 h 2483088"/>
                <a:gd name="connsiteX681" fmla="*/ 281344 w 2309166"/>
                <a:gd name="connsiteY681" fmla="*/ 1391248 h 2483088"/>
                <a:gd name="connsiteX682" fmla="*/ 281344 w 2309166"/>
                <a:gd name="connsiteY682" fmla="*/ 1391248 h 2483088"/>
                <a:gd name="connsiteX683" fmla="*/ 262673 w 2309166"/>
                <a:gd name="connsiteY683" fmla="*/ 1372623 h 2483088"/>
                <a:gd name="connsiteX684" fmla="*/ 372986 w 2309166"/>
                <a:gd name="connsiteY684" fmla="*/ 1339921 h 2483088"/>
                <a:gd name="connsiteX685" fmla="*/ 354316 w 2309166"/>
                <a:gd name="connsiteY685" fmla="*/ 1358689 h 2483088"/>
                <a:gd name="connsiteX686" fmla="*/ 354316 w 2309166"/>
                <a:gd name="connsiteY686" fmla="*/ 1358689 h 2483088"/>
                <a:gd name="connsiteX687" fmla="*/ 372986 w 2309166"/>
                <a:gd name="connsiteY687" fmla="*/ 1377315 h 2483088"/>
                <a:gd name="connsiteX688" fmla="*/ 372986 w 2309166"/>
                <a:gd name="connsiteY688" fmla="*/ 1377315 h 2483088"/>
                <a:gd name="connsiteX689" fmla="*/ 391799 w 2309166"/>
                <a:gd name="connsiteY689" fmla="*/ 1358689 h 2483088"/>
                <a:gd name="connsiteX690" fmla="*/ 391799 w 2309166"/>
                <a:gd name="connsiteY690" fmla="*/ 1358689 h 2483088"/>
                <a:gd name="connsiteX691" fmla="*/ 372986 w 2309166"/>
                <a:gd name="connsiteY691" fmla="*/ 1339921 h 2483088"/>
                <a:gd name="connsiteX692" fmla="*/ 346762 w 2309166"/>
                <a:gd name="connsiteY692" fmla="*/ 1505847 h 2483088"/>
                <a:gd name="connsiteX693" fmla="*/ 327949 w 2309166"/>
                <a:gd name="connsiteY693" fmla="*/ 1524615 h 2483088"/>
                <a:gd name="connsiteX694" fmla="*/ 327949 w 2309166"/>
                <a:gd name="connsiteY694" fmla="*/ 1524615 h 2483088"/>
                <a:gd name="connsiteX695" fmla="*/ 346762 w 2309166"/>
                <a:gd name="connsiteY695" fmla="*/ 1543241 h 2483088"/>
                <a:gd name="connsiteX696" fmla="*/ 346762 w 2309166"/>
                <a:gd name="connsiteY696" fmla="*/ 1543241 h 2483088"/>
                <a:gd name="connsiteX697" fmla="*/ 365433 w 2309166"/>
                <a:gd name="connsiteY697" fmla="*/ 1524615 h 2483088"/>
                <a:gd name="connsiteX698" fmla="*/ 365433 w 2309166"/>
                <a:gd name="connsiteY698" fmla="*/ 1524615 h 2483088"/>
                <a:gd name="connsiteX699" fmla="*/ 346762 w 2309166"/>
                <a:gd name="connsiteY699" fmla="*/ 1505847 h 2483088"/>
                <a:gd name="connsiteX700" fmla="*/ 247993 w 2309166"/>
                <a:gd name="connsiteY700" fmla="*/ 1685849 h 2483088"/>
                <a:gd name="connsiteX701" fmla="*/ 238444 w 2309166"/>
                <a:gd name="connsiteY701" fmla="*/ 1695517 h 2483088"/>
                <a:gd name="connsiteX702" fmla="*/ 238444 w 2309166"/>
                <a:gd name="connsiteY702" fmla="*/ 1695517 h 2483088"/>
                <a:gd name="connsiteX703" fmla="*/ 247849 w 2309166"/>
                <a:gd name="connsiteY703" fmla="*/ 1705185 h 2483088"/>
                <a:gd name="connsiteX704" fmla="*/ 247993 w 2309166"/>
                <a:gd name="connsiteY704" fmla="*/ 1705185 h 2483088"/>
                <a:gd name="connsiteX705" fmla="*/ 247993 w 2309166"/>
                <a:gd name="connsiteY705" fmla="*/ 1705185 h 2483088"/>
                <a:gd name="connsiteX706" fmla="*/ 257685 w 2309166"/>
                <a:gd name="connsiteY706" fmla="*/ 1695801 h 2483088"/>
                <a:gd name="connsiteX707" fmla="*/ 257685 w 2309166"/>
                <a:gd name="connsiteY707" fmla="*/ 1695517 h 2483088"/>
                <a:gd name="connsiteX708" fmla="*/ 257685 w 2309166"/>
                <a:gd name="connsiteY708" fmla="*/ 1695517 h 2483088"/>
                <a:gd name="connsiteX709" fmla="*/ 247993 w 2309166"/>
                <a:gd name="connsiteY709" fmla="*/ 1685849 h 2483088"/>
                <a:gd name="connsiteX710" fmla="*/ 376264 w 2309166"/>
                <a:gd name="connsiteY710" fmla="*/ 1608075 h 2483088"/>
                <a:gd name="connsiteX711" fmla="*/ 366573 w 2309166"/>
                <a:gd name="connsiteY711" fmla="*/ 1617744 h 2483088"/>
                <a:gd name="connsiteX712" fmla="*/ 366573 w 2309166"/>
                <a:gd name="connsiteY712" fmla="*/ 1617744 h 2483088"/>
                <a:gd name="connsiteX713" fmla="*/ 376264 w 2309166"/>
                <a:gd name="connsiteY713" fmla="*/ 1627412 h 2483088"/>
                <a:gd name="connsiteX714" fmla="*/ 376264 w 2309166"/>
                <a:gd name="connsiteY714" fmla="*/ 1627412 h 2483088"/>
                <a:gd name="connsiteX715" fmla="*/ 385956 w 2309166"/>
                <a:gd name="connsiteY715" fmla="*/ 1617744 h 2483088"/>
                <a:gd name="connsiteX716" fmla="*/ 385956 w 2309166"/>
                <a:gd name="connsiteY716" fmla="*/ 1617744 h 2483088"/>
                <a:gd name="connsiteX717" fmla="*/ 376552 w 2309166"/>
                <a:gd name="connsiteY717" fmla="*/ 1608075 h 2483088"/>
                <a:gd name="connsiteX718" fmla="*/ 376264 w 2309166"/>
                <a:gd name="connsiteY718" fmla="*/ 1608075 h 2483088"/>
                <a:gd name="connsiteX719" fmla="*/ 197255 w 2309166"/>
                <a:gd name="connsiteY719" fmla="*/ 1601535 h 2483088"/>
                <a:gd name="connsiteX720" fmla="*/ 187563 w 2309166"/>
                <a:gd name="connsiteY720" fmla="*/ 1611203 h 2483088"/>
                <a:gd name="connsiteX721" fmla="*/ 187563 w 2309166"/>
                <a:gd name="connsiteY721" fmla="*/ 1611203 h 2483088"/>
                <a:gd name="connsiteX722" fmla="*/ 197255 w 2309166"/>
                <a:gd name="connsiteY722" fmla="*/ 1620872 h 2483088"/>
                <a:gd name="connsiteX723" fmla="*/ 197255 w 2309166"/>
                <a:gd name="connsiteY723" fmla="*/ 1620872 h 2483088"/>
                <a:gd name="connsiteX724" fmla="*/ 206947 w 2309166"/>
                <a:gd name="connsiteY724" fmla="*/ 1611488 h 2483088"/>
                <a:gd name="connsiteX725" fmla="*/ 206947 w 2309166"/>
                <a:gd name="connsiteY725" fmla="*/ 1611203 h 2483088"/>
                <a:gd name="connsiteX726" fmla="*/ 206947 w 2309166"/>
                <a:gd name="connsiteY726" fmla="*/ 1611203 h 2483088"/>
                <a:gd name="connsiteX727" fmla="*/ 197255 w 2309166"/>
                <a:gd name="connsiteY727" fmla="*/ 1601535 h 2483088"/>
                <a:gd name="connsiteX728" fmla="*/ 124996 w 2309166"/>
                <a:gd name="connsiteY728" fmla="*/ 1761632 h 2483088"/>
                <a:gd name="connsiteX729" fmla="*/ 115304 w 2309166"/>
                <a:gd name="connsiteY729" fmla="*/ 1771300 h 2483088"/>
                <a:gd name="connsiteX730" fmla="*/ 115304 w 2309166"/>
                <a:gd name="connsiteY730" fmla="*/ 1771300 h 2483088"/>
                <a:gd name="connsiteX731" fmla="*/ 124996 w 2309166"/>
                <a:gd name="connsiteY731" fmla="*/ 1780826 h 2483088"/>
                <a:gd name="connsiteX732" fmla="*/ 124996 w 2309166"/>
                <a:gd name="connsiteY732" fmla="*/ 1780826 h 2483088"/>
                <a:gd name="connsiteX733" fmla="*/ 134686 w 2309166"/>
                <a:gd name="connsiteY733" fmla="*/ 1771442 h 2483088"/>
                <a:gd name="connsiteX734" fmla="*/ 134687 w 2309166"/>
                <a:gd name="connsiteY734" fmla="*/ 1771300 h 2483088"/>
                <a:gd name="connsiteX735" fmla="*/ 134687 w 2309166"/>
                <a:gd name="connsiteY735" fmla="*/ 1771300 h 2483088"/>
                <a:gd name="connsiteX736" fmla="*/ 125284 w 2309166"/>
                <a:gd name="connsiteY736" fmla="*/ 1761632 h 2483088"/>
                <a:gd name="connsiteX737" fmla="*/ 124996 w 2309166"/>
                <a:gd name="connsiteY737" fmla="*/ 1761632 h 2483088"/>
                <a:gd name="connsiteX738" fmla="*/ 77820 w 2309166"/>
                <a:gd name="connsiteY738" fmla="*/ 1791063 h 2483088"/>
                <a:gd name="connsiteX739" fmla="*/ 68129 w 2309166"/>
                <a:gd name="connsiteY739" fmla="*/ 1800731 h 2483088"/>
                <a:gd name="connsiteX740" fmla="*/ 68129 w 2309166"/>
                <a:gd name="connsiteY740" fmla="*/ 1800731 h 2483088"/>
                <a:gd name="connsiteX741" fmla="*/ 77820 w 2309166"/>
                <a:gd name="connsiteY741" fmla="*/ 1810400 h 2483088"/>
                <a:gd name="connsiteX742" fmla="*/ 77820 w 2309166"/>
                <a:gd name="connsiteY742" fmla="*/ 1810400 h 2483088"/>
                <a:gd name="connsiteX743" fmla="*/ 87512 w 2309166"/>
                <a:gd name="connsiteY743" fmla="*/ 1800731 h 2483088"/>
                <a:gd name="connsiteX744" fmla="*/ 87512 w 2309166"/>
                <a:gd name="connsiteY744" fmla="*/ 1800731 h 2483088"/>
                <a:gd name="connsiteX745" fmla="*/ 78108 w 2309166"/>
                <a:gd name="connsiteY745" fmla="*/ 1791063 h 2483088"/>
                <a:gd name="connsiteX746" fmla="*/ 77820 w 2309166"/>
                <a:gd name="connsiteY746" fmla="*/ 1791063 h 2483088"/>
                <a:gd name="connsiteX747" fmla="*/ 15823 w 2309166"/>
                <a:gd name="connsiteY747" fmla="*/ 1701062 h 2483088"/>
                <a:gd name="connsiteX748" fmla="*/ 3 w 2309166"/>
                <a:gd name="connsiteY748" fmla="*/ 1716702 h 2483088"/>
                <a:gd name="connsiteX749" fmla="*/ 3 w 2309166"/>
                <a:gd name="connsiteY749" fmla="*/ 1716702 h 2483088"/>
                <a:gd name="connsiteX750" fmla="*/ 15817 w 2309166"/>
                <a:gd name="connsiteY750" fmla="*/ 1733053 h 2483088"/>
                <a:gd name="connsiteX751" fmla="*/ 15823 w 2309166"/>
                <a:gd name="connsiteY751" fmla="*/ 1733053 h 2483088"/>
                <a:gd name="connsiteX752" fmla="*/ 15823 w 2309166"/>
                <a:gd name="connsiteY752" fmla="*/ 1733053 h 2483088"/>
                <a:gd name="connsiteX753" fmla="*/ 32073 w 2309166"/>
                <a:gd name="connsiteY753" fmla="*/ 1717427 h 2483088"/>
                <a:gd name="connsiteX754" fmla="*/ 32070 w 2309166"/>
                <a:gd name="connsiteY754" fmla="*/ 1716702 h 2483088"/>
                <a:gd name="connsiteX755" fmla="*/ 32070 w 2309166"/>
                <a:gd name="connsiteY755" fmla="*/ 1716702 h 2483088"/>
                <a:gd name="connsiteX756" fmla="*/ 15828 w 2309166"/>
                <a:gd name="connsiteY756" fmla="*/ 1701062 h 2483088"/>
                <a:gd name="connsiteX757" fmla="*/ 15823 w 2309166"/>
                <a:gd name="connsiteY757" fmla="*/ 1701062 h 2483088"/>
                <a:gd name="connsiteX758" fmla="*/ 293601 w 2309166"/>
                <a:gd name="connsiteY758" fmla="*/ 2006753 h 2483088"/>
                <a:gd name="connsiteX759" fmla="*/ 283480 w 2309166"/>
                <a:gd name="connsiteY759" fmla="*/ 2016848 h 2483088"/>
                <a:gd name="connsiteX760" fmla="*/ 283482 w 2309166"/>
                <a:gd name="connsiteY760" fmla="*/ 2016990 h 2483088"/>
                <a:gd name="connsiteX761" fmla="*/ 283482 w 2309166"/>
                <a:gd name="connsiteY761" fmla="*/ 2016990 h 2483088"/>
                <a:gd name="connsiteX762" fmla="*/ 293601 w 2309166"/>
                <a:gd name="connsiteY762" fmla="*/ 2027085 h 2483088"/>
                <a:gd name="connsiteX763" fmla="*/ 293601 w 2309166"/>
                <a:gd name="connsiteY763" fmla="*/ 2027085 h 2483088"/>
                <a:gd name="connsiteX764" fmla="*/ 303861 w 2309166"/>
                <a:gd name="connsiteY764" fmla="*/ 2017132 h 2483088"/>
                <a:gd name="connsiteX765" fmla="*/ 303863 w 2309166"/>
                <a:gd name="connsiteY765" fmla="*/ 2016990 h 2483088"/>
                <a:gd name="connsiteX766" fmla="*/ 303863 w 2309166"/>
                <a:gd name="connsiteY766" fmla="*/ 2016990 h 2483088"/>
                <a:gd name="connsiteX767" fmla="*/ 293601 w 2309166"/>
                <a:gd name="connsiteY767" fmla="*/ 2006753 h 2483088"/>
                <a:gd name="connsiteX768" fmla="*/ 288898 w 2309166"/>
                <a:gd name="connsiteY768" fmla="*/ 2109408 h 2483088"/>
                <a:gd name="connsiteX769" fmla="*/ 278636 w 2309166"/>
                <a:gd name="connsiteY769" fmla="*/ 2119645 h 2483088"/>
                <a:gd name="connsiteX770" fmla="*/ 278636 w 2309166"/>
                <a:gd name="connsiteY770" fmla="*/ 2119645 h 2483088"/>
                <a:gd name="connsiteX771" fmla="*/ 288754 w 2309166"/>
                <a:gd name="connsiteY771" fmla="*/ 2129740 h 2483088"/>
                <a:gd name="connsiteX772" fmla="*/ 288898 w 2309166"/>
                <a:gd name="connsiteY772" fmla="*/ 2129740 h 2483088"/>
                <a:gd name="connsiteX773" fmla="*/ 288898 w 2309166"/>
                <a:gd name="connsiteY773" fmla="*/ 2129740 h 2483088"/>
                <a:gd name="connsiteX774" fmla="*/ 299158 w 2309166"/>
                <a:gd name="connsiteY774" fmla="*/ 2119787 h 2483088"/>
                <a:gd name="connsiteX775" fmla="*/ 299159 w 2309166"/>
                <a:gd name="connsiteY775" fmla="*/ 2119645 h 2483088"/>
                <a:gd name="connsiteX776" fmla="*/ 299159 w 2309166"/>
                <a:gd name="connsiteY776" fmla="*/ 2119645 h 2483088"/>
                <a:gd name="connsiteX777" fmla="*/ 288898 w 2309166"/>
                <a:gd name="connsiteY777" fmla="*/ 2109408 h 2483088"/>
                <a:gd name="connsiteX778" fmla="*/ 467907 w 2309166"/>
                <a:gd name="connsiteY778" fmla="*/ 1855045 h 2483088"/>
                <a:gd name="connsiteX779" fmla="*/ 452799 w 2309166"/>
                <a:gd name="connsiteY779" fmla="*/ 1870116 h 2483088"/>
                <a:gd name="connsiteX780" fmla="*/ 452799 w 2309166"/>
                <a:gd name="connsiteY780" fmla="*/ 1870258 h 2483088"/>
                <a:gd name="connsiteX781" fmla="*/ 452799 w 2309166"/>
                <a:gd name="connsiteY781" fmla="*/ 1870258 h 2483088"/>
                <a:gd name="connsiteX782" fmla="*/ 467764 w 2309166"/>
                <a:gd name="connsiteY782" fmla="*/ 1885472 h 2483088"/>
                <a:gd name="connsiteX783" fmla="*/ 467907 w 2309166"/>
                <a:gd name="connsiteY783" fmla="*/ 1885472 h 2483088"/>
                <a:gd name="connsiteX784" fmla="*/ 467907 w 2309166"/>
                <a:gd name="connsiteY784" fmla="*/ 1885472 h 2483088"/>
                <a:gd name="connsiteX785" fmla="*/ 483157 w 2309166"/>
                <a:gd name="connsiteY785" fmla="*/ 1870258 h 2483088"/>
                <a:gd name="connsiteX786" fmla="*/ 483157 w 2309166"/>
                <a:gd name="connsiteY786" fmla="*/ 1870258 h 2483088"/>
                <a:gd name="connsiteX787" fmla="*/ 467907 w 2309166"/>
                <a:gd name="connsiteY787" fmla="*/ 1855045 h 2483088"/>
                <a:gd name="connsiteX788" fmla="*/ 408190 w 2309166"/>
                <a:gd name="connsiteY788" fmla="*/ 1849926 h 2483088"/>
                <a:gd name="connsiteX789" fmla="*/ 397500 w 2309166"/>
                <a:gd name="connsiteY789" fmla="*/ 1860590 h 2483088"/>
                <a:gd name="connsiteX790" fmla="*/ 397500 w 2309166"/>
                <a:gd name="connsiteY790" fmla="*/ 1860590 h 2483088"/>
                <a:gd name="connsiteX791" fmla="*/ 408190 w 2309166"/>
                <a:gd name="connsiteY791" fmla="*/ 1871111 h 2483088"/>
                <a:gd name="connsiteX792" fmla="*/ 408190 w 2309166"/>
                <a:gd name="connsiteY792" fmla="*/ 1871111 h 2483088"/>
                <a:gd name="connsiteX793" fmla="*/ 418736 w 2309166"/>
                <a:gd name="connsiteY793" fmla="*/ 1860590 h 2483088"/>
                <a:gd name="connsiteX794" fmla="*/ 418736 w 2309166"/>
                <a:gd name="connsiteY794" fmla="*/ 1860590 h 2483088"/>
                <a:gd name="connsiteX795" fmla="*/ 408190 w 2309166"/>
                <a:gd name="connsiteY795" fmla="*/ 1849926 h 2483088"/>
                <a:gd name="connsiteX796" fmla="*/ 405482 w 2309166"/>
                <a:gd name="connsiteY796" fmla="*/ 1690825 h 2483088"/>
                <a:gd name="connsiteX797" fmla="*/ 394792 w 2309166"/>
                <a:gd name="connsiteY797" fmla="*/ 1701489 h 2483088"/>
                <a:gd name="connsiteX798" fmla="*/ 394792 w 2309166"/>
                <a:gd name="connsiteY798" fmla="*/ 1701489 h 2483088"/>
                <a:gd name="connsiteX799" fmla="*/ 405482 w 2309166"/>
                <a:gd name="connsiteY799" fmla="*/ 1712010 h 2483088"/>
                <a:gd name="connsiteX800" fmla="*/ 405482 w 2309166"/>
                <a:gd name="connsiteY800" fmla="*/ 1712010 h 2483088"/>
                <a:gd name="connsiteX801" fmla="*/ 416028 w 2309166"/>
                <a:gd name="connsiteY801" fmla="*/ 1701489 h 2483088"/>
                <a:gd name="connsiteX802" fmla="*/ 416028 w 2309166"/>
                <a:gd name="connsiteY802" fmla="*/ 1701489 h 2483088"/>
                <a:gd name="connsiteX803" fmla="*/ 405626 w 2309166"/>
                <a:gd name="connsiteY803" fmla="*/ 1690825 h 2483088"/>
                <a:gd name="connsiteX804" fmla="*/ 405482 w 2309166"/>
                <a:gd name="connsiteY804" fmla="*/ 1690825 h 2483088"/>
                <a:gd name="connsiteX805" fmla="*/ 236449 w 2309166"/>
                <a:gd name="connsiteY805" fmla="*/ 1817367 h 2483088"/>
                <a:gd name="connsiteX806" fmla="*/ 225760 w 2309166"/>
                <a:gd name="connsiteY806" fmla="*/ 1827888 h 2483088"/>
                <a:gd name="connsiteX807" fmla="*/ 225760 w 2309166"/>
                <a:gd name="connsiteY807" fmla="*/ 1827888 h 2483088"/>
                <a:gd name="connsiteX808" fmla="*/ 236449 w 2309166"/>
                <a:gd name="connsiteY808" fmla="*/ 1838552 h 2483088"/>
                <a:gd name="connsiteX809" fmla="*/ 236449 w 2309166"/>
                <a:gd name="connsiteY809" fmla="*/ 1838552 h 2483088"/>
                <a:gd name="connsiteX810" fmla="*/ 246996 w 2309166"/>
                <a:gd name="connsiteY810" fmla="*/ 1827888 h 2483088"/>
                <a:gd name="connsiteX811" fmla="*/ 246996 w 2309166"/>
                <a:gd name="connsiteY811" fmla="*/ 1827888 h 2483088"/>
                <a:gd name="connsiteX812" fmla="*/ 236449 w 2309166"/>
                <a:gd name="connsiteY812" fmla="*/ 1817367 h 2483088"/>
                <a:gd name="connsiteX813" fmla="*/ 82666 w 2309166"/>
                <a:gd name="connsiteY813" fmla="*/ 2086374 h 2483088"/>
                <a:gd name="connsiteX814" fmla="*/ 72119 w 2309166"/>
                <a:gd name="connsiteY814" fmla="*/ 2096896 h 2483088"/>
                <a:gd name="connsiteX815" fmla="*/ 72119 w 2309166"/>
                <a:gd name="connsiteY815" fmla="*/ 2096896 h 2483088"/>
                <a:gd name="connsiteX816" fmla="*/ 82666 w 2309166"/>
                <a:gd name="connsiteY816" fmla="*/ 2107560 h 2483088"/>
                <a:gd name="connsiteX817" fmla="*/ 82666 w 2309166"/>
                <a:gd name="connsiteY817" fmla="*/ 2107560 h 2483088"/>
                <a:gd name="connsiteX818" fmla="*/ 93355 w 2309166"/>
                <a:gd name="connsiteY818" fmla="*/ 2096896 h 2483088"/>
                <a:gd name="connsiteX819" fmla="*/ 93355 w 2309166"/>
                <a:gd name="connsiteY819" fmla="*/ 2096896 h 2483088"/>
                <a:gd name="connsiteX820" fmla="*/ 82666 w 2309166"/>
                <a:gd name="connsiteY820" fmla="*/ 2086374 h 2483088"/>
                <a:gd name="connsiteX821" fmla="*/ 280346 w 2309166"/>
                <a:gd name="connsiteY821" fmla="*/ 2302348 h 2483088"/>
                <a:gd name="connsiteX822" fmla="*/ 269657 w 2309166"/>
                <a:gd name="connsiteY822" fmla="*/ 2313012 h 2483088"/>
                <a:gd name="connsiteX823" fmla="*/ 269657 w 2309166"/>
                <a:gd name="connsiteY823" fmla="*/ 2313012 h 2483088"/>
                <a:gd name="connsiteX824" fmla="*/ 280346 w 2309166"/>
                <a:gd name="connsiteY824" fmla="*/ 2323533 h 2483088"/>
                <a:gd name="connsiteX825" fmla="*/ 280346 w 2309166"/>
                <a:gd name="connsiteY825" fmla="*/ 2323533 h 2483088"/>
                <a:gd name="connsiteX826" fmla="*/ 290893 w 2309166"/>
                <a:gd name="connsiteY826" fmla="*/ 2313012 h 2483088"/>
                <a:gd name="connsiteX827" fmla="*/ 290893 w 2309166"/>
                <a:gd name="connsiteY827" fmla="*/ 2313012 h 2483088"/>
                <a:gd name="connsiteX828" fmla="*/ 280490 w 2309166"/>
                <a:gd name="connsiteY828" fmla="*/ 2302348 h 2483088"/>
                <a:gd name="connsiteX829" fmla="*/ 280346 w 2309166"/>
                <a:gd name="connsiteY829" fmla="*/ 2302348 h 2483088"/>
                <a:gd name="connsiteX830" fmla="*/ 347047 w 2309166"/>
                <a:gd name="connsiteY830" fmla="*/ 2375714 h 2483088"/>
                <a:gd name="connsiteX831" fmla="*/ 336500 w 2309166"/>
                <a:gd name="connsiteY831" fmla="*/ 2386378 h 2483088"/>
                <a:gd name="connsiteX832" fmla="*/ 336500 w 2309166"/>
                <a:gd name="connsiteY832" fmla="*/ 2386378 h 2483088"/>
                <a:gd name="connsiteX833" fmla="*/ 347047 w 2309166"/>
                <a:gd name="connsiteY833" fmla="*/ 2396899 h 2483088"/>
                <a:gd name="connsiteX834" fmla="*/ 347047 w 2309166"/>
                <a:gd name="connsiteY834" fmla="*/ 2396899 h 2483088"/>
                <a:gd name="connsiteX835" fmla="*/ 357736 w 2309166"/>
                <a:gd name="connsiteY835" fmla="*/ 2386378 h 2483088"/>
                <a:gd name="connsiteX836" fmla="*/ 357736 w 2309166"/>
                <a:gd name="connsiteY836" fmla="*/ 2386378 h 2483088"/>
                <a:gd name="connsiteX837" fmla="*/ 347047 w 2309166"/>
                <a:gd name="connsiteY837" fmla="*/ 2375714 h 2483088"/>
                <a:gd name="connsiteX838" fmla="*/ 410470 w 2309166"/>
                <a:gd name="connsiteY838" fmla="*/ 2381970 h 2483088"/>
                <a:gd name="connsiteX839" fmla="*/ 399923 w 2309166"/>
                <a:gd name="connsiteY839" fmla="*/ 2392491 h 2483088"/>
                <a:gd name="connsiteX840" fmla="*/ 399923 w 2309166"/>
                <a:gd name="connsiteY840" fmla="*/ 2392491 h 2483088"/>
                <a:gd name="connsiteX841" fmla="*/ 410470 w 2309166"/>
                <a:gd name="connsiteY841" fmla="*/ 2403155 h 2483088"/>
                <a:gd name="connsiteX842" fmla="*/ 410470 w 2309166"/>
                <a:gd name="connsiteY842" fmla="*/ 2403155 h 2483088"/>
                <a:gd name="connsiteX843" fmla="*/ 421159 w 2309166"/>
                <a:gd name="connsiteY843" fmla="*/ 2392491 h 2483088"/>
                <a:gd name="connsiteX844" fmla="*/ 421159 w 2309166"/>
                <a:gd name="connsiteY844" fmla="*/ 2392491 h 2483088"/>
                <a:gd name="connsiteX845" fmla="*/ 410470 w 2309166"/>
                <a:gd name="connsiteY845" fmla="*/ 2381970 h 2483088"/>
                <a:gd name="connsiteX846" fmla="*/ 1152732 w 2309166"/>
                <a:gd name="connsiteY846" fmla="*/ 2337751 h 2483088"/>
                <a:gd name="connsiteX847" fmla="*/ 1142185 w 2309166"/>
                <a:gd name="connsiteY847" fmla="*/ 2348273 h 2483088"/>
                <a:gd name="connsiteX848" fmla="*/ 1142185 w 2309166"/>
                <a:gd name="connsiteY848" fmla="*/ 2348273 h 2483088"/>
                <a:gd name="connsiteX849" fmla="*/ 1152732 w 2309166"/>
                <a:gd name="connsiteY849" fmla="*/ 2358937 h 2483088"/>
                <a:gd name="connsiteX850" fmla="*/ 1152732 w 2309166"/>
                <a:gd name="connsiteY850" fmla="*/ 2358937 h 2483088"/>
                <a:gd name="connsiteX851" fmla="*/ 1163279 w 2309166"/>
                <a:gd name="connsiteY851" fmla="*/ 2348273 h 2483088"/>
                <a:gd name="connsiteX852" fmla="*/ 1163279 w 2309166"/>
                <a:gd name="connsiteY852" fmla="*/ 2348273 h 2483088"/>
                <a:gd name="connsiteX853" fmla="*/ 1152732 w 2309166"/>
                <a:gd name="connsiteY853" fmla="*/ 2337751 h 2483088"/>
                <a:gd name="connsiteX854" fmla="*/ 986122 w 2309166"/>
                <a:gd name="connsiteY854" fmla="*/ 2067606 h 2483088"/>
                <a:gd name="connsiteX855" fmla="*/ 975575 w 2309166"/>
                <a:gd name="connsiteY855" fmla="*/ 2078128 h 2483088"/>
                <a:gd name="connsiteX856" fmla="*/ 975575 w 2309166"/>
                <a:gd name="connsiteY856" fmla="*/ 2078128 h 2483088"/>
                <a:gd name="connsiteX857" fmla="*/ 986122 w 2309166"/>
                <a:gd name="connsiteY857" fmla="*/ 2088791 h 2483088"/>
                <a:gd name="connsiteX858" fmla="*/ 986122 w 2309166"/>
                <a:gd name="connsiteY858" fmla="*/ 2088791 h 2483088"/>
                <a:gd name="connsiteX859" fmla="*/ 996811 w 2309166"/>
                <a:gd name="connsiteY859" fmla="*/ 2078128 h 2483088"/>
                <a:gd name="connsiteX860" fmla="*/ 996811 w 2309166"/>
                <a:gd name="connsiteY860" fmla="*/ 2078128 h 2483088"/>
                <a:gd name="connsiteX861" fmla="*/ 986266 w 2309166"/>
                <a:gd name="connsiteY861" fmla="*/ 2067606 h 2483088"/>
                <a:gd name="connsiteX862" fmla="*/ 986122 w 2309166"/>
                <a:gd name="connsiteY862" fmla="*/ 2067606 h 2483088"/>
                <a:gd name="connsiteX863" fmla="*/ 693664 w 2309166"/>
                <a:gd name="connsiteY863" fmla="*/ 1995662 h 2483088"/>
                <a:gd name="connsiteX864" fmla="*/ 685825 w 2309166"/>
                <a:gd name="connsiteY864" fmla="*/ 2003482 h 2483088"/>
                <a:gd name="connsiteX865" fmla="*/ 685825 w 2309166"/>
                <a:gd name="connsiteY865" fmla="*/ 2003482 h 2483088"/>
                <a:gd name="connsiteX866" fmla="*/ 693664 w 2309166"/>
                <a:gd name="connsiteY866" fmla="*/ 2011445 h 2483088"/>
                <a:gd name="connsiteX867" fmla="*/ 693664 w 2309166"/>
                <a:gd name="connsiteY867" fmla="*/ 2011445 h 2483088"/>
                <a:gd name="connsiteX868" fmla="*/ 701645 w 2309166"/>
                <a:gd name="connsiteY868" fmla="*/ 2003482 h 2483088"/>
                <a:gd name="connsiteX869" fmla="*/ 701645 w 2309166"/>
                <a:gd name="connsiteY869" fmla="*/ 2003482 h 2483088"/>
                <a:gd name="connsiteX870" fmla="*/ 693664 w 2309166"/>
                <a:gd name="connsiteY870" fmla="*/ 1995662 h 248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</a:cxnLst>
              <a:rect l="l" t="t" r="r" b="b"/>
              <a:pathLst>
                <a:path w="2309166" h="2483088">
                  <a:moveTo>
                    <a:pt x="2294915" y="1299115"/>
                  </a:moveTo>
                  <a:cubicBezTo>
                    <a:pt x="2302782" y="1299115"/>
                    <a:pt x="2309167" y="1305484"/>
                    <a:pt x="2309167" y="1313333"/>
                  </a:cubicBezTo>
                  <a:lnTo>
                    <a:pt x="2309167" y="1313333"/>
                  </a:lnTo>
                  <a:cubicBezTo>
                    <a:pt x="2309167" y="1321181"/>
                    <a:pt x="2302782" y="1327551"/>
                    <a:pt x="2294915" y="1327551"/>
                  </a:cubicBezTo>
                  <a:lnTo>
                    <a:pt x="2294915" y="1327551"/>
                  </a:lnTo>
                  <a:cubicBezTo>
                    <a:pt x="2287047" y="1327551"/>
                    <a:pt x="2280662" y="1321181"/>
                    <a:pt x="2280662" y="1313333"/>
                  </a:cubicBezTo>
                  <a:lnTo>
                    <a:pt x="2280662" y="1313333"/>
                  </a:lnTo>
                  <a:cubicBezTo>
                    <a:pt x="2280662" y="1305484"/>
                    <a:pt x="2287047" y="1299115"/>
                    <a:pt x="2294915" y="1299115"/>
                  </a:cubicBezTo>
                  <a:close/>
                  <a:moveTo>
                    <a:pt x="1344996" y="1424661"/>
                  </a:moveTo>
                  <a:cubicBezTo>
                    <a:pt x="1335319" y="1424661"/>
                    <a:pt x="1327466" y="1432495"/>
                    <a:pt x="1327466" y="1442149"/>
                  </a:cubicBezTo>
                  <a:lnTo>
                    <a:pt x="1327466" y="1442149"/>
                  </a:lnTo>
                  <a:cubicBezTo>
                    <a:pt x="1327537" y="1451747"/>
                    <a:pt x="1335376" y="1459496"/>
                    <a:pt x="1344996" y="1459496"/>
                  </a:cubicBezTo>
                  <a:lnTo>
                    <a:pt x="1344996" y="1459496"/>
                  </a:lnTo>
                  <a:cubicBezTo>
                    <a:pt x="1354602" y="1459496"/>
                    <a:pt x="1362384" y="1451732"/>
                    <a:pt x="1362384" y="1442149"/>
                  </a:cubicBezTo>
                  <a:lnTo>
                    <a:pt x="1362384" y="1442149"/>
                  </a:lnTo>
                  <a:cubicBezTo>
                    <a:pt x="1362384" y="1432552"/>
                    <a:pt x="1354616" y="1424732"/>
                    <a:pt x="1344996" y="1424661"/>
                  </a:cubicBezTo>
                  <a:close/>
                  <a:moveTo>
                    <a:pt x="1314068" y="1096932"/>
                  </a:moveTo>
                  <a:cubicBezTo>
                    <a:pt x="1304462" y="1096932"/>
                    <a:pt x="1296681" y="1104695"/>
                    <a:pt x="1296681" y="1114279"/>
                  </a:cubicBezTo>
                  <a:lnTo>
                    <a:pt x="1296681" y="1114279"/>
                  </a:lnTo>
                  <a:cubicBezTo>
                    <a:pt x="1296681" y="1123876"/>
                    <a:pt x="1304448" y="1131696"/>
                    <a:pt x="1314068" y="1131767"/>
                  </a:cubicBezTo>
                  <a:lnTo>
                    <a:pt x="1314068" y="1131767"/>
                  </a:lnTo>
                  <a:cubicBezTo>
                    <a:pt x="1323746" y="1131767"/>
                    <a:pt x="1331599" y="1123933"/>
                    <a:pt x="1331599" y="1114279"/>
                  </a:cubicBezTo>
                  <a:lnTo>
                    <a:pt x="1331599" y="1114279"/>
                  </a:lnTo>
                  <a:cubicBezTo>
                    <a:pt x="1331599" y="1104695"/>
                    <a:pt x="1323817" y="1096932"/>
                    <a:pt x="1314211" y="1096932"/>
                  </a:cubicBezTo>
                  <a:cubicBezTo>
                    <a:pt x="1314168" y="1096932"/>
                    <a:pt x="1314111" y="1096932"/>
                    <a:pt x="1314068" y="1096932"/>
                  </a:cubicBezTo>
                  <a:close/>
                  <a:moveTo>
                    <a:pt x="1345566" y="1190630"/>
                  </a:moveTo>
                  <a:cubicBezTo>
                    <a:pt x="1340535" y="1190630"/>
                    <a:pt x="1336445" y="1194711"/>
                    <a:pt x="1336445" y="1199730"/>
                  </a:cubicBezTo>
                  <a:lnTo>
                    <a:pt x="1336445" y="1199730"/>
                  </a:lnTo>
                  <a:cubicBezTo>
                    <a:pt x="1336516" y="1204706"/>
                    <a:pt x="1340578" y="1208687"/>
                    <a:pt x="1345566" y="1208687"/>
                  </a:cubicBezTo>
                  <a:lnTo>
                    <a:pt x="1345566" y="1208687"/>
                  </a:lnTo>
                  <a:cubicBezTo>
                    <a:pt x="1350526" y="1208687"/>
                    <a:pt x="1354545" y="1204678"/>
                    <a:pt x="1354545" y="1199730"/>
                  </a:cubicBezTo>
                  <a:lnTo>
                    <a:pt x="1354545" y="1199730"/>
                  </a:lnTo>
                  <a:cubicBezTo>
                    <a:pt x="1354545" y="1194753"/>
                    <a:pt x="1350555" y="1190701"/>
                    <a:pt x="1345566" y="1190630"/>
                  </a:cubicBezTo>
                  <a:close/>
                  <a:moveTo>
                    <a:pt x="1410984" y="1183094"/>
                  </a:moveTo>
                  <a:cubicBezTo>
                    <a:pt x="1405953" y="1183094"/>
                    <a:pt x="1401863" y="1187175"/>
                    <a:pt x="1401863" y="1192194"/>
                  </a:cubicBezTo>
                  <a:lnTo>
                    <a:pt x="1401863" y="1192194"/>
                  </a:lnTo>
                  <a:cubicBezTo>
                    <a:pt x="1401934" y="1197171"/>
                    <a:pt x="1405996" y="1201152"/>
                    <a:pt x="1410984" y="1201152"/>
                  </a:cubicBezTo>
                  <a:lnTo>
                    <a:pt x="1410984" y="1201152"/>
                  </a:lnTo>
                  <a:cubicBezTo>
                    <a:pt x="1415944" y="1201152"/>
                    <a:pt x="1419963" y="1197142"/>
                    <a:pt x="1419963" y="1192194"/>
                  </a:cubicBezTo>
                  <a:lnTo>
                    <a:pt x="1419963" y="1192194"/>
                  </a:lnTo>
                  <a:cubicBezTo>
                    <a:pt x="1419963" y="1187218"/>
                    <a:pt x="1415973" y="1183166"/>
                    <a:pt x="1410984" y="1183094"/>
                  </a:cubicBezTo>
                  <a:close/>
                  <a:moveTo>
                    <a:pt x="1556216" y="1166317"/>
                  </a:moveTo>
                  <a:cubicBezTo>
                    <a:pt x="1551256" y="1166317"/>
                    <a:pt x="1547237" y="1170327"/>
                    <a:pt x="1547237" y="1175274"/>
                  </a:cubicBezTo>
                  <a:lnTo>
                    <a:pt x="1547237" y="1175274"/>
                  </a:lnTo>
                  <a:cubicBezTo>
                    <a:pt x="1547237" y="1180251"/>
                    <a:pt x="1551228" y="1184303"/>
                    <a:pt x="1556216" y="1184374"/>
                  </a:cubicBezTo>
                  <a:lnTo>
                    <a:pt x="1556216" y="1184374"/>
                  </a:lnTo>
                  <a:cubicBezTo>
                    <a:pt x="1561247" y="1184374"/>
                    <a:pt x="1565337" y="1180293"/>
                    <a:pt x="1565337" y="1175274"/>
                  </a:cubicBezTo>
                  <a:lnTo>
                    <a:pt x="1565337" y="1175274"/>
                  </a:lnTo>
                  <a:cubicBezTo>
                    <a:pt x="1565266" y="1170298"/>
                    <a:pt x="1561204" y="1166317"/>
                    <a:pt x="1556216" y="1166317"/>
                  </a:cubicBezTo>
                  <a:close/>
                  <a:moveTo>
                    <a:pt x="2294915" y="1175417"/>
                  </a:moveTo>
                  <a:cubicBezTo>
                    <a:pt x="2292791" y="1175417"/>
                    <a:pt x="2291067" y="1177137"/>
                    <a:pt x="2291067" y="1179256"/>
                  </a:cubicBezTo>
                  <a:lnTo>
                    <a:pt x="2291067" y="1179256"/>
                  </a:lnTo>
                  <a:cubicBezTo>
                    <a:pt x="2291138" y="1181346"/>
                    <a:pt x="2292820" y="1183023"/>
                    <a:pt x="2294915" y="1183094"/>
                  </a:cubicBezTo>
                  <a:lnTo>
                    <a:pt x="2294915" y="1183094"/>
                  </a:lnTo>
                  <a:cubicBezTo>
                    <a:pt x="2297010" y="1183023"/>
                    <a:pt x="2298692" y="1181346"/>
                    <a:pt x="2298763" y="1179256"/>
                  </a:cubicBezTo>
                  <a:lnTo>
                    <a:pt x="2298763" y="1179256"/>
                  </a:lnTo>
                  <a:cubicBezTo>
                    <a:pt x="2298692" y="1177165"/>
                    <a:pt x="2297010" y="1175488"/>
                    <a:pt x="2294915" y="1175417"/>
                  </a:cubicBezTo>
                  <a:close/>
                  <a:moveTo>
                    <a:pt x="2237050" y="1197739"/>
                  </a:moveTo>
                  <a:cubicBezTo>
                    <a:pt x="2234955" y="1197810"/>
                    <a:pt x="2233273" y="1199488"/>
                    <a:pt x="2233202" y="1201578"/>
                  </a:cubicBezTo>
                  <a:lnTo>
                    <a:pt x="2233202" y="1201578"/>
                  </a:lnTo>
                  <a:cubicBezTo>
                    <a:pt x="2233202" y="1203725"/>
                    <a:pt x="2234898" y="1205488"/>
                    <a:pt x="2237050" y="1205559"/>
                  </a:cubicBezTo>
                  <a:lnTo>
                    <a:pt x="2237050" y="1205559"/>
                  </a:lnTo>
                  <a:cubicBezTo>
                    <a:pt x="2239202" y="1205488"/>
                    <a:pt x="2240898" y="1203725"/>
                    <a:pt x="2240898" y="1201578"/>
                  </a:cubicBezTo>
                  <a:lnTo>
                    <a:pt x="2240898" y="1201578"/>
                  </a:lnTo>
                  <a:cubicBezTo>
                    <a:pt x="2240827" y="1199488"/>
                    <a:pt x="2239145" y="1197810"/>
                    <a:pt x="2237050" y="1197739"/>
                  </a:cubicBezTo>
                  <a:close/>
                  <a:moveTo>
                    <a:pt x="2222798" y="1169303"/>
                  </a:moveTo>
                  <a:cubicBezTo>
                    <a:pt x="2220674" y="1169303"/>
                    <a:pt x="2218950" y="1171023"/>
                    <a:pt x="2218950" y="1173142"/>
                  </a:cubicBezTo>
                  <a:lnTo>
                    <a:pt x="2218950" y="1173142"/>
                  </a:lnTo>
                  <a:cubicBezTo>
                    <a:pt x="2218950" y="1175260"/>
                    <a:pt x="2220674" y="1176981"/>
                    <a:pt x="2222798" y="1176981"/>
                  </a:cubicBezTo>
                  <a:lnTo>
                    <a:pt x="2222798" y="1176981"/>
                  </a:lnTo>
                  <a:cubicBezTo>
                    <a:pt x="2224921" y="1176981"/>
                    <a:pt x="2226646" y="1175260"/>
                    <a:pt x="2226646" y="1173142"/>
                  </a:cubicBezTo>
                  <a:lnTo>
                    <a:pt x="2226646" y="1173142"/>
                  </a:lnTo>
                  <a:cubicBezTo>
                    <a:pt x="2226646" y="1171023"/>
                    <a:pt x="2224921" y="1169303"/>
                    <a:pt x="2222798" y="1169303"/>
                  </a:cubicBezTo>
                  <a:close/>
                  <a:moveTo>
                    <a:pt x="2146690" y="1021150"/>
                  </a:moveTo>
                  <a:cubicBezTo>
                    <a:pt x="2144567" y="1021150"/>
                    <a:pt x="2142842" y="1022870"/>
                    <a:pt x="2142842" y="1024989"/>
                  </a:cubicBezTo>
                  <a:lnTo>
                    <a:pt x="2142842" y="1024989"/>
                  </a:lnTo>
                  <a:cubicBezTo>
                    <a:pt x="2142842" y="1027107"/>
                    <a:pt x="2144567" y="1028827"/>
                    <a:pt x="2146690" y="1028827"/>
                  </a:cubicBezTo>
                  <a:lnTo>
                    <a:pt x="2146690" y="1028827"/>
                  </a:lnTo>
                  <a:cubicBezTo>
                    <a:pt x="2148814" y="1028827"/>
                    <a:pt x="2150538" y="1027107"/>
                    <a:pt x="2150538" y="1024989"/>
                  </a:cubicBezTo>
                  <a:lnTo>
                    <a:pt x="2150538" y="1024989"/>
                  </a:lnTo>
                  <a:cubicBezTo>
                    <a:pt x="2150538" y="1022870"/>
                    <a:pt x="2148814" y="1021150"/>
                    <a:pt x="2146690" y="1021150"/>
                  </a:cubicBezTo>
                  <a:close/>
                  <a:moveTo>
                    <a:pt x="1840978" y="1135890"/>
                  </a:moveTo>
                  <a:cubicBezTo>
                    <a:pt x="1837429" y="1135890"/>
                    <a:pt x="1834564" y="1138748"/>
                    <a:pt x="1834564" y="1142288"/>
                  </a:cubicBezTo>
                  <a:lnTo>
                    <a:pt x="1834564" y="1142288"/>
                  </a:lnTo>
                  <a:cubicBezTo>
                    <a:pt x="1834564" y="1145843"/>
                    <a:pt x="1837414" y="1148758"/>
                    <a:pt x="1840978" y="1148829"/>
                  </a:cubicBezTo>
                  <a:lnTo>
                    <a:pt x="1840978" y="1148829"/>
                  </a:lnTo>
                  <a:cubicBezTo>
                    <a:pt x="1844569" y="1148758"/>
                    <a:pt x="1847462" y="1145871"/>
                    <a:pt x="1847534" y="1142288"/>
                  </a:cubicBezTo>
                  <a:lnTo>
                    <a:pt x="1847534" y="1142288"/>
                  </a:lnTo>
                  <a:cubicBezTo>
                    <a:pt x="1847462" y="1138734"/>
                    <a:pt x="1844541" y="1135890"/>
                    <a:pt x="1840978" y="1135890"/>
                  </a:cubicBezTo>
                  <a:close/>
                  <a:moveTo>
                    <a:pt x="1780263" y="1377599"/>
                  </a:moveTo>
                  <a:cubicBezTo>
                    <a:pt x="1776671" y="1377670"/>
                    <a:pt x="1773778" y="1380556"/>
                    <a:pt x="1773706" y="1384139"/>
                  </a:cubicBezTo>
                  <a:lnTo>
                    <a:pt x="1773706" y="1384139"/>
                  </a:lnTo>
                  <a:cubicBezTo>
                    <a:pt x="1773778" y="1387694"/>
                    <a:pt x="1776700" y="1390537"/>
                    <a:pt x="1780263" y="1390537"/>
                  </a:cubicBezTo>
                  <a:lnTo>
                    <a:pt x="1780263" y="1390537"/>
                  </a:lnTo>
                  <a:cubicBezTo>
                    <a:pt x="1783811" y="1390537"/>
                    <a:pt x="1786676" y="1387680"/>
                    <a:pt x="1786676" y="1384139"/>
                  </a:cubicBezTo>
                  <a:lnTo>
                    <a:pt x="1786676" y="1384139"/>
                  </a:lnTo>
                  <a:cubicBezTo>
                    <a:pt x="1786676" y="1380585"/>
                    <a:pt x="1783826" y="1377670"/>
                    <a:pt x="1780263" y="1377599"/>
                  </a:cubicBezTo>
                  <a:close/>
                  <a:moveTo>
                    <a:pt x="1642443" y="1242953"/>
                  </a:moveTo>
                  <a:cubicBezTo>
                    <a:pt x="1638879" y="1242953"/>
                    <a:pt x="1635958" y="1245797"/>
                    <a:pt x="1635886" y="1249351"/>
                  </a:cubicBezTo>
                  <a:lnTo>
                    <a:pt x="1635886" y="1249351"/>
                  </a:lnTo>
                  <a:cubicBezTo>
                    <a:pt x="1635958" y="1252934"/>
                    <a:pt x="1638851" y="1255820"/>
                    <a:pt x="1642443" y="1255891"/>
                  </a:cubicBezTo>
                  <a:lnTo>
                    <a:pt x="1642443" y="1255891"/>
                  </a:lnTo>
                  <a:cubicBezTo>
                    <a:pt x="1646006" y="1255820"/>
                    <a:pt x="1648856" y="1252906"/>
                    <a:pt x="1648856" y="1249351"/>
                  </a:cubicBezTo>
                  <a:lnTo>
                    <a:pt x="1648856" y="1249351"/>
                  </a:lnTo>
                  <a:cubicBezTo>
                    <a:pt x="1648856" y="1245811"/>
                    <a:pt x="1645991" y="1242953"/>
                    <a:pt x="1642443" y="1242953"/>
                  </a:cubicBezTo>
                  <a:close/>
                  <a:moveTo>
                    <a:pt x="1651849" y="1048733"/>
                  </a:moveTo>
                  <a:cubicBezTo>
                    <a:pt x="1648286" y="1048804"/>
                    <a:pt x="1645435" y="1051719"/>
                    <a:pt x="1645435" y="1055273"/>
                  </a:cubicBezTo>
                  <a:lnTo>
                    <a:pt x="1645435" y="1055273"/>
                  </a:lnTo>
                  <a:cubicBezTo>
                    <a:pt x="1645435" y="1058814"/>
                    <a:pt x="1648300" y="1061671"/>
                    <a:pt x="1651849" y="1061671"/>
                  </a:cubicBezTo>
                  <a:lnTo>
                    <a:pt x="1651849" y="1061671"/>
                  </a:lnTo>
                  <a:cubicBezTo>
                    <a:pt x="1655412" y="1061671"/>
                    <a:pt x="1658334" y="1058828"/>
                    <a:pt x="1658405" y="1055273"/>
                  </a:cubicBezTo>
                  <a:lnTo>
                    <a:pt x="1658405" y="1055273"/>
                  </a:lnTo>
                  <a:cubicBezTo>
                    <a:pt x="1658334" y="1051690"/>
                    <a:pt x="1655441" y="1048804"/>
                    <a:pt x="1651849" y="1048733"/>
                  </a:cubicBezTo>
                  <a:close/>
                  <a:moveTo>
                    <a:pt x="1398300" y="1092951"/>
                  </a:moveTo>
                  <a:cubicBezTo>
                    <a:pt x="1394737" y="1093022"/>
                    <a:pt x="1391886" y="1095937"/>
                    <a:pt x="1391886" y="1099492"/>
                  </a:cubicBezTo>
                  <a:lnTo>
                    <a:pt x="1391886" y="1099492"/>
                  </a:lnTo>
                  <a:cubicBezTo>
                    <a:pt x="1391886" y="1103046"/>
                    <a:pt x="1394737" y="1105961"/>
                    <a:pt x="1398300" y="1106032"/>
                  </a:cubicBezTo>
                  <a:lnTo>
                    <a:pt x="1398300" y="1106032"/>
                  </a:lnTo>
                  <a:cubicBezTo>
                    <a:pt x="1401920" y="1106032"/>
                    <a:pt x="1404856" y="1103103"/>
                    <a:pt x="1404856" y="1099492"/>
                  </a:cubicBezTo>
                  <a:lnTo>
                    <a:pt x="1404856" y="1099492"/>
                  </a:lnTo>
                  <a:cubicBezTo>
                    <a:pt x="1404856" y="1095880"/>
                    <a:pt x="1401920" y="1092951"/>
                    <a:pt x="1398300" y="1092951"/>
                  </a:cubicBezTo>
                  <a:close/>
                  <a:moveTo>
                    <a:pt x="1478683" y="773611"/>
                  </a:moveTo>
                  <a:cubicBezTo>
                    <a:pt x="1475091" y="773683"/>
                    <a:pt x="1472198" y="776569"/>
                    <a:pt x="1472127" y="780152"/>
                  </a:cubicBezTo>
                  <a:lnTo>
                    <a:pt x="1472127" y="780152"/>
                  </a:lnTo>
                  <a:cubicBezTo>
                    <a:pt x="1472198" y="783706"/>
                    <a:pt x="1475120" y="786550"/>
                    <a:pt x="1478683" y="786550"/>
                  </a:cubicBezTo>
                  <a:lnTo>
                    <a:pt x="1478683" y="786550"/>
                  </a:lnTo>
                  <a:cubicBezTo>
                    <a:pt x="1482232" y="786550"/>
                    <a:pt x="1485097" y="783692"/>
                    <a:pt x="1485097" y="780152"/>
                  </a:cubicBezTo>
                  <a:lnTo>
                    <a:pt x="1485097" y="780152"/>
                  </a:lnTo>
                  <a:cubicBezTo>
                    <a:pt x="1485097" y="776597"/>
                    <a:pt x="1482246" y="773683"/>
                    <a:pt x="1478683" y="773611"/>
                  </a:cubicBezTo>
                  <a:close/>
                  <a:moveTo>
                    <a:pt x="1614365" y="909679"/>
                  </a:moveTo>
                  <a:cubicBezTo>
                    <a:pt x="1610802" y="909750"/>
                    <a:pt x="1607952" y="912665"/>
                    <a:pt x="1607952" y="916220"/>
                  </a:cubicBezTo>
                  <a:lnTo>
                    <a:pt x="1607952" y="916220"/>
                  </a:lnTo>
                  <a:cubicBezTo>
                    <a:pt x="1607952" y="919760"/>
                    <a:pt x="1610816" y="922618"/>
                    <a:pt x="1614365" y="922618"/>
                  </a:cubicBezTo>
                  <a:lnTo>
                    <a:pt x="1614365" y="922618"/>
                  </a:lnTo>
                  <a:cubicBezTo>
                    <a:pt x="1617928" y="922618"/>
                    <a:pt x="1620850" y="919774"/>
                    <a:pt x="1620921" y="916220"/>
                  </a:cubicBezTo>
                  <a:lnTo>
                    <a:pt x="1620921" y="916220"/>
                  </a:lnTo>
                  <a:cubicBezTo>
                    <a:pt x="1620850" y="912637"/>
                    <a:pt x="1617957" y="909750"/>
                    <a:pt x="1614365" y="909679"/>
                  </a:cubicBezTo>
                  <a:close/>
                  <a:moveTo>
                    <a:pt x="1762590" y="1057690"/>
                  </a:moveTo>
                  <a:cubicBezTo>
                    <a:pt x="1759041" y="1057690"/>
                    <a:pt x="1756176" y="1060548"/>
                    <a:pt x="1756176" y="1064089"/>
                  </a:cubicBezTo>
                  <a:lnTo>
                    <a:pt x="1756176" y="1064089"/>
                  </a:lnTo>
                  <a:cubicBezTo>
                    <a:pt x="1756176" y="1067643"/>
                    <a:pt x="1759027" y="1070558"/>
                    <a:pt x="1762590" y="1070629"/>
                  </a:cubicBezTo>
                  <a:lnTo>
                    <a:pt x="1762590" y="1070629"/>
                  </a:lnTo>
                  <a:cubicBezTo>
                    <a:pt x="1766210" y="1070629"/>
                    <a:pt x="1769146" y="1067700"/>
                    <a:pt x="1769146" y="1064089"/>
                  </a:cubicBezTo>
                  <a:lnTo>
                    <a:pt x="1769146" y="1064089"/>
                  </a:lnTo>
                  <a:cubicBezTo>
                    <a:pt x="1769146" y="1060548"/>
                    <a:pt x="1766281" y="1057690"/>
                    <a:pt x="1762732" y="1057690"/>
                  </a:cubicBezTo>
                  <a:cubicBezTo>
                    <a:pt x="1762689" y="1057690"/>
                    <a:pt x="1762633" y="1057690"/>
                    <a:pt x="1762590" y="1057690"/>
                  </a:cubicBezTo>
                  <a:close/>
                  <a:moveTo>
                    <a:pt x="1701590" y="1150962"/>
                  </a:moveTo>
                  <a:cubicBezTo>
                    <a:pt x="1698027" y="1151032"/>
                    <a:pt x="1695176" y="1153947"/>
                    <a:pt x="1695176" y="1157502"/>
                  </a:cubicBezTo>
                  <a:lnTo>
                    <a:pt x="1695176" y="1157502"/>
                  </a:lnTo>
                  <a:cubicBezTo>
                    <a:pt x="1695176" y="1161042"/>
                    <a:pt x="1698041" y="1163900"/>
                    <a:pt x="1701590" y="1163900"/>
                  </a:cubicBezTo>
                  <a:lnTo>
                    <a:pt x="1701590" y="1163900"/>
                  </a:lnTo>
                  <a:cubicBezTo>
                    <a:pt x="1705153" y="1163900"/>
                    <a:pt x="1708075" y="1161056"/>
                    <a:pt x="1708146" y="1157502"/>
                  </a:cubicBezTo>
                  <a:lnTo>
                    <a:pt x="1708146" y="1157502"/>
                  </a:lnTo>
                  <a:cubicBezTo>
                    <a:pt x="1708075" y="1153919"/>
                    <a:pt x="1705181" y="1151032"/>
                    <a:pt x="1701590" y="1150962"/>
                  </a:cubicBezTo>
                  <a:close/>
                  <a:moveTo>
                    <a:pt x="1810905" y="1257740"/>
                  </a:moveTo>
                  <a:cubicBezTo>
                    <a:pt x="1807285" y="1257740"/>
                    <a:pt x="1804349" y="1260669"/>
                    <a:pt x="1804349" y="1264280"/>
                  </a:cubicBezTo>
                  <a:lnTo>
                    <a:pt x="1804349" y="1264280"/>
                  </a:lnTo>
                  <a:cubicBezTo>
                    <a:pt x="1804420" y="1267835"/>
                    <a:pt x="1807342" y="1270678"/>
                    <a:pt x="1810905" y="1270678"/>
                  </a:cubicBezTo>
                  <a:lnTo>
                    <a:pt x="1810905" y="1270678"/>
                  </a:lnTo>
                  <a:cubicBezTo>
                    <a:pt x="1814468" y="1270678"/>
                    <a:pt x="1817390" y="1267835"/>
                    <a:pt x="1817461" y="1264280"/>
                  </a:cubicBezTo>
                  <a:lnTo>
                    <a:pt x="1817461" y="1264280"/>
                  </a:lnTo>
                  <a:cubicBezTo>
                    <a:pt x="1817461" y="1260669"/>
                    <a:pt x="1814525" y="1257740"/>
                    <a:pt x="1810905" y="1257740"/>
                  </a:cubicBezTo>
                  <a:close/>
                  <a:moveTo>
                    <a:pt x="2024690" y="1280347"/>
                  </a:moveTo>
                  <a:cubicBezTo>
                    <a:pt x="2021141" y="1280347"/>
                    <a:pt x="2018277" y="1283205"/>
                    <a:pt x="2018277" y="1286745"/>
                  </a:cubicBezTo>
                  <a:cubicBezTo>
                    <a:pt x="2018277" y="1286788"/>
                    <a:pt x="2018277" y="1286844"/>
                    <a:pt x="2018277" y="1286887"/>
                  </a:cubicBezTo>
                  <a:lnTo>
                    <a:pt x="2018277" y="1286887"/>
                  </a:lnTo>
                  <a:cubicBezTo>
                    <a:pt x="2018277" y="1290427"/>
                    <a:pt x="2021141" y="1293285"/>
                    <a:pt x="2024690" y="1293285"/>
                  </a:cubicBezTo>
                  <a:lnTo>
                    <a:pt x="2024690" y="1293285"/>
                  </a:lnTo>
                  <a:cubicBezTo>
                    <a:pt x="2028253" y="1293285"/>
                    <a:pt x="2031175" y="1290442"/>
                    <a:pt x="2031246" y="1286887"/>
                  </a:cubicBezTo>
                  <a:lnTo>
                    <a:pt x="2031246" y="1286887"/>
                  </a:lnTo>
                  <a:cubicBezTo>
                    <a:pt x="2031246" y="1283276"/>
                    <a:pt x="2028310" y="1280347"/>
                    <a:pt x="2024690" y="1280347"/>
                  </a:cubicBezTo>
                  <a:close/>
                  <a:moveTo>
                    <a:pt x="1939176" y="800199"/>
                  </a:moveTo>
                  <a:cubicBezTo>
                    <a:pt x="1935585" y="800270"/>
                    <a:pt x="1932691" y="803157"/>
                    <a:pt x="1932620" y="806740"/>
                  </a:cubicBezTo>
                  <a:lnTo>
                    <a:pt x="1932620" y="806740"/>
                  </a:lnTo>
                  <a:cubicBezTo>
                    <a:pt x="1932691" y="810294"/>
                    <a:pt x="1935613" y="813138"/>
                    <a:pt x="1939176" y="813138"/>
                  </a:cubicBezTo>
                  <a:lnTo>
                    <a:pt x="1939176" y="813138"/>
                  </a:lnTo>
                  <a:cubicBezTo>
                    <a:pt x="1942725" y="813138"/>
                    <a:pt x="1945590" y="810280"/>
                    <a:pt x="1945590" y="806740"/>
                  </a:cubicBezTo>
                  <a:lnTo>
                    <a:pt x="1945590" y="806740"/>
                  </a:lnTo>
                  <a:cubicBezTo>
                    <a:pt x="1945590" y="803185"/>
                    <a:pt x="1942739" y="800270"/>
                    <a:pt x="1939176" y="800199"/>
                  </a:cubicBezTo>
                  <a:close/>
                  <a:moveTo>
                    <a:pt x="1332597" y="616643"/>
                  </a:moveTo>
                  <a:cubicBezTo>
                    <a:pt x="1327794" y="616643"/>
                    <a:pt x="1323903" y="620524"/>
                    <a:pt x="1323903" y="625316"/>
                  </a:cubicBezTo>
                  <a:cubicBezTo>
                    <a:pt x="1323903" y="625359"/>
                    <a:pt x="1323903" y="625415"/>
                    <a:pt x="1323903" y="625458"/>
                  </a:cubicBezTo>
                  <a:lnTo>
                    <a:pt x="1323903" y="625458"/>
                  </a:lnTo>
                  <a:cubicBezTo>
                    <a:pt x="1323817" y="630250"/>
                    <a:pt x="1327651" y="634188"/>
                    <a:pt x="1332454" y="634273"/>
                  </a:cubicBezTo>
                  <a:cubicBezTo>
                    <a:pt x="1332497" y="634273"/>
                    <a:pt x="1332554" y="634273"/>
                    <a:pt x="1332597" y="634273"/>
                  </a:cubicBezTo>
                  <a:lnTo>
                    <a:pt x="1332597" y="634273"/>
                  </a:lnTo>
                  <a:cubicBezTo>
                    <a:pt x="1337471" y="634273"/>
                    <a:pt x="1341433" y="630321"/>
                    <a:pt x="1341433" y="625458"/>
                  </a:cubicBezTo>
                  <a:lnTo>
                    <a:pt x="1341433" y="625458"/>
                  </a:lnTo>
                  <a:cubicBezTo>
                    <a:pt x="1341433" y="620596"/>
                    <a:pt x="1337471" y="616643"/>
                    <a:pt x="1332597" y="616643"/>
                  </a:cubicBezTo>
                  <a:close/>
                  <a:moveTo>
                    <a:pt x="1348274" y="723137"/>
                  </a:moveTo>
                  <a:cubicBezTo>
                    <a:pt x="1343400" y="723137"/>
                    <a:pt x="1339438" y="727089"/>
                    <a:pt x="1339438" y="731952"/>
                  </a:cubicBezTo>
                  <a:lnTo>
                    <a:pt x="1339438" y="731952"/>
                  </a:lnTo>
                  <a:cubicBezTo>
                    <a:pt x="1339438" y="736815"/>
                    <a:pt x="1343400" y="740767"/>
                    <a:pt x="1348274" y="740767"/>
                  </a:cubicBezTo>
                  <a:lnTo>
                    <a:pt x="1348274" y="740767"/>
                  </a:lnTo>
                  <a:cubicBezTo>
                    <a:pt x="1353148" y="740767"/>
                    <a:pt x="1357111" y="736815"/>
                    <a:pt x="1357111" y="731952"/>
                  </a:cubicBezTo>
                  <a:lnTo>
                    <a:pt x="1357111" y="731952"/>
                  </a:lnTo>
                  <a:cubicBezTo>
                    <a:pt x="1357111" y="727089"/>
                    <a:pt x="1353148" y="723137"/>
                    <a:pt x="1348274" y="723137"/>
                  </a:cubicBezTo>
                  <a:close/>
                  <a:moveTo>
                    <a:pt x="1310220" y="708919"/>
                  </a:moveTo>
                  <a:cubicBezTo>
                    <a:pt x="1305417" y="708919"/>
                    <a:pt x="1301526" y="712800"/>
                    <a:pt x="1301526" y="717592"/>
                  </a:cubicBezTo>
                  <a:lnTo>
                    <a:pt x="1301526" y="717592"/>
                  </a:lnTo>
                  <a:cubicBezTo>
                    <a:pt x="1301441" y="722383"/>
                    <a:pt x="1305275" y="726322"/>
                    <a:pt x="1310078" y="726407"/>
                  </a:cubicBezTo>
                  <a:cubicBezTo>
                    <a:pt x="1310121" y="726407"/>
                    <a:pt x="1310178" y="726407"/>
                    <a:pt x="1310220" y="726407"/>
                  </a:cubicBezTo>
                  <a:lnTo>
                    <a:pt x="1310220" y="726407"/>
                  </a:lnTo>
                  <a:cubicBezTo>
                    <a:pt x="1315023" y="726492"/>
                    <a:pt x="1318971" y="722668"/>
                    <a:pt x="1319057" y="717876"/>
                  </a:cubicBezTo>
                  <a:cubicBezTo>
                    <a:pt x="1319057" y="717777"/>
                    <a:pt x="1319057" y="717691"/>
                    <a:pt x="1319057" y="717592"/>
                  </a:cubicBezTo>
                  <a:lnTo>
                    <a:pt x="1319057" y="717592"/>
                  </a:lnTo>
                  <a:cubicBezTo>
                    <a:pt x="1319057" y="712800"/>
                    <a:pt x="1315166" y="708919"/>
                    <a:pt x="1310363" y="708919"/>
                  </a:cubicBezTo>
                  <a:cubicBezTo>
                    <a:pt x="1310320" y="708919"/>
                    <a:pt x="1310263" y="708919"/>
                    <a:pt x="1310220" y="708919"/>
                  </a:cubicBezTo>
                  <a:close/>
                  <a:moveTo>
                    <a:pt x="1254066" y="936409"/>
                  </a:moveTo>
                  <a:cubicBezTo>
                    <a:pt x="1249192" y="936409"/>
                    <a:pt x="1245230" y="940362"/>
                    <a:pt x="1245230" y="945225"/>
                  </a:cubicBezTo>
                  <a:lnTo>
                    <a:pt x="1245230" y="945225"/>
                  </a:lnTo>
                  <a:cubicBezTo>
                    <a:pt x="1245230" y="950087"/>
                    <a:pt x="1249192" y="954040"/>
                    <a:pt x="1254066" y="954040"/>
                  </a:cubicBezTo>
                  <a:lnTo>
                    <a:pt x="1254066" y="954040"/>
                  </a:lnTo>
                  <a:cubicBezTo>
                    <a:pt x="1258940" y="954040"/>
                    <a:pt x="1262903" y="950087"/>
                    <a:pt x="1262903" y="945225"/>
                  </a:cubicBezTo>
                  <a:lnTo>
                    <a:pt x="1262903" y="945225"/>
                  </a:lnTo>
                  <a:cubicBezTo>
                    <a:pt x="1262903" y="940362"/>
                    <a:pt x="1258940" y="936409"/>
                    <a:pt x="1254066" y="936409"/>
                  </a:cubicBezTo>
                  <a:close/>
                  <a:moveTo>
                    <a:pt x="1372646" y="899158"/>
                  </a:moveTo>
                  <a:cubicBezTo>
                    <a:pt x="1367771" y="899158"/>
                    <a:pt x="1363809" y="903110"/>
                    <a:pt x="1363809" y="907973"/>
                  </a:cubicBezTo>
                  <a:lnTo>
                    <a:pt x="1363809" y="907973"/>
                  </a:lnTo>
                  <a:cubicBezTo>
                    <a:pt x="1363809" y="912836"/>
                    <a:pt x="1367771" y="916788"/>
                    <a:pt x="1372646" y="916788"/>
                  </a:cubicBezTo>
                  <a:lnTo>
                    <a:pt x="1372646" y="916788"/>
                  </a:lnTo>
                  <a:cubicBezTo>
                    <a:pt x="1377520" y="916788"/>
                    <a:pt x="1381482" y="912836"/>
                    <a:pt x="1381482" y="907973"/>
                  </a:cubicBezTo>
                  <a:lnTo>
                    <a:pt x="1381482" y="907973"/>
                  </a:lnTo>
                  <a:cubicBezTo>
                    <a:pt x="1381482" y="903110"/>
                    <a:pt x="1377520" y="899158"/>
                    <a:pt x="1372646" y="899158"/>
                  </a:cubicBezTo>
                  <a:close/>
                  <a:moveTo>
                    <a:pt x="1279720" y="1010486"/>
                  </a:moveTo>
                  <a:cubicBezTo>
                    <a:pt x="1274846" y="1010486"/>
                    <a:pt x="1270884" y="1014439"/>
                    <a:pt x="1270884" y="1019301"/>
                  </a:cubicBezTo>
                  <a:lnTo>
                    <a:pt x="1270884" y="1019301"/>
                  </a:lnTo>
                  <a:cubicBezTo>
                    <a:pt x="1270884" y="1024164"/>
                    <a:pt x="1274846" y="1028117"/>
                    <a:pt x="1279720" y="1028117"/>
                  </a:cubicBezTo>
                  <a:lnTo>
                    <a:pt x="1279720" y="1028117"/>
                  </a:lnTo>
                  <a:cubicBezTo>
                    <a:pt x="1284523" y="1028117"/>
                    <a:pt x="1288414" y="1024235"/>
                    <a:pt x="1288414" y="1019444"/>
                  </a:cubicBezTo>
                  <a:cubicBezTo>
                    <a:pt x="1288414" y="1019401"/>
                    <a:pt x="1288414" y="1019344"/>
                    <a:pt x="1288414" y="1019301"/>
                  </a:cubicBezTo>
                  <a:lnTo>
                    <a:pt x="1288414" y="1019301"/>
                  </a:lnTo>
                  <a:cubicBezTo>
                    <a:pt x="1288500" y="1014510"/>
                    <a:pt x="1284666" y="1010571"/>
                    <a:pt x="1279863" y="1010486"/>
                  </a:cubicBezTo>
                  <a:cubicBezTo>
                    <a:pt x="1279820" y="1010486"/>
                    <a:pt x="1279763" y="1010486"/>
                    <a:pt x="1279720" y="1010486"/>
                  </a:cubicBezTo>
                  <a:close/>
                  <a:moveTo>
                    <a:pt x="1041991" y="521523"/>
                  </a:moveTo>
                  <a:cubicBezTo>
                    <a:pt x="1038291" y="521523"/>
                    <a:pt x="1035293" y="524509"/>
                    <a:pt x="1035293" y="528206"/>
                  </a:cubicBezTo>
                  <a:lnTo>
                    <a:pt x="1035293" y="528206"/>
                  </a:lnTo>
                  <a:cubicBezTo>
                    <a:pt x="1035214" y="531903"/>
                    <a:pt x="1038149" y="534945"/>
                    <a:pt x="1041847" y="535031"/>
                  </a:cubicBezTo>
                  <a:cubicBezTo>
                    <a:pt x="1041896" y="535031"/>
                    <a:pt x="1041943" y="535031"/>
                    <a:pt x="1041991" y="535031"/>
                  </a:cubicBezTo>
                  <a:lnTo>
                    <a:pt x="1041991" y="535031"/>
                  </a:lnTo>
                  <a:cubicBezTo>
                    <a:pt x="1045690" y="535116"/>
                    <a:pt x="1048753" y="532187"/>
                    <a:pt x="1048833" y="528490"/>
                  </a:cubicBezTo>
                  <a:cubicBezTo>
                    <a:pt x="1048834" y="528391"/>
                    <a:pt x="1048834" y="528305"/>
                    <a:pt x="1048833" y="528206"/>
                  </a:cubicBezTo>
                  <a:lnTo>
                    <a:pt x="1048833" y="528206"/>
                  </a:lnTo>
                  <a:cubicBezTo>
                    <a:pt x="1048834" y="524509"/>
                    <a:pt x="1045835" y="521523"/>
                    <a:pt x="1042135" y="521523"/>
                  </a:cubicBezTo>
                  <a:cubicBezTo>
                    <a:pt x="1042087" y="521523"/>
                    <a:pt x="1042040" y="521523"/>
                    <a:pt x="1041991" y="521523"/>
                  </a:cubicBezTo>
                  <a:close/>
                  <a:moveTo>
                    <a:pt x="1015339" y="597448"/>
                  </a:moveTo>
                  <a:cubicBezTo>
                    <a:pt x="1011641" y="597363"/>
                    <a:pt x="1008578" y="600292"/>
                    <a:pt x="1008498" y="603989"/>
                  </a:cubicBezTo>
                  <a:cubicBezTo>
                    <a:pt x="1008495" y="604088"/>
                    <a:pt x="1008495" y="604174"/>
                    <a:pt x="1008498" y="604273"/>
                  </a:cubicBezTo>
                  <a:lnTo>
                    <a:pt x="1008498" y="604273"/>
                  </a:lnTo>
                  <a:cubicBezTo>
                    <a:pt x="1008497" y="607970"/>
                    <a:pt x="1011496" y="610956"/>
                    <a:pt x="1015196" y="610956"/>
                  </a:cubicBezTo>
                  <a:cubicBezTo>
                    <a:pt x="1015244" y="610956"/>
                    <a:pt x="1015291" y="610956"/>
                    <a:pt x="1015339" y="610956"/>
                  </a:cubicBezTo>
                  <a:lnTo>
                    <a:pt x="1015339" y="610956"/>
                  </a:lnTo>
                  <a:cubicBezTo>
                    <a:pt x="1019039" y="610956"/>
                    <a:pt x="1022038" y="607970"/>
                    <a:pt x="1022038" y="604273"/>
                  </a:cubicBezTo>
                  <a:lnTo>
                    <a:pt x="1022038" y="604273"/>
                  </a:lnTo>
                  <a:cubicBezTo>
                    <a:pt x="1022116" y="600576"/>
                    <a:pt x="1019182" y="597534"/>
                    <a:pt x="1015483" y="597448"/>
                  </a:cubicBezTo>
                  <a:cubicBezTo>
                    <a:pt x="1015435" y="597448"/>
                    <a:pt x="1015388" y="597448"/>
                    <a:pt x="1015339" y="597448"/>
                  </a:cubicBezTo>
                  <a:close/>
                  <a:moveTo>
                    <a:pt x="988830" y="441049"/>
                  </a:moveTo>
                  <a:cubicBezTo>
                    <a:pt x="985083" y="441120"/>
                    <a:pt x="982065" y="444134"/>
                    <a:pt x="981989" y="447873"/>
                  </a:cubicBezTo>
                  <a:lnTo>
                    <a:pt x="981989" y="447873"/>
                  </a:lnTo>
                  <a:cubicBezTo>
                    <a:pt x="982065" y="451613"/>
                    <a:pt x="985083" y="454627"/>
                    <a:pt x="988830" y="454698"/>
                  </a:cubicBezTo>
                  <a:lnTo>
                    <a:pt x="988830" y="454698"/>
                  </a:lnTo>
                  <a:cubicBezTo>
                    <a:pt x="992577" y="454627"/>
                    <a:pt x="995596" y="451613"/>
                    <a:pt x="995671" y="447873"/>
                  </a:cubicBezTo>
                  <a:lnTo>
                    <a:pt x="995671" y="447873"/>
                  </a:lnTo>
                  <a:cubicBezTo>
                    <a:pt x="995596" y="444134"/>
                    <a:pt x="992577" y="441120"/>
                    <a:pt x="988830" y="441049"/>
                  </a:cubicBezTo>
                  <a:close/>
                  <a:moveTo>
                    <a:pt x="815807" y="522376"/>
                  </a:moveTo>
                  <a:cubicBezTo>
                    <a:pt x="812084" y="522448"/>
                    <a:pt x="809107" y="525490"/>
                    <a:pt x="809108" y="529201"/>
                  </a:cubicBezTo>
                  <a:lnTo>
                    <a:pt x="809108" y="529201"/>
                  </a:lnTo>
                  <a:cubicBezTo>
                    <a:pt x="809108" y="532912"/>
                    <a:pt x="812084" y="535955"/>
                    <a:pt x="815807" y="536026"/>
                  </a:cubicBezTo>
                  <a:lnTo>
                    <a:pt x="815807" y="536026"/>
                  </a:lnTo>
                  <a:cubicBezTo>
                    <a:pt x="819585" y="536026"/>
                    <a:pt x="822648" y="532969"/>
                    <a:pt x="822648" y="529201"/>
                  </a:cubicBezTo>
                  <a:lnTo>
                    <a:pt x="822648" y="529201"/>
                  </a:lnTo>
                  <a:cubicBezTo>
                    <a:pt x="822648" y="525433"/>
                    <a:pt x="819585" y="522376"/>
                    <a:pt x="815807" y="522376"/>
                  </a:cubicBezTo>
                  <a:close/>
                  <a:moveTo>
                    <a:pt x="685683" y="497210"/>
                  </a:moveTo>
                  <a:cubicBezTo>
                    <a:pt x="681983" y="497210"/>
                    <a:pt x="678984" y="500196"/>
                    <a:pt x="678984" y="503893"/>
                  </a:cubicBezTo>
                  <a:lnTo>
                    <a:pt x="678984" y="503893"/>
                  </a:lnTo>
                  <a:cubicBezTo>
                    <a:pt x="678906" y="507590"/>
                    <a:pt x="681840" y="510632"/>
                    <a:pt x="685539" y="510718"/>
                  </a:cubicBezTo>
                  <a:cubicBezTo>
                    <a:pt x="685587" y="510718"/>
                    <a:pt x="685634" y="510718"/>
                    <a:pt x="685683" y="510718"/>
                  </a:cubicBezTo>
                  <a:lnTo>
                    <a:pt x="685683" y="510718"/>
                  </a:lnTo>
                  <a:cubicBezTo>
                    <a:pt x="689461" y="510718"/>
                    <a:pt x="692524" y="507661"/>
                    <a:pt x="692524" y="503893"/>
                  </a:cubicBezTo>
                  <a:lnTo>
                    <a:pt x="692524" y="503893"/>
                  </a:lnTo>
                  <a:cubicBezTo>
                    <a:pt x="692447" y="500182"/>
                    <a:pt x="689405" y="497210"/>
                    <a:pt x="685683" y="497210"/>
                  </a:cubicBezTo>
                  <a:close/>
                  <a:moveTo>
                    <a:pt x="615419" y="444603"/>
                  </a:moveTo>
                  <a:cubicBezTo>
                    <a:pt x="611720" y="444518"/>
                    <a:pt x="608657" y="447447"/>
                    <a:pt x="608578" y="451143"/>
                  </a:cubicBezTo>
                  <a:cubicBezTo>
                    <a:pt x="608576" y="451243"/>
                    <a:pt x="608576" y="451328"/>
                    <a:pt x="608578" y="451428"/>
                  </a:cubicBezTo>
                  <a:lnTo>
                    <a:pt x="608578" y="451428"/>
                  </a:lnTo>
                  <a:cubicBezTo>
                    <a:pt x="608576" y="455124"/>
                    <a:pt x="611575" y="458110"/>
                    <a:pt x="615275" y="458110"/>
                  </a:cubicBezTo>
                  <a:cubicBezTo>
                    <a:pt x="615323" y="458110"/>
                    <a:pt x="615370" y="458110"/>
                    <a:pt x="615419" y="458110"/>
                  </a:cubicBezTo>
                  <a:lnTo>
                    <a:pt x="615419" y="458110"/>
                  </a:lnTo>
                  <a:cubicBezTo>
                    <a:pt x="619119" y="458110"/>
                    <a:pt x="622117" y="455124"/>
                    <a:pt x="622117" y="451428"/>
                  </a:cubicBezTo>
                  <a:lnTo>
                    <a:pt x="622117" y="451428"/>
                  </a:lnTo>
                  <a:cubicBezTo>
                    <a:pt x="622196" y="447731"/>
                    <a:pt x="619261" y="444688"/>
                    <a:pt x="615563" y="444603"/>
                  </a:cubicBezTo>
                  <a:cubicBezTo>
                    <a:pt x="615514" y="444603"/>
                    <a:pt x="615467" y="444603"/>
                    <a:pt x="615419" y="444603"/>
                  </a:cubicBezTo>
                  <a:close/>
                  <a:moveTo>
                    <a:pt x="909017" y="903423"/>
                  </a:moveTo>
                  <a:cubicBezTo>
                    <a:pt x="905270" y="903494"/>
                    <a:pt x="902251" y="906509"/>
                    <a:pt x="902176" y="910248"/>
                  </a:cubicBezTo>
                  <a:lnTo>
                    <a:pt x="902176" y="910248"/>
                  </a:lnTo>
                  <a:cubicBezTo>
                    <a:pt x="902251" y="913987"/>
                    <a:pt x="905270" y="917002"/>
                    <a:pt x="909017" y="917073"/>
                  </a:cubicBezTo>
                  <a:lnTo>
                    <a:pt x="909017" y="917073"/>
                  </a:lnTo>
                  <a:cubicBezTo>
                    <a:pt x="912764" y="917002"/>
                    <a:pt x="915783" y="913987"/>
                    <a:pt x="915858" y="910248"/>
                  </a:cubicBezTo>
                  <a:lnTo>
                    <a:pt x="915858" y="910248"/>
                  </a:lnTo>
                  <a:cubicBezTo>
                    <a:pt x="915783" y="906509"/>
                    <a:pt x="912764" y="903494"/>
                    <a:pt x="909017" y="903423"/>
                  </a:cubicBezTo>
                  <a:close/>
                  <a:moveTo>
                    <a:pt x="870963" y="1004514"/>
                  </a:moveTo>
                  <a:cubicBezTo>
                    <a:pt x="867216" y="1004585"/>
                    <a:pt x="864198" y="1007600"/>
                    <a:pt x="864122" y="1011339"/>
                  </a:cubicBezTo>
                  <a:lnTo>
                    <a:pt x="864122" y="1011339"/>
                  </a:lnTo>
                  <a:cubicBezTo>
                    <a:pt x="864198" y="1015078"/>
                    <a:pt x="867216" y="1018093"/>
                    <a:pt x="870963" y="1018164"/>
                  </a:cubicBezTo>
                  <a:lnTo>
                    <a:pt x="870963" y="1018164"/>
                  </a:lnTo>
                  <a:cubicBezTo>
                    <a:pt x="874686" y="1018093"/>
                    <a:pt x="877663" y="1015050"/>
                    <a:pt x="877662" y="1011339"/>
                  </a:cubicBezTo>
                  <a:lnTo>
                    <a:pt x="877662" y="1011339"/>
                  </a:lnTo>
                  <a:cubicBezTo>
                    <a:pt x="877663" y="1007628"/>
                    <a:pt x="874686" y="1004585"/>
                    <a:pt x="870963" y="1004514"/>
                  </a:cubicBezTo>
                  <a:close/>
                  <a:moveTo>
                    <a:pt x="929113" y="1342053"/>
                  </a:moveTo>
                  <a:cubicBezTo>
                    <a:pt x="925366" y="1342125"/>
                    <a:pt x="922347" y="1345139"/>
                    <a:pt x="922272" y="1348878"/>
                  </a:cubicBezTo>
                  <a:lnTo>
                    <a:pt x="922272" y="1348878"/>
                  </a:lnTo>
                  <a:cubicBezTo>
                    <a:pt x="922347" y="1352618"/>
                    <a:pt x="925366" y="1355632"/>
                    <a:pt x="929113" y="1355703"/>
                  </a:cubicBezTo>
                  <a:lnTo>
                    <a:pt x="929113" y="1355703"/>
                  </a:lnTo>
                  <a:cubicBezTo>
                    <a:pt x="932835" y="1355632"/>
                    <a:pt x="935813" y="1352589"/>
                    <a:pt x="935811" y="1348878"/>
                  </a:cubicBezTo>
                  <a:lnTo>
                    <a:pt x="935811" y="1348878"/>
                  </a:lnTo>
                  <a:cubicBezTo>
                    <a:pt x="935813" y="1345167"/>
                    <a:pt x="932835" y="1342125"/>
                    <a:pt x="929113" y="1342053"/>
                  </a:cubicBezTo>
                  <a:close/>
                  <a:moveTo>
                    <a:pt x="922272" y="1274802"/>
                  </a:moveTo>
                  <a:cubicBezTo>
                    <a:pt x="918549" y="1274873"/>
                    <a:pt x="915572" y="1277916"/>
                    <a:pt x="915573" y="1281626"/>
                  </a:cubicBezTo>
                  <a:lnTo>
                    <a:pt x="915573" y="1281626"/>
                  </a:lnTo>
                  <a:cubicBezTo>
                    <a:pt x="915573" y="1285323"/>
                    <a:pt x="918572" y="1288309"/>
                    <a:pt x="922272" y="1288309"/>
                  </a:cubicBezTo>
                  <a:lnTo>
                    <a:pt x="922272" y="1288309"/>
                  </a:lnTo>
                  <a:cubicBezTo>
                    <a:pt x="925994" y="1288309"/>
                    <a:pt x="929036" y="1285337"/>
                    <a:pt x="929113" y="1281626"/>
                  </a:cubicBezTo>
                  <a:lnTo>
                    <a:pt x="929113" y="1281626"/>
                  </a:lnTo>
                  <a:cubicBezTo>
                    <a:pt x="929037" y="1277887"/>
                    <a:pt x="926019" y="1274873"/>
                    <a:pt x="922272" y="1274802"/>
                  </a:cubicBezTo>
                  <a:close/>
                  <a:moveTo>
                    <a:pt x="1050543" y="1326271"/>
                  </a:moveTo>
                  <a:cubicBezTo>
                    <a:pt x="1046844" y="1326186"/>
                    <a:pt x="1043781" y="1329115"/>
                    <a:pt x="1043702" y="1332812"/>
                  </a:cubicBezTo>
                  <a:cubicBezTo>
                    <a:pt x="1043700" y="1332911"/>
                    <a:pt x="1043700" y="1332997"/>
                    <a:pt x="1043702" y="1333096"/>
                  </a:cubicBezTo>
                  <a:lnTo>
                    <a:pt x="1043702" y="1333096"/>
                  </a:lnTo>
                  <a:cubicBezTo>
                    <a:pt x="1043700" y="1336793"/>
                    <a:pt x="1046699" y="1339779"/>
                    <a:pt x="1050399" y="1339779"/>
                  </a:cubicBezTo>
                  <a:cubicBezTo>
                    <a:pt x="1050447" y="1339779"/>
                    <a:pt x="1050494" y="1339779"/>
                    <a:pt x="1050543" y="1339779"/>
                  </a:cubicBezTo>
                  <a:lnTo>
                    <a:pt x="1050543" y="1339779"/>
                  </a:lnTo>
                  <a:cubicBezTo>
                    <a:pt x="1054243" y="1339779"/>
                    <a:pt x="1057241" y="1336793"/>
                    <a:pt x="1057241" y="1333096"/>
                  </a:cubicBezTo>
                  <a:lnTo>
                    <a:pt x="1057241" y="1333096"/>
                  </a:lnTo>
                  <a:cubicBezTo>
                    <a:pt x="1057320" y="1329399"/>
                    <a:pt x="1054385" y="1326357"/>
                    <a:pt x="1050687" y="1326271"/>
                  </a:cubicBezTo>
                  <a:cubicBezTo>
                    <a:pt x="1050638" y="1326271"/>
                    <a:pt x="1050591" y="1326271"/>
                    <a:pt x="1050543" y="1326271"/>
                  </a:cubicBezTo>
                  <a:close/>
                  <a:moveTo>
                    <a:pt x="986977" y="1301532"/>
                  </a:moveTo>
                  <a:cubicBezTo>
                    <a:pt x="983279" y="1301447"/>
                    <a:pt x="980216" y="1304375"/>
                    <a:pt x="980136" y="1308072"/>
                  </a:cubicBezTo>
                  <a:cubicBezTo>
                    <a:pt x="980135" y="1308172"/>
                    <a:pt x="980135" y="1308257"/>
                    <a:pt x="980136" y="1308356"/>
                  </a:cubicBezTo>
                  <a:lnTo>
                    <a:pt x="980136" y="1308356"/>
                  </a:lnTo>
                  <a:cubicBezTo>
                    <a:pt x="980135" y="1312053"/>
                    <a:pt x="983133" y="1315039"/>
                    <a:pt x="986833" y="1315039"/>
                  </a:cubicBezTo>
                  <a:cubicBezTo>
                    <a:pt x="986882" y="1315039"/>
                    <a:pt x="986929" y="1315039"/>
                    <a:pt x="986977" y="1315039"/>
                  </a:cubicBezTo>
                  <a:lnTo>
                    <a:pt x="986977" y="1315039"/>
                  </a:lnTo>
                  <a:cubicBezTo>
                    <a:pt x="990677" y="1315039"/>
                    <a:pt x="993676" y="1312053"/>
                    <a:pt x="993676" y="1308356"/>
                  </a:cubicBezTo>
                  <a:lnTo>
                    <a:pt x="993676" y="1308356"/>
                  </a:lnTo>
                  <a:cubicBezTo>
                    <a:pt x="993754" y="1304660"/>
                    <a:pt x="990820" y="1301617"/>
                    <a:pt x="987121" y="1301532"/>
                  </a:cubicBezTo>
                  <a:cubicBezTo>
                    <a:pt x="987073" y="1301532"/>
                    <a:pt x="987026" y="1301532"/>
                    <a:pt x="986977" y="1301532"/>
                  </a:cubicBezTo>
                  <a:close/>
                  <a:moveTo>
                    <a:pt x="945788" y="1177265"/>
                  </a:moveTo>
                  <a:cubicBezTo>
                    <a:pt x="942065" y="1177336"/>
                    <a:pt x="939088" y="1180379"/>
                    <a:pt x="939089" y="1184090"/>
                  </a:cubicBezTo>
                  <a:lnTo>
                    <a:pt x="939089" y="1184090"/>
                  </a:lnTo>
                  <a:cubicBezTo>
                    <a:pt x="939088" y="1187801"/>
                    <a:pt x="942065" y="1190843"/>
                    <a:pt x="945788" y="1190915"/>
                  </a:cubicBezTo>
                  <a:lnTo>
                    <a:pt x="945788" y="1190915"/>
                  </a:lnTo>
                  <a:cubicBezTo>
                    <a:pt x="949535" y="1190843"/>
                    <a:pt x="952554" y="1187829"/>
                    <a:pt x="952629" y="1184090"/>
                  </a:cubicBezTo>
                  <a:lnTo>
                    <a:pt x="952629" y="1184090"/>
                  </a:lnTo>
                  <a:cubicBezTo>
                    <a:pt x="952554" y="1180350"/>
                    <a:pt x="949535" y="1177336"/>
                    <a:pt x="945788" y="1177265"/>
                  </a:cubicBezTo>
                  <a:close/>
                  <a:moveTo>
                    <a:pt x="911867" y="1177265"/>
                  </a:moveTo>
                  <a:cubicBezTo>
                    <a:pt x="908145" y="1177336"/>
                    <a:pt x="905167" y="1180379"/>
                    <a:pt x="905169" y="1184090"/>
                  </a:cubicBezTo>
                  <a:lnTo>
                    <a:pt x="905169" y="1184090"/>
                  </a:lnTo>
                  <a:cubicBezTo>
                    <a:pt x="905169" y="1187787"/>
                    <a:pt x="908167" y="1190772"/>
                    <a:pt x="911867" y="1190772"/>
                  </a:cubicBezTo>
                  <a:lnTo>
                    <a:pt x="911867" y="1190772"/>
                  </a:lnTo>
                  <a:cubicBezTo>
                    <a:pt x="915566" y="1190858"/>
                    <a:pt x="918629" y="1187929"/>
                    <a:pt x="918707" y="1184232"/>
                  </a:cubicBezTo>
                  <a:cubicBezTo>
                    <a:pt x="918709" y="1184189"/>
                    <a:pt x="918709" y="1184132"/>
                    <a:pt x="918709" y="1184090"/>
                  </a:cubicBezTo>
                  <a:lnTo>
                    <a:pt x="918709" y="1184090"/>
                  </a:lnTo>
                  <a:cubicBezTo>
                    <a:pt x="918709" y="1180322"/>
                    <a:pt x="915646" y="1177265"/>
                    <a:pt x="911867" y="1177265"/>
                  </a:cubicBezTo>
                  <a:close/>
                  <a:moveTo>
                    <a:pt x="565250" y="1586890"/>
                  </a:moveTo>
                  <a:cubicBezTo>
                    <a:pt x="561551" y="1586890"/>
                    <a:pt x="558552" y="1589876"/>
                    <a:pt x="558550" y="1593573"/>
                  </a:cubicBezTo>
                  <a:cubicBezTo>
                    <a:pt x="558550" y="1593616"/>
                    <a:pt x="558550" y="1593672"/>
                    <a:pt x="558552" y="1593715"/>
                  </a:cubicBezTo>
                  <a:lnTo>
                    <a:pt x="558552" y="1593715"/>
                  </a:lnTo>
                  <a:cubicBezTo>
                    <a:pt x="558552" y="1597412"/>
                    <a:pt x="561551" y="1600398"/>
                    <a:pt x="565250" y="1600398"/>
                  </a:cubicBezTo>
                  <a:lnTo>
                    <a:pt x="565250" y="1600398"/>
                  </a:lnTo>
                  <a:cubicBezTo>
                    <a:pt x="568973" y="1600398"/>
                    <a:pt x="572015" y="1597426"/>
                    <a:pt x="572092" y="1593715"/>
                  </a:cubicBezTo>
                  <a:lnTo>
                    <a:pt x="572092" y="1593715"/>
                  </a:lnTo>
                  <a:cubicBezTo>
                    <a:pt x="572092" y="1589947"/>
                    <a:pt x="569029" y="1586890"/>
                    <a:pt x="565250" y="1586890"/>
                  </a:cubicBezTo>
                  <a:close/>
                  <a:moveTo>
                    <a:pt x="773477" y="1091103"/>
                  </a:moveTo>
                  <a:cubicBezTo>
                    <a:pt x="769699" y="1091103"/>
                    <a:pt x="766636" y="1094160"/>
                    <a:pt x="766636" y="1097928"/>
                  </a:cubicBezTo>
                  <a:lnTo>
                    <a:pt x="766636" y="1097928"/>
                  </a:lnTo>
                  <a:cubicBezTo>
                    <a:pt x="766635" y="1101624"/>
                    <a:pt x="769633" y="1104610"/>
                    <a:pt x="773333" y="1104610"/>
                  </a:cubicBezTo>
                  <a:cubicBezTo>
                    <a:pt x="773382" y="1104610"/>
                    <a:pt x="773429" y="1104610"/>
                    <a:pt x="773477" y="1104610"/>
                  </a:cubicBezTo>
                  <a:lnTo>
                    <a:pt x="773477" y="1104610"/>
                  </a:lnTo>
                  <a:cubicBezTo>
                    <a:pt x="777177" y="1104610"/>
                    <a:pt x="780176" y="1101624"/>
                    <a:pt x="780176" y="1097928"/>
                  </a:cubicBezTo>
                  <a:lnTo>
                    <a:pt x="780176" y="1097928"/>
                  </a:lnTo>
                  <a:cubicBezTo>
                    <a:pt x="780177" y="1094217"/>
                    <a:pt x="777200" y="1091174"/>
                    <a:pt x="773477" y="1091103"/>
                  </a:cubicBezTo>
                  <a:close/>
                  <a:moveTo>
                    <a:pt x="792148" y="1217360"/>
                  </a:moveTo>
                  <a:cubicBezTo>
                    <a:pt x="784276" y="1217360"/>
                    <a:pt x="777895" y="1223730"/>
                    <a:pt x="777895" y="1231578"/>
                  </a:cubicBezTo>
                  <a:lnTo>
                    <a:pt x="777895" y="1231578"/>
                  </a:lnTo>
                  <a:cubicBezTo>
                    <a:pt x="777895" y="1239427"/>
                    <a:pt x="784276" y="1245797"/>
                    <a:pt x="792148" y="1245797"/>
                  </a:cubicBezTo>
                  <a:lnTo>
                    <a:pt x="792148" y="1245797"/>
                  </a:lnTo>
                  <a:cubicBezTo>
                    <a:pt x="800019" y="1245797"/>
                    <a:pt x="806400" y="1239427"/>
                    <a:pt x="806400" y="1231578"/>
                  </a:cubicBezTo>
                  <a:lnTo>
                    <a:pt x="806400" y="1231578"/>
                  </a:lnTo>
                  <a:cubicBezTo>
                    <a:pt x="806400" y="1223730"/>
                    <a:pt x="800019" y="1217360"/>
                    <a:pt x="792148" y="1217360"/>
                  </a:cubicBezTo>
                  <a:close/>
                  <a:moveTo>
                    <a:pt x="492849" y="1494757"/>
                  </a:moveTo>
                  <a:cubicBezTo>
                    <a:pt x="484977" y="1494757"/>
                    <a:pt x="478596" y="1501126"/>
                    <a:pt x="478596" y="1508975"/>
                  </a:cubicBezTo>
                  <a:lnTo>
                    <a:pt x="478596" y="1508975"/>
                  </a:lnTo>
                  <a:cubicBezTo>
                    <a:pt x="478977" y="1516553"/>
                    <a:pt x="485248" y="1522496"/>
                    <a:pt x="492849" y="1522482"/>
                  </a:cubicBezTo>
                  <a:lnTo>
                    <a:pt x="492849" y="1522482"/>
                  </a:lnTo>
                  <a:cubicBezTo>
                    <a:pt x="500173" y="1522127"/>
                    <a:pt x="506031" y="1516283"/>
                    <a:pt x="506388" y="1508975"/>
                  </a:cubicBezTo>
                  <a:lnTo>
                    <a:pt x="506388" y="1508975"/>
                  </a:lnTo>
                  <a:cubicBezTo>
                    <a:pt x="506398" y="1501396"/>
                    <a:pt x="500441" y="1495141"/>
                    <a:pt x="492849" y="1494757"/>
                  </a:cubicBezTo>
                  <a:close/>
                  <a:moveTo>
                    <a:pt x="888636" y="2184480"/>
                  </a:moveTo>
                  <a:cubicBezTo>
                    <a:pt x="881312" y="2184835"/>
                    <a:pt x="875454" y="2190679"/>
                    <a:pt x="875096" y="2197987"/>
                  </a:cubicBezTo>
                  <a:lnTo>
                    <a:pt x="875096" y="2197987"/>
                  </a:lnTo>
                  <a:cubicBezTo>
                    <a:pt x="875086" y="2205565"/>
                    <a:pt x="881044" y="2211821"/>
                    <a:pt x="888636" y="2212205"/>
                  </a:cubicBezTo>
                  <a:lnTo>
                    <a:pt x="888636" y="2212205"/>
                  </a:lnTo>
                  <a:cubicBezTo>
                    <a:pt x="896019" y="2212689"/>
                    <a:pt x="902400" y="2207115"/>
                    <a:pt x="902888" y="2199750"/>
                  </a:cubicBezTo>
                  <a:cubicBezTo>
                    <a:pt x="902927" y="2199167"/>
                    <a:pt x="902927" y="2198570"/>
                    <a:pt x="902888" y="2197987"/>
                  </a:cubicBezTo>
                  <a:lnTo>
                    <a:pt x="902888" y="2197987"/>
                  </a:lnTo>
                  <a:cubicBezTo>
                    <a:pt x="902508" y="2190409"/>
                    <a:pt x="896237" y="2184465"/>
                    <a:pt x="888636" y="2184480"/>
                  </a:cubicBezTo>
                  <a:close/>
                  <a:moveTo>
                    <a:pt x="699935" y="2400880"/>
                  </a:moveTo>
                  <a:cubicBezTo>
                    <a:pt x="692334" y="2400866"/>
                    <a:pt x="686063" y="2406809"/>
                    <a:pt x="685683" y="2414387"/>
                  </a:cubicBezTo>
                  <a:lnTo>
                    <a:pt x="685683" y="2414387"/>
                  </a:lnTo>
                  <a:cubicBezTo>
                    <a:pt x="686063" y="2421966"/>
                    <a:pt x="692334" y="2427909"/>
                    <a:pt x="699935" y="2427894"/>
                  </a:cubicBezTo>
                  <a:lnTo>
                    <a:pt x="699935" y="2427894"/>
                  </a:lnTo>
                  <a:cubicBezTo>
                    <a:pt x="707536" y="2427909"/>
                    <a:pt x="713807" y="2421966"/>
                    <a:pt x="714187" y="2414387"/>
                  </a:cubicBezTo>
                  <a:lnTo>
                    <a:pt x="714187" y="2414387"/>
                  </a:lnTo>
                  <a:cubicBezTo>
                    <a:pt x="714282" y="2407008"/>
                    <a:pt x="708360" y="2400951"/>
                    <a:pt x="700961" y="2400852"/>
                  </a:cubicBezTo>
                  <a:cubicBezTo>
                    <a:pt x="700619" y="2400852"/>
                    <a:pt x="700277" y="2400852"/>
                    <a:pt x="699935" y="2400880"/>
                  </a:cubicBezTo>
                  <a:close/>
                  <a:moveTo>
                    <a:pt x="530332" y="2226281"/>
                  </a:moveTo>
                  <a:cubicBezTo>
                    <a:pt x="522731" y="2226267"/>
                    <a:pt x="516460" y="2232210"/>
                    <a:pt x="516080" y="2239788"/>
                  </a:cubicBezTo>
                  <a:lnTo>
                    <a:pt x="516080" y="2239788"/>
                  </a:lnTo>
                  <a:cubicBezTo>
                    <a:pt x="516080" y="2247637"/>
                    <a:pt x="522461" y="2254006"/>
                    <a:pt x="530332" y="2254006"/>
                  </a:cubicBezTo>
                  <a:lnTo>
                    <a:pt x="530332" y="2254006"/>
                  </a:lnTo>
                  <a:cubicBezTo>
                    <a:pt x="538204" y="2254006"/>
                    <a:pt x="544585" y="2247637"/>
                    <a:pt x="544585" y="2239788"/>
                  </a:cubicBezTo>
                  <a:lnTo>
                    <a:pt x="544585" y="2239788"/>
                  </a:lnTo>
                  <a:cubicBezTo>
                    <a:pt x="544204" y="2232210"/>
                    <a:pt x="537933" y="2226267"/>
                    <a:pt x="530332" y="2226281"/>
                  </a:cubicBezTo>
                  <a:close/>
                  <a:moveTo>
                    <a:pt x="766351" y="1664095"/>
                  </a:moveTo>
                  <a:cubicBezTo>
                    <a:pt x="758750" y="1664081"/>
                    <a:pt x="752479" y="1670024"/>
                    <a:pt x="752099" y="1677602"/>
                  </a:cubicBezTo>
                  <a:lnTo>
                    <a:pt x="752099" y="1677602"/>
                  </a:lnTo>
                  <a:cubicBezTo>
                    <a:pt x="752099" y="1685451"/>
                    <a:pt x="758479" y="1691820"/>
                    <a:pt x="766351" y="1691820"/>
                  </a:cubicBezTo>
                  <a:lnTo>
                    <a:pt x="766351" y="1691820"/>
                  </a:lnTo>
                  <a:cubicBezTo>
                    <a:pt x="774223" y="1691820"/>
                    <a:pt x="780603" y="1685451"/>
                    <a:pt x="780603" y="1677602"/>
                  </a:cubicBezTo>
                  <a:lnTo>
                    <a:pt x="780603" y="1677602"/>
                  </a:lnTo>
                  <a:cubicBezTo>
                    <a:pt x="780223" y="1670024"/>
                    <a:pt x="773952" y="1664081"/>
                    <a:pt x="766351" y="1664095"/>
                  </a:cubicBezTo>
                  <a:close/>
                  <a:moveTo>
                    <a:pt x="780603" y="1826466"/>
                  </a:moveTo>
                  <a:cubicBezTo>
                    <a:pt x="773011" y="1826850"/>
                    <a:pt x="767054" y="1833106"/>
                    <a:pt x="767064" y="1840684"/>
                  </a:cubicBezTo>
                  <a:lnTo>
                    <a:pt x="767064" y="1840684"/>
                  </a:lnTo>
                  <a:cubicBezTo>
                    <a:pt x="767421" y="1847993"/>
                    <a:pt x="773279" y="1853836"/>
                    <a:pt x="780603" y="1854192"/>
                  </a:cubicBezTo>
                  <a:lnTo>
                    <a:pt x="780603" y="1854192"/>
                  </a:lnTo>
                  <a:cubicBezTo>
                    <a:pt x="788204" y="1854206"/>
                    <a:pt x="794475" y="1848263"/>
                    <a:pt x="794856" y="1840684"/>
                  </a:cubicBezTo>
                  <a:lnTo>
                    <a:pt x="794856" y="1840684"/>
                  </a:lnTo>
                  <a:cubicBezTo>
                    <a:pt x="794856" y="1832836"/>
                    <a:pt x="788475" y="1826466"/>
                    <a:pt x="780603" y="1826466"/>
                  </a:cubicBezTo>
                  <a:close/>
                  <a:moveTo>
                    <a:pt x="465484" y="1650588"/>
                  </a:moveTo>
                  <a:cubicBezTo>
                    <a:pt x="457892" y="1650972"/>
                    <a:pt x="451934" y="1657228"/>
                    <a:pt x="451944" y="1664806"/>
                  </a:cubicBezTo>
                  <a:lnTo>
                    <a:pt x="451944" y="1664806"/>
                  </a:lnTo>
                  <a:cubicBezTo>
                    <a:pt x="452302" y="1672114"/>
                    <a:pt x="458160" y="1677958"/>
                    <a:pt x="465484" y="1678313"/>
                  </a:cubicBezTo>
                  <a:lnTo>
                    <a:pt x="465484" y="1678313"/>
                  </a:lnTo>
                  <a:cubicBezTo>
                    <a:pt x="472868" y="1678782"/>
                    <a:pt x="479238" y="1673195"/>
                    <a:pt x="479711" y="1665829"/>
                  </a:cubicBezTo>
                  <a:cubicBezTo>
                    <a:pt x="479732" y="1665488"/>
                    <a:pt x="479741" y="1665147"/>
                    <a:pt x="479736" y="1664806"/>
                  </a:cubicBezTo>
                  <a:lnTo>
                    <a:pt x="479736" y="1664806"/>
                  </a:lnTo>
                  <a:cubicBezTo>
                    <a:pt x="479736" y="1656957"/>
                    <a:pt x="473356" y="1650588"/>
                    <a:pt x="465484" y="1650588"/>
                  </a:cubicBezTo>
                  <a:close/>
                  <a:moveTo>
                    <a:pt x="780176" y="1435182"/>
                  </a:moveTo>
                  <a:cubicBezTo>
                    <a:pt x="772584" y="1435566"/>
                    <a:pt x="766626" y="1441822"/>
                    <a:pt x="766636" y="1449401"/>
                  </a:cubicBezTo>
                  <a:lnTo>
                    <a:pt x="766636" y="1449401"/>
                  </a:lnTo>
                  <a:cubicBezTo>
                    <a:pt x="766994" y="1456709"/>
                    <a:pt x="772851" y="1462552"/>
                    <a:pt x="780176" y="1462908"/>
                  </a:cubicBezTo>
                  <a:lnTo>
                    <a:pt x="780176" y="1462908"/>
                  </a:lnTo>
                  <a:cubicBezTo>
                    <a:pt x="787777" y="1462922"/>
                    <a:pt x="794048" y="1456979"/>
                    <a:pt x="794428" y="1449401"/>
                  </a:cubicBezTo>
                  <a:lnTo>
                    <a:pt x="794428" y="1449401"/>
                  </a:lnTo>
                  <a:cubicBezTo>
                    <a:pt x="794917" y="1442036"/>
                    <a:pt x="789327" y="1435666"/>
                    <a:pt x="781944" y="1435182"/>
                  </a:cubicBezTo>
                  <a:cubicBezTo>
                    <a:pt x="781356" y="1435140"/>
                    <a:pt x="780764" y="1435140"/>
                    <a:pt x="780176" y="1435182"/>
                  </a:cubicBezTo>
                  <a:close/>
                  <a:moveTo>
                    <a:pt x="942225" y="1522198"/>
                  </a:moveTo>
                  <a:cubicBezTo>
                    <a:pt x="934353" y="1522198"/>
                    <a:pt x="927973" y="1528567"/>
                    <a:pt x="927973" y="1536416"/>
                  </a:cubicBezTo>
                  <a:lnTo>
                    <a:pt x="927973" y="1536416"/>
                  </a:lnTo>
                  <a:cubicBezTo>
                    <a:pt x="927879" y="1543795"/>
                    <a:pt x="933800" y="1549852"/>
                    <a:pt x="941199" y="1549952"/>
                  </a:cubicBezTo>
                  <a:cubicBezTo>
                    <a:pt x="941541" y="1549952"/>
                    <a:pt x="941883" y="1549952"/>
                    <a:pt x="942225" y="1549923"/>
                  </a:cubicBezTo>
                  <a:lnTo>
                    <a:pt x="942225" y="1549923"/>
                  </a:lnTo>
                  <a:cubicBezTo>
                    <a:pt x="949623" y="1550008"/>
                    <a:pt x="955686" y="1544079"/>
                    <a:pt x="955765" y="1536700"/>
                  </a:cubicBezTo>
                  <a:cubicBezTo>
                    <a:pt x="955766" y="1536601"/>
                    <a:pt x="955766" y="1536515"/>
                    <a:pt x="955765" y="1536416"/>
                  </a:cubicBezTo>
                  <a:lnTo>
                    <a:pt x="955765" y="1536416"/>
                  </a:lnTo>
                  <a:cubicBezTo>
                    <a:pt x="955775" y="1528838"/>
                    <a:pt x="949817" y="1522582"/>
                    <a:pt x="942225" y="1522198"/>
                  </a:cubicBezTo>
                  <a:close/>
                  <a:moveTo>
                    <a:pt x="885216" y="1629971"/>
                  </a:moveTo>
                  <a:cubicBezTo>
                    <a:pt x="877891" y="1630327"/>
                    <a:pt x="872034" y="1636170"/>
                    <a:pt x="871676" y="1643479"/>
                  </a:cubicBezTo>
                  <a:lnTo>
                    <a:pt x="871676" y="1643479"/>
                  </a:lnTo>
                  <a:cubicBezTo>
                    <a:pt x="871666" y="1651057"/>
                    <a:pt x="877623" y="1657313"/>
                    <a:pt x="885216" y="1657697"/>
                  </a:cubicBezTo>
                  <a:lnTo>
                    <a:pt x="885216" y="1657697"/>
                  </a:lnTo>
                  <a:cubicBezTo>
                    <a:pt x="893087" y="1657697"/>
                    <a:pt x="899468" y="1651327"/>
                    <a:pt x="899468" y="1643479"/>
                  </a:cubicBezTo>
                  <a:lnTo>
                    <a:pt x="899468" y="1643479"/>
                  </a:lnTo>
                  <a:cubicBezTo>
                    <a:pt x="899087" y="1635900"/>
                    <a:pt x="892816" y="1629957"/>
                    <a:pt x="885216" y="1629971"/>
                  </a:cubicBezTo>
                  <a:close/>
                  <a:moveTo>
                    <a:pt x="1293403" y="1522198"/>
                  </a:moveTo>
                  <a:cubicBezTo>
                    <a:pt x="1285806" y="1522582"/>
                    <a:pt x="1279849" y="1528838"/>
                    <a:pt x="1279863" y="1536416"/>
                  </a:cubicBezTo>
                  <a:lnTo>
                    <a:pt x="1279863" y="1536416"/>
                  </a:lnTo>
                  <a:cubicBezTo>
                    <a:pt x="1279777" y="1543795"/>
                    <a:pt x="1285721" y="1549838"/>
                    <a:pt x="1293118" y="1549923"/>
                  </a:cubicBezTo>
                  <a:cubicBezTo>
                    <a:pt x="1293217" y="1549923"/>
                    <a:pt x="1293303" y="1549923"/>
                    <a:pt x="1293403" y="1549923"/>
                  </a:cubicBezTo>
                  <a:lnTo>
                    <a:pt x="1293403" y="1549923"/>
                  </a:lnTo>
                  <a:cubicBezTo>
                    <a:pt x="1300999" y="1549937"/>
                    <a:pt x="1307270" y="1543994"/>
                    <a:pt x="1307655" y="1536416"/>
                  </a:cubicBezTo>
                  <a:lnTo>
                    <a:pt x="1307655" y="1536416"/>
                  </a:lnTo>
                  <a:cubicBezTo>
                    <a:pt x="1307655" y="1528567"/>
                    <a:pt x="1301270" y="1522198"/>
                    <a:pt x="1293403" y="1522198"/>
                  </a:cubicBezTo>
                  <a:close/>
                  <a:moveTo>
                    <a:pt x="1430938" y="1321864"/>
                  </a:moveTo>
                  <a:cubicBezTo>
                    <a:pt x="1423070" y="1321864"/>
                    <a:pt x="1416685" y="1328233"/>
                    <a:pt x="1416685" y="1336082"/>
                  </a:cubicBezTo>
                  <a:lnTo>
                    <a:pt x="1416685" y="1336082"/>
                  </a:lnTo>
                  <a:cubicBezTo>
                    <a:pt x="1417070" y="1343660"/>
                    <a:pt x="1423341" y="1349603"/>
                    <a:pt x="1430938" y="1349589"/>
                  </a:cubicBezTo>
                  <a:lnTo>
                    <a:pt x="1430938" y="1349589"/>
                  </a:lnTo>
                  <a:cubicBezTo>
                    <a:pt x="1438534" y="1349603"/>
                    <a:pt x="1444805" y="1343660"/>
                    <a:pt x="1445190" y="1336082"/>
                  </a:cubicBezTo>
                  <a:lnTo>
                    <a:pt x="1445190" y="1336082"/>
                  </a:lnTo>
                  <a:cubicBezTo>
                    <a:pt x="1445675" y="1328717"/>
                    <a:pt x="1440088" y="1322347"/>
                    <a:pt x="1432705" y="1321864"/>
                  </a:cubicBezTo>
                  <a:cubicBezTo>
                    <a:pt x="1432121" y="1321821"/>
                    <a:pt x="1431522" y="1321821"/>
                    <a:pt x="1430938" y="1321864"/>
                  </a:cubicBezTo>
                  <a:close/>
                  <a:moveTo>
                    <a:pt x="1381625" y="1274802"/>
                  </a:moveTo>
                  <a:cubicBezTo>
                    <a:pt x="1373757" y="1274802"/>
                    <a:pt x="1367372" y="1281171"/>
                    <a:pt x="1367372" y="1289020"/>
                  </a:cubicBezTo>
                  <a:lnTo>
                    <a:pt x="1367372" y="1289020"/>
                  </a:lnTo>
                  <a:cubicBezTo>
                    <a:pt x="1367372" y="1296868"/>
                    <a:pt x="1373757" y="1303238"/>
                    <a:pt x="1381625" y="1303238"/>
                  </a:cubicBezTo>
                  <a:lnTo>
                    <a:pt x="1381625" y="1303238"/>
                  </a:lnTo>
                  <a:cubicBezTo>
                    <a:pt x="1389221" y="1302854"/>
                    <a:pt x="1395179" y="1296598"/>
                    <a:pt x="1395164" y="1289020"/>
                  </a:cubicBezTo>
                  <a:lnTo>
                    <a:pt x="1395164" y="1289020"/>
                  </a:lnTo>
                  <a:cubicBezTo>
                    <a:pt x="1395179" y="1281441"/>
                    <a:pt x="1389221" y="1275186"/>
                    <a:pt x="1381625" y="1274802"/>
                  </a:cubicBezTo>
                  <a:close/>
                  <a:moveTo>
                    <a:pt x="1108977" y="1213521"/>
                  </a:moveTo>
                  <a:cubicBezTo>
                    <a:pt x="1101593" y="1213052"/>
                    <a:pt x="1095224" y="1218640"/>
                    <a:pt x="1094751" y="1226005"/>
                  </a:cubicBezTo>
                  <a:cubicBezTo>
                    <a:pt x="1094729" y="1226346"/>
                    <a:pt x="1094721" y="1226687"/>
                    <a:pt x="1094725" y="1227029"/>
                  </a:cubicBezTo>
                  <a:lnTo>
                    <a:pt x="1094725" y="1227029"/>
                  </a:lnTo>
                  <a:cubicBezTo>
                    <a:pt x="1095106" y="1234607"/>
                    <a:pt x="1101377" y="1240550"/>
                    <a:pt x="1108977" y="1240536"/>
                  </a:cubicBezTo>
                  <a:lnTo>
                    <a:pt x="1108977" y="1240536"/>
                  </a:lnTo>
                  <a:cubicBezTo>
                    <a:pt x="1116578" y="1240550"/>
                    <a:pt x="1122849" y="1234607"/>
                    <a:pt x="1123230" y="1227029"/>
                  </a:cubicBezTo>
                  <a:lnTo>
                    <a:pt x="1123230" y="1227029"/>
                  </a:lnTo>
                  <a:cubicBezTo>
                    <a:pt x="1123324" y="1219649"/>
                    <a:pt x="1117402" y="1213593"/>
                    <a:pt x="1110004" y="1213493"/>
                  </a:cubicBezTo>
                  <a:cubicBezTo>
                    <a:pt x="1109661" y="1213493"/>
                    <a:pt x="1109319" y="1213493"/>
                    <a:pt x="1108977" y="1213521"/>
                  </a:cubicBezTo>
                  <a:close/>
                  <a:moveTo>
                    <a:pt x="1526571" y="2114811"/>
                  </a:moveTo>
                  <a:cubicBezTo>
                    <a:pt x="1518974" y="2115194"/>
                    <a:pt x="1513017" y="2121451"/>
                    <a:pt x="1513031" y="2129029"/>
                  </a:cubicBezTo>
                  <a:lnTo>
                    <a:pt x="1513031" y="2129029"/>
                  </a:lnTo>
                  <a:cubicBezTo>
                    <a:pt x="1513387" y="2136337"/>
                    <a:pt x="1519245" y="2142181"/>
                    <a:pt x="1526571" y="2142536"/>
                  </a:cubicBezTo>
                  <a:lnTo>
                    <a:pt x="1526571" y="2142536"/>
                  </a:lnTo>
                  <a:cubicBezTo>
                    <a:pt x="1534167" y="2142550"/>
                    <a:pt x="1540438" y="2136607"/>
                    <a:pt x="1540823" y="2129029"/>
                  </a:cubicBezTo>
                  <a:lnTo>
                    <a:pt x="1540823" y="2129029"/>
                  </a:lnTo>
                  <a:cubicBezTo>
                    <a:pt x="1540823" y="2121180"/>
                    <a:pt x="1534438" y="2114811"/>
                    <a:pt x="1526571" y="2114811"/>
                  </a:cubicBezTo>
                  <a:close/>
                  <a:moveTo>
                    <a:pt x="836187" y="2456047"/>
                  </a:moveTo>
                  <a:cubicBezTo>
                    <a:pt x="828587" y="2456032"/>
                    <a:pt x="822316" y="2461975"/>
                    <a:pt x="821935" y="2469554"/>
                  </a:cubicBezTo>
                  <a:lnTo>
                    <a:pt x="821935" y="2469554"/>
                  </a:lnTo>
                  <a:cubicBezTo>
                    <a:pt x="822316" y="2477132"/>
                    <a:pt x="828587" y="2483075"/>
                    <a:pt x="836187" y="2483061"/>
                  </a:cubicBezTo>
                  <a:lnTo>
                    <a:pt x="836187" y="2483061"/>
                  </a:lnTo>
                  <a:cubicBezTo>
                    <a:pt x="843572" y="2483530"/>
                    <a:pt x="849941" y="2477943"/>
                    <a:pt x="850414" y="2470578"/>
                  </a:cubicBezTo>
                  <a:cubicBezTo>
                    <a:pt x="850436" y="2470236"/>
                    <a:pt x="850444" y="2469895"/>
                    <a:pt x="850440" y="2469554"/>
                  </a:cubicBezTo>
                  <a:lnTo>
                    <a:pt x="850440" y="2469554"/>
                  </a:lnTo>
                  <a:cubicBezTo>
                    <a:pt x="850534" y="2462175"/>
                    <a:pt x="844612" y="2456118"/>
                    <a:pt x="837214" y="2456018"/>
                  </a:cubicBezTo>
                  <a:cubicBezTo>
                    <a:pt x="836872" y="2456018"/>
                    <a:pt x="836530" y="2456018"/>
                    <a:pt x="836187" y="2456047"/>
                  </a:cubicBezTo>
                  <a:close/>
                  <a:moveTo>
                    <a:pt x="1221001" y="2380975"/>
                  </a:moveTo>
                  <a:cubicBezTo>
                    <a:pt x="1213404" y="2380960"/>
                    <a:pt x="1207133" y="2386904"/>
                    <a:pt x="1206748" y="2394482"/>
                  </a:cubicBezTo>
                  <a:lnTo>
                    <a:pt x="1206748" y="2394482"/>
                  </a:lnTo>
                  <a:cubicBezTo>
                    <a:pt x="1207133" y="2402060"/>
                    <a:pt x="1213404" y="2408003"/>
                    <a:pt x="1221001" y="2407989"/>
                  </a:cubicBezTo>
                  <a:lnTo>
                    <a:pt x="1221001" y="2407989"/>
                  </a:lnTo>
                  <a:cubicBezTo>
                    <a:pt x="1228597" y="2408003"/>
                    <a:pt x="1234868" y="2402060"/>
                    <a:pt x="1235253" y="2394482"/>
                  </a:cubicBezTo>
                  <a:lnTo>
                    <a:pt x="1235253" y="2394482"/>
                  </a:lnTo>
                  <a:cubicBezTo>
                    <a:pt x="1234868" y="2386904"/>
                    <a:pt x="1228597" y="2380960"/>
                    <a:pt x="1221001" y="2380975"/>
                  </a:cubicBezTo>
                  <a:close/>
                  <a:moveTo>
                    <a:pt x="659173" y="2057938"/>
                  </a:moveTo>
                  <a:cubicBezTo>
                    <a:pt x="651791" y="2057455"/>
                    <a:pt x="645410" y="2063028"/>
                    <a:pt x="644921" y="2070393"/>
                  </a:cubicBezTo>
                  <a:cubicBezTo>
                    <a:pt x="644883" y="2070976"/>
                    <a:pt x="644883" y="2071573"/>
                    <a:pt x="644921" y="2072156"/>
                  </a:cubicBezTo>
                  <a:lnTo>
                    <a:pt x="644921" y="2072156"/>
                  </a:lnTo>
                  <a:cubicBezTo>
                    <a:pt x="644827" y="2079535"/>
                    <a:pt x="650749" y="2085592"/>
                    <a:pt x="658147" y="2085692"/>
                  </a:cubicBezTo>
                  <a:cubicBezTo>
                    <a:pt x="658489" y="2085692"/>
                    <a:pt x="658831" y="2085692"/>
                    <a:pt x="659173" y="2085663"/>
                  </a:cubicBezTo>
                  <a:lnTo>
                    <a:pt x="659173" y="2085663"/>
                  </a:lnTo>
                  <a:cubicBezTo>
                    <a:pt x="666558" y="2086133"/>
                    <a:pt x="672927" y="2080545"/>
                    <a:pt x="673400" y="2073180"/>
                  </a:cubicBezTo>
                  <a:cubicBezTo>
                    <a:pt x="673422" y="2072839"/>
                    <a:pt x="673430" y="2072497"/>
                    <a:pt x="673426" y="2072156"/>
                  </a:cubicBezTo>
                  <a:lnTo>
                    <a:pt x="673426" y="2072156"/>
                  </a:lnTo>
                  <a:cubicBezTo>
                    <a:pt x="673915" y="2064791"/>
                    <a:pt x="668325" y="2058421"/>
                    <a:pt x="660942" y="2057938"/>
                  </a:cubicBezTo>
                  <a:cubicBezTo>
                    <a:pt x="660354" y="2057895"/>
                    <a:pt x="659762" y="2057895"/>
                    <a:pt x="659173" y="2057938"/>
                  </a:cubicBezTo>
                  <a:close/>
                  <a:moveTo>
                    <a:pt x="1631896" y="1335229"/>
                  </a:moveTo>
                  <a:cubicBezTo>
                    <a:pt x="1624299" y="1335215"/>
                    <a:pt x="1618028" y="1341158"/>
                    <a:pt x="1617643" y="1348736"/>
                  </a:cubicBezTo>
                  <a:lnTo>
                    <a:pt x="1617643" y="1348736"/>
                  </a:lnTo>
                  <a:cubicBezTo>
                    <a:pt x="1617643" y="1356584"/>
                    <a:pt x="1624028" y="1362954"/>
                    <a:pt x="1631896" y="1362954"/>
                  </a:cubicBezTo>
                  <a:lnTo>
                    <a:pt x="1631896" y="1362954"/>
                  </a:lnTo>
                  <a:cubicBezTo>
                    <a:pt x="1639763" y="1362954"/>
                    <a:pt x="1646148" y="1356584"/>
                    <a:pt x="1646148" y="1348736"/>
                  </a:cubicBezTo>
                  <a:lnTo>
                    <a:pt x="1646148" y="1348736"/>
                  </a:lnTo>
                  <a:cubicBezTo>
                    <a:pt x="1645763" y="1341158"/>
                    <a:pt x="1639492" y="1335215"/>
                    <a:pt x="1631896" y="1335229"/>
                  </a:cubicBezTo>
                  <a:close/>
                  <a:moveTo>
                    <a:pt x="1451176" y="1472861"/>
                  </a:moveTo>
                  <a:cubicBezTo>
                    <a:pt x="1443850" y="1473216"/>
                    <a:pt x="1437993" y="1479060"/>
                    <a:pt x="1437636" y="1486368"/>
                  </a:cubicBezTo>
                  <a:lnTo>
                    <a:pt x="1437636" y="1486368"/>
                  </a:lnTo>
                  <a:cubicBezTo>
                    <a:pt x="1437993" y="1493676"/>
                    <a:pt x="1443850" y="1499520"/>
                    <a:pt x="1451176" y="1499875"/>
                  </a:cubicBezTo>
                  <a:lnTo>
                    <a:pt x="1451176" y="1499875"/>
                  </a:lnTo>
                  <a:cubicBezTo>
                    <a:pt x="1458772" y="1499889"/>
                    <a:pt x="1465044" y="1493946"/>
                    <a:pt x="1465428" y="1486368"/>
                  </a:cubicBezTo>
                  <a:lnTo>
                    <a:pt x="1465428" y="1486368"/>
                  </a:lnTo>
                  <a:cubicBezTo>
                    <a:pt x="1465044" y="1478790"/>
                    <a:pt x="1458772" y="1472846"/>
                    <a:pt x="1451176" y="1472861"/>
                  </a:cubicBezTo>
                  <a:close/>
                  <a:moveTo>
                    <a:pt x="1612085" y="1665517"/>
                  </a:moveTo>
                  <a:cubicBezTo>
                    <a:pt x="1607681" y="1665517"/>
                    <a:pt x="1604104" y="1669085"/>
                    <a:pt x="1604104" y="1673479"/>
                  </a:cubicBezTo>
                  <a:lnTo>
                    <a:pt x="1604104" y="1673479"/>
                  </a:lnTo>
                  <a:cubicBezTo>
                    <a:pt x="1604104" y="1677872"/>
                    <a:pt x="1607681" y="1681441"/>
                    <a:pt x="1612085" y="1681441"/>
                  </a:cubicBezTo>
                  <a:lnTo>
                    <a:pt x="1612085" y="1681441"/>
                  </a:lnTo>
                  <a:cubicBezTo>
                    <a:pt x="1616518" y="1681441"/>
                    <a:pt x="1620138" y="1677901"/>
                    <a:pt x="1620209" y="1673479"/>
                  </a:cubicBezTo>
                  <a:lnTo>
                    <a:pt x="1620209" y="1673479"/>
                  </a:lnTo>
                  <a:cubicBezTo>
                    <a:pt x="1620138" y="1669057"/>
                    <a:pt x="1616518" y="1665517"/>
                    <a:pt x="1612085" y="1665517"/>
                  </a:cubicBezTo>
                  <a:close/>
                  <a:moveTo>
                    <a:pt x="1627763" y="1077027"/>
                  </a:moveTo>
                  <a:cubicBezTo>
                    <a:pt x="1623359" y="1077027"/>
                    <a:pt x="1619781" y="1080596"/>
                    <a:pt x="1619781" y="1084989"/>
                  </a:cubicBezTo>
                  <a:lnTo>
                    <a:pt x="1619781" y="1084989"/>
                  </a:lnTo>
                  <a:cubicBezTo>
                    <a:pt x="1619781" y="1089383"/>
                    <a:pt x="1623359" y="1092951"/>
                    <a:pt x="1627763" y="1092951"/>
                  </a:cubicBezTo>
                  <a:lnTo>
                    <a:pt x="1627763" y="1092951"/>
                  </a:lnTo>
                  <a:cubicBezTo>
                    <a:pt x="1632166" y="1092951"/>
                    <a:pt x="1635744" y="1089383"/>
                    <a:pt x="1635744" y="1084989"/>
                  </a:cubicBezTo>
                  <a:lnTo>
                    <a:pt x="1635744" y="1084989"/>
                  </a:lnTo>
                  <a:cubicBezTo>
                    <a:pt x="1635744" y="1080596"/>
                    <a:pt x="1632166" y="1077027"/>
                    <a:pt x="1627763" y="1077027"/>
                  </a:cubicBezTo>
                  <a:close/>
                  <a:moveTo>
                    <a:pt x="1645293" y="1158497"/>
                  </a:moveTo>
                  <a:cubicBezTo>
                    <a:pt x="1642300" y="1158412"/>
                    <a:pt x="1639820" y="1160772"/>
                    <a:pt x="1639735" y="1163758"/>
                  </a:cubicBezTo>
                  <a:cubicBezTo>
                    <a:pt x="1639735" y="1163801"/>
                    <a:pt x="1639735" y="1163857"/>
                    <a:pt x="1639735" y="1163900"/>
                  </a:cubicBezTo>
                  <a:lnTo>
                    <a:pt x="1639735" y="1163900"/>
                  </a:lnTo>
                  <a:cubicBezTo>
                    <a:pt x="1639649" y="1166886"/>
                    <a:pt x="1642015" y="1169360"/>
                    <a:pt x="1645008" y="1169445"/>
                  </a:cubicBezTo>
                  <a:cubicBezTo>
                    <a:pt x="1645093" y="1169445"/>
                    <a:pt x="1645193" y="1169445"/>
                    <a:pt x="1645293" y="1169445"/>
                  </a:cubicBezTo>
                  <a:lnTo>
                    <a:pt x="1645293" y="1169445"/>
                  </a:lnTo>
                  <a:cubicBezTo>
                    <a:pt x="1648286" y="1169445"/>
                    <a:pt x="1650709" y="1167028"/>
                    <a:pt x="1650709" y="1164042"/>
                  </a:cubicBezTo>
                  <a:cubicBezTo>
                    <a:pt x="1650709" y="1163999"/>
                    <a:pt x="1650709" y="1163943"/>
                    <a:pt x="1650709" y="1163900"/>
                  </a:cubicBezTo>
                  <a:lnTo>
                    <a:pt x="1650709" y="1163900"/>
                  </a:lnTo>
                  <a:cubicBezTo>
                    <a:pt x="1650709" y="1160914"/>
                    <a:pt x="1648286" y="1158497"/>
                    <a:pt x="1645293" y="1158497"/>
                  </a:cubicBezTo>
                  <a:close/>
                  <a:moveTo>
                    <a:pt x="588909" y="130524"/>
                  </a:moveTo>
                  <a:cubicBezTo>
                    <a:pt x="585895" y="130523"/>
                    <a:pt x="583428" y="132920"/>
                    <a:pt x="583351" y="135927"/>
                  </a:cubicBezTo>
                  <a:lnTo>
                    <a:pt x="583351" y="135927"/>
                  </a:lnTo>
                  <a:cubicBezTo>
                    <a:pt x="583351" y="138989"/>
                    <a:pt x="585839" y="141472"/>
                    <a:pt x="588909" y="141472"/>
                  </a:cubicBezTo>
                  <a:lnTo>
                    <a:pt x="588909" y="141472"/>
                  </a:lnTo>
                  <a:cubicBezTo>
                    <a:pt x="591900" y="141551"/>
                    <a:pt x="594388" y="139198"/>
                    <a:pt x="594468" y="136215"/>
                  </a:cubicBezTo>
                  <a:cubicBezTo>
                    <a:pt x="594471" y="136119"/>
                    <a:pt x="594471" y="136023"/>
                    <a:pt x="594468" y="135927"/>
                  </a:cubicBezTo>
                  <a:lnTo>
                    <a:pt x="594468" y="135927"/>
                  </a:lnTo>
                  <a:cubicBezTo>
                    <a:pt x="594469" y="132942"/>
                    <a:pt x="592045" y="130523"/>
                    <a:pt x="589053" y="130523"/>
                  </a:cubicBezTo>
                  <a:cubicBezTo>
                    <a:pt x="589006" y="130523"/>
                    <a:pt x="588958" y="130523"/>
                    <a:pt x="588909" y="130524"/>
                  </a:cubicBezTo>
                  <a:close/>
                  <a:moveTo>
                    <a:pt x="695802" y="1"/>
                  </a:moveTo>
                  <a:cubicBezTo>
                    <a:pt x="691080" y="-77"/>
                    <a:pt x="687188" y="3678"/>
                    <a:pt x="687109" y="8388"/>
                  </a:cubicBezTo>
                  <a:cubicBezTo>
                    <a:pt x="687108" y="8437"/>
                    <a:pt x="687108" y="8484"/>
                    <a:pt x="687108" y="8532"/>
                  </a:cubicBezTo>
                  <a:lnTo>
                    <a:pt x="687108" y="8532"/>
                  </a:lnTo>
                  <a:cubicBezTo>
                    <a:pt x="687108" y="13322"/>
                    <a:pt x="691000" y="17205"/>
                    <a:pt x="695802" y="17205"/>
                  </a:cubicBezTo>
                  <a:lnTo>
                    <a:pt x="695802" y="17205"/>
                  </a:lnTo>
                  <a:cubicBezTo>
                    <a:pt x="700525" y="17205"/>
                    <a:pt x="704353" y="13388"/>
                    <a:pt x="704355" y="8676"/>
                  </a:cubicBezTo>
                  <a:cubicBezTo>
                    <a:pt x="704355" y="8627"/>
                    <a:pt x="704355" y="8580"/>
                    <a:pt x="704353" y="8532"/>
                  </a:cubicBezTo>
                  <a:lnTo>
                    <a:pt x="704353" y="8532"/>
                  </a:lnTo>
                  <a:cubicBezTo>
                    <a:pt x="704353" y="3820"/>
                    <a:pt x="700525" y="1"/>
                    <a:pt x="695802" y="1"/>
                  </a:cubicBezTo>
                  <a:close/>
                  <a:moveTo>
                    <a:pt x="738559" y="162373"/>
                  </a:moveTo>
                  <a:cubicBezTo>
                    <a:pt x="733837" y="162294"/>
                    <a:pt x="729945" y="166049"/>
                    <a:pt x="729866" y="170761"/>
                  </a:cubicBezTo>
                  <a:cubicBezTo>
                    <a:pt x="729865" y="170804"/>
                    <a:pt x="729865" y="170861"/>
                    <a:pt x="729865" y="170903"/>
                  </a:cubicBezTo>
                  <a:lnTo>
                    <a:pt x="729865" y="170903"/>
                  </a:lnTo>
                  <a:cubicBezTo>
                    <a:pt x="729865" y="175695"/>
                    <a:pt x="733757" y="179577"/>
                    <a:pt x="738559" y="179577"/>
                  </a:cubicBezTo>
                  <a:lnTo>
                    <a:pt x="738559" y="179577"/>
                  </a:lnTo>
                  <a:cubicBezTo>
                    <a:pt x="743282" y="179577"/>
                    <a:pt x="747110" y="175752"/>
                    <a:pt x="747112" y="171046"/>
                  </a:cubicBezTo>
                  <a:cubicBezTo>
                    <a:pt x="747112" y="171003"/>
                    <a:pt x="747112" y="170946"/>
                    <a:pt x="747110" y="170903"/>
                  </a:cubicBezTo>
                  <a:lnTo>
                    <a:pt x="747110" y="170903"/>
                  </a:lnTo>
                  <a:cubicBezTo>
                    <a:pt x="747110" y="166192"/>
                    <a:pt x="743282" y="162373"/>
                    <a:pt x="738559" y="162373"/>
                  </a:cubicBezTo>
                  <a:close/>
                  <a:moveTo>
                    <a:pt x="689103" y="559201"/>
                  </a:moveTo>
                  <a:cubicBezTo>
                    <a:pt x="674227" y="559201"/>
                    <a:pt x="662166" y="571230"/>
                    <a:pt x="662166" y="586074"/>
                  </a:cubicBezTo>
                  <a:lnTo>
                    <a:pt x="662166" y="586074"/>
                  </a:lnTo>
                  <a:cubicBezTo>
                    <a:pt x="662166" y="600918"/>
                    <a:pt x="674227" y="612946"/>
                    <a:pt x="689103" y="612946"/>
                  </a:cubicBezTo>
                  <a:lnTo>
                    <a:pt x="689103" y="612946"/>
                  </a:lnTo>
                  <a:cubicBezTo>
                    <a:pt x="703980" y="612946"/>
                    <a:pt x="716040" y="600918"/>
                    <a:pt x="716040" y="586074"/>
                  </a:cubicBezTo>
                  <a:lnTo>
                    <a:pt x="716040" y="586074"/>
                  </a:lnTo>
                  <a:cubicBezTo>
                    <a:pt x="716040" y="571230"/>
                    <a:pt x="703980" y="559201"/>
                    <a:pt x="689103" y="559201"/>
                  </a:cubicBezTo>
                  <a:close/>
                  <a:moveTo>
                    <a:pt x="829631" y="1107454"/>
                  </a:moveTo>
                  <a:cubicBezTo>
                    <a:pt x="819297" y="1107525"/>
                    <a:pt x="810961" y="1115914"/>
                    <a:pt x="810961" y="1126222"/>
                  </a:cubicBezTo>
                  <a:lnTo>
                    <a:pt x="810961" y="1126222"/>
                  </a:lnTo>
                  <a:cubicBezTo>
                    <a:pt x="810961" y="1136501"/>
                    <a:pt x="819320" y="1144848"/>
                    <a:pt x="829631" y="1144848"/>
                  </a:cubicBezTo>
                  <a:lnTo>
                    <a:pt x="829631" y="1144848"/>
                  </a:lnTo>
                  <a:cubicBezTo>
                    <a:pt x="839943" y="1144933"/>
                    <a:pt x="848365" y="1136658"/>
                    <a:pt x="848444" y="1126364"/>
                  </a:cubicBezTo>
                  <a:cubicBezTo>
                    <a:pt x="848444" y="1126321"/>
                    <a:pt x="848444" y="1126265"/>
                    <a:pt x="848444" y="1126222"/>
                  </a:cubicBezTo>
                  <a:lnTo>
                    <a:pt x="848444" y="1126222"/>
                  </a:lnTo>
                  <a:cubicBezTo>
                    <a:pt x="848444" y="1115857"/>
                    <a:pt x="840021" y="1107454"/>
                    <a:pt x="829631" y="1107454"/>
                  </a:cubicBezTo>
                  <a:close/>
                  <a:moveTo>
                    <a:pt x="1010494" y="1057690"/>
                  </a:moveTo>
                  <a:cubicBezTo>
                    <a:pt x="1000185" y="1057918"/>
                    <a:pt x="992015" y="1066449"/>
                    <a:pt x="992246" y="1076728"/>
                  </a:cubicBezTo>
                  <a:cubicBezTo>
                    <a:pt x="992248" y="1076785"/>
                    <a:pt x="992249" y="1076828"/>
                    <a:pt x="992251" y="1076885"/>
                  </a:cubicBezTo>
                  <a:lnTo>
                    <a:pt x="992251" y="1076885"/>
                  </a:lnTo>
                  <a:cubicBezTo>
                    <a:pt x="992251" y="1087193"/>
                    <a:pt x="1000587" y="1095582"/>
                    <a:pt x="1010921" y="1095653"/>
                  </a:cubicBezTo>
                  <a:lnTo>
                    <a:pt x="1010921" y="1095653"/>
                  </a:lnTo>
                  <a:cubicBezTo>
                    <a:pt x="1021311" y="1095653"/>
                    <a:pt x="1029734" y="1087250"/>
                    <a:pt x="1029734" y="1076885"/>
                  </a:cubicBezTo>
                  <a:lnTo>
                    <a:pt x="1029734" y="1076885"/>
                  </a:lnTo>
                  <a:cubicBezTo>
                    <a:pt x="1029734" y="1066605"/>
                    <a:pt x="1021375" y="1058259"/>
                    <a:pt x="1011064" y="1058259"/>
                  </a:cubicBezTo>
                  <a:cubicBezTo>
                    <a:pt x="1011017" y="1058259"/>
                    <a:pt x="1010968" y="1058259"/>
                    <a:pt x="1010921" y="1058259"/>
                  </a:cubicBezTo>
                  <a:close/>
                  <a:moveTo>
                    <a:pt x="372131" y="882665"/>
                  </a:moveTo>
                  <a:cubicBezTo>
                    <a:pt x="361741" y="882665"/>
                    <a:pt x="353318" y="891068"/>
                    <a:pt x="353318" y="901433"/>
                  </a:cubicBezTo>
                  <a:lnTo>
                    <a:pt x="353318" y="901433"/>
                  </a:lnTo>
                  <a:cubicBezTo>
                    <a:pt x="353161" y="911798"/>
                    <a:pt x="361455" y="920329"/>
                    <a:pt x="371843" y="920485"/>
                  </a:cubicBezTo>
                  <a:cubicBezTo>
                    <a:pt x="371940" y="920485"/>
                    <a:pt x="372036" y="920485"/>
                    <a:pt x="372131" y="920485"/>
                  </a:cubicBezTo>
                  <a:lnTo>
                    <a:pt x="372131" y="920485"/>
                  </a:lnTo>
                  <a:cubicBezTo>
                    <a:pt x="382443" y="920485"/>
                    <a:pt x="390802" y="912139"/>
                    <a:pt x="390802" y="901859"/>
                  </a:cubicBezTo>
                  <a:lnTo>
                    <a:pt x="390802" y="901859"/>
                  </a:lnTo>
                  <a:cubicBezTo>
                    <a:pt x="391038" y="891494"/>
                    <a:pt x="382809" y="882906"/>
                    <a:pt x="372422" y="882665"/>
                  </a:cubicBezTo>
                  <a:cubicBezTo>
                    <a:pt x="372325" y="882665"/>
                    <a:pt x="372228" y="882665"/>
                    <a:pt x="372131" y="882665"/>
                  </a:cubicBezTo>
                  <a:close/>
                  <a:moveTo>
                    <a:pt x="404199" y="1156933"/>
                  </a:moveTo>
                  <a:cubicBezTo>
                    <a:pt x="393809" y="1157004"/>
                    <a:pt x="385444" y="1165464"/>
                    <a:pt x="385516" y="1175829"/>
                  </a:cubicBezTo>
                  <a:cubicBezTo>
                    <a:pt x="385517" y="1176028"/>
                    <a:pt x="385521" y="1176213"/>
                    <a:pt x="385528" y="1176412"/>
                  </a:cubicBezTo>
                  <a:lnTo>
                    <a:pt x="385528" y="1176412"/>
                  </a:lnTo>
                  <a:cubicBezTo>
                    <a:pt x="385528" y="1186720"/>
                    <a:pt x="393865" y="1195109"/>
                    <a:pt x="404199" y="1195180"/>
                  </a:cubicBezTo>
                  <a:lnTo>
                    <a:pt x="404199" y="1195180"/>
                  </a:lnTo>
                  <a:cubicBezTo>
                    <a:pt x="414589" y="1195180"/>
                    <a:pt x="423012" y="1186777"/>
                    <a:pt x="423012" y="1176412"/>
                  </a:cubicBezTo>
                  <a:lnTo>
                    <a:pt x="423012" y="1176412"/>
                  </a:lnTo>
                  <a:cubicBezTo>
                    <a:pt x="423012" y="1166047"/>
                    <a:pt x="414589" y="1157644"/>
                    <a:pt x="404199" y="1157644"/>
                  </a:cubicBezTo>
                  <a:close/>
                  <a:moveTo>
                    <a:pt x="212648" y="1316887"/>
                  </a:moveTo>
                  <a:cubicBezTo>
                    <a:pt x="202313" y="1316887"/>
                    <a:pt x="193913" y="1325205"/>
                    <a:pt x="193834" y="1335513"/>
                  </a:cubicBezTo>
                  <a:lnTo>
                    <a:pt x="193834" y="1335513"/>
                  </a:lnTo>
                  <a:cubicBezTo>
                    <a:pt x="193834" y="1345878"/>
                    <a:pt x="202258" y="1354281"/>
                    <a:pt x="212648" y="1354281"/>
                  </a:cubicBezTo>
                  <a:lnTo>
                    <a:pt x="212648" y="1354281"/>
                  </a:lnTo>
                  <a:cubicBezTo>
                    <a:pt x="223038" y="1354281"/>
                    <a:pt x="231461" y="1345878"/>
                    <a:pt x="231461" y="1335513"/>
                  </a:cubicBezTo>
                  <a:lnTo>
                    <a:pt x="231461" y="1335513"/>
                  </a:lnTo>
                  <a:cubicBezTo>
                    <a:pt x="231382" y="1325205"/>
                    <a:pt x="222982" y="1316887"/>
                    <a:pt x="212648" y="1316887"/>
                  </a:cubicBezTo>
                  <a:close/>
                  <a:moveTo>
                    <a:pt x="262246" y="1372623"/>
                  </a:moveTo>
                  <a:cubicBezTo>
                    <a:pt x="252078" y="1372850"/>
                    <a:pt x="243934" y="1381097"/>
                    <a:pt x="243860" y="1391248"/>
                  </a:cubicBezTo>
                  <a:lnTo>
                    <a:pt x="243860" y="1391248"/>
                  </a:lnTo>
                  <a:cubicBezTo>
                    <a:pt x="243860" y="1401613"/>
                    <a:pt x="252283" y="1410016"/>
                    <a:pt x="262673" y="1410016"/>
                  </a:cubicBezTo>
                  <a:lnTo>
                    <a:pt x="262673" y="1410016"/>
                  </a:lnTo>
                  <a:cubicBezTo>
                    <a:pt x="273008" y="1409931"/>
                    <a:pt x="281344" y="1401557"/>
                    <a:pt x="281344" y="1391248"/>
                  </a:cubicBezTo>
                  <a:lnTo>
                    <a:pt x="281344" y="1391248"/>
                  </a:lnTo>
                  <a:cubicBezTo>
                    <a:pt x="281344" y="1380969"/>
                    <a:pt x="272985" y="1372623"/>
                    <a:pt x="262673" y="1372623"/>
                  </a:cubicBezTo>
                  <a:close/>
                  <a:moveTo>
                    <a:pt x="372986" y="1339921"/>
                  </a:moveTo>
                  <a:cubicBezTo>
                    <a:pt x="362652" y="1339992"/>
                    <a:pt x="354316" y="1348381"/>
                    <a:pt x="354316" y="1358689"/>
                  </a:cubicBezTo>
                  <a:lnTo>
                    <a:pt x="354316" y="1358689"/>
                  </a:lnTo>
                  <a:cubicBezTo>
                    <a:pt x="354316" y="1368983"/>
                    <a:pt x="362675" y="1377315"/>
                    <a:pt x="372986" y="1377315"/>
                  </a:cubicBezTo>
                  <a:lnTo>
                    <a:pt x="372986" y="1377315"/>
                  </a:lnTo>
                  <a:cubicBezTo>
                    <a:pt x="383321" y="1377315"/>
                    <a:pt x="391721" y="1368997"/>
                    <a:pt x="391799" y="1358689"/>
                  </a:cubicBezTo>
                  <a:lnTo>
                    <a:pt x="391799" y="1358689"/>
                  </a:lnTo>
                  <a:cubicBezTo>
                    <a:pt x="391799" y="1348324"/>
                    <a:pt x="383376" y="1339921"/>
                    <a:pt x="372986" y="1339921"/>
                  </a:cubicBezTo>
                  <a:close/>
                  <a:moveTo>
                    <a:pt x="346762" y="1505847"/>
                  </a:moveTo>
                  <a:cubicBezTo>
                    <a:pt x="336372" y="1505847"/>
                    <a:pt x="327949" y="1514250"/>
                    <a:pt x="327949" y="1524615"/>
                  </a:cubicBezTo>
                  <a:lnTo>
                    <a:pt x="327949" y="1524615"/>
                  </a:lnTo>
                  <a:cubicBezTo>
                    <a:pt x="328027" y="1534923"/>
                    <a:pt x="336428" y="1543241"/>
                    <a:pt x="346762" y="1543241"/>
                  </a:cubicBezTo>
                  <a:lnTo>
                    <a:pt x="346762" y="1543241"/>
                  </a:lnTo>
                  <a:cubicBezTo>
                    <a:pt x="357074" y="1543241"/>
                    <a:pt x="365433" y="1534909"/>
                    <a:pt x="365433" y="1524615"/>
                  </a:cubicBezTo>
                  <a:lnTo>
                    <a:pt x="365433" y="1524615"/>
                  </a:lnTo>
                  <a:cubicBezTo>
                    <a:pt x="365433" y="1514307"/>
                    <a:pt x="357096" y="1505918"/>
                    <a:pt x="346762" y="1505847"/>
                  </a:cubicBezTo>
                  <a:close/>
                  <a:moveTo>
                    <a:pt x="247993" y="1685849"/>
                  </a:moveTo>
                  <a:cubicBezTo>
                    <a:pt x="242697" y="1685920"/>
                    <a:pt x="238444" y="1690228"/>
                    <a:pt x="238444" y="1695517"/>
                  </a:cubicBezTo>
                  <a:lnTo>
                    <a:pt x="238444" y="1695517"/>
                  </a:lnTo>
                  <a:cubicBezTo>
                    <a:pt x="238366" y="1700778"/>
                    <a:pt x="242576" y="1705100"/>
                    <a:pt x="247849" y="1705185"/>
                  </a:cubicBezTo>
                  <a:cubicBezTo>
                    <a:pt x="247898" y="1705185"/>
                    <a:pt x="247945" y="1705185"/>
                    <a:pt x="247993" y="1705185"/>
                  </a:cubicBezTo>
                  <a:lnTo>
                    <a:pt x="247993" y="1705185"/>
                  </a:lnTo>
                  <a:cubicBezTo>
                    <a:pt x="253267" y="1705271"/>
                    <a:pt x="257605" y="1701062"/>
                    <a:pt x="257685" y="1695801"/>
                  </a:cubicBezTo>
                  <a:cubicBezTo>
                    <a:pt x="257686" y="1695702"/>
                    <a:pt x="257686" y="1695617"/>
                    <a:pt x="257685" y="1695517"/>
                  </a:cubicBezTo>
                  <a:lnTo>
                    <a:pt x="257685" y="1695517"/>
                  </a:lnTo>
                  <a:cubicBezTo>
                    <a:pt x="257685" y="1690171"/>
                    <a:pt x="253347" y="1685849"/>
                    <a:pt x="247993" y="1685849"/>
                  </a:cubicBezTo>
                  <a:close/>
                  <a:moveTo>
                    <a:pt x="376264" y="1608075"/>
                  </a:moveTo>
                  <a:cubicBezTo>
                    <a:pt x="370911" y="1608075"/>
                    <a:pt x="366573" y="1612398"/>
                    <a:pt x="366573" y="1617744"/>
                  </a:cubicBezTo>
                  <a:lnTo>
                    <a:pt x="366573" y="1617744"/>
                  </a:lnTo>
                  <a:cubicBezTo>
                    <a:pt x="366650" y="1623047"/>
                    <a:pt x="370944" y="1627341"/>
                    <a:pt x="376264" y="1627412"/>
                  </a:cubicBezTo>
                  <a:lnTo>
                    <a:pt x="376264" y="1627412"/>
                  </a:lnTo>
                  <a:cubicBezTo>
                    <a:pt x="381618" y="1627412"/>
                    <a:pt x="385956" y="1623090"/>
                    <a:pt x="385956" y="1617744"/>
                  </a:cubicBezTo>
                  <a:lnTo>
                    <a:pt x="385956" y="1617744"/>
                  </a:lnTo>
                  <a:cubicBezTo>
                    <a:pt x="386036" y="1612483"/>
                    <a:pt x="381824" y="1608161"/>
                    <a:pt x="376552" y="1608075"/>
                  </a:cubicBezTo>
                  <a:cubicBezTo>
                    <a:pt x="376455" y="1608075"/>
                    <a:pt x="376360" y="1608075"/>
                    <a:pt x="376264" y="1608075"/>
                  </a:cubicBezTo>
                  <a:close/>
                  <a:moveTo>
                    <a:pt x="197255" y="1601535"/>
                  </a:moveTo>
                  <a:cubicBezTo>
                    <a:pt x="191935" y="1601606"/>
                    <a:pt x="187640" y="1605900"/>
                    <a:pt x="187563" y="1611203"/>
                  </a:cubicBezTo>
                  <a:lnTo>
                    <a:pt x="187563" y="1611203"/>
                  </a:lnTo>
                  <a:cubicBezTo>
                    <a:pt x="187563" y="1616549"/>
                    <a:pt x="191902" y="1620872"/>
                    <a:pt x="197255" y="1620872"/>
                  </a:cubicBezTo>
                  <a:lnTo>
                    <a:pt x="197255" y="1620872"/>
                  </a:lnTo>
                  <a:cubicBezTo>
                    <a:pt x="202528" y="1620957"/>
                    <a:pt x="206867" y="1616748"/>
                    <a:pt x="206947" y="1611488"/>
                  </a:cubicBezTo>
                  <a:cubicBezTo>
                    <a:pt x="206948" y="1611388"/>
                    <a:pt x="206948" y="1611303"/>
                    <a:pt x="206947" y="1611203"/>
                  </a:cubicBezTo>
                  <a:lnTo>
                    <a:pt x="206947" y="1611203"/>
                  </a:lnTo>
                  <a:cubicBezTo>
                    <a:pt x="206947" y="1605857"/>
                    <a:pt x="202608" y="1601535"/>
                    <a:pt x="197255" y="1601535"/>
                  </a:cubicBezTo>
                  <a:close/>
                  <a:moveTo>
                    <a:pt x="124996" y="1761632"/>
                  </a:moveTo>
                  <a:cubicBezTo>
                    <a:pt x="119642" y="1761632"/>
                    <a:pt x="115304" y="1765954"/>
                    <a:pt x="115304" y="1771300"/>
                  </a:cubicBezTo>
                  <a:lnTo>
                    <a:pt x="115304" y="1771300"/>
                  </a:lnTo>
                  <a:cubicBezTo>
                    <a:pt x="115382" y="1776589"/>
                    <a:pt x="119698" y="1780826"/>
                    <a:pt x="124996" y="1780826"/>
                  </a:cubicBezTo>
                  <a:lnTo>
                    <a:pt x="124996" y="1780826"/>
                  </a:lnTo>
                  <a:cubicBezTo>
                    <a:pt x="130269" y="1780911"/>
                    <a:pt x="134607" y="1776703"/>
                    <a:pt x="134686" y="1771442"/>
                  </a:cubicBezTo>
                  <a:cubicBezTo>
                    <a:pt x="134687" y="1771399"/>
                    <a:pt x="134687" y="1771343"/>
                    <a:pt x="134687" y="1771300"/>
                  </a:cubicBezTo>
                  <a:lnTo>
                    <a:pt x="134687" y="1771300"/>
                  </a:lnTo>
                  <a:cubicBezTo>
                    <a:pt x="134767" y="1766039"/>
                    <a:pt x="130555" y="1761717"/>
                    <a:pt x="125284" y="1761632"/>
                  </a:cubicBezTo>
                  <a:cubicBezTo>
                    <a:pt x="125187" y="1761632"/>
                    <a:pt x="125091" y="1761632"/>
                    <a:pt x="124996" y="1761632"/>
                  </a:cubicBezTo>
                  <a:close/>
                  <a:moveTo>
                    <a:pt x="77820" y="1791063"/>
                  </a:moveTo>
                  <a:cubicBezTo>
                    <a:pt x="72467" y="1791063"/>
                    <a:pt x="68129" y="1795385"/>
                    <a:pt x="68129" y="1800731"/>
                  </a:cubicBezTo>
                  <a:lnTo>
                    <a:pt x="68129" y="1800731"/>
                  </a:lnTo>
                  <a:cubicBezTo>
                    <a:pt x="68206" y="1806035"/>
                    <a:pt x="72500" y="1810329"/>
                    <a:pt x="77820" y="1810400"/>
                  </a:cubicBezTo>
                  <a:lnTo>
                    <a:pt x="77820" y="1810400"/>
                  </a:lnTo>
                  <a:cubicBezTo>
                    <a:pt x="83174" y="1810400"/>
                    <a:pt x="87512" y="1806077"/>
                    <a:pt x="87512" y="1800731"/>
                  </a:cubicBezTo>
                  <a:lnTo>
                    <a:pt x="87512" y="1800731"/>
                  </a:lnTo>
                  <a:cubicBezTo>
                    <a:pt x="87592" y="1795471"/>
                    <a:pt x="83380" y="1791148"/>
                    <a:pt x="78108" y="1791063"/>
                  </a:cubicBezTo>
                  <a:cubicBezTo>
                    <a:pt x="78011" y="1791063"/>
                    <a:pt x="77916" y="1791063"/>
                    <a:pt x="77820" y="1791063"/>
                  </a:cubicBezTo>
                  <a:close/>
                  <a:moveTo>
                    <a:pt x="15823" y="1701062"/>
                  </a:moveTo>
                  <a:cubicBezTo>
                    <a:pt x="7203" y="1701204"/>
                    <a:pt x="231" y="1708100"/>
                    <a:pt x="3" y="1716702"/>
                  </a:cubicBezTo>
                  <a:lnTo>
                    <a:pt x="3" y="1716702"/>
                  </a:lnTo>
                  <a:cubicBezTo>
                    <a:pt x="-156" y="1725574"/>
                    <a:pt x="6925" y="1732897"/>
                    <a:pt x="15817" y="1733053"/>
                  </a:cubicBezTo>
                  <a:cubicBezTo>
                    <a:pt x="15820" y="1733053"/>
                    <a:pt x="15821" y="1733053"/>
                    <a:pt x="15823" y="1733053"/>
                  </a:cubicBezTo>
                  <a:lnTo>
                    <a:pt x="15823" y="1733053"/>
                  </a:lnTo>
                  <a:cubicBezTo>
                    <a:pt x="24638" y="1733209"/>
                    <a:pt x="31914" y="1726214"/>
                    <a:pt x="32073" y="1717427"/>
                  </a:cubicBezTo>
                  <a:cubicBezTo>
                    <a:pt x="32077" y="1717185"/>
                    <a:pt x="32077" y="1716944"/>
                    <a:pt x="32070" y="1716702"/>
                  </a:cubicBezTo>
                  <a:lnTo>
                    <a:pt x="32070" y="1716702"/>
                  </a:lnTo>
                  <a:cubicBezTo>
                    <a:pt x="31915" y="1707915"/>
                    <a:pt x="24642" y="1700906"/>
                    <a:pt x="15828" y="1701062"/>
                  </a:cubicBezTo>
                  <a:cubicBezTo>
                    <a:pt x="15826" y="1701062"/>
                    <a:pt x="15824" y="1701062"/>
                    <a:pt x="15823" y="1701062"/>
                  </a:cubicBezTo>
                  <a:close/>
                  <a:moveTo>
                    <a:pt x="293601" y="2006753"/>
                  </a:moveTo>
                  <a:cubicBezTo>
                    <a:pt x="288013" y="2006753"/>
                    <a:pt x="283482" y="2011274"/>
                    <a:pt x="283480" y="2016848"/>
                  </a:cubicBezTo>
                  <a:cubicBezTo>
                    <a:pt x="283480" y="2016890"/>
                    <a:pt x="283482" y="2016947"/>
                    <a:pt x="283482" y="2016990"/>
                  </a:cubicBezTo>
                  <a:lnTo>
                    <a:pt x="283482" y="2016990"/>
                  </a:lnTo>
                  <a:cubicBezTo>
                    <a:pt x="283482" y="2022563"/>
                    <a:pt x="288013" y="2027085"/>
                    <a:pt x="293601" y="2027085"/>
                  </a:cubicBezTo>
                  <a:lnTo>
                    <a:pt x="293601" y="2027085"/>
                  </a:lnTo>
                  <a:cubicBezTo>
                    <a:pt x="299189" y="2027170"/>
                    <a:pt x="303783" y="2022705"/>
                    <a:pt x="303861" y="2017132"/>
                  </a:cubicBezTo>
                  <a:cubicBezTo>
                    <a:pt x="303863" y="2017089"/>
                    <a:pt x="303863" y="2017032"/>
                    <a:pt x="303863" y="2016990"/>
                  </a:cubicBezTo>
                  <a:lnTo>
                    <a:pt x="303863" y="2016990"/>
                  </a:lnTo>
                  <a:cubicBezTo>
                    <a:pt x="303863" y="2011331"/>
                    <a:pt x="299268" y="2006753"/>
                    <a:pt x="293601" y="2006753"/>
                  </a:cubicBezTo>
                  <a:close/>
                  <a:moveTo>
                    <a:pt x="288898" y="2109408"/>
                  </a:moveTo>
                  <a:cubicBezTo>
                    <a:pt x="283231" y="2109408"/>
                    <a:pt x="278636" y="2113986"/>
                    <a:pt x="278636" y="2119645"/>
                  </a:cubicBezTo>
                  <a:lnTo>
                    <a:pt x="278636" y="2119645"/>
                  </a:lnTo>
                  <a:cubicBezTo>
                    <a:pt x="278636" y="2125218"/>
                    <a:pt x="283165" y="2129740"/>
                    <a:pt x="288754" y="2129740"/>
                  </a:cubicBezTo>
                  <a:cubicBezTo>
                    <a:pt x="288802" y="2129740"/>
                    <a:pt x="288849" y="2129740"/>
                    <a:pt x="288898" y="2129740"/>
                  </a:cubicBezTo>
                  <a:lnTo>
                    <a:pt x="288898" y="2129740"/>
                  </a:lnTo>
                  <a:cubicBezTo>
                    <a:pt x="294486" y="2129825"/>
                    <a:pt x="299079" y="2125361"/>
                    <a:pt x="299158" y="2119787"/>
                  </a:cubicBezTo>
                  <a:cubicBezTo>
                    <a:pt x="299159" y="2119744"/>
                    <a:pt x="299159" y="2119688"/>
                    <a:pt x="299159" y="2119645"/>
                  </a:cubicBezTo>
                  <a:lnTo>
                    <a:pt x="299159" y="2119645"/>
                  </a:lnTo>
                  <a:cubicBezTo>
                    <a:pt x="299159" y="2113986"/>
                    <a:pt x="294564" y="2109408"/>
                    <a:pt x="288898" y="2109408"/>
                  </a:cubicBezTo>
                  <a:close/>
                  <a:moveTo>
                    <a:pt x="467907" y="1855045"/>
                  </a:moveTo>
                  <a:cubicBezTo>
                    <a:pt x="459564" y="1855045"/>
                    <a:pt x="452799" y="1861798"/>
                    <a:pt x="452799" y="1870116"/>
                  </a:cubicBezTo>
                  <a:cubicBezTo>
                    <a:pt x="452799" y="1870159"/>
                    <a:pt x="452799" y="1870216"/>
                    <a:pt x="452799" y="1870258"/>
                  </a:cubicBezTo>
                  <a:lnTo>
                    <a:pt x="452799" y="1870258"/>
                  </a:lnTo>
                  <a:cubicBezTo>
                    <a:pt x="452721" y="1878576"/>
                    <a:pt x="459421" y="1885386"/>
                    <a:pt x="467764" y="1885472"/>
                  </a:cubicBezTo>
                  <a:cubicBezTo>
                    <a:pt x="467811" y="1885472"/>
                    <a:pt x="467860" y="1885472"/>
                    <a:pt x="467907" y="1885472"/>
                  </a:cubicBezTo>
                  <a:lnTo>
                    <a:pt x="467907" y="1885472"/>
                  </a:lnTo>
                  <a:cubicBezTo>
                    <a:pt x="476329" y="1885472"/>
                    <a:pt x="483157" y="1878661"/>
                    <a:pt x="483157" y="1870258"/>
                  </a:cubicBezTo>
                  <a:lnTo>
                    <a:pt x="483157" y="1870258"/>
                  </a:lnTo>
                  <a:cubicBezTo>
                    <a:pt x="483157" y="1861855"/>
                    <a:pt x="476329" y="1855045"/>
                    <a:pt x="467907" y="1855045"/>
                  </a:cubicBezTo>
                  <a:close/>
                  <a:moveTo>
                    <a:pt x="408190" y="1849926"/>
                  </a:moveTo>
                  <a:cubicBezTo>
                    <a:pt x="402318" y="1849997"/>
                    <a:pt x="397577" y="1854732"/>
                    <a:pt x="397500" y="1860590"/>
                  </a:cubicBezTo>
                  <a:lnTo>
                    <a:pt x="397500" y="1860590"/>
                  </a:lnTo>
                  <a:cubicBezTo>
                    <a:pt x="397579" y="1866419"/>
                    <a:pt x="402342" y="1871111"/>
                    <a:pt x="408190" y="1871111"/>
                  </a:cubicBezTo>
                  <a:lnTo>
                    <a:pt x="408190" y="1871111"/>
                  </a:lnTo>
                  <a:cubicBezTo>
                    <a:pt x="414015" y="1871111"/>
                    <a:pt x="418736" y="1866405"/>
                    <a:pt x="418736" y="1860590"/>
                  </a:cubicBezTo>
                  <a:lnTo>
                    <a:pt x="418736" y="1860590"/>
                  </a:lnTo>
                  <a:cubicBezTo>
                    <a:pt x="418736" y="1854761"/>
                    <a:pt x="414037" y="1849997"/>
                    <a:pt x="408190" y="1849926"/>
                  </a:cubicBezTo>
                  <a:close/>
                  <a:moveTo>
                    <a:pt x="405482" y="1690825"/>
                  </a:moveTo>
                  <a:cubicBezTo>
                    <a:pt x="399578" y="1690825"/>
                    <a:pt x="394792" y="1695602"/>
                    <a:pt x="394792" y="1701489"/>
                  </a:cubicBezTo>
                  <a:lnTo>
                    <a:pt x="394792" y="1701489"/>
                  </a:lnTo>
                  <a:cubicBezTo>
                    <a:pt x="394871" y="1707318"/>
                    <a:pt x="399634" y="1712010"/>
                    <a:pt x="405482" y="1712010"/>
                  </a:cubicBezTo>
                  <a:lnTo>
                    <a:pt x="405482" y="1712010"/>
                  </a:lnTo>
                  <a:cubicBezTo>
                    <a:pt x="411307" y="1712010"/>
                    <a:pt x="416028" y="1707304"/>
                    <a:pt x="416028" y="1701489"/>
                  </a:cubicBezTo>
                  <a:lnTo>
                    <a:pt x="416028" y="1701489"/>
                  </a:lnTo>
                  <a:cubicBezTo>
                    <a:pt x="416107" y="1695673"/>
                    <a:pt x="411449" y="1690910"/>
                    <a:pt x="405626" y="1690825"/>
                  </a:cubicBezTo>
                  <a:cubicBezTo>
                    <a:pt x="405577" y="1690825"/>
                    <a:pt x="405530" y="1690825"/>
                    <a:pt x="405482" y="1690825"/>
                  </a:cubicBezTo>
                  <a:close/>
                  <a:moveTo>
                    <a:pt x="236449" y="1817367"/>
                  </a:moveTo>
                  <a:cubicBezTo>
                    <a:pt x="230601" y="1817367"/>
                    <a:pt x="225838" y="1822059"/>
                    <a:pt x="225760" y="1827888"/>
                  </a:cubicBezTo>
                  <a:lnTo>
                    <a:pt x="225760" y="1827888"/>
                  </a:lnTo>
                  <a:cubicBezTo>
                    <a:pt x="225837" y="1833746"/>
                    <a:pt x="230577" y="1838481"/>
                    <a:pt x="236449" y="1838552"/>
                  </a:cubicBezTo>
                  <a:lnTo>
                    <a:pt x="236449" y="1838552"/>
                  </a:lnTo>
                  <a:cubicBezTo>
                    <a:pt x="242297" y="1838481"/>
                    <a:pt x="246996" y="1833718"/>
                    <a:pt x="246996" y="1827888"/>
                  </a:cubicBezTo>
                  <a:lnTo>
                    <a:pt x="246996" y="1827888"/>
                  </a:lnTo>
                  <a:cubicBezTo>
                    <a:pt x="246996" y="1822073"/>
                    <a:pt x="242274" y="1817367"/>
                    <a:pt x="236449" y="1817367"/>
                  </a:cubicBezTo>
                  <a:close/>
                  <a:moveTo>
                    <a:pt x="82666" y="2086374"/>
                  </a:moveTo>
                  <a:cubicBezTo>
                    <a:pt x="76841" y="2086374"/>
                    <a:pt x="72119" y="2091080"/>
                    <a:pt x="72119" y="2096896"/>
                  </a:cubicBezTo>
                  <a:lnTo>
                    <a:pt x="72119" y="2096896"/>
                  </a:lnTo>
                  <a:cubicBezTo>
                    <a:pt x="72119" y="2102725"/>
                    <a:pt x="76818" y="2107488"/>
                    <a:pt x="82666" y="2107560"/>
                  </a:cubicBezTo>
                  <a:lnTo>
                    <a:pt x="82666" y="2107560"/>
                  </a:lnTo>
                  <a:cubicBezTo>
                    <a:pt x="88538" y="2107488"/>
                    <a:pt x="93278" y="2102754"/>
                    <a:pt x="93355" y="2096896"/>
                  </a:cubicBezTo>
                  <a:lnTo>
                    <a:pt x="93355" y="2096896"/>
                  </a:lnTo>
                  <a:cubicBezTo>
                    <a:pt x="93277" y="2091066"/>
                    <a:pt x="88514" y="2086374"/>
                    <a:pt x="82666" y="2086374"/>
                  </a:cubicBezTo>
                  <a:close/>
                  <a:moveTo>
                    <a:pt x="280346" y="2302348"/>
                  </a:moveTo>
                  <a:cubicBezTo>
                    <a:pt x="274443" y="2302348"/>
                    <a:pt x="269657" y="2307126"/>
                    <a:pt x="269657" y="2313012"/>
                  </a:cubicBezTo>
                  <a:lnTo>
                    <a:pt x="269657" y="2313012"/>
                  </a:lnTo>
                  <a:cubicBezTo>
                    <a:pt x="269735" y="2318841"/>
                    <a:pt x="274498" y="2323533"/>
                    <a:pt x="280346" y="2323533"/>
                  </a:cubicBezTo>
                  <a:lnTo>
                    <a:pt x="280346" y="2323533"/>
                  </a:lnTo>
                  <a:cubicBezTo>
                    <a:pt x="286171" y="2323533"/>
                    <a:pt x="290893" y="2318827"/>
                    <a:pt x="290893" y="2313012"/>
                  </a:cubicBezTo>
                  <a:lnTo>
                    <a:pt x="290893" y="2313012"/>
                  </a:lnTo>
                  <a:cubicBezTo>
                    <a:pt x="290971" y="2307197"/>
                    <a:pt x="286314" y="2302434"/>
                    <a:pt x="280490" y="2302348"/>
                  </a:cubicBezTo>
                  <a:cubicBezTo>
                    <a:pt x="280442" y="2302348"/>
                    <a:pt x="280395" y="2302348"/>
                    <a:pt x="280346" y="2302348"/>
                  </a:cubicBezTo>
                  <a:close/>
                  <a:moveTo>
                    <a:pt x="347047" y="2375714"/>
                  </a:moveTo>
                  <a:cubicBezTo>
                    <a:pt x="341199" y="2375785"/>
                    <a:pt x="336500" y="2380548"/>
                    <a:pt x="336500" y="2386378"/>
                  </a:cubicBezTo>
                  <a:lnTo>
                    <a:pt x="336500" y="2386378"/>
                  </a:lnTo>
                  <a:cubicBezTo>
                    <a:pt x="336500" y="2392193"/>
                    <a:pt x="341222" y="2396899"/>
                    <a:pt x="347047" y="2396899"/>
                  </a:cubicBezTo>
                  <a:lnTo>
                    <a:pt x="347047" y="2396899"/>
                  </a:lnTo>
                  <a:cubicBezTo>
                    <a:pt x="352895" y="2396899"/>
                    <a:pt x="357658" y="2392207"/>
                    <a:pt x="357736" y="2386378"/>
                  </a:cubicBezTo>
                  <a:lnTo>
                    <a:pt x="357736" y="2386378"/>
                  </a:lnTo>
                  <a:cubicBezTo>
                    <a:pt x="357659" y="2380520"/>
                    <a:pt x="352919" y="2375785"/>
                    <a:pt x="347047" y="2375714"/>
                  </a:cubicBezTo>
                  <a:close/>
                  <a:moveTo>
                    <a:pt x="410470" y="2381970"/>
                  </a:moveTo>
                  <a:cubicBezTo>
                    <a:pt x="404645" y="2381970"/>
                    <a:pt x="399923" y="2386676"/>
                    <a:pt x="399923" y="2392491"/>
                  </a:cubicBezTo>
                  <a:lnTo>
                    <a:pt x="399923" y="2392491"/>
                  </a:lnTo>
                  <a:cubicBezTo>
                    <a:pt x="399923" y="2398321"/>
                    <a:pt x="404622" y="2403084"/>
                    <a:pt x="410470" y="2403155"/>
                  </a:cubicBezTo>
                  <a:lnTo>
                    <a:pt x="410470" y="2403155"/>
                  </a:lnTo>
                  <a:cubicBezTo>
                    <a:pt x="416342" y="2403084"/>
                    <a:pt x="421082" y="2398349"/>
                    <a:pt x="421159" y="2392491"/>
                  </a:cubicBezTo>
                  <a:lnTo>
                    <a:pt x="421159" y="2392491"/>
                  </a:lnTo>
                  <a:cubicBezTo>
                    <a:pt x="421081" y="2386662"/>
                    <a:pt x="416318" y="2381970"/>
                    <a:pt x="410470" y="2381970"/>
                  </a:cubicBezTo>
                  <a:close/>
                  <a:moveTo>
                    <a:pt x="1152732" y="2337751"/>
                  </a:moveTo>
                  <a:cubicBezTo>
                    <a:pt x="1146907" y="2337751"/>
                    <a:pt x="1142185" y="2342458"/>
                    <a:pt x="1142185" y="2348273"/>
                  </a:cubicBezTo>
                  <a:lnTo>
                    <a:pt x="1142185" y="2348273"/>
                  </a:lnTo>
                  <a:cubicBezTo>
                    <a:pt x="1142185" y="2354102"/>
                    <a:pt x="1146884" y="2358865"/>
                    <a:pt x="1152732" y="2358937"/>
                  </a:cubicBezTo>
                  <a:lnTo>
                    <a:pt x="1152732" y="2358937"/>
                  </a:lnTo>
                  <a:cubicBezTo>
                    <a:pt x="1158580" y="2358865"/>
                    <a:pt x="1163279" y="2354102"/>
                    <a:pt x="1163279" y="2348273"/>
                  </a:cubicBezTo>
                  <a:lnTo>
                    <a:pt x="1163279" y="2348273"/>
                  </a:lnTo>
                  <a:cubicBezTo>
                    <a:pt x="1163279" y="2342458"/>
                    <a:pt x="1158557" y="2337751"/>
                    <a:pt x="1152732" y="2337751"/>
                  </a:cubicBezTo>
                  <a:close/>
                  <a:moveTo>
                    <a:pt x="986122" y="2067606"/>
                  </a:moveTo>
                  <a:cubicBezTo>
                    <a:pt x="980297" y="2067606"/>
                    <a:pt x="975575" y="2072313"/>
                    <a:pt x="975575" y="2078128"/>
                  </a:cubicBezTo>
                  <a:lnTo>
                    <a:pt x="975575" y="2078128"/>
                  </a:lnTo>
                  <a:cubicBezTo>
                    <a:pt x="975575" y="2083957"/>
                    <a:pt x="980274" y="2088720"/>
                    <a:pt x="986122" y="2088791"/>
                  </a:cubicBezTo>
                  <a:lnTo>
                    <a:pt x="986122" y="2088791"/>
                  </a:lnTo>
                  <a:cubicBezTo>
                    <a:pt x="992025" y="2088791"/>
                    <a:pt x="996811" y="2084014"/>
                    <a:pt x="996811" y="2078128"/>
                  </a:cubicBezTo>
                  <a:lnTo>
                    <a:pt x="996811" y="2078128"/>
                  </a:lnTo>
                  <a:cubicBezTo>
                    <a:pt x="996811" y="2072313"/>
                    <a:pt x="992091" y="2067606"/>
                    <a:pt x="986266" y="2067606"/>
                  </a:cubicBezTo>
                  <a:cubicBezTo>
                    <a:pt x="986218" y="2067606"/>
                    <a:pt x="986171" y="2067606"/>
                    <a:pt x="986122" y="2067606"/>
                  </a:cubicBezTo>
                  <a:close/>
                  <a:moveTo>
                    <a:pt x="693664" y="1995662"/>
                  </a:moveTo>
                  <a:cubicBezTo>
                    <a:pt x="689334" y="1995662"/>
                    <a:pt x="685825" y="1999160"/>
                    <a:pt x="685825" y="2003482"/>
                  </a:cubicBezTo>
                  <a:lnTo>
                    <a:pt x="685825" y="2003482"/>
                  </a:lnTo>
                  <a:cubicBezTo>
                    <a:pt x="685825" y="2007819"/>
                    <a:pt x="689311" y="2011374"/>
                    <a:pt x="693664" y="2011445"/>
                  </a:cubicBezTo>
                  <a:lnTo>
                    <a:pt x="693664" y="2011445"/>
                  </a:lnTo>
                  <a:cubicBezTo>
                    <a:pt x="698072" y="2011445"/>
                    <a:pt x="701645" y="2007876"/>
                    <a:pt x="701645" y="2003482"/>
                  </a:cubicBezTo>
                  <a:lnTo>
                    <a:pt x="701645" y="2003482"/>
                  </a:lnTo>
                  <a:cubicBezTo>
                    <a:pt x="701567" y="1999146"/>
                    <a:pt x="698017" y="1995662"/>
                    <a:pt x="693664" y="1995662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93786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78890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044">
            <a:extLst>
              <a:ext uri="{FF2B5EF4-FFF2-40B4-BE49-F238E27FC236}">
                <a16:creationId xmlns:a16="http://schemas.microsoft.com/office/drawing/2014/main" id="{E584094B-C9C2-4D47-8B52-8848BE79E062}"/>
              </a:ext>
            </a:extLst>
          </p:cNvPr>
          <p:cNvGrpSpPr>
            <a:grpSpLocks noChangeAspect="1"/>
          </p:cNvGrpSpPr>
          <p:nvPr userDrawn="1"/>
        </p:nvGrpSpPr>
        <p:grpSpPr bwMode="gray">
          <a:xfrm>
            <a:off x="-621254" y="590647"/>
            <a:ext cx="12837335" cy="7276907"/>
            <a:chOff x="1272" y="1145"/>
            <a:chExt cx="4779" cy="2709"/>
          </a:xfrm>
          <a:gradFill>
            <a:gsLst>
              <a:gs pos="0">
                <a:schemeClr val="accent6">
                  <a:alpha val="38000"/>
                </a:schemeClr>
              </a:gs>
              <a:gs pos="100000">
                <a:schemeClr val="accent1">
                  <a:alpha val="49000"/>
                </a:schemeClr>
              </a:gs>
            </a:gsLst>
            <a:lin ang="2700000" scaled="0"/>
          </a:gradFill>
        </p:grpSpPr>
        <p:grpSp>
          <p:nvGrpSpPr>
            <p:cNvPr id="8" name="Group 6245">
              <a:extLst>
                <a:ext uri="{FF2B5EF4-FFF2-40B4-BE49-F238E27FC236}">
                  <a16:creationId xmlns:a16="http://schemas.microsoft.com/office/drawing/2014/main" id="{FA983CAD-4918-487A-80D4-91574F347E17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1272" y="1193"/>
              <a:ext cx="4779" cy="1973"/>
              <a:chOff x="1272" y="1193"/>
              <a:chExt cx="4779" cy="1973"/>
            </a:xfrm>
            <a:grpFill/>
          </p:grpSpPr>
          <p:sp>
            <p:nvSpPr>
              <p:cNvPr id="307" name="Freeform 6045">
                <a:extLst>
                  <a:ext uri="{FF2B5EF4-FFF2-40B4-BE49-F238E27FC236}">
                    <a16:creationId xmlns:a16="http://schemas.microsoft.com/office/drawing/2014/main" id="{EC22E223-CB7F-41DE-8B84-DAAF02DB723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69" y="1740"/>
                <a:ext cx="8" cy="7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3 h 4"/>
                  <a:gd name="T4" fmla="*/ 4 w 4"/>
                  <a:gd name="T5" fmla="*/ 0 h 4"/>
                  <a:gd name="T6" fmla="*/ 0 w 4"/>
                  <a:gd name="T7" fmla="*/ 2 h 4"/>
                  <a:gd name="T8" fmla="*/ 1 w 4"/>
                  <a:gd name="T9" fmla="*/ 3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8" name="Freeform 6046">
                <a:extLst>
                  <a:ext uri="{FF2B5EF4-FFF2-40B4-BE49-F238E27FC236}">
                    <a16:creationId xmlns:a16="http://schemas.microsoft.com/office/drawing/2014/main" id="{DB00C511-78A9-41F9-B760-B5910676A9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1" y="1734"/>
                <a:ext cx="21" cy="19"/>
              </a:xfrm>
              <a:custGeom>
                <a:avLst/>
                <a:gdLst>
                  <a:gd name="T0" fmla="*/ 21 w 21"/>
                  <a:gd name="T1" fmla="*/ 4 h 19"/>
                  <a:gd name="T2" fmla="*/ 19 w 21"/>
                  <a:gd name="T3" fmla="*/ 0 h 19"/>
                  <a:gd name="T4" fmla="*/ 15 w 21"/>
                  <a:gd name="T5" fmla="*/ 4 h 19"/>
                  <a:gd name="T6" fmla="*/ 15 w 21"/>
                  <a:gd name="T7" fmla="*/ 4 h 19"/>
                  <a:gd name="T8" fmla="*/ 11 w 21"/>
                  <a:gd name="T9" fmla="*/ 8 h 19"/>
                  <a:gd name="T10" fmla="*/ 9 w 21"/>
                  <a:gd name="T11" fmla="*/ 8 h 19"/>
                  <a:gd name="T12" fmla="*/ 4 w 21"/>
                  <a:gd name="T13" fmla="*/ 13 h 19"/>
                  <a:gd name="T14" fmla="*/ 4 w 21"/>
                  <a:gd name="T15" fmla="*/ 13 h 19"/>
                  <a:gd name="T16" fmla="*/ 2 w 21"/>
                  <a:gd name="T17" fmla="*/ 15 h 19"/>
                  <a:gd name="T18" fmla="*/ 0 w 21"/>
                  <a:gd name="T19" fmla="*/ 15 h 19"/>
                  <a:gd name="T20" fmla="*/ 0 w 21"/>
                  <a:gd name="T21" fmla="*/ 19 h 19"/>
                  <a:gd name="T22" fmla="*/ 4 w 21"/>
                  <a:gd name="T23" fmla="*/ 19 h 19"/>
                  <a:gd name="T24" fmla="*/ 6 w 21"/>
                  <a:gd name="T25" fmla="*/ 17 h 19"/>
                  <a:gd name="T26" fmla="*/ 9 w 21"/>
                  <a:gd name="T27" fmla="*/ 17 h 19"/>
                  <a:gd name="T28" fmla="*/ 11 w 21"/>
                  <a:gd name="T29" fmla="*/ 15 h 19"/>
                  <a:gd name="T30" fmla="*/ 9 w 21"/>
                  <a:gd name="T31" fmla="*/ 15 h 19"/>
                  <a:gd name="T32" fmla="*/ 11 w 21"/>
                  <a:gd name="T33" fmla="*/ 13 h 19"/>
                  <a:gd name="T34" fmla="*/ 15 w 21"/>
                  <a:gd name="T35" fmla="*/ 9 h 19"/>
                  <a:gd name="T36" fmla="*/ 19 w 21"/>
                  <a:gd name="T37" fmla="*/ 8 h 19"/>
                  <a:gd name="T38" fmla="*/ 21 w 21"/>
                  <a:gd name="T39" fmla="*/ 6 h 19"/>
                  <a:gd name="T40" fmla="*/ 21 w 21"/>
                  <a:gd name="T41" fmla="*/ 4 h 19"/>
                  <a:gd name="T42" fmla="*/ 21 w 21"/>
                  <a:gd name="T4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21" y="4"/>
                    </a:moveTo>
                    <a:lnTo>
                      <a:pt x="19" y="0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9" name="Freeform 6047">
                <a:extLst>
                  <a:ext uri="{FF2B5EF4-FFF2-40B4-BE49-F238E27FC236}">
                    <a16:creationId xmlns:a16="http://schemas.microsoft.com/office/drawing/2014/main" id="{9EF2B10F-C8A1-4AF1-AFAC-EF65D8A5CF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9" y="1760"/>
                <a:ext cx="11" cy="4"/>
              </a:xfrm>
              <a:custGeom>
                <a:avLst/>
                <a:gdLst>
                  <a:gd name="T0" fmla="*/ 0 w 11"/>
                  <a:gd name="T1" fmla="*/ 4 h 4"/>
                  <a:gd name="T2" fmla="*/ 11 w 11"/>
                  <a:gd name="T3" fmla="*/ 4 h 4"/>
                  <a:gd name="T4" fmla="*/ 5 w 11"/>
                  <a:gd name="T5" fmla="*/ 0 h 4"/>
                  <a:gd name="T6" fmla="*/ 0 w 1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lnTo>
                      <a:pt x="11" y="4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0" name="Freeform 6048">
                <a:extLst>
                  <a:ext uri="{FF2B5EF4-FFF2-40B4-BE49-F238E27FC236}">
                    <a16:creationId xmlns:a16="http://schemas.microsoft.com/office/drawing/2014/main" id="{37E51195-F2FF-4CC3-A4C9-E43344A657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95" y="1740"/>
                <a:ext cx="11" cy="3"/>
              </a:xfrm>
              <a:custGeom>
                <a:avLst/>
                <a:gdLst>
                  <a:gd name="T0" fmla="*/ 0 w 11"/>
                  <a:gd name="T1" fmla="*/ 2 h 3"/>
                  <a:gd name="T2" fmla="*/ 5 w 11"/>
                  <a:gd name="T3" fmla="*/ 3 h 3"/>
                  <a:gd name="T4" fmla="*/ 11 w 11"/>
                  <a:gd name="T5" fmla="*/ 2 h 3"/>
                  <a:gd name="T6" fmla="*/ 5 w 11"/>
                  <a:gd name="T7" fmla="*/ 0 h 3"/>
                  <a:gd name="T8" fmla="*/ 0 w 1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lnTo>
                      <a:pt x="5" y="3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1" name="Freeform 6049">
                <a:extLst>
                  <a:ext uri="{FF2B5EF4-FFF2-40B4-BE49-F238E27FC236}">
                    <a16:creationId xmlns:a16="http://schemas.microsoft.com/office/drawing/2014/main" id="{401520D1-01EF-4797-9D07-4831B7B055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0" y="172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0 h 5"/>
                  <a:gd name="T4" fmla="*/ 0 w 5"/>
                  <a:gd name="T5" fmla="*/ 4 h 5"/>
                  <a:gd name="T6" fmla="*/ 5 w 5"/>
                  <a:gd name="T7" fmla="*/ 5 h 5"/>
                  <a:gd name="T8" fmla="*/ 3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2" name="Freeform 6050">
                <a:extLst>
                  <a:ext uri="{FF2B5EF4-FFF2-40B4-BE49-F238E27FC236}">
                    <a16:creationId xmlns:a16="http://schemas.microsoft.com/office/drawing/2014/main" id="{1163C0B3-D8F9-4914-82E6-760D9C3C47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3" y="1732"/>
                <a:ext cx="10" cy="8"/>
              </a:xfrm>
              <a:custGeom>
                <a:avLst/>
                <a:gdLst>
                  <a:gd name="T0" fmla="*/ 6 w 10"/>
                  <a:gd name="T1" fmla="*/ 4 h 8"/>
                  <a:gd name="T2" fmla="*/ 6 w 10"/>
                  <a:gd name="T3" fmla="*/ 2 h 8"/>
                  <a:gd name="T4" fmla="*/ 2 w 10"/>
                  <a:gd name="T5" fmla="*/ 0 h 8"/>
                  <a:gd name="T6" fmla="*/ 0 w 10"/>
                  <a:gd name="T7" fmla="*/ 2 h 8"/>
                  <a:gd name="T8" fmla="*/ 0 w 10"/>
                  <a:gd name="T9" fmla="*/ 8 h 8"/>
                  <a:gd name="T10" fmla="*/ 6 w 10"/>
                  <a:gd name="T11" fmla="*/ 8 h 8"/>
                  <a:gd name="T12" fmla="*/ 10 w 10"/>
                  <a:gd name="T13" fmla="*/ 8 h 8"/>
                  <a:gd name="T14" fmla="*/ 8 w 10"/>
                  <a:gd name="T15" fmla="*/ 4 h 8"/>
                  <a:gd name="T16" fmla="*/ 6 w 10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6" y="4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3" name="Freeform 6051">
                <a:extLst>
                  <a:ext uri="{FF2B5EF4-FFF2-40B4-BE49-F238E27FC236}">
                    <a16:creationId xmlns:a16="http://schemas.microsoft.com/office/drawing/2014/main" id="{38C1E7C1-F880-4C15-A71E-00655881BE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43" y="1779"/>
                <a:ext cx="54" cy="41"/>
              </a:xfrm>
              <a:custGeom>
                <a:avLst/>
                <a:gdLst>
                  <a:gd name="T0" fmla="*/ 52 w 54"/>
                  <a:gd name="T1" fmla="*/ 4 h 41"/>
                  <a:gd name="T2" fmla="*/ 46 w 54"/>
                  <a:gd name="T3" fmla="*/ 4 h 41"/>
                  <a:gd name="T4" fmla="*/ 44 w 54"/>
                  <a:gd name="T5" fmla="*/ 4 h 41"/>
                  <a:gd name="T6" fmla="*/ 39 w 54"/>
                  <a:gd name="T7" fmla="*/ 2 h 41"/>
                  <a:gd name="T8" fmla="*/ 39 w 54"/>
                  <a:gd name="T9" fmla="*/ 5 h 41"/>
                  <a:gd name="T10" fmla="*/ 37 w 54"/>
                  <a:gd name="T11" fmla="*/ 5 h 41"/>
                  <a:gd name="T12" fmla="*/ 35 w 54"/>
                  <a:gd name="T13" fmla="*/ 2 h 41"/>
                  <a:gd name="T14" fmla="*/ 28 w 54"/>
                  <a:gd name="T15" fmla="*/ 5 h 41"/>
                  <a:gd name="T16" fmla="*/ 31 w 54"/>
                  <a:gd name="T17" fmla="*/ 7 h 41"/>
                  <a:gd name="T18" fmla="*/ 28 w 54"/>
                  <a:gd name="T19" fmla="*/ 9 h 41"/>
                  <a:gd name="T20" fmla="*/ 28 w 54"/>
                  <a:gd name="T21" fmla="*/ 13 h 41"/>
                  <a:gd name="T22" fmla="*/ 26 w 54"/>
                  <a:gd name="T23" fmla="*/ 7 h 41"/>
                  <a:gd name="T24" fmla="*/ 15 w 54"/>
                  <a:gd name="T25" fmla="*/ 11 h 41"/>
                  <a:gd name="T26" fmla="*/ 11 w 54"/>
                  <a:gd name="T27" fmla="*/ 17 h 41"/>
                  <a:gd name="T28" fmla="*/ 11 w 54"/>
                  <a:gd name="T29" fmla="*/ 20 h 41"/>
                  <a:gd name="T30" fmla="*/ 9 w 54"/>
                  <a:gd name="T31" fmla="*/ 24 h 41"/>
                  <a:gd name="T32" fmla="*/ 13 w 54"/>
                  <a:gd name="T33" fmla="*/ 30 h 41"/>
                  <a:gd name="T34" fmla="*/ 16 w 54"/>
                  <a:gd name="T35" fmla="*/ 26 h 41"/>
                  <a:gd name="T36" fmla="*/ 18 w 54"/>
                  <a:gd name="T37" fmla="*/ 28 h 41"/>
                  <a:gd name="T38" fmla="*/ 13 w 54"/>
                  <a:gd name="T39" fmla="*/ 32 h 41"/>
                  <a:gd name="T40" fmla="*/ 3 w 54"/>
                  <a:gd name="T41" fmla="*/ 35 h 41"/>
                  <a:gd name="T42" fmla="*/ 5 w 54"/>
                  <a:gd name="T43" fmla="*/ 41 h 41"/>
                  <a:gd name="T44" fmla="*/ 11 w 54"/>
                  <a:gd name="T45" fmla="*/ 41 h 41"/>
                  <a:gd name="T46" fmla="*/ 9 w 54"/>
                  <a:gd name="T47" fmla="*/ 35 h 41"/>
                  <a:gd name="T48" fmla="*/ 13 w 54"/>
                  <a:gd name="T49" fmla="*/ 35 h 41"/>
                  <a:gd name="T50" fmla="*/ 18 w 54"/>
                  <a:gd name="T51" fmla="*/ 33 h 41"/>
                  <a:gd name="T52" fmla="*/ 20 w 54"/>
                  <a:gd name="T53" fmla="*/ 32 h 41"/>
                  <a:gd name="T54" fmla="*/ 24 w 54"/>
                  <a:gd name="T55" fmla="*/ 28 h 41"/>
                  <a:gd name="T56" fmla="*/ 26 w 54"/>
                  <a:gd name="T57" fmla="*/ 26 h 41"/>
                  <a:gd name="T58" fmla="*/ 28 w 54"/>
                  <a:gd name="T59" fmla="*/ 24 h 41"/>
                  <a:gd name="T60" fmla="*/ 33 w 54"/>
                  <a:gd name="T61" fmla="*/ 24 h 41"/>
                  <a:gd name="T62" fmla="*/ 33 w 54"/>
                  <a:gd name="T63" fmla="*/ 19 h 41"/>
                  <a:gd name="T64" fmla="*/ 37 w 54"/>
                  <a:gd name="T65" fmla="*/ 22 h 41"/>
                  <a:gd name="T66" fmla="*/ 42 w 54"/>
                  <a:gd name="T67" fmla="*/ 19 h 41"/>
                  <a:gd name="T68" fmla="*/ 42 w 54"/>
                  <a:gd name="T69" fmla="*/ 17 h 41"/>
                  <a:gd name="T70" fmla="*/ 44 w 54"/>
                  <a:gd name="T71" fmla="*/ 17 h 41"/>
                  <a:gd name="T72" fmla="*/ 50 w 54"/>
                  <a:gd name="T73" fmla="*/ 13 h 41"/>
                  <a:gd name="T74" fmla="*/ 48 w 54"/>
                  <a:gd name="T75" fmla="*/ 9 h 41"/>
                  <a:gd name="T76" fmla="*/ 54 w 54"/>
                  <a:gd name="T7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41">
                    <a:moveTo>
                      <a:pt x="54" y="9"/>
                    </a:moveTo>
                    <a:lnTo>
                      <a:pt x="52" y="4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1" y="0"/>
                    </a:lnTo>
                    <a:lnTo>
                      <a:pt x="39" y="2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5" y="2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29" y="7"/>
                    </a:lnTo>
                    <a:lnTo>
                      <a:pt x="28" y="9"/>
                    </a:lnTo>
                    <a:lnTo>
                      <a:pt x="29" y="11"/>
                    </a:lnTo>
                    <a:lnTo>
                      <a:pt x="28" y="13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9" y="24"/>
                    </a:lnTo>
                    <a:lnTo>
                      <a:pt x="11" y="28"/>
                    </a:lnTo>
                    <a:lnTo>
                      <a:pt x="13" y="30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3" y="35"/>
                    </a:lnTo>
                    <a:lnTo>
                      <a:pt x="0" y="41"/>
                    </a:lnTo>
                    <a:lnTo>
                      <a:pt x="5" y="41"/>
                    </a:lnTo>
                    <a:lnTo>
                      <a:pt x="9" y="37"/>
                    </a:lnTo>
                    <a:lnTo>
                      <a:pt x="11" y="41"/>
                    </a:lnTo>
                    <a:lnTo>
                      <a:pt x="15" y="35"/>
                    </a:lnTo>
                    <a:lnTo>
                      <a:pt x="9" y="35"/>
                    </a:lnTo>
                    <a:lnTo>
                      <a:pt x="13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33" y="24"/>
                    </a:lnTo>
                    <a:lnTo>
                      <a:pt x="35" y="22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22"/>
                    </a:lnTo>
                    <a:lnTo>
                      <a:pt x="41" y="22"/>
                    </a:lnTo>
                    <a:lnTo>
                      <a:pt x="42" y="19"/>
                    </a:lnTo>
                    <a:lnTo>
                      <a:pt x="41" y="15"/>
                    </a:lnTo>
                    <a:lnTo>
                      <a:pt x="42" y="17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8" y="17"/>
                    </a:lnTo>
                    <a:lnTo>
                      <a:pt x="50" y="13"/>
                    </a:lnTo>
                    <a:lnTo>
                      <a:pt x="48" y="11"/>
                    </a:lnTo>
                    <a:lnTo>
                      <a:pt x="48" y="9"/>
                    </a:lnTo>
                    <a:lnTo>
                      <a:pt x="50" y="9"/>
                    </a:lnTo>
                    <a:lnTo>
                      <a:pt x="54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4" name="Freeform 6052">
                <a:extLst>
                  <a:ext uri="{FF2B5EF4-FFF2-40B4-BE49-F238E27FC236}">
                    <a16:creationId xmlns:a16="http://schemas.microsoft.com/office/drawing/2014/main" id="{08DB11F8-B7F3-47F7-945A-6791A52B01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24" y="1831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w 6"/>
                  <a:gd name="T9" fmla="*/ 2 h 6"/>
                  <a:gd name="T10" fmla="*/ 0 w 6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5" name="Freeform 6053">
                <a:extLst>
                  <a:ext uri="{FF2B5EF4-FFF2-40B4-BE49-F238E27FC236}">
                    <a16:creationId xmlns:a16="http://schemas.microsoft.com/office/drawing/2014/main" id="{6306D185-351A-4A90-8667-8A55561FB6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85" y="1764"/>
                <a:ext cx="19" cy="19"/>
              </a:xfrm>
              <a:custGeom>
                <a:avLst/>
                <a:gdLst>
                  <a:gd name="T0" fmla="*/ 17 w 19"/>
                  <a:gd name="T1" fmla="*/ 11 h 19"/>
                  <a:gd name="T2" fmla="*/ 17 w 19"/>
                  <a:gd name="T3" fmla="*/ 11 h 19"/>
                  <a:gd name="T4" fmla="*/ 19 w 19"/>
                  <a:gd name="T5" fmla="*/ 9 h 19"/>
                  <a:gd name="T6" fmla="*/ 17 w 19"/>
                  <a:gd name="T7" fmla="*/ 6 h 19"/>
                  <a:gd name="T8" fmla="*/ 13 w 19"/>
                  <a:gd name="T9" fmla="*/ 7 h 19"/>
                  <a:gd name="T10" fmla="*/ 13 w 19"/>
                  <a:gd name="T11" fmla="*/ 6 h 19"/>
                  <a:gd name="T12" fmla="*/ 13 w 19"/>
                  <a:gd name="T13" fmla="*/ 6 h 19"/>
                  <a:gd name="T14" fmla="*/ 17 w 19"/>
                  <a:gd name="T15" fmla="*/ 4 h 19"/>
                  <a:gd name="T16" fmla="*/ 17 w 19"/>
                  <a:gd name="T17" fmla="*/ 0 h 19"/>
                  <a:gd name="T18" fmla="*/ 13 w 19"/>
                  <a:gd name="T19" fmla="*/ 0 h 19"/>
                  <a:gd name="T20" fmla="*/ 12 w 19"/>
                  <a:gd name="T21" fmla="*/ 0 h 19"/>
                  <a:gd name="T22" fmla="*/ 12 w 19"/>
                  <a:gd name="T23" fmla="*/ 4 h 19"/>
                  <a:gd name="T24" fmla="*/ 13 w 19"/>
                  <a:gd name="T25" fmla="*/ 6 h 19"/>
                  <a:gd name="T26" fmla="*/ 12 w 19"/>
                  <a:gd name="T27" fmla="*/ 4 h 19"/>
                  <a:gd name="T28" fmla="*/ 8 w 19"/>
                  <a:gd name="T29" fmla="*/ 6 h 19"/>
                  <a:gd name="T30" fmla="*/ 6 w 19"/>
                  <a:gd name="T31" fmla="*/ 7 h 19"/>
                  <a:gd name="T32" fmla="*/ 8 w 19"/>
                  <a:gd name="T33" fmla="*/ 9 h 19"/>
                  <a:gd name="T34" fmla="*/ 6 w 19"/>
                  <a:gd name="T35" fmla="*/ 11 h 19"/>
                  <a:gd name="T36" fmla="*/ 6 w 19"/>
                  <a:gd name="T37" fmla="*/ 9 h 19"/>
                  <a:gd name="T38" fmla="*/ 4 w 19"/>
                  <a:gd name="T39" fmla="*/ 11 h 19"/>
                  <a:gd name="T40" fmla="*/ 2 w 19"/>
                  <a:gd name="T41" fmla="*/ 9 h 19"/>
                  <a:gd name="T42" fmla="*/ 0 w 19"/>
                  <a:gd name="T43" fmla="*/ 13 h 19"/>
                  <a:gd name="T44" fmla="*/ 0 w 19"/>
                  <a:gd name="T45" fmla="*/ 15 h 19"/>
                  <a:gd name="T46" fmla="*/ 4 w 19"/>
                  <a:gd name="T47" fmla="*/ 19 h 19"/>
                  <a:gd name="T48" fmla="*/ 8 w 19"/>
                  <a:gd name="T49" fmla="*/ 17 h 19"/>
                  <a:gd name="T50" fmla="*/ 10 w 19"/>
                  <a:gd name="T51" fmla="*/ 17 h 19"/>
                  <a:gd name="T52" fmla="*/ 10 w 19"/>
                  <a:gd name="T53" fmla="*/ 17 h 19"/>
                  <a:gd name="T54" fmla="*/ 12 w 19"/>
                  <a:gd name="T55" fmla="*/ 17 h 19"/>
                  <a:gd name="T56" fmla="*/ 13 w 19"/>
                  <a:gd name="T57" fmla="*/ 15 h 19"/>
                  <a:gd name="T58" fmla="*/ 15 w 19"/>
                  <a:gd name="T59" fmla="*/ 17 h 19"/>
                  <a:gd name="T60" fmla="*/ 19 w 19"/>
                  <a:gd name="T61" fmla="*/ 15 h 19"/>
                  <a:gd name="T62" fmla="*/ 17 w 19"/>
                  <a:gd name="T63" fmla="*/ 11 h 19"/>
                  <a:gd name="T64" fmla="*/ 17 w 19"/>
                  <a:gd name="T6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9">
                    <a:moveTo>
                      <a:pt x="17" y="11"/>
                    </a:moveTo>
                    <a:lnTo>
                      <a:pt x="17" y="11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7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9" y="15"/>
                    </a:lnTo>
                    <a:lnTo>
                      <a:pt x="17" y="11"/>
                    </a:lnTo>
                    <a:lnTo>
                      <a:pt x="17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6" name="Freeform 6054">
                <a:extLst>
                  <a:ext uri="{FF2B5EF4-FFF2-40B4-BE49-F238E27FC236}">
                    <a16:creationId xmlns:a16="http://schemas.microsoft.com/office/drawing/2014/main" id="{A9708D66-0DBB-4B0D-A3F2-8B086132B0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892" y="1880"/>
                <a:ext cx="6" cy="7"/>
              </a:xfrm>
              <a:custGeom>
                <a:avLst/>
                <a:gdLst>
                  <a:gd name="T0" fmla="*/ 6 w 6"/>
                  <a:gd name="T1" fmla="*/ 3 h 7"/>
                  <a:gd name="T2" fmla="*/ 0 w 6"/>
                  <a:gd name="T3" fmla="*/ 0 h 7"/>
                  <a:gd name="T4" fmla="*/ 2 w 6"/>
                  <a:gd name="T5" fmla="*/ 7 h 7"/>
                  <a:gd name="T6" fmla="*/ 6 w 6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7" name="Freeform 6055">
                <a:extLst>
                  <a:ext uri="{FF2B5EF4-FFF2-40B4-BE49-F238E27FC236}">
                    <a16:creationId xmlns:a16="http://schemas.microsoft.com/office/drawing/2014/main" id="{C2CF9CF5-B507-4971-83C9-32D023F780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53" y="1839"/>
                <a:ext cx="15" cy="14"/>
              </a:xfrm>
              <a:custGeom>
                <a:avLst/>
                <a:gdLst>
                  <a:gd name="T0" fmla="*/ 8 w 15"/>
                  <a:gd name="T1" fmla="*/ 0 h 14"/>
                  <a:gd name="T2" fmla="*/ 8 w 15"/>
                  <a:gd name="T3" fmla="*/ 1 h 14"/>
                  <a:gd name="T4" fmla="*/ 6 w 15"/>
                  <a:gd name="T5" fmla="*/ 3 h 14"/>
                  <a:gd name="T6" fmla="*/ 0 w 15"/>
                  <a:gd name="T7" fmla="*/ 14 h 14"/>
                  <a:gd name="T8" fmla="*/ 8 w 15"/>
                  <a:gd name="T9" fmla="*/ 7 h 14"/>
                  <a:gd name="T10" fmla="*/ 11 w 15"/>
                  <a:gd name="T11" fmla="*/ 5 h 14"/>
                  <a:gd name="T12" fmla="*/ 11 w 15"/>
                  <a:gd name="T13" fmla="*/ 3 h 14"/>
                  <a:gd name="T14" fmla="*/ 15 w 15"/>
                  <a:gd name="T15" fmla="*/ 0 h 14"/>
                  <a:gd name="T16" fmla="*/ 8 w 15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lnTo>
                      <a:pt x="8" y="1"/>
                    </a:lnTo>
                    <a:lnTo>
                      <a:pt x="6" y="3"/>
                    </a:lnTo>
                    <a:lnTo>
                      <a:pt x="0" y="14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8" name="Freeform 6056">
                <a:extLst>
                  <a:ext uri="{FF2B5EF4-FFF2-40B4-BE49-F238E27FC236}">
                    <a16:creationId xmlns:a16="http://schemas.microsoft.com/office/drawing/2014/main" id="{9E84C100-3A7B-4238-A468-1BF3FD0A3F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4"/>
                <a:ext cx="11" cy="7"/>
              </a:xfrm>
              <a:custGeom>
                <a:avLst/>
                <a:gdLst>
                  <a:gd name="T0" fmla="*/ 8 w 11"/>
                  <a:gd name="T1" fmla="*/ 4 h 7"/>
                  <a:gd name="T2" fmla="*/ 6 w 11"/>
                  <a:gd name="T3" fmla="*/ 0 h 7"/>
                  <a:gd name="T4" fmla="*/ 0 w 11"/>
                  <a:gd name="T5" fmla="*/ 4 h 7"/>
                  <a:gd name="T6" fmla="*/ 4 w 11"/>
                  <a:gd name="T7" fmla="*/ 4 h 7"/>
                  <a:gd name="T8" fmla="*/ 4 w 11"/>
                  <a:gd name="T9" fmla="*/ 4 h 7"/>
                  <a:gd name="T10" fmla="*/ 8 w 11"/>
                  <a:gd name="T11" fmla="*/ 7 h 7"/>
                  <a:gd name="T12" fmla="*/ 11 w 11"/>
                  <a:gd name="T13" fmla="*/ 6 h 7"/>
                  <a:gd name="T14" fmla="*/ 10 w 11"/>
                  <a:gd name="T15" fmla="*/ 2 h 7"/>
                  <a:gd name="T16" fmla="*/ 8 w 11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8" y="4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9" name="Freeform 6057">
                <a:extLst>
                  <a:ext uri="{FF2B5EF4-FFF2-40B4-BE49-F238E27FC236}">
                    <a16:creationId xmlns:a16="http://schemas.microsoft.com/office/drawing/2014/main" id="{CC1CB7E7-92B9-4A4C-937E-E9D87B0877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8"/>
                <a:ext cx="8" cy="5"/>
              </a:xfrm>
              <a:custGeom>
                <a:avLst/>
                <a:gdLst>
                  <a:gd name="T0" fmla="*/ 0 w 8"/>
                  <a:gd name="T1" fmla="*/ 3 h 5"/>
                  <a:gd name="T2" fmla="*/ 4 w 8"/>
                  <a:gd name="T3" fmla="*/ 5 h 5"/>
                  <a:gd name="T4" fmla="*/ 8 w 8"/>
                  <a:gd name="T5" fmla="*/ 3 h 5"/>
                  <a:gd name="T6" fmla="*/ 4 w 8"/>
                  <a:gd name="T7" fmla="*/ 0 h 5"/>
                  <a:gd name="T8" fmla="*/ 0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lnTo>
                      <a:pt x="4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0" name="Freeform 6058">
                <a:extLst>
                  <a:ext uri="{FF2B5EF4-FFF2-40B4-BE49-F238E27FC236}">
                    <a16:creationId xmlns:a16="http://schemas.microsoft.com/office/drawing/2014/main" id="{69263B5A-530E-4813-AA1F-C9E1A6E470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88" y="1880"/>
                <a:ext cx="5" cy="9"/>
              </a:xfrm>
              <a:custGeom>
                <a:avLst/>
                <a:gdLst>
                  <a:gd name="T0" fmla="*/ 0 w 5"/>
                  <a:gd name="T1" fmla="*/ 5 h 9"/>
                  <a:gd name="T2" fmla="*/ 5 w 5"/>
                  <a:gd name="T3" fmla="*/ 9 h 9"/>
                  <a:gd name="T4" fmla="*/ 3 w 5"/>
                  <a:gd name="T5" fmla="*/ 0 h 9"/>
                  <a:gd name="T6" fmla="*/ 0 w 5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lnTo>
                      <a:pt x="5" y="9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1" name="Freeform 6059">
                <a:extLst>
                  <a:ext uri="{FF2B5EF4-FFF2-40B4-BE49-F238E27FC236}">
                    <a16:creationId xmlns:a16="http://schemas.microsoft.com/office/drawing/2014/main" id="{1A167390-4502-41F8-A320-0FD2E43B62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67" y="1885"/>
                <a:ext cx="11" cy="4"/>
              </a:xfrm>
              <a:custGeom>
                <a:avLst/>
                <a:gdLst>
                  <a:gd name="T0" fmla="*/ 2 w 11"/>
                  <a:gd name="T1" fmla="*/ 0 h 4"/>
                  <a:gd name="T2" fmla="*/ 0 w 11"/>
                  <a:gd name="T3" fmla="*/ 4 h 4"/>
                  <a:gd name="T4" fmla="*/ 8 w 11"/>
                  <a:gd name="T5" fmla="*/ 4 h 4"/>
                  <a:gd name="T6" fmla="*/ 11 w 11"/>
                  <a:gd name="T7" fmla="*/ 2 h 4"/>
                  <a:gd name="T8" fmla="*/ 8 w 11"/>
                  <a:gd name="T9" fmla="*/ 0 h 4"/>
                  <a:gd name="T10" fmla="*/ 2 w 1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0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2" name="Freeform 6060">
                <a:extLst>
                  <a:ext uri="{FF2B5EF4-FFF2-40B4-BE49-F238E27FC236}">
                    <a16:creationId xmlns:a16="http://schemas.microsoft.com/office/drawing/2014/main" id="{4F95F72D-9B7B-481F-8431-3159B1A36E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95" y="1878"/>
                <a:ext cx="11" cy="9"/>
              </a:xfrm>
              <a:custGeom>
                <a:avLst/>
                <a:gdLst>
                  <a:gd name="T0" fmla="*/ 2 w 11"/>
                  <a:gd name="T1" fmla="*/ 3 h 9"/>
                  <a:gd name="T2" fmla="*/ 0 w 11"/>
                  <a:gd name="T3" fmla="*/ 9 h 9"/>
                  <a:gd name="T4" fmla="*/ 6 w 11"/>
                  <a:gd name="T5" fmla="*/ 5 h 9"/>
                  <a:gd name="T6" fmla="*/ 11 w 11"/>
                  <a:gd name="T7" fmla="*/ 5 h 9"/>
                  <a:gd name="T8" fmla="*/ 4 w 11"/>
                  <a:gd name="T9" fmla="*/ 0 h 9"/>
                  <a:gd name="T10" fmla="*/ 2 w 11"/>
                  <a:gd name="T1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lnTo>
                      <a:pt x="0" y="9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4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3" name="Freeform 6061">
                <a:extLst>
                  <a:ext uri="{FF2B5EF4-FFF2-40B4-BE49-F238E27FC236}">
                    <a16:creationId xmlns:a16="http://schemas.microsoft.com/office/drawing/2014/main" id="{54C8EBE2-70F7-42FF-8E6D-2C1EE02C2E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81" y="1855"/>
                <a:ext cx="13" cy="4"/>
              </a:xfrm>
              <a:custGeom>
                <a:avLst/>
                <a:gdLst>
                  <a:gd name="T0" fmla="*/ 11 w 13"/>
                  <a:gd name="T1" fmla="*/ 0 h 4"/>
                  <a:gd name="T2" fmla="*/ 5 w 13"/>
                  <a:gd name="T3" fmla="*/ 0 h 4"/>
                  <a:gd name="T4" fmla="*/ 7 w 13"/>
                  <a:gd name="T5" fmla="*/ 2 h 4"/>
                  <a:gd name="T6" fmla="*/ 3 w 13"/>
                  <a:gd name="T7" fmla="*/ 0 h 4"/>
                  <a:gd name="T8" fmla="*/ 0 w 13"/>
                  <a:gd name="T9" fmla="*/ 4 h 4"/>
                  <a:gd name="T10" fmla="*/ 9 w 13"/>
                  <a:gd name="T11" fmla="*/ 4 h 4"/>
                  <a:gd name="T12" fmla="*/ 9 w 13"/>
                  <a:gd name="T13" fmla="*/ 4 h 4"/>
                  <a:gd name="T14" fmla="*/ 13 w 13"/>
                  <a:gd name="T15" fmla="*/ 2 h 4"/>
                  <a:gd name="T16" fmla="*/ 11 w 1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">
                    <a:moveTo>
                      <a:pt x="11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4" name="Freeform 6062">
                <a:extLst>
                  <a:ext uri="{FF2B5EF4-FFF2-40B4-BE49-F238E27FC236}">
                    <a16:creationId xmlns:a16="http://schemas.microsoft.com/office/drawing/2014/main" id="{FAD07182-D629-4422-A8E2-D6C0C4433B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18" y="1850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4 w 7"/>
                  <a:gd name="T3" fmla="*/ 5 h 5"/>
                  <a:gd name="T4" fmla="*/ 7 w 7"/>
                  <a:gd name="T5" fmla="*/ 3 h 5"/>
                  <a:gd name="T6" fmla="*/ 4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4" y="5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5" name="Freeform 6063">
                <a:extLst>
                  <a:ext uri="{FF2B5EF4-FFF2-40B4-BE49-F238E27FC236}">
                    <a16:creationId xmlns:a16="http://schemas.microsoft.com/office/drawing/2014/main" id="{2327D956-8F86-417E-BA3E-9418F83875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79" y="1648"/>
                <a:ext cx="9" cy="19"/>
              </a:xfrm>
              <a:custGeom>
                <a:avLst/>
                <a:gdLst>
                  <a:gd name="T0" fmla="*/ 1 w 5"/>
                  <a:gd name="T1" fmla="*/ 7 h 10"/>
                  <a:gd name="T2" fmla="*/ 5 w 5"/>
                  <a:gd name="T3" fmla="*/ 10 h 10"/>
                  <a:gd name="T4" fmla="*/ 5 w 5"/>
                  <a:gd name="T5" fmla="*/ 7 h 10"/>
                  <a:gd name="T6" fmla="*/ 3 w 5"/>
                  <a:gd name="T7" fmla="*/ 5 h 10"/>
                  <a:gd name="T8" fmla="*/ 3 w 5"/>
                  <a:gd name="T9" fmla="*/ 4 h 10"/>
                  <a:gd name="T10" fmla="*/ 2 w 5"/>
                  <a:gd name="T11" fmla="*/ 3 h 10"/>
                  <a:gd name="T12" fmla="*/ 3 w 5"/>
                  <a:gd name="T13" fmla="*/ 3 h 10"/>
                  <a:gd name="T14" fmla="*/ 2 w 5"/>
                  <a:gd name="T15" fmla="*/ 0 h 10"/>
                  <a:gd name="T16" fmla="*/ 1 w 5"/>
                  <a:gd name="T17" fmla="*/ 2 h 10"/>
                  <a:gd name="T18" fmla="*/ 1 w 5"/>
                  <a:gd name="T19" fmla="*/ 3 h 10"/>
                  <a:gd name="T20" fmla="*/ 0 w 5"/>
                  <a:gd name="T21" fmla="*/ 4 h 10"/>
                  <a:gd name="T22" fmla="*/ 0 w 5"/>
                  <a:gd name="T23" fmla="*/ 4 h 10"/>
                  <a:gd name="T24" fmla="*/ 1 w 5"/>
                  <a:gd name="T25" fmla="*/ 5 h 10"/>
                  <a:gd name="T26" fmla="*/ 1 w 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1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6" name="Freeform 6064">
                <a:extLst>
                  <a:ext uri="{FF2B5EF4-FFF2-40B4-BE49-F238E27FC236}">
                    <a16:creationId xmlns:a16="http://schemas.microsoft.com/office/drawing/2014/main" id="{13ACA35F-E27E-455C-A1E7-3634C53200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17" y="1850"/>
                <a:ext cx="69" cy="31"/>
              </a:xfrm>
              <a:custGeom>
                <a:avLst/>
                <a:gdLst>
                  <a:gd name="T0" fmla="*/ 36 w 37"/>
                  <a:gd name="T1" fmla="*/ 0 h 17"/>
                  <a:gd name="T2" fmla="*/ 34 w 37"/>
                  <a:gd name="T3" fmla="*/ 2 h 17"/>
                  <a:gd name="T4" fmla="*/ 33 w 37"/>
                  <a:gd name="T5" fmla="*/ 2 h 17"/>
                  <a:gd name="T6" fmla="*/ 30 w 37"/>
                  <a:gd name="T7" fmla="*/ 1 h 17"/>
                  <a:gd name="T8" fmla="*/ 31 w 37"/>
                  <a:gd name="T9" fmla="*/ 4 h 17"/>
                  <a:gd name="T10" fmla="*/ 29 w 37"/>
                  <a:gd name="T11" fmla="*/ 4 h 17"/>
                  <a:gd name="T12" fmla="*/ 27 w 37"/>
                  <a:gd name="T13" fmla="*/ 3 h 17"/>
                  <a:gd name="T14" fmla="*/ 24 w 37"/>
                  <a:gd name="T15" fmla="*/ 3 h 17"/>
                  <a:gd name="T16" fmla="*/ 23 w 37"/>
                  <a:gd name="T17" fmla="*/ 6 h 17"/>
                  <a:gd name="T18" fmla="*/ 22 w 37"/>
                  <a:gd name="T19" fmla="*/ 6 h 17"/>
                  <a:gd name="T20" fmla="*/ 20 w 37"/>
                  <a:gd name="T21" fmla="*/ 8 h 17"/>
                  <a:gd name="T22" fmla="*/ 19 w 37"/>
                  <a:gd name="T23" fmla="*/ 9 h 17"/>
                  <a:gd name="T24" fmla="*/ 16 w 37"/>
                  <a:gd name="T25" fmla="*/ 11 h 17"/>
                  <a:gd name="T26" fmla="*/ 14 w 37"/>
                  <a:gd name="T27" fmla="*/ 11 h 17"/>
                  <a:gd name="T28" fmla="*/ 17 w 37"/>
                  <a:gd name="T29" fmla="*/ 10 h 17"/>
                  <a:gd name="T30" fmla="*/ 13 w 37"/>
                  <a:gd name="T31" fmla="*/ 4 h 17"/>
                  <a:gd name="T32" fmla="*/ 12 w 37"/>
                  <a:gd name="T33" fmla="*/ 8 h 17"/>
                  <a:gd name="T34" fmla="*/ 10 w 37"/>
                  <a:gd name="T35" fmla="*/ 9 h 17"/>
                  <a:gd name="T36" fmla="*/ 8 w 37"/>
                  <a:gd name="T37" fmla="*/ 11 h 17"/>
                  <a:gd name="T38" fmla="*/ 6 w 37"/>
                  <a:gd name="T39" fmla="*/ 13 h 17"/>
                  <a:gd name="T40" fmla="*/ 4 w 37"/>
                  <a:gd name="T41" fmla="*/ 15 h 17"/>
                  <a:gd name="T42" fmla="*/ 0 w 37"/>
                  <a:gd name="T43" fmla="*/ 17 h 17"/>
                  <a:gd name="T44" fmla="*/ 7 w 37"/>
                  <a:gd name="T45" fmla="*/ 16 h 17"/>
                  <a:gd name="T46" fmla="*/ 11 w 37"/>
                  <a:gd name="T47" fmla="*/ 13 h 17"/>
                  <a:gd name="T48" fmla="*/ 14 w 37"/>
                  <a:gd name="T49" fmla="*/ 12 h 17"/>
                  <a:gd name="T50" fmla="*/ 18 w 37"/>
                  <a:gd name="T51" fmla="*/ 13 h 17"/>
                  <a:gd name="T52" fmla="*/ 21 w 37"/>
                  <a:gd name="T53" fmla="*/ 11 h 17"/>
                  <a:gd name="T54" fmla="*/ 23 w 37"/>
                  <a:gd name="T55" fmla="*/ 12 h 17"/>
                  <a:gd name="T56" fmla="*/ 24 w 37"/>
                  <a:gd name="T57" fmla="*/ 11 h 17"/>
                  <a:gd name="T58" fmla="*/ 27 w 37"/>
                  <a:gd name="T59" fmla="*/ 9 h 17"/>
                  <a:gd name="T60" fmla="*/ 29 w 37"/>
                  <a:gd name="T61" fmla="*/ 7 h 17"/>
                  <a:gd name="T62" fmla="*/ 29 w 37"/>
                  <a:gd name="T63" fmla="*/ 6 h 17"/>
                  <a:gd name="T64" fmla="*/ 31 w 37"/>
                  <a:gd name="T65" fmla="*/ 6 h 17"/>
                  <a:gd name="T66" fmla="*/ 32 w 37"/>
                  <a:gd name="T67" fmla="*/ 5 h 17"/>
                  <a:gd name="T68" fmla="*/ 34 w 37"/>
                  <a:gd name="T6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17">
                    <a:moveTo>
                      <a:pt x="37" y="3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3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7" name="Freeform 6065">
                <a:extLst>
                  <a:ext uri="{FF2B5EF4-FFF2-40B4-BE49-F238E27FC236}">
                    <a16:creationId xmlns:a16="http://schemas.microsoft.com/office/drawing/2014/main" id="{F8DFDF90-6B7B-4314-922E-7A3C86B5A8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6" y="1555"/>
                <a:ext cx="35" cy="37"/>
              </a:xfrm>
              <a:custGeom>
                <a:avLst/>
                <a:gdLst>
                  <a:gd name="T0" fmla="*/ 7 w 35"/>
                  <a:gd name="T1" fmla="*/ 19 h 37"/>
                  <a:gd name="T2" fmla="*/ 7 w 35"/>
                  <a:gd name="T3" fmla="*/ 17 h 37"/>
                  <a:gd name="T4" fmla="*/ 11 w 35"/>
                  <a:gd name="T5" fmla="*/ 17 h 37"/>
                  <a:gd name="T6" fmla="*/ 13 w 35"/>
                  <a:gd name="T7" fmla="*/ 19 h 37"/>
                  <a:gd name="T8" fmla="*/ 15 w 35"/>
                  <a:gd name="T9" fmla="*/ 23 h 37"/>
                  <a:gd name="T10" fmla="*/ 13 w 35"/>
                  <a:gd name="T11" fmla="*/ 26 h 37"/>
                  <a:gd name="T12" fmla="*/ 17 w 35"/>
                  <a:gd name="T13" fmla="*/ 28 h 37"/>
                  <a:gd name="T14" fmla="*/ 17 w 35"/>
                  <a:gd name="T15" fmla="*/ 30 h 37"/>
                  <a:gd name="T16" fmla="*/ 15 w 35"/>
                  <a:gd name="T17" fmla="*/ 36 h 37"/>
                  <a:gd name="T18" fmla="*/ 18 w 35"/>
                  <a:gd name="T19" fmla="*/ 37 h 37"/>
                  <a:gd name="T20" fmla="*/ 22 w 35"/>
                  <a:gd name="T21" fmla="*/ 34 h 37"/>
                  <a:gd name="T22" fmla="*/ 26 w 35"/>
                  <a:gd name="T23" fmla="*/ 34 h 37"/>
                  <a:gd name="T24" fmla="*/ 26 w 35"/>
                  <a:gd name="T25" fmla="*/ 32 h 37"/>
                  <a:gd name="T26" fmla="*/ 28 w 35"/>
                  <a:gd name="T27" fmla="*/ 32 h 37"/>
                  <a:gd name="T28" fmla="*/ 31 w 35"/>
                  <a:gd name="T29" fmla="*/ 34 h 37"/>
                  <a:gd name="T30" fmla="*/ 35 w 35"/>
                  <a:gd name="T31" fmla="*/ 32 h 37"/>
                  <a:gd name="T32" fmla="*/ 33 w 35"/>
                  <a:gd name="T33" fmla="*/ 28 h 37"/>
                  <a:gd name="T34" fmla="*/ 28 w 35"/>
                  <a:gd name="T35" fmla="*/ 23 h 37"/>
                  <a:gd name="T36" fmla="*/ 30 w 35"/>
                  <a:gd name="T37" fmla="*/ 21 h 37"/>
                  <a:gd name="T38" fmla="*/ 26 w 35"/>
                  <a:gd name="T39" fmla="*/ 19 h 37"/>
                  <a:gd name="T40" fmla="*/ 24 w 35"/>
                  <a:gd name="T41" fmla="*/ 15 h 37"/>
                  <a:gd name="T42" fmla="*/ 26 w 35"/>
                  <a:gd name="T43" fmla="*/ 15 h 37"/>
                  <a:gd name="T44" fmla="*/ 26 w 35"/>
                  <a:gd name="T45" fmla="*/ 11 h 37"/>
                  <a:gd name="T46" fmla="*/ 22 w 35"/>
                  <a:gd name="T47" fmla="*/ 9 h 37"/>
                  <a:gd name="T48" fmla="*/ 17 w 35"/>
                  <a:gd name="T49" fmla="*/ 8 h 37"/>
                  <a:gd name="T50" fmla="*/ 15 w 35"/>
                  <a:gd name="T51" fmla="*/ 9 h 37"/>
                  <a:gd name="T52" fmla="*/ 13 w 35"/>
                  <a:gd name="T53" fmla="*/ 9 h 37"/>
                  <a:gd name="T54" fmla="*/ 13 w 35"/>
                  <a:gd name="T55" fmla="*/ 8 h 37"/>
                  <a:gd name="T56" fmla="*/ 11 w 35"/>
                  <a:gd name="T57" fmla="*/ 6 h 37"/>
                  <a:gd name="T58" fmla="*/ 11 w 35"/>
                  <a:gd name="T59" fmla="*/ 6 h 37"/>
                  <a:gd name="T60" fmla="*/ 11 w 35"/>
                  <a:gd name="T61" fmla="*/ 0 h 37"/>
                  <a:gd name="T62" fmla="*/ 7 w 35"/>
                  <a:gd name="T63" fmla="*/ 0 h 37"/>
                  <a:gd name="T64" fmla="*/ 5 w 35"/>
                  <a:gd name="T65" fmla="*/ 6 h 37"/>
                  <a:gd name="T66" fmla="*/ 0 w 35"/>
                  <a:gd name="T67" fmla="*/ 11 h 37"/>
                  <a:gd name="T68" fmla="*/ 0 w 35"/>
                  <a:gd name="T69" fmla="*/ 15 h 37"/>
                  <a:gd name="T70" fmla="*/ 2 w 35"/>
                  <a:gd name="T71" fmla="*/ 19 h 37"/>
                  <a:gd name="T72" fmla="*/ 7 w 35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37">
                    <a:moveTo>
                      <a:pt x="7" y="19"/>
                    </a:moveTo>
                    <a:lnTo>
                      <a:pt x="7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5" y="23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5" y="36"/>
                    </a:lnTo>
                    <a:lnTo>
                      <a:pt x="18" y="37"/>
                    </a:lnTo>
                    <a:lnTo>
                      <a:pt x="22" y="34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33" y="28"/>
                    </a:lnTo>
                    <a:lnTo>
                      <a:pt x="28" y="23"/>
                    </a:lnTo>
                    <a:lnTo>
                      <a:pt x="30" y="21"/>
                    </a:lnTo>
                    <a:lnTo>
                      <a:pt x="26" y="19"/>
                    </a:lnTo>
                    <a:lnTo>
                      <a:pt x="24" y="15"/>
                    </a:lnTo>
                    <a:lnTo>
                      <a:pt x="26" y="15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17" y="8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8" name="Freeform 6066">
                <a:extLst>
                  <a:ext uri="{FF2B5EF4-FFF2-40B4-BE49-F238E27FC236}">
                    <a16:creationId xmlns:a16="http://schemas.microsoft.com/office/drawing/2014/main" id="{43EE6115-03BD-4784-A830-981958DD79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2" y="1678"/>
                <a:ext cx="24" cy="17"/>
              </a:xfrm>
              <a:custGeom>
                <a:avLst/>
                <a:gdLst>
                  <a:gd name="T0" fmla="*/ 6 w 24"/>
                  <a:gd name="T1" fmla="*/ 13 h 17"/>
                  <a:gd name="T2" fmla="*/ 8 w 24"/>
                  <a:gd name="T3" fmla="*/ 15 h 17"/>
                  <a:gd name="T4" fmla="*/ 11 w 24"/>
                  <a:gd name="T5" fmla="*/ 17 h 17"/>
                  <a:gd name="T6" fmla="*/ 13 w 24"/>
                  <a:gd name="T7" fmla="*/ 15 h 17"/>
                  <a:gd name="T8" fmla="*/ 15 w 24"/>
                  <a:gd name="T9" fmla="*/ 15 h 17"/>
                  <a:gd name="T10" fmla="*/ 21 w 24"/>
                  <a:gd name="T11" fmla="*/ 15 h 17"/>
                  <a:gd name="T12" fmla="*/ 22 w 24"/>
                  <a:gd name="T13" fmla="*/ 11 h 17"/>
                  <a:gd name="T14" fmla="*/ 24 w 24"/>
                  <a:gd name="T15" fmla="*/ 8 h 17"/>
                  <a:gd name="T16" fmla="*/ 24 w 24"/>
                  <a:gd name="T17" fmla="*/ 4 h 17"/>
                  <a:gd name="T18" fmla="*/ 21 w 24"/>
                  <a:gd name="T19" fmla="*/ 2 h 17"/>
                  <a:gd name="T20" fmla="*/ 21 w 24"/>
                  <a:gd name="T21" fmla="*/ 0 h 17"/>
                  <a:gd name="T22" fmla="*/ 15 w 24"/>
                  <a:gd name="T23" fmla="*/ 0 h 17"/>
                  <a:gd name="T24" fmla="*/ 13 w 24"/>
                  <a:gd name="T25" fmla="*/ 4 h 17"/>
                  <a:gd name="T26" fmla="*/ 11 w 24"/>
                  <a:gd name="T27" fmla="*/ 2 h 17"/>
                  <a:gd name="T28" fmla="*/ 8 w 24"/>
                  <a:gd name="T29" fmla="*/ 2 h 17"/>
                  <a:gd name="T30" fmla="*/ 6 w 24"/>
                  <a:gd name="T31" fmla="*/ 2 h 17"/>
                  <a:gd name="T32" fmla="*/ 0 w 24"/>
                  <a:gd name="T33" fmla="*/ 2 h 17"/>
                  <a:gd name="T34" fmla="*/ 2 w 24"/>
                  <a:gd name="T35" fmla="*/ 8 h 17"/>
                  <a:gd name="T36" fmla="*/ 6 w 24"/>
                  <a:gd name="T3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7">
                    <a:moveTo>
                      <a:pt x="6" y="13"/>
                    </a:moveTo>
                    <a:lnTo>
                      <a:pt x="8" y="15"/>
                    </a:lnTo>
                    <a:lnTo>
                      <a:pt x="11" y="17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21" y="15"/>
                    </a:lnTo>
                    <a:lnTo>
                      <a:pt x="22" y="11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8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9" name="Freeform 6067">
                <a:extLst>
                  <a:ext uri="{FF2B5EF4-FFF2-40B4-BE49-F238E27FC236}">
                    <a16:creationId xmlns:a16="http://schemas.microsoft.com/office/drawing/2014/main" id="{7F8F252E-6274-49EF-AFD8-E9D41533BA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2" y="1894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6 h 8"/>
                  <a:gd name="T4" fmla="*/ 4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6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0" name="Freeform 6068">
                <a:extLst>
                  <a:ext uri="{FF2B5EF4-FFF2-40B4-BE49-F238E27FC236}">
                    <a16:creationId xmlns:a16="http://schemas.microsoft.com/office/drawing/2014/main" id="{300A0E0E-6A3F-4649-BC6B-71475BC82A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34" y="1881"/>
                <a:ext cx="33" cy="13"/>
              </a:xfrm>
              <a:custGeom>
                <a:avLst/>
                <a:gdLst>
                  <a:gd name="T0" fmla="*/ 14 w 18"/>
                  <a:gd name="T1" fmla="*/ 5 h 7"/>
                  <a:gd name="T2" fmla="*/ 10 w 18"/>
                  <a:gd name="T3" fmla="*/ 4 h 7"/>
                  <a:gd name="T4" fmla="*/ 10 w 18"/>
                  <a:gd name="T5" fmla="*/ 4 h 7"/>
                  <a:gd name="T6" fmla="*/ 9 w 18"/>
                  <a:gd name="T7" fmla="*/ 5 h 7"/>
                  <a:gd name="T8" fmla="*/ 9 w 18"/>
                  <a:gd name="T9" fmla="*/ 5 h 7"/>
                  <a:gd name="T10" fmla="*/ 9 w 18"/>
                  <a:gd name="T11" fmla="*/ 3 h 7"/>
                  <a:gd name="T12" fmla="*/ 10 w 18"/>
                  <a:gd name="T13" fmla="*/ 3 h 7"/>
                  <a:gd name="T14" fmla="*/ 10 w 18"/>
                  <a:gd name="T15" fmla="*/ 0 h 7"/>
                  <a:gd name="T16" fmla="*/ 8 w 18"/>
                  <a:gd name="T17" fmla="*/ 0 h 7"/>
                  <a:gd name="T18" fmla="*/ 6 w 18"/>
                  <a:gd name="T19" fmla="*/ 1 h 7"/>
                  <a:gd name="T20" fmla="*/ 6 w 18"/>
                  <a:gd name="T21" fmla="*/ 2 h 7"/>
                  <a:gd name="T22" fmla="*/ 6 w 18"/>
                  <a:gd name="T23" fmla="*/ 2 h 7"/>
                  <a:gd name="T24" fmla="*/ 5 w 18"/>
                  <a:gd name="T25" fmla="*/ 2 h 7"/>
                  <a:gd name="T26" fmla="*/ 4 w 18"/>
                  <a:gd name="T27" fmla="*/ 3 h 7"/>
                  <a:gd name="T28" fmla="*/ 3 w 18"/>
                  <a:gd name="T29" fmla="*/ 3 h 7"/>
                  <a:gd name="T30" fmla="*/ 1 w 18"/>
                  <a:gd name="T31" fmla="*/ 3 h 7"/>
                  <a:gd name="T32" fmla="*/ 0 w 18"/>
                  <a:gd name="T33" fmla="*/ 4 h 7"/>
                  <a:gd name="T34" fmla="*/ 2 w 18"/>
                  <a:gd name="T35" fmla="*/ 6 h 7"/>
                  <a:gd name="T36" fmla="*/ 3 w 18"/>
                  <a:gd name="T37" fmla="*/ 5 h 7"/>
                  <a:gd name="T38" fmla="*/ 5 w 18"/>
                  <a:gd name="T39" fmla="*/ 5 h 7"/>
                  <a:gd name="T40" fmla="*/ 7 w 18"/>
                  <a:gd name="T41" fmla="*/ 5 h 7"/>
                  <a:gd name="T42" fmla="*/ 8 w 18"/>
                  <a:gd name="T43" fmla="*/ 5 h 7"/>
                  <a:gd name="T44" fmla="*/ 8 w 18"/>
                  <a:gd name="T45" fmla="*/ 5 h 7"/>
                  <a:gd name="T46" fmla="*/ 10 w 18"/>
                  <a:gd name="T47" fmla="*/ 7 h 7"/>
                  <a:gd name="T48" fmla="*/ 11 w 18"/>
                  <a:gd name="T49" fmla="*/ 6 h 7"/>
                  <a:gd name="T50" fmla="*/ 15 w 18"/>
                  <a:gd name="T51" fmla="*/ 7 h 7"/>
                  <a:gd name="T52" fmla="*/ 18 w 18"/>
                  <a:gd name="T53" fmla="*/ 6 h 7"/>
                  <a:gd name="T54" fmla="*/ 15 w 18"/>
                  <a:gd name="T55" fmla="*/ 5 h 7"/>
                  <a:gd name="T56" fmla="*/ 14 w 18"/>
                  <a:gd name="T5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7">
                    <a:moveTo>
                      <a:pt x="14" y="5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5" y="5"/>
                      <a:pt x="15" y="5"/>
                      <a:pt x="15" y="5"/>
                    </a:cubicBezTo>
                    <a:lnTo>
                      <a:pt x="1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1" name="Freeform 6069">
                <a:extLst>
                  <a:ext uri="{FF2B5EF4-FFF2-40B4-BE49-F238E27FC236}">
                    <a16:creationId xmlns:a16="http://schemas.microsoft.com/office/drawing/2014/main" id="{D05FD3C5-5376-445C-9EAC-C1CB1B6315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15" y="1531"/>
                <a:ext cx="7" cy="6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  <a:gd name="T8" fmla="*/ 1 w 4"/>
                  <a:gd name="T9" fmla="*/ 0 h 3"/>
                  <a:gd name="T10" fmla="*/ 0 w 4"/>
                  <a:gd name="T11" fmla="*/ 1 h 3"/>
                  <a:gd name="T12" fmla="*/ 0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2" name="Freeform 6070">
                <a:extLst>
                  <a:ext uri="{FF2B5EF4-FFF2-40B4-BE49-F238E27FC236}">
                    <a16:creationId xmlns:a16="http://schemas.microsoft.com/office/drawing/2014/main" id="{5B750A7D-42EB-4890-BA71-4F20A32150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8" y="1885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3 w 9"/>
                  <a:gd name="T3" fmla="*/ 4 h 9"/>
                  <a:gd name="T4" fmla="*/ 1 w 9"/>
                  <a:gd name="T5" fmla="*/ 4 h 9"/>
                  <a:gd name="T6" fmla="*/ 0 w 9"/>
                  <a:gd name="T7" fmla="*/ 9 h 9"/>
                  <a:gd name="T8" fmla="*/ 5 w 9"/>
                  <a:gd name="T9" fmla="*/ 9 h 9"/>
                  <a:gd name="T10" fmla="*/ 9 w 9"/>
                  <a:gd name="T11" fmla="*/ 6 h 9"/>
                  <a:gd name="T12" fmla="*/ 7 w 9"/>
                  <a:gd name="T13" fmla="*/ 2 h 9"/>
                  <a:gd name="T14" fmla="*/ 5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3" y="4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3" name="Freeform 6071">
                <a:extLst>
                  <a:ext uri="{FF2B5EF4-FFF2-40B4-BE49-F238E27FC236}">
                    <a16:creationId xmlns:a16="http://schemas.microsoft.com/office/drawing/2014/main" id="{DD6F439D-82F8-41FA-88E9-BBC56B7B8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0" y="1885"/>
                <a:ext cx="9" cy="9"/>
              </a:xfrm>
              <a:custGeom>
                <a:avLst/>
                <a:gdLst>
                  <a:gd name="T0" fmla="*/ 8 w 9"/>
                  <a:gd name="T1" fmla="*/ 0 h 9"/>
                  <a:gd name="T2" fmla="*/ 4 w 9"/>
                  <a:gd name="T3" fmla="*/ 2 h 9"/>
                  <a:gd name="T4" fmla="*/ 2 w 9"/>
                  <a:gd name="T5" fmla="*/ 6 h 9"/>
                  <a:gd name="T6" fmla="*/ 0 w 9"/>
                  <a:gd name="T7" fmla="*/ 8 h 9"/>
                  <a:gd name="T8" fmla="*/ 4 w 9"/>
                  <a:gd name="T9" fmla="*/ 9 h 9"/>
                  <a:gd name="T10" fmla="*/ 8 w 9"/>
                  <a:gd name="T11" fmla="*/ 8 h 9"/>
                  <a:gd name="T12" fmla="*/ 8 w 9"/>
                  <a:gd name="T13" fmla="*/ 4 h 9"/>
                  <a:gd name="T14" fmla="*/ 9 w 9"/>
                  <a:gd name="T15" fmla="*/ 2 h 9"/>
                  <a:gd name="T16" fmla="*/ 8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4" name="Freeform 6072">
                <a:extLst>
                  <a:ext uri="{FF2B5EF4-FFF2-40B4-BE49-F238E27FC236}">
                    <a16:creationId xmlns:a16="http://schemas.microsoft.com/office/drawing/2014/main" id="{2ECE4527-2398-40E7-8F0F-D35C6439B8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80" y="1881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0 h 8"/>
                  <a:gd name="T4" fmla="*/ 0 w 5"/>
                  <a:gd name="T5" fmla="*/ 4 h 8"/>
                  <a:gd name="T6" fmla="*/ 5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5" name="Freeform 6073">
                <a:extLst>
                  <a:ext uri="{FF2B5EF4-FFF2-40B4-BE49-F238E27FC236}">
                    <a16:creationId xmlns:a16="http://schemas.microsoft.com/office/drawing/2014/main" id="{04A588E5-F564-4085-827A-CE2B9BB358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6" y="1891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5 h 5"/>
                  <a:gd name="T4" fmla="*/ 7 w 7"/>
                  <a:gd name="T5" fmla="*/ 2 h 5"/>
                  <a:gd name="T6" fmla="*/ 2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2" y="5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6" name="Freeform 6074">
                <a:extLst>
                  <a:ext uri="{FF2B5EF4-FFF2-40B4-BE49-F238E27FC236}">
                    <a16:creationId xmlns:a16="http://schemas.microsoft.com/office/drawing/2014/main" id="{AA4055D6-D88D-43C8-8B25-2327A896A79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91" y="1883"/>
                <a:ext cx="11" cy="10"/>
              </a:xfrm>
              <a:custGeom>
                <a:avLst/>
                <a:gdLst>
                  <a:gd name="T0" fmla="*/ 5 w 11"/>
                  <a:gd name="T1" fmla="*/ 0 h 10"/>
                  <a:gd name="T2" fmla="*/ 3 w 11"/>
                  <a:gd name="T3" fmla="*/ 0 h 10"/>
                  <a:gd name="T4" fmla="*/ 0 w 11"/>
                  <a:gd name="T5" fmla="*/ 2 h 10"/>
                  <a:gd name="T6" fmla="*/ 2 w 11"/>
                  <a:gd name="T7" fmla="*/ 4 h 10"/>
                  <a:gd name="T8" fmla="*/ 2 w 11"/>
                  <a:gd name="T9" fmla="*/ 4 h 10"/>
                  <a:gd name="T10" fmla="*/ 2 w 11"/>
                  <a:gd name="T11" fmla="*/ 4 h 10"/>
                  <a:gd name="T12" fmla="*/ 2 w 11"/>
                  <a:gd name="T13" fmla="*/ 10 h 10"/>
                  <a:gd name="T14" fmla="*/ 5 w 11"/>
                  <a:gd name="T15" fmla="*/ 8 h 10"/>
                  <a:gd name="T16" fmla="*/ 7 w 11"/>
                  <a:gd name="T17" fmla="*/ 6 h 10"/>
                  <a:gd name="T18" fmla="*/ 11 w 11"/>
                  <a:gd name="T19" fmla="*/ 4 h 10"/>
                  <a:gd name="T20" fmla="*/ 5 w 11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7" name="Freeform 6075">
                <a:extLst>
                  <a:ext uri="{FF2B5EF4-FFF2-40B4-BE49-F238E27FC236}">
                    <a16:creationId xmlns:a16="http://schemas.microsoft.com/office/drawing/2014/main" id="{FEFC41CD-05D6-44D1-B8F2-7BC4965065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66" y="1837"/>
                <a:ext cx="6" cy="13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1 w 3"/>
                  <a:gd name="T5" fmla="*/ 4 h 7"/>
                  <a:gd name="T6" fmla="*/ 0 w 3"/>
                  <a:gd name="T7" fmla="*/ 4 h 7"/>
                  <a:gd name="T8" fmla="*/ 1 w 3"/>
                  <a:gd name="T9" fmla="*/ 4 h 7"/>
                  <a:gd name="T10" fmla="*/ 1 w 3"/>
                  <a:gd name="T11" fmla="*/ 5 h 7"/>
                  <a:gd name="T12" fmla="*/ 2 w 3"/>
                  <a:gd name="T13" fmla="*/ 5 h 7"/>
                  <a:gd name="T14" fmla="*/ 2 w 3"/>
                  <a:gd name="T15" fmla="*/ 5 h 7"/>
                  <a:gd name="T16" fmla="*/ 2 w 3"/>
                  <a:gd name="T17" fmla="*/ 5 h 7"/>
                  <a:gd name="T18" fmla="*/ 2 w 3"/>
                  <a:gd name="T19" fmla="*/ 4 h 7"/>
                  <a:gd name="T20" fmla="*/ 1 w 3"/>
                  <a:gd name="T21" fmla="*/ 5 h 7"/>
                  <a:gd name="T22" fmla="*/ 2 w 3"/>
                  <a:gd name="T23" fmla="*/ 7 h 7"/>
                  <a:gd name="T24" fmla="*/ 3 w 3"/>
                  <a:gd name="T25" fmla="*/ 6 h 7"/>
                  <a:gd name="T26" fmla="*/ 3 w 3"/>
                  <a:gd name="T27" fmla="*/ 3 h 7"/>
                  <a:gd name="T28" fmla="*/ 3 w 3"/>
                  <a:gd name="T2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8" name="Freeform 6076">
                <a:extLst>
                  <a:ext uri="{FF2B5EF4-FFF2-40B4-BE49-F238E27FC236}">
                    <a16:creationId xmlns:a16="http://schemas.microsoft.com/office/drawing/2014/main" id="{35E6692A-2D80-478E-8EBD-60ADE68AE7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78" y="3039"/>
                <a:ext cx="6" cy="9"/>
              </a:xfrm>
              <a:custGeom>
                <a:avLst/>
                <a:gdLst>
                  <a:gd name="T0" fmla="*/ 2 w 6"/>
                  <a:gd name="T1" fmla="*/ 9 h 9"/>
                  <a:gd name="T2" fmla="*/ 6 w 6"/>
                  <a:gd name="T3" fmla="*/ 4 h 9"/>
                  <a:gd name="T4" fmla="*/ 4 w 6"/>
                  <a:gd name="T5" fmla="*/ 0 h 9"/>
                  <a:gd name="T6" fmla="*/ 0 w 6"/>
                  <a:gd name="T7" fmla="*/ 0 h 9"/>
                  <a:gd name="T8" fmla="*/ 0 w 6"/>
                  <a:gd name="T9" fmla="*/ 4 h 9"/>
                  <a:gd name="T10" fmla="*/ 0 w 6"/>
                  <a:gd name="T11" fmla="*/ 6 h 9"/>
                  <a:gd name="T12" fmla="*/ 2 w 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9" name="Freeform 6077">
                <a:extLst>
                  <a:ext uri="{FF2B5EF4-FFF2-40B4-BE49-F238E27FC236}">
                    <a16:creationId xmlns:a16="http://schemas.microsoft.com/office/drawing/2014/main" id="{3285EC29-B23D-49E8-96FF-759422CAC4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5" y="3030"/>
                <a:ext cx="10" cy="7"/>
              </a:xfrm>
              <a:custGeom>
                <a:avLst/>
                <a:gdLst>
                  <a:gd name="T0" fmla="*/ 8 w 10"/>
                  <a:gd name="T1" fmla="*/ 7 h 7"/>
                  <a:gd name="T2" fmla="*/ 10 w 10"/>
                  <a:gd name="T3" fmla="*/ 5 h 7"/>
                  <a:gd name="T4" fmla="*/ 8 w 10"/>
                  <a:gd name="T5" fmla="*/ 0 h 7"/>
                  <a:gd name="T6" fmla="*/ 4 w 10"/>
                  <a:gd name="T7" fmla="*/ 2 h 7"/>
                  <a:gd name="T8" fmla="*/ 0 w 10"/>
                  <a:gd name="T9" fmla="*/ 4 h 7"/>
                  <a:gd name="T10" fmla="*/ 4 w 10"/>
                  <a:gd name="T11" fmla="*/ 5 h 7"/>
                  <a:gd name="T12" fmla="*/ 8 w 10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lnTo>
                      <a:pt x="10" y="5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0" name="Freeform 6078">
                <a:extLst>
                  <a:ext uri="{FF2B5EF4-FFF2-40B4-BE49-F238E27FC236}">
                    <a16:creationId xmlns:a16="http://schemas.microsoft.com/office/drawing/2014/main" id="{7D5707BD-A664-4F8B-97B4-82D657C09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3021"/>
                <a:ext cx="8" cy="11"/>
              </a:xfrm>
              <a:custGeom>
                <a:avLst/>
                <a:gdLst>
                  <a:gd name="T0" fmla="*/ 6 w 8"/>
                  <a:gd name="T1" fmla="*/ 0 h 11"/>
                  <a:gd name="T2" fmla="*/ 4 w 8"/>
                  <a:gd name="T3" fmla="*/ 0 h 11"/>
                  <a:gd name="T4" fmla="*/ 0 w 8"/>
                  <a:gd name="T5" fmla="*/ 3 h 11"/>
                  <a:gd name="T6" fmla="*/ 2 w 8"/>
                  <a:gd name="T7" fmla="*/ 5 h 11"/>
                  <a:gd name="T8" fmla="*/ 2 w 8"/>
                  <a:gd name="T9" fmla="*/ 9 h 11"/>
                  <a:gd name="T10" fmla="*/ 4 w 8"/>
                  <a:gd name="T11" fmla="*/ 11 h 11"/>
                  <a:gd name="T12" fmla="*/ 6 w 8"/>
                  <a:gd name="T13" fmla="*/ 9 h 11"/>
                  <a:gd name="T14" fmla="*/ 8 w 8"/>
                  <a:gd name="T15" fmla="*/ 7 h 11"/>
                  <a:gd name="T16" fmla="*/ 8 w 8"/>
                  <a:gd name="T17" fmla="*/ 5 h 11"/>
                  <a:gd name="T18" fmla="*/ 8 w 8"/>
                  <a:gd name="T19" fmla="*/ 3 h 11"/>
                  <a:gd name="T20" fmla="*/ 6 w 8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1" name="Freeform 6079">
                <a:extLst>
                  <a:ext uri="{FF2B5EF4-FFF2-40B4-BE49-F238E27FC236}">
                    <a16:creationId xmlns:a16="http://schemas.microsoft.com/office/drawing/2014/main" id="{011E7F10-F3FD-4956-8E78-5C2012A4CE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6" y="303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2" name="Freeform 6080">
                <a:extLst>
                  <a:ext uri="{FF2B5EF4-FFF2-40B4-BE49-F238E27FC236}">
                    <a16:creationId xmlns:a16="http://schemas.microsoft.com/office/drawing/2014/main" id="{D467EF2A-64F2-4AF5-92AB-4C1D64CF224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3" y="292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4 h 6"/>
                  <a:gd name="T4" fmla="*/ 2 w 8"/>
                  <a:gd name="T5" fmla="*/ 6 h 6"/>
                  <a:gd name="T6" fmla="*/ 8 w 8"/>
                  <a:gd name="T7" fmla="*/ 4 h 6"/>
                  <a:gd name="T8" fmla="*/ 6 w 8"/>
                  <a:gd name="T9" fmla="*/ 2 h 6"/>
                  <a:gd name="T10" fmla="*/ 2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3" name="Freeform 6081">
                <a:extLst>
                  <a:ext uri="{FF2B5EF4-FFF2-40B4-BE49-F238E27FC236}">
                    <a16:creationId xmlns:a16="http://schemas.microsoft.com/office/drawing/2014/main" id="{D7CF1DD9-2707-41B3-AEEB-DAFB5CC939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9" y="299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2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4" name="Freeform 6082">
                <a:extLst>
                  <a:ext uri="{FF2B5EF4-FFF2-40B4-BE49-F238E27FC236}">
                    <a16:creationId xmlns:a16="http://schemas.microsoft.com/office/drawing/2014/main" id="{6C5C858E-3261-4953-B7E8-CC7E0B8011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5" y="2993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4 w 9"/>
                  <a:gd name="T3" fmla="*/ 0 h 3"/>
                  <a:gd name="T4" fmla="*/ 0 w 9"/>
                  <a:gd name="T5" fmla="*/ 3 h 3"/>
                  <a:gd name="T6" fmla="*/ 4 w 9"/>
                  <a:gd name="T7" fmla="*/ 3 h 3"/>
                  <a:gd name="T8" fmla="*/ 7 w 9"/>
                  <a:gd name="T9" fmla="*/ 3 h 3"/>
                  <a:gd name="T10" fmla="*/ 9 w 9"/>
                  <a:gd name="T11" fmla="*/ 1 h 3"/>
                  <a:gd name="T12" fmla="*/ 6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5" name="Freeform 6083">
                <a:extLst>
                  <a:ext uri="{FF2B5EF4-FFF2-40B4-BE49-F238E27FC236}">
                    <a16:creationId xmlns:a16="http://schemas.microsoft.com/office/drawing/2014/main" id="{8612EAB2-4463-45F9-B657-27A12FAF8E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2763"/>
                <a:ext cx="7" cy="13"/>
              </a:xfrm>
              <a:custGeom>
                <a:avLst/>
                <a:gdLst>
                  <a:gd name="T0" fmla="*/ 4 w 4"/>
                  <a:gd name="T1" fmla="*/ 2 h 7"/>
                  <a:gd name="T2" fmla="*/ 3 w 4"/>
                  <a:gd name="T3" fmla="*/ 1 h 7"/>
                  <a:gd name="T4" fmla="*/ 4 w 4"/>
                  <a:gd name="T5" fmla="*/ 0 h 7"/>
                  <a:gd name="T6" fmla="*/ 1 w 4"/>
                  <a:gd name="T7" fmla="*/ 0 h 7"/>
                  <a:gd name="T8" fmla="*/ 0 w 4"/>
                  <a:gd name="T9" fmla="*/ 1 h 7"/>
                  <a:gd name="T10" fmla="*/ 1 w 4"/>
                  <a:gd name="T11" fmla="*/ 2 h 7"/>
                  <a:gd name="T12" fmla="*/ 1 w 4"/>
                  <a:gd name="T13" fmla="*/ 3 h 7"/>
                  <a:gd name="T14" fmla="*/ 1 w 4"/>
                  <a:gd name="T15" fmla="*/ 5 h 7"/>
                  <a:gd name="T16" fmla="*/ 1 w 4"/>
                  <a:gd name="T17" fmla="*/ 5 h 7"/>
                  <a:gd name="T18" fmla="*/ 2 w 4"/>
                  <a:gd name="T19" fmla="*/ 5 h 7"/>
                  <a:gd name="T20" fmla="*/ 2 w 4"/>
                  <a:gd name="T21" fmla="*/ 6 h 7"/>
                  <a:gd name="T22" fmla="*/ 3 w 4"/>
                  <a:gd name="T23" fmla="*/ 7 h 7"/>
                  <a:gd name="T24" fmla="*/ 4 w 4"/>
                  <a:gd name="T25" fmla="*/ 5 h 7"/>
                  <a:gd name="T26" fmla="*/ 4 w 4"/>
                  <a:gd name="T27" fmla="*/ 4 h 7"/>
                  <a:gd name="T28" fmla="*/ 4 w 4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6" name="Freeform 6084">
                <a:extLst>
                  <a:ext uri="{FF2B5EF4-FFF2-40B4-BE49-F238E27FC236}">
                    <a16:creationId xmlns:a16="http://schemas.microsoft.com/office/drawing/2014/main" id="{411A6757-EB1E-474F-A18B-95D473AA36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43" y="2737"/>
                <a:ext cx="7" cy="6"/>
              </a:xfrm>
              <a:custGeom>
                <a:avLst/>
                <a:gdLst>
                  <a:gd name="T0" fmla="*/ 0 w 7"/>
                  <a:gd name="T1" fmla="*/ 4 h 6"/>
                  <a:gd name="T2" fmla="*/ 5 w 7"/>
                  <a:gd name="T3" fmla="*/ 6 h 6"/>
                  <a:gd name="T4" fmla="*/ 7 w 7"/>
                  <a:gd name="T5" fmla="*/ 0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lnTo>
                      <a:pt x="5" y="6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7" name="Freeform 6085">
                <a:extLst>
                  <a:ext uri="{FF2B5EF4-FFF2-40B4-BE49-F238E27FC236}">
                    <a16:creationId xmlns:a16="http://schemas.microsoft.com/office/drawing/2014/main" id="{62759EF8-1930-4467-8E31-DE9A254C21F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2" y="2705"/>
                <a:ext cx="9" cy="6"/>
              </a:xfrm>
              <a:custGeom>
                <a:avLst/>
                <a:gdLst>
                  <a:gd name="T0" fmla="*/ 0 w 9"/>
                  <a:gd name="T1" fmla="*/ 2 h 6"/>
                  <a:gd name="T2" fmla="*/ 9 w 9"/>
                  <a:gd name="T3" fmla="*/ 6 h 6"/>
                  <a:gd name="T4" fmla="*/ 5 w 9"/>
                  <a:gd name="T5" fmla="*/ 0 h 6"/>
                  <a:gd name="T6" fmla="*/ 0 w 9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lnTo>
                      <a:pt x="9" y="6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8" name="Freeform 6086">
                <a:extLst>
                  <a:ext uri="{FF2B5EF4-FFF2-40B4-BE49-F238E27FC236}">
                    <a16:creationId xmlns:a16="http://schemas.microsoft.com/office/drawing/2014/main" id="{00776759-F03E-40FC-9322-9E6400CEDB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0" y="2748"/>
                <a:ext cx="11" cy="13"/>
              </a:xfrm>
              <a:custGeom>
                <a:avLst/>
                <a:gdLst>
                  <a:gd name="T0" fmla="*/ 5 w 6"/>
                  <a:gd name="T1" fmla="*/ 5 h 7"/>
                  <a:gd name="T2" fmla="*/ 6 w 6"/>
                  <a:gd name="T3" fmla="*/ 4 h 7"/>
                  <a:gd name="T4" fmla="*/ 6 w 6"/>
                  <a:gd name="T5" fmla="*/ 2 h 7"/>
                  <a:gd name="T6" fmla="*/ 4 w 6"/>
                  <a:gd name="T7" fmla="*/ 1 h 7"/>
                  <a:gd name="T8" fmla="*/ 3 w 6"/>
                  <a:gd name="T9" fmla="*/ 3 h 7"/>
                  <a:gd name="T10" fmla="*/ 4 w 6"/>
                  <a:gd name="T11" fmla="*/ 4 h 7"/>
                  <a:gd name="T12" fmla="*/ 3 w 6"/>
                  <a:gd name="T13" fmla="*/ 4 h 7"/>
                  <a:gd name="T14" fmla="*/ 2 w 6"/>
                  <a:gd name="T15" fmla="*/ 1 h 7"/>
                  <a:gd name="T16" fmla="*/ 0 w 6"/>
                  <a:gd name="T17" fmla="*/ 0 h 7"/>
                  <a:gd name="T18" fmla="*/ 0 w 6"/>
                  <a:gd name="T19" fmla="*/ 1 h 7"/>
                  <a:gd name="T20" fmla="*/ 0 w 6"/>
                  <a:gd name="T21" fmla="*/ 2 h 7"/>
                  <a:gd name="T22" fmla="*/ 2 w 6"/>
                  <a:gd name="T23" fmla="*/ 4 h 7"/>
                  <a:gd name="T24" fmla="*/ 2 w 6"/>
                  <a:gd name="T25" fmla="*/ 4 h 7"/>
                  <a:gd name="T26" fmla="*/ 2 w 6"/>
                  <a:gd name="T27" fmla="*/ 6 h 7"/>
                  <a:gd name="T28" fmla="*/ 4 w 6"/>
                  <a:gd name="T29" fmla="*/ 7 h 7"/>
                  <a:gd name="T30" fmla="*/ 5 w 6"/>
                  <a:gd name="T31" fmla="*/ 6 h 7"/>
                  <a:gd name="T32" fmla="*/ 5 w 6"/>
                  <a:gd name="T3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9" name="Freeform 6087">
                <a:extLst>
                  <a:ext uri="{FF2B5EF4-FFF2-40B4-BE49-F238E27FC236}">
                    <a16:creationId xmlns:a16="http://schemas.microsoft.com/office/drawing/2014/main" id="{8E74A9CE-CD1C-4F90-A7A0-1E37E8431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676"/>
                <a:ext cx="9" cy="37"/>
              </a:xfrm>
              <a:custGeom>
                <a:avLst/>
                <a:gdLst>
                  <a:gd name="T0" fmla="*/ 2 w 9"/>
                  <a:gd name="T1" fmla="*/ 26 h 37"/>
                  <a:gd name="T2" fmla="*/ 0 w 9"/>
                  <a:gd name="T3" fmla="*/ 28 h 37"/>
                  <a:gd name="T4" fmla="*/ 2 w 9"/>
                  <a:gd name="T5" fmla="*/ 31 h 37"/>
                  <a:gd name="T6" fmla="*/ 2 w 9"/>
                  <a:gd name="T7" fmla="*/ 33 h 37"/>
                  <a:gd name="T8" fmla="*/ 4 w 9"/>
                  <a:gd name="T9" fmla="*/ 37 h 37"/>
                  <a:gd name="T10" fmla="*/ 8 w 9"/>
                  <a:gd name="T11" fmla="*/ 31 h 37"/>
                  <a:gd name="T12" fmla="*/ 6 w 9"/>
                  <a:gd name="T13" fmla="*/ 28 h 37"/>
                  <a:gd name="T14" fmla="*/ 6 w 9"/>
                  <a:gd name="T15" fmla="*/ 26 h 37"/>
                  <a:gd name="T16" fmla="*/ 6 w 9"/>
                  <a:gd name="T17" fmla="*/ 24 h 37"/>
                  <a:gd name="T18" fmla="*/ 8 w 9"/>
                  <a:gd name="T19" fmla="*/ 22 h 37"/>
                  <a:gd name="T20" fmla="*/ 8 w 9"/>
                  <a:gd name="T21" fmla="*/ 18 h 37"/>
                  <a:gd name="T22" fmla="*/ 6 w 9"/>
                  <a:gd name="T23" fmla="*/ 20 h 37"/>
                  <a:gd name="T24" fmla="*/ 9 w 9"/>
                  <a:gd name="T25" fmla="*/ 16 h 37"/>
                  <a:gd name="T26" fmla="*/ 9 w 9"/>
                  <a:gd name="T27" fmla="*/ 13 h 37"/>
                  <a:gd name="T28" fmla="*/ 8 w 9"/>
                  <a:gd name="T29" fmla="*/ 11 h 37"/>
                  <a:gd name="T30" fmla="*/ 9 w 9"/>
                  <a:gd name="T31" fmla="*/ 9 h 37"/>
                  <a:gd name="T32" fmla="*/ 9 w 9"/>
                  <a:gd name="T33" fmla="*/ 5 h 37"/>
                  <a:gd name="T34" fmla="*/ 9 w 9"/>
                  <a:gd name="T35" fmla="*/ 5 h 37"/>
                  <a:gd name="T36" fmla="*/ 9 w 9"/>
                  <a:gd name="T37" fmla="*/ 3 h 37"/>
                  <a:gd name="T38" fmla="*/ 8 w 9"/>
                  <a:gd name="T39" fmla="*/ 0 h 37"/>
                  <a:gd name="T40" fmla="*/ 4 w 9"/>
                  <a:gd name="T41" fmla="*/ 3 h 37"/>
                  <a:gd name="T42" fmla="*/ 4 w 9"/>
                  <a:gd name="T43" fmla="*/ 9 h 37"/>
                  <a:gd name="T44" fmla="*/ 4 w 9"/>
                  <a:gd name="T45" fmla="*/ 11 h 37"/>
                  <a:gd name="T46" fmla="*/ 4 w 9"/>
                  <a:gd name="T47" fmla="*/ 13 h 37"/>
                  <a:gd name="T48" fmla="*/ 2 w 9"/>
                  <a:gd name="T49" fmla="*/ 18 h 37"/>
                  <a:gd name="T50" fmla="*/ 4 w 9"/>
                  <a:gd name="T51" fmla="*/ 20 h 37"/>
                  <a:gd name="T52" fmla="*/ 2 w 9"/>
                  <a:gd name="T53" fmla="*/ 20 h 37"/>
                  <a:gd name="T54" fmla="*/ 2 w 9"/>
                  <a:gd name="T55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37">
                    <a:moveTo>
                      <a:pt x="2" y="26"/>
                    </a:moveTo>
                    <a:lnTo>
                      <a:pt x="0" y="28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4" y="37"/>
                    </a:lnTo>
                    <a:lnTo>
                      <a:pt x="8" y="31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2" y="2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0" name="Freeform 6088">
                <a:extLst>
                  <a:ext uri="{FF2B5EF4-FFF2-40B4-BE49-F238E27FC236}">
                    <a16:creationId xmlns:a16="http://schemas.microsoft.com/office/drawing/2014/main" id="{104000C3-B0B8-46CC-92CA-066CA56F01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715"/>
                <a:ext cx="6" cy="9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0 h 9"/>
                  <a:gd name="T4" fmla="*/ 0 w 6"/>
                  <a:gd name="T5" fmla="*/ 2 h 9"/>
                  <a:gd name="T6" fmla="*/ 0 w 6"/>
                  <a:gd name="T7" fmla="*/ 5 h 9"/>
                  <a:gd name="T8" fmla="*/ 0 w 6"/>
                  <a:gd name="T9" fmla="*/ 9 h 9"/>
                  <a:gd name="T10" fmla="*/ 4 w 6"/>
                  <a:gd name="T11" fmla="*/ 9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1" name="Freeform 6089">
                <a:extLst>
                  <a:ext uri="{FF2B5EF4-FFF2-40B4-BE49-F238E27FC236}">
                    <a16:creationId xmlns:a16="http://schemas.microsoft.com/office/drawing/2014/main" id="{56015F9B-F7B1-47BD-BE85-171C6BC59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7" y="2664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4 w 7"/>
                  <a:gd name="T3" fmla="*/ 4 h 4"/>
                  <a:gd name="T4" fmla="*/ 7 w 7"/>
                  <a:gd name="T5" fmla="*/ 4 h 4"/>
                  <a:gd name="T6" fmla="*/ 6 w 7"/>
                  <a:gd name="T7" fmla="*/ 0 h 4"/>
                  <a:gd name="T8" fmla="*/ 0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4" y="4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2" name="Freeform 6090">
                <a:extLst>
                  <a:ext uri="{FF2B5EF4-FFF2-40B4-BE49-F238E27FC236}">
                    <a16:creationId xmlns:a16="http://schemas.microsoft.com/office/drawing/2014/main" id="{06A72BF0-7B44-4CB1-AEA9-60B93FB3903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3" y="2646"/>
                <a:ext cx="5" cy="13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4 h 13"/>
                  <a:gd name="T4" fmla="*/ 5 w 5"/>
                  <a:gd name="T5" fmla="*/ 13 h 13"/>
                  <a:gd name="T6" fmla="*/ 5 w 5"/>
                  <a:gd name="T7" fmla="*/ 5 h 13"/>
                  <a:gd name="T8" fmla="*/ 5 w 5"/>
                  <a:gd name="T9" fmla="*/ 4 h 13"/>
                  <a:gd name="T10" fmla="*/ 5 w 5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lnTo>
                      <a:pt x="0" y="4"/>
                    </a:lnTo>
                    <a:lnTo>
                      <a:pt x="5" y="13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3" name="Freeform 6091">
                <a:extLst>
                  <a:ext uri="{FF2B5EF4-FFF2-40B4-BE49-F238E27FC236}">
                    <a16:creationId xmlns:a16="http://schemas.microsoft.com/office/drawing/2014/main" id="{AEDB2310-F820-41C7-9700-82CD4BC998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0" y="2674"/>
                <a:ext cx="9" cy="7"/>
              </a:xfrm>
              <a:custGeom>
                <a:avLst/>
                <a:gdLst>
                  <a:gd name="T0" fmla="*/ 1 w 9"/>
                  <a:gd name="T1" fmla="*/ 0 h 7"/>
                  <a:gd name="T2" fmla="*/ 1 w 9"/>
                  <a:gd name="T3" fmla="*/ 3 h 7"/>
                  <a:gd name="T4" fmla="*/ 0 w 9"/>
                  <a:gd name="T5" fmla="*/ 5 h 7"/>
                  <a:gd name="T6" fmla="*/ 1 w 9"/>
                  <a:gd name="T7" fmla="*/ 7 h 7"/>
                  <a:gd name="T8" fmla="*/ 5 w 9"/>
                  <a:gd name="T9" fmla="*/ 7 h 7"/>
                  <a:gd name="T10" fmla="*/ 9 w 9"/>
                  <a:gd name="T11" fmla="*/ 2 h 7"/>
                  <a:gd name="T12" fmla="*/ 5 w 9"/>
                  <a:gd name="T13" fmla="*/ 0 h 7"/>
                  <a:gd name="T14" fmla="*/ 1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4" name="Freeform 6092">
                <a:extLst>
                  <a:ext uri="{FF2B5EF4-FFF2-40B4-BE49-F238E27FC236}">
                    <a16:creationId xmlns:a16="http://schemas.microsoft.com/office/drawing/2014/main" id="{3A6E782E-F150-47B4-ACF7-C014AA99B0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090"/>
                <a:ext cx="22" cy="30"/>
              </a:xfrm>
              <a:custGeom>
                <a:avLst/>
                <a:gdLst>
                  <a:gd name="T0" fmla="*/ 0 w 22"/>
                  <a:gd name="T1" fmla="*/ 24 h 30"/>
                  <a:gd name="T2" fmla="*/ 0 w 22"/>
                  <a:gd name="T3" fmla="*/ 30 h 30"/>
                  <a:gd name="T4" fmla="*/ 3 w 22"/>
                  <a:gd name="T5" fmla="*/ 28 h 30"/>
                  <a:gd name="T6" fmla="*/ 3 w 22"/>
                  <a:gd name="T7" fmla="*/ 26 h 30"/>
                  <a:gd name="T8" fmla="*/ 5 w 22"/>
                  <a:gd name="T9" fmla="*/ 24 h 30"/>
                  <a:gd name="T10" fmla="*/ 5 w 22"/>
                  <a:gd name="T11" fmla="*/ 21 h 30"/>
                  <a:gd name="T12" fmla="*/ 7 w 22"/>
                  <a:gd name="T13" fmla="*/ 19 h 30"/>
                  <a:gd name="T14" fmla="*/ 7 w 22"/>
                  <a:gd name="T15" fmla="*/ 17 h 30"/>
                  <a:gd name="T16" fmla="*/ 7 w 22"/>
                  <a:gd name="T17" fmla="*/ 17 h 30"/>
                  <a:gd name="T18" fmla="*/ 9 w 22"/>
                  <a:gd name="T19" fmla="*/ 19 h 30"/>
                  <a:gd name="T20" fmla="*/ 11 w 22"/>
                  <a:gd name="T21" fmla="*/ 15 h 30"/>
                  <a:gd name="T22" fmla="*/ 13 w 22"/>
                  <a:gd name="T23" fmla="*/ 11 h 30"/>
                  <a:gd name="T24" fmla="*/ 16 w 22"/>
                  <a:gd name="T25" fmla="*/ 10 h 30"/>
                  <a:gd name="T26" fmla="*/ 18 w 22"/>
                  <a:gd name="T27" fmla="*/ 8 h 30"/>
                  <a:gd name="T28" fmla="*/ 22 w 22"/>
                  <a:gd name="T29" fmla="*/ 8 h 30"/>
                  <a:gd name="T30" fmla="*/ 22 w 22"/>
                  <a:gd name="T31" fmla="*/ 4 h 30"/>
                  <a:gd name="T32" fmla="*/ 20 w 22"/>
                  <a:gd name="T33" fmla="*/ 0 h 30"/>
                  <a:gd name="T34" fmla="*/ 16 w 22"/>
                  <a:gd name="T35" fmla="*/ 0 h 30"/>
                  <a:gd name="T36" fmla="*/ 14 w 22"/>
                  <a:gd name="T37" fmla="*/ 4 h 30"/>
                  <a:gd name="T38" fmla="*/ 13 w 22"/>
                  <a:gd name="T39" fmla="*/ 6 h 30"/>
                  <a:gd name="T40" fmla="*/ 13 w 22"/>
                  <a:gd name="T41" fmla="*/ 6 h 30"/>
                  <a:gd name="T42" fmla="*/ 11 w 22"/>
                  <a:gd name="T43" fmla="*/ 8 h 30"/>
                  <a:gd name="T44" fmla="*/ 11 w 22"/>
                  <a:gd name="T45" fmla="*/ 6 h 30"/>
                  <a:gd name="T46" fmla="*/ 9 w 22"/>
                  <a:gd name="T47" fmla="*/ 4 h 30"/>
                  <a:gd name="T48" fmla="*/ 7 w 22"/>
                  <a:gd name="T49" fmla="*/ 6 h 30"/>
                  <a:gd name="T50" fmla="*/ 5 w 22"/>
                  <a:gd name="T51" fmla="*/ 8 h 30"/>
                  <a:gd name="T52" fmla="*/ 7 w 22"/>
                  <a:gd name="T53" fmla="*/ 10 h 30"/>
                  <a:gd name="T54" fmla="*/ 3 w 22"/>
                  <a:gd name="T55" fmla="*/ 13 h 30"/>
                  <a:gd name="T56" fmla="*/ 1 w 22"/>
                  <a:gd name="T57" fmla="*/ 13 h 30"/>
                  <a:gd name="T58" fmla="*/ 3 w 22"/>
                  <a:gd name="T59" fmla="*/ 15 h 30"/>
                  <a:gd name="T60" fmla="*/ 1 w 22"/>
                  <a:gd name="T61" fmla="*/ 17 h 30"/>
                  <a:gd name="T62" fmla="*/ 0 w 22"/>
                  <a:gd name="T63" fmla="*/ 19 h 30"/>
                  <a:gd name="T64" fmla="*/ 0 w 22"/>
                  <a:gd name="T65" fmla="*/ 21 h 30"/>
                  <a:gd name="T66" fmla="*/ 0 w 22"/>
                  <a:gd name="T67" fmla="*/ 23 h 30"/>
                  <a:gd name="T68" fmla="*/ 0 w 22"/>
                  <a:gd name="T69" fmla="*/ 23 h 30"/>
                  <a:gd name="T70" fmla="*/ 0 w 22"/>
                  <a:gd name="T7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30">
                    <a:moveTo>
                      <a:pt x="0" y="24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9" y="19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5" name="Freeform 6093">
                <a:extLst>
                  <a:ext uri="{FF2B5EF4-FFF2-40B4-BE49-F238E27FC236}">
                    <a16:creationId xmlns:a16="http://schemas.microsoft.com/office/drawing/2014/main" id="{11EF876B-A8C4-4866-8886-2888CB0B5C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06" y="2070"/>
                <a:ext cx="16" cy="20"/>
              </a:xfrm>
              <a:custGeom>
                <a:avLst/>
                <a:gdLst>
                  <a:gd name="T0" fmla="*/ 5 w 16"/>
                  <a:gd name="T1" fmla="*/ 16 h 20"/>
                  <a:gd name="T2" fmla="*/ 7 w 16"/>
                  <a:gd name="T3" fmla="*/ 15 h 20"/>
                  <a:gd name="T4" fmla="*/ 11 w 16"/>
                  <a:gd name="T5" fmla="*/ 13 h 20"/>
                  <a:gd name="T6" fmla="*/ 11 w 16"/>
                  <a:gd name="T7" fmla="*/ 9 h 20"/>
                  <a:gd name="T8" fmla="*/ 11 w 16"/>
                  <a:gd name="T9" fmla="*/ 7 h 20"/>
                  <a:gd name="T10" fmla="*/ 16 w 16"/>
                  <a:gd name="T11" fmla="*/ 0 h 20"/>
                  <a:gd name="T12" fmla="*/ 11 w 16"/>
                  <a:gd name="T13" fmla="*/ 2 h 20"/>
                  <a:gd name="T14" fmla="*/ 7 w 16"/>
                  <a:gd name="T15" fmla="*/ 3 h 20"/>
                  <a:gd name="T16" fmla="*/ 7 w 16"/>
                  <a:gd name="T17" fmla="*/ 5 h 20"/>
                  <a:gd name="T18" fmla="*/ 5 w 16"/>
                  <a:gd name="T19" fmla="*/ 7 h 20"/>
                  <a:gd name="T20" fmla="*/ 3 w 16"/>
                  <a:gd name="T21" fmla="*/ 9 h 20"/>
                  <a:gd name="T22" fmla="*/ 3 w 16"/>
                  <a:gd name="T23" fmla="*/ 11 h 20"/>
                  <a:gd name="T24" fmla="*/ 3 w 16"/>
                  <a:gd name="T25" fmla="*/ 13 h 20"/>
                  <a:gd name="T26" fmla="*/ 1 w 16"/>
                  <a:gd name="T27" fmla="*/ 15 h 20"/>
                  <a:gd name="T28" fmla="*/ 0 w 16"/>
                  <a:gd name="T29" fmla="*/ 20 h 20"/>
                  <a:gd name="T30" fmla="*/ 3 w 16"/>
                  <a:gd name="T31" fmla="*/ 20 h 20"/>
                  <a:gd name="T32" fmla="*/ 5 w 16"/>
                  <a:gd name="T3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0">
                    <a:moveTo>
                      <a:pt x="5" y="16"/>
                    </a:moveTo>
                    <a:lnTo>
                      <a:pt x="7" y="15"/>
                    </a:lnTo>
                    <a:lnTo>
                      <a:pt x="11" y="13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6" name="Freeform 6094">
                <a:extLst>
                  <a:ext uri="{FF2B5EF4-FFF2-40B4-BE49-F238E27FC236}">
                    <a16:creationId xmlns:a16="http://schemas.microsoft.com/office/drawing/2014/main" id="{CF7BB6D5-2BCD-489B-BAEC-E49C7D0D46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128"/>
                <a:ext cx="7" cy="7"/>
              </a:xfrm>
              <a:custGeom>
                <a:avLst/>
                <a:gdLst>
                  <a:gd name="T0" fmla="*/ 0 w 7"/>
                  <a:gd name="T1" fmla="*/ 5 h 7"/>
                  <a:gd name="T2" fmla="*/ 3 w 7"/>
                  <a:gd name="T3" fmla="*/ 7 h 7"/>
                  <a:gd name="T4" fmla="*/ 5 w 7"/>
                  <a:gd name="T5" fmla="*/ 3 h 7"/>
                  <a:gd name="T6" fmla="*/ 7 w 7"/>
                  <a:gd name="T7" fmla="*/ 0 h 7"/>
                  <a:gd name="T8" fmla="*/ 3 w 7"/>
                  <a:gd name="T9" fmla="*/ 1 h 7"/>
                  <a:gd name="T10" fmla="*/ 0 w 7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lnTo>
                      <a:pt x="3" y="7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7" name="Freeform 6095">
                <a:extLst>
                  <a:ext uri="{FF2B5EF4-FFF2-40B4-BE49-F238E27FC236}">
                    <a16:creationId xmlns:a16="http://schemas.microsoft.com/office/drawing/2014/main" id="{4A1EC2B2-8D77-42E3-ACFF-61EC6EAF88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4" y="2027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2 h 5"/>
                  <a:gd name="T4" fmla="*/ 3 w 5"/>
                  <a:gd name="T5" fmla="*/ 0 h 5"/>
                  <a:gd name="T6" fmla="*/ 0 w 5"/>
                  <a:gd name="T7" fmla="*/ 2 h 5"/>
                  <a:gd name="T8" fmla="*/ 3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8" name="Freeform 6096">
                <a:extLst>
                  <a:ext uri="{FF2B5EF4-FFF2-40B4-BE49-F238E27FC236}">
                    <a16:creationId xmlns:a16="http://schemas.microsoft.com/office/drawing/2014/main" id="{FB466F13-FC72-4AF0-963B-0F37CC6E29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1891"/>
                <a:ext cx="22" cy="15"/>
              </a:xfrm>
              <a:custGeom>
                <a:avLst/>
                <a:gdLst>
                  <a:gd name="T0" fmla="*/ 22 w 22"/>
                  <a:gd name="T1" fmla="*/ 5 h 15"/>
                  <a:gd name="T2" fmla="*/ 22 w 22"/>
                  <a:gd name="T3" fmla="*/ 3 h 15"/>
                  <a:gd name="T4" fmla="*/ 19 w 22"/>
                  <a:gd name="T5" fmla="*/ 3 h 15"/>
                  <a:gd name="T6" fmla="*/ 19 w 22"/>
                  <a:gd name="T7" fmla="*/ 3 h 15"/>
                  <a:gd name="T8" fmla="*/ 19 w 22"/>
                  <a:gd name="T9" fmla="*/ 2 h 15"/>
                  <a:gd name="T10" fmla="*/ 17 w 22"/>
                  <a:gd name="T11" fmla="*/ 2 h 15"/>
                  <a:gd name="T12" fmla="*/ 15 w 22"/>
                  <a:gd name="T13" fmla="*/ 2 h 15"/>
                  <a:gd name="T14" fmla="*/ 13 w 22"/>
                  <a:gd name="T15" fmla="*/ 0 h 15"/>
                  <a:gd name="T16" fmla="*/ 9 w 22"/>
                  <a:gd name="T17" fmla="*/ 2 h 15"/>
                  <a:gd name="T18" fmla="*/ 9 w 22"/>
                  <a:gd name="T19" fmla="*/ 5 h 15"/>
                  <a:gd name="T20" fmla="*/ 8 w 22"/>
                  <a:gd name="T21" fmla="*/ 7 h 15"/>
                  <a:gd name="T22" fmla="*/ 8 w 22"/>
                  <a:gd name="T23" fmla="*/ 9 h 15"/>
                  <a:gd name="T24" fmla="*/ 6 w 22"/>
                  <a:gd name="T25" fmla="*/ 7 h 15"/>
                  <a:gd name="T26" fmla="*/ 8 w 22"/>
                  <a:gd name="T27" fmla="*/ 5 h 15"/>
                  <a:gd name="T28" fmla="*/ 6 w 22"/>
                  <a:gd name="T29" fmla="*/ 2 h 15"/>
                  <a:gd name="T30" fmla="*/ 4 w 22"/>
                  <a:gd name="T31" fmla="*/ 2 h 15"/>
                  <a:gd name="T32" fmla="*/ 2 w 22"/>
                  <a:gd name="T33" fmla="*/ 3 h 15"/>
                  <a:gd name="T34" fmla="*/ 0 w 22"/>
                  <a:gd name="T35" fmla="*/ 5 h 15"/>
                  <a:gd name="T36" fmla="*/ 0 w 22"/>
                  <a:gd name="T37" fmla="*/ 9 h 15"/>
                  <a:gd name="T38" fmla="*/ 2 w 22"/>
                  <a:gd name="T39" fmla="*/ 11 h 15"/>
                  <a:gd name="T40" fmla="*/ 4 w 22"/>
                  <a:gd name="T41" fmla="*/ 11 h 15"/>
                  <a:gd name="T42" fmla="*/ 4 w 22"/>
                  <a:gd name="T43" fmla="*/ 9 h 15"/>
                  <a:gd name="T44" fmla="*/ 6 w 22"/>
                  <a:gd name="T45" fmla="*/ 11 h 15"/>
                  <a:gd name="T46" fmla="*/ 8 w 22"/>
                  <a:gd name="T47" fmla="*/ 9 h 15"/>
                  <a:gd name="T48" fmla="*/ 8 w 22"/>
                  <a:gd name="T49" fmla="*/ 9 h 15"/>
                  <a:gd name="T50" fmla="*/ 9 w 22"/>
                  <a:gd name="T51" fmla="*/ 15 h 15"/>
                  <a:gd name="T52" fmla="*/ 13 w 22"/>
                  <a:gd name="T53" fmla="*/ 13 h 15"/>
                  <a:gd name="T54" fmla="*/ 13 w 22"/>
                  <a:gd name="T55" fmla="*/ 11 h 15"/>
                  <a:gd name="T56" fmla="*/ 13 w 22"/>
                  <a:gd name="T57" fmla="*/ 11 h 15"/>
                  <a:gd name="T58" fmla="*/ 13 w 22"/>
                  <a:gd name="T59" fmla="*/ 11 h 15"/>
                  <a:gd name="T60" fmla="*/ 15 w 22"/>
                  <a:gd name="T61" fmla="*/ 13 h 15"/>
                  <a:gd name="T62" fmla="*/ 19 w 22"/>
                  <a:gd name="T63" fmla="*/ 15 h 15"/>
                  <a:gd name="T64" fmla="*/ 21 w 22"/>
                  <a:gd name="T65" fmla="*/ 13 h 15"/>
                  <a:gd name="T66" fmla="*/ 22 w 22"/>
                  <a:gd name="T67" fmla="*/ 9 h 15"/>
                  <a:gd name="T68" fmla="*/ 21 w 22"/>
                  <a:gd name="T69" fmla="*/ 7 h 15"/>
                  <a:gd name="T70" fmla="*/ 21 w 22"/>
                  <a:gd name="T71" fmla="*/ 7 h 15"/>
                  <a:gd name="T72" fmla="*/ 22 w 22"/>
                  <a:gd name="T7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5">
                    <a:moveTo>
                      <a:pt x="22" y="5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9" name="Freeform 6097">
                <a:extLst>
                  <a:ext uri="{FF2B5EF4-FFF2-40B4-BE49-F238E27FC236}">
                    <a16:creationId xmlns:a16="http://schemas.microsoft.com/office/drawing/2014/main" id="{D91D1C6A-EB74-4013-BCF1-D3503DD1BB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8" y="2051"/>
                <a:ext cx="6" cy="8"/>
              </a:xfrm>
              <a:custGeom>
                <a:avLst/>
                <a:gdLst>
                  <a:gd name="T0" fmla="*/ 2 w 6"/>
                  <a:gd name="T1" fmla="*/ 2 h 8"/>
                  <a:gd name="T2" fmla="*/ 0 w 6"/>
                  <a:gd name="T3" fmla="*/ 8 h 8"/>
                  <a:gd name="T4" fmla="*/ 4 w 6"/>
                  <a:gd name="T5" fmla="*/ 8 h 8"/>
                  <a:gd name="T6" fmla="*/ 6 w 6"/>
                  <a:gd name="T7" fmla="*/ 6 h 8"/>
                  <a:gd name="T8" fmla="*/ 6 w 6"/>
                  <a:gd name="T9" fmla="*/ 0 h 8"/>
                  <a:gd name="T10" fmla="*/ 2 w 6"/>
                  <a:gd name="T11" fmla="*/ 0 h 8"/>
                  <a:gd name="T12" fmla="*/ 2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2"/>
                    </a:moveTo>
                    <a:lnTo>
                      <a:pt x="0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0" name="Freeform 6098">
                <a:extLst>
                  <a:ext uri="{FF2B5EF4-FFF2-40B4-BE49-F238E27FC236}">
                    <a16:creationId xmlns:a16="http://schemas.microsoft.com/office/drawing/2014/main" id="{1C826B08-D1C8-4F23-A3D0-95FCCCBD4D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7" y="1956"/>
                <a:ext cx="6" cy="7"/>
              </a:xfrm>
              <a:custGeom>
                <a:avLst/>
                <a:gdLst>
                  <a:gd name="T0" fmla="*/ 6 w 6"/>
                  <a:gd name="T1" fmla="*/ 7 h 7"/>
                  <a:gd name="T2" fmla="*/ 6 w 6"/>
                  <a:gd name="T3" fmla="*/ 4 h 7"/>
                  <a:gd name="T4" fmla="*/ 2 w 6"/>
                  <a:gd name="T5" fmla="*/ 0 h 7"/>
                  <a:gd name="T6" fmla="*/ 0 w 6"/>
                  <a:gd name="T7" fmla="*/ 2 h 7"/>
                  <a:gd name="T8" fmla="*/ 0 w 6"/>
                  <a:gd name="T9" fmla="*/ 6 h 7"/>
                  <a:gd name="T10" fmla="*/ 2 w 6"/>
                  <a:gd name="T11" fmla="*/ 7 h 7"/>
                  <a:gd name="T12" fmla="*/ 6 w 6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1" name="Freeform 6099">
                <a:extLst>
                  <a:ext uri="{FF2B5EF4-FFF2-40B4-BE49-F238E27FC236}">
                    <a16:creationId xmlns:a16="http://schemas.microsoft.com/office/drawing/2014/main" id="{66C642D0-6F73-4A81-8697-8BCE865F155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91" y="1643"/>
                <a:ext cx="7" cy="15"/>
              </a:xfrm>
              <a:custGeom>
                <a:avLst/>
                <a:gdLst>
                  <a:gd name="T0" fmla="*/ 2 w 7"/>
                  <a:gd name="T1" fmla="*/ 9 h 15"/>
                  <a:gd name="T2" fmla="*/ 3 w 7"/>
                  <a:gd name="T3" fmla="*/ 15 h 15"/>
                  <a:gd name="T4" fmla="*/ 7 w 7"/>
                  <a:gd name="T5" fmla="*/ 11 h 15"/>
                  <a:gd name="T6" fmla="*/ 7 w 7"/>
                  <a:gd name="T7" fmla="*/ 9 h 15"/>
                  <a:gd name="T8" fmla="*/ 5 w 7"/>
                  <a:gd name="T9" fmla="*/ 7 h 15"/>
                  <a:gd name="T10" fmla="*/ 5 w 7"/>
                  <a:gd name="T11" fmla="*/ 7 h 15"/>
                  <a:gd name="T12" fmla="*/ 5 w 7"/>
                  <a:gd name="T13" fmla="*/ 4 h 15"/>
                  <a:gd name="T14" fmla="*/ 3 w 7"/>
                  <a:gd name="T15" fmla="*/ 0 h 15"/>
                  <a:gd name="T16" fmla="*/ 0 w 7"/>
                  <a:gd name="T17" fmla="*/ 2 h 15"/>
                  <a:gd name="T18" fmla="*/ 0 w 7"/>
                  <a:gd name="T19" fmla="*/ 4 h 15"/>
                  <a:gd name="T20" fmla="*/ 3 w 7"/>
                  <a:gd name="T21" fmla="*/ 7 h 15"/>
                  <a:gd name="T22" fmla="*/ 3 w 7"/>
                  <a:gd name="T23" fmla="*/ 7 h 15"/>
                  <a:gd name="T24" fmla="*/ 3 w 7"/>
                  <a:gd name="T25" fmla="*/ 7 h 15"/>
                  <a:gd name="T26" fmla="*/ 2 w 7"/>
                  <a:gd name="T2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5">
                    <a:moveTo>
                      <a:pt x="2" y="9"/>
                    </a:moveTo>
                    <a:lnTo>
                      <a:pt x="3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2" name="Freeform 6100">
                <a:extLst>
                  <a:ext uri="{FF2B5EF4-FFF2-40B4-BE49-F238E27FC236}">
                    <a16:creationId xmlns:a16="http://schemas.microsoft.com/office/drawing/2014/main" id="{CF580DD3-5C1E-4B75-AE5F-E2E7F8E939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715"/>
                <a:ext cx="21" cy="30"/>
              </a:xfrm>
              <a:custGeom>
                <a:avLst/>
                <a:gdLst>
                  <a:gd name="T0" fmla="*/ 11 w 21"/>
                  <a:gd name="T1" fmla="*/ 21 h 30"/>
                  <a:gd name="T2" fmla="*/ 13 w 21"/>
                  <a:gd name="T3" fmla="*/ 19 h 30"/>
                  <a:gd name="T4" fmla="*/ 15 w 21"/>
                  <a:gd name="T5" fmla="*/ 15 h 30"/>
                  <a:gd name="T6" fmla="*/ 19 w 21"/>
                  <a:gd name="T7" fmla="*/ 14 h 30"/>
                  <a:gd name="T8" fmla="*/ 21 w 21"/>
                  <a:gd name="T9" fmla="*/ 14 h 30"/>
                  <a:gd name="T10" fmla="*/ 19 w 21"/>
                  <a:gd name="T11" fmla="*/ 8 h 30"/>
                  <a:gd name="T12" fmla="*/ 19 w 21"/>
                  <a:gd name="T13" fmla="*/ 6 h 30"/>
                  <a:gd name="T14" fmla="*/ 15 w 21"/>
                  <a:gd name="T15" fmla="*/ 0 h 30"/>
                  <a:gd name="T16" fmla="*/ 11 w 21"/>
                  <a:gd name="T17" fmla="*/ 0 h 30"/>
                  <a:gd name="T18" fmla="*/ 9 w 21"/>
                  <a:gd name="T19" fmla="*/ 2 h 30"/>
                  <a:gd name="T20" fmla="*/ 9 w 21"/>
                  <a:gd name="T21" fmla="*/ 4 h 30"/>
                  <a:gd name="T22" fmla="*/ 8 w 21"/>
                  <a:gd name="T23" fmla="*/ 4 h 30"/>
                  <a:gd name="T24" fmla="*/ 6 w 21"/>
                  <a:gd name="T25" fmla="*/ 8 h 30"/>
                  <a:gd name="T26" fmla="*/ 4 w 21"/>
                  <a:gd name="T27" fmla="*/ 10 h 30"/>
                  <a:gd name="T28" fmla="*/ 0 w 21"/>
                  <a:gd name="T29" fmla="*/ 14 h 30"/>
                  <a:gd name="T30" fmla="*/ 4 w 21"/>
                  <a:gd name="T31" fmla="*/ 14 h 30"/>
                  <a:gd name="T32" fmla="*/ 6 w 21"/>
                  <a:gd name="T33" fmla="*/ 14 h 30"/>
                  <a:gd name="T34" fmla="*/ 6 w 21"/>
                  <a:gd name="T35" fmla="*/ 14 h 30"/>
                  <a:gd name="T36" fmla="*/ 6 w 21"/>
                  <a:gd name="T37" fmla="*/ 19 h 30"/>
                  <a:gd name="T38" fmla="*/ 8 w 21"/>
                  <a:gd name="T39" fmla="*/ 21 h 30"/>
                  <a:gd name="T40" fmla="*/ 8 w 21"/>
                  <a:gd name="T41" fmla="*/ 23 h 30"/>
                  <a:gd name="T42" fmla="*/ 6 w 21"/>
                  <a:gd name="T43" fmla="*/ 25 h 30"/>
                  <a:gd name="T44" fmla="*/ 8 w 21"/>
                  <a:gd name="T45" fmla="*/ 27 h 30"/>
                  <a:gd name="T46" fmla="*/ 9 w 21"/>
                  <a:gd name="T47" fmla="*/ 30 h 30"/>
                  <a:gd name="T48" fmla="*/ 13 w 21"/>
                  <a:gd name="T49" fmla="*/ 30 h 30"/>
                  <a:gd name="T50" fmla="*/ 13 w 21"/>
                  <a:gd name="T51" fmla="*/ 27 h 30"/>
                  <a:gd name="T52" fmla="*/ 11 w 21"/>
                  <a:gd name="T53" fmla="*/ 25 h 30"/>
                  <a:gd name="T54" fmla="*/ 11 w 21"/>
                  <a:gd name="T55" fmla="*/ 23 h 30"/>
                  <a:gd name="T56" fmla="*/ 11 w 21"/>
                  <a:gd name="T5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30">
                    <a:moveTo>
                      <a:pt x="11" y="21"/>
                    </a:moveTo>
                    <a:lnTo>
                      <a:pt x="13" y="19"/>
                    </a:lnTo>
                    <a:lnTo>
                      <a:pt x="15" y="15"/>
                    </a:lnTo>
                    <a:lnTo>
                      <a:pt x="19" y="14"/>
                    </a:lnTo>
                    <a:lnTo>
                      <a:pt x="21" y="14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3" y="27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3" name="Freeform 6101">
                <a:extLst>
                  <a:ext uri="{FF2B5EF4-FFF2-40B4-BE49-F238E27FC236}">
                    <a16:creationId xmlns:a16="http://schemas.microsoft.com/office/drawing/2014/main" id="{52D7F3DB-E695-4BCC-AA0C-74A80017BBE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5" y="2004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4 h 4"/>
                  <a:gd name="T10" fmla="*/ 4 w 6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4" name="Freeform 6102">
                <a:extLst>
                  <a:ext uri="{FF2B5EF4-FFF2-40B4-BE49-F238E27FC236}">
                    <a16:creationId xmlns:a16="http://schemas.microsoft.com/office/drawing/2014/main" id="{23C66587-CBEC-41EA-AB50-15ECF877036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2034"/>
                <a:ext cx="7" cy="15"/>
              </a:xfrm>
              <a:custGeom>
                <a:avLst/>
                <a:gdLst>
                  <a:gd name="T0" fmla="*/ 0 w 7"/>
                  <a:gd name="T1" fmla="*/ 11 h 15"/>
                  <a:gd name="T2" fmla="*/ 0 w 7"/>
                  <a:gd name="T3" fmla="*/ 15 h 15"/>
                  <a:gd name="T4" fmla="*/ 3 w 7"/>
                  <a:gd name="T5" fmla="*/ 15 h 15"/>
                  <a:gd name="T6" fmla="*/ 3 w 7"/>
                  <a:gd name="T7" fmla="*/ 11 h 15"/>
                  <a:gd name="T8" fmla="*/ 3 w 7"/>
                  <a:gd name="T9" fmla="*/ 11 h 15"/>
                  <a:gd name="T10" fmla="*/ 7 w 7"/>
                  <a:gd name="T11" fmla="*/ 8 h 15"/>
                  <a:gd name="T12" fmla="*/ 5 w 7"/>
                  <a:gd name="T13" fmla="*/ 6 h 15"/>
                  <a:gd name="T14" fmla="*/ 5 w 7"/>
                  <a:gd name="T15" fmla="*/ 4 h 15"/>
                  <a:gd name="T16" fmla="*/ 5 w 7"/>
                  <a:gd name="T17" fmla="*/ 0 h 15"/>
                  <a:gd name="T18" fmla="*/ 2 w 7"/>
                  <a:gd name="T19" fmla="*/ 4 h 15"/>
                  <a:gd name="T20" fmla="*/ 3 w 7"/>
                  <a:gd name="T21" fmla="*/ 6 h 15"/>
                  <a:gd name="T22" fmla="*/ 2 w 7"/>
                  <a:gd name="T23" fmla="*/ 6 h 15"/>
                  <a:gd name="T24" fmla="*/ 3 w 7"/>
                  <a:gd name="T25" fmla="*/ 11 h 15"/>
                  <a:gd name="T26" fmla="*/ 2 w 7"/>
                  <a:gd name="T27" fmla="*/ 10 h 15"/>
                  <a:gd name="T28" fmla="*/ 0 w 7"/>
                  <a:gd name="T2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0" y="11"/>
                    </a:moveTo>
                    <a:lnTo>
                      <a:pt x="0" y="15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5" name="Freeform 6103">
                <a:extLst>
                  <a:ext uri="{FF2B5EF4-FFF2-40B4-BE49-F238E27FC236}">
                    <a16:creationId xmlns:a16="http://schemas.microsoft.com/office/drawing/2014/main" id="{0CB5C1BF-599B-4D1E-A088-E732FD175A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990"/>
                <a:ext cx="9" cy="14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2 h 8"/>
                  <a:gd name="T4" fmla="*/ 3 w 5"/>
                  <a:gd name="T5" fmla="*/ 1 h 8"/>
                  <a:gd name="T6" fmla="*/ 1 w 5"/>
                  <a:gd name="T7" fmla="*/ 0 h 8"/>
                  <a:gd name="T8" fmla="*/ 1 w 5"/>
                  <a:gd name="T9" fmla="*/ 2 h 8"/>
                  <a:gd name="T10" fmla="*/ 0 w 5"/>
                  <a:gd name="T11" fmla="*/ 4 h 8"/>
                  <a:gd name="T12" fmla="*/ 2 w 5"/>
                  <a:gd name="T13" fmla="*/ 5 h 8"/>
                  <a:gd name="T14" fmla="*/ 2 w 5"/>
                  <a:gd name="T15" fmla="*/ 5 h 8"/>
                  <a:gd name="T16" fmla="*/ 1 w 5"/>
                  <a:gd name="T17" fmla="*/ 6 h 8"/>
                  <a:gd name="T18" fmla="*/ 1 w 5"/>
                  <a:gd name="T19" fmla="*/ 7 h 8"/>
                  <a:gd name="T20" fmla="*/ 2 w 5"/>
                  <a:gd name="T21" fmla="*/ 8 h 8"/>
                  <a:gd name="T22" fmla="*/ 4 w 5"/>
                  <a:gd name="T23" fmla="*/ 8 h 8"/>
                  <a:gd name="T24" fmla="*/ 4 w 5"/>
                  <a:gd name="T25" fmla="*/ 7 h 8"/>
                  <a:gd name="T26" fmla="*/ 5 w 5"/>
                  <a:gd name="T27" fmla="*/ 8 h 8"/>
                  <a:gd name="T28" fmla="*/ 3 w 5"/>
                  <a:gd name="T29" fmla="*/ 6 h 8"/>
                  <a:gd name="T30" fmla="*/ 3 w 5"/>
                  <a:gd name="T31" fmla="*/ 6 h 8"/>
                  <a:gd name="T32" fmla="*/ 3 w 5"/>
                  <a:gd name="T33" fmla="*/ 6 h 8"/>
                  <a:gd name="T34" fmla="*/ 3 w 5"/>
                  <a:gd name="T35" fmla="*/ 5 h 8"/>
                  <a:gd name="T36" fmla="*/ 3 w 5"/>
                  <a:gd name="T37" fmla="*/ 4 h 8"/>
                  <a:gd name="T38" fmla="*/ 4 w 5"/>
                  <a:gd name="T3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6" name="Freeform 6104">
                <a:extLst>
                  <a:ext uri="{FF2B5EF4-FFF2-40B4-BE49-F238E27FC236}">
                    <a16:creationId xmlns:a16="http://schemas.microsoft.com/office/drawing/2014/main" id="{2189A93B-459A-4E96-B1CB-6E350940F1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2006"/>
                <a:ext cx="6" cy="10"/>
              </a:xfrm>
              <a:custGeom>
                <a:avLst/>
                <a:gdLst>
                  <a:gd name="T0" fmla="*/ 2 w 6"/>
                  <a:gd name="T1" fmla="*/ 4 h 10"/>
                  <a:gd name="T2" fmla="*/ 0 w 6"/>
                  <a:gd name="T3" fmla="*/ 10 h 10"/>
                  <a:gd name="T4" fmla="*/ 4 w 6"/>
                  <a:gd name="T5" fmla="*/ 8 h 10"/>
                  <a:gd name="T6" fmla="*/ 4 w 6"/>
                  <a:gd name="T7" fmla="*/ 6 h 10"/>
                  <a:gd name="T8" fmla="*/ 6 w 6"/>
                  <a:gd name="T9" fmla="*/ 2 h 10"/>
                  <a:gd name="T10" fmla="*/ 2 w 6"/>
                  <a:gd name="T11" fmla="*/ 0 h 10"/>
                  <a:gd name="T12" fmla="*/ 2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2" y="4"/>
                    </a:moveTo>
                    <a:lnTo>
                      <a:pt x="0" y="10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7" name="Freeform 6105">
                <a:extLst>
                  <a:ext uri="{FF2B5EF4-FFF2-40B4-BE49-F238E27FC236}">
                    <a16:creationId xmlns:a16="http://schemas.microsoft.com/office/drawing/2014/main" id="{A641DB5C-5278-45CB-BB5D-FB577D36F1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1818"/>
                <a:ext cx="24" cy="19"/>
              </a:xfrm>
              <a:custGeom>
                <a:avLst/>
                <a:gdLst>
                  <a:gd name="T0" fmla="*/ 9 w 24"/>
                  <a:gd name="T1" fmla="*/ 13 h 19"/>
                  <a:gd name="T2" fmla="*/ 11 w 24"/>
                  <a:gd name="T3" fmla="*/ 13 h 19"/>
                  <a:gd name="T4" fmla="*/ 13 w 24"/>
                  <a:gd name="T5" fmla="*/ 15 h 19"/>
                  <a:gd name="T6" fmla="*/ 15 w 24"/>
                  <a:gd name="T7" fmla="*/ 17 h 19"/>
                  <a:gd name="T8" fmla="*/ 17 w 24"/>
                  <a:gd name="T9" fmla="*/ 15 h 19"/>
                  <a:gd name="T10" fmla="*/ 19 w 24"/>
                  <a:gd name="T11" fmla="*/ 19 h 19"/>
                  <a:gd name="T12" fmla="*/ 23 w 24"/>
                  <a:gd name="T13" fmla="*/ 19 h 19"/>
                  <a:gd name="T14" fmla="*/ 24 w 24"/>
                  <a:gd name="T15" fmla="*/ 17 h 19"/>
                  <a:gd name="T16" fmla="*/ 23 w 24"/>
                  <a:gd name="T17" fmla="*/ 13 h 19"/>
                  <a:gd name="T18" fmla="*/ 19 w 24"/>
                  <a:gd name="T19" fmla="*/ 11 h 19"/>
                  <a:gd name="T20" fmla="*/ 15 w 24"/>
                  <a:gd name="T21" fmla="*/ 9 h 19"/>
                  <a:gd name="T22" fmla="*/ 15 w 24"/>
                  <a:gd name="T23" fmla="*/ 6 h 19"/>
                  <a:gd name="T24" fmla="*/ 11 w 24"/>
                  <a:gd name="T25" fmla="*/ 6 h 19"/>
                  <a:gd name="T26" fmla="*/ 9 w 24"/>
                  <a:gd name="T27" fmla="*/ 2 h 19"/>
                  <a:gd name="T28" fmla="*/ 13 w 24"/>
                  <a:gd name="T29" fmla="*/ 0 h 19"/>
                  <a:gd name="T30" fmla="*/ 8 w 24"/>
                  <a:gd name="T31" fmla="*/ 0 h 19"/>
                  <a:gd name="T32" fmla="*/ 6 w 24"/>
                  <a:gd name="T33" fmla="*/ 0 h 19"/>
                  <a:gd name="T34" fmla="*/ 4 w 24"/>
                  <a:gd name="T35" fmla="*/ 0 h 19"/>
                  <a:gd name="T36" fmla="*/ 0 w 24"/>
                  <a:gd name="T37" fmla="*/ 4 h 19"/>
                  <a:gd name="T38" fmla="*/ 0 w 24"/>
                  <a:gd name="T39" fmla="*/ 6 h 19"/>
                  <a:gd name="T40" fmla="*/ 4 w 24"/>
                  <a:gd name="T41" fmla="*/ 7 h 19"/>
                  <a:gd name="T42" fmla="*/ 6 w 24"/>
                  <a:gd name="T43" fmla="*/ 7 h 19"/>
                  <a:gd name="T44" fmla="*/ 6 w 24"/>
                  <a:gd name="T45" fmla="*/ 7 h 19"/>
                  <a:gd name="T46" fmla="*/ 6 w 24"/>
                  <a:gd name="T47" fmla="*/ 9 h 19"/>
                  <a:gd name="T48" fmla="*/ 9 w 24"/>
                  <a:gd name="T4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9" y="13"/>
                    </a:moveTo>
                    <a:lnTo>
                      <a:pt x="11" y="13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9" y="19"/>
                    </a:lnTo>
                    <a:lnTo>
                      <a:pt x="23" y="19"/>
                    </a:lnTo>
                    <a:lnTo>
                      <a:pt x="24" y="17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8" name="Freeform 6106">
                <a:extLst>
                  <a:ext uri="{FF2B5EF4-FFF2-40B4-BE49-F238E27FC236}">
                    <a16:creationId xmlns:a16="http://schemas.microsoft.com/office/drawing/2014/main" id="{E2A68AA7-5273-4520-9E1F-F633B9777D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376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0 w 9"/>
                  <a:gd name="T3" fmla="*/ 4 h 6"/>
                  <a:gd name="T4" fmla="*/ 2 w 9"/>
                  <a:gd name="T5" fmla="*/ 6 h 6"/>
                  <a:gd name="T6" fmla="*/ 5 w 9"/>
                  <a:gd name="T7" fmla="*/ 6 h 6"/>
                  <a:gd name="T8" fmla="*/ 9 w 9"/>
                  <a:gd name="T9" fmla="*/ 4 h 6"/>
                  <a:gd name="T10" fmla="*/ 9 w 9"/>
                  <a:gd name="T11" fmla="*/ 2 h 6"/>
                  <a:gd name="T12" fmla="*/ 5 w 9"/>
                  <a:gd name="T13" fmla="*/ 0 h 6"/>
                  <a:gd name="T14" fmla="*/ 3 w 9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3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9" name="Freeform 6107">
                <a:extLst>
                  <a:ext uri="{FF2B5EF4-FFF2-40B4-BE49-F238E27FC236}">
                    <a16:creationId xmlns:a16="http://schemas.microsoft.com/office/drawing/2014/main" id="{2670A0B5-8867-4100-8D0D-39E2FC8BA1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7" y="1827"/>
                <a:ext cx="21" cy="12"/>
              </a:xfrm>
              <a:custGeom>
                <a:avLst/>
                <a:gdLst>
                  <a:gd name="T0" fmla="*/ 13 w 21"/>
                  <a:gd name="T1" fmla="*/ 10 h 12"/>
                  <a:gd name="T2" fmla="*/ 15 w 21"/>
                  <a:gd name="T3" fmla="*/ 12 h 12"/>
                  <a:gd name="T4" fmla="*/ 21 w 21"/>
                  <a:gd name="T5" fmla="*/ 10 h 12"/>
                  <a:gd name="T6" fmla="*/ 19 w 21"/>
                  <a:gd name="T7" fmla="*/ 8 h 12"/>
                  <a:gd name="T8" fmla="*/ 13 w 21"/>
                  <a:gd name="T9" fmla="*/ 6 h 12"/>
                  <a:gd name="T10" fmla="*/ 11 w 21"/>
                  <a:gd name="T11" fmla="*/ 4 h 12"/>
                  <a:gd name="T12" fmla="*/ 9 w 21"/>
                  <a:gd name="T13" fmla="*/ 4 h 12"/>
                  <a:gd name="T14" fmla="*/ 8 w 21"/>
                  <a:gd name="T15" fmla="*/ 2 h 12"/>
                  <a:gd name="T16" fmla="*/ 4 w 21"/>
                  <a:gd name="T17" fmla="*/ 0 h 12"/>
                  <a:gd name="T18" fmla="*/ 0 w 21"/>
                  <a:gd name="T19" fmla="*/ 2 h 12"/>
                  <a:gd name="T20" fmla="*/ 4 w 21"/>
                  <a:gd name="T21" fmla="*/ 6 h 12"/>
                  <a:gd name="T22" fmla="*/ 6 w 21"/>
                  <a:gd name="T23" fmla="*/ 6 h 12"/>
                  <a:gd name="T24" fmla="*/ 9 w 21"/>
                  <a:gd name="T25" fmla="*/ 8 h 12"/>
                  <a:gd name="T26" fmla="*/ 13 w 21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2">
                    <a:moveTo>
                      <a:pt x="13" y="10"/>
                    </a:moveTo>
                    <a:lnTo>
                      <a:pt x="15" y="12"/>
                    </a:lnTo>
                    <a:lnTo>
                      <a:pt x="21" y="10"/>
                    </a:lnTo>
                    <a:lnTo>
                      <a:pt x="19" y="8"/>
                    </a:lnTo>
                    <a:lnTo>
                      <a:pt x="13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0" name="Freeform 6108">
                <a:extLst>
                  <a:ext uri="{FF2B5EF4-FFF2-40B4-BE49-F238E27FC236}">
                    <a16:creationId xmlns:a16="http://schemas.microsoft.com/office/drawing/2014/main" id="{9CFDB27C-FEEB-4245-B2BB-90309DABC16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76" y="1365"/>
                <a:ext cx="11" cy="11"/>
              </a:xfrm>
              <a:custGeom>
                <a:avLst/>
                <a:gdLst>
                  <a:gd name="T0" fmla="*/ 6 w 11"/>
                  <a:gd name="T1" fmla="*/ 7 h 11"/>
                  <a:gd name="T2" fmla="*/ 6 w 11"/>
                  <a:gd name="T3" fmla="*/ 11 h 11"/>
                  <a:gd name="T4" fmla="*/ 8 w 11"/>
                  <a:gd name="T5" fmla="*/ 11 h 11"/>
                  <a:gd name="T6" fmla="*/ 11 w 11"/>
                  <a:gd name="T7" fmla="*/ 9 h 11"/>
                  <a:gd name="T8" fmla="*/ 11 w 11"/>
                  <a:gd name="T9" fmla="*/ 7 h 11"/>
                  <a:gd name="T10" fmla="*/ 9 w 11"/>
                  <a:gd name="T11" fmla="*/ 6 h 11"/>
                  <a:gd name="T12" fmla="*/ 8 w 11"/>
                  <a:gd name="T13" fmla="*/ 4 h 11"/>
                  <a:gd name="T14" fmla="*/ 8 w 11"/>
                  <a:gd name="T15" fmla="*/ 4 h 11"/>
                  <a:gd name="T16" fmla="*/ 9 w 11"/>
                  <a:gd name="T17" fmla="*/ 0 h 11"/>
                  <a:gd name="T18" fmla="*/ 6 w 11"/>
                  <a:gd name="T19" fmla="*/ 0 h 11"/>
                  <a:gd name="T20" fmla="*/ 2 w 11"/>
                  <a:gd name="T21" fmla="*/ 0 h 11"/>
                  <a:gd name="T22" fmla="*/ 0 w 11"/>
                  <a:gd name="T23" fmla="*/ 4 h 11"/>
                  <a:gd name="T24" fmla="*/ 2 w 11"/>
                  <a:gd name="T25" fmla="*/ 4 h 11"/>
                  <a:gd name="T26" fmla="*/ 4 w 11"/>
                  <a:gd name="T27" fmla="*/ 4 h 11"/>
                  <a:gd name="T28" fmla="*/ 4 w 11"/>
                  <a:gd name="T29" fmla="*/ 6 h 11"/>
                  <a:gd name="T30" fmla="*/ 6 w 1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6" y="7"/>
                    </a:moveTo>
                    <a:lnTo>
                      <a:pt x="6" y="11"/>
                    </a:lnTo>
                    <a:lnTo>
                      <a:pt x="8" y="11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1" name="Freeform 6109">
                <a:extLst>
                  <a:ext uri="{FF2B5EF4-FFF2-40B4-BE49-F238E27FC236}">
                    <a16:creationId xmlns:a16="http://schemas.microsoft.com/office/drawing/2014/main" id="{F535C642-3323-477E-A9A8-CB3A56450D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0" y="1352"/>
                <a:ext cx="17" cy="17"/>
              </a:xfrm>
              <a:custGeom>
                <a:avLst/>
                <a:gdLst>
                  <a:gd name="T0" fmla="*/ 6 w 17"/>
                  <a:gd name="T1" fmla="*/ 15 h 17"/>
                  <a:gd name="T2" fmla="*/ 7 w 17"/>
                  <a:gd name="T3" fmla="*/ 13 h 17"/>
                  <a:gd name="T4" fmla="*/ 4 w 17"/>
                  <a:gd name="T5" fmla="*/ 17 h 17"/>
                  <a:gd name="T6" fmla="*/ 11 w 17"/>
                  <a:gd name="T7" fmla="*/ 13 h 17"/>
                  <a:gd name="T8" fmla="*/ 15 w 17"/>
                  <a:gd name="T9" fmla="*/ 9 h 17"/>
                  <a:gd name="T10" fmla="*/ 15 w 17"/>
                  <a:gd name="T11" fmla="*/ 7 h 17"/>
                  <a:gd name="T12" fmla="*/ 17 w 17"/>
                  <a:gd name="T13" fmla="*/ 7 h 17"/>
                  <a:gd name="T14" fmla="*/ 17 w 17"/>
                  <a:gd name="T15" fmla="*/ 2 h 17"/>
                  <a:gd name="T16" fmla="*/ 15 w 17"/>
                  <a:gd name="T17" fmla="*/ 0 h 17"/>
                  <a:gd name="T18" fmla="*/ 11 w 17"/>
                  <a:gd name="T19" fmla="*/ 2 h 17"/>
                  <a:gd name="T20" fmla="*/ 11 w 17"/>
                  <a:gd name="T21" fmla="*/ 4 h 17"/>
                  <a:gd name="T22" fmla="*/ 9 w 17"/>
                  <a:gd name="T23" fmla="*/ 6 h 17"/>
                  <a:gd name="T24" fmla="*/ 6 w 17"/>
                  <a:gd name="T25" fmla="*/ 7 h 17"/>
                  <a:gd name="T26" fmla="*/ 2 w 17"/>
                  <a:gd name="T27" fmla="*/ 11 h 17"/>
                  <a:gd name="T28" fmla="*/ 0 w 17"/>
                  <a:gd name="T29" fmla="*/ 15 h 17"/>
                  <a:gd name="T30" fmla="*/ 4 w 17"/>
                  <a:gd name="T31" fmla="*/ 15 h 17"/>
                  <a:gd name="T32" fmla="*/ 6 w 17"/>
                  <a:gd name="T3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7">
                    <a:moveTo>
                      <a:pt x="6" y="15"/>
                    </a:moveTo>
                    <a:lnTo>
                      <a:pt x="7" y="13"/>
                    </a:lnTo>
                    <a:lnTo>
                      <a:pt x="4" y="17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2" name="Freeform 6110">
                <a:extLst>
                  <a:ext uri="{FF2B5EF4-FFF2-40B4-BE49-F238E27FC236}">
                    <a16:creationId xmlns:a16="http://schemas.microsoft.com/office/drawing/2014/main" id="{4EC2D66E-FF82-4084-9546-FEEF8E4B5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2" y="1233"/>
                <a:ext cx="76" cy="59"/>
              </a:xfrm>
              <a:custGeom>
                <a:avLst/>
                <a:gdLst>
                  <a:gd name="T0" fmla="*/ 9 w 76"/>
                  <a:gd name="T1" fmla="*/ 11 h 59"/>
                  <a:gd name="T2" fmla="*/ 5 w 76"/>
                  <a:gd name="T3" fmla="*/ 13 h 59"/>
                  <a:gd name="T4" fmla="*/ 0 w 76"/>
                  <a:gd name="T5" fmla="*/ 20 h 59"/>
                  <a:gd name="T6" fmla="*/ 4 w 76"/>
                  <a:gd name="T7" fmla="*/ 26 h 59"/>
                  <a:gd name="T8" fmla="*/ 5 w 76"/>
                  <a:gd name="T9" fmla="*/ 26 h 59"/>
                  <a:gd name="T10" fmla="*/ 2 w 76"/>
                  <a:gd name="T11" fmla="*/ 31 h 59"/>
                  <a:gd name="T12" fmla="*/ 4 w 76"/>
                  <a:gd name="T13" fmla="*/ 37 h 59"/>
                  <a:gd name="T14" fmla="*/ 0 w 76"/>
                  <a:gd name="T15" fmla="*/ 43 h 59"/>
                  <a:gd name="T16" fmla="*/ 4 w 76"/>
                  <a:gd name="T17" fmla="*/ 44 h 59"/>
                  <a:gd name="T18" fmla="*/ 5 w 76"/>
                  <a:gd name="T19" fmla="*/ 41 h 59"/>
                  <a:gd name="T20" fmla="*/ 11 w 76"/>
                  <a:gd name="T21" fmla="*/ 44 h 59"/>
                  <a:gd name="T22" fmla="*/ 15 w 76"/>
                  <a:gd name="T23" fmla="*/ 43 h 59"/>
                  <a:gd name="T24" fmla="*/ 17 w 76"/>
                  <a:gd name="T25" fmla="*/ 50 h 59"/>
                  <a:gd name="T26" fmla="*/ 24 w 76"/>
                  <a:gd name="T27" fmla="*/ 54 h 59"/>
                  <a:gd name="T28" fmla="*/ 30 w 76"/>
                  <a:gd name="T29" fmla="*/ 56 h 59"/>
                  <a:gd name="T30" fmla="*/ 35 w 76"/>
                  <a:gd name="T31" fmla="*/ 54 h 59"/>
                  <a:gd name="T32" fmla="*/ 41 w 76"/>
                  <a:gd name="T33" fmla="*/ 56 h 59"/>
                  <a:gd name="T34" fmla="*/ 50 w 76"/>
                  <a:gd name="T35" fmla="*/ 56 h 59"/>
                  <a:gd name="T36" fmla="*/ 56 w 76"/>
                  <a:gd name="T37" fmla="*/ 56 h 59"/>
                  <a:gd name="T38" fmla="*/ 63 w 76"/>
                  <a:gd name="T39" fmla="*/ 59 h 59"/>
                  <a:gd name="T40" fmla="*/ 69 w 76"/>
                  <a:gd name="T41" fmla="*/ 54 h 59"/>
                  <a:gd name="T42" fmla="*/ 76 w 76"/>
                  <a:gd name="T43" fmla="*/ 48 h 59"/>
                  <a:gd name="T44" fmla="*/ 72 w 76"/>
                  <a:gd name="T45" fmla="*/ 41 h 59"/>
                  <a:gd name="T46" fmla="*/ 67 w 76"/>
                  <a:gd name="T47" fmla="*/ 37 h 59"/>
                  <a:gd name="T48" fmla="*/ 61 w 76"/>
                  <a:gd name="T49" fmla="*/ 35 h 59"/>
                  <a:gd name="T50" fmla="*/ 61 w 76"/>
                  <a:gd name="T51" fmla="*/ 33 h 59"/>
                  <a:gd name="T52" fmla="*/ 67 w 76"/>
                  <a:gd name="T53" fmla="*/ 35 h 59"/>
                  <a:gd name="T54" fmla="*/ 63 w 76"/>
                  <a:gd name="T55" fmla="*/ 28 h 59"/>
                  <a:gd name="T56" fmla="*/ 59 w 76"/>
                  <a:gd name="T57" fmla="*/ 20 h 59"/>
                  <a:gd name="T58" fmla="*/ 58 w 76"/>
                  <a:gd name="T59" fmla="*/ 15 h 59"/>
                  <a:gd name="T60" fmla="*/ 56 w 76"/>
                  <a:gd name="T61" fmla="*/ 9 h 59"/>
                  <a:gd name="T62" fmla="*/ 45 w 76"/>
                  <a:gd name="T63" fmla="*/ 2 h 59"/>
                  <a:gd name="T64" fmla="*/ 33 w 76"/>
                  <a:gd name="T65" fmla="*/ 3 h 59"/>
                  <a:gd name="T66" fmla="*/ 33 w 76"/>
                  <a:gd name="T67" fmla="*/ 7 h 59"/>
                  <a:gd name="T68" fmla="*/ 37 w 76"/>
                  <a:gd name="T69" fmla="*/ 13 h 59"/>
                  <a:gd name="T70" fmla="*/ 37 w 76"/>
                  <a:gd name="T71" fmla="*/ 16 h 59"/>
                  <a:gd name="T72" fmla="*/ 35 w 76"/>
                  <a:gd name="T73" fmla="*/ 16 h 59"/>
                  <a:gd name="T74" fmla="*/ 35 w 76"/>
                  <a:gd name="T75" fmla="*/ 11 h 59"/>
                  <a:gd name="T76" fmla="*/ 26 w 76"/>
                  <a:gd name="T77" fmla="*/ 2 h 59"/>
                  <a:gd name="T78" fmla="*/ 18 w 76"/>
                  <a:gd name="T79" fmla="*/ 2 h 59"/>
                  <a:gd name="T80" fmla="*/ 13 w 76"/>
                  <a:gd name="T81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59">
                    <a:moveTo>
                      <a:pt x="9" y="9"/>
                    </a:move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4" y="29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1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7" y="50"/>
                    </a:lnTo>
                    <a:lnTo>
                      <a:pt x="20" y="54"/>
                    </a:lnTo>
                    <a:lnTo>
                      <a:pt x="24" y="54"/>
                    </a:lnTo>
                    <a:lnTo>
                      <a:pt x="26" y="56"/>
                    </a:lnTo>
                    <a:lnTo>
                      <a:pt x="30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7" y="54"/>
                    </a:lnTo>
                    <a:lnTo>
                      <a:pt x="41" y="56"/>
                    </a:lnTo>
                    <a:lnTo>
                      <a:pt x="48" y="57"/>
                    </a:lnTo>
                    <a:lnTo>
                      <a:pt x="50" y="56"/>
                    </a:lnTo>
                    <a:lnTo>
                      <a:pt x="54" y="57"/>
                    </a:lnTo>
                    <a:lnTo>
                      <a:pt x="56" y="56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7" y="57"/>
                    </a:lnTo>
                    <a:lnTo>
                      <a:pt x="69" y="54"/>
                    </a:lnTo>
                    <a:lnTo>
                      <a:pt x="72" y="54"/>
                    </a:lnTo>
                    <a:lnTo>
                      <a:pt x="76" y="48"/>
                    </a:lnTo>
                    <a:lnTo>
                      <a:pt x="76" y="46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67" y="37"/>
                    </a:lnTo>
                    <a:lnTo>
                      <a:pt x="63" y="37"/>
                    </a:lnTo>
                    <a:lnTo>
                      <a:pt x="61" y="35"/>
                    </a:lnTo>
                    <a:lnTo>
                      <a:pt x="61" y="33"/>
                    </a:lnTo>
                    <a:lnTo>
                      <a:pt x="61" y="33"/>
                    </a:lnTo>
                    <a:lnTo>
                      <a:pt x="63" y="35"/>
                    </a:lnTo>
                    <a:lnTo>
                      <a:pt x="67" y="35"/>
                    </a:lnTo>
                    <a:lnTo>
                      <a:pt x="67" y="31"/>
                    </a:lnTo>
                    <a:lnTo>
                      <a:pt x="63" y="28"/>
                    </a:lnTo>
                    <a:lnTo>
                      <a:pt x="59" y="24"/>
                    </a:lnTo>
                    <a:lnTo>
                      <a:pt x="59" y="20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1"/>
                    </a:lnTo>
                    <a:lnTo>
                      <a:pt x="56" y="9"/>
                    </a:lnTo>
                    <a:lnTo>
                      <a:pt x="54" y="9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37" y="13"/>
                    </a:lnTo>
                    <a:lnTo>
                      <a:pt x="37" y="15"/>
                    </a:lnTo>
                    <a:lnTo>
                      <a:pt x="37" y="16"/>
                    </a:lnTo>
                    <a:lnTo>
                      <a:pt x="35" y="18"/>
                    </a:lnTo>
                    <a:lnTo>
                      <a:pt x="35" y="16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0" y="3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7" y="5"/>
                    </a:lnTo>
                    <a:lnTo>
                      <a:pt x="13" y="7"/>
                    </a:lnTo>
                    <a:lnTo>
                      <a:pt x="9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3" name="Freeform 6111">
                <a:extLst>
                  <a:ext uri="{FF2B5EF4-FFF2-40B4-BE49-F238E27FC236}">
                    <a16:creationId xmlns:a16="http://schemas.microsoft.com/office/drawing/2014/main" id="{4CDBE892-798F-499B-BE25-CC4F8F3686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9" y="1486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9 w 9"/>
                  <a:gd name="T3" fmla="*/ 2 h 6"/>
                  <a:gd name="T4" fmla="*/ 4 w 9"/>
                  <a:gd name="T5" fmla="*/ 0 h 6"/>
                  <a:gd name="T6" fmla="*/ 2 w 9"/>
                  <a:gd name="T7" fmla="*/ 0 h 6"/>
                  <a:gd name="T8" fmla="*/ 2 w 9"/>
                  <a:gd name="T9" fmla="*/ 2 h 6"/>
                  <a:gd name="T10" fmla="*/ 0 w 9"/>
                  <a:gd name="T11" fmla="*/ 6 h 6"/>
                  <a:gd name="T12" fmla="*/ 6 w 9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6"/>
                    </a:moveTo>
                    <a:lnTo>
                      <a:pt x="9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4" name="Freeform 6112">
                <a:extLst>
                  <a:ext uri="{FF2B5EF4-FFF2-40B4-BE49-F238E27FC236}">
                    <a16:creationId xmlns:a16="http://schemas.microsoft.com/office/drawing/2014/main" id="{95217731-D053-49A5-9E92-1415107A19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481"/>
                <a:ext cx="8" cy="7"/>
              </a:xfrm>
              <a:custGeom>
                <a:avLst/>
                <a:gdLst>
                  <a:gd name="T0" fmla="*/ 2 w 8"/>
                  <a:gd name="T1" fmla="*/ 3 h 7"/>
                  <a:gd name="T2" fmla="*/ 2 w 8"/>
                  <a:gd name="T3" fmla="*/ 7 h 7"/>
                  <a:gd name="T4" fmla="*/ 6 w 8"/>
                  <a:gd name="T5" fmla="*/ 7 h 7"/>
                  <a:gd name="T6" fmla="*/ 8 w 8"/>
                  <a:gd name="T7" fmla="*/ 5 h 7"/>
                  <a:gd name="T8" fmla="*/ 8 w 8"/>
                  <a:gd name="T9" fmla="*/ 3 h 7"/>
                  <a:gd name="T10" fmla="*/ 8 w 8"/>
                  <a:gd name="T11" fmla="*/ 1 h 7"/>
                  <a:gd name="T12" fmla="*/ 4 w 8"/>
                  <a:gd name="T13" fmla="*/ 0 h 7"/>
                  <a:gd name="T14" fmla="*/ 0 w 8"/>
                  <a:gd name="T15" fmla="*/ 0 h 7"/>
                  <a:gd name="T16" fmla="*/ 0 w 8"/>
                  <a:gd name="T17" fmla="*/ 3 h 7"/>
                  <a:gd name="T18" fmla="*/ 2 w 8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2" y="3"/>
                    </a:moveTo>
                    <a:lnTo>
                      <a:pt x="2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5" name="Freeform 6113">
                <a:extLst>
                  <a:ext uri="{FF2B5EF4-FFF2-40B4-BE49-F238E27FC236}">
                    <a16:creationId xmlns:a16="http://schemas.microsoft.com/office/drawing/2014/main" id="{056369CE-3669-425C-A0A2-9BBD6EB595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1432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2 h 8"/>
                  <a:gd name="T4" fmla="*/ 6 w 11"/>
                  <a:gd name="T5" fmla="*/ 2 h 8"/>
                  <a:gd name="T6" fmla="*/ 2 w 11"/>
                  <a:gd name="T7" fmla="*/ 0 h 8"/>
                  <a:gd name="T8" fmla="*/ 0 w 11"/>
                  <a:gd name="T9" fmla="*/ 2 h 8"/>
                  <a:gd name="T10" fmla="*/ 0 w 11"/>
                  <a:gd name="T11" fmla="*/ 6 h 8"/>
                  <a:gd name="T12" fmla="*/ 4 w 11"/>
                  <a:gd name="T13" fmla="*/ 8 h 8"/>
                  <a:gd name="T14" fmla="*/ 8 w 11"/>
                  <a:gd name="T15" fmla="*/ 8 h 8"/>
                  <a:gd name="T16" fmla="*/ 11 w 11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6" name="Freeform 6114">
                <a:extLst>
                  <a:ext uri="{FF2B5EF4-FFF2-40B4-BE49-F238E27FC236}">
                    <a16:creationId xmlns:a16="http://schemas.microsoft.com/office/drawing/2014/main" id="{FE6C423B-53A2-4A62-98A2-9FDC756E61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5" y="1492"/>
                <a:ext cx="9" cy="5"/>
              </a:xfrm>
              <a:custGeom>
                <a:avLst/>
                <a:gdLst>
                  <a:gd name="T0" fmla="*/ 5 w 9"/>
                  <a:gd name="T1" fmla="*/ 5 h 5"/>
                  <a:gd name="T2" fmla="*/ 9 w 9"/>
                  <a:gd name="T3" fmla="*/ 4 h 5"/>
                  <a:gd name="T4" fmla="*/ 9 w 9"/>
                  <a:gd name="T5" fmla="*/ 0 h 5"/>
                  <a:gd name="T6" fmla="*/ 5 w 9"/>
                  <a:gd name="T7" fmla="*/ 0 h 5"/>
                  <a:gd name="T8" fmla="*/ 4 w 9"/>
                  <a:gd name="T9" fmla="*/ 2 h 5"/>
                  <a:gd name="T10" fmla="*/ 0 w 9"/>
                  <a:gd name="T11" fmla="*/ 2 h 5"/>
                  <a:gd name="T12" fmla="*/ 2 w 9"/>
                  <a:gd name="T13" fmla="*/ 5 h 5"/>
                  <a:gd name="T14" fmla="*/ 5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5" y="5"/>
                    </a:move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7" name="Freeform 6115">
                <a:extLst>
                  <a:ext uri="{FF2B5EF4-FFF2-40B4-BE49-F238E27FC236}">
                    <a16:creationId xmlns:a16="http://schemas.microsoft.com/office/drawing/2014/main" id="{903FB818-501A-4978-A509-3417B161B8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7" y="1494"/>
                <a:ext cx="10" cy="5"/>
              </a:xfrm>
              <a:custGeom>
                <a:avLst/>
                <a:gdLst>
                  <a:gd name="T0" fmla="*/ 4 w 10"/>
                  <a:gd name="T1" fmla="*/ 0 h 5"/>
                  <a:gd name="T2" fmla="*/ 0 w 10"/>
                  <a:gd name="T3" fmla="*/ 2 h 5"/>
                  <a:gd name="T4" fmla="*/ 2 w 10"/>
                  <a:gd name="T5" fmla="*/ 5 h 5"/>
                  <a:gd name="T6" fmla="*/ 6 w 10"/>
                  <a:gd name="T7" fmla="*/ 5 h 5"/>
                  <a:gd name="T8" fmla="*/ 10 w 10"/>
                  <a:gd name="T9" fmla="*/ 2 h 5"/>
                  <a:gd name="T10" fmla="*/ 8 w 10"/>
                  <a:gd name="T11" fmla="*/ 0 h 5"/>
                  <a:gd name="T12" fmla="*/ 4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8" name="Freeform 6116">
                <a:extLst>
                  <a:ext uri="{FF2B5EF4-FFF2-40B4-BE49-F238E27FC236}">
                    <a16:creationId xmlns:a16="http://schemas.microsoft.com/office/drawing/2014/main" id="{12BCC800-5D4A-4B41-8C84-86DE80446C3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1" y="1445"/>
                <a:ext cx="10" cy="19"/>
              </a:xfrm>
              <a:custGeom>
                <a:avLst/>
                <a:gdLst>
                  <a:gd name="T0" fmla="*/ 4 w 10"/>
                  <a:gd name="T1" fmla="*/ 13 h 19"/>
                  <a:gd name="T2" fmla="*/ 6 w 10"/>
                  <a:gd name="T3" fmla="*/ 11 h 19"/>
                  <a:gd name="T4" fmla="*/ 6 w 10"/>
                  <a:gd name="T5" fmla="*/ 15 h 19"/>
                  <a:gd name="T6" fmla="*/ 10 w 10"/>
                  <a:gd name="T7" fmla="*/ 19 h 19"/>
                  <a:gd name="T8" fmla="*/ 10 w 10"/>
                  <a:gd name="T9" fmla="*/ 13 h 19"/>
                  <a:gd name="T10" fmla="*/ 8 w 10"/>
                  <a:gd name="T11" fmla="*/ 9 h 19"/>
                  <a:gd name="T12" fmla="*/ 10 w 10"/>
                  <a:gd name="T13" fmla="*/ 9 h 19"/>
                  <a:gd name="T14" fmla="*/ 10 w 10"/>
                  <a:gd name="T15" fmla="*/ 6 h 19"/>
                  <a:gd name="T16" fmla="*/ 8 w 10"/>
                  <a:gd name="T17" fmla="*/ 4 h 19"/>
                  <a:gd name="T18" fmla="*/ 8 w 10"/>
                  <a:gd name="T19" fmla="*/ 4 h 19"/>
                  <a:gd name="T20" fmla="*/ 8 w 10"/>
                  <a:gd name="T21" fmla="*/ 0 h 19"/>
                  <a:gd name="T22" fmla="*/ 4 w 10"/>
                  <a:gd name="T23" fmla="*/ 2 h 19"/>
                  <a:gd name="T24" fmla="*/ 2 w 10"/>
                  <a:gd name="T25" fmla="*/ 2 h 19"/>
                  <a:gd name="T26" fmla="*/ 0 w 10"/>
                  <a:gd name="T27" fmla="*/ 4 h 19"/>
                  <a:gd name="T28" fmla="*/ 0 w 10"/>
                  <a:gd name="T29" fmla="*/ 2 h 19"/>
                  <a:gd name="T30" fmla="*/ 0 w 10"/>
                  <a:gd name="T31" fmla="*/ 11 h 19"/>
                  <a:gd name="T32" fmla="*/ 4 w 10"/>
                  <a:gd name="T3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">
                    <a:moveTo>
                      <a:pt x="4" y="13"/>
                    </a:moveTo>
                    <a:lnTo>
                      <a:pt x="6" y="11"/>
                    </a:lnTo>
                    <a:lnTo>
                      <a:pt x="6" y="15"/>
                    </a:lnTo>
                    <a:lnTo>
                      <a:pt x="10" y="19"/>
                    </a:lnTo>
                    <a:lnTo>
                      <a:pt x="10" y="13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1"/>
                    </a:lnTo>
                    <a:lnTo>
                      <a:pt x="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9" name="Freeform 6117">
                <a:extLst>
                  <a:ext uri="{FF2B5EF4-FFF2-40B4-BE49-F238E27FC236}">
                    <a16:creationId xmlns:a16="http://schemas.microsoft.com/office/drawing/2014/main" id="{61CA0C94-5CF8-4CA0-9454-D6839F33B9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253"/>
                <a:ext cx="32" cy="23"/>
              </a:xfrm>
              <a:custGeom>
                <a:avLst/>
                <a:gdLst>
                  <a:gd name="T0" fmla="*/ 26 w 32"/>
                  <a:gd name="T1" fmla="*/ 17 h 23"/>
                  <a:gd name="T2" fmla="*/ 28 w 32"/>
                  <a:gd name="T3" fmla="*/ 15 h 23"/>
                  <a:gd name="T4" fmla="*/ 30 w 32"/>
                  <a:gd name="T5" fmla="*/ 11 h 23"/>
                  <a:gd name="T6" fmla="*/ 32 w 32"/>
                  <a:gd name="T7" fmla="*/ 8 h 23"/>
                  <a:gd name="T8" fmla="*/ 30 w 32"/>
                  <a:gd name="T9" fmla="*/ 4 h 23"/>
                  <a:gd name="T10" fmla="*/ 24 w 32"/>
                  <a:gd name="T11" fmla="*/ 2 h 23"/>
                  <a:gd name="T12" fmla="*/ 19 w 32"/>
                  <a:gd name="T13" fmla="*/ 0 h 23"/>
                  <a:gd name="T14" fmla="*/ 15 w 32"/>
                  <a:gd name="T15" fmla="*/ 2 h 23"/>
                  <a:gd name="T16" fmla="*/ 11 w 32"/>
                  <a:gd name="T17" fmla="*/ 2 h 23"/>
                  <a:gd name="T18" fmla="*/ 10 w 32"/>
                  <a:gd name="T19" fmla="*/ 2 h 23"/>
                  <a:gd name="T20" fmla="*/ 8 w 32"/>
                  <a:gd name="T21" fmla="*/ 2 h 23"/>
                  <a:gd name="T22" fmla="*/ 6 w 32"/>
                  <a:gd name="T23" fmla="*/ 4 h 23"/>
                  <a:gd name="T24" fmla="*/ 2 w 32"/>
                  <a:gd name="T25" fmla="*/ 4 h 23"/>
                  <a:gd name="T26" fmla="*/ 0 w 32"/>
                  <a:gd name="T27" fmla="*/ 6 h 23"/>
                  <a:gd name="T28" fmla="*/ 2 w 32"/>
                  <a:gd name="T29" fmla="*/ 8 h 23"/>
                  <a:gd name="T30" fmla="*/ 6 w 32"/>
                  <a:gd name="T31" fmla="*/ 9 h 23"/>
                  <a:gd name="T32" fmla="*/ 6 w 32"/>
                  <a:gd name="T33" fmla="*/ 11 h 23"/>
                  <a:gd name="T34" fmla="*/ 10 w 32"/>
                  <a:gd name="T35" fmla="*/ 13 h 23"/>
                  <a:gd name="T36" fmla="*/ 11 w 32"/>
                  <a:gd name="T37" fmla="*/ 15 h 23"/>
                  <a:gd name="T38" fmla="*/ 15 w 32"/>
                  <a:gd name="T39" fmla="*/ 17 h 23"/>
                  <a:gd name="T40" fmla="*/ 19 w 32"/>
                  <a:gd name="T41" fmla="*/ 17 h 23"/>
                  <a:gd name="T42" fmla="*/ 17 w 32"/>
                  <a:gd name="T43" fmla="*/ 17 h 23"/>
                  <a:gd name="T44" fmla="*/ 13 w 32"/>
                  <a:gd name="T45" fmla="*/ 17 h 23"/>
                  <a:gd name="T46" fmla="*/ 13 w 32"/>
                  <a:gd name="T47" fmla="*/ 19 h 23"/>
                  <a:gd name="T48" fmla="*/ 17 w 32"/>
                  <a:gd name="T49" fmla="*/ 21 h 23"/>
                  <a:gd name="T50" fmla="*/ 21 w 32"/>
                  <a:gd name="T51" fmla="*/ 23 h 23"/>
                  <a:gd name="T52" fmla="*/ 23 w 32"/>
                  <a:gd name="T53" fmla="*/ 19 h 23"/>
                  <a:gd name="T54" fmla="*/ 26 w 32"/>
                  <a:gd name="T5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3">
                    <a:moveTo>
                      <a:pt x="26" y="17"/>
                    </a:moveTo>
                    <a:lnTo>
                      <a:pt x="28" y="15"/>
                    </a:lnTo>
                    <a:lnTo>
                      <a:pt x="30" y="11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1" y="15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7" y="21"/>
                    </a:lnTo>
                    <a:lnTo>
                      <a:pt x="21" y="23"/>
                    </a:lnTo>
                    <a:lnTo>
                      <a:pt x="23" y="19"/>
                    </a:lnTo>
                    <a:lnTo>
                      <a:pt x="2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0" name="Freeform 6118">
                <a:extLst>
                  <a:ext uri="{FF2B5EF4-FFF2-40B4-BE49-F238E27FC236}">
                    <a16:creationId xmlns:a16="http://schemas.microsoft.com/office/drawing/2014/main" id="{05F57FC5-3BE2-4D3D-B4FE-0D31A65727D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0" y="1428"/>
                <a:ext cx="13" cy="8"/>
              </a:xfrm>
              <a:custGeom>
                <a:avLst/>
                <a:gdLst>
                  <a:gd name="T0" fmla="*/ 3 w 7"/>
                  <a:gd name="T1" fmla="*/ 0 h 4"/>
                  <a:gd name="T2" fmla="*/ 1 w 7"/>
                  <a:gd name="T3" fmla="*/ 1 h 4"/>
                  <a:gd name="T4" fmla="*/ 0 w 7"/>
                  <a:gd name="T5" fmla="*/ 3 h 4"/>
                  <a:gd name="T6" fmla="*/ 0 w 7"/>
                  <a:gd name="T7" fmla="*/ 3 h 4"/>
                  <a:gd name="T8" fmla="*/ 1 w 7"/>
                  <a:gd name="T9" fmla="*/ 4 h 4"/>
                  <a:gd name="T10" fmla="*/ 2 w 7"/>
                  <a:gd name="T11" fmla="*/ 4 h 4"/>
                  <a:gd name="T12" fmla="*/ 3 w 7"/>
                  <a:gd name="T13" fmla="*/ 4 h 4"/>
                  <a:gd name="T14" fmla="*/ 5 w 7"/>
                  <a:gd name="T15" fmla="*/ 4 h 4"/>
                  <a:gd name="T16" fmla="*/ 6 w 7"/>
                  <a:gd name="T17" fmla="*/ 3 h 4"/>
                  <a:gd name="T18" fmla="*/ 7 w 7"/>
                  <a:gd name="T19" fmla="*/ 2 h 4"/>
                  <a:gd name="T20" fmla="*/ 4 w 7"/>
                  <a:gd name="T21" fmla="*/ 1 h 4"/>
                  <a:gd name="T22" fmla="*/ 3 w 7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1" name="Freeform 6119">
                <a:extLst>
                  <a:ext uri="{FF2B5EF4-FFF2-40B4-BE49-F238E27FC236}">
                    <a16:creationId xmlns:a16="http://schemas.microsoft.com/office/drawing/2014/main" id="{37CAFCF0-D6B7-485A-800E-48ACDB1D47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66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6 w 9"/>
                  <a:gd name="T3" fmla="*/ 0 h 5"/>
                  <a:gd name="T4" fmla="*/ 4 w 9"/>
                  <a:gd name="T5" fmla="*/ 0 h 5"/>
                  <a:gd name="T6" fmla="*/ 0 w 9"/>
                  <a:gd name="T7" fmla="*/ 2 h 5"/>
                  <a:gd name="T8" fmla="*/ 2 w 9"/>
                  <a:gd name="T9" fmla="*/ 3 h 5"/>
                  <a:gd name="T10" fmla="*/ 6 w 9"/>
                  <a:gd name="T11" fmla="*/ 3 h 5"/>
                  <a:gd name="T12" fmla="*/ 7 w 9"/>
                  <a:gd name="T13" fmla="*/ 5 h 5"/>
                  <a:gd name="T14" fmla="*/ 9 w 9"/>
                  <a:gd name="T15" fmla="*/ 2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2" name="Freeform 6120">
                <a:extLst>
                  <a:ext uri="{FF2B5EF4-FFF2-40B4-BE49-F238E27FC236}">
                    <a16:creationId xmlns:a16="http://schemas.microsoft.com/office/drawing/2014/main" id="{FF21B348-398C-4029-96BF-E2A7B854CBE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2" y="1343"/>
                <a:ext cx="7" cy="5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1 h 5"/>
                  <a:gd name="T4" fmla="*/ 3 w 7"/>
                  <a:gd name="T5" fmla="*/ 5 h 5"/>
                  <a:gd name="T6" fmla="*/ 7 w 7"/>
                  <a:gd name="T7" fmla="*/ 5 h 5"/>
                  <a:gd name="T8" fmla="*/ 5 w 7"/>
                  <a:gd name="T9" fmla="*/ 1 h 5"/>
                  <a:gd name="T10" fmla="*/ 3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3" name="Freeform 6121">
                <a:extLst>
                  <a:ext uri="{FF2B5EF4-FFF2-40B4-BE49-F238E27FC236}">
                    <a16:creationId xmlns:a16="http://schemas.microsoft.com/office/drawing/2014/main" id="{0839533B-2D10-4D58-BB9E-02683AA4A9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96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4 w 11"/>
                  <a:gd name="T3" fmla="*/ 3 h 3"/>
                  <a:gd name="T4" fmla="*/ 7 w 11"/>
                  <a:gd name="T5" fmla="*/ 3 h 3"/>
                  <a:gd name="T6" fmla="*/ 11 w 11"/>
                  <a:gd name="T7" fmla="*/ 1 h 3"/>
                  <a:gd name="T8" fmla="*/ 6 w 11"/>
                  <a:gd name="T9" fmla="*/ 0 h 3"/>
                  <a:gd name="T10" fmla="*/ 0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11" y="1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4" name="Freeform 6122">
                <a:extLst>
                  <a:ext uri="{FF2B5EF4-FFF2-40B4-BE49-F238E27FC236}">
                    <a16:creationId xmlns:a16="http://schemas.microsoft.com/office/drawing/2014/main" id="{DFCAA8B3-E6A6-4F0C-AFB5-DF3D873F442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9" y="1363"/>
                <a:ext cx="7" cy="11"/>
              </a:xfrm>
              <a:custGeom>
                <a:avLst/>
                <a:gdLst>
                  <a:gd name="T0" fmla="*/ 7 w 7"/>
                  <a:gd name="T1" fmla="*/ 8 h 11"/>
                  <a:gd name="T2" fmla="*/ 7 w 7"/>
                  <a:gd name="T3" fmla="*/ 4 h 11"/>
                  <a:gd name="T4" fmla="*/ 5 w 7"/>
                  <a:gd name="T5" fmla="*/ 0 h 11"/>
                  <a:gd name="T6" fmla="*/ 1 w 7"/>
                  <a:gd name="T7" fmla="*/ 0 h 11"/>
                  <a:gd name="T8" fmla="*/ 0 w 7"/>
                  <a:gd name="T9" fmla="*/ 2 h 11"/>
                  <a:gd name="T10" fmla="*/ 0 w 7"/>
                  <a:gd name="T11" fmla="*/ 6 h 11"/>
                  <a:gd name="T12" fmla="*/ 0 w 7"/>
                  <a:gd name="T13" fmla="*/ 8 h 11"/>
                  <a:gd name="T14" fmla="*/ 1 w 7"/>
                  <a:gd name="T15" fmla="*/ 11 h 11"/>
                  <a:gd name="T16" fmla="*/ 3 w 7"/>
                  <a:gd name="T17" fmla="*/ 11 h 11"/>
                  <a:gd name="T18" fmla="*/ 7 w 7"/>
                  <a:gd name="T19" fmla="*/ 9 h 11"/>
                  <a:gd name="T20" fmla="*/ 7 w 7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1">
                    <a:moveTo>
                      <a:pt x="7" y="8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5" name="Freeform 6123">
                <a:extLst>
                  <a:ext uri="{FF2B5EF4-FFF2-40B4-BE49-F238E27FC236}">
                    <a16:creationId xmlns:a16="http://schemas.microsoft.com/office/drawing/2014/main" id="{922E19C5-8CFD-417E-A62C-7A1AA8D1B8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3" y="1193"/>
                <a:ext cx="11" cy="12"/>
              </a:xfrm>
              <a:custGeom>
                <a:avLst/>
                <a:gdLst>
                  <a:gd name="T0" fmla="*/ 7 w 11"/>
                  <a:gd name="T1" fmla="*/ 8 h 12"/>
                  <a:gd name="T2" fmla="*/ 11 w 11"/>
                  <a:gd name="T3" fmla="*/ 6 h 12"/>
                  <a:gd name="T4" fmla="*/ 9 w 11"/>
                  <a:gd name="T5" fmla="*/ 4 h 12"/>
                  <a:gd name="T6" fmla="*/ 9 w 11"/>
                  <a:gd name="T7" fmla="*/ 2 h 12"/>
                  <a:gd name="T8" fmla="*/ 7 w 11"/>
                  <a:gd name="T9" fmla="*/ 0 h 12"/>
                  <a:gd name="T10" fmla="*/ 2 w 11"/>
                  <a:gd name="T11" fmla="*/ 4 h 12"/>
                  <a:gd name="T12" fmla="*/ 0 w 11"/>
                  <a:gd name="T13" fmla="*/ 12 h 12"/>
                  <a:gd name="T14" fmla="*/ 5 w 11"/>
                  <a:gd name="T15" fmla="*/ 10 h 12"/>
                  <a:gd name="T16" fmla="*/ 7 w 1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lnTo>
                      <a:pt x="11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5" y="10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6" name="Freeform 6124">
                <a:extLst>
                  <a:ext uri="{FF2B5EF4-FFF2-40B4-BE49-F238E27FC236}">
                    <a16:creationId xmlns:a16="http://schemas.microsoft.com/office/drawing/2014/main" id="{261A0429-2055-462E-965F-B37A51035B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5" y="1246"/>
                <a:ext cx="98" cy="69"/>
              </a:xfrm>
              <a:custGeom>
                <a:avLst/>
                <a:gdLst>
                  <a:gd name="T0" fmla="*/ 3 w 98"/>
                  <a:gd name="T1" fmla="*/ 31 h 69"/>
                  <a:gd name="T2" fmla="*/ 7 w 98"/>
                  <a:gd name="T3" fmla="*/ 37 h 69"/>
                  <a:gd name="T4" fmla="*/ 13 w 98"/>
                  <a:gd name="T5" fmla="*/ 43 h 69"/>
                  <a:gd name="T6" fmla="*/ 14 w 98"/>
                  <a:gd name="T7" fmla="*/ 46 h 69"/>
                  <a:gd name="T8" fmla="*/ 14 w 98"/>
                  <a:gd name="T9" fmla="*/ 52 h 69"/>
                  <a:gd name="T10" fmla="*/ 31 w 98"/>
                  <a:gd name="T11" fmla="*/ 59 h 69"/>
                  <a:gd name="T12" fmla="*/ 37 w 98"/>
                  <a:gd name="T13" fmla="*/ 65 h 69"/>
                  <a:gd name="T14" fmla="*/ 48 w 98"/>
                  <a:gd name="T15" fmla="*/ 67 h 69"/>
                  <a:gd name="T16" fmla="*/ 57 w 98"/>
                  <a:gd name="T17" fmla="*/ 67 h 69"/>
                  <a:gd name="T18" fmla="*/ 57 w 98"/>
                  <a:gd name="T19" fmla="*/ 57 h 69"/>
                  <a:gd name="T20" fmla="*/ 59 w 98"/>
                  <a:gd name="T21" fmla="*/ 57 h 69"/>
                  <a:gd name="T22" fmla="*/ 65 w 98"/>
                  <a:gd name="T23" fmla="*/ 56 h 69"/>
                  <a:gd name="T24" fmla="*/ 76 w 98"/>
                  <a:gd name="T25" fmla="*/ 46 h 69"/>
                  <a:gd name="T26" fmla="*/ 80 w 98"/>
                  <a:gd name="T27" fmla="*/ 46 h 69"/>
                  <a:gd name="T28" fmla="*/ 85 w 98"/>
                  <a:gd name="T29" fmla="*/ 44 h 69"/>
                  <a:gd name="T30" fmla="*/ 91 w 98"/>
                  <a:gd name="T31" fmla="*/ 37 h 69"/>
                  <a:gd name="T32" fmla="*/ 89 w 98"/>
                  <a:gd name="T33" fmla="*/ 35 h 69"/>
                  <a:gd name="T34" fmla="*/ 94 w 98"/>
                  <a:gd name="T35" fmla="*/ 35 h 69"/>
                  <a:gd name="T36" fmla="*/ 98 w 98"/>
                  <a:gd name="T37" fmla="*/ 26 h 69"/>
                  <a:gd name="T38" fmla="*/ 94 w 98"/>
                  <a:gd name="T39" fmla="*/ 18 h 69"/>
                  <a:gd name="T40" fmla="*/ 93 w 98"/>
                  <a:gd name="T41" fmla="*/ 13 h 69"/>
                  <a:gd name="T42" fmla="*/ 89 w 98"/>
                  <a:gd name="T43" fmla="*/ 7 h 69"/>
                  <a:gd name="T44" fmla="*/ 76 w 98"/>
                  <a:gd name="T45" fmla="*/ 5 h 69"/>
                  <a:gd name="T46" fmla="*/ 55 w 98"/>
                  <a:gd name="T47" fmla="*/ 3 h 69"/>
                  <a:gd name="T48" fmla="*/ 63 w 98"/>
                  <a:gd name="T49" fmla="*/ 11 h 69"/>
                  <a:gd name="T50" fmla="*/ 65 w 98"/>
                  <a:gd name="T51" fmla="*/ 15 h 69"/>
                  <a:gd name="T52" fmla="*/ 65 w 98"/>
                  <a:gd name="T53" fmla="*/ 22 h 69"/>
                  <a:gd name="T54" fmla="*/ 74 w 98"/>
                  <a:gd name="T55" fmla="*/ 35 h 69"/>
                  <a:gd name="T56" fmla="*/ 81 w 98"/>
                  <a:gd name="T57" fmla="*/ 39 h 69"/>
                  <a:gd name="T58" fmla="*/ 72 w 98"/>
                  <a:gd name="T59" fmla="*/ 33 h 69"/>
                  <a:gd name="T60" fmla="*/ 65 w 98"/>
                  <a:gd name="T61" fmla="*/ 28 h 69"/>
                  <a:gd name="T62" fmla="*/ 59 w 98"/>
                  <a:gd name="T63" fmla="*/ 18 h 69"/>
                  <a:gd name="T64" fmla="*/ 57 w 98"/>
                  <a:gd name="T65" fmla="*/ 13 h 69"/>
                  <a:gd name="T66" fmla="*/ 57 w 98"/>
                  <a:gd name="T67" fmla="*/ 5 h 69"/>
                  <a:gd name="T68" fmla="*/ 46 w 98"/>
                  <a:gd name="T69" fmla="*/ 3 h 69"/>
                  <a:gd name="T70" fmla="*/ 37 w 98"/>
                  <a:gd name="T71" fmla="*/ 0 h 69"/>
                  <a:gd name="T72" fmla="*/ 37 w 98"/>
                  <a:gd name="T73" fmla="*/ 5 h 69"/>
                  <a:gd name="T74" fmla="*/ 37 w 98"/>
                  <a:gd name="T75" fmla="*/ 15 h 69"/>
                  <a:gd name="T76" fmla="*/ 42 w 98"/>
                  <a:gd name="T77" fmla="*/ 24 h 69"/>
                  <a:gd name="T78" fmla="*/ 37 w 98"/>
                  <a:gd name="T79" fmla="*/ 22 h 69"/>
                  <a:gd name="T80" fmla="*/ 29 w 98"/>
                  <a:gd name="T81" fmla="*/ 16 h 69"/>
                  <a:gd name="T82" fmla="*/ 26 w 98"/>
                  <a:gd name="T83" fmla="*/ 16 h 69"/>
                  <a:gd name="T84" fmla="*/ 22 w 98"/>
                  <a:gd name="T85" fmla="*/ 11 h 69"/>
                  <a:gd name="T86" fmla="*/ 13 w 98"/>
                  <a:gd name="T87" fmla="*/ 7 h 69"/>
                  <a:gd name="T88" fmla="*/ 5 w 98"/>
                  <a:gd name="T89" fmla="*/ 7 h 69"/>
                  <a:gd name="T90" fmla="*/ 3 w 98"/>
                  <a:gd name="T91" fmla="*/ 16 h 69"/>
                  <a:gd name="T92" fmla="*/ 0 w 98"/>
                  <a:gd name="T93" fmla="*/ 2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8" h="69">
                    <a:moveTo>
                      <a:pt x="5" y="30"/>
                    </a:moveTo>
                    <a:lnTo>
                      <a:pt x="5" y="30"/>
                    </a:lnTo>
                    <a:lnTo>
                      <a:pt x="3" y="31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7"/>
                    </a:lnTo>
                    <a:lnTo>
                      <a:pt x="7" y="39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8"/>
                    </a:lnTo>
                    <a:lnTo>
                      <a:pt x="14" y="52"/>
                    </a:lnTo>
                    <a:lnTo>
                      <a:pt x="22" y="57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40" y="67"/>
                    </a:lnTo>
                    <a:lnTo>
                      <a:pt x="44" y="67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7" y="67"/>
                    </a:lnTo>
                    <a:lnTo>
                      <a:pt x="59" y="65"/>
                    </a:lnTo>
                    <a:lnTo>
                      <a:pt x="59" y="61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9" y="57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0"/>
                    </a:lnTo>
                    <a:lnTo>
                      <a:pt x="72" y="46"/>
                    </a:lnTo>
                    <a:lnTo>
                      <a:pt x="76" y="46"/>
                    </a:lnTo>
                    <a:lnTo>
                      <a:pt x="76" y="44"/>
                    </a:lnTo>
                    <a:lnTo>
                      <a:pt x="76" y="46"/>
                    </a:lnTo>
                    <a:lnTo>
                      <a:pt x="80" y="46"/>
                    </a:lnTo>
                    <a:lnTo>
                      <a:pt x="81" y="48"/>
                    </a:lnTo>
                    <a:lnTo>
                      <a:pt x="85" y="46"/>
                    </a:lnTo>
                    <a:lnTo>
                      <a:pt x="85" y="44"/>
                    </a:lnTo>
                    <a:lnTo>
                      <a:pt x="89" y="43"/>
                    </a:lnTo>
                    <a:lnTo>
                      <a:pt x="93" y="39"/>
                    </a:lnTo>
                    <a:lnTo>
                      <a:pt x="91" y="37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93" y="37"/>
                    </a:lnTo>
                    <a:lnTo>
                      <a:pt x="94" y="35"/>
                    </a:lnTo>
                    <a:lnTo>
                      <a:pt x="96" y="33"/>
                    </a:lnTo>
                    <a:lnTo>
                      <a:pt x="96" y="30"/>
                    </a:lnTo>
                    <a:lnTo>
                      <a:pt x="98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4" y="18"/>
                    </a:lnTo>
                    <a:lnTo>
                      <a:pt x="91" y="16"/>
                    </a:lnTo>
                    <a:lnTo>
                      <a:pt x="91" y="15"/>
                    </a:lnTo>
                    <a:lnTo>
                      <a:pt x="93" y="13"/>
                    </a:lnTo>
                    <a:lnTo>
                      <a:pt x="96" y="13"/>
                    </a:lnTo>
                    <a:lnTo>
                      <a:pt x="96" y="9"/>
                    </a:lnTo>
                    <a:lnTo>
                      <a:pt x="89" y="7"/>
                    </a:lnTo>
                    <a:lnTo>
                      <a:pt x="81" y="5"/>
                    </a:lnTo>
                    <a:lnTo>
                      <a:pt x="80" y="7"/>
                    </a:lnTo>
                    <a:lnTo>
                      <a:pt x="76" y="5"/>
                    </a:lnTo>
                    <a:lnTo>
                      <a:pt x="70" y="3"/>
                    </a:lnTo>
                    <a:lnTo>
                      <a:pt x="67" y="2"/>
                    </a:lnTo>
                    <a:lnTo>
                      <a:pt x="55" y="3"/>
                    </a:lnTo>
                    <a:lnTo>
                      <a:pt x="59" y="7"/>
                    </a:lnTo>
                    <a:lnTo>
                      <a:pt x="61" y="9"/>
                    </a:lnTo>
                    <a:lnTo>
                      <a:pt x="63" y="11"/>
                    </a:lnTo>
                    <a:lnTo>
                      <a:pt x="63" y="13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5" y="18"/>
                    </a:lnTo>
                    <a:lnTo>
                      <a:pt x="65" y="22"/>
                    </a:lnTo>
                    <a:lnTo>
                      <a:pt x="65" y="26"/>
                    </a:lnTo>
                    <a:lnTo>
                      <a:pt x="72" y="31"/>
                    </a:lnTo>
                    <a:lnTo>
                      <a:pt x="74" y="35"/>
                    </a:lnTo>
                    <a:lnTo>
                      <a:pt x="81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80" y="37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5" y="28"/>
                    </a:lnTo>
                    <a:lnTo>
                      <a:pt x="63" y="26"/>
                    </a:lnTo>
                    <a:lnTo>
                      <a:pt x="61" y="20"/>
                    </a:lnTo>
                    <a:lnTo>
                      <a:pt x="59" y="18"/>
                    </a:lnTo>
                    <a:lnTo>
                      <a:pt x="59" y="15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5" y="11"/>
                    </a:lnTo>
                    <a:lnTo>
                      <a:pt x="57" y="9"/>
                    </a:lnTo>
                    <a:lnTo>
                      <a:pt x="57" y="5"/>
                    </a:lnTo>
                    <a:lnTo>
                      <a:pt x="53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3" y="7"/>
                    </a:lnTo>
                    <a:lnTo>
                      <a:pt x="35" y="11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42" y="22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39" y="24"/>
                    </a:lnTo>
                    <a:lnTo>
                      <a:pt x="37" y="22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29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6" y="15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18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5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7" name="Freeform 6125">
                <a:extLst>
                  <a:ext uri="{FF2B5EF4-FFF2-40B4-BE49-F238E27FC236}">
                    <a16:creationId xmlns:a16="http://schemas.microsoft.com/office/drawing/2014/main" id="{D54E4824-A01C-42A7-91CD-3F48105D7C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1" y="1328"/>
                <a:ext cx="45" cy="30"/>
              </a:xfrm>
              <a:custGeom>
                <a:avLst/>
                <a:gdLst>
                  <a:gd name="T0" fmla="*/ 4 w 45"/>
                  <a:gd name="T1" fmla="*/ 22 h 30"/>
                  <a:gd name="T2" fmla="*/ 0 w 45"/>
                  <a:gd name="T3" fmla="*/ 26 h 30"/>
                  <a:gd name="T4" fmla="*/ 0 w 45"/>
                  <a:gd name="T5" fmla="*/ 30 h 30"/>
                  <a:gd name="T6" fmla="*/ 4 w 45"/>
                  <a:gd name="T7" fmla="*/ 30 h 30"/>
                  <a:gd name="T8" fmla="*/ 6 w 45"/>
                  <a:gd name="T9" fmla="*/ 28 h 30"/>
                  <a:gd name="T10" fmla="*/ 8 w 45"/>
                  <a:gd name="T11" fmla="*/ 26 h 30"/>
                  <a:gd name="T12" fmla="*/ 11 w 45"/>
                  <a:gd name="T13" fmla="*/ 22 h 30"/>
                  <a:gd name="T14" fmla="*/ 15 w 45"/>
                  <a:gd name="T15" fmla="*/ 24 h 30"/>
                  <a:gd name="T16" fmla="*/ 23 w 45"/>
                  <a:gd name="T17" fmla="*/ 24 h 30"/>
                  <a:gd name="T18" fmla="*/ 25 w 45"/>
                  <a:gd name="T19" fmla="*/ 24 h 30"/>
                  <a:gd name="T20" fmla="*/ 32 w 45"/>
                  <a:gd name="T21" fmla="*/ 24 h 30"/>
                  <a:gd name="T22" fmla="*/ 34 w 45"/>
                  <a:gd name="T23" fmla="*/ 22 h 30"/>
                  <a:gd name="T24" fmla="*/ 39 w 45"/>
                  <a:gd name="T25" fmla="*/ 20 h 30"/>
                  <a:gd name="T26" fmla="*/ 41 w 45"/>
                  <a:gd name="T27" fmla="*/ 22 h 30"/>
                  <a:gd name="T28" fmla="*/ 45 w 45"/>
                  <a:gd name="T29" fmla="*/ 18 h 30"/>
                  <a:gd name="T30" fmla="*/ 43 w 45"/>
                  <a:gd name="T31" fmla="*/ 16 h 30"/>
                  <a:gd name="T32" fmla="*/ 41 w 45"/>
                  <a:gd name="T33" fmla="*/ 13 h 30"/>
                  <a:gd name="T34" fmla="*/ 38 w 45"/>
                  <a:gd name="T35" fmla="*/ 9 h 30"/>
                  <a:gd name="T36" fmla="*/ 32 w 45"/>
                  <a:gd name="T37" fmla="*/ 3 h 30"/>
                  <a:gd name="T38" fmla="*/ 28 w 45"/>
                  <a:gd name="T39" fmla="*/ 3 h 30"/>
                  <a:gd name="T40" fmla="*/ 25 w 45"/>
                  <a:gd name="T41" fmla="*/ 3 h 30"/>
                  <a:gd name="T42" fmla="*/ 21 w 45"/>
                  <a:gd name="T43" fmla="*/ 0 h 30"/>
                  <a:gd name="T44" fmla="*/ 19 w 45"/>
                  <a:gd name="T45" fmla="*/ 0 h 30"/>
                  <a:gd name="T46" fmla="*/ 17 w 45"/>
                  <a:gd name="T47" fmla="*/ 2 h 30"/>
                  <a:gd name="T48" fmla="*/ 13 w 45"/>
                  <a:gd name="T49" fmla="*/ 0 h 30"/>
                  <a:gd name="T50" fmla="*/ 10 w 45"/>
                  <a:gd name="T51" fmla="*/ 0 h 30"/>
                  <a:gd name="T52" fmla="*/ 4 w 45"/>
                  <a:gd name="T53" fmla="*/ 9 h 30"/>
                  <a:gd name="T54" fmla="*/ 6 w 45"/>
                  <a:gd name="T55" fmla="*/ 11 h 30"/>
                  <a:gd name="T56" fmla="*/ 6 w 45"/>
                  <a:gd name="T57" fmla="*/ 16 h 30"/>
                  <a:gd name="T58" fmla="*/ 4 w 45"/>
                  <a:gd name="T5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0">
                    <a:moveTo>
                      <a:pt x="4" y="22"/>
                    </a:move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8" y="26"/>
                    </a:lnTo>
                    <a:lnTo>
                      <a:pt x="11" y="22"/>
                    </a:lnTo>
                    <a:lnTo>
                      <a:pt x="15" y="24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32" y="24"/>
                    </a:lnTo>
                    <a:lnTo>
                      <a:pt x="34" y="22"/>
                    </a:lnTo>
                    <a:lnTo>
                      <a:pt x="39" y="20"/>
                    </a:lnTo>
                    <a:lnTo>
                      <a:pt x="41" y="22"/>
                    </a:lnTo>
                    <a:lnTo>
                      <a:pt x="45" y="18"/>
                    </a:lnTo>
                    <a:lnTo>
                      <a:pt x="43" y="16"/>
                    </a:lnTo>
                    <a:lnTo>
                      <a:pt x="41" y="13"/>
                    </a:lnTo>
                    <a:lnTo>
                      <a:pt x="38" y="9"/>
                    </a:lnTo>
                    <a:lnTo>
                      <a:pt x="32" y="3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8" name="Freeform 6126">
                <a:extLst>
                  <a:ext uri="{FF2B5EF4-FFF2-40B4-BE49-F238E27FC236}">
                    <a16:creationId xmlns:a16="http://schemas.microsoft.com/office/drawing/2014/main" id="{5DB42CBB-0337-4799-A4A6-A259D9B20D3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82" y="1248"/>
                <a:ext cx="56" cy="24"/>
              </a:xfrm>
              <a:custGeom>
                <a:avLst/>
                <a:gdLst>
                  <a:gd name="T0" fmla="*/ 8 w 56"/>
                  <a:gd name="T1" fmla="*/ 13 h 24"/>
                  <a:gd name="T2" fmla="*/ 8 w 56"/>
                  <a:gd name="T3" fmla="*/ 16 h 24"/>
                  <a:gd name="T4" fmla="*/ 19 w 56"/>
                  <a:gd name="T5" fmla="*/ 20 h 24"/>
                  <a:gd name="T6" fmla="*/ 27 w 56"/>
                  <a:gd name="T7" fmla="*/ 20 h 24"/>
                  <a:gd name="T8" fmla="*/ 30 w 56"/>
                  <a:gd name="T9" fmla="*/ 22 h 24"/>
                  <a:gd name="T10" fmla="*/ 36 w 56"/>
                  <a:gd name="T11" fmla="*/ 24 h 24"/>
                  <a:gd name="T12" fmla="*/ 40 w 56"/>
                  <a:gd name="T13" fmla="*/ 22 h 24"/>
                  <a:gd name="T14" fmla="*/ 43 w 56"/>
                  <a:gd name="T15" fmla="*/ 24 h 24"/>
                  <a:gd name="T16" fmla="*/ 47 w 56"/>
                  <a:gd name="T17" fmla="*/ 22 h 24"/>
                  <a:gd name="T18" fmla="*/ 53 w 56"/>
                  <a:gd name="T19" fmla="*/ 18 h 24"/>
                  <a:gd name="T20" fmla="*/ 53 w 56"/>
                  <a:gd name="T21" fmla="*/ 14 h 24"/>
                  <a:gd name="T22" fmla="*/ 56 w 56"/>
                  <a:gd name="T23" fmla="*/ 11 h 24"/>
                  <a:gd name="T24" fmla="*/ 54 w 56"/>
                  <a:gd name="T25" fmla="*/ 7 h 24"/>
                  <a:gd name="T26" fmla="*/ 51 w 56"/>
                  <a:gd name="T27" fmla="*/ 5 h 24"/>
                  <a:gd name="T28" fmla="*/ 51 w 56"/>
                  <a:gd name="T29" fmla="*/ 5 h 24"/>
                  <a:gd name="T30" fmla="*/ 49 w 56"/>
                  <a:gd name="T31" fmla="*/ 5 h 24"/>
                  <a:gd name="T32" fmla="*/ 49 w 56"/>
                  <a:gd name="T33" fmla="*/ 3 h 24"/>
                  <a:gd name="T34" fmla="*/ 47 w 56"/>
                  <a:gd name="T35" fmla="*/ 0 h 24"/>
                  <a:gd name="T36" fmla="*/ 45 w 56"/>
                  <a:gd name="T37" fmla="*/ 1 h 24"/>
                  <a:gd name="T38" fmla="*/ 41 w 56"/>
                  <a:gd name="T39" fmla="*/ 1 h 24"/>
                  <a:gd name="T40" fmla="*/ 34 w 56"/>
                  <a:gd name="T41" fmla="*/ 1 h 24"/>
                  <a:gd name="T42" fmla="*/ 28 w 56"/>
                  <a:gd name="T43" fmla="*/ 5 h 24"/>
                  <a:gd name="T44" fmla="*/ 28 w 56"/>
                  <a:gd name="T45" fmla="*/ 5 h 24"/>
                  <a:gd name="T46" fmla="*/ 27 w 56"/>
                  <a:gd name="T47" fmla="*/ 5 h 24"/>
                  <a:gd name="T48" fmla="*/ 27 w 56"/>
                  <a:gd name="T49" fmla="*/ 1 h 24"/>
                  <a:gd name="T50" fmla="*/ 23 w 56"/>
                  <a:gd name="T51" fmla="*/ 1 h 24"/>
                  <a:gd name="T52" fmla="*/ 21 w 56"/>
                  <a:gd name="T53" fmla="*/ 3 h 24"/>
                  <a:gd name="T54" fmla="*/ 15 w 56"/>
                  <a:gd name="T55" fmla="*/ 3 h 24"/>
                  <a:gd name="T56" fmla="*/ 14 w 56"/>
                  <a:gd name="T57" fmla="*/ 1 h 24"/>
                  <a:gd name="T58" fmla="*/ 14 w 56"/>
                  <a:gd name="T59" fmla="*/ 5 h 24"/>
                  <a:gd name="T60" fmla="*/ 12 w 56"/>
                  <a:gd name="T61" fmla="*/ 5 h 24"/>
                  <a:gd name="T62" fmla="*/ 8 w 56"/>
                  <a:gd name="T63" fmla="*/ 5 h 24"/>
                  <a:gd name="T64" fmla="*/ 6 w 56"/>
                  <a:gd name="T65" fmla="*/ 3 h 24"/>
                  <a:gd name="T66" fmla="*/ 6 w 56"/>
                  <a:gd name="T67" fmla="*/ 1 h 24"/>
                  <a:gd name="T68" fmla="*/ 0 w 56"/>
                  <a:gd name="T69" fmla="*/ 0 h 24"/>
                  <a:gd name="T70" fmla="*/ 2 w 56"/>
                  <a:gd name="T71" fmla="*/ 7 h 24"/>
                  <a:gd name="T72" fmla="*/ 8 w 56"/>
                  <a:gd name="T73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" h="24">
                    <a:moveTo>
                      <a:pt x="8" y="13"/>
                    </a:moveTo>
                    <a:lnTo>
                      <a:pt x="8" y="16"/>
                    </a:lnTo>
                    <a:lnTo>
                      <a:pt x="19" y="20"/>
                    </a:lnTo>
                    <a:lnTo>
                      <a:pt x="27" y="20"/>
                    </a:lnTo>
                    <a:lnTo>
                      <a:pt x="30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3" y="24"/>
                    </a:lnTo>
                    <a:lnTo>
                      <a:pt x="47" y="22"/>
                    </a:lnTo>
                    <a:lnTo>
                      <a:pt x="53" y="18"/>
                    </a:lnTo>
                    <a:lnTo>
                      <a:pt x="53" y="14"/>
                    </a:lnTo>
                    <a:lnTo>
                      <a:pt x="56" y="11"/>
                    </a:lnTo>
                    <a:lnTo>
                      <a:pt x="54" y="7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1" y="1"/>
                    </a:lnTo>
                    <a:lnTo>
                      <a:pt x="34" y="1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1"/>
                    </a:lnTo>
                    <a:lnTo>
                      <a:pt x="23" y="1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9" name="Freeform 6127">
                <a:extLst>
                  <a:ext uri="{FF2B5EF4-FFF2-40B4-BE49-F238E27FC236}">
                    <a16:creationId xmlns:a16="http://schemas.microsoft.com/office/drawing/2014/main" id="{9E502B69-0B04-4892-8629-8ACE995A84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5" y="1318"/>
                <a:ext cx="16" cy="19"/>
              </a:xfrm>
              <a:custGeom>
                <a:avLst/>
                <a:gdLst>
                  <a:gd name="T0" fmla="*/ 16 w 16"/>
                  <a:gd name="T1" fmla="*/ 12 h 19"/>
                  <a:gd name="T2" fmla="*/ 14 w 16"/>
                  <a:gd name="T3" fmla="*/ 8 h 19"/>
                  <a:gd name="T4" fmla="*/ 11 w 16"/>
                  <a:gd name="T5" fmla="*/ 4 h 19"/>
                  <a:gd name="T6" fmla="*/ 11 w 16"/>
                  <a:gd name="T7" fmla="*/ 0 h 19"/>
                  <a:gd name="T8" fmla="*/ 7 w 16"/>
                  <a:gd name="T9" fmla="*/ 0 h 19"/>
                  <a:gd name="T10" fmla="*/ 3 w 16"/>
                  <a:gd name="T11" fmla="*/ 0 h 19"/>
                  <a:gd name="T12" fmla="*/ 0 w 16"/>
                  <a:gd name="T13" fmla="*/ 4 h 19"/>
                  <a:gd name="T14" fmla="*/ 1 w 16"/>
                  <a:gd name="T15" fmla="*/ 8 h 19"/>
                  <a:gd name="T16" fmla="*/ 3 w 16"/>
                  <a:gd name="T17" fmla="*/ 10 h 19"/>
                  <a:gd name="T18" fmla="*/ 1 w 16"/>
                  <a:gd name="T19" fmla="*/ 12 h 19"/>
                  <a:gd name="T20" fmla="*/ 3 w 16"/>
                  <a:gd name="T21" fmla="*/ 13 h 19"/>
                  <a:gd name="T22" fmla="*/ 5 w 16"/>
                  <a:gd name="T23" fmla="*/ 15 h 19"/>
                  <a:gd name="T24" fmla="*/ 9 w 16"/>
                  <a:gd name="T25" fmla="*/ 17 h 19"/>
                  <a:gd name="T26" fmla="*/ 13 w 16"/>
                  <a:gd name="T27" fmla="*/ 19 h 19"/>
                  <a:gd name="T28" fmla="*/ 14 w 16"/>
                  <a:gd name="T29" fmla="*/ 17 h 19"/>
                  <a:gd name="T30" fmla="*/ 13 w 16"/>
                  <a:gd name="T31" fmla="*/ 15 h 19"/>
                  <a:gd name="T32" fmla="*/ 14 w 16"/>
                  <a:gd name="T33" fmla="*/ 13 h 19"/>
                  <a:gd name="T34" fmla="*/ 16 w 16"/>
                  <a:gd name="T3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9">
                    <a:moveTo>
                      <a:pt x="16" y="12"/>
                    </a:moveTo>
                    <a:lnTo>
                      <a:pt x="14" y="8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9" y="17"/>
                    </a:lnTo>
                    <a:lnTo>
                      <a:pt x="13" y="19"/>
                    </a:lnTo>
                    <a:lnTo>
                      <a:pt x="14" y="17"/>
                    </a:lnTo>
                    <a:lnTo>
                      <a:pt x="13" y="15"/>
                    </a:lnTo>
                    <a:lnTo>
                      <a:pt x="14" y="13"/>
                    </a:lnTo>
                    <a:lnTo>
                      <a:pt x="16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0" name="Freeform 6128">
                <a:extLst>
                  <a:ext uri="{FF2B5EF4-FFF2-40B4-BE49-F238E27FC236}">
                    <a16:creationId xmlns:a16="http://schemas.microsoft.com/office/drawing/2014/main" id="{563D8277-FB13-4FC6-88A2-FE15AC0A97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2" y="1359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6 w 6"/>
                  <a:gd name="T3" fmla="*/ 4 h 6"/>
                  <a:gd name="T4" fmla="*/ 6 w 6"/>
                  <a:gd name="T5" fmla="*/ 2 h 6"/>
                  <a:gd name="T6" fmla="*/ 2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4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1" name="Freeform 6129">
                <a:extLst>
                  <a:ext uri="{FF2B5EF4-FFF2-40B4-BE49-F238E27FC236}">
                    <a16:creationId xmlns:a16="http://schemas.microsoft.com/office/drawing/2014/main" id="{500E0D64-3E43-49C1-894A-B02AD88A26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5" y="1358"/>
                <a:ext cx="3" cy="7"/>
              </a:xfrm>
              <a:custGeom>
                <a:avLst/>
                <a:gdLst>
                  <a:gd name="T0" fmla="*/ 3 w 3"/>
                  <a:gd name="T1" fmla="*/ 5 h 7"/>
                  <a:gd name="T2" fmla="*/ 3 w 3"/>
                  <a:gd name="T3" fmla="*/ 3 h 7"/>
                  <a:gd name="T4" fmla="*/ 2 w 3"/>
                  <a:gd name="T5" fmla="*/ 0 h 7"/>
                  <a:gd name="T6" fmla="*/ 0 w 3"/>
                  <a:gd name="T7" fmla="*/ 3 h 7"/>
                  <a:gd name="T8" fmla="*/ 0 w 3"/>
                  <a:gd name="T9" fmla="*/ 7 h 7"/>
                  <a:gd name="T10" fmla="*/ 3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2" name="Freeform 6130">
                <a:extLst>
                  <a:ext uri="{FF2B5EF4-FFF2-40B4-BE49-F238E27FC236}">
                    <a16:creationId xmlns:a16="http://schemas.microsoft.com/office/drawing/2014/main" id="{0D9BC8C4-5B90-4260-831A-AB4CE4C492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4" y="1358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1 h 3"/>
                  <a:gd name="T4" fmla="*/ 0 w 5"/>
                  <a:gd name="T5" fmla="*/ 0 h 3"/>
                  <a:gd name="T6" fmla="*/ 0 w 5"/>
                  <a:gd name="T7" fmla="*/ 1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3" name="Freeform 6131">
                <a:extLst>
                  <a:ext uri="{FF2B5EF4-FFF2-40B4-BE49-F238E27FC236}">
                    <a16:creationId xmlns:a16="http://schemas.microsoft.com/office/drawing/2014/main" id="{2132EB41-72F9-4DF9-B7F4-E99B759222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7" y="1372"/>
                <a:ext cx="9" cy="12"/>
              </a:xfrm>
              <a:custGeom>
                <a:avLst/>
                <a:gdLst>
                  <a:gd name="T0" fmla="*/ 5 w 9"/>
                  <a:gd name="T1" fmla="*/ 0 h 12"/>
                  <a:gd name="T2" fmla="*/ 4 w 9"/>
                  <a:gd name="T3" fmla="*/ 2 h 12"/>
                  <a:gd name="T4" fmla="*/ 2 w 9"/>
                  <a:gd name="T5" fmla="*/ 4 h 12"/>
                  <a:gd name="T6" fmla="*/ 0 w 9"/>
                  <a:gd name="T7" fmla="*/ 6 h 12"/>
                  <a:gd name="T8" fmla="*/ 0 w 9"/>
                  <a:gd name="T9" fmla="*/ 10 h 12"/>
                  <a:gd name="T10" fmla="*/ 4 w 9"/>
                  <a:gd name="T11" fmla="*/ 8 h 12"/>
                  <a:gd name="T12" fmla="*/ 4 w 9"/>
                  <a:gd name="T13" fmla="*/ 8 h 12"/>
                  <a:gd name="T14" fmla="*/ 5 w 9"/>
                  <a:gd name="T15" fmla="*/ 12 h 12"/>
                  <a:gd name="T16" fmla="*/ 7 w 9"/>
                  <a:gd name="T17" fmla="*/ 8 h 12"/>
                  <a:gd name="T18" fmla="*/ 9 w 9"/>
                  <a:gd name="T19" fmla="*/ 6 h 12"/>
                  <a:gd name="T20" fmla="*/ 7 w 9"/>
                  <a:gd name="T21" fmla="*/ 4 h 12"/>
                  <a:gd name="T22" fmla="*/ 7 w 9"/>
                  <a:gd name="T23" fmla="*/ 0 h 12"/>
                  <a:gd name="T24" fmla="*/ 5 w 9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12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4" name="Freeform 6132">
                <a:extLst>
                  <a:ext uri="{FF2B5EF4-FFF2-40B4-BE49-F238E27FC236}">
                    <a16:creationId xmlns:a16="http://schemas.microsoft.com/office/drawing/2014/main" id="{50AFE777-2541-44E2-ADCD-C6D856F6B8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251"/>
                <a:ext cx="57" cy="69"/>
              </a:xfrm>
              <a:custGeom>
                <a:avLst/>
                <a:gdLst>
                  <a:gd name="T0" fmla="*/ 2 w 31"/>
                  <a:gd name="T1" fmla="*/ 5 h 37"/>
                  <a:gd name="T2" fmla="*/ 0 w 31"/>
                  <a:gd name="T3" fmla="*/ 4 h 37"/>
                  <a:gd name="T4" fmla="*/ 0 w 31"/>
                  <a:gd name="T5" fmla="*/ 6 h 37"/>
                  <a:gd name="T6" fmla="*/ 0 w 31"/>
                  <a:gd name="T7" fmla="*/ 9 h 37"/>
                  <a:gd name="T8" fmla="*/ 2 w 31"/>
                  <a:gd name="T9" fmla="*/ 10 h 37"/>
                  <a:gd name="T10" fmla="*/ 2 w 31"/>
                  <a:gd name="T11" fmla="*/ 12 h 37"/>
                  <a:gd name="T12" fmla="*/ 5 w 31"/>
                  <a:gd name="T13" fmla="*/ 17 h 37"/>
                  <a:gd name="T14" fmla="*/ 3 w 31"/>
                  <a:gd name="T15" fmla="*/ 20 h 37"/>
                  <a:gd name="T16" fmla="*/ 5 w 31"/>
                  <a:gd name="T17" fmla="*/ 24 h 37"/>
                  <a:gd name="T18" fmla="*/ 6 w 31"/>
                  <a:gd name="T19" fmla="*/ 27 h 37"/>
                  <a:gd name="T20" fmla="*/ 5 w 31"/>
                  <a:gd name="T21" fmla="*/ 29 h 37"/>
                  <a:gd name="T22" fmla="*/ 7 w 31"/>
                  <a:gd name="T23" fmla="*/ 33 h 37"/>
                  <a:gd name="T24" fmla="*/ 8 w 31"/>
                  <a:gd name="T25" fmla="*/ 36 h 37"/>
                  <a:gd name="T26" fmla="*/ 9 w 31"/>
                  <a:gd name="T27" fmla="*/ 37 h 37"/>
                  <a:gd name="T28" fmla="*/ 11 w 31"/>
                  <a:gd name="T29" fmla="*/ 37 h 37"/>
                  <a:gd name="T30" fmla="*/ 12 w 31"/>
                  <a:gd name="T31" fmla="*/ 37 h 37"/>
                  <a:gd name="T32" fmla="*/ 15 w 31"/>
                  <a:gd name="T33" fmla="*/ 32 h 37"/>
                  <a:gd name="T34" fmla="*/ 16 w 31"/>
                  <a:gd name="T35" fmla="*/ 30 h 37"/>
                  <a:gd name="T36" fmla="*/ 19 w 31"/>
                  <a:gd name="T37" fmla="*/ 28 h 37"/>
                  <a:gd name="T38" fmla="*/ 21 w 31"/>
                  <a:gd name="T39" fmla="*/ 28 h 37"/>
                  <a:gd name="T40" fmla="*/ 23 w 31"/>
                  <a:gd name="T41" fmla="*/ 26 h 37"/>
                  <a:gd name="T42" fmla="*/ 25 w 31"/>
                  <a:gd name="T43" fmla="*/ 25 h 37"/>
                  <a:gd name="T44" fmla="*/ 28 w 31"/>
                  <a:gd name="T45" fmla="*/ 22 h 37"/>
                  <a:gd name="T46" fmla="*/ 31 w 31"/>
                  <a:gd name="T47" fmla="*/ 18 h 37"/>
                  <a:gd name="T48" fmla="*/ 28 w 31"/>
                  <a:gd name="T49" fmla="*/ 14 h 37"/>
                  <a:gd name="T50" fmla="*/ 27 w 31"/>
                  <a:gd name="T51" fmla="*/ 11 h 37"/>
                  <a:gd name="T52" fmla="*/ 23 w 31"/>
                  <a:gd name="T53" fmla="*/ 9 h 37"/>
                  <a:gd name="T54" fmla="*/ 21 w 31"/>
                  <a:gd name="T55" fmla="*/ 8 h 37"/>
                  <a:gd name="T56" fmla="*/ 18 w 31"/>
                  <a:gd name="T57" fmla="*/ 6 h 37"/>
                  <a:gd name="T58" fmla="*/ 16 w 31"/>
                  <a:gd name="T59" fmla="*/ 6 h 37"/>
                  <a:gd name="T60" fmla="*/ 15 w 31"/>
                  <a:gd name="T61" fmla="*/ 5 h 37"/>
                  <a:gd name="T62" fmla="*/ 12 w 31"/>
                  <a:gd name="T63" fmla="*/ 4 h 37"/>
                  <a:gd name="T64" fmla="*/ 11 w 31"/>
                  <a:gd name="T65" fmla="*/ 3 h 37"/>
                  <a:gd name="T66" fmla="*/ 9 w 31"/>
                  <a:gd name="T67" fmla="*/ 4 h 37"/>
                  <a:gd name="T68" fmla="*/ 10 w 31"/>
                  <a:gd name="T69" fmla="*/ 6 h 37"/>
                  <a:gd name="T70" fmla="*/ 9 w 31"/>
                  <a:gd name="T71" fmla="*/ 7 h 37"/>
                  <a:gd name="T72" fmla="*/ 9 w 31"/>
                  <a:gd name="T73" fmla="*/ 2 h 37"/>
                  <a:gd name="T74" fmla="*/ 5 w 31"/>
                  <a:gd name="T75" fmla="*/ 1 h 37"/>
                  <a:gd name="T76" fmla="*/ 2 w 31"/>
                  <a:gd name="T77" fmla="*/ 0 h 37"/>
                  <a:gd name="T78" fmla="*/ 1 w 31"/>
                  <a:gd name="T79" fmla="*/ 4 h 37"/>
                  <a:gd name="T80" fmla="*/ 3 w 31"/>
                  <a:gd name="T81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1" h="37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5" name="Freeform 6133">
                <a:extLst>
                  <a:ext uri="{FF2B5EF4-FFF2-40B4-BE49-F238E27FC236}">
                    <a16:creationId xmlns:a16="http://schemas.microsoft.com/office/drawing/2014/main" id="{559097F0-943B-4532-AA50-59621A26A5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7" y="1762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6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6" name="Freeform 6134">
                <a:extLst>
                  <a:ext uri="{FF2B5EF4-FFF2-40B4-BE49-F238E27FC236}">
                    <a16:creationId xmlns:a16="http://schemas.microsoft.com/office/drawing/2014/main" id="{A3BEA2E4-CD45-48E7-A819-2567E32673D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21" y="1281"/>
                <a:ext cx="22" cy="11"/>
              </a:xfrm>
              <a:custGeom>
                <a:avLst/>
                <a:gdLst>
                  <a:gd name="T0" fmla="*/ 5 w 22"/>
                  <a:gd name="T1" fmla="*/ 9 h 11"/>
                  <a:gd name="T2" fmla="*/ 7 w 22"/>
                  <a:gd name="T3" fmla="*/ 8 h 11"/>
                  <a:gd name="T4" fmla="*/ 7 w 22"/>
                  <a:gd name="T5" fmla="*/ 9 h 11"/>
                  <a:gd name="T6" fmla="*/ 7 w 22"/>
                  <a:gd name="T7" fmla="*/ 11 h 11"/>
                  <a:gd name="T8" fmla="*/ 13 w 22"/>
                  <a:gd name="T9" fmla="*/ 11 h 11"/>
                  <a:gd name="T10" fmla="*/ 17 w 22"/>
                  <a:gd name="T11" fmla="*/ 11 h 11"/>
                  <a:gd name="T12" fmla="*/ 18 w 22"/>
                  <a:gd name="T13" fmla="*/ 9 h 11"/>
                  <a:gd name="T14" fmla="*/ 20 w 22"/>
                  <a:gd name="T15" fmla="*/ 11 h 11"/>
                  <a:gd name="T16" fmla="*/ 22 w 22"/>
                  <a:gd name="T17" fmla="*/ 8 h 11"/>
                  <a:gd name="T18" fmla="*/ 20 w 22"/>
                  <a:gd name="T19" fmla="*/ 4 h 11"/>
                  <a:gd name="T20" fmla="*/ 18 w 22"/>
                  <a:gd name="T21" fmla="*/ 2 h 11"/>
                  <a:gd name="T22" fmla="*/ 17 w 22"/>
                  <a:gd name="T23" fmla="*/ 4 h 11"/>
                  <a:gd name="T24" fmla="*/ 15 w 22"/>
                  <a:gd name="T25" fmla="*/ 4 h 11"/>
                  <a:gd name="T26" fmla="*/ 13 w 22"/>
                  <a:gd name="T27" fmla="*/ 6 h 11"/>
                  <a:gd name="T28" fmla="*/ 9 w 22"/>
                  <a:gd name="T29" fmla="*/ 6 h 11"/>
                  <a:gd name="T30" fmla="*/ 7 w 22"/>
                  <a:gd name="T31" fmla="*/ 8 h 11"/>
                  <a:gd name="T32" fmla="*/ 9 w 22"/>
                  <a:gd name="T33" fmla="*/ 6 h 11"/>
                  <a:gd name="T34" fmla="*/ 7 w 22"/>
                  <a:gd name="T35" fmla="*/ 4 h 11"/>
                  <a:gd name="T36" fmla="*/ 9 w 22"/>
                  <a:gd name="T37" fmla="*/ 4 h 11"/>
                  <a:gd name="T38" fmla="*/ 9 w 22"/>
                  <a:gd name="T39" fmla="*/ 0 h 11"/>
                  <a:gd name="T40" fmla="*/ 5 w 22"/>
                  <a:gd name="T41" fmla="*/ 0 h 11"/>
                  <a:gd name="T42" fmla="*/ 2 w 22"/>
                  <a:gd name="T43" fmla="*/ 4 h 11"/>
                  <a:gd name="T44" fmla="*/ 4 w 22"/>
                  <a:gd name="T45" fmla="*/ 4 h 11"/>
                  <a:gd name="T46" fmla="*/ 2 w 22"/>
                  <a:gd name="T47" fmla="*/ 6 h 11"/>
                  <a:gd name="T48" fmla="*/ 0 w 22"/>
                  <a:gd name="T49" fmla="*/ 9 h 11"/>
                  <a:gd name="T50" fmla="*/ 4 w 22"/>
                  <a:gd name="T51" fmla="*/ 11 h 11"/>
                  <a:gd name="T52" fmla="*/ 5 w 22"/>
                  <a:gd name="T5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1">
                    <a:moveTo>
                      <a:pt x="5" y="9"/>
                    </a:moveTo>
                    <a:lnTo>
                      <a:pt x="7" y="8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18" y="9"/>
                    </a:lnTo>
                    <a:lnTo>
                      <a:pt x="20" y="11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3" y="6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7" name="Freeform 6135">
                <a:extLst>
                  <a:ext uri="{FF2B5EF4-FFF2-40B4-BE49-F238E27FC236}">
                    <a16:creationId xmlns:a16="http://schemas.microsoft.com/office/drawing/2014/main" id="{EFEDAFD8-7CFF-42E4-AA94-287487ED1C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805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2 w 6"/>
                  <a:gd name="T3" fmla="*/ 0 h 7"/>
                  <a:gd name="T4" fmla="*/ 0 w 6"/>
                  <a:gd name="T5" fmla="*/ 2 h 7"/>
                  <a:gd name="T6" fmla="*/ 0 w 6"/>
                  <a:gd name="T7" fmla="*/ 6 h 7"/>
                  <a:gd name="T8" fmla="*/ 2 w 6"/>
                  <a:gd name="T9" fmla="*/ 7 h 7"/>
                  <a:gd name="T10" fmla="*/ 4 w 6"/>
                  <a:gd name="T11" fmla="*/ 7 h 7"/>
                  <a:gd name="T12" fmla="*/ 6 w 6"/>
                  <a:gd name="T13" fmla="*/ 7 h 7"/>
                  <a:gd name="T14" fmla="*/ 6 w 6"/>
                  <a:gd name="T15" fmla="*/ 6 h 7"/>
                  <a:gd name="T16" fmla="*/ 6 w 6"/>
                  <a:gd name="T17" fmla="*/ 4 h 7"/>
                  <a:gd name="T18" fmla="*/ 6 w 6"/>
                  <a:gd name="T19" fmla="*/ 2 h 7"/>
                  <a:gd name="T20" fmla="*/ 6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8" name="Freeform 6136">
                <a:extLst>
                  <a:ext uri="{FF2B5EF4-FFF2-40B4-BE49-F238E27FC236}">
                    <a16:creationId xmlns:a16="http://schemas.microsoft.com/office/drawing/2014/main" id="{F2CE1610-B32B-46AA-90A8-087111D312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1341"/>
                <a:ext cx="19" cy="13"/>
              </a:xfrm>
              <a:custGeom>
                <a:avLst/>
                <a:gdLst>
                  <a:gd name="T0" fmla="*/ 9 w 19"/>
                  <a:gd name="T1" fmla="*/ 3 h 13"/>
                  <a:gd name="T2" fmla="*/ 7 w 19"/>
                  <a:gd name="T3" fmla="*/ 3 h 13"/>
                  <a:gd name="T4" fmla="*/ 4 w 19"/>
                  <a:gd name="T5" fmla="*/ 2 h 13"/>
                  <a:gd name="T6" fmla="*/ 0 w 19"/>
                  <a:gd name="T7" fmla="*/ 0 h 13"/>
                  <a:gd name="T8" fmla="*/ 0 w 19"/>
                  <a:gd name="T9" fmla="*/ 2 h 13"/>
                  <a:gd name="T10" fmla="*/ 0 w 19"/>
                  <a:gd name="T11" fmla="*/ 5 h 13"/>
                  <a:gd name="T12" fmla="*/ 2 w 19"/>
                  <a:gd name="T13" fmla="*/ 7 h 13"/>
                  <a:gd name="T14" fmla="*/ 6 w 19"/>
                  <a:gd name="T15" fmla="*/ 7 h 13"/>
                  <a:gd name="T16" fmla="*/ 7 w 19"/>
                  <a:gd name="T17" fmla="*/ 9 h 13"/>
                  <a:gd name="T18" fmla="*/ 11 w 19"/>
                  <a:gd name="T19" fmla="*/ 9 h 13"/>
                  <a:gd name="T20" fmla="*/ 15 w 19"/>
                  <a:gd name="T21" fmla="*/ 13 h 13"/>
                  <a:gd name="T22" fmla="*/ 17 w 19"/>
                  <a:gd name="T23" fmla="*/ 13 h 13"/>
                  <a:gd name="T24" fmla="*/ 19 w 19"/>
                  <a:gd name="T25" fmla="*/ 9 h 13"/>
                  <a:gd name="T26" fmla="*/ 13 w 19"/>
                  <a:gd name="T27" fmla="*/ 5 h 13"/>
                  <a:gd name="T28" fmla="*/ 9 w 19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3"/>
                    </a:move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5" y="13"/>
                    </a:lnTo>
                    <a:lnTo>
                      <a:pt x="17" y="13"/>
                    </a:lnTo>
                    <a:lnTo>
                      <a:pt x="19" y="9"/>
                    </a:lnTo>
                    <a:lnTo>
                      <a:pt x="13" y="5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9" name="Freeform 6137">
                <a:extLst>
                  <a:ext uri="{FF2B5EF4-FFF2-40B4-BE49-F238E27FC236}">
                    <a16:creationId xmlns:a16="http://schemas.microsoft.com/office/drawing/2014/main" id="{5F3320E4-DA12-404E-AE77-B89272872A7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1277"/>
                <a:ext cx="20" cy="25"/>
              </a:xfrm>
              <a:custGeom>
                <a:avLst/>
                <a:gdLst>
                  <a:gd name="T0" fmla="*/ 5 w 20"/>
                  <a:gd name="T1" fmla="*/ 8 h 25"/>
                  <a:gd name="T2" fmla="*/ 9 w 20"/>
                  <a:gd name="T3" fmla="*/ 12 h 25"/>
                  <a:gd name="T4" fmla="*/ 13 w 20"/>
                  <a:gd name="T5" fmla="*/ 17 h 25"/>
                  <a:gd name="T6" fmla="*/ 15 w 20"/>
                  <a:gd name="T7" fmla="*/ 23 h 25"/>
                  <a:gd name="T8" fmla="*/ 18 w 20"/>
                  <a:gd name="T9" fmla="*/ 25 h 25"/>
                  <a:gd name="T10" fmla="*/ 20 w 20"/>
                  <a:gd name="T11" fmla="*/ 23 h 25"/>
                  <a:gd name="T12" fmla="*/ 20 w 20"/>
                  <a:gd name="T13" fmla="*/ 19 h 25"/>
                  <a:gd name="T14" fmla="*/ 18 w 20"/>
                  <a:gd name="T15" fmla="*/ 13 h 25"/>
                  <a:gd name="T16" fmla="*/ 17 w 20"/>
                  <a:gd name="T17" fmla="*/ 10 h 25"/>
                  <a:gd name="T18" fmla="*/ 15 w 20"/>
                  <a:gd name="T19" fmla="*/ 6 h 25"/>
                  <a:gd name="T20" fmla="*/ 9 w 20"/>
                  <a:gd name="T21" fmla="*/ 6 h 25"/>
                  <a:gd name="T22" fmla="*/ 7 w 20"/>
                  <a:gd name="T23" fmla="*/ 2 h 25"/>
                  <a:gd name="T24" fmla="*/ 5 w 20"/>
                  <a:gd name="T25" fmla="*/ 0 h 25"/>
                  <a:gd name="T26" fmla="*/ 0 w 20"/>
                  <a:gd name="T27" fmla="*/ 0 h 25"/>
                  <a:gd name="T28" fmla="*/ 2 w 20"/>
                  <a:gd name="T29" fmla="*/ 4 h 25"/>
                  <a:gd name="T30" fmla="*/ 5 w 20"/>
                  <a:gd name="T3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5" y="8"/>
                    </a:moveTo>
                    <a:lnTo>
                      <a:pt x="9" y="12"/>
                    </a:lnTo>
                    <a:lnTo>
                      <a:pt x="13" y="17"/>
                    </a:lnTo>
                    <a:lnTo>
                      <a:pt x="15" y="23"/>
                    </a:lnTo>
                    <a:lnTo>
                      <a:pt x="18" y="25"/>
                    </a:lnTo>
                    <a:lnTo>
                      <a:pt x="20" y="23"/>
                    </a:lnTo>
                    <a:lnTo>
                      <a:pt x="20" y="19"/>
                    </a:lnTo>
                    <a:lnTo>
                      <a:pt x="18" y="13"/>
                    </a:lnTo>
                    <a:lnTo>
                      <a:pt x="17" y="10"/>
                    </a:lnTo>
                    <a:lnTo>
                      <a:pt x="15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0" name="Freeform 6138">
                <a:extLst>
                  <a:ext uri="{FF2B5EF4-FFF2-40B4-BE49-F238E27FC236}">
                    <a16:creationId xmlns:a16="http://schemas.microsoft.com/office/drawing/2014/main" id="{21F7DF2B-5558-4C01-B3E0-D3FF61EA0E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72" y="1400"/>
                <a:ext cx="22" cy="21"/>
              </a:xfrm>
              <a:custGeom>
                <a:avLst/>
                <a:gdLst>
                  <a:gd name="T0" fmla="*/ 0 w 22"/>
                  <a:gd name="T1" fmla="*/ 13 h 21"/>
                  <a:gd name="T2" fmla="*/ 0 w 22"/>
                  <a:gd name="T3" fmla="*/ 15 h 21"/>
                  <a:gd name="T4" fmla="*/ 1 w 22"/>
                  <a:gd name="T5" fmla="*/ 17 h 21"/>
                  <a:gd name="T6" fmla="*/ 5 w 22"/>
                  <a:gd name="T7" fmla="*/ 17 h 21"/>
                  <a:gd name="T8" fmla="*/ 14 w 22"/>
                  <a:gd name="T9" fmla="*/ 19 h 21"/>
                  <a:gd name="T10" fmla="*/ 16 w 22"/>
                  <a:gd name="T11" fmla="*/ 21 h 21"/>
                  <a:gd name="T12" fmla="*/ 20 w 22"/>
                  <a:gd name="T13" fmla="*/ 19 h 21"/>
                  <a:gd name="T14" fmla="*/ 20 w 22"/>
                  <a:gd name="T15" fmla="*/ 17 h 21"/>
                  <a:gd name="T16" fmla="*/ 22 w 22"/>
                  <a:gd name="T17" fmla="*/ 15 h 21"/>
                  <a:gd name="T18" fmla="*/ 22 w 22"/>
                  <a:gd name="T19" fmla="*/ 13 h 21"/>
                  <a:gd name="T20" fmla="*/ 20 w 22"/>
                  <a:gd name="T21" fmla="*/ 12 h 21"/>
                  <a:gd name="T22" fmla="*/ 20 w 22"/>
                  <a:gd name="T23" fmla="*/ 8 h 21"/>
                  <a:gd name="T24" fmla="*/ 18 w 22"/>
                  <a:gd name="T25" fmla="*/ 6 h 21"/>
                  <a:gd name="T26" fmla="*/ 18 w 22"/>
                  <a:gd name="T27" fmla="*/ 2 h 21"/>
                  <a:gd name="T28" fmla="*/ 18 w 22"/>
                  <a:gd name="T29" fmla="*/ 0 h 21"/>
                  <a:gd name="T30" fmla="*/ 14 w 22"/>
                  <a:gd name="T31" fmla="*/ 0 h 21"/>
                  <a:gd name="T32" fmla="*/ 9 w 22"/>
                  <a:gd name="T33" fmla="*/ 0 h 21"/>
                  <a:gd name="T34" fmla="*/ 3 w 22"/>
                  <a:gd name="T35" fmla="*/ 4 h 21"/>
                  <a:gd name="T36" fmla="*/ 1 w 22"/>
                  <a:gd name="T37" fmla="*/ 4 h 21"/>
                  <a:gd name="T38" fmla="*/ 0 w 22"/>
                  <a:gd name="T39" fmla="*/ 6 h 21"/>
                  <a:gd name="T40" fmla="*/ 1 w 22"/>
                  <a:gd name="T41" fmla="*/ 10 h 21"/>
                  <a:gd name="T42" fmla="*/ 3 w 22"/>
                  <a:gd name="T43" fmla="*/ 12 h 21"/>
                  <a:gd name="T44" fmla="*/ 3 w 22"/>
                  <a:gd name="T45" fmla="*/ 13 h 21"/>
                  <a:gd name="T46" fmla="*/ 3 w 22"/>
                  <a:gd name="T47" fmla="*/ 13 h 21"/>
                  <a:gd name="T48" fmla="*/ 0 w 22"/>
                  <a:gd name="T4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lnTo>
                      <a:pt x="0" y="15"/>
                    </a:lnTo>
                    <a:lnTo>
                      <a:pt x="1" y="17"/>
                    </a:lnTo>
                    <a:lnTo>
                      <a:pt x="5" y="17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1" name="Freeform 6139">
                <a:extLst>
                  <a:ext uri="{FF2B5EF4-FFF2-40B4-BE49-F238E27FC236}">
                    <a16:creationId xmlns:a16="http://schemas.microsoft.com/office/drawing/2014/main" id="{E3E03D86-F07F-44B5-9C6F-D8A3800F39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56" y="1315"/>
                <a:ext cx="8" cy="9"/>
              </a:xfrm>
              <a:custGeom>
                <a:avLst/>
                <a:gdLst>
                  <a:gd name="T0" fmla="*/ 2 w 8"/>
                  <a:gd name="T1" fmla="*/ 7 h 9"/>
                  <a:gd name="T2" fmla="*/ 2 w 8"/>
                  <a:gd name="T3" fmla="*/ 9 h 9"/>
                  <a:gd name="T4" fmla="*/ 8 w 8"/>
                  <a:gd name="T5" fmla="*/ 7 h 9"/>
                  <a:gd name="T6" fmla="*/ 8 w 8"/>
                  <a:gd name="T7" fmla="*/ 3 h 9"/>
                  <a:gd name="T8" fmla="*/ 6 w 8"/>
                  <a:gd name="T9" fmla="*/ 0 h 9"/>
                  <a:gd name="T10" fmla="*/ 2 w 8"/>
                  <a:gd name="T11" fmla="*/ 0 h 9"/>
                  <a:gd name="T12" fmla="*/ 0 w 8"/>
                  <a:gd name="T13" fmla="*/ 0 h 9"/>
                  <a:gd name="T14" fmla="*/ 0 w 8"/>
                  <a:gd name="T15" fmla="*/ 3 h 9"/>
                  <a:gd name="T16" fmla="*/ 2 w 8"/>
                  <a:gd name="T17" fmla="*/ 5 h 9"/>
                  <a:gd name="T18" fmla="*/ 2 w 8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2" y="7"/>
                    </a:moveTo>
                    <a:lnTo>
                      <a:pt x="2" y="9"/>
                    </a:lnTo>
                    <a:lnTo>
                      <a:pt x="8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2" name="Freeform 6140">
                <a:extLst>
                  <a:ext uri="{FF2B5EF4-FFF2-40B4-BE49-F238E27FC236}">
                    <a16:creationId xmlns:a16="http://schemas.microsoft.com/office/drawing/2014/main" id="{E2F97EBA-13F9-4C99-8F85-C30023E611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77"/>
                <a:ext cx="7" cy="7"/>
              </a:xfrm>
              <a:custGeom>
                <a:avLst/>
                <a:gdLst>
                  <a:gd name="T0" fmla="*/ 0 w 7"/>
                  <a:gd name="T1" fmla="*/ 2 h 7"/>
                  <a:gd name="T2" fmla="*/ 0 w 7"/>
                  <a:gd name="T3" fmla="*/ 5 h 7"/>
                  <a:gd name="T4" fmla="*/ 4 w 7"/>
                  <a:gd name="T5" fmla="*/ 7 h 7"/>
                  <a:gd name="T6" fmla="*/ 6 w 7"/>
                  <a:gd name="T7" fmla="*/ 5 h 7"/>
                  <a:gd name="T8" fmla="*/ 6 w 7"/>
                  <a:gd name="T9" fmla="*/ 4 h 7"/>
                  <a:gd name="T10" fmla="*/ 7 w 7"/>
                  <a:gd name="T11" fmla="*/ 2 h 7"/>
                  <a:gd name="T12" fmla="*/ 7 w 7"/>
                  <a:gd name="T13" fmla="*/ 0 h 7"/>
                  <a:gd name="T14" fmla="*/ 6 w 7"/>
                  <a:gd name="T15" fmla="*/ 0 h 7"/>
                  <a:gd name="T16" fmla="*/ 0 w 7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lnTo>
                      <a:pt x="0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3" name="Freeform 6141">
                <a:extLst>
                  <a:ext uri="{FF2B5EF4-FFF2-40B4-BE49-F238E27FC236}">
                    <a16:creationId xmlns:a16="http://schemas.microsoft.com/office/drawing/2014/main" id="{84F7675C-D1A7-4601-8397-1D45262E8A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20"/>
                <a:ext cx="9" cy="8"/>
              </a:xfrm>
              <a:custGeom>
                <a:avLst/>
                <a:gdLst>
                  <a:gd name="T0" fmla="*/ 5 w 9"/>
                  <a:gd name="T1" fmla="*/ 0 h 8"/>
                  <a:gd name="T2" fmla="*/ 3 w 9"/>
                  <a:gd name="T3" fmla="*/ 2 h 8"/>
                  <a:gd name="T4" fmla="*/ 2 w 9"/>
                  <a:gd name="T5" fmla="*/ 4 h 8"/>
                  <a:gd name="T6" fmla="*/ 0 w 9"/>
                  <a:gd name="T7" fmla="*/ 4 h 8"/>
                  <a:gd name="T8" fmla="*/ 0 w 9"/>
                  <a:gd name="T9" fmla="*/ 8 h 8"/>
                  <a:gd name="T10" fmla="*/ 3 w 9"/>
                  <a:gd name="T11" fmla="*/ 8 h 8"/>
                  <a:gd name="T12" fmla="*/ 7 w 9"/>
                  <a:gd name="T13" fmla="*/ 8 h 8"/>
                  <a:gd name="T14" fmla="*/ 9 w 9"/>
                  <a:gd name="T15" fmla="*/ 6 h 8"/>
                  <a:gd name="T16" fmla="*/ 7 w 9"/>
                  <a:gd name="T17" fmla="*/ 4 h 8"/>
                  <a:gd name="T18" fmla="*/ 5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4" name="Freeform 6142">
                <a:extLst>
                  <a:ext uri="{FF2B5EF4-FFF2-40B4-BE49-F238E27FC236}">
                    <a16:creationId xmlns:a16="http://schemas.microsoft.com/office/drawing/2014/main" id="{01AC3E9F-0402-4907-87D3-D25C439DBB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9" y="1302"/>
                <a:ext cx="9" cy="7"/>
              </a:xfrm>
              <a:custGeom>
                <a:avLst/>
                <a:gdLst>
                  <a:gd name="T0" fmla="*/ 5 w 9"/>
                  <a:gd name="T1" fmla="*/ 1 h 7"/>
                  <a:gd name="T2" fmla="*/ 3 w 9"/>
                  <a:gd name="T3" fmla="*/ 3 h 7"/>
                  <a:gd name="T4" fmla="*/ 0 w 9"/>
                  <a:gd name="T5" fmla="*/ 3 h 7"/>
                  <a:gd name="T6" fmla="*/ 3 w 9"/>
                  <a:gd name="T7" fmla="*/ 7 h 7"/>
                  <a:gd name="T8" fmla="*/ 7 w 9"/>
                  <a:gd name="T9" fmla="*/ 7 h 7"/>
                  <a:gd name="T10" fmla="*/ 9 w 9"/>
                  <a:gd name="T11" fmla="*/ 5 h 7"/>
                  <a:gd name="T12" fmla="*/ 9 w 9"/>
                  <a:gd name="T13" fmla="*/ 3 h 7"/>
                  <a:gd name="T14" fmla="*/ 7 w 9"/>
                  <a:gd name="T15" fmla="*/ 0 h 7"/>
                  <a:gd name="T16" fmla="*/ 5 w 9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5" y="1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5" name="Freeform 6143">
                <a:extLst>
                  <a:ext uri="{FF2B5EF4-FFF2-40B4-BE49-F238E27FC236}">
                    <a16:creationId xmlns:a16="http://schemas.microsoft.com/office/drawing/2014/main" id="{13BA157B-5672-44C9-BC23-C40C430CB6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9" y="1757"/>
                <a:ext cx="6" cy="5"/>
              </a:xfrm>
              <a:custGeom>
                <a:avLst/>
                <a:gdLst>
                  <a:gd name="T0" fmla="*/ 6 w 6"/>
                  <a:gd name="T1" fmla="*/ 1 h 5"/>
                  <a:gd name="T2" fmla="*/ 6 w 6"/>
                  <a:gd name="T3" fmla="*/ 0 h 5"/>
                  <a:gd name="T4" fmla="*/ 2 w 6"/>
                  <a:gd name="T5" fmla="*/ 0 h 5"/>
                  <a:gd name="T6" fmla="*/ 0 w 6"/>
                  <a:gd name="T7" fmla="*/ 1 h 5"/>
                  <a:gd name="T8" fmla="*/ 0 w 6"/>
                  <a:gd name="T9" fmla="*/ 5 h 5"/>
                  <a:gd name="T10" fmla="*/ 4 w 6"/>
                  <a:gd name="T11" fmla="*/ 5 h 5"/>
                  <a:gd name="T12" fmla="*/ 6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6" name="Freeform 6144">
                <a:extLst>
                  <a:ext uri="{FF2B5EF4-FFF2-40B4-BE49-F238E27FC236}">
                    <a16:creationId xmlns:a16="http://schemas.microsoft.com/office/drawing/2014/main" id="{701D2224-26D3-4052-8CFE-D3522F2C133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8" y="1324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4 h 9"/>
                  <a:gd name="T4" fmla="*/ 2 w 6"/>
                  <a:gd name="T5" fmla="*/ 7 h 9"/>
                  <a:gd name="T6" fmla="*/ 4 w 6"/>
                  <a:gd name="T7" fmla="*/ 9 h 9"/>
                  <a:gd name="T8" fmla="*/ 6 w 6"/>
                  <a:gd name="T9" fmla="*/ 4 h 9"/>
                  <a:gd name="T10" fmla="*/ 4 w 6"/>
                  <a:gd name="T11" fmla="*/ 2 h 9"/>
                  <a:gd name="T12" fmla="*/ 0 w 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7" name="Freeform 6145">
                <a:extLst>
                  <a:ext uri="{FF2B5EF4-FFF2-40B4-BE49-F238E27FC236}">
                    <a16:creationId xmlns:a16="http://schemas.microsoft.com/office/drawing/2014/main" id="{DC7FB6DA-9154-4E2A-9025-4F7ADD05D7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1898"/>
                <a:ext cx="95" cy="200"/>
              </a:xfrm>
              <a:custGeom>
                <a:avLst/>
                <a:gdLst>
                  <a:gd name="T0" fmla="*/ 35 w 95"/>
                  <a:gd name="T1" fmla="*/ 79 h 200"/>
                  <a:gd name="T2" fmla="*/ 37 w 95"/>
                  <a:gd name="T3" fmla="*/ 92 h 200"/>
                  <a:gd name="T4" fmla="*/ 42 w 95"/>
                  <a:gd name="T5" fmla="*/ 97 h 200"/>
                  <a:gd name="T6" fmla="*/ 44 w 95"/>
                  <a:gd name="T7" fmla="*/ 106 h 200"/>
                  <a:gd name="T8" fmla="*/ 46 w 95"/>
                  <a:gd name="T9" fmla="*/ 118 h 200"/>
                  <a:gd name="T10" fmla="*/ 48 w 95"/>
                  <a:gd name="T11" fmla="*/ 125 h 200"/>
                  <a:gd name="T12" fmla="*/ 50 w 95"/>
                  <a:gd name="T13" fmla="*/ 136 h 200"/>
                  <a:gd name="T14" fmla="*/ 57 w 95"/>
                  <a:gd name="T15" fmla="*/ 147 h 200"/>
                  <a:gd name="T16" fmla="*/ 61 w 95"/>
                  <a:gd name="T17" fmla="*/ 162 h 200"/>
                  <a:gd name="T18" fmla="*/ 67 w 95"/>
                  <a:gd name="T19" fmla="*/ 174 h 200"/>
                  <a:gd name="T20" fmla="*/ 67 w 95"/>
                  <a:gd name="T21" fmla="*/ 185 h 200"/>
                  <a:gd name="T22" fmla="*/ 72 w 95"/>
                  <a:gd name="T23" fmla="*/ 196 h 200"/>
                  <a:gd name="T24" fmla="*/ 78 w 95"/>
                  <a:gd name="T25" fmla="*/ 190 h 200"/>
                  <a:gd name="T26" fmla="*/ 76 w 95"/>
                  <a:gd name="T27" fmla="*/ 181 h 200"/>
                  <a:gd name="T28" fmla="*/ 82 w 95"/>
                  <a:gd name="T29" fmla="*/ 183 h 200"/>
                  <a:gd name="T30" fmla="*/ 87 w 95"/>
                  <a:gd name="T31" fmla="*/ 185 h 200"/>
                  <a:gd name="T32" fmla="*/ 95 w 95"/>
                  <a:gd name="T33" fmla="*/ 194 h 200"/>
                  <a:gd name="T34" fmla="*/ 95 w 95"/>
                  <a:gd name="T35" fmla="*/ 185 h 200"/>
                  <a:gd name="T36" fmla="*/ 91 w 95"/>
                  <a:gd name="T37" fmla="*/ 175 h 200"/>
                  <a:gd name="T38" fmla="*/ 85 w 95"/>
                  <a:gd name="T39" fmla="*/ 174 h 200"/>
                  <a:gd name="T40" fmla="*/ 80 w 95"/>
                  <a:gd name="T41" fmla="*/ 166 h 200"/>
                  <a:gd name="T42" fmla="*/ 72 w 95"/>
                  <a:gd name="T43" fmla="*/ 159 h 200"/>
                  <a:gd name="T44" fmla="*/ 68 w 95"/>
                  <a:gd name="T45" fmla="*/ 147 h 200"/>
                  <a:gd name="T46" fmla="*/ 67 w 95"/>
                  <a:gd name="T47" fmla="*/ 136 h 200"/>
                  <a:gd name="T48" fmla="*/ 65 w 95"/>
                  <a:gd name="T49" fmla="*/ 125 h 200"/>
                  <a:gd name="T50" fmla="*/ 67 w 95"/>
                  <a:gd name="T51" fmla="*/ 121 h 200"/>
                  <a:gd name="T52" fmla="*/ 70 w 95"/>
                  <a:gd name="T53" fmla="*/ 121 h 200"/>
                  <a:gd name="T54" fmla="*/ 78 w 95"/>
                  <a:gd name="T55" fmla="*/ 127 h 200"/>
                  <a:gd name="T56" fmla="*/ 87 w 95"/>
                  <a:gd name="T57" fmla="*/ 133 h 200"/>
                  <a:gd name="T58" fmla="*/ 85 w 95"/>
                  <a:gd name="T59" fmla="*/ 125 h 200"/>
                  <a:gd name="T60" fmla="*/ 78 w 95"/>
                  <a:gd name="T61" fmla="*/ 116 h 200"/>
                  <a:gd name="T62" fmla="*/ 72 w 95"/>
                  <a:gd name="T63" fmla="*/ 108 h 200"/>
                  <a:gd name="T64" fmla="*/ 68 w 95"/>
                  <a:gd name="T65" fmla="*/ 101 h 200"/>
                  <a:gd name="T66" fmla="*/ 61 w 95"/>
                  <a:gd name="T67" fmla="*/ 86 h 200"/>
                  <a:gd name="T68" fmla="*/ 52 w 95"/>
                  <a:gd name="T69" fmla="*/ 75 h 200"/>
                  <a:gd name="T70" fmla="*/ 46 w 95"/>
                  <a:gd name="T71" fmla="*/ 67 h 200"/>
                  <a:gd name="T72" fmla="*/ 42 w 95"/>
                  <a:gd name="T73" fmla="*/ 62 h 200"/>
                  <a:gd name="T74" fmla="*/ 37 w 95"/>
                  <a:gd name="T75" fmla="*/ 54 h 200"/>
                  <a:gd name="T76" fmla="*/ 39 w 95"/>
                  <a:gd name="T77" fmla="*/ 52 h 200"/>
                  <a:gd name="T78" fmla="*/ 39 w 95"/>
                  <a:gd name="T79" fmla="*/ 43 h 200"/>
                  <a:gd name="T80" fmla="*/ 28 w 95"/>
                  <a:gd name="T81" fmla="*/ 23 h 200"/>
                  <a:gd name="T82" fmla="*/ 20 w 95"/>
                  <a:gd name="T83" fmla="*/ 17 h 200"/>
                  <a:gd name="T84" fmla="*/ 16 w 95"/>
                  <a:gd name="T85" fmla="*/ 8 h 200"/>
                  <a:gd name="T86" fmla="*/ 9 w 95"/>
                  <a:gd name="T87" fmla="*/ 0 h 200"/>
                  <a:gd name="T88" fmla="*/ 7 w 95"/>
                  <a:gd name="T89" fmla="*/ 6 h 200"/>
                  <a:gd name="T90" fmla="*/ 0 w 95"/>
                  <a:gd name="T91" fmla="*/ 4 h 200"/>
                  <a:gd name="T92" fmla="*/ 11 w 95"/>
                  <a:gd name="T93" fmla="*/ 13 h 200"/>
                  <a:gd name="T94" fmla="*/ 13 w 95"/>
                  <a:gd name="T95" fmla="*/ 23 h 200"/>
                  <a:gd name="T96" fmla="*/ 15 w 95"/>
                  <a:gd name="T97" fmla="*/ 24 h 200"/>
                  <a:gd name="T98" fmla="*/ 7 w 95"/>
                  <a:gd name="T99" fmla="*/ 23 h 200"/>
                  <a:gd name="T100" fmla="*/ 9 w 95"/>
                  <a:gd name="T101" fmla="*/ 34 h 200"/>
                  <a:gd name="T102" fmla="*/ 15 w 95"/>
                  <a:gd name="T103" fmla="*/ 47 h 200"/>
                  <a:gd name="T104" fmla="*/ 18 w 95"/>
                  <a:gd name="T105" fmla="*/ 60 h 200"/>
                  <a:gd name="T106" fmla="*/ 24 w 95"/>
                  <a:gd name="T107" fmla="*/ 6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5" h="200">
                    <a:moveTo>
                      <a:pt x="29" y="75"/>
                    </a:moveTo>
                    <a:lnTo>
                      <a:pt x="31" y="75"/>
                    </a:lnTo>
                    <a:lnTo>
                      <a:pt x="35" y="79"/>
                    </a:lnTo>
                    <a:lnTo>
                      <a:pt x="35" y="84"/>
                    </a:lnTo>
                    <a:lnTo>
                      <a:pt x="35" y="88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41" y="95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101"/>
                    </a:lnTo>
                    <a:lnTo>
                      <a:pt x="44" y="106"/>
                    </a:lnTo>
                    <a:lnTo>
                      <a:pt x="46" y="108"/>
                    </a:lnTo>
                    <a:lnTo>
                      <a:pt x="46" y="112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1"/>
                    </a:lnTo>
                    <a:lnTo>
                      <a:pt x="48" y="125"/>
                    </a:lnTo>
                    <a:lnTo>
                      <a:pt x="50" y="131"/>
                    </a:lnTo>
                    <a:lnTo>
                      <a:pt x="50" y="133"/>
                    </a:lnTo>
                    <a:lnTo>
                      <a:pt x="50" y="136"/>
                    </a:lnTo>
                    <a:lnTo>
                      <a:pt x="54" y="140"/>
                    </a:lnTo>
                    <a:lnTo>
                      <a:pt x="57" y="146"/>
                    </a:lnTo>
                    <a:lnTo>
                      <a:pt x="57" y="147"/>
                    </a:lnTo>
                    <a:lnTo>
                      <a:pt x="59" y="151"/>
                    </a:lnTo>
                    <a:lnTo>
                      <a:pt x="59" y="157"/>
                    </a:lnTo>
                    <a:lnTo>
                      <a:pt x="61" y="162"/>
                    </a:lnTo>
                    <a:lnTo>
                      <a:pt x="63" y="166"/>
                    </a:lnTo>
                    <a:lnTo>
                      <a:pt x="63" y="168"/>
                    </a:lnTo>
                    <a:lnTo>
                      <a:pt x="67" y="174"/>
                    </a:lnTo>
                    <a:lnTo>
                      <a:pt x="67" y="175"/>
                    </a:lnTo>
                    <a:lnTo>
                      <a:pt x="67" y="179"/>
                    </a:lnTo>
                    <a:lnTo>
                      <a:pt x="67" y="185"/>
                    </a:lnTo>
                    <a:lnTo>
                      <a:pt x="68" y="188"/>
                    </a:lnTo>
                    <a:lnTo>
                      <a:pt x="70" y="192"/>
                    </a:lnTo>
                    <a:lnTo>
                      <a:pt x="72" y="196"/>
                    </a:lnTo>
                    <a:lnTo>
                      <a:pt x="78" y="200"/>
                    </a:lnTo>
                    <a:lnTo>
                      <a:pt x="78" y="194"/>
                    </a:lnTo>
                    <a:lnTo>
                      <a:pt x="78" y="190"/>
                    </a:lnTo>
                    <a:lnTo>
                      <a:pt x="78" y="188"/>
                    </a:lnTo>
                    <a:lnTo>
                      <a:pt x="76" y="185"/>
                    </a:lnTo>
                    <a:lnTo>
                      <a:pt x="76" y="181"/>
                    </a:lnTo>
                    <a:lnTo>
                      <a:pt x="78" y="179"/>
                    </a:lnTo>
                    <a:lnTo>
                      <a:pt x="78" y="181"/>
                    </a:lnTo>
                    <a:lnTo>
                      <a:pt x="82" y="183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5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5" y="194"/>
                    </a:lnTo>
                    <a:lnTo>
                      <a:pt x="95" y="190"/>
                    </a:lnTo>
                    <a:lnTo>
                      <a:pt x="95" y="188"/>
                    </a:lnTo>
                    <a:lnTo>
                      <a:pt x="95" y="185"/>
                    </a:lnTo>
                    <a:lnTo>
                      <a:pt x="95" y="181"/>
                    </a:lnTo>
                    <a:lnTo>
                      <a:pt x="91" y="179"/>
                    </a:lnTo>
                    <a:lnTo>
                      <a:pt x="91" y="175"/>
                    </a:lnTo>
                    <a:lnTo>
                      <a:pt x="89" y="174"/>
                    </a:lnTo>
                    <a:lnTo>
                      <a:pt x="87" y="174"/>
                    </a:lnTo>
                    <a:lnTo>
                      <a:pt x="85" y="174"/>
                    </a:lnTo>
                    <a:lnTo>
                      <a:pt x="82" y="172"/>
                    </a:lnTo>
                    <a:lnTo>
                      <a:pt x="82" y="170"/>
                    </a:lnTo>
                    <a:lnTo>
                      <a:pt x="80" y="166"/>
                    </a:lnTo>
                    <a:lnTo>
                      <a:pt x="76" y="162"/>
                    </a:lnTo>
                    <a:lnTo>
                      <a:pt x="74" y="162"/>
                    </a:lnTo>
                    <a:lnTo>
                      <a:pt x="72" y="159"/>
                    </a:lnTo>
                    <a:lnTo>
                      <a:pt x="70" y="155"/>
                    </a:lnTo>
                    <a:lnTo>
                      <a:pt x="68" y="151"/>
                    </a:lnTo>
                    <a:lnTo>
                      <a:pt x="68" y="147"/>
                    </a:lnTo>
                    <a:lnTo>
                      <a:pt x="68" y="144"/>
                    </a:lnTo>
                    <a:lnTo>
                      <a:pt x="68" y="138"/>
                    </a:lnTo>
                    <a:lnTo>
                      <a:pt x="67" y="136"/>
                    </a:lnTo>
                    <a:lnTo>
                      <a:pt x="67" y="131"/>
                    </a:lnTo>
                    <a:lnTo>
                      <a:pt x="67" y="129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8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6" y="123"/>
                    </a:lnTo>
                    <a:lnTo>
                      <a:pt x="78" y="127"/>
                    </a:lnTo>
                    <a:lnTo>
                      <a:pt x="82" y="127"/>
                    </a:lnTo>
                    <a:lnTo>
                      <a:pt x="83" y="129"/>
                    </a:lnTo>
                    <a:lnTo>
                      <a:pt x="87" y="133"/>
                    </a:lnTo>
                    <a:lnTo>
                      <a:pt x="91" y="134"/>
                    </a:lnTo>
                    <a:lnTo>
                      <a:pt x="89" y="129"/>
                    </a:lnTo>
                    <a:lnTo>
                      <a:pt x="85" y="125"/>
                    </a:lnTo>
                    <a:lnTo>
                      <a:pt x="82" y="123"/>
                    </a:lnTo>
                    <a:lnTo>
                      <a:pt x="80" y="120"/>
                    </a:lnTo>
                    <a:lnTo>
                      <a:pt x="78" y="116"/>
                    </a:lnTo>
                    <a:lnTo>
                      <a:pt x="78" y="114"/>
                    </a:lnTo>
                    <a:lnTo>
                      <a:pt x="76" y="112"/>
                    </a:lnTo>
                    <a:lnTo>
                      <a:pt x="72" y="108"/>
                    </a:lnTo>
                    <a:lnTo>
                      <a:pt x="72" y="105"/>
                    </a:lnTo>
                    <a:lnTo>
                      <a:pt x="70" y="103"/>
                    </a:lnTo>
                    <a:lnTo>
                      <a:pt x="68" y="101"/>
                    </a:lnTo>
                    <a:lnTo>
                      <a:pt x="65" y="95"/>
                    </a:lnTo>
                    <a:lnTo>
                      <a:pt x="61" y="90"/>
                    </a:lnTo>
                    <a:lnTo>
                      <a:pt x="61" y="86"/>
                    </a:lnTo>
                    <a:lnTo>
                      <a:pt x="55" y="80"/>
                    </a:lnTo>
                    <a:lnTo>
                      <a:pt x="54" y="75"/>
                    </a:lnTo>
                    <a:lnTo>
                      <a:pt x="52" y="75"/>
                    </a:lnTo>
                    <a:lnTo>
                      <a:pt x="52" y="71"/>
                    </a:lnTo>
                    <a:lnTo>
                      <a:pt x="50" y="67"/>
                    </a:lnTo>
                    <a:lnTo>
                      <a:pt x="46" y="67"/>
                    </a:lnTo>
                    <a:lnTo>
                      <a:pt x="46" y="65"/>
                    </a:lnTo>
                    <a:lnTo>
                      <a:pt x="44" y="64"/>
                    </a:lnTo>
                    <a:lnTo>
                      <a:pt x="42" y="62"/>
                    </a:lnTo>
                    <a:lnTo>
                      <a:pt x="41" y="60"/>
                    </a:lnTo>
                    <a:lnTo>
                      <a:pt x="39" y="56"/>
                    </a:lnTo>
                    <a:lnTo>
                      <a:pt x="37" y="54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9" y="52"/>
                    </a:lnTo>
                    <a:lnTo>
                      <a:pt x="37" y="45"/>
                    </a:lnTo>
                    <a:lnTo>
                      <a:pt x="37" y="41"/>
                    </a:lnTo>
                    <a:lnTo>
                      <a:pt x="39" y="43"/>
                    </a:lnTo>
                    <a:lnTo>
                      <a:pt x="33" y="32"/>
                    </a:lnTo>
                    <a:lnTo>
                      <a:pt x="31" y="26"/>
                    </a:lnTo>
                    <a:lnTo>
                      <a:pt x="28" y="23"/>
                    </a:lnTo>
                    <a:lnTo>
                      <a:pt x="26" y="23"/>
                    </a:lnTo>
                    <a:lnTo>
                      <a:pt x="26" y="21"/>
                    </a:lnTo>
                    <a:lnTo>
                      <a:pt x="20" y="17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5" y="10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1" y="21"/>
                    </a:lnTo>
                    <a:lnTo>
                      <a:pt x="7" y="23"/>
                    </a:lnTo>
                    <a:lnTo>
                      <a:pt x="5" y="28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2" y="67"/>
                    </a:lnTo>
                    <a:lnTo>
                      <a:pt x="29" y="7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8" name="Freeform 6146">
                <a:extLst>
                  <a:ext uri="{FF2B5EF4-FFF2-40B4-BE49-F238E27FC236}">
                    <a16:creationId xmlns:a16="http://schemas.microsoft.com/office/drawing/2014/main" id="{DB7CE2D6-F917-4010-B1C1-D9FDE0A2A5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1" y="1330"/>
                <a:ext cx="20" cy="20"/>
              </a:xfrm>
              <a:custGeom>
                <a:avLst/>
                <a:gdLst>
                  <a:gd name="T0" fmla="*/ 6 w 11"/>
                  <a:gd name="T1" fmla="*/ 6 h 11"/>
                  <a:gd name="T2" fmla="*/ 5 w 11"/>
                  <a:gd name="T3" fmla="*/ 7 h 11"/>
                  <a:gd name="T4" fmla="*/ 4 w 11"/>
                  <a:gd name="T5" fmla="*/ 7 h 11"/>
                  <a:gd name="T6" fmla="*/ 3 w 11"/>
                  <a:gd name="T7" fmla="*/ 7 h 11"/>
                  <a:gd name="T8" fmla="*/ 4 w 11"/>
                  <a:gd name="T9" fmla="*/ 5 h 11"/>
                  <a:gd name="T10" fmla="*/ 5 w 11"/>
                  <a:gd name="T11" fmla="*/ 4 h 11"/>
                  <a:gd name="T12" fmla="*/ 5 w 11"/>
                  <a:gd name="T13" fmla="*/ 2 h 11"/>
                  <a:gd name="T14" fmla="*/ 3 w 11"/>
                  <a:gd name="T15" fmla="*/ 1 h 11"/>
                  <a:gd name="T16" fmla="*/ 1 w 11"/>
                  <a:gd name="T17" fmla="*/ 0 h 11"/>
                  <a:gd name="T18" fmla="*/ 0 w 11"/>
                  <a:gd name="T19" fmla="*/ 3 h 11"/>
                  <a:gd name="T20" fmla="*/ 0 w 11"/>
                  <a:gd name="T21" fmla="*/ 4 h 11"/>
                  <a:gd name="T22" fmla="*/ 0 w 11"/>
                  <a:gd name="T23" fmla="*/ 5 h 11"/>
                  <a:gd name="T24" fmla="*/ 3 w 11"/>
                  <a:gd name="T25" fmla="*/ 7 h 11"/>
                  <a:gd name="T26" fmla="*/ 2 w 11"/>
                  <a:gd name="T27" fmla="*/ 8 h 11"/>
                  <a:gd name="T28" fmla="*/ 4 w 11"/>
                  <a:gd name="T29" fmla="*/ 9 h 11"/>
                  <a:gd name="T30" fmla="*/ 5 w 11"/>
                  <a:gd name="T31" fmla="*/ 11 h 11"/>
                  <a:gd name="T32" fmla="*/ 5 w 11"/>
                  <a:gd name="T33" fmla="*/ 11 h 11"/>
                  <a:gd name="T34" fmla="*/ 7 w 11"/>
                  <a:gd name="T35" fmla="*/ 10 h 11"/>
                  <a:gd name="T36" fmla="*/ 8 w 11"/>
                  <a:gd name="T37" fmla="*/ 10 h 11"/>
                  <a:gd name="T38" fmla="*/ 10 w 11"/>
                  <a:gd name="T39" fmla="*/ 10 h 11"/>
                  <a:gd name="T40" fmla="*/ 11 w 11"/>
                  <a:gd name="T41" fmla="*/ 9 h 11"/>
                  <a:gd name="T42" fmla="*/ 10 w 11"/>
                  <a:gd name="T43" fmla="*/ 7 h 11"/>
                  <a:gd name="T44" fmla="*/ 9 w 11"/>
                  <a:gd name="T45" fmla="*/ 7 h 11"/>
                  <a:gd name="T46" fmla="*/ 9 w 11"/>
                  <a:gd name="T47" fmla="*/ 6 h 11"/>
                  <a:gd name="T48" fmla="*/ 7 w 11"/>
                  <a:gd name="T49" fmla="*/ 2 h 11"/>
                  <a:gd name="T50" fmla="*/ 6 w 11"/>
                  <a:gd name="T51" fmla="*/ 4 h 11"/>
                  <a:gd name="T52" fmla="*/ 6 w 11"/>
                  <a:gd name="T5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11">
                    <a:moveTo>
                      <a:pt x="6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9" name="Freeform 6147">
                <a:extLst>
                  <a:ext uri="{FF2B5EF4-FFF2-40B4-BE49-F238E27FC236}">
                    <a16:creationId xmlns:a16="http://schemas.microsoft.com/office/drawing/2014/main" id="{CC64C781-F60A-48F9-8681-258DF19E0C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5" y="1324"/>
                <a:ext cx="13" cy="13"/>
              </a:xfrm>
              <a:custGeom>
                <a:avLst/>
                <a:gdLst>
                  <a:gd name="T0" fmla="*/ 8 w 13"/>
                  <a:gd name="T1" fmla="*/ 13 h 13"/>
                  <a:gd name="T2" fmla="*/ 11 w 13"/>
                  <a:gd name="T3" fmla="*/ 9 h 13"/>
                  <a:gd name="T4" fmla="*/ 13 w 13"/>
                  <a:gd name="T5" fmla="*/ 6 h 13"/>
                  <a:gd name="T6" fmla="*/ 11 w 13"/>
                  <a:gd name="T7" fmla="*/ 2 h 13"/>
                  <a:gd name="T8" fmla="*/ 9 w 13"/>
                  <a:gd name="T9" fmla="*/ 2 h 13"/>
                  <a:gd name="T10" fmla="*/ 8 w 13"/>
                  <a:gd name="T11" fmla="*/ 0 h 13"/>
                  <a:gd name="T12" fmla="*/ 6 w 13"/>
                  <a:gd name="T13" fmla="*/ 0 h 13"/>
                  <a:gd name="T14" fmla="*/ 2 w 13"/>
                  <a:gd name="T15" fmla="*/ 2 h 13"/>
                  <a:gd name="T16" fmla="*/ 4 w 13"/>
                  <a:gd name="T17" fmla="*/ 6 h 13"/>
                  <a:gd name="T18" fmla="*/ 4 w 13"/>
                  <a:gd name="T19" fmla="*/ 6 h 13"/>
                  <a:gd name="T20" fmla="*/ 0 w 13"/>
                  <a:gd name="T21" fmla="*/ 9 h 13"/>
                  <a:gd name="T22" fmla="*/ 4 w 13"/>
                  <a:gd name="T23" fmla="*/ 11 h 13"/>
                  <a:gd name="T24" fmla="*/ 8 w 13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8" y="13"/>
                    </a:move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0" name="Freeform 6148">
                <a:extLst>
                  <a:ext uri="{FF2B5EF4-FFF2-40B4-BE49-F238E27FC236}">
                    <a16:creationId xmlns:a16="http://schemas.microsoft.com/office/drawing/2014/main" id="{3ADB4E3A-80E0-48D8-B764-8F887F01728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7" y="1311"/>
                <a:ext cx="19" cy="13"/>
              </a:xfrm>
              <a:custGeom>
                <a:avLst/>
                <a:gdLst>
                  <a:gd name="T0" fmla="*/ 3 w 10"/>
                  <a:gd name="T1" fmla="*/ 6 h 7"/>
                  <a:gd name="T2" fmla="*/ 4 w 10"/>
                  <a:gd name="T3" fmla="*/ 5 h 7"/>
                  <a:gd name="T4" fmla="*/ 3 w 10"/>
                  <a:gd name="T5" fmla="*/ 3 h 7"/>
                  <a:gd name="T6" fmla="*/ 3 w 10"/>
                  <a:gd name="T7" fmla="*/ 3 h 7"/>
                  <a:gd name="T8" fmla="*/ 4 w 10"/>
                  <a:gd name="T9" fmla="*/ 5 h 7"/>
                  <a:gd name="T10" fmla="*/ 6 w 10"/>
                  <a:gd name="T11" fmla="*/ 5 h 7"/>
                  <a:gd name="T12" fmla="*/ 6 w 10"/>
                  <a:gd name="T13" fmla="*/ 4 h 7"/>
                  <a:gd name="T14" fmla="*/ 6 w 10"/>
                  <a:gd name="T15" fmla="*/ 5 h 7"/>
                  <a:gd name="T16" fmla="*/ 6 w 10"/>
                  <a:gd name="T17" fmla="*/ 6 h 7"/>
                  <a:gd name="T18" fmla="*/ 7 w 10"/>
                  <a:gd name="T19" fmla="*/ 7 h 7"/>
                  <a:gd name="T20" fmla="*/ 8 w 10"/>
                  <a:gd name="T21" fmla="*/ 7 h 7"/>
                  <a:gd name="T22" fmla="*/ 9 w 10"/>
                  <a:gd name="T23" fmla="*/ 5 h 7"/>
                  <a:gd name="T24" fmla="*/ 9 w 10"/>
                  <a:gd name="T25" fmla="*/ 4 h 7"/>
                  <a:gd name="T26" fmla="*/ 9 w 10"/>
                  <a:gd name="T27" fmla="*/ 4 h 7"/>
                  <a:gd name="T28" fmla="*/ 10 w 10"/>
                  <a:gd name="T29" fmla="*/ 4 h 7"/>
                  <a:gd name="T30" fmla="*/ 10 w 10"/>
                  <a:gd name="T31" fmla="*/ 3 h 7"/>
                  <a:gd name="T32" fmla="*/ 9 w 10"/>
                  <a:gd name="T33" fmla="*/ 1 h 7"/>
                  <a:gd name="T34" fmla="*/ 7 w 10"/>
                  <a:gd name="T35" fmla="*/ 1 h 7"/>
                  <a:gd name="T36" fmla="*/ 6 w 10"/>
                  <a:gd name="T37" fmla="*/ 2 h 7"/>
                  <a:gd name="T38" fmla="*/ 7 w 10"/>
                  <a:gd name="T39" fmla="*/ 3 h 7"/>
                  <a:gd name="T40" fmla="*/ 6 w 10"/>
                  <a:gd name="T41" fmla="*/ 3 h 7"/>
                  <a:gd name="T42" fmla="*/ 6 w 10"/>
                  <a:gd name="T43" fmla="*/ 2 h 7"/>
                  <a:gd name="T44" fmla="*/ 4 w 10"/>
                  <a:gd name="T45" fmla="*/ 0 h 7"/>
                  <a:gd name="T46" fmla="*/ 3 w 10"/>
                  <a:gd name="T47" fmla="*/ 1 h 7"/>
                  <a:gd name="T48" fmla="*/ 3 w 10"/>
                  <a:gd name="T49" fmla="*/ 1 h 7"/>
                  <a:gd name="T50" fmla="*/ 1 w 10"/>
                  <a:gd name="T51" fmla="*/ 0 h 7"/>
                  <a:gd name="T52" fmla="*/ 1 w 10"/>
                  <a:gd name="T53" fmla="*/ 3 h 7"/>
                  <a:gd name="T54" fmla="*/ 0 w 10"/>
                  <a:gd name="T55" fmla="*/ 4 h 7"/>
                  <a:gd name="T56" fmla="*/ 1 w 10"/>
                  <a:gd name="T57" fmla="*/ 5 h 7"/>
                  <a:gd name="T58" fmla="*/ 3 w 10"/>
                  <a:gd name="T5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3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1" name="Freeform 6149">
                <a:extLst>
                  <a:ext uri="{FF2B5EF4-FFF2-40B4-BE49-F238E27FC236}">
                    <a16:creationId xmlns:a16="http://schemas.microsoft.com/office/drawing/2014/main" id="{E304E3F5-2F2E-4440-91FF-4456C2E4313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5" y="1261"/>
                <a:ext cx="7" cy="7"/>
              </a:xfrm>
              <a:custGeom>
                <a:avLst/>
                <a:gdLst>
                  <a:gd name="T0" fmla="*/ 0 w 7"/>
                  <a:gd name="T1" fmla="*/ 7 h 7"/>
                  <a:gd name="T2" fmla="*/ 4 w 7"/>
                  <a:gd name="T3" fmla="*/ 7 h 7"/>
                  <a:gd name="T4" fmla="*/ 5 w 7"/>
                  <a:gd name="T5" fmla="*/ 5 h 7"/>
                  <a:gd name="T6" fmla="*/ 7 w 7"/>
                  <a:gd name="T7" fmla="*/ 3 h 7"/>
                  <a:gd name="T8" fmla="*/ 5 w 7"/>
                  <a:gd name="T9" fmla="*/ 1 h 7"/>
                  <a:gd name="T10" fmla="*/ 4 w 7"/>
                  <a:gd name="T11" fmla="*/ 0 h 7"/>
                  <a:gd name="T12" fmla="*/ 2 w 7"/>
                  <a:gd name="T13" fmla="*/ 0 h 7"/>
                  <a:gd name="T14" fmla="*/ 0 w 7"/>
                  <a:gd name="T15" fmla="*/ 1 h 7"/>
                  <a:gd name="T16" fmla="*/ 0 w 7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2" name="Freeform 6150">
                <a:extLst>
                  <a:ext uri="{FF2B5EF4-FFF2-40B4-BE49-F238E27FC236}">
                    <a16:creationId xmlns:a16="http://schemas.microsoft.com/office/drawing/2014/main" id="{2AA69DD9-050E-464C-B0F2-DA1EEFF63E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73" y="1287"/>
                <a:ext cx="8" cy="7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4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1 h 4"/>
                  <a:gd name="T10" fmla="*/ 3 w 4"/>
                  <a:gd name="T11" fmla="*/ 0 h 4"/>
                  <a:gd name="T12" fmla="*/ 1 w 4"/>
                  <a:gd name="T13" fmla="*/ 0 h 4"/>
                  <a:gd name="T14" fmla="*/ 0 w 4"/>
                  <a:gd name="T15" fmla="*/ 1 h 4"/>
                  <a:gd name="T16" fmla="*/ 0 w 4"/>
                  <a:gd name="T17" fmla="*/ 3 h 4"/>
                  <a:gd name="T18" fmla="*/ 1 w 4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3" name="Freeform 6151">
                <a:extLst>
                  <a:ext uri="{FF2B5EF4-FFF2-40B4-BE49-F238E27FC236}">
                    <a16:creationId xmlns:a16="http://schemas.microsoft.com/office/drawing/2014/main" id="{AF587CBB-F0FA-4FAD-A242-A0A09E36B7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296"/>
                <a:ext cx="39" cy="52"/>
              </a:xfrm>
              <a:custGeom>
                <a:avLst/>
                <a:gdLst>
                  <a:gd name="T0" fmla="*/ 13 w 39"/>
                  <a:gd name="T1" fmla="*/ 24 h 52"/>
                  <a:gd name="T2" fmla="*/ 9 w 39"/>
                  <a:gd name="T3" fmla="*/ 24 h 52"/>
                  <a:gd name="T4" fmla="*/ 6 w 39"/>
                  <a:gd name="T5" fmla="*/ 22 h 52"/>
                  <a:gd name="T6" fmla="*/ 0 w 39"/>
                  <a:gd name="T7" fmla="*/ 22 h 52"/>
                  <a:gd name="T8" fmla="*/ 0 w 39"/>
                  <a:gd name="T9" fmla="*/ 26 h 52"/>
                  <a:gd name="T10" fmla="*/ 4 w 39"/>
                  <a:gd name="T11" fmla="*/ 30 h 52"/>
                  <a:gd name="T12" fmla="*/ 6 w 39"/>
                  <a:gd name="T13" fmla="*/ 30 h 52"/>
                  <a:gd name="T14" fmla="*/ 7 w 39"/>
                  <a:gd name="T15" fmla="*/ 34 h 52"/>
                  <a:gd name="T16" fmla="*/ 2 w 39"/>
                  <a:gd name="T17" fmla="*/ 35 h 52"/>
                  <a:gd name="T18" fmla="*/ 6 w 39"/>
                  <a:gd name="T19" fmla="*/ 45 h 52"/>
                  <a:gd name="T20" fmla="*/ 6 w 39"/>
                  <a:gd name="T21" fmla="*/ 50 h 52"/>
                  <a:gd name="T22" fmla="*/ 11 w 39"/>
                  <a:gd name="T23" fmla="*/ 48 h 52"/>
                  <a:gd name="T24" fmla="*/ 13 w 39"/>
                  <a:gd name="T25" fmla="*/ 45 h 52"/>
                  <a:gd name="T26" fmla="*/ 15 w 39"/>
                  <a:gd name="T27" fmla="*/ 50 h 52"/>
                  <a:gd name="T28" fmla="*/ 19 w 39"/>
                  <a:gd name="T29" fmla="*/ 50 h 52"/>
                  <a:gd name="T30" fmla="*/ 20 w 39"/>
                  <a:gd name="T31" fmla="*/ 45 h 52"/>
                  <a:gd name="T32" fmla="*/ 24 w 39"/>
                  <a:gd name="T33" fmla="*/ 45 h 52"/>
                  <a:gd name="T34" fmla="*/ 24 w 39"/>
                  <a:gd name="T35" fmla="*/ 35 h 52"/>
                  <a:gd name="T36" fmla="*/ 24 w 39"/>
                  <a:gd name="T37" fmla="*/ 34 h 52"/>
                  <a:gd name="T38" fmla="*/ 30 w 39"/>
                  <a:gd name="T39" fmla="*/ 32 h 52"/>
                  <a:gd name="T40" fmla="*/ 32 w 39"/>
                  <a:gd name="T41" fmla="*/ 28 h 52"/>
                  <a:gd name="T42" fmla="*/ 30 w 39"/>
                  <a:gd name="T43" fmla="*/ 26 h 52"/>
                  <a:gd name="T44" fmla="*/ 28 w 39"/>
                  <a:gd name="T45" fmla="*/ 26 h 52"/>
                  <a:gd name="T46" fmla="*/ 28 w 39"/>
                  <a:gd name="T47" fmla="*/ 22 h 52"/>
                  <a:gd name="T48" fmla="*/ 30 w 39"/>
                  <a:gd name="T49" fmla="*/ 24 h 52"/>
                  <a:gd name="T50" fmla="*/ 33 w 39"/>
                  <a:gd name="T51" fmla="*/ 24 h 52"/>
                  <a:gd name="T52" fmla="*/ 39 w 39"/>
                  <a:gd name="T53" fmla="*/ 21 h 52"/>
                  <a:gd name="T54" fmla="*/ 37 w 39"/>
                  <a:gd name="T55" fmla="*/ 15 h 52"/>
                  <a:gd name="T56" fmla="*/ 35 w 39"/>
                  <a:gd name="T57" fmla="*/ 11 h 52"/>
                  <a:gd name="T58" fmla="*/ 32 w 39"/>
                  <a:gd name="T59" fmla="*/ 9 h 52"/>
                  <a:gd name="T60" fmla="*/ 30 w 39"/>
                  <a:gd name="T61" fmla="*/ 6 h 52"/>
                  <a:gd name="T62" fmla="*/ 30 w 39"/>
                  <a:gd name="T63" fmla="*/ 0 h 52"/>
                  <a:gd name="T64" fmla="*/ 24 w 39"/>
                  <a:gd name="T65" fmla="*/ 6 h 52"/>
                  <a:gd name="T66" fmla="*/ 20 w 39"/>
                  <a:gd name="T67" fmla="*/ 4 h 52"/>
                  <a:gd name="T68" fmla="*/ 17 w 39"/>
                  <a:gd name="T69" fmla="*/ 7 h 52"/>
                  <a:gd name="T70" fmla="*/ 19 w 39"/>
                  <a:gd name="T71" fmla="*/ 13 h 52"/>
                  <a:gd name="T72" fmla="*/ 22 w 39"/>
                  <a:gd name="T73" fmla="*/ 13 h 52"/>
                  <a:gd name="T74" fmla="*/ 17 w 39"/>
                  <a:gd name="T75" fmla="*/ 17 h 52"/>
                  <a:gd name="T76" fmla="*/ 17 w 39"/>
                  <a:gd name="T77" fmla="*/ 2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52">
                    <a:moveTo>
                      <a:pt x="15" y="21"/>
                    </a:moveTo>
                    <a:lnTo>
                      <a:pt x="13" y="24"/>
                    </a:lnTo>
                    <a:lnTo>
                      <a:pt x="11" y="24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2" y="35"/>
                    </a:lnTo>
                    <a:lnTo>
                      <a:pt x="4" y="43"/>
                    </a:lnTo>
                    <a:lnTo>
                      <a:pt x="6" y="45"/>
                    </a:lnTo>
                    <a:lnTo>
                      <a:pt x="4" y="47"/>
                    </a:lnTo>
                    <a:lnTo>
                      <a:pt x="6" y="50"/>
                    </a:lnTo>
                    <a:lnTo>
                      <a:pt x="7" y="48"/>
                    </a:lnTo>
                    <a:lnTo>
                      <a:pt x="11" y="48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5" y="45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0"/>
                    </a:lnTo>
                    <a:lnTo>
                      <a:pt x="20" y="47"/>
                    </a:lnTo>
                    <a:lnTo>
                      <a:pt x="20" y="45"/>
                    </a:lnTo>
                    <a:lnTo>
                      <a:pt x="20" y="47"/>
                    </a:lnTo>
                    <a:lnTo>
                      <a:pt x="24" y="45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2" y="34"/>
                    </a:lnTo>
                    <a:lnTo>
                      <a:pt x="24" y="34"/>
                    </a:lnTo>
                    <a:lnTo>
                      <a:pt x="26" y="34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0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7" y="21"/>
                    </a:lnTo>
                    <a:lnTo>
                      <a:pt x="39" y="21"/>
                    </a:lnTo>
                    <a:lnTo>
                      <a:pt x="39" y="19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28" y="9"/>
                    </a:lnTo>
                    <a:lnTo>
                      <a:pt x="30" y="6"/>
                    </a:lnTo>
                    <a:lnTo>
                      <a:pt x="30" y="2"/>
                    </a:lnTo>
                    <a:lnTo>
                      <a:pt x="30" y="0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9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5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4" name="Freeform 6152">
                <a:extLst>
                  <a:ext uri="{FF2B5EF4-FFF2-40B4-BE49-F238E27FC236}">
                    <a16:creationId xmlns:a16="http://schemas.microsoft.com/office/drawing/2014/main" id="{006459E8-0DA9-4834-804A-9B4C43B926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1" y="1307"/>
                <a:ext cx="39" cy="28"/>
              </a:xfrm>
              <a:custGeom>
                <a:avLst/>
                <a:gdLst>
                  <a:gd name="T0" fmla="*/ 3 w 39"/>
                  <a:gd name="T1" fmla="*/ 23 h 28"/>
                  <a:gd name="T2" fmla="*/ 7 w 39"/>
                  <a:gd name="T3" fmla="*/ 21 h 28"/>
                  <a:gd name="T4" fmla="*/ 9 w 39"/>
                  <a:gd name="T5" fmla="*/ 23 h 28"/>
                  <a:gd name="T6" fmla="*/ 11 w 39"/>
                  <a:gd name="T7" fmla="*/ 24 h 28"/>
                  <a:gd name="T8" fmla="*/ 13 w 39"/>
                  <a:gd name="T9" fmla="*/ 26 h 28"/>
                  <a:gd name="T10" fmla="*/ 15 w 39"/>
                  <a:gd name="T11" fmla="*/ 23 h 28"/>
                  <a:gd name="T12" fmla="*/ 15 w 39"/>
                  <a:gd name="T13" fmla="*/ 21 h 28"/>
                  <a:gd name="T14" fmla="*/ 15 w 39"/>
                  <a:gd name="T15" fmla="*/ 21 h 28"/>
                  <a:gd name="T16" fmla="*/ 16 w 39"/>
                  <a:gd name="T17" fmla="*/ 23 h 28"/>
                  <a:gd name="T18" fmla="*/ 18 w 39"/>
                  <a:gd name="T19" fmla="*/ 26 h 28"/>
                  <a:gd name="T20" fmla="*/ 22 w 39"/>
                  <a:gd name="T21" fmla="*/ 28 h 28"/>
                  <a:gd name="T22" fmla="*/ 22 w 39"/>
                  <a:gd name="T23" fmla="*/ 24 h 28"/>
                  <a:gd name="T24" fmla="*/ 20 w 39"/>
                  <a:gd name="T25" fmla="*/ 21 h 28"/>
                  <a:gd name="T26" fmla="*/ 20 w 39"/>
                  <a:gd name="T27" fmla="*/ 17 h 28"/>
                  <a:gd name="T28" fmla="*/ 18 w 39"/>
                  <a:gd name="T29" fmla="*/ 15 h 28"/>
                  <a:gd name="T30" fmla="*/ 16 w 39"/>
                  <a:gd name="T31" fmla="*/ 15 h 28"/>
                  <a:gd name="T32" fmla="*/ 16 w 39"/>
                  <a:gd name="T33" fmla="*/ 13 h 28"/>
                  <a:gd name="T34" fmla="*/ 18 w 39"/>
                  <a:gd name="T35" fmla="*/ 11 h 28"/>
                  <a:gd name="T36" fmla="*/ 20 w 39"/>
                  <a:gd name="T37" fmla="*/ 10 h 28"/>
                  <a:gd name="T38" fmla="*/ 24 w 39"/>
                  <a:gd name="T39" fmla="*/ 8 h 28"/>
                  <a:gd name="T40" fmla="*/ 26 w 39"/>
                  <a:gd name="T41" fmla="*/ 8 h 28"/>
                  <a:gd name="T42" fmla="*/ 26 w 39"/>
                  <a:gd name="T43" fmla="*/ 8 h 28"/>
                  <a:gd name="T44" fmla="*/ 28 w 39"/>
                  <a:gd name="T45" fmla="*/ 10 h 28"/>
                  <a:gd name="T46" fmla="*/ 31 w 39"/>
                  <a:gd name="T47" fmla="*/ 11 h 28"/>
                  <a:gd name="T48" fmla="*/ 35 w 39"/>
                  <a:gd name="T49" fmla="*/ 11 h 28"/>
                  <a:gd name="T50" fmla="*/ 37 w 39"/>
                  <a:gd name="T51" fmla="*/ 10 h 28"/>
                  <a:gd name="T52" fmla="*/ 39 w 39"/>
                  <a:gd name="T53" fmla="*/ 10 h 28"/>
                  <a:gd name="T54" fmla="*/ 37 w 39"/>
                  <a:gd name="T55" fmla="*/ 6 h 28"/>
                  <a:gd name="T56" fmla="*/ 33 w 39"/>
                  <a:gd name="T57" fmla="*/ 6 h 28"/>
                  <a:gd name="T58" fmla="*/ 26 w 39"/>
                  <a:gd name="T59" fmla="*/ 0 h 28"/>
                  <a:gd name="T60" fmla="*/ 18 w 39"/>
                  <a:gd name="T61" fmla="*/ 0 h 28"/>
                  <a:gd name="T62" fmla="*/ 15 w 39"/>
                  <a:gd name="T63" fmla="*/ 0 h 28"/>
                  <a:gd name="T64" fmla="*/ 9 w 39"/>
                  <a:gd name="T65" fmla="*/ 6 h 28"/>
                  <a:gd name="T66" fmla="*/ 7 w 39"/>
                  <a:gd name="T67" fmla="*/ 8 h 28"/>
                  <a:gd name="T68" fmla="*/ 5 w 39"/>
                  <a:gd name="T69" fmla="*/ 10 h 28"/>
                  <a:gd name="T70" fmla="*/ 0 w 39"/>
                  <a:gd name="T71" fmla="*/ 13 h 28"/>
                  <a:gd name="T72" fmla="*/ 1 w 39"/>
                  <a:gd name="T73" fmla="*/ 21 h 28"/>
                  <a:gd name="T74" fmla="*/ 3 w 39"/>
                  <a:gd name="T75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" h="28">
                    <a:moveTo>
                      <a:pt x="3" y="23"/>
                    </a:moveTo>
                    <a:lnTo>
                      <a:pt x="7" y="21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3" y="26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6" y="23"/>
                    </a:lnTo>
                    <a:lnTo>
                      <a:pt x="18" y="26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0" y="21"/>
                    </a:lnTo>
                    <a:lnTo>
                      <a:pt x="20" y="17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8" y="11"/>
                    </a:lnTo>
                    <a:lnTo>
                      <a:pt x="20" y="10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31" y="11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37" y="6"/>
                    </a:lnTo>
                    <a:lnTo>
                      <a:pt x="33" y="6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0" y="13"/>
                    </a:lnTo>
                    <a:lnTo>
                      <a:pt x="1" y="21"/>
                    </a:lnTo>
                    <a:lnTo>
                      <a:pt x="3" y="2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5" name="Freeform 6153">
                <a:extLst>
                  <a:ext uri="{FF2B5EF4-FFF2-40B4-BE49-F238E27FC236}">
                    <a16:creationId xmlns:a16="http://schemas.microsoft.com/office/drawing/2014/main" id="{2F767C78-FEC9-4177-B9BE-52DA4C476D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2" y="1242"/>
                <a:ext cx="13" cy="11"/>
              </a:xfrm>
              <a:custGeom>
                <a:avLst/>
                <a:gdLst>
                  <a:gd name="T0" fmla="*/ 1 w 7"/>
                  <a:gd name="T1" fmla="*/ 5 h 6"/>
                  <a:gd name="T2" fmla="*/ 1 w 7"/>
                  <a:gd name="T3" fmla="*/ 5 h 6"/>
                  <a:gd name="T4" fmla="*/ 2 w 7"/>
                  <a:gd name="T5" fmla="*/ 6 h 6"/>
                  <a:gd name="T6" fmla="*/ 3 w 7"/>
                  <a:gd name="T7" fmla="*/ 6 h 6"/>
                  <a:gd name="T8" fmla="*/ 4 w 7"/>
                  <a:gd name="T9" fmla="*/ 5 h 6"/>
                  <a:gd name="T10" fmla="*/ 5 w 7"/>
                  <a:gd name="T11" fmla="*/ 5 h 6"/>
                  <a:gd name="T12" fmla="*/ 6 w 7"/>
                  <a:gd name="T13" fmla="*/ 4 h 6"/>
                  <a:gd name="T14" fmla="*/ 7 w 7"/>
                  <a:gd name="T15" fmla="*/ 4 h 6"/>
                  <a:gd name="T16" fmla="*/ 6 w 7"/>
                  <a:gd name="T17" fmla="*/ 3 h 6"/>
                  <a:gd name="T18" fmla="*/ 6 w 7"/>
                  <a:gd name="T19" fmla="*/ 1 h 6"/>
                  <a:gd name="T20" fmla="*/ 4 w 7"/>
                  <a:gd name="T21" fmla="*/ 0 h 6"/>
                  <a:gd name="T22" fmla="*/ 3 w 7"/>
                  <a:gd name="T23" fmla="*/ 1 h 6"/>
                  <a:gd name="T24" fmla="*/ 1 w 7"/>
                  <a:gd name="T25" fmla="*/ 1 h 6"/>
                  <a:gd name="T26" fmla="*/ 0 w 7"/>
                  <a:gd name="T27" fmla="*/ 2 h 6"/>
                  <a:gd name="T28" fmla="*/ 0 w 7"/>
                  <a:gd name="T29" fmla="*/ 3 h 6"/>
                  <a:gd name="T30" fmla="*/ 1 w 7"/>
                  <a:gd name="T31" fmla="*/ 4 h 6"/>
                  <a:gd name="T32" fmla="*/ 1 w 7"/>
                  <a:gd name="T3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6" name="Freeform 6154">
                <a:extLst>
                  <a:ext uri="{FF2B5EF4-FFF2-40B4-BE49-F238E27FC236}">
                    <a16:creationId xmlns:a16="http://schemas.microsoft.com/office/drawing/2014/main" id="{B1233370-ADFF-4B66-980D-7848ACB9CAF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07" y="1253"/>
                <a:ext cx="41" cy="56"/>
              </a:xfrm>
              <a:custGeom>
                <a:avLst/>
                <a:gdLst>
                  <a:gd name="T0" fmla="*/ 4 w 22"/>
                  <a:gd name="T1" fmla="*/ 23 h 30"/>
                  <a:gd name="T2" fmla="*/ 6 w 22"/>
                  <a:gd name="T3" fmla="*/ 22 h 30"/>
                  <a:gd name="T4" fmla="*/ 4 w 22"/>
                  <a:gd name="T5" fmla="*/ 24 h 30"/>
                  <a:gd name="T6" fmla="*/ 2 w 22"/>
                  <a:gd name="T7" fmla="*/ 26 h 30"/>
                  <a:gd name="T8" fmla="*/ 5 w 22"/>
                  <a:gd name="T9" fmla="*/ 28 h 30"/>
                  <a:gd name="T10" fmla="*/ 9 w 22"/>
                  <a:gd name="T11" fmla="*/ 28 h 30"/>
                  <a:gd name="T12" fmla="*/ 12 w 22"/>
                  <a:gd name="T13" fmla="*/ 30 h 30"/>
                  <a:gd name="T14" fmla="*/ 15 w 22"/>
                  <a:gd name="T15" fmla="*/ 30 h 30"/>
                  <a:gd name="T16" fmla="*/ 15 w 22"/>
                  <a:gd name="T17" fmla="*/ 26 h 30"/>
                  <a:gd name="T18" fmla="*/ 17 w 22"/>
                  <a:gd name="T19" fmla="*/ 27 h 30"/>
                  <a:gd name="T20" fmla="*/ 18 w 22"/>
                  <a:gd name="T21" fmla="*/ 23 h 30"/>
                  <a:gd name="T22" fmla="*/ 22 w 22"/>
                  <a:gd name="T23" fmla="*/ 23 h 30"/>
                  <a:gd name="T24" fmla="*/ 22 w 22"/>
                  <a:gd name="T25" fmla="*/ 20 h 30"/>
                  <a:gd name="T26" fmla="*/ 19 w 22"/>
                  <a:gd name="T27" fmla="*/ 19 h 30"/>
                  <a:gd name="T28" fmla="*/ 18 w 22"/>
                  <a:gd name="T29" fmla="*/ 20 h 30"/>
                  <a:gd name="T30" fmla="*/ 20 w 22"/>
                  <a:gd name="T31" fmla="*/ 18 h 30"/>
                  <a:gd name="T32" fmla="*/ 18 w 22"/>
                  <a:gd name="T33" fmla="*/ 14 h 30"/>
                  <a:gd name="T34" fmla="*/ 15 w 22"/>
                  <a:gd name="T35" fmla="*/ 15 h 30"/>
                  <a:gd name="T36" fmla="*/ 17 w 22"/>
                  <a:gd name="T37" fmla="*/ 18 h 30"/>
                  <a:gd name="T38" fmla="*/ 12 w 22"/>
                  <a:gd name="T39" fmla="*/ 16 h 30"/>
                  <a:gd name="T40" fmla="*/ 15 w 22"/>
                  <a:gd name="T41" fmla="*/ 14 h 30"/>
                  <a:gd name="T42" fmla="*/ 14 w 22"/>
                  <a:gd name="T43" fmla="*/ 10 h 30"/>
                  <a:gd name="T44" fmla="*/ 12 w 22"/>
                  <a:gd name="T45" fmla="*/ 8 h 30"/>
                  <a:gd name="T46" fmla="*/ 14 w 22"/>
                  <a:gd name="T47" fmla="*/ 6 h 30"/>
                  <a:gd name="T48" fmla="*/ 13 w 22"/>
                  <a:gd name="T49" fmla="*/ 3 h 30"/>
                  <a:gd name="T50" fmla="*/ 13 w 22"/>
                  <a:gd name="T51" fmla="*/ 2 h 30"/>
                  <a:gd name="T52" fmla="*/ 11 w 22"/>
                  <a:gd name="T53" fmla="*/ 3 h 30"/>
                  <a:gd name="T54" fmla="*/ 8 w 22"/>
                  <a:gd name="T55" fmla="*/ 4 h 30"/>
                  <a:gd name="T56" fmla="*/ 7 w 22"/>
                  <a:gd name="T57" fmla="*/ 7 h 30"/>
                  <a:gd name="T58" fmla="*/ 10 w 22"/>
                  <a:gd name="T59" fmla="*/ 8 h 30"/>
                  <a:gd name="T60" fmla="*/ 9 w 22"/>
                  <a:gd name="T61" fmla="*/ 8 h 30"/>
                  <a:gd name="T62" fmla="*/ 5 w 22"/>
                  <a:gd name="T63" fmla="*/ 11 h 30"/>
                  <a:gd name="T64" fmla="*/ 8 w 22"/>
                  <a:gd name="T65" fmla="*/ 13 h 30"/>
                  <a:gd name="T66" fmla="*/ 3 w 22"/>
                  <a:gd name="T67" fmla="*/ 15 h 30"/>
                  <a:gd name="T68" fmla="*/ 7 w 22"/>
                  <a:gd name="T69" fmla="*/ 17 h 30"/>
                  <a:gd name="T70" fmla="*/ 10 w 22"/>
                  <a:gd name="T71" fmla="*/ 18 h 30"/>
                  <a:gd name="T72" fmla="*/ 15 w 22"/>
                  <a:gd name="T73" fmla="*/ 22 h 30"/>
                  <a:gd name="T74" fmla="*/ 10 w 22"/>
                  <a:gd name="T75" fmla="*/ 19 h 30"/>
                  <a:gd name="T76" fmla="*/ 6 w 22"/>
                  <a:gd name="T77" fmla="*/ 18 h 30"/>
                  <a:gd name="T78" fmla="*/ 1 w 22"/>
                  <a:gd name="T79" fmla="*/ 20 h 30"/>
                  <a:gd name="T80" fmla="*/ 18 w 22"/>
                  <a:gd name="T81" fmla="*/ 23 h 30"/>
                  <a:gd name="T82" fmla="*/ 10 w 22"/>
                  <a:gd name="T83" fmla="*/ 15 h 30"/>
                  <a:gd name="T84" fmla="*/ 12 w 22"/>
                  <a:gd name="T85" fmla="*/ 13 h 30"/>
                  <a:gd name="T86" fmla="*/ 12 w 22"/>
                  <a:gd name="T87" fmla="*/ 12 h 30"/>
                  <a:gd name="T88" fmla="*/ 11 w 22"/>
                  <a:gd name="T89" fmla="*/ 26 h 30"/>
                  <a:gd name="T90" fmla="*/ 11 w 22"/>
                  <a:gd name="T91" fmla="*/ 26 h 30"/>
                  <a:gd name="T92" fmla="*/ 9 w 22"/>
                  <a:gd name="T93" fmla="*/ 25 h 30"/>
                  <a:gd name="T94" fmla="*/ 8 w 22"/>
                  <a:gd name="T95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30">
                    <a:moveTo>
                      <a:pt x="0" y="21"/>
                    </a:moveTo>
                    <a:cubicBezTo>
                      <a:pt x="2" y="22"/>
                      <a:pt x="2" y="22"/>
                      <a:pt x="2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lnTo>
                      <a:pt x="0" y="21"/>
                    </a:lnTo>
                    <a:close/>
                    <a:moveTo>
                      <a:pt x="18" y="22"/>
                    </a:move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2"/>
                      <a:pt x="17" y="22"/>
                      <a:pt x="17" y="22"/>
                    </a:cubicBezTo>
                    <a:lnTo>
                      <a:pt x="18" y="22"/>
                    </a:lnTo>
                    <a:close/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lose/>
                    <a:moveTo>
                      <a:pt x="12" y="13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11" y="26"/>
                    </a:moveTo>
                    <a:cubicBezTo>
                      <a:pt x="11" y="26"/>
                      <a:pt x="11" y="26"/>
                      <a:pt x="11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5"/>
                      <a:pt x="10" y="25"/>
                      <a:pt x="10" y="25"/>
                    </a:cubicBezTo>
                    <a:lnTo>
                      <a:pt x="11" y="26"/>
                    </a:lnTo>
                    <a:close/>
                    <a:moveTo>
                      <a:pt x="8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4"/>
                      <a:pt x="7" y="24"/>
                      <a:pt x="7" y="24"/>
                    </a:cubicBezTo>
                    <a:lnTo>
                      <a:pt x="8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7" name="Freeform 6155">
                <a:extLst>
                  <a:ext uri="{FF2B5EF4-FFF2-40B4-BE49-F238E27FC236}">
                    <a16:creationId xmlns:a16="http://schemas.microsoft.com/office/drawing/2014/main" id="{0DFAE647-6304-4163-BD13-5628559A09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06" y="1630"/>
                <a:ext cx="13" cy="15"/>
              </a:xfrm>
              <a:custGeom>
                <a:avLst/>
                <a:gdLst>
                  <a:gd name="T0" fmla="*/ 13 w 13"/>
                  <a:gd name="T1" fmla="*/ 3 h 15"/>
                  <a:gd name="T2" fmla="*/ 9 w 13"/>
                  <a:gd name="T3" fmla="*/ 3 h 15"/>
                  <a:gd name="T4" fmla="*/ 9 w 13"/>
                  <a:gd name="T5" fmla="*/ 2 h 15"/>
                  <a:gd name="T6" fmla="*/ 5 w 13"/>
                  <a:gd name="T7" fmla="*/ 0 h 15"/>
                  <a:gd name="T8" fmla="*/ 1 w 13"/>
                  <a:gd name="T9" fmla="*/ 0 h 15"/>
                  <a:gd name="T10" fmla="*/ 0 w 13"/>
                  <a:gd name="T11" fmla="*/ 3 h 15"/>
                  <a:gd name="T12" fmla="*/ 0 w 13"/>
                  <a:gd name="T13" fmla="*/ 5 h 15"/>
                  <a:gd name="T14" fmla="*/ 3 w 13"/>
                  <a:gd name="T15" fmla="*/ 7 h 15"/>
                  <a:gd name="T16" fmla="*/ 3 w 13"/>
                  <a:gd name="T17" fmla="*/ 7 h 15"/>
                  <a:gd name="T18" fmla="*/ 5 w 13"/>
                  <a:gd name="T19" fmla="*/ 7 h 15"/>
                  <a:gd name="T20" fmla="*/ 5 w 13"/>
                  <a:gd name="T21" fmla="*/ 9 h 15"/>
                  <a:gd name="T22" fmla="*/ 7 w 13"/>
                  <a:gd name="T23" fmla="*/ 11 h 15"/>
                  <a:gd name="T24" fmla="*/ 11 w 13"/>
                  <a:gd name="T25" fmla="*/ 13 h 15"/>
                  <a:gd name="T26" fmla="*/ 13 w 13"/>
                  <a:gd name="T27" fmla="*/ 15 h 15"/>
                  <a:gd name="T28" fmla="*/ 13 w 13"/>
                  <a:gd name="T29" fmla="*/ 11 h 15"/>
                  <a:gd name="T30" fmla="*/ 13 w 13"/>
                  <a:gd name="T31" fmla="*/ 9 h 15"/>
                  <a:gd name="T32" fmla="*/ 13 w 13"/>
                  <a:gd name="T33" fmla="*/ 7 h 15"/>
                  <a:gd name="T34" fmla="*/ 13 w 13"/>
                  <a:gd name="T3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5">
                    <a:moveTo>
                      <a:pt x="13" y="3"/>
                    </a:moveTo>
                    <a:lnTo>
                      <a:pt x="9" y="3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8" name="Freeform 6156">
                <a:extLst>
                  <a:ext uri="{FF2B5EF4-FFF2-40B4-BE49-F238E27FC236}">
                    <a16:creationId xmlns:a16="http://schemas.microsoft.com/office/drawing/2014/main" id="{986105DD-7247-49D0-BFA2-A6CC0865D0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23" y="1311"/>
                <a:ext cx="15" cy="7"/>
              </a:xfrm>
              <a:custGeom>
                <a:avLst/>
                <a:gdLst>
                  <a:gd name="T0" fmla="*/ 5 w 15"/>
                  <a:gd name="T1" fmla="*/ 2 h 7"/>
                  <a:gd name="T2" fmla="*/ 4 w 15"/>
                  <a:gd name="T3" fmla="*/ 0 h 7"/>
                  <a:gd name="T4" fmla="*/ 2 w 15"/>
                  <a:gd name="T5" fmla="*/ 0 h 7"/>
                  <a:gd name="T6" fmla="*/ 0 w 15"/>
                  <a:gd name="T7" fmla="*/ 4 h 7"/>
                  <a:gd name="T8" fmla="*/ 2 w 15"/>
                  <a:gd name="T9" fmla="*/ 6 h 7"/>
                  <a:gd name="T10" fmla="*/ 5 w 15"/>
                  <a:gd name="T11" fmla="*/ 6 h 7"/>
                  <a:gd name="T12" fmla="*/ 7 w 15"/>
                  <a:gd name="T13" fmla="*/ 7 h 7"/>
                  <a:gd name="T14" fmla="*/ 9 w 15"/>
                  <a:gd name="T15" fmla="*/ 7 h 7"/>
                  <a:gd name="T16" fmla="*/ 13 w 15"/>
                  <a:gd name="T17" fmla="*/ 6 h 7"/>
                  <a:gd name="T18" fmla="*/ 15 w 15"/>
                  <a:gd name="T19" fmla="*/ 2 h 7"/>
                  <a:gd name="T20" fmla="*/ 11 w 15"/>
                  <a:gd name="T21" fmla="*/ 2 h 7"/>
                  <a:gd name="T22" fmla="*/ 7 w 15"/>
                  <a:gd name="T23" fmla="*/ 2 h 7"/>
                  <a:gd name="T24" fmla="*/ 5 w 15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7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3" y="6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9" name="Freeform 6157">
                <a:extLst>
                  <a:ext uri="{FF2B5EF4-FFF2-40B4-BE49-F238E27FC236}">
                    <a16:creationId xmlns:a16="http://schemas.microsoft.com/office/drawing/2014/main" id="{831F66F5-F739-472F-B57F-78D987570A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17" y="1249"/>
                <a:ext cx="15" cy="10"/>
              </a:xfrm>
              <a:custGeom>
                <a:avLst/>
                <a:gdLst>
                  <a:gd name="T0" fmla="*/ 1 w 8"/>
                  <a:gd name="T1" fmla="*/ 5 h 5"/>
                  <a:gd name="T2" fmla="*/ 2 w 8"/>
                  <a:gd name="T3" fmla="*/ 5 h 5"/>
                  <a:gd name="T4" fmla="*/ 5 w 8"/>
                  <a:gd name="T5" fmla="*/ 5 h 5"/>
                  <a:gd name="T6" fmla="*/ 7 w 8"/>
                  <a:gd name="T7" fmla="*/ 4 h 5"/>
                  <a:gd name="T8" fmla="*/ 8 w 8"/>
                  <a:gd name="T9" fmla="*/ 3 h 5"/>
                  <a:gd name="T10" fmla="*/ 7 w 8"/>
                  <a:gd name="T11" fmla="*/ 1 h 5"/>
                  <a:gd name="T12" fmla="*/ 5 w 8"/>
                  <a:gd name="T13" fmla="*/ 0 h 5"/>
                  <a:gd name="T14" fmla="*/ 2 w 8"/>
                  <a:gd name="T15" fmla="*/ 0 h 5"/>
                  <a:gd name="T16" fmla="*/ 0 w 8"/>
                  <a:gd name="T17" fmla="*/ 2 h 5"/>
                  <a:gd name="T18" fmla="*/ 0 w 8"/>
                  <a:gd name="T19" fmla="*/ 4 h 5"/>
                  <a:gd name="T20" fmla="*/ 1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0" name="Freeform 6158">
                <a:extLst>
                  <a:ext uri="{FF2B5EF4-FFF2-40B4-BE49-F238E27FC236}">
                    <a16:creationId xmlns:a16="http://schemas.microsoft.com/office/drawing/2014/main" id="{93BBBC40-A05D-4D14-9AB0-F2DA96CD760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89" y="1423"/>
                <a:ext cx="126" cy="231"/>
              </a:xfrm>
              <a:custGeom>
                <a:avLst/>
                <a:gdLst>
                  <a:gd name="T0" fmla="*/ 8 w 68"/>
                  <a:gd name="T1" fmla="*/ 52 h 124"/>
                  <a:gd name="T2" fmla="*/ 11 w 68"/>
                  <a:gd name="T3" fmla="*/ 58 h 124"/>
                  <a:gd name="T4" fmla="*/ 8 w 68"/>
                  <a:gd name="T5" fmla="*/ 61 h 124"/>
                  <a:gd name="T6" fmla="*/ 8 w 68"/>
                  <a:gd name="T7" fmla="*/ 64 h 124"/>
                  <a:gd name="T8" fmla="*/ 7 w 68"/>
                  <a:gd name="T9" fmla="*/ 68 h 124"/>
                  <a:gd name="T10" fmla="*/ 5 w 68"/>
                  <a:gd name="T11" fmla="*/ 71 h 124"/>
                  <a:gd name="T12" fmla="*/ 8 w 68"/>
                  <a:gd name="T13" fmla="*/ 74 h 124"/>
                  <a:gd name="T14" fmla="*/ 8 w 68"/>
                  <a:gd name="T15" fmla="*/ 77 h 124"/>
                  <a:gd name="T16" fmla="*/ 8 w 68"/>
                  <a:gd name="T17" fmla="*/ 79 h 124"/>
                  <a:gd name="T18" fmla="*/ 5 w 68"/>
                  <a:gd name="T19" fmla="*/ 86 h 124"/>
                  <a:gd name="T20" fmla="*/ 3 w 68"/>
                  <a:gd name="T21" fmla="*/ 87 h 124"/>
                  <a:gd name="T22" fmla="*/ 5 w 68"/>
                  <a:gd name="T23" fmla="*/ 92 h 124"/>
                  <a:gd name="T24" fmla="*/ 7 w 68"/>
                  <a:gd name="T25" fmla="*/ 96 h 124"/>
                  <a:gd name="T26" fmla="*/ 4 w 68"/>
                  <a:gd name="T27" fmla="*/ 99 h 124"/>
                  <a:gd name="T28" fmla="*/ 1 w 68"/>
                  <a:gd name="T29" fmla="*/ 104 h 124"/>
                  <a:gd name="T30" fmla="*/ 5 w 68"/>
                  <a:gd name="T31" fmla="*/ 112 h 124"/>
                  <a:gd name="T32" fmla="*/ 11 w 68"/>
                  <a:gd name="T33" fmla="*/ 111 h 124"/>
                  <a:gd name="T34" fmla="*/ 18 w 68"/>
                  <a:gd name="T35" fmla="*/ 114 h 124"/>
                  <a:gd name="T36" fmla="*/ 18 w 68"/>
                  <a:gd name="T37" fmla="*/ 117 h 124"/>
                  <a:gd name="T38" fmla="*/ 22 w 68"/>
                  <a:gd name="T39" fmla="*/ 121 h 124"/>
                  <a:gd name="T40" fmla="*/ 28 w 68"/>
                  <a:gd name="T41" fmla="*/ 124 h 124"/>
                  <a:gd name="T42" fmla="*/ 33 w 68"/>
                  <a:gd name="T43" fmla="*/ 123 h 124"/>
                  <a:gd name="T44" fmla="*/ 37 w 68"/>
                  <a:gd name="T45" fmla="*/ 122 h 124"/>
                  <a:gd name="T46" fmla="*/ 38 w 68"/>
                  <a:gd name="T47" fmla="*/ 124 h 124"/>
                  <a:gd name="T48" fmla="*/ 42 w 68"/>
                  <a:gd name="T49" fmla="*/ 119 h 124"/>
                  <a:gd name="T50" fmla="*/ 38 w 68"/>
                  <a:gd name="T51" fmla="*/ 116 h 124"/>
                  <a:gd name="T52" fmla="*/ 31 w 68"/>
                  <a:gd name="T53" fmla="*/ 111 h 124"/>
                  <a:gd name="T54" fmla="*/ 24 w 68"/>
                  <a:gd name="T55" fmla="*/ 96 h 124"/>
                  <a:gd name="T56" fmla="*/ 23 w 68"/>
                  <a:gd name="T57" fmla="*/ 86 h 124"/>
                  <a:gd name="T58" fmla="*/ 24 w 68"/>
                  <a:gd name="T59" fmla="*/ 79 h 124"/>
                  <a:gd name="T60" fmla="*/ 26 w 68"/>
                  <a:gd name="T61" fmla="*/ 75 h 124"/>
                  <a:gd name="T62" fmla="*/ 27 w 68"/>
                  <a:gd name="T63" fmla="*/ 70 h 124"/>
                  <a:gd name="T64" fmla="*/ 29 w 68"/>
                  <a:gd name="T65" fmla="*/ 64 h 124"/>
                  <a:gd name="T66" fmla="*/ 29 w 68"/>
                  <a:gd name="T67" fmla="*/ 58 h 124"/>
                  <a:gd name="T68" fmla="*/ 29 w 68"/>
                  <a:gd name="T69" fmla="*/ 53 h 124"/>
                  <a:gd name="T70" fmla="*/ 33 w 68"/>
                  <a:gd name="T71" fmla="*/ 54 h 124"/>
                  <a:gd name="T72" fmla="*/ 36 w 68"/>
                  <a:gd name="T73" fmla="*/ 49 h 124"/>
                  <a:gd name="T74" fmla="*/ 38 w 68"/>
                  <a:gd name="T75" fmla="*/ 44 h 124"/>
                  <a:gd name="T76" fmla="*/ 44 w 68"/>
                  <a:gd name="T77" fmla="*/ 36 h 124"/>
                  <a:gd name="T78" fmla="*/ 53 w 68"/>
                  <a:gd name="T79" fmla="*/ 26 h 124"/>
                  <a:gd name="T80" fmla="*/ 62 w 68"/>
                  <a:gd name="T81" fmla="*/ 20 h 124"/>
                  <a:gd name="T82" fmla="*/ 67 w 68"/>
                  <a:gd name="T83" fmla="*/ 15 h 124"/>
                  <a:gd name="T84" fmla="*/ 67 w 68"/>
                  <a:gd name="T85" fmla="*/ 9 h 124"/>
                  <a:gd name="T86" fmla="*/ 64 w 68"/>
                  <a:gd name="T87" fmla="*/ 4 h 124"/>
                  <a:gd name="T88" fmla="*/ 61 w 68"/>
                  <a:gd name="T89" fmla="*/ 0 h 124"/>
                  <a:gd name="T90" fmla="*/ 53 w 68"/>
                  <a:gd name="T91" fmla="*/ 3 h 124"/>
                  <a:gd name="T92" fmla="*/ 49 w 68"/>
                  <a:gd name="T93" fmla="*/ 7 h 124"/>
                  <a:gd name="T94" fmla="*/ 48 w 68"/>
                  <a:gd name="T95" fmla="*/ 11 h 124"/>
                  <a:gd name="T96" fmla="*/ 43 w 68"/>
                  <a:gd name="T97" fmla="*/ 16 h 124"/>
                  <a:gd name="T98" fmla="*/ 38 w 68"/>
                  <a:gd name="T99" fmla="*/ 19 h 124"/>
                  <a:gd name="T100" fmla="*/ 35 w 68"/>
                  <a:gd name="T101" fmla="*/ 20 h 124"/>
                  <a:gd name="T102" fmla="*/ 28 w 68"/>
                  <a:gd name="T103" fmla="*/ 21 h 124"/>
                  <a:gd name="T104" fmla="*/ 24 w 68"/>
                  <a:gd name="T105" fmla="*/ 25 h 124"/>
                  <a:gd name="T106" fmla="*/ 21 w 68"/>
                  <a:gd name="T107" fmla="*/ 29 h 124"/>
                  <a:gd name="T108" fmla="*/ 17 w 68"/>
                  <a:gd name="T109" fmla="*/ 29 h 124"/>
                  <a:gd name="T110" fmla="*/ 17 w 68"/>
                  <a:gd name="T111" fmla="*/ 35 h 124"/>
                  <a:gd name="T112" fmla="*/ 15 w 68"/>
                  <a:gd name="T113" fmla="*/ 41 h 124"/>
                  <a:gd name="T114" fmla="*/ 17 w 68"/>
                  <a:gd name="T115" fmla="*/ 42 h 124"/>
                  <a:gd name="T116" fmla="*/ 11 w 68"/>
                  <a:gd name="T117" fmla="*/ 44 h 124"/>
                  <a:gd name="T118" fmla="*/ 8 w 68"/>
                  <a:gd name="T119" fmla="*/ 46 h 124"/>
                  <a:gd name="T120" fmla="*/ 20 w 68"/>
                  <a:gd name="T121" fmla="*/ 78 h 124"/>
                  <a:gd name="T122" fmla="*/ 20 w 68"/>
                  <a:gd name="T123" fmla="*/ 31 h 124"/>
                  <a:gd name="T124" fmla="*/ 19 w 68"/>
                  <a:gd name="T125" fmla="*/ 3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124">
                    <a:moveTo>
                      <a:pt x="6" y="49"/>
                    </a:moveTo>
                    <a:cubicBezTo>
                      <a:pt x="8" y="50"/>
                      <a:pt x="8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9"/>
                      <a:pt x="17" y="119"/>
                      <a:pt x="17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20" y="120"/>
                      <a:pt x="20" y="120"/>
                      <a:pt x="20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6" y="122"/>
                      <a:pt x="26" y="122"/>
                      <a:pt x="26" y="122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2"/>
                      <a:pt x="33" y="122"/>
                      <a:pt x="33" y="122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2" y="111"/>
                      <a:pt x="32" y="111"/>
                      <a:pt x="32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05"/>
                      <a:pt x="27" y="105"/>
                      <a:pt x="27" y="105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lnTo>
                      <a:pt x="6" y="49"/>
                    </a:lnTo>
                    <a:close/>
                    <a:moveTo>
                      <a:pt x="20" y="78"/>
                    </a:moveTo>
                    <a:cubicBezTo>
                      <a:pt x="19" y="78"/>
                      <a:pt x="19" y="78"/>
                      <a:pt x="19" y="78"/>
                    </a:cubicBezTo>
                    <a:cubicBezTo>
                      <a:pt x="20" y="78"/>
                      <a:pt x="20" y="78"/>
                      <a:pt x="20" y="78"/>
                    </a:cubicBezTo>
                    <a:cubicBezTo>
                      <a:pt x="21" y="78"/>
                      <a:pt x="21" y="78"/>
                      <a:pt x="21" y="78"/>
                    </a:cubicBezTo>
                    <a:lnTo>
                      <a:pt x="20" y="78"/>
                    </a:lnTo>
                    <a:close/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19" y="31"/>
                      <a:pt x="19" y="31"/>
                      <a:pt x="19" y="31"/>
                    </a:cubicBezTo>
                    <a:lnTo>
                      <a:pt x="20" y="31"/>
                    </a:lnTo>
                    <a:close/>
                    <a:moveTo>
                      <a:pt x="19" y="31"/>
                    </a:move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1" name="Freeform 6159">
                <a:extLst>
                  <a:ext uri="{FF2B5EF4-FFF2-40B4-BE49-F238E27FC236}">
                    <a16:creationId xmlns:a16="http://schemas.microsoft.com/office/drawing/2014/main" id="{0CA8232D-9DCD-4707-91C4-2CB38249DF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55" y="1276"/>
                <a:ext cx="28" cy="37"/>
              </a:xfrm>
              <a:custGeom>
                <a:avLst/>
                <a:gdLst>
                  <a:gd name="T0" fmla="*/ 6 w 28"/>
                  <a:gd name="T1" fmla="*/ 11 h 37"/>
                  <a:gd name="T2" fmla="*/ 10 w 28"/>
                  <a:gd name="T3" fmla="*/ 13 h 37"/>
                  <a:gd name="T4" fmla="*/ 12 w 28"/>
                  <a:gd name="T5" fmla="*/ 11 h 37"/>
                  <a:gd name="T6" fmla="*/ 10 w 28"/>
                  <a:gd name="T7" fmla="*/ 14 h 37"/>
                  <a:gd name="T8" fmla="*/ 8 w 28"/>
                  <a:gd name="T9" fmla="*/ 14 h 37"/>
                  <a:gd name="T10" fmla="*/ 6 w 28"/>
                  <a:gd name="T11" fmla="*/ 13 h 37"/>
                  <a:gd name="T12" fmla="*/ 2 w 28"/>
                  <a:gd name="T13" fmla="*/ 14 h 37"/>
                  <a:gd name="T14" fmla="*/ 2 w 28"/>
                  <a:gd name="T15" fmla="*/ 16 h 37"/>
                  <a:gd name="T16" fmla="*/ 4 w 28"/>
                  <a:gd name="T17" fmla="*/ 20 h 37"/>
                  <a:gd name="T18" fmla="*/ 4 w 28"/>
                  <a:gd name="T19" fmla="*/ 27 h 37"/>
                  <a:gd name="T20" fmla="*/ 6 w 28"/>
                  <a:gd name="T21" fmla="*/ 31 h 37"/>
                  <a:gd name="T22" fmla="*/ 10 w 28"/>
                  <a:gd name="T23" fmla="*/ 37 h 37"/>
                  <a:gd name="T24" fmla="*/ 12 w 28"/>
                  <a:gd name="T25" fmla="*/ 37 h 37"/>
                  <a:gd name="T26" fmla="*/ 17 w 28"/>
                  <a:gd name="T27" fmla="*/ 35 h 37"/>
                  <a:gd name="T28" fmla="*/ 21 w 28"/>
                  <a:gd name="T29" fmla="*/ 35 h 37"/>
                  <a:gd name="T30" fmla="*/ 23 w 28"/>
                  <a:gd name="T31" fmla="*/ 33 h 37"/>
                  <a:gd name="T32" fmla="*/ 28 w 28"/>
                  <a:gd name="T33" fmla="*/ 31 h 37"/>
                  <a:gd name="T34" fmla="*/ 28 w 28"/>
                  <a:gd name="T35" fmla="*/ 29 h 37"/>
                  <a:gd name="T36" fmla="*/ 25 w 28"/>
                  <a:gd name="T37" fmla="*/ 27 h 37"/>
                  <a:gd name="T38" fmla="*/ 23 w 28"/>
                  <a:gd name="T39" fmla="*/ 24 h 37"/>
                  <a:gd name="T40" fmla="*/ 21 w 28"/>
                  <a:gd name="T41" fmla="*/ 22 h 37"/>
                  <a:gd name="T42" fmla="*/ 19 w 28"/>
                  <a:gd name="T43" fmla="*/ 20 h 37"/>
                  <a:gd name="T44" fmla="*/ 19 w 28"/>
                  <a:gd name="T45" fmla="*/ 18 h 37"/>
                  <a:gd name="T46" fmla="*/ 21 w 28"/>
                  <a:gd name="T47" fmla="*/ 18 h 37"/>
                  <a:gd name="T48" fmla="*/ 25 w 28"/>
                  <a:gd name="T49" fmla="*/ 18 h 37"/>
                  <a:gd name="T50" fmla="*/ 28 w 28"/>
                  <a:gd name="T51" fmla="*/ 16 h 37"/>
                  <a:gd name="T52" fmla="*/ 28 w 28"/>
                  <a:gd name="T53" fmla="*/ 13 h 37"/>
                  <a:gd name="T54" fmla="*/ 25 w 28"/>
                  <a:gd name="T55" fmla="*/ 9 h 37"/>
                  <a:gd name="T56" fmla="*/ 23 w 28"/>
                  <a:gd name="T57" fmla="*/ 9 h 37"/>
                  <a:gd name="T58" fmla="*/ 21 w 28"/>
                  <a:gd name="T59" fmla="*/ 3 h 37"/>
                  <a:gd name="T60" fmla="*/ 17 w 28"/>
                  <a:gd name="T61" fmla="*/ 7 h 37"/>
                  <a:gd name="T62" fmla="*/ 17 w 28"/>
                  <a:gd name="T63" fmla="*/ 9 h 37"/>
                  <a:gd name="T64" fmla="*/ 17 w 28"/>
                  <a:gd name="T65" fmla="*/ 11 h 37"/>
                  <a:gd name="T66" fmla="*/ 15 w 28"/>
                  <a:gd name="T67" fmla="*/ 11 h 37"/>
                  <a:gd name="T68" fmla="*/ 13 w 28"/>
                  <a:gd name="T69" fmla="*/ 11 h 37"/>
                  <a:gd name="T70" fmla="*/ 15 w 28"/>
                  <a:gd name="T71" fmla="*/ 7 h 37"/>
                  <a:gd name="T72" fmla="*/ 17 w 28"/>
                  <a:gd name="T73" fmla="*/ 7 h 37"/>
                  <a:gd name="T74" fmla="*/ 17 w 28"/>
                  <a:gd name="T75" fmla="*/ 3 h 37"/>
                  <a:gd name="T76" fmla="*/ 15 w 28"/>
                  <a:gd name="T77" fmla="*/ 1 h 37"/>
                  <a:gd name="T78" fmla="*/ 13 w 28"/>
                  <a:gd name="T79" fmla="*/ 0 h 37"/>
                  <a:gd name="T80" fmla="*/ 10 w 28"/>
                  <a:gd name="T81" fmla="*/ 0 h 37"/>
                  <a:gd name="T82" fmla="*/ 6 w 28"/>
                  <a:gd name="T83" fmla="*/ 1 h 37"/>
                  <a:gd name="T84" fmla="*/ 2 w 28"/>
                  <a:gd name="T85" fmla="*/ 3 h 37"/>
                  <a:gd name="T86" fmla="*/ 0 w 28"/>
                  <a:gd name="T87" fmla="*/ 5 h 37"/>
                  <a:gd name="T88" fmla="*/ 2 w 28"/>
                  <a:gd name="T89" fmla="*/ 9 h 37"/>
                  <a:gd name="T90" fmla="*/ 6 w 28"/>
                  <a:gd name="T91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7">
                    <a:moveTo>
                      <a:pt x="6" y="11"/>
                    </a:moveTo>
                    <a:lnTo>
                      <a:pt x="10" y="13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4" y="20"/>
                    </a:lnTo>
                    <a:lnTo>
                      <a:pt x="4" y="27"/>
                    </a:lnTo>
                    <a:lnTo>
                      <a:pt x="6" y="31"/>
                    </a:lnTo>
                    <a:lnTo>
                      <a:pt x="10" y="37"/>
                    </a:lnTo>
                    <a:lnTo>
                      <a:pt x="12" y="37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3" y="33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5" y="27"/>
                    </a:lnTo>
                    <a:lnTo>
                      <a:pt x="23" y="24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9" y="18"/>
                    </a:lnTo>
                    <a:lnTo>
                      <a:pt x="21" y="18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28" y="13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2" name="Freeform 6160">
                <a:extLst>
                  <a:ext uri="{FF2B5EF4-FFF2-40B4-BE49-F238E27FC236}">
                    <a16:creationId xmlns:a16="http://schemas.microsoft.com/office/drawing/2014/main" id="{F0505771-81C9-4D75-922A-9EA90AE523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6" y="1525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12 h 12"/>
                  <a:gd name="T4" fmla="*/ 4 w 11"/>
                  <a:gd name="T5" fmla="*/ 8 h 12"/>
                  <a:gd name="T6" fmla="*/ 6 w 11"/>
                  <a:gd name="T7" fmla="*/ 8 h 12"/>
                  <a:gd name="T8" fmla="*/ 9 w 11"/>
                  <a:gd name="T9" fmla="*/ 6 h 12"/>
                  <a:gd name="T10" fmla="*/ 9 w 11"/>
                  <a:gd name="T11" fmla="*/ 4 h 12"/>
                  <a:gd name="T12" fmla="*/ 9 w 11"/>
                  <a:gd name="T13" fmla="*/ 2 h 12"/>
                  <a:gd name="T14" fmla="*/ 11 w 11"/>
                  <a:gd name="T15" fmla="*/ 2 h 12"/>
                  <a:gd name="T16" fmla="*/ 9 w 11"/>
                  <a:gd name="T17" fmla="*/ 0 h 12"/>
                  <a:gd name="T18" fmla="*/ 6 w 11"/>
                  <a:gd name="T19" fmla="*/ 0 h 12"/>
                  <a:gd name="T20" fmla="*/ 2 w 11"/>
                  <a:gd name="T21" fmla="*/ 2 h 12"/>
                  <a:gd name="T22" fmla="*/ 0 w 11"/>
                  <a:gd name="T2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12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3" name="Freeform 6161">
                <a:extLst>
                  <a:ext uri="{FF2B5EF4-FFF2-40B4-BE49-F238E27FC236}">
                    <a16:creationId xmlns:a16="http://schemas.microsoft.com/office/drawing/2014/main" id="{A881D388-3EF1-418A-A788-CC52795819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7" y="1535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2 h 5"/>
                  <a:gd name="T6" fmla="*/ 8 w 11"/>
                  <a:gd name="T7" fmla="*/ 2 h 5"/>
                  <a:gd name="T8" fmla="*/ 4 w 11"/>
                  <a:gd name="T9" fmla="*/ 0 h 5"/>
                  <a:gd name="T10" fmla="*/ 0 w 11"/>
                  <a:gd name="T11" fmla="*/ 2 h 5"/>
                  <a:gd name="T12" fmla="*/ 4 w 11"/>
                  <a:gd name="T13" fmla="*/ 5 h 5"/>
                  <a:gd name="T14" fmla="*/ 9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4" name="Freeform 6162">
                <a:extLst>
                  <a:ext uri="{FF2B5EF4-FFF2-40B4-BE49-F238E27FC236}">
                    <a16:creationId xmlns:a16="http://schemas.microsoft.com/office/drawing/2014/main" id="{45BF5A80-2950-41CA-AB5C-2859EDD6F2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66" y="1535"/>
                <a:ext cx="20" cy="22"/>
              </a:xfrm>
              <a:custGeom>
                <a:avLst/>
                <a:gdLst>
                  <a:gd name="T0" fmla="*/ 2 w 20"/>
                  <a:gd name="T1" fmla="*/ 13 h 22"/>
                  <a:gd name="T2" fmla="*/ 2 w 20"/>
                  <a:gd name="T3" fmla="*/ 15 h 22"/>
                  <a:gd name="T4" fmla="*/ 2 w 20"/>
                  <a:gd name="T5" fmla="*/ 18 h 22"/>
                  <a:gd name="T6" fmla="*/ 5 w 20"/>
                  <a:gd name="T7" fmla="*/ 20 h 22"/>
                  <a:gd name="T8" fmla="*/ 7 w 20"/>
                  <a:gd name="T9" fmla="*/ 22 h 22"/>
                  <a:gd name="T10" fmla="*/ 7 w 20"/>
                  <a:gd name="T11" fmla="*/ 18 h 22"/>
                  <a:gd name="T12" fmla="*/ 7 w 20"/>
                  <a:gd name="T13" fmla="*/ 18 h 22"/>
                  <a:gd name="T14" fmla="*/ 7 w 20"/>
                  <a:gd name="T15" fmla="*/ 20 h 22"/>
                  <a:gd name="T16" fmla="*/ 9 w 20"/>
                  <a:gd name="T17" fmla="*/ 20 h 22"/>
                  <a:gd name="T18" fmla="*/ 11 w 20"/>
                  <a:gd name="T19" fmla="*/ 20 h 22"/>
                  <a:gd name="T20" fmla="*/ 15 w 20"/>
                  <a:gd name="T21" fmla="*/ 20 h 22"/>
                  <a:gd name="T22" fmla="*/ 15 w 20"/>
                  <a:gd name="T23" fmla="*/ 16 h 22"/>
                  <a:gd name="T24" fmla="*/ 16 w 20"/>
                  <a:gd name="T25" fmla="*/ 15 h 22"/>
                  <a:gd name="T26" fmla="*/ 20 w 20"/>
                  <a:gd name="T27" fmla="*/ 15 h 22"/>
                  <a:gd name="T28" fmla="*/ 20 w 20"/>
                  <a:gd name="T29" fmla="*/ 13 h 22"/>
                  <a:gd name="T30" fmla="*/ 18 w 20"/>
                  <a:gd name="T31" fmla="*/ 9 h 22"/>
                  <a:gd name="T32" fmla="*/ 16 w 20"/>
                  <a:gd name="T33" fmla="*/ 7 h 22"/>
                  <a:gd name="T34" fmla="*/ 15 w 20"/>
                  <a:gd name="T35" fmla="*/ 5 h 22"/>
                  <a:gd name="T36" fmla="*/ 13 w 20"/>
                  <a:gd name="T37" fmla="*/ 2 h 22"/>
                  <a:gd name="T38" fmla="*/ 11 w 20"/>
                  <a:gd name="T39" fmla="*/ 0 h 22"/>
                  <a:gd name="T40" fmla="*/ 7 w 20"/>
                  <a:gd name="T41" fmla="*/ 2 h 22"/>
                  <a:gd name="T42" fmla="*/ 5 w 20"/>
                  <a:gd name="T43" fmla="*/ 3 h 22"/>
                  <a:gd name="T44" fmla="*/ 3 w 20"/>
                  <a:gd name="T45" fmla="*/ 3 h 22"/>
                  <a:gd name="T46" fmla="*/ 0 w 20"/>
                  <a:gd name="T47" fmla="*/ 7 h 22"/>
                  <a:gd name="T48" fmla="*/ 0 w 20"/>
                  <a:gd name="T49" fmla="*/ 9 h 22"/>
                  <a:gd name="T50" fmla="*/ 2 w 20"/>
                  <a:gd name="T5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22">
                    <a:moveTo>
                      <a:pt x="2" y="13"/>
                    </a:moveTo>
                    <a:lnTo>
                      <a:pt x="2" y="15"/>
                    </a:lnTo>
                    <a:lnTo>
                      <a:pt x="2" y="18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6"/>
                    </a:lnTo>
                    <a:lnTo>
                      <a:pt x="16" y="15"/>
                    </a:lnTo>
                    <a:lnTo>
                      <a:pt x="20" y="15"/>
                    </a:lnTo>
                    <a:lnTo>
                      <a:pt x="20" y="13"/>
                    </a:lnTo>
                    <a:lnTo>
                      <a:pt x="18" y="9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5" name="Freeform 6163">
                <a:extLst>
                  <a:ext uri="{FF2B5EF4-FFF2-40B4-BE49-F238E27FC236}">
                    <a16:creationId xmlns:a16="http://schemas.microsoft.com/office/drawing/2014/main" id="{08468E45-2A2A-4B02-B288-21AC7DF7C6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86" y="167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0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2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6" name="Freeform 6164">
                <a:extLst>
                  <a:ext uri="{FF2B5EF4-FFF2-40B4-BE49-F238E27FC236}">
                    <a16:creationId xmlns:a16="http://schemas.microsoft.com/office/drawing/2014/main" id="{E76F37EE-FB89-4726-9BA0-682F58F7AFA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1542"/>
                <a:ext cx="9" cy="13"/>
              </a:xfrm>
              <a:custGeom>
                <a:avLst/>
                <a:gdLst>
                  <a:gd name="T0" fmla="*/ 9 w 9"/>
                  <a:gd name="T1" fmla="*/ 4 h 13"/>
                  <a:gd name="T2" fmla="*/ 8 w 9"/>
                  <a:gd name="T3" fmla="*/ 2 h 13"/>
                  <a:gd name="T4" fmla="*/ 4 w 9"/>
                  <a:gd name="T5" fmla="*/ 0 h 13"/>
                  <a:gd name="T6" fmla="*/ 0 w 9"/>
                  <a:gd name="T7" fmla="*/ 2 h 13"/>
                  <a:gd name="T8" fmla="*/ 0 w 9"/>
                  <a:gd name="T9" fmla="*/ 8 h 13"/>
                  <a:gd name="T10" fmla="*/ 2 w 9"/>
                  <a:gd name="T11" fmla="*/ 11 h 13"/>
                  <a:gd name="T12" fmla="*/ 4 w 9"/>
                  <a:gd name="T13" fmla="*/ 11 h 13"/>
                  <a:gd name="T14" fmla="*/ 6 w 9"/>
                  <a:gd name="T15" fmla="*/ 13 h 13"/>
                  <a:gd name="T16" fmla="*/ 9 w 9"/>
                  <a:gd name="T17" fmla="*/ 13 h 13"/>
                  <a:gd name="T18" fmla="*/ 8 w 9"/>
                  <a:gd name="T19" fmla="*/ 8 h 13"/>
                  <a:gd name="T20" fmla="*/ 8 w 9"/>
                  <a:gd name="T21" fmla="*/ 8 h 13"/>
                  <a:gd name="T22" fmla="*/ 8 w 9"/>
                  <a:gd name="T23" fmla="*/ 6 h 13"/>
                  <a:gd name="T24" fmla="*/ 9 w 9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7" name="Freeform 6165">
                <a:extLst>
                  <a:ext uri="{FF2B5EF4-FFF2-40B4-BE49-F238E27FC236}">
                    <a16:creationId xmlns:a16="http://schemas.microsoft.com/office/drawing/2014/main" id="{2CE2F99E-FA95-481E-9853-E383D3B476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03" y="1208"/>
                <a:ext cx="15" cy="10"/>
              </a:xfrm>
              <a:custGeom>
                <a:avLst/>
                <a:gdLst>
                  <a:gd name="T0" fmla="*/ 6 w 15"/>
                  <a:gd name="T1" fmla="*/ 10 h 10"/>
                  <a:gd name="T2" fmla="*/ 9 w 15"/>
                  <a:gd name="T3" fmla="*/ 8 h 10"/>
                  <a:gd name="T4" fmla="*/ 13 w 15"/>
                  <a:gd name="T5" fmla="*/ 6 h 10"/>
                  <a:gd name="T6" fmla="*/ 13 w 15"/>
                  <a:gd name="T7" fmla="*/ 4 h 10"/>
                  <a:gd name="T8" fmla="*/ 15 w 15"/>
                  <a:gd name="T9" fmla="*/ 0 h 10"/>
                  <a:gd name="T10" fmla="*/ 11 w 15"/>
                  <a:gd name="T11" fmla="*/ 0 h 10"/>
                  <a:gd name="T12" fmla="*/ 6 w 15"/>
                  <a:gd name="T13" fmla="*/ 0 h 10"/>
                  <a:gd name="T14" fmla="*/ 4 w 15"/>
                  <a:gd name="T15" fmla="*/ 2 h 10"/>
                  <a:gd name="T16" fmla="*/ 0 w 15"/>
                  <a:gd name="T17" fmla="*/ 6 h 10"/>
                  <a:gd name="T18" fmla="*/ 2 w 15"/>
                  <a:gd name="T19" fmla="*/ 8 h 10"/>
                  <a:gd name="T20" fmla="*/ 6 w 15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0">
                    <a:moveTo>
                      <a:pt x="6" y="10"/>
                    </a:moveTo>
                    <a:lnTo>
                      <a:pt x="9" y="8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8" name="Freeform 6166">
                <a:extLst>
                  <a:ext uri="{FF2B5EF4-FFF2-40B4-BE49-F238E27FC236}">
                    <a16:creationId xmlns:a16="http://schemas.microsoft.com/office/drawing/2014/main" id="{3F0D97F0-0F79-4EF8-8659-DE41F859D4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35" y="1193"/>
                <a:ext cx="54" cy="60"/>
              </a:xfrm>
              <a:custGeom>
                <a:avLst/>
                <a:gdLst>
                  <a:gd name="T0" fmla="*/ 1 w 54"/>
                  <a:gd name="T1" fmla="*/ 38 h 60"/>
                  <a:gd name="T2" fmla="*/ 3 w 54"/>
                  <a:gd name="T3" fmla="*/ 40 h 60"/>
                  <a:gd name="T4" fmla="*/ 5 w 54"/>
                  <a:gd name="T5" fmla="*/ 42 h 60"/>
                  <a:gd name="T6" fmla="*/ 3 w 54"/>
                  <a:gd name="T7" fmla="*/ 49 h 60"/>
                  <a:gd name="T8" fmla="*/ 1 w 54"/>
                  <a:gd name="T9" fmla="*/ 51 h 60"/>
                  <a:gd name="T10" fmla="*/ 1 w 54"/>
                  <a:gd name="T11" fmla="*/ 55 h 60"/>
                  <a:gd name="T12" fmla="*/ 3 w 54"/>
                  <a:gd name="T13" fmla="*/ 56 h 60"/>
                  <a:gd name="T14" fmla="*/ 5 w 54"/>
                  <a:gd name="T15" fmla="*/ 56 h 60"/>
                  <a:gd name="T16" fmla="*/ 7 w 54"/>
                  <a:gd name="T17" fmla="*/ 53 h 60"/>
                  <a:gd name="T18" fmla="*/ 9 w 54"/>
                  <a:gd name="T19" fmla="*/ 53 h 60"/>
                  <a:gd name="T20" fmla="*/ 11 w 54"/>
                  <a:gd name="T21" fmla="*/ 53 h 60"/>
                  <a:gd name="T22" fmla="*/ 11 w 54"/>
                  <a:gd name="T23" fmla="*/ 56 h 60"/>
                  <a:gd name="T24" fmla="*/ 16 w 54"/>
                  <a:gd name="T25" fmla="*/ 58 h 60"/>
                  <a:gd name="T26" fmla="*/ 18 w 54"/>
                  <a:gd name="T27" fmla="*/ 58 h 60"/>
                  <a:gd name="T28" fmla="*/ 20 w 54"/>
                  <a:gd name="T29" fmla="*/ 58 h 60"/>
                  <a:gd name="T30" fmla="*/ 22 w 54"/>
                  <a:gd name="T31" fmla="*/ 58 h 60"/>
                  <a:gd name="T32" fmla="*/ 24 w 54"/>
                  <a:gd name="T33" fmla="*/ 60 h 60"/>
                  <a:gd name="T34" fmla="*/ 29 w 54"/>
                  <a:gd name="T35" fmla="*/ 60 h 60"/>
                  <a:gd name="T36" fmla="*/ 31 w 54"/>
                  <a:gd name="T37" fmla="*/ 60 h 60"/>
                  <a:gd name="T38" fmla="*/ 37 w 54"/>
                  <a:gd name="T39" fmla="*/ 58 h 60"/>
                  <a:gd name="T40" fmla="*/ 39 w 54"/>
                  <a:gd name="T41" fmla="*/ 55 h 60"/>
                  <a:gd name="T42" fmla="*/ 41 w 54"/>
                  <a:gd name="T43" fmla="*/ 51 h 60"/>
                  <a:gd name="T44" fmla="*/ 42 w 54"/>
                  <a:gd name="T45" fmla="*/ 49 h 60"/>
                  <a:gd name="T46" fmla="*/ 48 w 54"/>
                  <a:gd name="T47" fmla="*/ 45 h 60"/>
                  <a:gd name="T48" fmla="*/ 52 w 54"/>
                  <a:gd name="T49" fmla="*/ 43 h 60"/>
                  <a:gd name="T50" fmla="*/ 54 w 54"/>
                  <a:gd name="T51" fmla="*/ 40 h 60"/>
                  <a:gd name="T52" fmla="*/ 54 w 54"/>
                  <a:gd name="T53" fmla="*/ 36 h 60"/>
                  <a:gd name="T54" fmla="*/ 48 w 54"/>
                  <a:gd name="T55" fmla="*/ 34 h 60"/>
                  <a:gd name="T56" fmla="*/ 44 w 54"/>
                  <a:gd name="T57" fmla="*/ 30 h 60"/>
                  <a:gd name="T58" fmla="*/ 42 w 54"/>
                  <a:gd name="T59" fmla="*/ 27 h 60"/>
                  <a:gd name="T60" fmla="*/ 42 w 54"/>
                  <a:gd name="T61" fmla="*/ 23 h 60"/>
                  <a:gd name="T62" fmla="*/ 44 w 54"/>
                  <a:gd name="T63" fmla="*/ 21 h 60"/>
                  <a:gd name="T64" fmla="*/ 44 w 54"/>
                  <a:gd name="T65" fmla="*/ 17 h 60"/>
                  <a:gd name="T66" fmla="*/ 42 w 54"/>
                  <a:gd name="T67" fmla="*/ 15 h 60"/>
                  <a:gd name="T68" fmla="*/ 35 w 54"/>
                  <a:gd name="T69" fmla="*/ 15 h 60"/>
                  <a:gd name="T70" fmla="*/ 29 w 54"/>
                  <a:gd name="T71" fmla="*/ 15 h 60"/>
                  <a:gd name="T72" fmla="*/ 26 w 54"/>
                  <a:gd name="T73" fmla="*/ 12 h 60"/>
                  <a:gd name="T74" fmla="*/ 20 w 54"/>
                  <a:gd name="T75" fmla="*/ 6 h 60"/>
                  <a:gd name="T76" fmla="*/ 16 w 54"/>
                  <a:gd name="T77" fmla="*/ 2 h 60"/>
                  <a:gd name="T78" fmla="*/ 13 w 54"/>
                  <a:gd name="T79" fmla="*/ 0 h 60"/>
                  <a:gd name="T80" fmla="*/ 9 w 54"/>
                  <a:gd name="T81" fmla="*/ 0 h 60"/>
                  <a:gd name="T82" fmla="*/ 7 w 54"/>
                  <a:gd name="T83" fmla="*/ 2 h 60"/>
                  <a:gd name="T84" fmla="*/ 7 w 54"/>
                  <a:gd name="T85" fmla="*/ 4 h 60"/>
                  <a:gd name="T86" fmla="*/ 7 w 54"/>
                  <a:gd name="T87" fmla="*/ 6 h 60"/>
                  <a:gd name="T88" fmla="*/ 7 w 54"/>
                  <a:gd name="T89" fmla="*/ 10 h 60"/>
                  <a:gd name="T90" fmla="*/ 5 w 54"/>
                  <a:gd name="T91" fmla="*/ 14 h 60"/>
                  <a:gd name="T92" fmla="*/ 3 w 54"/>
                  <a:gd name="T93" fmla="*/ 17 h 60"/>
                  <a:gd name="T94" fmla="*/ 0 w 54"/>
                  <a:gd name="T95" fmla="*/ 21 h 60"/>
                  <a:gd name="T96" fmla="*/ 0 w 54"/>
                  <a:gd name="T97" fmla="*/ 25 h 60"/>
                  <a:gd name="T98" fmla="*/ 0 w 54"/>
                  <a:gd name="T99" fmla="*/ 34 h 60"/>
                  <a:gd name="T100" fmla="*/ 1 w 54"/>
                  <a:gd name="T101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" h="60">
                    <a:moveTo>
                      <a:pt x="1" y="38"/>
                    </a:moveTo>
                    <a:lnTo>
                      <a:pt x="3" y="40"/>
                    </a:lnTo>
                    <a:lnTo>
                      <a:pt x="5" y="42"/>
                    </a:lnTo>
                    <a:lnTo>
                      <a:pt x="3" y="49"/>
                    </a:lnTo>
                    <a:lnTo>
                      <a:pt x="1" y="51"/>
                    </a:lnTo>
                    <a:lnTo>
                      <a:pt x="1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9" y="60"/>
                    </a:lnTo>
                    <a:lnTo>
                      <a:pt x="31" y="60"/>
                    </a:lnTo>
                    <a:lnTo>
                      <a:pt x="37" y="58"/>
                    </a:lnTo>
                    <a:lnTo>
                      <a:pt x="39" y="55"/>
                    </a:lnTo>
                    <a:lnTo>
                      <a:pt x="41" y="51"/>
                    </a:lnTo>
                    <a:lnTo>
                      <a:pt x="42" y="49"/>
                    </a:lnTo>
                    <a:lnTo>
                      <a:pt x="48" y="45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4" y="36"/>
                    </a:lnTo>
                    <a:lnTo>
                      <a:pt x="48" y="34"/>
                    </a:lnTo>
                    <a:lnTo>
                      <a:pt x="44" y="30"/>
                    </a:lnTo>
                    <a:lnTo>
                      <a:pt x="42" y="27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7"/>
                    </a:lnTo>
                    <a:lnTo>
                      <a:pt x="42" y="15"/>
                    </a:lnTo>
                    <a:lnTo>
                      <a:pt x="35" y="15"/>
                    </a:lnTo>
                    <a:lnTo>
                      <a:pt x="29" y="15"/>
                    </a:lnTo>
                    <a:lnTo>
                      <a:pt x="26" y="12"/>
                    </a:lnTo>
                    <a:lnTo>
                      <a:pt x="20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1" y="3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9" name="Freeform 6167">
                <a:extLst>
                  <a:ext uri="{FF2B5EF4-FFF2-40B4-BE49-F238E27FC236}">
                    <a16:creationId xmlns:a16="http://schemas.microsoft.com/office/drawing/2014/main" id="{58E0B39F-4B70-4D78-974B-2EA110565E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255"/>
                <a:ext cx="24" cy="34"/>
              </a:xfrm>
              <a:custGeom>
                <a:avLst/>
                <a:gdLst>
                  <a:gd name="T0" fmla="*/ 2 w 24"/>
                  <a:gd name="T1" fmla="*/ 21 h 34"/>
                  <a:gd name="T2" fmla="*/ 2 w 24"/>
                  <a:gd name="T3" fmla="*/ 22 h 34"/>
                  <a:gd name="T4" fmla="*/ 2 w 24"/>
                  <a:gd name="T5" fmla="*/ 24 h 34"/>
                  <a:gd name="T6" fmla="*/ 4 w 24"/>
                  <a:gd name="T7" fmla="*/ 28 h 34"/>
                  <a:gd name="T8" fmla="*/ 7 w 24"/>
                  <a:gd name="T9" fmla="*/ 28 h 34"/>
                  <a:gd name="T10" fmla="*/ 7 w 24"/>
                  <a:gd name="T11" fmla="*/ 28 h 34"/>
                  <a:gd name="T12" fmla="*/ 9 w 24"/>
                  <a:gd name="T13" fmla="*/ 32 h 34"/>
                  <a:gd name="T14" fmla="*/ 13 w 24"/>
                  <a:gd name="T15" fmla="*/ 34 h 34"/>
                  <a:gd name="T16" fmla="*/ 15 w 24"/>
                  <a:gd name="T17" fmla="*/ 30 h 34"/>
                  <a:gd name="T18" fmla="*/ 15 w 24"/>
                  <a:gd name="T19" fmla="*/ 26 h 34"/>
                  <a:gd name="T20" fmla="*/ 15 w 24"/>
                  <a:gd name="T21" fmla="*/ 24 h 34"/>
                  <a:gd name="T22" fmla="*/ 15 w 24"/>
                  <a:gd name="T23" fmla="*/ 22 h 34"/>
                  <a:gd name="T24" fmla="*/ 18 w 24"/>
                  <a:gd name="T25" fmla="*/ 21 h 34"/>
                  <a:gd name="T26" fmla="*/ 24 w 24"/>
                  <a:gd name="T27" fmla="*/ 19 h 34"/>
                  <a:gd name="T28" fmla="*/ 24 w 24"/>
                  <a:gd name="T29" fmla="*/ 15 h 34"/>
                  <a:gd name="T30" fmla="*/ 22 w 24"/>
                  <a:gd name="T31" fmla="*/ 15 h 34"/>
                  <a:gd name="T32" fmla="*/ 18 w 24"/>
                  <a:gd name="T33" fmla="*/ 11 h 34"/>
                  <a:gd name="T34" fmla="*/ 17 w 24"/>
                  <a:gd name="T35" fmla="*/ 11 h 34"/>
                  <a:gd name="T36" fmla="*/ 17 w 24"/>
                  <a:gd name="T37" fmla="*/ 9 h 34"/>
                  <a:gd name="T38" fmla="*/ 17 w 24"/>
                  <a:gd name="T39" fmla="*/ 6 h 34"/>
                  <a:gd name="T40" fmla="*/ 15 w 24"/>
                  <a:gd name="T41" fmla="*/ 2 h 34"/>
                  <a:gd name="T42" fmla="*/ 13 w 24"/>
                  <a:gd name="T43" fmla="*/ 2 h 34"/>
                  <a:gd name="T44" fmla="*/ 9 w 24"/>
                  <a:gd name="T45" fmla="*/ 0 h 34"/>
                  <a:gd name="T46" fmla="*/ 7 w 24"/>
                  <a:gd name="T47" fmla="*/ 0 h 34"/>
                  <a:gd name="T48" fmla="*/ 5 w 24"/>
                  <a:gd name="T49" fmla="*/ 4 h 34"/>
                  <a:gd name="T50" fmla="*/ 5 w 24"/>
                  <a:gd name="T51" fmla="*/ 6 h 34"/>
                  <a:gd name="T52" fmla="*/ 4 w 24"/>
                  <a:gd name="T53" fmla="*/ 7 h 34"/>
                  <a:gd name="T54" fmla="*/ 2 w 24"/>
                  <a:gd name="T55" fmla="*/ 9 h 34"/>
                  <a:gd name="T56" fmla="*/ 0 w 24"/>
                  <a:gd name="T57" fmla="*/ 13 h 34"/>
                  <a:gd name="T58" fmla="*/ 2 w 24"/>
                  <a:gd name="T59" fmla="*/ 17 h 34"/>
                  <a:gd name="T60" fmla="*/ 2 w 24"/>
                  <a:gd name="T61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4">
                    <a:moveTo>
                      <a:pt x="2" y="21"/>
                    </a:moveTo>
                    <a:lnTo>
                      <a:pt x="2" y="22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5" y="30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4" y="19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7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0" name="Freeform 6168">
                <a:extLst>
                  <a:ext uri="{FF2B5EF4-FFF2-40B4-BE49-F238E27FC236}">
                    <a16:creationId xmlns:a16="http://schemas.microsoft.com/office/drawing/2014/main" id="{B553FA6F-C5BA-4F63-A17F-3236C2F1FC6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3" y="1693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2 h 6"/>
                  <a:gd name="T8" fmla="*/ 2 w 6"/>
                  <a:gd name="T9" fmla="*/ 6 h 6"/>
                  <a:gd name="T10" fmla="*/ 6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1" name="Freeform 6169">
                <a:extLst>
                  <a:ext uri="{FF2B5EF4-FFF2-40B4-BE49-F238E27FC236}">
                    <a16:creationId xmlns:a16="http://schemas.microsoft.com/office/drawing/2014/main" id="{D5C8C8C9-6076-4414-8A81-23281D9282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244"/>
                <a:ext cx="13" cy="7"/>
              </a:xfrm>
              <a:custGeom>
                <a:avLst/>
                <a:gdLst>
                  <a:gd name="T0" fmla="*/ 6 w 13"/>
                  <a:gd name="T1" fmla="*/ 7 h 7"/>
                  <a:gd name="T2" fmla="*/ 7 w 13"/>
                  <a:gd name="T3" fmla="*/ 7 h 7"/>
                  <a:gd name="T4" fmla="*/ 11 w 13"/>
                  <a:gd name="T5" fmla="*/ 7 h 7"/>
                  <a:gd name="T6" fmla="*/ 13 w 13"/>
                  <a:gd name="T7" fmla="*/ 5 h 7"/>
                  <a:gd name="T8" fmla="*/ 13 w 13"/>
                  <a:gd name="T9" fmla="*/ 2 h 7"/>
                  <a:gd name="T10" fmla="*/ 11 w 13"/>
                  <a:gd name="T11" fmla="*/ 2 h 7"/>
                  <a:gd name="T12" fmla="*/ 9 w 13"/>
                  <a:gd name="T13" fmla="*/ 0 h 7"/>
                  <a:gd name="T14" fmla="*/ 7 w 13"/>
                  <a:gd name="T15" fmla="*/ 0 h 7"/>
                  <a:gd name="T16" fmla="*/ 4 w 13"/>
                  <a:gd name="T17" fmla="*/ 2 h 7"/>
                  <a:gd name="T18" fmla="*/ 4 w 13"/>
                  <a:gd name="T19" fmla="*/ 2 h 7"/>
                  <a:gd name="T20" fmla="*/ 0 w 13"/>
                  <a:gd name="T21" fmla="*/ 4 h 7"/>
                  <a:gd name="T22" fmla="*/ 2 w 13"/>
                  <a:gd name="T23" fmla="*/ 5 h 7"/>
                  <a:gd name="T24" fmla="*/ 6 w 13"/>
                  <a:gd name="T2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7">
                    <a:moveTo>
                      <a:pt x="6" y="7"/>
                    </a:moveTo>
                    <a:lnTo>
                      <a:pt x="7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2" name="Freeform 6170">
                <a:extLst>
                  <a:ext uri="{FF2B5EF4-FFF2-40B4-BE49-F238E27FC236}">
                    <a16:creationId xmlns:a16="http://schemas.microsoft.com/office/drawing/2014/main" id="{E679BEDA-4248-47A6-B1DE-2C5927E9E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24"/>
                <a:ext cx="15" cy="13"/>
              </a:xfrm>
              <a:custGeom>
                <a:avLst/>
                <a:gdLst>
                  <a:gd name="T0" fmla="*/ 15 w 15"/>
                  <a:gd name="T1" fmla="*/ 7 h 13"/>
                  <a:gd name="T2" fmla="*/ 13 w 15"/>
                  <a:gd name="T3" fmla="*/ 2 h 13"/>
                  <a:gd name="T4" fmla="*/ 9 w 15"/>
                  <a:gd name="T5" fmla="*/ 0 h 13"/>
                  <a:gd name="T6" fmla="*/ 6 w 15"/>
                  <a:gd name="T7" fmla="*/ 2 h 13"/>
                  <a:gd name="T8" fmla="*/ 2 w 15"/>
                  <a:gd name="T9" fmla="*/ 4 h 13"/>
                  <a:gd name="T10" fmla="*/ 0 w 15"/>
                  <a:gd name="T11" fmla="*/ 7 h 13"/>
                  <a:gd name="T12" fmla="*/ 4 w 15"/>
                  <a:gd name="T13" fmla="*/ 9 h 13"/>
                  <a:gd name="T14" fmla="*/ 7 w 15"/>
                  <a:gd name="T15" fmla="*/ 11 h 13"/>
                  <a:gd name="T16" fmla="*/ 11 w 15"/>
                  <a:gd name="T17" fmla="*/ 13 h 13"/>
                  <a:gd name="T18" fmla="*/ 15 w 15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3" name="Freeform 6171">
                <a:extLst>
                  <a:ext uri="{FF2B5EF4-FFF2-40B4-BE49-F238E27FC236}">
                    <a16:creationId xmlns:a16="http://schemas.microsoft.com/office/drawing/2014/main" id="{6D008856-1BD1-4B76-8700-86B125C6B8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686"/>
                <a:ext cx="24" cy="24"/>
              </a:xfrm>
              <a:custGeom>
                <a:avLst/>
                <a:gdLst>
                  <a:gd name="T0" fmla="*/ 24 w 24"/>
                  <a:gd name="T1" fmla="*/ 13 h 24"/>
                  <a:gd name="T2" fmla="*/ 24 w 24"/>
                  <a:gd name="T3" fmla="*/ 9 h 24"/>
                  <a:gd name="T4" fmla="*/ 20 w 24"/>
                  <a:gd name="T5" fmla="*/ 5 h 24"/>
                  <a:gd name="T6" fmla="*/ 11 w 24"/>
                  <a:gd name="T7" fmla="*/ 0 h 24"/>
                  <a:gd name="T8" fmla="*/ 5 w 24"/>
                  <a:gd name="T9" fmla="*/ 0 h 24"/>
                  <a:gd name="T10" fmla="*/ 2 w 24"/>
                  <a:gd name="T11" fmla="*/ 2 h 24"/>
                  <a:gd name="T12" fmla="*/ 0 w 24"/>
                  <a:gd name="T13" fmla="*/ 7 h 24"/>
                  <a:gd name="T14" fmla="*/ 0 w 24"/>
                  <a:gd name="T15" fmla="*/ 15 h 24"/>
                  <a:gd name="T16" fmla="*/ 2 w 24"/>
                  <a:gd name="T17" fmla="*/ 18 h 24"/>
                  <a:gd name="T18" fmla="*/ 2 w 24"/>
                  <a:gd name="T19" fmla="*/ 24 h 24"/>
                  <a:gd name="T20" fmla="*/ 4 w 24"/>
                  <a:gd name="T21" fmla="*/ 22 h 24"/>
                  <a:gd name="T22" fmla="*/ 5 w 24"/>
                  <a:gd name="T23" fmla="*/ 22 h 24"/>
                  <a:gd name="T24" fmla="*/ 4 w 24"/>
                  <a:gd name="T25" fmla="*/ 24 h 24"/>
                  <a:gd name="T26" fmla="*/ 7 w 24"/>
                  <a:gd name="T27" fmla="*/ 24 h 24"/>
                  <a:gd name="T28" fmla="*/ 9 w 24"/>
                  <a:gd name="T29" fmla="*/ 22 h 24"/>
                  <a:gd name="T30" fmla="*/ 13 w 24"/>
                  <a:gd name="T31" fmla="*/ 22 h 24"/>
                  <a:gd name="T32" fmla="*/ 17 w 24"/>
                  <a:gd name="T33" fmla="*/ 18 h 24"/>
                  <a:gd name="T34" fmla="*/ 18 w 24"/>
                  <a:gd name="T35" fmla="*/ 16 h 24"/>
                  <a:gd name="T36" fmla="*/ 18 w 24"/>
                  <a:gd name="T37" fmla="*/ 22 h 24"/>
                  <a:gd name="T38" fmla="*/ 24 w 24"/>
                  <a:gd name="T3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24" y="13"/>
                    </a:moveTo>
                    <a:lnTo>
                      <a:pt x="24" y="9"/>
                    </a:lnTo>
                    <a:lnTo>
                      <a:pt x="20" y="5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5" y="22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4" name="Freeform 6172">
                <a:extLst>
                  <a:ext uri="{FF2B5EF4-FFF2-40B4-BE49-F238E27FC236}">
                    <a16:creationId xmlns:a16="http://schemas.microsoft.com/office/drawing/2014/main" id="{F8C4824B-515C-435D-AEA8-2DCF30118D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33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4 h 6"/>
                  <a:gd name="T4" fmla="*/ 4 w 7"/>
                  <a:gd name="T5" fmla="*/ 6 h 6"/>
                  <a:gd name="T6" fmla="*/ 6 w 7"/>
                  <a:gd name="T7" fmla="*/ 6 h 6"/>
                  <a:gd name="T8" fmla="*/ 7 w 7"/>
                  <a:gd name="T9" fmla="*/ 4 h 6"/>
                  <a:gd name="T10" fmla="*/ 4 w 7"/>
                  <a:gd name="T11" fmla="*/ 0 h 6"/>
                  <a:gd name="T12" fmla="*/ 0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5" name="Freeform 6173">
                <a:extLst>
                  <a:ext uri="{FF2B5EF4-FFF2-40B4-BE49-F238E27FC236}">
                    <a16:creationId xmlns:a16="http://schemas.microsoft.com/office/drawing/2014/main" id="{025733B6-B5D3-4A0E-A154-AC1EE054D9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1693"/>
                <a:ext cx="13" cy="6"/>
              </a:xfrm>
              <a:custGeom>
                <a:avLst/>
                <a:gdLst>
                  <a:gd name="T0" fmla="*/ 8 w 13"/>
                  <a:gd name="T1" fmla="*/ 0 h 6"/>
                  <a:gd name="T2" fmla="*/ 6 w 13"/>
                  <a:gd name="T3" fmla="*/ 2 h 6"/>
                  <a:gd name="T4" fmla="*/ 4 w 13"/>
                  <a:gd name="T5" fmla="*/ 0 h 6"/>
                  <a:gd name="T6" fmla="*/ 0 w 13"/>
                  <a:gd name="T7" fmla="*/ 2 h 6"/>
                  <a:gd name="T8" fmla="*/ 2 w 13"/>
                  <a:gd name="T9" fmla="*/ 4 h 6"/>
                  <a:gd name="T10" fmla="*/ 4 w 13"/>
                  <a:gd name="T11" fmla="*/ 4 h 6"/>
                  <a:gd name="T12" fmla="*/ 6 w 13"/>
                  <a:gd name="T13" fmla="*/ 4 h 6"/>
                  <a:gd name="T14" fmla="*/ 8 w 13"/>
                  <a:gd name="T15" fmla="*/ 4 h 6"/>
                  <a:gd name="T16" fmla="*/ 10 w 13"/>
                  <a:gd name="T17" fmla="*/ 6 h 6"/>
                  <a:gd name="T18" fmla="*/ 13 w 13"/>
                  <a:gd name="T19" fmla="*/ 6 h 6"/>
                  <a:gd name="T20" fmla="*/ 11 w 13"/>
                  <a:gd name="T21" fmla="*/ 2 h 6"/>
                  <a:gd name="T22" fmla="*/ 8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6" name="Freeform 6174">
                <a:extLst>
                  <a:ext uri="{FF2B5EF4-FFF2-40B4-BE49-F238E27FC236}">
                    <a16:creationId xmlns:a16="http://schemas.microsoft.com/office/drawing/2014/main" id="{C4EEAD2C-8E8E-40CD-9538-205217C69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61" y="1529"/>
                <a:ext cx="13" cy="19"/>
              </a:xfrm>
              <a:custGeom>
                <a:avLst/>
                <a:gdLst>
                  <a:gd name="T0" fmla="*/ 3 w 13"/>
                  <a:gd name="T1" fmla="*/ 17 h 19"/>
                  <a:gd name="T2" fmla="*/ 3 w 13"/>
                  <a:gd name="T3" fmla="*/ 19 h 19"/>
                  <a:gd name="T4" fmla="*/ 7 w 13"/>
                  <a:gd name="T5" fmla="*/ 19 h 19"/>
                  <a:gd name="T6" fmla="*/ 9 w 13"/>
                  <a:gd name="T7" fmla="*/ 19 h 19"/>
                  <a:gd name="T8" fmla="*/ 13 w 13"/>
                  <a:gd name="T9" fmla="*/ 19 h 19"/>
                  <a:gd name="T10" fmla="*/ 13 w 13"/>
                  <a:gd name="T11" fmla="*/ 15 h 19"/>
                  <a:gd name="T12" fmla="*/ 11 w 13"/>
                  <a:gd name="T13" fmla="*/ 11 h 19"/>
                  <a:gd name="T14" fmla="*/ 11 w 13"/>
                  <a:gd name="T15" fmla="*/ 8 h 19"/>
                  <a:gd name="T16" fmla="*/ 7 w 13"/>
                  <a:gd name="T17" fmla="*/ 6 h 19"/>
                  <a:gd name="T18" fmla="*/ 5 w 13"/>
                  <a:gd name="T19" fmla="*/ 0 h 19"/>
                  <a:gd name="T20" fmla="*/ 2 w 13"/>
                  <a:gd name="T21" fmla="*/ 6 h 19"/>
                  <a:gd name="T22" fmla="*/ 2 w 13"/>
                  <a:gd name="T23" fmla="*/ 9 h 19"/>
                  <a:gd name="T24" fmla="*/ 0 w 13"/>
                  <a:gd name="T25" fmla="*/ 13 h 19"/>
                  <a:gd name="T26" fmla="*/ 0 w 13"/>
                  <a:gd name="T27" fmla="*/ 17 h 19"/>
                  <a:gd name="T28" fmla="*/ 3 w 13"/>
                  <a:gd name="T2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9">
                    <a:moveTo>
                      <a:pt x="3" y="17"/>
                    </a:moveTo>
                    <a:lnTo>
                      <a:pt x="3" y="19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3" y="15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7" y="6"/>
                    </a:lnTo>
                    <a:lnTo>
                      <a:pt x="5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7" name="Freeform 6175">
                <a:extLst>
                  <a:ext uri="{FF2B5EF4-FFF2-40B4-BE49-F238E27FC236}">
                    <a16:creationId xmlns:a16="http://schemas.microsoft.com/office/drawing/2014/main" id="{FA23A376-FCD5-4C83-840C-A3DC9BE583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09"/>
                <a:ext cx="39" cy="24"/>
              </a:xfrm>
              <a:custGeom>
                <a:avLst/>
                <a:gdLst>
                  <a:gd name="T0" fmla="*/ 22 w 39"/>
                  <a:gd name="T1" fmla="*/ 2 h 24"/>
                  <a:gd name="T2" fmla="*/ 20 w 39"/>
                  <a:gd name="T3" fmla="*/ 2 h 24"/>
                  <a:gd name="T4" fmla="*/ 18 w 39"/>
                  <a:gd name="T5" fmla="*/ 6 h 24"/>
                  <a:gd name="T6" fmla="*/ 22 w 39"/>
                  <a:gd name="T7" fmla="*/ 11 h 24"/>
                  <a:gd name="T8" fmla="*/ 22 w 39"/>
                  <a:gd name="T9" fmla="*/ 11 h 24"/>
                  <a:gd name="T10" fmla="*/ 20 w 39"/>
                  <a:gd name="T11" fmla="*/ 9 h 24"/>
                  <a:gd name="T12" fmla="*/ 18 w 39"/>
                  <a:gd name="T13" fmla="*/ 6 h 24"/>
                  <a:gd name="T14" fmla="*/ 16 w 39"/>
                  <a:gd name="T15" fmla="*/ 8 h 24"/>
                  <a:gd name="T16" fmla="*/ 13 w 39"/>
                  <a:gd name="T17" fmla="*/ 8 h 24"/>
                  <a:gd name="T18" fmla="*/ 11 w 39"/>
                  <a:gd name="T19" fmla="*/ 9 h 24"/>
                  <a:gd name="T20" fmla="*/ 13 w 39"/>
                  <a:gd name="T21" fmla="*/ 8 h 24"/>
                  <a:gd name="T22" fmla="*/ 11 w 39"/>
                  <a:gd name="T23" fmla="*/ 6 h 24"/>
                  <a:gd name="T24" fmla="*/ 7 w 39"/>
                  <a:gd name="T25" fmla="*/ 6 h 24"/>
                  <a:gd name="T26" fmla="*/ 7 w 39"/>
                  <a:gd name="T27" fmla="*/ 8 h 24"/>
                  <a:gd name="T28" fmla="*/ 5 w 39"/>
                  <a:gd name="T29" fmla="*/ 8 h 24"/>
                  <a:gd name="T30" fmla="*/ 5 w 39"/>
                  <a:gd name="T31" fmla="*/ 6 h 24"/>
                  <a:gd name="T32" fmla="*/ 2 w 39"/>
                  <a:gd name="T33" fmla="*/ 8 h 24"/>
                  <a:gd name="T34" fmla="*/ 0 w 39"/>
                  <a:gd name="T35" fmla="*/ 13 h 24"/>
                  <a:gd name="T36" fmla="*/ 3 w 39"/>
                  <a:gd name="T37" fmla="*/ 11 h 24"/>
                  <a:gd name="T38" fmla="*/ 5 w 39"/>
                  <a:gd name="T39" fmla="*/ 9 h 24"/>
                  <a:gd name="T40" fmla="*/ 5 w 39"/>
                  <a:gd name="T41" fmla="*/ 11 h 24"/>
                  <a:gd name="T42" fmla="*/ 7 w 39"/>
                  <a:gd name="T43" fmla="*/ 11 h 24"/>
                  <a:gd name="T44" fmla="*/ 9 w 39"/>
                  <a:gd name="T45" fmla="*/ 11 h 24"/>
                  <a:gd name="T46" fmla="*/ 7 w 39"/>
                  <a:gd name="T47" fmla="*/ 13 h 24"/>
                  <a:gd name="T48" fmla="*/ 11 w 39"/>
                  <a:gd name="T49" fmla="*/ 17 h 24"/>
                  <a:gd name="T50" fmla="*/ 11 w 39"/>
                  <a:gd name="T51" fmla="*/ 22 h 24"/>
                  <a:gd name="T52" fmla="*/ 13 w 39"/>
                  <a:gd name="T53" fmla="*/ 24 h 24"/>
                  <a:gd name="T54" fmla="*/ 16 w 39"/>
                  <a:gd name="T55" fmla="*/ 24 h 24"/>
                  <a:gd name="T56" fmla="*/ 20 w 39"/>
                  <a:gd name="T57" fmla="*/ 22 h 24"/>
                  <a:gd name="T58" fmla="*/ 24 w 39"/>
                  <a:gd name="T59" fmla="*/ 24 h 24"/>
                  <a:gd name="T60" fmla="*/ 24 w 39"/>
                  <a:gd name="T61" fmla="*/ 21 h 24"/>
                  <a:gd name="T62" fmla="*/ 22 w 39"/>
                  <a:gd name="T63" fmla="*/ 17 h 24"/>
                  <a:gd name="T64" fmla="*/ 22 w 39"/>
                  <a:gd name="T65" fmla="*/ 15 h 24"/>
                  <a:gd name="T66" fmla="*/ 24 w 39"/>
                  <a:gd name="T67" fmla="*/ 19 h 24"/>
                  <a:gd name="T68" fmla="*/ 28 w 39"/>
                  <a:gd name="T69" fmla="*/ 21 h 24"/>
                  <a:gd name="T70" fmla="*/ 31 w 39"/>
                  <a:gd name="T71" fmla="*/ 21 h 24"/>
                  <a:gd name="T72" fmla="*/ 31 w 39"/>
                  <a:gd name="T73" fmla="*/ 19 h 24"/>
                  <a:gd name="T74" fmla="*/ 29 w 39"/>
                  <a:gd name="T75" fmla="*/ 17 h 24"/>
                  <a:gd name="T76" fmla="*/ 31 w 39"/>
                  <a:gd name="T77" fmla="*/ 15 h 24"/>
                  <a:gd name="T78" fmla="*/ 33 w 39"/>
                  <a:gd name="T79" fmla="*/ 11 h 24"/>
                  <a:gd name="T80" fmla="*/ 33 w 39"/>
                  <a:gd name="T81" fmla="*/ 11 h 24"/>
                  <a:gd name="T82" fmla="*/ 35 w 39"/>
                  <a:gd name="T83" fmla="*/ 9 h 24"/>
                  <a:gd name="T84" fmla="*/ 39 w 39"/>
                  <a:gd name="T85" fmla="*/ 9 h 24"/>
                  <a:gd name="T86" fmla="*/ 39 w 39"/>
                  <a:gd name="T87" fmla="*/ 6 h 24"/>
                  <a:gd name="T88" fmla="*/ 35 w 39"/>
                  <a:gd name="T89" fmla="*/ 6 h 24"/>
                  <a:gd name="T90" fmla="*/ 33 w 39"/>
                  <a:gd name="T91" fmla="*/ 6 h 24"/>
                  <a:gd name="T92" fmla="*/ 29 w 39"/>
                  <a:gd name="T93" fmla="*/ 2 h 24"/>
                  <a:gd name="T94" fmla="*/ 26 w 39"/>
                  <a:gd name="T95" fmla="*/ 0 h 24"/>
                  <a:gd name="T96" fmla="*/ 24 w 39"/>
                  <a:gd name="T97" fmla="*/ 0 h 24"/>
                  <a:gd name="T98" fmla="*/ 22 w 39"/>
                  <a:gd name="T9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24">
                    <a:moveTo>
                      <a:pt x="22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0" y="9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11" y="17"/>
                    </a:lnTo>
                    <a:lnTo>
                      <a:pt x="11" y="22"/>
                    </a:lnTo>
                    <a:lnTo>
                      <a:pt x="13" y="24"/>
                    </a:lnTo>
                    <a:lnTo>
                      <a:pt x="16" y="24"/>
                    </a:lnTo>
                    <a:lnTo>
                      <a:pt x="20" y="22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4" y="19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29" y="17"/>
                    </a:lnTo>
                    <a:lnTo>
                      <a:pt x="31" y="15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9" y="9"/>
                    </a:lnTo>
                    <a:lnTo>
                      <a:pt x="39" y="6"/>
                    </a:lnTo>
                    <a:lnTo>
                      <a:pt x="35" y="6"/>
                    </a:lnTo>
                    <a:lnTo>
                      <a:pt x="33" y="6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8" name="Freeform 6176">
                <a:extLst>
                  <a:ext uri="{FF2B5EF4-FFF2-40B4-BE49-F238E27FC236}">
                    <a16:creationId xmlns:a16="http://schemas.microsoft.com/office/drawing/2014/main" id="{36DACB15-2232-4626-A6F9-CE0E888E505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3" y="2413"/>
                <a:ext cx="10" cy="7"/>
              </a:xfrm>
              <a:custGeom>
                <a:avLst/>
                <a:gdLst>
                  <a:gd name="T0" fmla="*/ 6 w 10"/>
                  <a:gd name="T1" fmla="*/ 0 h 7"/>
                  <a:gd name="T2" fmla="*/ 4 w 10"/>
                  <a:gd name="T3" fmla="*/ 0 h 7"/>
                  <a:gd name="T4" fmla="*/ 0 w 10"/>
                  <a:gd name="T5" fmla="*/ 0 h 7"/>
                  <a:gd name="T6" fmla="*/ 2 w 10"/>
                  <a:gd name="T7" fmla="*/ 3 h 7"/>
                  <a:gd name="T8" fmla="*/ 6 w 10"/>
                  <a:gd name="T9" fmla="*/ 5 h 7"/>
                  <a:gd name="T10" fmla="*/ 8 w 10"/>
                  <a:gd name="T11" fmla="*/ 7 h 7"/>
                  <a:gd name="T12" fmla="*/ 10 w 10"/>
                  <a:gd name="T13" fmla="*/ 2 h 7"/>
                  <a:gd name="T14" fmla="*/ 6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9" name="Freeform 6177">
                <a:extLst>
                  <a:ext uri="{FF2B5EF4-FFF2-40B4-BE49-F238E27FC236}">
                    <a16:creationId xmlns:a16="http://schemas.microsoft.com/office/drawing/2014/main" id="{3055649E-C269-457A-9805-122D73F6C4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4" y="2493"/>
                <a:ext cx="28" cy="60"/>
              </a:xfrm>
              <a:custGeom>
                <a:avLst/>
                <a:gdLst>
                  <a:gd name="T0" fmla="*/ 6 w 28"/>
                  <a:gd name="T1" fmla="*/ 17 h 60"/>
                  <a:gd name="T2" fmla="*/ 4 w 28"/>
                  <a:gd name="T3" fmla="*/ 20 h 60"/>
                  <a:gd name="T4" fmla="*/ 2 w 28"/>
                  <a:gd name="T5" fmla="*/ 26 h 60"/>
                  <a:gd name="T6" fmla="*/ 0 w 28"/>
                  <a:gd name="T7" fmla="*/ 28 h 60"/>
                  <a:gd name="T8" fmla="*/ 2 w 28"/>
                  <a:gd name="T9" fmla="*/ 30 h 60"/>
                  <a:gd name="T10" fmla="*/ 2 w 28"/>
                  <a:gd name="T11" fmla="*/ 35 h 60"/>
                  <a:gd name="T12" fmla="*/ 2 w 28"/>
                  <a:gd name="T13" fmla="*/ 41 h 60"/>
                  <a:gd name="T14" fmla="*/ 4 w 28"/>
                  <a:gd name="T15" fmla="*/ 41 h 60"/>
                  <a:gd name="T16" fmla="*/ 4 w 28"/>
                  <a:gd name="T17" fmla="*/ 41 h 60"/>
                  <a:gd name="T18" fmla="*/ 4 w 28"/>
                  <a:gd name="T19" fmla="*/ 41 h 60"/>
                  <a:gd name="T20" fmla="*/ 2 w 28"/>
                  <a:gd name="T21" fmla="*/ 45 h 60"/>
                  <a:gd name="T22" fmla="*/ 4 w 28"/>
                  <a:gd name="T23" fmla="*/ 48 h 60"/>
                  <a:gd name="T24" fmla="*/ 6 w 28"/>
                  <a:gd name="T25" fmla="*/ 48 h 60"/>
                  <a:gd name="T26" fmla="*/ 6 w 28"/>
                  <a:gd name="T27" fmla="*/ 50 h 60"/>
                  <a:gd name="T28" fmla="*/ 11 w 28"/>
                  <a:gd name="T29" fmla="*/ 50 h 60"/>
                  <a:gd name="T30" fmla="*/ 11 w 28"/>
                  <a:gd name="T31" fmla="*/ 54 h 60"/>
                  <a:gd name="T32" fmla="*/ 11 w 28"/>
                  <a:gd name="T33" fmla="*/ 56 h 60"/>
                  <a:gd name="T34" fmla="*/ 11 w 28"/>
                  <a:gd name="T35" fmla="*/ 60 h 60"/>
                  <a:gd name="T36" fmla="*/ 15 w 28"/>
                  <a:gd name="T37" fmla="*/ 60 h 60"/>
                  <a:gd name="T38" fmla="*/ 19 w 28"/>
                  <a:gd name="T39" fmla="*/ 60 h 60"/>
                  <a:gd name="T40" fmla="*/ 17 w 28"/>
                  <a:gd name="T41" fmla="*/ 56 h 60"/>
                  <a:gd name="T42" fmla="*/ 19 w 28"/>
                  <a:gd name="T43" fmla="*/ 52 h 60"/>
                  <a:gd name="T44" fmla="*/ 17 w 28"/>
                  <a:gd name="T45" fmla="*/ 48 h 60"/>
                  <a:gd name="T46" fmla="*/ 19 w 28"/>
                  <a:gd name="T47" fmla="*/ 47 h 60"/>
                  <a:gd name="T48" fmla="*/ 22 w 28"/>
                  <a:gd name="T49" fmla="*/ 41 h 60"/>
                  <a:gd name="T50" fmla="*/ 22 w 28"/>
                  <a:gd name="T51" fmla="*/ 37 h 60"/>
                  <a:gd name="T52" fmla="*/ 24 w 28"/>
                  <a:gd name="T53" fmla="*/ 35 h 60"/>
                  <a:gd name="T54" fmla="*/ 22 w 28"/>
                  <a:gd name="T55" fmla="*/ 35 h 60"/>
                  <a:gd name="T56" fmla="*/ 22 w 28"/>
                  <a:gd name="T57" fmla="*/ 30 h 60"/>
                  <a:gd name="T58" fmla="*/ 24 w 28"/>
                  <a:gd name="T59" fmla="*/ 26 h 60"/>
                  <a:gd name="T60" fmla="*/ 22 w 28"/>
                  <a:gd name="T61" fmla="*/ 22 h 60"/>
                  <a:gd name="T62" fmla="*/ 24 w 28"/>
                  <a:gd name="T63" fmla="*/ 20 h 60"/>
                  <a:gd name="T64" fmla="*/ 24 w 28"/>
                  <a:gd name="T65" fmla="*/ 13 h 60"/>
                  <a:gd name="T66" fmla="*/ 26 w 28"/>
                  <a:gd name="T67" fmla="*/ 11 h 60"/>
                  <a:gd name="T68" fmla="*/ 28 w 28"/>
                  <a:gd name="T69" fmla="*/ 9 h 60"/>
                  <a:gd name="T70" fmla="*/ 26 w 28"/>
                  <a:gd name="T71" fmla="*/ 6 h 60"/>
                  <a:gd name="T72" fmla="*/ 24 w 28"/>
                  <a:gd name="T73" fmla="*/ 4 h 60"/>
                  <a:gd name="T74" fmla="*/ 22 w 28"/>
                  <a:gd name="T75" fmla="*/ 4 h 60"/>
                  <a:gd name="T76" fmla="*/ 22 w 28"/>
                  <a:gd name="T77" fmla="*/ 2 h 60"/>
                  <a:gd name="T78" fmla="*/ 17 w 28"/>
                  <a:gd name="T79" fmla="*/ 0 h 60"/>
                  <a:gd name="T80" fmla="*/ 15 w 28"/>
                  <a:gd name="T81" fmla="*/ 2 h 60"/>
                  <a:gd name="T82" fmla="*/ 15 w 28"/>
                  <a:gd name="T83" fmla="*/ 4 h 60"/>
                  <a:gd name="T84" fmla="*/ 13 w 28"/>
                  <a:gd name="T85" fmla="*/ 4 h 60"/>
                  <a:gd name="T86" fmla="*/ 9 w 28"/>
                  <a:gd name="T87" fmla="*/ 7 h 60"/>
                  <a:gd name="T88" fmla="*/ 6 w 28"/>
                  <a:gd name="T89" fmla="*/ 13 h 60"/>
                  <a:gd name="T90" fmla="*/ 7 w 28"/>
                  <a:gd name="T91" fmla="*/ 15 h 60"/>
                  <a:gd name="T92" fmla="*/ 7 w 28"/>
                  <a:gd name="T93" fmla="*/ 15 h 60"/>
                  <a:gd name="T94" fmla="*/ 6 w 28"/>
                  <a:gd name="T95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60">
                    <a:moveTo>
                      <a:pt x="6" y="17"/>
                    </a:moveTo>
                    <a:lnTo>
                      <a:pt x="4" y="20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2" y="30"/>
                    </a:lnTo>
                    <a:lnTo>
                      <a:pt x="2" y="35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11" y="50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1" y="60"/>
                    </a:lnTo>
                    <a:lnTo>
                      <a:pt x="15" y="60"/>
                    </a:lnTo>
                    <a:lnTo>
                      <a:pt x="19" y="60"/>
                    </a:lnTo>
                    <a:lnTo>
                      <a:pt x="17" y="56"/>
                    </a:lnTo>
                    <a:lnTo>
                      <a:pt x="19" y="52"/>
                    </a:lnTo>
                    <a:lnTo>
                      <a:pt x="17" y="48"/>
                    </a:lnTo>
                    <a:lnTo>
                      <a:pt x="19" y="47"/>
                    </a:lnTo>
                    <a:lnTo>
                      <a:pt x="22" y="41"/>
                    </a:lnTo>
                    <a:lnTo>
                      <a:pt x="22" y="37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2" y="30"/>
                    </a:lnTo>
                    <a:lnTo>
                      <a:pt x="24" y="26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8" y="9"/>
                    </a:lnTo>
                    <a:lnTo>
                      <a:pt x="26" y="6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9" y="7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0" name="Freeform 6178">
                <a:extLst>
                  <a:ext uri="{FF2B5EF4-FFF2-40B4-BE49-F238E27FC236}">
                    <a16:creationId xmlns:a16="http://schemas.microsoft.com/office/drawing/2014/main" id="{B1783AA2-2710-4B5B-A746-972C07B04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3" y="2577"/>
                <a:ext cx="37" cy="32"/>
              </a:xfrm>
              <a:custGeom>
                <a:avLst/>
                <a:gdLst>
                  <a:gd name="T0" fmla="*/ 8 w 37"/>
                  <a:gd name="T1" fmla="*/ 30 h 32"/>
                  <a:gd name="T2" fmla="*/ 10 w 37"/>
                  <a:gd name="T3" fmla="*/ 30 h 32"/>
                  <a:gd name="T4" fmla="*/ 11 w 37"/>
                  <a:gd name="T5" fmla="*/ 32 h 32"/>
                  <a:gd name="T6" fmla="*/ 15 w 37"/>
                  <a:gd name="T7" fmla="*/ 32 h 32"/>
                  <a:gd name="T8" fmla="*/ 17 w 37"/>
                  <a:gd name="T9" fmla="*/ 32 h 32"/>
                  <a:gd name="T10" fmla="*/ 19 w 37"/>
                  <a:gd name="T11" fmla="*/ 32 h 32"/>
                  <a:gd name="T12" fmla="*/ 21 w 37"/>
                  <a:gd name="T13" fmla="*/ 30 h 32"/>
                  <a:gd name="T14" fmla="*/ 21 w 37"/>
                  <a:gd name="T15" fmla="*/ 28 h 32"/>
                  <a:gd name="T16" fmla="*/ 24 w 37"/>
                  <a:gd name="T17" fmla="*/ 30 h 32"/>
                  <a:gd name="T18" fmla="*/ 26 w 37"/>
                  <a:gd name="T19" fmla="*/ 26 h 32"/>
                  <a:gd name="T20" fmla="*/ 26 w 37"/>
                  <a:gd name="T21" fmla="*/ 26 h 32"/>
                  <a:gd name="T22" fmla="*/ 28 w 37"/>
                  <a:gd name="T23" fmla="*/ 24 h 32"/>
                  <a:gd name="T24" fmla="*/ 32 w 37"/>
                  <a:gd name="T25" fmla="*/ 22 h 32"/>
                  <a:gd name="T26" fmla="*/ 32 w 37"/>
                  <a:gd name="T27" fmla="*/ 20 h 32"/>
                  <a:gd name="T28" fmla="*/ 32 w 37"/>
                  <a:gd name="T29" fmla="*/ 17 h 32"/>
                  <a:gd name="T30" fmla="*/ 34 w 37"/>
                  <a:gd name="T31" fmla="*/ 15 h 32"/>
                  <a:gd name="T32" fmla="*/ 34 w 37"/>
                  <a:gd name="T33" fmla="*/ 13 h 32"/>
                  <a:gd name="T34" fmla="*/ 37 w 37"/>
                  <a:gd name="T35" fmla="*/ 9 h 32"/>
                  <a:gd name="T36" fmla="*/ 36 w 37"/>
                  <a:gd name="T37" fmla="*/ 5 h 32"/>
                  <a:gd name="T38" fmla="*/ 32 w 37"/>
                  <a:gd name="T39" fmla="*/ 2 h 32"/>
                  <a:gd name="T40" fmla="*/ 30 w 37"/>
                  <a:gd name="T41" fmla="*/ 2 h 32"/>
                  <a:gd name="T42" fmla="*/ 32 w 37"/>
                  <a:gd name="T43" fmla="*/ 0 h 32"/>
                  <a:gd name="T44" fmla="*/ 23 w 37"/>
                  <a:gd name="T45" fmla="*/ 2 h 32"/>
                  <a:gd name="T46" fmla="*/ 21 w 37"/>
                  <a:gd name="T47" fmla="*/ 2 h 32"/>
                  <a:gd name="T48" fmla="*/ 19 w 37"/>
                  <a:gd name="T49" fmla="*/ 4 h 32"/>
                  <a:gd name="T50" fmla="*/ 17 w 37"/>
                  <a:gd name="T51" fmla="*/ 4 h 32"/>
                  <a:gd name="T52" fmla="*/ 13 w 37"/>
                  <a:gd name="T53" fmla="*/ 4 h 32"/>
                  <a:gd name="T54" fmla="*/ 10 w 37"/>
                  <a:gd name="T55" fmla="*/ 5 h 32"/>
                  <a:gd name="T56" fmla="*/ 10 w 37"/>
                  <a:gd name="T57" fmla="*/ 7 h 32"/>
                  <a:gd name="T58" fmla="*/ 6 w 37"/>
                  <a:gd name="T59" fmla="*/ 9 h 32"/>
                  <a:gd name="T60" fmla="*/ 0 w 37"/>
                  <a:gd name="T61" fmla="*/ 15 h 32"/>
                  <a:gd name="T62" fmla="*/ 2 w 37"/>
                  <a:gd name="T63" fmla="*/ 17 h 32"/>
                  <a:gd name="T64" fmla="*/ 2 w 37"/>
                  <a:gd name="T65" fmla="*/ 22 h 32"/>
                  <a:gd name="T66" fmla="*/ 4 w 37"/>
                  <a:gd name="T67" fmla="*/ 24 h 32"/>
                  <a:gd name="T68" fmla="*/ 4 w 37"/>
                  <a:gd name="T69" fmla="*/ 26 h 32"/>
                  <a:gd name="T70" fmla="*/ 8 w 37"/>
                  <a:gd name="T71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" h="32">
                    <a:moveTo>
                      <a:pt x="8" y="30"/>
                    </a:moveTo>
                    <a:lnTo>
                      <a:pt x="10" y="30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7"/>
                    </a:lnTo>
                    <a:lnTo>
                      <a:pt x="34" y="15"/>
                    </a:lnTo>
                    <a:lnTo>
                      <a:pt x="34" y="13"/>
                    </a:lnTo>
                    <a:lnTo>
                      <a:pt x="37" y="9"/>
                    </a:lnTo>
                    <a:lnTo>
                      <a:pt x="36" y="5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6" y="9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8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1" name="Freeform 6179">
                <a:extLst>
                  <a:ext uri="{FF2B5EF4-FFF2-40B4-BE49-F238E27FC236}">
                    <a16:creationId xmlns:a16="http://schemas.microsoft.com/office/drawing/2014/main" id="{CEDE155D-4A57-47B3-9874-C1CBE63B56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6" y="1415"/>
                <a:ext cx="17" cy="28"/>
              </a:xfrm>
              <a:custGeom>
                <a:avLst/>
                <a:gdLst>
                  <a:gd name="T0" fmla="*/ 4 w 9"/>
                  <a:gd name="T1" fmla="*/ 3 h 15"/>
                  <a:gd name="T2" fmla="*/ 2 w 9"/>
                  <a:gd name="T3" fmla="*/ 1 h 15"/>
                  <a:gd name="T4" fmla="*/ 1 w 9"/>
                  <a:gd name="T5" fmla="*/ 0 h 15"/>
                  <a:gd name="T6" fmla="*/ 0 w 9"/>
                  <a:gd name="T7" fmla="*/ 2 h 15"/>
                  <a:gd name="T8" fmla="*/ 0 w 9"/>
                  <a:gd name="T9" fmla="*/ 4 h 15"/>
                  <a:gd name="T10" fmla="*/ 1 w 9"/>
                  <a:gd name="T11" fmla="*/ 5 h 15"/>
                  <a:gd name="T12" fmla="*/ 1 w 9"/>
                  <a:gd name="T13" fmla="*/ 6 h 15"/>
                  <a:gd name="T14" fmla="*/ 2 w 9"/>
                  <a:gd name="T15" fmla="*/ 9 h 15"/>
                  <a:gd name="T16" fmla="*/ 2 w 9"/>
                  <a:gd name="T17" fmla="*/ 10 h 15"/>
                  <a:gd name="T18" fmla="*/ 4 w 9"/>
                  <a:gd name="T19" fmla="*/ 10 h 15"/>
                  <a:gd name="T20" fmla="*/ 5 w 9"/>
                  <a:gd name="T21" fmla="*/ 11 h 15"/>
                  <a:gd name="T22" fmla="*/ 5 w 9"/>
                  <a:gd name="T23" fmla="*/ 13 h 15"/>
                  <a:gd name="T24" fmla="*/ 6 w 9"/>
                  <a:gd name="T25" fmla="*/ 13 h 15"/>
                  <a:gd name="T26" fmla="*/ 6 w 9"/>
                  <a:gd name="T27" fmla="*/ 14 h 15"/>
                  <a:gd name="T28" fmla="*/ 7 w 9"/>
                  <a:gd name="T29" fmla="*/ 15 h 15"/>
                  <a:gd name="T30" fmla="*/ 7 w 9"/>
                  <a:gd name="T31" fmla="*/ 15 h 15"/>
                  <a:gd name="T32" fmla="*/ 9 w 9"/>
                  <a:gd name="T33" fmla="*/ 15 h 15"/>
                  <a:gd name="T34" fmla="*/ 9 w 9"/>
                  <a:gd name="T35" fmla="*/ 13 h 15"/>
                  <a:gd name="T36" fmla="*/ 8 w 9"/>
                  <a:gd name="T37" fmla="*/ 12 h 15"/>
                  <a:gd name="T38" fmla="*/ 7 w 9"/>
                  <a:gd name="T39" fmla="*/ 10 h 15"/>
                  <a:gd name="T40" fmla="*/ 7 w 9"/>
                  <a:gd name="T41" fmla="*/ 8 h 15"/>
                  <a:gd name="T42" fmla="*/ 6 w 9"/>
                  <a:gd name="T43" fmla="*/ 8 h 15"/>
                  <a:gd name="T44" fmla="*/ 6 w 9"/>
                  <a:gd name="T45" fmla="*/ 8 h 15"/>
                  <a:gd name="T46" fmla="*/ 5 w 9"/>
                  <a:gd name="T47" fmla="*/ 8 h 15"/>
                  <a:gd name="T48" fmla="*/ 5 w 9"/>
                  <a:gd name="T49" fmla="*/ 7 h 15"/>
                  <a:gd name="T50" fmla="*/ 4 w 9"/>
                  <a:gd name="T51" fmla="*/ 6 h 15"/>
                  <a:gd name="T52" fmla="*/ 4 w 9"/>
                  <a:gd name="T53" fmla="*/ 4 h 15"/>
                  <a:gd name="T54" fmla="*/ 4 w 9"/>
                  <a:gd name="T5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15">
                    <a:moveTo>
                      <a:pt x="4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2" name="Freeform 6180">
                <a:extLst>
                  <a:ext uri="{FF2B5EF4-FFF2-40B4-BE49-F238E27FC236}">
                    <a16:creationId xmlns:a16="http://schemas.microsoft.com/office/drawing/2014/main" id="{22910086-40D0-4B19-91A7-172C338C12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9" y="1412"/>
                <a:ext cx="8" cy="13"/>
              </a:xfrm>
              <a:custGeom>
                <a:avLst/>
                <a:gdLst>
                  <a:gd name="T0" fmla="*/ 6 w 8"/>
                  <a:gd name="T1" fmla="*/ 1 h 13"/>
                  <a:gd name="T2" fmla="*/ 4 w 8"/>
                  <a:gd name="T3" fmla="*/ 0 h 13"/>
                  <a:gd name="T4" fmla="*/ 2 w 8"/>
                  <a:gd name="T5" fmla="*/ 1 h 13"/>
                  <a:gd name="T6" fmla="*/ 0 w 8"/>
                  <a:gd name="T7" fmla="*/ 3 h 13"/>
                  <a:gd name="T8" fmla="*/ 0 w 8"/>
                  <a:gd name="T9" fmla="*/ 7 h 13"/>
                  <a:gd name="T10" fmla="*/ 2 w 8"/>
                  <a:gd name="T11" fmla="*/ 9 h 13"/>
                  <a:gd name="T12" fmla="*/ 2 w 8"/>
                  <a:gd name="T13" fmla="*/ 11 h 13"/>
                  <a:gd name="T14" fmla="*/ 6 w 8"/>
                  <a:gd name="T15" fmla="*/ 13 h 13"/>
                  <a:gd name="T16" fmla="*/ 8 w 8"/>
                  <a:gd name="T17" fmla="*/ 9 h 13"/>
                  <a:gd name="T18" fmla="*/ 8 w 8"/>
                  <a:gd name="T19" fmla="*/ 7 h 13"/>
                  <a:gd name="T20" fmla="*/ 6 w 8"/>
                  <a:gd name="T21" fmla="*/ 5 h 13"/>
                  <a:gd name="T22" fmla="*/ 6 w 8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6" y="13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3" name="Freeform 6181">
                <a:extLst>
                  <a:ext uri="{FF2B5EF4-FFF2-40B4-BE49-F238E27FC236}">
                    <a16:creationId xmlns:a16="http://schemas.microsoft.com/office/drawing/2014/main" id="{F4FCA85F-ED56-40EF-BE7C-0372144E84E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705" y="1346"/>
                <a:ext cx="86" cy="58"/>
              </a:xfrm>
              <a:custGeom>
                <a:avLst/>
                <a:gdLst>
                  <a:gd name="T0" fmla="*/ 2 w 46"/>
                  <a:gd name="T1" fmla="*/ 13 h 31"/>
                  <a:gd name="T2" fmla="*/ 2 w 46"/>
                  <a:gd name="T3" fmla="*/ 15 h 31"/>
                  <a:gd name="T4" fmla="*/ 5 w 46"/>
                  <a:gd name="T5" fmla="*/ 19 h 31"/>
                  <a:gd name="T6" fmla="*/ 9 w 46"/>
                  <a:gd name="T7" fmla="*/ 20 h 31"/>
                  <a:gd name="T8" fmla="*/ 11 w 46"/>
                  <a:gd name="T9" fmla="*/ 20 h 31"/>
                  <a:gd name="T10" fmla="*/ 14 w 46"/>
                  <a:gd name="T11" fmla="*/ 19 h 31"/>
                  <a:gd name="T12" fmla="*/ 15 w 46"/>
                  <a:gd name="T13" fmla="*/ 21 h 31"/>
                  <a:gd name="T14" fmla="*/ 13 w 46"/>
                  <a:gd name="T15" fmla="*/ 21 h 31"/>
                  <a:gd name="T16" fmla="*/ 9 w 46"/>
                  <a:gd name="T17" fmla="*/ 23 h 31"/>
                  <a:gd name="T18" fmla="*/ 14 w 46"/>
                  <a:gd name="T19" fmla="*/ 26 h 31"/>
                  <a:gd name="T20" fmla="*/ 16 w 46"/>
                  <a:gd name="T21" fmla="*/ 26 h 31"/>
                  <a:gd name="T22" fmla="*/ 19 w 46"/>
                  <a:gd name="T23" fmla="*/ 28 h 31"/>
                  <a:gd name="T24" fmla="*/ 25 w 46"/>
                  <a:gd name="T25" fmla="*/ 27 h 31"/>
                  <a:gd name="T26" fmla="*/ 26 w 46"/>
                  <a:gd name="T27" fmla="*/ 28 h 31"/>
                  <a:gd name="T28" fmla="*/ 30 w 46"/>
                  <a:gd name="T29" fmla="*/ 31 h 31"/>
                  <a:gd name="T30" fmla="*/ 33 w 46"/>
                  <a:gd name="T31" fmla="*/ 28 h 31"/>
                  <a:gd name="T32" fmla="*/ 35 w 46"/>
                  <a:gd name="T33" fmla="*/ 26 h 31"/>
                  <a:gd name="T34" fmla="*/ 37 w 46"/>
                  <a:gd name="T35" fmla="*/ 27 h 31"/>
                  <a:gd name="T36" fmla="*/ 41 w 46"/>
                  <a:gd name="T37" fmla="*/ 25 h 31"/>
                  <a:gd name="T38" fmla="*/ 41 w 46"/>
                  <a:gd name="T39" fmla="*/ 22 h 31"/>
                  <a:gd name="T40" fmla="*/ 44 w 46"/>
                  <a:gd name="T41" fmla="*/ 17 h 31"/>
                  <a:gd name="T42" fmla="*/ 46 w 46"/>
                  <a:gd name="T43" fmla="*/ 13 h 31"/>
                  <a:gd name="T44" fmla="*/ 46 w 46"/>
                  <a:gd name="T45" fmla="*/ 10 h 31"/>
                  <a:gd name="T46" fmla="*/ 43 w 46"/>
                  <a:gd name="T47" fmla="*/ 8 h 31"/>
                  <a:gd name="T48" fmla="*/ 39 w 46"/>
                  <a:gd name="T49" fmla="*/ 7 h 31"/>
                  <a:gd name="T50" fmla="*/ 35 w 46"/>
                  <a:gd name="T51" fmla="*/ 6 h 31"/>
                  <a:gd name="T52" fmla="*/ 33 w 46"/>
                  <a:gd name="T53" fmla="*/ 4 h 31"/>
                  <a:gd name="T54" fmla="*/ 32 w 46"/>
                  <a:gd name="T55" fmla="*/ 2 h 31"/>
                  <a:gd name="T56" fmla="*/ 30 w 46"/>
                  <a:gd name="T57" fmla="*/ 4 h 31"/>
                  <a:gd name="T58" fmla="*/ 28 w 46"/>
                  <a:gd name="T59" fmla="*/ 5 h 31"/>
                  <a:gd name="T60" fmla="*/ 27 w 46"/>
                  <a:gd name="T61" fmla="*/ 8 h 31"/>
                  <a:gd name="T62" fmla="*/ 26 w 46"/>
                  <a:gd name="T63" fmla="*/ 7 h 31"/>
                  <a:gd name="T64" fmla="*/ 26 w 46"/>
                  <a:gd name="T65" fmla="*/ 3 h 31"/>
                  <a:gd name="T66" fmla="*/ 23 w 46"/>
                  <a:gd name="T67" fmla="*/ 0 h 31"/>
                  <a:gd name="T68" fmla="*/ 20 w 46"/>
                  <a:gd name="T69" fmla="*/ 3 h 31"/>
                  <a:gd name="T70" fmla="*/ 22 w 46"/>
                  <a:gd name="T71" fmla="*/ 7 h 31"/>
                  <a:gd name="T72" fmla="*/ 22 w 46"/>
                  <a:gd name="T73" fmla="*/ 12 h 31"/>
                  <a:gd name="T74" fmla="*/ 20 w 46"/>
                  <a:gd name="T75" fmla="*/ 10 h 31"/>
                  <a:gd name="T76" fmla="*/ 20 w 46"/>
                  <a:gd name="T77" fmla="*/ 8 h 31"/>
                  <a:gd name="T78" fmla="*/ 17 w 46"/>
                  <a:gd name="T79" fmla="*/ 7 h 31"/>
                  <a:gd name="T80" fmla="*/ 15 w 46"/>
                  <a:gd name="T81" fmla="*/ 8 h 31"/>
                  <a:gd name="T82" fmla="*/ 14 w 46"/>
                  <a:gd name="T83" fmla="*/ 6 h 31"/>
                  <a:gd name="T84" fmla="*/ 12 w 46"/>
                  <a:gd name="T85" fmla="*/ 4 h 31"/>
                  <a:gd name="T86" fmla="*/ 10 w 46"/>
                  <a:gd name="T87" fmla="*/ 3 h 31"/>
                  <a:gd name="T88" fmla="*/ 8 w 46"/>
                  <a:gd name="T89" fmla="*/ 0 h 31"/>
                  <a:gd name="T90" fmla="*/ 7 w 46"/>
                  <a:gd name="T91" fmla="*/ 5 h 31"/>
                  <a:gd name="T92" fmla="*/ 8 w 46"/>
                  <a:gd name="T93" fmla="*/ 8 h 31"/>
                  <a:gd name="T94" fmla="*/ 6 w 46"/>
                  <a:gd name="T95" fmla="*/ 8 h 31"/>
                  <a:gd name="T96" fmla="*/ 7 w 46"/>
                  <a:gd name="T97" fmla="*/ 11 h 31"/>
                  <a:gd name="T98" fmla="*/ 5 w 46"/>
                  <a:gd name="T99" fmla="*/ 9 h 31"/>
                  <a:gd name="T100" fmla="*/ 5 w 46"/>
                  <a:gd name="T101" fmla="*/ 8 h 31"/>
                  <a:gd name="T102" fmla="*/ 3 w 46"/>
                  <a:gd name="T103" fmla="*/ 5 h 31"/>
                  <a:gd name="T104" fmla="*/ 2 w 46"/>
                  <a:gd name="T105" fmla="*/ 8 h 31"/>
                  <a:gd name="T106" fmla="*/ 1 w 46"/>
                  <a:gd name="T107" fmla="*/ 8 h 31"/>
                  <a:gd name="T108" fmla="*/ 2 w 46"/>
                  <a:gd name="T109" fmla="*/ 12 h 31"/>
                  <a:gd name="T110" fmla="*/ 20 w 46"/>
                  <a:gd name="T111" fmla="*/ 18 h 31"/>
                  <a:gd name="T112" fmla="*/ 20 w 46"/>
                  <a:gd name="T113" fmla="*/ 18 h 31"/>
                  <a:gd name="T114" fmla="*/ 19 w 46"/>
                  <a:gd name="T115" fmla="*/ 19 h 31"/>
                  <a:gd name="T116" fmla="*/ 14 w 46"/>
                  <a:gd name="T117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" h="31">
                    <a:moveTo>
                      <a:pt x="2" y="12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lnTo>
                      <a:pt x="2" y="12"/>
                    </a:lnTo>
                    <a:close/>
                    <a:moveTo>
                      <a:pt x="16" y="19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16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4" name="Freeform 6182">
                <a:extLst>
                  <a:ext uri="{FF2B5EF4-FFF2-40B4-BE49-F238E27FC236}">
                    <a16:creationId xmlns:a16="http://schemas.microsoft.com/office/drawing/2014/main" id="{1591B074-643B-4273-B295-E943DBEF53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22" y="1337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9 w 13"/>
                  <a:gd name="T3" fmla="*/ 7 h 7"/>
                  <a:gd name="T4" fmla="*/ 11 w 13"/>
                  <a:gd name="T5" fmla="*/ 6 h 7"/>
                  <a:gd name="T6" fmla="*/ 13 w 13"/>
                  <a:gd name="T7" fmla="*/ 4 h 7"/>
                  <a:gd name="T8" fmla="*/ 11 w 13"/>
                  <a:gd name="T9" fmla="*/ 2 h 7"/>
                  <a:gd name="T10" fmla="*/ 8 w 13"/>
                  <a:gd name="T11" fmla="*/ 2 h 7"/>
                  <a:gd name="T12" fmla="*/ 6 w 13"/>
                  <a:gd name="T13" fmla="*/ 0 h 7"/>
                  <a:gd name="T14" fmla="*/ 2 w 13"/>
                  <a:gd name="T15" fmla="*/ 0 h 7"/>
                  <a:gd name="T16" fmla="*/ 0 w 13"/>
                  <a:gd name="T17" fmla="*/ 2 h 7"/>
                  <a:gd name="T18" fmla="*/ 2 w 13"/>
                  <a:gd name="T19" fmla="*/ 4 h 7"/>
                  <a:gd name="T20" fmla="*/ 8 w 13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9" y="7"/>
                    </a:lnTo>
                    <a:lnTo>
                      <a:pt x="11" y="6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5" name="Freeform 6183">
                <a:extLst>
                  <a:ext uri="{FF2B5EF4-FFF2-40B4-BE49-F238E27FC236}">
                    <a16:creationId xmlns:a16="http://schemas.microsoft.com/office/drawing/2014/main" id="{D8E4D5F1-00F4-4BC1-9BD9-0A09B3FB76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7" y="1563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3 h 11"/>
                  <a:gd name="T4" fmla="*/ 0 w 7"/>
                  <a:gd name="T5" fmla="*/ 5 h 11"/>
                  <a:gd name="T6" fmla="*/ 2 w 7"/>
                  <a:gd name="T7" fmla="*/ 7 h 11"/>
                  <a:gd name="T8" fmla="*/ 2 w 7"/>
                  <a:gd name="T9" fmla="*/ 9 h 11"/>
                  <a:gd name="T10" fmla="*/ 6 w 7"/>
                  <a:gd name="T11" fmla="*/ 11 h 11"/>
                  <a:gd name="T12" fmla="*/ 7 w 7"/>
                  <a:gd name="T13" fmla="*/ 7 h 11"/>
                  <a:gd name="T14" fmla="*/ 7 w 7"/>
                  <a:gd name="T15" fmla="*/ 3 h 11"/>
                  <a:gd name="T16" fmla="*/ 6 w 7"/>
                  <a:gd name="T17" fmla="*/ 1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6" name="Freeform 6184">
                <a:extLst>
                  <a:ext uri="{FF2B5EF4-FFF2-40B4-BE49-F238E27FC236}">
                    <a16:creationId xmlns:a16="http://schemas.microsoft.com/office/drawing/2014/main" id="{19A522B0-91A5-4E44-8C77-D1A7B5D012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91" y="1358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6 w 6"/>
                  <a:gd name="T5" fmla="*/ 0 h 5"/>
                  <a:gd name="T6" fmla="*/ 2 w 6"/>
                  <a:gd name="T7" fmla="*/ 0 h 5"/>
                  <a:gd name="T8" fmla="*/ 0 w 6"/>
                  <a:gd name="T9" fmla="*/ 0 h 5"/>
                  <a:gd name="T10" fmla="*/ 0 w 6"/>
                  <a:gd name="T11" fmla="*/ 1 h 5"/>
                  <a:gd name="T12" fmla="*/ 2 w 6"/>
                  <a:gd name="T13" fmla="*/ 5 h 5"/>
                  <a:gd name="T14" fmla="*/ 4 w 6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7" name="Freeform 6185">
                <a:extLst>
                  <a:ext uri="{FF2B5EF4-FFF2-40B4-BE49-F238E27FC236}">
                    <a16:creationId xmlns:a16="http://schemas.microsoft.com/office/drawing/2014/main" id="{3F373E53-AD84-4BCD-A7CB-D4E3EA48464B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644" y="1369"/>
                <a:ext cx="140" cy="136"/>
              </a:xfrm>
              <a:custGeom>
                <a:avLst/>
                <a:gdLst>
                  <a:gd name="T0" fmla="*/ 9 w 140"/>
                  <a:gd name="T1" fmla="*/ 35 h 136"/>
                  <a:gd name="T2" fmla="*/ 9 w 140"/>
                  <a:gd name="T3" fmla="*/ 43 h 136"/>
                  <a:gd name="T4" fmla="*/ 13 w 140"/>
                  <a:gd name="T5" fmla="*/ 46 h 136"/>
                  <a:gd name="T6" fmla="*/ 11 w 140"/>
                  <a:gd name="T7" fmla="*/ 52 h 136"/>
                  <a:gd name="T8" fmla="*/ 19 w 140"/>
                  <a:gd name="T9" fmla="*/ 63 h 136"/>
                  <a:gd name="T10" fmla="*/ 26 w 140"/>
                  <a:gd name="T11" fmla="*/ 74 h 136"/>
                  <a:gd name="T12" fmla="*/ 43 w 140"/>
                  <a:gd name="T13" fmla="*/ 69 h 136"/>
                  <a:gd name="T14" fmla="*/ 39 w 140"/>
                  <a:gd name="T15" fmla="*/ 54 h 136"/>
                  <a:gd name="T16" fmla="*/ 45 w 140"/>
                  <a:gd name="T17" fmla="*/ 52 h 136"/>
                  <a:gd name="T18" fmla="*/ 45 w 140"/>
                  <a:gd name="T19" fmla="*/ 59 h 136"/>
                  <a:gd name="T20" fmla="*/ 56 w 140"/>
                  <a:gd name="T21" fmla="*/ 54 h 136"/>
                  <a:gd name="T22" fmla="*/ 58 w 140"/>
                  <a:gd name="T23" fmla="*/ 65 h 136"/>
                  <a:gd name="T24" fmla="*/ 43 w 140"/>
                  <a:gd name="T25" fmla="*/ 76 h 136"/>
                  <a:gd name="T26" fmla="*/ 32 w 140"/>
                  <a:gd name="T27" fmla="*/ 82 h 136"/>
                  <a:gd name="T28" fmla="*/ 43 w 140"/>
                  <a:gd name="T29" fmla="*/ 89 h 136"/>
                  <a:gd name="T30" fmla="*/ 52 w 140"/>
                  <a:gd name="T31" fmla="*/ 85 h 136"/>
                  <a:gd name="T32" fmla="*/ 46 w 140"/>
                  <a:gd name="T33" fmla="*/ 93 h 136"/>
                  <a:gd name="T34" fmla="*/ 45 w 140"/>
                  <a:gd name="T35" fmla="*/ 95 h 136"/>
                  <a:gd name="T36" fmla="*/ 37 w 140"/>
                  <a:gd name="T37" fmla="*/ 99 h 136"/>
                  <a:gd name="T38" fmla="*/ 39 w 140"/>
                  <a:gd name="T39" fmla="*/ 106 h 136"/>
                  <a:gd name="T40" fmla="*/ 46 w 140"/>
                  <a:gd name="T41" fmla="*/ 112 h 136"/>
                  <a:gd name="T42" fmla="*/ 58 w 140"/>
                  <a:gd name="T43" fmla="*/ 117 h 136"/>
                  <a:gd name="T44" fmla="*/ 59 w 140"/>
                  <a:gd name="T45" fmla="*/ 127 h 136"/>
                  <a:gd name="T46" fmla="*/ 67 w 140"/>
                  <a:gd name="T47" fmla="*/ 136 h 136"/>
                  <a:gd name="T48" fmla="*/ 71 w 140"/>
                  <a:gd name="T49" fmla="*/ 119 h 136"/>
                  <a:gd name="T50" fmla="*/ 76 w 140"/>
                  <a:gd name="T51" fmla="*/ 100 h 136"/>
                  <a:gd name="T52" fmla="*/ 82 w 140"/>
                  <a:gd name="T53" fmla="*/ 87 h 136"/>
                  <a:gd name="T54" fmla="*/ 84 w 140"/>
                  <a:gd name="T55" fmla="*/ 76 h 136"/>
                  <a:gd name="T56" fmla="*/ 87 w 140"/>
                  <a:gd name="T57" fmla="*/ 58 h 136"/>
                  <a:gd name="T58" fmla="*/ 99 w 140"/>
                  <a:gd name="T59" fmla="*/ 54 h 136"/>
                  <a:gd name="T60" fmla="*/ 93 w 140"/>
                  <a:gd name="T61" fmla="*/ 63 h 136"/>
                  <a:gd name="T62" fmla="*/ 100 w 140"/>
                  <a:gd name="T63" fmla="*/ 71 h 136"/>
                  <a:gd name="T64" fmla="*/ 106 w 140"/>
                  <a:gd name="T65" fmla="*/ 82 h 136"/>
                  <a:gd name="T66" fmla="*/ 100 w 140"/>
                  <a:gd name="T67" fmla="*/ 99 h 136"/>
                  <a:gd name="T68" fmla="*/ 113 w 140"/>
                  <a:gd name="T69" fmla="*/ 97 h 136"/>
                  <a:gd name="T70" fmla="*/ 115 w 140"/>
                  <a:gd name="T71" fmla="*/ 102 h 136"/>
                  <a:gd name="T72" fmla="*/ 128 w 140"/>
                  <a:gd name="T73" fmla="*/ 97 h 136"/>
                  <a:gd name="T74" fmla="*/ 134 w 140"/>
                  <a:gd name="T75" fmla="*/ 80 h 136"/>
                  <a:gd name="T76" fmla="*/ 121 w 140"/>
                  <a:gd name="T77" fmla="*/ 72 h 136"/>
                  <a:gd name="T78" fmla="*/ 108 w 140"/>
                  <a:gd name="T79" fmla="*/ 69 h 136"/>
                  <a:gd name="T80" fmla="*/ 112 w 140"/>
                  <a:gd name="T81" fmla="*/ 59 h 136"/>
                  <a:gd name="T82" fmla="*/ 102 w 140"/>
                  <a:gd name="T83" fmla="*/ 54 h 136"/>
                  <a:gd name="T84" fmla="*/ 93 w 140"/>
                  <a:gd name="T85" fmla="*/ 44 h 136"/>
                  <a:gd name="T86" fmla="*/ 86 w 140"/>
                  <a:gd name="T87" fmla="*/ 35 h 136"/>
                  <a:gd name="T88" fmla="*/ 76 w 140"/>
                  <a:gd name="T89" fmla="*/ 31 h 136"/>
                  <a:gd name="T90" fmla="*/ 63 w 140"/>
                  <a:gd name="T91" fmla="*/ 11 h 136"/>
                  <a:gd name="T92" fmla="*/ 50 w 140"/>
                  <a:gd name="T93" fmla="*/ 0 h 136"/>
                  <a:gd name="T94" fmla="*/ 45 w 140"/>
                  <a:gd name="T95" fmla="*/ 18 h 136"/>
                  <a:gd name="T96" fmla="*/ 52 w 140"/>
                  <a:gd name="T97" fmla="*/ 43 h 136"/>
                  <a:gd name="T98" fmla="*/ 43 w 140"/>
                  <a:gd name="T99" fmla="*/ 37 h 136"/>
                  <a:gd name="T100" fmla="*/ 39 w 140"/>
                  <a:gd name="T101" fmla="*/ 17 h 136"/>
                  <a:gd name="T102" fmla="*/ 28 w 140"/>
                  <a:gd name="T103" fmla="*/ 26 h 136"/>
                  <a:gd name="T104" fmla="*/ 20 w 140"/>
                  <a:gd name="T105" fmla="*/ 20 h 136"/>
                  <a:gd name="T106" fmla="*/ 30 w 140"/>
                  <a:gd name="T107" fmla="*/ 13 h 136"/>
                  <a:gd name="T108" fmla="*/ 15 w 140"/>
                  <a:gd name="T109" fmla="*/ 13 h 136"/>
                  <a:gd name="T110" fmla="*/ 4 w 140"/>
                  <a:gd name="T111" fmla="*/ 18 h 136"/>
                  <a:gd name="T112" fmla="*/ 63 w 140"/>
                  <a:gd name="T113" fmla="*/ 2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136">
                    <a:moveTo>
                      <a:pt x="0" y="31"/>
                    </a:moveTo>
                    <a:lnTo>
                      <a:pt x="2" y="33"/>
                    </a:lnTo>
                    <a:lnTo>
                      <a:pt x="4" y="37"/>
                    </a:lnTo>
                    <a:lnTo>
                      <a:pt x="4" y="41"/>
                    </a:lnTo>
                    <a:lnTo>
                      <a:pt x="7" y="41"/>
                    </a:lnTo>
                    <a:lnTo>
                      <a:pt x="9" y="37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9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3" y="46"/>
                    </a:lnTo>
                    <a:lnTo>
                      <a:pt x="9" y="43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3" y="56"/>
                    </a:lnTo>
                    <a:lnTo>
                      <a:pt x="15" y="56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63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30" y="76"/>
                    </a:lnTo>
                    <a:lnTo>
                      <a:pt x="35" y="74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9" y="69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3" y="65"/>
                    </a:lnTo>
                    <a:lnTo>
                      <a:pt x="41" y="61"/>
                    </a:lnTo>
                    <a:lnTo>
                      <a:pt x="39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41" y="56"/>
                    </a:lnTo>
                    <a:lnTo>
                      <a:pt x="41" y="58"/>
                    </a:lnTo>
                    <a:lnTo>
                      <a:pt x="41" y="61"/>
                    </a:lnTo>
                    <a:lnTo>
                      <a:pt x="45" y="58"/>
                    </a:lnTo>
                    <a:lnTo>
                      <a:pt x="45" y="56"/>
                    </a:lnTo>
                    <a:lnTo>
                      <a:pt x="45" y="52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6" y="54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63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4" y="61"/>
                    </a:lnTo>
                    <a:lnTo>
                      <a:pt x="56" y="58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6"/>
                    </a:lnTo>
                    <a:lnTo>
                      <a:pt x="56" y="58"/>
                    </a:lnTo>
                    <a:lnTo>
                      <a:pt x="56" y="59"/>
                    </a:lnTo>
                    <a:lnTo>
                      <a:pt x="56" y="63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4" y="65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3" y="74"/>
                    </a:lnTo>
                    <a:lnTo>
                      <a:pt x="43" y="76"/>
                    </a:lnTo>
                    <a:lnTo>
                      <a:pt x="41" y="74"/>
                    </a:lnTo>
                    <a:lnTo>
                      <a:pt x="39" y="76"/>
                    </a:lnTo>
                    <a:lnTo>
                      <a:pt x="37" y="78"/>
                    </a:lnTo>
                    <a:lnTo>
                      <a:pt x="37" y="76"/>
                    </a:lnTo>
                    <a:lnTo>
                      <a:pt x="32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5"/>
                    </a:lnTo>
                    <a:lnTo>
                      <a:pt x="32" y="89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9" y="89"/>
                    </a:lnTo>
                    <a:lnTo>
                      <a:pt x="41" y="89"/>
                    </a:lnTo>
                    <a:lnTo>
                      <a:pt x="43" y="89"/>
                    </a:lnTo>
                    <a:lnTo>
                      <a:pt x="45" y="89"/>
                    </a:lnTo>
                    <a:lnTo>
                      <a:pt x="46" y="87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2" y="85"/>
                    </a:lnTo>
                    <a:lnTo>
                      <a:pt x="56" y="85"/>
                    </a:lnTo>
                    <a:lnTo>
                      <a:pt x="52" y="87"/>
                    </a:lnTo>
                    <a:lnTo>
                      <a:pt x="48" y="89"/>
                    </a:lnTo>
                    <a:lnTo>
                      <a:pt x="46" y="89"/>
                    </a:lnTo>
                    <a:lnTo>
                      <a:pt x="43" y="89"/>
                    </a:lnTo>
                    <a:lnTo>
                      <a:pt x="43" y="93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2" y="95"/>
                    </a:lnTo>
                    <a:lnTo>
                      <a:pt x="54" y="95"/>
                    </a:lnTo>
                    <a:lnTo>
                      <a:pt x="50" y="95"/>
                    </a:lnTo>
                    <a:lnTo>
                      <a:pt x="48" y="95"/>
                    </a:lnTo>
                    <a:lnTo>
                      <a:pt x="48" y="95"/>
                    </a:lnTo>
                    <a:lnTo>
                      <a:pt x="45" y="95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1" y="93"/>
                    </a:lnTo>
                    <a:lnTo>
                      <a:pt x="39" y="93"/>
                    </a:lnTo>
                    <a:lnTo>
                      <a:pt x="35" y="95"/>
                    </a:lnTo>
                    <a:lnTo>
                      <a:pt x="35" y="97"/>
                    </a:lnTo>
                    <a:lnTo>
                      <a:pt x="37" y="99"/>
                    </a:lnTo>
                    <a:lnTo>
                      <a:pt x="37" y="99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7" y="104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43" y="112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52" y="119"/>
                    </a:lnTo>
                    <a:lnTo>
                      <a:pt x="56" y="117"/>
                    </a:lnTo>
                    <a:lnTo>
                      <a:pt x="56" y="115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4" y="121"/>
                    </a:lnTo>
                    <a:lnTo>
                      <a:pt x="54" y="123"/>
                    </a:lnTo>
                    <a:lnTo>
                      <a:pt x="59" y="127"/>
                    </a:lnTo>
                    <a:lnTo>
                      <a:pt x="59" y="128"/>
                    </a:lnTo>
                    <a:lnTo>
                      <a:pt x="61" y="128"/>
                    </a:lnTo>
                    <a:lnTo>
                      <a:pt x="61" y="132"/>
                    </a:lnTo>
                    <a:lnTo>
                      <a:pt x="61" y="136"/>
                    </a:lnTo>
                    <a:lnTo>
                      <a:pt x="63" y="134"/>
                    </a:lnTo>
                    <a:lnTo>
                      <a:pt x="65" y="134"/>
                    </a:lnTo>
                    <a:lnTo>
                      <a:pt x="67" y="136"/>
                    </a:lnTo>
                    <a:lnTo>
                      <a:pt x="69" y="134"/>
                    </a:lnTo>
                    <a:lnTo>
                      <a:pt x="71" y="132"/>
                    </a:lnTo>
                    <a:lnTo>
                      <a:pt x="73" y="128"/>
                    </a:lnTo>
                    <a:lnTo>
                      <a:pt x="73" y="128"/>
                    </a:lnTo>
                    <a:lnTo>
                      <a:pt x="73" y="127"/>
                    </a:lnTo>
                    <a:lnTo>
                      <a:pt x="71" y="123"/>
                    </a:lnTo>
                    <a:lnTo>
                      <a:pt x="71" y="119"/>
                    </a:lnTo>
                    <a:lnTo>
                      <a:pt x="73" y="119"/>
                    </a:lnTo>
                    <a:lnTo>
                      <a:pt x="73" y="115"/>
                    </a:lnTo>
                    <a:lnTo>
                      <a:pt x="74" y="108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6" y="102"/>
                    </a:lnTo>
                    <a:lnTo>
                      <a:pt x="76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0" y="95"/>
                    </a:lnTo>
                    <a:lnTo>
                      <a:pt x="80" y="91"/>
                    </a:lnTo>
                    <a:lnTo>
                      <a:pt x="82" y="87"/>
                    </a:lnTo>
                    <a:lnTo>
                      <a:pt x="80" y="85"/>
                    </a:lnTo>
                    <a:lnTo>
                      <a:pt x="78" y="82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4" y="72"/>
                    </a:lnTo>
                    <a:lnTo>
                      <a:pt x="84" y="71"/>
                    </a:lnTo>
                    <a:lnTo>
                      <a:pt x="84" y="67"/>
                    </a:lnTo>
                    <a:lnTo>
                      <a:pt x="84" y="63"/>
                    </a:lnTo>
                    <a:lnTo>
                      <a:pt x="84" y="61"/>
                    </a:lnTo>
                    <a:lnTo>
                      <a:pt x="86" y="59"/>
                    </a:lnTo>
                    <a:lnTo>
                      <a:pt x="87" y="58"/>
                    </a:lnTo>
                    <a:lnTo>
                      <a:pt x="86" y="56"/>
                    </a:lnTo>
                    <a:lnTo>
                      <a:pt x="87" y="56"/>
                    </a:lnTo>
                    <a:lnTo>
                      <a:pt x="91" y="54"/>
                    </a:lnTo>
                    <a:lnTo>
                      <a:pt x="93" y="54"/>
                    </a:lnTo>
                    <a:lnTo>
                      <a:pt x="95" y="52"/>
                    </a:lnTo>
                    <a:lnTo>
                      <a:pt x="97" y="56"/>
                    </a:lnTo>
                    <a:lnTo>
                      <a:pt x="99" y="54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8"/>
                    </a:lnTo>
                    <a:lnTo>
                      <a:pt x="95" y="56"/>
                    </a:lnTo>
                    <a:lnTo>
                      <a:pt x="93" y="59"/>
                    </a:lnTo>
                    <a:lnTo>
                      <a:pt x="89" y="61"/>
                    </a:lnTo>
                    <a:lnTo>
                      <a:pt x="93" y="63"/>
                    </a:lnTo>
                    <a:lnTo>
                      <a:pt x="97" y="63"/>
                    </a:lnTo>
                    <a:lnTo>
                      <a:pt x="97" y="65"/>
                    </a:lnTo>
                    <a:lnTo>
                      <a:pt x="97" y="65"/>
                    </a:lnTo>
                    <a:lnTo>
                      <a:pt x="97" y="67"/>
                    </a:lnTo>
                    <a:lnTo>
                      <a:pt x="99" y="69"/>
                    </a:lnTo>
                    <a:lnTo>
                      <a:pt x="97" y="71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0" y="72"/>
                    </a:lnTo>
                    <a:lnTo>
                      <a:pt x="99" y="76"/>
                    </a:lnTo>
                    <a:lnTo>
                      <a:pt x="100" y="78"/>
                    </a:lnTo>
                    <a:lnTo>
                      <a:pt x="102" y="80"/>
                    </a:lnTo>
                    <a:lnTo>
                      <a:pt x="106" y="80"/>
                    </a:lnTo>
                    <a:lnTo>
                      <a:pt x="106" y="82"/>
                    </a:lnTo>
                    <a:lnTo>
                      <a:pt x="104" y="82"/>
                    </a:lnTo>
                    <a:lnTo>
                      <a:pt x="104" y="85"/>
                    </a:lnTo>
                    <a:lnTo>
                      <a:pt x="102" y="87"/>
                    </a:lnTo>
                    <a:lnTo>
                      <a:pt x="102" y="93"/>
                    </a:lnTo>
                    <a:lnTo>
                      <a:pt x="100" y="93"/>
                    </a:lnTo>
                    <a:lnTo>
                      <a:pt x="100" y="97"/>
                    </a:lnTo>
                    <a:lnTo>
                      <a:pt x="100" y="99"/>
                    </a:lnTo>
                    <a:lnTo>
                      <a:pt x="100" y="100"/>
                    </a:lnTo>
                    <a:lnTo>
                      <a:pt x="102" y="102"/>
                    </a:lnTo>
                    <a:lnTo>
                      <a:pt x="104" y="100"/>
                    </a:lnTo>
                    <a:lnTo>
                      <a:pt x="108" y="100"/>
                    </a:lnTo>
                    <a:lnTo>
                      <a:pt x="110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5" y="93"/>
                    </a:lnTo>
                    <a:lnTo>
                      <a:pt x="117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7" y="97"/>
                    </a:lnTo>
                    <a:lnTo>
                      <a:pt x="117" y="100"/>
                    </a:lnTo>
                    <a:lnTo>
                      <a:pt x="115" y="102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3" y="104"/>
                    </a:lnTo>
                    <a:lnTo>
                      <a:pt x="123" y="100"/>
                    </a:lnTo>
                    <a:lnTo>
                      <a:pt x="125" y="100"/>
                    </a:lnTo>
                    <a:lnTo>
                      <a:pt x="127" y="99"/>
                    </a:lnTo>
                    <a:lnTo>
                      <a:pt x="128" y="97"/>
                    </a:lnTo>
                    <a:lnTo>
                      <a:pt x="130" y="91"/>
                    </a:lnTo>
                    <a:lnTo>
                      <a:pt x="132" y="89"/>
                    </a:lnTo>
                    <a:lnTo>
                      <a:pt x="134" y="85"/>
                    </a:lnTo>
                    <a:lnTo>
                      <a:pt x="136" y="85"/>
                    </a:lnTo>
                    <a:lnTo>
                      <a:pt x="140" y="82"/>
                    </a:lnTo>
                    <a:lnTo>
                      <a:pt x="136" y="80"/>
                    </a:lnTo>
                    <a:lnTo>
                      <a:pt x="134" y="80"/>
                    </a:lnTo>
                    <a:lnTo>
                      <a:pt x="130" y="78"/>
                    </a:lnTo>
                    <a:lnTo>
                      <a:pt x="127" y="80"/>
                    </a:lnTo>
                    <a:lnTo>
                      <a:pt x="127" y="80"/>
                    </a:lnTo>
                    <a:lnTo>
                      <a:pt x="123" y="80"/>
                    </a:lnTo>
                    <a:lnTo>
                      <a:pt x="121" y="76"/>
                    </a:lnTo>
                    <a:lnTo>
                      <a:pt x="119" y="74"/>
                    </a:lnTo>
                    <a:lnTo>
                      <a:pt x="121" y="72"/>
                    </a:lnTo>
                    <a:lnTo>
                      <a:pt x="123" y="72"/>
                    </a:lnTo>
                    <a:lnTo>
                      <a:pt x="123" y="71"/>
                    </a:lnTo>
                    <a:lnTo>
                      <a:pt x="121" y="67"/>
                    </a:lnTo>
                    <a:lnTo>
                      <a:pt x="119" y="63"/>
                    </a:lnTo>
                    <a:lnTo>
                      <a:pt x="113" y="65"/>
                    </a:lnTo>
                    <a:lnTo>
                      <a:pt x="112" y="69"/>
                    </a:lnTo>
                    <a:lnTo>
                      <a:pt x="108" y="69"/>
                    </a:lnTo>
                    <a:lnTo>
                      <a:pt x="104" y="71"/>
                    </a:lnTo>
                    <a:lnTo>
                      <a:pt x="106" y="69"/>
                    </a:lnTo>
                    <a:lnTo>
                      <a:pt x="108" y="69"/>
                    </a:lnTo>
                    <a:lnTo>
                      <a:pt x="112" y="65"/>
                    </a:lnTo>
                    <a:lnTo>
                      <a:pt x="110" y="63"/>
                    </a:lnTo>
                    <a:lnTo>
                      <a:pt x="112" y="61"/>
                    </a:lnTo>
                    <a:lnTo>
                      <a:pt x="112" y="59"/>
                    </a:lnTo>
                    <a:lnTo>
                      <a:pt x="113" y="58"/>
                    </a:lnTo>
                    <a:lnTo>
                      <a:pt x="112" y="54"/>
                    </a:lnTo>
                    <a:lnTo>
                      <a:pt x="110" y="54"/>
                    </a:lnTo>
                    <a:lnTo>
                      <a:pt x="110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0" y="52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100" y="50"/>
                    </a:lnTo>
                    <a:lnTo>
                      <a:pt x="100" y="46"/>
                    </a:lnTo>
                    <a:lnTo>
                      <a:pt x="93" y="44"/>
                    </a:lnTo>
                    <a:lnTo>
                      <a:pt x="89" y="43"/>
                    </a:lnTo>
                    <a:lnTo>
                      <a:pt x="91" y="43"/>
                    </a:lnTo>
                    <a:lnTo>
                      <a:pt x="95" y="41"/>
                    </a:lnTo>
                    <a:lnTo>
                      <a:pt x="95" y="37"/>
                    </a:lnTo>
                    <a:lnTo>
                      <a:pt x="93" y="35"/>
                    </a:lnTo>
                    <a:lnTo>
                      <a:pt x="87" y="33"/>
                    </a:lnTo>
                    <a:lnTo>
                      <a:pt x="86" y="35"/>
                    </a:lnTo>
                    <a:lnTo>
                      <a:pt x="86" y="37"/>
                    </a:lnTo>
                    <a:lnTo>
                      <a:pt x="86" y="39"/>
                    </a:lnTo>
                    <a:lnTo>
                      <a:pt x="86" y="37"/>
                    </a:lnTo>
                    <a:lnTo>
                      <a:pt x="82" y="33"/>
                    </a:lnTo>
                    <a:lnTo>
                      <a:pt x="80" y="33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6" y="30"/>
                    </a:lnTo>
                    <a:lnTo>
                      <a:pt x="74" y="24"/>
                    </a:lnTo>
                    <a:lnTo>
                      <a:pt x="73" y="18"/>
                    </a:lnTo>
                    <a:lnTo>
                      <a:pt x="67" y="15"/>
                    </a:lnTo>
                    <a:lnTo>
                      <a:pt x="65" y="17"/>
                    </a:lnTo>
                    <a:lnTo>
                      <a:pt x="65" y="15"/>
                    </a:lnTo>
                    <a:lnTo>
                      <a:pt x="63" y="11"/>
                    </a:lnTo>
                    <a:lnTo>
                      <a:pt x="61" y="7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5" y="28"/>
                    </a:lnTo>
                    <a:lnTo>
                      <a:pt x="46" y="31"/>
                    </a:lnTo>
                    <a:lnTo>
                      <a:pt x="46" y="35"/>
                    </a:lnTo>
                    <a:lnTo>
                      <a:pt x="48" y="37"/>
                    </a:lnTo>
                    <a:lnTo>
                      <a:pt x="50" y="41"/>
                    </a:lnTo>
                    <a:lnTo>
                      <a:pt x="52" y="43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8" y="39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5" y="33"/>
                    </a:lnTo>
                    <a:lnTo>
                      <a:pt x="45" y="31"/>
                    </a:lnTo>
                    <a:lnTo>
                      <a:pt x="43" y="26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32" y="17"/>
                    </a:lnTo>
                    <a:lnTo>
                      <a:pt x="30" y="20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6" y="24"/>
                    </a:lnTo>
                    <a:lnTo>
                      <a:pt x="2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2" y="20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0" y="13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0" y="31"/>
                    </a:lnTo>
                    <a:close/>
                    <a:moveTo>
                      <a:pt x="63" y="22"/>
                    </a:moveTo>
                    <a:lnTo>
                      <a:pt x="65" y="24"/>
                    </a:lnTo>
                    <a:lnTo>
                      <a:pt x="65" y="28"/>
                    </a:lnTo>
                    <a:lnTo>
                      <a:pt x="63" y="28"/>
                    </a:lnTo>
                    <a:lnTo>
                      <a:pt x="63" y="24"/>
                    </a:lnTo>
                    <a:lnTo>
                      <a:pt x="63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8" name="Freeform 6186">
                <a:extLst>
                  <a:ext uri="{FF2B5EF4-FFF2-40B4-BE49-F238E27FC236}">
                    <a16:creationId xmlns:a16="http://schemas.microsoft.com/office/drawing/2014/main" id="{64785C66-7EDA-419D-BE0E-831CFC1F6B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5" y="1348"/>
                <a:ext cx="18" cy="11"/>
              </a:xfrm>
              <a:custGeom>
                <a:avLst/>
                <a:gdLst>
                  <a:gd name="T0" fmla="*/ 2 w 10"/>
                  <a:gd name="T1" fmla="*/ 6 h 6"/>
                  <a:gd name="T2" fmla="*/ 4 w 10"/>
                  <a:gd name="T3" fmla="*/ 6 h 6"/>
                  <a:gd name="T4" fmla="*/ 6 w 10"/>
                  <a:gd name="T5" fmla="*/ 4 h 6"/>
                  <a:gd name="T6" fmla="*/ 7 w 10"/>
                  <a:gd name="T7" fmla="*/ 4 h 6"/>
                  <a:gd name="T8" fmla="*/ 9 w 10"/>
                  <a:gd name="T9" fmla="*/ 2 h 6"/>
                  <a:gd name="T10" fmla="*/ 10 w 10"/>
                  <a:gd name="T11" fmla="*/ 1 h 6"/>
                  <a:gd name="T12" fmla="*/ 9 w 10"/>
                  <a:gd name="T13" fmla="*/ 0 h 6"/>
                  <a:gd name="T14" fmla="*/ 7 w 10"/>
                  <a:gd name="T15" fmla="*/ 0 h 6"/>
                  <a:gd name="T16" fmla="*/ 5 w 10"/>
                  <a:gd name="T17" fmla="*/ 1 h 6"/>
                  <a:gd name="T18" fmla="*/ 4 w 10"/>
                  <a:gd name="T19" fmla="*/ 2 h 6"/>
                  <a:gd name="T20" fmla="*/ 3 w 10"/>
                  <a:gd name="T21" fmla="*/ 3 h 6"/>
                  <a:gd name="T22" fmla="*/ 2 w 10"/>
                  <a:gd name="T23" fmla="*/ 4 h 6"/>
                  <a:gd name="T24" fmla="*/ 1 w 10"/>
                  <a:gd name="T25" fmla="*/ 4 h 6"/>
                  <a:gd name="T26" fmla="*/ 1 w 10"/>
                  <a:gd name="T27" fmla="*/ 5 h 6"/>
                  <a:gd name="T28" fmla="*/ 0 w 10"/>
                  <a:gd name="T29" fmla="*/ 5 h 6"/>
                  <a:gd name="T30" fmla="*/ 1 w 10"/>
                  <a:gd name="T31" fmla="*/ 6 h 6"/>
                  <a:gd name="T32" fmla="*/ 2 w 10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6">
                    <a:moveTo>
                      <a:pt x="2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9" name="Freeform 6187">
                <a:extLst>
                  <a:ext uri="{FF2B5EF4-FFF2-40B4-BE49-F238E27FC236}">
                    <a16:creationId xmlns:a16="http://schemas.microsoft.com/office/drawing/2014/main" id="{2349A447-6EB3-4743-8DA8-F2282328F6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0" y="1406"/>
                <a:ext cx="19" cy="9"/>
              </a:xfrm>
              <a:custGeom>
                <a:avLst/>
                <a:gdLst>
                  <a:gd name="T0" fmla="*/ 8 w 19"/>
                  <a:gd name="T1" fmla="*/ 6 h 9"/>
                  <a:gd name="T2" fmla="*/ 8 w 19"/>
                  <a:gd name="T3" fmla="*/ 6 h 9"/>
                  <a:gd name="T4" fmla="*/ 10 w 19"/>
                  <a:gd name="T5" fmla="*/ 6 h 9"/>
                  <a:gd name="T6" fmla="*/ 11 w 19"/>
                  <a:gd name="T7" fmla="*/ 6 h 9"/>
                  <a:gd name="T8" fmla="*/ 13 w 19"/>
                  <a:gd name="T9" fmla="*/ 7 h 9"/>
                  <a:gd name="T10" fmla="*/ 17 w 19"/>
                  <a:gd name="T11" fmla="*/ 6 h 9"/>
                  <a:gd name="T12" fmla="*/ 19 w 19"/>
                  <a:gd name="T13" fmla="*/ 2 h 9"/>
                  <a:gd name="T14" fmla="*/ 15 w 19"/>
                  <a:gd name="T15" fmla="*/ 2 h 9"/>
                  <a:gd name="T16" fmla="*/ 11 w 19"/>
                  <a:gd name="T17" fmla="*/ 2 h 9"/>
                  <a:gd name="T18" fmla="*/ 11 w 19"/>
                  <a:gd name="T19" fmla="*/ 0 h 9"/>
                  <a:gd name="T20" fmla="*/ 10 w 19"/>
                  <a:gd name="T21" fmla="*/ 0 h 9"/>
                  <a:gd name="T22" fmla="*/ 8 w 19"/>
                  <a:gd name="T23" fmla="*/ 0 h 9"/>
                  <a:gd name="T24" fmla="*/ 4 w 19"/>
                  <a:gd name="T25" fmla="*/ 2 h 9"/>
                  <a:gd name="T26" fmla="*/ 0 w 19"/>
                  <a:gd name="T27" fmla="*/ 7 h 9"/>
                  <a:gd name="T28" fmla="*/ 4 w 19"/>
                  <a:gd name="T29" fmla="*/ 9 h 9"/>
                  <a:gd name="T30" fmla="*/ 8 w 19"/>
                  <a:gd name="T3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9">
                    <a:moveTo>
                      <a:pt x="8" y="6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7" y="6"/>
                    </a:lnTo>
                    <a:lnTo>
                      <a:pt x="19" y="2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0" name="Freeform 6188">
                <a:extLst>
                  <a:ext uri="{FF2B5EF4-FFF2-40B4-BE49-F238E27FC236}">
                    <a16:creationId xmlns:a16="http://schemas.microsoft.com/office/drawing/2014/main" id="{A835D372-6F0A-4B44-B1D1-ED7AC16883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8" y="2103"/>
                <a:ext cx="80" cy="90"/>
              </a:xfrm>
              <a:custGeom>
                <a:avLst/>
                <a:gdLst>
                  <a:gd name="T0" fmla="*/ 35 w 43"/>
                  <a:gd name="T1" fmla="*/ 10 h 48"/>
                  <a:gd name="T2" fmla="*/ 32 w 43"/>
                  <a:gd name="T3" fmla="*/ 13 h 48"/>
                  <a:gd name="T4" fmla="*/ 28 w 43"/>
                  <a:gd name="T5" fmla="*/ 15 h 48"/>
                  <a:gd name="T6" fmla="*/ 24 w 43"/>
                  <a:gd name="T7" fmla="*/ 13 h 48"/>
                  <a:gd name="T8" fmla="*/ 19 w 43"/>
                  <a:gd name="T9" fmla="*/ 11 h 48"/>
                  <a:gd name="T10" fmla="*/ 13 w 43"/>
                  <a:gd name="T11" fmla="*/ 5 h 48"/>
                  <a:gd name="T12" fmla="*/ 8 w 43"/>
                  <a:gd name="T13" fmla="*/ 1 h 48"/>
                  <a:gd name="T14" fmla="*/ 5 w 43"/>
                  <a:gd name="T15" fmla="*/ 1 h 48"/>
                  <a:gd name="T16" fmla="*/ 3 w 43"/>
                  <a:gd name="T17" fmla="*/ 2 h 48"/>
                  <a:gd name="T18" fmla="*/ 7 w 43"/>
                  <a:gd name="T19" fmla="*/ 9 h 48"/>
                  <a:gd name="T20" fmla="*/ 7 w 43"/>
                  <a:gd name="T21" fmla="*/ 14 h 48"/>
                  <a:gd name="T22" fmla="*/ 8 w 43"/>
                  <a:gd name="T23" fmla="*/ 18 h 48"/>
                  <a:gd name="T24" fmla="*/ 8 w 43"/>
                  <a:gd name="T25" fmla="*/ 23 h 48"/>
                  <a:gd name="T26" fmla="*/ 9 w 43"/>
                  <a:gd name="T27" fmla="*/ 24 h 48"/>
                  <a:gd name="T28" fmla="*/ 8 w 43"/>
                  <a:gd name="T29" fmla="*/ 26 h 48"/>
                  <a:gd name="T30" fmla="*/ 2 w 43"/>
                  <a:gd name="T31" fmla="*/ 25 h 48"/>
                  <a:gd name="T32" fmla="*/ 3 w 43"/>
                  <a:gd name="T33" fmla="*/ 28 h 48"/>
                  <a:gd name="T34" fmla="*/ 4 w 43"/>
                  <a:gd name="T35" fmla="*/ 29 h 48"/>
                  <a:gd name="T36" fmla="*/ 2 w 43"/>
                  <a:gd name="T37" fmla="*/ 31 h 48"/>
                  <a:gd name="T38" fmla="*/ 1 w 43"/>
                  <a:gd name="T39" fmla="*/ 35 h 48"/>
                  <a:gd name="T40" fmla="*/ 2 w 43"/>
                  <a:gd name="T41" fmla="*/ 38 h 48"/>
                  <a:gd name="T42" fmla="*/ 5 w 43"/>
                  <a:gd name="T43" fmla="*/ 42 h 48"/>
                  <a:gd name="T44" fmla="*/ 6 w 43"/>
                  <a:gd name="T45" fmla="*/ 47 h 48"/>
                  <a:gd name="T46" fmla="*/ 10 w 43"/>
                  <a:gd name="T47" fmla="*/ 44 h 48"/>
                  <a:gd name="T48" fmla="*/ 12 w 43"/>
                  <a:gd name="T49" fmla="*/ 43 h 48"/>
                  <a:gd name="T50" fmla="*/ 15 w 43"/>
                  <a:gd name="T51" fmla="*/ 41 h 48"/>
                  <a:gd name="T52" fmla="*/ 11 w 43"/>
                  <a:gd name="T53" fmla="*/ 39 h 48"/>
                  <a:gd name="T54" fmla="*/ 6 w 43"/>
                  <a:gd name="T55" fmla="*/ 36 h 48"/>
                  <a:gd name="T56" fmla="*/ 6 w 43"/>
                  <a:gd name="T57" fmla="*/ 34 h 48"/>
                  <a:gd name="T58" fmla="*/ 12 w 43"/>
                  <a:gd name="T59" fmla="*/ 33 h 48"/>
                  <a:gd name="T60" fmla="*/ 15 w 43"/>
                  <a:gd name="T61" fmla="*/ 33 h 48"/>
                  <a:gd name="T62" fmla="*/ 19 w 43"/>
                  <a:gd name="T63" fmla="*/ 34 h 48"/>
                  <a:gd name="T64" fmla="*/ 25 w 43"/>
                  <a:gd name="T65" fmla="*/ 38 h 48"/>
                  <a:gd name="T66" fmla="*/ 28 w 43"/>
                  <a:gd name="T67" fmla="*/ 37 h 48"/>
                  <a:gd name="T68" fmla="*/ 28 w 43"/>
                  <a:gd name="T69" fmla="*/ 32 h 48"/>
                  <a:gd name="T70" fmla="*/ 32 w 43"/>
                  <a:gd name="T71" fmla="*/ 27 h 48"/>
                  <a:gd name="T72" fmla="*/ 35 w 43"/>
                  <a:gd name="T73" fmla="*/ 26 h 48"/>
                  <a:gd name="T74" fmla="*/ 38 w 43"/>
                  <a:gd name="T75" fmla="*/ 26 h 48"/>
                  <a:gd name="T76" fmla="*/ 40 w 43"/>
                  <a:gd name="T77" fmla="*/ 23 h 48"/>
                  <a:gd name="T78" fmla="*/ 42 w 43"/>
                  <a:gd name="T79" fmla="*/ 21 h 48"/>
                  <a:gd name="T80" fmla="*/ 40 w 43"/>
                  <a:gd name="T81" fmla="*/ 20 h 48"/>
                  <a:gd name="T82" fmla="*/ 40 w 43"/>
                  <a:gd name="T83" fmla="*/ 13 h 48"/>
                  <a:gd name="T84" fmla="*/ 43 w 43"/>
                  <a:gd name="T85" fmla="*/ 8 h 48"/>
                  <a:gd name="T86" fmla="*/ 40 w 43"/>
                  <a:gd name="T87" fmla="*/ 8 h 48"/>
                  <a:gd name="T88" fmla="*/ 38 w 43"/>
                  <a:gd name="T89" fmla="*/ 10 h 48"/>
                  <a:gd name="T90" fmla="*/ 36 w 43"/>
                  <a:gd name="T91" fmla="*/ 15 h 48"/>
                  <a:gd name="T92" fmla="*/ 39 w 43"/>
                  <a:gd name="T93" fmla="*/ 20 h 48"/>
                  <a:gd name="T94" fmla="*/ 39 w 43"/>
                  <a:gd name="T95" fmla="*/ 21 h 48"/>
                  <a:gd name="T96" fmla="*/ 35 w 43"/>
                  <a:gd name="T97" fmla="*/ 17 h 48"/>
                  <a:gd name="T98" fmla="*/ 36 w 43"/>
                  <a:gd name="T99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" h="48">
                    <a:moveTo>
                      <a:pt x="36" y="13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9" y="16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lnTo>
                      <a:pt x="3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1" name="Freeform 6189">
                <a:extLst>
                  <a:ext uri="{FF2B5EF4-FFF2-40B4-BE49-F238E27FC236}">
                    <a16:creationId xmlns:a16="http://schemas.microsoft.com/office/drawing/2014/main" id="{444B6E93-99ED-4040-996C-BDFF5BBB4E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2170"/>
                <a:ext cx="6" cy="10"/>
              </a:xfrm>
              <a:custGeom>
                <a:avLst/>
                <a:gdLst>
                  <a:gd name="T0" fmla="*/ 0 w 6"/>
                  <a:gd name="T1" fmla="*/ 4 h 10"/>
                  <a:gd name="T2" fmla="*/ 0 w 6"/>
                  <a:gd name="T3" fmla="*/ 6 h 10"/>
                  <a:gd name="T4" fmla="*/ 2 w 6"/>
                  <a:gd name="T5" fmla="*/ 10 h 10"/>
                  <a:gd name="T6" fmla="*/ 6 w 6"/>
                  <a:gd name="T7" fmla="*/ 8 h 10"/>
                  <a:gd name="T8" fmla="*/ 6 w 6"/>
                  <a:gd name="T9" fmla="*/ 4 h 10"/>
                  <a:gd name="T10" fmla="*/ 6 w 6"/>
                  <a:gd name="T11" fmla="*/ 0 h 10"/>
                  <a:gd name="T12" fmla="*/ 2 w 6"/>
                  <a:gd name="T13" fmla="*/ 0 h 10"/>
                  <a:gd name="T14" fmla="*/ 0 w 6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lnTo>
                      <a:pt x="0" y="6"/>
                    </a:ln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2" name="Freeform 6190">
                <a:extLst>
                  <a:ext uri="{FF2B5EF4-FFF2-40B4-BE49-F238E27FC236}">
                    <a16:creationId xmlns:a16="http://schemas.microsoft.com/office/drawing/2014/main" id="{3E5B2B67-B42D-4FE3-A54C-36D87C31C0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03" y="2252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2 w 8"/>
                  <a:gd name="T3" fmla="*/ 4 h 15"/>
                  <a:gd name="T4" fmla="*/ 0 w 8"/>
                  <a:gd name="T5" fmla="*/ 8 h 15"/>
                  <a:gd name="T6" fmla="*/ 2 w 8"/>
                  <a:gd name="T7" fmla="*/ 12 h 15"/>
                  <a:gd name="T8" fmla="*/ 2 w 8"/>
                  <a:gd name="T9" fmla="*/ 12 h 15"/>
                  <a:gd name="T10" fmla="*/ 2 w 8"/>
                  <a:gd name="T11" fmla="*/ 15 h 15"/>
                  <a:gd name="T12" fmla="*/ 6 w 8"/>
                  <a:gd name="T13" fmla="*/ 13 h 15"/>
                  <a:gd name="T14" fmla="*/ 8 w 8"/>
                  <a:gd name="T15" fmla="*/ 12 h 15"/>
                  <a:gd name="T16" fmla="*/ 8 w 8"/>
                  <a:gd name="T17" fmla="*/ 8 h 15"/>
                  <a:gd name="T18" fmla="*/ 8 w 8"/>
                  <a:gd name="T19" fmla="*/ 6 h 15"/>
                  <a:gd name="T20" fmla="*/ 6 w 8"/>
                  <a:gd name="T21" fmla="*/ 6 h 15"/>
                  <a:gd name="T22" fmla="*/ 6 w 8"/>
                  <a:gd name="T23" fmla="*/ 4 h 15"/>
                  <a:gd name="T24" fmla="*/ 4 w 8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3" name="Freeform 6191">
                <a:extLst>
                  <a:ext uri="{FF2B5EF4-FFF2-40B4-BE49-F238E27FC236}">
                    <a16:creationId xmlns:a16="http://schemas.microsoft.com/office/drawing/2014/main" id="{B1A74771-2F2F-4D44-A017-0DE7B9C1A0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403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 h 8"/>
                  <a:gd name="T4" fmla="*/ 1 w 5"/>
                  <a:gd name="T5" fmla="*/ 8 h 8"/>
                  <a:gd name="T6" fmla="*/ 5 w 5"/>
                  <a:gd name="T7" fmla="*/ 8 h 8"/>
                  <a:gd name="T8" fmla="*/ 5 w 5"/>
                  <a:gd name="T9" fmla="*/ 6 h 8"/>
                  <a:gd name="T10" fmla="*/ 5 w 5"/>
                  <a:gd name="T11" fmla="*/ 4 h 8"/>
                  <a:gd name="T12" fmla="*/ 3 w 5"/>
                  <a:gd name="T13" fmla="*/ 0 h 8"/>
                  <a:gd name="T14" fmla="*/ 0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4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4" name="Freeform 6192">
                <a:extLst>
                  <a:ext uri="{FF2B5EF4-FFF2-40B4-BE49-F238E27FC236}">
                    <a16:creationId xmlns:a16="http://schemas.microsoft.com/office/drawing/2014/main" id="{E2648B79-6F27-4619-B627-DEE3C00FAF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4" y="2512"/>
                <a:ext cx="6" cy="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3 h 3"/>
                  <a:gd name="T4" fmla="*/ 4 w 6"/>
                  <a:gd name="T5" fmla="*/ 3 h 3"/>
                  <a:gd name="T6" fmla="*/ 6 w 6"/>
                  <a:gd name="T7" fmla="*/ 1 h 3"/>
                  <a:gd name="T8" fmla="*/ 6 w 6"/>
                  <a:gd name="T9" fmla="*/ 0 h 3"/>
                  <a:gd name="T10" fmla="*/ 2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5" name="Freeform 6193">
                <a:extLst>
                  <a:ext uri="{FF2B5EF4-FFF2-40B4-BE49-F238E27FC236}">
                    <a16:creationId xmlns:a16="http://schemas.microsoft.com/office/drawing/2014/main" id="{F1C5BF99-5704-4ADB-8194-BCFFF0F9F8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508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5 h 7"/>
                  <a:gd name="T4" fmla="*/ 4 w 5"/>
                  <a:gd name="T5" fmla="*/ 7 h 7"/>
                  <a:gd name="T6" fmla="*/ 5 w 5"/>
                  <a:gd name="T7" fmla="*/ 4 h 7"/>
                  <a:gd name="T8" fmla="*/ 2 w 5"/>
                  <a:gd name="T9" fmla="*/ 0 h 7"/>
                  <a:gd name="T10" fmla="*/ 0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lnTo>
                      <a:pt x="2" y="5"/>
                    </a:lnTo>
                    <a:lnTo>
                      <a:pt x="4" y="7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6" name="Freeform 6194">
                <a:extLst>
                  <a:ext uri="{FF2B5EF4-FFF2-40B4-BE49-F238E27FC236}">
                    <a16:creationId xmlns:a16="http://schemas.microsoft.com/office/drawing/2014/main" id="{C93D17F2-837C-4DA8-92F4-69C8ABD11D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2" y="2297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2 w 7"/>
                  <a:gd name="T7" fmla="*/ 2 h 8"/>
                  <a:gd name="T8" fmla="*/ 2 w 7"/>
                  <a:gd name="T9" fmla="*/ 2 h 8"/>
                  <a:gd name="T10" fmla="*/ 0 w 7"/>
                  <a:gd name="T11" fmla="*/ 6 h 8"/>
                  <a:gd name="T12" fmla="*/ 2 w 7"/>
                  <a:gd name="T13" fmla="*/ 8 h 8"/>
                  <a:gd name="T14" fmla="*/ 5 w 7"/>
                  <a:gd name="T15" fmla="*/ 6 h 8"/>
                  <a:gd name="T16" fmla="*/ 5 w 7"/>
                  <a:gd name="T17" fmla="*/ 6 h 8"/>
                  <a:gd name="T18" fmla="*/ 5 w 7"/>
                  <a:gd name="T19" fmla="*/ 6 h 8"/>
                  <a:gd name="T20" fmla="*/ 7 w 7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7" name="Freeform 6195">
                <a:extLst>
                  <a:ext uri="{FF2B5EF4-FFF2-40B4-BE49-F238E27FC236}">
                    <a16:creationId xmlns:a16="http://schemas.microsoft.com/office/drawing/2014/main" id="{993A6CA5-95ED-4129-ACB2-66FB99655B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465"/>
                <a:ext cx="9" cy="15"/>
              </a:xfrm>
              <a:custGeom>
                <a:avLst/>
                <a:gdLst>
                  <a:gd name="T0" fmla="*/ 0 w 9"/>
                  <a:gd name="T1" fmla="*/ 9 h 15"/>
                  <a:gd name="T2" fmla="*/ 0 w 9"/>
                  <a:gd name="T3" fmla="*/ 15 h 15"/>
                  <a:gd name="T4" fmla="*/ 3 w 9"/>
                  <a:gd name="T5" fmla="*/ 13 h 15"/>
                  <a:gd name="T6" fmla="*/ 3 w 9"/>
                  <a:gd name="T7" fmla="*/ 11 h 15"/>
                  <a:gd name="T8" fmla="*/ 7 w 9"/>
                  <a:gd name="T9" fmla="*/ 9 h 15"/>
                  <a:gd name="T10" fmla="*/ 7 w 9"/>
                  <a:gd name="T11" fmla="*/ 7 h 15"/>
                  <a:gd name="T12" fmla="*/ 9 w 9"/>
                  <a:gd name="T13" fmla="*/ 4 h 15"/>
                  <a:gd name="T14" fmla="*/ 7 w 9"/>
                  <a:gd name="T15" fmla="*/ 0 h 15"/>
                  <a:gd name="T16" fmla="*/ 3 w 9"/>
                  <a:gd name="T17" fmla="*/ 4 h 15"/>
                  <a:gd name="T18" fmla="*/ 2 w 9"/>
                  <a:gd name="T19" fmla="*/ 6 h 15"/>
                  <a:gd name="T20" fmla="*/ 2 w 9"/>
                  <a:gd name="T21" fmla="*/ 7 h 15"/>
                  <a:gd name="T22" fmla="*/ 2 w 9"/>
                  <a:gd name="T23" fmla="*/ 7 h 15"/>
                  <a:gd name="T24" fmla="*/ 0 w 9"/>
                  <a:gd name="T2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lnTo>
                      <a:pt x="0" y="15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8" name="Freeform 6196">
                <a:extLst>
                  <a:ext uri="{FF2B5EF4-FFF2-40B4-BE49-F238E27FC236}">
                    <a16:creationId xmlns:a16="http://schemas.microsoft.com/office/drawing/2014/main" id="{5AE20BC1-0EDC-4D3D-9D95-D03F031C52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3" y="25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2 h 8"/>
                  <a:gd name="T4" fmla="*/ 0 w 5"/>
                  <a:gd name="T5" fmla="*/ 0 h 8"/>
                  <a:gd name="T6" fmla="*/ 0 w 5"/>
                  <a:gd name="T7" fmla="*/ 6 h 8"/>
                  <a:gd name="T8" fmla="*/ 2 w 5"/>
                  <a:gd name="T9" fmla="*/ 8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9" name="Freeform 6197">
                <a:extLst>
                  <a:ext uri="{FF2B5EF4-FFF2-40B4-BE49-F238E27FC236}">
                    <a16:creationId xmlns:a16="http://schemas.microsoft.com/office/drawing/2014/main" id="{B9B98896-D0EA-4E2F-97C9-78402BA663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6" y="2396"/>
                <a:ext cx="4" cy="11"/>
              </a:xfrm>
              <a:custGeom>
                <a:avLst/>
                <a:gdLst>
                  <a:gd name="T0" fmla="*/ 4 w 4"/>
                  <a:gd name="T1" fmla="*/ 7 h 11"/>
                  <a:gd name="T2" fmla="*/ 4 w 4"/>
                  <a:gd name="T3" fmla="*/ 6 h 11"/>
                  <a:gd name="T4" fmla="*/ 4 w 4"/>
                  <a:gd name="T5" fmla="*/ 2 h 11"/>
                  <a:gd name="T6" fmla="*/ 0 w 4"/>
                  <a:gd name="T7" fmla="*/ 0 h 11"/>
                  <a:gd name="T8" fmla="*/ 0 w 4"/>
                  <a:gd name="T9" fmla="*/ 4 h 11"/>
                  <a:gd name="T10" fmla="*/ 0 w 4"/>
                  <a:gd name="T11" fmla="*/ 11 h 11"/>
                  <a:gd name="T12" fmla="*/ 4 w 4"/>
                  <a:gd name="T1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7"/>
                    </a:move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0" name="Freeform 6198">
                <a:extLst>
                  <a:ext uri="{FF2B5EF4-FFF2-40B4-BE49-F238E27FC236}">
                    <a16:creationId xmlns:a16="http://schemas.microsoft.com/office/drawing/2014/main" id="{057ABFE3-EE8D-4C63-8FB7-66F55DBA6A6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6" y="2450"/>
                <a:ext cx="5" cy="7"/>
              </a:xfrm>
              <a:custGeom>
                <a:avLst/>
                <a:gdLst>
                  <a:gd name="T0" fmla="*/ 0 w 5"/>
                  <a:gd name="T1" fmla="*/ 2 h 7"/>
                  <a:gd name="T2" fmla="*/ 0 w 5"/>
                  <a:gd name="T3" fmla="*/ 4 h 7"/>
                  <a:gd name="T4" fmla="*/ 2 w 5"/>
                  <a:gd name="T5" fmla="*/ 7 h 7"/>
                  <a:gd name="T6" fmla="*/ 5 w 5"/>
                  <a:gd name="T7" fmla="*/ 6 h 7"/>
                  <a:gd name="T8" fmla="*/ 3 w 5"/>
                  <a:gd name="T9" fmla="*/ 2 h 7"/>
                  <a:gd name="T10" fmla="*/ 2 w 5"/>
                  <a:gd name="T11" fmla="*/ 0 h 7"/>
                  <a:gd name="T12" fmla="*/ 0 w 5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2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1" name="Freeform 6199">
                <a:extLst>
                  <a:ext uri="{FF2B5EF4-FFF2-40B4-BE49-F238E27FC236}">
                    <a16:creationId xmlns:a16="http://schemas.microsoft.com/office/drawing/2014/main" id="{6ACE2EF7-FCEF-4578-8E34-037E9433B6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8" y="2437"/>
                <a:ext cx="13" cy="11"/>
              </a:xfrm>
              <a:custGeom>
                <a:avLst/>
                <a:gdLst>
                  <a:gd name="T0" fmla="*/ 5 w 13"/>
                  <a:gd name="T1" fmla="*/ 11 h 11"/>
                  <a:gd name="T2" fmla="*/ 7 w 13"/>
                  <a:gd name="T3" fmla="*/ 9 h 11"/>
                  <a:gd name="T4" fmla="*/ 7 w 13"/>
                  <a:gd name="T5" fmla="*/ 7 h 11"/>
                  <a:gd name="T6" fmla="*/ 9 w 13"/>
                  <a:gd name="T7" fmla="*/ 6 h 11"/>
                  <a:gd name="T8" fmla="*/ 13 w 13"/>
                  <a:gd name="T9" fmla="*/ 0 h 11"/>
                  <a:gd name="T10" fmla="*/ 7 w 13"/>
                  <a:gd name="T11" fmla="*/ 2 h 11"/>
                  <a:gd name="T12" fmla="*/ 7 w 13"/>
                  <a:gd name="T13" fmla="*/ 2 h 11"/>
                  <a:gd name="T14" fmla="*/ 5 w 13"/>
                  <a:gd name="T15" fmla="*/ 2 h 11"/>
                  <a:gd name="T16" fmla="*/ 3 w 13"/>
                  <a:gd name="T17" fmla="*/ 4 h 11"/>
                  <a:gd name="T18" fmla="*/ 1 w 13"/>
                  <a:gd name="T19" fmla="*/ 6 h 11"/>
                  <a:gd name="T20" fmla="*/ 0 w 13"/>
                  <a:gd name="T21" fmla="*/ 7 h 11"/>
                  <a:gd name="T22" fmla="*/ 1 w 13"/>
                  <a:gd name="T23" fmla="*/ 9 h 11"/>
                  <a:gd name="T24" fmla="*/ 3 w 13"/>
                  <a:gd name="T25" fmla="*/ 9 h 11"/>
                  <a:gd name="T26" fmla="*/ 5 w 13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5" y="11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2" name="Freeform 6200">
                <a:extLst>
                  <a:ext uri="{FF2B5EF4-FFF2-40B4-BE49-F238E27FC236}">
                    <a16:creationId xmlns:a16="http://schemas.microsoft.com/office/drawing/2014/main" id="{FF054F22-DD1F-47A4-8051-604B07B05AD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97" y="2187"/>
                <a:ext cx="156" cy="211"/>
              </a:xfrm>
              <a:custGeom>
                <a:avLst/>
                <a:gdLst>
                  <a:gd name="T0" fmla="*/ 9 w 156"/>
                  <a:gd name="T1" fmla="*/ 175 h 211"/>
                  <a:gd name="T2" fmla="*/ 13 w 156"/>
                  <a:gd name="T3" fmla="*/ 170 h 211"/>
                  <a:gd name="T4" fmla="*/ 19 w 156"/>
                  <a:gd name="T5" fmla="*/ 179 h 211"/>
                  <a:gd name="T6" fmla="*/ 19 w 156"/>
                  <a:gd name="T7" fmla="*/ 188 h 211"/>
                  <a:gd name="T8" fmla="*/ 26 w 156"/>
                  <a:gd name="T9" fmla="*/ 202 h 211"/>
                  <a:gd name="T10" fmla="*/ 35 w 156"/>
                  <a:gd name="T11" fmla="*/ 211 h 211"/>
                  <a:gd name="T12" fmla="*/ 43 w 156"/>
                  <a:gd name="T13" fmla="*/ 203 h 211"/>
                  <a:gd name="T14" fmla="*/ 49 w 156"/>
                  <a:gd name="T15" fmla="*/ 175 h 211"/>
                  <a:gd name="T16" fmla="*/ 41 w 156"/>
                  <a:gd name="T17" fmla="*/ 166 h 211"/>
                  <a:gd name="T18" fmla="*/ 34 w 156"/>
                  <a:gd name="T19" fmla="*/ 161 h 211"/>
                  <a:gd name="T20" fmla="*/ 47 w 156"/>
                  <a:gd name="T21" fmla="*/ 155 h 211"/>
                  <a:gd name="T22" fmla="*/ 50 w 156"/>
                  <a:gd name="T23" fmla="*/ 149 h 211"/>
                  <a:gd name="T24" fmla="*/ 67 w 156"/>
                  <a:gd name="T25" fmla="*/ 146 h 211"/>
                  <a:gd name="T26" fmla="*/ 58 w 156"/>
                  <a:gd name="T27" fmla="*/ 155 h 211"/>
                  <a:gd name="T28" fmla="*/ 50 w 156"/>
                  <a:gd name="T29" fmla="*/ 164 h 211"/>
                  <a:gd name="T30" fmla="*/ 58 w 156"/>
                  <a:gd name="T31" fmla="*/ 175 h 211"/>
                  <a:gd name="T32" fmla="*/ 62 w 156"/>
                  <a:gd name="T33" fmla="*/ 164 h 211"/>
                  <a:gd name="T34" fmla="*/ 76 w 156"/>
                  <a:gd name="T35" fmla="*/ 159 h 211"/>
                  <a:gd name="T36" fmla="*/ 73 w 156"/>
                  <a:gd name="T37" fmla="*/ 147 h 211"/>
                  <a:gd name="T38" fmla="*/ 80 w 156"/>
                  <a:gd name="T39" fmla="*/ 140 h 211"/>
                  <a:gd name="T40" fmla="*/ 76 w 156"/>
                  <a:gd name="T41" fmla="*/ 142 h 211"/>
                  <a:gd name="T42" fmla="*/ 82 w 156"/>
                  <a:gd name="T43" fmla="*/ 153 h 211"/>
                  <a:gd name="T44" fmla="*/ 99 w 156"/>
                  <a:gd name="T45" fmla="*/ 153 h 211"/>
                  <a:gd name="T46" fmla="*/ 108 w 156"/>
                  <a:gd name="T47" fmla="*/ 144 h 211"/>
                  <a:gd name="T48" fmla="*/ 102 w 156"/>
                  <a:gd name="T49" fmla="*/ 136 h 211"/>
                  <a:gd name="T50" fmla="*/ 106 w 156"/>
                  <a:gd name="T51" fmla="*/ 140 h 211"/>
                  <a:gd name="T52" fmla="*/ 125 w 156"/>
                  <a:gd name="T53" fmla="*/ 133 h 211"/>
                  <a:gd name="T54" fmla="*/ 132 w 156"/>
                  <a:gd name="T55" fmla="*/ 136 h 211"/>
                  <a:gd name="T56" fmla="*/ 140 w 156"/>
                  <a:gd name="T57" fmla="*/ 119 h 211"/>
                  <a:gd name="T58" fmla="*/ 142 w 156"/>
                  <a:gd name="T59" fmla="*/ 133 h 211"/>
                  <a:gd name="T60" fmla="*/ 153 w 156"/>
                  <a:gd name="T61" fmla="*/ 119 h 211"/>
                  <a:gd name="T62" fmla="*/ 151 w 156"/>
                  <a:gd name="T63" fmla="*/ 92 h 211"/>
                  <a:gd name="T64" fmla="*/ 149 w 156"/>
                  <a:gd name="T65" fmla="*/ 64 h 211"/>
                  <a:gd name="T66" fmla="*/ 151 w 156"/>
                  <a:gd name="T67" fmla="*/ 52 h 211"/>
                  <a:gd name="T68" fmla="*/ 151 w 156"/>
                  <a:gd name="T69" fmla="*/ 37 h 211"/>
                  <a:gd name="T70" fmla="*/ 136 w 156"/>
                  <a:gd name="T71" fmla="*/ 13 h 211"/>
                  <a:gd name="T72" fmla="*/ 129 w 156"/>
                  <a:gd name="T73" fmla="*/ 2 h 211"/>
                  <a:gd name="T74" fmla="*/ 119 w 156"/>
                  <a:gd name="T75" fmla="*/ 8 h 211"/>
                  <a:gd name="T76" fmla="*/ 114 w 156"/>
                  <a:gd name="T77" fmla="*/ 21 h 211"/>
                  <a:gd name="T78" fmla="*/ 116 w 156"/>
                  <a:gd name="T79" fmla="*/ 36 h 211"/>
                  <a:gd name="T80" fmla="*/ 119 w 156"/>
                  <a:gd name="T81" fmla="*/ 64 h 211"/>
                  <a:gd name="T82" fmla="*/ 114 w 156"/>
                  <a:gd name="T83" fmla="*/ 88 h 211"/>
                  <a:gd name="T84" fmla="*/ 95 w 156"/>
                  <a:gd name="T85" fmla="*/ 92 h 211"/>
                  <a:gd name="T86" fmla="*/ 91 w 156"/>
                  <a:gd name="T87" fmla="*/ 86 h 211"/>
                  <a:gd name="T88" fmla="*/ 86 w 156"/>
                  <a:gd name="T89" fmla="*/ 108 h 211"/>
                  <a:gd name="T90" fmla="*/ 86 w 156"/>
                  <a:gd name="T91" fmla="*/ 119 h 211"/>
                  <a:gd name="T92" fmla="*/ 78 w 156"/>
                  <a:gd name="T93" fmla="*/ 118 h 211"/>
                  <a:gd name="T94" fmla="*/ 54 w 156"/>
                  <a:gd name="T95" fmla="*/ 123 h 211"/>
                  <a:gd name="T96" fmla="*/ 35 w 156"/>
                  <a:gd name="T97" fmla="*/ 140 h 211"/>
                  <a:gd name="T98" fmla="*/ 26 w 156"/>
                  <a:gd name="T99" fmla="*/ 155 h 211"/>
                  <a:gd name="T100" fmla="*/ 17 w 156"/>
                  <a:gd name="T101" fmla="*/ 164 h 211"/>
                  <a:gd name="T102" fmla="*/ 4 w 156"/>
                  <a:gd name="T103" fmla="*/ 170 h 211"/>
                  <a:gd name="T104" fmla="*/ 0 w 156"/>
                  <a:gd name="T105" fmla="*/ 179 h 211"/>
                  <a:gd name="T106" fmla="*/ 32 w 156"/>
                  <a:gd name="T107" fmla="*/ 200 h 211"/>
                  <a:gd name="T108" fmla="*/ 125 w 156"/>
                  <a:gd name="T109" fmla="*/ 9 h 211"/>
                  <a:gd name="T110" fmla="*/ 123 w 156"/>
                  <a:gd name="T111" fmla="*/ 13 h 211"/>
                  <a:gd name="T112" fmla="*/ 21 w 156"/>
                  <a:gd name="T113" fmla="*/ 181 h 211"/>
                  <a:gd name="T114" fmla="*/ 24 w 156"/>
                  <a:gd name="T115" fmla="*/ 187 h 211"/>
                  <a:gd name="T116" fmla="*/ 24 w 156"/>
                  <a:gd name="T117" fmla="*/ 183 h 211"/>
                  <a:gd name="T118" fmla="*/ 24 w 156"/>
                  <a:gd name="T119" fmla="*/ 179 h 211"/>
                  <a:gd name="T120" fmla="*/ 21 w 156"/>
                  <a:gd name="T121" fmla="*/ 17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6" h="211">
                    <a:moveTo>
                      <a:pt x="0" y="179"/>
                    </a:moveTo>
                    <a:lnTo>
                      <a:pt x="0" y="183"/>
                    </a:lnTo>
                    <a:lnTo>
                      <a:pt x="4" y="183"/>
                    </a:lnTo>
                    <a:lnTo>
                      <a:pt x="6" y="181"/>
                    </a:lnTo>
                    <a:lnTo>
                      <a:pt x="4" y="177"/>
                    </a:lnTo>
                    <a:lnTo>
                      <a:pt x="4" y="177"/>
                    </a:lnTo>
                    <a:lnTo>
                      <a:pt x="9" y="175"/>
                    </a:lnTo>
                    <a:lnTo>
                      <a:pt x="8" y="175"/>
                    </a:lnTo>
                    <a:lnTo>
                      <a:pt x="9" y="172"/>
                    </a:lnTo>
                    <a:lnTo>
                      <a:pt x="9" y="174"/>
                    </a:lnTo>
                    <a:lnTo>
                      <a:pt x="11" y="172"/>
                    </a:lnTo>
                    <a:lnTo>
                      <a:pt x="11" y="170"/>
                    </a:lnTo>
                    <a:lnTo>
                      <a:pt x="13" y="170"/>
                    </a:lnTo>
                    <a:lnTo>
                      <a:pt x="13" y="170"/>
                    </a:lnTo>
                    <a:lnTo>
                      <a:pt x="11" y="174"/>
                    </a:lnTo>
                    <a:lnTo>
                      <a:pt x="13" y="177"/>
                    </a:lnTo>
                    <a:lnTo>
                      <a:pt x="15" y="177"/>
                    </a:lnTo>
                    <a:lnTo>
                      <a:pt x="15" y="179"/>
                    </a:lnTo>
                    <a:lnTo>
                      <a:pt x="11" y="183"/>
                    </a:lnTo>
                    <a:lnTo>
                      <a:pt x="17" y="181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7" y="181"/>
                    </a:lnTo>
                    <a:lnTo>
                      <a:pt x="17" y="185"/>
                    </a:lnTo>
                    <a:lnTo>
                      <a:pt x="19" y="187"/>
                    </a:lnTo>
                    <a:lnTo>
                      <a:pt x="19" y="187"/>
                    </a:lnTo>
                    <a:lnTo>
                      <a:pt x="19" y="188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4"/>
                    </a:lnTo>
                    <a:lnTo>
                      <a:pt x="24" y="198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4" y="203"/>
                    </a:lnTo>
                    <a:lnTo>
                      <a:pt x="28" y="207"/>
                    </a:lnTo>
                    <a:lnTo>
                      <a:pt x="30" y="207"/>
                    </a:lnTo>
                    <a:lnTo>
                      <a:pt x="32" y="209"/>
                    </a:lnTo>
                    <a:lnTo>
                      <a:pt x="34" y="207"/>
                    </a:lnTo>
                    <a:lnTo>
                      <a:pt x="34" y="207"/>
                    </a:lnTo>
                    <a:lnTo>
                      <a:pt x="35" y="211"/>
                    </a:lnTo>
                    <a:lnTo>
                      <a:pt x="39" y="209"/>
                    </a:lnTo>
                    <a:lnTo>
                      <a:pt x="43" y="203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41" y="202"/>
                    </a:lnTo>
                    <a:lnTo>
                      <a:pt x="43" y="203"/>
                    </a:lnTo>
                    <a:lnTo>
                      <a:pt x="45" y="198"/>
                    </a:lnTo>
                    <a:lnTo>
                      <a:pt x="45" y="194"/>
                    </a:lnTo>
                    <a:lnTo>
                      <a:pt x="43" y="192"/>
                    </a:lnTo>
                    <a:lnTo>
                      <a:pt x="45" y="185"/>
                    </a:lnTo>
                    <a:lnTo>
                      <a:pt x="43" y="181"/>
                    </a:lnTo>
                    <a:lnTo>
                      <a:pt x="45" y="179"/>
                    </a:lnTo>
                    <a:lnTo>
                      <a:pt x="49" y="175"/>
                    </a:lnTo>
                    <a:lnTo>
                      <a:pt x="47" y="172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1" y="166"/>
                    </a:lnTo>
                    <a:lnTo>
                      <a:pt x="41" y="166"/>
                    </a:lnTo>
                    <a:lnTo>
                      <a:pt x="43" y="164"/>
                    </a:lnTo>
                    <a:lnTo>
                      <a:pt x="41" y="161"/>
                    </a:lnTo>
                    <a:lnTo>
                      <a:pt x="39" y="159"/>
                    </a:lnTo>
                    <a:lnTo>
                      <a:pt x="35" y="159"/>
                    </a:lnTo>
                    <a:lnTo>
                      <a:pt x="35" y="161"/>
                    </a:lnTo>
                    <a:lnTo>
                      <a:pt x="34" y="161"/>
                    </a:lnTo>
                    <a:lnTo>
                      <a:pt x="34" y="161"/>
                    </a:lnTo>
                    <a:lnTo>
                      <a:pt x="32" y="159"/>
                    </a:lnTo>
                    <a:lnTo>
                      <a:pt x="32" y="157"/>
                    </a:lnTo>
                    <a:lnTo>
                      <a:pt x="35" y="155"/>
                    </a:lnTo>
                    <a:lnTo>
                      <a:pt x="37" y="155"/>
                    </a:lnTo>
                    <a:lnTo>
                      <a:pt x="41" y="157"/>
                    </a:lnTo>
                    <a:lnTo>
                      <a:pt x="45" y="157"/>
                    </a:lnTo>
                    <a:lnTo>
                      <a:pt x="47" y="155"/>
                    </a:lnTo>
                    <a:lnTo>
                      <a:pt x="47" y="153"/>
                    </a:lnTo>
                    <a:lnTo>
                      <a:pt x="47" y="151"/>
                    </a:lnTo>
                    <a:lnTo>
                      <a:pt x="45" y="149"/>
                    </a:lnTo>
                    <a:lnTo>
                      <a:pt x="47" y="147"/>
                    </a:lnTo>
                    <a:lnTo>
                      <a:pt x="47" y="147"/>
                    </a:lnTo>
                    <a:lnTo>
                      <a:pt x="49" y="149"/>
                    </a:lnTo>
                    <a:lnTo>
                      <a:pt x="50" y="149"/>
                    </a:lnTo>
                    <a:lnTo>
                      <a:pt x="52" y="149"/>
                    </a:lnTo>
                    <a:lnTo>
                      <a:pt x="58" y="147"/>
                    </a:lnTo>
                    <a:lnTo>
                      <a:pt x="62" y="146"/>
                    </a:lnTo>
                    <a:lnTo>
                      <a:pt x="63" y="146"/>
                    </a:lnTo>
                    <a:lnTo>
                      <a:pt x="65" y="147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6" y="151"/>
                    </a:lnTo>
                    <a:lnTo>
                      <a:pt x="54" y="151"/>
                    </a:lnTo>
                    <a:lnTo>
                      <a:pt x="49" y="155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7" y="164"/>
                    </a:lnTo>
                    <a:lnTo>
                      <a:pt x="50" y="164"/>
                    </a:lnTo>
                    <a:lnTo>
                      <a:pt x="50" y="166"/>
                    </a:lnTo>
                    <a:lnTo>
                      <a:pt x="50" y="166"/>
                    </a:lnTo>
                    <a:lnTo>
                      <a:pt x="50" y="170"/>
                    </a:lnTo>
                    <a:lnTo>
                      <a:pt x="52" y="174"/>
                    </a:lnTo>
                    <a:lnTo>
                      <a:pt x="56" y="174"/>
                    </a:lnTo>
                    <a:lnTo>
                      <a:pt x="56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0" y="175"/>
                    </a:lnTo>
                    <a:lnTo>
                      <a:pt x="63" y="174"/>
                    </a:lnTo>
                    <a:lnTo>
                      <a:pt x="62" y="172"/>
                    </a:lnTo>
                    <a:lnTo>
                      <a:pt x="60" y="170"/>
                    </a:lnTo>
                    <a:lnTo>
                      <a:pt x="62" y="168"/>
                    </a:lnTo>
                    <a:lnTo>
                      <a:pt x="62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7" y="161"/>
                    </a:lnTo>
                    <a:lnTo>
                      <a:pt x="71" y="164"/>
                    </a:lnTo>
                    <a:lnTo>
                      <a:pt x="73" y="166"/>
                    </a:lnTo>
                    <a:lnTo>
                      <a:pt x="76" y="164"/>
                    </a:lnTo>
                    <a:lnTo>
                      <a:pt x="76" y="159"/>
                    </a:lnTo>
                    <a:lnTo>
                      <a:pt x="80" y="157"/>
                    </a:lnTo>
                    <a:lnTo>
                      <a:pt x="80" y="153"/>
                    </a:lnTo>
                    <a:lnTo>
                      <a:pt x="80" y="153"/>
                    </a:lnTo>
                    <a:lnTo>
                      <a:pt x="78" y="151"/>
                    </a:lnTo>
                    <a:lnTo>
                      <a:pt x="75" y="147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75" y="146"/>
                    </a:lnTo>
                    <a:lnTo>
                      <a:pt x="75" y="144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5" y="140"/>
                    </a:lnTo>
                    <a:lnTo>
                      <a:pt x="76" y="138"/>
                    </a:lnTo>
                    <a:lnTo>
                      <a:pt x="80" y="140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4" y="140"/>
                    </a:lnTo>
                    <a:lnTo>
                      <a:pt x="82" y="144"/>
                    </a:lnTo>
                    <a:lnTo>
                      <a:pt x="80" y="140"/>
                    </a:lnTo>
                    <a:lnTo>
                      <a:pt x="78" y="140"/>
                    </a:lnTo>
                    <a:lnTo>
                      <a:pt x="76" y="142"/>
                    </a:lnTo>
                    <a:lnTo>
                      <a:pt x="76" y="146"/>
                    </a:lnTo>
                    <a:lnTo>
                      <a:pt x="78" y="149"/>
                    </a:lnTo>
                    <a:lnTo>
                      <a:pt x="80" y="149"/>
                    </a:lnTo>
                    <a:lnTo>
                      <a:pt x="82" y="147"/>
                    </a:lnTo>
                    <a:lnTo>
                      <a:pt x="82" y="147"/>
                    </a:lnTo>
                    <a:lnTo>
                      <a:pt x="82" y="151"/>
                    </a:lnTo>
                    <a:lnTo>
                      <a:pt x="82" y="153"/>
                    </a:lnTo>
                    <a:lnTo>
                      <a:pt x="82" y="157"/>
                    </a:lnTo>
                    <a:lnTo>
                      <a:pt x="86" y="157"/>
                    </a:lnTo>
                    <a:lnTo>
                      <a:pt x="89" y="161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9" y="157"/>
                    </a:lnTo>
                    <a:lnTo>
                      <a:pt x="99" y="153"/>
                    </a:lnTo>
                    <a:lnTo>
                      <a:pt x="101" y="153"/>
                    </a:lnTo>
                    <a:lnTo>
                      <a:pt x="101" y="151"/>
                    </a:lnTo>
                    <a:lnTo>
                      <a:pt x="101" y="149"/>
                    </a:lnTo>
                    <a:lnTo>
                      <a:pt x="102" y="147"/>
                    </a:lnTo>
                    <a:lnTo>
                      <a:pt x="102" y="147"/>
                    </a:lnTo>
                    <a:lnTo>
                      <a:pt x="106" y="147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0"/>
                    </a:lnTo>
                    <a:lnTo>
                      <a:pt x="101" y="138"/>
                    </a:lnTo>
                    <a:lnTo>
                      <a:pt x="101" y="136"/>
                    </a:lnTo>
                    <a:lnTo>
                      <a:pt x="101" y="134"/>
                    </a:lnTo>
                    <a:lnTo>
                      <a:pt x="101" y="134"/>
                    </a:lnTo>
                    <a:lnTo>
                      <a:pt x="102" y="136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6"/>
                    </a:lnTo>
                    <a:lnTo>
                      <a:pt x="108" y="136"/>
                    </a:lnTo>
                    <a:lnTo>
                      <a:pt x="106" y="140"/>
                    </a:lnTo>
                    <a:lnTo>
                      <a:pt x="108" y="140"/>
                    </a:lnTo>
                    <a:lnTo>
                      <a:pt x="112" y="140"/>
                    </a:lnTo>
                    <a:lnTo>
                      <a:pt x="116" y="138"/>
                    </a:lnTo>
                    <a:lnTo>
                      <a:pt x="121" y="138"/>
                    </a:lnTo>
                    <a:lnTo>
                      <a:pt x="129" y="138"/>
                    </a:lnTo>
                    <a:lnTo>
                      <a:pt x="125" y="136"/>
                    </a:lnTo>
                    <a:lnTo>
                      <a:pt x="125" y="133"/>
                    </a:lnTo>
                    <a:lnTo>
                      <a:pt x="125" y="131"/>
                    </a:lnTo>
                    <a:lnTo>
                      <a:pt x="127" y="131"/>
                    </a:lnTo>
                    <a:lnTo>
                      <a:pt x="129" y="131"/>
                    </a:lnTo>
                    <a:lnTo>
                      <a:pt x="129" y="133"/>
                    </a:lnTo>
                    <a:lnTo>
                      <a:pt x="129" y="134"/>
                    </a:lnTo>
                    <a:lnTo>
                      <a:pt x="129" y="138"/>
                    </a:lnTo>
                    <a:lnTo>
                      <a:pt x="132" y="136"/>
                    </a:lnTo>
                    <a:lnTo>
                      <a:pt x="136" y="133"/>
                    </a:lnTo>
                    <a:lnTo>
                      <a:pt x="134" y="129"/>
                    </a:lnTo>
                    <a:lnTo>
                      <a:pt x="134" y="127"/>
                    </a:lnTo>
                    <a:lnTo>
                      <a:pt x="138" y="125"/>
                    </a:lnTo>
                    <a:lnTo>
                      <a:pt x="140" y="123"/>
                    </a:lnTo>
                    <a:lnTo>
                      <a:pt x="142" y="121"/>
                    </a:lnTo>
                    <a:lnTo>
                      <a:pt x="140" y="119"/>
                    </a:lnTo>
                    <a:lnTo>
                      <a:pt x="140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9"/>
                    </a:lnTo>
                    <a:lnTo>
                      <a:pt x="140" y="12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7" y="131"/>
                    </a:lnTo>
                    <a:lnTo>
                      <a:pt x="147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5" y="121"/>
                    </a:lnTo>
                    <a:lnTo>
                      <a:pt x="153" y="119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5" y="112"/>
                    </a:lnTo>
                    <a:lnTo>
                      <a:pt x="151" y="108"/>
                    </a:lnTo>
                    <a:lnTo>
                      <a:pt x="149" y="106"/>
                    </a:lnTo>
                    <a:lnTo>
                      <a:pt x="149" y="99"/>
                    </a:lnTo>
                    <a:lnTo>
                      <a:pt x="151" y="92"/>
                    </a:lnTo>
                    <a:lnTo>
                      <a:pt x="151" y="86"/>
                    </a:lnTo>
                    <a:lnTo>
                      <a:pt x="147" y="77"/>
                    </a:lnTo>
                    <a:lnTo>
                      <a:pt x="145" y="73"/>
                    </a:lnTo>
                    <a:lnTo>
                      <a:pt x="143" y="69"/>
                    </a:lnTo>
                    <a:lnTo>
                      <a:pt x="145" y="65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7"/>
                    </a:lnTo>
                    <a:lnTo>
                      <a:pt x="153" y="64"/>
                    </a:lnTo>
                    <a:lnTo>
                      <a:pt x="153" y="58"/>
                    </a:lnTo>
                    <a:lnTo>
                      <a:pt x="151" y="58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2"/>
                    </a:lnTo>
                    <a:lnTo>
                      <a:pt x="151" y="51"/>
                    </a:lnTo>
                    <a:lnTo>
                      <a:pt x="151" y="49"/>
                    </a:lnTo>
                    <a:lnTo>
                      <a:pt x="153" y="47"/>
                    </a:lnTo>
                    <a:lnTo>
                      <a:pt x="151" y="45"/>
                    </a:lnTo>
                    <a:lnTo>
                      <a:pt x="151" y="43"/>
                    </a:lnTo>
                    <a:lnTo>
                      <a:pt x="151" y="41"/>
                    </a:lnTo>
                    <a:lnTo>
                      <a:pt x="151" y="37"/>
                    </a:lnTo>
                    <a:lnTo>
                      <a:pt x="149" y="34"/>
                    </a:lnTo>
                    <a:lnTo>
                      <a:pt x="147" y="28"/>
                    </a:lnTo>
                    <a:lnTo>
                      <a:pt x="145" y="28"/>
                    </a:lnTo>
                    <a:lnTo>
                      <a:pt x="143" y="28"/>
                    </a:lnTo>
                    <a:lnTo>
                      <a:pt x="143" y="23"/>
                    </a:lnTo>
                    <a:lnTo>
                      <a:pt x="142" y="19"/>
                    </a:lnTo>
                    <a:lnTo>
                      <a:pt x="136" y="13"/>
                    </a:lnTo>
                    <a:lnTo>
                      <a:pt x="134" y="11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4" y="0"/>
                    </a:lnTo>
                    <a:lnTo>
                      <a:pt x="130" y="2"/>
                    </a:lnTo>
                    <a:lnTo>
                      <a:pt x="129" y="2"/>
                    </a:lnTo>
                    <a:lnTo>
                      <a:pt x="129" y="2"/>
                    </a:lnTo>
                    <a:lnTo>
                      <a:pt x="127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3" y="4"/>
                    </a:lnTo>
                    <a:lnTo>
                      <a:pt x="123" y="8"/>
                    </a:lnTo>
                    <a:lnTo>
                      <a:pt x="121" y="6"/>
                    </a:lnTo>
                    <a:lnTo>
                      <a:pt x="119" y="8"/>
                    </a:lnTo>
                    <a:lnTo>
                      <a:pt x="117" y="6"/>
                    </a:lnTo>
                    <a:lnTo>
                      <a:pt x="116" y="9"/>
                    </a:lnTo>
                    <a:lnTo>
                      <a:pt x="117" y="13"/>
                    </a:lnTo>
                    <a:lnTo>
                      <a:pt x="117" y="15"/>
                    </a:lnTo>
                    <a:lnTo>
                      <a:pt x="116" y="17"/>
                    </a:lnTo>
                    <a:lnTo>
                      <a:pt x="114" y="19"/>
                    </a:lnTo>
                    <a:lnTo>
                      <a:pt x="114" y="21"/>
                    </a:lnTo>
                    <a:lnTo>
                      <a:pt x="117" y="24"/>
                    </a:lnTo>
                    <a:lnTo>
                      <a:pt x="119" y="26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6" y="36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21" y="39"/>
                    </a:lnTo>
                    <a:lnTo>
                      <a:pt x="123" y="45"/>
                    </a:lnTo>
                    <a:lnTo>
                      <a:pt x="123" y="49"/>
                    </a:lnTo>
                    <a:lnTo>
                      <a:pt x="123" y="54"/>
                    </a:lnTo>
                    <a:lnTo>
                      <a:pt x="119" y="64"/>
                    </a:lnTo>
                    <a:lnTo>
                      <a:pt x="121" y="67"/>
                    </a:lnTo>
                    <a:lnTo>
                      <a:pt x="119" y="71"/>
                    </a:lnTo>
                    <a:lnTo>
                      <a:pt x="116" y="73"/>
                    </a:lnTo>
                    <a:lnTo>
                      <a:pt x="116" y="78"/>
                    </a:lnTo>
                    <a:lnTo>
                      <a:pt x="116" y="82"/>
                    </a:lnTo>
                    <a:lnTo>
                      <a:pt x="114" y="84"/>
                    </a:lnTo>
                    <a:lnTo>
                      <a:pt x="114" y="88"/>
                    </a:lnTo>
                    <a:lnTo>
                      <a:pt x="110" y="90"/>
                    </a:lnTo>
                    <a:lnTo>
                      <a:pt x="104" y="93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7" y="95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9" y="84"/>
                    </a:lnTo>
                    <a:lnTo>
                      <a:pt x="99" y="82"/>
                    </a:lnTo>
                    <a:lnTo>
                      <a:pt x="93" y="84"/>
                    </a:lnTo>
                    <a:lnTo>
                      <a:pt x="91" y="86"/>
                    </a:lnTo>
                    <a:lnTo>
                      <a:pt x="88" y="86"/>
                    </a:lnTo>
                    <a:lnTo>
                      <a:pt x="88" y="90"/>
                    </a:lnTo>
                    <a:lnTo>
                      <a:pt x="89" y="93"/>
                    </a:lnTo>
                    <a:lnTo>
                      <a:pt x="89" y="99"/>
                    </a:lnTo>
                    <a:lnTo>
                      <a:pt x="89" y="103"/>
                    </a:lnTo>
                    <a:lnTo>
                      <a:pt x="86" y="106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4" y="114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4" y="118"/>
                    </a:lnTo>
                    <a:lnTo>
                      <a:pt x="86" y="119"/>
                    </a:lnTo>
                    <a:lnTo>
                      <a:pt x="86" y="119"/>
                    </a:lnTo>
                    <a:lnTo>
                      <a:pt x="82" y="119"/>
                    </a:lnTo>
                    <a:lnTo>
                      <a:pt x="84" y="121"/>
                    </a:lnTo>
                    <a:lnTo>
                      <a:pt x="84" y="121"/>
                    </a:lnTo>
                    <a:lnTo>
                      <a:pt x="82" y="119"/>
                    </a:lnTo>
                    <a:lnTo>
                      <a:pt x="80" y="121"/>
                    </a:lnTo>
                    <a:lnTo>
                      <a:pt x="80" y="119"/>
                    </a:lnTo>
                    <a:lnTo>
                      <a:pt x="78" y="118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3" y="119"/>
                    </a:lnTo>
                    <a:lnTo>
                      <a:pt x="62" y="123"/>
                    </a:lnTo>
                    <a:lnTo>
                      <a:pt x="58" y="123"/>
                    </a:lnTo>
                    <a:lnTo>
                      <a:pt x="54" y="125"/>
                    </a:lnTo>
                    <a:lnTo>
                      <a:pt x="54" y="123"/>
                    </a:lnTo>
                    <a:lnTo>
                      <a:pt x="50" y="123"/>
                    </a:lnTo>
                    <a:lnTo>
                      <a:pt x="45" y="129"/>
                    </a:lnTo>
                    <a:lnTo>
                      <a:pt x="43" y="131"/>
                    </a:lnTo>
                    <a:lnTo>
                      <a:pt x="41" y="133"/>
                    </a:lnTo>
                    <a:lnTo>
                      <a:pt x="41" y="134"/>
                    </a:lnTo>
                    <a:lnTo>
                      <a:pt x="37" y="138"/>
                    </a:lnTo>
                    <a:lnTo>
                      <a:pt x="35" y="140"/>
                    </a:lnTo>
                    <a:lnTo>
                      <a:pt x="32" y="142"/>
                    </a:lnTo>
                    <a:lnTo>
                      <a:pt x="32" y="144"/>
                    </a:lnTo>
                    <a:lnTo>
                      <a:pt x="30" y="146"/>
                    </a:lnTo>
                    <a:lnTo>
                      <a:pt x="26" y="146"/>
                    </a:lnTo>
                    <a:lnTo>
                      <a:pt x="24" y="149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8" y="155"/>
                    </a:lnTo>
                    <a:lnTo>
                      <a:pt x="26" y="157"/>
                    </a:lnTo>
                    <a:lnTo>
                      <a:pt x="24" y="157"/>
                    </a:lnTo>
                    <a:lnTo>
                      <a:pt x="22" y="159"/>
                    </a:lnTo>
                    <a:lnTo>
                      <a:pt x="21" y="161"/>
                    </a:lnTo>
                    <a:lnTo>
                      <a:pt x="19" y="162"/>
                    </a:lnTo>
                    <a:lnTo>
                      <a:pt x="17" y="164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9" y="168"/>
                    </a:lnTo>
                    <a:lnTo>
                      <a:pt x="8" y="168"/>
                    </a:lnTo>
                    <a:lnTo>
                      <a:pt x="6" y="168"/>
                    </a:lnTo>
                    <a:lnTo>
                      <a:pt x="6" y="172"/>
                    </a:lnTo>
                    <a:lnTo>
                      <a:pt x="4" y="170"/>
                    </a:lnTo>
                    <a:lnTo>
                      <a:pt x="6" y="172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5"/>
                    </a:lnTo>
                    <a:lnTo>
                      <a:pt x="0" y="175"/>
                    </a:lnTo>
                    <a:lnTo>
                      <a:pt x="0" y="179"/>
                    </a:lnTo>
                    <a:close/>
                    <a:moveTo>
                      <a:pt x="32" y="200"/>
                    </a:moveTo>
                    <a:lnTo>
                      <a:pt x="34" y="202"/>
                    </a:lnTo>
                    <a:lnTo>
                      <a:pt x="35" y="205"/>
                    </a:lnTo>
                    <a:lnTo>
                      <a:pt x="34" y="207"/>
                    </a:lnTo>
                    <a:lnTo>
                      <a:pt x="34" y="203"/>
                    </a:lnTo>
                    <a:lnTo>
                      <a:pt x="32" y="202"/>
                    </a:lnTo>
                    <a:lnTo>
                      <a:pt x="32" y="200"/>
                    </a:lnTo>
                    <a:close/>
                    <a:moveTo>
                      <a:pt x="127" y="9"/>
                    </a:moveTo>
                    <a:lnTo>
                      <a:pt x="129" y="8"/>
                    </a:lnTo>
                    <a:lnTo>
                      <a:pt x="129" y="8"/>
                    </a:lnTo>
                    <a:lnTo>
                      <a:pt x="129" y="9"/>
                    </a:lnTo>
                    <a:lnTo>
                      <a:pt x="129" y="11"/>
                    </a:lnTo>
                    <a:lnTo>
                      <a:pt x="127" y="9"/>
                    </a:lnTo>
                    <a:lnTo>
                      <a:pt x="125" y="9"/>
                    </a:lnTo>
                    <a:lnTo>
                      <a:pt x="127" y="9"/>
                    </a:lnTo>
                    <a:close/>
                    <a:moveTo>
                      <a:pt x="123" y="8"/>
                    </a:moveTo>
                    <a:lnTo>
                      <a:pt x="125" y="9"/>
                    </a:lnTo>
                    <a:lnTo>
                      <a:pt x="123" y="9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3" y="13"/>
                    </a:lnTo>
                    <a:lnTo>
                      <a:pt x="123" y="9"/>
                    </a:lnTo>
                    <a:lnTo>
                      <a:pt x="123" y="8"/>
                    </a:lnTo>
                    <a:close/>
                    <a:moveTo>
                      <a:pt x="67" y="146"/>
                    </a:moveTo>
                    <a:lnTo>
                      <a:pt x="69" y="144"/>
                    </a:lnTo>
                    <a:lnTo>
                      <a:pt x="67" y="146"/>
                    </a:lnTo>
                    <a:lnTo>
                      <a:pt x="67" y="146"/>
                    </a:lnTo>
                    <a:close/>
                    <a:moveTo>
                      <a:pt x="21" y="181"/>
                    </a:moveTo>
                    <a:lnTo>
                      <a:pt x="21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2" y="179"/>
                    </a:lnTo>
                    <a:lnTo>
                      <a:pt x="21" y="181"/>
                    </a:lnTo>
                    <a:close/>
                    <a:moveTo>
                      <a:pt x="24" y="187"/>
                    </a:moveTo>
                    <a:lnTo>
                      <a:pt x="24" y="187"/>
                    </a:lnTo>
                    <a:lnTo>
                      <a:pt x="24" y="187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7"/>
                    </a:lnTo>
                    <a:close/>
                    <a:moveTo>
                      <a:pt x="24" y="183"/>
                    </a:moveTo>
                    <a:lnTo>
                      <a:pt x="24" y="183"/>
                    </a:lnTo>
                    <a:lnTo>
                      <a:pt x="24" y="183"/>
                    </a:lnTo>
                    <a:lnTo>
                      <a:pt x="24" y="183"/>
                    </a:lnTo>
                    <a:close/>
                    <a:moveTo>
                      <a:pt x="21" y="172"/>
                    </a:moveTo>
                    <a:lnTo>
                      <a:pt x="21" y="172"/>
                    </a:lnTo>
                    <a:lnTo>
                      <a:pt x="24" y="175"/>
                    </a:lnTo>
                    <a:lnTo>
                      <a:pt x="24" y="177"/>
                    </a:lnTo>
                    <a:lnTo>
                      <a:pt x="24" y="179"/>
                    </a:lnTo>
                    <a:lnTo>
                      <a:pt x="24" y="181"/>
                    </a:lnTo>
                    <a:lnTo>
                      <a:pt x="22" y="179"/>
                    </a:lnTo>
                    <a:lnTo>
                      <a:pt x="24" y="179"/>
                    </a:lnTo>
                    <a:lnTo>
                      <a:pt x="24" y="175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2"/>
                    </a:lnTo>
                    <a:lnTo>
                      <a:pt x="21" y="17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3" name="Freeform 6201">
                <a:extLst>
                  <a:ext uri="{FF2B5EF4-FFF2-40B4-BE49-F238E27FC236}">
                    <a16:creationId xmlns:a16="http://schemas.microsoft.com/office/drawing/2014/main" id="{93E220CE-ACCA-4969-AB69-F4C02EEFA8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349"/>
                <a:ext cx="13" cy="10"/>
              </a:xfrm>
              <a:custGeom>
                <a:avLst/>
                <a:gdLst>
                  <a:gd name="T0" fmla="*/ 13 w 13"/>
                  <a:gd name="T1" fmla="*/ 4 h 10"/>
                  <a:gd name="T2" fmla="*/ 11 w 13"/>
                  <a:gd name="T3" fmla="*/ 2 h 10"/>
                  <a:gd name="T4" fmla="*/ 7 w 13"/>
                  <a:gd name="T5" fmla="*/ 0 h 10"/>
                  <a:gd name="T6" fmla="*/ 2 w 13"/>
                  <a:gd name="T7" fmla="*/ 4 h 10"/>
                  <a:gd name="T8" fmla="*/ 0 w 13"/>
                  <a:gd name="T9" fmla="*/ 6 h 10"/>
                  <a:gd name="T10" fmla="*/ 2 w 13"/>
                  <a:gd name="T11" fmla="*/ 10 h 10"/>
                  <a:gd name="T12" fmla="*/ 4 w 13"/>
                  <a:gd name="T13" fmla="*/ 10 h 10"/>
                  <a:gd name="T14" fmla="*/ 9 w 13"/>
                  <a:gd name="T15" fmla="*/ 10 h 10"/>
                  <a:gd name="T16" fmla="*/ 13 w 13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lnTo>
                      <a:pt x="11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9" y="10"/>
                    </a:lnTo>
                    <a:lnTo>
                      <a:pt x="1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4" name="Freeform 6202">
                <a:extLst>
                  <a:ext uri="{FF2B5EF4-FFF2-40B4-BE49-F238E27FC236}">
                    <a16:creationId xmlns:a16="http://schemas.microsoft.com/office/drawing/2014/main" id="{B470F294-AFD8-4006-82DD-FFA2E884D17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7" y="2329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4 w 8"/>
                  <a:gd name="T3" fmla="*/ 15 h 15"/>
                  <a:gd name="T4" fmla="*/ 6 w 8"/>
                  <a:gd name="T5" fmla="*/ 13 h 15"/>
                  <a:gd name="T6" fmla="*/ 6 w 8"/>
                  <a:gd name="T7" fmla="*/ 9 h 15"/>
                  <a:gd name="T8" fmla="*/ 4 w 8"/>
                  <a:gd name="T9" fmla="*/ 9 h 15"/>
                  <a:gd name="T10" fmla="*/ 6 w 8"/>
                  <a:gd name="T11" fmla="*/ 9 h 15"/>
                  <a:gd name="T12" fmla="*/ 8 w 8"/>
                  <a:gd name="T13" fmla="*/ 5 h 15"/>
                  <a:gd name="T14" fmla="*/ 6 w 8"/>
                  <a:gd name="T15" fmla="*/ 4 h 15"/>
                  <a:gd name="T16" fmla="*/ 6 w 8"/>
                  <a:gd name="T17" fmla="*/ 0 h 15"/>
                  <a:gd name="T18" fmla="*/ 2 w 8"/>
                  <a:gd name="T19" fmla="*/ 2 h 15"/>
                  <a:gd name="T20" fmla="*/ 2 w 8"/>
                  <a:gd name="T21" fmla="*/ 4 h 15"/>
                  <a:gd name="T22" fmla="*/ 2 w 8"/>
                  <a:gd name="T23" fmla="*/ 7 h 15"/>
                  <a:gd name="T24" fmla="*/ 2 w 8"/>
                  <a:gd name="T25" fmla="*/ 9 h 15"/>
                  <a:gd name="T26" fmla="*/ 0 w 8"/>
                  <a:gd name="T27" fmla="*/ 11 h 15"/>
                  <a:gd name="T28" fmla="*/ 0 w 8"/>
                  <a:gd name="T2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lnTo>
                      <a:pt x="4" y="15"/>
                    </a:lnTo>
                    <a:lnTo>
                      <a:pt x="6" y="13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5" name="Freeform 6203">
                <a:extLst>
                  <a:ext uri="{FF2B5EF4-FFF2-40B4-BE49-F238E27FC236}">
                    <a16:creationId xmlns:a16="http://schemas.microsoft.com/office/drawing/2014/main" id="{0C65AA32-3416-47FB-A240-59F4FEA2C2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27" y="3104"/>
                <a:ext cx="24" cy="19"/>
              </a:xfrm>
              <a:custGeom>
                <a:avLst/>
                <a:gdLst>
                  <a:gd name="T0" fmla="*/ 22 w 24"/>
                  <a:gd name="T1" fmla="*/ 8 h 19"/>
                  <a:gd name="T2" fmla="*/ 24 w 24"/>
                  <a:gd name="T3" fmla="*/ 4 h 19"/>
                  <a:gd name="T4" fmla="*/ 24 w 24"/>
                  <a:gd name="T5" fmla="*/ 0 h 19"/>
                  <a:gd name="T6" fmla="*/ 19 w 24"/>
                  <a:gd name="T7" fmla="*/ 6 h 19"/>
                  <a:gd name="T8" fmla="*/ 15 w 24"/>
                  <a:gd name="T9" fmla="*/ 6 h 19"/>
                  <a:gd name="T10" fmla="*/ 13 w 24"/>
                  <a:gd name="T11" fmla="*/ 10 h 19"/>
                  <a:gd name="T12" fmla="*/ 9 w 24"/>
                  <a:gd name="T13" fmla="*/ 8 h 19"/>
                  <a:gd name="T14" fmla="*/ 5 w 24"/>
                  <a:gd name="T15" fmla="*/ 10 h 19"/>
                  <a:gd name="T16" fmla="*/ 2 w 24"/>
                  <a:gd name="T17" fmla="*/ 10 h 19"/>
                  <a:gd name="T18" fmla="*/ 0 w 24"/>
                  <a:gd name="T19" fmla="*/ 15 h 19"/>
                  <a:gd name="T20" fmla="*/ 5 w 24"/>
                  <a:gd name="T21" fmla="*/ 19 h 19"/>
                  <a:gd name="T22" fmla="*/ 5 w 24"/>
                  <a:gd name="T23" fmla="*/ 17 h 19"/>
                  <a:gd name="T24" fmla="*/ 9 w 24"/>
                  <a:gd name="T25" fmla="*/ 17 h 19"/>
                  <a:gd name="T26" fmla="*/ 11 w 24"/>
                  <a:gd name="T27" fmla="*/ 15 h 19"/>
                  <a:gd name="T28" fmla="*/ 11 w 24"/>
                  <a:gd name="T29" fmla="*/ 15 h 19"/>
                  <a:gd name="T30" fmla="*/ 13 w 24"/>
                  <a:gd name="T31" fmla="*/ 17 h 19"/>
                  <a:gd name="T32" fmla="*/ 20 w 24"/>
                  <a:gd name="T33" fmla="*/ 17 h 19"/>
                  <a:gd name="T34" fmla="*/ 24 w 24"/>
                  <a:gd name="T35" fmla="*/ 13 h 19"/>
                  <a:gd name="T36" fmla="*/ 22 w 24"/>
                  <a:gd name="T37" fmla="*/ 10 h 19"/>
                  <a:gd name="T38" fmla="*/ 22 w 24"/>
                  <a:gd name="T3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19">
                    <a:moveTo>
                      <a:pt x="22" y="8"/>
                    </a:moveTo>
                    <a:lnTo>
                      <a:pt x="24" y="4"/>
                    </a:lnTo>
                    <a:lnTo>
                      <a:pt x="24" y="0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9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20" y="17"/>
                    </a:lnTo>
                    <a:lnTo>
                      <a:pt x="24" y="13"/>
                    </a:lnTo>
                    <a:lnTo>
                      <a:pt x="22" y="10"/>
                    </a:lnTo>
                    <a:lnTo>
                      <a:pt x="2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6" name="Freeform 6204">
                <a:extLst>
                  <a:ext uri="{FF2B5EF4-FFF2-40B4-BE49-F238E27FC236}">
                    <a16:creationId xmlns:a16="http://schemas.microsoft.com/office/drawing/2014/main" id="{442714AC-20BC-42F7-B60D-52AD998FCA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08" y="3125"/>
                <a:ext cx="23" cy="17"/>
              </a:xfrm>
              <a:custGeom>
                <a:avLst/>
                <a:gdLst>
                  <a:gd name="T0" fmla="*/ 15 w 23"/>
                  <a:gd name="T1" fmla="*/ 0 h 17"/>
                  <a:gd name="T2" fmla="*/ 8 w 23"/>
                  <a:gd name="T3" fmla="*/ 2 h 17"/>
                  <a:gd name="T4" fmla="*/ 2 w 23"/>
                  <a:gd name="T5" fmla="*/ 6 h 17"/>
                  <a:gd name="T6" fmla="*/ 2 w 23"/>
                  <a:gd name="T7" fmla="*/ 9 h 17"/>
                  <a:gd name="T8" fmla="*/ 0 w 23"/>
                  <a:gd name="T9" fmla="*/ 9 h 17"/>
                  <a:gd name="T10" fmla="*/ 0 w 23"/>
                  <a:gd name="T11" fmla="*/ 15 h 17"/>
                  <a:gd name="T12" fmla="*/ 4 w 23"/>
                  <a:gd name="T13" fmla="*/ 17 h 17"/>
                  <a:gd name="T14" fmla="*/ 11 w 23"/>
                  <a:gd name="T15" fmla="*/ 17 h 17"/>
                  <a:gd name="T16" fmla="*/ 13 w 23"/>
                  <a:gd name="T17" fmla="*/ 17 h 17"/>
                  <a:gd name="T18" fmla="*/ 17 w 23"/>
                  <a:gd name="T19" fmla="*/ 17 h 17"/>
                  <a:gd name="T20" fmla="*/ 23 w 23"/>
                  <a:gd name="T21" fmla="*/ 15 h 17"/>
                  <a:gd name="T22" fmla="*/ 21 w 23"/>
                  <a:gd name="T23" fmla="*/ 6 h 17"/>
                  <a:gd name="T24" fmla="*/ 15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15" y="0"/>
                    </a:moveTo>
                    <a:lnTo>
                      <a:pt x="8" y="2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4" y="17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3" y="15"/>
                    </a:lnTo>
                    <a:lnTo>
                      <a:pt x="21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7" name="Freeform 6205">
                <a:extLst>
                  <a:ext uri="{FF2B5EF4-FFF2-40B4-BE49-F238E27FC236}">
                    <a16:creationId xmlns:a16="http://schemas.microsoft.com/office/drawing/2014/main" id="{232DEE62-583B-4A2B-BE67-0C447F7F0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5" y="3155"/>
                <a:ext cx="3" cy="11"/>
              </a:xfrm>
              <a:custGeom>
                <a:avLst/>
                <a:gdLst>
                  <a:gd name="T0" fmla="*/ 0 w 3"/>
                  <a:gd name="T1" fmla="*/ 5 h 11"/>
                  <a:gd name="T2" fmla="*/ 2 w 3"/>
                  <a:gd name="T3" fmla="*/ 11 h 11"/>
                  <a:gd name="T4" fmla="*/ 3 w 3"/>
                  <a:gd name="T5" fmla="*/ 5 h 11"/>
                  <a:gd name="T6" fmla="*/ 0 w 3"/>
                  <a:gd name="T7" fmla="*/ 0 h 11"/>
                  <a:gd name="T8" fmla="*/ 0 w 3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1">
                    <a:moveTo>
                      <a:pt x="0" y="5"/>
                    </a:moveTo>
                    <a:lnTo>
                      <a:pt x="2" y="11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8" name="Freeform 6206">
                <a:extLst>
                  <a:ext uri="{FF2B5EF4-FFF2-40B4-BE49-F238E27FC236}">
                    <a16:creationId xmlns:a16="http://schemas.microsoft.com/office/drawing/2014/main" id="{68CBEA5B-65CC-430B-8C4C-0D5FEE92EE6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12"/>
                <a:ext cx="7" cy="7"/>
              </a:xfrm>
              <a:custGeom>
                <a:avLst/>
                <a:gdLst>
                  <a:gd name="T0" fmla="*/ 5 w 7"/>
                  <a:gd name="T1" fmla="*/ 4 h 7"/>
                  <a:gd name="T2" fmla="*/ 1 w 7"/>
                  <a:gd name="T3" fmla="*/ 0 h 7"/>
                  <a:gd name="T4" fmla="*/ 0 w 7"/>
                  <a:gd name="T5" fmla="*/ 5 h 7"/>
                  <a:gd name="T6" fmla="*/ 1 w 7"/>
                  <a:gd name="T7" fmla="*/ 7 h 7"/>
                  <a:gd name="T8" fmla="*/ 7 w 7"/>
                  <a:gd name="T9" fmla="*/ 5 h 7"/>
                  <a:gd name="T10" fmla="*/ 5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7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9" name="Freeform 6207">
                <a:extLst>
                  <a:ext uri="{FF2B5EF4-FFF2-40B4-BE49-F238E27FC236}">
                    <a16:creationId xmlns:a16="http://schemas.microsoft.com/office/drawing/2014/main" id="{944E7752-F173-4D36-9545-AE63C152A2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3" y="3078"/>
                <a:ext cx="13" cy="21"/>
              </a:xfrm>
              <a:custGeom>
                <a:avLst/>
                <a:gdLst>
                  <a:gd name="T0" fmla="*/ 1 w 7"/>
                  <a:gd name="T1" fmla="*/ 2 h 11"/>
                  <a:gd name="T2" fmla="*/ 1 w 7"/>
                  <a:gd name="T3" fmla="*/ 2 h 11"/>
                  <a:gd name="T4" fmla="*/ 0 w 7"/>
                  <a:gd name="T5" fmla="*/ 5 h 11"/>
                  <a:gd name="T6" fmla="*/ 1 w 7"/>
                  <a:gd name="T7" fmla="*/ 7 h 11"/>
                  <a:gd name="T8" fmla="*/ 1 w 7"/>
                  <a:gd name="T9" fmla="*/ 9 h 11"/>
                  <a:gd name="T10" fmla="*/ 2 w 7"/>
                  <a:gd name="T11" fmla="*/ 11 h 11"/>
                  <a:gd name="T12" fmla="*/ 4 w 7"/>
                  <a:gd name="T13" fmla="*/ 11 h 11"/>
                  <a:gd name="T14" fmla="*/ 4 w 7"/>
                  <a:gd name="T15" fmla="*/ 10 h 11"/>
                  <a:gd name="T16" fmla="*/ 5 w 7"/>
                  <a:gd name="T17" fmla="*/ 11 h 11"/>
                  <a:gd name="T18" fmla="*/ 7 w 7"/>
                  <a:gd name="T19" fmla="*/ 9 h 11"/>
                  <a:gd name="T20" fmla="*/ 7 w 7"/>
                  <a:gd name="T21" fmla="*/ 7 h 11"/>
                  <a:gd name="T22" fmla="*/ 6 w 7"/>
                  <a:gd name="T23" fmla="*/ 6 h 11"/>
                  <a:gd name="T24" fmla="*/ 6 w 7"/>
                  <a:gd name="T25" fmla="*/ 5 h 11"/>
                  <a:gd name="T26" fmla="*/ 5 w 7"/>
                  <a:gd name="T27" fmla="*/ 3 h 11"/>
                  <a:gd name="T28" fmla="*/ 4 w 7"/>
                  <a:gd name="T29" fmla="*/ 4 h 11"/>
                  <a:gd name="T30" fmla="*/ 4 w 7"/>
                  <a:gd name="T31" fmla="*/ 5 h 11"/>
                  <a:gd name="T32" fmla="*/ 4 w 7"/>
                  <a:gd name="T33" fmla="*/ 6 h 11"/>
                  <a:gd name="T34" fmla="*/ 3 w 7"/>
                  <a:gd name="T35" fmla="*/ 5 h 11"/>
                  <a:gd name="T36" fmla="*/ 3 w 7"/>
                  <a:gd name="T37" fmla="*/ 3 h 11"/>
                  <a:gd name="T38" fmla="*/ 3 w 7"/>
                  <a:gd name="T39" fmla="*/ 3 h 11"/>
                  <a:gd name="T40" fmla="*/ 2 w 7"/>
                  <a:gd name="T41" fmla="*/ 2 h 11"/>
                  <a:gd name="T42" fmla="*/ 3 w 7"/>
                  <a:gd name="T43" fmla="*/ 0 h 11"/>
                  <a:gd name="T44" fmla="*/ 1 w 7"/>
                  <a:gd name="T4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" h="11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0" name="Freeform 6208">
                <a:extLst>
                  <a:ext uri="{FF2B5EF4-FFF2-40B4-BE49-F238E27FC236}">
                    <a16:creationId xmlns:a16="http://schemas.microsoft.com/office/drawing/2014/main" id="{52BB72E8-8C67-4ED6-81CC-F86CC1F4F6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01"/>
                <a:ext cx="18" cy="15"/>
              </a:xfrm>
              <a:custGeom>
                <a:avLst/>
                <a:gdLst>
                  <a:gd name="T0" fmla="*/ 0 w 18"/>
                  <a:gd name="T1" fmla="*/ 2 h 15"/>
                  <a:gd name="T2" fmla="*/ 1 w 18"/>
                  <a:gd name="T3" fmla="*/ 5 h 15"/>
                  <a:gd name="T4" fmla="*/ 3 w 18"/>
                  <a:gd name="T5" fmla="*/ 5 h 15"/>
                  <a:gd name="T6" fmla="*/ 3 w 18"/>
                  <a:gd name="T7" fmla="*/ 5 h 15"/>
                  <a:gd name="T8" fmla="*/ 3 w 18"/>
                  <a:gd name="T9" fmla="*/ 7 h 15"/>
                  <a:gd name="T10" fmla="*/ 1 w 18"/>
                  <a:gd name="T11" fmla="*/ 11 h 15"/>
                  <a:gd name="T12" fmla="*/ 3 w 18"/>
                  <a:gd name="T13" fmla="*/ 15 h 15"/>
                  <a:gd name="T14" fmla="*/ 7 w 18"/>
                  <a:gd name="T15" fmla="*/ 13 h 15"/>
                  <a:gd name="T16" fmla="*/ 13 w 18"/>
                  <a:gd name="T17" fmla="*/ 11 h 15"/>
                  <a:gd name="T18" fmla="*/ 11 w 18"/>
                  <a:gd name="T19" fmla="*/ 11 h 15"/>
                  <a:gd name="T20" fmla="*/ 13 w 18"/>
                  <a:gd name="T21" fmla="*/ 11 h 15"/>
                  <a:gd name="T22" fmla="*/ 14 w 18"/>
                  <a:gd name="T23" fmla="*/ 11 h 15"/>
                  <a:gd name="T24" fmla="*/ 16 w 18"/>
                  <a:gd name="T25" fmla="*/ 11 h 15"/>
                  <a:gd name="T26" fmla="*/ 18 w 18"/>
                  <a:gd name="T27" fmla="*/ 11 h 15"/>
                  <a:gd name="T28" fmla="*/ 18 w 18"/>
                  <a:gd name="T29" fmla="*/ 7 h 15"/>
                  <a:gd name="T30" fmla="*/ 16 w 18"/>
                  <a:gd name="T31" fmla="*/ 5 h 15"/>
                  <a:gd name="T32" fmla="*/ 16 w 18"/>
                  <a:gd name="T33" fmla="*/ 3 h 15"/>
                  <a:gd name="T34" fmla="*/ 11 w 18"/>
                  <a:gd name="T35" fmla="*/ 7 h 15"/>
                  <a:gd name="T36" fmla="*/ 11 w 18"/>
                  <a:gd name="T37" fmla="*/ 9 h 15"/>
                  <a:gd name="T38" fmla="*/ 9 w 18"/>
                  <a:gd name="T39" fmla="*/ 9 h 15"/>
                  <a:gd name="T40" fmla="*/ 7 w 18"/>
                  <a:gd name="T41" fmla="*/ 5 h 15"/>
                  <a:gd name="T42" fmla="*/ 7 w 18"/>
                  <a:gd name="T43" fmla="*/ 2 h 15"/>
                  <a:gd name="T44" fmla="*/ 5 w 18"/>
                  <a:gd name="T45" fmla="*/ 0 h 15"/>
                  <a:gd name="T46" fmla="*/ 1 w 18"/>
                  <a:gd name="T47" fmla="*/ 0 h 15"/>
                  <a:gd name="T48" fmla="*/ 0 w 18"/>
                  <a:gd name="T4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1" name="Freeform 6209">
                <a:extLst>
                  <a:ext uri="{FF2B5EF4-FFF2-40B4-BE49-F238E27FC236}">
                    <a16:creationId xmlns:a16="http://schemas.microsoft.com/office/drawing/2014/main" id="{79329FC3-E51B-4FC1-A5A7-7A9F2DB5F9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1" y="314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3 h 11"/>
                  <a:gd name="T4" fmla="*/ 2 w 6"/>
                  <a:gd name="T5" fmla="*/ 0 h 11"/>
                  <a:gd name="T6" fmla="*/ 0 w 6"/>
                  <a:gd name="T7" fmla="*/ 1 h 11"/>
                  <a:gd name="T8" fmla="*/ 0 w 6"/>
                  <a:gd name="T9" fmla="*/ 5 h 11"/>
                  <a:gd name="T10" fmla="*/ 6 w 6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2" name="Freeform 6210">
                <a:extLst>
                  <a:ext uri="{FF2B5EF4-FFF2-40B4-BE49-F238E27FC236}">
                    <a16:creationId xmlns:a16="http://schemas.microsoft.com/office/drawing/2014/main" id="{7258EB31-E2E6-4DC8-9DB2-B5BC8A4F74A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25"/>
                <a:ext cx="5" cy="9"/>
              </a:xfrm>
              <a:custGeom>
                <a:avLst/>
                <a:gdLst>
                  <a:gd name="T0" fmla="*/ 0 w 5"/>
                  <a:gd name="T1" fmla="*/ 6 h 9"/>
                  <a:gd name="T2" fmla="*/ 1 w 5"/>
                  <a:gd name="T3" fmla="*/ 9 h 9"/>
                  <a:gd name="T4" fmla="*/ 5 w 5"/>
                  <a:gd name="T5" fmla="*/ 7 h 9"/>
                  <a:gd name="T6" fmla="*/ 5 w 5"/>
                  <a:gd name="T7" fmla="*/ 4 h 9"/>
                  <a:gd name="T8" fmla="*/ 3 w 5"/>
                  <a:gd name="T9" fmla="*/ 0 h 9"/>
                  <a:gd name="T10" fmla="*/ 0 w 5"/>
                  <a:gd name="T11" fmla="*/ 4 h 9"/>
                  <a:gd name="T12" fmla="*/ 0 w 5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0" y="6"/>
                    </a:moveTo>
                    <a:lnTo>
                      <a:pt x="1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3" name="Freeform 6211">
                <a:extLst>
                  <a:ext uri="{FF2B5EF4-FFF2-40B4-BE49-F238E27FC236}">
                    <a16:creationId xmlns:a16="http://schemas.microsoft.com/office/drawing/2014/main" id="{5A31F5BD-305D-4AE2-A6ED-4AD49E8D03A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8" y="3086"/>
                <a:ext cx="13" cy="18"/>
              </a:xfrm>
              <a:custGeom>
                <a:avLst/>
                <a:gdLst>
                  <a:gd name="T0" fmla="*/ 3 w 7"/>
                  <a:gd name="T1" fmla="*/ 5 h 10"/>
                  <a:gd name="T2" fmla="*/ 4 w 7"/>
                  <a:gd name="T3" fmla="*/ 6 h 10"/>
                  <a:gd name="T4" fmla="*/ 4 w 7"/>
                  <a:gd name="T5" fmla="*/ 7 h 10"/>
                  <a:gd name="T6" fmla="*/ 4 w 7"/>
                  <a:gd name="T7" fmla="*/ 6 h 10"/>
                  <a:gd name="T8" fmla="*/ 4 w 7"/>
                  <a:gd name="T9" fmla="*/ 7 h 10"/>
                  <a:gd name="T10" fmla="*/ 4 w 7"/>
                  <a:gd name="T11" fmla="*/ 7 h 10"/>
                  <a:gd name="T12" fmla="*/ 5 w 7"/>
                  <a:gd name="T13" fmla="*/ 9 h 10"/>
                  <a:gd name="T14" fmla="*/ 6 w 7"/>
                  <a:gd name="T15" fmla="*/ 10 h 10"/>
                  <a:gd name="T16" fmla="*/ 6 w 7"/>
                  <a:gd name="T17" fmla="*/ 6 h 10"/>
                  <a:gd name="T18" fmla="*/ 6 w 7"/>
                  <a:gd name="T19" fmla="*/ 5 h 10"/>
                  <a:gd name="T20" fmla="*/ 5 w 7"/>
                  <a:gd name="T21" fmla="*/ 5 h 10"/>
                  <a:gd name="T22" fmla="*/ 5 w 7"/>
                  <a:gd name="T23" fmla="*/ 5 h 10"/>
                  <a:gd name="T24" fmla="*/ 7 w 7"/>
                  <a:gd name="T25" fmla="*/ 2 h 10"/>
                  <a:gd name="T26" fmla="*/ 6 w 7"/>
                  <a:gd name="T27" fmla="*/ 0 h 10"/>
                  <a:gd name="T28" fmla="*/ 5 w 7"/>
                  <a:gd name="T29" fmla="*/ 0 h 10"/>
                  <a:gd name="T30" fmla="*/ 5 w 7"/>
                  <a:gd name="T31" fmla="*/ 2 h 10"/>
                  <a:gd name="T32" fmla="*/ 2 w 7"/>
                  <a:gd name="T33" fmla="*/ 3 h 10"/>
                  <a:gd name="T34" fmla="*/ 2 w 7"/>
                  <a:gd name="T35" fmla="*/ 3 h 10"/>
                  <a:gd name="T36" fmla="*/ 2 w 7"/>
                  <a:gd name="T37" fmla="*/ 3 h 10"/>
                  <a:gd name="T38" fmla="*/ 2 w 7"/>
                  <a:gd name="T39" fmla="*/ 3 h 10"/>
                  <a:gd name="T40" fmla="*/ 2 w 7"/>
                  <a:gd name="T41" fmla="*/ 3 h 10"/>
                  <a:gd name="T42" fmla="*/ 1 w 7"/>
                  <a:gd name="T43" fmla="*/ 4 h 10"/>
                  <a:gd name="T44" fmla="*/ 0 w 7"/>
                  <a:gd name="T45" fmla="*/ 5 h 10"/>
                  <a:gd name="T46" fmla="*/ 3 w 7"/>
                  <a:gd name="T47" fmla="*/ 5 h 10"/>
                  <a:gd name="T48" fmla="*/ 4 w 7"/>
                  <a:gd name="T49" fmla="*/ 4 h 10"/>
                  <a:gd name="T50" fmla="*/ 5 w 7"/>
                  <a:gd name="T51" fmla="*/ 3 h 10"/>
                  <a:gd name="T52" fmla="*/ 4 w 7"/>
                  <a:gd name="T53" fmla="*/ 5 h 10"/>
                  <a:gd name="T54" fmla="*/ 4 w 7"/>
                  <a:gd name="T5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4" y="4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4" name="Freeform 6212">
                <a:extLst>
                  <a:ext uri="{FF2B5EF4-FFF2-40B4-BE49-F238E27FC236}">
                    <a16:creationId xmlns:a16="http://schemas.microsoft.com/office/drawing/2014/main" id="{D894E253-0688-4410-9DF2-F29E46D4B4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7" y="2938"/>
                <a:ext cx="44" cy="36"/>
              </a:xfrm>
              <a:custGeom>
                <a:avLst/>
                <a:gdLst>
                  <a:gd name="T0" fmla="*/ 24 w 44"/>
                  <a:gd name="T1" fmla="*/ 25 h 36"/>
                  <a:gd name="T2" fmla="*/ 24 w 44"/>
                  <a:gd name="T3" fmla="*/ 25 h 36"/>
                  <a:gd name="T4" fmla="*/ 28 w 44"/>
                  <a:gd name="T5" fmla="*/ 23 h 36"/>
                  <a:gd name="T6" fmla="*/ 26 w 44"/>
                  <a:gd name="T7" fmla="*/ 25 h 36"/>
                  <a:gd name="T8" fmla="*/ 29 w 44"/>
                  <a:gd name="T9" fmla="*/ 28 h 36"/>
                  <a:gd name="T10" fmla="*/ 33 w 44"/>
                  <a:gd name="T11" fmla="*/ 32 h 36"/>
                  <a:gd name="T12" fmla="*/ 37 w 44"/>
                  <a:gd name="T13" fmla="*/ 34 h 36"/>
                  <a:gd name="T14" fmla="*/ 41 w 44"/>
                  <a:gd name="T15" fmla="*/ 36 h 36"/>
                  <a:gd name="T16" fmla="*/ 44 w 44"/>
                  <a:gd name="T17" fmla="*/ 36 h 36"/>
                  <a:gd name="T18" fmla="*/ 44 w 44"/>
                  <a:gd name="T19" fmla="*/ 32 h 36"/>
                  <a:gd name="T20" fmla="*/ 41 w 44"/>
                  <a:gd name="T21" fmla="*/ 30 h 36"/>
                  <a:gd name="T22" fmla="*/ 39 w 44"/>
                  <a:gd name="T23" fmla="*/ 28 h 36"/>
                  <a:gd name="T24" fmla="*/ 39 w 44"/>
                  <a:gd name="T25" fmla="*/ 27 h 36"/>
                  <a:gd name="T26" fmla="*/ 37 w 44"/>
                  <a:gd name="T27" fmla="*/ 25 h 36"/>
                  <a:gd name="T28" fmla="*/ 31 w 44"/>
                  <a:gd name="T29" fmla="*/ 25 h 36"/>
                  <a:gd name="T30" fmla="*/ 31 w 44"/>
                  <a:gd name="T31" fmla="*/ 23 h 36"/>
                  <a:gd name="T32" fmla="*/ 29 w 44"/>
                  <a:gd name="T33" fmla="*/ 21 h 36"/>
                  <a:gd name="T34" fmla="*/ 29 w 44"/>
                  <a:gd name="T35" fmla="*/ 21 h 36"/>
                  <a:gd name="T36" fmla="*/ 31 w 44"/>
                  <a:gd name="T37" fmla="*/ 15 h 36"/>
                  <a:gd name="T38" fmla="*/ 22 w 44"/>
                  <a:gd name="T39" fmla="*/ 25 h 36"/>
                  <a:gd name="T40" fmla="*/ 22 w 44"/>
                  <a:gd name="T41" fmla="*/ 21 h 36"/>
                  <a:gd name="T42" fmla="*/ 18 w 44"/>
                  <a:gd name="T43" fmla="*/ 17 h 36"/>
                  <a:gd name="T44" fmla="*/ 15 w 44"/>
                  <a:gd name="T45" fmla="*/ 14 h 36"/>
                  <a:gd name="T46" fmla="*/ 11 w 44"/>
                  <a:gd name="T47" fmla="*/ 12 h 36"/>
                  <a:gd name="T48" fmla="*/ 11 w 44"/>
                  <a:gd name="T49" fmla="*/ 10 h 36"/>
                  <a:gd name="T50" fmla="*/ 9 w 44"/>
                  <a:gd name="T51" fmla="*/ 6 h 36"/>
                  <a:gd name="T52" fmla="*/ 3 w 44"/>
                  <a:gd name="T53" fmla="*/ 6 h 36"/>
                  <a:gd name="T54" fmla="*/ 5 w 44"/>
                  <a:gd name="T55" fmla="*/ 4 h 36"/>
                  <a:gd name="T56" fmla="*/ 5 w 44"/>
                  <a:gd name="T57" fmla="*/ 0 h 36"/>
                  <a:gd name="T58" fmla="*/ 2 w 44"/>
                  <a:gd name="T59" fmla="*/ 0 h 36"/>
                  <a:gd name="T60" fmla="*/ 0 w 44"/>
                  <a:gd name="T61" fmla="*/ 2 h 36"/>
                  <a:gd name="T62" fmla="*/ 2 w 44"/>
                  <a:gd name="T63" fmla="*/ 4 h 36"/>
                  <a:gd name="T64" fmla="*/ 2 w 44"/>
                  <a:gd name="T65" fmla="*/ 10 h 36"/>
                  <a:gd name="T66" fmla="*/ 3 w 44"/>
                  <a:gd name="T67" fmla="*/ 6 h 36"/>
                  <a:gd name="T68" fmla="*/ 3 w 44"/>
                  <a:gd name="T69" fmla="*/ 10 h 36"/>
                  <a:gd name="T70" fmla="*/ 3 w 44"/>
                  <a:gd name="T71" fmla="*/ 12 h 36"/>
                  <a:gd name="T72" fmla="*/ 3 w 44"/>
                  <a:gd name="T73" fmla="*/ 17 h 36"/>
                  <a:gd name="T74" fmla="*/ 7 w 44"/>
                  <a:gd name="T75" fmla="*/ 19 h 36"/>
                  <a:gd name="T76" fmla="*/ 9 w 44"/>
                  <a:gd name="T77" fmla="*/ 23 h 36"/>
                  <a:gd name="T78" fmla="*/ 7 w 44"/>
                  <a:gd name="T79" fmla="*/ 25 h 36"/>
                  <a:gd name="T80" fmla="*/ 11 w 44"/>
                  <a:gd name="T81" fmla="*/ 27 h 36"/>
                  <a:gd name="T82" fmla="*/ 13 w 44"/>
                  <a:gd name="T83" fmla="*/ 27 h 36"/>
                  <a:gd name="T84" fmla="*/ 15 w 44"/>
                  <a:gd name="T85" fmla="*/ 28 h 36"/>
                  <a:gd name="T86" fmla="*/ 18 w 44"/>
                  <a:gd name="T87" fmla="*/ 28 h 36"/>
                  <a:gd name="T88" fmla="*/ 20 w 44"/>
                  <a:gd name="T89" fmla="*/ 27 h 36"/>
                  <a:gd name="T90" fmla="*/ 20 w 44"/>
                  <a:gd name="T91" fmla="*/ 27 h 36"/>
                  <a:gd name="T92" fmla="*/ 26 w 44"/>
                  <a:gd name="T93" fmla="*/ 30 h 36"/>
                  <a:gd name="T94" fmla="*/ 24 w 44"/>
                  <a:gd name="T95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4" h="36">
                    <a:moveTo>
                      <a:pt x="24" y="25"/>
                    </a:moveTo>
                    <a:lnTo>
                      <a:pt x="24" y="25"/>
                    </a:lnTo>
                    <a:lnTo>
                      <a:pt x="28" y="23"/>
                    </a:lnTo>
                    <a:lnTo>
                      <a:pt x="26" y="25"/>
                    </a:lnTo>
                    <a:lnTo>
                      <a:pt x="29" y="28"/>
                    </a:lnTo>
                    <a:lnTo>
                      <a:pt x="33" y="32"/>
                    </a:lnTo>
                    <a:lnTo>
                      <a:pt x="37" y="34"/>
                    </a:lnTo>
                    <a:lnTo>
                      <a:pt x="41" y="36"/>
                    </a:lnTo>
                    <a:lnTo>
                      <a:pt x="44" y="36"/>
                    </a:lnTo>
                    <a:lnTo>
                      <a:pt x="44" y="32"/>
                    </a:lnTo>
                    <a:lnTo>
                      <a:pt x="41" y="30"/>
                    </a:lnTo>
                    <a:lnTo>
                      <a:pt x="39" y="28"/>
                    </a:lnTo>
                    <a:lnTo>
                      <a:pt x="39" y="27"/>
                    </a:lnTo>
                    <a:lnTo>
                      <a:pt x="37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1" y="15"/>
                    </a:lnTo>
                    <a:lnTo>
                      <a:pt x="22" y="25"/>
                    </a:lnTo>
                    <a:lnTo>
                      <a:pt x="22" y="21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7" y="19"/>
                    </a:lnTo>
                    <a:lnTo>
                      <a:pt x="9" y="23"/>
                    </a:lnTo>
                    <a:lnTo>
                      <a:pt x="7" y="25"/>
                    </a:lnTo>
                    <a:lnTo>
                      <a:pt x="11" y="27"/>
                    </a:lnTo>
                    <a:lnTo>
                      <a:pt x="13" y="27"/>
                    </a:lnTo>
                    <a:lnTo>
                      <a:pt x="15" y="28"/>
                    </a:lnTo>
                    <a:lnTo>
                      <a:pt x="18" y="28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6" y="30"/>
                    </a:lnTo>
                    <a:lnTo>
                      <a:pt x="24" y="2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5" name="Freeform 6213">
                <a:extLst>
                  <a:ext uri="{FF2B5EF4-FFF2-40B4-BE49-F238E27FC236}">
                    <a16:creationId xmlns:a16="http://schemas.microsoft.com/office/drawing/2014/main" id="{9137CECE-D34F-4C86-9FE9-57DE660B6E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35" y="2974"/>
                <a:ext cx="24" cy="20"/>
              </a:xfrm>
              <a:custGeom>
                <a:avLst/>
                <a:gdLst>
                  <a:gd name="T0" fmla="*/ 14 w 24"/>
                  <a:gd name="T1" fmla="*/ 7 h 20"/>
                  <a:gd name="T2" fmla="*/ 13 w 24"/>
                  <a:gd name="T3" fmla="*/ 6 h 20"/>
                  <a:gd name="T4" fmla="*/ 13 w 24"/>
                  <a:gd name="T5" fmla="*/ 7 h 20"/>
                  <a:gd name="T6" fmla="*/ 13 w 24"/>
                  <a:gd name="T7" fmla="*/ 6 h 20"/>
                  <a:gd name="T8" fmla="*/ 7 w 24"/>
                  <a:gd name="T9" fmla="*/ 4 h 20"/>
                  <a:gd name="T10" fmla="*/ 5 w 24"/>
                  <a:gd name="T11" fmla="*/ 6 h 20"/>
                  <a:gd name="T12" fmla="*/ 5 w 24"/>
                  <a:gd name="T13" fmla="*/ 6 h 20"/>
                  <a:gd name="T14" fmla="*/ 7 w 24"/>
                  <a:gd name="T15" fmla="*/ 4 h 20"/>
                  <a:gd name="T16" fmla="*/ 1 w 24"/>
                  <a:gd name="T17" fmla="*/ 0 h 20"/>
                  <a:gd name="T18" fmla="*/ 0 w 24"/>
                  <a:gd name="T19" fmla="*/ 4 h 20"/>
                  <a:gd name="T20" fmla="*/ 1 w 24"/>
                  <a:gd name="T21" fmla="*/ 6 h 20"/>
                  <a:gd name="T22" fmla="*/ 1 w 24"/>
                  <a:gd name="T23" fmla="*/ 9 h 20"/>
                  <a:gd name="T24" fmla="*/ 5 w 24"/>
                  <a:gd name="T25" fmla="*/ 7 h 20"/>
                  <a:gd name="T26" fmla="*/ 5 w 24"/>
                  <a:gd name="T27" fmla="*/ 6 h 20"/>
                  <a:gd name="T28" fmla="*/ 5 w 24"/>
                  <a:gd name="T29" fmla="*/ 7 h 20"/>
                  <a:gd name="T30" fmla="*/ 5 w 24"/>
                  <a:gd name="T31" fmla="*/ 7 h 20"/>
                  <a:gd name="T32" fmla="*/ 7 w 24"/>
                  <a:gd name="T33" fmla="*/ 9 h 20"/>
                  <a:gd name="T34" fmla="*/ 11 w 24"/>
                  <a:gd name="T35" fmla="*/ 9 h 20"/>
                  <a:gd name="T36" fmla="*/ 9 w 24"/>
                  <a:gd name="T37" fmla="*/ 13 h 20"/>
                  <a:gd name="T38" fmla="*/ 13 w 24"/>
                  <a:gd name="T39" fmla="*/ 13 h 20"/>
                  <a:gd name="T40" fmla="*/ 14 w 24"/>
                  <a:gd name="T41" fmla="*/ 15 h 20"/>
                  <a:gd name="T42" fmla="*/ 11 w 24"/>
                  <a:gd name="T43" fmla="*/ 13 h 20"/>
                  <a:gd name="T44" fmla="*/ 7 w 24"/>
                  <a:gd name="T45" fmla="*/ 15 h 20"/>
                  <a:gd name="T46" fmla="*/ 13 w 24"/>
                  <a:gd name="T47" fmla="*/ 17 h 20"/>
                  <a:gd name="T48" fmla="*/ 14 w 24"/>
                  <a:gd name="T49" fmla="*/ 15 h 20"/>
                  <a:gd name="T50" fmla="*/ 16 w 24"/>
                  <a:gd name="T51" fmla="*/ 15 h 20"/>
                  <a:gd name="T52" fmla="*/ 18 w 24"/>
                  <a:gd name="T53" fmla="*/ 17 h 20"/>
                  <a:gd name="T54" fmla="*/ 18 w 24"/>
                  <a:gd name="T55" fmla="*/ 17 h 20"/>
                  <a:gd name="T56" fmla="*/ 18 w 24"/>
                  <a:gd name="T57" fmla="*/ 20 h 20"/>
                  <a:gd name="T58" fmla="*/ 22 w 24"/>
                  <a:gd name="T59" fmla="*/ 19 h 20"/>
                  <a:gd name="T60" fmla="*/ 24 w 24"/>
                  <a:gd name="T61" fmla="*/ 15 h 20"/>
                  <a:gd name="T62" fmla="*/ 20 w 24"/>
                  <a:gd name="T63" fmla="*/ 15 h 20"/>
                  <a:gd name="T64" fmla="*/ 20 w 24"/>
                  <a:gd name="T65" fmla="*/ 11 h 20"/>
                  <a:gd name="T66" fmla="*/ 18 w 24"/>
                  <a:gd name="T67" fmla="*/ 9 h 20"/>
                  <a:gd name="T68" fmla="*/ 16 w 24"/>
                  <a:gd name="T69" fmla="*/ 9 h 20"/>
                  <a:gd name="T70" fmla="*/ 14 w 24"/>
                  <a:gd name="T71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20">
                    <a:moveTo>
                      <a:pt x="14" y="7"/>
                    </a:moveTo>
                    <a:lnTo>
                      <a:pt x="13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7" y="15"/>
                    </a:lnTo>
                    <a:lnTo>
                      <a:pt x="13" y="17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6" name="Freeform 6214">
                <a:extLst>
                  <a:ext uri="{FF2B5EF4-FFF2-40B4-BE49-F238E27FC236}">
                    <a16:creationId xmlns:a16="http://schemas.microsoft.com/office/drawing/2014/main" id="{1C08102D-3898-40FC-9DA4-35DCA24EC7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7" y="3021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1 h 5"/>
                  <a:gd name="T4" fmla="*/ 6 w 8"/>
                  <a:gd name="T5" fmla="*/ 0 h 5"/>
                  <a:gd name="T6" fmla="*/ 4 w 8"/>
                  <a:gd name="T7" fmla="*/ 0 h 5"/>
                  <a:gd name="T8" fmla="*/ 0 w 8"/>
                  <a:gd name="T9" fmla="*/ 1 h 5"/>
                  <a:gd name="T10" fmla="*/ 2 w 8"/>
                  <a:gd name="T11" fmla="*/ 5 h 5"/>
                  <a:gd name="T12" fmla="*/ 6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7" name="Freeform 6215">
                <a:extLst>
                  <a:ext uri="{FF2B5EF4-FFF2-40B4-BE49-F238E27FC236}">
                    <a16:creationId xmlns:a16="http://schemas.microsoft.com/office/drawing/2014/main" id="{0D1A48F8-1BDF-4103-B7E9-58D645AE24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9" y="2985"/>
                <a:ext cx="16" cy="22"/>
              </a:xfrm>
              <a:custGeom>
                <a:avLst/>
                <a:gdLst>
                  <a:gd name="T0" fmla="*/ 1 w 16"/>
                  <a:gd name="T1" fmla="*/ 4 h 22"/>
                  <a:gd name="T2" fmla="*/ 1 w 16"/>
                  <a:gd name="T3" fmla="*/ 6 h 22"/>
                  <a:gd name="T4" fmla="*/ 3 w 16"/>
                  <a:gd name="T5" fmla="*/ 9 h 22"/>
                  <a:gd name="T6" fmla="*/ 3 w 16"/>
                  <a:gd name="T7" fmla="*/ 13 h 22"/>
                  <a:gd name="T8" fmla="*/ 11 w 16"/>
                  <a:gd name="T9" fmla="*/ 19 h 22"/>
                  <a:gd name="T10" fmla="*/ 13 w 16"/>
                  <a:gd name="T11" fmla="*/ 19 h 22"/>
                  <a:gd name="T12" fmla="*/ 13 w 16"/>
                  <a:gd name="T13" fmla="*/ 21 h 22"/>
                  <a:gd name="T14" fmla="*/ 16 w 16"/>
                  <a:gd name="T15" fmla="*/ 22 h 22"/>
                  <a:gd name="T16" fmla="*/ 16 w 16"/>
                  <a:gd name="T17" fmla="*/ 17 h 22"/>
                  <a:gd name="T18" fmla="*/ 14 w 16"/>
                  <a:gd name="T19" fmla="*/ 15 h 22"/>
                  <a:gd name="T20" fmla="*/ 13 w 16"/>
                  <a:gd name="T21" fmla="*/ 13 h 22"/>
                  <a:gd name="T22" fmla="*/ 11 w 16"/>
                  <a:gd name="T23" fmla="*/ 11 h 22"/>
                  <a:gd name="T24" fmla="*/ 7 w 16"/>
                  <a:gd name="T25" fmla="*/ 8 h 22"/>
                  <a:gd name="T26" fmla="*/ 9 w 16"/>
                  <a:gd name="T27" fmla="*/ 6 h 22"/>
                  <a:gd name="T28" fmla="*/ 5 w 16"/>
                  <a:gd name="T29" fmla="*/ 0 h 22"/>
                  <a:gd name="T30" fmla="*/ 0 w 16"/>
                  <a:gd name="T31" fmla="*/ 0 h 22"/>
                  <a:gd name="T32" fmla="*/ 0 w 16"/>
                  <a:gd name="T33" fmla="*/ 4 h 22"/>
                  <a:gd name="T34" fmla="*/ 1 w 16"/>
                  <a:gd name="T3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lnTo>
                      <a:pt x="1" y="6"/>
                    </a:lnTo>
                    <a:lnTo>
                      <a:pt x="3" y="9"/>
                    </a:lnTo>
                    <a:lnTo>
                      <a:pt x="3" y="13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6" y="22"/>
                    </a:lnTo>
                    <a:lnTo>
                      <a:pt x="16" y="17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8" name="Freeform 6216">
                <a:extLst>
                  <a:ext uri="{FF2B5EF4-FFF2-40B4-BE49-F238E27FC236}">
                    <a16:creationId xmlns:a16="http://schemas.microsoft.com/office/drawing/2014/main" id="{FCEDBA0B-C29A-464E-8717-B9E01D400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59" y="2974"/>
                <a:ext cx="24" cy="19"/>
              </a:xfrm>
              <a:custGeom>
                <a:avLst/>
                <a:gdLst>
                  <a:gd name="T0" fmla="*/ 3 w 13"/>
                  <a:gd name="T1" fmla="*/ 2 h 10"/>
                  <a:gd name="T2" fmla="*/ 7 w 13"/>
                  <a:gd name="T3" fmla="*/ 6 h 10"/>
                  <a:gd name="T4" fmla="*/ 8 w 13"/>
                  <a:gd name="T5" fmla="*/ 7 h 10"/>
                  <a:gd name="T6" fmla="*/ 9 w 13"/>
                  <a:gd name="T7" fmla="*/ 7 h 10"/>
                  <a:gd name="T8" fmla="*/ 9 w 13"/>
                  <a:gd name="T9" fmla="*/ 9 h 10"/>
                  <a:gd name="T10" fmla="*/ 10 w 13"/>
                  <a:gd name="T11" fmla="*/ 8 h 10"/>
                  <a:gd name="T12" fmla="*/ 13 w 13"/>
                  <a:gd name="T13" fmla="*/ 10 h 10"/>
                  <a:gd name="T14" fmla="*/ 11 w 13"/>
                  <a:gd name="T15" fmla="*/ 7 h 10"/>
                  <a:gd name="T16" fmla="*/ 12 w 13"/>
                  <a:gd name="T17" fmla="*/ 6 h 10"/>
                  <a:gd name="T18" fmla="*/ 9 w 13"/>
                  <a:gd name="T19" fmla="*/ 3 h 10"/>
                  <a:gd name="T20" fmla="*/ 7 w 13"/>
                  <a:gd name="T21" fmla="*/ 2 h 10"/>
                  <a:gd name="T22" fmla="*/ 5 w 13"/>
                  <a:gd name="T23" fmla="*/ 0 h 10"/>
                  <a:gd name="T24" fmla="*/ 0 w 13"/>
                  <a:gd name="T25" fmla="*/ 0 h 10"/>
                  <a:gd name="T26" fmla="*/ 1 w 13"/>
                  <a:gd name="T27" fmla="*/ 1 h 10"/>
                  <a:gd name="T28" fmla="*/ 3 w 13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0">
                    <a:moveTo>
                      <a:pt x="3" y="2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3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9" name="Freeform 6217">
                <a:extLst>
                  <a:ext uri="{FF2B5EF4-FFF2-40B4-BE49-F238E27FC236}">
                    <a16:creationId xmlns:a16="http://schemas.microsoft.com/office/drawing/2014/main" id="{672D9B26-BB33-4901-A1D8-EA592FAC68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5" y="2994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0 w 5"/>
                  <a:gd name="T7" fmla="*/ 4 h 6"/>
                  <a:gd name="T8" fmla="*/ 5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0" name="Freeform 6218">
                <a:extLst>
                  <a:ext uri="{FF2B5EF4-FFF2-40B4-BE49-F238E27FC236}">
                    <a16:creationId xmlns:a16="http://schemas.microsoft.com/office/drawing/2014/main" id="{021AB2E6-3CC7-445C-8BDB-DA594C4037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96" y="3013"/>
                <a:ext cx="19" cy="13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0 h 13"/>
                  <a:gd name="T4" fmla="*/ 4 w 19"/>
                  <a:gd name="T5" fmla="*/ 4 h 13"/>
                  <a:gd name="T6" fmla="*/ 4 w 19"/>
                  <a:gd name="T7" fmla="*/ 8 h 13"/>
                  <a:gd name="T8" fmla="*/ 7 w 19"/>
                  <a:gd name="T9" fmla="*/ 9 h 13"/>
                  <a:gd name="T10" fmla="*/ 13 w 19"/>
                  <a:gd name="T11" fmla="*/ 13 h 13"/>
                  <a:gd name="T12" fmla="*/ 19 w 19"/>
                  <a:gd name="T13" fmla="*/ 11 h 13"/>
                  <a:gd name="T14" fmla="*/ 17 w 19"/>
                  <a:gd name="T15" fmla="*/ 9 h 13"/>
                  <a:gd name="T16" fmla="*/ 17 w 19"/>
                  <a:gd name="T17" fmla="*/ 8 h 13"/>
                  <a:gd name="T18" fmla="*/ 15 w 19"/>
                  <a:gd name="T19" fmla="*/ 6 h 13"/>
                  <a:gd name="T20" fmla="*/ 9 w 19"/>
                  <a:gd name="T21" fmla="*/ 4 h 13"/>
                  <a:gd name="T22" fmla="*/ 6 w 1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13" y="13"/>
                    </a:lnTo>
                    <a:lnTo>
                      <a:pt x="19" y="11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9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1" name="Freeform 6219">
                <a:extLst>
                  <a:ext uri="{FF2B5EF4-FFF2-40B4-BE49-F238E27FC236}">
                    <a16:creationId xmlns:a16="http://schemas.microsoft.com/office/drawing/2014/main" id="{B47BE1CF-9C13-4068-A12C-C98C7688FF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6" y="2998"/>
                <a:ext cx="18" cy="13"/>
              </a:xfrm>
              <a:custGeom>
                <a:avLst/>
                <a:gdLst>
                  <a:gd name="T0" fmla="*/ 18 w 18"/>
                  <a:gd name="T1" fmla="*/ 9 h 13"/>
                  <a:gd name="T2" fmla="*/ 18 w 18"/>
                  <a:gd name="T3" fmla="*/ 6 h 13"/>
                  <a:gd name="T4" fmla="*/ 16 w 18"/>
                  <a:gd name="T5" fmla="*/ 6 h 13"/>
                  <a:gd name="T6" fmla="*/ 14 w 18"/>
                  <a:gd name="T7" fmla="*/ 4 h 13"/>
                  <a:gd name="T8" fmla="*/ 9 w 18"/>
                  <a:gd name="T9" fmla="*/ 2 h 13"/>
                  <a:gd name="T10" fmla="*/ 7 w 18"/>
                  <a:gd name="T11" fmla="*/ 2 h 13"/>
                  <a:gd name="T12" fmla="*/ 3 w 18"/>
                  <a:gd name="T13" fmla="*/ 0 h 13"/>
                  <a:gd name="T14" fmla="*/ 1 w 18"/>
                  <a:gd name="T15" fmla="*/ 2 h 13"/>
                  <a:gd name="T16" fmla="*/ 0 w 18"/>
                  <a:gd name="T17" fmla="*/ 6 h 13"/>
                  <a:gd name="T18" fmla="*/ 3 w 18"/>
                  <a:gd name="T19" fmla="*/ 9 h 13"/>
                  <a:gd name="T20" fmla="*/ 7 w 18"/>
                  <a:gd name="T21" fmla="*/ 11 h 13"/>
                  <a:gd name="T22" fmla="*/ 11 w 18"/>
                  <a:gd name="T23" fmla="*/ 11 h 13"/>
                  <a:gd name="T24" fmla="*/ 13 w 18"/>
                  <a:gd name="T25" fmla="*/ 13 h 13"/>
                  <a:gd name="T26" fmla="*/ 16 w 18"/>
                  <a:gd name="T27" fmla="*/ 13 h 13"/>
                  <a:gd name="T28" fmla="*/ 18 w 18"/>
                  <a:gd name="T2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3">
                    <a:moveTo>
                      <a:pt x="18" y="9"/>
                    </a:moveTo>
                    <a:lnTo>
                      <a:pt x="18" y="6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6" y="13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2" name="Freeform 6220">
                <a:extLst>
                  <a:ext uri="{FF2B5EF4-FFF2-40B4-BE49-F238E27FC236}">
                    <a16:creationId xmlns:a16="http://schemas.microsoft.com/office/drawing/2014/main" id="{C20243E7-9FA7-4D89-8ED4-44D6A172A3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9" y="3032"/>
                <a:ext cx="11" cy="5"/>
              </a:xfrm>
              <a:custGeom>
                <a:avLst/>
                <a:gdLst>
                  <a:gd name="T0" fmla="*/ 4 w 11"/>
                  <a:gd name="T1" fmla="*/ 0 h 5"/>
                  <a:gd name="T2" fmla="*/ 0 w 11"/>
                  <a:gd name="T3" fmla="*/ 0 h 5"/>
                  <a:gd name="T4" fmla="*/ 0 w 11"/>
                  <a:gd name="T5" fmla="*/ 3 h 5"/>
                  <a:gd name="T6" fmla="*/ 2 w 11"/>
                  <a:gd name="T7" fmla="*/ 5 h 5"/>
                  <a:gd name="T8" fmla="*/ 4 w 11"/>
                  <a:gd name="T9" fmla="*/ 5 h 5"/>
                  <a:gd name="T10" fmla="*/ 8 w 11"/>
                  <a:gd name="T11" fmla="*/ 5 h 5"/>
                  <a:gd name="T12" fmla="*/ 11 w 11"/>
                  <a:gd name="T13" fmla="*/ 3 h 5"/>
                  <a:gd name="T14" fmla="*/ 8 w 11"/>
                  <a:gd name="T15" fmla="*/ 2 h 5"/>
                  <a:gd name="T16" fmla="*/ 4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3" name="Freeform 6221">
                <a:extLst>
                  <a:ext uri="{FF2B5EF4-FFF2-40B4-BE49-F238E27FC236}">
                    <a16:creationId xmlns:a16="http://schemas.microsoft.com/office/drawing/2014/main" id="{0663306E-41EB-4E59-A335-EE84C85102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3" y="2929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4 w 7"/>
                  <a:gd name="T3" fmla="*/ 0 h 8"/>
                  <a:gd name="T4" fmla="*/ 2 w 7"/>
                  <a:gd name="T5" fmla="*/ 2 h 8"/>
                  <a:gd name="T6" fmla="*/ 0 w 7"/>
                  <a:gd name="T7" fmla="*/ 4 h 8"/>
                  <a:gd name="T8" fmla="*/ 0 w 7"/>
                  <a:gd name="T9" fmla="*/ 6 h 8"/>
                  <a:gd name="T10" fmla="*/ 4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4" name="Freeform 6222">
                <a:extLst>
                  <a:ext uri="{FF2B5EF4-FFF2-40B4-BE49-F238E27FC236}">
                    <a16:creationId xmlns:a16="http://schemas.microsoft.com/office/drawing/2014/main" id="{F82FA059-ABA7-4450-B8F5-5BE3A3B7C626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70" y="2873"/>
                <a:ext cx="292" cy="149"/>
              </a:xfrm>
              <a:custGeom>
                <a:avLst/>
                <a:gdLst>
                  <a:gd name="T0" fmla="*/ 137 w 157"/>
                  <a:gd name="T1" fmla="*/ 65 h 80"/>
                  <a:gd name="T2" fmla="*/ 130 w 157"/>
                  <a:gd name="T3" fmla="*/ 57 h 80"/>
                  <a:gd name="T4" fmla="*/ 131 w 157"/>
                  <a:gd name="T5" fmla="*/ 49 h 80"/>
                  <a:gd name="T6" fmla="*/ 123 w 157"/>
                  <a:gd name="T7" fmla="*/ 41 h 80"/>
                  <a:gd name="T8" fmla="*/ 117 w 157"/>
                  <a:gd name="T9" fmla="*/ 33 h 80"/>
                  <a:gd name="T10" fmla="*/ 108 w 157"/>
                  <a:gd name="T11" fmla="*/ 28 h 80"/>
                  <a:gd name="T12" fmla="*/ 98 w 157"/>
                  <a:gd name="T13" fmla="*/ 23 h 80"/>
                  <a:gd name="T14" fmla="*/ 87 w 157"/>
                  <a:gd name="T15" fmla="*/ 19 h 80"/>
                  <a:gd name="T16" fmla="*/ 81 w 157"/>
                  <a:gd name="T17" fmla="*/ 18 h 80"/>
                  <a:gd name="T18" fmla="*/ 75 w 157"/>
                  <a:gd name="T19" fmla="*/ 15 h 80"/>
                  <a:gd name="T20" fmla="*/ 61 w 157"/>
                  <a:gd name="T21" fmla="*/ 11 h 80"/>
                  <a:gd name="T22" fmla="*/ 52 w 157"/>
                  <a:gd name="T23" fmla="*/ 14 h 80"/>
                  <a:gd name="T24" fmla="*/ 45 w 157"/>
                  <a:gd name="T25" fmla="*/ 17 h 80"/>
                  <a:gd name="T26" fmla="*/ 39 w 157"/>
                  <a:gd name="T27" fmla="*/ 23 h 80"/>
                  <a:gd name="T28" fmla="*/ 35 w 157"/>
                  <a:gd name="T29" fmla="*/ 18 h 80"/>
                  <a:gd name="T30" fmla="*/ 31 w 157"/>
                  <a:gd name="T31" fmla="*/ 11 h 80"/>
                  <a:gd name="T32" fmla="*/ 27 w 157"/>
                  <a:gd name="T33" fmla="*/ 3 h 80"/>
                  <a:gd name="T34" fmla="*/ 11 w 157"/>
                  <a:gd name="T35" fmla="*/ 4 h 80"/>
                  <a:gd name="T36" fmla="*/ 4 w 157"/>
                  <a:gd name="T37" fmla="*/ 4 h 80"/>
                  <a:gd name="T38" fmla="*/ 8 w 157"/>
                  <a:gd name="T39" fmla="*/ 10 h 80"/>
                  <a:gd name="T40" fmla="*/ 13 w 157"/>
                  <a:gd name="T41" fmla="*/ 14 h 80"/>
                  <a:gd name="T42" fmla="*/ 23 w 157"/>
                  <a:gd name="T43" fmla="*/ 16 h 80"/>
                  <a:gd name="T44" fmla="*/ 27 w 157"/>
                  <a:gd name="T45" fmla="*/ 16 h 80"/>
                  <a:gd name="T46" fmla="*/ 19 w 157"/>
                  <a:gd name="T47" fmla="*/ 19 h 80"/>
                  <a:gd name="T48" fmla="*/ 16 w 157"/>
                  <a:gd name="T49" fmla="*/ 21 h 80"/>
                  <a:gd name="T50" fmla="*/ 18 w 157"/>
                  <a:gd name="T51" fmla="*/ 25 h 80"/>
                  <a:gd name="T52" fmla="*/ 26 w 157"/>
                  <a:gd name="T53" fmla="*/ 25 h 80"/>
                  <a:gd name="T54" fmla="*/ 29 w 157"/>
                  <a:gd name="T55" fmla="*/ 27 h 80"/>
                  <a:gd name="T56" fmla="*/ 35 w 157"/>
                  <a:gd name="T57" fmla="*/ 30 h 80"/>
                  <a:gd name="T58" fmla="*/ 51 w 157"/>
                  <a:gd name="T59" fmla="*/ 35 h 80"/>
                  <a:gd name="T60" fmla="*/ 57 w 157"/>
                  <a:gd name="T61" fmla="*/ 39 h 80"/>
                  <a:gd name="T62" fmla="*/ 60 w 157"/>
                  <a:gd name="T63" fmla="*/ 44 h 80"/>
                  <a:gd name="T64" fmla="*/ 64 w 157"/>
                  <a:gd name="T65" fmla="*/ 52 h 80"/>
                  <a:gd name="T66" fmla="*/ 53 w 157"/>
                  <a:gd name="T67" fmla="*/ 61 h 80"/>
                  <a:gd name="T68" fmla="*/ 61 w 157"/>
                  <a:gd name="T69" fmla="*/ 61 h 80"/>
                  <a:gd name="T70" fmla="*/ 68 w 157"/>
                  <a:gd name="T71" fmla="*/ 60 h 80"/>
                  <a:gd name="T72" fmla="*/ 75 w 157"/>
                  <a:gd name="T73" fmla="*/ 64 h 80"/>
                  <a:gd name="T74" fmla="*/ 84 w 157"/>
                  <a:gd name="T75" fmla="*/ 68 h 80"/>
                  <a:gd name="T76" fmla="*/ 96 w 157"/>
                  <a:gd name="T77" fmla="*/ 68 h 80"/>
                  <a:gd name="T78" fmla="*/ 101 w 157"/>
                  <a:gd name="T79" fmla="*/ 65 h 80"/>
                  <a:gd name="T80" fmla="*/ 100 w 157"/>
                  <a:gd name="T81" fmla="*/ 60 h 80"/>
                  <a:gd name="T82" fmla="*/ 104 w 157"/>
                  <a:gd name="T83" fmla="*/ 59 h 80"/>
                  <a:gd name="T84" fmla="*/ 107 w 157"/>
                  <a:gd name="T85" fmla="*/ 57 h 80"/>
                  <a:gd name="T86" fmla="*/ 109 w 157"/>
                  <a:gd name="T87" fmla="*/ 56 h 80"/>
                  <a:gd name="T88" fmla="*/ 116 w 157"/>
                  <a:gd name="T89" fmla="*/ 60 h 80"/>
                  <a:gd name="T90" fmla="*/ 124 w 157"/>
                  <a:gd name="T91" fmla="*/ 68 h 80"/>
                  <a:gd name="T92" fmla="*/ 133 w 157"/>
                  <a:gd name="T93" fmla="*/ 75 h 80"/>
                  <a:gd name="T94" fmla="*/ 144 w 157"/>
                  <a:gd name="T95" fmla="*/ 77 h 80"/>
                  <a:gd name="T96" fmla="*/ 152 w 157"/>
                  <a:gd name="T97" fmla="*/ 78 h 80"/>
                  <a:gd name="T98" fmla="*/ 156 w 157"/>
                  <a:gd name="T99" fmla="*/ 74 h 80"/>
                  <a:gd name="T100" fmla="*/ 154 w 157"/>
                  <a:gd name="T101" fmla="*/ 72 h 80"/>
                  <a:gd name="T102" fmla="*/ 151 w 157"/>
                  <a:gd name="T103" fmla="*/ 69 h 80"/>
                  <a:gd name="T104" fmla="*/ 151 w 157"/>
                  <a:gd name="T105" fmla="*/ 71 h 80"/>
                  <a:gd name="T106" fmla="*/ 153 w 157"/>
                  <a:gd name="T107" fmla="*/ 74 h 80"/>
                  <a:gd name="T108" fmla="*/ 147 w 157"/>
                  <a:gd name="T109" fmla="*/ 73 h 80"/>
                  <a:gd name="T110" fmla="*/ 142 w 157"/>
                  <a:gd name="T111" fmla="*/ 68 h 80"/>
                  <a:gd name="T112" fmla="*/ 96 w 157"/>
                  <a:gd name="T113" fmla="*/ 63 h 80"/>
                  <a:gd name="T114" fmla="*/ 99 w 157"/>
                  <a:gd name="T115" fmla="*/ 61 h 80"/>
                  <a:gd name="T116" fmla="*/ 105 w 157"/>
                  <a:gd name="T117" fmla="*/ 5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80">
                    <a:moveTo>
                      <a:pt x="142" y="67"/>
                    </a:moveTo>
                    <a:cubicBezTo>
                      <a:pt x="141" y="65"/>
                      <a:pt x="141" y="65"/>
                      <a:pt x="141" y="65"/>
                    </a:cubicBezTo>
                    <a:cubicBezTo>
                      <a:pt x="140" y="65"/>
                      <a:pt x="140" y="65"/>
                      <a:pt x="140" y="65"/>
                    </a:cubicBezTo>
                    <a:cubicBezTo>
                      <a:pt x="139" y="66"/>
                      <a:pt x="139" y="66"/>
                      <a:pt x="139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7" y="65"/>
                      <a:pt x="137" y="65"/>
                      <a:pt x="137" y="65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33" y="58"/>
                      <a:pt x="133" y="58"/>
                      <a:pt x="133" y="58"/>
                    </a:cubicBezTo>
                    <a:cubicBezTo>
                      <a:pt x="133" y="57"/>
                      <a:pt x="133" y="57"/>
                      <a:pt x="133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0" y="57"/>
                      <a:pt x="130" y="57"/>
                      <a:pt x="130" y="57"/>
                    </a:cubicBezTo>
                    <a:cubicBezTo>
                      <a:pt x="129" y="55"/>
                      <a:pt x="129" y="55"/>
                      <a:pt x="129" y="55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31" y="49"/>
                      <a:pt x="131" y="49"/>
                      <a:pt x="131" y="49"/>
                    </a:cubicBezTo>
                    <a:cubicBezTo>
                      <a:pt x="132" y="47"/>
                      <a:pt x="132" y="47"/>
                      <a:pt x="132" y="47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28" y="42"/>
                      <a:pt x="128" y="42"/>
                      <a:pt x="128" y="42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6"/>
                      <a:pt x="80" y="16"/>
                      <a:pt x="80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7" y="56"/>
                      <a:pt x="57" y="56"/>
                      <a:pt x="57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2"/>
                      <a:pt x="54" y="62"/>
                    </a:cubicBezTo>
                    <a:cubicBezTo>
                      <a:pt x="55" y="62"/>
                      <a:pt x="56" y="61"/>
                      <a:pt x="57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8" y="68"/>
                      <a:pt x="88" y="68"/>
                      <a:pt x="88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2" y="70"/>
                      <a:pt x="92" y="70"/>
                      <a:pt x="92" y="70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7" y="68"/>
                      <a:pt x="97" y="68"/>
                      <a:pt x="97" y="68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1" y="65"/>
                      <a:pt x="101" y="65"/>
                      <a:pt x="101" y="65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100" y="63"/>
                      <a:pt x="101" y="63"/>
                      <a:pt x="101" y="63"/>
                    </a:cubicBezTo>
                    <a:cubicBezTo>
                      <a:pt x="101" y="63"/>
                      <a:pt x="101" y="63"/>
                      <a:pt x="101" y="63"/>
                    </a:cubicBezTo>
                    <a:cubicBezTo>
                      <a:pt x="102" y="61"/>
                      <a:pt x="102" y="61"/>
                      <a:pt x="102" y="61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1" y="60"/>
                      <a:pt x="101" y="60"/>
                      <a:pt x="101" y="60"/>
                    </a:cubicBezTo>
                    <a:cubicBezTo>
                      <a:pt x="102" y="60"/>
                      <a:pt x="102" y="60"/>
                      <a:pt x="102" y="60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1"/>
                      <a:pt x="118" y="61"/>
                      <a:pt x="118" y="61"/>
                    </a:cubicBezTo>
                    <a:cubicBezTo>
                      <a:pt x="119" y="63"/>
                      <a:pt x="119" y="63"/>
                      <a:pt x="119" y="63"/>
                    </a:cubicBezTo>
                    <a:cubicBezTo>
                      <a:pt x="121" y="66"/>
                      <a:pt x="121" y="66"/>
                      <a:pt x="121" y="66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3" y="67"/>
                      <a:pt x="123" y="67"/>
                      <a:pt x="123" y="67"/>
                    </a:cubicBezTo>
                    <a:cubicBezTo>
                      <a:pt x="124" y="68"/>
                      <a:pt x="124" y="68"/>
                      <a:pt x="124" y="68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7" y="74"/>
                      <a:pt x="127" y="74"/>
                      <a:pt x="127" y="74"/>
                    </a:cubicBezTo>
                    <a:cubicBezTo>
                      <a:pt x="129" y="75"/>
                      <a:pt x="129" y="75"/>
                      <a:pt x="129" y="75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32" y="75"/>
                      <a:pt x="132" y="75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6"/>
                      <a:pt x="134" y="76"/>
                      <a:pt x="134" y="76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8" y="76"/>
                      <a:pt x="138" y="76"/>
                      <a:pt x="138" y="76"/>
                    </a:cubicBezTo>
                    <a:cubicBezTo>
                      <a:pt x="139" y="76"/>
                      <a:pt x="139" y="76"/>
                      <a:pt x="139" y="76"/>
                    </a:cubicBezTo>
                    <a:cubicBezTo>
                      <a:pt x="141" y="76"/>
                      <a:pt x="141" y="76"/>
                      <a:pt x="141" y="76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44" y="77"/>
                      <a:pt x="144" y="77"/>
                      <a:pt x="144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6" y="77"/>
                      <a:pt x="146" y="77"/>
                      <a:pt x="146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1" y="79"/>
                      <a:pt x="151" y="79"/>
                      <a:pt x="151" y="79"/>
                    </a:cubicBezTo>
                    <a:cubicBezTo>
                      <a:pt x="152" y="78"/>
                      <a:pt x="152" y="78"/>
                      <a:pt x="152" y="78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1" y="77"/>
                      <a:pt x="151" y="77"/>
                      <a:pt x="151" y="77"/>
                    </a:cubicBezTo>
                    <a:cubicBezTo>
                      <a:pt x="154" y="75"/>
                      <a:pt x="154" y="75"/>
                      <a:pt x="154" y="75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5"/>
                      <a:pt x="156" y="75"/>
                      <a:pt x="156" y="75"/>
                    </a:cubicBezTo>
                    <a:cubicBezTo>
                      <a:pt x="156" y="74"/>
                      <a:pt x="156" y="74"/>
                      <a:pt x="156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2"/>
                      <a:pt x="157" y="72"/>
                      <a:pt x="157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1"/>
                      <a:pt x="154" y="71"/>
                      <a:pt x="154" y="71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3" y="70"/>
                      <a:pt x="153" y="70"/>
                      <a:pt x="153" y="70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52" y="69"/>
                      <a:pt x="152" y="69"/>
                      <a:pt x="152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0" y="68"/>
                      <a:pt x="150" y="68"/>
                      <a:pt x="150" y="68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48" y="70"/>
                      <a:pt x="148" y="70"/>
                      <a:pt x="148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1"/>
                      <a:pt x="149" y="71"/>
                      <a:pt x="149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5"/>
                      <a:pt x="153" y="75"/>
                      <a:pt x="153" y="75"/>
                    </a:cubicBezTo>
                    <a:cubicBezTo>
                      <a:pt x="150" y="74"/>
                      <a:pt x="150" y="74"/>
                      <a:pt x="150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6" y="72"/>
                      <a:pt x="146" y="72"/>
                      <a:pt x="146" y="72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44" y="70"/>
                      <a:pt x="144" y="70"/>
                      <a:pt x="144" y="70"/>
                    </a:cubicBezTo>
                    <a:cubicBezTo>
                      <a:pt x="142" y="70"/>
                      <a:pt x="142" y="70"/>
                      <a:pt x="142" y="70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2" y="68"/>
                      <a:pt x="142" y="68"/>
                      <a:pt x="142" y="68"/>
                    </a:cubicBezTo>
                    <a:lnTo>
                      <a:pt x="142" y="67"/>
                    </a:lnTo>
                    <a:close/>
                    <a:moveTo>
                      <a:pt x="8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lnTo>
                      <a:pt x="8" y="7"/>
                    </a:lnTo>
                    <a:close/>
                    <a:moveTo>
                      <a:pt x="96" y="63"/>
                    </a:move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2"/>
                      <a:pt x="96" y="62"/>
                    </a:cubicBezTo>
                    <a:lnTo>
                      <a:pt x="96" y="63"/>
                    </a:lnTo>
                    <a:close/>
                    <a:moveTo>
                      <a:pt x="99" y="61"/>
                    </a:move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1"/>
                      <a:pt x="99" y="61"/>
                    </a:cubicBezTo>
                    <a:close/>
                    <a:moveTo>
                      <a:pt x="106" y="55"/>
                    </a:move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6" y="54"/>
                      <a:pt x="106" y="54"/>
                      <a:pt x="106" y="54"/>
                    </a:cubicBezTo>
                    <a:lnTo>
                      <a:pt x="106" y="5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5" name="Freeform 6223">
                <a:extLst>
                  <a:ext uri="{FF2B5EF4-FFF2-40B4-BE49-F238E27FC236}">
                    <a16:creationId xmlns:a16="http://schemas.microsoft.com/office/drawing/2014/main" id="{156E54C5-3846-4F98-83B6-BEC30108E3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7" y="302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6 w 6"/>
                  <a:gd name="T9" fmla="*/ 0 h 6"/>
                  <a:gd name="T10" fmla="*/ 2 w 6"/>
                  <a:gd name="T11" fmla="*/ 0 h 6"/>
                  <a:gd name="T12" fmla="*/ 0 w 6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6" name="Freeform 6224">
                <a:extLst>
                  <a:ext uri="{FF2B5EF4-FFF2-40B4-BE49-F238E27FC236}">
                    <a16:creationId xmlns:a16="http://schemas.microsoft.com/office/drawing/2014/main" id="{3387233A-E571-4BA2-95A7-C6317F78A6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03"/>
                <a:ext cx="34" cy="37"/>
              </a:xfrm>
              <a:custGeom>
                <a:avLst/>
                <a:gdLst>
                  <a:gd name="T0" fmla="*/ 26 w 34"/>
                  <a:gd name="T1" fmla="*/ 15 h 37"/>
                  <a:gd name="T2" fmla="*/ 25 w 34"/>
                  <a:gd name="T3" fmla="*/ 13 h 37"/>
                  <a:gd name="T4" fmla="*/ 23 w 34"/>
                  <a:gd name="T5" fmla="*/ 11 h 37"/>
                  <a:gd name="T6" fmla="*/ 17 w 34"/>
                  <a:gd name="T7" fmla="*/ 11 h 37"/>
                  <a:gd name="T8" fmla="*/ 13 w 34"/>
                  <a:gd name="T9" fmla="*/ 6 h 37"/>
                  <a:gd name="T10" fmla="*/ 8 w 34"/>
                  <a:gd name="T11" fmla="*/ 6 h 37"/>
                  <a:gd name="T12" fmla="*/ 0 w 34"/>
                  <a:gd name="T13" fmla="*/ 0 h 37"/>
                  <a:gd name="T14" fmla="*/ 0 w 34"/>
                  <a:gd name="T15" fmla="*/ 6 h 37"/>
                  <a:gd name="T16" fmla="*/ 2 w 34"/>
                  <a:gd name="T17" fmla="*/ 8 h 37"/>
                  <a:gd name="T18" fmla="*/ 13 w 34"/>
                  <a:gd name="T19" fmla="*/ 13 h 37"/>
                  <a:gd name="T20" fmla="*/ 17 w 34"/>
                  <a:gd name="T21" fmla="*/ 15 h 37"/>
                  <a:gd name="T22" fmla="*/ 21 w 34"/>
                  <a:gd name="T23" fmla="*/ 15 h 37"/>
                  <a:gd name="T24" fmla="*/ 26 w 34"/>
                  <a:gd name="T25" fmla="*/ 21 h 37"/>
                  <a:gd name="T26" fmla="*/ 28 w 34"/>
                  <a:gd name="T27" fmla="*/ 26 h 37"/>
                  <a:gd name="T28" fmla="*/ 26 w 34"/>
                  <a:gd name="T29" fmla="*/ 28 h 37"/>
                  <a:gd name="T30" fmla="*/ 26 w 34"/>
                  <a:gd name="T31" fmla="*/ 32 h 37"/>
                  <a:gd name="T32" fmla="*/ 32 w 34"/>
                  <a:gd name="T33" fmla="*/ 37 h 37"/>
                  <a:gd name="T34" fmla="*/ 34 w 34"/>
                  <a:gd name="T35" fmla="*/ 32 h 37"/>
                  <a:gd name="T36" fmla="*/ 34 w 34"/>
                  <a:gd name="T37" fmla="*/ 28 h 37"/>
                  <a:gd name="T38" fmla="*/ 34 w 34"/>
                  <a:gd name="T39" fmla="*/ 26 h 37"/>
                  <a:gd name="T40" fmla="*/ 32 w 34"/>
                  <a:gd name="T41" fmla="*/ 24 h 37"/>
                  <a:gd name="T42" fmla="*/ 32 w 34"/>
                  <a:gd name="T43" fmla="*/ 19 h 37"/>
                  <a:gd name="T44" fmla="*/ 30 w 34"/>
                  <a:gd name="T45" fmla="*/ 19 h 37"/>
                  <a:gd name="T46" fmla="*/ 26 w 34"/>
                  <a:gd name="T47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7">
                    <a:moveTo>
                      <a:pt x="26" y="15"/>
                    </a:moveTo>
                    <a:lnTo>
                      <a:pt x="25" y="13"/>
                    </a:lnTo>
                    <a:lnTo>
                      <a:pt x="23" y="11"/>
                    </a:lnTo>
                    <a:lnTo>
                      <a:pt x="17" y="11"/>
                    </a:lnTo>
                    <a:lnTo>
                      <a:pt x="13" y="6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13" y="13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6" y="21"/>
                    </a:lnTo>
                    <a:lnTo>
                      <a:pt x="28" y="26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32" y="37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2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7" name="Freeform 6225">
                <a:extLst>
                  <a:ext uri="{FF2B5EF4-FFF2-40B4-BE49-F238E27FC236}">
                    <a16:creationId xmlns:a16="http://schemas.microsoft.com/office/drawing/2014/main" id="{ABFB4BCC-F3C6-4207-9612-6ED77CAC26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7" y="299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7 h 11"/>
                  <a:gd name="T4" fmla="*/ 4 w 9"/>
                  <a:gd name="T5" fmla="*/ 7 h 11"/>
                  <a:gd name="T6" fmla="*/ 9 w 9"/>
                  <a:gd name="T7" fmla="*/ 11 h 11"/>
                  <a:gd name="T8" fmla="*/ 7 w 9"/>
                  <a:gd name="T9" fmla="*/ 5 h 11"/>
                  <a:gd name="T10" fmla="*/ 2 w 9"/>
                  <a:gd name="T11" fmla="*/ 0 h 11"/>
                  <a:gd name="T12" fmla="*/ 0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7" y="5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8" name="Freeform 6226">
                <a:extLst>
                  <a:ext uri="{FF2B5EF4-FFF2-40B4-BE49-F238E27FC236}">
                    <a16:creationId xmlns:a16="http://schemas.microsoft.com/office/drawing/2014/main" id="{03A65EA0-F518-413B-B50A-EB4CD1FEE6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84" y="3030"/>
                <a:ext cx="12" cy="5"/>
              </a:xfrm>
              <a:custGeom>
                <a:avLst/>
                <a:gdLst>
                  <a:gd name="T0" fmla="*/ 12 w 12"/>
                  <a:gd name="T1" fmla="*/ 5 h 5"/>
                  <a:gd name="T2" fmla="*/ 10 w 12"/>
                  <a:gd name="T3" fmla="*/ 2 h 5"/>
                  <a:gd name="T4" fmla="*/ 8 w 12"/>
                  <a:gd name="T5" fmla="*/ 2 h 5"/>
                  <a:gd name="T6" fmla="*/ 4 w 12"/>
                  <a:gd name="T7" fmla="*/ 0 h 5"/>
                  <a:gd name="T8" fmla="*/ 0 w 12"/>
                  <a:gd name="T9" fmla="*/ 0 h 5"/>
                  <a:gd name="T10" fmla="*/ 6 w 12"/>
                  <a:gd name="T11" fmla="*/ 5 h 5"/>
                  <a:gd name="T12" fmla="*/ 8 w 12"/>
                  <a:gd name="T13" fmla="*/ 5 h 5"/>
                  <a:gd name="T14" fmla="*/ 10 w 12"/>
                  <a:gd name="T15" fmla="*/ 5 h 5"/>
                  <a:gd name="T16" fmla="*/ 12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lnTo>
                      <a:pt x="10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9" name="Freeform 6227">
                <a:extLst>
                  <a:ext uri="{FF2B5EF4-FFF2-40B4-BE49-F238E27FC236}">
                    <a16:creationId xmlns:a16="http://schemas.microsoft.com/office/drawing/2014/main" id="{BBE81BD8-1081-4CA2-9B72-55F42713FB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5" y="2903"/>
                <a:ext cx="8" cy="8"/>
              </a:xfrm>
              <a:custGeom>
                <a:avLst/>
                <a:gdLst>
                  <a:gd name="T0" fmla="*/ 0 w 8"/>
                  <a:gd name="T1" fmla="*/ 2 h 8"/>
                  <a:gd name="T2" fmla="*/ 0 w 8"/>
                  <a:gd name="T3" fmla="*/ 6 h 8"/>
                  <a:gd name="T4" fmla="*/ 4 w 8"/>
                  <a:gd name="T5" fmla="*/ 8 h 8"/>
                  <a:gd name="T6" fmla="*/ 8 w 8"/>
                  <a:gd name="T7" fmla="*/ 6 h 8"/>
                  <a:gd name="T8" fmla="*/ 8 w 8"/>
                  <a:gd name="T9" fmla="*/ 2 h 8"/>
                  <a:gd name="T10" fmla="*/ 6 w 8"/>
                  <a:gd name="T11" fmla="*/ 0 h 8"/>
                  <a:gd name="T12" fmla="*/ 0 w 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0" name="Freeform 6228">
                <a:extLst>
                  <a:ext uri="{FF2B5EF4-FFF2-40B4-BE49-F238E27FC236}">
                    <a16:creationId xmlns:a16="http://schemas.microsoft.com/office/drawing/2014/main" id="{DC49409C-74BD-4B0A-A2AA-F00DCC7A6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8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6 h 9"/>
                  <a:gd name="T4" fmla="*/ 6 w 6"/>
                  <a:gd name="T5" fmla="*/ 0 h 9"/>
                  <a:gd name="T6" fmla="*/ 2 w 6"/>
                  <a:gd name="T7" fmla="*/ 2 h 9"/>
                  <a:gd name="T8" fmla="*/ 0 w 6"/>
                  <a:gd name="T9" fmla="*/ 4 h 9"/>
                  <a:gd name="T10" fmla="*/ 2 w 6"/>
                  <a:gd name="T11" fmla="*/ 6 h 9"/>
                  <a:gd name="T12" fmla="*/ 2 w 6"/>
                  <a:gd name="T13" fmla="*/ 6 h 9"/>
                  <a:gd name="T14" fmla="*/ 2 w 6"/>
                  <a:gd name="T15" fmla="*/ 8 h 9"/>
                  <a:gd name="T16" fmla="*/ 2 w 6"/>
                  <a:gd name="T17" fmla="*/ 9 h 9"/>
                  <a:gd name="T18" fmla="*/ 6 w 6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1" name="Freeform 6229">
                <a:extLst>
                  <a:ext uri="{FF2B5EF4-FFF2-40B4-BE49-F238E27FC236}">
                    <a16:creationId xmlns:a16="http://schemas.microsoft.com/office/drawing/2014/main" id="{809EC48B-D79A-412B-80FC-790CE9A828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88" y="2931"/>
                <a:ext cx="5" cy="7"/>
              </a:xfrm>
              <a:custGeom>
                <a:avLst/>
                <a:gdLst>
                  <a:gd name="T0" fmla="*/ 5 w 5"/>
                  <a:gd name="T1" fmla="*/ 6 h 7"/>
                  <a:gd name="T2" fmla="*/ 5 w 5"/>
                  <a:gd name="T3" fmla="*/ 0 h 7"/>
                  <a:gd name="T4" fmla="*/ 0 w 5"/>
                  <a:gd name="T5" fmla="*/ 4 h 7"/>
                  <a:gd name="T6" fmla="*/ 1 w 5"/>
                  <a:gd name="T7" fmla="*/ 7 h 7"/>
                  <a:gd name="T8" fmla="*/ 5 w 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2" name="Freeform 6230">
                <a:extLst>
                  <a:ext uri="{FF2B5EF4-FFF2-40B4-BE49-F238E27FC236}">
                    <a16:creationId xmlns:a16="http://schemas.microsoft.com/office/drawing/2014/main" id="{66C65020-0065-4099-BB52-2A927C40C7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38" y="2884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4 h 8"/>
                  <a:gd name="T4" fmla="*/ 4 w 5"/>
                  <a:gd name="T5" fmla="*/ 0 h 8"/>
                  <a:gd name="T6" fmla="*/ 0 w 5"/>
                  <a:gd name="T7" fmla="*/ 0 h 8"/>
                  <a:gd name="T8" fmla="*/ 0 w 5"/>
                  <a:gd name="T9" fmla="*/ 4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3" name="Freeform 6231">
                <a:extLst>
                  <a:ext uri="{FF2B5EF4-FFF2-40B4-BE49-F238E27FC236}">
                    <a16:creationId xmlns:a16="http://schemas.microsoft.com/office/drawing/2014/main" id="{B60059FC-A364-48C4-AF3A-7647D6079B0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99" y="2896"/>
                <a:ext cx="13" cy="5"/>
              </a:xfrm>
              <a:custGeom>
                <a:avLst/>
                <a:gdLst>
                  <a:gd name="T0" fmla="*/ 5 w 7"/>
                  <a:gd name="T1" fmla="*/ 0 h 3"/>
                  <a:gd name="T2" fmla="*/ 4 w 7"/>
                  <a:gd name="T3" fmla="*/ 0 h 3"/>
                  <a:gd name="T4" fmla="*/ 3 w 7"/>
                  <a:gd name="T5" fmla="*/ 0 h 3"/>
                  <a:gd name="T6" fmla="*/ 2 w 7"/>
                  <a:gd name="T7" fmla="*/ 0 h 3"/>
                  <a:gd name="T8" fmla="*/ 1 w 7"/>
                  <a:gd name="T9" fmla="*/ 0 h 3"/>
                  <a:gd name="T10" fmla="*/ 0 w 7"/>
                  <a:gd name="T11" fmla="*/ 0 h 3"/>
                  <a:gd name="T12" fmla="*/ 0 w 7"/>
                  <a:gd name="T13" fmla="*/ 1 h 3"/>
                  <a:gd name="T14" fmla="*/ 0 w 7"/>
                  <a:gd name="T15" fmla="*/ 1 h 3"/>
                  <a:gd name="T16" fmla="*/ 0 w 7"/>
                  <a:gd name="T17" fmla="*/ 1 h 3"/>
                  <a:gd name="T18" fmla="*/ 0 w 7"/>
                  <a:gd name="T19" fmla="*/ 2 h 3"/>
                  <a:gd name="T20" fmla="*/ 0 w 7"/>
                  <a:gd name="T21" fmla="*/ 2 h 3"/>
                  <a:gd name="T22" fmla="*/ 2 w 7"/>
                  <a:gd name="T23" fmla="*/ 3 h 3"/>
                  <a:gd name="T24" fmla="*/ 2 w 7"/>
                  <a:gd name="T25" fmla="*/ 3 h 3"/>
                  <a:gd name="T26" fmla="*/ 5 w 7"/>
                  <a:gd name="T27" fmla="*/ 3 h 3"/>
                  <a:gd name="T28" fmla="*/ 7 w 7"/>
                  <a:gd name="T29" fmla="*/ 1 h 3"/>
                  <a:gd name="T30" fmla="*/ 5 w 7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1"/>
                      <a:pt x="7" y="1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4" name="Freeform 6232">
                <a:extLst>
                  <a:ext uri="{FF2B5EF4-FFF2-40B4-BE49-F238E27FC236}">
                    <a16:creationId xmlns:a16="http://schemas.microsoft.com/office/drawing/2014/main" id="{F51AABA0-FEEA-4DEB-8AB0-ED18224480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2" y="2944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5 w 7"/>
                  <a:gd name="T3" fmla="*/ 2 h 9"/>
                  <a:gd name="T4" fmla="*/ 3 w 7"/>
                  <a:gd name="T5" fmla="*/ 0 h 9"/>
                  <a:gd name="T6" fmla="*/ 0 w 7"/>
                  <a:gd name="T7" fmla="*/ 4 h 9"/>
                  <a:gd name="T8" fmla="*/ 2 w 7"/>
                  <a:gd name="T9" fmla="*/ 6 h 9"/>
                  <a:gd name="T10" fmla="*/ 5 w 7"/>
                  <a:gd name="T11" fmla="*/ 9 h 9"/>
                  <a:gd name="T12" fmla="*/ 7 w 7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5" name="Freeform 6233">
                <a:extLst>
                  <a:ext uri="{FF2B5EF4-FFF2-40B4-BE49-F238E27FC236}">
                    <a16:creationId xmlns:a16="http://schemas.microsoft.com/office/drawing/2014/main" id="{6EDAA9C4-912B-4834-B591-C68FE1B14A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02" y="2940"/>
                <a:ext cx="6" cy="8"/>
              </a:xfrm>
              <a:custGeom>
                <a:avLst/>
                <a:gdLst>
                  <a:gd name="T0" fmla="*/ 0 w 6"/>
                  <a:gd name="T1" fmla="*/ 4 h 8"/>
                  <a:gd name="T2" fmla="*/ 2 w 6"/>
                  <a:gd name="T3" fmla="*/ 8 h 8"/>
                  <a:gd name="T4" fmla="*/ 6 w 6"/>
                  <a:gd name="T5" fmla="*/ 6 h 8"/>
                  <a:gd name="T6" fmla="*/ 6 w 6"/>
                  <a:gd name="T7" fmla="*/ 2 h 8"/>
                  <a:gd name="T8" fmla="*/ 2 w 6"/>
                  <a:gd name="T9" fmla="*/ 0 h 8"/>
                  <a:gd name="T10" fmla="*/ 0 w 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6" name="Freeform 6234">
                <a:extLst>
                  <a:ext uri="{FF2B5EF4-FFF2-40B4-BE49-F238E27FC236}">
                    <a16:creationId xmlns:a16="http://schemas.microsoft.com/office/drawing/2014/main" id="{13EDEA14-3F7F-4AD3-A6C1-2B332430AC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2925"/>
                <a:ext cx="62" cy="34"/>
              </a:xfrm>
              <a:custGeom>
                <a:avLst/>
                <a:gdLst>
                  <a:gd name="T0" fmla="*/ 56 w 62"/>
                  <a:gd name="T1" fmla="*/ 15 h 34"/>
                  <a:gd name="T2" fmla="*/ 56 w 62"/>
                  <a:gd name="T3" fmla="*/ 15 h 34"/>
                  <a:gd name="T4" fmla="*/ 62 w 62"/>
                  <a:gd name="T5" fmla="*/ 12 h 34"/>
                  <a:gd name="T6" fmla="*/ 58 w 62"/>
                  <a:gd name="T7" fmla="*/ 0 h 34"/>
                  <a:gd name="T8" fmla="*/ 56 w 62"/>
                  <a:gd name="T9" fmla="*/ 4 h 34"/>
                  <a:gd name="T10" fmla="*/ 50 w 62"/>
                  <a:gd name="T11" fmla="*/ 2 h 34"/>
                  <a:gd name="T12" fmla="*/ 49 w 62"/>
                  <a:gd name="T13" fmla="*/ 12 h 34"/>
                  <a:gd name="T14" fmla="*/ 49 w 62"/>
                  <a:gd name="T15" fmla="*/ 13 h 34"/>
                  <a:gd name="T16" fmla="*/ 41 w 62"/>
                  <a:gd name="T17" fmla="*/ 17 h 34"/>
                  <a:gd name="T18" fmla="*/ 39 w 62"/>
                  <a:gd name="T19" fmla="*/ 21 h 34"/>
                  <a:gd name="T20" fmla="*/ 36 w 62"/>
                  <a:gd name="T21" fmla="*/ 21 h 34"/>
                  <a:gd name="T22" fmla="*/ 32 w 62"/>
                  <a:gd name="T23" fmla="*/ 19 h 34"/>
                  <a:gd name="T24" fmla="*/ 30 w 62"/>
                  <a:gd name="T25" fmla="*/ 21 h 34"/>
                  <a:gd name="T26" fmla="*/ 30 w 62"/>
                  <a:gd name="T27" fmla="*/ 17 h 34"/>
                  <a:gd name="T28" fmla="*/ 32 w 62"/>
                  <a:gd name="T29" fmla="*/ 13 h 34"/>
                  <a:gd name="T30" fmla="*/ 26 w 62"/>
                  <a:gd name="T31" fmla="*/ 12 h 34"/>
                  <a:gd name="T32" fmla="*/ 26 w 62"/>
                  <a:gd name="T33" fmla="*/ 15 h 34"/>
                  <a:gd name="T34" fmla="*/ 24 w 62"/>
                  <a:gd name="T35" fmla="*/ 17 h 34"/>
                  <a:gd name="T36" fmla="*/ 23 w 62"/>
                  <a:gd name="T37" fmla="*/ 19 h 34"/>
                  <a:gd name="T38" fmla="*/ 17 w 62"/>
                  <a:gd name="T39" fmla="*/ 21 h 34"/>
                  <a:gd name="T40" fmla="*/ 13 w 62"/>
                  <a:gd name="T41" fmla="*/ 19 h 34"/>
                  <a:gd name="T42" fmla="*/ 8 w 62"/>
                  <a:gd name="T43" fmla="*/ 21 h 34"/>
                  <a:gd name="T44" fmla="*/ 0 w 62"/>
                  <a:gd name="T45" fmla="*/ 23 h 34"/>
                  <a:gd name="T46" fmla="*/ 8 w 62"/>
                  <a:gd name="T47" fmla="*/ 28 h 34"/>
                  <a:gd name="T48" fmla="*/ 11 w 62"/>
                  <a:gd name="T49" fmla="*/ 34 h 34"/>
                  <a:gd name="T50" fmla="*/ 19 w 62"/>
                  <a:gd name="T51" fmla="*/ 32 h 34"/>
                  <a:gd name="T52" fmla="*/ 24 w 62"/>
                  <a:gd name="T53" fmla="*/ 34 h 34"/>
                  <a:gd name="T54" fmla="*/ 34 w 62"/>
                  <a:gd name="T55" fmla="*/ 34 h 34"/>
                  <a:gd name="T56" fmla="*/ 39 w 62"/>
                  <a:gd name="T57" fmla="*/ 34 h 34"/>
                  <a:gd name="T58" fmla="*/ 41 w 62"/>
                  <a:gd name="T59" fmla="*/ 30 h 34"/>
                  <a:gd name="T60" fmla="*/ 50 w 62"/>
                  <a:gd name="T61" fmla="*/ 25 h 34"/>
                  <a:gd name="T62" fmla="*/ 50 w 62"/>
                  <a:gd name="T63" fmla="*/ 23 h 34"/>
                  <a:gd name="T64" fmla="*/ 56 w 62"/>
                  <a:gd name="T65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" h="34">
                    <a:moveTo>
                      <a:pt x="60" y="19"/>
                    </a:moveTo>
                    <a:lnTo>
                      <a:pt x="56" y="15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8" y="15"/>
                    </a:lnTo>
                    <a:lnTo>
                      <a:pt x="62" y="12"/>
                    </a:lnTo>
                    <a:lnTo>
                      <a:pt x="62" y="4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1" y="17"/>
                    </a:lnTo>
                    <a:lnTo>
                      <a:pt x="39" y="19"/>
                    </a:lnTo>
                    <a:lnTo>
                      <a:pt x="39" y="21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8" y="19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2" y="13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4" y="13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4" y="17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4" y="27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1" y="34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1" y="34"/>
                    </a:lnTo>
                    <a:lnTo>
                      <a:pt x="24" y="34"/>
                    </a:lnTo>
                    <a:lnTo>
                      <a:pt x="32" y="34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39" y="34"/>
                    </a:lnTo>
                    <a:lnTo>
                      <a:pt x="41" y="32"/>
                    </a:lnTo>
                    <a:lnTo>
                      <a:pt x="41" y="30"/>
                    </a:lnTo>
                    <a:lnTo>
                      <a:pt x="45" y="30"/>
                    </a:lnTo>
                    <a:lnTo>
                      <a:pt x="50" y="25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2" y="25"/>
                    </a:lnTo>
                    <a:lnTo>
                      <a:pt x="56" y="23"/>
                    </a:lnTo>
                    <a:lnTo>
                      <a:pt x="6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7" name="Freeform 6235">
                <a:extLst>
                  <a:ext uri="{FF2B5EF4-FFF2-40B4-BE49-F238E27FC236}">
                    <a16:creationId xmlns:a16="http://schemas.microsoft.com/office/drawing/2014/main" id="{FAAF5306-409E-4010-8F7D-81D0D062D6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6" y="2590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5 h 5"/>
                  <a:gd name="T4" fmla="*/ 8 w 8"/>
                  <a:gd name="T5" fmla="*/ 4 h 5"/>
                  <a:gd name="T6" fmla="*/ 2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lnTo>
                      <a:pt x="0" y="5"/>
                    </a:lnTo>
                    <a:lnTo>
                      <a:pt x="8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8" name="Freeform 6236">
                <a:extLst>
                  <a:ext uri="{FF2B5EF4-FFF2-40B4-BE49-F238E27FC236}">
                    <a16:creationId xmlns:a16="http://schemas.microsoft.com/office/drawing/2014/main" id="{954418AD-4BDA-47E6-8762-1174BF16AC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7" y="2685"/>
                <a:ext cx="22" cy="39"/>
              </a:xfrm>
              <a:custGeom>
                <a:avLst/>
                <a:gdLst>
                  <a:gd name="T0" fmla="*/ 4 w 22"/>
                  <a:gd name="T1" fmla="*/ 37 h 39"/>
                  <a:gd name="T2" fmla="*/ 7 w 22"/>
                  <a:gd name="T3" fmla="*/ 35 h 39"/>
                  <a:gd name="T4" fmla="*/ 7 w 22"/>
                  <a:gd name="T5" fmla="*/ 35 h 39"/>
                  <a:gd name="T6" fmla="*/ 11 w 22"/>
                  <a:gd name="T7" fmla="*/ 34 h 39"/>
                  <a:gd name="T8" fmla="*/ 9 w 22"/>
                  <a:gd name="T9" fmla="*/ 35 h 39"/>
                  <a:gd name="T10" fmla="*/ 13 w 22"/>
                  <a:gd name="T11" fmla="*/ 39 h 39"/>
                  <a:gd name="T12" fmla="*/ 17 w 22"/>
                  <a:gd name="T13" fmla="*/ 35 h 39"/>
                  <a:gd name="T14" fmla="*/ 17 w 22"/>
                  <a:gd name="T15" fmla="*/ 32 h 39"/>
                  <a:gd name="T16" fmla="*/ 15 w 22"/>
                  <a:gd name="T17" fmla="*/ 32 h 39"/>
                  <a:gd name="T18" fmla="*/ 17 w 22"/>
                  <a:gd name="T19" fmla="*/ 30 h 39"/>
                  <a:gd name="T20" fmla="*/ 18 w 22"/>
                  <a:gd name="T21" fmla="*/ 28 h 39"/>
                  <a:gd name="T22" fmla="*/ 20 w 22"/>
                  <a:gd name="T23" fmla="*/ 24 h 39"/>
                  <a:gd name="T24" fmla="*/ 22 w 22"/>
                  <a:gd name="T25" fmla="*/ 24 h 39"/>
                  <a:gd name="T26" fmla="*/ 22 w 22"/>
                  <a:gd name="T27" fmla="*/ 20 h 39"/>
                  <a:gd name="T28" fmla="*/ 20 w 22"/>
                  <a:gd name="T29" fmla="*/ 17 h 39"/>
                  <a:gd name="T30" fmla="*/ 18 w 22"/>
                  <a:gd name="T31" fmla="*/ 19 h 39"/>
                  <a:gd name="T32" fmla="*/ 17 w 22"/>
                  <a:gd name="T33" fmla="*/ 20 h 39"/>
                  <a:gd name="T34" fmla="*/ 17 w 22"/>
                  <a:gd name="T35" fmla="*/ 19 h 39"/>
                  <a:gd name="T36" fmla="*/ 13 w 22"/>
                  <a:gd name="T37" fmla="*/ 17 h 39"/>
                  <a:gd name="T38" fmla="*/ 11 w 22"/>
                  <a:gd name="T39" fmla="*/ 17 h 39"/>
                  <a:gd name="T40" fmla="*/ 11 w 22"/>
                  <a:gd name="T41" fmla="*/ 17 h 39"/>
                  <a:gd name="T42" fmla="*/ 7 w 22"/>
                  <a:gd name="T43" fmla="*/ 15 h 39"/>
                  <a:gd name="T44" fmla="*/ 5 w 22"/>
                  <a:gd name="T45" fmla="*/ 13 h 39"/>
                  <a:gd name="T46" fmla="*/ 5 w 22"/>
                  <a:gd name="T47" fmla="*/ 13 h 39"/>
                  <a:gd name="T48" fmla="*/ 7 w 22"/>
                  <a:gd name="T49" fmla="*/ 7 h 39"/>
                  <a:gd name="T50" fmla="*/ 7 w 22"/>
                  <a:gd name="T51" fmla="*/ 6 h 39"/>
                  <a:gd name="T52" fmla="*/ 7 w 22"/>
                  <a:gd name="T53" fmla="*/ 0 h 39"/>
                  <a:gd name="T54" fmla="*/ 4 w 22"/>
                  <a:gd name="T55" fmla="*/ 4 h 39"/>
                  <a:gd name="T56" fmla="*/ 4 w 22"/>
                  <a:gd name="T57" fmla="*/ 6 h 39"/>
                  <a:gd name="T58" fmla="*/ 2 w 22"/>
                  <a:gd name="T59" fmla="*/ 9 h 39"/>
                  <a:gd name="T60" fmla="*/ 4 w 22"/>
                  <a:gd name="T61" fmla="*/ 13 h 39"/>
                  <a:gd name="T62" fmla="*/ 2 w 22"/>
                  <a:gd name="T63" fmla="*/ 15 h 39"/>
                  <a:gd name="T64" fmla="*/ 0 w 22"/>
                  <a:gd name="T65" fmla="*/ 17 h 39"/>
                  <a:gd name="T66" fmla="*/ 4 w 22"/>
                  <a:gd name="T67" fmla="*/ 19 h 39"/>
                  <a:gd name="T68" fmla="*/ 4 w 22"/>
                  <a:gd name="T69" fmla="*/ 19 h 39"/>
                  <a:gd name="T70" fmla="*/ 4 w 22"/>
                  <a:gd name="T71" fmla="*/ 20 h 39"/>
                  <a:gd name="T72" fmla="*/ 4 w 22"/>
                  <a:gd name="T73" fmla="*/ 22 h 39"/>
                  <a:gd name="T74" fmla="*/ 4 w 22"/>
                  <a:gd name="T75" fmla="*/ 28 h 39"/>
                  <a:gd name="T76" fmla="*/ 4 w 22"/>
                  <a:gd name="T77" fmla="*/ 32 h 39"/>
                  <a:gd name="T78" fmla="*/ 4 w 22"/>
                  <a:gd name="T7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39">
                    <a:moveTo>
                      <a:pt x="4" y="37"/>
                    </a:moveTo>
                    <a:lnTo>
                      <a:pt x="7" y="35"/>
                    </a:lnTo>
                    <a:lnTo>
                      <a:pt x="7" y="35"/>
                    </a:lnTo>
                    <a:lnTo>
                      <a:pt x="11" y="34"/>
                    </a:lnTo>
                    <a:lnTo>
                      <a:pt x="9" y="35"/>
                    </a:lnTo>
                    <a:lnTo>
                      <a:pt x="13" y="39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5" y="32"/>
                    </a:lnTo>
                    <a:lnTo>
                      <a:pt x="17" y="30"/>
                    </a:lnTo>
                    <a:lnTo>
                      <a:pt x="18" y="28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0" y="17"/>
                    </a:lnTo>
                    <a:lnTo>
                      <a:pt x="18" y="19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4" y="3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9" name="Freeform 6237">
                <a:extLst>
                  <a:ext uri="{FF2B5EF4-FFF2-40B4-BE49-F238E27FC236}">
                    <a16:creationId xmlns:a16="http://schemas.microsoft.com/office/drawing/2014/main" id="{4A4401D6-E6A5-49A5-B380-A801D9940A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691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2 w 6"/>
                  <a:gd name="T3" fmla="*/ 0 h 3"/>
                  <a:gd name="T4" fmla="*/ 0 w 6"/>
                  <a:gd name="T5" fmla="*/ 0 h 3"/>
                  <a:gd name="T6" fmla="*/ 0 w 6"/>
                  <a:gd name="T7" fmla="*/ 3 h 3"/>
                  <a:gd name="T8" fmla="*/ 6 w 6"/>
                  <a:gd name="T9" fmla="*/ 3 h 3"/>
                  <a:gd name="T10" fmla="*/ 6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0" name="Freeform 6238">
                <a:extLst>
                  <a:ext uri="{FF2B5EF4-FFF2-40B4-BE49-F238E27FC236}">
                    <a16:creationId xmlns:a16="http://schemas.microsoft.com/office/drawing/2014/main" id="{4B8037FE-A155-4FAA-B1A8-5E64D7DDA0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709"/>
                <a:ext cx="26" cy="34"/>
              </a:xfrm>
              <a:custGeom>
                <a:avLst/>
                <a:gdLst>
                  <a:gd name="T0" fmla="*/ 19 w 26"/>
                  <a:gd name="T1" fmla="*/ 10 h 34"/>
                  <a:gd name="T2" fmla="*/ 19 w 26"/>
                  <a:gd name="T3" fmla="*/ 6 h 34"/>
                  <a:gd name="T4" fmla="*/ 15 w 26"/>
                  <a:gd name="T5" fmla="*/ 4 h 34"/>
                  <a:gd name="T6" fmla="*/ 13 w 26"/>
                  <a:gd name="T7" fmla="*/ 4 h 34"/>
                  <a:gd name="T8" fmla="*/ 11 w 26"/>
                  <a:gd name="T9" fmla="*/ 4 h 34"/>
                  <a:gd name="T10" fmla="*/ 9 w 26"/>
                  <a:gd name="T11" fmla="*/ 6 h 34"/>
                  <a:gd name="T12" fmla="*/ 9 w 26"/>
                  <a:gd name="T13" fmla="*/ 8 h 34"/>
                  <a:gd name="T14" fmla="*/ 8 w 26"/>
                  <a:gd name="T15" fmla="*/ 11 h 34"/>
                  <a:gd name="T16" fmla="*/ 8 w 26"/>
                  <a:gd name="T17" fmla="*/ 15 h 34"/>
                  <a:gd name="T18" fmla="*/ 6 w 26"/>
                  <a:gd name="T19" fmla="*/ 17 h 34"/>
                  <a:gd name="T20" fmla="*/ 2 w 26"/>
                  <a:gd name="T21" fmla="*/ 19 h 34"/>
                  <a:gd name="T22" fmla="*/ 0 w 26"/>
                  <a:gd name="T23" fmla="*/ 21 h 34"/>
                  <a:gd name="T24" fmla="*/ 2 w 26"/>
                  <a:gd name="T25" fmla="*/ 26 h 34"/>
                  <a:gd name="T26" fmla="*/ 4 w 26"/>
                  <a:gd name="T27" fmla="*/ 26 h 34"/>
                  <a:gd name="T28" fmla="*/ 8 w 26"/>
                  <a:gd name="T29" fmla="*/ 28 h 34"/>
                  <a:gd name="T30" fmla="*/ 9 w 26"/>
                  <a:gd name="T31" fmla="*/ 28 h 34"/>
                  <a:gd name="T32" fmla="*/ 9 w 26"/>
                  <a:gd name="T33" fmla="*/ 32 h 34"/>
                  <a:gd name="T34" fmla="*/ 13 w 26"/>
                  <a:gd name="T35" fmla="*/ 32 h 34"/>
                  <a:gd name="T36" fmla="*/ 15 w 26"/>
                  <a:gd name="T37" fmla="*/ 30 h 34"/>
                  <a:gd name="T38" fmla="*/ 19 w 26"/>
                  <a:gd name="T39" fmla="*/ 34 h 34"/>
                  <a:gd name="T40" fmla="*/ 22 w 26"/>
                  <a:gd name="T41" fmla="*/ 32 h 34"/>
                  <a:gd name="T42" fmla="*/ 22 w 26"/>
                  <a:gd name="T43" fmla="*/ 28 h 34"/>
                  <a:gd name="T44" fmla="*/ 21 w 26"/>
                  <a:gd name="T45" fmla="*/ 28 h 34"/>
                  <a:gd name="T46" fmla="*/ 17 w 26"/>
                  <a:gd name="T47" fmla="*/ 28 h 34"/>
                  <a:gd name="T48" fmla="*/ 17 w 26"/>
                  <a:gd name="T49" fmla="*/ 30 h 34"/>
                  <a:gd name="T50" fmla="*/ 17 w 26"/>
                  <a:gd name="T51" fmla="*/ 28 h 34"/>
                  <a:gd name="T52" fmla="*/ 17 w 26"/>
                  <a:gd name="T53" fmla="*/ 26 h 34"/>
                  <a:gd name="T54" fmla="*/ 19 w 26"/>
                  <a:gd name="T55" fmla="*/ 24 h 34"/>
                  <a:gd name="T56" fmla="*/ 21 w 26"/>
                  <a:gd name="T57" fmla="*/ 17 h 34"/>
                  <a:gd name="T58" fmla="*/ 24 w 26"/>
                  <a:gd name="T59" fmla="*/ 13 h 34"/>
                  <a:gd name="T60" fmla="*/ 24 w 26"/>
                  <a:gd name="T61" fmla="*/ 11 h 34"/>
                  <a:gd name="T62" fmla="*/ 24 w 26"/>
                  <a:gd name="T63" fmla="*/ 8 h 34"/>
                  <a:gd name="T64" fmla="*/ 26 w 26"/>
                  <a:gd name="T65" fmla="*/ 6 h 34"/>
                  <a:gd name="T66" fmla="*/ 26 w 26"/>
                  <a:gd name="T67" fmla="*/ 0 h 34"/>
                  <a:gd name="T68" fmla="*/ 22 w 26"/>
                  <a:gd name="T69" fmla="*/ 0 h 34"/>
                  <a:gd name="T70" fmla="*/ 21 w 26"/>
                  <a:gd name="T71" fmla="*/ 6 h 34"/>
                  <a:gd name="T72" fmla="*/ 19 w 26"/>
                  <a:gd name="T73" fmla="*/ 10 h 34"/>
                  <a:gd name="T74" fmla="*/ 19 w 26"/>
                  <a:gd name="T75" fmla="*/ 13 h 34"/>
                  <a:gd name="T76" fmla="*/ 17 w 26"/>
                  <a:gd name="T77" fmla="*/ 17 h 34"/>
                  <a:gd name="T78" fmla="*/ 15 w 26"/>
                  <a:gd name="T79" fmla="*/ 21 h 34"/>
                  <a:gd name="T80" fmla="*/ 15 w 26"/>
                  <a:gd name="T81" fmla="*/ 23 h 34"/>
                  <a:gd name="T82" fmla="*/ 15 w 26"/>
                  <a:gd name="T83" fmla="*/ 24 h 34"/>
                  <a:gd name="T84" fmla="*/ 15 w 26"/>
                  <a:gd name="T85" fmla="*/ 24 h 34"/>
                  <a:gd name="T86" fmla="*/ 15 w 26"/>
                  <a:gd name="T87" fmla="*/ 19 h 34"/>
                  <a:gd name="T88" fmla="*/ 15 w 26"/>
                  <a:gd name="T89" fmla="*/ 11 h 34"/>
                  <a:gd name="T90" fmla="*/ 19 w 26"/>
                  <a:gd name="T9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34">
                    <a:moveTo>
                      <a:pt x="19" y="10"/>
                    </a:moveTo>
                    <a:lnTo>
                      <a:pt x="19" y="6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9" y="34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9" y="24"/>
                    </a:lnTo>
                    <a:lnTo>
                      <a:pt x="21" y="17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6" y="6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6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9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1" name="Freeform 6239">
                <a:extLst>
                  <a:ext uri="{FF2B5EF4-FFF2-40B4-BE49-F238E27FC236}">
                    <a16:creationId xmlns:a16="http://schemas.microsoft.com/office/drawing/2014/main" id="{8E45C486-A903-4730-A49E-64812865B6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80" y="2705"/>
                <a:ext cx="45" cy="56"/>
              </a:xfrm>
              <a:custGeom>
                <a:avLst/>
                <a:gdLst>
                  <a:gd name="T0" fmla="*/ 0 w 45"/>
                  <a:gd name="T1" fmla="*/ 53 h 56"/>
                  <a:gd name="T2" fmla="*/ 4 w 45"/>
                  <a:gd name="T3" fmla="*/ 56 h 56"/>
                  <a:gd name="T4" fmla="*/ 5 w 45"/>
                  <a:gd name="T5" fmla="*/ 56 h 56"/>
                  <a:gd name="T6" fmla="*/ 5 w 45"/>
                  <a:gd name="T7" fmla="*/ 53 h 56"/>
                  <a:gd name="T8" fmla="*/ 7 w 45"/>
                  <a:gd name="T9" fmla="*/ 51 h 56"/>
                  <a:gd name="T10" fmla="*/ 5 w 45"/>
                  <a:gd name="T11" fmla="*/ 49 h 56"/>
                  <a:gd name="T12" fmla="*/ 7 w 45"/>
                  <a:gd name="T13" fmla="*/ 49 h 56"/>
                  <a:gd name="T14" fmla="*/ 11 w 45"/>
                  <a:gd name="T15" fmla="*/ 51 h 56"/>
                  <a:gd name="T16" fmla="*/ 9 w 45"/>
                  <a:gd name="T17" fmla="*/ 45 h 56"/>
                  <a:gd name="T18" fmla="*/ 7 w 45"/>
                  <a:gd name="T19" fmla="*/ 45 h 56"/>
                  <a:gd name="T20" fmla="*/ 7 w 45"/>
                  <a:gd name="T21" fmla="*/ 45 h 56"/>
                  <a:gd name="T22" fmla="*/ 9 w 45"/>
                  <a:gd name="T23" fmla="*/ 43 h 56"/>
                  <a:gd name="T24" fmla="*/ 11 w 45"/>
                  <a:gd name="T25" fmla="*/ 43 h 56"/>
                  <a:gd name="T26" fmla="*/ 13 w 45"/>
                  <a:gd name="T27" fmla="*/ 41 h 56"/>
                  <a:gd name="T28" fmla="*/ 17 w 45"/>
                  <a:gd name="T29" fmla="*/ 40 h 56"/>
                  <a:gd name="T30" fmla="*/ 18 w 45"/>
                  <a:gd name="T31" fmla="*/ 36 h 56"/>
                  <a:gd name="T32" fmla="*/ 22 w 45"/>
                  <a:gd name="T33" fmla="*/ 34 h 56"/>
                  <a:gd name="T34" fmla="*/ 26 w 45"/>
                  <a:gd name="T35" fmla="*/ 32 h 56"/>
                  <a:gd name="T36" fmla="*/ 26 w 45"/>
                  <a:gd name="T37" fmla="*/ 30 h 56"/>
                  <a:gd name="T38" fmla="*/ 28 w 45"/>
                  <a:gd name="T39" fmla="*/ 28 h 56"/>
                  <a:gd name="T40" fmla="*/ 28 w 45"/>
                  <a:gd name="T41" fmla="*/ 25 h 56"/>
                  <a:gd name="T42" fmla="*/ 28 w 45"/>
                  <a:gd name="T43" fmla="*/ 23 h 56"/>
                  <a:gd name="T44" fmla="*/ 33 w 45"/>
                  <a:gd name="T45" fmla="*/ 23 h 56"/>
                  <a:gd name="T46" fmla="*/ 33 w 45"/>
                  <a:gd name="T47" fmla="*/ 19 h 56"/>
                  <a:gd name="T48" fmla="*/ 35 w 45"/>
                  <a:gd name="T49" fmla="*/ 19 h 56"/>
                  <a:gd name="T50" fmla="*/ 37 w 45"/>
                  <a:gd name="T51" fmla="*/ 17 h 56"/>
                  <a:gd name="T52" fmla="*/ 39 w 45"/>
                  <a:gd name="T53" fmla="*/ 17 h 56"/>
                  <a:gd name="T54" fmla="*/ 41 w 45"/>
                  <a:gd name="T55" fmla="*/ 17 h 56"/>
                  <a:gd name="T56" fmla="*/ 45 w 45"/>
                  <a:gd name="T57" fmla="*/ 17 h 56"/>
                  <a:gd name="T58" fmla="*/ 45 w 45"/>
                  <a:gd name="T59" fmla="*/ 14 h 56"/>
                  <a:gd name="T60" fmla="*/ 43 w 45"/>
                  <a:gd name="T61" fmla="*/ 14 h 56"/>
                  <a:gd name="T62" fmla="*/ 41 w 45"/>
                  <a:gd name="T63" fmla="*/ 10 h 56"/>
                  <a:gd name="T64" fmla="*/ 41 w 45"/>
                  <a:gd name="T65" fmla="*/ 14 h 56"/>
                  <a:gd name="T66" fmla="*/ 39 w 45"/>
                  <a:gd name="T67" fmla="*/ 14 h 56"/>
                  <a:gd name="T68" fmla="*/ 37 w 45"/>
                  <a:gd name="T69" fmla="*/ 12 h 56"/>
                  <a:gd name="T70" fmla="*/ 35 w 45"/>
                  <a:gd name="T71" fmla="*/ 8 h 56"/>
                  <a:gd name="T72" fmla="*/ 35 w 45"/>
                  <a:gd name="T73" fmla="*/ 6 h 56"/>
                  <a:gd name="T74" fmla="*/ 35 w 45"/>
                  <a:gd name="T75" fmla="*/ 0 h 56"/>
                  <a:gd name="T76" fmla="*/ 33 w 45"/>
                  <a:gd name="T77" fmla="*/ 2 h 56"/>
                  <a:gd name="T78" fmla="*/ 31 w 45"/>
                  <a:gd name="T79" fmla="*/ 8 h 56"/>
                  <a:gd name="T80" fmla="*/ 31 w 45"/>
                  <a:gd name="T81" fmla="*/ 10 h 56"/>
                  <a:gd name="T82" fmla="*/ 28 w 45"/>
                  <a:gd name="T83" fmla="*/ 6 h 56"/>
                  <a:gd name="T84" fmla="*/ 31 w 45"/>
                  <a:gd name="T85" fmla="*/ 14 h 56"/>
                  <a:gd name="T86" fmla="*/ 31 w 45"/>
                  <a:gd name="T87" fmla="*/ 14 h 56"/>
                  <a:gd name="T88" fmla="*/ 30 w 45"/>
                  <a:gd name="T89" fmla="*/ 15 h 56"/>
                  <a:gd name="T90" fmla="*/ 28 w 45"/>
                  <a:gd name="T91" fmla="*/ 15 h 56"/>
                  <a:gd name="T92" fmla="*/ 26 w 45"/>
                  <a:gd name="T93" fmla="*/ 19 h 56"/>
                  <a:gd name="T94" fmla="*/ 26 w 45"/>
                  <a:gd name="T95" fmla="*/ 21 h 56"/>
                  <a:gd name="T96" fmla="*/ 22 w 45"/>
                  <a:gd name="T97" fmla="*/ 23 h 56"/>
                  <a:gd name="T98" fmla="*/ 20 w 45"/>
                  <a:gd name="T99" fmla="*/ 28 h 56"/>
                  <a:gd name="T100" fmla="*/ 17 w 45"/>
                  <a:gd name="T101" fmla="*/ 32 h 56"/>
                  <a:gd name="T102" fmla="*/ 13 w 45"/>
                  <a:gd name="T103" fmla="*/ 32 h 56"/>
                  <a:gd name="T104" fmla="*/ 11 w 45"/>
                  <a:gd name="T105" fmla="*/ 36 h 56"/>
                  <a:gd name="T106" fmla="*/ 9 w 45"/>
                  <a:gd name="T107" fmla="*/ 36 h 56"/>
                  <a:gd name="T108" fmla="*/ 5 w 45"/>
                  <a:gd name="T109" fmla="*/ 41 h 56"/>
                  <a:gd name="T110" fmla="*/ 5 w 45"/>
                  <a:gd name="T111" fmla="*/ 43 h 56"/>
                  <a:gd name="T112" fmla="*/ 5 w 45"/>
                  <a:gd name="T113" fmla="*/ 45 h 56"/>
                  <a:gd name="T114" fmla="*/ 2 w 45"/>
                  <a:gd name="T115" fmla="*/ 49 h 56"/>
                  <a:gd name="T116" fmla="*/ 4 w 45"/>
                  <a:gd name="T117" fmla="*/ 49 h 56"/>
                  <a:gd name="T118" fmla="*/ 0 w 45"/>
                  <a:gd name="T119" fmla="*/ 49 h 56"/>
                  <a:gd name="T120" fmla="*/ 0 w 45"/>
                  <a:gd name="T121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" h="56">
                    <a:moveTo>
                      <a:pt x="0" y="53"/>
                    </a:moveTo>
                    <a:lnTo>
                      <a:pt x="4" y="56"/>
                    </a:lnTo>
                    <a:lnTo>
                      <a:pt x="5" y="56"/>
                    </a:lnTo>
                    <a:lnTo>
                      <a:pt x="5" y="53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11" y="51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3" y="41"/>
                    </a:lnTo>
                    <a:lnTo>
                      <a:pt x="17" y="40"/>
                    </a:lnTo>
                    <a:lnTo>
                      <a:pt x="18" y="36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8" y="28"/>
                    </a:lnTo>
                    <a:lnTo>
                      <a:pt x="28" y="25"/>
                    </a:lnTo>
                    <a:lnTo>
                      <a:pt x="28" y="23"/>
                    </a:lnTo>
                    <a:lnTo>
                      <a:pt x="33" y="23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3" y="14"/>
                    </a:lnTo>
                    <a:lnTo>
                      <a:pt x="41" y="10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8" y="15"/>
                    </a:lnTo>
                    <a:lnTo>
                      <a:pt x="26" y="19"/>
                    </a:lnTo>
                    <a:lnTo>
                      <a:pt x="26" y="21"/>
                    </a:lnTo>
                    <a:lnTo>
                      <a:pt x="22" y="23"/>
                    </a:lnTo>
                    <a:lnTo>
                      <a:pt x="20" y="28"/>
                    </a:lnTo>
                    <a:lnTo>
                      <a:pt x="17" y="32"/>
                    </a:lnTo>
                    <a:lnTo>
                      <a:pt x="13" y="32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5" y="41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2" y="49"/>
                    </a:lnTo>
                    <a:lnTo>
                      <a:pt x="4" y="49"/>
                    </a:lnTo>
                    <a:lnTo>
                      <a:pt x="0" y="49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2" name="Freeform 6240">
                <a:extLst>
                  <a:ext uri="{FF2B5EF4-FFF2-40B4-BE49-F238E27FC236}">
                    <a16:creationId xmlns:a16="http://schemas.microsoft.com/office/drawing/2014/main" id="{AAB74FC5-DC73-4CFC-BAD7-FA1107119D1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599"/>
                <a:ext cx="71" cy="103"/>
              </a:xfrm>
              <a:custGeom>
                <a:avLst/>
                <a:gdLst>
                  <a:gd name="T0" fmla="*/ 30 w 71"/>
                  <a:gd name="T1" fmla="*/ 2 h 103"/>
                  <a:gd name="T2" fmla="*/ 25 w 71"/>
                  <a:gd name="T3" fmla="*/ 6 h 103"/>
                  <a:gd name="T4" fmla="*/ 10 w 71"/>
                  <a:gd name="T5" fmla="*/ 2 h 103"/>
                  <a:gd name="T6" fmla="*/ 8 w 71"/>
                  <a:gd name="T7" fmla="*/ 21 h 103"/>
                  <a:gd name="T8" fmla="*/ 6 w 71"/>
                  <a:gd name="T9" fmla="*/ 36 h 103"/>
                  <a:gd name="T10" fmla="*/ 0 w 71"/>
                  <a:gd name="T11" fmla="*/ 39 h 103"/>
                  <a:gd name="T12" fmla="*/ 2 w 71"/>
                  <a:gd name="T13" fmla="*/ 49 h 103"/>
                  <a:gd name="T14" fmla="*/ 8 w 71"/>
                  <a:gd name="T15" fmla="*/ 58 h 103"/>
                  <a:gd name="T16" fmla="*/ 17 w 71"/>
                  <a:gd name="T17" fmla="*/ 62 h 103"/>
                  <a:gd name="T18" fmla="*/ 17 w 71"/>
                  <a:gd name="T19" fmla="*/ 62 h 103"/>
                  <a:gd name="T20" fmla="*/ 17 w 71"/>
                  <a:gd name="T21" fmla="*/ 77 h 103"/>
                  <a:gd name="T22" fmla="*/ 13 w 71"/>
                  <a:gd name="T23" fmla="*/ 80 h 103"/>
                  <a:gd name="T24" fmla="*/ 17 w 71"/>
                  <a:gd name="T25" fmla="*/ 90 h 103"/>
                  <a:gd name="T26" fmla="*/ 26 w 71"/>
                  <a:gd name="T27" fmla="*/ 97 h 103"/>
                  <a:gd name="T28" fmla="*/ 32 w 71"/>
                  <a:gd name="T29" fmla="*/ 90 h 103"/>
                  <a:gd name="T30" fmla="*/ 28 w 71"/>
                  <a:gd name="T31" fmla="*/ 80 h 103"/>
                  <a:gd name="T32" fmla="*/ 26 w 71"/>
                  <a:gd name="T33" fmla="*/ 78 h 103"/>
                  <a:gd name="T34" fmla="*/ 32 w 71"/>
                  <a:gd name="T35" fmla="*/ 71 h 103"/>
                  <a:gd name="T36" fmla="*/ 45 w 71"/>
                  <a:gd name="T37" fmla="*/ 82 h 103"/>
                  <a:gd name="T38" fmla="*/ 45 w 71"/>
                  <a:gd name="T39" fmla="*/ 73 h 103"/>
                  <a:gd name="T40" fmla="*/ 54 w 71"/>
                  <a:gd name="T41" fmla="*/ 80 h 103"/>
                  <a:gd name="T42" fmla="*/ 49 w 71"/>
                  <a:gd name="T43" fmla="*/ 84 h 103"/>
                  <a:gd name="T44" fmla="*/ 52 w 71"/>
                  <a:gd name="T45" fmla="*/ 97 h 103"/>
                  <a:gd name="T46" fmla="*/ 58 w 71"/>
                  <a:gd name="T47" fmla="*/ 97 h 103"/>
                  <a:gd name="T48" fmla="*/ 69 w 71"/>
                  <a:gd name="T49" fmla="*/ 99 h 103"/>
                  <a:gd name="T50" fmla="*/ 64 w 71"/>
                  <a:gd name="T51" fmla="*/ 93 h 103"/>
                  <a:gd name="T52" fmla="*/ 69 w 71"/>
                  <a:gd name="T53" fmla="*/ 86 h 103"/>
                  <a:gd name="T54" fmla="*/ 62 w 71"/>
                  <a:gd name="T55" fmla="*/ 82 h 103"/>
                  <a:gd name="T56" fmla="*/ 60 w 71"/>
                  <a:gd name="T57" fmla="*/ 75 h 103"/>
                  <a:gd name="T58" fmla="*/ 71 w 71"/>
                  <a:gd name="T59" fmla="*/ 77 h 103"/>
                  <a:gd name="T60" fmla="*/ 65 w 71"/>
                  <a:gd name="T61" fmla="*/ 69 h 103"/>
                  <a:gd name="T62" fmla="*/ 64 w 71"/>
                  <a:gd name="T63" fmla="*/ 73 h 103"/>
                  <a:gd name="T64" fmla="*/ 52 w 71"/>
                  <a:gd name="T65" fmla="*/ 69 h 103"/>
                  <a:gd name="T66" fmla="*/ 52 w 71"/>
                  <a:gd name="T67" fmla="*/ 69 h 103"/>
                  <a:gd name="T68" fmla="*/ 38 w 71"/>
                  <a:gd name="T69" fmla="*/ 65 h 103"/>
                  <a:gd name="T70" fmla="*/ 36 w 71"/>
                  <a:gd name="T71" fmla="*/ 60 h 103"/>
                  <a:gd name="T72" fmla="*/ 30 w 71"/>
                  <a:gd name="T73" fmla="*/ 54 h 103"/>
                  <a:gd name="T74" fmla="*/ 32 w 71"/>
                  <a:gd name="T75" fmla="*/ 64 h 103"/>
                  <a:gd name="T76" fmla="*/ 30 w 71"/>
                  <a:gd name="T77" fmla="*/ 64 h 103"/>
                  <a:gd name="T78" fmla="*/ 28 w 71"/>
                  <a:gd name="T79" fmla="*/ 54 h 103"/>
                  <a:gd name="T80" fmla="*/ 28 w 71"/>
                  <a:gd name="T81" fmla="*/ 45 h 103"/>
                  <a:gd name="T82" fmla="*/ 38 w 71"/>
                  <a:gd name="T83" fmla="*/ 37 h 103"/>
                  <a:gd name="T84" fmla="*/ 36 w 71"/>
                  <a:gd name="T85" fmla="*/ 34 h 103"/>
                  <a:gd name="T86" fmla="*/ 38 w 71"/>
                  <a:gd name="T87" fmla="*/ 17 h 103"/>
                  <a:gd name="T88" fmla="*/ 36 w 71"/>
                  <a:gd name="T89" fmla="*/ 8 h 103"/>
                  <a:gd name="T90" fmla="*/ 19 w 71"/>
                  <a:gd name="T91" fmla="*/ 73 h 103"/>
                  <a:gd name="T92" fmla="*/ 56 w 71"/>
                  <a:gd name="T93" fmla="*/ 86 h 103"/>
                  <a:gd name="T94" fmla="*/ 62 w 71"/>
                  <a:gd name="T95" fmla="*/ 90 h 103"/>
                  <a:gd name="T96" fmla="*/ 58 w 71"/>
                  <a:gd name="T97" fmla="*/ 9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03">
                    <a:moveTo>
                      <a:pt x="36" y="8"/>
                    </a:moveTo>
                    <a:lnTo>
                      <a:pt x="36" y="4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6" y="11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2" y="49"/>
                    </a:lnTo>
                    <a:lnTo>
                      <a:pt x="4" y="52"/>
                    </a:lnTo>
                    <a:lnTo>
                      <a:pt x="4" y="58"/>
                    </a:lnTo>
                    <a:lnTo>
                      <a:pt x="8" y="60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5"/>
                    </a:lnTo>
                    <a:lnTo>
                      <a:pt x="15" y="65"/>
                    </a:lnTo>
                    <a:lnTo>
                      <a:pt x="17" y="62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1"/>
                    </a:lnTo>
                    <a:lnTo>
                      <a:pt x="17" y="77"/>
                    </a:lnTo>
                    <a:lnTo>
                      <a:pt x="15" y="75"/>
                    </a:lnTo>
                    <a:lnTo>
                      <a:pt x="12" y="77"/>
                    </a:lnTo>
                    <a:lnTo>
                      <a:pt x="12" y="80"/>
                    </a:lnTo>
                    <a:lnTo>
                      <a:pt x="13" y="80"/>
                    </a:lnTo>
                    <a:lnTo>
                      <a:pt x="15" y="82"/>
                    </a:lnTo>
                    <a:lnTo>
                      <a:pt x="17" y="84"/>
                    </a:lnTo>
                    <a:lnTo>
                      <a:pt x="17" y="86"/>
                    </a:lnTo>
                    <a:lnTo>
                      <a:pt x="17" y="90"/>
                    </a:lnTo>
                    <a:lnTo>
                      <a:pt x="21" y="92"/>
                    </a:lnTo>
                    <a:lnTo>
                      <a:pt x="21" y="93"/>
                    </a:lnTo>
                    <a:lnTo>
                      <a:pt x="23" y="97"/>
                    </a:lnTo>
                    <a:lnTo>
                      <a:pt x="26" y="97"/>
                    </a:lnTo>
                    <a:lnTo>
                      <a:pt x="30" y="95"/>
                    </a:lnTo>
                    <a:lnTo>
                      <a:pt x="30" y="93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8" y="80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78"/>
                    </a:lnTo>
                    <a:lnTo>
                      <a:pt x="30" y="75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1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41" y="78"/>
                    </a:lnTo>
                    <a:lnTo>
                      <a:pt x="45" y="82"/>
                    </a:lnTo>
                    <a:lnTo>
                      <a:pt x="47" y="82"/>
                    </a:lnTo>
                    <a:lnTo>
                      <a:pt x="47" y="77"/>
                    </a:lnTo>
                    <a:lnTo>
                      <a:pt x="43" y="73"/>
                    </a:lnTo>
                    <a:lnTo>
                      <a:pt x="45" y="73"/>
                    </a:lnTo>
                    <a:lnTo>
                      <a:pt x="47" y="75"/>
                    </a:lnTo>
                    <a:lnTo>
                      <a:pt x="49" y="77"/>
                    </a:lnTo>
                    <a:lnTo>
                      <a:pt x="52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2" y="80"/>
                    </a:lnTo>
                    <a:lnTo>
                      <a:pt x="49" y="82"/>
                    </a:lnTo>
                    <a:lnTo>
                      <a:pt x="49" y="84"/>
                    </a:lnTo>
                    <a:lnTo>
                      <a:pt x="54" y="90"/>
                    </a:lnTo>
                    <a:lnTo>
                      <a:pt x="54" y="93"/>
                    </a:lnTo>
                    <a:lnTo>
                      <a:pt x="54" y="95"/>
                    </a:lnTo>
                    <a:lnTo>
                      <a:pt x="52" y="97"/>
                    </a:lnTo>
                    <a:lnTo>
                      <a:pt x="52" y="99"/>
                    </a:lnTo>
                    <a:lnTo>
                      <a:pt x="54" y="103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62" y="101"/>
                    </a:lnTo>
                    <a:lnTo>
                      <a:pt x="65" y="103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7" y="97"/>
                    </a:lnTo>
                    <a:lnTo>
                      <a:pt x="64" y="95"/>
                    </a:lnTo>
                    <a:lnTo>
                      <a:pt x="65" y="95"/>
                    </a:lnTo>
                    <a:lnTo>
                      <a:pt x="64" y="93"/>
                    </a:lnTo>
                    <a:lnTo>
                      <a:pt x="67" y="93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6"/>
                    </a:lnTo>
                    <a:lnTo>
                      <a:pt x="67" y="84"/>
                    </a:lnTo>
                    <a:lnTo>
                      <a:pt x="65" y="84"/>
                    </a:lnTo>
                    <a:lnTo>
                      <a:pt x="64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0" y="77"/>
                    </a:lnTo>
                    <a:lnTo>
                      <a:pt x="60" y="75"/>
                    </a:lnTo>
                    <a:lnTo>
                      <a:pt x="60" y="75"/>
                    </a:lnTo>
                    <a:lnTo>
                      <a:pt x="60" y="77"/>
                    </a:lnTo>
                    <a:lnTo>
                      <a:pt x="64" y="75"/>
                    </a:lnTo>
                    <a:lnTo>
                      <a:pt x="65" y="78"/>
                    </a:lnTo>
                    <a:lnTo>
                      <a:pt x="71" y="77"/>
                    </a:lnTo>
                    <a:lnTo>
                      <a:pt x="71" y="73"/>
                    </a:lnTo>
                    <a:lnTo>
                      <a:pt x="71" y="69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5" y="73"/>
                    </a:lnTo>
                    <a:lnTo>
                      <a:pt x="65" y="75"/>
                    </a:lnTo>
                    <a:lnTo>
                      <a:pt x="64" y="75"/>
                    </a:lnTo>
                    <a:lnTo>
                      <a:pt x="64" y="73"/>
                    </a:lnTo>
                    <a:lnTo>
                      <a:pt x="60" y="71"/>
                    </a:lnTo>
                    <a:lnTo>
                      <a:pt x="56" y="71"/>
                    </a:lnTo>
                    <a:lnTo>
                      <a:pt x="54" y="67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2" y="73"/>
                    </a:lnTo>
                    <a:lnTo>
                      <a:pt x="52" y="71"/>
                    </a:lnTo>
                    <a:lnTo>
                      <a:pt x="52" y="69"/>
                    </a:lnTo>
                    <a:lnTo>
                      <a:pt x="51" y="65"/>
                    </a:lnTo>
                    <a:lnTo>
                      <a:pt x="45" y="62"/>
                    </a:lnTo>
                    <a:lnTo>
                      <a:pt x="41" y="64"/>
                    </a:lnTo>
                    <a:lnTo>
                      <a:pt x="38" y="65"/>
                    </a:lnTo>
                    <a:lnTo>
                      <a:pt x="38" y="67"/>
                    </a:lnTo>
                    <a:lnTo>
                      <a:pt x="38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8" y="56"/>
                    </a:lnTo>
                    <a:lnTo>
                      <a:pt x="39" y="54"/>
                    </a:lnTo>
                    <a:lnTo>
                      <a:pt x="36" y="52"/>
                    </a:lnTo>
                    <a:lnTo>
                      <a:pt x="30" y="54"/>
                    </a:lnTo>
                    <a:lnTo>
                      <a:pt x="32" y="58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32" y="65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0" y="58"/>
                    </a:lnTo>
                    <a:lnTo>
                      <a:pt x="28" y="54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8" y="49"/>
                    </a:lnTo>
                    <a:lnTo>
                      <a:pt x="28" y="45"/>
                    </a:lnTo>
                    <a:lnTo>
                      <a:pt x="30" y="43"/>
                    </a:lnTo>
                    <a:lnTo>
                      <a:pt x="32" y="39"/>
                    </a:lnTo>
                    <a:lnTo>
                      <a:pt x="32" y="43"/>
                    </a:lnTo>
                    <a:lnTo>
                      <a:pt x="38" y="37"/>
                    </a:lnTo>
                    <a:lnTo>
                      <a:pt x="36" y="36"/>
                    </a:lnTo>
                    <a:lnTo>
                      <a:pt x="38" y="34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9" y="23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6" y="17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8"/>
                    </a:lnTo>
                    <a:close/>
                    <a:moveTo>
                      <a:pt x="17" y="77"/>
                    </a:moveTo>
                    <a:lnTo>
                      <a:pt x="19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7"/>
                    </a:lnTo>
                    <a:close/>
                    <a:moveTo>
                      <a:pt x="56" y="88"/>
                    </a:moveTo>
                    <a:lnTo>
                      <a:pt x="54" y="84"/>
                    </a:lnTo>
                    <a:lnTo>
                      <a:pt x="56" y="86"/>
                    </a:lnTo>
                    <a:lnTo>
                      <a:pt x="60" y="90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56" y="88"/>
                    </a:lnTo>
                    <a:lnTo>
                      <a:pt x="60" y="92"/>
                    </a:lnTo>
                    <a:lnTo>
                      <a:pt x="58" y="92"/>
                    </a:lnTo>
                    <a:lnTo>
                      <a:pt x="58" y="92"/>
                    </a:lnTo>
                    <a:lnTo>
                      <a:pt x="54" y="90"/>
                    </a:lnTo>
                    <a:lnTo>
                      <a:pt x="56" y="8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3" name="Freeform 6241">
                <a:extLst>
                  <a:ext uri="{FF2B5EF4-FFF2-40B4-BE49-F238E27FC236}">
                    <a16:creationId xmlns:a16="http://schemas.microsoft.com/office/drawing/2014/main" id="{62DC5BC0-9D2D-4228-B839-A3A7F7902D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7" y="2724"/>
                <a:ext cx="13" cy="9"/>
              </a:xfrm>
              <a:custGeom>
                <a:avLst/>
                <a:gdLst>
                  <a:gd name="T0" fmla="*/ 7 w 13"/>
                  <a:gd name="T1" fmla="*/ 9 h 9"/>
                  <a:gd name="T2" fmla="*/ 11 w 13"/>
                  <a:gd name="T3" fmla="*/ 8 h 9"/>
                  <a:gd name="T4" fmla="*/ 13 w 13"/>
                  <a:gd name="T5" fmla="*/ 6 h 9"/>
                  <a:gd name="T6" fmla="*/ 13 w 13"/>
                  <a:gd name="T7" fmla="*/ 2 h 9"/>
                  <a:gd name="T8" fmla="*/ 11 w 13"/>
                  <a:gd name="T9" fmla="*/ 0 h 9"/>
                  <a:gd name="T10" fmla="*/ 7 w 13"/>
                  <a:gd name="T11" fmla="*/ 0 h 9"/>
                  <a:gd name="T12" fmla="*/ 3 w 13"/>
                  <a:gd name="T13" fmla="*/ 2 h 9"/>
                  <a:gd name="T14" fmla="*/ 0 w 13"/>
                  <a:gd name="T15" fmla="*/ 6 h 9"/>
                  <a:gd name="T16" fmla="*/ 1 w 13"/>
                  <a:gd name="T17" fmla="*/ 8 h 9"/>
                  <a:gd name="T18" fmla="*/ 1 w 13"/>
                  <a:gd name="T19" fmla="*/ 9 h 9"/>
                  <a:gd name="T20" fmla="*/ 7 w 13"/>
                  <a:gd name="T2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7" y="9"/>
                    </a:moveTo>
                    <a:lnTo>
                      <a:pt x="11" y="8"/>
                    </a:lnTo>
                    <a:lnTo>
                      <a:pt x="13" y="6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4" name="Freeform 6242">
                <a:extLst>
                  <a:ext uri="{FF2B5EF4-FFF2-40B4-BE49-F238E27FC236}">
                    <a16:creationId xmlns:a16="http://schemas.microsoft.com/office/drawing/2014/main" id="{548B5DAB-AEF0-4F9D-8AB9-4B25847B03A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51" y="2689"/>
                <a:ext cx="70" cy="104"/>
              </a:xfrm>
              <a:custGeom>
                <a:avLst/>
                <a:gdLst>
                  <a:gd name="T0" fmla="*/ 39 w 70"/>
                  <a:gd name="T1" fmla="*/ 0 h 104"/>
                  <a:gd name="T2" fmla="*/ 31 w 70"/>
                  <a:gd name="T3" fmla="*/ 0 h 104"/>
                  <a:gd name="T4" fmla="*/ 41 w 70"/>
                  <a:gd name="T5" fmla="*/ 15 h 104"/>
                  <a:gd name="T6" fmla="*/ 37 w 70"/>
                  <a:gd name="T7" fmla="*/ 18 h 104"/>
                  <a:gd name="T8" fmla="*/ 33 w 70"/>
                  <a:gd name="T9" fmla="*/ 15 h 104"/>
                  <a:gd name="T10" fmla="*/ 33 w 70"/>
                  <a:gd name="T11" fmla="*/ 22 h 104"/>
                  <a:gd name="T12" fmla="*/ 35 w 70"/>
                  <a:gd name="T13" fmla="*/ 33 h 104"/>
                  <a:gd name="T14" fmla="*/ 39 w 70"/>
                  <a:gd name="T15" fmla="*/ 26 h 104"/>
                  <a:gd name="T16" fmla="*/ 44 w 70"/>
                  <a:gd name="T17" fmla="*/ 39 h 104"/>
                  <a:gd name="T18" fmla="*/ 44 w 70"/>
                  <a:gd name="T19" fmla="*/ 39 h 104"/>
                  <a:gd name="T20" fmla="*/ 48 w 70"/>
                  <a:gd name="T21" fmla="*/ 48 h 104"/>
                  <a:gd name="T22" fmla="*/ 42 w 70"/>
                  <a:gd name="T23" fmla="*/ 52 h 104"/>
                  <a:gd name="T24" fmla="*/ 39 w 70"/>
                  <a:gd name="T25" fmla="*/ 50 h 104"/>
                  <a:gd name="T26" fmla="*/ 35 w 70"/>
                  <a:gd name="T27" fmla="*/ 59 h 104"/>
                  <a:gd name="T28" fmla="*/ 29 w 70"/>
                  <a:gd name="T29" fmla="*/ 65 h 104"/>
                  <a:gd name="T30" fmla="*/ 20 w 70"/>
                  <a:gd name="T31" fmla="*/ 57 h 104"/>
                  <a:gd name="T32" fmla="*/ 14 w 70"/>
                  <a:gd name="T33" fmla="*/ 65 h 104"/>
                  <a:gd name="T34" fmla="*/ 3 w 70"/>
                  <a:gd name="T35" fmla="*/ 71 h 104"/>
                  <a:gd name="T36" fmla="*/ 3 w 70"/>
                  <a:gd name="T37" fmla="*/ 84 h 104"/>
                  <a:gd name="T38" fmla="*/ 1 w 70"/>
                  <a:gd name="T39" fmla="*/ 91 h 104"/>
                  <a:gd name="T40" fmla="*/ 7 w 70"/>
                  <a:gd name="T41" fmla="*/ 85 h 104"/>
                  <a:gd name="T42" fmla="*/ 11 w 70"/>
                  <a:gd name="T43" fmla="*/ 76 h 104"/>
                  <a:gd name="T44" fmla="*/ 13 w 70"/>
                  <a:gd name="T45" fmla="*/ 76 h 104"/>
                  <a:gd name="T46" fmla="*/ 18 w 70"/>
                  <a:gd name="T47" fmla="*/ 76 h 104"/>
                  <a:gd name="T48" fmla="*/ 20 w 70"/>
                  <a:gd name="T49" fmla="*/ 76 h 104"/>
                  <a:gd name="T50" fmla="*/ 26 w 70"/>
                  <a:gd name="T51" fmla="*/ 74 h 104"/>
                  <a:gd name="T52" fmla="*/ 27 w 70"/>
                  <a:gd name="T53" fmla="*/ 74 h 104"/>
                  <a:gd name="T54" fmla="*/ 31 w 70"/>
                  <a:gd name="T55" fmla="*/ 80 h 104"/>
                  <a:gd name="T56" fmla="*/ 31 w 70"/>
                  <a:gd name="T57" fmla="*/ 85 h 104"/>
                  <a:gd name="T58" fmla="*/ 37 w 70"/>
                  <a:gd name="T59" fmla="*/ 97 h 104"/>
                  <a:gd name="T60" fmla="*/ 48 w 70"/>
                  <a:gd name="T61" fmla="*/ 98 h 104"/>
                  <a:gd name="T62" fmla="*/ 57 w 70"/>
                  <a:gd name="T63" fmla="*/ 97 h 104"/>
                  <a:gd name="T64" fmla="*/ 54 w 70"/>
                  <a:gd name="T65" fmla="*/ 85 h 104"/>
                  <a:gd name="T66" fmla="*/ 59 w 70"/>
                  <a:gd name="T67" fmla="*/ 80 h 104"/>
                  <a:gd name="T68" fmla="*/ 61 w 70"/>
                  <a:gd name="T69" fmla="*/ 91 h 104"/>
                  <a:gd name="T70" fmla="*/ 65 w 70"/>
                  <a:gd name="T71" fmla="*/ 84 h 104"/>
                  <a:gd name="T72" fmla="*/ 67 w 70"/>
                  <a:gd name="T73" fmla="*/ 84 h 104"/>
                  <a:gd name="T74" fmla="*/ 67 w 70"/>
                  <a:gd name="T75" fmla="*/ 69 h 104"/>
                  <a:gd name="T76" fmla="*/ 65 w 70"/>
                  <a:gd name="T77" fmla="*/ 59 h 104"/>
                  <a:gd name="T78" fmla="*/ 65 w 70"/>
                  <a:gd name="T79" fmla="*/ 54 h 104"/>
                  <a:gd name="T80" fmla="*/ 59 w 70"/>
                  <a:gd name="T81" fmla="*/ 46 h 104"/>
                  <a:gd name="T82" fmla="*/ 59 w 70"/>
                  <a:gd name="T83" fmla="*/ 33 h 104"/>
                  <a:gd name="T84" fmla="*/ 55 w 70"/>
                  <a:gd name="T85" fmla="*/ 41 h 104"/>
                  <a:gd name="T86" fmla="*/ 54 w 70"/>
                  <a:gd name="T87" fmla="*/ 43 h 104"/>
                  <a:gd name="T88" fmla="*/ 54 w 70"/>
                  <a:gd name="T89" fmla="*/ 33 h 104"/>
                  <a:gd name="T90" fmla="*/ 55 w 70"/>
                  <a:gd name="T91" fmla="*/ 28 h 104"/>
                  <a:gd name="T92" fmla="*/ 52 w 70"/>
                  <a:gd name="T93" fmla="*/ 20 h 104"/>
                  <a:gd name="T94" fmla="*/ 50 w 70"/>
                  <a:gd name="T95" fmla="*/ 9 h 104"/>
                  <a:gd name="T96" fmla="*/ 44 w 70"/>
                  <a:gd name="T97" fmla="*/ 0 h 104"/>
                  <a:gd name="T98" fmla="*/ 52 w 70"/>
                  <a:gd name="T99" fmla="*/ 24 h 104"/>
                  <a:gd name="T100" fmla="*/ 52 w 70"/>
                  <a:gd name="T101" fmla="*/ 26 h 104"/>
                  <a:gd name="T102" fmla="*/ 50 w 70"/>
                  <a:gd name="T103" fmla="*/ 35 h 104"/>
                  <a:gd name="T104" fmla="*/ 50 w 70"/>
                  <a:gd name="T105" fmla="*/ 41 h 104"/>
                  <a:gd name="T106" fmla="*/ 48 w 70"/>
                  <a:gd name="T107" fmla="*/ 33 h 104"/>
                  <a:gd name="T108" fmla="*/ 42 w 70"/>
                  <a:gd name="T109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104">
                    <a:moveTo>
                      <a:pt x="42" y="0"/>
                    </a:moveTo>
                    <a:lnTo>
                      <a:pt x="42" y="0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3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39" y="16"/>
                    </a:lnTo>
                    <a:lnTo>
                      <a:pt x="39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9" y="13"/>
                    </a:lnTo>
                    <a:lnTo>
                      <a:pt x="33" y="15"/>
                    </a:lnTo>
                    <a:lnTo>
                      <a:pt x="29" y="16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1" y="28"/>
                    </a:lnTo>
                    <a:lnTo>
                      <a:pt x="35" y="33"/>
                    </a:lnTo>
                    <a:lnTo>
                      <a:pt x="35" y="26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37" y="30"/>
                    </a:lnTo>
                    <a:lnTo>
                      <a:pt x="39" y="31"/>
                    </a:lnTo>
                    <a:lnTo>
                      <a:pt x="39" y="37"/>
                    </a:lnTo>
                    <a:lnTo>
                      <a:pt x="44" y="39"/>
                    </a:lnTo>
                    <a:lnTo>
                      <a:pt x="44" y="37"/>
                    </a:lnTo>
                    <a:lnTo>
                      <a:pt x="44" y="37"/>
                    </a:lnTo>
                    <a:lnTo>
                      <a:pt x="46" y="37"/>
                    </a:lnTo>
                    <a:lnTo>
                      <a:pt x="44" y="39"/>
                    </a:lnTo>
                    <a:lnTo>
                      <a:pt x="48" y="43"/>
                    </a:lnTo>
                    <a:lnTo>
                      <a:pt x="48" y="44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6" y="48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2" y="52"/>
                    </a:lnTo>
                    <a:lnTo>
                      <a:pt x="42" y="48"/>
                    </a:lnTo>
                    <a:lnTo>
                      <a:pt x="39" y="44"/>
                    </a:lnTo>
                    <a:lnTo>
                      <a:pt x="37" y="48"/>
                    </a:lnTo>
                    <a:lnTo>
                      <a:pt x="39" y="50"/>
                    </a:lnTo>
                    <a:lnTo>
                      <a:pt x="41" y="52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5" y="59"/>
                    </a:lnTo>
                    <a:lnTo>
                      <a:pt x="33" y="63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59"/>
                    </a:lnTo>
                    <a:lnTo>
                      <a:pt x="26" y="56"/>
                    </a:lnTo>
                    <a:lnTo>
                      <a:pt x="22" y="56"/>
                    </a:lnTo>
                    <a:lnTo>
                      <a:pt x="20" y="57"/>
                    </a:lnTo>
                    <a:lnTo>
                      <a:pt x="16" y="59"/>
                    </a:lnTo>
                    <a:lnTo>
                      <a:pt x="14" y="63"/>
                    </a:lnTo>
                    <a:lnTo>
                      <a:pt x="16" y="65"/>
                    </a:lnTo>
                    <a:lnTo>
                      <a:pt x="14" y="65"/>
                    </a:lnTo>
                    <a:lnTo>
                      <a:pt x="11" y="65"/>
                    </a:lnTo>
                    <a:lnTo>
                      <a:pt x="9" y="67"/>
                    </a:lnTo>
                    <a:lnTo>
                      <a:pt x="5" y="67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3" y="76"/>
                    </a:lnTo>
                    <a:lnTo>
                      <a:pt x="1" y="80"/>
                    </a:lnTo>
                    <a:lnTo>
                      <a:pt x="3" y="84"/>
                    </a:lnTo>
                    <a:lnTo>
                      <a:pt x="3" y="85"/>
                    </a:lnTo>
                    <a:lnTo>
                      <a:pt x="0" y="85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5" y="93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7" y="85"/>
                    </a:lnTo>
                    <a:lnTo>
                      <a:pt x="5" y="85"/>
                    </a:lnTo>
                    <a:lnTo>
                      <a:pt x="7" y="82"/>
                    </a:lnTo>
                    <a:lnTo>
                      <a:pt x="9" y="76"/>
                    </a:lnTo>
                    <a:lnTo>
                      <a:pt x="11" y="76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6"/>
                    </a:lnTo>
                    <a:lnTo>
                      <a:pt x="14" y="78"/>
                    </a:lnTo>
                    <a:lnTo>
                      <a:pt x="16" y="76"/>
                    </a:lnTo>
                    <a:lnTo>
                      <a:pt x="18" y="78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2" y="78"/>
                    </a:lnTo>
                    <a:lnTo>
                      <a:pt x="26" y="78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6" y="72"/>
                    </a:lnTo>
                    <a:lnTo>
                      <a:pt x="27" y="74"/>
                    </a:lnTo>
                    <a:lnTo>
                      <a:pt x="29" y="74"/>
                    </a:lnTo>
                    <a:lnTo>
                      <a:pt x="31" y="76"/>
                    </a:lnTo>
                    <a:lnTo>
                      <a:pt x="33" y="78"/>
                    </a:lnTo>
                    <a:lnTo>
                      <a:pt x="31" y="80"/>
                    </a:lnTo>
                    <a:lnTo>
                      <a:pt x="31" y="82"/>
                    </a:lnTo>
                    <a:lnTo>
                      <a:pt x="29" y="84"/>
                    </a:lnTo>
                    <a:lnTo>
                      <a:pt x="31" y="85"/>
                    </a:lnTo>
                    <a:lnTo>
                      <a:pt x="31" y="85"/>
                    </a:lnTo>
                    <a:lnTo>
                      <a:pt x="31" y="89"/>
                    </a:lnTo>
                    <a:lnTo>
                      <a:pt x="33" y="91"/>
                    </a:lnTo>
                    <a:lnTo>
                      <a:pt x="33" y="93"/>
                    </a:lnTo>
                    <a:lnTo>
                      <a:pt x="37" y="97"/>
                    </a:lnTo>
                    <a:lnTo>
                      <a:pt x="41" y="97"/>
                    </a:lnTo>
                    <a:lnTo>
                      <a:pt x="42" y="98"/>
                    </a:lnTo>
                    <a:lnTo>
                      <a:pt x="46" y="100"/>
                    </a:lnTo>
                    <a:lnTo>
                      <a:pt x="48" y="98"/>
                    </a:lnTo>
                    <a:lnTo>
                      <a:pt x="50" y="100"/>
                    </a:lnTo>
                    <a:lnTo>
                      <a:pt x="52" y="104"/>
                    </a:lnTo>
                    <a:lnTo>
                      <a:pt x="54" y="100"/>
                    </a:lnTo>
                    <a:lnTo>
                      <a:pt x="57" y="97"/>
                    </a:lnTo>
                    <a:lnTo>
                      <a:pt x="57" y="93"/>
                    </a:lnTo>
                    <a:lnTo>
                      <a:pt x="57" y="91"/>
                    </a:lnTo>
                    <a:lnTo>
                      <a:pt x="55" y="87"/>
                    </a:lnTo>
                    <a:lnTo>
                      <a:pt x="54" y="85"/>
                    </a:lnTo>
                    <a:lnTo>
                      <a:pt x="54" y="84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9" y="80"/>
                    </a:lnTo>
                    <a:lnTo>
                      <a:pt x="59" y="82"/>
                    </a:lnTo>
                    <a:lnTo>
                      <a:pt x="61" y="84"/>
                    </a:lnTo>
                    <a:lnTo>
                      <a:pt x="61" y="87"/>
                    </a:lnTo>
                    <a:lnTo>
                      <a:pt x="61" y="91"/>
                    </a:lnTo>
                    <a:lnTo>
                      <a:pt x="65" y="97"/>
                    </a:lnTo>
                    <a:lnTo>
                      <a:pt x="65" y="93"/>
                    </a:lnTo>
                    <a:lnTo>
                      <a:pt x="65" y="87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7" y="87"/>
                    </a:lnTo>
                    <a:lnTo>
                      <a:pt x="67" y="84"/>
                    </a:lnTo>
                    <a:lnTo>
                      <a:pt x="68" y="84"/>
                    </a:lnTo>
                    <a:lnTo>
                      <a:pt x="70" y="78"/>
                    </a:lnTo>
                    <a:lnTo>
                      <a:pt x="68" y="74"/>
                    </a:lnTo>
                    <a:lnTo>
                      <a:pt x="67" y="69"/>
                    </a:lnTo>
                    <a:lnTo>
                      <a:pt x="67" y="67"/>
                    </a:lnTo>
                    <a:lnTo>
                      <a:pt x="65" y="59"/>
                    </a:lnTo>
                    <a:lnTo>
                      <a:pt x="65" y="61"/>
                    </a:lnTo>
                    <a:lnTo>
                      <a:pt x="65" y="59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5" y="57"/>
                    </a:lnTo>
                    <a:lnTo>
                      <a:pt x="65" y="54"/>
                    </a:lnTo>
                    <a:lnTo>
                      <a:pt x="63" y="50"/>
                    </a:lnTo>
                    <a:lnTo>
                      <a:pt x="63" y="46"/>
                    </a:lnTo>
                    <a:lnTo>
                      <a:pt x="59" y="48"/>
                    </a:lnTo>
                    <a:lnTo>
                      <a:pt x="59" y="46"/>
                    </a:lnTo>
                    <a:lnTo>
                      <a:pt x="59" y="43"/>
                    </a:lnTo>
                    <a:lnTo>
                      <a:pt x="63" y="43"/>
                    </a:lnTo>
                    <a:lnTo>
                      <a:pt x="61" y="39"/>
                    </a:lnTo>
                    <a:lnTo>
                      <a:pt x="59" y="33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5" y="41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4" y="35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7" y="26"/>
                    </a:lnTo>
                    <a:lnTo>
                      <a:pt x="55" y="24"/>
                    </a:lnTo>
                    <a:lnTo>
                      <a:pt x="52" y="20"/>
                    </a:lnTo>
                    <a:lnTo>
                      <a:pt x="52" y="18"/>
                    </a:lnTo>
                    <a:lnTo>
                      <a:pt x="50" y="16"/>
                    </a:lnTo>
                    <a:lnTo>
                      <a:pt x="50" y="13"/>
                    </a:lnTo>
                    <a:lnTo>
                      <a:pt x="50" y="9"/>
                    </a:lnTo>
                    <a:lnTo>
                      <a:pt x="50" y="7"/>
                    </a:lnTo>
                    <a:lnTo>
                      <a:pt x="48" y="5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50" y="24"/>
                    </a:moveTo>
                    <a:lnTo>
                      <a:pt x="52" y="24"/>
                    </a:lnTo>
                    <a:lnTo>
                      <a:pt x="52" y="24"/>
                    </a:lnTo>
                    <a:lnTo>
                      <a:pt x="54" y="24"/>
                    </a:lnTo>
                    <a:lnTo>
                      <a:pt x="52" y="24"/>
                    </a:lnTo>
                    <a:lnTo>
                      <a:pt x="54" y="26"/>
                    </a:lnTo>
                    <a:lnTo>
                      <a:pt x="52" y="26"/>
                    </a:lnTo>
                    <a:lnTo>
                      <a:pt x="52" y="30"/>
                    </a:lnTo>
                    <a:lnTo>
                      <a:pt x="54" y="30"/>
                    </a:lnTo>
                    <a:lnTo>
                      <a:pt x="50" y="31"/>
                    </a:lnTo>
                    <a:lnTo>
                      <a:pt x="50" y="35"/>
                    </a:lnTo>
                    <a:lnTo>
                      <a:pt x="52" y="39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0" y="41"/>
                    </a:lnTo>
                    <a:lnTo>
                      <a:pt x="50" y="39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3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4" y="24"/>
                    </a:lnTo>
                    <a:lnTo>
                      <a:pt x="42" y="18"/>
                    </a:lnTo>
                    <a:lnTo>
                      <a:pt x="44" y="20"/>
                    </a:lnTo>
                    <a:lnTo>
                      <a:pt x="44" y="22"/>
                    </a:lnTo>
                    <a:lnTo>
                      <a:pt x="5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5" name="Freeform 6243">
                <a:extLst>
                  <a:ext uri="{FF2B5EF4-FFF2-40B4-BE49-F238E27FC236}">
                    <a16:creationId xmlns:a16="http://schemas.microsoft.com/office/drawing/2014/main" id="{34BA51A4-A2BF-4326-9EB5-3DBCEB20C0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8" y="2594"/>
                <a:ext cx="15" cy="5"/>
              </a:xfrm>
              <a:custGeom>
                <a:avLst/>
                <a:gdLst>
                  <a:gd name="T0" fmla="*/ 7 w 8"/>
                  <a:gd name="T1" fmla="*/ 0 h 3"/>
                  <a:gd name="T2" fmla="*/ 6 w 8"/>
                  <a:gd name="T3" fmla="*/ 0 h 3"/>
                  <a:gd name="T4" fmla="*/ 5 w 8"/>
                  <a:gd name="T5" fmla="*/ 1 h 3"/>
                  <a:gd name="T6" fmla="*/ 0 w 8"/>
                  <a:gd name="T7" fmla="*/ 1 h 3"/>
                  <a:gd name="T8" fmla="*/ 2 w 8"/>
                  <a:gd name="T9" fmla="*/ 3 h 3"/>
                  <a:gd name="T10" fmla="*/ 5 w 8"/>
                  <a:gd name="T11" fmla="*/ 2 h 3"/>
                  <a:gd name="T12" fmla="*/ 7 w 8"/>
                  <a:gd name="T13" fmla="*/ 3 h 3"/>
                  <a:gd name="T14" fmla="*/ 8 w 8"/>
                  <a:gd name="T15" fmla="*/ 1 h 3"/>
                  <a:gd name="T16" fmla="*/ 8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7 w 8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6" name="Freeform 6244">
                <a:extLst>
                  <a:ext uri="{FF2B5EF4-FFF2-40B4-BE49-F238E27FC236}">
                    <a16:creationId xmlns:a16="http://schemas.microsoft.com/office/drawing/2014/main" id="{44F6F543-DE6A-4B8A-9071-16E0A2D97C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2674"/>
                <a:ext cx="7" cy="9"/>
              </a:xfrm>
              <a:custGeom>
                <a:avLst/>
                <a:gdLst>
                  <a:gd name="T0" fmla="*/ 6 w 7"/>
                  <a:gd name="T1" fmla="*/ 5 h 9"/>
                  <a:gd name="T2" fmla="*/ 7 w 7"/>
                  <a:gd name="T3" fmla="*/ 3 h 9"/>
                  <a:gd name="T4" fmla="*/ 6 w 7"/>
                  <a:gd name="T5" fmla="*/ 0 h 9"/>
                  <a:gd name="T6" fmla="*/ 2 w 7"/>
                  <a:gd name="T7" fmla="*/ 0 h 9"/>
                  <a:gd name="T8" fmla="*/ 0 w 7"/>
                  <a:gd name="T9" fmla="*/ 2 h 9"/>
                  <a:gd name="T10" fmla="*/ 0 w 7"/>
                  <a:gd name="T11" fmla="*/ 5 h 9"/>
                  <a:gd name="T12" fmla="*/ 6 w 7"/>
                  <a:gd name="T13" fmla="*/ 9 h 9"/>
                  <a:gd name="T14" fmla="*/ 6 w 7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6" y="5"/>
                    </a:moveTo>
                    <a:lnTo>
                      <a:pt x="7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6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grpSp>
          <p:nvGrpSpPr>
            <p:cNvPr id="9" name="Group 6446">
              <a:extLst>
                <a:ext uri="{FF2B5EF4-FFF2-40B4-BE49-F238E27FC236}">
                  <a16:creationId xmlns:a16="http://schemas.microsoft.com/office/drawing/2014/main" id="{A2F78469-78B8-4384-9647-76C6C707E131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2335" y="1184"/>
              <a:ext cx="3621" cy="2670"/>
              <a:chOff x="2335" y="1184"/>
              <a:chExt cx="3621" cy="2670"/>
            </a:xfrm>
            <a:grpFill/>
          </p:grpSpPr>
          <p:sp>
            <p:nvSpPr>
              <p:cNvPr id="107" name="Freeform 6246">
                <a:extLst>
                  <a:ext uri="{FF2B5EF4-FFF2-40B4-BE49-F238E27FC236}">
                    <a16:creationId xmlns:a16="http://schemas.microsoft.com/office/drawing/2014/main" id="{3CC69C05-79F3-40B6-B5EF-258425E10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586"/>
                <a:ext cx="4" cy="8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0 h 8"/>
                  <a:gd name="T4" fmla="*/ 0 w 4"/>
                  <a:gd name="T5" fmla="*/ 4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8" name="Freeform 6247">
                <a:extLst>
                  <a:ext uri="{FF2B5EF4-FFF2-40B4-BE49-F238E27FC236}">
                    <a16:creationId xmlns:a16="http://schemas.microsoft.com/office/drawing/2014/main" id="{0A3EF582-677A-4BFE-8886-889D022F2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9" y="2670"/>
                <a:ext cx="7" cy="6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0 h 6"/>
                  <a:gd name="T4" fmla="*/ 0 w 7"/>
                  <a:gd name="T5" fmla="*/ 0 h 6"/>
                  <a:gd name="T6" fmla="*/ 0 w 7"/>
                  <a:gd name="T7" fmla="*/ 4 h 6"/>
                  <a:gd name="T8" fmla="*/ 6 w 7"/>
                  <a:gd name="T9" fmla="*/ 6 h 6"/>
                  <a:gd name="T10" fmla="*/ 7 w 7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6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9" name="Freeform 6248">
                <a:extLst>
                  <a:ext uri="{FF2B5EF4-FFF2-40B4-BE49-F238E27FC236}">
                    <a16:creationId xmlns:a16="http://schemas.microsoft.com/office/drawing/2014/main" id="{44655AE2-DBB2-409C-95F0-666891DCCB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692"/>
                <a:ext cx="9" cy="13"/>
              </a:xfrm>
              <a:custGeom>
                <a:avLst/>
                <a:gdLst>
                  <a:gd name="T0" fmla="*/ 8 w 9"/>
                  <a:gd name="T1" fmla="*/ 8 h 13"/>
                  <a:gd name="T2" fmla="*/ 9 w 9"/>
                  <a:gd name="T3" fmla="*/ 6 h 13"/>
                  <a:gd name="T4" fmla="*/ 9 w 9"/>
                  <a:gd name="T5" fmla="*/ 4 h 13"/>
                  <a:gd name="T6" fmla="*/ 6 w 9"/>
                  <a:gd name="T7" fmla="*/ 2 h 13"/>
                  <a:gd name="T8" fmla="*/ 4 w 9"/>
                  <a:gd name="T9" fmla="*/ 0 h 13"/>
                  <a:gd name="T10" fmla="*/ 2 w 9"/>
                  <a:gd name="T11" fmla="*/ 0 h 13"/>
                  <a:gd name="T12" fmla="*/ 0 w 9"/>
                  <a:gd name="T13" fmla="*/ 2 h 13"/>
                  <a:gd name="T14" fmla="*/ 0 w 9"/>
                  <a:gd name="T15" fmla="*/ 6 h 13"/>
                  <a:gd name="T16" fmla="*/ 2 w 9"/>
                  <a:gd name="T17" fmla="*/ 6 h 13"/>
                  <a:gd name="T18" fmla="*/ 0 w 9"/>
                  <a:gd name="T19" fmla="*/ 6 h 13"/>
                  <a:gd name="T20" fmla="*/ 0 w 9"/>
                  <a:gd name="T21" fmla="*/ 10 h 13"/>
                  <a:gd name="T22" fmla="*/ 0 w 9"/>
                  <a:gd name="T23" fmla="*/ 13 h 13"/>
                  <a:gd name="T24" fmla="*/ 4 w 9"/>
                  <a:gd name="T25" fmla="*/ 13 h 13"/>
                  <a:gd name="T26" fmla="*/ 6 w 9"/>
                  <a:gd name="T27" fmla="*/ 12 h 13"/>
                  <a:gd name="T28" fmla="*/ 6 w 9"/>
                  <a:gd name="T29" fmla="*/ 10 h 13"/>
                  <a:gd name="T30" fmla="*/ 6 w 9"/>
                  <a:gd name="T31" fmla="*/ 8 h 13"/>
                  <a:gd name="T32" fmla="*/ 6 w 9"/>
                  <a:gd name="T33" fmla="*/ 8 h 13"/>
                  <a:gd name="T34" fmla="*/ 8 w 9"/>
                  <a:gd name="T3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13">
                    <a:moveTo>
                      <a:pt x="8" y="8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0" name="Freeform 6249">
                <a:extLst>
                  <a:ext uri="{FF2B5EF4-FFF2-40B4-BE49-F238E27FC236}">
                    <a16:creationId xmlns:a16="http://schemas.microsoft.com/office/drawing/2014/main" id="{C58488EA-BFDF-490B-890D-F443F671EE4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9" y="2804"/>
                <a:ext cx="6" cy="13"/>
              </a:xfrm>
              <a:custGeom>
                <a:avLst/>
                <a:gdLst>
                  <a:gd name="T0" fmla="*/ 0 w 3"/>
                  <a:gd name="T1" fmla="*/ 3 h 7"/>
                  <a:gd name="T2" fmla="*/ 1 w 3"/>
                  <a:gd name="T3" fmla="*/ 5 h 7"/>
                  <a:gd name="T4" fmla="*/ 0 w 3"/>
                  <a:gd name="T5" fmla="*/ 4 h 7"/>
                  <a:gd name="T6" fmla="*/ 0 w 3"/>
                  <a:gd name="T7" fmla="*/ 5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2 w 3"/>
                  <a:gd name="T15" fmla="*/ 5 h 7"/>
                  <a:gd name="T16" fmla="*/ 2 w 3"/>
                  <a:gd name="T17" fmla="*/ 5 h 7"/>
                  <a:gd name="T18" fmla="*/ 3 w 3"/>
                  <a:gd name="T19" fmla="*/ 3 h 7"/>
                  <a:gd name="T20" fmla="*/ 3 w 3"/>
                  <a:gd name="T21" fmla="*/ 1 h 7"/>
                  <a:gd name="T22" fmla="*/ 1 w 3"/>
                  <a:gd name="T23" fmla="*/ 0 h 7"/>
                  <a:gd name="T24" fmla="*/ 0 w 3"/>
                  <a:gd name="T25" fmla="*/ 1 h 7"/>
                  <a:gd name="T26" fmla="*/ 0 w 3"/>
                  <a:gd name="T2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1" name="Freeform 6250">
                <a:extLst>
                  <a:ext uri="{FF2B5EF4-FFF2-40B4-BE49-F238E27FC236}">
                    <a16:creationId xmlns:a16="http://schemas.microsoft.com/office/drawing/2014/main" id="{180587D1-2A4B-4741-BB9B-81AF5D7A61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797"/>
                <a:ext cx="2" cy="13"/>
              </a:xfrm>
              <a:custGeom>
                <a:avLst/>
                <a:gdLst>
                  <a:gd name="T0" fmla="*/ 0 w 2"/>
                  <a:gd name="T1" fmla="*/ 5 h 13"/>
                  <a:gd name="T2" fmla="*/ 2 w 2"/>
                  <a:gd name="T3" fmla="*/ 13 h 13"/>
                  <a:gd name="T4" fmla="*/ 2 w 2"/>
                  <a:gd name="T5" fmla="*/ 5 h 13"/>
                  <a:gd name="T6" fmla="*/ 0 w 2"/>
                  <a:gd name="T7" fmla="*/ 0 h 13"/>
                  <a:gd name="T8" fmla="*/ 0 w 2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3">
                    <a:moveTo>
                      <a:pt x="0" y="5"/>
                    </a:moveTo>
                    <a:lnTo>
                      <a:pt x="2" y="13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2" name="Freeform 6251">
                <a:extLst>
                  <a:ext uri="{FF2B5EF4-FFF2-40B4-BE49-F238E27FC236}">
                    <a16:creationId xmlns:a16="http://schemas.microsoft.com/office/drawing/2014/main" id="{F1F27B32-FD85-42D8-81A5-C86FFB9F4B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5" y="2974"/>
                <a:ext cx="16" cy="9"/>
              </a:xfrm>
              <a:custGeom>
                <a:avLst/>
                <a:gdLst>
                  <a:gd name="T0" fmla="*/ 5 w 16"/>
                  <a:gd name="T1" fmla="*/ 7 h 9"/>
                  <a:gd name="T2" fmla="*/ 9 w 16"/>
                  <a:gd name="T3" fmla="*/ 7 h 9"/>
                  <a:gd name="T4" fmla="*/ 11 w 16"/>
                  <a:gd name="T5" fmla="*/ 9 h 9"/>
                  <a:gd name="T6" fmla="*/ 13 w 16"/>
                  <a:gd name="T7" fmla="*/ 7 h 9"/>
                  <a:gd name="T8" fmla="*/ 14 w 16"/>
                  <a:gd name="T9" fmla="*/ 6 h 9"/>
                  <a:gd name="T10" fmla="*/ 16 w 16"/>
                  <a:gd name="T11" fmla="*/ 6 h 9"/>
                  <a:gd name="T12" fmla="*/ 16 w 16"/>
                  <a:gd name="T13" fmla="*/ 2 h 9"/>
                  <a:gd name="T14" fmla="*/ 13 w 16"/>
                  <a:gd name="T15" fmla="*/ 0 h 9"/>
                  <a:gd name="T16" fmla="*/ 11 w 16"/>
                  <a:gd name="T17" fmla="*/ 2 h 9"/>
                  <a:gd name="T18" fmla="*/ 5 w 16"/>
                  <a:gd name="T19" fmla="*/ 2 h 9"/>
                  <a:gd name="T20" fmla="*/ 5 w 16"/>
                  <a:gd name="T21" fmla="*/ 2 h 9"/>
                  <a:gd name="T22" fmla="*/ 1 w 16"/>
                  <a:gd name="T23" fmla="*/ 4 h 9"/>
                  <a:gd name="T24" fmla="*/ 0 w 16"/>
                  <a:gd name="T25" fmla="*/ 7 h 9"/>
                  <a:gd name="T26" fmla="*/ 1 w 16"/>
                  <a:gd name="T27" fmla="*/ 9 h 9"/>
                  <a:gd name="T28" fmla="*/ 5 w 16"/>
                  <a:gd name="T2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9">
                    <a:moveTo>
                      <a:pt x="5" y="7"/>
                    </a:moveTo>
                    <a:lnTo>
                      <a:pt x="9" y="7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3" name="Freeform 6252">
                <a:extLst>
                  <a:ext uri="{FF2B5EF4-FFF2-40B4-BE49-F238E27FC236}">
                    <a16:creationId xmlns:a16="http://schemas.microsoft.com/office/drawing/2014/main" id="{4D424A63-CBA4-490D-BAB9-73D5CC9171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1" y="2793"/>
                <a:ext cx="9" cy="8"/>
              </a:xfrm>
              <a:custGeom>
                <a:avLst/>
                <a:gdLst>
                  <a:gd name="T0" fmla="*/ 2 w 9"/>
                  <a:gd name="T1" fmla="*/ 8 h 8"/>
                  <a:gd name="T2" fmla="*/ 5 w 9"/>
                  <a:gd name="T3" fmla="*/ 6 h 8"/>
                  <a:gd name="T4" fmla="*/ 9 w 9"/>
                  <a:gd name="T5" fmla="*/ 4 h 8"/>
                  <a:gd name="T6" fmla="*/ 9 w 9"/>
                  <a:gd name="T7" fmla="*/ 0 h 8"/>
                  <a:gd name="T8" fmla="*/ 5 w 9"/>
                  <a:gd name="T9" fmla="*/ 0 h 8"/>
                  <a:gd name="T10" fmla="*/ 0 w 9"/>
                  <a:gd name="T11" fmla="*/ 4 h 8"/>
                  <a:gd name="T12" fmla="*/ 2 w 9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lnTo>
                      <a:pt x="5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4" name="Freeform 6253">
                <a:extLst>
                  <a:ext uri="{FF2B5EF4-FFF2-40B4-BE49-F238E27FC236}">
                    <a16:creationId xmlns:a16="http://schemas.microsoft.com/office/drawing/2014/main" id="{C3929F62-64C7-49D4-A57A-C1D220389D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8" y="2912"/>
                <a:ext cx="23" cy="13"/>
              </a:xfrm>
              <a:custGeom>
                <a:avLst/>
                <a:gdLst>
                  <a:gd name="T0" fmla="*/ 19 w 23"/>
                  <a:gd name="T1" fmla="*/ 12 h 13"/>
                  <a:gd name="T2" fmla="*/ 21 w 23"/>
                  <a:gd name="T3" fmla="*/ 12 h 13"/>
                  <a:gd name="T4" fmla="*/ 23 w 23"/>
                  <a:gd name="T5" fmla="*/ 8 h 13"/>
                  <a:gd name="T6" fmla="*/ 19 w 23"/>
                  <a:gd name="T7" fmla="*/ 4 h 13"/>
                  <a:gd name="T8" fmla="*/ 19 w 23"/>
                  <a:gd name="T9" fmla="*/ 2 h 13"/>
                  <a:gd name="T10" fmla="*/ 15 w 23"/>
                  <a:gd name="T11" fmla="*/ 0 h 13"/>
                  <a:gd name="T12" fmla="*/ 10 w 23"/>
                  <a:gd name="T13" fmla="*/ 0 h 13"/>
                  <a:gd name="T14" fmla="*/ 6 w 23"/>
                  <a:gd name="T15" fmla="*/ 2 h 13"/>
                  <a:gd name="T16" fmla="*/ 4 w 23"/>
                  <a:gd name="T17" fmla="*/ 0 h 13"/>
                  <a:gd name="T18" fmla="*/ 0 w 23"/>
                  <a:gd name="T19" fmla="*/ 4 h 13"/>
                  <a:gd name="T20" fmla="*/ 0 w 23"/>
                  <a:gd name="T21" fmla="*/ 8 h 13"/>
                  <a:gd name="T22" fmla="*/ 4 w 23"/>
                  <a:gd name="T23" fmla="*/ 12 h 13"/>
                  <a:gd name="T24" fmla="*/ 8 w 23"/>
                  <a:gd name="T25" fmla="*/ 12 h 13"/>
                  <a:gd name="T26" fmla="*/ 10 w 23"/>
                  <a:gd name="T27" fmla="*/ 13 h 13"/>
                  <a:gd name="T28" fmla="*/ 11 w 23"/>
                  <a:gd name="T29" fmla="*/ 13 h 13"/>
                  <a:gd name="T30" fmla="*/ 15 w 23"/>
                  <a:gd name="T31" fmla="*/ 13 h 13"/>
                  <a:gd name="T32" fmla="*/ 19 w 23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3">
                    <a:moveTo>
                      <a:pt x="19" y="12"/>
                    </a:moveTo>
                    <a:lnTo>
                      <a:pt x="21" y="12"/>
                    </a:lnTo>
                    <a:lnTo>
                      <a:pt x="23" y="8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19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5" name="Freeform 6254">
                <a:extLst>
                  <a:ext uri="{FF2B5EF4-FFF2-40B4-BE49-F238E27FC236}">
                    <a16:creationId xmlns:a16="http://schemas.microsoft.com/office/drawing/2014/main" id="{307CCF80-1CD1-469E-80AF-C826E7A3FF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815"/>
                <a:ext cx="5" cy="12"/>
              </a:xfrm>
              <a:custGeom>
                <a:avLst/>
                <a:gdLst>
                  <a:gd name="T0" fmla="*/ 5 w 5"/>
                  <a:gd name="T1" fmla="*/ 8 h 12"/>
                  <a:gd name="T2" fmla="*/ 3 w 5"/>
                  <a:gd name="T3" fmla="*/ 4 h 12"/>
                  <a:gd name="T4" fmla="*/ 0 w 5"/>
                  <a:gd name="T5" fmla="*/ 0 h 12"/>
                  <a:gd name="T6" fmla="*/ 0 w 5"/>
                  <a:gd name="T7" fmla="*/ 4 h 12"/>
                  <a:gd name="T8" fmla="*/ 0 w 5"/>
                  <a:gd name="T9" fmla="*/ 8 h 12"/>
                  <a:gd name="T10" fmla="*/ 3 w 5"/>
                  <a:gd name="T11" fmla="*/ 12 h 12"/>
                  <a:gd name="T12" fmla="*/ 5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5" y="8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2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6" name="Freeform 6255">
                <a:extLst>
                  <a:ext uri="{FF2B5EF4-FFF2-40B4-BE49-F238E27FC236}">
                    <a16:creationId xmlns:a16="http://schemas.microsoft.com/office/drawing/2014/main" id="{C9FF68A6-6F46-434D-84D9-5352FCC531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776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4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7" name="Freeform 6256">
                <a:extLst>
                  <a:ext uri="{FF2B5EF4-FFF2-40B4-BE49-F238E27FC236}">
                    <a16:creationId xmlns:a16="http://schemas.microsoft.com/office/drawing/2014/main" id="{09919017-7479-4E9C-A149-743B221879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6" y="2782"/>
                <a:ext cx="11" cy="5"/>
              </a:xfrm>
              <a:custGeom>
                <a:avLst/>
                <a:gdLst>
                  <a:gd name="T0" fmla="*/ 5 w 11"/>
                  <a:gd name="T1" fmla="*/ 5 h 5"/>
                  <a:gd name="T2" fmla="*/ 7 w 11"/>
                  <a:gd name="T3" fmla="*/ 5 h 5"/>
                  <a:gd name="T4" fmla="*/ 7 w 11"/>
                  <a:gd name="T5" fmla="*/ 5 h 5"/>
                  <a:gd name="T6" fmla="*/ 11 w 11"/>
                  <a:gd name="T7" fmla="*/ 4 h 5"/>
                  <a:gd name="T8" fmla="*/ 11 w 11"/>
                  <a:gd name="T9" fmla="*/ 2 h 5"/>
                  <a:gd name="T10" fmla="*/ 7 w 11"/>
                  <a:gd name="T11" fmla="*/ 0 h 5"/>
                  <a:gd name="T12" fmla="*/ 3 w 11"/>
                  <a:gd name="T13" fmla="*/ 2 h 5"/>
                  <a:gd name="T14" fmla="*/ 0 w 11"/>
                  <a:gd name="T15" fmla="*/ 4 h 5"/>
                  <a:gd name="T16" fmla="*/ 2 w 11"/>
                  <a:gd name="T17" fmla="*/ 5 h 5"/>
                  <a:gd name="T18" fmla="*/ 5 w 11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5" y="5"/>
                    </a:moveTo>
                    <a:lnTo>
                      <a:pt x="7" y="5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8" name="Freeform 6257">
                <a:extLst>
                  <a:ext uri="{FF2B5EF4-FFF2-40B4-BE49-F238E27FC236}">
                    <a16:creationId xmlns:a16="http://schemas.microsoft.com/office/drawing/2014/main" id="{D49AA57B-2D84-4BC5-9D02-E7A2F9058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9" y="2875"/>
                <a:ext cx="7" cy="4"/>
              </a:xfrm>
              <a:custGeom>
                <a:avLst/>
                <a:gdLst>
                  <a:gd name="T0" fmla="*/ 3 w 4"/>
                  <a:gd name="T1" fmla="*/ 0 h 2"/>
                  <a:gd name="T2" fmla="*/ 1 w 4"/>
                  <a:gd name="T3" fmla="*/ 0 h 2"/>
                  <a:gd name="T4" fmla="*/ 1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4 w 4"/>
                  <a:gd name="T11" fmla="*/ 2 h 2"/>
                  <a:gd name="T12" fmla="*/ 4 w 4"/>
                  <a:gd name="T13" fmla="*/ 2 h 2"/>
                  <a:gd name="T14" fmla="*/ 4 w 4"/>
                  <a:gd name="T15" fmla="*/ 2 h 2"/>
                  <a:gd name="T16" fmla="*/ 4 w 4"/>
                  <a:gd name="T17" fmla="*/ 2 h 2"/>
                  <a:gd name="T18" fmla="*/ 4 w 4"/>
                  <a:gd name="T19" fmla="*/ 2 h 2"/>
                  <a:gd name="T20" fmla="*/ 4 w 4"/>
                  <a:gd name="T21" fmla="*/ 0 h 2"/>
                  <a:gd name="T22" fmla="*/ 3 w 4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9" name="Freeform 6258">
                <a:extLst>
                  <a:ext uri="{FF2B5EF4-FFF2-40B4-BE49-F238E27FC236}">
                    <a16:creationId xmlns:a16="http://schemas.microsoft.com/office/drawing/2014/main" id="{BD621E78-2A92-40BF-BC62-EEBEE4D34A2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08" y="2847"/>
                <a:ext cx="95" cy="118"/>
              </a:xfrm>
              <a:custGeom>
                <a:avLst/>
                <a:gdLst>
                  <a:gd name="T0" fmla="*/ 5 w 51"/>
                  <a:gd name="T1" fmla="*/ 40 h 63"/>
                  <a:gd name="T2" fmla="*/ 5 w 51"/>
                  <a:gd name="T3" fmla="*/ 48 h 63"/>
                  <a:gd name="T4" fmla="*/ 9 w 51"/>
                  <a:gd name="T5" fmla="*/ 55 h 63"/>
                  <a:gd name="T6" fmla="*/ 13 w 51"/>
                  <a:gd name="T7" fmla="*/ 56 h 63"/>
                  <a:gd name="T8" fmla="*/ 15 w 51"/>
                  <a:gd name="T9" fmla="*/ 60 h 63"/>
                  <a:gd name="T10" fmla="*/ 13 w 51"/>
                  <a:gd name="T11" fmla="*/ 51 h 63"/>
                  <a:gd name="T12" fmla="*/ 13 w 51"/>
                  <a:gd name="T13" fmla="*/ 43 h 63"/>
                  <a:gd name="T14" fmla="*/ 15 w 51"/>
                  <a:gd name="T15" fmla="*/ 35 h 63"/>
                  <a:gd name="T16" fmla="*/ 18 w 51"/>
                  <a:gd name="T17" fmla="*/ 36 h 63"/>
                  <a:gd name="T18" fmla="*/ 18 w 51"/>
                  <a:gd name="T19" fmla="*/ 42 h 63"/>
                  <a:gd name="T20" fmla="*/ 20 w 51"/>
                  <a:gd name="T21" fmla="*/ 47 h 63"/>
                  <a:gd name="T22" fmla="*/ 24 w 51"/>
                  <a:gd name="T23" fmla="*/ 50 h 63"/>
                  <a:gd name="T24" fmla="*/ 23 w 51"/>
                  <a:gd name="T25" fmla="*/ 54 h 63"/>
                  <a:gd name="T26" fmla="*/ 27 w 51"/>
                  <a:gd name="T27" fmla="*/ 53 h 63"/>
                  <a:gd name="T28" fmla="*/ 29 w 51"/>
                  <a:gd name="T29" fmla="*/ 54 h 63"/>
                  <a:gd name="T30" fmla="*/ 35 w 51"/>
                  <a:gd name="T31" fmla="*/ 52 h 63"/>
                  <a:gd name="T32" fmla="*/ 34 w 51"/>
                  <a:gd name="T33" fmla="*/ 49 h 63"/>
                  <a:gd name="T34" fmla="*/ 33 w 51"/>
                  <a:gd name="T35" fmla="*/ 45 h 63"/>
                  <a:gd name="T36" fmla="*/ 35 w 51"/>
                  <a:gd name="T37" fmla="*/ 42 h 63"/>
                  <a:gd name="T38" fmla="*/ 31 w 51"/>
                  <a:gd name="T39" fmla="*/ 42 h 63"/>
                  <a:gd name="T40" fmla="*/ 29 w 51"/>
                  <a:gd name="T41" fmla="*/ 40 h 63"/>
                  <a:gd name="T42" fmla="*/ 29 w 51"/>
                  <a:gd name="T43" fmla="*/ 39 h 63"/>
                  <a:gd name="T44" fmla="*/ 28 w 51"/>
                  <a:gd name="T45" fmla="*/ 35 h 63"/>
                  <a:gd name="T46" fmla="*/ 25 w 51"/>
                  <a:gd name="T47" fmla="*/ 32 h 63"/>
                  <a:gd name="T48" fmla="*/ 25 w 51"/>
                  <a:gd name="T49" fmla="*/ 27 h 63"/>
                  <a:gd name="T50" fmla="*/ 33 w 51"/>
                  <a:gd name="T51" fmla="*/ 21 h 63"/>
                  <a:gd name="T52" fmla="*/ 38 w 51"/>
                  <a:gd name="T53" fmla="*/ 19 h 63"/>
                  <a:gd name="T54" fmla="*/ 29 w 51"/>
                  <a:gd name="T55" fmla="*/ 17 h 63"/>
                  <a:gd name="T56" fmla="*/ 23 w 51"/>
                  <a:gd name="T57" fmla="*/ 19 h 63"/>
                  <a:gd name="T58" fmla="*/ 16 w 51"/>
                  <a:gd name="T59" fmla="*/ 23 h 63"/>
                  <a:gd name="T60" fmla="*/ 12 w 51"/>
                  <a:gd name="T61" fmla="*/ 14 h 63"/>
                  <a:gd name="T62" fmla="*/ 20 w 51"/>
                  <a:gd name="T63" fmla="*/ 11 h 63"/>
                  <a:gd name="T64" fmla="*/ 27 w 51"/>
                  <a:gd name="T65" fmla="*/ 10 h 63"/>
                  <a:gd name="T66" fmla="*/ 35 w 51"/>
                  <a:gd name="T67" fmla="*/ 10 h 63"/>
                  <a:gd name="T68" fmla="*/ 46 w 51"/>
                  <a:gd name="T69" fmla="*/ 8 h 63"/>
                  <a:gd name="T70" fmla="*/ 50 w 51"/>
                  <a:gd name="T71" fmla="*/ 3 h 63"/>
                  <a:gd name="T72" fmla="*/ 45 w 51"/>
                  <a:gd name="T73" fmla="*/ 0 h 63"/>
                  <a:gd name="T74" fmla="*/ 41 w 51"/>
                  <a:gd name="T75" fmla="*/ 5 h 63"/>
                  <a:gd name="T76" fmla="*/ 32 w 51"/>
                  <a:gd name="T77" fmla="*/ 6 h 63"/>
                  <a:gd name="T78" fmla="*/ 26 w 51"/>
                  <a:gd name="T79" fmla="*/ 4 h 63"/>
                  <a:gd name="T80" fmla="*/ 18 w 51"/>
                  <a:gd name="T81" fmla="*/ 2 h 63"/>
                  <a:gd name="T82" fmla="*/ 14 w 51"/>
                  <a:gd name="T83" fmla="*/ 7 h 63"/>
                  <a:gd name="T84" fmla="*/ 8 w 51"/>
                  <a:gd name="T85" fmla="*/ 10 h 63"/>
                  <a:gd name="T86" fmla="*/ 8 w 51"/>
                  <a:gd name="T87" fmla="*/ 17 h 63"/>
                  <a:gd name="T88" fmla="*/ 4 w 51"/>
                  <a:gd name="T89" fmla="*/ 23 h 63"/>
                  <a:gd name="T90" fmla="*/ 3 w 51"/>
                  <a:gd name="T91" fmla="*/ 29 h 63"/>
                  <a:gd name="T92" fmla="*/ 0 w 51"/>
                  <a:gd name="T93" fmla="*/ 36 h 63"/>
                  <a:gd name="T94" fmla="*/ 30 w 51"/>
                  <a:gd name="T95" fmla="*/ 51 h 63"/>
                  <a:gd name="T96" fmla="*/ 26 w 51"/>
                  <a:gd name="T97" fmla="*/ 48 h 63"/>
                  <a:gd name="T98" fmla="*/ 32 w 51"/>
                  <a:gd name="T99" fmla="*/ 46 h 63"/>
                  <a:gd name="T100" fmla="*/ 30 w 51"/>
                  <a:gd name="T101" fmla="*/ 47 h 63"/>
                  <a:gd name="T102" fmla="*/ 26 w 51"/>
                  <a:gd name="T10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1" h="63">
                    <a:moveTo>
                      <a:pt x="2" y="40"/>
                    </a:moveTo>
                    <a:cubicBezTo>
                      <a:pt x="3" y="40"/>
                      <a:pt x="3" y="40"/>
                      <a:pt x="3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9"/>
                      <a:pt x="1" y="39"/>
                      <a:pt x="1" y="39"/>
                    </a:cubicBezTo>
                    <a:lnTo>
                      <a:pt x="2" y="40"/>
                    </a:lnTo>
                    <a:close/>
                    <a:moveTo>
                      <a:pt x="31" y="51"/>
                    </a:move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0"/>
                      <a:pt x="31" y="50"/>
                      <a:pt x="31" y="50"/>
                    </a:cubicBezTo>
                    <a:lnTo>
                      <a:pt x="31" y="51"/>
                    </a:lnTo>
                    <a:close/>
                    <a:moveTo>
                      <a:pt x="25" y="50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4" y="50"/>
                      <a:pt x="24" y="50"/>
                      <a:pt x="24" y="50"/>
                    </a:cubicBezTo>
                    <a:lnTo>
                      <a:pt x="25" y="5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0" name="Freeform 6259">
                <a:extLst>
                  <a:ext uri="{FF2B5EF4-FFF2-40B4-BE49-F238E27FC236}">
                    <a16:creationId xmlns:a16="http://schemas.microsoft.com/office/drawing/2014/main" id="{2D5A7538-F8CC-4F19-878C-FF190122FA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5" y="2886"/>
                <a:ext cx="15" cy="13"/>
              </a:xfrm>
              <a:custGeom>
                <a:avLst/>
                <a:gdLst>
                  <a:gd name="T0" fmla="*/ 7 w 8"/>
                  <a:gd name="T1" fmla="*/ 3 h 7"/>
                  <a:gd name="T2" fmla="*/ 7 w 8"/>
                  <a:gd name="T3" fmla="*/ 2 h 7"/>
                  <a:gd name="T4" fmla="*/ 6 w 8"/>
                  <a:gd name="T5" fmla="*/ 0 h 7"/>
                  <a:gd name="T6" fmla="*/ 5 w 8"/>
                  <a:gd name="T7" fmla="*/ 1 h 7"/>
                  <a:gd name="T8" fmla="*/ 5 w 8"/>
                  <a:gd name="T9" fmla="*/ 0 h 7"/>
                  <a:gd name="T10" fmla="*/ 2 w 8"/>
                  <a:gd name="T11" fmla="*/ 0 h 7"/>
                  <a:gd name="T12" fmla="*/ 0 w 8"/>
                  <a:gd name="T13" fmla="*/ 1 h 7"/>
                  <a:gd name="T14" fmla="*/ 0 w 8"/>
                  <a:gd name="T15" fmla="*/ 3 h 7"/>
                  <a:gd name="T16" fmla="*/ 2 w 8"/>
                  <a:gd name="T17" fmla="*/ 5 h 7"/>
                  <a:gd name="T18" fmla="*/ 3 w 8"/>
                  <a:gd name="T19" fmla="*/ 4 h 7"/>
                  <a:gd name="T20" fmla="*/ 4 w 8"/>
                  <a:gd name="T21" fmla="*/ 5 h 7"/>
                  <a:gd name="T22" fmla="*/ 5 w 8"/>
                  <a:gd name="T23" fmla="*/ 4 h 7"/>
                  <a:gd name="T24" fmla="*/ 5 w 8"/>
                  <a:gd name="T25" fmla="*/ 4 h 7"/>
                  <a:gd name="T26" fmla="*/ 5 w 8"/>
                  <a:gd name="T27" fmla="*/ 4 h 7"/>
                  <a:gd name="T28" fmla="*/ 5 w 8"/>
                  <a:gd name="T29" fmla="*/ 4 h 7"/>
                  <a:gd name="T30" fmla="*/ 5 w 8"/>
                  <a:gd name="T31" fmla="*/ 4 h 7"/>
                  <a:gd name="T32" fmla="*/ 5 w 8"/>
                  <a:gd name="T33" fmla="*/ 4 h 7"/>
                  <a:gd name="T34" fmla="*/ 4 w 8"/>
                  <a:gd name="T35" fmla="*/ 5 h 7"/>
                  <a:gd name="T36" fmla="*/ 4 w 8"/>
                  <a:gd name="T37" fmla="*/ 5 h 7"/>
                  <a:gd name="T38" fmla="*/ 1 w 8"/>
                  <a:gd name="T39" fmla="*/ 6 h 7"/>
                  <a:gd name="T40" fmla="*/ 3 w 8"/>
                  <a:gd name="T41" fmla="*/ 7 h 7"/>
                  <a:gd name="T42" fmla="*/ 4 w 8"/>
                  <a:gd name="T43" fmla="*/ 7 h 7"/>
                  <a:gd name="T44" fmla="*/ 4 w 8"/>
                  <a:gd name="T45" fmla="*/ 6 h 7"/>
                  <a:gd name="T46" fmla="*/ 7 w 8"/>
                  <a:gd name="T47" fmla="*/ 6 h 7"/>
                  <a:gd name="T48" fmla="*/ 5 w 8"/>
                  <a:gd name="T49" fmla="*/ 5 h 7"/>
                  <a:gd name="T50" fmla="*/ 8 w 8"/>
                  <a:gd name="T51" fmla="*/ 5 h 7"/>
                  <a:gd name="T52" fmla="*/ 7 w 8"/>
                  <a:gd name="T5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" h="7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5"/>
                      <a:pt x="8" y="5"/>
                      <a:pt x="8" y="5"/>
                    </a:cubicBezTo>
                    <a:lnTo>
                      <a:pt x="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1" name="Freeform 6260">
                <a:extLst>
                  <a:ext uri="{FF2B5EF4-FFF2-40B4-BE49-F238E27FC236}">
                    <a16:creationId xmlns:a16="http://schemas.microsoft.com/office/drawing/2014/main" id="{596FA3D2-ECEA-4235-AB22-FE794487F21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2894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13 w 13"/>
                  <a:gd name="T3" fmla="*/ 3 h 7"/>
                  <a:gd name="T4" fmla="*/ 11 w 13"/>
                  <a:gd name="T5" fmla="*/ 3 h 7"/>
                  <a:gd name="T6" fmla="*/ 11 w 13"/>
                  <a:gd name="T7" fmla="*/ 2 h 7"/>
                  <a:gd name="T8" fmla="*/ 10 w 13"/>
                  <a:gd name="T9" fmla="*/ 0 h 7"/>
                  <a:gd name="T10" fmla="*/ 4 w 13"/>
                  <a:gd name="T11" fmla="*/ 0 h 7"/>
                  <a:gd name="T12" fmla="*/ 0 w 13"/>
                  <a:gd name="T13" fmla="*/ 2 h 7"/>
                  <a:gd name="T14" fmla="*/ 2 w 13"/>
                  <a:gd name="T15" fmla="*/ 5 h 7"/>
                  <a:gd name="T16" fmla="*/ 8 w 13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13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2" name="Freeform 6261">
                <a:extLst>
                  <a:ext uri="{FF2B5EF4-FFF2-40B4-BE49-F238E27FC236}">
                    <a16:creationId xmlns:a16="http://schemas.microsoft.com/office/drawing/2014/main" id="{986B22AD-D4FE-4417-A97F-621D854CC77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25" y="2875"/>
                <a:ext cx="13" cy="9"/>
              </a:xfrm>
              <a:custGeom>
                <a:avLst/>
                <a:gdLst>
                  <a:gd name="T0" fmla="*/ 7 w 13"/>
                  <a:gd name="T1" fmla="*/ 0 h 9"/>
                  <a:gd name="T2" fmla="*/ 6 w 13"/>
                  <a:gd name="T3" fmla="*/ 2 h 9"/>
                  <a:gd name="T4" fmla="*/ 6 w 13"/>
                  <a:gd name="T5" fmla="*/ 2 h 9"/>
                  <a:gd name="T6" fmla="*/ 6 w 13"/>
                  <a:gd name="T7" fmla="*/ 0 h 9"/>
                  <a:gd name="T8" fmla="*/ 2 w 13"/>
                  <a:gd name="T9" fmla="*/ 0 h 9"/>
                  <a:gd name="T10" fmla="*/ 0 w 13"/>
                  <a:gd name="T11" fmla="*/ 4 h 9"/>
                  <a:gd name="T12" fmla="*/ 2 w 13"/>
                  <a:gd name="T13" fmla="*/ 6 h 9"/>
                  <a:gd name="T14" fmla="*/ 0 w 13"/>
                  <a:gd name="T15" fmla="*/ 8 h 9"/>
                  <a:gd name="T16" fmla="*/ 7 w 13"/>
                  <a:gd name="T17" fmla="*/ 9 h 9"/>
                  <a:gd name="T18" fmla="*/ 6 w 13"/>
                  <a:gd name="T19" fmla="*/ 6 h 9"/>
                  <a:gd name="T20" fmla="*/ 6 w 13"/>
                  <a:gd name="T21" fmla="*/ 8 h 9"/>
                  <a:gd name="T22" fmla="*/ 9 w 13"/>
                  <a:gd name="T23" fmla="*/ 8 h 9"/>
                  <a:gd name="T24" fmla="*/ 11 w 13"/>
                  <a:gd name="T25" fmla="*/ 9 h 9"/>
                  <a:gd name="T26" fmla="*/ 13 w 13"/>
                  <a:gd name="T27" fmla="*/ 8 h 9"/>
                  <a:gd name="T28" fmla="*/ 11 w 13"/>
                  <a:gd name="T29" fmla="*/ 6 h 9"/>
                  <a:gd name="T30" fmla="*/ 11 w 13"/>
                  <a:gd name="T31" fmla="*/ 4 h 9"/>
                  <a:gd name="T32" fmla="*/ 11 w 13"/>
                  <a:gd name="T33" fmla="*/ 2 h 9"/>
                  <a:gd name="T34" fmla="*/ 7 w 13"/>
                  <a:gd name="T35" fmla="*/ 0 h 9"/>
                  <a:gd name="T36" fmla="*/ 4 w 13"/>
                  <a:gd name="T37" fmla="*/ 6 h 9"/>
                  <a:gd name="T38" fmla="*/ 4 w 13"/>
                  <a:gd name="T39" fmla="*/ 4 h 9"/>
                  <a:gd name="T40" fmla="*/ 4 w 13"/>
                  <a:gd name="T41" fmla="*/ 6 h 9"/>
                  <a:gd name="T42" fmla="*/ 6 w 13"/>
                  <a:gd name="T43" fmla="*/ 6 h 9"/>
                  <a:gd name="T44" fmla="*/ 4 w 13"/>
                  <a:gd name="T4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7" y="9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  <a:moveTo>
                      <a:pt x="4" y="6"/>
                    </a:moveTo>
                    <a:lnTo>
                      <a:pt x="4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3" name="Freeform 6262">
                <a:extLst>
                  <a:ext uri="{FF2B5EF4-FFF2-40B4-BE49-F238E27FC236}">
                    <a16:creationId xmlns:a16="http://schemas.microsoft.com/office/drawing/2014/main" id="{12A1864C-CDC2-487D-A31A-2E6881AA5E7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968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2 h 4"/>
                  <a:gd name="T6" fmla="*/ 2 w 6"/>
                  <a:gd name="T7" fmla="*/ 0 h 4"/>
                  <a:gd name="T8" fmla="*/ 0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4" name="Freeform 6263">
                <a:extLst>
                  <a:ext uri="{FF2B5EF4-FFF2-40B4-BE49-F238E27FC236}">
                    <a16:creationId xmlns:a16="http://schemas.microsoft.com/office/drawing/2014/main" id="{FE4B87D3-16DE-45C4-B8A9-5501C71F4D2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77" y="2983"/>
                <a:ext cx="20" cy="10"/>
              </a:xfrm>
              <a:custGeom>
                <a:avLst/>
                <a:gdLst>
                  <a:gd name="T0" fmla="*/ 13 w 20"/>
                  <a:gd name="T1" fmla="*/ 8 h 10"/>
                  <a:gd name="T2" fmla="*/ 18 w 20"/>
                  <a:gd name="T3" fmla="*/ 6 h 10"/>
                  <a:gd name="T4" fmla="*/ 20 w 20"/>
                  <a:gd name="T5" fmla="*/ 2 h 10"/>
                  <a:gd name="T6" fmla="*/ 18 w 20"/>
                  <a:gd name="T7" fmla="*/ 0 h 10"/>
                  <a:gd name="T8" fmla="*/ 15 w 20"/>
                  <a:gd name="T9" fmla="*/ 2 h 10"/>
                  <a:gd name="T10" fmla="*/ 13 w 20"/>
                  <a:gd name="T11" fmla="*/ 0 h 10"/>
                  <a:gd name="T12" fmla="*/ 9 w 20"/>
                  <a:gd name="T13" fmla="*/ 2 h 10"/>
                  <a:gd name="T14" fmla="*/ 9 w 20"/>
                  <a:gd name="T15" fmla="*/ 2 h 10"/>
                  <a:gd name="T16" fmla="*/ 7 w 20"/>
                  <a:gd name="T17" fmla="*/ 2 h 10"/>
                  <a:gd name="T18" fmla="*/ 7 w 20"/>
                  <a:gd name="T19" fmla="*/ 2 h 10"/>
                  <a:gd name="T20" fmla="*/ 7 w 20"/>
                  <a:gd name="T21" fmla="*/ 2 h 10"/>
                  <a:gd name="T22" fmla="*/ 5 w 20"/>
                  <a:gd name="T23" fmla="*/ 4 h 10"/>
                  <a:gd name="T24" fmla="*/ 3 w 20"/>
                  <a:gd name="T25" fmla="*/ 6 h 10"/>
                  <a:gd name="T26" fmla="*/ 0 w 20"/>
                  <a:gd name="T27" fmla="*/ 8 h 10"/>
                  <a:gd name="T28" fmla="*/ 3 w 20"/>
                  <a:gd name="T29" fmla="*/ 8 h 10"/>
                  <a:gd name="T30" fmla="*/ 5 w 20"/>
                  <a:gd name="T31" fmla="*/ 10 h 10"/>
                  <a:gd name="T32" fmla="*/ 9 w 20"/>
                  <a:gd name="T33" fmla="*/ 6 h 10"/>
                  <a:gd name="T34" fmla="*/ 9 w 20"/>
                  <a:gd name="T35" fmla="*/ 6 h 10"/>
                  <a:gd name="T36" fmla="*/ 9 w 20"/>
                  <a:gd name="T37" fmla="*/ 8 h 10"/>
                  <a:gd name="T38" fmla="*/ 13 w 20"/>
                  <a:gd name="T39" fmla="*/ 8 h 10"/>
                  <a:gd name="T40" fmla="*/ 9 w 20"/>
                  <a:gd name="T41" fmla="*/ 4 h 10"/>
                  <a:gd name="T42" fmla="*/ 9 w 20"/>
                  <a:gd name="T43" fmla="*/ 4 h 10"/>
                  <a:gd name="T44" fmla="*/ 9 w 20"/>
                  <a:gd name="T45" fmla="*/ 4 h 10"/>
                  <a:gd name="T46" fmla="*/ 9 w 20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10">
                    <a:moveTo>
                      <a:pt x="13" y="8"/>
                    </a:moveTo>
                    <a:lnTo>
                      <a:pt x="18" y="6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3" y="8"/>
                    </a:lnTo>
                    <a:close/>
                    <a:moveTo>
                      <a:pt x="9" y="4"/>
                    </a:move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5" name="Freeform 6264">
                <a:extLst>
                  <a:ext uri="{FF2B5EF4-FFF2-40B4-BE49-F238E27FC236}">
                    <a16:creationId xmlns:a16="http://schemas.microsoft.com/office/drawing/2014/main" id="{799D6B94-5134-451C-B0F0-FC557E235E0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57" y="296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2 w 8"/>
                  <a:gd name="T3" fmla="*/ 0 h 7"/>
                  <a:gd name="T4" fmla="*/ 0 w 8"/>
                  <a:gd name="T5" fmla="*/ 1 h 7"/>
                  <a:gd name="T6" fmla="*/ 0 w 8"/>
                  <a:gd name="T7" fmla="*/ 3 h 7"/>
                  <a:gd name="T8" fmla="*/ 2 w 8"/>
                  <a:gd name="T9" fmla="*/ 7 h 7"/>
                  <a:gd name="T10" fmla="*/ 4 w 8"/>
                  <a:gd name="T11" fmla="*/ 3 h 7"/>
                  <a:gd name="T12" fmla="*/ 6 w 8"/>
                  <a:gd name="T13" fmla="*/ 3 h 7"/>
                  <a:gd name="T14" fmla="*/ 8 w 8"/>
                  <a:gd name="T15" fmla="*/ 3 h 7"/>
                  <a:gd name="T16" fmla="*/ 6 w 8"/>
                  <a:gd name="T17" fmla="*/ 1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6" name="Freeform 6265">
                <a:extLst>
                  <a:ext uri="{FF2B5EF4-FFF2-40B4-BE49-F238E27FC236}">
                    <a16:creationId xmlns:a16="http://schemas.microsoft.com/office/drawing/2014/main" id="{6763E4C9-9792-48BC-AEF0-33D1174363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2" y="289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4 w 5"/>
                  <a:gd name="T5" fmla="*/ 3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7" name="Freeform 6266">
                <a:extLst>
                  <a:ext uri="{FF2B5EF4-FFF2-40B4-BE49-F238E27FC236}">
                    <a16:creationId xmlns:a16="http://schemas.microsoft.com/office/drawing/2014/main" id="{C6BFE032-CBD3-42C0-88A8-A293509FC8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0" y="2877"/>
                <a:ext cx="19" cy="11"/>
              </a:xfrm>
              <a:custGeom>
                <a:avLst/>
                <a:gdLst>
                  <a:gd name="T0" fmla="*/ 10 w 19"/>
                  <a:gd name="T1" fmla="*/ 9 h 11"/>
                  <a:gd name="T2" fmla="*/ 12 w 19"/>
                  <a:gd name="T3" fmla="*/ 9 h 11"/>
                  <a:gd name="T4" fmla="*/ 12 w 19"/>
                  <a:gd name="T5" fmla="*/ 11 h 11"/>
                  <a:gd name="T6" fmla="*/ 19 w 19"/>
                  <a:gd name="T7" fmla="*/ 9 h 11"/>
                  <a:gd name="T8" fmla="*/ 15 w 19"/>
                  <a:gd name="T9" fmla="*/ 7 h 11"/>
                  <a:gd name="T10" fmla="*/ 13 w 19"/>
                  <a:gd name="T11" fmla="*/ 6 h 11"/>
                  <a:gd name="T12" fmla="*/ 12 w 19"/>
                  <a:gd name="T13" fmla="*/ 4 h 11"/>
                  <a:gd name="T14" fmla="*/ 10 w 19"/>
                  <a:gd name="T15" fmla="*/ 2 h 11"/>
                  <a:gd name="T16" fmla="*/ 6 w 19"/>
                  <a:gd name="T17" fmla="*/ 2 h 11"/>
                  <a:gd name="T18" fmla="*/ 0 w 19"/>
                  <a:gd name="T19" fmla="*/ 0 h 11"/>
                  <a:gd name="T20" fmla="*/ 2 w 19"/>
                  <a:gd name="T21" fmla="*/ 4 h 11"/>
                  <a:gd name="T22" fmla="*/ 6 w 19"/>
                  <a:gd name="T23" fmla="*/ 7 h 11"/>
                  <a:gd name="T24" fmla="*/ 6 w 19"/>
                  <a:gd name="T25" fmla="*/ 6 h 11"/>
                  <a:gd name="T26" fmla="*/ 8 w 19"/>
                  <a:gd name="T27" fmla="*/ 7 h 11"/>
                  <a:gd name="T28" fmla="*/ 8 w 19"/>
                  <a:gd name="T29" fmla="*/ 9 h 11"/>
                  <a:gd name="T30" fmla="*/ 10 w 19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1">
                    <a:moveTo>
                      <a:pt x="10" y="9"/>
                    </a:moveTo>
                    <a:lnTo>
                      <a:pt x="12" y="9"/>
                    </a:lnTo>
                    <a:lnTo>
                      <a:pt x="12" y="11"/>
                    </a:lnTo>
                    <a:lnTo>
                      <a:pt x="19" y="9"/>
                    </a:lnTo>
                    <a:lnTo>
                      <a:pt x="15" y="7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8" name="Freeform 6267">
                <a:extLst>
                  <a:ext uri="{FF2B5EF4-FFF2-40B4-BE49-F238E27FC236}">
                    <a16:creationId xmlns:a16="http://schemas.microsoft.com/office/drawing/2014/main" id="{C153927D-081E-4EE0-8AED-F3D1E4E8B1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63" y="2970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8 w 8"/>
                  <a:gd name="T3" fmla="*/ 0 h 4"/>
                  <a:gd name="T4" fmla="*/ 4 w 8"/>
                  <a:gd name="T5" fmla="*/ 0 h 4"/>
                  <a:gd name="T6" fmla="*/ 0 w 8"/>
                  <a:gd name="T7" fmla="*/ 0 h 4"/>
                  <a:gd name="T8" fmla="*/ 2 w 8"/>
                  <a:gd name="T9" fmla="*/ 4 h 4"/>
                  <a:gd name="T10" fmla="*/ 6 w 8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9" name="Freeform 6268">
                <a:extLst>
                  <a:ext uri="{FF2B5EF4-FFF2-40B4-BE49-F238E27FC236}">
                    <a16:creationId xmlns:a16="http://schemas.microsoft.com/office/drawing/2014/main" id="{688520CB-704A-46E4-A005-DD9F8D5919E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74" y="2763"/>
                <a:ext cx="143" cy="166"/>
              </a:xfrm>
              <a:custGeom>
                <a:avLst/>
                <a:gdLst>
                  <a:gd name="T0" fmla="*/ 75 w 77"/>
                  <a:gd name="T1" fmla="*/ 50 h 89"/>
                  <a:gd name="T2" fmla="*/ 67 w 77"/>
                  <a:gd name="T3" fmla="*/ 44 h 89"/>
                  <a:gd name="T4" fmla="*/ 68 w 77"/>
                  <a:gd name="T5" fmla="*/ 41 h 89"/>
                  <a:gd name="T6" fmla="*/ 63 w 77"/>
                  <a:gd name="T7" fmla="*/ 33 h 89"/>
                  <a:gd name="T8" fmla="*/ 65 w 77"/>
                  <a:gd name="T9" fmla="*/ 31 h 89"/>
                  <a:gd name="T10" fmla="*/ 67 w 77"/>
                  <a:gd name="T11" fmla="*/ 29 h 89"/>
                  <a:gd name="T12" fmla="*/ 66 w 77"/>
                  <a:gd name="T13" fmla="*/ 27 h 89"/>
                  <a:gd name="T14" fmla="*/ 71 w 77"/>
                  <a:gd name="T15" fmla="*/ 25 h 89"/>
                  <a:gd name="T16" fmla="*/ 73 w 77"/>
                  <a:gd name="T17" fmla="*/ 20 h 89"/>
                  <a:gd name="T18" fmla="*/ 74 w 77"/>
                  <a:gd name="T19" fmla="*/ 16 h 89"/>
                  <a:gd name="T20" fmla="*/ 69 w 77"/>
                  <a:gd name="T21" fmla="*/ 13 h 89"/>
                  <a:gd name="T22" fmla="*/ 65 w 77"/>
                  <a:gd name="T23" fmla="*/ 12 h 89"/>
                  <a:gd name="T24" fmla="*/ 63 w 77"/>
                  <a:gd name="T25" fmla="*/ 8 h 89"/>
                  <a:gd name="T26" fmla="*/ 62 w 77"/>
                  <a:gd name="T27" fmla="*/ 1 h 89"/>
                  <a:gd name="T28" fmla="*/ 58 w 77"/>
                  <a:gd name="T29" fmla="*/ 3 h 89"/>
                  <a:gd name="T30" fmla="*/ 59 w 77"/>
                  <a:gd name="T31" fmla="*/ 6 h 89"/>
                  <a:gd name="T32" fmla="*/ 54 w 77"/>
                  <a:gd name="T33" fmla="*/ 8 h 89"/>
                  <a:gd name="T34" fmla="*/ 46 w 77"/>
                  <a:gd name="T35" fmla="*/ 17 h 89"/>
                  <a:gd name="T36" fmla="*/ 38 w 77"/>
                  <a:gd name="T37" fmla="*/ 22 h 89"/>
                  <a:gd name="T38" fmla="*/ 33 w 77"/>
                  <a:gd name="T39" fmla="*/ 30 h 89"/>
                  <a:gd name="T40" fmla="*/ 22 w 77"/>
                  <a:gd name="T41" fmla="*/ 36 h 89"/>
                  <a:gd name="T42" fmla="*/ 17 w 77"/>
                  <a:gd name="T43" fmla="*/ 41 h 89"/>
                  <a:gd name="T44" fmla="*/ 16 w 77"/>
                  <a:gd name="T45" fmla="*/ 46 h 89"/>
                  <a:gd name="T46" fmla="*/ 7 w 77"/>
                  <a:gd name="T47" fmla="*/ 42 h 89"/>
                  <a:gd name="T48" fmla="*/ 5 w 77"/>
                  <a:gd name="T49" fmla="*/ 43 h 89"/>
                  <a:gd name="T50" fmla="*/ 1 w 77"/>
                  <a:gd name="T51" fmla="*/ 51 h 89"/>
                  <a:gd name="T52" fmla="*/ 1 w 77"/>
                  <a:gd name="T53" fmla="*/ 59 h 89"/>
                  <a:gd name="T54" fmla="*/ 2 w 77"/>
                  <a:gd name="T55" fmla="*/ 64 h 89"/>
                  <a:gd name="T56" fmla="*/ 4 w 77"/>
                  <a:gd name="T57" fmla="*/ 66 h 89"/>
                  <a:gd name="T58" fmla="*/ 8 w 77"/>
                  <a:gd name="T59" fmla="*/ 67 h 89"/>
                  <a:gd name="T60" fmla="*/ 8 w 77"/>
                  <a:gd name="T61" fmla="*/ 73 h 89"/>
                  <a:gd name="T62" fmla="*/ 12 w 77"/>
                  <a:gd name="T63" fmla="*/ 81 h 89"/>
                  <a:gd name="T64" fmla="*/ 18 w 77"/>
                  <a:gd name="T65" fmla="*/ 81 h 89"/>
                  <a:gd name="T66" fmla="*/ 22 w 77"/>
                  <a:gd name="T67" fmla="*/ 84 h 89"/>
                  <a:gd name="T68" fmla="*/ 27 w 77"/>
                  <a:gd name="T69" fmla="*/ 84 h 89"/>
                  <a:gd name="T70" fmla="*/ 32 w 77"/>
                  <a:gd name="T71" fmla="*/ 82 h 89"/>
                  <a:gd name="T72" fmla="*/ 35 w 77"/>
                  <a:gd name="T73" fmla="*/ 84 h 89"/>
                  <a:gd name="T74" fmla="*/ 40 w 77"/>
                  <a:gd name="T75" fmla="*/ 85 h 89"/>
                  <a:gd name="T76" fmla="*/ 44 w 77"/>
                  <a:gd name="T77" fmla="*/ 89 h 89"/>
                  <a:gd name="T78" fmla="*/ 52 w 77"/>
                  <a:gd name="T79" fmla="*/ 85 h 89"/>
                  <a:gd name="T80" fmla="*/ 56 w 77"/>
                  <a:gd name="T81" fmla="*/ 86 h 89"/>
                  <a:gd name="T82" fmla="*/ 53 w 77"/>
                  <a:gd name="T83" fmla="*/ 83 h 89"/>
                  <a:gd name="T84" fmla="*/ 56 w 77"/>
                  <a:gd name="T85" fmla="*/ 78 h 89"/>
                  <a:gd name="T86" fmla="*/ 56 w 77"/>
                  <a:gd name="T87" fmla="*/ 74 h 89"/>
                  <a:gd name="T88" fmla="*/ 55 w 77"/>
                  <a:gd name="T89" fmla="*/ 72 h 89"/>
                  <a:gd name="T90" fmla="*/ 59 w 77"/>
                  <a:gd name="T91" fmla="*/ 68 h 89"/>
                  <a:gd name="T92" fmla="*/ 63 w 77"/>
                  <a:gd name="T93" fmla="*/ 59 h 89"/>
                  <a:gd name="T94" fmla="*/ 66 w 77"/>
                  <a:gd name="T95" fmla="*/ 52 h 89"/>
                  <a:gd name="T96" fmla="*/ 71 w 77"/>
                  <a:gd name="T97" fmla="*/ 53 h 89"/>
                  <a:gd name="T98" fmla="*/ 64 w 77"/>
                  <a:gd name="T99" fmla="*/ 27 h 89"/>
                  <a:gd name="T100" fmla="*/ 46 w 77"/>
                  <a:gd name="T101" fmla="*/ 20 h 89"/>
                  <a:gd name="T102" fmla="*/ 63 w 77"/>
                  <a:gd name="T103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" h="89">
                    <a:moveTo>
                      <a:pt x="71" y="53"/>
                    </a:moveTo>
                    <a:cubicBezTo>
                      <a:pt x="72" y="52"/>
                      <a:pt x="72" y="52"/>
                      <a:pt x="72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4" y="52"/>
                      <a:pt x="74" y="52"/>
                      <a:pt x="74" y="52"/>
                    </a:cubicBezTo>
                    <a:cubicBezTo>
                      <a:pt x="75" y="50"/>
                      <a:pt x="75" y="50"/>
                      <a:pt x="75" y="50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6" y="81"/>
                      <a:pt x="16" y="81"/>
                      <a:pt x="16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31" y="82"/>
                      <a:pt x="31" y="82"/>
                      <a:pt x="31" y="82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1" y="88"/>
                      <a:pt x="51" y="88"/>
                      <a:pt x="51" y="88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2"/>
                      <a:pt x="54" y="82"/>
                      <a:pt x="54" y="82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3" y="82"/>
                      <a:pt x="53" y="82"/>
                      <a:pt x="53" y="82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6" y="78"/>
                      <a:pt x="56" y="78"/>
                      <a:pt x="56" y="78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2"/>
                      <a:pt x="69" y="52"/>
                      <a:pt x="69" y="52"/>
                    </a:cubicBezTo>
                    <a:lnTo>
                      <a:pt x="71" y="53"/>
                    </a:lnTo>
                    <a:close/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6"/>
                      <a:pt x="64" y="26"/>
                      <a:pt x="64" y="26"/>
                    </a:cubicBezTo>
                    <a:close/>
                    <a:moveTo>
                      <a:pt x="46" y="20"/>
                    </a:move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20"/>
                      <a:pt x="46" y="20"/>
                      <a:pt x="46" y="20"/>
                    </a:cubicBezTo>
                    <a:close/>
                    <a:moveTo>
                      <a:pt x="63" y="30"/>
                    </a:move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1"/>
                      <a:pt x="63" y="31"/>
                      <a:pt x="63" y="31"/>
                    </a:cubicBezTo>
                    <a:lnTo>
                      <a:pt x="6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0" name="Freeform 6269">
                <a:extLst>
                  <a:ext uri="{FF2B5EF4-FFF2-40B4-BE49-F238E27FC236}">
                    <a16:creationId xmlns:a16="http://schemas.microsoft.com/office/drawing/2014/main" id="{61310C3B-7EB9-43FB-A043-6E103C61B0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83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0 h 3"/>
                  <a:gd name="T4" fmla="*/ 4 w 8"/>
                  <a:gd name="T5" fmla="*/ 3 h 3"/>
                  <a:gd name="T6" fmla="*/ 8 w 8"/>
                  <a:gd name="T7" fmla="*/ 3 h 3"/>
                  <a:gd name="T8" fmla="*/ 4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8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1" name="Freeform 6270">
                <a:extLst>
                  <a:ext uri="{FF2B5EF4-FFF2-40B4-BE49-F238E27FC236}">
                    <a16:creationId xmlns:a16="http://schemas.microsoft.com/office/drawing/2014/main" id="{167EC698-0788-4EC8-8F39-1EE1331890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8" y="2870"/>
                <a:ext cx="20" cy="7"/>
              </a:xfrm>
              <a:custGeom>
                <a:avLst/>
                <a:gdLst>
                  <a:gd name="T0" fmla="*/ 20 w 20"/>
                  <a:gd name="T1" fmla="*/ 5 h 7"/>
                  <a:gd name="T2" fmla="*/ 20 w 20"/>
                  <a:gd name="T3" fmla="*/ 1 h 7"/>
                  <a:gd name="T4" fmla="*/ 17 w 20"/>
                  <a:gd name="T5" fmla="*/ 0 h 7"/>
                  <a:gd name="T6" fmla="*/ 11 w 20"/>
                  <a:gd name="T7" fmla="*/ 0 h 7"/>
                  <a:gd name="T8" fmla="*/ 9 w 20"/>
                  <a:gd name="T9" fmla="*/ 1 h 7"/>
                  <a:gd name="T10" fmla="*/ 5 w 20"/>
                  <a:gd name="T11" fmla="*/ 1 h 7"/>
                  <a:gd name="T12" fmla="*/ 4 w 20"/>
                  <a:gd name="T13" fmla="*/ 3 h 7"/>
                  <a:gd name="T14" fmla="*/ 4 w 20"/>
                  <a:gd name="T15" fmla="*/ 3 h 7"/>
                  <a:gd name="T16" fmla="*/ 0 w 20"/>
                  <a:gd name="T17" fmla="*/ 5 h 7"/>
                  <a:gd name="T18" fmla="*/ 7 w 20"/>
                  <a:gd name="T19" fmla="*/ 7 h 7"/>
                  <a:gd name="T20" fmla="*/ 11 w 20"/>
                  <a:gd name="T21" fmla="*/ 7 h 7"/>
                  <a:gd name="T22" fmla="*/ 15 w 20"/>
                  <a:gd name="T23" fmla="*/ 7 h 7"/>
                  <a:gd name="T24" fmla="*/ 15 w 20"/>
                  <a:gd name="T25" fmla="*/ 5 h 7"/>
                  <a:gd name="T26" fmla="*/ 17 w 20"/>
                  <a:gd name="T27" fmla="*/ 7 h 7"/>
                  <a:gd name="T28" fmla="*/ 20 w 20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7">
                    <a:moveTo>
                      <a:pt x="20" y="5"/>
                    </a:moveTo>
                    <a:lnTo>
                      <a:pt x="20" y="1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7" y="7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2" name="Freeform 6271">
                <a:extLst>
                  <a:ext uri="{FF2B5EF4-FFF2-40B4-BE49-F238E27FC236}">
                    <a16:creationId xmlns:a16="http://schemas.microsoft.com/office/drawing/2014/main" id="{A3F8B93B-2E78-428D-A68E-C7A18D8FA0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836"/>
                <a:ext cx="33" cy="56"/>
              </a:xfrm>
              <a:custGeom>
                <a:avLst/>
                <a:gdLst>
                  <a:gd name="T0" fmla="*/ 9 w 33"/>
                  <a:gd name="T1" fmla="*/ 30 h 56"/>
                  <a:gd name="T2" fmla="*/ 11 w 33"/>
                  <a:gd name="T3" fmla="*/ 32 h 56"/>
                  <a:gd name="T4" fmla="*/ 15 w 33"/>
                  <a:gd name="T5" fmla="*/ 32 h 56"/>
                  <a:gd name="T6" fmla="*/ 16 w 33"/>
                  <a:gd name="T7" fmla="*/ 34 h 56"/>
                  <a:gd name="T8" fmla="*/ 22 w 33"/>
                  <a:gd name="T9" fmla="*/ 32 h 56"/>
                  <a:gd name="T10" fmla="*/ 26 w 33"/>
                  <a:gd name="T11" fmla="*/ 35 h 56"/>
                  <a:gd name="T12" fmla="*/ 33 w 33"/>
                  <a:gd name="T13" fmla="*/ 39 h 56"/>
                  <a:gd name="T14" fmla="*/ 31 w 33"/>
                  <a:gd name="T15" fmla="*/ 35 h 56"/>
                  <a:gd name="T16" fmla="*/ 20 w 33"/>
                  <a:gd name="T17" fmla="*/ 30 h 56"/>
                  <a:gd name="T18" fmla="*/ 20 w 33"/>
                  <a:gd name="T19" fmla="*/ 30 h 56"/>
                  <a:gd name="T20" fmla="*/ 20 w 33"/>
                  <a:gd name="T21" fmla="*/ 28 h 56"/>
                  <a:gd name="T22" fmla="*/ 15 w 33"/>
                  <a:gd name="T23" fmla="*/ 24 h 56"/>
                  <a:gd name="T24" fmla="*/ 15 w 33"/>
                  <a:gd name="T25" fmla="*/ 24 h 56"/>
                  <a:gd name="T26" fmla="*/ 13 w 33"/>
                  <a:gd name="T27" fmla="*/ 24 h 56"/>
                  <a:gd name="T28" fmla="*/ 15 w 33"/>
                  <a:gd name="T29" fmla="*/ 22 h 56"/>
                  <a:gd name="T30" fmla="*/ 20 w 33"/>
                  <a:gd name="T31" fmla="*/ 20 h 56"/>
                  <a:gd name="T32" fmla="*/ 22 w 33"/>
                  <a:gd name="T33" fmla="*/ 15 h 56"/>
                  <a:gd name="T34" fmla="*/ 22 w 33"/>
                  <a:gd name="T35" fmla="*/ 13 h 56"/>
                  <a:gd name="T36" fmla="*/ 20 w 33"/>
                  <a:gd name="T37" fmla="*/ 11 h 56"/>
                  <a:gd name="T38" fmla="*/ 15 w 33"/>
                  <a:gd name="T39" fmla="*/ 13 h 56"/>
                  <a:gd name="T40" fmla="*/ 11 w 33"/>
                  <a:gd name="T41" fmla="*/ 15 h 56"/>
                  <a:gd name="T42" fmla="*/ 11 w 33"/>
                  <a:gd name="T43" fmla="*/ 9 h 56"/>
                  <a:gd name="T44" fmla="*/ 7 w 33"/>
                  <a:gd name="T45" fmla="*/ 9 h 56"/>
                  <a:gd name="T46" fmla="*/ 7 w 33"/>
                  <a:gd name="T47" fmla="*/ 7 h 56"/>
                  <a:gd name="T48" fmla="*/ 9 w 33"/>
                  <a:gd name="T49" fmla="*/ 6 h 56"/>
                  <a:gd name="T50" fmla="*/ 11 w 33"/>
                  <a:gd name="T51" fmla="*/ 2 h 56"/>
                  <a:gd name="T52" fmla="*/ 11 w 33"/>
                  <a:gd name="T53" fmla="*/ 9 h 56"/>
                  <a:gd name="T54" fmla="*/ 15 w 33"/>
                  <a:gd name="T55" fmla="*/ 7 h 56"/>
                  <a:gd name="T56" fmla="*/ 16 w 33"/>
                  <a:gd name="T57" fmla="*/ 7 h 56"/>
                  <a:gd name="T58" fmla="*/ 20 w 33"/>
                  <a:gd name="T59" fmla="*/ 4 h 56"/>
                  <a:gd name="T60" fmla="*/ 18 w 33"/>
                  <a:gd name="T61" fmla="*/ 2 h 56"/>
                  <a:gd name="T62" fmla="*/ 15 w 33"/>
                  <a:gd name="T63" fmla="*/ 0 h 56"/>
                  <a:gd name="T64" fmla="*/ 13 w 33"/>
                  <a:gd name="T65" fmla="*/ 2 h 56"/>
                  <a:gd name="T66" fmla="*/ 11 w 33"/>
                  <a:gd name="T67" fmla="*/ 2 h 56"/>
                  <a:gd name="T68" fmla="*/ 11 w 33"/>
                  <a:gd name="T69" fmla="*/ 2 h 56"/>
                  <a:gd name="T70" fmla="*/ 7 w 33"/>
                  <a:gd name="T71" fmla="*/ 4 h 56"/>
                  <a:gd name="T72" fmla="*/ 1 w 33"/>
                  <a:gd name="T73" fmla="*/ 7 h 56"/>
                  <a:gd name="T74" fmla="*/ 1 w 33"/>
                  <a:gd name="T75" fmla="*/ 11 h 56"/>
                  <a:gd name="T76" fmla="*/ 1 w 33"/>
                  <a:gd name="T77" fmla="*/ 15 h 56"/>
                  <a:gd name="T78" fmla="*/ 0 w 33"/>
                  <a:gd name="T79" fmla="*/ 15 h 56"/>
                  <a:gd name="T80" fmla="*/ 0 w 33"/>
                  <a:gd name="T81" fmla="*/ 20 h 56"/>
                  <a:gd name="T82" fmla="*/ 1 w 33"/>
                  <a:gd name="T83" fmla="*/ 22 h 56"/>
                  <a:gd name="T84" fmla="*/ 1 w 33"/>
                  <a:gd name="T85" fmla="*/ 24 h 56"/>
                  <a:gd name="T86" fmla="*/ 1 w 33"/>
                  <a:gd name="T87" fmla="*/ 26 h 56"/>
                  <a:gd name="T88" fmla="*/ 0 w 33"/>
                  <a:gd name="T89" fmla="*/ 30 h 56"/>
                  <a:gd name="T90" fmla="*/ 3 w 33"/>
                  <a:gd name="T91" fmla="*/ 32 h 56"/>
                  <a:gd name="T92" fmla="*/ 3 w 33"/>
                  <a:gd name="T93" fmla="*/ 34 h 56"/>
                  <a:gd name="T94" fmla="*/ 3 w 33"/>
                  <a:gd name="T95" fmla="*/ 34 h 56"/>
                  <a:gd name="T96" fmla="*/ 1 w 33"/>
                  <a:gd name="T97" fmla="*/ 37 h 56"/>
                  <a:gd name="T98" fmla="*/ 3 w 33"/>
                  <a:gd name="T99" fmla="*/ 41 h 56"/>
                  <a:gd name="T100" fmla="*/ 7 w 33"/>
                  <a:gd name="T101" fmla="*/ 43 h 56"/>
                  <a:gd name="T102" fmla="*/ 9 w 33"/>
                  <a:gd name="T103" fmla="*/ 47 h 56"/>
                  <a:gd name="T104" fmla="*/ 11 w 33"/>
                  <a:gd name="T105" fmla="*/ 48 h 56"/>
                  <a:gd name="T106" fmla="*/ 13 w 33"/>
                  <a:gd name="T107" fmla="*/ 56 h 56"/>
                  <a:gd name="T108" fmla="*/ 15 w 33"/>
                  <a:gd name="T109" fmla="*/ 48 h 56"/>
                  <a:gd name="T110" fmla="*/ 16 w 33"/>
                  <a:gd name="T111" fmla="*/ 48 h 56"/>
                  <a:gd name="T112" fmla="*/ 15 w 33"/>
                  <a:gd name="T113" fmla="*/ 45 h 56"/>
                  <a:gd name="T114" fmla="*/ 11 w 33"/>
                  <a:gd name="T115" fmla="*/ 43 h 56"/>
                  <a:gd name="T116" fmla="*/ 11 w 33"/>
                  <a:gd name="T117" fmla="*/ 39 h 56"/>
                  <a:gd name="T118" fmla="*/ 7 w 33"/>
                  <a:gd name="T119" fmla="*/ 35 h 56"/>
                  <a:gd name="T120" fmla="*/ 7 w 33"/>
                  <a:gd name="T121" fmla="*/ 30 h 56"/>
                  <a:gd name="T122" fmla="*/ 9 w 33"/>
                  <a:gd name="T123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" h="56">
                    <a:moveTo>
                      <a:pt x="9" y="30"/>
                    </a:moveTo>
                    <a:lnTo>
                      <a:pt x="11" y="32"/>
                    </a:lnTo>
                    <a:lnTo>
                      <a:pt x="15" y="32"/>
                    </a:lnTo>
                    <a:lnTo>
                      <a:pt x="16" y="34"/>
                    </a:lnTo>
                    <a:lnTo>
                      <a:pt x="22" y="32"/>
                    </a:lnTo>
                    <a:lnTo>
                      <a:pt x="26" y="35"/>
                    </a:lnTo>
                    <a:lnTo>
                      <a:pt x="33" y="39"/>
                    </a:lnTo>
                    <a:lnTo>
                      <a:pt x="31" y="35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5" y="22"/>
                    </a:lnTo>
                    <a:lnTo>
                      <a:pt x="20" y="20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5" y="13"/>
                    </a:lnTo>
                    <a:lnTo>
                      <a:pt x="11" y="15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2"/>
                    </a:lnTo>
                    <a:lnTo>
                      <a:pt x="11" y="9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1" y="7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1" y="24"/>
                    </a:lnTo>
                    <a:lnTo>
                      <a:pt x="1" y="26"/>
                    </a:lnTo>
                    <a:lnTo>
                      <a:pt x="0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1" y="37"/>
                    </a:lnTo>
                    <a:lnTo>
                      <a:pt x="3" y="41"/>
                    </a:lnTo>
                    <a:lnTo>
                      <a:pt x="7" y="43"/>
                    </a:lnTo>
                    <a:lnTo>
                      <a:pt x="9" y="47"/>
                    </a:lnTo>
                    <a:lnTo>
                      <a:pt x="11" y="48"/>
                    </a:lnTo>
                    <a:lnTo>
                      <a:pt x="13" y="56"/>
                    </a:lnTo>
                    <a:lnTo>
                      <a:pt x="15" y="48"/>
                    </a:lnTo>
                    <a:lnTo>
                      <a:pt x="16" y="48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1" y="39"/>
                    </a:lnTo>
                    <a:lnTo>
                      <a:pt x="7" y="35"/>
                    </a:lnTo>
                    <a:lnTo>
                      <a:pt x="7" y="30"/>
                    </a:lnTo>
                    <a:lnTo>
                      <a:pt x="9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3" name="Freeform 6272">
                <a:extLst>
                  <a:ext uri="{FF2B5EF4-FFF2-40B4-BE49-F238E27FC236}">
                    <a16:creationId xmlns:a16="http://schemas.microsoft.com/office/drawing/2014/main" id="{497A5992-7F38-4F53-8CBC-82FC0CF31E8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90"/>
                <a:ext cx="34" cy="7"/>
              </a:xfrm>
              <a:custGeom>
                <a:avLst/>
                <a:gdLst>
                  <a:gd name="T0" fmla="*/ 6 w 18"/>
                  <a:gd name="T1" fmla="*/ 2 h 4"/>
                  <a:gd name="T2" fmla="*/ 6 w 18"/>
                  <a:gd name="T3" fmla="*/ 2 h 4"/>
                  <a:gd name="T4" fmla="*/ 6 w 18"/>
                  <a:gd name="T5" fmla="*/ 2 h 4"/>
                  <a:gd name="T6" fmla="*/ 9 w 18"/>
                  <a:gd name="T7" fmla="*/ 4 h 4"/>
                  <a:gd name="T8" fmla="*/ 13 w 18"/>
                  <a:gd name="T9" fmla="*/ 4 h 4"/>
                  <a:gd name="T10" fmla="*/ 16 w 18"/>
                  <a:gd name="T11" fmla="*/ 4 h 4"/>
                  <a:gd name="T12" fmla="*/ 18 w 18"/>
                  <a:gd name="T13" fmla="*/ 2 h 4"/>
                  <a:gd name="T14" fmla="*/ 14 w 18"/>
                  <a:gd name="T15" fmla="*/ 1 h 4"/>
                  <a:gd name="T16" fmla="*/ 13 w 18"/>
                  <a:gd name="T17" fmla="*/ 2 h 4"/>
                  <a:gd name="T18" fmla="*/ 11 w 18"/>
                  <a:gd name="T19" fmla="*/ 1 h 4"/>
                  <a:gd name="T20" fmla="*/ 9 w 18"/>
                  <a:gd name="T21" fmla="*/ 2 h 4"/>
                  <a:gd name="T22" fmla="*/ 7 w 18"/>
                  <a:gd name="T23" fmla="*/ 1 h 4"/>
                  <a:gd name="T24" fmla="*/ 8 w 18"/>
                  <a:gd name="T25" fmla="*/ 0 h 4"/>
                  <a:gd name="T26" fmla="*/ 0 w 18"/>
                  <a:gd name="T27" fmla="*/ 0 h 4"/>
                  <a:gd name="T28" fmla="*/ 4 w 18"/>
                  <a:gd name="T29" fmla="*/ 2 h 4"/>
                  <a:gd name="T30" fmla="*/ 6 w 18"/>
                  <a:gd name="T31" fmla="*/ 1 h 4"/>
                  <a:gd name="T32" fmla="*/ 6 w 18"/>
                  <a:gd name="T3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4" name="Freeform 6273">
                <a:extLst>
                  <a:ext uri="{FF2B5EF4-FFF2-40B4-BE49-F238E27FC236}">
                    <a16:creationId xmlns:a16="http://schemas.microsoft.com/office/drawing/2014/main" id="{0CD47998-4C82-4E31-B534-AAC12A5B63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20" y="2944"/>
                <a:ext cx="13" cy="24"/>
              </a:xfrm>
              <a:custGeom>
                <a:avLst/>
                <a:gdLst>
                  <a:gd name="T0" fmla="*/ 11 w 13"/>
                  <a:gd name="T1" fmla="*/ 0 h 24"/>
                  <a:gd name="T2" fmla="*/ 7 w 13"/>
                  <a:gd name="T3" fmla="*/ 2 h 24"/>
                  <a:gd name="T4" fmla="*/ 7 w 13"/>
                  <a:gd name="T5" fmla="*/ 2 h 24"/>
                  <a:gd name="T6" fmla="*/ 7 w 13"/>
                  <a:gd name="T7" fmla="*/ 2 h 24"/>
                  <a:gd name="T8" fmla="*/ 6 w 13"/>
                  <a:gd name="T9" fmla="*/ 4 h 24"/>
                  <a:gd name="T10" fmla="*/ 0 w 13"/>
                  <a:gd name="T11" fmla="*/ 6 h 24"/>
                  <a:gd name="T12" fmla="*/ 4 w 13"/>
                  <a:gd name="T13" fmla="*/ 6 h 24"/>
                  <a:gd name="T14" fmla="*/ 2 w 13"/>
                  <a:gd name="T15" fmla="*/ 8 h 24"/>
                  <a:gd name="T16" fmla="*/ 6 w 13"/>
                  <a:gd name="T17" fmla="*/ 8 h 24"/>
                  <a:gd name="T18" fmla="*/ 6 w 13"/>
                  <a:gd name="T19" fmla="*/ 9 h 24"/>
                  <a:gd name="T20" fmla="*/ 2 w 13"/>
                  <a:gd name="T21" fmla="*/ 9 h 24"/>
                  <a:gd name="T22" fmla="*/ 2 w 13"/>
                  <a:gd name="T23" fmla="*/ 11 h 24"/>
                  <a:gd name="T24" fmla="*/ 0 w 13"/>
                  <a:gd name="T25" fmla="*/ 9 h 24"/>
                  <a:gd name="T26" fmla="*/ 2 w 13"/>
                  <a:gd name="T27" fmla="*/ 15 h 24"/>
                  <a:gd name="T28" fmla="*/ 2 w 13"/>
                  <a:gd name="T29" fmla="*/ 17 h 24"/>
                  <a:gd name="T30" fmla="*/ 2 w 13"/>
                  <a:gd name="T31" fmla="*/ 17 h 24"/>
                  <a:gd name="T32" fmla="*/ 2 w 13"/>
                  <a:gd name="T33" fmla="*/ 22 h 24"/>
                  <a:gd name="T34" fmla="*/ 4 w 13"/>
                  <a:gd name="T35" fmla="*/ 24 h 24"/>
                  <a:gd name="T36" fmla="*/ 6 w 13"/>
                  <a:gd name="T37" fmla="*/ 22 h 24"/>
                  <a:gd name="T38" fmla="*/ 7 w 13"/>
                  <a:gd name="T39" fmla="*/ 22 h 24"/>
                  <a:gd name="T40" fmla="*/ 7 w 13"/>
                  <a:gd name="T41" fmla="*/ 24 h 24"/>
                  <a:gd name="T42" fmla="*/ 7 w 13"/>
                  <a:gd name="T43" fmla="*/ 22 h 24"/>
                  <a:gd name="T44" fmla="*/ 9 w 13"/>
                  <a:gd name="T45" fmla="*/ 21 h 24"/>
                  <a:gd name="T46" fmla="*/ 9 w 13"/>
                  <a:gd name="T47" fmla="*/ 19 h 24"/>
                  <a:gd name="T48" fmla="*/ 11 w 13"/>
                  <a:gd name="T49" fmla="*/ 19 h 24"/>
                  <a:gd name="T50" fmla="*/ 9 w 13"/>
                  <a:gd name="T51" fmla="*/ 21 h 24"/>
                  <a:gd name="T52" fmla="*/ 11 w 13"/>
                  <a:gd name="T53" fmla="*/ 22 h 24"/>
                  <a:gd name="T54" fmla="*/ 13 w 13"/>
                  <a:gd name="T55" fmla="*/ 21 h 24"/>
                  <a:gd name="T56" fmla="*/ 13 w 13"/>
                  <a:gd name="T57" fmla="*/ 17 h 24"/>
                  <a:gd name="T58" fmla="*/ 11 w 13"/>
                  <a:gd name="T59" fmla="*/ 17 h 24"/>
                  <a:gd name="T60" fmla="*/ 11 w 13"/>
                  <a:gd name="T61" fmla="*/ 15 h 24"/>
                  <a:gd name="T62" fmla="*/ 11 w 13"/>
                  <a:gd name="T63" fmla="*/ 15 h 24"/>
                  <a:gd name="T64" fmla="*/ 13 w 13"/>
                  <a:gd name="T65" fmla="*/ 13 h 24"/>
                  <a:gd name="T66" fmla="*/ 13 w 13"/>
                  <a:gd name="T67" fmla="*/ 11 h 24"/>
                  <a:gd name="T68" fmla="*/ 13 w 13"/>
                  <a:gd name="T69" fmla="*/ 11 h 24"/>
                  <a:gd name="T70" fmla="*/ 13 w 13"/>
                  <a:gd name="T71" fmla="*/ 9 h 24"/>
                  <a:gd name="T72" fmla="*/ 11 w 13"/>
                  <a:gd name="T73" fmla="*/ 8 h 24"/>
                  <a:gd name="T74" fmla="*/ 13 w 13"/>
                  <a:gd name="T75" fmla="*/ 8 h 24"/>
                  <a:gd name="T76" fmla="*/ 13 w 13"/>
                  <a:gd name="T77" fmla="*/ 4 h 24"/>
                  <a:gd name="T78" fmla="*/ 13 w 13"/>
                  <a:gd name="T79" fmla="*/ 6 h 24"/>
                  <a:gd name="T80" fmla="*/ 11 w 13"/>
                  <a:gd name="T8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9" y="21"/>
                    </a:lnTo>
                    <a:lnTo>
                      <a:pt x="11" y="22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5" name="Freeform 6274">
                <a:extLst>
                  <a:ext uri="{FF2B5EF4-FFF2-40B4-BE49-F238E27FC236}">
                    <a16:creationId xmlns:a16="http://schemas.microsoft.com/office/drawing/2014/main" id="{F2C490A8-7094-4FB2-918E-366A7BE9E3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9" y="2942"/>
                <a:ext cx="14" cy="13"/>
              </a:xfrm>
              <a:custGeom>
                <a:avLst/>
                <a:gdLst>
                  <a:gd name="T0" fmla="*/ 6 w 14"/>
                  <a:gd name="T1" fmla="*/ 13 h 13"/>
                  <a:gd name="T2" fmla="*/ 6 w 14"/>
                  <a:gd name="T3" fmla="*/ 13 h 13"/>
                  <a:gd name="T4" fmla="*/ 6 w 14"/>
                  <a:gd name="T5" fmla="*/ 13 h 13"/>
                  <a:gd name="T6" fmla="*/ 10 w 14"/>
                  <a:gd name="T7" fmla="*/ 11 h 13"/>
                  <a:gd name="T8" fmla="*/ 12 w 14"/>
                  <a:gd name="T9" fmla="*/ 6 h 13"/>
                  <a:gd name="T10" fmla="*/ 14 w 14"/>
                  <a:gd name="T11" fmla="*/ 0 h 13"/>
                  <a:gd name="T12" fmla="*/ 8 w 14"/>
                  <a:gd name="T13" fmla="*/ 4 h 13"/>
                  <a:gd name="T14" fmla="*/ 6 w 14"/>
                  <a:gd name="T15" fmla="*/ 8 h 13"/>
                  <a:gd name="T16" fmla="*/ 0 w 14"/>
                  <a:gd name="T17" fmla="*/ 0 h 13"/>
                  <a:gd name="T18" fmla="*/ 4 w 14"/>
                  <a:gd name="T19" fmla="*/ 8 h 13"/>
                  <a:gd name="T20" fmla="*/ 4 w 14"/>
                  <a:gd name="T21" fmla="*/ 11 h 13"/>
                  <a:gd name="T22" fmla="*/ 4 w 14"/>
                  <a:gd name="T23" fmla="*/ 11 h 13"/>
                  <a:gd name="T24" fmla="*/ 4 w 14"/>
                  <a:gd name="T25" fmla="*/ 13 h 13"/>
                  <a:gd name="T26" fmla="*/ 6 w 14"/>
                  <a:gd name="T2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lnTo>
                      <a:pt x="6" y="13"/>
                    </a:lnTo>
                    <a:lnTo>
                      <a:pt x="6" y="13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6" name="Freeform 6275">
                <a:extLst>
                  <a:ext uri="{FF2B5EF4-FFF2-40B4-BE49-F238E27FC236}">
                    <a16:creationId xmlns:a16="http://schemas.microsoft.com/office/drawing/2014/main" id="{8149B6AF-A1A8-4C60-9C9A-F0165CB908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88" y="2894"/>
                <a:ext cx="33" cy="13"/>
              </a:xfrm>
              <a:custGeom>
                <a:avLst/>
                <a:gdLst>
                  <a:gd name="T0" fmla="*/ 20 w 33"/>
                  <a:gd name="T1" fmla="*/ 5 h 13"/>
                  <a:gd name="T2" fmla="*/ 20 w 33"/>
                  <a:gd name="T3" fmla="*/ 9 h 13"/>
                  <a:gd name="T4" fmla="*/ 22 w 33"/>
                  <a:gd name="T5" fmla="*/ 13 h 13"/>
                  <a:gd name="T6" fmla="*/ 24 w 33"/>
                  <a:gd name="T7" fmla="*/ 13 h 13"/>
                  <a:gd name="T8" fmla="*/ 24 w 33"/>
                  <a:gd name="T9" fmla="*/ 11 h 13"/>
                  <a:gd name="T10" fmla="*/ 22 w 33"/>
                  <a:gd name="T11" fmla="*/ 7 h 13"/>
                  <a:gd name="T12" fmla="*/ 22 w 33"/>
                  <a:gd name="T13" fmla="*/ 5 h 13"/>
                  <a:gd name="T14" fmla="*/ 33 w 33"/>
                  <a:gd name="T15" fmla="*/ 2 h 13"/>
                  <a:gd name="T16" fmla="*/ 28 w 33"/>
                  <a:gd name="T17" fmla="*/ 2 h 13"/>
                  <a:gd name="T18" fmla="*/ 20 w 33"/>
                  <a:gd name="T19" fmla="*/ 0 h 13"/>
                  <a:gd name="T20" fmla="*/ 18 w 33"/>
                  <a:gd name="T21" fmla="*/ 2 h 13"/>
                  <a:gd name="T22" fmla="*/ 15 w 33"/>
                  <a:gd name="T23" fmla="*/ 0 h 13"/>
                  <a:gd name="T24" fmla="*/ 15 w 33"/>
                  <a:gd name="T25" fmla="*/ 0 h 13"/>
                  <a:gd name="T26" fmla="*/ 15 w 33"/>
                  <a:gd name="T27" fmla="*/ 0 h 13"/>
                  <a:gd name="T28" fmla="*/ 11 w 33"/>
                  <a:gd name="T29" fmla="*/ 0 h 13"/>
                  <a:gd name="T30" fmla="*/ 9 w 33"/>
                  <a:gd name="T31" fmla="*/ 0 h 13"/>
                  <a:gd name="T32" fmla="*/ 9 w 33"/>
                  <a:gd name="T33" fmla="*/ 0 h 13"/>
                  <a:gd name="T34" fmla="*/ 5 w 33"/>
                  <a:gd name="T35" fmla="*/ 0 h 13"/>
                  <a:gd name="T36" fmla="*/ 4 w 33"/>
                  <a:gd name="T37" fmla="*/ 0 h 13"/>
                  <a:gd name="T38" fmla="*/ 2 w 33"/>
                  <a:gd name="T39" fmla="*/ 0 h 13"/>
                  <a:gd name="T40" fmla="*/ 0 w 33"/>
                  <a:gd name="T41" fmla="*/ 2 h 13"/>
                  <a:gd name="T42" fmla="*/ 0 w 33"/>
                  <a:gd name="T43" fmla="*/ 3 h 13"/>
                  <a:gd name="T44" fmla="*/ 0 w 33"/>
                  <a:gd name="T45" fmla="*/ 5 h 13"/>
                  <a:gd name="T46" fmla="*/ 4 w 33"/>
                  <a:gd name="T47" fmla="*/ 7 h 13"/>
                  <a:gd name="T48" fmla="*/ 7 w 33"/>
                  <a:gd name="T49" fmla="*/ 5 h 13"/>
                  <a:gd name="T50" fmla="*/ 9 w 33"/>
                  <a:gd name="T51" fmla="*/ 5 h 13"/>
                  <a:gd name="T52" fmla="*/ 11 w 33"/>
                  <a:gd name="T53" fmla="*/ 3 h 13"/>
                  <a:gd name="T54" fmla="*/ 15 w 33"/>
                  <a:gd name="T55" fmla="*/ 5 h 13"/>
                  <a:gd name="T56" fmla="*/ 15 w 33"/>
                  <a:gd name="T57" fmla="*/ 5 h 13"/>
                  <a:gd name="T58" fmla="*/ 18 w 33"/>
                  <a:gd name="T59" fmla="*/ 5 h 13"/>
                  <a:gd name="T60" fmla="*/ 20 w 33"/>
                  <a:gd name="T6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13">
                    <a:moveTo>
                      <a:pt x="20" y="5"/>
                    </a:moveTo>
                    <a:lnTo>
                      <a:pt x="20" y="9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33" y="2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7" name="Freeform 6276">
                <a:extLst>
                  <a:ext uri="{FF2B5EF4-FFF2-40B4-BE49-F238E27FC236}">
                    <a16:creationId xmlns:a16="http://schemas.microsoft.com/office/drawing/2014/main" id="{C2A5BFA1-3977-4269-828B-F377D2CA05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9" y="2983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6 w 6"/>
                  <a:gd name="T5" fmla="*/ 4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8" name="Freeform 6277">
                <a:extLst>
                  <a:ext uri="{FF2B5EF4-FFF2-40B4-BE49-F238E27FC236}">
                    <a16:creationId xmlns:a16="http://schemas.microsoft.com/office/drawing/2014/main" id="{81D400E6-BC0D-42D6-8EA1-1A0570786A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8" y="2989"/>
                <a:ext cx="67" cy="37"/>
              </a:xfrm>
              <a:custGeom>
                <a:avLst/>
                <a:gdLst>
                  <a:gd name="T0" fmla="*/ 13 w 67"/>
                  <a:gd name="T1" fmla="*/ 30 h 37"/>
                  <a:gd name="T2" fmla="*/ 19 w 67"/>
                  <a:gd name="T3" fmla="*/ 30 h 37"/>
                  <a:gd name="T4" fmla="*/ 22 w 67"/>
                  <a:gd name="T5" fmla="*/ 26 h 37"/>
                  <a:gd name="T6" fmla="*/ 26 w 67"/>
                  <a:gd name="T7" fmla="*/ 26 h 37"/>
                  <a:gd name="T8" fmla="*/ 28 w 67"/>
                  <a:gd name="T9" fmla="*/ 26 h 37"/>
                  <a:gd name="T10" fmla="*/ 30 w 67"/>
                  <a:gd name="T11" fmla="*/ 24 h 37"/>
                  <a:gd name="T12" fmla="*/ 32 w 67"/>
                  <a:gd name="T13" fmla="*/ 20 h 37"/>
                  <a:gd name="T14" fmla="*/ 37 w 67"/>
                  <a:gd name="T15" fmla="*/ 17 h 37"/>
                  <a:gd name="T16" fmla="*/ 39 w 67"/>
                  <a:gd name="T17" fmla="*/ 17 h 37"/>
                  <a:gd name="T18" fmla="*/ 41 w 67"/>
                  <a:gd name="T19" fmla="*/ 15 h 37"/>
                  <a:gd name="T20" fmla="*/ 43 w 67"/>
                  <a:gd name="T21" fmla="*/ 13 h 37"/>
                  <a:gd name="T22" fmla="*/ 45 w 67"/>
                  <a:gd name="T23" fmla="*/ 13 h 37"/>
                  <a:gd name="T24" fmla="*/ 47 w 67"/>
                  <a:gd name="T25" fmla="*/ 13 h 37"/>
                  <a:gd name="T26" fmla="*/ 54 w 67"/>
                  <a:gd name="T27" fmla="*/ 11 h 37"/>
                  <a:gd name="T28" fmla="*/ 58 w 67"/>
                  <a:gd name="T29" fmla="*/ 9 h 37"/>
                  <a:gd name="T30" fmla="*/ 61 w 67"/>
                  <a:gd name="T31" fmla="*/ 7 h 37"/>
                  <a:gd name="T32" fmla="*/ 63 w 67"/>
                  <a:gd name="T33" fmla="*/ 5 h 37"/>
                  <a:gd name="T34" fmla="*/ 63 w 67"/>
                  <a:gd name="T35" fmla="*/ 5 h 37"/>
                  <a:gd name="T36" fmla="*/ 67 w 67"/>
                  <a:gd name="T37" fmla="*/ 4 h 37"/>
                  <a:gd name="T38" fmla="*/ 67 w 67"/>
                  <a:gd name="T39" fmla="*/ 2 h 37"/>
                  <a:gd name="T40" fmla="*/ 65 w 67"/>
                  <a:gd name="T41" fmla="*/ 0 h 37"/>
                  <a:gd name="T42" fmla="*/ 60 w 67"/>
                  <a:gd name="T43" fmla="*/ 2 h 37"/>
                  <a:gd name="T44" fmla="*/ 56 w 67"/>
                  <a:gd name="T45" fmla="*/ 0 h 37"/>
                  <a:gd name="T46" fmla="*/ 54 w 67"/>
                  <a:gd name="T47" fmla="*/ 2 h 37"/>
                  <a:gd name="T48" fmla="*/ 50 w 67"/>
                  <a:gd name="T49" fmla="*/ 2 h 37"/>
                  <a:gd name="T50" fmla="*/ 47 w 67"/>
                  <a:gd name="T51" fmla="*/ 2 h 37"/>
                  <a:gd name="T52" fmla="*/ 41 w 67"/>
                  <a:gd name="T53" fmla="*/ 2 h 37"/>
                  <a:gd name="T54" fmla="*/ 35 w 67"/>
                  <a:gd name="T55" fmla="*/ 5 h 37"/>
                  <a:gd name="T56" fmla="*/ 32 w 67"/>
                  <a:gd name="T57" fmla="*/ 7 h 37"/>
                  <a:gd name="T58" fmla="*/ 28 w 67"/>
                  <a:gd name="T59" fmla="*/ 9 h 37"/>
                  <a:gd name="T60" fmla="*/ 24 w 67"/>
                  <a:gd name="T61" fmla="*/ 9 h 37"/>
                  <a:gd name="T62" fmla="*/ 20 w 67"/>
                  <a:gd name="T63" fmla="*/ 13 h 37"/>
                  <a:gd name="T64" fmla="*/ 19 w 67"/>
                  <a:gd name="T65" fmla="*/ 13 h 37"/>
                  <a:gd name="T66" fmla="*/ 17 w 67"/>
                  <a:gd name="T67" fmla="*/ 17 h 37"/>
                  <a:gd name="T68" fmla="*/ 15 w 67"/>
                  <a:gd name="T69" fmla="*/ 20 h 37"/>
                  <a:gd name="T70" fmla="*/ 13 w 67"/>
                  <a:gd name="T71" fmla="*/ 22 h 37"/>
                  <a:gd name="T72" fmla="*/ 13 w 67"/>
                  <a:gd name="T73" fmla="*/ 22 h 37"/>
                  <a:gd name="T74" fmla="*/ 13 w 67"/>
                  <a:gd name="T75" fmla="*/ 24 h 37"/>
                  <a:gd name="T76" fmla="*/ 11 w 67"/>
                  <a:gd name="T77" fmla="*/ 24 h 37"/>
                  <a:gd name="T78" fmla="*/ 7 w 67"/>
                  <a:gd name="T79" fmla="*/ 28 h 37"/>
                  <a:gd name="T80" fmla="*/ 11 w 67"/>
                  <a:gd name="T81" fmla="*/ 28 h 37"/>
                  <a:gd name="T82" fmla="*/ 7 w 67"/>
                  <a:gd name="T83" fmla="*/ 30 h 37"/>
                  <a:gd name="T84" fmla="*/ 7 w 67"/>
                  <a:gd name="T85" fmla="*/ 30 h 37"/>
                  <a:gd name="T86" fmla="*/ 4 w 67"/>
                  <a:gd name="T87" fmla="*/ 32 h 37"/>
                  <a:gd name="T88" fmla="*/ 0 w 67"/>
                  <a:gd name="T89" fmla="*/ 35 h 37"/>
                  <a:gd name="T90" fmla="*/ 6 w 67"/>
                  <a:gd name="T91" fmla="*/ 37 h 37"/>
                  <a:gd name="T92" fmla="*/ 11 w 67"/>
                  <a:gd name="T93" fmla="*/ 33 h 37"/>
                  <a:gd name="T94" fmla="*/ 13 w 67"/>
                  <a:gd name="T95" fmla="*/ 30 h 37"/>
                  <a:gd name="T96" fmla="*/ 11 w 67"/>
                  <a:gd name="T97" fmla="*/ 28 h 37"/>
                  <a:gd name="T98" fmla="*/ 11 w 67"/>
                  <a:gd name="T99" fmla="*/ 28 h 37"/>
                  <a:gd name="T100" fmla="*/ 13 w 67"/>
                  <a:gd name="T101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" h="37">
                    <a:moveTo>
                      <a:pt x="13" y="30"/>
                    </a:moveTo>
                    <a:lnTo>
                      <a:pt x="19" y="30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30" y="24"/>
                    </a:lnTo>
                    <a:lnTo>
                      <a:pt x="32" y="20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5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7" y="13"/>
                    </a:lnTo>
                    <a:lnTo>
                      <a:pt x="54" y="11"/>
                    </a:lnTo>
                    <a:lnTo>
                      <a:pt x="58" y="9"/>
                    </a:lnTo>
                    <a:lnTo>
                      <a:pt x="61" y="7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5" y="0"/>
                    </a:lnTo>
                    <a:lnTo>
                      <a:pt x="60" y="2"/>
                    </a:lnTo>
                    <a:lnTo>
                      <a:pt x="56" y="0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2"/>
                    </a:lnTo>
                    <a:lnTo>
                      <a:pt x="41" y="2"/>
                    </a:lnTo>
                    <a:lnTo>
                      <a:pt x="35" y="5"/>
                    </a:lnTo>
                    <a:lnTo>
                      <a:pt x="32" y="7"/>
                    </a:lnTo>
                    <a:lnTo>
                      <a:pt x="28" y="9"/>
                    </a:lnTo>
                    <a:lnTo>
                      <a:pt x="24" y="9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1" y="24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4" y="32"/>
                    </a:lnTo>
                    <a:lnTo>
                      <a:pt x="0" y="35"/>
                    </a:lnTo>
                    <a:lnTo>
                      <a:pt x="6" y="37"/>
                    </a:lnTo>
                    <a:lnTo>
                      <a:pt x="11" y="33"/>
                    </a:lnTo>
                    <a:lnTo>
                      <a:pt x="13" y="30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9" name="Freeform 6278">
                <a:extLst>
                  <a:ext uri="{FF2B5EF4-FFF2-40B4-BE49-F238E27FC236}">
                    <a16:creationId xmlns:a16="http://schemas.microsoft.com/office/drawing/2014/main" id="{00335AC9-6E0A-4CD5-976B-0EE355266FB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85"/>
                <a:ext cx="11" cy="2"/>
              </a:xfrm>
              <a:custGeom>
                <a:avLst/>
                <a:gdLst>
                  <a:gd name="T0" fmla="*/ 11 w 11"/>
                  <a:gd name="T1" fmla="*/ 2 h 2"/>
                  <a:gd name="T2" fmla="*/ 7 w 11"/>
                  <a:gd name="T3" fmla="*/ 0 h 2"/>
                  <a:gd name="T4" fmla="*/ 0 w 11"/>
                  <a:gd name="T5" fmla="*/ 0 h 2"/>
                  <a:gd name="T6" fmla="*/ 5 w 11"/>
                  <a:gd name="T7" fmla="*/ 2 h 2"/>
                  <a:gd name="T8" fmla="*/ 11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0" name="Freeform 6279">
                <a:extLst>
                  <a:ext uri="{FF2B5EF4-FFF2-40B4-BE49-F238E27FC236}">
                    <a16:creationId xmlns:a16="http://schemas.microsoft.com/office/drawing/2014/main" id="{9B2EDE3F-7C7E-4BE7-A5B1-1DCC490CED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3017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4 w 7"/>
                  <a:gd name="T5" fmla="*/ 5 h 5"/>
                  <a:gd name="T6" fmla="*/ 7 w 7"/>
                  <a:gd name="T7" fmla="*/ 4 h 5"/>
                  <a:gd name="T8" fmla="*/ 6 w 7"/>
                  <a:gd name="T9" fmla="*/ 0 h 5"/>
                  <a:gd name="T10" fmla="*/ 4 w 7"/>
                  <a:gd name="T11" fmla="*/ 0 h 5"/>
                  <a:gd name="T12" fmla="*/ 2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0" y="5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1" name="Freeform 6280">
                <a:extLst>
                  <a:ext uri="{FF2B5EF4-FFF2-40B4-BE49-F238E27FC236}">
                    <a16:creationId xmlns:a16="http://schemas.microsoft.com/office/drawing/2014/main" id="{7264B9EE-7103-4D57-AF53-3636E5E033A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981"/>
                <a:ext cx="67" cy="17"/>
              </a:xfrm>
              <a:custGeom>
                <a:avLst/>
                <a:gdLst>
                  <a:gd name="T0" fmla="*/ 24 w 36"/>
                  <a:gd name="T1" fmla="*/ 7 h 9"/>
                  <a:gd name="T2" fmla="*/ 27 w 36"/>
                  <a:gd name="T3" fmla="*/ 6 h 9"/>
                  <a:gd name="T4" fmla="*/ 26 w 36"/>
                  <a:gd name="T5" fmla="*/ 9 h 9"/>
                  <a:gd name="T6" fmla="*/ 30 w 36"/>
                  <a:gd name="T7" fmla="*/ 5 h 9"/>
                  <a:gd name="T8" fmla="*/ 33 w 36"/>
                  <a:gd name="T9" fmla="*/ 6 h 9"/>
                  <a:gd name="T10" fmla="*/ 36 w 36"/>
                  <a:gd name="T11" fmla="*/ 3 h 9"/>
                  <a:gd name="T12" fmla="*/ 34 w 36"/>
                  <a:gd name="T13" fmla="*/ 3 h 9"/>
                  <a:gd name="T14" fmla="*/ 31 w 36"/>
                  <a:gd name="T15" fmla="*/ 3 h 9"/>
                  <a:gd name="T16" fmla="*/ 30 w 36"/>
                  <a:gd name="T17" fmla="*/ 2 h 9"/>
                  <a:gd name="T18" fmla="*/ 27 w 36"/>
                  <a:gd name="T19" fmla="*/ 0 h 9"/>
                  <a:gd name="T20" fmla="*/ 26 w 36"/>
                  <a:gd name="T21" fmla="*/ 2 h 9"/>
                  <a:gd name="T22" fmla="*/ 24 w 36"/>
                  <a:gd name="T23" fmla="*/ 3 h 9"/>
                  <a:gd name="T24" fmla="*/ 22 w 36"/>
                  <a:gd name="T25" fmla="*/ 4 h 9"/>
                  <a:gd name="T26" fmla="*/ 19 w 36"/>
                  <a:gd name="T27" fmla="*/ 3 h 9"/>
                  <a:gd name="T28" fmla="*/ 15 w 36"/>
                  <a:gd name="T29" fmla="*/ 3 h 9"/>
                  <a:gd name="T30" fmla="*/ 12 w 36"/>
                  <a:gd name="T31" fmla="*/ 2 h 9"/>
                  <a:gd name="T32" fmla="*/ 7 w 36"/>
                  <a:gd name="T33" fmla="*/ 2 h 9"/>
                  <a:gd name="T34" fmla="*/ 4 w 36"/>
                  <a:gd name="T35" fmla="*/ 4 h 9"/>
                  <a:gd name="T36" fmla="*/ 3 w 36"/>
                  <a:gd name="T37" fmla="*/ 5 h 9"/>
                  <a:gd name="T38" fmla="*/ 1 w 36"/>
                  <a:gd name="T39" fmla="*/ 3 h 9"/>
                  <a:gd name="T40" fmla="*/ 2 w 36"/>
                  <a:gd name="T41" fmla="*/ 8 h 9"/>
                  <a:gd name="T42" fmla="*/ 4 w 36"/>
                  <a:gd name="T43" fmla="*/ 7 h 9"/>
                  <a:gd name="T44" fmla="*/ 6 w 36"/>
                  <a:gd name="T45" fmla="*/ 8 h 9"/>
                  <a:gd name="T46" fmla="*/ 8 w 36"/>
                  <a:gd name="T47" fmla="*/ 8 h 9"/>
                  <a:gd name="T48" fmla="*/ 10 w 36"/>
                  <a:gd name="T49" fmla="*/ 8 h 9"/>
                  <a:gd name="T50" fmla="*/ 12 w 36"/>
                  <a:gd name="T51" fmla="*/ 8 h 9"/>
                  <a:gd name="T52" fmla="*/ 14 w 36"/>
                  <a:gd name="T53" fmla="*/ 8 h 9"/>
                  <a:gd name="T54" fmla="*/ 16 w 36"/>
                  <a:gd name="T55" fmla="*/ 7 h 9"/>
                  <a:gd name="T56" fmla="*/ 21 w 36"/>
                  <a:gd name="T57" fmla="*/ 7 h 9"/>
                  <a:gd name="T58" fmla="*/ 31 w 36"/>
                  <a:gd name="T59" fmla="*/ 3 h 9"/>
                  <a:gd name="T60" fmla="*/ 31 w 36"/>
                  <a:gd name="T61" fmla="*/ 4 h 9"/>
                  <a:gd name="T62" fmla="*/ 29 w 36"/>
                  <a:gd name="T63" fmla="*/ 4 h 9"/>
                  <a:gd name="T64" fmla="*/ 29 w 36"/>
                  <a:gd name="T65" fmla="*/ 4 h 9"/>
                  <a:gd name="T66" fmla="*/ 2 w 36"/>
                  <a:gd name="T67" fmla="*/ 5 h 9"/>
                  <a:gd name="T68" fmla="*/ 2 w 36"/>
                  <a:gd name="T6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9">
                    <a:moveTo>
                      <a:pt x="23" y="7"/>
                    </a:move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3" y="7"/>
                    </a:lnTo>
                    <a:close/>
                    <a:moveTo>
                      <a:pt x="31" y="3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lnTo>
                      <a:pt x="31" y="3"/>
                    </a:lnTo>
                    <a:close/>
                    <a:moveTo>
                      <a:pt x="29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2" name="Freeform 6281">
                <a:extLst>
                  <a:ext uri="{FF2B5EF4-FFF2-40B4-BE49-F238E27FC236}">
                    <a16:creationId xmlns:a16="http://schemas.microsoft.com/office/drawing/2014/main" id="{9EE065F1-EE3C-4425-B2E1-F0F6F3E031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2" y="2965"/>
                <a:ext cx="26" cy="22"/>
              </a:xfrm>
              <a:custGeom>
                <a:avLst/>
                <a:gdLst>
                  <a:gd name="T0" fmla="*/ 12 w 14"/>
                  <a:gd name="T1" fmla="*/ 0 h 12"/>
                  <a:gd name="T2" fmla="*/ 10 w 14"/>
                  <a:gd name="T3" fmla="*/ 2 h 12"/>
                  <a:gd name="T4" fmla="*/ 6 w 14"/>
                  <a:gd name="T5" fmla="*/ 1 h 12"/>
                  <a:gd name="T6" fmla="*/ 8 w 14"/>
                  <a:gd name="T7" fmla="*/ 2 h 12"/>
                  <a:gd name="T8" fmla="*/ 7 w 14"/>
                  <a:gd name="T9" fmla="*/ 3 h 12"/>
                  <a:gd name="T10" fmla="*/ 7 w 14"/>
                  <a:gd name="T11" fmla="*/ 4 h 12"/>
                  <a:gd name="T12" fmla="*/ 6 w 14"/>
                  <a:gd name="T13" fmla="*/ 5 h 12"/>
                  <a:gd name="T14" fmla="*/ 7 w 14"/>
                  <a:gd name="T15" fmla="*/ 4 h 12"/>
                  <a:gd name="T16" fmla="*/ 1 w 14"/>
                  <a:gd name="T17" fmla="*/ 4 h 12"/>
                  <a:gd name="T18" fmla="*/ 3 w 14"/>
                  <a:gd name="T19" fmla="*/ 5 h 12"/>
                  <a:gd name="T20" fmla="*/ 0 w 14"/>
                  <a:gd name="T21" fmla="*/ 6 h 12"/>
                  <a:gd name="T22" fmla="*/ 2 w 14"/>
                  <a:gd name="T23" fmla="*/ 6 h 12"/>
                  <a:gd name="T24" fmla="*/ 1 w 14"/>
                  <a:gd name="T25" fmla="*/ 7 h 12"/>
                  <a:gd name="T26" fmla="*/ 2 w 14"/>
                  <a:gd name="T27" fmla="*/ 6 h 12"/>
                  <a:gd name="T28" fmla="*/ 4 w 14"/>
                  <a:gd name="T29" fmla="*/ 7 h 12"/>
                  <a:gd name="T30" fmla="*/ 4 w 14"/>
                  <a:gd name="T31" fmla="*/ 6 h 12"/>
                  <a:gd name="T32" fmla="*/ 4 w 14"/>
                  <a:gd name="T33" fmla="*/ 6 h 12"/>
                  <a:gd name="T34" fmla="*/ 4 w 14"/>
                  <a:gd name="T35" fmla="*/ 6 h 12"/>
                  <a:gd name="T36" fmla="*/ 4 w 14"/>
                  <a:gd name="T37" fmla="*/ 6 h 12"/>
                  <a:gd name="T38" fmla="*/ 4 w 14"/>
                  <a:gd name="T39" fmla="*/ 6 h 12"/>
                  <a:gd name="T40" fmla="*/ 5 w 14"/>
                  <a:gd name="T41" fmla="*/ 6 h 12"/>
                  <a:gd name="T42" fmla="*/ 5 w 14"/>
                  <a:gd name="T43" fmla="*/ 7 h 12"/>
                  <a:gd name="T44" fmla="*/ 5 w 14"/>
                  <a:gd name="T45" fmla="*/ 7 h 12"/>
                  <a:gd name="T46" fmla="*/ 5 w 14"/>
                  <a:gd name="T47" fmla="*/ 7 h 12"/>
                  <a:gd name="T48" fmla="*/ 5 w 14"/>
                  <a:gd name="T49" fmla="*/ 9 h 12"/>
                  <a:gd name="T50" fmla="*/ 5 w 14"/>
                  <a:gd name="T51" fmla="*/ 9 h 12"/>
                  <a:gd name="T52" fmla="*/ 5 w 14"/>
                  <a:gd name="T53" fmla="*/ 9 h 12"/>
                  <a:gd name="T54" fmla="*/ 3 w 14"/>
                  <a:gd name="T55" fmla="*/ 10 h 12"/>
                  <a:gd name="T56" fmla="*/ 2 w 14"/>
                  <a:gd name="T57" fmla="*/ 12 h 12"/>
                  <a:gd name="T58" fmla="*/ 4 w 14"/>
                  <a:gd name="T59" fmla="*/ 12 h 12"/>
                  <a:gd name="T60" fmla="*/ 6 w 14"/>
                  <a:gd name="T61" fmla="*/ 11 h 12"/>
                  <a:gd name="T62" fmla="*/ 6 w 14"/>
                  <a:gd name="T63" fmla="*/ 10 h 12"/>
                  <a:gd name="T64" fmla="*/ 6 w 14"/>
                  <a:gd name="T65" fmla="*/ 10 h 12"/>
                  <a:gd name="T66" fmla="*/ 8 w 14"/>
                  <a:gd name="T67" fmla="*/ 10 h 12"/>
                  <a:gd name="T68" fmla="*/ 9 w 14"/>
                  <a:gd name="T69" fmla="*/ 8 h 12"/>
                  <a:gd name="T70" fmla="*/ 10 w 14"/>
                  <a:gd name="T71" fmla="*/ 6 h 12"/>
                  <a:gd name="T72" fmla="*/ 10 w 14"/>
                  <a:gd name="T73" fmla="*/ 5 h 12"/>
                  <a:gd name="T74" fmla="*/ 10 w 14"/>
                  <a:gd name="T75" fmla="*/ 4 h 12"/>
                  <a:gd name="T76" fmla="*/ 10 w 14"/>
                  <a:gd name="T77" fmla="*/ 3 h 12"/>
                  <a:gd name="T78" fmla="*/ 14 w 14"/>
                  <a:gd name="T79" fmla="*/ 5 h 12"/>
                  <a:gd name="T80" fmla="*/ 12 w 14"/>
                  <a:gd name="T81" fmla="*/ 2 h 12"/>
                  <a:gd name="T82" fmla="*/ 14 w 14"/>
                  <a:gd name="T83" fmla="*/ 1 h 12"/>
                  <a:gd name="T84" fmla="*/ 12 w 14"/>
                  <a:gd name="T8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12">
                    <a:moveTo>
                      <a:pt x="12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3" name="Freeform 6282">
                <a:extLst>
                  <a:ext uri="{FF2B5EF4-FFF2-40B4-BE49-F238E27FC236}">
                    <a16:creationId xmlns:a16="http://schemas.microsoft.com/office/drawing/2014/main" id="{99D042AE-B9E0-4203-8BA6-DF91C87AEF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6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2 w 5"/>
                  <a:gd name="T5" fmla="*/ 0 h 4"/>
                  <a:gd name="T6" fmla="*/ 0 w 5"/>
                  <a:gd name="T7" fmla="*/ 2 h 4"/>
                  <a:gd name="T8" fmla="*/ 0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4" name="Freeform 6283">
                <a:extLst>
                  <a:ext uri="{FF2B5EF4-FFF2-40B4-BE49-F238E27FC236}">
                    <a16:creationId xmlns:a16="http://schemas.microsoft.com/office/drawing/2014/main" id="{939F1C43-FC44-4C2F-B493-93A29C8BB6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7" y="294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0 w 7"/>
                  <a:gd name="T3" fmla="*/ 2 h 8"/>
                  <a:gd name="T4" fmla="*/ 7 w 7"/>
                  <a:gd name="T5" fmla="*/ 8 h 8"/>
                  <a:gd name="T6" fmla="*/ 7 w 7"/>
                  <a:gd name="T7" fmla="*/ 2 h 8"/>
                  <a:gd name="T8" fmla="*/ 5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0" y="2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5" name="Freeform 6284">
                <a:extLst>
                  <a:ext uri="{FF2B5EF4-FFF2-40B4-BE49-F238E27FC236}">
                    <a16:creationId xmlns:a16="http://schemas.microsoft.com/office/drawing/2014/main" id="{DC2FFA2D-7D8B-4621-913C-6A99CDFAE7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284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6 w 15"/>
                  <a:gd name="T3" fmla="*/ 0 h 15"/>
                  <a:gd name="T4" fmla="*/ 4 w 15"/>
                  <a:gd name="T5" fmla="*/ 2 h 15"/>
                  <a:gd name="T6" fmla="*/ 0 w 15"/>
                  <a:gd name="T7" fmla="*/ 2 h 15"/>
                  <a:gd name="T8" fmla="*/ 4 w 15"/>
                  <a:gd name="T9" fmla="*/ 6 h 15"/>
                  <a:gd name="T10" fmla="*/ 6 w 15"/>
                  <a:gd name="T11" fmla="*/ 9 h 15"/>
                  <a:gd name="T12" fmla="*/ 7 w 15"/>
                  <a:gd name="T13" fmla="*/ 9 h 15"/>
                  <a:gd name="T14" fmla="*/ 11 w 15"/>
                  <a:gd name="T15" fmla="*/ 15 h 15"/>
                  <a:gd name="T16" fmla="*/ 13 w 15"/>
                  <a:gd name="T17" fmla="*/ 13 h 15"/>
                  <a:gd name="T18" fmla="*/ 13 w 15"/>
                  <a:gd name="T19" fmla="*/ 9 h 15"/>
                  <a:gd name="T20" fmla="*/ 15 w 15"/>
                  <a:gd name="T21" fmla="*/ 7 h 15"/>
                  <a:gd name="T22" fmla="*/ 11 w 15"/>
                  <a:gd name="T23" fmla="*/ 4 h 15"/>
                  <a:gd name="T24" fmla="*/ 9 w 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1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6" name="Freeform 6285">
                <a:extLst>
                  <a:ext uri="{FF2B5EF4-FFF2-40B4-BE49-F238E27FC236}">
                    <a16:creationId xmlns:a16="http://schemas.microsoft.com/office/drawing/2014/main" id="{B7259A0A-6D97-4320-B2A2-891AEF4292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897"/>
                <a:ext cx="9" cy="8"/>
              </a:xfrm>
              <a:custGeom>
                <a:avLst/>
                <a:gdLst>
                  <a:gd name="T0" fmla="*/ 3 w 9"/>
                  <a:gd name="T1" fmla="*/ 0 h 8"/>
                  <a:gd name="T2" fmla="*/ 0 w 9"/>
                  <a:gd name="T3" fmla="*/ 4 h 8"/>
                  <a:gd name="T4" fmla="*/ 3 w 9"/>
                  <a:gd name="T5" fmla="*/ 6 h 8"/>
                  <a:gd name="T6" fmla="*/ 9 w 9"/>
                  <a:gd name="T7" fmla="*/ 8 h 8"/>
                  <a:gd name="T8" fmla="*/ 3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9" y="8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7" name="Freeform 6286">
                <a:extLst>
                  <a:ext uri="{FF2B5EF4-FFF2-40B4-BE49-F238E27FC236}">
                    <a16:creationId xmlns:a16="http://schemas.microsoft.com/office/drawing/2014/main" id="{AFD9E102-C85C-4641-9813-A9E1EDBB9A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9" y="2907"/>
                <a:ext cx="11" cy="13"/>
              </a:xfrm>
              <a:custGeom>
                <a:avLst/>
                <a:gdLst>
                  <a:gd name="T0" fmla="*/ 9 w 11"/>
                  <a:gd name="T1" fmla="*/ 5 h 13"/>
                  <a:gd name="T2" fmla="*/ 6 w 11"/>
                  <a:gd name="T3" fmla="*/ 2 h 13"/>
                  <a:gd name="T4" fmla="*/ 6 w 11"/>
                  <a:gd name="T5" fmla="*/ 2 h 13"/>
                  <a:gd name="T6" fmla="*/ 0 w 11"/>
                  <a:gd name="T7" fmla="*/ 0 h 13"/>
                  <a:gd name="T8" fmla="*/ 0 w 11"/>
                  <a:gd name="T9" fmla="*/ 5 h 13"/>
                  <a:gd name="T10" fmla="*/ 4 w 11"/>
                  <a:gd name="T11" fmla="*/ 4 h 13"/>
                  <a:gd name="T12" fmla="*/ 2 w 11"/>
                  <a:gd name="T13" fmla="*/ 5 h 13"/>
                  <a:gd name="T14" fmla="*/ 11 w 11"/>
                  <a:gd name="T15" fmla="*/ 13 h 13"/>
                  <a:gd name="T16" fmla="*/ 9 w 11"/>
                  <a:gd name="T17" fmla="*/ 7 h 13"/>
                  <a:gd name="T18" fmla="*/ 9 w 11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8" name="Freeform 6287">
                <a:extLst>
                  <a:ext uri="{FF2B5EF4-FFF2-40B4-BE49-F238E27FC236}">
                    <a16:creationId xmlns:a16="http://schemas.microsoft.com/office/drawing/2014/main" id="{05CD073A-CE16-4B9D-8E27-31093E696C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83"/>
                <a:ext cx="14" cy="14"/>
              </a:xfrm>
              <a:custGeom>
                <a:avLst/>
                <a:gdLst>
                  <a:gd name="T0" fmla="*/ 4 w 14"/>
                  <a:gd name="T1" fmla="*/ 0 h 14"/>
                  <a:gd name="T2" fmla="*/ 0 w 14"/>
                  <a:gd name="T3" fmla="*/ 3 h 14"/>
                  <a:gd name="T4" fmla="*/ 0 w 14"/>
                  <a:gd name="T5" fmla="*/ 7 h 14"/>
                  <a:gd name="T6" fmla="*/ 4 w 14"/>
                  <a:gd name="T7" fmla="*/ 9 h 14"/>
                  <a:gd name="T8" fmla="*/ 8 w 14"/>
                  <a:gd name="T9" fmla="*/ 13 h 14"/>
                  <a:gd name="T10" fmla="*/ 14 w 14"/>
                  <a:gd name="T11" fmla="*/ 14 h 14"/>
                  <a:gd name="T12" fmla="*/ 14 w 14"/>
                  <a:gd name="T13" fmla="*/ 9 h 14"/>
                  <a:gd name="T14" fmla="*/ 8 w 14"/>
                  <a:gd name="T15" fmla="*/ 1 h 14"/>
                  <a:gd name="T16" fmla="*/ 4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13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8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9" name="Freeform 6288">
                <a:extLst>
                  <a:ext uri="{FF2B5EF4-FFF2-40B4-BE49-F238E27FC236}">
                    <a16:creationId xmlns:a16="http://schemas.microsoft.com/office/drawing/2014/main" id="{5CCA1B36-0C78-4AE9-BCED-1E9CD610B2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6" y="2840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0 w 9"/>
                  <a:gd name="T3" fmla="*/ 2 h 3"/>
                  <a:gd name="T4" fmla="*/ 9 w 9"/>
                  <a:gd name="T5" fmla="*/ 3 h 3"/>
                  <a:gd name="T6" fmla="*/ 6 w 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0" y="2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0" name="Freeform 6289">
                <a:extLst>
                  <a:ext uri="{FF2B5EF4-FFF2-40B4-BE49-F238E27FC236}">
                    <a16:creationId xmlns:a16="http://schemas.microsoft.com/office/drawing/2014/main" id="{0A1B488B-ECCC-4947-AC60-ECF1FABA02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66"/>
                <a:ext cx="8" cy="7"/>
              </a:xfrm>
              <a:custGeom>
                <a:avLst/>
                <a:gdLst>
                  <a:gd name="T0" fmla="*/ 8 w 8"/>
                  <a:gd name="T1" fmla="*/ 7 h 7"/>
                  <a:gd name="T2" fmla="*/ 8 w 8"/>
                  <a:gd name="T3" fmla="*/ 2 h 7"/>
                  <a:gd name="T4" fmla="*/ 2 w 8"/>
                  <a:gd name="T5" fmla="*/ 0 h 7"/>
                  <a:gd name="T6" fmla="*/ 0 w 8"/>
                  <a:gd name="T7" fmla="*/ 5 h 7"/>
                  <a:gd name="T8" fmla="*/ 4 w 8"/>
                  <a:gd name="T9" fmla="*/ 5 h 7"/>
                  <a:gd name="T10" fmla="*/ 8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lnTo>
                      <a:pt x="8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1" name="Freeform 6290">
                <a:extLst>
                  <a:ext uri="{FF2B5EF4-FFF2-40B4-BE49-F238E27FC236}">
                    <a16:creationId xmlns:a16="http://schemas.microsoft.com/office/drawing/2014/main" id="{86ED300F-2DF3-4B8C-A47E-64524E5FF27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5" y="2875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3 w 7"/>
                  <a:gd name="T3" fmla="*/ 0 h 8"/>
                  <a:gd name="T4" fmla="*/ 0 w 7"/>
                  <a:gd name="T5" fmla="*/ 6 h 8"/>
                  <a:gd name="T6" fmla="*/ 3 w 7"/>
                  <a:gd name="T7" fmla="*/ 8 h 8"/>
                  <a:gd name="T8" fmla="*/ 7 w 7"/>
                  <a:gd name="T9" fmla="*/ 6 h 8"/>
                  <a:gd name="T10" fmla="*/ 7 w 7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2" name="Freeform 6291">
                <a:extLst>
                  <a:ext uri="{FF2B5EF4-FFF2-40B4-BE49-F238E27FC236}">
                    <a16:creationId xmlns:a16="http://schemas.microsoft.com/office/drawing/2014/main" id="{36D6B220-6A43-4F16-89F6-9E83EF69D9D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5" y="2961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3" name="Freeform 6292">
                <a:extLst>
                  <a:ext uri="{FF2B5EF4-FFF2-40B4-BE49-F238E27FC236}">
                    <a16:creationId xmlns:a16="http://schemas.microsoft.com/office/drawing/2014/main" id="{6704B90C-67C3-4466-AE37-B25C0AEA8B8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882" y="2789"/>
                <a:ext cx="154" cy="166"/>
              </a:xfrm>
              <a:custGeom>
                <a:avLst/>
                <a:gdLst>
                  <a:gd name="T0" fmla="*/ 143 w 154"/>
                  <a:gd name="T1" fmla="*/ 159 h 166"/>
                  <a:gd name="T2" fmla="*/ 151 w 154"/>
                  <a:gd name="T3" fmla="*/ 161 h 166"/>
                  <a:gd name="T4" fmla="*/ 151 w 154"/>
                  <a:gd name="T5" fmla="*/ 142 h 166"/>
                  <a:gd name="T6" fmla="*/ 151 w 154"/>
                  <a:gd name="T7" fmla="*/ 131 h 166"/>
                  <a:gd name="T8" fmla="*/ 154 w 154"/>
                  <a:gd name="T9" fmla="*/ 123 h 166"/>
                  <a:gd name="T10" fmla="*/ 149 w 154"/>
                  <a:gd name="T11" fmla="*/ 118 h 166"/>
                  <a:gd name="T12" fmla="*/ 143 w 154"/>
                  <a:gd name="T13" fmla="*/ 114 h 166"/>
                  <a:gd name="T14" fmla="*/ 136 w 154"/>
                  <a:gd name="T15" fmla="*/ 110 h 166"/>
                  <a:gd name="T16" fmla="*/ 132 w 154"/>
                  <a:gd name="T17" fmla="*/ 103 h 166"/>
                  <a:gd name="T18" fmla="*/ 127 w 154"/>
                  <a:gd name="T19" fmla="*/ 95 h 166"/>
                  <a:gd name="T20" fmla="*/ 117 w 154"/>
                  <a:gd name="T21" fmla="*/ 92 h 166"/>
                  <a:gd name="T22" fmla="*/ 121 w 154"/>
                  <a:gd name="T23" fmla="*/ 86 h 166"/>
                  <a:gd name="T24" fmla="*/ 119 w 154"/>
                  <a:gd name="T25" fmla="*/ 84 h 166"/>
                  <a:gd name="T26" fmla="*/ 117 w 154"/>
                  <a:gd name="T27" fmla="*/ 75 h 166"/>
                  <a:gd name="T28" fmla="*/ 112 w 154"/>
                  <a:gd name="T29" fmla="*/ 75 h 166"/>
                  <a:gd name="T30" fmla="*/ 114 w 154"/>
                  <a:gd name="T31" fmla="*/ 67 h 166"/>
                  <a:gd name="T32" fmla="*/ 104 w 154"/>
                  <a:gd name="T33" fmla="*/ 62 h 166"/>
                  <a:gd name="T34" fmla="*/ 97 w 154"/>
                  <a:gd name="T35" fmla="*/ 60 h 166"/>
                  <a:gd name="T36" fmla="*/ 97 w 154"/>
                  <a:gd name="T37" fmla="*/ 54 h 166"/>
                  <a:gd name="T38" fmla="*/ 87 w 154"/>
                  <a:gd name="T39" fmla="*/ 53 h 166"/>
                  <a:gd name="T40" fmla="*/ 78 w 154"/>
                  <a:gd name="T41" fmla="*/ 45 h 166"/>
                  <a:gd name="T42" fmla="*/ 73 w 154"/>
                  <a:gd name="T43" fmla="*/ 45 h 166"/>
                  <a:gd name="T44" fmla="*/ 69 w 154"/>
                  <a:gd name="T45" fmla="*/ 41 h 166"/>
                  <a:gd name="T46" fmla="*/ 63 w 154"/>
                  <a:gd name="T47" fmla="*/ 34 h 166"/>
                  <a:gd name="T48" fmla="*/ 50 w 154"/>
                  <a:gd name="T49" fmla="*/ 26 h 166"/>
                  <a:gd name="T50" fmla="*/ 45 w 154"/>
                  <a:gd name="T51" fmla="*/ 21 h 166"/>
                  <a:gd name="T52" fmla="*/ 39 w 154"/>
                  <a:gd name="T53" fmla="*/ 12 h 166"/>
                  <a:gd name="T54" fmla="*/ 32 w 154"/>
                  <a:gd name="T55" fmla="*/ 6 h 166"/>
                  <a:gd name="T56" fmla="*/ 26 w 154"/>
                  <a:gd name="T57" fmla="*/ 6 h 166"/>
                  <a:gd name="T58" fmla="*/ 9 w 154"/>
                  <a:gd name="T59" fmla="*/ 0 h 166"/>
                  <a:gd name="T60" fmla="*/ 0 w 154"/>
                  <a:gd name="T61" fmla="*/ 4 h 166"/>
                  <a:gd name="T62" fmla="*/ 7 w 154"/>
                  <a:gd name="T63" fmla="*/ 17 h 166"/>
                  <a:gd name="T64" fmla="*/ 19 w 154"/>
                  <a:gd name="T65" fmla="*/ 28 h 166"/>
                  <a:gd name="T66" fmla="*/ 26 w 154"/>
                  <a:gd name="T67" fmla="*/ 32 h 166"/>
                  <a:gd name="T68" fmla="*/ 37 w 154"/>
                  <a:gd name="T69" fmla="*/ 43 h 166"/>
                  <a:gd name="T70" fmla="*/ 39 w 154"/>
                  <a:gd name="T71" fmla="*/ 51 h 166"/>
                  <a:gd name="T72" fmla="*/ 48 w 154"/>
                  <a:gd name="T73" fmla="*/ 58 h 166"/>
                  <a:gd name="T74" fmla="*/ 52 w 154"/>
                  <a:gd name="T75" fmla="*/ 58 h 166"/>
                  <a:gd name="T76" fmla="*/ 54 w 154"/>
                  <a:gd name="T77" fmla="*/ 66 h 166"/>
                  <a:gd name="T78" fmla="*/ 58 w 154"/>
                  <a:gd name="T79" fmla="*/ 79 h 166"/>
                  <a:gd name="T80" fmla="*/ 65 w 154"/>
                  <a:gd name="T81" fmla="*/ 84 h 166"/>
                  <a:gd name="T82" fmla="*/ 73 w 154"/>
                  <a:gd name="T83" fmla="*/ 99 h 166"/>
                  <a:gd name="T84" fmla="*/ 78 w 154"/>
                  <a:gd name="T85" fmla="*/ 116 h 166"/>
                  <a:gd name="T86" fmla="*/ 89 w 154"/>
                  <a:gd name="T87" fmla="*/ 131 h 166"/>
                  <a:gd name="T88" fmla="*/ 99 w 154"/>
                  <a:gd name="T89" fmla="*/ 135 h 166"/>
                  <a:gd name="T90" fmla="*/ 106 w 154"/>
                  <a:gd name="T91" fmla="*/ 144 h 166"/>
                  <a:gd name="T92" fmla="*/ 117 w 154"/>
                  <a:gd name="T93" fmla="*/ 151 h 166"/>
                  <a:gd name="T94" fmla="*/ 128 w 154"/>
                  <a:gd name="T95" fmla="*/ 163 h 166"/>
                  <a:gd name="T96" fmla="*/ 132 w 154"/>
                  <a:gd name="T97" fmla="*/ 161 h 166"/>
                  <a:gd name="T98" fmla="*/ 140 w 154"/>
                  <a:gd name="T99" fmla="*/ 164 h 166"/>
                  <a:gd name="T100" fmla="*/ 100 w 154"/>
                  <a:gd name="T101" fmla="*/ 69 h 166"/>
                  <a:gd name="T102" fmla="*/ 100 w 154"/>
                  <a:gd name="T103" fmla="*/ 67 h 166"/>
                  <a:gd name="T104" fmla="*/ 100 w 154"/>
                  <a:gd name="T105" fmla="*/ 6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4" h="166">
                    <a:moveTo>
                      <a:pt x="141" y="159"/>
                    </a:moveTo>
                    <a:lnTo>
                      <a:pt x="141" y="159"/>
                    </a:lnTo>
                    <a:lnTo>
                      <a:pt x="143" y="159"/>
                    </a:lnTo>
                    <a:lnTo>
                      <a:pt x="145" y="163"/>
                    </a:lnTo>
                    <a:lnTo>
                      <a:pt x="147" y="163"/>
                    </a:lnTo>
                    <a:lnTo>
                      <a:pt x="151" y="161"/>
                    </a:lnTo>
                    <a:lnTo>
                      <a:pt x="151" y="155"/>
                    </a:lnTo>
                    <a:lnTo>
                      <a:pt x="153" y="148"/>
                    </a:lnTo>
                    <a:lnTo>
                      <a:pt x="151" y="142"/>
                    </a:lnTo>
                    <a:lnTo>
                      <a:pt x="153" y="136"/>
                    </a:lnTo>
                    <a:lnTo>
                      <a:pt x="151" y="135"/>
                    </a:lnTo>
                    <a:lnTo>
                      <a:pt x="151" y="131"/>
                    </a:lnTo>
                    <a:lnTo>
                      <a:pt x="154" y="131"/>
                    </a:lnTo>
                    <a:lnTo>
                      <a:pt x="154" y="127"/>
                    </a:lnTo>
                    <a:lnTo>
                      <a:pt x="154" y="123"/>
                    </a:lnTo>
                    <a:lnTo>
                      <a:pt x="153" y="123"/>
                    </a:lnTo>
                    <a:lnTo>
                      <a:pt x="151" y="122"/>
                    </a:lnTo>
                    <a:lnTo>
                      <a:pt x="149" y="118"/>
                    </a:lnTo>
                    <a:lnTo>
                      <a:pt x="147" y="118"/>
                    </a:lnTo>
                    <a:lnTo>
                      <a:pt x="147" y="114"/>
                    </a:lnTo>
                    <a:lnTo>
                      <a:pt x="143" y="114"/>
                    </a:lnTo>
                    <a:lnTo>
                      <a:pt x="138" y="114"/>
                    </a:lnTo>
                    <a:lnTo>
                      <a:pt x="138" y="114"/>
                    </a:lnTo>
                    <a:lnTo>
                      <a:pt x="136" y="110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2" y="103"/>
                    </a:lnTo>
                    <a:lnTo>
                      <a:pt x="132" y="95"/>
                    </a:lnTo>
                    <a:lnTo>
                      <a:pt x="128" y="97"/>
                    </a:lnTo>
                    <a:lnTo>
                      <a:pt x="127" y="95"/>
                    </a:lnTo>
                    <a:lnTo>
                      <a:pt x="121" y="95"/>
                    </a:lnTo>
                    <a:lnTo>
                      <a:pt x="117" y="94"/>
                    </a:lnTo>
                    <a:lnTo>
                      <a:pt x="117" y="92"/>
                    </a:lnTo>
                    <a:lnTo>
                      <a:pt x="121" y="92"/>
                    </a:lnTo>
                    <a:lnTo>
                      <a:pt x="125" y="88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9" y="84"/>
                    </a:lnTo>
                    <a:lnTo>
                      <a:pt x="125" y="84"/>
                    </a:lnTo>
                    <a:lnTo>
                      <a:pt x="123" y="81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4" y="75"/>
                    </a:lnTo>
                    <a:lnTo>
                      <a:pt x="112" y="75"/>
                    </a:lnTo>
                    <a:lnTo>
                      <a:pt x="112" y="75"/>
                    </a:lnTo>
                    <a:lnTo>
                      <a:pt x="115" y="73"/>
                    </a:lnTo>
                    <a:lnTo>
                      <a:pt x="114" y="67"/>
                    </a:lnTo>
                    <a:lnTo>
                      <a:pt x="110" y="66"/>
                    </a:lnTo>
                    <a:lnTo>
                      <a:pt x="106" y="64"/>
                    </a:lnTo>
                    <a:lnTo>
                      <a:pt x="104" y="62"/>
                    </a:lnTo>
                    <a:lnTo>
                      <a:pt x="99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7" y="54"/>
                    </a:lnTo>
                    <a:lnTo>
                      <a:pt x="93" y="51"/>
                    </a:lnTo>
                    <a:lnTo>
                      <a:pt x="89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4" y="47"/>
                    </a:lnTo>
                    <a:lnTo>
                      <a:pt x="78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39"/>
                    </a:lnTo>
                    <a:lnTo>
                      <a:pt x="69" y="43"/>
                    </a:lnTo>
                    <a:lnTo>
                      <a:pt x="69" y="41"/>
                    </a:lnTo>
                    <a:lnTo>
                      <a:pt x="69" y="38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1" y="32"/>
                    </a:lnTo>
                    <a:lnTo>
                      <a:pt x="54" y="26"/>
                    </a:lnTo>
                    <a:lnTo>
                      <a:pt x="50" y="26"/>
                    </a:lnTo>
                    <a:lnTo>
                      <a:pt x="48" y="23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43" y="15"/>
                    </a:lnTo>
                    <a:lnTo>
                      <a:pt x="41" y="15"/>
                    </a:lnTo>
                    <a:lnTo>
                      <a:pt x="39" y="12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9" y="6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5"/>
                    </a:lnTo>
                    <a:lnTo>
                      <a:pt x="7" y="17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6" y="32"/>
                    </a:lnTo>
                    <a:lnTo>
                      <a:pt x="32" y="39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7"/>
                    </a:lnTo>
                    <a:lnTo>
                      <a:pt x="39" y="49"/>
                    </a:lnTo>
                    <a:lnTo>
                      <a:pt x="39" y="51"/>
                    </a:lnTo>
                    <a:lnTo>
                      <a:pt x="41" y="54"/>
                    </a:lnTo>
                    <a:lnTo>
                      <a:pt x="45" y="54"/>
                    </a:lnTo>
                    <a:lnTo>
                      <a:pt x="48" y="58"/>
                    </a:lnTo>
                    <a:lnTo>
                      <a:pt x="50" y="60"/>
                    </a:lnTo>
                    <a:lnTo>
                      <a:pt x="50" y="58"/>
                    </a:lnTo>
                    <a:lnTo>
                      <a:pt x="52" y="58"/>
                    </a:lnTo>
                    <a:lnTo>
                      <a:pt x="50" y="62"/>
                    </a:lnTo>
                    <a:lnTo>
                      <a:pt x="52" y="64"/>
                    </a:lnTo>
                    <a:lnTo>
                      <a:pt x="54" y="66"/>
                    </a:lnTo>
                    <a:lnTo>
                      <a:pt x="54" y="67"/>
                    </a:lnTo>
                    <a:lnTo>
                      <a:pt x="56" y="75"/>
                    </a:lnTo>
                    <a:lnTo>
                      <a:pt x="58" y="79"/>
                    </a:lnTo>
                    <a:lnTo>
                      <a:pt x="61" y="81"/>
                    </a:lnTo>
                    <a:lnTo>
                      <a:pt x="65" y="82"/>
                    </a:lnTo>
                    <a:lnTo>
                      <a:pt x="65" y="84"/>
                    </a:lnTo>
                    <a:lnTo>
                      <a:pt x="69" y="92"/>
                    </a:lnTo>
                    <a:lnTo>
                      <a:pt x="71" y="94"/>
                    </a:lnTo>
                    <a:lnTo>
                      <a:pt x="73" y="99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78" y="116"/>
                    </a:lnTo>
                    <a:lnTo>
                      <a:pt x="84" y="120"/>
                    </a:lnTo>
                    <a:lnTo>
                      <a:pt x="89" y="127"/>
                    </a:lnTo>
                    <a:lnTo>
                      <a:pt x="89" y="131"/>
                    </a:lnTo>
                    <a:lnTo>
                      <a:pt x="95" y="131"/>
                    </a:lnTo>
                    <a:lnTo>
                      <a:pt x="95" y="133"/>
                    </a:lnTo>
                    <a:lnTo>
                      <a:pt x="99" y="135"/>
                    </a:lnTo>
                    <a:lnTo>
                      <a:pt x="99" y="138"/>
                    </a:lnTo>
                    <a:lnTo>
                      <a:pt x="102" y="140"/>
                    </a:lnTo>
                    <a:lnTo>
                      <a:pt x="106" y="144"/>
                    </a:lnTo>
                    <a:lnTo>
                      <a:pt x="112" y="148"/>
                    </a:lnTo>
                    <a:lnTo>
                      <a:pt x="114" y="151"/>
                    </a:lnTo>
                    <a:lnTo>
                      <a:pt x="117" y="151"/>
                    </a:lnTo>
                    <a:lnTo>
                      <a:pt x="125" y="159"/>
                    </a:lnTo>
                    <a:lnTo>
                      <a:pt x="127" y="161"/>
                    </a:lnTo>
                    <a:lnTo>
                      <a:pt x="128" y="163"/>
                    </a:lnTo>
                    <a:lnTo>
                      <a:pt x="130" y="166"/>
                    </a:lnTo>
                    <a:lnTo>
                      <a:pt x="132" y="164"/>
                    </a:lnTo>
                    <a:lnTo>
                      <a:pt x="132" y="161"/>
                    </a:lnTo>
                    <a:lnTo>
                      <a:pt x="132" y="159"/>
                    </a:lnTo>
                    <a:lnTo>
                      <a:pt x="132" y="159"/>
                    </a:lnTo>
                    <a:lnTo>
                      <a:pt x="140" y="164"/>
                    </a:lnTo>
                    <a:lnTo>
                      <a:pt x="141" y="163"/>
                    </a:lnTo>
                    <a:lnTo>
                      <a:pt x="141" y="159"/>
                    </a:lnTo>
                    <a:close/>
                    <a:moveTo>
                      <a:pt x="100" y="69"/>
                    </a:moveTo>
                    <a:lnTo>
                      <a:pt x="100" y="67"/>
                    </a:lnTo>
                    <a:lnTo>
                      <a:pt x="100" y="66"/>
                    </a:lnTo>
                    <a:lnTo>
                      <a:pt x="100" y="67"/>
                    </a:lnTo>
                    <a:lnTo>
                      <a:pt x="102" y="67"/>
                    </a:lnTo>
                    <a:lnTo>
                      <a:pt x="102" y="71"/>
                    </a:lnTo>
                    <a:lnTo>
                      <a:pt x="100" y="6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4" name="Freeform 6293">
                <a:extLst>
                  <a:ext uri="{FF2B5EF4-FFF2-40B4-BE49-F238E27FC236}">
                    <a16:creationId xmlns:a16="http://schemas.microsoft.com/office/drawing/2014/main" id="{263B4A8A-BE2D-4FA0-A51E-B42D9D3127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4" y="2955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5" name="Freeform 6294">
                <a:extLst>
                  <a:ext uri="{FF2B5EF4-FFF2-40B4-BE49-F238E27FC236}">
                    <a16:creationId xmlns:a16="http://schemas.microsoft.com/office/drawing/2014/main" id="{4B4441BF-0631-4A17-9672-9946163C50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7" y="2978"/>
                <a:ext cx="11" cy="7"/>
              </a:xfrm>
              <a:custGeom>
                <a:avLst/>
                <a:gdLst>
                  <a:gd name="T0" fmla="*/ 7 w 11"/>
                  <a:gd name="T1" fmla="*/ 7 h 7"/>
                  <a:gd name="T2" fmla="*/ 11 w 11"/>
                  <a:gd name="T3" fmla="*/ 2 h 7"/>
                  <a:gd name="T4" fmla="*/ 7 w 11"/>
                  <a:gd name="T5" fmla="*/ 3 h 7"/>
                  <a:gd name="T6" fmla="*/ 7 w 11"/>
                  <a:gd name="T7" fmla="*/ 2 h 7"/>
                  <a:gd name="T8" fmla="*/ 3 w 11"/>
                  <a:gd name="T9" fmla="*/ 0 h 7"/>
                  <a:gd name="T10" fmla="*/ 2 w 11"/>
                  <a:gd name="T11" fmla="*/ 2 h 7"/>
                  <a:gd name="T12" fmla="*/ 2 w 11"/>
                  <a:gd name="T13" fmla="*/ 3 h 7"/>
                  <a:gd name="T14" fmla="*/ 3 w 11"/>
                  <a:gd name="T15" fmla="*/ 5 h 7"/>
                  <a:gd name="T16" fmla="*/ 5 w 11"/>
                  <a:gd name="T17" fmla="*/ 5 h 7"/>
                  <a:gd name="T18" fmla="*/ 0 w 11"/>
                  <a:gd name="T19" fmla="*/ 7 h 7"/>
                  <a:gd name="T20" fmla="*/ 7 w 11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7" y="7"/>
                    </a:moveTo>
                    <a:lnTo>
                      <a:pt x="11" y="2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6" name="Freeform 6295">
                <a:extLst>
                  <a:ext uri="{FF2B5EF4-FFF2-40B4-BE49-F238E27FC236}">
                    <a16:creationId xmlns:a16="http://schemas.microsoft.com/office/drawing/2014/main" id="{03301AD0-27C4-4BAF-91A3-03F29D15915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22" y="2952"/>
                <a:ext cx="191" cy="48"/>
              </a:xfrm>
              <a:custGeom>
                <a:avLst/>
                <a:gdLst>
                  <a:gd name="T0" fmla="*/ 50 w 103"/>
                  <a:gd name="T1" fmla="*/ 19 h 26"/>
                  <a:gd name="T2" fmla="*/ 56 w 103"/>
                  <a:gd name="T3" fmla="*/ 20 h 26"/>
                  <a:gd name="T4" fmla="*/ 60 w 103"/>
                  <a:gd name="T5" fmla="*/ 20 h 26"/>
                  <a:gd name="T6" fmla="*/ 65 w 103"/>
                  <a:gd name="T7" fmla="*/ 22 h 26"/>
                  <a:gd name="T8" fmla="*/ 68 w 103"/>
                  <a:gd name="T9" fmla="*/ 20 h 26"/>
                  <a:gd name="T10" fmla="*/ 68 w 103"/>
                  <a:gd name="T11" fmla="*/ 20 h 26"/>
                  <a:gd name="T12" fmla="*/ 73 w 103"/>
                  <a:gd name="T13" fmla="*/ 23 h 26"/>
                  <a:gd name="T14" fmla="*/ 74 w 103"/>
                  <a:gd name="T15" fmla="*/ 22 h 26"/>
                  <a:gd name="T16" fmla="*/ 78 w 103"/>
                  <a:gd name="T17" fmla="*/ 23 h 26"/>
                  <a:gd name="T18" fmla="*/ 84 w 103"/>
                  <a:gd name="T19" fmla="*/ 24 h 26"/>
                  <a:gd name="T20" fmla="*/ 86 w 103"/>
                  <a:gd name="T21" fmla="*/ 26 h 26"/>
                  <a:gd name="T22" fmla="*/ 91 w 103"/>
                  <a:gd name="T23" fmla="*/ 25 h 26"/>
                  <a:gd name="T24" fmla="*/ 94 w 103"/>
                  <a:gd name="T25" fmla="*/ 24 h 26"/>
                  <a:gd name="T26" fmla="*/ 97 w 103"/>
                  <a:gd name="T27" fmla="*/ 24 h 26"/>
                  <a:gd name="T28" fmla="*/ 102 w 103"/>
                  <a:gd name="T29" fmla="*/ 23 h 26"/>
                  <a:gd name="T30" fmla="*/ 102 w 103"/>
                  <a:gd name="T31" fmla="*/ 20 h 26"/>
                  <a:gd name="T32" fmla="*/ 99 w 103"/>
                  <a:gd name="T33" fmla="*/ 18 h 26"/>
                  <a:gd name="T34" fmla="*/ 96 w 103"/>
                  <a:gd name="T35" fmla="*/ 18 h 26"/>
                  <a:gd name="T36" fmla="*/ 91 w 103"/>
                  <a:gd name="T37" fmla="*/ 18 h 26"/>
                  <a:gd name="T38" fmla="*/ 95 w 103"/>
                  <a:gd name="T39" fmla="*/ 21 h 26"/>
                  <a:gd name="T40" fmla="*/ 92 w 103"/>
                  <a:gd name="T41" fmla="*/ 21 h 26"/>
                  <a:gd name="T42" fmla="*/ 89 w 103"/>
                  <a:gd name="T43" fmla="*/ 19 h 26"/>
                  <a:gd name="T44" fmla="*/ 85 w 103"/>
                  <a:gd name="T45" fmla="*/ 20 h 26"/>
                  <a:gd name="T46" fmla="*/ 81 w 103"/>
                  <a:gd name="T47" fmla="*/ 18 h 26"/>
                  <a:gd name="T48" fmla="*/ 78 w 103"/>
                  <a:gd name="T49" fmla="*/ 21 h 26"/>
                  <a:gd name="T50" fmla="*/ 77 w 103"/>
                  <a:gd name="T51" fmla="*/ 21 h 26"/>
                  <a:gd name="T52" fmla="*/ 73 w 103"/>
                  <a:gd name="T53" fmla="*/ 16 h 26"/>
                  <a:gd name="T54" fmla="*/ 68 w 103"/>
                  <a:gd name="T55" fmla="*/ 17 h 26"/>
                  <a:gd name="T56" fmla="*/ 66 w 103"/>
                  <a:gd name="T57" fmla="*/ 14 h 26"/>
                  <a:gd name="T58" fmla="*/ 63 w 103"/>
                  <a:gd name="T59" fmla="*/ 14 h 26"/>
                  <a:gd name="T60" fmla="*/ 59 w 103"/>
                  <a:gd name="T61" fmla="*/ 14 h 26"/>
                  <a:gd name="T62" fmla="*/ 57 w 103"/>
                  <a:gd name="T63" fmla="*/ 12 h 26"/>
                  <a:gd name="T64" fmla="*/ 58 w 103"/>
                  <a:gd name="T65" fmla="*/ 12 h 26"/>
                  <a:gd name="T66" fmla="*/ 63 w 103"/>
                  <a:gd name="T67" fmla="*/ 11 h 26"/>
                  <a:gd name="T68" fmla="*/ 65 w 103"/>
                  <a:gd name="T69" fmla="*/ 8 h 26"/>
                  <a:gd name="T70" fmla="*/ 58 w 103"/>
                  <a:gd name="T71" fmla="*/ 8 h 26"/>
                  <a:gd name="T72" fmla="*/ 55 w 103"/>
                  <a:gd name="T73" fmla="*/ 7 h 26"/>
                  <a:gd name="T74" fmla="*/ 51 w 103"/>
                  <a:gd name="T75" fmla="*/ 7 h 26"/>
                  <a:gd name="T76" fmla="*/ 47 w 103"/>
                  <a:gd name="T77" fmla="*/ 5 h 26"/>
                  <a:gd name="T78" fmla="*/ 43 w 103"/>
                  <a:gd name="T79" fmla="*/ 3 h 26"/>
                  <a:gd name="T80" fmla="*/ 39 w 103"/>
                  <a:gd name="T81" fmla="*/ 7 h 26"/>
                  <a:gd name="T82" fmla="*/ 28 w 103"/>
                  <a:gd name="T83" fmla="*/ 7 h 26"/>
                  <a:gd name="T84" fmla="*/ 25 w 103"/>
                  <a:gd name="T85" fmla="*/ 5 h 26"/>
                  <a:gd name="T86" fmla="*/ 18 w 103"/>
                  <a:gd name="T87" fmla="*/ 2 h 26"/>
                  <a:gd name="T88" fmla="*/ 13 w 103"/>
                  <a:gd name="T89" fmla="*/ 1 h 26"/>
                  <a:gd name="T90" fmla="*/ 10 w 103"/>
                  <a:gd name="T91" fmla="*/ 0 h 26"/>
                  <a:gd name="T92" fmla="*/ 5 w 103"/>
                  <a:gd name="T93" fmla="*/ 2 h 26"/>
                  <a:gd name="T94" fmla="*/ 3 w 103"/>
                  <a:gd name="T95" fmla="*/ 5 h 26"/>
                  <a:gd name="T96" fmla="*/ 2 w 103"/>
                  <a:gd name="T97" fmla="*/ 6 h 26"/>
                  <a:gd name="T98" fmla="*/ 0 w 103"/>
                  <a:gd name="T99" fmla="*/ 5 h 26"/>
                  <a:gd name="T100" fmla="*/ 1 w 103"/>
                  <a:gd name="T101" fmla="*/ 8 h 26"/>
                  <a:gd name="T102" fmla="*/ 6 w 103"/>
                  <a:gd name="T103" fmla="*/ 8 h 26"/>
                  <a:gd name="T104" fmla="*/ 9 w 103"/>
                  <a:gd name="T105" fmla="*/ 10 h 26"/>
                  <a:gd name="T106" fmla="*/ 11 w 103"/>
                  <a:gd name="T107" fmla="*/ 13 h 26"/>
                  <a:gd name="T108" fmla="*/ 15 w 103"/>
                  <a:gd name="T109" fmla="*/ 13 h 26"/>
                  <a:gd name="T110" fmla="*/ 24 w 103"/>
                  <a:gd name="T111" fmla="*/ 16 h 26"/>
                  <a:gd name="T112" fmla="*/ 26 w 103"/>
                  <a:gd name="T113" fmla="*/ 15 h 26"/>
                  <a:gd name="T114" fmla="*/ 30 w 103"/>
                  <a:gd name="T115" fmla="*/ 15 h 26"/>
                  <a:gd name="T116" fmla="*/ 38 w 103"/>
                  <a:gd name="T117" fmla="*/ 18 h 26"/>
                  <a:gd name="T118" fmla="*/ 46 w 103"/>
                  <a:gd name="T119" fmla="*/ 19 h 26"/>
                  <a:gd name="T120" fmla="*/ 84 w 103"/>
                  <a:gd name="T121" fmla="*/ 23 h 26"/>
                  <a:gd name="T122" fmla="*/ 83 w 103"/>
                  <a:gd name="T12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26">
                    <a:moveTo>
                      <a:pt x="46" y="19"/>
                    </a:moveTo>
                    <a:cubicBezTo>
                      <a:pt x="48" y="20"/>
                      <a:pt x="48" y="20"/>
                      <a:pt x="48" y="20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4" y="20"/>
                      <a:pt x="84" y="21"/>
                      <a:pt x="84" y="21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19"/>
                      <a:pt x="43" y="19"/>
                      <a:pt x="43" y="19"/>
                    </a:cubicBezTo>
                    <a:lnTo>
                      <a:pt x="46" y="19"/>
                    </a:lnTo>
                    <a:close/>
                    <a:moveTo>
                      <a:pt x="83" y="23"/>
                    </a:moveTo>
                    <a:cubicBezTo>
                      <a:pt x="83" y="23"/>
                      <a:pt x="83" y="23"/>
                      <a:pt x="83" y="23"/>
                    </a:cubicBezTo>
                    <a:cubicBezTo>
                      <a:pt x="84" y="23"/>
                      <a:pt x="84" y="23"/>
                      <a:pt x="84" y="23"/>
                    </a:cubicBezTo>
                    <a:lnTo>
                      <a:pt x="83" y="23"/>
                    </a:lnTo>
                    <a:close/>
                    <a:moveTo>
                      <a:pt x="83" y="22"/>
                    </a:moveTo>
                    <a:cubicBezTo>
                      <a:pt x="83" y="22"/>
                      <a:pt x="83" y="22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7" name="Freeform 6296">
                <a:extLst>
                  <a:ext uri="{FF2B5EF4-FFF2-40B4-BE49-F238E27FC236}">
                    <a16:creationId xmlns:a16="http://schemas.microsoft.com/office/drawing/2014/main" id="{99737BA8-39A0-4131-B6AE-5D858F1674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0" y="2871"/>
                <a:ext cx="13" cy="12"/>
              </a:xfrm>
              <a:custGeom>
                <a:avLst/>
                <a:gdLst>
                  <a:gd name="T0" fmla="*/ 12 w 13"/>
                  <a:gd name="T1" fmla="*/ 8 h 12"/>
                  <a:gd name="T2" fmla="*/ 13 w 13"/>
                  <a:gd name="T3" fmla="*/ 6 h 12"/>
                  <a:gd name="T4" fmla="*/ 8 w 13"/>
                  <a:gd name="T5" fmla="*/ 0 h 12"/>
                  <a:gd name="T6" fmla="*/ 4 w 13"/>
                  <a:gd name="T7" fmla="*/ 0 h 12"/>
                  <a:gd name="T8" fmla="*/ 2 w 13"/>
                  <a:gd name="T9" fmla="*/ 4 h 12"/>
                  <a:gd name="T10" fmla="*/ 4 w 13"/>
                  <a:gd name="T11" fmla="*/ 6 h 12"/>
                  <a:gd name="T12" fmla="*/ 2 w 13"/>
                  <a:gd name="T13" fmla="*/ 6 h 12"/>
                  <a:gd name="T14" fmla="*/ 0 w 13"/>
                  <a:gd name="T15" fmla="*/ 10 h 12"/>
                  <a:gd name="T16" fmla="*/ 4 w 13"/>
                  <a:gd name="T17" fmla="*/ 12 h 12"/>
                  <a:gd name="T18" fmla="*/ 8 w 13"/>
                  <a:gd name="T19" fmla="*/ 10 h 12"/>
                  <a:gd name="T20" fmla="*/ 6 w 13"/>
                  <a:gd name="T21" fmla="*/ 6 h 12"/>
                  <a:gd name="T22" fmla="*/ 8 w 13"/>
                  <a:gd name="T23" fmla="*/ 6 h 12"/>
                  <a:gd name="T24" fmla="*/ 12 w 13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2" y="8"/>
                    </a:moveTo>
                    <a:lnTo>
                      <a:pt x="13" y="6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8" name="Freeform 6297">
                <a:extLst>
                  <a:ext uri="{FF2B5EF4-FFF2-40B4-BE49-F238E27FC236}">
                    <a16:creationId xmlns:a16="http://schemas.microsoft.com/office/drawing/2014/main" id="{679FA044-D796-44C8-8A10-6BE6C9FF97E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32" y="2909"/>
                <a:ext cx="47" cy="18"/>
              </a:xfrm>
              <a:custGeom>
                <a:avLst/>
                <a:gdLst>
                  <a:gd name="T0" fmla="*/ 12 w 47"/>
                  <a:gd name="T1" fmla="*/ 13 h 18"/>
                  <a:gd name="T2" fmla="*/ 12 w 47"/>
                  <a:gd name="T3" fmla="*/ 15 h 18"/>
                  <a:gd name="T4" fmla="*/ 15 w 47"/>
                  <a:gd name="T5" fmla="*/ 15 h 18"/>
                  <a:gd name="T6" fmla="*/ 15 w 47"/>
                  <a:gd name="T7" fmla="*/ 15 h 18"/>
                  <a:gd name="T8" fmla="*/ 17 w 47"/>
                  <a:gd name="T9" fmla="*/ 13 h 18"/>
                  <a:gd name="T10" fmla="*/ 17 w 47"/>
                  <a:gd name="T11" fmla="*/ 11 h 18"/>
                  <a:gd name="T12" fmla="*/ 17 w 47"/>
                  <a:gd name="T13" fmla="*/ 11 h 18"/>
                  <a:gd name="T14" fmla="*/ 19 w 47"/>
                  <a:gd name="T15" fmla="*/ 9 h 18"/>
                  <a:gd name="T16" fmla="*/ 19 w 47"/>
                  <a:gd name="T17" fmla="*/ 9 h 18"/>
                  <a:gd name="T18" fmla="*/ 21 w 47"/>
                  <a:gd name="T19" fmla="*/ 11 h 18"/>
                  <a:gd name="T20" fmla="*/ 28 w 47"/>
                  <a:gd name="T21" fmla="*/ 11 h 18"/>
                  <a:gd name="T22" fmla="*/ 30 w 47"/>
                  <a:gd name="T23" fmla="*/ 9 h 18"/>
                  <a:gd name="T24" fmla="*/ 32 w 47"/>
                  <a:gd name="T25" fmla="*/ 9 h 18"/>
                  <a:gd name="T26" fmla="*/ 36 w 47"/>
                  <a:gd name="T27" fmla="*/ 13 h 18"/>
                  <a:gd name="T28" fmla="*/ 40 w 47"/>
                  <a:gd name="T29" fmla="*/ 13 h 18"/>
                  <a:gd name="T30" fmla="*/ 41 w 47"/>
                  <a:gd name="T31" fmla="*/ 16 h 18"/>
                  <a:gd name="T32" fmla="*/ 47 w 47"/>
                  <a:gd name="T33" fmla="*/ 16 h 18"/>
                  <a:gd name="T34" fmla="*/ 47 w 47"/>
                  <a:gd name="T35" fmla="*/ 13 h 18"/>
                  <a:gd name="T36" fmla="*/ 47 w 47"/>
                  <a:gd name="T37" fmla="*/ 7 h 18"/>
                  <a:gd name="T38" fmla="*/ 40 w 47"/>
                  <a:gd name="T39" fmla="*/ 3 h 18"/>
                  <a:gd name="T40" fmla="*/ 34 w 47"/>
                  <a:gd name="T41" fmla="*/ 2 h 18"/>
                  <a:gd name="T42" fmla="*/ 30 w 47"/>
                  <a:gd name="T43" fmla="*/ 0 h 18"/>
                  <a:gd name="T44" fmla="*/ 27 w 47"/>
                  <a:gd name="T45" fmla="*/ 0 h 18"/>
                  <a:gd name="T46" fmla="*/ 25 w 47"/>
                  <a:gd name="T47" fmla="*/ 2 h 18"/>
                  <a:gd name="T48" fmla="*/ 23 w 47"/>
                  <a:gd name="T49" fmla="*/ 2 h 18"/>
                  <a:gd name="T50" fmla="*/ 19 w 47"/>
                  <a:gd name="T51" fmla="*/ 0 h 18"/>
                  <a:gd name="T52" fmla="*/ 15 w 47"/>
                  <a:gd name="T53" fmla="*/ 2 h 18"/>
                  <a:gd name="T54" fmla="*/ 10 w 47"/>
                  <a:gd name="T55" fmla="*/ 2 h 18"/>
                  <a:gd name="T56" fmla="*/ 8 w 47"/>
                  <a:gd name="T57" fmla="*/ 2 h 18"/>
                  <a:gd name="T58" fmla="*/ 8 w 47"/>
                  <a:gd name="T59" fmla="*/ 2 h 18"/>
                  <a:gd name="T60" fmla="*/ 2 w 47"/>
                  <a:gd name="T61" fmla="*/ 2 h 18"/>
                  <a:gd name="T62" fmla="*/ 4 w 47"/>
                  <a:gd name="T63" fmla="*/ 3 h 18"/>
                  <a:gd name="T64" fmla="*/ 0 w 47"/>
                  <a:gd name="T65" fmla="*/ 7 h 18"/>
                  <a:gd name="T66" fmla="*/ 4 w 47"/>
                  <a:gd name="T67" fmla="*/ 7 h 18"/>
                  <a:gd name="T68" fmla="*/ 4 w 47"/>
                  <a:gd name="T69" fmla="*/ 7 h 18"/>
                  <a:gd name="T70" fmla="*/ 6 w 47"/>
                  <a:gd name="T71" fmla="*/ 11 h 18"/>
                  <a:gd name="T72" fmla="*/ 8 w 47"/>
                  <a:gd name="T73" fmla="*/ 11 h 18"/>
                  <a:gd name="T74" fmla="*/ 8 w 47"/>
                  <a:gd name="T75" fmla="*/ 11 h 18"/>
                  <a:gd name="T76" fmla="*/ 2 w 47"/>
                  <a:gd name="T77" fmla="*/ 13 h 18"/>
                  <a:gd name="T78" fmla="*/ 6 w 47"/>
                  <a:gd name="T79" fmla="*/ 16 h 18"/>
                  <a:gd name="T80" fmla="*/ 8 w 47"/>
                  <a:gd name="T81" fmla="*/ 15 h 18"/>
                  <a:gd name="T82" fmla="*/ 10 w 47"/>
                  <a:gd name="T83" fmla="*/ 18 h 18"/>
                  <a:gd name="T84" fmla="*/ 12 w 47"/>
                  <a:gd name="T85" fmla="*/ 13 h 18"/>
                  <a:gd name="T86" fmla="*/ 6 w 47"/>
                  <a:gd name="T87" fmla="*/ 5 h 18"/>
                  <a:gd name="T88" fmla="*/ 4 w 47"/>
                  <a:gd name="T89" fmla="*/ 5 h 18"/>
                  <a:gd name="T90" fmla="*/ 4 w 47"/>
                  <a:gd name="T91" fmla="*/ 5 h 18"/>
                  <a:gd name="T92" fmla="*/ 6 w 47"/>
                  <a:gd name="T93" fmla="*/ 5 h 18"/>
                  <a:gd name="T94" fmla="*/ 6 w 47"/>
                  <a:gd name="T95" fmla="*/ 5 h 18"/>
                  <a:gd name="T96" fmla="*/ 8 w 47"/>
                  <a:gd name="T97" fmla="*/ 3 h 18"/>
                  <a:gd name="T98" fmla="*/ 8 w 47"/>
                  <a:gd name="T99" fmla="*/ 3 h 18"/>
                  <a:gd name="T100" fmla="*/ 8 w 47"/>
                  <a:gd name="T101" fmla="*/ 3 h 18"/>
                  <a:gd name="T102" fmla="*/ 8 w 47"/>
                  <a:gd name="T103" fmla="*/ 3 h 18"/>
                  <a:gd name="T104" fmla="*/ 10 w 47"/>
                  <a:gd name="T105" fmla="*/ 7 h 18"/>
                  <a:gd name="T106" fmla="*/ 12 w 47"/>
                  <a:gd name="T107" fmla="*/ 9 h 18"/>
                  <a:gd name="T108" fmla="*/ 14 w 47"/>
                  <a:gd name="T109" fmla="*/ 11 h 18"/>
                  <a:gd name="T110" fmla="*/ 12 w 47"/>
                  <a:gd name="T111" fmla="*/ 11 h 18"/>
                  <a:gd name="T112" fmla="*/ 10 w 47"/>
                  <a:gd name="T113" fmla="*/ 11 h 18"/>
                  <a:gd name="T114" fmla="*/ 8 w 47"/>
                  <a:gd name="T115" fmla="*/ 11 h 18"/>
                  <a:gd name="T116" fmla="*/ 10 w 47"/>
                  <a:gd name="T1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" h="18">
                    <a:moveTo>
                      <a:pt x="12" y="13"/>
                    </a:moveTo>
                    <a:lnTo>
                      <a:pt x="12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1" y="11"/>
                    </a:lnTo>
                    <a:lnTo>
                      <a:pt x="28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13"/>
                    </a:lnTo>
                    <a:lnTo>
                      <a:pt x="40" y="13"/>
                    </a:lnTo>
                    <a:lnTo>
                      <a:pt x="41" y="16"/>
                    </a:lnTo>
                    <a:lnTo>
                      <a:pt x="47" y="16"/>
                    </a:lnTo>
                    <a:lnTo>
                      <a:pt x="47" y="13"/>
                    </a:lnTo>
                    <a:lnTo>
                      <a:pt x="47" y="7"/>
                    </a:lnTo>
                    <a:lnTo>
                      <a:pt x="40" y="3"/>
                    </a:lnTo>
                    <a:lnTo>
                      <a:pt x="34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2" y="13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10" y="18"/>
                    </a:lnTo>
                    <a:lnTo>
                      <a:pt x="12" y="13"/>
                    </a:lnTo>
                    <a:close/>
                    <a:moveTo>
                      <a:pt x="6" y="5"/>
                    </a:move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  <a:moveTo>
                      <a:pt x="8" y="3"/>
                    </a:move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close/>
                    <a:moveTo>
                      <a:pt x="10" y="7"/>
                    </a:moveTo>
                    <a:lnTo>
                      <a:pt x="12" y="9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1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9" name="Freeform 6298">
                <a:extLst>
                  <a:ext uri="{FF2B5EF4-FFF2-40B4-BE49-F238E27FC236}">
                    <a16:creationId xmlns:a16="http://schemas.microsoft.com/office/drawing/2014/main" id="{0875F07A-87C3-45B7-A6F9-93D321B7CA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88" y="2828"/>
                <a:ext cx="9" cy="6"/>
              </a:xfrm>
              <a:custGeom>
                <a:avLst/>
                <a:gdLst>
                  <a:gd name="T0" fmla="*/ 3 w 9"/>
                  <a:gd name="T1" fmla="*/ 0 h 6"/>
                  <a:gd name="T2" fmla="*/ 1 w 9"/>
                  <a:gd name="T3" fmla="*/ 2 h 6"/>
                  <a:gd name="T4" fmla="*/ 0 w 9"/>
                  <a:gd name="T5" fmla="*/ 4 h 6"/>
                  <a:gd name="T6" fmla="*/ 3 w 9"/>
                  <a:gd name="T7" fmla="*/ 6 h 6"/>
                  <a:gd name="T8" fmla="*/ 9 w 9"/>
                  <a:gd name="T9" fmla="*/ 6 h 6"/>
                  <a:gd name="T10" fmla="*/ 7 w 9"/>
                  <a:gd name="T11" fmla="*/ 2 h 6"/>
                  <a:gd name="T12" fmla="*/ 3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0" name="Freeform 6299">
                <a:extLst>
                  <a:ext uri="{FF2B5EF4-FFF2-40B4-BE49-F238E27FC236}">
                    <a16:creationId xmlns:a16="http://schemas.microsoft.com/office/drawing/2014/main" id="{53C7EF2C-16E8-4B98-9C32-D567AE5AD0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9" y="2808"/>
                <a:ext cx="9" cy="9"/>
              </a:xfrm>
              <a:custGeom>
                <a:avLst/>
                <a:gdLst>
                  <a:gd name="T0" fmla="*/ 7 w 9"/>
                  <a:gd name="T1" fmla="*/ 9 h 9"/>
                  <a:gd name="T2" fmla="*/ 9 w 9"/>
                  <a:gd name="T3" fmla="*/ 4 h 9"/>
                  <a:gd name="T4" fmla="*/ 5 w 9"/>
                  <a:gd name="T5" fmla="*/ 0 h 9"/>
                  <a:gd name="T6" fmla="*/ 2 w 9"/>
                  <a:gd name="T7" fmla="*/ 2 h 9"/>
                  <a:gd name="T8" fmla="*/ 0 w 9"/>
                  <a:gd name="T9" fmla="*/ 4 h 9"/>
                  <a:gd name="T10" fmla="*/ 4 w 9"/>
                  <a:gd name="T11" fmla="*/ 7 h 9"/>
                  <a:gd name="T12" fmla="*/ 4 w 9"/>
                  <a:gd name="T13" fmla="*/ 7 h 9"/>
                  <a:gd name="T14" fmla="*/ 4 w 9"/>
                  <a:gd name="T15" fmla="*/ 9 h 9"/>
                  <a:gd name="T16" fmla="*/ 7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7" y="9"/>
                    </a:moveTo>
                    <a:lnTo>
                      <a:pt x="9" y="4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1" name="Freeform 6300">
                <a:extLst>
                  <a:ext uri="{FF2B5EF4-FFF2-40B4-BE49-F238E27FC236}">
                    <a16:creationId xmlns:a16="http://schemas.microsoft.com/office/drawing/2014/main" id="{10881A00-1521-4333-96B4-54E3DC8BD8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0" y="2905"/>
                <a:ext cx="18" cy="13"/>
              </a:xfrm>
              <a:custGeom>
                <a:avLst/>
                <a:gdLst>
                  <a:gd name="T0" fmla="*/ 9 w 18"/>
                  <a:gd name="T1" fmla="*/ 13 h 13"/>
                  <a:gd name="T2" fmla="*/ 11 w 18"/>
                  <a:gd name="T3" fmla="*/ 9 h 13"/>
                  <a:gd name="T4" fmla="*/ 11 w 18"/>
                  <a:gd name="T5" fmla="*/ 11 h 13"/>
                  <a:gd name="T6" fmla="*/ 14 w 18"/>
                  <a:gd name="T7" fmla="*/ 11 h 13"/>
                  <a:gd name="T8" fmla="*/ 16 w 18"/>
                  <a:gd name="T9" fmla="*/ 9 h 13"/>
                  <a:gd name="T10" fmla="*/ 18 w 18"/>
                  <a:gd name="T11" fmla="*/ 7 h 13"/>
                  <a:gd name="T12" fmla="*/ 16 w 18"/>
                  <a:gd name="T13" fmla="*/ 4 h 13"/>
                  <a:gd name="T14" fmla="*/ 13 w 18"/>
                  <a:gd name="T15" fmla="*/ 2 h 13"/>
                  <a:gd name="T16" fmla="*/ 7 w 18"/>
                  <a:gd name="T17" fmla="*/ 0 h 13"/>
                  <a:gd name="T18" fmla="*/ 3 w 18"/>
                  <a:gd name="T19" fmla="*/ 2 h 13"/>
                  <a:gd name="T20" fmla="*/ 5 w 18"/>
                  <a:gd name="T21" fmla="*/ 4 h 13"/>
                  <a:gd name="T22" fmla="*/ 5 w 18"/>
                  <a:gd name="T23" fmla="*/ 4 h 13"/>
                  <a:gd name="T24" fmla="*/ 3 w 18"/>
                  <a:gd name="T25" fmla="*/ 6 h 13"/>
                  <a:gd name="T26" fmla="*/ 0 w 18"/>
                  <a:gd name="T27" fmla="*/ 9 h 13"/>
                  <a:gd name="T28" fmla="*/ 5 w 18"/>
                  <a:gd name="T29" fmla="*/ 9 h 13"/>
                  <a:gd name="T30" fmla="*/ 5 w 18"/>
                  <a:gd name="T31" fmla="*/ 9 h 13"/>
                  <a:gd name="T32" fmla="*/ 9 w 18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3">
                    <a:moveTo>
                      <a:pt x="9" y="13"/>
                    </a:moveTo>
                    <a:lnTo>
                      <a:pt x="11" y="9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2" name="Freeform 6301">
                <a:extLst>
                  <a:ext uri="{FF2B5EF4-FFF2-40B4-BE49-F238E27FC236}">
                    <a16:creationId xmlns:a16="http://schemas.microsoft.com/office/drawing/2014/main" id="{7EC6AD41-60F6-4566-97E7-13EDFF0AA86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2" y="2892"/>
                <a:ext cx="28" cy="24"/>
              </a:xfrm>
              <a:custGeom>
                <a:avLst/>
                <a:gdLst>
                  <a:gd name="T0" fmla="*/ 28 w 28"/>
                  <a:gd name="T1" fmla="*/ 20 h 24"/>
                  <a:gd name="T2" fmla="*/ 24 w 28"/>
                  <a:gd name="T3" fmla="*/ 19 h 24"/>
                  <a:gd name="T4" fmla="*/ 24 w 28"/>
                  <a:gd name="T5" fmla="*/ 20 h 24"/>
                  <a:gd name="T6" fmla="*/ 22 w 28"/>
                  <a:gd name="T7" fmla="*/ 19 h 24"/>
                  <a:gd name="T8" fmla="*/ 24 w 28"/>
                  <a:gd name="T9" fmla="*/ 15 h 24"/>
                  <a:gd name="T10" fmla="*/ 18 w 28"/>
                  <a:gd name="T11" fmla="*/ 13 h 24"/>
                  <a:gd name="T12" fmla="*/ 16 w 28"/>
                  <a:gd name="T13" fmla="*/ 11 h 24"/>
                  <a:gd name="T14" fmla="*/ 14 w 28"/>
                  <a:gd name="T15" fmla="*/ 4 h 24"/>
                  <a:gd name="T16" fmla="*/ 14 w 28"/>
                  <a:gd name="T17" fmla="*/ 4 h 24"/>
                  <a:gd name="T18" fmla="*/ 13 w 28"/>
                  <a:gd name="T19" fmla="*/ 0 h 24"/>
                  <a:gd name="T20" fmla="*/ 11 w 28"/>
                  <a:gd name="T21" fmla="*/ 0 h 24"/>
                  <a:gd name="T22" fmla="*/ 7 w 28"/>
                  <a:gd name="T23" fmla="*/ 0 h 24"/>
                  <a:gd name="T24" fmla="*/ 7 w 28"/>
                  <a:gd name="T25" fmla="*/ 4 h 24"/>
                  <a:gd name="T26" fmla="*/ 5 w 28"/>
                  <a:gd name="T27" fmla="*/ 0 h 24"/>
                  <a:gd name="T28" fmla="*/ 3 w 28"/>
                  <a:gd name="T29" fmla="*/ 2 h 24"/>
                  <a:gd name="T30" fmla="*/ 3 w 28"/>
                  <a:gd name="T31" fmla="*/ 4 h 24"/>
                  <a:gd name="T32" fmla="*/ 0 w 28"/>
                  <a:gd name="T33" fmla="*/ 7 h 24"/>
                  <a:gd name="T34" fmla="*/ 3 w 28"/>
                  <a:gd name="T35" fmla="*/ 9 h 24"/>
                  <a:gd name="T36" fmla="*/ 9 w 28"/>
                  <a:gd name="T37" fmla="*/ 11 h 24"/>
                  <a:gd name="T38" fmla="*/ 9 w 28"/>
                  <a:gd name="T39" fmla="*/ 11 h 24"/>
                  <a:gd name="T40" fmla="*/ 9 w 28"/>
                  <a:gd name="T41" fmla="*/ 13 h 24"/>
                  <a:gd name="T42" fmla="*/ 11 w 28"/>
                  <a:gd name="T43" fmla="*/ 15 h 24"/>
                  <a:gd name="T44" fmla="*/ 11 w 28"/>
                  <a:gd name="T45" fmla="*/ 19 h 24"/>
                  <a:gd name="T46" fmla="*/ 14 w 28"/>
                  <a:gd name="T47" fmla="*/ 20 h 24"/>
                  <a:gd name="T48" fmla="*/ 18 w 28"/>
                  <a:gd name="T49" fmla="*/ 20 h 24"/>
                  <a:gd name="T50" fmla="*/ 18 w 28"/>
                  <a:gd name="T51" fmla="*/ 22 h 24"/>
                  <a:gd name="T52" fmla="*/ 20 w 28"/>
                  <a:gd name="T53" fmla="*/ 24 h 24"/>
                  <a:gd name="T54" fmla="*/ 24 w 28"/>
                  <a:gd name="T55" fmla="*/ 22 h 24"/>
                  <a:gd name="T56" fmla="*/ 22 w 28"/>
                  <a:gd name="T57" fmla="*/ 24 h 24"/>
                  <a:gd name="T58" fmla="*/ 28 w 28"/>
                  <a:gd name="T59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4">
                    <a:moveTo>
                      <a:pt x="28" y="20"/>
                    </a:moveTo>
                    <a:lnTo>
                      <a:pt x="24" y="19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18" y="13"/>
                    </a:lnTo>
                    <a:lnTo>
                      <a:pt x="16" y="11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1" y="15"/>
                    </a:lnTo>
                    <a:lnTo>
                      <a:pt x="11" y="19"/>
                    </a:lnTo>
                    <a:lnTo>
                      <a:pt x="14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2" y="24"/>
                    </a:lnTo>
                    <a:lnTo>
                      <a:pt x="28" y="2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3" name="Freeform 6302">
                <a:extLst>
                  <a:ext uri="{FF2B5EF4-FFF2-40B4-BE49-F238E27FC236}">
                    <a16:creationId xmlns:a16="http://schemas.microsoft.com/office/drawing/2014/main" id="{B4FB6D6C-FFBB-43D7-98D4-97B2FE1F5C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7" y="2825"/>
                <a:ext cx="8" cy="5"/>
              </a:xfrm>
              <a:custGeom>
                <a:avLst/>
                <a:gdLst>
                  <a:gd name="T0" fmla="*/ 8 w 8"/>
                  <a:gd name="T1" fmla="*/ 2 h 5"/>
                  <a:gd name="T2" fmla="*/ 4 w 8"/>
                  <a:gd name="T3" fmla="*/ 0 h 5"/>
                  <a:gd name="T4" fmla="*/ 0 w 8"/>
                  <a:gd name="T5" fmla="*/ 0 h 5"/>
                  <a:gd name="T6" fmla="*/ 0 w 8"/>
                  <a:gd name="T7" fmla="*/ 3 h 5"/>
                  <a:gd name="T8" fmla="*/ 4 w 8"/>
                  <a:gd name="T9" fmla="*/ 5 h 5"/>
                  <a:gd name="T10" fmla="*/ 8 w 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4" name="Freeform 6303">
                <a:extLst>
                  <a:ext uri="{FF2B5EF4-FFF2-40B4-BE49-F238E27FC236}">
                    <a16:creationId xmlns:a16="http://schemas.microsoft.com/office/drawing/2014/main" id="{7782D58D-BD0A-47EE-A170-D6444EE7D4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35" y="2819"/>
                <a:ext cx="5" cy="13"/>
              </a:xfrm>
              <a:custGeom>
                <a:avLst/>
                <a:gdLst>
                  <a:gd name="T0" fmla="*/ 1 w 5"/>
                  <a:gd name="T1" fmla="*/ 8 h 13"/>
                  <a:gd name="T2" fmla="*/ 1 w 5"/>
                  <a:gd name="T3" fmla="*/ 13 h 13"/>
                  <a:gd name="T4" fmla="*/ 5 w 5"/>
                  <a:gd name="T5" fmla="*/ 11 h 13"/>
                  <a:gd name="T6" fmla="*/ 1 w 5"/>
                  <a:gd name="T7" fmla="*/ 8 h 13"/>
                  <a:gd name="T8" fmla="*/ 5 w 5"/>
                  <a:gd name="T9" fmla="*/ 8 h 13"/>
                  <a:gd name="T10" fmla="*/ 3 w 5"/>
                  <a:gd name="T11" fmla="*/ 4 h 13"/>
                  <a:gd name="T12" fmla="*/ 5 w 5"/>
                  <a:gd name="T13" fmla="*/ 2 h 13"/>
                  <a:gd name="T14" fmla="*/ 1 w 5"/>
                  <a:gd name="T15" fmla="*/ 0 h 13"/>
                  <a:gd name="T16" fmla="*/ 1 w 5"/>
                  <a:gd name="T17" fmla="*/ 6 h 13"/>
                  <a:gd name="T18" fmla="*/ 0 w 5"/>
                  <a:gd name="T19" fmla="*/ 8 h 13"/>
                  <a:gd name="T20" fmla="*/ 1 w 5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3">
                    <a:moveTo>
                      <a:pt x="1" y="8"/>
                    </a:moveTo>
                    <a:lnTo>
                      <a:pt x="1" y="13"/>
                    </a:lnTo>
                    <a:lnTo>
                      <a:pt x="5" y="11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5" name="Freeform 6304">
                <a:extLst>
                  <a:ext uri="{FF2B5EF4-FFF2-40B4-BE49-F238E27FC236}">
                    <a16:creationId xmlns:a16="http://schemas.microsoft.com/office/drawing/2014/main" id="{00D98D87-B18E-4BF1-B999-1B70D53AEBD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8" y="2998"/>
                <a:ext cx="28" cy="19"/>
              </a:xfrm>
              <a:custGeom>
                <a:avLst/>
                <a:gdLst>
                  <a:gd name="T0" fmla="*/ 22 w 28"/>
                  <a:gd name="T1" fmla="*/ 6 h 19"/>
                  <a:gd name="T2" fmla="*/ 20 w 28"/>
                  <a:gd name="T3" fmla="*/ 6 h 19"/>
                  <a:gd name="T4" fmla="*/ 20 w 28"/>
                  <a:gd name="T5" fmla="*/ 4 h 19"/>
                  <a:gd name="T6" fmla="*/ 15 w 28"/>
                  <a:gd name="T7" fmla="*/ 2 h 19"/>
                  <a:gd name="T8" fmla="*/ 13 w 28"/>
                  <a:gd name="T9" fmla="*/ 4 h 19"/>
                  <a:gd name="T10" fmla="*/ 11 w 28"/>
                  <a:gd name="T11" fmla="*/ 4 h 19"/>
                  <a:gd name="T12" fmla="*/ 7 w 28"/>
                  <a:gd name="T13" fmla="*/ 0 h 19"/>
                  <a:gd name="T14" fmla="*/ 0 w 28"/>
                  <a:gd name="T15" fmla="*/ 4 h 19"/>
                  <a:gd name="T16" fmla="*/ 0 w 28"/>
                  <a:gd name="T17" fmla="*/ 8 h 19"/>
                  <a:gd name="T18" fmla="*/ 2 w 28"/>
                  <a:gd name="T19" fmla="*/ 9 h 19"/>
                  <a:gd name="T20" fmla="*/ 7 w 28"/>
                  <a:gd name="T21" fmla="*/ 11 h 19"/>
                  <a:gd name="T22" fmla="*/ 9 w 28"/>
                  <a:gd name="T23" fmla="*/ 9 h 19"/>
                  <a:gd name="T24" fmla="*/ 11 w 28"/>
                  <a:gd name="T25" fmla="*/ 13 h 19"/>
                  <a:gd name="T26" fmla="*/ 13 w 28"/>
                  <a:gd name="T27" fmla="*/ 13 h 19"/>
                  <a:gd name="T28" fmla="*/ 15 w 28"/>
                  <a:gd name="T29" fmla="*/ 17 h 19"/>
                  <a:gd name="T30" fmla="*/ 20 w 28"/>
                  <a:gd name="T31" fmla="*/ 19 h 19"/>
                  <a:gd name="T32" fmla="*/ 24 w 28"/>
                  <a:gd name="T33" fmla="*/ 17 h 19"/>
                  <a:gd name="T34" fmla="*/ 28 w 28"/>
                  <a:gd name="T35" fmla="*/ 15 h 19"/>
                  <a:gd name="T36" fmla="*/ 28 w 28"/>
                  <a:gd name="T37" fmla="*/ 13 h 19"/>
                  <a:gd name="T38" fmla="*/ 26 w 28"/>
                  <a:gd name="T39" fmla="*/ 9 h 19"/>
                  <a:gd name="T40" fmla="*/ 22 w 28"/>
                  <a:gd name="T4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19">
                    <a:moveTo>
                      <a:pt x="22" y="6"/>
                    </a:moveTo>
                    <a:lnTo>
                      <a:pt x="20" y="6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5" y="17"/>
                    </a:lnTo>
                    <a:lnTo>
                      <a:pt x="20" y="19"/>
                    </a:lnTo>
                    <a:lnTo>
                      <a:pt x="24" y="17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26" y="9"/>
                    </a:lnTo>
                    <a:lnTo>
                      <a:pt x="2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6" name="Freeform 6305">
                <a:extLst>
                  <a:ext uri="{FF2B5EF4-FFF2-40B4-BE49-F238E27FC236}">
                    <a16:creationId xmlns:a16="http://schemas.microsoft.com/office/drawing/2014/main" id="{2248799B-6881-421E-8935-B053DBD870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5" y="2972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2 w 6"/>
                  <a:gd name="T3" fmla="*/ 0 h 8"/>
                  <a:gd name="T4" fmla="*/ 0 w 6"/>
                  <a:gd name="T5" fmla="*/ 2 h 8"/>
                  <a:gd name="T6" fmla="*/ 0 w 6"/>
                  <a:gd name="T7" fmla="*/ 8 h 8"/>
                  <a:gd name="T8" fmla="*/ 6 w 6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7" name="Freeform 6306">
                <a:extLst>
                  <a:ext uri="{FF2B5EF4-FFF2-40B4-BE49-F238E27FC236}">
                    <a16:creationId xmlns:a16="http://schemas.microsoft.com/office/drawing/2014/main" id="{9B6943BB-7EB0-490A-AFAF-4EC4EFE23E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9" y="2888"/>
                <a:ext cx="13" cy="9"/>
              </a:xfrm>
              <a:custGeom>
                <a:avLst/>
                <a:gdLst>
                  <a:gd name="T0" fmla="*/ 5 w 13"/>
                  <a:gd name="T1" fmla="*/ 9 h 9"/>
                  <a:gd name="T2" fmla="*/ 7 w 13"/>
                  <a:gd name="T3" fmla="*/ 8 h 9"/>
                  <a:gd name="T4" fmla="*/ 13 w 13"/>
                  <a:gd name="T5" fmla="*/ 8 h 9"/>
                  <a:gd name="T6" fmla="*/ 13 w 13"/>
                  <a:gd name="T7" fmla="*/ 6 h 9"/>
                  <a:gd name="T8" fmla="*/ 9 w 13"/>
                  <a:gd name="T9" fmla="*/ 2 h 9"/>
                  <a:gd name="T10" fmla="*/ 5 w 13"/>
                  <a:gd name="T11" fmla="*/ 0 h 9"/>
                  <a:gd name="T12" fmla="*/ 0 w 13"/>
                  <a:gd name="T13" fmla="*/ 6 h 9"/>
                  <a:gd name="T14" fmla="*/ 2 w 13"/>
                  <a:gd name="T15" fmla="*/ 8 h 9"/>
                  <a:gd name="T16" fmla="*/ 5 w 13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5" y="9"/>
                    </a:moveTo>
                    <a:lnTo>
                      <a:pt x="7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8" name="Freeform 6307">
                <a:extLst>
                  <a:ext uri="{FF2B5EF4-FFF2-40B4-BE49-F238E27FC236}">
                    <a16:creationId xmlns:a16="http://schemas.microsoft.com/office/drawing/2014/main" id="{08098C29-8459-4814-8653-A10C9B7398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1" y="2983"/>
                <a:ext cx="21" cy="6"/>
              </a:xfrm>
              <a:custGeom>
                <a:avLst/>
                <a:gdLst>
                  <a:gd name="T0" fmla="*/ 11 w 21"/>
                  <a:gd name="T1" fmla="*/ 6 h 6"/>
                  <a:gd name="T2" fmla="*/ 11 w 21"/>
                  <a:gd name="T3" fmla="*/ 2 h 6"/>
                  <a:gd name="T4" fmla="*/ 11 w 21"/>
                  <a:gd name="T5" fmla="*/ 4 h 6"/>
                  <a:gd name="T6" fmla="*/ 15 w 21"/>
                  <a:gd name="T7" fmla="*/ 6 h 6"/>
                  <a:gd name="T8" fmla="*/ 21 w 21"/>
                  <a:gd name="T9" fmla="*/ 4 h 6"/>
                  <a:gd name="T10" fmla="*/ 21 w 21"/>
                  <a:gd name="T11" fmla="*/ 0 h 6"/>
                  <a:gd name="T12" fmla="*/ 17 w 21"/>
                  <a:gd name="T13" fmla="*/ 0 h 6"/>
                  <a:gd name="T14" fmla="*/ 11 w 21"/>
                  <a:gd name="T15" fmla="*/ 0 h 6"/>
                  <a:gd name="T16" fmla="*/ 11 w 21"/>
                  <a:gd name="T17" fmla="*/ 0 h 6"/>
                  <a:gd name="T18" fmla="*/ 8 w 21"/>
                  <a:gd name="T19" fmla="*/ 2 h 6"/>
                  <a:gd name="T20" fmla="*/ 4 w 21"/>
                  <a:gd name="T21" fmla="*/ 0 h 6"/>
                  <a:gd name="T22" fmla="*/ 0 w 21"/>
                  <a:gd name="T23" fmla="*/ 2 h 6"/>
                  <a:gd name="T24" fmla="*/ 4 w 21"/>
                  <a:gd name="T25" fmla="*/ 4 h 6"/>
                  <a:gd name="T26" fmla="*/ 6 w 21"/>
                  <a:gd name="T27" fmla="*/ 2 h 6"/>
                  <a:gd name="T28" fmla="*/ 11 w 21"/>
                  <a:gd name="T2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1" y="6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9" name="Freeform 6308">
                <a:extLst>
                  <a:ext uri="{FF2B5EF4-FFF2-40B4-BE49-F238E27FC236}">
                    <a16:creationId xmlns:a16="http://schemas.microsoft.com/office/drawing/2014/main" id="{BCB02C34-4884-4BAC-9BB1-FE6F8E7E53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728"/>
                <a:ext cx="7" cy="13"/>
              </a:xfrm>
              <a:custGeom>
                <a:avLst/>
                <a:gdLst>
                  <a:gd name="T0" fmla="*/ 3 w 7"/>
                  <a:gd name="T1" fmla="*/ 9 h 13"/>
                  <a:gd name="T2" fmla="*/ 7 w 7"/>
                  <a:gd name="T3" fmla="*/ 13 h 13"/>
                  <a:gd name="T4" fmla="*/ 7 w 7"/>
                  <a:gd name="T5" fmla="*/ 7 h 13"/>
                  <a:gd name="T6" fmla="*/ 7 w 7"/>
                  <a:gd name="T7" fmla="*/ 4 h 13"/>
                  <a:gd name="T8" fmla="*/ 5 w 7"/>
                  <a:gd name="T9" fmla="*/ 4 h 13"/>
                  <a:gd name="T10" fmla="*/ 7 w 7"/>
                  <a:gd name="T11" fmla="*/ 0 h 13"/>
                  <a:gd name="T12" fmla="*/ 0 w 7"/>
                  <a:gd name="T13" fmla="*/ 4 h 13"/>
                  <a:gd name="T14" fmla="*/ 5 w 7"/>
                  <a:gd name="T15" fmla="*/ 5 h 13"/>
                  <a:gd name="T16" fmla="*/ 3 w 7"/>
                  <a:gd name="T17" fmla="*/ 5 h 13"/>
                  <a:gd name="T18" fmla="*/ 3 w 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9"/>
                    </a:moveTo>
                    <a:lnTo>
                      <a:pt x="7" y="13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0" name="Freeform 6309">
                <a:extLst>
                  <a:ext uri="{FF2B5EF4-FFF2-40B4-BE49-F238E27FC236}">
                    <a16:creationId xmlns:a16="http://schemas.microsoft.com/office/drawing/2014/main" id="{3AEA9087-C6A4-48C6-BE82-32A6DD996AF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318" y="1309"/>
                <a:ext cx="2370" cy="2051"/>
              </a:xfrm>
              <a:custGeom>
                <a:avLst/>
                <a:gdLst>
                  <a:gd name="T0" fmla="*/ 905 w 1273"/>
                  <a:gd name="T1" fmla="*/ 830 h 1100"/>
                  <a:gd name="T2" fmla="*/ 902 w 1273"/>
                  <a:gd name="T3" fmla="*/ 755 h 1100"/>
                  <a:gd name="T4" fmla="*/ 918 w 1273"/>
                  <a:gd name="T5" fmla="*/ 676 h 1100"/>
                  <a:gd name="T6" fmla="*/ 1005 w 1273"/>
                  <a:gd name="T7" fmla="*/ 638 h 1100"/>
                  <a:gd name="T8" fmla="*/ 1006 w 1273"/>
                  <a:gd name="T9" fmla="*/ 530 h 1100"/>
                  <a:gd name="T10" fmla="*/ 1023 w 1273"/>
                  <a:gd name="T11" fmla="*/ 518 h 1100"/>
                  <a:gd name="T12" fmla="*/ 1083 w 1273"/>
                  <a:gd name="T13" fmla="*/ 448 h 1100"/>
                  <a:gd name="T14" fmla="*/ 1049 w 1273"/>
                  <a:gd name="T15" fmla="*/ 325 h 1100"/>
                  <a:gd name="T16" fmla="*/ 1123 w 1273"/>
                  <a:gd name="T17" fmla="*/ 239 h 1100"/>
                  <a:gd name="T18" fmla="*/ 1172 w 1273"/>
                  <a:gd name="T19" fmla="*/ 168 h 1100"/>
                  <a:gd name="T20" fmla="*/ 1205 w 1273"/>
                  <a:gd name="T21" fmla="*/ 341 h 1100"/>
                  <a:gd name="T22" fmla="*/ 1204 w 1273"/>
                  <a:gd name="T23" fmla="*/ 203 h 1100"/>
                  <a:gd name="T24" fmla="*/ 1224 w 1273"/>
                  <a:gd name="T25" fmla="*/ 66 h 1100"/>
                  <a:gd name="T26" fmla="*/ 1231 w 1273"/>
                  <a:gd name="T27" fmla="*/ 37 h 1100"/>
                  <a:gd name="T28" fmla="*/ 1097 w 1273"/>
                  <a:gd name="T29" fmla="*/ 34 h 1100"/>
                  <a:gd name="T30" fmla="*/ 903 w 1273"/>
                  <a:gd name="T31" fmla="*/ 46 h 1100"/>
                  <a:gd name="T32" fmla="*/ 829 w 1273"/>
                  <a:gd name="T33" fmla="*/ 49 h 1100"/>
                  <a:gd name="T34" fmla="*/ 722 w 1273"/>
                  <a:gd name="T35" fmla="*/ 82 h 1100"/>
                  <a:gd name="T36" fmla="*/ 661 w 1273"/>
                  <a:gd name="T37" fmla="*/ 7 h 1100"/>
                  <a:gd name="T38" fmla="*/ 595 w 1273"/>
                  <a:gd name="T39" fmla="*/ 69 h 1100"/>
                  <a:gd name="T40" fmla="*/ 582 w 1273"/>
                  <a:gd name="T41" fmla="*/ 139 h 1100"/>
                  <a:gd name="T42" fmla="*/ 584 w 1273"/>
                  <a:gd name="T43" fmla="*/ 200 h 1100"/>
                  <a:gd name="T44" fmla="*/ 506 w 1273"/>
                  <a:gd name="T45" fmla="*/ 166 h 1100"/>
                  <a:gd name="T46" fmla="*/ 475 w 1273"/>
                  <a:gd name="T47" fmla="*/ 205 h 1100"/>
                  <a:gd name="T48" fmla="*/ 391 w 1273"/>
                  <a:gd name="T49" fmla="*/ 239 h 1100"/>
                  <a:gd name="T50" fmla="*/ 349 w 1273"/>
                  <a:gd name="T51" fmla="*/ 254 h 1100"/>
                  <a:gd name="T52" fmla="*/ 288 w 1273"/>
                  <a:gd name="T53" fmla="*/ 196 h 1100"/>
                  <a:gd name="T54" fmla="*/ 242 w 1273"/>
                  <a:gd name="T55" fmla="*/ 207 h 1100"/>
                  <a:gd name="T56" fmla="*/ 211 w 1273"/>
                  <a:gd name="T57" fmla="*/ 241 h 1100"/>
                  <a:gd name="T58" fmla="*/ 165 w 1273"/>
                  <a:gd name="T59" fmla="*/ 308 h 1100"/>
                  <a:gd name="T60" fmla="*/ 210 w 1273"/>
                  <a:gd name="T61" fmla="*/ 382 h 1100"/>
                  <a:gd name="T62" fmla="*/ 171 w 1273"/>
                  <a:gd name="T63" fmla="*/ 404 h 1100"/>
                  <a:gd name="T64" fmla="*/ 116 w 1273"/>
                  <a:gd name="T65" fmla="*/ 496 h 1100"/>
                  <a:gd name="T66" fmla="*/ 150 w 1273"/>
                  <a:gd name="T67" fmla="*/ 506 h 1100"/>
                  <a:gd name="T68" fmla="*/ 252 w 1273"/>
                  <a:gd name="T69" fmla="*/ 525 h 1100"/>
                  <a:gd name="T70" fmla="*/ 273 w 1273"/>
                  <a:gd name="T71" fmla="*/ 545 h 1100"/>
                  <a:gd name="T72" fmla="*/ 287 w 1273"/>
                  <a:gd name="T73" fmla="*/ 526 h 1100"/>
                  <a:gd name="T74" fmla="*/ 324 w 1273"/>
                  <a:gd name="T75" fmla="*/ 556 h 1100"/>
                  <a:gd name="T76" fmla="*/ 270 w 1273"/>
                  <a:gd name="T77" fmla="*/ 606 h 1100"/>
                  <a:gd name="T78" fmla="*/ 95 w 1273"/>
                  <a:gd name="T79" fmla="*/ 568 h 1100"/>
                  <a:gd name="T80" fmla="*/ 21 w 1273"/>
                  <a:gd name="T81" fmla="*/ 758 h 1100"/>
                  <a:gd name="T82" fmla="*/ 196 w 1273"/>
                  <a:gd name="T83" fmla="*/ 848 h 1100"/>
                  <a:gd name="T84" fmla="*/ 271 w 1273"/>
                  <a:gd name="T85" fmla="*/ 1098 h 1100"/>
                  <a:gd name="T86" fmla="*/ 404 w 1273"/>
                  <a:gd name="T87" fmla="*/ 966 h 1100"/>
                  <a:gd name="T88" fmla="*/ 509 w 1273"/>
                  <a:gd name="T89" fmla="*/ 763 h 1100"/>
                  <a:gd name="T90" fmla="*/ 401 w 1273"/>
                  <a:gd name="T91" fmla="*/ 674 h 1100"/>
                  <a:gd name="T92" fmla="*/ 444 w 1273"/>
                  <a:gd name="T93" fmla="*/ 719 h 1100"/>
                  <a:gd name="T94" fmla="*/ 541 w 1273"/>
                  <a:gd name="T95" fmla="*/ 641 h 1100"/>
                  <a:gd name="T96" fmla="*/ 517 w 1273"/>
                  <a:gd name="T97" fmla="*/ 632 h 1100"/>
                  <a:gd name="T98" fmla="*/ 665 w 1273"/>
                  <a:gd name="T99" fmla="*/ 673 h 1100"/>
                  <a:gd name="T100" fmla="*/ 782 w 1273"/>
                  <a:gd name="T101" fmla="*/ 673 h 1100"/>
                  <a:gd name="T102" fmla="*/ 1244 w 1273"/>
                  <a:gd name="T103" fmla="*/ 124 h 1100"/>
                  <a:gd name="T104" fmla="*/ 905 w 1273"/>
                  <a:gd name="T105" fmla="*/ 67 h 1100"/>
                  <a:gd name="T106" fmla="*/ 163 w 1273"/>
                  <a:gd name="T107" fmla="*/ 322 h 1100"/>
                  <a:gd name="T108" fmla="*/ 235 w 1273"/>
                  <a:gd name="T109" fmla="*/ 205 h 1100"/>
                  <a:gd name="T110" fmla="*/ 288 w 1273"/>
                  <a:gd name="T111" fmla="*/ 544 h 1100"/>
                  <a:gd name="T112" fmla="*/ 258 w 1273"/>
                  <a:gd name="T113" fmla="*/ 391 h 1100"/>
                  <a:gd name="T114" fmla="*/ 235 w 1273"/>
                  <a:gd name="T115" fmla="*/ 375 h 1100"/>
                  <a:gd name="T116" fmla="*/ 273 w 1273"/>
                  <a:gd name="T117" fmla="*/ 264 h 1100"/>
                  <a:gd name="T118" fmla="*/ 306 w 1273"/>
                  <a:gd name="T119" fmla="*/ 325 h 1100"/>
                  <a:gd name="T120" fmla="*/ 333 w 1273"/>
                  <a:gd name="T121" fmla="*/ 520 h 1100"/>
                  <a:gd name="T122" fmla="*/ 357 w 1273"/>
                  <a:gd name="T123" fmla="*/ 484 h 1100"/>
                  <a:gd name="T124" fmla="*/ 605 w 1273"/>
                  <a:gd name="T125" fmla="*/ 163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73" h="1100">
                    <a:moveTo>
                      <a:pt x="841" y="713"/>
                    </a:moveTo>
                    <a:cubicBezTo>
                      <a:pt x="841" y="713"/>
                      <a:pt x="841" y="713"/>
                      <a:pt x="841" y="713"/>
                    </a:cubicBezTo>
                    <a:cubicBezTo>
                      <a:pt x="843" y="713"/>
                      <a:pt x="843" y="713"/>
                      <a:pt x="843" y="713"/>
                    </a:cubicBezTo>
                    <a:cubicBezTo>
                      <a:pt x="846" y="712"/>
                      <a:pt x="846" y="712"/>
                      <a:pt x="846" y="712"/>
                    </a:cubicBezTo>
                    <a:cubicBezTo>
                      <a:pt x="845" y="712"/>
                      <a:pt x="845" y="712"/>
                      <a:pt x="845" y="712"/>
                    </a:cubicBezTo>
                    <a:cubicBezTo>
                      <a:pt x="848" y="710"/>
                      <a:pt x="848" y="710"/>
                      <a:pt x="848" y="710"/>
                    </a:cubicBezTo>
                    <a:cubicBezTo>
                      <a:pt x="847" y="709"/>
                      <a:pt x="847" y="709"/>
                      <a:pt x="847" y="709"/>
                    </a:cubicBezTo>
                    <a:cubicBezTo>
                      <a:pt x="848" y="708"/>
                      <a:pt x="848" y="708"/>
                      <a:pt x="848" y="708"/>
                    </a:cubicBezTo>
                    <a:cubicBezTo>
                      <a:pt x="848" y="707"/>
                      <a:pt x="848" y="707"/>
                      <a:pt x="848" y="707"/>
                    </a:cubicBezTo>
                    <a:cubicBezTo>
                      <a:pt x="850" y="709"/>
                      <a:pt x="850" y="709"/>
                      <a:pt x="850" y="709"/>
                    </a:cubicBezTo>
                    <a:cubicBezTo>
                      <a:pt x="850" y="710"/>
                      <a:pt x="850" y="710"/>
                      <a:pt x="850" y="710"/>
                    </a:cubicBezTo>
                    <a:cubicBezTo>
                      <a:pt x="851" y="712"/>
                      <a:pt x="851" y="712"/>
                      <a:pt x="851" y="712"/>
                    </a:cubicBezTo>
                    <a:cubicBezTo>
                      <a:pt x="852" y="712"/>
                      <a:pt x="852" y="712"/>
                      <a:pt x="852" y="712"/>
                    </a:cubicBezTo>
                    <a:cubicBezTo>
                      <a:pt x="853" y="712"/>
                      <a:pt x="853" y="712"/>
                      <a:pt x="853" y="712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3" y="714"/>
                      <a:pt x="853" y="714"/>
                      <a:pt x="853" y="714"/>
                    </a:cubicBezTo>
                    <a:cubicBezTo>
                      <a:pt x="854" y="716"/>
                      <a:pt x="854" y="716"/>
                      <a:pt x="854" y="716"/>
                    </a:cubicBezTo>
                    <a:cubicBezTo>
                      <a:pt x="854" y="717"/>
                      <a:pt x="854" y="717"/>
                      <a:pt x="854" y="717"/>
                    </a:cubicBezTo>
                    <a:cubicBezTo>
                      <a:pt x="855" y="722"/>
                      <a:pt x="855" y="722"/>
                      <a:pt x="855" y="722"/>
                    </a:cubicBezTo>
                    <a:cubicBezTo>
                      <a:pt x="856" y="722"/>
                      <a:pt x="856" y="722"/>
                      <a:pt x="856" y="722"/>
                    </a:cubicBezTo>
                    <a:cubicBezTo>
                      <a:pt x="856" y="725"/>
                      <a:pt x="856" y="725"/>
                      <a:pt x="856" y="725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8"/>
                      <a:pt x="857" y="728"/>
                      <a:pt x="857" y="728"/>
                    </a:cubicBezTo>
                    <a:cubicBezTo>
                      <a:pt x="858" y="729"/>
                      <a:pt x="858" y="729"/>
                      <a:pt x="858" y="729"/>
                    </a:cubicBezTo>
                    <a:cubicBezTo>
                      <a:pt x="858" y="732"/>
                      <a:pt x="858" y="732"/>
                      <a:pt x="858" y="732"/>
                    </a:cubicBezTo>
                    <a:cubicBezTo>
                      <a:pt x="859" y="733"/>
                      <a:pt x="859" y="733"/>
                      <a:pt x="859" y="733"/>
                    </a:cubicBezTo>
                    <a:cubicBezTo>
                      <a:pt x="858" y="736"/>
                      <a:pt x="858" y="736"/>
                      <a:pt x="858" y="736"/>
                    </a:cubicBezTo>
                    <a:cubicBezTo>
                      <a:pt x="860" y="735"/>
                      <a:pt x="860" y="735"/>
                      <a:pt x="860" y="735"/>
                    </a:cubicBezTo>
                    <a:cubicBezTo>
                      <a:pt x="860" y="734"/>
                      <a:pt x="860" y="734"/>
                      <a:pt x="860" y="734"/>
                    </a:cubicBezTo>
                    <a:cubicBezTo>
                      <a:pt x="861" y="735"/>
                      <a:pt x="861" y="735"/>
                      <a:pt x="861" y="735"/>
                    </a:cubicBezTo>
                    <a:cubicBezTo>
                      <a:pt x="862" y="736"/>
                      <a:pt x="862" y="736"/>
                      <a:pt x="862" y="736"/>
                    </a:cubicBezTo>
                    <a:cubicBezTo>
                      <a:pt x="862" y="741"/>
                      <a:pt x="862" y="741"/>
                      <a:pt x="862" y="741"/>
                    </a:cubicBezTo>
                    <a:cubicBezTo>
                      <a:pt x="863" y="741"/>
                      <a:pt x="863" y="741"/>
                      <a:pt x="863" y="741"/>
                    </a:cubicBezTo>
                    <a:cubicBezTo>
                      <a:pt x="863" y="742"/>
                      <a:pt x="863" y="742"/>
                      <a:pt x="863" y="742"/>
                    </a:cubicBezTo>
                    <a:cubicBezTo>
                      <a:pt x="863" y="743"/>
                      <a:pt x="863" y="743"/>
                      <a:pt x="863" y="743"/>
                    </a:cubicBezTo>
                    <a:cubicBezTo>
                      <a:pt x="863" y="745"/>
                      <a:pt x="863" y="745"/>
                      <a:pt x="863" y="745"/>
                    </a:cubicBezTo>
                    <a:cubicBezTo>
                      <a:pt x="864" y="746"/>
                      <a:pt x="864" y="746"/>
                      <a:pt x="864" y="746"/>
                    </a:cubicBezTo>
                    <a:cubicBezTo>
                      <a:pt x="864" y="747"/>
                      <a:pt x="864" y="747"/>
                      <a:pt x="864" y="747"/>
                    </a:cubicBezTo>
                    <a:cubicBezTo>
                      <a:pt x="864" y="748"/>
                      <a:pt x="864" y="748"/>
                      <a:pt x="864" y="748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1"/>
                      <a:pt x="864" y="751"/>
                      <a:pt x="864" y="751"/>
                    </a:cubicBezTo>
                    <a:cubicBezTo>
                      <a:pt x="863" y="753"/>
                      <a:pt x="863" y="753"/>
                      <a:pt x="863" y="753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2" y="755"/>
                      <a:pt x="862" y="755"/>
                      <a:pt x="862" y="755"/>
                    </a:cubicBezTo>
                    <a:cubicBezTo>
                      <a:pt x="862" y="757"/>
                      <a:pt x="862" y="757"/>
                      <a:pt x="862" y="757"/>
                    </a:cubicBezTo>
                    <a:cubicBezTo>
                      <a:pt x="862" y="758"/>
                      <a:pt x="862" y="758"/>
                      <a:pt x="862" y="758"/>
                    </a:cubicBezTo>
                    <a:cubicBezTo>
                      <a:pt x="862" y="760"/>
                      <a:pt x="862" y="760"/>
                      <a:pt x="862" y="760"/>
                    </a:cubicBez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4"/>
                      <a:pt x="863" y="764"/>
                      <a:pt x="863" y="764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8"/>
                      <a:pt x="862" y="768"/>
                      <a:pt x="862" y="768"/>
                    </a:cubicBezTo>
                    <a:cubicBezTo>
                      <a:pt x="861" y="769"/>
                      <a:pt x="861" y="769"/>
                      <a:pt x="861" y="769"/>
                    </a:cubicBezTo>
                    <a:cubicBezTo>
                      <a:pt x="862" y="771"/>
                      <a:pt x="862" y="771"/>
                      <a:pt x="862" y="771"/>
                    </a:cubicBezTo>
                    <a:cubicBezTo>
                      <a:pt x="861" y="772"/>
                      <a:pt x="861" y="772"/>
                      <a:pt x="861" y="772"/>
                    </a:cubicBezTo>
                    <a:cubicBezTo>
                      <a:pt x="862" y="774"/>
                      <a:pt x="862" y="774"/>
                      <a:pt x="862" y="774"/>
                    </a:cubicBezTo>
                    <a:cubicBezTo>
                      <a:pt x="862" y="775"/>
                      <a:pt x="862" y="775"/>
                      <a:pt x="862" y="775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81"/>
                      <a:pt x="862" y="781"/>
                      <a:pt x="862" y="781"/>
                    </a:cubicBezTo>
                    <a:cubicBezTo>
                      <a:pt x="864" y="778"/>
                      <a:pt x="864" y="778"/>
                      <a:pt x="864" y="778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4"/>
                      <a:pt x="864" y="774"/>
                      <a:pt x="864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5"/>
                      <a:pt x="865" y="775"/>
                      <a:pt x="865" y="775"/>
                    </a:cubicBezTo>
                    <a:cubicBezTo>
                      <a:pt x="865" y="776"/>
                      <a:pt x="865" y="776"/>
                      <a:pt x="865" y="776"/>
                    </a:cubicBezTo>
                    <a:cubicBezTo>
                      <a:pt x="867" y="776"/>
                      <a:pt x="867" y="776"/>
                      <a:pt x="867" y="776"/>
                    </a:cubicBezTo>
                    <a:cubicBezTo>
                      <a:pt x="868" y="779"/>
                      <a:pt x="868" y="779"/>
                      <a:pt x="868" y="779"/>
                    </a:cubicBezTo>
                    <a:cubicBezTo>
                      <a:pt x="867" y="779"/>
                      <a:pt x="867" y="779"/>
                      <a:pt x="867" y="779"/>
                    </a:cubicBezTo>
                    <a:cubicBezTo>
                      <a:pt x="868" y="784"/>
                      <a:pt x="868" y="784"/>
                      <a:pt x="868" y="784"/>
                    </a:cubicBezTo>
                    <a:cubicBezTo>
                      <a:pt x="869" y="780"/>
                      <a:pt x="869" y="780"/>
                      <a:pt x="869" y="780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70" y="781"/>
                      <a:pt x="870" y="781"/>
                      <a:pt x="870" y="781"/>
                    </a:cubicBezTo>
                    <a:cubicBezTo>
                      <a:pt x="870" y="782"/>
                      <a:pt x="870" y="782"/>
                      <a:pt x="870" y="782"/>
                    </a:cubicBezTo>
                    <a:cubicBezTo>
                      <a:pt x="872" y="782"/>
                      <a:pt x="872" y="782"/>
                      <a:pt x="872" y="782"/>
                    </a:cubicBezTo>
                    <a:cubicBezTo>
                      <a:pt x="872" y="784"/>
                      <a:pt x="872" y="784"/>
                      <a:pt x="872" y="784"/>
                    </a:cubicBezTo>
                    <a:cubicBezTo>
                      <a:pt x="873" y="784"/>
                      <a:pt x="873" y="784"/>
                      <a:pt x="873" y="784"/>
                    </a:cubicBezTo>
                    <a:cubicBezTo>
                      <a:pt x="872" y="785"/>
                      <a:pt x="872" y="785"/>
                      <a:pt x="872" y="785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2" y="786"/>
                      <a:pt x="872" y="786"/>
                      <a:pt x="872" y="786"/>
                    </a:cubicBezTo>
                    <a:cubicBezTo>
                      <a:pt x="873" y="788"/>
                      <a:pt x="873" y="788"/>
                      <a:pt x="873" y="788"/>
                    </a:cubicBezTo>
                    <a:cubicBezTo>
                      <a:pt x="874" y="788"/>
                      <a:pt x="874" y="788"/>
                      <a:pt x="874" y="788"/>
                    </a:cubicBezTo>
                    <a:cubicBezTo>
                      <a:pt x="874" y="787"/>
                      <a:pt x="874" y="787"/>
                      <a:pt x="874" y="787"/>
                    </a:cubicBezTo>
                    <a:cubicBezTo>
                      <a:pt x="876" y="788"/>
                      <a:pt x="876" y="788"/>
                      <a:pt x="876" y="788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7" y="789"/>
                      <a:pt x="877" y="789"/>
                      <a:pt x="877" y="789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8" y="791"/>
                      <a:pt x="878" y="791"/>
                      <a:pt x="878" y="791"/>
                    </a:cubicBezTo>
                    <a:cubicBezTo>
                      <a:pt x="878" y="796"/>
                      <a:pt x="878" y="796"/>
                      <a:pt x="878" y="796"/>
                    </a:cubicBezTo>
                    <a:cubicBezTo>
                      <a:pt x="878" y="794"/>
                      <a:pt x="878" y="794"/>
                      <a:pt x="878" y="794"/>
                    </a:cubicBezTo>
                    <a:cubicBezTo>
                      <a:pt x="876" y="794"/>
                      <a:pt x="876" y="794"/>
                      <a:pt x="876" y="794"/>
                    </a:cubicBezTo>
                    <a:cubicBezTo>
                      <a:pt x="876" y="796"/>
                      <a:pt x="876" y="796"/>
                      <a:pt x="876" y="796"/>
                    </a:cubicBezTo>
                    <a:cubicBezTo>
                      <a:pt x="878" y="798"/>
                      <a:pt x="878" y="798"/>
                      <a:pt x="878" y="798"/>
                    </a:cubicBezTo>
                    <a:cubicBezTo>
                      <a:pt x="879" y="797"/>
                      <a:pt x="879" y="797"/>
                      <a:pt x="879" y="797"/>
                    </a:cubicBezTo>
                    <a:cubicBezTo>
                      <a:pt x="880" y="799"/>
                      <a:pt x="880" y="799"/>
                      <a:pt x="880" y="799"/>
                    </a:cubicBezTo>
                    <a:cubicBezTo>
                      <a:pt x="880" y="801"/>
                      <a:pt x="880" y="801"/>
                      <a:pt x="880" y="801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5"/>
                      <a:pt x="880" y="805"/>
                      <a:pt x="880" y="805"/>
                    </a:cubicBezTo>
                    <a:cubicBezTo>
                      <a:pt x="881" y="806"/>
                      <a:pt x="881" y="806"/>
                      <a:pt x="881" y="806"/>
                    </a:cubicBezTo>
                    <a:cubicBezTo>
                      <a:pt x="880" y="807"/>
                      <a:pt x="880" y="807"/>
                      <a:pt x="880" y="807"/>
                    </a:cubicBezTo>
                    <a:cubicBezTo>
                      <a:pt x="882" y="808"/>
                      <a:pt x="882" y="808"/>
                      <a:pt x="882" y="808"/>
                    </a:cubicBezTo>
                    <a:cubicBezTo>
                      <a:pt x="884" y="810"/>
                      <a:pt x="884" y="810"/>
                      <a:pt x="884" y="810"/>
                    </a:cubicBezTo>
                    <a:cubicBezTo>
                      <a:pt x="885" y="812"/>
                      <a:pt x="885" y="812"/>
                      <a:pt x="885" y="812"/>
                    </a:cubicBezTo>
                    <a:cubicBezTo>
                      <a:pt x="886" y="812"/>
                      <a:pt x="886" y="812"/>
                      <a:pt x="886" y="812"/>
                    </a:cubicBezTo>
                    <a:cubicBezTo>
                      <a:pt x="887" y="813"/>
                      <a:pt x="887" y="813"/>
                      <a:pt x="887" y="813"/>
                    </a:cubicBezTo>
                    <a:cubicBezTo>
                      <a:pt x="886" y="814"/>
                      <a:pt x="886" y="814"/>
                      <a:pt x="886" y="814"/>
                    </a:cubicBezTo>
                    <a:cubicBezTo>
                      <a:pt x="886" y="816"/>
                      <a:pt x="886" y="816"/>
                      <a:pt x="886" y="816"/>
                    </a:cubicBezTo>
                    <a:cubicBezTo>
                      <a:pt x="887" y="817"/>
                      <a:pt x="887" y="817"/>
                      <a:pt x="887" y="817"/>
                    </a:cubicBezTo>
                    <a:cubicBezTo>
                      <a:pt x="890" y="818"/>
                      <a:pt x="890" y="818"/>
                      <a:pt x="890" y="818"/>
                    </a:cubicBezTo>
                    <a:cubicBezTo>
                      <a:pt x="892" y="819"/>
                      <a:pt x="892" y="819"/>
                      <a:pt x="892" y="819"/>
                    </a:cubicBezTo>
                    <a:cubicBezTo>
                      <a:pt x="891" y="820"/>
                      <a:pt x="891" y="820"/>
                      <a:pt x="891" y="820"/>
                    </a:cubicBezTo>
                    <a:cubicBezTo>
                      <a:pt x="894" y="823"/>
                      <a:pt x="894" y="823"/>
                      <a:pt x="894" y="823"/>
                    </a:cubicBezTo>
                    <a:cubicBezTo>
                      <a:pt x="895" y="823"/>
                      <a:pt x="895" y="823"/>
                      <a:pt x="895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7" y="824"/>
                      <a:pt x="897" y="824"/>
                      <a:pt x="897" y="824"/>
                    </a:cubicBezTo>
                    <a:cubicBezTo>
                      <a:pt x="900" y="825"/>
                      <a:pt x="900" y="825"/>
                      <a:pt x="900" y="825"/>
                    </a:cubicBezTo>
                    <a:cubicBezTo>
                      <a:pt x="902" y="826"/>
                      <a:pt x="902" y="826"/>
                      <a:pt x="902" y="826"/>
                    </a:cubicBezTo>
                    <a:cubicBezTo>
                      <a:pt x="903" y="827"/>
                      <a:pt x="903" y="827"/>
                      <a:pt x="903" y="827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6" y="828"/>
                      <a:pt x="906" y="828"/>
                      <a:pt x="906" y="828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5" y="830"/>
                      <a:pt x="905" y="830"/>
                      <a:pt x="905" y="830"/>
                    </a:cubicBezTo>
                    <a:cubicBezTo>
                      <a:pt x="908" y="831"/>
                      <a:pt x="908" y="831"/>
                      <a:pt x="908" y="831"/>
                    </a:cubicBezTo>
                    <a:cubicBezTo>
                      <a:pt x="909" y="830"/>
                      <a:pt x="909" y="830"/>
                      <a:pt x="909" y="830"/>
                    </a:cubicBezTo>
                    <a:cubicBezTo>
                      <a:pt x="910" y="831"/>
                      <a:pt x="910" y="831"/>
                      <a:pt x="910" y="831"/>
                    </a:cubicBezTo>
                    <a:cubicBezTo>
                      <a:pt x="911" y="833"/>
                      <a:pt x="911" y="833"/>
                      <a:pt x="911" y="833"/>
                    </a:cubicBezTo>
                    <a:cubicBezTo>
                      <a:pt x="913" y="832"/>
                      <a:pt x="913" y="832"/>
                      <a:pt x="913" y="832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4" y="827"/>
                      <a:pt x="914" y="827"/>
                      <a:pt x="914" y="827"/>
                    </a:cubicBezTo>
                    <a:cubicBezTo>
                      <a:pt x="912" y="827"/>
                      <a:pt x="912" y="827"/>
                      <a:pt x="912" y="827"/>
                    </a:cubicBezTo>
                    <a:cubicBezTo>
                      <a:pt x="911" y="828"/>
                      <a:pt x="911" y="828"/>
                      <a:pt x="911" y="828"/>
                    </a:cubicBezTo>
                    <a:cubicBezTo>
                      <a:pt x="910" y="828"/>
                      <a:pt x="910" y="828"/>
                      <a:pt x="910" y="828"/>
                    </a:cubicBezTo>
                    <a:cubicBezTo>
                      <a:pt x="909" y="829"/>
                      <a:pt x="909" y="829"/>
                      <a:pt x="909" y="829"/>
                    </a:cubicBezTo>
                    <a:cubicBezTo>
                      <a:pt x="909" y="827"/>
                      <a:pt x="909" y="827"/>
                      <a:pt x="909" y="827"/>
                    </a:cubicBezTo>
                    <a:cubicBezTo>
                      <a:pt x="910" y="827"/>
                      <a:pt x="910" y="827"/>
                      <a:pt x="910" y="827"/>
                    </a:cubicBezTo>
                    <a:cubicBezTo>
                      <a:pt x="910" y="825"/>
                      <a:pt x="910" y="825"/>
                      <a:pt x="910" y="825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18"/>
                      <a:pt x="907" y="818"/>
                      <a:pt x="907" y="818"/>
                    </a:cubicBezTo>
                    <a:cubicBezTo>
                      <a:pt x="907" y="817"/>
                      <a:pt x="907" y="817"/>
                      <a:pt x="907" y="817"/>
                    </a:cubicBezTo>
                    <a:cubicBezTo>
                      <a:pt x="906" y="816"/>
                      <a:pt x="906" y="816"/>
                      <a:pt x="906" y="816"/>
                    </a:cubicBezTo>
                    <a:cubicBezTo>
                      <a:pt x="905" y="816"/>
                      <a:pt x="905" y="816"/>
                      <a:pt x="905" y="816"/>
                    </a:cubicBezTo>
                    <a:cubicBezTo>
                      <a:pt x="903" y="815"/>
                      <a:pt x="903" y="815"/>
                      <a:pt x="903" y="815"/>
                    </a:cubicBezTo>
                    <a:cubicBezTo>
                      <a:pt x="903" y="813"/>
                      <a:pt x="903" y="813"/>
                      <a:pt x="903" y="813"/>
                    </a:cubicBezTo>
                    <a:cubicBezTo>
                      <a:pt x="903" y="810"/>
                      <a:pt x="903" y="810"/>
                      <a:pt x="903" y="810"/>
                    </a:cubicBezTo>
                    <a:cubicBezTo>
                      <a:pt x="902" y="809"/>
                      <a:pt x="902" y="809"/>
                      <a:pt x="902" y="809"/>
                    </a:cubicBezTo>
                    <a:cubicBezTo>
                      <a:pt x="902" y="808"/>
                      <a:pt x="902" y="808"/>
                      <a:pt x="902" y="808"/>
                    </a:cubicBezTo>
                    <a:cubicBezTo>
                      <a:pt x="902" y="807"/>
                      <a:pt x="902" y="807"/>
                      <a:pt x="902" y="807"/>
                    </a:cubicBezTo>
                    <a:cubicBezTo>
                      <a:pt x="902" y="804"/>
                      <a:pt x="902" y="804"/>
                      <a:pt x="902" y="804"/>
                    </a:cubicBezTo>
                    <a:cubicBezTo>
                      <a:pt x="903" y="803"/>
                      <a:pt x="903" y="803"/>
                      <a:pt x="903" y="803"/>
                    </a:cubicBezTo>
                    <a:cubicBezTo>
                      <a:pt x="902" y="800"/>
                      <a:pt x="902" y="800"/>
                      <a:pt x="902" y="800"/>
                    </a:cubicBezTo>
                    <a:cubicBezTo>
                      <a:pt x="900" y="797"/>
                      <a:pt x="900" y="797"/>
                      <a:pt x="900" y="797"/>
                    </a:cubicBezTo>
                    <a:cubicBezTo>
                      <a:pt x="895" y="791"/>
                      <a:pt x="895" y="791"/>
                      <a:pt x="895" y="791"/>
                    </a:cubicBezTo>
                    <a:cubicBezTo>
                      <a:pt x="894" y="789"/>
                      <a:pt x="894" y="789"/>
                      <a:pt x="894" y="789"/>
                    </a:cubicBezTo>
                    <a:cubicBezTo>
                      <a:pt x="892" y="789"/>
                      <a:pt x="892" y="789"/>
                      <a:pt x="892" y="789"/>
                    </a:cubicBezTo>
                    <a:cubicBezTo>
                      <a:pt x="892" y="790"/>
                      <a:pt x="892" y="790"/>
                      <a:pt x="892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0" y="789"/>
                      <a:pt x="890" y="789"/>
                      <a:pt x="890" y="789"/>
                    </a:cubicBezTo>
                    <a:cubicBezTo>
                      <a:pt x="889" y="788"/>
                      <a:pt x="889" y="788"/>
                      <a:pt x="889" y="788"/>
                    </a:cubicBezTo>
                    <a:cubicBezTo>
                      <a:pt x="888" y="786"/>
                      <a:pt x="888" y="786"/>
                      <a:pt x="888" y="786"/>
                    </a:cubicBezTo>
                    <a:cubicBezTo>
                      <a:pt x="886" y="785"/>
                      <a:pt x="886" y="785"/>
                      <a:pt x="886" y="785"/>
                    </a:cubicBezTo>
                    <a:cubicBezTo>
                      <a:pt x="885" y="785"/>
                      <a:pt x="885" y="785"/>
                      <a:pt x="885" y="785"/>
                    </a:cubicBezTo>
                    <a:cubicBezTo>
                      <a:pt x="884" y="785"/>
                      <a:pt x="884" y="785"/>
                      <a:pt x="884" y="785"/>
                    </a:cubicBezTo>
                    <a:cubicBezTo>
                      <a:pt x="882" y="783"/>
                      <a:pt x="882" y="783"/>
                      <a:pt x="882" y="783"/>
                    </a:cubicBezTo>
                    <a:cubicBezTo>
                      <a:pt x="881" y="782"/>
                      <a:pt x="881" y="782"/>
                      <a:pt x="881" y="782"/>
                    </a:cubicBezTo>
                    <a:cubicBezTo>
                      <a:pt x="881" y="781"/>
                      <a:pt x="881" y="781"/>
                      <a:pt x="881" y="781"/>
                    </a:cubicBezTo>
                    <a:cubicBezTo>
                      <a:pt x="879" y="780"/>
                      <a:pt x="879" y="780"/>
                      <a:pt x="879" y="780"/>
                    </a:cubicBezTo>
                    <a:cubicBezTo>
                      <a:pt x="880" y="779"/>
                      <a:pt x="880" y="779"/>
                      <a:pt x="880" y="779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4"/>
                      <a:pt x="879" y="774"/>
                      <a:pt x="879" y="774"/>
                    </a:cubicBezTo>
                    <a:cubicBezTo>
                      <a:pt x="878" y="773"/>
                      <a:pt x="878" y="773"/>
                      <a:pt x="878" y="773"/>
                    </a:cubicBezTo>
                    <a:cubicBezTo>
                      <a:pt x="877" y="769"/>
                      <a:pt x="877" y="769"/>
                      <a:pt x="877" y="769"/>
                    </a:cubicBezTo>
                    <a:cubicBezTo>
                      <a:pt x="876" y="772"/>
                      <a:pt x="876" y="772"/>
                      <a:pt x="876" y="772"/>
                    </a:cubicBezTo>
                    <a:cubicBezTo>
                      <a:pt x="876" y="771"/>
                      <a:pt x="876" y="771"/>
                      <a:pt x="876" y="771"/>
                    </a:cubicBezTo>
                    <a:cubicBezTo>
                      <a:pt x="875" y="771"/>
                      <a:pt x="875" y="771"/>
                      <a:pt x="875" y="771"/>
                    </a:cubicBezTo>
                    <a:cubicBezTo>
                      <a:pt x="875" y="770"/>
                      <a:pt x="875" y="770"/>
                      <a:pt x="875" y="770"/>
                    </a:cubicBezTo>
                    <a:cubicBezTo>
                      <a:pt x="875" y="769"/>
                      <a:pt x="875" y="769"/>
                      <a:pt x="875" y="769"/>
                    </a:cubicBezTo>
                    <a:cubicBezTo>
                      <a:pt x="874" y="767"/>
                      <a:pt x="874" y="767"/>
                      <a:pt x="874" y="767"/>
                    </a:cubicBezTo>
                    <a:cubicBezTo>
                      <a:pt x="873" y="766"/>
                      <a:pt x="873" y="766"/>
                      <a:pt x="873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1" y="767"/>
                      <a:pt x="871" y="767"/>
                      <a:pt x="871" y="767"/>
                    </a:cubicBezTo>
                    <a:cubicBezTo>
                      <a:pt x="871" y="766"/>
                      <a:pt x="871" y="766"/>
                      <a:pt x="871" y="766"/>
                    </a:cubicBezTo>
                    <a:cubicBezTo>
                      <a:pt x="869" y="764"/>
                      <a:pt x="869" y="764"/>
                      <a:pt x="869" y="764"/>
                    </a:cubicBezTo>
                    <a:cubicBezTo>
                      <a:pt x="869" y="763"/>
                      <a:pt x="869" y="763"/>
                      <a:pt x="869" y="763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70" y="760"/>
                      <a:pt x="870" y="760"/>
                      <a:pt x="870" y="760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8"/>
                      <a:pt x="869" y="758"/>
                      <a:pt x="869" y="758"/>
                    </a:cubicBezTo>
                    <a:cubicBezTo>
                      <a:pt x="869" y="757"/>
                      <a:pt x="869" y="757"/>
                      <a:pt x="869" y="757"/>
                    </a:cubicBezTo>
                    <a:cubicBezTo>
                      <a:pt x="871" y="755"/>
                      <a:pt x="871" y="755"/>
                      <a:pt x="871" y="755"/>
                    </a:cubicBezTo>
                    <a:cubicBezTo>
                      <a:pt x="871" y="749"/>
                      <a:pt x="871" y="749"/>
                      <a:pt x="871" y="749"/>
                    </a:cubicBezTo>
                    <a:cubicBezTo>
                      <a:pt x="872" y="748"/>
                      <a:pt x="872" y="748"/>
                      <a:pt x="872" y="748"/>
                    </a:cubicBezTo>
                    <a:cubicBezTo>
                      <a:pt x="873" y="746"/>
                      <a:pt x="873" y="746"/>
                      <a:pt x="873" y="746"/>
                    </a:cubicBezTo>
                    <a:cubicBezTo>
                      <a:pt x="874" y="745"/>
                      <a:pt x="874" y="745"/>
                      <a:pt x="874" y="745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1"/>
                      <a:pt x="874" y="741"/>
                      <a:pt x="874" y="741"/>
                    </a:cubicBezTo>
                    <a:cubicBezTo>
                      <a:pt x="874" y="740"/>
                      <a:pt x="874" y="740"/>
                      <a:pt x="874" y="740"/>
                    </a:cubicBezTo>
                    <a:cubicBezTo>
                      <a:pt x="874" y="738"/>
                      <a:pt x="874" y="738"/>
                      <a:pt x="874" y="738"/>
                    </a:cubicBezTo>
                    <a:cubicBezTo>
                      <a:pt x="874" y="737"/>
                      <a:pt x="874" y="737"/>
                      <a:pt x="874" y="737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4" y="736"/>
                      <a:pt x="874" y="736"/>
                      <a:pt x="874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6" y="736"/>
                      <a:pt x="876" y="736"/>
                      <a:pt x="876" y="736"/>
                    </a:cubicBezTo>
                    <a:cubicBezTo>
                      <a:pt x="877" y="735"/>
                      <a:pt x="877" y="735"/>
                      <a:pt x="877" y="735"/>
                    </a:cubicBezTo>
                    <a:cubicBezTo>
                      <a:pt x="878" y="736"/>
                      <a:pt x="878" y="736"/>
                      <a:pt x="878" y="736"/>
                    </a:cubicBezTo>
                    <a:cubicBezTo>
                      <a:pt x="878" y="735"/>
                      <a:pt x="878" y="735"/>
                      <a:pt x="878" y="735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9"/>
                      <a:pt x="879" y="739"/>
                      <a:pt x="879" y="739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8" y="742"/>
                      <a:pt x="878" y="742"/>
                      <a:pt x="878" y="742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1" y="742"/>
                      <a:pt x="881" y="742"/>
                      <a:pt x="881" y="742"/>
                    </a:cubicBezTo>
                    <a:cubicBezTo>
                      <a:pt x="883" y="742"/>
                      <a:pt x="883" y="742"/>
                      <a:pt x="883" y="742"/>
                    </a:cubicBezTo>
                    <a:cubicBezTo>
                      <a:pt x="884" y="742"/>
                      <a:pt x="884" y="742"/>
                      <a:pt x="884" y="742"/>
                    </a:cubicBezTo>
                    <a:cubicBezTo>
                      <a:pt x="885" y="743"/>
                      <a:pt x="885" y="743"/>
                      <a:pt x="885" y="743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1"/>
                      <a:pt x="886" y="741"/>
                      <a:pt x="886" y="741"/>
                    </a:cubicBezTo>
                    <a:cubicBezTo>
                      <a:pt x="887" y="742"/>
                      <a:pt x="887" y="742"/>
                      <a:pt x="887" y="742"/>
                    </a:cubicBezTo>
                    <a:cubicBezTo>
                      <a:pt x="889" y="743"/>
                      <a:pt x="889" y="743"/>
                      <a:pt x="889" y="743"/>
                    </a:cubicBezTo>
                    <a:cubicBezTo>
                      <a:pt x="889" y="744"/>
                      <a:pt x="889" y="744"/>
                      <a:pt x="889" y="744"/>
                    </a:cubicBezTo>
                    <a:cubicBezTo>
                      <a:pt x="889" y="746"/>
                      <a:pt x="889" y="746"/>
                      <a:pt x="889" y="746"/>
                    </a:cubicBezTo>
                    <a:cubicBezTo>
                      <a:pt x="891" y="747"/>
                      <a:pt x="891" y="747"/>
                      <a:pt x="891" y="747"/>
                    </a:cubicBezTo>
                    <a:cubicBezTo>
                      <a:pt x="893" y="747"/>
                      <a:pt x="893" y="747"/>
                      <a:pt x="893" y="747"/>
                    </a:cubicBezTo>
                    <a:cubicBezTo>
                      <a:pt x="892" y="746"/>
                      <a:pt x="892" y="746"/>
                      <a:pt x="892" y="746"/>
                    </a:cubicBezTo>
                    <a:cubicBezTo>
                      <a:pt x="893" y="746"/>
                      <a:pt x="893" y="746"/>
                      <a:pt x="893" y="746"/>
                    </a:cubicBezTo>
                    <a:cubicBezTo>
                      <a:pt x="893" y="745"/>
                      <a:pt x="893" y="745"/>
                      <a:pt x="893" y="745"/>
                    </a:cubicBezTo>
                    <a:cubicBezTo>
                      <a:pt x="894" y="746"/>
                      <a:pt x="894" y="746"/>
                      <a:pt x="894" y="746"/>
                    </a:cubicBezTo>
                    <a:cubicBezTo>
                      <a:pt x="894" y="747"/>
                      <a:pt x="894" y="747"/>
                      <a:pt x="894" y="747"/>
                    </a:cubicBezTo>
                    <a:cubicBezTo>
                      <a:pt x="895" y="748"/>
                      <a:pt x="895" y="748"/>
                      <a:pt x="895" y="748"/>
                    </a:cubicBezTo>
                    <a:cubicBezTo>
                      <a:pt x="895" y="750"/>
                      <a:pt x="895" y="750"/>
                      <a:pt x="895" y="750"/>
                    </a:cubicBezTo>
                    <a:cubicBezTo>
                      <a:pt x="896" y="752"/>
                      <a:pt x="896" y="752"/>
                      <a:pt x="896" y="752"/>
                    </a:cubicBezTo>
                    <a:cubicBezTo>
                      <a:pt x="897" y="751"/>
                      <a:pt x="897" y="751"/>
                      <a:pt x="897" y="751"/>
                    </a:cubicBezTo>
                    <a:cubicBezTo>
                      <a:pt x="897" y="752"/>
                      <a:pt x="897" y="752"/>
                      <a:pt x="897" y="752"/>
                    </a:cubicBezTo>
                    <a:cubicBezTo>
                      <a:pt x="897" y="753"/>
                      <a:pt x="897" y="753"/>
                      <a:pt x="897" y="753"/>
                    </a:cubicBezTo>
                    <a:cubicBezTo>
                      <a:pt x="897" y="754"/>
                      <a:pt x="897" y="754"/>
                      <a:pt x="897" y="754"/>
                    </a:cubicBezTo>
                    <a:cubicBezTo>
                      <a:pt x="898" y="755"/>
                      <a:pt x="898" y="755"/>
                      <a:pt x="898" y="755"/>
                    </a:cubicBezTo>
                    <a:cubicBezTo>
                      <a:pt x="899" y="756"/>
                      <a:pt x="899" y="756"/>
                      <a:pt x="899" y="756"/>
                    </a:cubicBezTo>
                    <a:cubicBezTo>
                      <a:pt x="901" y="755"/>
                      <a:pt x="901" y="755"/>
                      <a:pt x="901" y="755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1" y="756"/>
                      <a:pt x="901" y="756"/>
                      <a:pt x="901" y="756"/>
                    </a:cubicBezTo>
                    <a:cubicBezTo>
                      <a:pt x="901" y="757"/>
                      <a:pt x="901" y="757"/>
                      <a:pt x="901" y="757"/>
                    </a:cubicBezTo>
                    <a:cubicBezTo>
                      <a:pt x="902" y="758"/>
                      <a:pt x="902" y="758"/>
                      <a:pt x="902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4" y="760"/>
                      <a:pt x="904" y="760"/>
                      <a:pt x="904" y="760"/>
                    </a:cubicBezTo>
                    <a:cubicBezTo>
                      <a:pt x="903" y="760"/>
                      <a:pt x="903" y="760"/>
                      <a:pt x="903" y="760"/>
                    </a:cubicBezTo>
                    <a:cubicBezTo>
                      <a:pt x="904" y="762"/>
                      <a:pt x="904" y="762"/>
                      <a:pt x="904" y="762"/>
                    </a:cubicBezTo>
                    <a:cubicBezTo>
                      <a:pt x="906" y="761"/>
                      <a:pt x="906" y="761"/>
                      <a:pt x="906" y="761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5" y="758"/>
                      <a:pt x="905" y="758"/>
                      <a:pt x="905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8" y="758"/>
                      <a:pt x="908" y="758"/>
                      <a:pt x="908" y="758"/>
                    </a:cubicBezTo>
                    <a:cubicBezTo>
                      <a:pt x="908" y="759"/>
                      <a:pt x="908" y="759"/>
                      <a:pt x="908" y="759"/>
                    </a:cubicBezTo>
                    <a:cubicBezTo>
                      <a:pt x="907" y="760"/>
                      <a:pt x="907" y="760"/>
                      <a:pt x="907" y="760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1" y="761"/>
                      <a:pt x="911" y="761"/>
                      <a:pt x="911" y="761"/>
                    </a:cubicBezTo>
                    <a:cubicBezTo>
                      <a:pt x="912" y="761"/>
                      <a:pt x="912" y="761"/>
                      <a:pt x="912" y="761"/>
                    </a:cubicBezTo>
                    <a:cubicBezTo>
                      <a:pt x="913" y="761"/>
                      <a:pt x="913" y="761"/>
                      <a:pt x="913" y="761"/>
                    </a:cubicBezTo>
                    <a:cubicBezTo>
                      <a:pt x="912" y="762"/>
                      <a:pt x="912" y="762"/>
                      <a:pt x="912" y="762"/>
                    </a:cubicBezTo>
                    <a:cubicBezTo>
                      <a:pt x="911" y="764"/>
                      <a:pt x="911" y="764"/>
                      <a:pt x="911" y="764"/>
                    </a:cubicBezTo>
                    <a:cubicBezTo>
                      <a:pt x="911" y="766"/>
                      <a:pt x="911" y="766"/>
                      <a:pt x="911" y="766"/>
                    </a:cubicBezTo>
                    <a:cubicBezTo>
                      <a:pt x="910" y="767"/>
                      <a:pt x="910" y="767"/>
                      <a:pt x="910" y="767"/>
                    </a:cubicBezTo>
                    <a:cubicBezTo>
                      <a:pt x="911" y="768"/>
                      <a:pt x="911" y="768"/>
                      <a:pt x="911" y="768"/>
                    </a:cubicBezTo>
                    <a:cubicBezTo>
                      <a:pt x="910" y="770"/>
                      <a:pt x="910" y="770"/>
                      <a:pt x="910" y="770"/>
                    </a:cubicBezTo>
                    <a:cubicBezTo>
                      <a:pt x="911" y="770"/>
                      <a:pt x="911" y="770"/>
                      <a:pt x="911" y="770"/>
                    </a:cubicBezTo>
                    <a:cubicBezTo>
                      <a:pt x="911" y="771"/>
                      <a:pt x="911" y="771"/>
                      <a:pt x="911" y="771"/>
                    </a:cubicBezTo>
                    <a:cubicBezTo>
                      <a:pt x="908" y="772"/>
                      <a:pt x="908" y="772"/>
                      <a:pt x="908" y="772"/>
                    </a:cubicBezTo>
                    <a:cubicBezTo>
                      <a:pt x="912" y="773"/>
                      <a:pt x="912" y="773"/>
                      <a:pt x="912" y="773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7" y="770"/>
                      <a:pt x="917" y="770"/>
                      <a:pt x="917" y="770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8" y="768"/>
                      <a:pt x="918" y="768"/>
                      <a:pt x="918" y="768"/>
                    </a:cubicBezTo>
                    <a:cubicBezTo>
                      <a:pt x="918" y="767"/>
                      <a:pt x="918" y="767"/>
                      <a:pt x="918" y="767"/>
                    </a:cubicBezTo>
                    <a:cubicBezTo>
                      <a:pt x="920" y="766"/>
                      <a:pt x="920" y="766"/>
                      <a:pt x="920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2" y="765"/>
                      <a:pt x="922" y="765"/>
                      <a:pt x="922" y="765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3" y="764"/>
                      <a:pt x="923" y="764"/>
                      <a:pt x="923" y="764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6" y="762"/>
                      <a:pt x="926" y="762"/>
                      <a:pt x="926" y="762"/>
                    </a:cubicBezTo>
                    <a:cubicBezTo>
                      <a:pt x="925" y="760"/>
                      <a:pt x="925" y="760"/>
                      <a:pt x="925" y="760"/>
                    </a:cubicBezTo>
                    <a:cubicBezTo>
                      <a:pt x="926" y="759"/>
                      <a:pt x="926" y="759"/>
                      <a:pt x="926" y="759"/>
                    </a:cubicBezTo>
                    <a:cubicBezTo>
                      <a:pt x="925" y="759"/>
                      <a:pt x="925" y="759"/>
                      <a:pt x="925" y="759"/>
                    </a:cubicBezTo>
                    <a:cubicBezTo>
                      <a:pt x="927" y="759"/>
                      <a:pt x="927" y="759"/>
                      <a:pt x="927" y="759"/>
                    </a:cubicBezTo>
                    <a:cubicBezTo>
                      <a:pt x="928" y="759"/>
                      <a:pt x="928" y="759"/>
                      <a:pt x="928" y="759"/>
                    </a:cubicBezTo>
                    <a:cubicBezTo>
                      <a:pt x="930" y="759"/>
                      <a:pt x="930" y="759"/>
                      <a:pt x="930" y="759"/>
                    </a:cubicBezTo>
                    <a:cubicBezTo>
                      <a:pt x="933" y="757"/>
                      <a:pt x="933" y="757"/>
                      <a:pt x="933" y="757"/>
                    </a:cubicBezTo>
                    <a:cubicBezTo>
                      <a:pt x="934" y="756"/>
                      <a:pt x="934" y="756"/>
                      <a:pt x="934" y="756"/>
                    </a:cubicBezTo>
                    <a:cubicBezTo>
                      <a:pt x="936" y="756"/>
                      <a:pt x="936" y="756"/>
                      <a:pt x="936" y="756"/>
                    </a:cubicBezTo>
                    <a:cubicBezTo>
                      <a:pt x="936" y="755"/>
                      <a:pt x="936" y="755"/>
                      <a:pt x="936" y="755"/>
                    </a:cubicBezTo>
                    <a:cubicBezTo>
                      <a:pt x="937" y="754"/>
                      <a:pt x="937" y="754"/>
                      <a:pt x="937" y="754"/>
                    </a:cubicBezTo>
                    <a:cubicBezTo>
                      <a:pt x="938" y="753"/>
                      <a:pt x="938" y="753"/>
                      <a:pt x="938" y="753"/>
                    </a:cubicBezTo>
                    <a:cubicBezTo>
                      <a:pt x="940" y="752"/>
                      <a:pt x="940" y="752"/>
                      <a:pt x="940" y="752"/>
                    </a:cubicBezTo>
                    <a:cubicBezTo>
                      <a:pt x="941" y="751"/>
                      <a:pt x="941" y="751"/>
                      <a:pt x="941" y="751"/>
                    </a:cubicBezTo>
                    <a:cubicBezTo>
                      <a:pt x="941" y="750"/>
                      <a:pt x="941" y="750"/>
                      <a:pt x="941" y="750"/>
                    </a:cubicBezTo>
                    <a:cubicBezTo>
                      <a:pt x="942" y="749"/>
                      <a:pt x="942" y="749"/>
                      <a:pt x="942" y="749"/>
                    </a:cubicBezTo>
                    <a:cubicBezTo>
                      <a:pt x="943" y="748"/>
                      <a:pt x="943" y="748"/>
                      <a:pt x="943" y="748"/>
                    </a:cubicBezTo>
                    <a:cubicBezTo>
                      <a:pt x="942" y="747"/>
                      <a:pt x="942" y="747"/>
                      <a:pt x="942" y="747"/>
                    </a:cubicBezTo>
                    <a:cubicBezTo>
                      <a:pt x="943" y="746"/>
                      <a:pt x="943" y="746"/>
                      <a:pt x="943" y="746"/>
                    </a:cubicBezTo>
                    <a:cubicBezTo>
                      <a:pt x="942" y="745"/>
                      <a:pt x="942" y="745"/>
                      <a:pt x="942" y="745"/>
                    </a:cubicBezTo>
                    <a:cubicBezTo>
                      <a:pt x="943" y="744"/>
                      <a:pt x="943" y="744"/>
                      <a:pt x="943" y="744"/>
                    </a:cubicBezTo>
                    <a:cubicBezTo>
                      <a:pt x="943" y="743"/>
                      <a:pt x="943" y="743"/>
                      <a:pt x="943" y="743"/>
                    </a:cubicBezTo>
                    <a:cubicBezTo>
                      <a:pt x="944" y="743"/>
                      <a:pt x="944" y="743"/>
                      <a:pt x="944" y="743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5" y="741"/>
                      <a:pt x="945" y="741"/>
                      <a:pt x="945" y="741"/>
                    </a:cubicBezTo>
                    <a:cubicBezTo>
                      <a:pt x="945" y="739"/>
                      <a:pt x="945" y="739"/>
                      <a:pt x="945" y="739"/>
                    </a:cubicBezTo>
                    <a:cubicBezTo>
                      <a:pt x="944" y="738"/>
                      <a:pt x="944" y="738"/>
                      <a:pt x="944" y="738"/>
                    </a:cubicBezTo>
                    <a:cubicBezTo>
                      <a:pt x="944" y="736"/>
                      <a:pt x="944" y="736"/>
                      <a:pt x="944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2" y="734"/>
                      <a:pt x="942" y="734"/>
                      <a:pt x="942" y="734"/>
                    </a:cubicBezTo>
                    <a:cubicBezTo>
                      <a:pt x="943" y="734"/>
                      <a:pt x="943" y="734"/>
                      <a:pt x="943" y="734"/>
                    </a:cubicBezTo>
                    <a:cubicBezTo>
                      <a:pt x="942" y="732"/>
                      <a:pt x="942" y="732"/>
                      <a:pt x="942" y="732"/>
                    </a:cubicBezTo>
                    <a:cubicBezTo>
                      <a:pt x="943" y="731"/>
                      <a:pt x="943" y="731"/>
                      <a:pt x="943" y="731"/>
                    </a:cubicBezTo>
                    <a:cubicBezTo>
                      <a:pt x="942" y="730"/>
                      <a:pt x="942" y="730"/>
                      <a:pt x="942" y="730"/>
                    </a:cubicBezTo>
                    <a:cubicBezTo>
                      <a:pt x="942" y="729"/>
                      <a:pt x="942" y="729"/>
                      <a:pt x="942" y="729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0" y="724"/>
                      <a:pt x="940" y="724"/>
                      <a:pt x="940" y="724"/>
                    </a:cubicBezTo>
                    <a:cubicBezTo>
                      <a:pt x="939" y="723"/>
                      <a:pt x="939" y="723"/>
                      <a:pt x="939" y="723"/>
                    </a:cubicBezTo>
                    <a:cubicBezTo>
                      <a:pt x="940" y="722"/>
                      <a:pt x="940" y="722"/>
                      <a:pt x="940" y="722"/>
                    </a:cubicBezTo>
                    <a:cubicBezTo>
                      <a:pt x="939" y="721"/>
                      <a:pt x="939" y="721"/>
                      <a:pt x="939" y="721"/>
                    </a:cubicBezTo>
                    <a:cubicBezTo>
                      <a:pt x="939" y="720"/>
                      <a:pt x="939" y="720"/>
                      <a:pt x="939" y="720"/>
                    </a:cubicBezTo>
                    <a:cubicBezTo>
                      <a:pt x="937" y="719"/>
                      <a:pt x="937" y="719"/>
                      <a:pt x="937" y="719"/>
                    </a:cubicBezTo>
                    <a:cubicBezTo>
                      <a:pt x="938" y="717"/>
                      <a:pt x="938" y="717"/>
                      <a:pt x="938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6" y="715"/>
                      <a:pt x="936" y="715"/>
                      <a:pt x="936" y="715"/>
                    </a:cubicBezTo>
                    <a:cubicBezTo>
                      <a:pt x="932" y="712"/>
                      <a:pt x="932" y="712"/>
                      <a:pt x="932" y="712"/>
                    </a:cubicBezTo>
                    <a:cubicBezTo>
                      <a:pt x="932" y="711"/>
                      <a:pt x="932" y="711"/>
                      <a:pt x="932" y="711"/>
                    </a:cubicBezTo>
                    <a:cubicBezTo>
                      <a:pt x="928" y="708"/>
                      <a:pt x="928" y="708"/>
                      <a:pt x="928" y="708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2" y="705"/>
                      <a:pt x="922" y="705"/>
                      <a:pt x="922" y="705"/>
                    </a:cubicBezTo>
                    <a:cubicBezTo>
                      <a:pt x="919" y="702"/>
                      <a:pt x="919" y="702"/>
                      <a:pt x="919" y="702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699"/>
                      <a:pt x="919" y="699"/>
                      <a:pt x="919" y="699"/>
                    </a:cubicBezTo>
                    <a:cubicBezTo>
                      <a:pt x="918" y="697"/>
                      <a:pt x="918" y="697"/>
                      <a:pt x="918" y="697"/>
                    </a:cubicBezTo>
                    <a:cubicBezTo>
                      <a:pt x="917" y="697"/>
                      <a:pt x="917" y="697"/>
                      <a:pt x="917" y="697"/>
                    </a:cubicBezTo>
                    <a:cubicBezTo>
                      <a:pt x="915" y="695"/>
                      <a:pt x="915" y="695"/>
                      <a:pt x="915" y="695"/>
                    </a:cubicBezTo>
                    <a:cubicBezTo>
                      <a:pt x="913" y="694"/>
                      <a:pt x="913" y="694"/>
                      <a:pt x="913" y="694"/>
                    </a:cubicBezTo>
                    <a:cubicBezTo>
                      <a:pt x="913" y="693"/>
                      <a:pt x="913" y="693"/>
                      <a:pt x="913" y="693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3" y="688"/>
                      <a:pt x="913" y="688"/>
                      <a:pt x="913" y="688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5" y="684"/>
                      <a:pt x="915" y="684"/>
                      <a:pt x="915" y="684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7" y="681"/>
                      <a:pt x="917" y="681"/>
                      <a:pt x="917" y="681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79"/>
                      <a:pt x="917" y="679"/>
                      <a:pt x="917" y="679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8" y="676"/>
                      <a:pt x="918" y="676"/>
                      <a:pt x="918" y="676"/>
                    </a:cubicBezTo>
                    <a:cubicBezTo>
                      <a:pt x="919" y="676"/>
                      <a:pt x="919" y="676"/>
                      <a:pt x="919" y="676"/>
                    </a:cubicBezTo>
                    <a:cubicBezTo>
                      <a:pt x="920" y="676"/>
                      <a:pt x="920" y="676"/>
                      <a:pt x="920" y="676"/>
                    </a:cubicBezTo>
                    <a:cubicBezTo>
                      <a:pt x="921" y="676"/>
                      <a:pt x="921" y="676"/>
                      <a:pt x="921" y="676"/>
                    </a:cubicBezTo>
                    <a:cubicBezTo>
                      <a:pt x="921" y="675"/>
                      <a:pt x="921" y="675"/>
                      <a:pt x="921" y="675"/>
                    </a:cubicBezTo>
                    <a:cubicBezTo>
                      <a:pt x="922" y="675"/>
                      <a:pt x="922" y="675"/>
                      <a:pt x="922" y="675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3" y="673"/>
                      <a:pt x="923" y="673"/>
                      <a:pt x="923" y="673"/>
                    </a:cubicBezTo>
                    <a:cubicBezTo>
                      <a:pt x="925" y="673"/>
                      <a:pt x="925" y="673"/>
                      <a:pt x="925" y="673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8" y="672"/>
                      <a:pt x="928" y="672"/>
                      <a:pt x="928" y="672"/>
                    </a:cubicBezTo>
                    <a:cubicBezTo>
                      <a:pt x="928" y="671"/>
                      <a:pt x="928" y="671"/>
                      <a:pt x="928" y="671"/>
                    </a:cubicBezTo>
                    <a:cubicBezTo>
                      <a:pt x="929" y="672"/>
                      <a:pt x="929" y="672"/>
                      <a:pt x="929" y="672"/>
                    </a:cubicBezTo>
                    <a:cubicBezTo>
                      <a:pt x="929" y="671"/>
                      <a:pt x="929" y="671"/>
                      <a:pt x="929" y="671"/>
                    </a:cubicBezTo>
                    <a:cubicBezTo>
                      <a:pt x="933" y="672"/>
                      <a:pt x="933" y="672"/>
                      <a:pt x="933" y="672"/>
                    </a:cubicBezTo>
                    <a:cubicBezTo>
                      <a:pt x="930" y="671"/>
                      <a:pt x="930" y="671"/>
                      <a:pt x="930" y="671"/>
                    </a:cubicBezTo>
                    <a:cubicBezTo>
                      <a:pt x="931" y="670"/>
                      <a:pt x="931" y="670"/>
                      <a:pt x="931" y="670"/>
                    </a:cubicBezTo>
                    <a:cubicBezTo>
                      <a:pt x="931" y="669"/>
                      <a:pt x="931" y="669"/>
                      <a:pt x="931" y="669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5" y="672"/>
                      <a:pt x="935" y="672"/>
                      <a:pt x="935" y="672"/>
                    </a:cubicBezTo>
                    <a:cubicBezTo>
                      <a:pt x="936" y="672"/>
                      <a:pt x="936" y="672"/>
                      <a:pt x="936" y="672"/>
                    </a:cubicBezTo>
                    <a:cubicBezTo>
                      <a:pt x="938" y="672"/>
                      <a:pt x="938" y="672"/>
                      <a:pt x="938" y="672"/>
                    </a:cubicBezTo>
                    <a:cubicBezTo>
                      <a:pt x="938" y="671"/>
                      <a:pt x="938" y="671"/>
                      <a:pt x="938" y="671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3"/>
                      <a:pt x="939" y="673"/>
                      <a:pt x="939" y="673"/>
                    </a:cubicBezTo>
                    <a:cubicBezTo>
                      <a:pt x="938" y="674"/>
                      <a:pt x="938" y="674"/>
                      <a:pt x="938" y="674"/>
                    </a:cubicBezTo>
                    <a:cubicBezTo>
                      <a:pt x="938" y="675"/>
                      <a:pt x="938" y="675"/>
                      <a:pt x="938" y="675"/>
                    </a:cubicBezTo>
                    <a:cubicBezTo>
                      <a:pt x="940" y="678"/>
                      <a:pt x="940" y="678"/>
                      <a:pt x="940" y="678"/>
                    </a:cubicBezTo>
                    <a:cubicBezTo>
                      <a:pt x="941" y="678"/>
                      <a:pt x="941" y="678"/>
                      <a:pt x="941" y="678"/>
                    </a:cubicBezTo>
                    <a:cubicBezTo>
                      <a:pt x="941" y="679"/>
                      <a:pt x="941" y="679"/>
                      <a:pt x="941" y="679"/>
                    </a:cubicBezTo>
                    <a:cubicBezTo>
                      <a:pt x="941" y="682"/>
                      <a:pt x="941" y="682"/>
                      <a:pt x="941" y="682"/>
                    </a:cubicBezTo>
                    <a:cubicBezTo>
                      <a:pt x="942" y="680"/>
                      <a:pt x="942" y="680"/>
                      <a:pt x="942" y="680"/>
                    </a:cubicBezTo>
                    <a:cubicBezTo>
                      <a:pt x="943" y="680"/>
                      <a:pt x="943" y="680"/>
                      <a:pt x="943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5" y="680"/>
                      <a:pt x="945" y="680"/>
                      <a:pt x="945" y="680"/>
                    </a:cubicBezTo>
                    <a:cubicBezTo>
                      <a:pt x="947" y="678"/>
                      <a:pt x="947" y="678"/>
                      <a:pt x="947" y="678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5" y="675"/>
                      <a:pt x="945" y="675"/>
                      <a:pt x="945" y="675"/>
                    </a:cubicBezTo>
                    <a:cubicBezTo>
                      <a:pt x="945" y="676"/>
                      <a:pt x="945" y="676"/>
                      <a:pt x="945" y="676"/>
                    </a:cubicBezTo>
                    <a:cubicBezTo>
                      <a:pt x="947" y="675"/>
                      <a:pt x="947" y="675"/>
                      <a:pt x="947" y="675"/>
                    </a:cubicBezTo>
                    <a:cubicBezTo>
                      <a:pt x="949" y="676"/>
                      <a:pt x="949" y="676"/>
                      <a:pt x="949" y="676"/>
                    </a:cubicBezTo>
                    <a:cubicBezTo>
                      <a:pt x="949" y="674"/>
                      <a:pt x="949" y="674"/>
                      <a:pt x="949" y="674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8" y="672"/>
                      <a:pt x="948" y="672"/>
                      <a:pt x="948" y="672"/>
                    </a:cubicBezTo>
                    <a:cubicBezTo>
                      <a:pt x="949" y="672"/>
                      <a:pt x="949" y="672"/>
                      <a:pt x="949" y="672"/>
                    </a:cubicBezTo>
                    <a:cubicBezTo>
                      <a:pt x="950" y="671"/>
                      <a:pt x="950" y="671"/>
                      <a:pt x="950" y="671"/>
                    </a:cubicBezTo>
                    <a:cubicBezTo>
                      <a:pt x="951" y="671"/>
                      <a:pt x="951" y="671"/>
                      <a:pt x="951" y="671"/>
                    </a:cubicBezTo>
                    <a:cubicBezTo>
                      <a:pt x="952" y="671"/>
                      <a:pt x="952" y="671"/>
                      <a:pt x="952" y="671"/>
                    </a:cubicBezTo>
                    <a:cubicBezTo>
                      <a:pt x="955" y="670"/>
                      <a:pt x="955" y="670"/>
                      <a:pt x="955" y="670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6" y="669"/>
                      <a:pt x="956" y="669"/>
                      <a:pt x="956" y="669"/>
                    </a:cubicBezTo>
                    <a:cubicBezTo>
                      <a:pt x="957" y="669"/>
                      <a:pt x="957" y="669"/>
                      <a:pt x="957" y="669"/>
                    </a:cubicBezTo>
                    <a:cubicBezTo>
                      <a:pt x="959" y="669"/>
                      <a:pt x="959" y="669"/>
                      <a:pt x="959" y="669"/>
                    </a:cubicBezTo>
                    <a:cubicBezTo>
                      <a:pt x="960" y="668"/>
                      <a:pt x="960" y="668"/>
                      <a:pt x="960" y="668"/>
                    </a:cubicBezTo>
                    <a:cubicBezTo>
                      <a:pt x="962" y="667"/>
                      <a:pt x="962" y="667"/>
                      <a:pt x="962" y="667"/>
                    </a:cubicBezTo>
                    <a:cubicBezTo>
                      <a:pt x="963" y="665"/>
                      <a:pt x="963" y="665"/>
                      <a:pt x="963" y="665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4" y="665"/>
                      <a:pt x="964" y="665"/>
                      <a:pt x="964" y="665"/>
                    </a:cubicBezTo>
                    <a:cubicBezTo>
                      <a:pt x="965" y="664"/>
                      <a:pt x="965" y="664"/>
                      <a:pt x="965" y="664"/>
                    </a:cubicBezTo>
                    <a:cubicBezTo>
                      <a:pt x="967" y="663"/>
                      <a:pt x="967" y="663"/>
                      <a:pt x="967" y="663"/>
                    </a:cubicBezTo>
                    <a:cubicBezTo>
                      <a:pt x="966" y="661"/>
                      <a:pt x="966" y="661"/>
                      <a:pt x="966" y="661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7" y="660"/>
                      <a:pt x="967" y="660"/>
                      <a:pt x="967" y="660"/>
                    </a:cubicBezTo>
                    <a:cubicBezTo>
                      <a:pt x="967" y="661"/>
                      <a:pt x="967" y="661"/>
                      <a:pt x="967" y="661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8" y="663"/>
                      <a:pt x="968" y="663"/>
                      <a:pt x="968" y="663"/>
                    </a:cubicBezTo>
                    <a:cubicBezTo>
                      <a:pt x="969" y="665"/>
                      <a:pt x="969" y="665"/>
                      <a:pt x="969" y="665"/>
                    </a:cubicBezTo>
                    <a:cubicBezTo>
                      <a:pt x="972" y="663"/>
                      <a:pt x="972" y="663"/>
                      <a:pt x="972" y="663"/>
                    </a:cubicBezTo>
                    <a:cubicBezTo>
                      <a:pt x="972" y="662"/>
                      <a:pt x="972" y="662"/>
                      <a:pt x="972" y="662"/>
                    </a:cubicBezTo>
                    <a:cubicBezTo>
                      <a:pt x="973" y="661"/>
                      <a:pt x="973" y="661"/>
                      <a:pt x="973" y="661"/>
                    </a:cubicBezTo>
                    <a:cubicBezTo>
                      <a:pt x="974" y="661"/>
                      <a:pt x="974" y="661"/>
                      <a:pt x="974" y="661"/>
                    </a:cubicBezTo>
                    <a:cubicBezTo>
                      <a:pt x="975" y="662"/>
                      <a:pt x="975" y="662"/>
                      <a:pt x="975" y="662"/>
                    </a:cubicBezTo>
                    <a:cubicBezTo>
                      <a:pt x="977" y="661"/>
                      <a:pt x="977" y="661"/>
                      <a:pt x="977" y="661"/>
                    </a:cubicBezTo>
                    <a:cubicBezTo>
                      <a:pt x="977" y="660"/>
                      <a:pt x="977" y="660"/>
                      <a:pt x="977" y="660"/>
                    </a:cubicBezTo>
                    <a:cubicBezTo>
                      <a:pt x="978" y="660"/>
                      <a:pt x="978" y="660"/>
                      <a:pt x="978" y="660"/>
                    </a:cubicBezTo>
                    <a:cubicBezTo>
                      <a:pt x="979" y="662"/>
                      <a:pt x="979" y="662"/>
                      <a:pt x="979" y="662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3" y="660"/>
                      <a:pt x="983" y="660"/>
                      <a:pt x="983" y="660"/>
                    </a:cubicBezTo>
                    <a:cubicBezTo>
                      <a:pt x="983" y="659"/>
                      <a:pt x="983" y="659"/>
                      <a:pt x="983" y="659"/>
                    </a:cubicBezTo>
                    <a:cubicBezTo>
                      <a:pt x="985" y="659"/>
                      <a:pt x="985" y="659"/>
                      <a:pt x="985" y="659"/>
                    </a:cubicBezTo>
                    <a:cubicBezTo>
                      <a:pt x="986" y="658"/>
                      <a:pt x="986" y="658"/>
                      <a:pt x="986" y="658"/>
                    </a:cubicBezTo>
                    <a:cubicBezTo>
                      <a:pt x="986" y="659"/>
                      <a:pt x="986" y="659"/>
                      <a:pt x="986" y="659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90" y="657"/>
                      <a:pt x="990" y="657"/>
                      <a:pt x="990" y="657"/>
                    </a:cubicBezTo>
                    <a:cubicBezTo>
                      <a:pt x="989" y="656"/>
                      <a:pt x="989" y="656"/>
                      <a:pt x="989" y="656"/>
                    </a:cubicBezTo>
                    <a:cubicBezTo>
                      <a:pt x="989" y="655"/>
                      <a:pt x="989" y="655"/>
                      <a:pt x="989" y="655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2"/>
                      <a:pt x="990" y="652"/>
                      <a:pt x="990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2" y="652"/>
                      <a:pt x="992" y="652"/>
                      <a:pt x="992" y="652"/>
                    </a:cubicBezTo>
                    <a:cubicBezTo>
                      <a:pt x="991" y="653"/>
                      <a:pt x="991" y="653"/>
                      <a:pt x="991" y="653"/>
                    </a:cubicBezTo>
                    <a:cubicBezTo>
                      <a:pt x="991" y="655"/>
                      <a:pt x="991" y="655"/>
                      <a:pt x="991" y="655"/>
                    </a:cubicBezTo>
                    <a:cubicBezTo>
                      <a:pt x="993" y="655"/>
                      <a:pt x="993" y="655"/>
                      <a:pt x="993" y="655"/>
                    </a:cubicBezTo>
                    <a:cubicBezTo>
                      <a:pt x="995" y="654"/>
                      <a:pt x="995" y="654"/>
                      <a:pt x="995" y="654"/>
                    </a:cubicBezTo>
                    <a:cubicBezTo>
                      <a:pt x="993" y="652"/>
                      <a:pt x="993" y="652"/>
                      <a:pt x="993" y="652"/>
                    </a:cubicBezTo>
                    <a:cubicBezTo>
                      <a:pt x="994" y="652"/>
                      <a:pt x="994" y="652"/>
                      <a:pt x="994" y="652"/>
                    </a:cubicBezTo>
                    <a:cubicBezTo>
                      <a:pt x="994" y="651"/>
                      <a:pt x="994" y="651"/>
                      <a:pt x="994" y="651"/>
                    </a:cubicBezTo>
                    <a:cubicBezTo>
                      <a:pt x="995" y="651"/>
                      <a:pt x="995" y="651"/>
                      <a:pt x="995" y="651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6" y="650"/>
                      <a:pt x="996" y="650"/>
                      <a:pt x="996" y="650"/>
                    </a:cubicBezTo>
                    <a:cubicBezTo>
                      <a:pt x="997" y="649"/>
                      <a:pt x="997" y="649"/>
                      <a:pt x="997" y="649"/>
                    </a:cubicBezTo>
                    <a:cubicBezTo>
                      <a:pt x="998" y="650"/>
                      <a:pt x="998" y="650"/>
                      <a:pt x="998" y="650"/>
                    </a:cubicBezTo>
                    <a:cubicBezTo>
                      <a:pt x="998" y="648"/>
                      <a:pt x="998" y="648"/>
                      <a:pt x="998" y="648"/>
                    </a:cubicBezTo>
                    <a:cubicBezTo>
                      <a:pt x="999" y="648"/>
                      <a:pt x="999" y="648"/>
                      <a:pt x="999" y="648"/>
                    </a:cubicBezTo>
                    <a:cubicBezTo>
                      <a:pt x="1000" y="646"/>
                      <a:pt x="1000" y="646"/>
                      <a:pt x="1000" y="646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9" y="644"/>
                      <a:pt x="999" y="644"/>
                      <a:pt x="999" y="644"/>
                    </a:cubicBezTo>
                    <a:cubicBezTo>
                      <a:pt x="999" y="645"/>
                      <a:pt x="999" y="645"/>
                      <a:pt x="999" y="645"/>
                    </a:cubicBezTo>
                    <a:cubicBezTo>
                      <a:pt x="1000" y="644"/>
                      <a:pt x="1000" y="644"/>
                      <a:pt x="1000" y="644"/>
                    </a:cubicBezTo>
                    <a:cubicBezTo>
                      <a:pt x="1002" y="645"/>
                      <a:pt x="1002" y="645"/>
                      <a:pt x="1002" y="645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4" y="640"/>
                      <a:pt x="1004" y="640"/>
                      <a:pt x="1004" y="640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4" y="637"/>
                      <a:pt x="1004" y="637"/>
                      <a:pt x="1004" y="637"/>
                    </a:cubicBezTo>
                    <a:cubicBezTo>
                      <a:pt x="1004" y="636"/>
                      <a:pt x="1004" y="636"/>
                      <a:pt x="1004" y="636"/>
                    </a:cubicBezTo>
                    <a:cubicBezTo>
                      <a:pt x="1005" y="637"/>
                      <a:pt x="1005" y="637"/>
                      <a:pt x="1005" y="637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6" y="638"/>
                      <a:pt x="1006" y="638"/>
                      <a:pt x="1006" y="638"/>
                    </a:cubicBezTo>
                    <a:cubicBezTo>
                      <a:pt x="1007" y="640"/>
                      <a:pt x="1007" y="640"/>
                      <a:pt x="1007" y="640"/>
                    </a:cubicBezTo>
                    <a:cubicBezTo>
                      <a:pt x="1008" y="637"/>
                      <a:pt x="1008" y="637"/>
                      <a:pt x="1008" y="637"/>
                    </a:cubicBezTo>
                    <a:cubicBezTo>
                      <a:pt x="1009" y="636"/>
                      <a:pt x="1009" y="636"/>
                      <a:pt x="1009" y="636"/>
                    </a:cubicBezTo>
                    <a:cubicBezTo>
                      <a:pt x="1009" y="635"/>
                      <a:pt x="1009" y="635"/>
                      <a:pt x="1009" y="635"/>
                    </a:cubicBezTo>
                    <a:cubicBezTo>
                      <a:pt x="1008" y="634"/>
                      <a:pt x="1008" y="634"/>
                      <a:pt x="1008" y="634"/>
                    </a:cubicBezTo>
                    <a:cubicBezTo>
                      <a:pt x="1007" y="634"/>
                      <a:pt x="1007" y="634"/>
                      <a:pt x="1007" y="634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8" y="632"/>
                      <a:pt x="1008" y="632"/>
                      <a:pt x="1008" y="632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7" y="630"/>
                      <a:pt x="1007" y="630"/>
                      <a:pt x="1007" y="630"/>
                    </a:cubicBezTo>
                    <a:cubicBezTo>
                      <a:pt x="1010" y="629"/>
                      <a:pt x="1010" y="629"/>
                      <a:pt x="1010" y="629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5"/>
                      <a:pt x="1007" y="625"/>
                      <a:pt x="1007" y="625"/>
                    </a:cubicBezTo>
                    <a:cubicBezTo>
                      <a:pt x="1008" y="625"/>
                      <a:pt x="1008" y="625"/>
                      <a:pt x="1008" y="625"/>
                    </a:cubicBezTo>
                    <a:cubicBezTo>
                      <a:pt x="1011" y="623"/>
                      <a:pt x="1011" y="623"/>
                      <a:pt x="1011" y="623"/>
                    </a:cubicBezTo>
                    <a:cubicBezTo>
                      <a:pt x="1011" y="622"/>
                      <a:pt x="1011" y="622"/>
                      <a:pt x="1011" y="622"/>
                    </a:cubicBezTo>
                    <a:cubicBezTo>
                      <a:pt x="1013" y="623"/>
                      <a:pt x="1013" y="623"/>
                      <a:pt x="1013" y="623"/>
                    </a:cubicBezTo>
                    <a:cubicBezTo>
                      <a:pt x="1012" y="621"/>
                      <a:pt x="1012" y="621"/>
                      <a:pt x="1012" y="621"/>
                    </a:cubicBezTo>
                    <a:cubicBezTo>
                      <a:pt x="1013" y="620"/>
                      <a:pt x="1013" y="620"/>
                      <a:pt x="1013" y="620"/>
                    </a:cubicBezTo>
                    <a:cubicBezTo>
                      <a:pt x="1013" y="619"/>
                      <a:pt x="1013" y="619"/>
                      <a:pt x="1013" y="619"/>
                    </a:cubicBezTo>
                    <a:cubicBezTo>
                      <a:pt x="1013" y="618"/>
                      <a:pt x="1013" y="618"/>
                      <a:pt x="1013" y="618"/>
                    </a:cubicBezTo>
                    <a:cubicBezTo>
                      <a:pt x="1013" y="617"/>
                      <a:pt x="1013" y="617"/>
                      <a:pt x="1013" y="617"/>
                    </a:cubicBezTo>
                    <a:cubicBezTo>
                      <a:pt x="1013" y="616"/>
                      <a:pt x="1013" y="616"/>
                      <a:pt x="1013" y="616"/>
                    </a:cubicBezTo>
                    <a:cubicBezTo>
                      <a:pt x="1014" y="616"/>
                      <a:pt x="1014" y="616"/>
                      <a:pt x="1014" y="616"/>
                    </a:cubicBezTo>
                    <a:cubicBezTo>
                      <a:pt x="1013" y="615"/>
                      <a:pt x="1013" y="615"/>
                      <a:pt x="1013" y="615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4" y="614"/>
                      <a:pt x="1014" y="614"/>
                      <a:pt x="1014" y="614"/>
                    </a:cubicBezTo>
                    <a:cubicBezTo>
                      <a:pt x="1015" y="611"/>
                      <a:pt x="1015" y="611"/>
                      <a:pt x="1015" y="611"/>
                    </a:cubicBezTo>
                    <a:cubicBezTo>
                      <a:pt x="1016" y="611"/>
                      <a:pt x="1016" y="611"/>
                      <a:pt x="1016" y="611"/>
                    </a:cubicBezTo>
                    <a:cubicBezTo>
                      <a:pt x="1016" y="612"/>
                      <a:pt x="1016" y="612"/>
                      <a:pt x="1016" y="612"/>
                    </a:cubicBezTo>
                    <a:cubicBezTo>
                      <a:pt x="1017" y="614"/>
                      <a:pt x="1017" y="614"/>
                      <a:pt x="1017" y="614"/>
                    </a:cubicBezTo>
                    <a:cubicBezTo>
                      <a:pt x="1018" y="611"/>
                      <a:pt x="1018" y="611"/>
                      <a:pt x="1018" y="611"/>
                    </a:cubicBezTo>
                    <a:cubicBezTo>
                      <a:pt x="1019" y="610"/>
                      <a:pt x="1019" y="610"/>
                      <a:pt x="1019" y="610"/>
                    </a:cubicBezTo>
                    <a:cubicBezTo>
                      <a:pt x="1018" y="608"/>
                      <a:pt x="1018" y="608"/>
                      <a:pt x="1018" y="608"/>
                    </a:cubicBezTo>
                    <a:cubicBezTo>
                      <a:pt x="1017" y="608"/>
                      <a:pt x="1017" y="608"/>
                      <a:pt x="1017" y="608"/>
                    </a:cubicBezTo>
                    <a:cubicBezTo>
                      <a:pt x="1019" y="607"/>
                      <a:pt x="1019" y="607"/>
                      <a:pt x="1019" y="607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7" y="606"/>
                      <a:pt x="1017" y="606"/>
                      <a:pt x="1017" y="606"/>
                    </a:cubicBezTo>
                    <a:cubicBezTo>
                      <a:pt x="1017" y="605"/>
                      <a:pt x="1017" y="605"/>
                      <a:pt x="1017" y="605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9" y="604"/>
                      <a:pt x="1019" y="604"/>
                      <a:pt x="1019" y="604"/>
                    </a:cubicBezTo>
                    <a:cubicBezTo>
                      <a:pt x="1017" y="603"/>
                      <a:pt x="1017" y="603"/>
                      <a:pt x="1017" y="603"/>
                    </a:cubicBezTo>
                    <a:cubicBezTo>
                      <a:pt x="1016" y="603"/>
                      <a:pt x="1016" y="603"/>
                      <a:pt x="1016" y="603"/>
                    </a:cubicBezTo>
                    <a:cubicBezTo>
                      <a:pt x="1017" y="602"/>
                      <a:pt x="1017" y="602"/>
                      <a:pt x="1017" y="602"/>
                    </a:cubicBezTo>
                    <a:cubicBezTo>
                      <a:pt x="1018" y="603"/>
                      <a:pt x="1018" y="603"/>
                      <a:pt x="1018" y="603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3"/>
                      <a:pt x="1019" y="603"/>
                      <a:pt x="1019" y="603"/>
                    </a:cubicBezTo>
                    <a:cubicBezTo>
                      <a:pt x="1021" y="601"/>
                      <a:pt x="1021" y="601"/>
                      <a:pt x="1021" y="601"/>
                    </a:cubicBezTo>
                    <a:cubicBezTo>
                      <a:pt x="1021" y="600"/>
                      <a:pt x="1021" y="600"/>
                      <a:pt x="1021" y="600"/>
                    </a:cubicBezTo>
                    <a:cubicBezTo>
                      <a:pt x="1020" y="598"/>
                      <a:pt x="1020" y="598"/>
                      <a:pt x="1020" y="598"/>
                    </a:cubicBezTo>
                    <a:cubicBezTo>
                      <a:pt x="1019" y="597"/>
                      <a:pt x="1019" y="597"/>
                      <a:pt x="1019" y="597"/>
                    </a:cubicBezTo>
                    <a:cubicBezTo>
                      <a:pt x="1020" y="596"/>
                      <a:pt x="1020" y="596"/>
                      <a:pt x="1020" y="596"/>
                    </a:cubicBezTo>
                    <a:cubicBezTo>
                      <a:pt x="1019" y="595"/>
                      <a:pt x="1019" y="595"/>
                      <a:pt x="1019" y="595"/>
                    </a:cubicBezTo>
                    <a:cubicBezTo>
                      <a:pt x="1018" y="595"/>
                      <a:pt x="1018" y="595"/>
                      <a:pt x="1018" y="595"/>
                    </a:cubicBezTo>
                    <a:cubicBezTo>
                      <a:pt x="1017" y="594"/>
                      <a:pt x="1017" y="594"/>
                      <a:pt x="1017" y="594"/>
                    </a:cubicBezTo>
                    <a:cubicBezTo>
                      <a:pt x="1016" y="594"/>
                      <a:pt x="1016" y="594"/>
                      <a:pt x="1016" y="594"/>
                    </a:cubicBezTo>
                    <a:cubicBezTo>
                      <a:pt x="1014" y="592"/>
                      <a:pt x="1014" y="592"/>
                      <a:pt x="1014" y="592"/>
                    </a:cubicBezTo>
                    <a:cubicBezTo>
                      <a:pt x="1012" y="592"/>
                      <a:pt x="1012" y="592"/>
                      <a:pt x="1012" y="592"/>
                    </a:cubicBezTo>
                    <a:cubicBezTo>
                      <a:pt x="1010" y="593"/>
                      <a:pt x="1010" y="593"/>
                      <a:pt x="1010" y="593"/>
                    </a:cubicBezTo>
                    <a:cubicBezTo>
                      <a:pt x="1009" y="593"/>
                      <a:pt x="1009" y="593"/>
                      <a:pt x="1009" y="593"/>
                    </a:cubicBezTo>
                    <a:cubicBezTo>
                      <a:pt x="1008" y="591"/>
                      <a:pt x="1008" y="591"/>
                      <a:pt x="1008" y="591"/>
                    </a:cubicBezTo>
                    <a:cubicBezTo>
                      <a:pt x="1009" y="592"/>
                      <a:pt x="1009" y="592"/>
                      <a:pt x="1009" y="592"/>
                    </a:cubicBezTo>
                    <a:cubicBezTo>
                      <a:pt x="1011" y="591"/>
                      <a:pt x="1011" y="591"/>
                      <a:pt x="1011" y="591"/>
                    </a:cubicBezTo>
                    <a:cubicBezTo>
                      <a:pt x="1011" y="590"/>
                      <a:pt x="1011" y="590"/>
                      <a:pt x="1011" y="590"/>
                    </a:cubicBezTo>
                    <a:cubicBezTo>
                      <a:pt x="1012" y="590"/>
                      <a:pt x="1012" y="590"/>
                      <a:pt x="1012" y="590"/>
                    </a:cubicBezTo>
                    <a:cubicBezTo>
                      <a:pt x="1013" y="590"/>
                      <a:pt x="1013" y="590"/>
                      <a:pt x="1013" y="590"/>
                    </a:cubicBezTo>
                    <a:cubicBezTo>
                      <a:pt x="1015" y="588"/>
                      <a:pt x="1015" y="588"/>
                      <a:pt x="1015" y="588"/>
                    </a:cubicBezTo>
                    <a:cubicBezTo>
                      <a:pt x="1017" y="587"/>
                      <a:pt x="1017" y="587"/>
                      <a:pt x="1017" y="587"/>
                    </a:cubicBezTo>
                    <a:cubicBezTo>
                      <a:pt x="1017" y="586"/>
                      <a:pt x="1017" y="586"/>
                      <a:pt x="1017" y="586"/>
                    </a:cubicBezTo>
                    <a:cubicBezTo>
                      <a:pt x="1015" y="583"/>
                      <a:pt x="1015" y="583"/>
                      <a:pt x="1015" y="583"/>
                    </a:cubicBezTo>
                    <a:cubicBezTo>
                      <a:pt x="1012" y="581"/>
                      <a:pt x="1012" y="581"/>
                      <a:pt x="1012" y="581"/>
                    </a:cubicBezTo>
                    <a:cubicBezTo>
                      <a:pt x="1013" y="581"/>
                      <a:pt x="1013" y="581"/>
                      <a:pt x="1013" y="581"/>
                    </a:cubicBezTo>
                    <a:cubicBezTo>
                      <a:pt x="1016" y="582"/>
                      <a:pt x="1016" y="582"/>
                      <a:pt x="1016" y="582"/>
                    </a:cubicBezTo>
                    <a:cubicBezTo>
                      <a:pt x="1015" y="579"/>
                      <a:pt x="1015" y="579"/>
                      <a:pt x="1015" y="579"/>
                    </a:cubicBezTo>
                    <a:cubicBezTo>
                      <a:pt x="1016" y="578"/>
                      <a:pt x="1016" y="578"/>
                      <a:pt x="1016" y="578"/>
                    </a:cubicBezTo>
                    <a:cubicBezTo>
                      <a:pt x="1015" y="576"/>
                      <a:pt x="1015" y="576"/>
                      <a:pt x="1015" y="576"/>
                    </a:cubicBezTo>
                    <a:cubicBezTo>
                      <a:pt x="1014" y="575"/>
                      <a:pt x="1014" y="575"/>
                      <a:pt x="1014" y="575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1" y="572"/>
                      <a:pt x="1011" y="572"/>
                      <a:pt x="1011" y="572"/>
                    </a:cubicBezTo>
                    <a:cubicBezTo>
                      <a:pt x="1009" y="572"/>
                      <a:pt x="1009" y="572"/>
                      <a:pt x="1009" y="572"/>
                    </a:cubicBezTo>
                    <a:cubicBezTo>
                      <a:pt x="1008" y="571"/>
                      <a:pt x="1008" y="571"/>
                      <a:pt x="1008" y="571"/>
                    </a:cubicBezTo>
                    <a:cubicBezTo>
                      <a:pt x="1006" y="569"/>
                      <a:pt x="1006" y="569"/>
                      <a:pt x="1006" y="569"/>
                    </a:cubicBezTo>
                    <a:cubicBezTo>
                      <a:pt x="1006" y="567"/>
                      <a:pt x="1006" y="567"/>
                      <a:pt x="1006" y="567"/>
                    </a:cubicBezTo>
                    <a:cubicBezTo>
                      <a:pt x="1004" y="565"/>
                      <a:pt x="1004" y="565"/>
                      <a:pt x="1004" y="565"/>
                    </a:cubicBezTo>
                    <a:cubicBezTo>
                      <a:pt x="1003" y="562"/>
                      <a:pt x="1003" y="562"/>
                      <a:pt x="1003" y="562"/>
                    </a:cubicBezTo>
                    <a:cubicBezTo>
                      <a:pt x="1002" y="562"/>
                      <a:pt x="1002" y="562"/>
                      <a:pt x="1002" y="562"/>
                    </a:cubicBezTo>
                    <a:cubicBezTo>
                      <a:pt x="1003" y="560"/>
                      <a:pt x="1003" y="560"/>
                      <a:pt x="1003" y="560"/>
                    </a:cubicBezTo>
                    <a:cubicBezTo>
                      <a:pt x="1002" y="560"/>
                      <a:pt x="1002" y="560"/>
                      <a:pt x="1002" y="560"/>
                    </a:cubicBezTo>
                    <a:cubicBezTo>
                      <a:pt x="1000" y="556"/>
                      <a:pt x="1000" y="556"/>
                      <a:pt x="1000" y="556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5" y="554"/>
                      <a:pt x="995" y="554"/>
                      <a:pt x="995" y="554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1" y="551"/>
                      <a:pt x="991" y="551"/>
                      <a:pt x="991" y="551"/>
                    </a:cubicBezTo>
                    <a:cubicBezTo>
                      <a:pt x="990" y="551"/>
                      <a:pt x="990" y="551"/>
                      <a:pt x="990" y="551"/>
                    </a:cubicBezTo>
                    <a:cubicBezTo>
                      <a:pt x="990" y="548"/>
                      <a:pt x="990" y="548"/>
                      <a:pt x="990" y="548"/>
                    </a:cubicBezTo>
                    <a:cubicBezTo>
                      <a:pt x="991" y="546"/>
                      <a:pt x="991" y="546"/>
                      <a:pt x="991" y="546"/>
                    </a:cubicBezTo>
                    <a:cubicBezTo>
                      <a:pt x="990" y="544"/>
                      <a:pt x="990" y="544"/>
                      <a:pt x="990" y="544"/>
                    </a:cubicBezTo>
                    <a:cubicBezTo>
                      <a:pt x="991" y="543"/>
                      <a:pt x="991" y="543"/>
                      <a:pt x="991" y="543"/>
                    </a:cubicBezTo>
                    <a:cubicBezTo>
                      <a:pt x="992" y="543"/>
                      <a:pt x="992" y="543"/>
                      <a:pt x="992" y="543"/>
                    </a:cubicBezTo>
                    <a:cubicBezTo>
                      <a:pt x="993" y="541"/>
                      <a:pt x="993" y="541"/>
                      <a:pt x="993" y="541"/>
                    </a:cubicBezTo>
                    <a:cubicBezTo>
                      <a:pt x="994" y="541"/>
                      <a:pt x="994" y="541"/>
                      <a:pt x="994" y="541"/>
                    </a:cubicBezTo>
                    <a:cubicBezTo>
                      <a:pt x="996" y="539"/>
                      <a:pt x="996" y="539"/>
                      <a:pt x="996" y="539"/>
                    </a:cubicBezTo>
                    <a:cubicBezTo>
                      <a:pt x="994" y="538"/>
                      <a:pt x="994" y="538"/>
                      <a:pt x="994" y="538"/>
                    </a:cubicBezTo>
                    <a:cubicBezTo>
                      <a:pt x="994" y="537"/>
                      <a:pt x="994" y="537"/>
                      <a:pt x="994" y="537"/>
                    </a:cubicBezTo>
                    <a:cubicBezTo>
                      <a:pt x="995" y="536"/>
                      <a:pt x="995" y="536"/>
                      <a:pt x="995" y="536"/>
                    </a:cubicBezTo>
                    <a:cubicBezTo>
                      <a:pt x="997" y="537"/>
                      <a:pt x="997" y="537"/>
                      <a:pt x="997" y="537"/>
                    </a:cubicBezTo>
                    <a:cubicBezTo>
                      <a:pt x="997" y="535"/>
                      <a:pt x="997" y="535"/>
                      <a:pt x="997" y="535"/>
                    </a:cubicBezTo>
                    <a:cubicBezTo>
                      <a:pt x="999" y="535"/>
                      <a:pt x="999" y="535"/>
                      <a:pt x="999" y="535"/>
                    </a:cubicBezTo>
                    <a:cubicBezTo>
                      <a:pt x="999" y="533"/>
                      <a:pt x="999" y="533"/>
                      <a:pt x="999" y="533"/>
                    </a:cubicBezTo>
                    <a:cubicBezTo>
                      <a:pt x="1000" y="534"/>
                      <a:pt x="1000" y="534"/>
                      <a:pt x="1000" y="534"/>
                    </a:cubicBezTo>
                    <a:cubicBezTo>
                      <a:pt x="1000" y="532"/>
                      <a:pt x="1000" y="532"/>
                      <a:pt x="1000" y="532"/>
                    </a:cubicBezTo>
                    <a:cubicBezTo>
                      <a:pt x="1001" y="532"/>
                      <a:pt x="1001" y="532"/>
                      <a:pt x="1001" y="532"/>
                    </a:cubicBezTo>
                    <a:cubicBezTo>
                      <a:pt x="1003" y="531"/>
                      <a:pt x="1003" y="531"/>
                      <a:pt x="1003" y="531"/>
                    </a:cubicBezTo>
                    <a:cubicBezTo>
                      <a:pt x="1004" y="531"/>
                      <a:pt x="1004" y="531"/>
                      <a:pt x="1004" y="531"/>
                    </a:cubicBezTo>
                    <a:cubicBezTo>
                      <a:pt x="1005" y="530"/>
                      <a:pt x="1005" y="530"/>
                      <a:pt x="1005" y="530"/>
                    </a:cubicBezTo>
                    <a:cubicBezTo>
                      <a:pt x="1006" y="531"/>
                      <a:pt x="1006" y="531"/>
                      <a:pt x="1006" y="531"/>
                    </a:cubicBezTo>
                    <a:cubicBezTo>
                      <a:pt x="1006" y="530"/>
                      <a:pt x="1006" y="530"/>
                      <a:pt x="1006" y="530"/>
                    </a:cubicBezTo>
                    <a:cubicBezTo>
                      <a:pt x="1008" y="531"/>
                      <a:pt x="1008" y="531"/>
                      <a:pt x="1008" y="531"/>
                    </a:cubicBezTo>
                    <a:cubicBezTo>
                      <a:pt x="1011" y="529"/>
                      <a:pt x="1011" y="529"/>
                      <a:pt x="1011" y="529"/>
                    </a:cubicBezTo>
                    <a:cubicBezTo>
                      <a:pt x="1011" y="528"/>
                      <a:pt x="1011" y="528"/>
                      <a:pt x="1011" y="528"/>
                    </a:cubicBezTo>
                    <a:cubicBezTo>
                      <a:pt x="1010" y="528"/>
                      <a:pt x="1010" y="528"/>
                      <a:pt x="1010" y="528"/>
                    </a:cubicBezTo>
                    <a:cubicBezTo>
                      <a:pt x="1009" y="527"/>
                      <a:pt x="1009" y="527"/>
                      <a:pt x="1009" y="527"/>
                    </a:cubicBezTo>
                    <a:cubicBezTo>
                      <a:pt x="1010" y="527"/>
                      <a:pt x="1010" y="527"/>
                      <a:pt x="1010" y="527"/>
                    </a:cubicBezTo>
                    <a:cubicBezTo>
                      <a:pt x="1012" y="527"/>
                      <a:pt x="1012" y="527"/>
                      <a:pt x="1012" y="527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3" y="523"/>
                      <a:pt x="1013" y="523"/>
                      <a:pt x="1013" y="523"/>
                    </a:cubicBezTo>
                    <a:cubicBezTo>
                      <a:pt x="1010" y="522"/>
                      <a:pt x="1010" y="522"/>
                      <a:pt x="1010" y="522"/>
                    </a:cubicBezTo>
                    <a:cubicBezTo>
                      <a:pt x="1008" y="523"/>
                      <a:pt x="1008" y="523"/>
                      <a:pt x="1008" y="523"/>
                    </a:cubicBezTo>
                    <a:cubicBezTo>
                      <a:pt x="1007" y="523"/>
                      <a:pt x="1007" y="523"/>
                      <a:pt x="1007" y="523"/>
                    </a:cubicBezTo>
                    <a:cubicBezTo>
                      <a:pt x="1007" y="522"/>
                      <a:pt x="1007" y="522"/>
                      <a:pt x="1007" y="522"/>
                    </a:cubicBezTo>
                    <a:cubicBezTo>
                      <a:pt x="1004" y="522"/>
                      <a:pt x="1004" y="522"/>
                      <a:pt x="1004" y="522"/>
                    </a:cubicBezTo>
                    <a:cubicBezTo>
                      <a:pt x="1004" y="523"/>
                      <a:pt x="1004" y="523"/>
                      <a:pt x="1004" y="523"/>
                    </a:cubicBezTo>
                    <a:cubicBezTo>
                      <a:pt x="1000" y="523"/>
                      <a:pt x="1000" y="523"/>
                      <a:pt x="1000" y="523"/>
                    </a:cubicBezTo>
                    <a:cubicBezTo>
                      <a:pt x="999" y="522"/>
                      <a:pt x="999" y="522"/>
                      <a:pt x="999" y="522"/>
                    </a:cubicBezTo>
                    <a:cubicBezTo>
                      <a:pt x="998" y="522"/>
                      <a:pt x="998" y="522"/>
                      <a:pt x="998" y="522"/>
                    </a:cubicBezTo>
                    <a:cubicBezTo>
                      <a:pt x="997" y="520"/>
                      <a:pt x="997" y="520"/>
                      <a:pt x="997" y="520"/>
                    </a:cubicBezTo>
                    <a:cubicBezTo>
                      <a:pt x="996" y="520"/>
                      <a:pt x="996" y="520"/>
                      <a:pt x="996" y="520"/>
                    </a:cubicBezTo>
                    <a:cubicBezTo>
                      <a:pt x="996" y="519"/>
                      <a:pt x="996" y="519"/>
                      <a:pt x="996" y="519"/>
                    </a:cubicBezTo>
                    <a:cubicBezTo>
                      <a:pt x="992" y="521"/>
                      <a:pt x="992" y="521"/>
                      <a:pt x="992" y="521"/>
                    </a:cubicBezTo>
                    <a:cubicBezTo>
                      <a:pt x="989" y="521"/>
                      <a:pt x="989" y="521"/>
                      <a:pt x="989" y="521"/>
                    </a:cubicBezTo>
                    <a:cubicBezTo>
                      <a:pt x="990" y="522"/>
                      <a:pt x="990" y="522"/>
                      <a:pt x="990" y="522"/>
                    </a:cubicBezTo>
                    <a:cubicBezTo>
                      <a:pt x="990" y="523"/>
                      <a:pt x="990" y="523"/>
                      <a:pt x="990" y="523"/>
                    </a:cubicBezTo>
                    <a:cubicBezTo>
                      <a:pt x="990" y="524"/>
                      <a:pt x="990" y="524"/>
                      <a:pt x="990" y="524"/>
                    </a:cubicBezTo>
                    <a:cubicBezTo>
                      <a:pt x="987" y="525"/>
                      <a:pt x="987" y="525"/>
                      <a:pt x="987" y="525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7"/>
                      <a:pt x="988" y="527"/>
                      <a:pt x="988" y="527"/>
                    </a:cubicBezTo>
                    <a:cubicBezTo>
                      <a:pt x="987" y="527"/>
                      <a:pt x="987" y="527"/>
                      <a:pt x="987" y="527"/>
                    </a:cubicBezTo>
                    <a:cubicBezTo>
                      <a:pt x="986" y="527"/>
                      <a:pt x="986" y="527"/>
                      <a:pt x="986" y="527"/>
                    </a:cubicBezTo>
                    <a:cubicBezTo>
                      <a:pt x="984" y="528"/>
                      <a:pt x="984" y="528"/>
                      <a:pt x="984" y="528"/>
                    </a:cubicBezTo>
                    <a:cubicBezTo>
                      <a:pt x="983" y="528"/>
                      <a:pt x="983" y="528"/>
                      <a:pt x="983" y="528"/>
                    </a:cubicBezTo>
                    <a:cubicBezTo>
                      <a:pt x="981" y="524"/>
                      <a:pt x="981" y="524"/>
                      <a:pt x="981" y="524"/>
                    </a:cubicBezTo>
                    <a:cubicBezTo>
                      <a:pt x="981" y="522"/>
                      <a:pt x="981" y="522"/>
                      <a:pt x="981" y="522"/>
                    </a:cubicBezTo>
                    <a:cubicBezTo>
                      <a:pt x="981" y="521"/>
                      <a:pt x="981" y="521"/>
                      <a:pt x="981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0"/>
                      <a:pt x="978" y="520"/>
                      <a:pt x="978" y="520"/>
                    </a:cubicBezTo>
                    <a:cubicBezTo>
                      <a:pt x="976" y="520"/>
                      <a:pt x="976" y="520"/>
                      <a:pt x="976" y="520"/>
                    </a:cubicBezTo>
                    <a:cubicBezTo>
                      <a:pt x="976" y="521"/>
                      <a:pt x="976" y="521"/>
                      <a:pt x="976" y="521"/>
                    </a:cubicBezTo>
                    <a:cubicBezTo>
                      <a:pt x="975" y="519"/>
                      <a:pt x="975" y="519"/>
                      <a:pt x="975" y="519"/>
                    </a:cubicBezTo>
                    <a:cubicBezTo>
                      <a:pt x="975" y="520"/>
                      <a:pt x="975" y="520"/>
                      <a:pt x="975" y="520"/>
                    </a:cubicBezTo>
                    <a:cubicBezTo>
                      <a:pt x="974" y="519"/>
                      <a:pt x="974" y="519"/>
                      <a:pt x="974" y="519"/>
                    </a:cubicBezTo>
                    <a:cubicBezTo>
                      <a:pt x="972" y="517"/>
                      <a:pt x="972" y="517"/>
                      <a:pt x="972" y="517"/>
                    </a:cubicBezTo>
                    <a:cubicBezTo>
                      <a:pt x="970" y="516"/>
                      <a:pt x="970" y="516"/>
                      <a:pt x="970" y="516"/>
                    </a:cubicBezTo>
                    <a:cubicBezTo>
                      <a:pt x="970" y="515"/>
                      <a:pt x="970" y="515"/>
                      <a:pt x="970" y="515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2"/>
                      <a:pt x="970" y="512"/>
                      <a:pt x="970" y="512"/>
                    </a:cubicBezTo>
                    <a:cubicBezTo>
                      <a:pt x="970" y="511"/>
                      <a:pt x="970" y="511"/>
                      <a:pt x="970" y="511"/>
                    </a:cubicBezTo>
                    <a:cubicBezTo>
                      <a:pt x="970" y="510"/>
                      <a:pt x="970" y="510"/>
                      <a:pt x="970" y="510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4" y="510"/>
                      <a:pt x="974" y="510"/>
                      <a:pt x="974" y="510"/>
                    </a:cubicBezTo>
                    <a:cubicBezTo>
                      <a:pt x="978" y="510"/>
                      <a:pt x="978" y="510"/>
                      <a:pt x="978" y="510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79" y="507"/>
                      <a:pt x="979" y="507"/>
                      <a:pt x="979" y="507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80" y="505"/>
                      <a:pt x="980" y="505"/>
                      <a:pt x="980" y="505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499"/>
                      <a:pt x="983" y="499"/>
                      <a:pt x="983" y="499"/>
                    </a:cubicBezTo>
                    <a:cubicBezTo>
                      <a:pt x="985" y="499"/>
                      <a:pt x="985" y="499"/>
                      <a:pt x="985" y="499"/>
                    </a:cubicBezTo>
                    <a:cubicBezTo>
                      <a:pt x="986" y="497"/>
                      <a:pt x="986" y="497"/>
                      <a:pt x="986" y="497"/>
                    </a:cubicBezTo>
                    <a:cubicBezTo>
                      <a:pt x="987" y="497"/>
                      <a:pt x="987" y="497"/>
                      <a:pt x="987" y="497"/>
                    </a:cubicBezTo>
                    <a:cubicBezTo>
                      <a:pt x="987" y="494"/>
                      <a:pt x="987" y="494"/>
                      <a:pt x="987" y="494"/>
                    </a:cubicBezTo>
                    <a:cubicBezTo>
                      <a:pt x="988" y="492"/>
                      <a:pt x="988" y="492"/>
                      <a:pt x="988" y="492"/>
                    </a:cubicBezTo>
                    <a:cubicBezTo>
                      <a:pt x="989" y="491"/>
                      <a:pt x="989" y="491"/>
                      <a:pt x="989" y="491"/>
                    </a:cubicBezTo>
                    <a:cubicBezTo>
                      <a:pt x="989" y="490"/>
                      <a:pt x="989" y="490"/>
                      <a:pt x="989" y="490"/>
                    </a:cubicBezTo>
                    <a:cubicBezTo>
                      <a:pt x="990" y="489"/>
                      <a:pt x="990" y="489"/>
                      <a:pt x="990" y="489"/>
                    </a:cubicBezTo>
                    <a:cubicBezTo>
                      <a:pt x="991" y="489"/>
                      <a:pt x="991" y="489"/>
                      <a:pt x="991" y="489"/>
                    </a:cubicBezTo>
                    <a:cubicBezTo>
                      <a:pt x="992" y="489"/>
                      <a:pt x="992" y="489"/>
                      <a:pt x="992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6" y="490"/>
                      <a:pt x="996" y="490"/>
                      <a:pt x="996" y="490"/>
                    </a:cubicBezTo>
                    <a:cubicBezTo>
                      <a:pt x="999" y="492"/>
                      <a:pt x="999" y="492"/>
                      <a:pt x="999" y="492"/>
                    </a:cubicBezTo>
                    <a:cubicBezTo>
                      <a:pt x="999" y="493"/>
                      <a:pt x="999" y="493"/>
                      <a:pt x="999" y="493"/>
                    </a:cubicBezTo>
                    <a:cubicBezTo>
                      <a:pt x="998" y="493"/>
                      <a:pt x="998" y="493"/>
                      <a:pt x="998" y="493"/>
                    </a:cubicBezTo>
                    <a:cubicBezTo>
                      <a:pt x="998" y="494"/>
                      <a:pt x="998" y="494"/>
                      <a:pt x="998" y="494"/>
                    </a:cubicBezTo>
                    <a:cubicBezTo>
                      <a:pt x="996" y="496"/>
                      <a:pt x="996" y="496"/>
                      <a:pt x="996" y="496"/>
                    </a:cubicBezTo>
                    <a:cubicBezTo>
                      <a:pt x="996" y="498"/>
                      <a:pt x="996" y="498"/>
                      <a:pt x="996" y="498"/>
                    </a:cubicBezTo>
                    <a:cubicBezTo>
                      <a:pt x="995" y="498"/>
                      <a:pt x="995" y="498"/>
                      <a:pt x="995" y="498"/>
                    </a:cubicBezTo>
                    <a:cubicBezTo>
                      <a:pt x="995" y="499"/>
                      <a:pt x="995" y="499"/>
                      <a:pt x="995" y="499"/>
                    </a:cubicBezTo>
                    <a:cubicBezTo>
                      <a:pt x="995" y="501"/>
                      <a:pt x="995" y="501"/>
                      <a:pt x="995" y="501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5" y="503"/>
                      <a:pt x="995" y="503"/>
                      <a:pt x="995" y="503"/>
                    </a:cubicBezTo>
                    <a:cubicBezTo>
                      <a:pt x="995" y="505"/>
                      <a:pt x="995" y="505"/>
                      <a:pt x="995" y="505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6" y="507"/>
                      <a:pt x="996" y="507"/>
                      <a:pt x="996" y="507"/>
                    </a:cubicBezTo>
                    <a:cubicBezTo>
                      <a:pt x="996" y="508"/>
                      <a:pt x="996" y="508"/>
                      <a:pt x="996" y="508"/>
                    </a:cubicBezTo>
                    <a:cubicBezTo>
                      <a:pt x="994" y="508"/>
                      <a:pt x="994" y="508"/>
                      <a:pt x="994" y="508"/>
                    </a:cubicBezTo>
                    <a:cubicBezTo>
                      <a:pt x="993" y="510"/>
                      <a:pt x="993" y="510"/>
                      <a:pt x="993" y="510"/>
                    </a:cubicBezTo>
                    <a:cubicBezTo>
                      <a:pt x="995" y="511"/>
                      <a:pt x="995" y="511"/>
                      <a:pt x="995" y="511"/>
                    </a:cubicBezTo>
                    <a:cubicBezTo>
                      <a:pt x="995" y="512"/>
                      <a:pt x="995" y="512"/>
                      <a:pt x="995" y="512"/>
                    </a:cubicBezTo>
                    <a:cubicBezTo>
                      <a:pt x="997" y="512"/>
                      <a:pt x="997" y="512"/>
                      <a:pt x="997" y="512"/>
                    </a:cubicBezTo>
                    <a:cubicBezTo>
                      <a:pt x="997" y="511"/>
                      <a:pt x="997" y="511"/>
                      <a:pt x="997" y="511"/>
                    </a:cubicBezTo>
                    <a:cubicBezTo>
                      <a:pt x="998" y="511"/>
                      <a:pt x="998" y="511"/>
                      <a:pt x="998" y="511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1002" y="508"/>
                      <a:pt x="1002" y="508"/>
                      <a:pt x="1002" y="508"/>
                    </a:cubicBezTo>
                    <a:cubicBezTo>
                      <a:pt x="1002" y="507"/>
                      <a:pt x="1002" y="507"/>
                      <a:pt x="1002" y="507"/>
                    </a:cubicBezTo>
                    <a:cubicBezTo>
                      <a:pt x="1002" y="506"/>
                      <a:pt x="1002" y="506"/>
                      <a:pt x="1002" y="506"/>
                    </a:cubicBezTo>
                    <a:cubicBezTo>
                      <a:pt x="1006" y="503"/>
                      <a:pt x="1006" y="503"/>
                      <a:pt x="1006" y="503"/>
                    </a:cubicBezTo>
                    <a:cubicBezTo>
                      <a:pt x="1008" y="503"/>
                      <a:pt x="1008" y="503"/>
                      <a:pt x="1008" y="503"/>
                    </a:cubicBezTo>
                    <a:cubicBezTo>
                      <a:pt x="1008" y="501"/>
                      <a:pt x="1008" y="501"/>
                      <a:pt x="1008" y="501"/>
                    </a:cubicBezTo>
                    <a:cubicBezTo>
                      <a:pt x="1009" y="501"/>
                      <a:pt x="1009" y="501"/>
                      <a:pt x="1009" y="501"/>
                    </a:cubicBezTo>
                    <a:cubicBezTo>
                      <a:pt x="1011" y="500"/>
                      <a:pt x="1011" y="500"/>
                      <a:pt x="1011" y="500"/>
                    </a:cubicBezTo>
                    <a:cubicBezTo>
                      <a:pt x="1012" y="501"/>
                      <a:pt x="1012" y="501"/>
                      <a:pt x="1012" y="501"/>
                    </a:cubicBezTo>
                    <a:cubicBezTo>
                      <a:pt x="1013" y="500"/>
                      <a:pt x="1013" y="500"/>
                      <a:pt x="1013" y="500"/>
                    </a:cubicBezTo>
                    <a:cubicBezTo>
                      <a:pt x="1015" y="500"/>
                      <a:pt x="1015" y="500"/>
                      <a:pt x="1015" y="500"/>
                    </a:cubicBezTo>
                    <a:cubicBezTo>
                      <a:pt x="1016" y="498"/>
                      <a:pt x="1016" y="498"/>
                      <a:pt x="1016" y="498"/>
                    </a:cubicBezTo>
                    <a:cubicBezTo>
                      <a:pt x="1016" y="499"/>
                      <a:pt x="1016" y="499"/>
                      <a:pt x="1016" y="499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2"/>
                      <a:pt x="1017" y="502"/>
                      <a:pt x="1017" y="502"/>
                    </a:cubicBezTo>
                    <a:cubicBezTo>
                      <a:pt x="1017" y="501"/>
                      <a:pt x="1017" y="501"/>
                      <a:pt x="1017" y="501"/>
                    </a:cubicBezTo>
                    <a:cubicBezTo>
                      <a:pt x="1018" y="502"/>
                      <a:pt x="1018" y="502"/>
                      <a:pt x="1018" y="502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1" y="501"/>
                      <a:pt x="1021" y="501"/>
                      <a:pt x="1021" y="501"/>
                    </a:cubicBezTo>
                    <a:cubicBezTo>
                      <a:pt x="1021" y="502"/>
                      <a:pt x="1021" y="502"/>
                      <a:pt x="1021" y="502"/>
                    </a:cubicBezTo>
                    <a:cubicBezTo>
                      <a:pt x="1024" y="502"/>
                      <a:pt x="1024" y="502"/>
                      <a:pt x="1024" y="502"/>
                    </a:cubicBezTo>
                    <a:cubicBezTo>
                      <a:pt x="1025" y="503"/>
                      <a:pt x="1025" y="503"/>
                      <a:pt x="1025" y="503"/>
                    </a:cubicBezTo>
                    <a:cubicBezTo>
                      <a:pt x="1023" y="506"/>
                      <a:pt x="1023" y="506"/>
                      <a:pt x="1023" y="506"/>
                    </a:cubicBezTo>
                    <a:cubicBezTo>
                      <a:pt x="1023" y="510"/>
                      <a:pt x="1023" y="510"/>
                      <a:pt x="1023" y="510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3" y="513"/>
                      <a:pt x="1023" y="513"/>
                      <a:pt x="1023" y="513"/>
                    </a:cubicBezTo>
                    <a:cubicBezTo>
                      <a:pt x="1023" y="516"/>
                      <a:pt x="1023" y="516"/>
                      <a:pt x="1023" y="516"/>
                    </a:cubicBezTo>
                    <a:cubicBezTo>
                      <a:pt x="1023" y="518"/>
                      <a:pt x="1023" y="518"/>
                      <a:pt x="1023" y="518"/>
                    </a:cubicBezTo>
                    <a:cubicBezTo>
                      <a:pt x="1024" y="518"/>
                      <a:pt x="1024" y="518"/>
                      <a:pt x="1024" y="518"/>
                    </a:cubicBezTo>
                    <a:cubicBezTo>
                      <a:pt x="1025" y="518"/>
                      <a:pt x="1025" y="518"/>
                      <a:pt x="1025" y="518"/>
                    </a:cubicBezTo>
                    <a:cubicBezTo>
                      <a:pt x="1026" y="518"/>
                      <a:pt x="1026" y="518"/>
                      <a:pt x="1026" y="518"/>
                    </a:cubicBezTo>
                    <a:cubicBezTo>
                      <a:pt x="1025" y="520"/>
                      <a:pt x="1025" y="520"/>
                      <a:pt x="1025" y="520"/>
                    </a:cubicBezTo>
                    <a:cubicBezTo>
                      <a:pt x="1026" y="522"/>
                      <a:pt x="1026" y="522"/>
                      <a:pt x="1026" y="522"/>
                    </a:cubicBezTo>
                    <a:cubicBezTo>
                      <a:pt x="1028" y="520"/>
                      <a:pt x="1028" y="520"/>
                      <a:pt x="1028" y="520"/>
                    </a:cubicBezTo>
                    <a:cubicBezTo>
                      <a:pt x="1029" y="521"/>
                      <a:pt x="1029" y="521"/>
                      <a:pt x="1029" y="521"/>
                    </a:cubicBezTo>
                    <a:cubicBezTo>
                      <a:pt x="1031" y="518"/>
                      <a:pt x="1031" y="518"/>
                      <a:pt x="1031" y="518"/>
                    </a:cubicBezTo>
                    <a:cubicBezTo>
                      <a:pt x="1030" y="518"/>
                      <a:pt x="1030" y="518"/>
                      <a:pt x="1030" y="518"/>
                    </a:cubicBezTo>
                    <a:cubicBezTo>
                      <a:pt x="1032" y="519"/>
                      <a:pt x="1032" y="519"/>
                      <a:pt x="1032" y="519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4" y="519"/>
                      <a:pt x="1034" y="519"/>
                      <a:pt x="1034" y="519"/>
                    </a:cubicBezTo>
                    <a:cubicBezTo>
                      <a:pt x="1037" y="522"/>
                      <a:pt x="1037" y="522"/>
                      <a:pt x="1037" y="522"/>
                    </a:cubicBezTo>
                    <a:cubicBezTo>
                      <a:pt x="1039" y="524"/>
                      <a:pt x="1039" y="524"/>
                      <a:pt x="1039" y="524"/>
                    </a:cubicBezTo>
                    <a:cubicBezTo>
                      <a:pt x="1040" y="524"/>
                      <a:pt x="1040" y="524"/>
                      <a:pt x="1040" y="524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41" y="527"/>
                      <a:pt x="1041" y="527"/>
                      <a:pt x="1041" y="527"/>
                    </a:cubicBezTo>
                    <a:cubicBezTo>
                      <a:pt x="1040" y="526"/>
                      <a:pt x="1040" y="526"/>
                      <a:pt x="1040" y="526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38" y="527"/>
                      <a:pt x="1038" y="527"/>
                      <a:pt x="1038" y="527"/>
                    </a:cubicBezTo>
                    <a:cubicBezTo>
                      <a:pt x="1037" y="526"/>
                      <a:pt x="1037" y="526"/>
                      <a:pt x="1037" y="526"/>
                    </a:cubicBezTo>
                    <a:cubicBezTo>
                      <a:pt x="1035" y="529"/>
                      <a:pt x="1035" y="529"/>
                      <a:pt x="1035" y="529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40" y="532"/>
                      <a:pt x="1040" y="532"/>
                      <a:pt x="1040" y="532"/>
                    </a:cubicBezTo>
                    <a:cubicBezTo>
                      <a:pt x="1040" y="535"/>
                      <a:pt x="1040" y="535"/>
                      <a:pt x="1040" y="535"/>
                    </a:cubicBezTo>
                    <a:cubicBezTo>
                      <a:pt x="1041" y="536"/>
                      <a:pt x="1041" y="536"/>
                      <a:pt x="1041" y="536"/>
                    </a:cubicBezTo>
                    <a:cubicBezTo>
                      <a:pt x="1042" y="536"/>
                      <a:pt x="1042" y="536"/>
                      <a:pt x="1042" y="536"/>
                    </a:cubicBezTo>
                    <a:cubicBezTo>
                      <a:pt x="1042" y="537"/>
                      <a:pt x="1042" y="537"/>
                      <a:pt x="1042" y="537"/>
                    </a:cubicBezTo>
                    <a:cubicBezTo>
                      <a:pt x="1040" y="539"/>
                      <a:pt x="1040" y="539"/>
                      <a:pt x="1040" y="539"/>
                    </a:cubicBezTo>
                    <a:cubicBezTo>
                      <a:pt x="1040" y="540"/>
                      <a:pt x="1040" y="540"/>
                      <a:pt x="1040" y="540"/>
                    </a:cubicBezTo>
                    <a:cubicBezTo>
                      <a:pt x="1041" y="541"/>
                      <a:pt x="1041" y="541"/>
                      <a:pt x="1041" y="541"/>
                    </a:cubicBezTo>
                    <a:cubicBezTo>
                      <a:pt x="1041" y="542"/>
                      <a:pt x="1041" y="542"/>
                      <a:pt x="1041" y="542"/>
                    </a:cubicBezTo>
                    <a:cubicBezTo>
                      <a:pt x="1040" y="542"/>
                      <a:pt x="1040" y="542"/>
                      <a:pt x="1040" y="542"/>
                    </a:cubicBezTo>
                    <a:cubicBezTo>
                      <a:pt x="1040" y="544"/>
                      <a:pt x="1040" y="544"/>
                      <a:pt x="1040" y="544"/>
                    </a:cubicBezTo>
                    <a:cubicBezTo>
                      <a:pt x="1041" y="545"/>
                      <a:pt x="1041" y="545"/>
                      <a:pt x="1041" y="545"/>
                    </a:cubicBezTo>
                    <a:cubicBezTo>
                      <a:pt x="1040" y="545"/>
                      <a:pt x="1040" y="545"/>
                      <a:pt x="1040" y="545"/>
                    </a:cubicBezTo>
                    <a:cubicBezTo>
                      <a:pt x="1042" y="549"/>
                      <a:pt x="1042" y="549"/>
                      <a:pt x="1042" y="549"/>
                    </a:cubicBezTo>
                    <a:cubicBezTo>
                      <a:pt x="1043" y="549"/>
                      <a:pt x="1043" y="549"/>
                      <a:pt x="1043" y="549"/>
                    </a:cubicBezTo>
                    <a:cubicBezTo>
                      <a:pt x="1042" y="550"/>
                      <a:pt x="1042" y="550"/>
                      <a:pt x="1042" y="550"/>
                    </a:cubicBezTo>
                    <a:cubicBezTo>
                      <a:pt x="1041" y="550"/>
                      <a:pt x="1041" y="550"/>
                      <a:pt x="1041" y="550"/>
                    </a:cubicBezTo>
                    <a:cubicBezTo>
                      <a:pt x="1041" y="552"/>
                      <a:pt x="1041" y="552"/>
                      <a:pt x="1041" y="552"/>
                    </a:cubicBezTo>
                    <a:cubicBezTo>
                      <a:pt x="1042" y="553"/>
                      <a:pt x="1042" y="553"/>
                      <a:pt x="1042" y="553"/>
                    </a:cubicBezTo>
                    <a:cubicBezTo>
                      <a:pt x="1043" y="553"/>
                      <a:pt x="1043" y="553"/>
                      <a:pt x="1043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6" y="552"/>
                      <a:pt x="1046" y="552"/>
                      <a:pt x="1046" y="552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8" y="549"/>
                      <a:pt x="1048" y="549"/>
                      <a:pt x="1048" y="549"/>
                    </a:cubicBezTo>
                    <a:cubicBezTo>
                      <a:pt x="1051" y="547"/>
                      <a:pt x="1051" y="547"/>
                      <a:pt x="1051" y="547"/>
                    </a:cubicBezTo>
                    <a:cubicBezTo>
                      <a:pt x="1052" y="546"/>
                      <a:pt x="1052" y="546"/>
                      <a:pt x="1052" y="546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3" y="549"/>
                      <a:pt x="1053" y="549"/>
                      <a:pt x="1053" y="549"/>
                    </a:cubicBezTo>
                    <a:cubicBezTo>
                      <a:pt x="1055" y="548"/>
                      <a:pt x="1055" y="548"/>
                      <a:pt x="1055" y="548"/>
                    </a:cubicBezTo>
                    <a:cubicBezTo>
                      <a:pt x="1055" y="547"/>
                      <a:pt x="1055" y="547"/>
                      <a:pt x="1055" y="547"/>
                    </a:cubicBezTo>
                    <a:cubicBezTo>
                      <a:pt x="1056" y="547"/>
                      <a:pt x="1056" y="547"/>
                      <a:pt x="1056" y="547"/>
                    </a:cubicBezTo>
                    <a:cubicBezTo>
                      <a:pt x="1057" y="548"/>
                      <a:pt x="1057" y="548"/>
                      <a:pt x="1057" y="548"/>
                    </a:cubicBezTo>
                    <a:cubicBezTo>
                      <a:pt x="1058" y="547"/>
                      <a:pt x="1058" y="547"/>
                      <a:pt x="1058" y="547"/>
                    </a:cubicBezTo>
                    <a:cubicBezTo>
                      <a:pt x="1058" y="548"/>
                      <a:pt x="1058" y="548"/>
                      <a:pt x="1058" y="548"/>
                    </a:cubicBezTo>
                    <a:cubicBezTo>
                      <a:pt x="1060" y="548"/>
                      <a:pt x="1060" y="548"/>
                      <a:pt x="1060" y="548"/>
                    </a:cubicBezTo>
                    <a:cubicBezTo>
                      <a:pt x="1060" y="547"/>
                      <a:pt x="1060" y="547"/>
                      <a:pt x="1060" y="547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1" y="545"/>
                      <a:pt x="1061" y="545"/>
                      <a:pt x="1061" y="545"/>
                    </a:cubicBezTo>
                    <a:cubicBezTo>
                      <a:pt x="1063" y="542"/>
                      <a:pt x="1063" y="542"/>
                      <a:pt x="1063" y="542"/>
                    </a:cubicBezTo>
                    <a:cubicBezTo>
                      <a:pt x="1063" y="541"/>
                      <a:pt x="1063" y="541"/>
                      <a:pt x="1063" y="541"/>
                    </a:cubicBezTo>
                    <a:cubicBezTo>
                      <a:pt x="1064" y="540"/>
                      <a:pt x="1064" y="540"/>
                      <a:pt x="1064" y="540"/>
                    </a:cubicBezTo>
                    <a:cubicBezTo>
                      <a:pt x="1063" y="534"/>
                      <a:pt x="1063" y="534"/>
                      <a:pt x="1063" y="534"/>
                    </a:cubicBezTo>
                    <a:cubicBezTo>
                      <a:pt x="1062" y="534"/>
                      <a:pt x="1062" y="534"/>
                      <a:pt x="1062" y="534"/>
                    </a:cubicBezTo>
                    <a:cubicBezTo>
                      <a:pt x="1062" y="533"/>
                      <a:pt x="1062" y="533"/>
                      <a:pt x="1062" y="533"/>
                    </a:cubicBezTo>
                    <a:cubicBezTo>
                      <a:pt x="1061" y="528"/>
                      <a:pt x="1061" y="528"/>
                      <a:pt x="1061" y="528"/>
                    </a:cubicBezTo>
                    <a:cubicBezTo>
                      <a:pt x="1060" y="527"/>
                      <a:pt x="1060" y="527"/>
                      <a:pt x="1060" y="527"/>
                    </a:cubicBezTo>
                    <a:cubicBezTo>
                      <a:pt x="1060" y="524"/>
                      <a:pt x="1060" y="524"/>
                      <a:pt x="1060" y="524"/>
                    </a:cubicBezTo>
                    <a:cubicBezTo>
                      <a:pt x="1055" y="518"/>
                      <a:pt x="1055" y="518"/>
                      <a:pt x="1055" y="518"/>
                    </a:cubicBezTo>
                    <a:cubicBezTo>
                      <a:pt x="1051" y="514"/>
                      <a:pt x="1051" y="514"/>
                      <a:pt x="1051" y="514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8"/>
                      <a:pt x="1048" y="508"/>
                      <a:pt x="1048" y="508"/>
                    </a:cubicBezTo>
                    <a:cubicBezTo>
                      <a:pt x="1042" y="505"/>
                      <a:pt x="1042" y="505"/>
                      <a:pt x="1042" y="505"/>
                    </a:cubicBezTo>
                    <a:cubicBezTo>
                      <a:pt x="1041" y="503"/>
                      <a:pt x="1041" y="503"/>
                      <a:pt x="1041" y="503"/>
                    </a:cubicBezTo>
                    <a:cubicBezTo>
                      <a:pt x="1039" y="503"/>
                      <a:pt x="1039" y="503"/>
                      <a:pt x="1039" y="503"/>
                    </a:cubicBezTo>
                    <a:cubicBezTo>
                      <a:pt x="1039" y="502"/>
                      <a:pt x="1039" y="502"/>
                      <a:pt x="1039" y="502"/>
                    </a:cubicBezTo>
                    <a:cubicBezTo>
                      <a:pt x="1039" y="501"/>
                      <a:pt x="1039" y="501"/>
                      <a:pt x="1039" y="501"/>
                    </a:cubicBezTo>
                    <a:cubicBezTo>
                      <a:pt x="1039" y="499"/>
                      <a:pt x="1039" y="499"/>
                      <a:pt x="1039" y="499"/>
                    </a:cubicBezTo>
                    <a:cubicBezTo>
                      <a:pt x="1039" y="498"/>
                      <a:pt x="1039" y="498"/>
                      <a:pt x="1039" y="498"/>
                    </a:cubicBezTo>
                    <a:cubicBezTo>
                      <a:pt x="1041" y="496"/>
                      <a:pt x="1041" y="496"/>
                      <a:pt x="1041" y="496"/>
                    </a:cubicBezTo>
                    <a:cubicBezTo>
                      <a:pt x="1041" y="495"/>
                      <a:pt x="1041" y="495"/>
                      <a:pt x="1041" y="495"/>
                    </a:cubicBezTo>
                    <a:cubicBezTo>
                      <a:pt x="1042" y="494"/>
                      <a:pt x="1042" y="494"/>
                      <a:pt x="1042" y="494"/>
                    </a:cubicBezTo>
                    <a:cubicBezTo>
                      <a:pt x="1044" y="494"/>
                      <a:pt x="1044" y="494"/>
                      <a:pt x="1044" y="494"/>
                    </a:cubicBezTo>
                    <a:cubicBezTo>
                      <a:pt x="1044" y="493"/>
                      <a:pt x="1044" y="493"/>
                      <a:pt x="1044" y="493"/>
                    </a:cubicBezTo>
                    <a:cubicBezTo>
                      <a:pt x="1046" y="492"/>
                      <a:pt x="1046" y="492"/>
                      <a:pt x="1046" y="492"/>
                    </a:cubicBezTo>
                    <a:cubicBezTo>
                      <a:pt x="1045" y="491"/>
                      <a:pt x="1045" y="491"/>
                      <a:pt x="1045" y="491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50" y="485"/>
                      <a:pt x="1050" y="485"/>
                      <a:pt x="1050" y="485"/>
                    </a:cubicBezTo>
                    <a:cubicBezTo>
                      <a:pt x="1051" y="483"/>
                      <a:pt x="1051" y="483"/>
                      <a:pt x="1051" y="483"/>
                    </a:cubicBezTo>
                    <a:cubicBezTo>
                      <a:pt x="1050" y="482"/>
                      <a:pt x="1050" y="482"/>
                      <a:pt x="1050" y="482"/>
                    </a:cubicBezTo>
                    <a:cubicBezTo>
                      <a:pt x="1050" y="478"/>
                      <a:pt x="1050" y="478"/>
                      <a:pt x="1050" y="478"/>
                    </a:cubicBezTo>
                    <a:cubicBezTo>
                      <a:pt x="1048" y="477"/>
                      <a:pt x="1048" y="477"/>
                      <a:pt x="1048" y="477"/>
                    </a:cubicBezTo>
                    <a:cubicBezTo>
                      <a:pt x="1048" y="475"/>
                      <a:pt x="1048" y="475"/>
                      <a:pt x="1048" y="475"/>
                    </a:cubicBezTo>
                    <a:cubicBezTo>
                      <a:pt x="1049" y="472"/>
                      <a:pt x="1049" y="472"/>
                      <a:pt x="1049" y="472"/>
                    </a:cubicBezTo>
                    <a:cubicBezTo>
                      <a:pt x="1049" y="471"/>
                      <a:pt x="1049" y="471"/>
                      <a:pt x="1049" y="471"/>
                    </a:cubicBezTo>
                    <a:cubicBezTo>
                      <a:pt x="1050" y="471"/>
                      <a:pt x="1050" y="471"/>
                      <a:pt x="1050" y="471"/>
                    </a:cubicBezTo>
                    <a:cubicBezTo>
                      <a:pt x="1052" y="468"/>
                      <a:pt x="1052" y="468"/>
                      <a:pt x="1052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4" y="466"/>
                      <a:pt x="1054" y="466"/>
                      <a:pt x="1054" y="466"/>
                    </a:cubicBezTo>
                    <a:cubicBezTo>
                      <a:pt x="1055" y="466"/>
                      <a:pt x="1055" y="466"/>
                      <a:pt x="1055" y="466"/>
                    </a:cubicBezTo>
                    <a:cubicBezTo>
                      <a:pt x="1056" y="467"/>
                      <a:pt x="1056" y="467"/>
                      <a:pt x="1056" y="467"/>
                    </a:cubicBezTo>
                    <a:cubicBezTo>
                      <a:pt x="1057" y="464"/>
                      <a:pt x="1057" y="464"/>
                      <a:pt x="1057" y="464"/>
                    </a:cubicBezTo>
                    <a:cubicBezTo>
                      <a:pt x="1058" y="463"/>
                      <a:pt x="1058" y="463"/>
                      <a:pt x="1058" y="463"/>
                    </a:cubicBezTo>
                    <a:cubicBezTo>
                      <a:pt x="1058" y="460"/>
                      <a:pt x="1058" y="460"/>
                      <a:pt x="1058" y="460"/>
                    </a:cubicBezTo>
                    <a:cubicBezTo>
                      <a:pt x="1059" y="459"/>
                      <a:pt x="1059" y="459"/>
                      <a:pt x="1059" y="459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61" y="458"/>
                      <a:pt x="1061" y="458"/>
                      <a:pt x="1061" y="458"/>
                    </a:cubicBezTo>
                    <a:cubicBezTo>
                      <a:pt x="1062" y="458"/>
                      <a:pt x="1062" y="458"/>
                      <a:pt x="1062" y="458"/>
                    </a:cubicBezTo>
                    <a:cubicBezTo>
                      <a:pt x="1063" y="458"/>
                      <a:pt x="1063" y="458"/>
                      <a:pt x="1063" y="458"/>
                    </a:cubicBezTo>
                    <a:cubicBezTo>
                      <a:pt x="1063" y="461"/>
                      <a:pt x="1063" y="461"/>
                      <a:pt x="1063" y="461"/>
                    </a:cubicBezTo>
                    <a:cubicBezTo>
                      <a:pt x="1066" y="461"/>
                      <a:pt x="1066" y="461"/>
                      <a:pt x="1066" y="461"/>
                    </a:cubicBezTo>
                    <a:cubicBezTo>
                      <a:pt x="1068" y="463"/>
                      <a:pt x="1068" y="463"/>
                      <a:pt x="1068" y="463"/>
                    </a:cubicBezTo>
                    <a:cubicBezTo>
                      <a:pt x="1069" y="462"/>
                      <a:pt x="1069" y="462"/>
                      <a:pt x="1069" y="462"/>
                    </a:cubicBezTo>
                    <a:cubicBezTo>
                      <a:pt x="1070" y="463"/>
                      <a:pt x="1070" y="463"/>
                      <a:pt x="1070" y="463"/>
                    </a:cubicBezTo>
                    <a:cubicBezTo>
                      <a:pt x="1072" y="461"/>
                      <a:pt x="1072" y="461"/>
                      <a:pt x="1072" y="461"/>
                    </a:cubicBezTo>
                    <a:cubicBezTo>
                      <a:pt x="1074" y="461"/>
                      <a:pt x="1074" y="461"/>
                      <a:pt x="1074" y="461"/>
                    </a:cubicBezTo>
                    <a:cubicBezTo>
                      <a:pt x="1074" y="460"/>
                      <a:pt x="1074" y="460"/>
                      <a:pt x="1074" y="460"/>
                    </a:cubicBezTo>
                    <a:cubicBezTo>
                      <a:pt x="1075" y="460"/>
                      <a:pt x="1075" y="460"/>
                      <a:pt x="1075" y="460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9" y="455"/>
                      <a:pt x="1079" y="455"/>
                      <a:pt x="1079" y="455"/>
                    </a:cubicBezTo>
                    <a:cubicBezTo>
                      <a:pt x="1079" y="454"/>
                      <a:pt x="1079" y="454"/>
                      <a:pt x="1079" y="454"/>
                    </a:cubicBezTo>
                    <a:cubicBezTo>
                      <a:pt x="1081" y="453"/>
                      <a:pt x="1081" y="453"/>
                      <a:pt x="1081" y="453"/>
                    </a:cubicBezTo>
                    <a:cubicBezTo>
                      <a:pt x="1081" y="452"/>
                      <a:pt x="1081" y="452"/>
                      <a:pt x="1081" y="452"/>
                    </a:cubicBezTo>
                    <a:cubicBezTo>
                      <a:pt x="1083" y="448"/>
                      <a:pt x="1083" y="448"/>
                      <a:pt x="1083" y="448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5"/>
                      <a:pt x="1083" y="445"/>
                      <a:pt x="1083" y="445"/>
                    </a:cubicBezTo>
                    <a:cubicBezTo>
                      <a:pt x="1084" y="444"/>
                      <a:pt x="1084" y="444"/>
                      <a:pt x="1084" y="444"/>
                    </a:cubicBezTo>
                    <a:cubicBezTo>
                      <a:pt x="1084" y="442"/>
                      <a:pt x="1084" y="442"/>
                      <a:pt x="1084" y="442"/>
                    </a:cubicBezTo>
                    <a:cubicBezTo>
                      <a:pt x="1086" y="441"/>
                      <a:pt x="1086" y="441"/>
                      <a:pt x="1086" y="441"/>
                    </a:cubicBezTo>
                    <a:cubicBezTo>
                      <a:pt x="1087" y="440"/>
                      <a:pt x="1087" y="440"/>
                      <a:pt x="1087" y="440"/>
                    </a:cubicBezTo>
                    <a:cubicBezTo>
                      <a:pt x="1086" y="439"/>
                      <a:pt x="1086" y="439"/>
                      <a:pt x="1086" y="439"/>
                    </a:cubicBezTo>
                    <a:cubicBezTo>
                      <a:pt x="1086" y="438"/>
                      <a:pt x="1086" y="438"/>
                      <a:pt x="1086" y="438"/>
                    </a:cubicBezTo>
                    <a:cubicBezTo>
                      <a:pt x="1087" y="438"/>
                      <a:pt x="1087" y="438"/>
                      <a:pt x="1087" y="438"/>
                    </a:cubicBezTo>
                    <a:cubicBezTo>
                      <a:pt x="1088" y="431"/>
                      <a:pt x="1088" y="431"/>
                      <a:pt x="1088" y="431"/>
                    </a:cubicBezTo>
                    <a:cubicBezTo>
                      <a:pt x="1090" y="429"/>
                      <a:pt x="1090" y="429"/>
                      <a:pt x="1090" y="429"/>
                    </a:cubicBezTo>
                    <a:cubicBezTo>
                      <a:pt x="1090" y="428"/>
                      <a:pt x="1090" y="428"/>
                      <a:pt x="1090" y="428"/>
                    </a:cubicBezTo>
                    <a:cubicBezTo>
                      <a:pt x="1092" y="427"/>
                      <a:pt x="1092" y="427"/>
                      <a:pt x="1092" y="427"/>
                    </a:cubicBezTo>
                    <a:cubicBezTo>
                      <a:pt x="1092" y="425"/>
                      <a:pt x="1092" y="425"/>
                      <a:pt x="1092" y="425"/>
                    </a:cubicBezTo>
                    <a:cubicBezTo>
                      <a:pt x="1094" y="423"/>
                      <a:pt x="1094" y="423"/>
                      <a:pt x="1094" y="423"/>
                    </a:cubicBezTo>
                    <a:cubicBezTo>
                      <a:pt x="1094" y="421"/>
                      <a:pt x="1094" y="421"/>
                      <a:pt x="1094" y="421"/>
                    </a:cubicBezTo>
                    <a:cubicBezTo>
                      <a:pt x="1093" y="420"/>
                      <a:pt x="1093" y="420"/>
                      <a:pt x="1093" y="420"/>
                    </a:cubicBezTo>
                    <a:cubicBezTo>
                      <a:pt x="1093" y="419"/>
                      <a:pt x="1093" y="419"/>
                      <a:pt x="1093" y="419"/>
                    </a:cubicBezTo>
                    <a:cubicBezTo>
                      <a:pt x="1094" y="418"/>
                      <a:pt x="1094" y="418"/>
                      <a:pt x="1094" y="418"/>
                    </a:cubicBezTo>
                    <a:cubicBezTo>
                      <a:pt x="1094" y="414"/>
                      <a:pt x="1094" y="414"/>
                      <a:pt x="1094" y="414"/>
                    </a:cubicBezTo>
                    <a:cubicBezTo>
                      <a:pt x="1095" y="413"/>
                      <a:pt x="1095" y="413"/>
                      <a:pt x="1095" y="413"/>
                    </a:cubicBezTo>
                    <a:cubicBezTo>
                      <a:pt x="1095" y="411"/>
                      <a:pt x="1095" y="411"/>
                      <a:pt x="1095" y="411"/>
                    </a:cubicBezTo>
                    <a:cubicBezTo>
                      <a:pt x="1094" y="411"/>
                      <a:pt x="1094" y="411"/>
                      <a:pt x="1094" y="411"/>
                    </a:cubicBezTo>
                    <a:cubicBezTo>
                      <a:pt x="1095" y="409"/>
                      <a:pt x="1095" y="409"/>
                      <a:pt x="1095" y="409"/>
                    </a:cubicBezTo>
                    <a:cubicBezTo>
                      <a:pt x="1095" y="408"/>
                      <a:pt x="1095" y="408"/>
                      <a:pt x="1095" y="408"/>
                    </a:cubicBezTo>
                    <a:cubicBezTo>
                      <a:pt x="1096" y="406"/>
                      <a:pt x="1096" y="406"/>
                      <a:pt x="1096" y="406"/>
                    </a:cubicBezTo>
                    <a:cubicBezTo>
                      <a:pt x="1097" y="404"/>
                      <a:pt x="1097" y="404"/>
                      <a:pt x="1097" y="404"/>
                    </a:cubicBezTo>
                    <a:cubicBezTo>
                      <a:pt x="1096" y="403"/>
                      <a:pt x="1096" y="403"/>
                      <a:pt x="1096" y="403"/>
                    </a:cubicBezTo>
                    <a:cubicBezTo>
                      <a:pt x="1096" y="401"/>
                      <a:pt x="1096" y="401"/>
                      <a:pt x="1096" y="401"/>
                    </a:cubicBezTo>
                    <a:cubicBezTo>
                      <a:pt x="1097" y="399"/>
                      <a:pt x="1097" y="399"/>
                      <a:pt x="1097" y="399"/>
                    </a:cubicBezTo>
                    <a:cubicBezTo>
                      <a:pt x="1097" y="397"/>
                      <a:pt x="1097" y="397"/>
                      <a:pt x="1097" y="397"/>
                    </a:cubicBezTo>
                    <a:cubicBezTo>
                      <a:pt x="1099" y="395"/>
                      <a:pt x="1099" y="395"/>
                      <a:pt x="1099" y="395"/>
                    </a:cubicBezTo>
                    <a:cubicBezTo>
                      <a:pt x="1099" y="393"/>
                      <a:pt x="1099" y="393"/>
                      <a:pt x="1099" y="393"/>
                    </a:cubicBezTo>
                    <a:cubicBezTo>
                      <a:pt x="1098" y="391"/>
                      <a:pt x="1098" y="391"/>
                      <a:pt x="1098" y="391"/>
                    </a:cubicBezTo>
                    <a:cubicBezTo>
                      <a:pt x="1098" y="389"/>
                      <a:pt x="1098" y="389"/>
                      <a:pt x="1098" y="389"/>
                    </a:cubicBezTo>
                    <a:cubicBezTo>
                      <a:pt x="1099" y="389"/>
                      <a:pt x="1099" y="389"/>
                      <a:pt x="1099" y="389"/>
                    </a:cubicBezTo>
                    <a:cubicBezTo>
                      <a:pt x="1099" y="386"/>
                      <a:pt x="1099" y="386"/>
                      <a:pt x="1099" y="386"/>
                    </a:cubicBezTo>
                    <a:cubicBezTo>
                      <a:pt x="1098" y="386"/>
                      <a:pt x="1098" y="386"/>
                      <a:pt x="1098" y="386"/>
                    </a:cubicBezTo>
                    <a:cubicBezTo>
                      <a:pt x="1097" y="384"/>
                      <a:pt x="1097" y="384"/>
                      <a:pt x="1097" y="384"/>
                    </a:cubicBezTo>
                    <a:cubicBezTo>
                      <a:pt x="1097" y="382"/>
                      <a:pt x="1097" y="382"/>
                      <a:pt x="1097" y="382"/>
                    </a:cubicBezTo>
                    <a:cubicBezTo>
                      <a:pt x="1097" y="381"/>
                      <a:pt x="1097" y="381"/>
                      <a:pt x="1097" y="381"/>
                    </a:cubicBezTo>
                    <a:cubicBezTo>
                      <a:pt x="1097" y="379"/>
                      <a:pt x="1097" y="379"/>
                      <a:pt x="1097" y="379"/>
                    </a:cubicBezTo>
                    <a:cubicBezTo>
                      <a:pt x="1095" y="376"/>
                      <a:pt x="1095" y="376"/>
                      <a:pt x="1095" y="376"/>
                    </a:cubicBezTo>
                    <a:cubicBezTo>
                      <a:pt x="1094" y="376"/>
                      <a:pt x="1094" y="376"/>
                      <a:pt x="1094" y="376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5" y="373"/>
                      <a:pt x="1095" y="373"/>
                      <a:pt x="1095" y="373"/>
                    </a:cubicBezTo>
                    <a:cubicBezTo>
                      <a:pt x="1095" y="371"/>
                      <a:pt x="1095" y="371"/>
                      <a:pt x="1095" y="371"/>
                    </a:cubicBezTo>
                    <a:cubicBezTo>
                      <a:pt x="1093" y="372"/>
                      <a:pt x="1093" y="372"/>
                      <a:pt x="1093" y="372"/>
                    </a:cubicBezTo>
                    <a:cubicBezTo>
                      <a:pt x="1092" y="372"/>
                      <a:pt x="1092" y="372"/>
                      <a:pt x="1092" y="372"/>
                    </a:cubicBezTo>
                    <a:cubicBezTo>
                      <a:pt x="1091" y="368"/>
                      <a:pt x="1091" y="368"/>
                      <a:pt x="1091" y="368"/>
                    </a:cubicBezTo>
                    <a:cubicBezTo>
                      <a:pt x="1091" y="367"/>
                      <a:pt x="1091" y="367"/>
                      <a:pt x="1091" y="367"/>
                    </a:cubicBezTo>
                    <a:cubicBezTo>
                      <a:pt x="1091" y="366"/>
                      <a:pt x="1091" y="366"/>
                      <a:pt x="1091" y="366"/>
                    </a:cubicBezTo>
                    <a:cubicBezTo>
                      <a:pt x="1091" y="363"/>
                      <a:pt x="1091" y="363"/>
                      <a:pt x="1091" y="363"/>
                    </a:cubicBezTo>
                    <a:cubicBezTo>
                      <a:pt x="1091" y="362"/>
                      <a:pt x="1091" y="362"/>
                      <a:pt x="1091" y="362"/>
                    </a:cubicBezTo>
                    <a:cubicBezTo>
                      <a:pt x="1090" y="359"/>
                      <a:pt x="1090" y="359"/>
                      <a:pt x="1090" y="359"/>
                    </a:cubicBezTo>
                    <a:cubicBezTo>
                      <a:pt x="1091" y="358"/>
                      <a:pt x="1091" y="358"/>
                      <a:pt x="1091" y="358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1" y="355"/>
                      <a:pt x="1091" y="355"/>
                      <a:pt x="1091" y="355"/>
                    </a:cubicBezTo>
                    <a:cubicBezTo>
                      <a:pt x="1090" y="355"/>
                      <a:pt x="1090" y="355"/>
                      <a:pt x="1090" y="355"/>
                    </a:cubicBezTo>
                    <a:cubicBezTo>
                      <a:pt x="1091" y="354"/>
                      <a:pt x="1091" y="354"/>
                      <a:pt x="1091" y="354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1" y="351"/>
                      <a:pt x="1091" y="351"/>
                      <a:pt x="1091" y="351"/>
                    </a:cubicBezTo>
                    <a:cubicBezTo>
                      <a:pt x="1090" y="349"/>
                      <a:pt x="1090" y="349"/>
                      <a:pt x="1090" y="349"/>
                    </a:cubicBezTo>
                    <a:cubicBezTo>
                      <a:pt x="1090" y="348"/>
                      <a:pt x="1090" y="348"/>
                      <a:pt x="1090" y="348"/>
                    </a:cubicBezTo>
                    <a:cubicBezTo>
                      <a:pt x="1090" y="347"/>
                      <a:pt x="1090" y="347"/>
                      <a:pt x="1090" y="347"/>
                    </a:cubicBezTo>
                    <a:cubicBezTo>
                      <a:pt x="1090" y="344"/>
                      <a:pt x="1090" y="344"/>
                      <a:pt x="1090" y="344"/>
                    </a:cubicBezTo>
                    <a:cubicBezTo>
                      <a:pt x="1088" y="346"/>
                      <a:pt x="1088" y="346"/>
                      <a:pt x="1088" y="346"/>
                    </a:cubicBezTo>
                    <a:cubicBezTo>
                      <a:pt x="1088" y="345"/>
                      <a:pt x="1088" y="345"/>
                      <a:pt x="1088" y="345"/>
                    </a:cubicBezTo>
                    <a:cubicBezTo>
                      <a:pt x="1086" y="345"/>
                      <a:pt x="1086" y="345"/>
                      <a:pt x="1086" y="345"/>
                    </a:cubicBezTo>
                    <a:cubicBezTo>
                      <a:pt x="1086" y="343"/>
                      <a:pt x="1086" y="343"/>
                      <a:pt x="1086" y="343"/>
                    </a:cubicBezTo>
                    <a:cubicBezTo>
                      <a:pt x="1087" y="342"/>
                      <a:pt x="1087" y="342"/>
                      <a:pt x="1087" y="342"/>
                    </a:cubicBezTo>
                    <a:cubicBezTo>
                      <a:pt x="1087" y="341"/>
                      <a:pt x="1087" y="341"/>
                      <a:pt x="1087" y="341"/>
                    </a:cubicBezTo>
                    <a:cubicBezTo>
                      <a:pt x="1085" y="338"/>
                      <a:pt x="1085" y="338"/>
                      <a:pt x="1085" y="338"/>
                    </a:cubicBezTo>
                    <a:cubicBezTo>
                      <a:pt x="1084" y="338"/>
                      <a:pt x="1084" y="338"/>
                      <a:pt x="1084" y="338"/>
                    </a:cubicBezTo>
                    <a:cubicBezTo>
                      <a:pt x="1083" y="337"/>
                      <a:pt x="1083" y="337"/>
                      <a:pt x="1083" y="337"/>
                    </a:cubicBezTo>
                    <a:cubicBezTo>
                      <a:pt x="1084" y="337"/>
                      <a:pt x="1084" y="337"/>
                      <a:pt x="1084" y="337"/>
                    </a:cubicBezTo>
                    <a:cubicBezTo>
                      <a:pt x="1084" y="335"/>
                      <a:pt x="1084" y="335"/>
                      <a:pt x="1084" y="335"/>
                    </a:cubicBezTo>
                    <a:cubicBezTo>
                      <a:pt x="1085" y="334"/>
                      <a:pt x="1085" y="334"/>
                      <a:pt x="1085" y="334"/>
                    </a:cubicBezTo>
                    <a:cubicBezTo>
                      <a:pt x="1083" y="331"/>
                      <a:pt x="1083" y="331"/>
                      <a:pt x="1083" y="331"/>
                    </a:cubicBezTo>
                    <a:cubicBezTo>
                      <a:pt x="1082" y="331"/>
                      <a:pt x="1082" y="331"/>
                      <a:pt x="1082" y="331"/>
                    </a:cubicBezTo>
                    <a:cubicBezTo>
                      <a:pt x="1081" y="330"/>
                      <a:pt x="1081" y="330"/>
                      <a:pt x="1081" y="330"/>
                    </a:cubicBezTo>
                    <a:cubicBezTo>
                      <a:pt x="1080" y="330"/>
                      <a:pt x="1080" y="330"/>
                      <a:pt x="1080" y="330"/>
                    </a:cubicBezTo>
                    <a:cubicBezTo>
                      <a:pt x="1080" y="329"/>
                      <a:pt x="1080" y="329"/>
                      <a:pt x="1080" y="329"/>
                    </a:cubicBezTo>
                    <a:cubicBezTo>
                      <a:pt x="1076" y="328"/>
                      <a:pt x="1076" y="328"/>
                      <a:pt x="1076" y="328"/>
                    </a:cubicBezTo>
                    <a:cubicBezTo>
                      <a:pt x="1076" y="327"/>
                      <a:pt x="1076" y="327"/>
                      <a:pt x="1076" y="327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2" y="324"/>
                      <a:pt x="1072" y="324"/>
                      <a:pt x="1072" y="324"/>
                    </a:cubicBezTo>
                    <a:cubicBezTo>
                      <a:pt x="1071" y="323"/>
                      <a:pt x="1071" y="323"/>
                      <a:pt x="1071" y="323"/>
                    </a:cubicBezTo>
                    <a:cubicBezTo>
                      <a:pt x="1069" y="323"/>
                      <a:pt x="1069" y="323"/>
                      <a:pt x="1069" y="323"/>
                    </a:cubicBezTo>
                    <a:cubicBezTo>
                      <a:pt x="1067" y="321"/>
                      <a:pt x="1067" y="321"/>
                      <a:pt x="1067" y="321"/>
                    </a:cubicBezTo>
                    <a:cubicBezTo>
                      <a:pt x="1065" y="323"/>
                      <a:pt x="1065" y="323"/>
                      <a:pt x="1065" y="323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2" y="324"/>
                      <a:pt x="1062" y="324"/>
                      <a:pt x="1062" y="324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1" y="322"/>
                      <a:pt x="1061" y="322"/>
                      <a:pt x="1061" y="322"/>
                    </a:cubicBezTo>
                    <a:cubicBezTo>
                      <a:pt x="1058" y="322"/>
                      <a:pt x="1058" y="322"/>
                      <a:pt x="1058" y="322"/>
                    </a:cubicBezTo>
                    <a:cubicBezTo>
                      <a:pt x="1059" y="325"/>
                      <a:pt x="1059" y="325"/>
                      <a:pt x="1059" y="325"/>
                    </a:cubicBezTo>
                    <a:cubicBezTo>
                      <a:pt x="1060" y="326"/>
                      <a:pt x="1060" y="326"/>
                      <a:pt x="1060" y="326"/>
                    </a:cubicBezTo>
                    <a:cubicBezTo>
                      <a:pt x="1060" y="327"/>
                      <a:pt x="1060" y="327"/>
                      <a:pt x="1060" y="327"/>
                    </a:cubicBezTo>
                    <a:cubicBezTo>
                      <a:pt x="1059" y="326"/>
                      <a:pt x="1059" y="326"/>
                      <a:pt x="1059" y="326"/>
                    </a:cubicBezTo>
                    <a:cubicBezTo>
                      <a:pt x="1058" y="328"/>
                      <a:pt x="1058" y="328"/>
                      <a:pt x="1058" y="328"/>
                    </a:cubicBezTo>
                    <a:cubicBezTo>
                      <a:pt x="1058" y="329"/>
                      <a:pt x="1058" y="329"/>
                      <a:pt x="1058" y="329"/>
                    </a:cubicBezTo>
                    <a:cubicBezTo>
                      <a:pt x="1058" y="331"/>
                      <a:pt x="1058" y="331"/>
                      <a:pt x="1058" y="331"/>
                    </a:cubicBezTo>
                    <a:cubicBezTo>
                      <a:pt x="1056" y="332"/>
                      <a:pt x="1056" y="332"/>
                      <a:pt x="1056" y="332"/>
                    </a:cubicBezTo>
                    <a:cubicBezTo>
                      <a:pt x="1053" y="332"/>
                      <a:pt x="1053" y="332"/>
                      <a:pt x="1053" y="332"/>
                    </a:cubicBezTo>
                    <a:cubicBezTo>
                      <a:pt x="1054" y="332"/>
                      <a:pt x="1054" y="332"/>
                      <a:pt x="1054" y="332"/>
                    </a:cubicBezTo>
                    <a:cubicBezTo>
                      <a:pt x="1055" y="332"/>
                      <a:pt x="1055" y="332"/>
                      <a:pt x="1055" y="332"/>
                    </a:cubicBezTo>
                    <a:cubicBezTo>
                      <a:pt x="1055" y="329"/>
                      <a:pt x="1055" y="329"/>
                      <a:pt x="1055" y="329"/>
                    </a:cubicBezTo>
                    <a:cubicBezTo>
                      <a:pt x="1056" y="329"/>
                      <a:pt x="1056" y="329"/>
                      <a:pt x="1056" y="329"/>
                    </a:cubicBezTo>
                    <a:cubicBezTo>
                      <a:pt x="1057" y="327"/>
                      <a:pt x="1057" y="327"/>
                      <a:pt x="1057" y="327"/>
                    </a:cubicBezTo>
                    <a:cubicBezTo>
                      <a:pt x="1054" y="327"/>
                      <a:pt x="1054" y="327"/>
                      <a:pt x="1054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3" y="326"/>
                      <a:pt x="1053" y="326"/>
                      <a:pt x="1053" y="326"/>
                    </a:cubicBezTo>
                    <a:cubicBezTo>
                      <a:pt x="1054" y="325"/>
                      <a:pt x="1054" y="325"/>
                      <a:pt x="1054" y="325"/>
                    </a:cubicBezTo>
                    <a:cubicBezTo>
                      <a:pt x="1053" y="324"/>
                      <a:pt x="1053" y="324"/>
                      <a:pt x="1053" y="324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3" y="323"/>
                      <a:pt x="1053" y="323"/>
                      <a:pt x="1053" y="323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4" y="321"/>
                      <a:pt x="1054" y="321"/>
                      <a:pt x="1054" y="321"/>
                    </a:cubicBezTo>
                    <a:cubicBezTo>
                      <a:pt x="1052" y="320"/>
                      <a:pt x="1052" y="320"/>
                      <a:pt x="1052" y="320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1" y="320"/>
                      <a:pt x="1051" y="320"/>
                      <a:pt x="1051" y="320"/>
                    </a:cubicBezTo>
                    <a:cubicBezTo>
                      <a:pt x="1050" y="320"/>
                      <a:pt x="1050" y="320"/>
                      <a:pt x="1050" y="320"/>
                    </a:cubicBezTo>
                    <a:cubicBezTo>
                      <a:pt x="1050" y="322"/>
                      <a:pt x="1050" y="322"/>
                      <a:pt x="1050" y="322"/>
                    </a:cubicBezTo>
                    <a:cubicBezTo>
                      <a:pt x="1051" y="323"/>
                      <a:pt x="1051" y="323"/>
                      <a:pt x="1051" y="323"/>
                    </a:cubicBezTo>
                    <a:cubicBezTo>
                      <a:pt x="1050" y="323"/>
                      <a:pt x="1050" y="323"/>
                      <a:pt x="1050" y="323"/>
                    </a:cubicBezTo>
                    <a:cubicBezTo>
                      <a:pt x="1049" y="325"/>
                      <a:pt x="1049" y="325"/>
                      <a:pt x="1049" y="325"/>
                    </a:cubicBezTo>
                    <a:cubicBezTo>
                      <a:pt x="1049" y="327"/>
                      <a:pt x="1049" y="327"/>
                      <a:pt x="1049" y="327"/>
                    </a:cubicBezTo>
                    <a:cubicBezTo>
                      <a:pt x="1051" y="328"/>
                      <a:pt x="1051" y="328"/>
                      <a:pt x="1051" y="328"/>
                    </a:cubicBezTo>
                    <a:cubicBezTo>
                      <a:pt x="1051" y="329"/>
                      <a:pt x="1051" y="329"/>
                      <a:pt x="1051" y="329"/>
                    </a:cubicBezTo>
                    <a:cubicBezTo>
                      <a:pt x="1050" y="329"/>
                      <a:pt x="1050" y="329"/>
                      <a:pt x="1050" y="329"/>
                    </a:cubicBezTo>
                    <a:cubicBezTo>
                      <a:pt x="1049" y="329"/>
                      <a:pt x="1049" y="329"/>
                      <a:pt x="1049" y="329"/>
                    </a:cubicBezTo>
                    <a:cubicBezTo>
                      <a:pt x="1049" y="330"/>
                      <a:pt x="1049" y="330"/>
                      <a:pt x="1049" y="330"/>
                    </a:cubicBezTo>
                    <a:cubicBezTo>
                      <a:pt x="1047" y="329"/>
                      <a:pt x="1047" y="329"/>
                      <a:pt x="1047" y="329"/>
                    </a:cubicBezTo>
                    <a:cubicBezTo>
                      <a:pt x="1048" y="327"/>
                      <a:pt x="1048" y="327"/>
                      <a:pt x="1048" y="327"/>
                    </a:cubicBezTo>
                    <a:cubicBezTo>
                      <a:pt x="1047" y="325"/>
                      <a:pt x="1047" y="325"/>
                      <a:pt x="1047" y="325"/>
                    </a:cubicBezTo>
                    <a:cubicBezTo>
                      <a:pt x="1045" y="323"/>
                      <a:pt x="1045" y="323"/>
                      <a:pt x="1045" y="323"/>
                    </a:cubicBezTo>
                    <a:cubicBezTo>
                      <a:pt x="1045" y="318"/>
                      <a:pt x="1045" y="318"/>
                      <a:pt x="1045" y="318"/>
                    </a:cubicBezTo>
                    <a:cubicBezTo>
                      <a:pt x="1043" y="319"/>
                      <a:pt x="1043" y="319"/>
                      <a:pt x="1043" y="319"/>
                    </a:cubicBezTo>
                    <a:cubicBezTo>
                      <a:pt x="1042" y="319"/>
                      <a:pt x="1042" y="319"/>
                      <a:pt x="1042" y="319"/>
                    </a:cubicBezTo>
                    <a:cubicBezTo>
                      <a:pt x="1041" y="320"/>
                      <a:pt x="1041" y="320"/>
                      <a:pt x="1041" y="320"/>
                    </a:cubicBezTo>
                    <a:cubicBezTo>
                      <a:pt x="1040" y="320"/>
                      <a:pt x="1040" y="320"/>
                      <a:pt x="1040" y="320"/>
                    </a:cubicBezTo>
                    <a:cubicBezTo>
                      <a:pt x="1038" y="321"/>
                      <a:pt x="1038" y="321"/>
                      <a:pt x="1038" y="321"/>
                    </a:cubicBezTo>
                    <a:cubicBezTo>
                      <a:pt x="1037" y="321"/>
                      <a:pt x="1037" y="321"/>
                      <a:pt x="1037" y="321"/>
                    </a:cubicBezTo>
                    <a:cubicBezTo>
                      <a:pt x="1036" y="320"/>
                      <a:pt x="1036" y="320"/>
                      <a:pt x="1036" y="320"/>
                    </a:cubicBezTo>
                    <a:cubicBezTo>
                      <a:pt x="1034" y="321"/>
                      <a:pt x="1034" y="321"/>
                      <a:pt x="1034" y="321"/>
                    </a:cubicBezTo>
                    <a:cubicBezTo>
                      <a:pt x="1033" y="320"/>
                      <a:pt x="1033" y="320"/>
                      <a:pt x="1033" y="320"/>
                    </a:cubicBezTo>
                    <a:cubicBezTo>
                      <a:pt x="1033" y="319"/>
                      <a:pt x="1033" y="319"/>
                      <a:pt x="1033" y="319"/>
                    </a:cubicBezTo>
                    <a:cubicBezTo>
                      <a:pt x="1033" y="318"/>
                      <a:pt x="1033" y="318"/>
                      <a:pt x="1033" y="318"/>
                    </a:cubicBezTo>
                    <a:cubicBezTo>
                      <a:pt x="1034" y="317"/>
                      <a:pt x="1034" y="317"/>
                      <a:pt x="1034" y="317"/>
                    </a:cubicBezTo>
                    <a:cubicBezTo>
                      <a:pt x="1035" y="314"/>
                      <a:pt x="1035" y="314"/>
                      <a:pt x="1035" y="314"/>
                    </a:cubicBezTo>
                    <a:cubicBezTo>
                      <a:pt x="1035" y="313"/>
                      <a:pt x="1035" y="313"/>
                      <a:pt x="1035" y="313"/>
                    </a:cubicBezTo>
                    <a:cubicBezTo>
                      <a:pt x="1037" y="311"/>
                      <a:pt x="1037" y="311"/>
                      <a:pt x="1037" y="311"/>
                    </a:cubicBezTo>
                    <a:cubicBezTo>
                      <a:pt x="1037" y="309"/>
                      <a:pt x="1037" y="309"/>
                      <a:pt x="1037" y="309"/>
                    </a:cubicBezTo>
                    <a:cubicBezTo>
                      <a:pt x="1040" y="307"/>
                      <a:pt x="1040" y="307"/>
                      <a:pt x="1040" y="307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4"/>
                      <a:pt x="1040" y="304"/>
                      <a:pt x="1040" y="304"/>
                    </a:cubicBezTo>
                    <a:cubicBezTo>
                      <a:pt x="1042" y="302"/>
                      <a:pt x="1042" y="302"/>
                      <a:pt x="1042" y="302"/>
                    </a:cubicBezTo>
                    <a:cubicBezTo>
                      <a:pt x="1042" y="300"/>
                      <a:pt x="1042" y="300"/>
                      <a:pt x="1042" y="300"/>
                    </a:cubicBezTo>
                    <a:cubicBezTo>
                      <a:pt x="1043" y="299"/>
                      <a:pt x="1043" y="299"/>
                      <a:pt x="1043" y="299"/>
                    </a:cubicBezTo>
                    <a:cubicBezTo>
                      <a:pt x="1042" y="297"/>
                      <a:pt x="1042" y="297"/>
                      <a:pt x="1042" y="297"/>
                    </a:cubicBezTo>
                    <a:cubicBezTo>
                      <a:pt x="1043" y="296"/>
                      <a:pt x="1043" y="296"/>
                      <a:pt x="1043" y="296"/>
                    </a:cubicBezTo>
                    <a:cubicBezTo>
                      <a:pt x="1043" y="294"/>
                      <a:pt x="1043" y="294"/>
                      <a:pt x="1043" y="294"/>
                    </a:cubicBezTo>
                    <a:cubicBezTo>
                      <a:pt x="1043" y="291"/>
                      <a:pt x="1043" y="291"/>
                      <a:pt x="1043" y="291"/>
                    </a:cubicBezTo>
                    <a:cubicBezTo>
                      <a:pt x="1044" y="291"/>
                      <a:pt x="1044" y="291"/>
                      <a:pt x="1044" y="291"/>
                    </a:cubicBezTo>
                    <a:cubicBezTo>
                      <a:pt x="1045" y="288"/>
                      <a:pt x="1045" y="288"/>
                      <a:pt x="1045" y="288"/>
                    </a:cubicBezTo>
                    <a:cubicBezTo>
                      <a:pt x="1046" y="287"/>
                      <a:pt x="1046" y="287"/>
                      <a:pt x="1046" y="287"/>
                    </a:cubicBezTo>
                    <a:cubicBezTo>
                      <a:pt x="1045" y="285"/>
                      <a:pt x="1045" y="285"/>
                      <a:pt x="1045" y="285"/>
                    </a:cubicBezTo>
                    <a:cubicBezTo>
                      <a:pt x="1047" y="283"/>
                      <a:pt x="1047" y="283"/>
                      <a:pt x="1047" y="283"/>
                    </a:cubicBezTo>
                    <a:cubicBezTo>
                      <a:pt x="1048" y="281"/>
                      <a:pt x="1048" y="281"/>
                      <a:pt x="1048" y="281"/>
                    </a:cubicBezTo>
                    <a:cubicBezTo>
                      <a:pt x="1049" y="280"/>
                      <a:pt x="1049" y="280"/>
                      <a:pt x="1049" y="280"/>
                    </a:cubicBezTo>
                    <a:cubicBezTo>
                      <a:pt x="1048" y="277"/>
                      <a:pt x="1048" y="277"/>
                      <a:pt x="1048" y="277"/>
                    </a:cubicBezTo>
                    <a:cubicBezTo>
                      <a:pt x="1049" y="277"/>
                      <a:pt x="1049" y="277"/>
                      <a:pt x="1049" y="277"/>
                    </a:cubicBezTo>
                    <a:cubicBezTo>
                      <a:pt x="1049" y="275"/>
                      <a:pt x="1049" y="275"/>
                      <a:pt x="1049" y="275"/>
                    </a:cubicBezTo>
                    <a:cubicBezTo>
                      <a:pt x="1050" y="275"/>
                      <a:pt x="1050" y="275"/>
                      <a:pt x="1050" y="275"/>
                    </a:cubicBezTo>
                    <a:cubicBezTo>
                      <a:pt x="1051" y="275"/>
                      <a:pt x="1051" y="275"/>
                      <a:pt x="1051" y="275"/>
                    </a:cubicBezTo>
                    <a:cubicBezTo>
                      <a:pt x="1051" y="273"/>
                      <a:pt x="1051" y="273"/>
                      <a:pt x="1051" y="273"/>
                    </a:cubicBezTo>
                    <a:cubicBezTo>
                      <a:pt x="1050" y="272"/>
                      <a:pt x="1050" y="272"/>
                      <a:pt x="1050" y="272"/>
                    </a:cubicBezTo>
                    <a:cubicBezTo>
                      <a:pt x="1050" y="269"/>
                      <a:pt x="1050" y="269"/>
                      <a:pt x="1050" y="269"/>
                    </a:cubicBezTo>
                    <a:cubicBezTo>
                      <a:pt x="1050" y="267"/>
                      <a:pt x="1050" y="267"/>
                      <a:pt x="1050" y="267"/>
                    </a:cubicBezTo>
                    <a:cubicBezTo>
                      <a:pt x="1051" y="265"/>
                      <a:pt x="1051" y="265"/>
                      <a:pt x="1051" y="265"/>
                    </a:cubicBezTo>
                    <a:cubicBezTo>
                      <a:pt x="1053" y="263"/>
                      <a:pt x="1053" y="263"/>
                      <a:pt x="1053" y="263"/>
                    </a:cubicBezTo>
                    <a:cubicBezTo>
                      <a:pt x="1053" y="260"/>
                      <a:pt x="1053" y="260"/>
                      <a:pt x="1053" y="260"/>
                    </a:cubicBezTo>
                    <a:cubicBezTo>
                      <a:pt x="1052" y="257"/>
                      <a:pt x="1052" y="257"/>
                      <a:pt x="1052" y="257"/>
                    </a:cubicBezTo>
                    <a:cubicBezTo>
                      <a:pt x="1052" y="255"/>
                      <a:pt x="1052" y="255"/>
                      <a:pt x="1052" y="255"/>
                    </a:cubicBezTo>
                    <a:cubicBezTo>
                      <a:pt x="1053" y="254"/>
                      <a:pt x="1053" y="254"/>
                      <a:pt x="1053" y="254"/>
                    </a:cubicBezTo>
                    <a:cubicBezTo>
                      <a:pt x="1053" y="253"/>
                      <a:pt x="1053" y="253"/>
                      <a:pt x="1053" y="253"/>
                    </a:cubicBezTo>
                    <a:cubicBezTo>
                      <a:pt x="1056" y="251"/>
                      <a:pt x="1056" y="251"/>
                      <a:pt x="1056" y="251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8" y="250"/>
                      <a:pt x="1058" y="250"/>
                      <a:pt x="1058" y="250"/>
                    </a:cubicBezTo>
                    <a:cubicBezTo>
                      <a:pt x="1060" y="250"/>
                      <a:pt x="1060" y="250"/>
                      <a:pt x="1060" y="250"/>
                    </a:cubicBezTo>
                    <a:cubicBezTo>
                      <a:pt x="1062" y="248"/>
                      <a:pt x="1062" y="248"/>
                      <a:pt x="1062" y="248"/>
                    </a:cubicBezTo>
                    <a:cubicBezTo>
                      <a:pt x="1064" y="248"/>
                      <a:pt x="1064" y="248"/>
                      <a:pt x="1064" y="248"/>
                    </a:cubicBezTo>
                    <a:cubicBezTo>
                      <a:pt x="1067" y="247"/>
                      <a:pt x="1067" y="247"/>
                      <a:pt x="1067" y="247"/>
                    </a:cubicBezTo>
                    <a:cubicBezTo>
                      <a:pt x="1068" y="247"/>
                      <a:pt x="1068" y="247"/>
                      <a:pt x="1068" y="247"/>
                    </a:cubicBezTo>
                    <a:cubicBezTo>
                      <a:pt x="1070" y="246"/>
                      <a:pt x="1070" y="246"/>
                      <a:pt x="1070" y="246"/>
                    </a:cubicBezTo>
                    <a:cubicBezTo>
                      <a:pt x="1071" y="246"/>
                      <a:pt x="1071" y="246"/>
                      <a:pt x="1071" y="246"/>
                    </a:cubicBezTo>
                    <a:cubicBezTo>
                      <a:pt x="1073" y="246"/>
                      <a:pt x="1073" y="246"/>
                      <a:pt x="1073" y="246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7"/>
                      <a:pt x="1073" y="247"/>
                      <a:pt x="1073" y="247"/>
                    </a:cubicBezTo>
                    <a:cubicBezTo>
                      <a:pt x="1074" y="247"/>
                      <a:pt x="1074" y="247"/>
                      <a:pt x="1074" y="247"/>
                    </a:cubicBezTo>
                    <a:cubicBezTo>
                      <a:pt x="1076" y="249"/>
                      <a:pt x="1076" y="249"/>
                      <a:pt x="1076" y="249"/>
                    </a:cubicBezTo>
                    <a:cubicBezTo>
                      <a:pt x="1077" y="247"/>
                      <a:pt x="1077" y="247"/>
                      <a:pt x="1077" y="247"/>
                    </a:cubicBezTo>
                    <a:cubicBezTo>
                      <a:pt x="1079" y="246"/>
                      <a:pt x="1079" y="246"/>
                      <a:pt x="1079" y="246"/>
                    </a:cubicBezTo>
                    <a:cubicBezTo>
                      <a:pt x="1076" y="244"/>
                      <a:pt x="1076" y="244"/>
                      <a:pt x="1076" y="244"/>
                    </a:cubicBezTo>
                    <a:cubicBezTo>
                      <a:pt x="1078" y="243"/>
                      <a:pt x="1078" y="243"/>
                      <a:pt x="1078" y="243"/>
                    </a:cubicBezTo>
                    <a:cubicBezTo>
                      <a:pt x="1080" y="243"/>
                      <a:pt x="1080" y="243"/>
                      <a:pt x="1080" y="243"/>
                    </a:cubicBezTo>
                    <a:cubicBezTo>
                      <a:pt x="1082" y="243"/>
                      <a:pt x="1082" y="243"/>
                      <a:pt x="1082" y="243"/>
                    </a:cubicBezTo>
                    <a:cubicBezTo>
                      <a:pt x="1084" y="243"/>
                      <a:pt x="1084" y="243"/>
                      <a:pt x="1084" y="243"/>
                    </a:cubicBezTo>
                    <a:cubicBezTo>
                      <a:pt x="1085" y="244"/>
                      <a:pt x="1085" y="244"/>
                      <a:pt x="1085" y="244"/>
                    </a:cubicBezTo>
                    <a:cubicBezTo>
                      <a:pt x="1086" y="244"/>
                      <a:pt x="1086" y="244"/>
                      <a:pt x="1086" y="244"/>
                    </a:cubicBezTo>
                    <a:cubicBezTo>
                      <a:pt x="1087" y="243"/>
                      <a:pt x="1087" y="243"/>
                      <a:pt x="1087" y="243"/>
                    </a:cubicBezTo>
                    <a:cubicBezTo>
                      <a:pt x="1089" y="243"/>
                      <a:pt x="1089" y="243"/>
                      <a:pt x="1089" y="243"/>
                    </a:cubicBezTo>
                    <a:cubicBezTo>
                      <a:pt x="1088" y="242"/>
                      <a:pt x="1088" y="242"/>
                      <a:pt x="1088" y="242"/>
                    </a:cubicBezTo>
                    <a:cubicBezTo>
                      <a:pt x="1088" y="241"/>
                      <a:pt x="1088" y="241"/>
                      <a:pt x="1088" y="241"/>
                    </a:cubicBezTo>
                    <a:cubicBezTo>
                      <a:pt x="1090" y="241"/>
                      <a:pt x="1090" y="241"/>
                      <a:pt x="1090" y="241"/>
                    </a:cubicBezTo>
                    <a:cubicBezTo>
                      <a:pt x="1092" y="243"/>
                      <a:pt x="1092" y="243"/>
                      <a:pt x="1092" y="243"/>
                    </a:cubicBezTo>
                    <a:cubicBezTo>
                      <a:pt x="1095" y="241"/>
                      <a:pt x="1095" y="241"/>
                      <a:pt x="1095" y="241"/>
                    </a:cubicBezTo>
                    <a:cubicBezTo>
                      <a:pt x="1095" y="240"/>
                      <a:pt x="1095" y="240"/>
                      <a:pt x="1095" y="240"/>
                    </a:cubicBezTo>
                    <a:cubicBezTo>
                      <a:pt x="1094" y="239"/>
                      <a:pt x="1094" y="239"/>
                      <a:pt x="1094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6" y="238"/>
                      <a:pt x="1096" y="238"/>
                      <a:pt x="1096" y="238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6" y="234"/>
                      <a:pt x="1096" y="234"/>
                      <a:pt x="1096" y="234"/>
                    </a:cubicBezTo>
                    <a:cubicBezTo>
                      <a:pt x="1098" y="234"/>
                      <a:pt x="1098" y="234"/>
                      <a:pt x="1098" y="234"/>
                    </a:cubicBezTo>
                    <a:cubicBezTo>
                      <a:pt x="1099" y="235"/>
                      <a:pt x="1099" y="235"/>
                      <a:pt x="1099" y="235"/>
                    </a:cubicBezTo>
                    <a:cubicBezTo>
                      <a:pt x="1100" y="234"/>
                      <a:pt x="1100" y="234"/>
                      <a:pt x="1100" y="234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4" y="234"/>
                      <a:pt x="1104" y="234"/>
                      <a:pt x="1104" y="234"/>
                    </a:cubicBezTo>
                    <a:cubicBezTo>
                      <a:pt x="1104" y="235"/>
                      <a:pt x="1104" y="235"/>
                      <a:pt x="1104" y="235"/>
                    </a:cubicBezTo>
                    <a:cubicBezTo>
                      <a:pt x="1106" y="236"/>
                      <a:pt x="1106" y="236"/>
                      <a:pt x="1106" y="236"/>
                    </a:cubicBezTo>
                    <a:cubicBezTo>
                      <a:pt x="1108" y="235"/>
                      <a:pt x="1108" y="235"/>
                      <a:pt x="1108" y="235"/>
                    </a:cubicBezTo>
                    <a:cubicBezTo>
                      <a:pt x="1107" y="234"/>
                      <a:pt x="1107" y="234"/>
                      <a:pt x="1107" y="234"/>
                    </a:cubicBezTo>
                    <a:cubicBezTo>
                      <a:pt x="1108" y="234"/>
                      <a:pt x="1108" y="234"/>
                      <a:pt x="1108" y="234"/>
                    </a:cubicBezTo>
                    <a:cubicBezTo>
                      <a:pt x="1110" y="235"/>
                      <a:pt x="1110" y="235"/>
                      <a:pt x="1110" y="235"/>
                    </a:cubicBezTo>
                    <a:cubicBezTo>
                      <a:pt x="1112" y="235"/>
                      <a:pt x="1112" y="235"/>
                      <a:pt x="1112" y="235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3" y="237"/>
                      <a:pt x="1113" y="237"/>
                      <a:pt x="1113" y="237"/>
                    </a:cubicBezTo>
                    <a:cubicBezTo>
                      <a:pt x="1112" y="239"/>
                      <a:pt x="1112" y="239"/>
                      <a:pt x="1112" y="239"/>
                    </a:cubicBezTo>
                    <a:cubicBezTo>
                      <a:pt x="1112" y="240"/>
                      <a:pt x="1112" y="240"/>
                      <a:pt x="1112" y="240"/>
                    </a:cubicBezTo>
                    <a:cubicBezTo>
                      <a:pt x="1111" y="240"/>
                      <a:pt x="1111" y="240"/>
                      <a:pt x="1111" y="240"/>
                    </a:cubicBezTo>
                    <a:cubicBezTo>
                      <a:pt x="1110" y="241"/>
                      <a:pt x="1110" y="241"/>
                      <a:pt x="1110" y="241"/>
                    </a:cubicBezTo>
                    <a:cubicBezTo>
                      <a:pt x="1112" y="242"/>
                      <a:pt x="1112" y="242"/>
                      <a:pt x="1112" y="242"/>
                    </a:cubicBezTo>
                    <a:cubicBezTo>
                      <a:pt x="1113" y="242"/>
                      <a:pt x="1113" y="242"/>
                      <a:pt x="1113" y="242"/>
                    </a:cubicBezTo>
                    <a:cubicBezTo>
                      <a:pt x="1115" y="245"/>
                      <a:pt x="1115" y="245"/>
                      <a:pt x="1115" y="245"/>
                    </a:cubicBezTo>
                    <a:cubicBezTo>
                      <a:pt x="1116" y="244"/>
                      <a:pt x="1116" y="244"/>
                      <a:pt x="1116" y="244"/>
                    </a:cubicBezTo>
                    <a:cubicBezTo>
                      <a:pt x="1118" y="243"/>
                      <a:pt x="1118" y="243"/>
                      <a:pt x="1118" y="243"/>
                    </a:cubicBezTo>
                    <a:cubicBezTo>
                      <a:pt x="1119" y="242"/>
                      <a:pt x="1119" y="242"/>
                      <a:pt x="1119" y="242"/>
                    </a:cubicBezTo>
                    <a:cubicBezTo>
                      <a:pt x="1119" y="241"/>
                      <a:pt x="1119" y="241"/>
                      <a:pt x="1119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3" y="241"/>
                      <a:pt x="1123" y="241"/>
                      <a:pt x="1123" y="241"/>
                    </a:cubicBezTo>
                    <a:cubicBezTo>
                      <a:pt x="1124" y="240"/>
                      <a:pt x="1124" y="240"/>
                      <a:pt x="1124" y="240"/>
                    </a:cubicBezTo>
                    <a:cubicBezTo>
                      <a:pt x="1123" y="239"/>
                      <a:pt x="1123" y="239"/>
                      <a:pt x="1123" y="239"/>
                    </a:cubicBezTo>
                    <a:cubicBezTo>
                      <a:pt x="1124" y="239"/>
                      <a:pt x="1124" y="239"/>
                      <a:pt x="1124" y="239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6" y="236"/>
                      <a:pt x="1126" y="236"/>
                      <a:pt x="1126" y="236"/>
                    </a:cubicBezTo>
                    <a:cubicBezTo>
                      <a:pt x="1127" y="236"/>
                      <a:pt x="1127" y="236"/>
                      <a:pt x="1127" y="236"/>
                    </a:cubicBezTo>
                    <a:cubicBezTo>
                      <a:pt x="1128" y="236"/>
                      <a:pt x="1128" y="236"/>
                      <a:pt x="1128" y="236"/>
                    </a:cubicBezTo>
                    <a:cubicBezTo>
                      <a:pt x="1128" y="237"/>
                      <a:pt x="1128" y="237"/>
                      <a:pt x="1128" y="237"/>
                    </a:cubicBezTo>
                    <a:cubicBezTo>
                      <a:pt x="1130" y="238"/>
                      <a:pt x="1130" y="238"/>
                      <a:pt x="1130" y="238"/>
                    </a:cubicBezTo>
                    <a:cubicBezTo>
                      <a:pt x="1132" y="235"/>
                      <a:pt x="1132" y="235"/>
                      <a:pt x="1132" y="235"/>
                    </a:cubicBezTo>
                    <a:cubicBezTo>
                      <a:pt x="1131" y="234"/>
                      <a:pt x="1131" y="234"/>
                      <a:pt x="1131" y="234"/>
                    </a:cubicBezTo>
                    <a:cubicBezTo>
                      <a:pt x="1132" y="234"/>
                      <a:pt x="1132" y="234"/>
                      <a:pt x="1132" y="234"/>
                    </a:cubicBezTo>
                    <a:cubicBezTo>
                      <a:pt x="1133" y="234"/>
                      <a:pt x="1133" y="234"/>
                      <a:pt x="1133" y="234"/>
                    </a:cubicBezTo>
                    <a:cubicBezTo>
                      <a:pt x="1134" y="234"/>
                      <a:pt x="1134" y="234"/>
                      <a:pt x="1134" y="234"/>
                    </a:cubicBezTo>
                    <a:cubicBezTo>
                      <a:pt x="1135" y="234"/>
                      <a:pt x="1135" y="234"/>
                      <a:pt x="1135" y="234"/>
                    </a:cubicBezTo>
                    <a:cubicBezTo>
                      <a:pt x="1136" y="232"/>
                      <a:pt x="1136" y="232"/>
                      <a:pt x="1136" y="232"/>
                    </a:cubicBezTo>
                    <a:cubicBezTo>
                      <a:pt x="1134" y="231"/>
                      <a:pt x="1134" y="231"/>
                      <a:pt x="1134" y="231"/>
                    </a:cubicBezTo>
                    <a:cubicBezTo>
                      <a:pt x="1135" y="231"/>
                      <a:pt x="1135" y="231"/>
                      <a:pt x="1135" y="231"/>
                    </a:cubicBezTo>
                    <a:cubicBezTo>
                      <a:pt x="1134" y="230"/>
                      <a:pt x="1134" y="230"/>
                      <a:pt x="1134" y="230"/>
                    </a:cubicBezTo>
                    <a:cubicBezTo>
                      <a:pt x="1133" y="229"/>
                      <a:pt x="1133" y="229"/>
                      <a:pt x="1133" y="229"/>
                    </a:cubicBezTo>
                    <a:cubicBezTo>
                      <a:pt x="1131" y="228"/>
                      <a:pt x="1131" y="228"/>
                      <a:pt x="1131" y="228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29" y="228"/>
                      <a:pt x="1129" y="228"/>
                      <a:pt x="1129" y="228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8" y="228"/>
                      <a:pt x="1128" y="228"/>
                      <a:pt x="1128" y="228"/>
                    </a:cubicBezTo>
                    <a:cubicBezTo>
                      <a:pt x="1126" y="226"/>
                      <a:pt x="1126" y="226"/>
                      <a:pt x="1126" y="226"/>
                    </a:cubicBezTo>
                    <a:cubicBezTo>
                      <a:pt x="1127" y="225"/>
                      <a:pt x="1127" y="225"/>
                      <a:pt x="1127" y="225"/>
                    </a:cubicBezTo>
                    <a:cubicBezTo>
                      <a:pt x="1125" y="223"/>
                      <a:pt x="1125" y="223"/>
                      <a:pt x="1125" y="223"/>
                    </a:cubicBezTo>
                    <a:cubicBezTo>
                      <a:pt x="1126" y="220"/>
                      <a:pt x="1126" y="220"/>
                      <a:pt x="1126" y="220"/>
                    </a:cubicBezTo>
                    <a:cubicBezTo>
                      <a:pt x="1126" y="219"/>
                      <a:pt x="1126" y="219"/>
                      <a:pt x="1126" y="219"/>
                    </a:cubicBezTo>
                    <a:cubicBezTo>
                      <a:pt x="1127" y="218"/>
                      <a:pt x="1127" y="218"/>
                      <a:pt x="1127" y="218"/>
                    </a:cubicBezTo>
                    <a:cubicBezTo>
                      <a:pt x="1127" y="215"/>
                      <a:pt x="1127" y="215"/>
                      <a:pt x="1127" y="215"/>
                    </a:cubicBezTo>
                    <a:cubicBezTo>
                      <a:pt x="1129" y="214"/>
                      <a:pt x="1129" y="214"/>
                      <a:pt x="1129" y="214"/>
                    </a:cubicBezTo>
                    <a:cubicBezTo>
                      <a:pt x="1129" y="212"/>
                      <a:pt x="1129" y="212"/>
                      <a:pt x="1129" y="212"/>
                    </a:cubicBezTo>
                    <a:cubicBezTo>
                      <a:pt x="1130" y="212"/>
                      <a:pt x="1130" y="212"/>
                      <a:pt x="1130" y="212"/>
                    </a:cubicBezTo>
                    <a:cubicBezTo>
                      <a:pt x="1128" y="209"/>
                      <a:pt x="1128" y="209"/>
                      <a:pt x="1128" y="209"/>
                    </a:cubicBezTo>
                    <a:cubicBezTo>
                      <a:pt x="1129" y="204"/>
                      <a:pt x="1129" y="204"/>
                      <a:pt x="1129" y="204"/>
                    </a:cubicBezTo>
                    <a:cubicBezTo>
                      <a:pt x="1130" y="203"/>
                      <a:pt x="1130" y="203"/>
                      <a:pt x="1130" y="203"/>
                    </a:cubicBezTo>
                    <a:cubicBezTo>
                      <a:pt x="1128" y="201"/>
                      <a:pt x="1128" y="201"/>
                      <a:pt x="1128" y="201"/>
                    </a:cubicBezTo>
                    <a:cubicBezTo>
                      <a:pt x="1128" y="199"/>
                      <a:pt x="1128" y="199"/>
                      <a:pt x="1128" y="199"/>
                    </a:cubicBezTo>
                    <a:cubicBezTo>
                      <a:pt x="1127" y="198"/>
                      <a:pt x="1127" y="198"/>
                      <a:pt x="1127" y="198"/>
                    </a:cubicBezTo>
                    <a:cubicBezTo>
                      <a:pt x="1129" y="197"/>
                      <a:pt x="1129" y="197"/>
                      <a:pt x="1129" y="197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31" y="192"/>
                      <a:pt x="1131" y="192"/>
                      <a:pt x="1131" y="192"/>
                    </a:cubicBezTo>
                    <a:cubicBezTo>
                      <a:pt x="1132" y="193"/>
                      <a:pt x="1132" y="193"/>
                      <a:pt x="1132" y="193"/>
                    </a:cubicBezTo>
                    <a:cubicBezTo>
                      <a:pt x="1133" y="192"/>
                      <a:pt x="1133" y="192"/>
                      <a:pt x="1133" y="192"/>
                    </a:cubicBezTo>
                    <a:cubicBezTo>
                      <a:pt x="1134" y="192"/>
                      <a:pt x="1134" y="192"/>
                      <a:pt x="1134" y="192"/>
                    </a:cubicBezTo>
                    <a:cubicBezTo>
                      <a:pt x="1135" y="191"/>
                      <a:pt x="1135" y="191"/>
                      <a:pt x="1135" y="191"/>
                    </a:cubicBezTo>
                    <a:cubicBezTo>
                      <a:pt x="1138" y="191"/>
                      <a:pt x="1138" y="191"/>
                      <a:pt x="1138" y="191"/>
                    </a:cubicBezTo>
                    <a:cubicBezTo>
                      <a:pt x="1138" y="190"/>
                      <a:pt x="1138" y="190"/>
                      <a:pt x="1138" y="190"/>
                    </a:cubicBezTo>
                    <a:cubicBezTo>
                      <a:pt x="1139" y="190"/>
                      <a:pt x="1139" y="190"/>
                      <a:pt x="1139" y="190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1" y="188"/>
                      <a:pt x="1141" y="188"/>
                      <a:pt x="1141" y="188"/>
                    </a:cubicBezTo>
                    <a:cubicBezTo>
                      <a:pt x="1142" y="188"/>
                      <a:pt x="1142" y="188"/>
                      <a:pt x="1142" y="188"/>
                    </a:cubicBezTo>
                    <a:cubicBezTo>
                      <a:pt x="1142" y="190"/>
                      <a:pt x="1142" y="190"/>
                      <a:pt x="1142" y="190"/>
                    </a:cubicBezTo>
                    <a:cubicBezTo>
                      <a:pt x="1143" y="189"/>
                      <a:pt x="1143" y="189"/>
                      <a:pt x="1143" y="189"/>
                    </a:cubicBezTo>
                    <a:cubicBezTo>
                      <a:pt x="1144" y="191"/>
                      <a:pt x="1144" y="191"/>
                      <a:pt x="1144" y="191"/>
                    </a:cubicBezTo>
                    <a:cubicBezTo>
                      <a:pt x="1145" y="191"/>
                      <a:pt x="1145" y="191"/>
                      <a:pt x="1145" y="191"/>
                    </a:cubicBezTo>
                    <a:cubicBezTo>
                      <a:pt x="1147" y="189"/>
                      <a:pt x="1147" y="189"/>
                      <a:pt x="1147" y="189"/>
                    </a:cubicBezTo>
                    <a:cubicBezTo>
                      <a:pt x="1147" y="188"/>
                      <a:pt x="1147" y="188"/>
                      <a:pt x="1147" y="188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48" y="186"/>
                      <a:pt x="1148" y="186"/>
                      <a:pt x="1148" y="186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50" y="188"/>
                      <a:pt x="1150" y="188"/>
                      <a:pt x="1150" y="188"/>
                    </a:cubicBezTo>
                    <a:cubicBezTo>
                      <a:pt x="1150" y="189"/>
                      <a:pt x="1150" y="189"/>
                      <a:pt x="1150" y="189"/>
                    </a:cubicBezTo>
                    <a:cubicBezTo>
                      <a:pt x="1149" y="190"/>
                      <a:pt x="1149" y="190"/>
                      <a:pt x="1149" y="190"/>
                    </a:cubicBezTo>
                    <a:cubicBezTo>
                      <a:pt x="1150" y="191"/>
                      <a:pt x="1150" y="191"/>
                      <a:pt x="1150" y="191"/>
                    </a:cubicBezTo>
                    <a:cubicBezTo>
                      <a:pt x="1150" y="192"/>
                      <a:pt x="1150" y="192"/>
                      <a:pt x="1150" y="192"/>
                    </a:cubicBezTo>
                    <a:cubicBezTo>
                      <a:pt x="1149" y="193"/>
                      <a:pt x="1149" y="193"/>
                      <a:pt x="1149" y="193"/>
                    </a:cubicBezTo>
                    <a:cubicBezTo>
                      <a:pt x="1150" y="193"/>
                      <a:pt x="1150" y="193"/>
                      <a:pt x="1150" y="193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49" y="198"/>
                      <a:pt x="1149" y="198"/>
                      <a:pt x="1149" y="198"/>
                    </a:cubicBezTo>
                    <a:cubicBezTo>
                      <a:pt x="1150" y="200"/>
                      <a:pt x="1150" y="200"/>
                      <a:pt x="1150" y="200"/>
                    </a:cubicBezTo>
                    <a:cubicBezTo>
                      <a:pt x="1152" y="198"/>
                      <a:pt x="1152" y="198"/>
                      <a:pt x="1152" y="198"/>
                    </a:cubicBezTo>
                    <a:cubicBezTo>
                      <a:pt x="1152" y="199"/>
                      <a:pt x="1152" y="199"/>
                      <a:pt x="1152" y="199"/>
                    </a:cubicBezTo>
                    <a:cubicBezTo>
                      <a:pt x="1153" y="199"/>
                      <a:pt x="1153" y="199"/>
                      <a:pt x="1153" y="199"/>
                    </a:cubicBezTo>
                    <a:cubicBezTo>
                      <a:pt x="1153" y="203"/>
                      <a:pt x="1153" y="203"/>
                      <a:pt x="1153" y="203"/>
                    </a:cubicBezTo>
                    <a:cubicBezTo>
                      <a:pt x="1155" y="201"/>
                      <a:pt x="1155" y="201"/>
                      <a:pt x="1155" y="201"/>
                    </a:cubicBezTo>
                    <a:cubicBezTo>
                      <a:pt x="1155" y="200"/>
                      <a:pt x="1155" y="200"/>
                      <a:pt x="1155" y="200"/>
                    </a:cubicBezTo>
                    <a:cubicBezTo>
                      <a:pt x="1156" y="199"/>
                      <a:pt x="1156" y="199"/>
                      <a:pt x="1156" y="199"/>
                    </a:cubicBezTo>
                    <a:cubicBezTo>
                      <a:pt x="1157" y="199"/>
                      <a:pt x="1157" y="199"/>
                      <a:pt x="1157" y="199"/>
                    </a:cubicBezTo>
                    <a:cubicBezTo>
                      <a:pt x="1157" y="200"/>
                      <a:pt x="1157" y="200"/>
                      <a:pt x="1157" y="200"/>
                    </a:cubicBezTo>
                    <a:cubicBezTo>
                      <a:pt x="1156" y="202"/>
                      <a:pt x="1156" y="202"/>
                      <a:pt x="1156" y="202"/>
                    </a:cubicBezTo>
                    <a:cubicBezTo>
                      <a:pt x="1157" y="203"/>
                      <a:pt x="1157" y="203"/>
                      <a:pt x="1157" y="203"/>
                    </a:cubicBezTo>
                    <a:cubicBezTo>
                      <a:pt x="1158" y="206"/>
                      <a:pt x="1158" y="206"/>
                      <a:pt x="1158" y="206"/>
                    </a:cubicBezTo>
                    <a:cubicBezTo>
                      <a:pt x="1160" y="203"/>
                      <a:pt x="1160" y="203"/>
                      <a:pt x="1160" y="203"/>
                    </a:cubicBezTo>
                    <a:cubicBezTo>
                      <a:pt x="1161" y="202"/>
                      <a:pt x="1161" y="202"/>
                      <a:pt x="1161" y="202"/>
                    </a:cubicBezTo>
                    <a:cubicBezTo>
                      <a:pt x="1161" y="201"/>
                      <a:pt x="1161" y="201"/>
                      <a:pt x="1161" y="201"/>
                    </a:cubicBezTo>
                    <a:cubicBezTo>
                      <a:pt x="1161" y="200"/>
                      <a:pt x="1161" y="200"/>
                      <a:pt x="1161" y="200"/>
                    </a:cubicBezTo>
                    <a:cubicBezTo>
                      <a:pt x="1162" y="196"/>
                      <a:pt x="1162" y="196"/>
                      <a:pt x="1162" y="196"/>
                    </a:cubicBezTo>
                    <a:cubicBezTo>
                      <a:pt x="1163" y="195"/>
                      <a:pt x="1163" y="195"/>
                      <a:pt x="1163" y="195"/>
                    </a:cubicBezTo>
                    <a:cubicBezTo>
                      <a:pt x="1162" y="194"/>
                      <a:pt x="1162" y="194"/>
                      <a:pt x="1162" y="194"/>
                    </a:cubicBezTo>
                    <a:cubicBezTo>
                      <a:pt x="1163" y="193"/>
                      <a:pt x="1163" y="193"/>
                      <a:pt x="1163" y="193"/>
                    </a:cubicBezTo>
                    <a:cubicBezTo>
                      <a:pt x="1163" y="192"/>
                      <a:pt x="1163" y="192"/>
                      <a:pt x="1163" y="192"/>
                    </a:cubicBezTo>
                    <a:cubicBezTo>
                      <a:pt x="1162" y="191"/>
                      <a:pt x="1162" y="191"/>
                      <a:pt x="1162" y="191"/>
                    </a:cubicBezTo>
                    <a:cubicBezTo>
                      <a:pt x="1163" y="191"/>
                      <a:pt x="1163" y="191"/>
                      <a:pt x="1163" y="191"/>
                    </a:cubicBezTo>
                    <a:cubicBezTo>
                      <a:pt x="1163" y="188"/>
                      <a:pt x="1163" y="188"/>
                      <a:pt x="1163" y="188"/>
                    </a:cubicBezTo>
                    <a:cubicBezTo>
                      <a:pt x="1162" y="187"/>
                      <a:pt x="1162" y="187"/>
                      <a:pt x="1162" y="187"/>
                    </a:cubicBezTo>
                    <a:cubicBezTo>
                      <a:pt x="1163" y="186"/>
                      <a:pt x="1163" y="186"/>
                      <a:pt x="1163" y="186"/>
                    </a:cubicBezTo>
                    <a:cubicBezTo>
                      <a:pt x="1164" y="185"/>
                      <a:pt x="1164" y="185"/>
                      <a:pt x="1164" y="185"/>
                    </a:cubicBezTo>
                    <a:cubicBezTo>
                      <a:pt x="1165" y="185"/>
                      <a:pt x="1165" y="185"/>
                      <a:pt x="1165" y="185"/>
                    </a:cubicBezTo>
                    <a:cubicBezTo>
                      <a:pt x="1166" y="186"/>
                      <a:pt x="1166" y="186"/>
                      <a:pt x="1166" y="186"/>
                    </a:cubicBezTo>
                    <a:cubicBezTo>
                      <a:pt x="1168" y="187"/>
                      <a:pt x="1168" y="187"/>
                      <a:pt x="1168" y="187"/>
                    </a:cubicBezTo>
                    <a:cubicBezTo>
                      <a:pt x="1169" y="185"/>
                      <a:pt x="1169" y="185"/>
                      <a:pt x="1169" y="185"/>
                    </a:cubicBezTo>
                    <a:cubicBezTo>
                      <a:pt x="1168" y="184"/>
                      <a:pt x="1168" y="184"/>
                      <a:pt x="1168" y="184"/>
                    </a:cubicBezTo>
                    <a:cubicBezTo>
                      <a:pt x="1168" y="182"/>
                      <a:pt x="1168" y="182"/>
                      <a:pt x="1168" y="182"/>
                    </a:cubicBezTo>
                    <a:cubicBezTo>
                      <a:pt x="1166" y="181"/>
                      <a:pt x="1166" y="181"/>
                      <a:pt x="1166" y="181"/>
                    </a:cubicBezTo>
                    <a:cubicBezTo>
                      <a:pt x="1165" y="178"/>
                      <a:pt x="1165" y="178"/>
                      <a:pt x="1165" y="178"/>
                    </a:cubicBezTo>
                    <a:cubicBezTo>
                      <a:pt x="1164" y="178"/>
                      <a:pt x="1164" y="178"/>
                      <a:pt x="1164" y="178"/>
                    </a:cubicBezTo>
                    <a:cubicBezTo>
                      <a:pt x="1164" y="177"/>
                      <a:pt x="1164" y="177"/>
                      <a:pt x="1164" y="177"/>
                    </a:cubicBezTo>
                    <a:cubicBezTo>
                      <a:pt x="1162" y="176"/>
                      <a:pt x="1162" y="176"/>
                      <a:pt x="1162" y="176"/>
                    </a:cubicBezTo>
                    <a:cubicBezTo>
                      <a:pt x="1162" y="174"/>
                      <a:pt x="1162" y="174"/>
                      <a:pt x="1162" y="174"/>
                    </a:cubicBezTo>
                    <a:cubicBezTo>
                      <a:pt x="1163" y="174"/>
                      <a:pt x="1163" y="174"/>
                      <a:pt x="1163" y="174"/>
                    </a:cubicBezTo>
                    <a:cubicBezTo>
                      <a:pt x="1162" y="172"/>
                      <a:pt x="1162" y="172"/>
                      <a:pt x="1162" y="172"/>
                    </a:cubicBezTo>
                    <a:cubicBezTo>
                      <a:pt x="1161" y="171"/>
                      <a:pt x="1161" y="171"/>
                      <a:pt x="1161" y="171"/>
                    </a:cubicBezTo>
                    <a:cubicBezTo>
                      <a:pt x="1161" y="169"/>
                      <a:pt x="1161" y="169"/>
                      <a:pt x="1161" y="169"/>
                    </a:cubicBezTo>
                    <a:cubicBezTo>
                      <a:pt x="1160" y="169"/>
                      <a:pt x="1160" y="169"/>
                      <a:pt x="1160" y="169"/>
                    </a:cubicBezTo>
                    <a:cubicBezTo>
                      <a:pt x="1162" y="168"/>
                      <a:pt x="1162" y="168"/>
                      <a:pt x="1162" y="168"/>
                    </a:cubicBezTo>
                    <a:cubicBezTo>
                      <a:pt x="1163" y="168"/>
                      <a:pt x="1163" y="168"/>
                      <a:pt x="1163" y="168"/>
                    </a:cubicBezTo>
                    <a:cubicBezTo>
                      <a:pt x="1165" y="166"/>
                      <a:pt x="1165" y="166"/>
                      <a:pt x="1165" y="166"/>
                    </a:cubicBezTo>
                    <a:cubicBezTo>
                      <a:pt x="1166" y="166"/>
                      <a:pt x="1166" y="166"/>
                      <a:pt x="1166" y="166"/>
                    </a:cubicBezTo>
                    <a:cubicBezTo>
                      <a:pt x="1167" y="166"/>
                      <a:pt x="1167" y="166"/>
                      <a:pt x="1167" y="166"/>
                    </a:cubicBezTo>
                    <a:cubicBezTo>
                      <a:pt x="1169" y="167"/>
                      <a:pt x="1169" y="167"/>
                      <a:pt x="1169" y="167"/>
                    </a:cubicBezTo>
                    <a:cubicBezTo>
                      <a:pt x="1171" y="167"/>
                      <a:pt x="1171" y="167"/>
                      <a:pt x="1171" y="167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1" y="168"/>
                      <a:pt x="1171" y="168"/>
                      <a:pt x="1171" y="168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0" y="168"/>
                      <a:pt x="1170" y="168"/>
                      <a:pt x="1170" y="168"/>
                    </a:cubicBezTo>
                    <a:cubicBezTo>
                      <a:pt x="1168" y="171"/>
                      <a:pt x="1168" y="171"/>
                      <a:pt x="1168" y="171"/>
                    </a:cubicBezTo>
                    <a:cubicBezTo>
                      <a:pt x="1167" y="172"/>
                      <a:pt x="1167" y="172"/>
                      <a:pt x="1167" y="172"/>
                    </a:cubicBezTo>
                    <a:cubicBezTo>
                      <a:pt x="1168" y="174"/>
                      <a:pt x="1168" y="174"/>
                      <a:pt x="1168" y="174"/>
                    </a:cubicBezTo>
                    <a:cubicBezTo>
                      <a:pt x="1168" y="176"/>
                      <a:pt x="1168" y="176"/>
                      <a:pt x="1168" y="176"/>
                    </a:cubicBezTo>
                    <a:cubicBezTo>
                      <a:pt x="1169" y="176"/>
                      <a:pt x="1169" y="176"/>
                      <a:pt x="1169" y="176"/>
                    </a:cubicBezTo>
                    <a:cubicBezTo>
                      <a:pt x="1169" y="178"/>
                      <a:pt x="1169" y="178"/>
                      <a:pt x="1169" y="178"/>
                    </a:cubicBezTo>
                    <a:cubicBezTo>
                      <a:pt x="1171" y="179"/>
                      <a:pt x="1171" y="179"/>
                      <a:pt x="1171" y="179"/>
                    </a:cubicBezTo>
                    <a:cubicBezTo>
                      <a:pt x="1171" y="180"/>
                      <a:pt x="1171" y="180"/>
                      <a:pt x="1171" y="180"/>
                    </a:cubicBezTo>
                    <a:cubicBezTo>
                      <a:pt x="1171" y="181"/>
                      <a:pt x="1171" y="181"/>
                      <a:pt x="1171" y="181"/>
                    </a:cubicBezTo>
                    <a:cubicBezTo>
                      <a:pt x="1173" y="182"/>
                      <a:pt x="1173" y="182"/>
                      <a:pt x="1173" y="182"/>
                    </a:cubicBezTo>
                    <a:cubicBezTo>
                      <a:pt x="1173" y="183"/>
                      <a:pt x="1173" y="183"/>
                      <a:pt x="1173" y="183"/>
                    </a:cubicBezTo>
                    <a:cubicBezTo>
                      <a:pt x="1173" y="184"/>
                      <a:pt x="1173" y="184"/>
                      <a:pt x="1173" y="184"/>
                    </a:cubicBezTo>
                    <a:cubicBezTo>
                      <a:pt x="1172" y="184"/>
                      <a:pt x="1172" y="184"/>
                      <a:pt x="1172" y="184"/>
                    </a:cubicBezTo>
                    <a:cubicBezTo>
                      <a:pt x="1173" y="188"/>
                      <a:pt x="1173" y="188"/>
                      <a:pt x="1173" y="188"/>
                    </a:cubicBezTo>
                    <a:cubicBezTo>
                      <a:pt x="1174" y="189"/>
                      <a:pt x="1174" y="189"/>
                      <a:pt x="1174" y="189"/>
                    </a:cubicBezTo>
                    <a:cubicBezTo>
                      <a:pt x="1175" y="188"/>
                      <a:pt x="1175" y="188"/>
                      <a:pt x="1175" y="188"/>
                    </a:cubicBezTo>
                    <a:cubicBezTo>
                      <a:pt x="1176" y="190"/>
                      <a:pt x="1176" y="190"/>
                      <a:pt x="1176" y="190"/>
                    </a:cubicBezTo>
                    <a:cubicBezTo>
                      <a:pt x="1175" y="192"/>
                      <a:pt x="1175" y="192"/>
                      <a:pt x="1175" y="192"/>
                    </a:cubicBezTo>
                    <a:cubicBezTo>
                      <a:pt x="1175" y="195"/>
                      <a:pt x="1175" y="195"/>
                      <a:pt x="1175" y="195"/>
                    </a:cubicBezTo>
                    <a:cubicBezTo>
                      <a:pt x="1176" y="196"/>
                      <a:pt x="1176" y="196"/>
                      <a:pt x="1176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4" y="199"/>
                      <a:pt x="1174" y="199"/>
                      <a:pt x="1174" y="199"/>
                    </a:cubicBezTo>
                    <a:cubicBezTo>
                      <a:pt x="1174" y="200"/>
                      <a:pt x="1174" y="200"/>
                      <a:pt x="1174" y="200"/>
                    </a:cubicBezTo>
                    <a:cubicBezTo>
                      <a:pt x="1172" y="201"/>
                      <a:pt x="1172" y="201"/>
                      <a:pt x="1172" y="201"/>
                    </a:cubicBezTo>
                    <a:cubicBezTo>
                      <a:pt x="1172" y="202"/>
                      <a:pt x="1172" y="202"/>
                      <a:pt x="1172" y="202"/>
                    </a:cubicBezTo>
                    <a:cubicBezTo>
                      <a:pt x="1170" y="202"/>
                      <a:pt x="1170" y="202"/>
                      <a:pt x="1170" y="202"/>
                    </a:cubicBezTo>
                    <a:cubicBezTo>
                      <a:pt x="1170" y="204"/>
                      <a:pt x="1170" y="204"/>
                      <a:pt x="1170" y="204"/>
                    </a:cubicBezTo>
                    <a:cubicBezTo>
                      <a:pt x="1169" y="205"/>
                      <a:pt x="1169" y="205"/>
                      <a:pt x="1169" y="205"/>
                    </a:cubicBezTo>
                    <a:cubicBezTo>
                      <a:pt x="1170" y="208"/>
                      <a:pt x="1170" y="208"/>
                      <a:pt x="1170" y="208"/>
                    </a:cubicBezTo>
                    <a:cubicBezTo>
                      <a:pt x="1171" y="208"/>
                      <a:pt x="1171" y="208"/>
                      <a:pt x="1171" y="208"/>
                    </a:cubicBezTo>
                    <a:cubicBezTo>
                      <a:pt x="1171" y="209"/>
                      <a:pt x="1171" y="209"/>
                      <a:pt x="1171" y="209"/>
                    </a:cubicBezTo>
                    <a:cubicBezTo>
                      <a:pt x="1170" y="211"/>
                      <a:pt x="1170" y="211"/>
                      <a:pt x="1170" y="211"/>
                    </a:cubicBezTo>
                    <a:cubicBezTo>
                      <a:pt x="1170" y="212"/>
                      <a:pt x="1170" y="212"/>
                      <a:pt x="1170" y="212"/>
                    </a:cubicBezTo>
                    <a:cubicBezTo>
                      <a:pt x="1171" y="213"/>
                      <a:pt x="1171" y="213"/>
                      <a:pt x="1171" y="213"/>
                    </a:cubicBezTo>
                    <a:cubicBezTo>
                      <a:pt x="1170" y="216"/>
                      <a:pt x="1170" y="216"/>
                      <a:pt x="1170" y="216"/>
                    </a:cubicBezTo>
                    <a:cubicBezTo>
                      <a:pt x="1171" y="218"/>
                      <a:pt x="1171" y="218"/>
                      <a:pt x="1171" y="218"/>
                    </a:cubicBezTo>
                    <a:cubicBezTo>
                      <a:pt x="1170" y="218"/>
                      <a:pt x="1170" y="218"/>
                      <a:pt x="1170" y="218"/>
                    </a:cubicBezTo>
                    <a:cubicBezTo>
                      <a:pt x="1168" y="219"/>
                      <a:pt x="1168" y="219"/>
                      <a:pt x="1168" y="219"/>
                    </a:cubicBezTo>
                    <a:cubicBezTo>
                      <a:pt x="1168" y="221"/>
                      <a:pt x="1168" y="221"/>
                      <a:pt x="1168" y="221"/>
                    </a:cubicBezTo>
                    <a:cubicBezTo>
                      <a:pt x="1169" y="222"/>
                      <a:pt x="1169" y="222"/>
                      <a:pt x="1169" y="222"/>
                    </a:cubicBezTo>
                    <a:cubicBezTo>
                      <a:pt x="1168" y="224"/>
                      <a:pt x="1168" y="224"/>
                      <a:pt x="1168" y="224"/>
                    </a:cubicBezTo>
                    <a:cubicBezTo>
                      <a:pt x="1168" y="225"/>
                      <a:pt x="1168" y="225"/>
                      <a:pt x="1168" y="225"/>
                    </a:cubicBezTo>
                    <a:cubicBezTo>
                      <a:pt x="1168" y="226"/>
                      <a:pt x="1168" y="226"/>
                      <a:pt x="1168" y="226"/>
                    </a:cubicBezTo>
                    <a:cubicBezTo>
                      <a:pt x="1169" y="227"/>
                      <a:pt x="1169" y="227"/>
                      <a:pt x="1169" y="227"/>
                    </a:cubicBezTo>
                    <a:cubicBezTo>
                      <a:pt x="1168" y="227"/>
                      <a:pt x="1168" y="227"/>
                      <a:pt x="1168" y="227"/>
                    </a:cubicBezTo>
                    <a:cubicBezTo>
                      <a:pt x="1168" y="230"/>
                      <a:pt x="1168" y="230"/>
                      <a:pt x="1168" y="230"/>
                    </a:cubicBezTo>
                    <a:cubicBezTo>
                      <a:pt x="1168" y="231"/>
                      <a:pt x="1168" y="231"/>
                      <a:pt x="1168" y="231"/>
                    </a:cubicBezTo>
                    <a:cubicBezTo>
                      <a:pt x="1168" y="232"/>
                      <a:pt x="1168" y="232"/>
                      <a:pt x="1168" y="232"/>
                    </a:cubicBezTo>
                    <a:cubicBezTo>
                      <a:pt x="1167" y="234"/>
                      <a:pt x="1167" y="234"/>
                      <a:pt x="1167" y="234"/>
                    </a:cubicBezTo>
                    <a:cubicBezTo>
                      <a:pt x="1168" y="236"/>
                      <a:pt x="1168" y="236"/>
                      <a:pt x="1168" y="236"/>
                    </a:cubicBezTo>
                    <a:cubicBezTo>
                      <a:pt x="1168" y="238"/>
                      <a:pt x="1168" y="238"/>
                      <a:pt x="1168" y="238"/>
                    </a:cubicBezTo>
                    <a:cubicBezTo>
                      <a:pt x="1169" y="241"/>
                      <a:pt x="1169" y="241"/>
                      <a:pt x="1169" y="241"/>
                    </a:cubicBezTo>
                    <a:cubicBezTo>
                      <a:pt x="1167" y="245"/>
                      <a:pt x="1167" y="245"/>
                      <a:pt x="1167" y="245"/>
                    </a:cubicBezTo>
                    <a:cubicBezTo>
                      <a:pt x="1167" y="246"/>
                      <a:pt x="1167" y="246"/>
                      <a:pt x="1167" y="246"/>
                    </a:cubicBezTo>
                    <a:cubicBezTo>
                      <a:pt x="1164" y="246"/>
                      <a:pt x="1164" y="246"/>
                      <a:pt x="1164" y="246"/>
                    </a:cubicBezTo>
                    <a:cubicBezTo>
                      <a:pt x="1164" y="250"/>
                      <a:pt x="1164" y="250"/>
                      <a:pt x="1164" y="250"/>
                    </a:cubicBezTo>
                    <a:cubicBezTo>
                      <a:pt x="1164" y="251"/>
                      <a:pt x="1164" y="251"/>
                      <a:pt x="1164" y="251"/>
                    </a:cubicBezTo>
                    <a:cubicBezTo>
                      <a:pt x="1163" y="252"/>
                      <a:pt x="1163" y="252"/>
                      <a:pt x="1163" y="252"/>
                    </a:cubicBezTo>
                    <a:cubicBezTo>
                      <a:pt x="1160" y="251"/>
                      <a:pt x="1160" y="251"/>
                      <a:pt x="1160" y="251"/>
                    </a:cubicBezTo>
                    <a:cubicBezTo>
                      <a:pt x="1158" y="252"/>
                      <a:pt x="1158" y="252"/>
                      <a:pt x="1158" y="252"/>
                    </a:cubicBezTo>
                    <a:cubicBezTo>
                      <a:pt x="1158" y="254"/>
                      <a:pt x="1158" y="254"/>
                      <a:pt x="1158" y="254"/>
                    </a:cubicBezTo>
                    <a:cubicBezTo>
                      <a:pt x="1161" y="254"/>
                      <a:pt x="1161" y="254"/>
                      <a:pt x="1161" y="254"/>
                    </a:cubicBezTo>
                    <a:cubicBezTo>
                      <a:pt x="1163" y="258"/>
                      <a:pt x="1163" y="258"/>
                      <a:pt x="1163" y="258"/>
                    </a:cubicBezTo>
                    <a:cubicBezTo>
                      <a:pt x="1163" y="261"/>
                      <a:pt x="1163" y="261"/>
                      <a:pt x="1163" y="261"/>
                    </a:cubicBezTo>
                    <a:cubicBezTo>
                      <a:pt x="1162" y="262"/>
                      <a:pt x="1162" y="262"/>
                      <a:pt x="1162" y="262"/>
                    </a:cubicBezTo>
                    <a:cubicBezTo>
                      <a:pt x="1163" y="263"/>
                      <a:pt x="1163" y="263"/>
                      <a:pt x="1163" y="263"/>
                    </a:cubicBezTo>
                    <a:cubicBezTo>
                      <a:pt x="1162" y="263"/>
                      <a:pt x="1162" y="263"/>
                      <a:pt x="1162" y="263"/>
                    </a:cubicBezTo>
                    <a:cubicBezTo>
                      <a:pt x="1162" y="265"/>
                      <a:pt x="1162" y="265"/>
                      <a:pt x="1162" y="265"/>
                    </a:cubicBezTo>
                    <a:cubicBezTo>
                      <a:pt x="1160" y="267"/>
                      <a:pt x="1160" y="267"/>
                      <a:pt x="1160" y="267"/>
                    </a:cubicBezTo>
                    <a:cubicBezTo>
                      <a:pt x="1160" y="271"/>
                      <a:pt x="1160" y="271"/>
                      <a:pt x="1160" y="271"/>
                    </a:cubicBezTo>
                    <a:cubicBezTo>
                      <a:pt x="1161" y="273"/>
                      <a:pt x="1161" y="273"/>
                      <a:pt x="1161" y="273"/>
                    </a:cubicBezTo>
                    <a:cubicBezTo>
                      <a:pt x="1162" y="278"/>
                      <a:pt x="1162" y="278"/>
                      <a:pt x="1162" y="278"/>
                    </a:cubicBezTo>
                    <a:cubicBezTo>
                      <a:pt x="1164" y="282"/>
                      <a:pt x="1164" y="282"/>
                      <a:pt x="1164" y="282"/>
                    </a:cubicBezTo>
                    <a:cubicBezTo>
                      <a:pt x="1164" y="284"/>
                      <a:pt x="1164" y="284"/>
                      <a:pt x="1164" y="284"/>
                    </a:cubicBezTo>
                    <a:cubicBezTo>
                      <a:pt x="1167" y="291"/>
                      <a:pt x="1167" y="291"/>
                      <a:pt x="1167" y="291"/>
                    </a:cubicBezTo>
                    <a:cubicBezTo>
                      <a:pt x="1171" y="299"/>
                      <a:pt x="1171" y="299"/>
                      <a:pt x="1171" y="299"/>
                    </a:cubicBezTo>
                    <a:cubicBezTo>
                      <a:pt x="1175" y="306"/>
                      <a:pt x="1175" y="306"/>
                      <a:pt x="1175" y="306"/>
                    </a:cubicBezTo>
                    <a:cubicBezTo>
                      <a:pt x="1177" y="308"/>
                      <a:pt x="1177" y="308"/>
                      <a:pt x="1177" y="308"/>
                    </a:cubicBezTo>
                    <a:cubicBezTo>
                      <a:pt x="1177" y="310"/>
                      <a:pt x="1177" y="310"/>
                      <a:pt x="1177" y="310"/>
                    </a:cubicBezTo>
                    <a:cubicBezTo>
                      <a:pt x="1182" y="316"/>
                      <a:pt x="1182" y="316"/>
                      <a:pt x="1182" y="316"/>
                    </a:cubicBezTo>
                    <a:cubicBezTo>
                      <a:pt x="1188" y="326"/>
                      <a:pt x="1188" y="326"/>
                      <a:pt x="1188" y="326"/>
                    </a:cubicBezTo>
                    <a:cubicBezTo>
                      <a:pt x="1191" y="327"/>
                      <a:pt x="1191" y="327"/>
                      <a:pt x="1191" y="327"/>
                    </a:cubicBezTo>
                    <a:cubicBezTo>
                      <a:pt x="1193" y="328"/>
                      <a:pt x="1193" y="328"/>
                      <a:pt x="1193" y="328"/>
                    </a:cubicBezTo>
                    <a:cubicBezTo>
                      <a:pt x="1192" y="328"/>
                      <a:pt x="1192" y="328"/>
                      <a:pt x="1192" y="328"/>
                    </a:cubicBezTo>
                    <a:cubicBezTo>
                      <a:pt x="1190" y="327"/>
                      <a:pt x="1190" y="327"/>
                      <a:pt x="1190" y="327"/>
                    </a:cubicBezTo>
                    <a:cubicBezTo>
                      <a:pt x="1193" y="331"/>
                      <a:pt x="1193" y="331"/>
                      <a:pt x="1193" y="331"/>
                    </a:cubicBezTo>
                    <a:cubicBezTo>
                      <a:pt x="1196" y="337"/>
                      <a:pt x="1196" y="337"/>
                      <a:pt x="1196" y="337"/>
                    </a:cubicBezTo>
                    <a:cubicBezTo>
                      <a:pt x="1196" y="340"/>
                      <a:pt x="1196" y="340"/>
                      <a:pt x="1196" y="340"/>
                    </a:cubicBezTo>
                    <a:cubicBezTo>
                      <a:pt x="1198" y="343"/>
                      <a:pt x="1198" y="343"/>
                      <a:pt x="1198" y="343"/>
                    </a:cubicBezTo>
                    <a:cubicBezTo>
                      <a:pt x="1201" y="343"/>
                      <a:pt x="1201" y="343"/>
                      <a:pt x="1201" y="343"/>
                    </a:cubicBezTo>
                    <a:cubicBezTo>
                      <a:pt x="1201" y="344"/>
                      <a:pt x="1201" y="344"/>
                      <a:pt x="1201" y="344"/>
                    </a:cubicBezTo>
                    <a:cubicBezTo>
                      <a:pt x="1201" y="345"/>
                      <a:pt x="1201" y="345"/>
                      <a:pt x="1201" y="345"/>
                    </a:cubicBezTo>
                    <a:cubicBezTo>
                      <a:pt x="1201" y="346"/>
                      <a:pt x="1201" y="346"/>
                      <a:pt x="1201" y="346"/>
                    </a:cubicBezTo>
                    <a:cubicBezTo>
                      <a:pt x="1201" y="348"/>
                      <a:pt x="1201" y="348"/>
                      <a:pt x="1201" y="348"/>
                    </a:cubicBezTo>
                    <a:cubicBezTo>
                      <a:pt x="1200" y="347"/>
                      <a:pt x="1200" y="347"/>
                      <a:pt x="1200" y="347"/>
                    </a:cubicBezTo>
                    <a:cubicBezTo>
                      <a:pt x="1199" y="348"/>
                      <a:pt x="1199" y="348"/>
                      <a:pt x="1199" y="348"/>
                    </a:cubicBezTo>
                    <a:cubicBezTo>
                      <a:pt x="1199" y="350"/>
                      <a:pt x="1199" y="350"/>
                      <a:pt x="1199" y="350"/>
                    </a:cubicBezTo>
                    <a:cubicBezTo>
                      <a:pt x="1197" y="348"/>
                      <a:pt x="1197" y="348"/>
                      <a:pt x="1197" y="348"/>
                    </a:cubicBezTo>
                    <a:cubicBezTo>
                      <a:pt x="1197" y="350"/>
                      <a:pt x="1197" y="350"/>
                      <a:pt x="1197" y="350"/>
                    </a:cubicBezTo>
                    <a:cubicBezTo>
                      <a:pt x="1197" y="353"/>
                      <a:pt x="1197" y="353"/>
                      <a:pt x="1197" y="353"/>
                    </a:cubicBezTo>
                    <a:cubicBezTo>
                      <a:pt x="1197" y="354"/>
                      <a:pt x="1197" y="354"/>
                      <a:pt x="1197" y="354"/>
                    </a:cubicBezTo>
                    <a:cubicBezTo>
                      <a:pt x="1196" y="354"/>
                      <a:pt x="1196" y="354"/>
                      <a:pt x="1196" y="354"/>
                    </a:cubicBezTo>
                    <a:cubicBezTo>
                      <a:pt x="1195" y="356"/>
                      <a:pt x="1195" y="356"/>
                      <a:pt x="1195" y="356"/>
                    </a:cubicBezTo>
                    <a:cubicBezTo>
                      <a:pt x="1194" y="356"/>
                      <a:pt x="1194" y="356"/>
                      <a:pt x="1194" y="356"/>
                    </a:cubicBezTo>
                    <a:cubicBezTo>
                      <a:pt x="1193" y="357"/>
                      <a:pt x="1193" y="357"/>
                      <a:pt x="1193" y="357"/>
                    </a:cubicBezTo>
                    <a:cubicBezTo>
                      <a:pt x="1195" y="358"/>
                      <a:pt x="1195" y="358"/>
                      <a:pt x="1195" y="358"/>
                    </a:cubicBezTo>
                    <a:cubicBezTo>
                      <a:pt x="1195" y="359"/>
                      <a:pt x="1195" y="359"/>
                      <a:pt x="1195" y="359"/>
                    </a:cubicBezTo>
                    <a:cubicBezTo>
                      <a:pt x="1193" y="359"/>
                      <a:pt x="1193" y="359"/>
                      <a:pt x="1193" y="359"/>
                    </a:cubicBezTo>
                    <a:cubicBezTo>
                      <a:pt x="1194" y="361"/>
                      <a:pt x="1194" y="361"/>
                      <a:pt x="1194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8" y="362"/>
                      <a:pt x="1198" y="362"/>
                      <a:pt x="1198" y="362"/>
                    </a:cubicBezTo>
                    <a:cubicBezTo>
                      <a:pt x="1198" y="359"/>
                      <a:pt x="1198" y="359"/>
                      <a:pt x="1198" y="359"/>
                    </a:cubicBezTo>
                    <a:cubicBezTo>
                      <a:pt x="1198" y="358"/>
                      <a:pt x="1198" y="358"/>
                      <a:pt x="1198" y="358"/>
                    </a:cubicBezTo>
                    <a:cubicBezTo>
                      <a:pt x="1199" y="358"/>
                      <a:pt x="1199" y="358"/>
                      <a:pt x="1199" y="358"/>
                    </a:cubicBezTo>
                    <a:cubicBezTo>
                      <a:pt x="1200" y="356"/>
                      <a:pt x="1200" y="356"/>
                      <a:pt x="1200" y="356"/>
                    </a:cubicBezTo>
                    <a:cubicBezTo>
                      <a:pt x="1200" y="355"/>
                      <a:pt x="1200" y="355"/>
                      <a:pt x="1200" y="355"/>
                    </a:cubicBezTo>
                    <a:cubicBezTo>
                      <a:pt x="1200" y="354"/>
                      <a:pt x="1200" y="354"/>
                      <a:pt x="1200" y="354"/>
                    </a:cubicBezTo>
                    <a:cubicBezTo>
                      <a:pt x="1201" y="353"/>
                      <a:pt x="1201" y="353"/>
                      <a:pt x="1201" y="353"/>
                    </a:cubicBezTo>
                    <a:cubicBezTo>
                      <a:pt x="1200" y="351"/>
                      <a:pt x="1200" y="351"/>
                      <a:pt x="1200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2" y="350"/>
                      <a:pt x="1202" y="350"/>
                      <a:pt x="1202" y="350"/>
                    </a:cubicBezTo>
                    <a:cubicBezTo>
                      <a:pt x="1202" y="349"/>
                      <a:pt x="1202" y="349"/>
                      <a:pt x="1202" y="349"/>
                    </a:cubicBezTo>
                    <a:cubicBezTo>
                      <a:pt x="1204" y="344"/>
                      <a:pt x="1204" y="344"/>
                      <a:pt x="1204" y="344"/>
                    </a:cubicBezTo>
                    <a:cubicBezTo>
                      <a:pt x="1204" y="341"/>
                      <a:pt x="1204" y="341"/>
                      <a:pt x="1204" y="341"/>
                    </a:cubicBezTo>
                    <a:cubicBezTo>
                      <a:pt x="1205" y="341"/>
                      <a:pt x="1205" y="341"/>
                      <a:pt x="1205" y="341"/>
                    </a:cubicBezTo>
                    <a:cubicBezTo>
                      <a:pt x="1205" y="340"/>
                      <a:pt x="1205" y="340"/>
                      <a:pt x="1205" y="340"/>
                    </a:cubicBezTo>
                    <a:cubicBezTo>
                      <a:pt x="1207" y="338"/>
                      <a:pt x="1207" y="338"/>
                      <a:pt x="1207" y="338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5"/>
                      <a:pt x="1207" y="335"/>
                      <a:pt x="1207" y="335"/>
                    </a:cubicBezTo>
                    <a:cubicBezTo>
                      <a:pt x="1208" y="331"/>
                      <a:pt x="1208" y="331"/>
                      <a:pt x="1208" y="331"/>
                    </a:cubicBezTo>
                    <a:cubicBezTo>
                      <a:pt x="1207" y="330"/>
                      <a:pt x="1207" y="330"/>
                      <a:pt x="1207" y="330"/>
                    </a:cubicBezTo>
                    <a:cubicBezTo>
                      <a:pt x="1207" y="328"/>
                      <a:pt x="1207" y="328"/>
                      <a:pt x="1207" y="328"/>
                    </a:cubicBezTo>
                    <a:cubicBezTo>
                      <a:pt x="1209" y="327"/>
                      <a:pt x="1209" y="327"/>
                      <a:pt x="1209" y="327"/>
                    </a:cubicBezTo>
                    <a:cubicBezTo>
                      <a:pt x="1207" y="325"/>
                      <a:pt x="1207" y="325"/>
                      <a:pt x="1207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5" y="323"/>
                      <a:pt x="1205" y="323"/>
                      <a:pt x="1205" y="323"/>
                    </a:cubicBezTo>
                    <a:cubicBezTo>
                      <a:pt x="1207" y="322"/>
                      <a:pt x="1207" y="322"/>
                      <a:pt x="1207" y="322"/>
                    </a:cubicBezTo>
                    <a:cubicBezTo>
                      <a:pt x="1205" y="321"/>
                      <a:pt x="1205" y="321"/>
                      <a:pt x="1205" y="321"/>
                    </a:cubicBezTo>
                    <a:cubicBezTo>
                      <a:pt x="1205" y="320"/>
                      <a:pt x="1205" y="320"/>
                      <a:pt x="1205" y="320"/>
                    </a:cubicBezTo>
                    <a:cubicBezTo>
                      <a:pt x="1206" y="318"/>
                      <a:pt x="1206" y="318"/>
                      <a:pt x="1206" y="318"/>
                    </a:cubicBezTo>
                    <a:cubicBezTo>
                      <a:pt x="1205" y="318"/>
                      <a:pt x="1205" y="318"/>
                      <a:pt x="1205" y="318"/>
                    </a:cubicBezTo>
                    <a:cubicBezTo>
                      <a:pt x="1207" y="316"/>
                      <a:pt x="1207" y="316"/>
                      <a:pt x="1207" y="316"/>
                    </a:cubicBezTo>
                    <a:cubicBezTo>
                      <a:pt x="1208" y="316"/>
                      <a:pt x="1208" y="316"/>
                      <a:pt x="1208" y="316"/>
                    </a:cubicBezTo>
                    <a:cubicBezTo>
                      <a:pt x="1210" y="315"/>
                      <a:pt x="1210" y="315"/>
                      <a:pt x="1210" y="315"/>
                    </a:cubicBezTo>
                    <a:cubicBezTo>
                      <a:pt x="1211" y="314"/>
                      <a:pt x="1211" y="314"/>
                      <a:pt x="1211" y="314"/>
                    </a:cubicBezTo>
                    <a:cubicBezTo>
                      <a:pt x="1211" y="315"/>
                      <a:pt x="1211" y="315"/>
                      <a:pt x="1211" y="315"/>
                    </a:cubicBezTo>
                    <a:cubicBezTo>
                      <a:pt x="1214" y="315"/>
                      <a:pt x="1214" y="315"/>
                      <a:pt x="1214" y="315"/>
                    </a:cubicBezTo>
                    <a:cubicBezTo>
                      <a:pt x="1212" y="312"/>
                      <a:pt x="1212" y="312"/>
                      <a:pt x="1212" y="312"/>
                    </a:cubicBezTo>
                    <a:cubicBezTo>
                      <a:pt x="1210" y="311"/>
                      <a:pt x="1210" y="311"/>
                      <a:pt x="1210" y="311"/>
                    </a:cubicBezTo>
                    <a:cubicBezTo>
                      <a:pt x="1211" y="310"/>
                      <a:pt x="1211" y="310"/>
                      <a:pt x="1211" y="310"/>
                    </a:cubicBezTo>
                    <a:cubicBezTo>
                      <a:pt x="1208" y="308"/>
                      <a:pt x="1208" y="308"/>
                      <a:pt x="1208" y="308"/>
                    </a:cubicBezTo>
                    <a:cubicBezTo>
                      <a:pt x="1207" y="305"/>
                      <a:pt x="1207" y="305"/>
                      <a:pt x="1207" y="305"/>
                    </a:cubicBezTo>
                    <a:cubicBezTo>
                      <a:pt x="1208" y="301"/>
                      <a:pt x="1208" y="301"/>
                      <a:pt x="1208" y="301"/>
                    </a:cubicBezTo>
                    <a:cubicBezTo>
                      <a:pt x="1207" y="300"/>
                      <a:pt x="1207" y="300"/>
                      <a:pt x="1207" y="300"/>
                    </a:cubicBezTo>
                    <a:cubicBezTo>
                      <a:pt x="1208" y="299"/>
                      <a:pt x="1208" y="299"/>
                      <a:pt x="1208" y="299"/>
                    </a:cubicBezTo>
                    <a:cubicBezTo>
                      <a:pt x="1208" y="297"/>
                      <a:pt x="1208" y="297"/>
                      <a:pt x="1208" y="297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11" y="293"/>
                      <a:pt x="1211" y="293"/>
                      <a:pt x="1211" y="293"/>
                    </a:cubicBezTo>
                    <a:cubicBezTo>
                      <a:pt x="1212" y="294"/>
                      <a:pt x="1212" y="294"/>
                      <a:pt x="1212" y="294"/>
                    </a:cubicBezTo>
                    <a:cubicBezTo>
                      <a:pt x="1217" y="292"/>
                      <a:pt x="1217" y="292"/>
                      <a:pt x="1217" y="292"/>
                    </a:cubicBezTo>
                    <a:cubicBezTo>
                      <a:pt x="1217" y="290"/>
                      <a:pt x="1217" y="290"/>
                      <a:pt x="1217" y="290"/>
                    </a:cubicBezTo>
                    <a:cubicBezTo>
                      <a:pt x="1218" y="288"/>
                      <a:pt x="1218" y="288"/>
                      <a:pt x="1218" y="288"/>
                    </a:cubicBezTo>
                    <a:cubicBezTo>
                      <a:pt x="1216" y="287"/>
                      <a:pt x="1216" y="287"/>
                      <a:pt x="1216" y="287"/>
                    </a:cubicBezTo>
                    <a:cubicBezTo>
                      <a:pt x="1213" y="283"/>
                      <a:pt x="1213" y="283"/>
                      <a:pt x="1213" y="283"/>
                    </a:cubicBezTo>
                    <a:cubicBezTo>
                      <a:pt x="1212" y="283"/>
                      <a:pt x="1212" y="283"/>
                      <a:pt x="1212" y="283"/>
                    </a:cubicBezTo>
                    <a:cubicBezTo>
                      <a:pt x="1209" y="278"/>
                      <a:pt x="1209" y="278"/>
                      <a:pt x="1209" y="278"/>
                    </a:cubicBezTo>
                    <a:cubicBezTo>
                      <a:pt x="1209" y="277"/>
                      <a:pt x="1209" y="277"/>
                      <a:pt x="1209" y="277"/>
                    </a:cubicBezTo>
                    <a:cubicBezTo>
                      <a:pt x="1208" y="276"/>
                      <a:pt x="1208" y="276"/>
                      <a:pt x="1208" y="276"/>
                    </a:cubicBezTo>
                    <a:cubicBezTo>
                      <a:pt x="1208" y="271"/>
                      <a:pt x="1208" y="271"/>
                      <a:pt x="1208" y="271"/>
                    </a:cubicBezTo>
                    <a:cubicBezTo>
                      <a:pt x="1208" y="270"/>
                      <a:pt x="1208" y="270"/>
                      <a:pt x="1208" y="270"/>
                    </a:cubicBezTo>
                    <a:cubicBezTo>
                      <a:pt x="1207" y="268"/>
                      <a:pt x="1207" y="268"/>
                      <a:pt x="1207" y="268"/>
                    </a:cubicBezTo>
                    <a:cubicBezTo>
                      <a:pt x="1208" y="267"/>
                      <a:pt x="1208" y="267"/>
                      <a:pt x="1208" y="267"/>
                    </a:cubicBezTo>
                    <a:cubicBezTo>
                      <a:pt x="1211" y="268"/>
                      <a:pt x="1211" y="268"/>
                      <a:pt x="1211" y="268"/>
                    </a:cubicBezTo>
                    <a:cubicBezTo>
                      <a:pt x="1213" y="269"/>
                      <a:pt x="1213" y="269"/>
                      <a:pt x="1213" y="269"/>
                    </a:cubicBezTo>
                    <a:cubicBezTo>
                      <a:pt x="1214" y="269"/>
                      <a:pt x="1214" y="269"/>
                      <a:pt x="1214" y="269"/>
                    </a:cubicBezTo>
                    <a:cubicBezTo>
                      <a:pt x="1214" y="266"/>
                      <a:pt x="1214" y="266"/>
                      <a:pt x="1214" y="266"/>
                    </a:cubicBezTo>
                    <a:cubicBezTo>
                      <a:pt x="1215" y="265"/>
                      <a:pt x="1215" y="265"/>
                      <a:pt x="1215" y="265"/>
                    </a:cubicBezTo>
                    <a:cubicBezTo>
                      <a:pt x="1214" y="263"/>
                      <a:pt x="1214" y="263"/>
                      <a:pt x="1214" y="263"/>
                    </a:cubicBezTo>
                    <a:cubicBezTo>
                      <a:pt x="1211" y="260"/>
                      <a:pt x="1211" y="260"/>
                      <a:pt x="1211" y="260"/>
                    </a:cubicBezTo>
                    <a:cubicBezTo>
                      <a:pt x="1211" y="256"/>
                      <a:pt x="1211" y="256"/>
                      <a:pt x="1211" y="256"/>
                    </a:cubicBezTo>
                    <a:cubicBezTo>
                      <a:pt x="1209" y="255"/>
                      <a:pt x="1209" y="255"/>
                      <a:pt x="1209" y="255"/>
                    </a:cubicBezTo>
                    <a:cubicBezTo>
                      <a:pt x="1208" y="255"/>
                      <a:pt x="1208" y="255"/>
                      <a:pt x="1208" y="255"/>
                    </a:cubicBezTo>
                    <a:cubicBezTo>
                      <a:pt x="1207" y="256"/>
                      <a:pt x="1207" y="256"/>
                      <a:pt x="1207" y="256"/>
                    </a:cubicBezTo>
                    <a:cubicBezTo>
                      <a:pt x="1206" y="257"/>
                      <a:pt x="1206" y="257"/>
                      <a:pt x="1206" y="257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5" y="257"/>
                      <a:pt x="1205" y="257"/>
                      <a:pt x="1205" y="257"/>
                    </a:cubicBezTo>
                    <a:cubicBezTo>
                      <a:pt x="1205" y="255"/>
                      <a:pt x="1205" y="255"/>
                      <a:pt x="1205" y="255"/>
                    </a:cubicBezTo>
                    <a:cubicBezTo>
                      <a:pt x="1204" y="253"/>
                      <a:pt x="1204" y="253"/>
                      <a:pt x="1204" y="253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4" y="249"/>
                      <a:pt x="1204" y="249"/>
                      <a:pt x="1204" y="249"/>
                    </a:cubicBezTo>
                    <a:cubicBezTo>
                      <a:pt x="1204" y="248"/>
                      <a:pt x="1204" y="248"/>
                      <a:pt x="1204" y="248"/>
                    </a:cubicBezTo>
                    <a:cubicBezTo>
                      <a:pt x="1205" y="246"/>
                      <a:pt x="1205" y="246"/>
                      <a:pt x="1205" y="246"/>
                    </a:cubicBezTo>
                    <a:cubicBezTo>
                      <a:pt x="1204" y="245"/>
                      <a:pt x="1204" y="245"/>
                      <a:pt x="1204" y="245"/>
                    </a:cubicBezTo>
                    <a:cubicBezTo>
                      <a:pt x="1204" y="244"/>
                      <a:pt x="1204" y="244"/>
                      <a:pt x="1204" y="244"/>
                    </a:cubicBezTo>
                    <a:cubicBezTo>
                      <a:pt x="1204" y="243"/>
                      <a:pt x="1204" y="243"/>
                      <a:pt x="1204" y="243"/>
                    </a:cubicBezTo>
                    <a:cubicBezTo>
                      <a:pt x="1202" y="242"/>
                      <a:pt x="1202" y="242"/>
                      <a:pt x="1202" y="242"/>
                    </a:cubicBezTo>
                    <a:cubicBezTo>
                      <a:pt x="1201" y="242"/>
                      <a:pt x="1201" y="242"/>
                      <a:pt x="1201" y="242"/>
                    </a:cubicBezTo>
                    <a:cubicBezTo>
                      <a:pt x="1199" y="240"/>
                      <a:pt x="1199" y="240"/>
                      <a:pt x="1199" y="240"/>
                    </a:cubicBezTo>
                    <a:cubicBezTo>
                      <a:pt x="1197" y="240"/>
                      <a:pt x="1197" y="240"/>
                      <a:pt x="1197" y="240"/>
                    </a:cubicBezTo>
                    <a:cubicBezTo>
                      <a:pt x="1195" y="241"/>
                      <a:pt x="1195" y="241"/>
                      <a:pt x="1195" y="241"/>
                    </a:cubicBezTo>
                    <a:cubicBezTo>
                      <a:pt x="1195" y="243"/>
                      <a:pt x="1195" y="243"/>
                      <a:pt x="1195" y="243"/>
                    </a:cubicBezTo>
                    <a:cubicBezTo>
                      <a:pt x="1197" y="245"/>
                      <a:pt x="1197" y="245"/>
                      <a:pt x="1197" y="245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6" y="245"/>
                      <a:pt x="1196" y="245"/>
                      <a:pt x="1196" y="245"/>
                    </a:cubicBezTo>
                    <a:cubicBezTo>
                      <a:pt x="1194" y="243"/>
                      <a:pt x="1194" y="243"/>
                      <a:pt x="1194" y="243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0"/>
                      <a:pt x="1192" y="240"/>
                      <a:pt x="1192" y="240"/>
                    </a:cubicBezTo>
                    <a:cubicBezTo>
                      <a:pt x="1191" y="237"/>
                      <a:pt x="1191" y="237"/>
                      <a:pt x="1191" y="237"/>
                    </a:cubicBezTo>
                    <a:cubicBezTo>
                      <a:pt x="1191" y="236"/>
                      <a:pt x="1191" y="236"/>
                      <a:pt x="1191" y="236"/>
                    </a:cubicBezTo>
                    <a:cubicBezTo>
                      <a:pt x="1191" y="235"/>
                      <a:pt x="1191" y="235"/>
                      <a:pt x="1191" y="235"/>
                    </a:cubicBezTo>
                    <a:cubicBezTo>
                      <a:pt x="1190" y="234"/>
                      <a:pt x="1190" y="234"/>
                      <a:pt x="1190" y="234"/>
                    </a:cubicBezTo>
                    <a:cubicBezTo>
                      <a:pt x="1191" y="233"/>
                      <a:pt x="1191" y="233"/>
                      <a:pt x="1191" y="233"/>
                    </a:cubicBezTo>
                    <a:cubicBezTo>
                      <a:pt x="1190" y="231"/>
                      <a:pt x="1190" y="231"/>
                      <a:pt x="1190" y="231"/>
                    </a:cubicBezTo>
                    <a:cubicBezTo>
                      <a:pt x="1191" y="230"/>
                      <a:pt x="1191" y="230"/>
                      <a:pt x="1191" y="230"/>
                    </a:cubicBezTo>
                    <a:cubicBezTo>
                      <a:pt x="1191" y="228"/>
                      <a:pt x="1191" y="228"/>
                      <a:pt x="1191" y="228"/>
                    </a:cubicBezTo>
                    <a:cubicBezTo>
                      <a:pt x="1191" y="227"/>
                      <a:pt x="1191" y="227"/>
                      <a:pt x="1191" y="227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3"/>
                      <a:pt x="1191" y="223"/>
                      <a:pt x="1191" y="223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90" y="221"/>
                      <a:pt x="1190" y="221"/>
                      <a:pt x="1190" y="221"/>
                    </a:cubicBezTo>
                    <a:cubicBezTo>
                      <a:pt x="1190" y="219"/>
                      <a:pt x="1190" y="219"/>
                      <a:pt x="1190" y="219"/>
                    </a:cubicBezTo>
                    <a:cubicBezTo>
                      <a:pt x="1188" y="218"/>
                      <a:pt x="1188" y="218"/>
                      <a:pt x="1188" y="218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8" y="217"/>
                      <a:pt x="1188" y="217"/>
                      <a:pt x="1188" y="217"/>
                    </a:cubicBezTo>
                    <a:cubicBezTo>
                      <a:pt x="1187" y="214"/>
                      <a:pt x="1187" y="214"/>
                      <a:pt x="1187" y="214"/>
                    </a:cubicBezTo>
                    <a:cubicBezTo>
                      <a:pt x="1186" y="213"/>
                      <a:pt x="1186" y="213"/>
                      <a:pt x="1186" y="213"/>
                    </a:cubicBezTo>
                    <a:cubicBezTo>
                      <a:pt x="1186" y="212"/>
                      <a:pt x="1186" y="212"/>
                      <a:pt x="1186" y="212"/>
                    </a:cubicBezTo>
                    <a:cubicBezTo>
                      <a:pt x="1186" y="211"/>
                      <a:pt x="1186" y="211"/>
                      <a:pt x="1186" y="211"/>
                    </a:cubicBezTo>
                    <a:cubicBezTo>
                      <a:pt x="1187" y="210"/>
                      <a:pt x="1187" y="210"/>
                      <a:pt x="1187" y="210"/>
                    </a:cubicBezTo>
                    <a:cubicBezTo>
                      <a:pt x="1186" y="209"/>
                      <a:pt x="1186" y="209"/>
                      <a:pt x="1186" y="209"/>
                    </a:cubicBezTo>
                    <a:cubicBezTo>
                      <a:pt x="1186" y="208"/>
                      <a:pt x="1186" y="208"/>
                      <a:pt x="1186" y="208"/>
                    </a:cubicBezTo>
                    <a:cubicBezTo>
                      <a:pt x="1187" y="208"/>
                      <a:pt x="1187" y="208"/>
                      <a:pt x="1187" y="208"/>
                    </a:cubicBezTo>
                    <a:cubicBezTo>
                      <a:pt x="1188" y="209"/>
                      <a:pt x="1188" y="209"/>
                      <a:pt x="1188" y="209"/>
                    </a:cubicBezTo>
                    <a:cubicBezTo>
                      <a:pt x="1190" y="209"/>
                      <a:pt x="1190" y="209"/>
                      <a:pt x="1190" y="209"/>
                    </a:cubicBezTo>
                    <a:cubicBezTo>
                      <a:pt x="1190" y="207"/>
                      <a:pt x="1190" y="207"/>
                      <a:pt x="1190" y="207"/>
                    </a:cubicBezTo>
                    <a:cubicBezTo>
                      <a:pt x="1191" y="207"/>
                      <a:pt x="1191" y="207"/>
                      <a:pt x="1191" y="207"/>
                    </a:cubicBezTo>
                    <a:cubicBezTo>
                      <a:pt x="1191" y="208"/>
                      <a:pt x="1191" y="208"/>
                      <a:pt x="1191" y="208"/>
                    </a:cubicBezTo>
                    <a:cubicBezTo>
                      <a:pt x="1192" y="208"/>
                      <a:pt x="1192" y="208"/>
                      <a:pt x="1192" y="208"/>
                    </a:cubicBezTo>
                    <a:cubicBezTo>
                      <a:pt x="1194" y="210"/>
                      <a:pt x="1194" y="210"/>
                      <a:pt x="1194" y="210"/>
                    </a:cubicBezTo>
                    <a:cubicBezTo>
                      <a:pt x="1196" y="205"/>
                      <a:pt x="1196" y="205"/>
                      <a:pt x="1196" y="205"/>
                    </a:cubicBezTo>
                    <a:cubicBezTo>
                      <a:pt x="1194" y="205"/>
                      <a:pt x="1194" y="205"/>
                      <a:pt x="1194" y="205"/>
                    </a:cubicBezTo>
                    <a:cubicBezTo>
                      <a:pt x="1194" y="204"/>
                      <a:pt x="1194" y="204"/>
                      <a:pt x="1194" y="204"/>
                    </a:cubicBezTo>
                    <a:cubicBezTo>
                      <a:pt x="1195" y="203"/>
                      <a:pt x="1195" y="203"/>
                      <a:pt x="1195" y="203"/>
                    </a:cubicBezTo>
                    <a:cubicBezTo>
                      <a:pt x="1197" y="200"/>
                      <a:pt x="1197" y="200"/>
                      <a:pt x="1197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9" y="201"/>
                      <a:pt x="1199" y="201"/>
                      <a:pt x="1199" y="201"/>
                    </a:cubicBezTo>
                    <a:cubicBezTo>
                      <a:pt x="1199" y="202"/>
                      <a:pt x="1199" y="202"/>
                      <a:pt x="1199" y="202"/>
                    </a:cubicBezTo>
                    <a:cubicBezTo>
                      <a:pt x="1201" y="207"/>
                      <a:pt x="1201" y="207"/>
                      <a:pt x="1201" y="207"/>
                    </a:cubicBezTo>
                    <a:cubicBezTo>
                      <a:pt x="1202" y="209"/>
                      <a:pt x="1202" y="209"/>
                      <a:pt x="1202" y="209"/>
                    </a:cubicBezTo>
                    <a:cubicBezTo>
                      <a:pt x="1204" y="207"/>
                      <a:pt x="1204" y="207"/>
                      <a:pt x="1204" y="207"/>
                    </a:cubicBezTo>
                    <a:cubicBezTo>
                      <a:pt x="1204" y="203"/>
                      <a:pt x="1204" y="203"/>
                      <a:pt x="1204" y="203"/>
                    </a:cubicBezTo>
                    <a:cubicBezTo>
                      <a:pt x="1205" y="202"/>
                      <a:pt x="1205" y="202"/>
                      <a:pt x="1205" y="202"/>
                    </a:cubicBezTo>
                    <a:cubicBezTo>
                      <a:pt x="1204" y="200"/>
                      <a:pt x="1204" y="200"/>
                      <a:pt x="1204" y="200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7" y="197"/>
                      <a:pt x="1207" y="197"/>
                      <a:pt x="1207" y="197"/>
                    </a:cubicBezTo>
                    <a:cubicBezTo>
                      <a:pt x="1207" y="195"/>
                      <a:pt x="1207" y="195"/>
                      <a:pt x="1207" y="195"/>
                    </a:cubicBezTo>
                    <a:cubicBezTo>
                      <a:pt x="1208" y="195"/>
                      <a:pt x="1208" y="195"/>
                      <a:pt x="1208" y="195"/>
                    </a:cubicBezTo>
                    <a:cubicBezTo>
                      <a:pt x="1210" y="193"/>
                      <a:pt x="1210" y="193"/>
                      <a:pt x="1210" y="193"/>
                    </a:cubicBezTo>
                    <a:cubicBezTo>
                      <a:pt x="1211" y="192"/>
                      <a:pt x="1211" y="192"/>
                      <a:pt x="1211" y="192"/>
                    </a:cubicBezTo>
                    <a:cubicBezTo>
                      <a:pt x="1212" y="193"/>
                      <a:pt x="1212" y="193"/>
                      <a:pt x="1212" y="193"/>
                    </a:cubicBezTo>
                    <a:cubicBezTo>
                      <a:pt x="1215" y="192"/>
                      <a:pt x="1215" y="192"/>
                      <a:pt x="1215" y="192"/>
                    </a:cubicBezTo>
                    <a:cubicBezTo>
                      <a:pt x="1216" y="192"/>
                      <a:pt x="1216" y="192"/>
                      <a:pt x="1216" y="192"/>
                    </a:cubicBezTo>
                    <a:cubicBezTo>
                      <a:pt x="1220" y="194"/>
                      <a:pt x="1220" y="194"/>
                      <a:pt x="1220" y="194"/>
                    </a:cubicBezTo>
                    <a:cubicBezTo>
                      <a:pt x="1220" y="195"/>
                      <a:pt x="1220" y="195"/>
                      <a:pt x="1220" y="195"/>
                    </a:cubicBezTo>
                    <a:cubicBezTo>
                      <a:pt x="1222" y="196"/>
                      <a:pt x="1222" y="196"/>
                      <a:pt x="1222" y="196"/>
                    </a:cubicBezTo>
                    <a:cubicBezTo>
                      <a:pt x="1223" y="195"/>
                      <a:pt x="1223" y="195"/>
                      <a:pt x="1223" y="195"/>
                    </a:cubicBezTo>
                    <a:cubicBezTo>
                      <a:pt x="1225" y="199"/>
                      <a:pt x="1225" y="199"/>
                      <a:pt x="1225" y="199"/>
                    </a:cubicBezTo>
                    <a:cubicBezTo>
                      <a:pt x="1226" y="198"/>
                      <a:pt x="1226" y="198"/>
                      <a:pt x="1226" y="198"/>
                    </a:cubicBezTo>
                    <a:cubicBezTo>
                      <a:pt x="1227" y="199"/>
                      <a:pt x="1227" y="199"/>
                      <a:pt x="1227" y="199"/>
                    </a:cubicBezTo>
                    <a:cubicBezTo>
                      <a:pt x="1229" y="199"/>
                      <a:pt x="1229" y="199"/>
                      <a:pt x="1229" y="199"/>
                    </a:cubicBezTo>
                    <a:cubicBezTo>
                      <a:pt x="1231" y="199"/>
                      <a:pt x="1231" y="199"/>
                      <a:pt x="1231" y="199"/>
                    </a:cubicBezTo>
                    <a:cubicBezTo>
                      <a:pt x="1231" y="197"/>
                      <a:pt x="1231" y="197"/>
                      <a:pt x="1231" y="197"/>
                    </a:cubicBezTo>
                    <a:cubicBezTo>
                      <a:pt x="1229" y="195"/>
                      <a:pt x="1229" y="195"/>
                      <a:pt x="1229" y="195"/>
                    </a:cubicBezTo>
                    <a:cubicBezTo>
                      <a:pt x="1230" y="194"/>
                      <a:pt x="1230" y="194"/>
                      <a:pt x="1230" y="194"/>
                    </a:cubicBezTo>
                    <a:cubicBezTo>
                      <a:pt x="1229" y="192"/>
                      <a:pt x="1229" y="192"/>
                      <a:pt x="1229" y="192"/>
                    </a:cubicBezTo>
                    <a:cubicBezTo>
                      <a:pt x="1228" y="192"/>
                      <a:pt x="1228" y="192"/>
                      <a:pt x="1228" y="192"/>
                    </a:cubicBezTo>
                    <a:cubicBezTo>
                      <a:pt x="1228" y="191"/>
                      <a:pt x="1228" y="191"/>
                      <a:pt x="1228" y="191"/>
                    </a:cubicBezTo>
                    <a:cubicBezTo>
                      <a:pt x="1229" y="190"/>
                      <a:pt x="1229" y="190"/>
                      <a:pt x="1229" y="190"/>
                    </a:cubicBezTo>
                    <a:cubicBezTo>
                      <a:pt x="1230" y="187"/>
                      <a:pt x="1230" y="187"/>
                      <a:pt x="1230" y="187"/>
                    </a:cubicBezTo>
                    <a:cubicBezTo>
                      <a:pt x="1231" y="184"/>
                      <a:pt x="1231" y="184"/>
                      <a:pt x="1231" y="184"/>
                    </a:cubicBezTo>
                    <a:cubicBezTo>
                      <a:pt x="1230" y="183"/>
                      <a:pt x="1230" y="183"/>
                      <a:pt x="1230" y="183"/>
                    </a:cubicBezTo>
                    <a:cubicBezTo>
                      <a:pt x="1232" y="181"/>
                      <a:pt x="1232" y="181"/>
                      <a:pt x="1232" y="181"/>
                    </a:cubicBezTo>
                    <a:cubicBezTo>
                      <a:pt x="1231" y="180"/>
                      <a:pt x="1231" y="180"/>
                      <a:pt x="1231" y="180"/>
                    </a:cubicBezTo>
                    <a:cubicBezTo>
                      <a:pt x="1232" y="179"/>
                      <a:pt x="1232" y="179"/>
                      <a:pt x="1232" y="179"/>
                    </a:cubicBezTo>
                    <a:cubicBezTo>
                      <a:pt x="1231" y="176"/>
                      <a:pt x="1231" y="176"/>
                      <a:pt x="1231" y="176"/>
                    </a:cubicBezTo>
                    <a:cubicBezTo>
                      <a:pt x="1230" y="176"/>
                      <a:pt x="1230" y="176"/>
                      <a:pt x="1230" y="176"/>
                    </a:cubicBezTo>
                    <a:cubicBezTo>
                      <a:pt x="1232" y="176"/>
                      <a:pt x="1232" y="176"/>
                      <a:pt x="1232" y="176"/>
                    </a:cubicBezTo>
                    <a:cubicBezTo>
                      <a:pt x="1233" y="173"/>
                      <a:pt x="1233" y="173"/>
                      <a:pt x="1233" y="173"/>
                    </a:cubicBezTo>
                    <a:cubicBezTo>
                      <a:pt x="1231" y="172"/>
                      <a:pt x="1231" y="172"/>
                      <a:pt x="1231" y="172"/>
                    </a:cubicBezTo>
                    <a:cubicBezTo>
                      <a:pt x="1233" y="172"/>
                      <a:pt x="1233" y="172"/>
                      <a:pt x="1233" y="172"/>
                    </a:cubicBezTo>
                    <a:cubicBezTo>
                      <a:pt x="1233" y="170"/>
                      <a:pt x="1233" y="170"/>
                      <a:pt x="1233" y="170"/>
                    </a:cubicBezTo>
                    <a:cubicBezTo>
                      <a:pt x="1232" y="170"/>
                      <a:pt x="1232" y="170"/>
                      <a:pt x="1232" y="170"/>
                    </a:cubicBezTo>
                    <a:cubicBezTo>
                      <a:pt x="1234" y="169"/>
                      <a:pt x="1234" y="169"/>
                      <a:pt x="1234" y="169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6" y="164"/>
                      <a:pt x="1236" y="164"/>
                      <a:pt x="1236" y="164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8" y="161"/>
                      <a:pt x="1238" y="161"/>
                      <a:pt x="1238" y="161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8" y="160"/>
                      <a:pt x="1238" y="160"/>
                      <a:pt x="1238" y="160"/>
                    </a:cubicBezTo>
                    <a:cubicBezTo>
                      <a:pt x="1240" y="158"/>
                      <a:pt x="1240" y="158"/>
                      <a:pt x="1240" y="158"/>
                    </a:cubicBezTo>
                    <a:cubicBezTo>
                      <a:pt x="1239" y="156"/>
                      <a:pt x="1239" y="156"/>
                      <a:pt x="1239" y="156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40" y="155"/>
                      <a:pt x="1240" y="155"/>
                      <a:pt x="1240" y="155"/>
                    </a:cubicBezTo>
                    <a:cubicBezTo>
                      <a:pt x="1241" y="154"/>
                      <a:pt x="1241" y="154"/>
                      <a:pt x="1241" y="154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7" y="147"/>
                      <a:pt x="1247" y="147"/>
                      <a:pt x="1247" y="147"/>
                    </a:cubicBezTo>
                    <a:cubicBezTo>
                      <a:pt x="1246" y="146"/>
                      <a:pt x="1246" y="146"/>
                      <a:pt x="1246" y="146"/>
                    </a:cubicBezTo>
                    <a:cubicBezTo>
                      <a:pt x="1247" y="146"/>
                      <a:pt x="1247" y="146"/>
                      <a:pt x="1247" y="146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2" y="145"/>
                      <a:pt x="1252" y="145"/>
                      <a:pt x="1252" y="145"/>
                    </a:cubicBezTo>
                    <a:cubicBezTo>
                      <a:pt x="1253" y="145"/>
                      <a:pt x="1253" y="145"/>
                      <a:pt x="1253" y="145"/>
                    </a:cubicBezTo>
                    <a:cubicBezTo>
                      <a:pt x="1254" y="146"/>
                      <a:pt x="1254" y="146"/>
                      <a:pt x="1254" y="146"/>
                    </a:cubicBezTo>
                    <a:cubicBezTo>
                      <a:pt x="1260" y="146"/>
                      <a:pt x="1260" y="146"/>
                      <a:pt x="1260" y="146"/>
                    </a:cubicBezTo>
                    <a:cubicBezTo>
                      <a:pt x="1261" y="147"/>
                      <a:pt x="1261" y="147"/>
                      <a:pt x="1261" y="147"/>
                    </a:cubicBezTo>
                    <a:cubicBezTo>
                      <a:pt x="1262" y="146"/>
                      <a:pt x="1262" y="146"/>
                      <a:pt x="1262" y="146"/>
                    </a:cubicBezTo>
                    <a:cubicBezTo>
                      <a:pt x="1261" y="143"/>
                      <a:pt x="1261" y="143"/>
                      <a:pt x="1261" y="143"/>
                    </a:cubicBezTo>
                    <a:cubicBezTo>
                      <a:pt x="1260" y="143"/>
                      <a:pt x="1260" y="143"/>
                      <a:pt x="1260" y="143"/>
                    </a:cubicBezTo>
                    <a:cubicBezTo>
                      <a:pt x="1261" y="142"/>
                      <a:pt x="1261" y="142"/>
                      <a:pt x="1261" y="142"/>
                    </a:cubicBezTo>
                    <a:cubicBezTo>
                      <a:pt x="1261" y="137"/>
                      <a:pt x="1261" y="137"/>
                      <a:pt x="1261" y="137"/>
                    </a:cubicBezTo>
                    <a:cubicBezTo>
                      <a:pt x="1259" y="134"/>
                      <a:pt x="1259" y="134"/>
                      <a:pt x="1259" y="134"/>
                    </a:cubicBezTo>
                    <a:cubicBezTo>
                      <a:pt x="1257" y="134"/>
                      <a:pt x="1257" y="134"/>
                      <a:pt x="1257" y="134"/>
                    </a:cubicBezTo>
                    <a:cubicBezTo>
                      <a:pt x="1255" y="132"/>
                      <a:pt x="1255" y="132"/>
                      <a:pt x="1255" y="132"/>
                    </a:cubicBezTo>
                    <a:cubicBezTo>
                      <a:pt x="1257" y="130"/>
                      <a:pt x="1257" y="130"/>
                      <a:pt x="1257" y="130"/>
                    </a:cubicBezTo>
                    <a:cubicBezTo>
                      <a:pt x="1254" y="128"/>
                      <a:pt x="1254" y="128"/>
                      <a:pt x="1254" y="128"/>
                    </a:cubicBezTo>
                    <a:cubicBezTo>
                      <a:pt x="1251" y="127"/>
                      <a:pt x="1251" y="127"/>
                      <a:pt x="1251" y="127"/>
                    </a:cubicBezTo>
                    <a:cubicBezTo>
                      <a:pt x="1248" y="125"/>
                      <a:pt x="1248" y="125"/>
                      <a:pt x="1248" y="125"/>
                    </a:cubicBezTo>
                    <a:cubicBezTo>
                      <a:pt x="1246" y="122"/>
                      <a:pt x="1246" y="122"/>
                      <a:pt x="1246" y="122"/>
                    </a:cubicBezTo>
                    <a:cubicBezTo>
                      <a:pt x="1245" y="123"/>
                      <a:pt x="1245" y="123"/>
                      <a:pt x="1245" y="123"/>
                    </a:cubicBezTo>
                    <a:cubicBezTo>
                      <a:pt x="1242" y="118"/>
                      <a:pt x="1242" y="118"/>
                      <a:pt x="1242" y="118"/>
                    </a:cubicBezTo>
                    <a:cubicBezTo>
                      <a:pt x="1239" y="115"/>
                      <a:pt x="1239" y="115"/>
                      <a:pt x="1239" y="115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8" y="119"/>
                      <a:pt x="1238" y="119"/>
                      <a:pt x="1238" y="119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8" y="116"/>
                      <a:pt x="1238" y="116"/>
                      <a:pt x="1238" y="116"/>
                    </a:cubicBezTo>
                    <a:cubicBezTo>
                      <a:pt x="1237" y="114"/>
                      <a:pt x="1237" y="114"/>
                      <a:pt x="1237" y="114"/>
                    </a:cubicBezTo>
                    <a:cubicBezTo>
                      <a:pt x="1233" y="111"/>
                      <a:pt x="1233" y="111"/>
                      <a:pt x="1233" y="111"/>
                    </a:cubicBezTo>
                    <a:cubicBezTo>
                      <a:pt x="1231" y="110"/>
                      <a:pt x="1231" y="110"/>
                      <a:pt x="1231" y="110"/>
                    </a:cubicBezTo>
                    <a:cubicBezTo>
                      <a:pt x="1232" y="112"/>
                      <a:pt x="1232" y="112"/>
                      <a:pt x="1232" y="112"/>
                    </a:cubicBezTo>
                    <a:cubicBezTo>
                      <a:pt x="1231" y="113"/>
                      <a:pt x="1231" y="113"/>
                      <a:pt x="1231" y="113"/>
                    </a:cubicBezTo>
                    <a:cubicBezTo>
                      <a:pt x="1230" y="113"/>
                      <a:pt x="1230" y="113"/>
                      <a:pt x="1230" y="113"/>
                    </a:cubicBezTo>
                    <a:cubicBezTo>
                      <a:pt x="1228" y="111"/>
                      <a:pt x="1228" y="111"/>
                      <a:pt x="1228" y="111"/>
                    </a:cubicBezTo>
                    <a:cubicBezTo>
                      <a:pt x="1226" y="111"/>
                      <a:pt x="1226" y="111"/>
                      <a:pt x="1226" y="111"/>
                    </a:cubicBezTo>
                    <a:cubicBezTo>
                      <a:pt x="1225" y="108"/>
                      <a:pt x="1225" y="108"/>
                      <a:pt x="1225" y="108"/>
                    </a:cubicBezTo>
                    <a:cubicBezTo>
                      <a:pt x="1225" y="107"/>
                      <a:pt x="1225" y="107"/>
                      <a:pt x="1225" y="107"/>
                    </a:cubicBezTo>
                    <a:cubicBezTo>
                      <a:pt x="1226" y="108"/>
                      <a:pt x="1226" y="108"/>
                      <a:pt x="1226" y="108"/>
                    </a:cubicBezTo>
                    <a:cubicBezTo>
                      <a:pt x="1227" y="107"/>
                      <a:pt x="1227" y="107"/>
                      <a:pt x="1227" y="107"/>
                    </a:cubicBezTo>
                    <a:cubicBezTo>
                      <a:pt x="1228" y="108"/>
                      <a:pt x="1228" y="108"/>
                      <a:pt x="1228" y="108"/>
                    </a:cubicBezTo>
                    <a:cubicBezTo>
                      <a:pt x="1231" y="105"/>
                      <a:pt x="1231" y="105"/>
                      <a:pt x="1231" y="105"/>
                    </a:cubicBezTo>
                    <a:cubicBezTo>
                      <a:pt x="1231" y="108"/>
                      <a:pt x="1231" y="108"/>
                      <a:pt x="1231" y="108"/>
                    </a:cubicBezTo>
                    <a:cubicBezTo>
                      <a:pt x="1233" y="106"/>
                      <a:pt x="1233" y="106"/>
                      <a:pt x="1233" y="106"/>
                    </a:cubicBezTo>
                    <a:cubicBezTo>
                      <a:pt x="1233" y="104"/>
                      <a:pt x="1233" y="104"/>
                      <a:pt x="1233" y="104"/>
                    </a:cubicBezTo>
                    <a:cubicBezTo>
                      <a:pt x="1235" y="101"/>
                      <a:pt x="1235" y="101"/>
                      <a:pt x="1235" y="101"/>
                    </a:cubicBezTo>
                    <a:cubicBezTo>
                      <a:pt x="1235" y="100"/>
                      <a:pt x="1235" y="100"/>
                      <a:pt x="1235" y="100"/>
                    </a:cubicBezTo>
                    <a:cubicBezTo>
                      <a:pt x="1235" y="98"/>
                      <a:pt x="1235" y="98"/>
                      <a:pt x="1235" y="98"/>
                    </a:cubicBezTo>
                    <a:cubicBezTo>
                      <a:pt x="1234" y="95"/>
                      <a:pt x="1234" y="95"/>
                      <a:pt x="1234" y="95"/>
                    </a:cubicBezTo>
                    <a:cubicBezTo>
                      <a:pt x="1235" y="90"/>
                      <a:pt x="1235" y="90"/>
                      <a:pt x="1235" y="90"/>
                    </a:cubicBezTo>
                    <a:cubicBezTo>
                      <a:pt x="1235" y="87"/>
                      <a:pt x="1235" y="87"/>
                      <a:pt x="1235" y="87"/>
                    </a:cubicBezTo>
                    <a:cubicBezTo>
                      <a:pt x="1234" y="85"/>
                      <a:pt x="1234" y="85"/>
                      <a:pt x="1234" y="85"/>
                    </a:cubicBezTo>
                    <a:cubicBezTo>
                      <a:pt x="1233" y="84"/>
                      <a:pt x="1233" y="84"/>
                      <a:pt x="1233" y="84"/>
                    </a:cubicBezTo>
                    <a:cubicBezTo>
                      <a:pt x="1232" y="83"/>
                      <a:pt x="1232" y="83"/>
                      <a:pt x="1232" y="83"/>
                    </a:cubicBezTo>
                    <a:cubicBezTo>
                      <a:pt x="1233" y="82"/>
                      <a:pt x="1233" y="82"/>
                      <a:pt x="1233" y="82"/>
                    </a:cubicBezTo>
                    <a:cubicBezTo>
                      <a:pt x="1232" y="79"/>
                      <a:pt x="1232" y="79"/>
                      <a:pt x="1232" y="79"/>
                    </a:cubicBezTo>
                    <a:cubicBezTo>
                      <a:pt x="1230" y="78"/>
                      <a:pt x="1230" y="78"/>
                      <a:pt x="1230" y="78"/>
                    </a:cubicBezTo>
                    <a:cubicBezTo>
                      <a:pt x="1228" y="79"/>
                      <a:pt x="1228" y="79"/>
                      <a:pt x="1228" y="79"/>
                    </a:cubicBezTo>
                    <a:cubicBezTo>
                      <a:pt x="1225" y="78"/>
                      <a:pt x="1225" y="78"/>
                      <a:pt x="1225" y="78"/>
                    </a:cubicBezTo>
                    <a:cubicBezTo>
                      <a:pt x="1221" y="74"/>
                      <a:pt x="1221" y="74"/>
                      <a:pt x="1221" y="74"/>
                    </a:cubicBezTo>
                    <a:cubicBezTo>
                      <a:pt x="1221" y="73"/>
                      <a:pt x="1221" y="73"/>
                      <a:pt x="1221" y="73"/>
                    </a:cubicBezTo>
                    <a:cubicBezTo>
                      <a:pt x="1223" y="73"/>
                      <a:pt x="1223" y="73"/>
                      <a:pt x="1223" y="73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3" y="70"/>
                      <a:pt x="1223" y="70"/>
                      <a:pt x="1223" y="70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5" y="69"/>
                      <a:pt x="1225" y="69"/>
                      <a:pt x="1225" y="69"/>
                    </a:cubicBezTo>
                    <a:cubicBezTo>
                      <a:pt x="1224" y="67"/>
                      <a:pt x="1224" y="67"/>
                      <a:pt x="1224" y="67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5" y="67"/>
                      <a:pt x="1225" y="67"/>
                      <a:pt x="1225" y="67"/>
                    </a:cubicBezTo>
                    <a:cubicBezTo>
                      <a:pt x="1226" y="67"/>
                      <a:pt x="1226" y="67"/>
                      <a:pt x="1226" y="67"/>
                    </a:cubicBezTo>
                    <a:cubicBezTo>
                      <a:pt x="1226" y="71"/>
                      <a:pt x="1226" y="71"/>
                      <a:pt x="1226" y="71"/>
                    </a:cubicBezTo>
                    <a:cubicBezTo>
                      <a:pt x="1226" y="72"/>
                      <a:pt x="1226" y="72"/>
                      <a:pt x="1226" y="72"/>
                    </a:cubicBezTo>
                    <a:cubicBezTo>
                      <a:pt x="1230" y="75"/>
                      <a:pt x="1230" y="75"/>
                      <a:pt x="1230" y="75"/>
                    </a:cubicBezTo>
                    <a:cubicBezTo>
                      <a:pt x="1232" y="74"/>
                      <a:pt x="1232" y="74"/>
                      <a:pt x="1232" y="74"/>
                    </a:cubicBezTo>
                    <a:cubicBezTo>
                      <a:pt x="1233" y="75"/>
                      <a:pt x="1233" y="75"/>
                      <a:pt x="1233" y="75"/>
                    </a:cubicBezTo>
                    <a:cubicBezTo>
                      <a:pt x="1233" y="77"/>
                      <a:pt x="1233" y="77"/>
                      <a:pt x="1233" y="77"/>
                    </a:cubicBezTo>
                    <a:cubicBezTo>
                      <a:pt x="1235" y="77"/>
                      <a:pt x="1235" y="77"/>
                      <a:pt x="1235" y="77"/>
                    </a:cubicBezTo>
                    <a:cubicBezTo>
                      <a:pt x="1238" y="73"/>
                      <a:pt x="1238" y="73"/>
                      <a:pt x="1238" y="73"/>
                    </a:cubicBezTo>
                    <a:cubicBezTo>
                      <a:pt x="1239" y="71"/>
                      <a:pt x="1239" y="71"/>
                      <a:pt x="1239" y="71"/>
                    </a:cubicBezTo>
                    <a:cubicBezTo>
                      <a:pt x="1238" y="70"/>
                      <a:pt x="1238" y="70"/>
                      <a:pt x="1238" y="70"/>
                    </a:cubicBezTo>
                    <a:cubicBezTo>
                      <a:pt x="1238" y="69"/>
                      <a:pt x="1238" y="69"/>
                      <a:pt x="1238" y="69"/>
                    </a:cubicBezTo>
                    <a:cubicBezTo>
                      <a:pt x="1239" y="69"/>
                      <a:pt x="1239" y="69"/>
                      <a:pt x="1239" y="69"/>
                    </a:cubicBezTo>
                    <a:cubicBezTo>
                      <a:pt x="1241" y="68"/>
                      <a:pt x="1241" y="68"/>
                      <a:pt x="1241" y="68"/>
                    </a:cubicBezTo>
                    <a:cubicBezTo>
                      <a:pt x="1243" y="67"/>
                      <a:pt x="1243" y="67"/>
                      <a:pt x="1243" y="67"/>
                    </a:cubicBezTo>
                    <a:cubicBezTo>
                      <a:pt x="1244" y="66"/>
                      <a:pt x="1244" y="66"/>
                      <a:pt x="1244" y="66"/>
                    </a:cubicBezTo>
                    <a:cubicBezTo>
                      <a:pt x="1245" y="66"/>
                      <a:pt x="1245" y="66"/>
                      <a:pt x="1245" y="66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50" y="72"/>
                      <a:pt x="1250" y="72"/>
                      <a:pt x="1250" y="72"/>
                    </a:cubicBezTo>
                    <a:cubicBezTo>
                      <a:pt x="1250" y="73"/>
                      <a:pt x="1250" y="73"/>
                      <a:pt x="1250" y="73"/>
                    </a:cubicBezTo>
                    <a:cubicBezTo>
                      <a:pt x="1251" y="74"/>
                      <a:pt x="1251" y="74"/>
                      <a:pt x="1251" y="74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4"/>
                      <a:pt x="1254" y="74"/>
                      <a:pt x="1254" y="74"/>
                    </a:cubicBezTo>
                    <a:cubicBezTo>
                      <a:pt x="1256" y="74"/>
                      <a:pt x="1256" y="74"/>
                      <a:pt x="1256" y="74"/>
                    </a:cubicBezTo>
                    <a:cubicBezTo>
                      <a:pt x="1257" y="72"/>
                      <a:pt x="1257" y="72"/>
                      <a:pt x="1257" y="72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60" y="71"/>
                      <a:pt x="1260" y="71"/>
                      <a:pt x="1260" y="71"/>
                    </a:cubicBezTo>
                    <a:cubicBezTo>
                      <a:pt x="1261" y="71"/>
                      <a:pt x="1261" y="71"/>
                      <a:pt x="1261" y="71"/>
                    </a:cubicBezTo>
                    <a:cubicBezTo>
                      <a:pt x="1264" y="71"/>
                      <a:pt x="1264" y="71"/>
                      <a:pt x="1264" y="71"/>
                    </a:cubicBezTo>
                    <a:cubicBezTo>
                      <a:pt x="1265" y="72"/>
                      <a:pt x="1265" y="72"/>
                      <a:pt x="1265" y="72"/>
                    </a:cubicBezTo>
                    <a:cubicBezTo>
                      <a:pt x="1266" y="71"/>
                      <a:pt x="1266" y="71"/>
                      <a:pt x="1266" y="71"/>
                    </a:cubicBezTo>
                    <a:cubicBezTo>
                      <a:pt x="1266" y="72"/>
                      <a:pt x="1266" y="72"/>
                      <a:pt x="1266" y="72"/>
                    </a:cubicBezTo>
                    <a:cubicBezTo>
                      <a:pt x="1268" y="72"/>
                      <a:pt x="1268" y="72"/>
                      <a:pt x="1268" y="72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70" y="71"/>
                      <a:pt x="1270" y="71"/>
                      <a:pt x="1270" y="71"/>
                    </a:cubicBezTo>
                    <a:cubicBezTo>
                      <a:pt x="1273" y="70"/>
                      <a:pt x="1273" y="70"/>
                      <a:pt x="1273" y="70"/>
                    </a:cubicBezTo>
                    <a:cubicBezTo>
                      <a:pt x="1273" y="68"/>
                      <a:pt x="1273" y="68"/>
                      <a:pt x="1273" y="68"/>
                    </a:cubicBezTo>
                    <a:cubicBezTo>
                      <a:pt x="1271" y="66"/>
                      <a:pt x="1271" y="66"/>
                      <a:pt x="1271" y="66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69" y="66"/>
                      <a:pt x="1269" y="66"/>
                      <a:pt x="1269" y="66"/>
                    </a:cubicBezTo>
                    <a:cubicBezTo>
                      <a:pt x="1269" y="65"/>
                      <a:pt x="1269" y="65"/>
                      <a:pt x="1269" y="65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72" y="65"/>
                      <a:pt x="1272" y="65"/>
                      <a:pt x="1272" y="65"/>
                    </a:cubicBezTo>
                    <a:cubicBezTo>
                      <a:pt x="1272" y="63"/>
                      <a:pt x="1272" y="63"/>
                      <a:pt x="1272" y="63"/>
                    </a:cubicBezTo>
                    <a:cubicBezTo>
                      <a:pt x="1270" y="62"/>
                      <a:pt x="1270" y="62"/>
                      <a:pt x="1270" y="62"/>
                    </a:cubicBezTo>
                    <a:cubicBezTo>
                      <a:pt x="1269" y="62"/>
                      <a:pt x="1269" y="62"/>
                      <a:pt x="1269" y="62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6" y="63"/>
                      <a:pt x="1266" y="63"/>
                      <a:pt x="1266" y="63"/>
                    </a:cubicBezTo>
                    <a:cubicBezTo>
                      <a:pt x="1267" y="62"/>
                      <a:pt x="1267" y="62"/>
                      <a:pt x="1267" y="62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6" y="56"/>
                      <a:pt x="1266" y="56"/>
                      <a:pt x="1266" y="56"/>
                    </a:cubicBezTo>
                    <a:cubicBezTo>
                      <a:pt x="1265" y="54"/>
                      <a:pt x="1265" y="54"/>
                      <a:pt x="1265" y="54"/>
                    </a:cubicBezTo>
                    <a:cubicBezTo>
                      <a:pt x="1265" y="53"/>
                      <a:pt x="1265" y="53"/>
                      <a:pt x="1265" y="53"/>
                    </a:cubicBezTo>
                    <a:cubicBezTo>
                      <a:pt x="1263" y="51"/>
                      <a:pt x="1263" y="51"/>
                      <a:pt x="1263" y="51"/>
                    </a:cubicBezTo>
                    <a:cubicBezTo>
                      <a:pt x="1260" y="51"/>
                      <a:pt x="1260" y="51"/>
                      <a:pt x="1260" y="51"/>
                    </a:cubicBezTo>
                    <a:cubicBezTo>
                      <a:pt x="1261" y="50"/>
                      <a:pt x="1261" y="50"/>
                      <a:pt x="1261" y="50"/>
                    </a:cubicBezTo>
                    <a:cubicBezTo>
                      <a:pt x="1259" y="48"/>
                      <a:pt x="1259" y="48"/>
                      <a:pt x="1259" y="48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58" y="46"/>
                      <a:pt x="1258" y="46"/>
                      <a:pt x="1258" y="46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6" y="46"/>
                      <a:pt x="1256" y="46"/>
                      <a:pt x="1256" y="46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8" y="45"/>
                      <a:pt x="1258" y="45"/>
                      <a:pt x="1258" y="45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61" y="43"/>
                      <a:pt x="1261" y="43"/>
                      <a:pt x="1261" y="43"/>
                    </a:cubicBezTo>
                    <a:cubicBezTo>
                      <a:pt x="1262" y="43"/>
                      <a:pt x="1262" y="43"/>
                      <a:pt x="1262" y="43"/>
                    </a:cubicBezTo>
                    <a:cubicBezTo>
                      <a:pt x="1263" y="41"/>
                      <a:pt x="1263" y="41"/>
                      <a:pt x="1263" y="41"/>
                    </a:cubicBezTo>
                    <a:cubicBezTo>
                      <a:pt x="1262" y="39"/>
                      <a:pt x="1262" y="39"/>
                      <a:pt x="1262" y="39"/>
                    </a:cubicBezTo>
                    <a:cubicBezTo>
                      <a:pt x="1263" y="39"/>
                      <a:pt x="1263" y="39"/>
                      <a:pt x="1263" y="39"/>
                    </a:cubicBezTo>
                    <a:cubicBezTo>
                      <a:pt x="1264" y="38"/>
                      <a:pt x="1264" y="38"/>
                      <a:pt x="1264" y="38"/>
                    </a:cubicBezTo>
                    <a:cubicBezTo>
                      <a:pt x="1264" y="36"/>
                      <a:pt x="1264" y="36"/>
                      <a:pt x="1264" y="36"/>
                    </a:cubicBezTo>
                    <a:cubicBezTo>
                      <a:pt x="1262" y="35"/>
                      <a:pt x="1262" y="35"/>
                      <a:pt x="1262" y="35"/>
                    </a:cubicBezTo>
                    <a:cubicBezTo>
                      <a:pt x="1261" y="33"/>
                      <a:pt x="1261" y="33"/>
                      <a:pt x="1261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1"/>
                      <a:pt x="1260" y="31"/>
                      <a:pt x="1260" y="31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60" y="26"/>
                      <a:pt x="1260" y="26"/>
                      <a:pt x="1260" y="26"/>
                    </a:cubicBezTo>
                    <a:cubicBezTo>
                      <a:pt x="1260" y="24"/>
                      <a:pt x="1260" y="24"/>
                      <a:pt x="1260" y="24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4"/>
                      <a:pt x="1256" y="24"/>
                      <a:pt x="1256" y="24"/>
                    </a:cubicBezTo>
                    <a:cubicBezTo>
                      <a:pt x="1254" y="24"/>
                      <a:pt x="1254" y="24"/>
                      <a:pt x="1254" y="24"/>
                    </a:cubicBezTo>
                    <a:cubicBezTo>
                      <a:pt x="1254" y="23"/>
                      <a:pt x="1254" y="23"/>
                      <a:pt x="1254" y="23"/>
                    </a:cubicBezTo>
                    <a:cubicBezTo>
                      <a:pt x="1248" y="22"/>
                      <a:pt x="1248" y="22"/>
                      <a:pt x="1248" y="22"/>
                    </a:cubicBezTo>
                    <a:cubicBezTo>
                      <a:pt x="1247" y="23"/>
                      <a:pt x="1247" y="23"/>
                      <a:pt x="1247" y="23"/>
                    </a:cubicBezTo>
                    <a:cubicBezTo>
                      <a:pt x="1245" y="22"/>
                      <a:pt x="1245" y="22"/>
                      <a:pt x="1245" y="22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1" y="20"/>
                      <a:pt x="1241" y="20"/>
                      <a:pt x="1241" y="20"/>
                    </a:cubicBezTo>
                    <a:cubicBezTo>
                      <a:pt x="1239" y="19"/>
                      <a:pt x="1239" y="19"/>
                      <a:pt x="1239" y="19"/>
                    </a:cubicBezTo>
                    <a:cubicBezTo>
                      <a:pt x="1238" y="22"/>
                      <a:pt x="1238" y="22"/>
                      <a:pt x="1238" y="22"/>
                    </a:cubicBezTo>
                    <a:cubicBezTo>
                      <a:pt x="1237" y="22"/>
                      <a:pt x="1237" y="22"/>
                      <a:pt x="1237" y="22"/>
                    </a:cubicBezTo>
                    <a:cubicBezTo>
                      <a:pt x="1236" y="22"/>
                      <a:pt x="1236" y="22"/>
                      <a:pt x="1236" y="22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2" y="24"/>
                      <a:pt x="1232" y="24"/>
                      <a:pt x="1232" y="24"/>
                    </a:cubicBezTo>
                    <a:cubicBezTo>
                      <a:pt x="1230" y="27"/>
                      <a:pt x="1230" y="27"/>
                      <a:pt x="1230" y="27"/>
                    </a:cubicBezTo>
                    <a:cubicBezTo>
                      <a:pt x="1229" y="29"/>
                      <a:pt x="1229" y="29"/>
                      <a:pt x="1229" y="29"/>
                    </a:cubicBezTo>
                    <a:cubicBezTo>
                      <a:pt x="1227" y="31"/>
                      <a:pt x="1227" y="31"/>
                      <a:pt x="1227" y="31"/>
                    </a:cubicBezTo>
                    <a:cubicBezTo>
                      <a:pt x="1228" y="33"/>
                      <a:pt x="1228" y="33"/>
                      <a:pt x="1228" y="33"/>
                    </a:cubicBezTo>
                    <a:cubicBezTo>
                      <a:pt x="1230" y="31"/>
                      <a:pt x="1230" y="31"/>
                      <a:pt x="1230" y="31"/>
                    </a:cubicBezTo>
                    <a:cubicBezTo>
                      <a:pt x="1231" y="31"/>
                      <a:pt x="1231" y="31"/>
                      <a:pt x="1231" y="31"/>
                    </a:cubicBezTo>
                    <a:cubicBezTo>
                      <a:pt x="1231" y="32"/>
                      <a:pt x="1231" y="32"/>
                      <a:pt x="1231" y="32"/>
                    </a:cubicBezTo>
                    <a:cubicBezTo>
                      <a:pt x="1233" y="33"/>
                      <a:pt x="1233" y="33"/>
                      <a:pt x="1233" y="33"/>
                    </a:cubicBezTo>
                    <a:cubicBezTo>
                      <a:pt x="1235" y="35"/>
                      <a:pt x="1235" y="35"/>
                      <a:pt x="1235" y="35"/>
                    </a:cubicBezTo>
                    <a:cubicBezTo>
                      <a:pt x="1236" y="36"/>
                      <a:pt x="1236" y="36"/>
                      <a:pt x="1236" y="36"/>
                    </a:cubicBezTo>
                    <a:cubicBezTo>
                      <a:pt x="1235" y="37"/>
                      <a:pt x="1235" y="37"/>
                      <a:pt x="1235" y="37"/>
                    </a:cubicBezTo>
                    <a:cubicBezTo>
                      <a:pt x="1235" y="39"/>
                      <a:pt x="1235" y="39"/>
                      <a:pt x="1235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7" y="40"/>
                      <a:pt x="1237" y="40"/>
                      <a:pt x="1237" y="40"/>
                    </a:cubicBezTo>
                    <a:cubicBezTo>
                      <a:pt x="1237" y="42"/>
                      <a:pt x="1237" y="42"/>
                      <a:pt x="1237" y="42"/>
                    </a:cubicBezTo>
                    <a:cubicBezTo>
                      <a:pt x="1236" y="40"/>
                      <a:pt x="1236" y="40"/>
                      <a:pt x="1236" y="40"/>
                    </a:cubicBezTo>
                    <a:cubicBezTo>
                      <a:pt x="1234" y="40"/>
                      <a:pt x="1234" y="40"/>
                      <a:pt x="1234" y="40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0"/>
                      <a:pt x="1232" y="40"/>
                      <a:pt x="1232" y="40"/>
                    </a:cubicBezTo>
                    <a:cubicBezTo>
                      <a:pt x="1232" y="39"/>
                      <a:pt x="1232" y="39"/>
                      <a:pt x="1232" y="39"/>
                    </a:cubicBezTo>
                    <a:cubicBezTo>
                      <a:pt x="1231" y="37"/>
                      <a:pt x="1231" y="37"/>
                      <a:pt x="1231" y="37"/>
                    </a:cubicBezTo>
                    <a:cubicBezTo>
                      <a:pt x="1230" y="36"/>
                      <a:pt x="1230" y="36"/>
                      <a:pt x="1230" y="36"/>
                    </a:cubicBezTo>
                    <a:cubicBezTo>
                      <a:pt x="1229" y="34"/>
                      <a:pt x="1229" y="34"/>
                      <a:pt x="1229" y="34"/>
                    </a:cubicBezTo>
                    <a:cubicBezTo>
                      <a:pt x="1227" y="33"/>
                      <a:pt x="1227" y="33"/>
                      <a:pt x="1227" y="33"/>
                    </a:cubicBezTo>
                    <a:cubicBezTo>
                      <a:pt x="1224" y="29"/>
                      <a:pt x="1224" y="29"/>
                      <a:pt x="1224" y="29"/>
                    </a:cubicBezTo>
                    <a:cubicBezTo>
                      <a:pt x="1223" y="28"/>
                      <a:pt x="1223" y="28"/>
                      <a:pt x="1223" y="28"/>
                    </a:cubicBezTo>
                    <a:cubicBezTo>
                      <a:pt x="1223" y="27"/>
                      <a:pt x="1223" y="27"/>
                      <a:pt x="1223" y="27"/>
                    </a:cubicBezTo>
                    <a:cubicBezTo>
                      <a:pt x="1222" y="26"/>
                      <a:pt x="1222" y="26"/>
                      <a:pt x="1222" y="26"/>
                    </a:cubicBezTo>
                    <a:cubicBezTo>
                      <a:pt x="1219" y="25"/>
                      <a:pt x="1219" y="25"/>
                      <a:pt x="1219" y="25"/>
                    </a:cubicBezTo>
                    <a:cubicBezTo>
                      <a:pt x="1217" y="24"/>
                      <a:pt x="1217" y="24"/>
                      <a:pt x="1217" y="24"/>
                    </a:cubicBezTo>
                    <a:cubicBezTo>
                      <a:pt x="1214" y="23"/>
                      <a:pt x="1214" y="23"/>
                      <a:pt x="1214" y="23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1" y="23"/>
                      <a:pt x="1211" y="23"/>
                      <a:pt x="1211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4" y="22"/>
                      <a:pt x="1204" y="22"/>
                      <a:pt x="1204" y="22"/>
                    </a:cubicBezTo>
                    <a:cubicBezTo>
                      <a:pt x="1203" y="23"/>
                      <a:pt x="1203" y="23"/>
                      <a:pt x="1203" y="23"/>
                    </a:cubicBezTo>
                    <a:cubicBezTo>
                      <a:pt x="1203" y="24"/>
                      <a:pt x="1203" y="24"/>
                      <a:pt x="1203" y="24"/>
                    </a:cubicBezTo>
                    <a:cubicBezTo>
                      <a:pt x="1202" y="22"/>
                      <a:pt x="1202" y="22"/>
                      <a:pt x="1202" y="22"/>
                    </a:cubicBezTo>
                    <a:cubicBezTo>
                      <a:pt x="1199" y="22"/>
                      <a:pt x="1199" y="22"/>
                      <a:pt x="1199" y="22"/>
                    </a:cubicBezTo>
                    <a:cubicBezTo>
                      <a:pt x="1199" y="23"/>
                      <a:pt x="1199" y="23"/>
                      <a:pt x="1199" y="23"/>
                    </a:cubicBezTo>
                    <a:cubicBezTo>
                      <a:pt x="1194" y="22"/>
                      <a:pt x="1194" y="22"/>
                      <a:pt x="1194" y="22"/>
                    </a:cubicBezTo>
                    <a:cubicBezTo>
                      <a:pt x="1192" y="23"/>
                      <a:pt x="1192" y="23"/>
                      <a:pt x="1192" y="23"/>
                    </a:cubicBezTo>
                    <a:cubicBezTo>
                      <a:pt x="1191" y="22"/>
                      <a:pt x="1191" y="22"/>
                      <a:pt x="1191" y="22"/>
                    </a:cubicBezTo>
                    <a:cubicBezTo>
                      <a:pt x="1191" y="21"/>
                      <a:pt x="1191" y="21"/>
                      <a:pt x="1191" y="21"/>
                    </a:cubicBezTo>
                    <a:cubicBezTo>
                      <a:pt x="1188" y="21"/>
                      <a:pt x="1188" y="21"/>
                      <a:pt x="1188" y="21"/>
                    </a:cubicBezTo>
                    <a:cubicBezTo>
                      <a:pt x="1187" y="21"/>
                      <a:pt x="1187" y="21"/>
                      <a:pt x="1187" y="21"/>
                    </a:cubicBezTo>
                    <a:cubicBezTo>
                      <a:pt x="1186" y="21"/>
                      <a:pt x="1186" y="21"/>
                      <a:pt x="1186" y="21"/>
                    </a:cubicBezTo>
                    <a:cubicBezTo>
                      <a:pt x="1184" y="20"/>
                      <a:pt x="1184" y="20"/>
                      <a:pt x="1184" y="20"/>
                    </a:cubicBezTo>
                    <a:cubicBezTo>
                      <a:pt x="1182" y="21"/>
                      <a:pt x="1182" y="21"/>
                      <a:pt x="1182" y="21"/>
                    </a:cubicBezTo>
                    <a:cubicBezTo>
                      <a:pt x="1183" y="22"/>
                      <a:pt x="1183" y="22"/>
                      <a:pt x="1183" y="22"/>
                    </a:cubicBezTo>
                    <a:cubicBezTo>
                      <a:pt x="1181" y="21"/>
                      <a:pt x="1181" y="21"/>
                      <a:pt x="1181" y="21"/>
                    </a:cubicBezTo>
                    <a:cubicBezTo>
                      <a:pt x="1179" y="22"/>
                      <a:pt x="1179" y="22"/>
                      <a:pt x="1179" y="22"/>
                    </a:cubicBezTo>
                    <a:cubicBezTo>
                      <a:pt x="1179" y="23"/>
                      <a:pt x="1179" y="23"/>
                      <a:pt x="1179" y="23"/>
                    </a:cubicBezTo>
                    <a:cubicBezTo>
                      <a:pt x="1177" y="23"/>
                      <a:pt x="1177" y="23"/>
                      <a:pt x="1177" y="23"/>
                    </a:cubicBezTo>
                    <a:cubicBezTo>
                      <a:pt x="1177" y="22"/>
                      <a:pt x="1177" y="22"/>
                      <a:pt x="1177" y="22"/>
                    </a:cubicBezTo>
                    <a:cubicBezTo>
                      <a:pt x="1173" y="19"/>
                      <a:pt x="1173" y="19"/>
                      <a:pt x="1173" y="19"/>
                    </a:cubicBezTo>
                    <a:cubicBezTo>
                      <a:pt x="1167" y="18"/>
                      <a:pt x="1167" y="18"/>
                      <a:pt x="1167" y="18"/>
                    </a:cubicBezTo>
                    <a:cubicBezTo>
                      <a:pt x="1165" y="19"/>
                      <a:pt x="1165" y="19"/>
                      <a:pt x="1165" y="19"/>
                    </a:cubicBezTo>
                    <a:cubicBezTo>
                      <a:pt x="1166" y="18"/>
                      <a:pt x="1166" y="18"/>
                      <a:pt x="1166" y="18"/>
                    </a:cubicBezTo>
                    <a:cubicBezTo>
                      <a:pt x="1164" y="17"/>
                      <a:pt x="1164" y="17"/>
                      <a:pt x="1164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0" y="17"/>
                      <a:pt x="1160" y="17"/>
                      <a:pt x="1160" y="17"/>
                    </a:cubicBezTo>
                    <a:cubicBezTo>
                      <a:pt x="1156" y="16"/>
                      <a:pt x="1156" y="16"/>
                      <a:pt x="1156" y="16"/>
                    </a:cubicBezTo>
                    <a:cubicBezTo>
                      <a:pt x="1155" y="16"/>
                      <a:pt x="1155" y="16"/>
                      <a:pt x="1155" y="16"/>
                    </a:cubicBezTo>
                    <a:cubicBezTo>
                      <a:pt x="1153" y="16"/>
                      <a:pt x="1153" y="16"/>
                      <a:pt x="1153" y="16"/>
                    </a:cubicBezTo>
                    <a:cubicBezTo>
                      <a:pt x="1152" y="17"/>
                      <a:pt x="1152" y="17"/>
                      <a:pt x="1152" y="17"/>
                    </a:cubicBezTo>
                    <a:cubicBezTo>
                      <a:pt x="1151" y="16"/>
                      <a:pt x="1151" y="16"/>
                      <a:pt x="1151" y="16"/>
                    </a:cubicBezTo>
                    <a:cubicBezTo>
                      <a:pt x="1151" y="15"/>
                      <a:pt x="1151" y="15"/>
                      <a:pt x="1151" y="15"/>
                    </a:cubicBezTo>
                    <a:cubicBezTo>
                      <a:pt x="1149" y="16"/>
                      <a:pt x="1149" y="16"/>
                      <a:pt x="1149" y="16"/>
                    </a:cubicBezTo>
                    <a:cubicBezTo>
                      <a:pt x="1146" y="16"/>
                      <a:pt x="1146" y="16"/>
                      <a:pt x="1146" y="16"/>
                    </a:cubicBezTo>
                    <a:cubicBezTo>
                      <a:pt x="1145" y="15"/>
                      <a:pt x="1145" y="15"/>
                      <a:pt x="1145" y="15"/>
                    </a:cubicBezTo>
                    <a:cubicBezTo>
                      <a:pt x="1142" y="15"/>
                      <a:pt x="1142" y="15"/>
                      <a:pt x="1142" y="15"/>
                    </a:cubicBezTo>
                    <a:cubicBezTo>
                      <a:pt x="1141" y="15"/>
                      <a:pt x="1141" y="15"/>
                      <a:pt x="1141" y="15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33" y="18"/>
                      <a:pt x="1133" y="18"/>
                      <a:pt x="1133" y="18"/>
                    </a:cubicBezTo>
                    <a:cubicBezTo>
                      <a:pt x="1133" y="19"/>
                      <a:pt x="1133" y="19"/>
                      <a:pt x="1133" y="19"/>
                    </a:cubicBezTo>
                    <a:cubicBezTo>
                      <a:pt x="1131" y="18"/>
                      <a:pt x="1131" y="18"/>
                      <a:pt x="1131" y="18"/>
                    </a:cubicBezTo>
                    <a:cubicBezTo>
                      <a:pt x="1131" y="20"/>
                      <a:pt x="1131" y="20"/>
                      <a:pt x="1131" y="20"/>
                    </a:cubicBezTo>
                    <a:cubicBezTo>
                      <a:pt x="1130" y="19"/>
                      <a:pt x="1130" y="19"/>
                      <a:pt x="1130" y="19"/>
                    </a:cubicBezTo>
                    <a:cubicBezTo>
                      <a:pt x="1127" y="19"/>
                      <a:pt x="1127" y="19"/>
                      <a:pt x="1127" y="19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6" y="21"/>
                      <a:pt x="1126" y="21"/>
                      <a:pt x="1126" y="21"/>
                    </a:cubicBezTo>
                    <a:cubicBezTo>
                      <a:pt x="1124" y="20"/>
                      <a:pt x="1124" y="20"/>
                      <a:pt x="1124" y="20"/>
                    </a:cubicBezTo>
                    <a:cubicBezTo>
                      <a:pt x="1121" y="21"/>
                      <a:pt x="1121" y="21"/>
                      <a:pt x="1121" y="21"/>
                    </a:cubicBezTo>
                    <a:cubicBezTo>
                      <a:pt x="1121" y="22"/>
                      <a:pt x="1121" y="22"/>
                      <a:pt x="1121" y="22"/>
                    </a:cubicBezTo>
                    <a:cubicBezTo>
                      <a:pt x="1118" y="22"/>
                      <a:pt x="1118" y="22"/>
                      <a:pt x="1118" y="22"/>
                    </a:cubicBezTo>
                    <a:cubicBezTo>
                      <a:pt x="1114" y="22"/>
                      <a:pt x="1114" y="22"/>
                      <a:pt x="1114" y="22"/>
                    </a:cubicBezTo>
                    <a:cubicBezTo>
                      <a:pt x="1113" y="21"/>
                      <a:pt x="1113" y="21"/>
                      <a:pt x="1113" y="21"/>
                    </a:cubicBezTo>
                    <a:cubicBezTo>
                      <a:pt x="1110" y="22"/>
                      <a:pt x="1110" y="22"/>
                      <a:pt x="1110" y="22"/>
                    </a:cubicBezTo>
                    <a:cubicBezTo>
                      <a:pt x="1109" y="23"/>
                      <a:pt x="1109" y="23"/>
                      <a:pt x="1109" y="23"/>
                    </a:cubicBezTo>
                    <a:cubicBezTo>
                      <a:pt x="1111" y="25"/>
                      <a:pt x="1111" y="25"/>
                      <a:pt x="1111" y="25"/>
                    </a:cubicBezTo>
                    <a:cubicBezTo>
                      <a:pt x="1112" y="27"/>
                      <a:pt x="1112" y="27"/>
                      <a:pt x="1112" y="27"/>
                    </a:cubicBezTo>
                    <a:cubicBezTo>
                      <a:pt x="1113" y="28"/>
                      <a:pt x="1113" y="28"/>
                      <a:pt x="1113" y="28"/>
                    </a:cubicBezTo>
                    <a:cubicBezTo>
                      <a:pt x="1113" y="29"/>
                      <a:pt x="1113" y="29"/>
                      <a:pt x="1113" y="29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2" y="30"/>
                      <a:pt x="1112" y="30"/>
                      <a:pt x="1112" y="30"/>
                    </a:cubicBezTo>
                    <a:cubicBezTo>
                      <a:pt x="1111" y="32"/>
                      <a:pt x="1111" y="32"/>
                      <a:pt x="1111" y="32"/>
                    </a:cubicBezTo>
                    <a:cubicBezTo>
                      <a:pt x="1112" y="33"/>
                      <a:pt x="1112" y="33"/>
                      <a:pt x="1112" y="33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4" y="31"/>
                      <a:pt x="1114" y="31"/>
                      <a:pt x="1114" y="31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4"/>
                      <a:pt x="1114" y="34"/>
                      <a:pt x="1114" y="34"/>
                    </a:cubicBezTo>
                    <a:cubicBezTo>
                      <a:pt x="1116" y="34"/>
                      <a:pt x="1116" y="34"/>
                      <a:pt x="1116" y="34"/>
                    </a:cubicBezTo>
                    <a:cubicBezTo>
                      <a:pt x="1117" y="33"/>
                      <a:pt x="1117" y="33"/>
                      <a:pt x="1117" y="33"/>
                    </a:cubicBezTo>
                    <a:cubicBezTo>
                      <a:pt x="1119" y="34"/>
                      <a:pt x="1119" y="34"/>
                      <a:pt x="1119" y="34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21" y="36"/>
                      <a:pt x="1121" y="36"/>
                      <a:pt x="1121" y="36"/>
                    </a:cubicBezTo>
                    <a:cubicBezTo>
                      <a:pt x="1123" y="38"/>
                      <a:pt x="1123" y="38"/>
                      <a:pt x="1123" y="38"/>
                    </a:cubicBezTo>
                    <a:cubicBezTo>
                      <a:pt x="1124" y="41"/>
                      <a:pt x="1124" y="41"/>
                      <a:pt x="1124" y="41"/>
                    </a:cubicBezTo>
                    <a:cubicBezTo>
                      <a:pt x="1126" y="41"/>
                      <a:pt x="1126" y="41"/>
                      <a:pt x="1126" y="41"/>
                    </a:cubicBezTo>
                    <a:cubicBezTo>
                      <a:pt x="1127" y="43"/>
                      <a:pt x="1127" y="43"/>
                      <a:pt x="1127" y="43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5"/>
                      <a:pt x="1127" y="45"/>
                      <a:pt x="1127" y="45"/>
                    </a:cubicBezTo>
                    <a:cubicBezTo>
                      <a:pt x="1128" y="46"/>
                      <a:pt x="1128" y="46"/>
                      <a:pt x="1128" y="46"/>
                    </a:cubicBezTo>
                    <a:cubicBezTo>
                      <a:pt x="1127" y="46"/>
                      <a:pt x="1127" y="46"/>
                      <a:pt x="1127" y="46"/>
                    </a:cubicBezTo>
                    <a:cubicBezTo>
                      <a:pt x="1124" y="48"/>
                      <a:pt x="1124" y="48"/>
                      <a:pt x="1124" y="48"/>
                    </a:cubicBezTo>
                    <a:cubicBezTo>
                      <a:pt x="1125" y="48"/>
                      <a:pt x="1125" y="48"/>
                      <a:pt x="1125" y="48"/>
                    </a:cubicBezTo>
                    <a:cubicBezTo>
                      <a:pt x="1123" y="49"/>
                      <a:pt x="1123" y="49"/>
                      <a:pt x="1123" y="49"/>
                    </a:cubicBezTo>
                    <a:cubicBezTo>
                      <a:pt x="1122" y="49"/>
                      <a:pt x="1122" y="49"/>
                      <a:pt x="1122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7"/>
                      <a:pt x="1120" y="47"/>
                      <a:pt x="1120" y="47"/>
                    </a:cubicBezTo>
                    <a:cubicBezTo>
                      <a:pt x="1117" y="43"/>
                      <a:pt x="1117" y="43"/>
                      <a:pt x="1117" y="43"/>
                    </a:cubicBezTo>
                    <a:cubicBezTo>
                      <a:pt x="1115" y="43"/>
                      <a:pt x="1115" y="43"/>
                      <a:pt x="1115" y="43"/>
                    </a:cubicBezTo>
                    <a:cubicBezTo>
                      <a:pt x="1115" y="44"/>
                      <a:pt x="1115" y="44"/>
                      <a:pt x="1115" y="44"/>
                    </a:cubicBezTo>
                    <a:cubicBezTo>
                      <a:pt x="1111" y="43"/>
                      <a:pt x="1111" y="43"/>
                      <a:pt x="1111" y="43"/>
                    </a:cubicBezTo>
                    <a:cubicBezTo>
                      <a:pt x="1109" y="43"/>
                      <a:pt x="1109" y="43"/>
                      <a:pt x="1109" y="43"/>
                    </a:cubicBezTo>
                    <a:cubicBezTo>
                      <a:pt x="1108" y="43"/>
                      <a:pt x="1108" y="43"/>
                      <a:pt x="1108" y="43"/>
                    </a:cubicBezTo>
                    <a:cubicBezTo>
                      <a:pt x="1106" y="41"/>
                      <a:pt x="1106" y="41"/>
                      <a:pt x="1106" y="41"/>
                    </a:cubicBezTo>
                    <a:cubicBezTo>
                      <a:pt x="1107" y="39"/>
                      <a:pt x="1107" y="39"/>
                      <a:pt x="1107" y="39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3" y="37"/>
                      <a:pt x="1103" y="37"/>
                      <a:pt x="1103" y="37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7" y="37"/>
                      <a:pt x="1107" y="37"/>
                      <a:pt x="1107" y="37"/>
                    </a:cubicBezTo>
                    <a:cubicBezTo>
                      <a:pt x="1108" y="35"/>
                      <a:pt x="1108" y="35"/>
                      <a:pt x="1108" y="35"/>
                    </a:cubicBezTo>
                    <a:cubicBezTo>
                      <a:pt x="1108" y="33"/>
                      <a:pt x="1108" y="33"/>
                      <a:pt x="1108" y="33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6" y="30"/>
                      <a:pt x="1106" y="30"/>
                      <a:pt x="1106" y="30"/>
                    </a:cubicBezTo>
                    <a:cubicBezTo>
                      <a:pt x="1104" y="28"/>
                      <a:pt x="1104" y="28"/>
                      <a:pt x="1104" y="28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2" y="28"/>
                      <a:pt x="1102" y="28"/>
                      <a:pt x="1102" y="28"/>
                    </a:cubicBezTo>
                    <a:cubicBezTo>
                      <a:pt x="1099" y="28"/>
                      <a:pt x="1099" y="28"/>
                      <a:pt x="1099" y="28"/>
                    </a:cubicBezTo>
                    <a:cubicBezTo>
                      <a:pt x="1099" y="29"/>
                      <a:pt x="1099" y="29"/>
                      <a:pt x="1099" y="29"/>
                    </a:cubicBezTo>
                    <a:cubicBezTo>
                      <a:pt x="1098" y="29"/>
                      <a:pt x="1098" y="29"/>
                      <a:pt x="1098" y="29"/>
                    </a:cubicBezTo>
                    <a:cubicBezTo>
                      <a:pt x="1098" y="30"/>
                      <a:pt x="1098" y="30"/>
                      <a:pt x="1098" y="30"/>
                    </a:cubicBezTo>
                    <a:cubicBezTo>
                      <a:pt x="1097" y="30"/>
                      <a:pt x="1097" y="30"/>
                      <a:pt x="1097" y="30"/>
                    </a:cubicBezTo>
                    <a:cubicBezTo>
                      <a:pt x="1097" y="31"/>
                      <a:pt x="1097" y="31"/>
                      <a:pt x="1097" y="31"/>
                    </a:cubicBezTo>
                    <a:cubicBezTo>
                      <a:pt x="1097" y="34"/>
                      <a:pt x="1097" y="34"/>
                      <a:pt x="1097" y="34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7"/>
                      <a:pt x="1098" y="37"/>
                      <a:pt x="1098" y="37"/>
                    </a:cubicBezTo>
                    <a:cubicBezTo>
                      <a:pt x="1098" y="39"/>
                      <a:pt x="1098" y="39"/>
                      <a:pt x="1098" y="39"/>
                    </a:cubicBezTo>
                    <a:cubicBezTo>
                      <a:pt x="1098" y="40"/>
                      <a:pt x="1098" y="40"/>
                      <a:pt x="1098" y="40"/>
                    </a:cubicBezTo>
                    <a:cubicBezTo>
                      <a:pt x="1096" y="42"/>
                      <a:pt x="1096" y="42"/>
                      <a:pt x="1096" y="42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5" y="41"/>
                      <a:pt x="1095" y="41"/>
                      <a:pt x="1095" y="41"/>
                    </a:cubicBezTo>
                    <a:cubicBezTo>
                      <a:pt x="1094" y="41"/>
                      <a:pt x="1094" y="41"/>
                      <a:pt x="1094" y="41"/>
                    </a:cubicBezTo>
                    <a:cubicBezTo>
                      <a:pt x="1093" y="42"/>
                      <a:pt x="1093" y="42"/>
                      <a:pt x="1093" y="42"/>
                    </a:cubicBezTo>
                    <a:cubicBezTo>
                      <a:pt x="1090" y="42"/>
                      <a:pt x="1090" y="42"/>
                      <a:pt x="1090" y="42"/>
                    </a:cubicBezTo>
                    <a:cubicBezTo>
                      <a:pt x="1087" y="43"/>
                      <a:pt x="1087" y="43"/>
                      <a:pt x="1087" y="43"/>
                    </a:cubicBezTo>
                    <a:cubicBezTo>
                      <a:pt x="1086" y="43"/>
                      <a:pt x="1086" y="43"/>
                      <a:pt x="1086" y="43"/>
                    </a:cubicBezTo>
                    <a:cubicBezTo>
                      <a:pt x="1084" y="44"/>
                      <a:pt x="1084" y="44"/>
                      <a:pt x="1084" y="44"/>
                    </a:cubicBezTo>
                    <a:cubicBezTo>
                      <a:pt x="1082" y="45"/>
                      <a:pt x="1082" y="45"/>
                      <a:pt x="1082" y="45"/>
                    </a:cubicBezTo>
                    <a:cubicBezTo>
                      <a:pt x="1081" y="44"/>
                      <a:pt x="1081" y="44"/>
                      <a:pt x="1081" y="44"/>
                    </a:cubicBezTo>
                    <a:cubicBezTo>
                      <a:pt x="1079" y="43"/>
                      <a:pt x="1079" y="43"/>
                      <a:pt x="1079" y="43"/>
                    </a:cubicBezTo>
                    <a:cubicBezTo>
                      <a:pt x="1078" y="43"/>
                      <a:pt x="1078" y="43"/>
                      <a:pt x="1078" y="43"/>
                    </a:cubicBezTo>
                    <a:cubicBezTo>
                      <a:pt x="1077" y="44"/>
                      <a:pt x="1077" y="44"/>
                      <a:pt x="1077" y="44"/>
                    </a:cubicBezTo>
                    <a:cubicBezTo>
                      <a:pt x="1077" y="45"/>
                      <a:pt x="1077" y="45"/>
                      <a:pt x="1077" y="45"/>
                    </a:cubicBezTo>
                    <a:cubicBezTo>
                      <a:pt x="1075" y="46"/>
                      <a:pt x="1075" y="46"/>
                      <a:pt x="1075" y="46"/>
                    </a:cubicBezTo>
                    <a:cubicBezTo>
                      <a:pt x="1074" y="47"/>
                      <a:pt x="1074" y="47"/>
                      <a:pt x="1074" y="47"/>
                    </a:cubicBezTo>
                    <a:cubicBezTo>
                      <a:pt x="1071" y="47"/>
                      <a:pt x="1071" y="47"/>
                      <a:pt x="1071" y="47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7" y="48"/>
                      <a:pt x="1067" y="48"/>
                      <a:pt x="1067" y="48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5" y="50"/>
                      <a:pt x="1065" y="50"/>
                      <a:pt x="1065" y="50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6" y="52"/>
                      <a:pt x="1066" y="52"/>
                      <a:pt x="1066" y="52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4" y="52"/>
                      <a:pt x="1064" y="52"/>
                      <a:pt x="1064" y="52"/>
                    </a:cubicBezTo>
                    <a:cubicBezTo>
                      <a:pt x="1063" y="51"/>
                      <a:pt x="1063" y="51"/>
                      <a:pt x="1063" y="51"/>
                    </a:cubicBezTo>
                    <a:cubicBezTo>
                      <a:pt x="1062" y="52"/>
                      <a:pt x="1062" y="52"/>
                      <a:pt x="1062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59" y="52"/>
                      <a:pt x="1059" y="52"/>
                      <a:pt x="1059" y="52"/>
                    </a:cubicBezTo>
                    <a:cubicBezTo>
                      <a:pt x="1059" y="54"/>
                      <a:pt x="1059" y="54"/>
                      <a:pt x="1059" y="54"/>
                    </a:cubicBezTo>
                    <a:cubicBezTo>
                      <a:pt x="1058" y="53"/>
                      <a:pt x="1058" y="53"/>
                      <a:pt x="1058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2" y="53"/>
                      <a:pt x="1052" y="53"/>
                      <a:pt x="1052" y="53"/>
                    </a:cubicBezTo>
                    <a:cubicBezTo>
                      <a:pt x="1050" y="55"/>
                      <a:pt x="1050" y="55"/>
                      <a:pt x="1050" y="55"/>
                    </a:cubicBezTo>
                    <a:cubicBezTo>
                      <a:pt x="1051" y="55"/>
                      <a:pt x="1051" y="55"/>
                      <a:pt x="1051" y="55"/>
                    </a:cubicBezTo>
                    <a:cubicBezTo>
                      <a:pt x="1050" y="53"/>
                      <a:pt x="1050" y="53"/>
                      <a:pt x="1050" y="53"/>
                    </a:cubicBezTo>
                    <a:cubicBezTo>
                      <a:pt x="1049" y="50"/>
                      <a:pt x="1049" y="50"/>
                      <a:pt x="1049" y="50"/>
                    </a:cubicBezTo>
                    <a:cubicBezTo>
                      <a:pt x="1049" y="48"/>
                      <a:pt x="1049" y="48"/>
                      <a:pt x="1049" y="48"/>
                    </a:cubicBezTo>
                    <a:cubicBezTo>
                      <a:pt x="1048" y="47"/>
                      <a:pt x="1048" y="47"/>
                      <a:pt x="1048" y="47"/>
                    </a:cubicBezTo>
                    <a:cubicBezTo>
                      <a:pt x="1048" y="46"/>
                      <a:pt x="1048" y="46"/>
                      <a:pt x="1048" y="46"/>
                    </a:cubicBezTo>
                    <a:cubicBezTo>
                      <a:pt x="1047" y="43"/>
                      <a:pt x="1047" y="43"/>
                      <a:pt x="1047" y="43"/>
                    </a:cubicBezTo>
                    <a:cubicBezTo>
                      <a:pt x="1044" y="40"/>
                      <a:pt x="1044" y="40"/>
                      <a:pt x="1044" y="40"/>
                    </a:cubicBezTo>
                    <a:cubicBezTo>
                      <a:pt x="1041" y="39"/>
                      <a:pt x="1041" y="39"/>
                      <a:pt x="1041" y="39"/>
                    </a:cubicBezTo>
                    <a:cubicBezTo>
                      <a:pt x="1038" y="35"/>
                      <a:pt x="1038" y="35"/>
                      <a:pt x="1038" y="35"/>
                    </a:cubicBezTo>
                    <a:cubicBezTo>
                      <a:pt x="1030" y="33"/>
                      <a:pt x="1030" y="33"/>
                      <a:pt x="1030" y="33"/>
                    </a:cubicBezTo>
                    <a:cubicBezTo>
                      <a:pt x="1026" y="33"/>
                      <a:pt x="1026" y="33"/>
                      <a:pt x="1026" y="33"/>
                    </a:cubicBezTo>
                    <a:cubicBezTo>
                      <a:pt x="1024" y="33"/>
                      <a:pt x="1024" y="33"/>
                      <a:pt x="1024" y="33"/>
                    </a:cubicBezTo>
                    <a:cubicBezTo>
                      <a:pt x="1021" y="35"/>
                      <a:pt x="1021" y="35"/>
                      <a:pt x="1021" y="35"/>
                    </a:cubicBezTo>
                    <a:cubicBezTo>
                      <a:pt x="1021" y="36"/>
                      <a:pt x="1021" y="36"/>
                      <a:pt x="1021" y="36"/>
                    </a:cubicBezTo>
                    <a:cubicBezTo>
                      <a:pt x="1019" y="35"/>
                      <a:pt x="1019" y="35"/>
                      <a:pt x="1019" y="35"/>
                    </a:cubicBezTo>
                    <a:cubicBezTo>
                      <a:pt x="1016" y="36"/>
                      <a:pt x="1016" y="36"/>
                      <a:pt x="1016" y="36"/>
                    </a:cubicBezTo>
                    <a:cubicBezTo>
                      <a:pt x="1011" y="39"/>
                      <a:pt x="1011" y="39"/>
                      <a:pt x="1011" y="39"/>
                    </a:cubicBezTo>
                    <a:cubicBezTo>
                      <a:pt x="1009" y="40"/>
                      <a:pt x="1009" y="40"/>
                      <a:pt x="1009" y="40"/>
                    </a:cubicBezTo>
                    <a:cubicBezTo>
                      <a:pt x="1006" y="42"/>
                      <a:pt x="1006" y="42"/>
                      <a:pt x="1006" y="42"/>
                    </a:cubicBezTo>
                    <a:cubicBezTo>
                      <a:pt x="1005" y="43"/>
                      <a:pt x="1005" y="43"/>
                      <a:pt x="1005" y="43"/>
                    </a:cubicBezTo>
                    <a:cubicBezTo>
                      <a:pt x="1002" y="45"/>
                      <a:pt x="1002" y="45"/>
                      <a:pt x="1002" y="45"/>
                    </a:cubicBezTo>
                    <a:cubicBezTo>
                      <a:pt x="1000" y="46"/>
                      <a:pt x="1000" y="46"/>
                      <a:pt x="1000" y="46"/>
                    </a:cubicBezTo>
                    <a:cubicBezTo>
                      <a:pt x="998" y="47"/>
                      <a:pt x="998" y="47"/>
                      <a:pt x="998" y="47"/>
                    </a:cubicBezTo>
                    <a:cubicBezTo>
                      <a:pt x="996" y="48"/>
                      <a:pt x="996" y="48"/>
                      <a:pt x="996" y="48"/>
                    </a:cubicBezTo>
                    <a:cubicBezTo>
                      <a:pt x="994" y="47"/>
                      <a:pt x="994" y="47"/>
                      <a:pt x="994" y="47"/>
                    </a:cubicBezTo>
                    <a:cubicBezTo>
                      <a:pt x="992" y="48"/>
                      <a:pt x="992" y="48"/>
                      <a:pt x="992" y="48"/>
                    </a:cubicBezTo>
                    <a:cubicBezTo>
                      <a:pt x="993" y="47"/>
                      <a:pt x="993" y="47"/>
                      <a:pt x="993" y="47"/>
                    </a:cubicBezTo>
                    <a:cubicBezTo>
                      <a:pt x="994" y="45"/>
                      <a:pt x="994" y="45"/>
                      <a:pt x="994" y="45"/>
                    </a:cubicBezTo>
                    <a:cubicBezTo>
                      <a:pt x="991" y="42"/>
                      <a:pt x="991" y="42"/>
                      <a:pt x="991" y="42"/>
                    </a:cubicBezTo>
                    <a:cubicBezTo>
                      <a:pt x="988" y="41"/>
                      <a:pt x="988" y="41"/>
                      <a:pt x="988" y="41"/>
                    </a:cubicBezTo>
                    <a:cubicBezTo>
                      <a:pt x="984" y="39"/>
                      <a:pt x="984" y="39"/>
                      <a:pt x="984" y="39"/>
                    </a:cubicBezTo>
                    <a:cubicBezTo>
                      <a:pt x="983" y="38"/>
                      <a:pt x="983" y="38"/>
                      <a:pt x="983" y="38"/>
                    </a:cubicBezTo>
                    <a:cubicBezTo>
                      <a:pt x="982" y="39"/>
                      <a:pt x="982" y="39"/>
                      <a:pt x="982" y="39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79" y="43"/>
                      <a:pt x="979" y="43"/>
                      <a:pt x="979" y="43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3"/>
                      <a:pt x="978" y="43"/>
                      <a:pt x="978" y="43"/>
                    </a:cubicBezTo>
                    <a:cubicBezTo>
                      <a:pt x="979" y="42"/>
                      <a:pt x="979" y="42"/>
                      <a:pt x="979" y="42"/>
                    </a:cubicBezTo>
                    <a:cubicBezTo>
                      <a:pt x="978" y="40"/>
                      <a:pt x="978" y="40"/>
                      <a:pt x="978" y="40"/>
                    </a:cubicBezTo>
                    <a:cubicBezTo>
                      <a:pt x="976" y="39"/>
                      <a:pt x="976" y="39"/>
                      <a:pt x="976" y="39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4" y="42"/>
                      <a:pt x="974" y="42"/>
                      <a:pt x="974" y="42"/>
                    </a:cubicBezTo>
                    <a:cubicBezTo>
                      <a:pt x="973" y="43"/>
                      <a:pt x="973" y="43"/>
                      <a:pt x="973" y="43"/>
                    </a:cubicBezTo>
                    <a:cubicBezTo>
                      <a:pt x="973" y="42"/>
                      <a:pt x="973" y="42"/>
                      <a:pt x="973" y="42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2" y="39"/>
                      <a:pt x="972" y="39"/>
                      <a:pt x="972" y="39"/>
                    </a:cubicBezTo>
                    <a:cubicBezTo>
                      <a:pt x="971" y="36"/>
                      <a:pt x="971" y="36"/>
                      <a:pt x="971" y="36"/>
                    </a:cubicBezTo>
                    <a:cubicBezTo>
                      <a:pt x="969" y="38"/>
                      <a:pt x="969" y="38"/>
                      <a:pt x="969" y="38"/>
                    </a:cubicBezTo>
                    <a:cubicBezTo>
                      <a:pt x="967" y="38"/>
                      <a:pt x="967" y="38"/>
                      <a:pt x="967" y="38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5" y="37"/>
                      <a:pt x="965" y="37"/>
                      <a:pt x="965" y="37"/>
                    </a:cubicBezTo>
                    <a:cubicBezTo>
                      <a:pt x="966" y="35"/>
                      <a:pt x="966" y="35"/>
                      <a:pt x="966" y="35"/>
                    </a:cubicBezTo>
                    <a:cubicBezTo>
                      <a:pt x="965" y="35"/>
                      <a:pt x="965" y="35"/>
                      <a:pt x="965" y="35"/>
                    </a:cubicBezTo>
                    <a:cubicBezTo>
                      <a:pt x="967" y="36"/>
                      <a:pt x="967" y="36"/>
                      <a:pt x="967" y="36"/>
                    </a:cubicBezTo>
                    <a:cubicBezTo>
                      <a:pt x="969" y="35"/>
                      <a:pt x="969" y="35"/>
                      <a:pt x="969" y="35"/>
                    </a:cubicBezTo>
                    <a:cubicBezTo>
                      <a:pt x="970" y="33"/>
                      <a:pt x="970" y="33"/>
                      <a:pt x="970" y="33"/>
                    </a:cubicBezTo>
                    <a:cubicBezTo>
                      <a:pt x="967" y="29"/>
                      <a:pt x="967" y="29"/>
                      <a:pt x="967" y="29"/>
                    </a:cubicBezTo>
                    <a:cubicBezTo>
                      <a:pt x="962" y="27"/>
                      <a:pt x="962" y="27"/>
                      <a:pt x="962" y="27"/>
                    </a:cubicBezTo>
                    <a:cubicBezTo>
                      <a:pt x="957" y="27"/>
                      <a:pt x="957" y="27"/>
                      <a:pt x="957" y="27"/>
                    </a:cubicBezTo>
                    <a:cubicBezTo>
                      <a:pt x="953" y="28"/>
                      <a:pt x="953" y="28"/>
                      <a:pt x="953" y="28"/>
                    </a:cubicBezTo>
                    <a:cubicBezTo>
                      <a:pt x="949" y="29"/>
                      <a:pt x="949" y="29"/>
                      <a:pt x="949" y="29"/>
                    </a:cubicBezTo>
                    <a:cubicBezTo>
                      <a:pt x="946" y="31"/>
                      <a:pt x="946" y="31"/>
                      <a:pt x="946" y="31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1" y="31"/>
                      <a:pt x="941" y="31"/>
                      <a:pt x="941" y="31"/>
                    </a:cubicBezTo>
                    <a:cubicBezTo>
                      <a:pt x="939" y="32"/>
                      <a:pt x="939" y="32"/>
                      <a:pt x="939" y="32"/>
                    </a:cubicBezTo>
                    <a:cubicBezTo>
                      <a:pt x="936" y="31"/>
                      <a:pt x="936" y="31"/>
                      <a:pt x="936" y="31"/>
                    </a:cubicBezTo>
                    <a:cubicBezTo>
                      <a:pt x="929" y="32"/>
                      <a:pt x="929" y="32"/>
                      <a:pt x="929" y="32"/>
                    </a:cubicBezTo>
                    <a:cubicBezTo>
                      <a:pt x="928" y="32"/>
                      <a:pt x="928" y="32"/>
                      <a:pt x="928" y="32"/>
                    </a:cubicBezTo>
                    <a:cubicBezTo>
                      <a:pt x="919" y="33"/>
                      <a:pt x="919" y="33"/>
                      <a:pt x="919" y="33"/>
                    </a:cubicBezTo>
                    <a:cubicBezTo>
                      <a:pt x="914" y="33"/>
                      <a:pt x="914" y="33"/>
                      <a:pt x="914" y="33"/>
                    </a:cubicBezTo>
                    <a:cubicBezTo>
                      <a:pt x="911" y="34"/>
                      <a:pt x="911" y="34"/>
                      <a:pt x="911" y="34"/>
                    </a:cubicBezTo>
                    <a:cubicBezTo>
                      <a:pt x="908" y="32"/>
                      <a:pt x="908" y="32"/>
                      <a:pt x="908" y="32"/>
                    </a:cubicBezTo>
                    <a:cubicBezTo>
                      <a:pt x="905" y="33"/>
                      <a:pt x="905" y="33"/>
                      <a:pt x="905" y="33"/>
                    </a:cubicBezTo>
                    <a:cubicBezTo>
                      <a:pt x="902" y="34"/>
                      <a:pt x="902" y="34"/>
                      <a:pt x="902" y="34"/>
                    </a:cubicBezTo>
                    <a:cubicBezTo>
                      <a:pt x="904" y="37"/>
                      <a:pt x="904" y="37"/>
                      <a:pt x="904" y="37"/>
                    </a:cubicBezTo>
                    <a:cubicBezTo>
                      <a:pt x="907" y="37"/>
                      <a:pt x="907" y="37"/>
                      <a:pt x="907" y="37"/>
                    </a:cubicBezTo>
                    <a:cubicBezTo>
                      <a:pt x="908" y="37"/>
                      <a:pt x="908" y="37"/>
                      <a:pt x="908" y="37"/>
                    </a:cubicBezTo>
                    <a:cubicBezTo>
                      <a:pt x="910" y="37"/>
                      <a:pt x="910" y="37"/>
                      <a:pt x="910" y="37"/>
                    </a:cubicBezTo>
                    <a:cubicBezTo>
                      <a:pt x="911" y="38"/>
                      <a:pt x="911" y="38"/>
                      <a:pt x="911" y="38"/>
                    </a:cubicBezTo>
                    <a:cubicBezTo>
                      <a:pt x="911" y="39"/>
                      <a:pt x="911" y="39"/>
                      <a:pt x="911" y="39"/>
                    </a:cubicBezTo>
                    <a:cubicBezTo>
                      <a:pt x="909" y="41"/>
                      <a:pt x="909" y="41"/>
                      <a:pt x="909" y="41"/>
                    </a:cubicBezTo>
                    <a:cubicBezTo>
                      <a:pt x="907" y="41"/>
                      <a:pt x="907" y="41"/>
                      <a:pt x="907" y="41"/>
                    </a:cubicBezTo>
                    <a:cubicBezTo>
                      <a:pt x="904" y="42"/>
                      <a:pt x="904" y="42"/>
                      <a:pt x="904" y="42"/>
                    </a:cubicBezTo>
                    <a:cubicBezTo>
                      <a:pt x="904" y="44"/>
                      <a:pt x="904" y="44"/>
                      <a:pt x="904" y="44"/>
                    </a:cubicBezTo>
                    <a:cubicBezTo>
                      <a:pt x="903" y="46"/>
                      <a:pt x="903" y="46"/>
                      <a:pt x="903" y="46"/>
                    </a:cubicBezTo>
                    <a:cubicBezTo>
                      <a:pt x="905" y="49"/>
                      <a:pt x="905" y="49"/>
                      <a:pt x="905" y="49"/>
                    </a:cubicBezTo>
                    <a:cubicBezTo>
                      <a:pt x="908" y="50"/>
                      <a:pt x="908" y="50"/>
                      <a:pt x="908" y="50"/>
                    </a:cubicBezTo>
                    <a:cubicBezTo>
                      <a:pt x="909" y="48"/>
                      <a:pt x="909" y="48"/>
                      <a:pt x="909" y="48"/>
                    </a:cubicBezTo>
                    <a:cubicBezTo>
                      <a:pt x="910" y="50"/>
                      <a:pt x="910" y="50"/>
                      <a:pt x="910" y="50"/>
                    </a:cubicBezTo>
                    <a:cubicBezTo>
                      <a:pt x="909" y="50"/>
                      <a:pt x="909" y="50"/>
                      <a:pt x="909" y="50"/>
                    </a:cubicBezTo>
                    <a:cubicBezTo>
                      <a:pt x="910" y="51"/>
                      <a:pt x="910" y="51"/>
                      <a:pt x="910" y="51"/>
                    </a:cubicBezTo>
                    <a:cubicBezTo>
                      <a:pt x="907" y="53"/>
                      <a:pt x="907" y="53"/>
                      <a:pt x="907" y="53"/>
                    </a:cubicBezTo>
                    <a:cubicBezTo>
                      <a:pt x="911" y="53"/>
                      <a:pt x="911" y="53"/>
                      <a:pt x="911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5"/>
                      <a:pt x="912" y="55"/>
                      <a:pt x="912" y="55"/>
                    </a:cubicBezTo>
                    <a:cubicBezTo>
                      <a:pt x="914" y="57"/>
                      <a:pt x="914" y="57"/>
                      <a:pt x="914" y="57"/>
                    </a:cubicBezTo>
                    <a:cubicBezTo>
                      <a:pt x="916" y="57"/>
                      <a:pt x="916" y="57"/>
                      <a:pt x="916" y="57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7" y="59"/>
                      <a:pt x="917" y="59"/>
                      <a:pt x="917" y="59"/>
                    </a:cubicBezTo>
                    <a:cubicBezTo>
                      <a:pt x="915" y="60"/>
                      <a:pt x="915" y="60"/>
                      <a:pt x="915" y="60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4" y="61"/>
                      <a:pt x="914" y="61"/>
                      <a:pt x="914" y="61"/>
                    </a:cubicBezTo>
                    <a:cubicBezTo>
                      <a:pt x="913" y="62"/>
                      <a:pt x="913" y="62"/>
                      <a:pt x="913" y="62"/>
                    </a:cubicBezTo>
                    <a:cubicBezTo>
                      <a:pt x="913" y="60"/>
                      <a:pt x="913" y="60"/>
                      <a:pt x="913" y="60"/>
                    </a:cubicBezTo>
                    <a:cubicBezTo>
                      <a:pt x="910" y="58"/>
                      <a:pt x="910" y="58"/>
                      <a:pt x="910" y="58"/>
                    </a:cubicBezTo>
                    <a:cubicBezTo>
                      <a:pt x="908" y="59"/>
                      <a:pt x="908" y="59"/>
                      <a:pt x="908" y="59"/>
                    </a:cubicBezTo>
                    <a:cubicBezTo>
                      <a:pt x="909" y="60"/>
                      <a:pt x="909" y="60"/>
                      <a:pt x="909" y="60"/>
                    </a:cubicBezTo>
                    <a:cubicBezTo>
                      <a:pt x="909" y="61"/>
                      <a:pt x="909" y="61"/>
                      <a:pt x="909" y="61"/>
                    </a:cubicBezTo>
                    <a:cubicBezTo>
                      <a:pt x="908" y="60"/>
                      <a:pt x="908" y="60"/>
                      <a:pt x="908" y="60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4" y="61"/>
                      <a:pt x="904" y="61"/>
                      <a:pt x="904" y="61"/>
                    </a:cubicBezTo>
                    <a:cubicBezTo>
                      <a:pt x="904" y="63"/>
                      <a:pt x="904" y="63"/>
                      <a:pt x="904" y="63"/>
                    </a:cubicBezTo>
                    <a:cubicBezTo>
                      <a:pt x="903" y="63"/>
                      <a:pt x="903" y="63"/>
                      <a:pt x="903" y="63"/>
                    </a:cubicBezTo>
                    <a:cubicBezTo>
                      <a:pt x="903" y="63"/>
                      <a:pt x="902" y="63"/>
                      <a:pt x="902" y="63"/>
                    </a:cubicBezTo>
                    <a:cubicBezTo>
                      <a:pt x="902" y="64"/>
                      <a:pt x="902" y="64"/>
                      <a:pt x="902" y="64"/>
                    </a:cubicBezTo>
                    <a:cubicBezTo>
                      <a:pt x="901" y="64"/>
                      <a:pt x="901" y="64"/>
                      <a:pt x="901" y="64"/>
                    </a:cubicBezTo>
                    <a:cubicBezTo>
                      <a:pt x="902" y="65"/>
                      <a:pt x="902" y="65"/>
                      <a:pt x="902" y="65"/>
                    </a:cubicBezTo>
                    <a:cubicBezTo>
                      <a:pt x="901" y="65"/>
                      <a:pt x="901" y="65"/>
                      <a:pt x="901" y="65"/>
                    </a:cubicBezTo>
                    <a:cubicBezTo>
                      <a:pt x="899" y="65"/>
                      <a:pt x="899" y="65"/>
                      <a:pt x="899" y="65"/>
                    </a:cubicBezTo>
                    <a:cubicBezTo>
                      <a:pt x="897" y="64"/>
                      <a:pt x="897" y="64"/>
                      <a:pt x="897" y="64"/>
                    </a:cubicBezTo>
                    <a:cubicBezTo>
                      <a:pt x="896" y="64"/>
                      <a:pt x="896" y="64"/>
                      <a:pt x="896" y="64"/>
                    </a:cubicBezTo>
                    <a:cubicBezTo>
                      <a:pt x="895" y="63"/>
                      <a:pt x="895" y="63"/>
                      <a:pt x="895" y="63"/>
                    </a:cubicBezTo>
                    <a:cubicBezTo>
                      <a:pt x="889" y="66"/>
                      <a:pt x="889" y="66"/>
                      <a:pt x="889" y="66"/>
                    </a:cubicBezTo>
                    <a:cubicBezTo>
                      <a:pt x="889" y="67"/>
                      <a:pt x="889" y="67"/>
                      <a:pt x="889" y="67"/>
                    </a:cubicBezTo>
                    <a:cubicBezTo>
                      <a:pt x="888" y="68"/>
                      <a:pt x="888" y="68"/>
                      <a:pt x="888" y="68"/>
                    </a:cubicBezTo>
                    <a:cubicBezTo>
                      <a:pt x="889" y="69"/>
                      <a:pt x="889" y="69"/>
                      <a:pt x="889" y="69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8" y="71"/>
                      <a:pt x="888" y="71"/>
                      <a:pt x="888" y="71"/>
                    </a:cubicBezTo>
                    <a:cubicBezTo>
                      <a:pt x="887" y="70"/>
                      <a:pt x="887" y="70"/>
                      <a:pt x="887" y="70"/>
                    </a:cubicBezTo>
                    <a:cubicBezTo>
                      <a:pt x="881" y="71"/>
                      <a:pt x="881" y="71"/>
                      <a:pt x="881" y="71"/>
                    </a:cubicBezTo>
                    <a:cubicBezTo>
                      <a:pt x="878" y="71"/>
                      <a:pt x="878" y="71"/>
                      <a:pt x="878" y="71"/>
                    </a:cubicBezTo>
                    <a:cubicBezTo>
                      <a:pt x="877" y="69"/>
                      <a:pt x="877" y="69"/>
                      <a:pt x="877" y="69"/>
                    </a:cubicBezTo>
                    <a:cubicBezTo>
                      <a:pt x="875" y="69"/>
                      <a:pt x="875" y="69"/>
                      <a:pt x="875" y="69"/>
                    </a:cubicBezTo>
                    <a:cubicBezTo>
                      <a:pt x="874" y="67"/>
                      <a:pt x="874" y="67"/>
                      <a:pt x="874" y="67"/>
                    </a:cubicBezTo>
                    <a:cubicBezTo>
                      <a:pt x="873" y="65"/>
                      <a:pt x="873" y="65"/>
                      <a:pt x="873" y="65"/>
                    </a:cubicBezTo>
                    <a:cubicBezTo>
                      <a:pt x="870" y="64"/>
                      <a:pt x="870" y="64"/>
                      <a:pt x="870" y="64"/>
                    </a:cubicBezTo>
                    <a:cubicBezTo>
                      <a:pt x="870" y="66"/>
                      <a:pt x="870" y="66"/>
                      <a:pt x="870" y="66"/>
                    </a:cubicBezTo>
                    <a:cubicBezTo>
                      <a:pt x="872" y="69"/>
                      <a:pt x="872" y="69"/>
                      <a:pt x="872" y="69"/>
                    </a:cubicBezTo>
                    <a:cubicBezTo>
                      <a:pt x="872" y="72"/>
                      <a:pt x="872" y="72"/>
                      <a:pt x="872" y="72"/>
                    </a:cubicBezTo>
                    <a:cubicBezTo>
                      <a:pt x="874" y="77"/>
                      <a:pt x="874" y="77"/>
                      <a:pt x="874" y="77"/>
                    </a:cubicBezTo>
                    <a:cubicBezTo>
                      <a:pt x="876" y="80"/>
                      <a:pt x="876" y="80"/>
                      <a:pt x="876" y="80"/>
                    </a:cubicBezTo>
                    <a:cubicBezTo>
                      <a:pt x="877" y="88"/>
                      <a:pt x="877" y="88"/>
                      <a:pt x="877" y="88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6" y="88"/>
                      <a:pt x="876" y="88"/>
                      <a:pt x="876" y="88"/>
                    </a:cubicBezTo>
                    <a:cubicBezTo>
                      <a:pt x="876" y="87"/>
                      <a:pt x="876" y="87"/>
                      <a:pt x="876" y="87"/>
                    </a:cubicBezTo>
                    <a:cubicBezTo>
                      <a:pt x="874" y="85"/>
                      <a:pt x="874" y="85"/>
                      <a:pt x="874" y="85"/>
                    </a:cubicBezTo>
                    <a:cubicBezTo>
                      <a:pt x="872" y="86"/>
                      <a:pt x="872" y="86"/>
                      <a:pt x="872" y="86"/>
                    </a:cubicBezTo>
                    <a:cubicBezTo>
                      <a:pt x="873" y="87"/>
                      <a:pt x="873" y="87"/>
                      <a:pt x="873" y="87"/>
                    </a:cubicBezTo>
                    <a:cubicBezTo>
                      <a:pt x="873" y="88"/>
                      <a:pt x="873" y="88"/>
                      <a:pt x="873" y="88"/>
                    </a:cubicBezTo>
                    <a:cubicBezTo>
                      <a:pt x="871" y="87"/>
                      <a:pt x="871" y="87"/>
                      <a:pt x="871" y="87"/>
                    </a:cubicBezTo>
                    <a:cubicBezTo>
                      <a:pt x="869" y="85"/>
                      <a:pt x="869" y="85"/>
                      <a:pt x="869" y="85"/>
                    </a:cubicBezTo>
                    <a:cubicBezTo>
                      <a:pt x="866" y="84"/>
                      <a:pt x="866" y="84"/>
                      <a:pt x="866" y="84"/>
                    </a:cubicBezTo>
                    <a:cubicBezTo>
                      <a:pt x="864" y="83"/>
                      <a:pt x="864" y="83"/>
                      <a:pt x="864" y="83"/>
                    </a:cubicBezTo>
                    <a:cubicBezTo>
                      <a:pt x="863" y="82"/>
                      <a:pt x="863" y="82"/>
                      <a:pt x="863" y="82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7" y="78"/>
                      <a:pt x="857" y="78"/>
                      <a:pt x="857" y="78"/>
                    </a:cubicBezTo>
                    <a:cubicBezTo>
                      <a:pt x="856" y="78"/>
                      <a:pt x="856" y="78"/>
                      <a:pt x="856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7" y="76"/>
                      <a:pt x="857" y="76"/>
                      <a:pt x="857" y="76"/>
                    </a:cubicBezTo>
                    <a:cubicBezTo>
                      <a:pt x="860" y="76"/>
                      <a:pt x="860" y="76"/>
                      <a:pt x="860" y="76"/>
                    </a:cubicBezTo>
                    <a:cubicBezTo>
                      <a:pt x="857" y="74"/>
                      <a:pt x="857" y="74"/>
                      <a:pt x="857" y="74"/>
                    </a:cubicBezTo>
                    <a:cubicBezTo>
                      <a:pt x="856" y="73"/>
                      <a:pt x="856" y="73"/>
                      <a:pt x="856" y="73"/>
                    </a:cubicBezTo>
                    <a:cubicBezTo>
                      <a:pt x="854" y="72"/>
                      <a:pt x="854" y="72"/>
                      <a:pt x="854" y="72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73"/>
                      <a:pt x="853" y="73"/>
                      <a:pt x="853" y="73"/>
                    </a:cubicBezTo>
                    <a:cubicBezTo>
                      <a:pt x="854" y="75"/>
                      <a:pt x="854" y="75"/>
                      <a:pt x="854" y="75"/>
                    </a:cubicBezTo>
                    <a:cubicBezTo>
                      <a:pt x="854" y="76"/>
                      <a:pt x="854" y="76"/>
                      <a:pt x="854" y="76"/>
                    </a:cubicBezTo>
                    <a:cubicBezTo>
                      <a:pt x="853" y="76"/>
                      <a:pt x="853" y="76"/>
                      <a:pt x="853" y="76"/>
                    </a:cubicBezTo>
                    <a:cubicBezTo>
                      <a:pt x="851" y="76"/>
                      <a:pt x="851" y="76"/>
                      <a:pt x="851" y="76"/>
                    </a:cubicBezTo>
                    <a:cubicBezTo>
                      <a:pt x="848" y="74"/>
                      <a:pt x="848" y="74"/>
                      <a:pt x="848" y="74"/>
                    </a:cubicBezTo>
                    <a:cubicBezTo>
                      <a:pt x="848" y="73"/>
                      <a:pt x="848" y="73"/>
                      <a:pt x="848" y="73"/>
                    </a:cubicBezTo>
                    <a:cubicBezTo>
                      <a:pt x="845" y="72"/>
                      <a:pt x="845" y="72"/>
                      <a:pt x="845" y="72"/>
                    </a:cubicBezTo>
                    <a:cubicBezTo>
                      <a:pt x="844" y="71"/>
                      <a:pt x="844" y="71"/>
                      <a:pt x="844" y="71"/>
                    </a:cubicBezTo>
                    <a:cubicBezTo>
                      <a:pt x="846" y="71"/>
                      <a:pt x="846" y="71"/>
                      <a:pt x="846" y="71"/>
                    </a:cubicBezTo>
                    <a:cubicBezTo>
                      <a:pt x="848" y="72"/>
                      <a:pt x="848" y="72"/>
                      <a:pt x="848" y="72"/>
                    </a:cubicBezTo>
                    <a:cubicBezTo>
                      <a:pt x="850" y="73"/>
                      <a:pt x="850" y="73"/>
                      <a:pt x="850" y="73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69"/>
                      <a:pt x="853" y="69"/>
                      <a:pt x="853" y="69"/>
                    </a:cubicBezTo>
                    <a:cubicBezTo>
                      <a:pt x="853" y="67"/>
                      <a:pt x="853" y="67"/>
                      <a:pt x="853" y="67"/>
                    </a:cubicBezTo>
                    <a:cubicBezTo>
                      <a:pt x="852" y="68"/>
                      <a:pt x="852" y="68"/>
                      <a:pt x="852" y="68"/>
                    </a:cubicBezTo>
                    <a:cubicBezTo>
                      <a:pt x="852" y="67"/>
                      <a:pt x="852" y="67"/>
                      <a:pt x="852" y="67"/>
                    </a:cubicBezTo>
                    <a:cubicBezTo>
                      <a:pt x="851" y="67"/>
                      <a:pt x="851" y="67"/>
                      <a:pt x="851" y="67"/>
                    </a:cubicBezTo>
                    <a:cubicBezTo>
                      <a:pt x="851" y="66"/>
                      <a:pt x="851" y="66"/>
                      <a:pt x="851" y="66"/>
                    </a:cubicBezTo>
                    <a:cubicBezTo>
                      <a:pt x="849" y="63"/>
                      <a:pt x="849" y="63"/>
                      <a:pt x="849" y="63"/>
                    </a:cubicBezTo>
                    <a:cubicBezTo>
                      <a:pt x="848" y="64"/>
                      <a:pt x="848" y="64"/>
                      <a:pt x="848" y="64"/>
                    </a:cubicBezTo>
                    <a:cubicBezTo>
                      <a:pt x="848" y="63"/>
                      <a:pt x="848" y="63"/>
                      <a:pt x="848" y="63"/>
                    </a:cubicBezTo>
                    <a:cubicBezTo>
                      <a:pt x="846" y="62"/>
                      <a:pt x="846" y="62"/>
                      <a:pt x="846" y="62"/>
                    </a:cubicBezTo>
                    <a:cubicBezTo>
                      <a:pt x="845" y="63"/>
                      <a:pt x="845" y="63"/>
                      <a:pt x="845" y="63"/>
                    </a:cubicBezTo>
                    <a:cubicBezTo>
                      <a:pt x="844" y="64"/>
                      <a:pt x="844" y="64"/>
                      <a:pt x="844" y="64"/>
                    </a:cubicBezTo>
                    <a:cubicBezTo>
                      <a:pt x="843" y="63"/>
                      <a:pt x="843" y="63"/>
                      <a:pt x="843" y="63"/>
                    </a:cubicBezTo>
                    <a:cubicBezTo>
                      <a:pt x="843" y="62"/>
                      <a:pt x="843" y="62"/>
                      <a:pt x="843" y="62"/>
                    </a:cubicBezTo>
                    <a:cubicBezTo>
                      <a:pt x="846" y="60"/>
                      <a:pt x="846" y="60"/>
                      <a:pt x="846" y="60"/>
                    </a:cubicBezTo>
                    <a:cubicBezTo>
                      <a:pt x="845" y="58"/>
                      <a:pt x="845" y="58"/>
                      <a:pt x="845" y="58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5"/>
                      <a:pt x="842" y="55"/>
                      <a:pt x="842" y="55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41" y="56"/>
                      <a:pt x="841" y="56"/>
                      <a:pt x="841" y="56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39" y="55"/>
                      <a:pt x="839" y="55"/>
                      <a:pt x="839" y="55"/>
                    </a:cubicBezTo>
                    <a:cubicBezTo>
                      <a:pt x="839" y="54"/>
                      <a:pt x="839" y="54"/>
                      <a:pt x="839" y="54"/>
                    </a:cubicBezTo>
                    <a:cubicBezTo>
                      <a:pt x="838" y="54"/>
                      <a:pt x="838" y="54"/>
                      <a:pt x="838" y="54"/>
                    </a:cubicBezTo>
                    <a:cubicBezTo>
                      <a:pt x="839" y="52"/>
                      <a:pt x="839" y="52"/>
                      <a:pt x="839" y="52"/>
                    </a:cubicBezTo>
                    <a:cubicBezTo>
                      <a:pt x="837" y="50"/>
                      <a:pt x="837" y="50"/>
                      <a:pt x="837" y="50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6" y="52"/>
                      <a:pt x="836" y="52"/>
                      <a:pt x="836" y="52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4" y="49"/>
                      <a:pt x="834" y="49"/>
                      <a:pt x="834" y="49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1" y="48"/>
                      <a:pt x="831" y="48"/>
                      <a:pt x="831" y="48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6" y="47"/>
                      <a:pt x="826" y="47"/>
                      <a:pt x="826" y="47"/>
                    </a:cubicBezTo>
                    <a:cubicBezTo>
                      <a:pt x="825" y="48"/>
                      <a:pt x="825" y="48"/>
                      <a:pt x="825" y="48"/>
                    </a:cubicBezTo>
                    <a:cubicBezTo>
                      <a:pt x="825" y="47"/>
                      <a:pt x="825" y="47"/>
                      <a:pt x="825" y="47"/>
                    </a:cubicBezTo>
                    <a:cubicBezTo>
                      <a:pt x="822" y="48"/>
                      <a:pt x="822" y="48"/>
                      <a:pt x="822" y="48"/>
                    </a:cubicBezTo>
                    <a:cubicBezTo>
                      <a:pt x="821" y="48"/>
                      <a:pt x="821" y="48"/>
                      <a:pt x="821" y="48"/>
                    </a:cubicBezTo>
                    <a:cubicBezTo>
                      <a:pt x="820" y="49"/>
                      <a:pt x="820" y="49"/>
                      <a:pt x="820" y="49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0" y="51"/>
                      <a:pt x="820" y="51"/>
                      <a:pt x="820" y="51"/>
                    </a:cubicBezTo>
                    <a:cubicBezTo>
                      <a:pt x="820" y="52"/>
                      <a:pt x="820" y="52"/>
                      <a:pt x="820" y="52"/>
                    </a:cubicBezTo>
                    <a:cubicBezTo>
                      <a:pt x="818" y="52"/>
                      <a:pt x="818" y="52"/>
                      <a:pt x="818" y="52"/>
                    </a:cubicBezTo>
                    <a:cubicBezTo>
                      <a:pt x="819" y="51"/>
                      <a:pt x="819" y="51"/>
                      <a:pt x="819" y="51"/>
                    </a:cubicBezTo>
                    <a:cubicBezTo>
                      <a:pt x="820" y="50"/>
                      <a:pt x="820" y="50"/>
                      <a:pt x="820" y="50"/>
                    </a:cubicBezTo>
                    <a:cubicBezTo>
                      <a:pt x="819" y="48"/>
                      <a:pt x="819" y="48"/>
                      <a:pt x="819" y="48"/>
                    </a:cubicBezTo>
                    <a:cubicBezTo>
                      <a:pt x="816" y="48"/>
                      <a:pt x="816" y="48"/>
                      <a:pt x="816" y="48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6" y="50"/>
                      <a:pt x="816" y="50"/>
                      <a:pt x="816" y="50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4" y="48"/>
                      <a:pt x="814" y="48"/>
                      <a:pt x="814" y="48"/>
                    </a:cubicBezTo>
                    <a:cubicBezTo>
                      <a:pt x="813" y="46"/>
                      <a:pt x="813" y="46"/>
                      <a:pt x="813" y="46"/>
                    </a:cubicBezTo>
                    <a:cubicBezTo>
                      <a:pt x="812" y="48"/>
                      <a:pt x="812" y="48"/>
                      <a:pt x="812" y="48"/>
                    </a:cubicBezTo>
                    <a:cubicBezTo>
                      <a:pt x="811" y="48"/>
                      <a:pt x="811" y="48"/>
                      <a:pt x="811" y="48"/>
                    </a:cubicBezTo>
                    <a:cubicBezTo>
                      <a:pt x="809" y="48"/>
                      <a:pt x="809" y="48"/>
                      <a:pt x="809" y="48"/>
                    </a:cubicBezTo>
                    <a:cubicBezTo>
                      <a:pt x="808" y="46"/>
                      <a:pt x="808" y="46"/>
                      <a:pt x="808" y="46"/>
                    </a:cubicBezTo>
                    <a:cubicBezTo>
                      <a:pt x="808" y="49"/>
                      <a:pt x="808" y="49"/>
                      <a:pt x="808" y="49"/>
                    </a:cubicBezTo>
                    <a:cubicBezTo>
                      <a:pt x="807" y="49"/>
                      <a:pt x="807" y="49"/>
                      <a:pt x="807" y="49"/>
                    </a:cubicBezTo>
                    <a:cubicBezTo>
                      <a:pt x="806" y="48"/>
                      <a:pt x="806" y="48"/>
                      <a:pt x="806" y="48"/>
                    </a:cubicBezTo>
                    <a:cubicBezTo>
                      <a:pt x="805" y="48"/>
                      <a:pt x="805" y="48"/>
                      <a:pt x="805" y="48"/>
                    </a:cubicBezTo>
                    <a:cubicBezTo>
                      <a:pt x="805" y="47"/>
                      <a:pt x="805" y="47"/>
                      <a:pt x="805" y="47"/>
                    </a:cubicBezTo>
                    <a:cubicBezTo>
                      <a:pt x="806" y="45"/>
                      <a:pt x="806" y="45"/>
                      <a:pt x="806" y="45"/>
                    </a:cubicBezTo>
                    <a:cubicBezTo>
                      <a:pt x="806" y="43"/>
                      <a:pt x="806" y="43"/>
                      <a:pt x="806" y="43"/>
                    </a:cubicBezTo>
                    <a:cubicBezTo>
                      <a:pt x="803" y="44"/>
                      <a:pt x="803" y="44"/>
                      <a:pt x="803" y="44"/>
                    </a:cubicBezTo>
                    <a:cubicBezTo>
                      <a:pt x="802" y="45"/>
                      <a:pt x="802" y="45"/>
                      <a:pt x="802" y="45"/>
                    </a:cubicBezTo>
                    <a:cubicBezTo>
                      <a:pt x="802" y="47"/>
                      <a:pt x="802" y="47"/>
                      <a:pt x="802" y="47"/>
                    </a:cubicBezTo>
                    <a:cubicBezTo>
                      <a:pt x="803" y="47"/>
                      <a:pt x="803" y="47"/>
                      <a:pt x="803" y="47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49"/>
                      <a:pt x="803" y="49"/>
                      <a:pt x="803" y="49"/>
                    </a:cubicBezTo>
                    <a:cubicBezTo>
                      <a:pt x="801" y="52"/>
                      <a:pt x="801" y="52"/>
                      <a:pt x="801" y="52"/>
                    </a:cubicBezTo>
                    <a:cubicBezTo>
                      <a:pt x="801" y="54"/>
                      <a:pt x="801" y="54"/>
                      <a:pt x="801" y="54"/>
                    </a:cubicBezTo>
                    <a:cubicBezTo>
                      <a:pt x="802" y="55"/>
                      <a:pt x="802" y="55"/>
                      <a:pt x="802" y="55"/>
                    </a:cubicBezTo>
                    <a:cubicBezTo>
                      <a:pt x="803" y="56"/>
                      <a:pt x="803" y="56"/>
                      <a:pt x="803" y="56"/>
                    </a:cubicBezTo>
                    <a:cubicBezTo>
                      <a:pt x="804" y="57"/>
                      <a:pt x="804" y="57"/>
                      <a:pt x="804" y="57"/>
                    </a:cubicBezTo>
                    <a:cubicBezTo>
                      <a:pt x="804" y="59"/>
                      <a:pt x="804" y="59"/>
                      <a:pt x="804" y="59"/>
                    </a:cubicBezTo>
                    <a:cubicBezTo>
                      <a:pt x="806" y="59"/>
                      <a:pt x="806" y="59"/>
                      <a:pt x="806" y="59"/>
                    </a:cubicBezTo>
                    <a:cubicBezTo>
                      <a:pt x="806" y="60"/>
                      <a:pt x="806" y="60"/>
                      <a:pt x="806" y="60"/>
                    </a:cubicBezTo>
                    <a:cubicBezTo>
                      <a:pt x="806" y="61"/>
                      <a:pt x="806" y="61"/>
                      <a:pt x="806" y="61"/>
                    </a:cubicBezTo>
                    <a:cubicBezTo>
                      <a:pt x="807" y="63"/>
                      <a:pt x="807" y="63"/>
                      <a:pt x="807" y="63"/>
                    </a:cubicBezTo>
                    <a:cubicBezTo>
                      <a:pt x="808" y="63"/>
                      <a:pt x="808" y="63"/>
                      <a:pt x="808" y="63"/>
                    </a:cubicBezTo>
                    <a:cubicBezTo>
                      <a:pt x="807" y="64"/>
                      <a:pt x="807" y="64"/>
                      <a:pt x="807" y="64"/>
                    </a:cubicBezTo>
                    <a:cubicBezTo>
                      <a:pt x="806" y="63"/>
                      <a:pt x="806" y="63"/>
                      <a:pt x="806" y="63"/>
                    </a:cubicBezTo>
                    <a:cubicBezTo>
                      <a:pt x="804" y="63"/>
                      <a:pt x="804" y="63"/>
                      <a:pt x="804" y="63"/>
                    </a:cubicBezTo>
                    <a:cubicBezTo>
                      <a:pt x="803" y="63"/>
                      <a:pt x="803" y="63"/>
                      <a:pt x="803" y="63"/>
                    </a:cubicBezTo>
                    <a:cubicBezTo>
                      <a:pt x="800" y="64"/>
                      <a:pt x="800" y="64"/>
                      <a:pt x="800" y="64"/>
                    </a:cubicBezTo>
                    <a:cubicBezTo>
                      <a:pt x="801" y="65"/>
                      <a:pt x="801" y="65"/>
                      <a:pt x="801" y="65"/>
                    </a:cubicBezTo>
                    <a:cubicBezTo>
                      <a:pt x="801" y="66"/>
                      <a:pt x="801" y="66"/>
                      <a:pt x="801" y="66"/>
                    </a:cubicBezTo>
                    <a:cubicBezTo>
                      <a:pt x="800" y="66"/>
                      <a:pt x="800" y="66"/>
                      <a:pt x="800" y="66"/>
                    </a:cubicBezTo>
                    <a:cubicBezTo>
                      <a:pt x="798" y="65"/>
                      <a:pt x="798" y="65"/>
                      <a:pt x="798" y="65"/>
                    </a:cubicBezTo>
                    <a:cubicBezTo>
                      <a:pt x="795" y="67"/>
                      <a:pt x="795" y="67"/>
                      <a:pt x="795" y="67"/>
                    </a:cubicBezTo>
                    <a:cubicBezTo>
                      <a:pt x="791" y="68"/>
                      <a:pt x="791" y="68"/>
                      <a:pt x="791" y="68"/>
                    </a:cubicBezTo>
                    <a:cubicBezTo>
                      <a:pt x="789" y="68"/>
                      <a:pt x="789" y="68"/>
                      <a:pt x="789" y="68"/>
                    </a:cubicBezTo>
                    <a:cubicBezTo>
                      <a:pt x="789" y="66"/>
                      <a:pt x="789" y="66"/>
                      <a:pt x="789" y="66"/>
                    </a:cubicBezTo>
                    <a:cubicBezTo>
                      <a:pt x="788" y="65"/>
                      <a:pt x="788" y="65"/>
                      <a:pt x="788" y="65"/>
                    </a:cubicBezTo>
                    <a:cubicBezTo>
                      <a:pt x="787" y="64"/>
                      <a:pt x="787" y="64"/>
                      <a:pt x="787" y="64"/>
                    </a:cubicBezTo>
                    <a:cubicBezTo>
                      <a:pt x="785" y="64"/>
                      <a:pt x="785" y="64"/>
                      <a:pt x="785" y="64"/>
                    </a:cubicBezTo>
                    <a:cubicBezTo>
                      <a:pt x="784" y="65"/>
                      <a:pt x="784" y="65"/>
                      <a:pt x="784" y="65"/>
                    </a:cubicBezTo>
                    <a:cubicBezTo>
                      <a:pt x="784" y="66"/>
                      <a:pt x="784" y="66"/>
                      <a:pt x="784" y="66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78" y="67"/>
                      <a:pt x="778" y="67"/>
                      <a:pt x="778" y="67"/>
                    </a:cubicBezTo>
                    <a:cubicBezTo>
                      <a:pt x="777" y="66"/>
                      <a:pt x="777" y="66"/>
                      <a:pt x="777" y="66"/>
                    </a:cubicBezTo>
                    <a:cubicBezTo>
                      <a:pt x="776" y="63"/>
                      <a:pt x="776" y="63"/>
                      <a:pt x="776" y="63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0"/>
                      <a:pt x="777" y="60"/>
                      <a:pt x="777" y="60"/>
                    </a:cubicBezTo>
                    <a:cubicBezTo>
                      <a:pt x="775" y="59"/>
                      <a:pt x="775" y="59"/>
                      <a:pt x="775" y="59"/>
                    </a:cubicBezTo>
                    <a:cubicBezTo>
                      <a:pt x="772" y="59"/>
                      <a:pt x="772" y="59"/>
                      <a:pt x="772" y="59"/>
                    </a:cubicBezTo>
                    <a:cubicBezTo>
                      <a:pt x="768" y="61"/>
                      <a:pt x="768" y="61"/>
                      <a:pt x="768" y="61"/>
                    </a:cubicBezTo>
                    <a:cubicBezTo>
                      <a:pt x="762" y="61"/>
                      <a:pt x="762" y="61"/>
                      <a:pt x="762" y="61"/>
                    </a:cubicBezTo>
                    <a:cubicBezTo>
                      <a:pt x="757" y="62"/>
                      <a:pt x="757" y="62"/>
                      <a:pt x="757" y="62"/>
                    </a:cubicBezTo>
                    <a:cubicBezTo>
                      <a:pt x="754" y="63"/>
                      <a:pt x="754" y="63"/>
                      <a:pt x="754" y="63"/>
                    </a:cubicBezTo>
                    <a:cubicBezTo>
                      <a:pt x="753" y="64"/>
                      <a:pt x="753" y="64"/>
                      <a:pt x="753" y="64"/>
                    </a:cubicBezTo>
                    <a:cubicBezTo>
                      <a:pt x="752" y="64"/>
                      <a:pt x="752" y="64"/>
                      <a:pt x="752" y="64"/>
                    </a:cubicBezTo>
                    <a:cubicBezTo>
                      <a:pt x="751" y="65"/>
                      <a:pt x="751" y="65"/>
                      <a:pt x="751" y="65"/>
                    </a:cubicBezTo>
                    <a:cubicBezTo>
                      <a:pt x="750" y="66"/>
                      <a:pt x="750" y="66"/>
                      <a:pt x="750" y="66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8" y="69"/>
                      <a:pt x="748" y="69"/>
                      <a:pt x="748" y="69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6"/>
                      <a:pt x="747" y="66"/>
                      <a:pt x="747" y="66"/>
                    </a:cubicBezTo>
                    <a:cubicBezTo>
                      <a:pt x="745" y="65"/>
                      <a:pt x="745" y="65"/>
                      <a:pt x="745" y="65"/>
                    </a:cubicBezTo>
                    <a:cubicBezTo>
                      <a:pt x="744" y="65"/>
                      <a:pt x="744" y="65"/>
                      <a:pt x="744" y="65"/>
                    </a:cubicBezTo>
                    <a:cubicBezTo>
                      <a:pt x="741" y="62"/>
                      <a:pt x="741" y="62"/>
                      <a:pt x="741" y="62"/>
                    </a:cubicBezTo>
                    <a:cubicBezTo>
                      <a:pt x="740" y="62"/>
                      <a:pt x="740" y="62"/>
                      <a:pt x="740" y="62"/>
                    </a:cubicBezTo>
                    <a:cubicBezTo>
                      <a:pt x="740" y="63"/>
                      <a:pt x="740" y="63"/>
                      <a:pt x="740" y="63"/>
                    </a:cubicBezTo>
                    <a:cubicBezTo>
                      <a:pt x="742" y="66"/>
                      <a:pt x="742" y="66"/>
                      <a:pt x="742" y="66"/>
                    </a:cubicBezTo>
                    <a:cubicBezTo>
                      <a:pt x="742" y="67"/>
                      <a:pt x="742" y="67"/>
                      <a:pt x="742" y="67"/>
                    </a:cubicBezTo>
                    <a:cubicBezTo>
                      <a:pt x="741" y="68"/>
                      <a:pt x="741" y="68"/>
                      <a:pt x="741" y="68"/>
                    </a:cubicBezTo>
                    <a:cubicBezTo>
                      <a:pt x="739" y="68"/>
                      <a:pt x="739" y="68"/>
                      <a:pt x="739" y="68"/>
                    </a:cubicBezTo>
                    <a:cubicBezTo>
                      <a:pt x="738" y="69"/>
                      <a:pt x="738" y="69"/>
                      <a:pt x="738" y="69"/>
                    </a:cubicBezTo>
                    <a:cubicBezTo>
                      <a:pt x="736" y="69"/>
                      <a:pt x="736" y="69"/>
                      <a:pt x="736" y="69"/>
                    </a:cubicBezTo>
                    <a:cubicBezTo>
                      <a:pt x="732" y="66"/>
                      <a:pt x="732" y="66"/>
                      <a:pt x="732" y="66"/>
                    </a:cubicBezTo>
                    <a:cubicBezTo>
                      <a:pt x="732" y="65"/>
                      <a:pt x="732" y="65"/>
                      <a:pt x="732" y="65"/>
                    </a:cubicBezTo>
                    <a:cubicBezTo>
                      <a:pt x="733" y="64"/>
                      <a:pt x="733" y="64"/>
                      <a:pt x="733" y="64"/>
                    </a:cubicBezTo>
                    <a:cubicBezTo>
                      <a:pt x="733" y="62"/>
                      <a:pt x="733" y="62"/>
                      <a:pt x="733" y="62"/>
                    </a:cubicBezTo>
                    <a:cubicBezTo>
                      <a:pt x="730" y="63"/>
                      <a:pt x="730" y="63"/>
                      <a:pt x="730" y="63"/>
                    </a:cubicBezTo>
                    <a:cubicBezTo>
                      <a:pt x="730" y="65"/>
                      <a:pt x="730" y="65"/>
                      <a:pt x="730" y="65"/>
                    </a:cubicBezTo>
                    <a:cubicBezTo>
                      <a:pt x="729" y="66"/>
                      <a:pt x="729" y="66"/>
                      <a:pt x="729" y="66"/>
                    </a:cubicBezTo>
                    <a:cubicBezTo>
                      <a:pt x="727" y="64"/>
                      <a:pt x="727" y="64"/>
                      <a:pt x="727" y="64"/>
                    </a:cubicBezTo>
                    <a:cubicBezTo>
                      <a:pt x="724" y="64"/>
                      <a:pt x="724" y="64"/>
                      <a:pt x="724" y="64"/>
                    </a:cubicBezTo>
                    <a:cubicBezTo>
                      <a:pt x="723" y="66"/>
                      <a:pt x="723" y="66"/>
                      <a:pt x="723" y="66"/>
                    </a:cubicBezTo>
                    <a:cubicBezTo>
                      <a:pt x="723" y="68"/>
                      <a:pt x="723" y="68"/>
                      <a:pt x="723" y="68"/>
                    </a:cubicBezTo>
                    <a:cubicBezTo>
                      <a:pt x="722" y="70"/>
                      <a:pt x="722" y="70"/>
                      <a:pt x="722" y="70"/>
                    </a:cubicBezTo>
                    <a:cubicBezTo>
                      <a:pt x="723" y="72"/>
                      <a:pt x="723" y="72"/>
                      <a:pt x="723" y="72"/>
                    </a:cubicBezTo>
                    <a:cubicBezTo>
                      <a:pt x="725" y="73"/>
                      <a:pt x="725" y="73"/>
                      <a:pt x="725" y="73"/>
                    </a:cubicBezTo>
                    <a:cubicBezTo>
                      <a:pt x="728" y="72"/>
                      <a:pt x="728" y="72"/>
                      <a:pt x="728" y="72"/>
                    </a:cubicBezTo>
                    <a:cubicBezTo>
                      <a:pt x="728" y="71"/>
                      <a:pt x="728" y="71"/>
                      <a:pt x="728" y="71"/>
                    </a:cubicBezTo>
                    <a:cubicBezTo>
                      <a:pt x="730" y="69"/>
                      <a:pt x="730" y="69"/>
                      <a:pt x="730" y="69"/>
                    </a:cubicBezTo>
                    <a:cubicBezTo>
                      <a:pt x="730" y="70"/>
                      <a:pt x="730" y="70"/>
                      <a:pt x="730" y="70"/>
                    </a:cubicBezTo>
                    <a:cubicBezTo>
                      <a:pt x="730" y="71"/>
                      <a:pt x="730" y="71"/>
                      <a:pt x="730" y="71"/>
                    </a:cubicBezTo>
                    <a:cubicBezTo>
                      <a:pt x="727" y="73"/>
                      <a:pt x="727" y="73"/>
                      <a:pt x="727" y="73"/>
                    </a:cubicBezTo>
                    <a:cubicBezTo>
                      <a:pt x="728" y="75"/>
                      <a:pt x="728" y="75"/>
                      <a:pt x="728" y="75"/>
                    </a:cubicBezTo>
                    <a:cubicBezTo>
                      <a:pt x="727" y="76"/>
                      <a:pt x="727" y="76"/>
                      <a:pt x="727" y="76"/>
                    </a:cubicBezTo>
                    <a:cubicBezTo>
                      <a:pt x="726" y="76"/>
                      <a:pt x="726" y="76"/>
                      <a:pt x="726" y="76"/>
                    </a:cubicBezTo>
                    <a:cubicBezTo>
                      <a:pt x="724" y="75"/>
                      <a:pt x="724" y="75"/>
                      <a:pt x="724" y="75"/>
                    </a:cubicBezTo>
                    <a:cubicBezTo>
                      <a:pt x="724" y="76"/>
                      <a:pt x="724" y="76"/>
                      <a:pt x="724" y="76"/>
                    </a:cubicBezTo>
                    <a:cubicBezTo>
                      <a:pt x="724" y="78"/>
                      <a:pt x="724" y="78"/>
                      <a:pt x="724" y="78"/>
                    </a:cubicBezTo>
                    <a:cubicBezTo>
                      <a:pt x="724" y="79"/>
                      <a:pt x="724" y="79"/>
                      <a:pt x="724" y="79"/>
                    </a:cubicBezTo>
                    <a:cubicBezTo>
                      <a:pt x="721" y="81"/>
                      <a:pt x="721" y="81"/>
                      <a:pt x="721" y="81"/>
                    </a:cubicBezTo>
                    <a:cubicBezTo>
                      <a:pt x="722" y="82"/>
                      <a:pt x="722" y="82"/>
                      <a:pt x="722" y="82"/>
                    </a:cubicBezTo>
                    <a:cubicBezTo>
                      <a:pt x="722" y="83"/>
                      <a:pt x="722" y="83"/>
                      <a:pt x="722" y="83"/>
                    </a:cubicBezTo>
                    <a:cubicBezTo>
                      <a:pt x="721" y="83"/>
                      <a:pt x="721" y="83"/>
                      <a:pt x="721" y="83"/>
                    </a:cubicBezTo>
                    <a:cubicBezTo>
                      <a:pt x="718" y="84"/>
                      <a:pt x="718" y="84"/>
                      <a:pt x="718" y="84"/>
                    </a:cubicBezTo>
                    <a:cubicBezTo>
                      <a:pt x="716" y="85"/>
                      <a:pt x="716" y="85"/>
                      <a:pt x="716" y="85"/>
                    </a:cubicBezTo>
                    <a:cubicBezTo>
                      <a:pt x="713" y="85"/>
                      <a:pt x="713" y="85"/>
                      <a:pt x="713" y="85"/>
                    </a:cubicBezTo>
                    <a:cubicBezTo>
                      <a:pt x="712" y="87"/>
                      <a:pt x="712" y="87"/>
                      <a:pt x="712" y="87"/>
                    </a:cubicBezTo>
                    <a:cubicBezTo>
                      <a:pt x="712" y="85"/>
                      <a:pt x="712" y="85"/>
                      <a:pt x="712" y="85"/>
                    </a:cubicBezTo>
                    <a:cubicBezTo>
                      <a:pt x="712" y="84"/>
                      <a:pt x="712" y="84"/>
                      <a:pt x="712" y="84"/>
                    </a:cubicBezTo>
                    <a:cubicBezTo>
                      <a:pt x="714" y="83"/>
                      <a:pt x="714" y="83"/>
                      <a:pt x="714" y="83"/>
                    </a:cubicBezTo>
                    <a:cubicBezTo>
                      <a:pt x="714" y="81"/>
                      <a:pt x="714" y="81"/>
                      <a:pt x="714" y="81"/>
                    </a:cubicBezTo>
                    <a:cubicBezTo>
                      <a:pt x="713" y="78"/>
                      <a:pt x="713" y="78"/>
                      <a:pt x="713" y="78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7" y="76"/>
                      <a:pt x="717" y="76"/>
                      <a:pt x="717" y="76"/>
                    </a:cubicBezTo>
                    <a:cubicBezTo>
                      <a:pt x="718" y="73"/>
                      <a:pt x="718" y="73"/>
                      <a:pt x="718" y="73"/>
                    </a:cubicBezTo>
                    <a:cubicBezTo>
                      <a:pt x="718" y="71"/>
                      <a:pt x="718" y="71"/>
                      <a:pt x="718" y="71"/>
                    </a:cubicBezTo>
                    <a:cubicBezTo>
                      <a:pt x="717" y="70"/>
                      <a:pt x="717" y="70"/>
                      <a:pt x="717" y="70"/>
                    </a:cubicBezTo>
                    <a:cubicBezTo>
                      <a:pt x="718" y="67"/>
                      <a:pt x="718" y="67"/>
                      <a:pt x="718" y="67"/>
                    </a:cubicBezTo>
                    <a:cubicBezTo>
                      <a:pt x="719" y="65"/>
                      <a:pt x="719" y="65"/>
                      <a:pt x="719" y="65"/>
                    </a:cubicBezTo>
                    <a:cubicBezTo>
                      <a:pt x="721" y="63"/>
                      <a:pt x="721" y="63"/>
                      <a:pt x="721" y="63"/>
                    </a:cubicBezTo>
                    <a:cubicBezTo>
                      <a:pt x="720" y="60"/>
                      <a:pt x="720" y="60"/>
                      <a:pt x="720" y="60"/>
                    </a:cubicBezTo>
                    <a:cubicBezTo>
                      <a:pt x="719" y="60"/>
                      <a:pt x="719" y="60"/>
                      <a:pt x="719" y="60"/>
                    </a:cubicBezTo>
                    <a:cubicBezTo>
                      <a:pt x="720" y="59"/>
                      <a:pt x="720" y="59"/>
                      <a:pt x="720" y="59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6"/>
                      <a:pt x="721" y="56"/>
                      <a:pt x="721" y="56"/>
                    </a:cubicBezTo>
                    <a:cubicBezTo>
                      <a:pt x="723" y="53"/>
                      <a:pt x="723" y="53"/>
                      <a:pt x="723" y="53"/>
                    </a:cubicBezTo>
                    <a:cubicBezTo>
                      <a:pt x="722" y="53"/>
                      <a:pt x="722" y="53"/>
                      <a:pt x="722" y="53"/>
                    </a:cubicBezTo>
                    <a:cubicBezTo>
                      <a:pt x="723" y="52"/>
                      <a:pt x="723" y="52"/>
                      <a:pt x="723" y="52"/>
                    </a:cubicBezTo>
                    <a:cubicBezTo>
                      <a:pt x="725" y="51"/>
                      <a:pt x="725" y="51"/>
                      <a:pt x="725" y="51"/>
                    </a:cubicBezTo>
                    <a:cubicBezTo>
                      <a:pt x="725" y="49"/>
                      <a:pt x="725" y="49"/>
                      <a:pt x="725" y="49"/>
                    </a:cubicBezTo>
                    <a:cubicBezTo>
                      <a:pt x="724" y="48"/>
                      <a:pt x="724" y="48"/>
                      <a:pt x="724" y="48"/>
                    </a:cubicBezTo>
                    <a:cubicBezTo>
                      <a:pt x="723" y="48"/>
                      <a:pt x="723" y="48"/>
                      <a:pt x="723" y="48"/>
                    </a:cubicBezTo>
                    <a:cubicBezTo>
                      <a:pt x="725" y="46"/>
                      <a:pt x="725" y="46"/>
                      <a:pt x="725" y="46"/>
                    </a:cubicBezTo>
                    <a:cubicBezTo>
                      <a:pt x="724" y="44"/>
                      <a:pt x="724" y="44"/>
                      <a:pt x="724" y="44"/>
                    </a:cubicBezTo>
                    <a:cubicBezTo>
                      <a:pt x="725" y="44"/>
                      <a:pt x="725" y="44"/>
                      <a:pt x="725" y="44"/>
                    </a:cubicBezTo>
                    <a:cubicBezTo>
                      <a:pt x="725" y="43"/>
                      <a:pt x="725" y="43"/>
                      <a:pt x="725" y="43"/>
                    </a:cubicBezTo>
                    <a:cubicBezTo>
                      <a:pt x="726" y="41"/>
                      <a:pt x="726" y="41"/>
                      <a:pt x="726" y="41"/>
                    </a:cubicBezTo>
                    <a:cubicBezTo>
                      <a:pt x="727" y="38"/>
                      <a:pt x="727" y="38"/>
                      <a:pt x="727" y="38"/>
                    </a:cubicBezTo>
                    <a:cubicBezTo>
                      <a:pt x="726" y="35"/>
                      <a:pt x="726" y="35"/>
                      <a:pt x="726" y="35"/>
                    </a:cubicBezTo>
                    <a:cubicBezTo>
                      <a:pt x="725" y="33"/>
                      <a:pt x="725" y="33"/>
                      <a:pt x="725" y="33"/>
                    </a:cubicBezTo>
                    <a:cubicBezTo>
                      <a:pt x="725" y="32"/>
                      <a:pt x="725" y="32"/>
                      <a:pt x="725" y="32"/>
                    </a:cubicBezTo>
                    <a:cubicBezTo>
                      <a:pt x="725" y="31"/>
                      <a:pt x="725" y="31"/>
                      <a:pt x="725" y="31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31"/>
                      <a:pt x="723" y="31"/>
                      <a:pt x="723" y="31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28"/>
                      <a:pt x="723" y="28"/>
                      <a:pt x="723" y="28"/>
                    </a:cubicBezTo>
                    <a:cubicBezTo>
                      <a:pt x="722" y="27"/>
                      <a:pt x="722" y="27"/>
                      <a:pt x="722" y="27"/>
                    </a:cubicBezTo>
                    <a:cubicBezTo>
                      <a:pt x="722" y="25"/>
                      <a:pt x="722" y="25"/>
                      <a:pt x="722" y="25"/>
                    </a:cubicBezTo>
                    <a:cubicBezTo>
                      <a:pt x="721" y="24"/>
                      <a:pt x="721" y="24"/>
                      <a:pt x="721" y="24"/>
                    </a:cubicBezTo>
                    <a:cubicBezTo>
                      <a:pt x="720" y="23"/>
                      <a:pt x="720" y="23"/>
                      <a:pt x="720" y="23"/>
                    </a:cubicBezTo>
                    <a:cubicBezTo>
                      <a:pt x="719" y="23"/>
                      <a:pt x="719" y="23"/>
                      <a:pt x="719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7" y="22"/>
                      <a:pt x="717" y="22"/>
                      <a:pt x="717" y="22"/>
                    </a:cubicBezTo>
                    <a:cubicBezTo>
                      <a:pt x="715" y="20"/>
                      <a:pt x="715" y="20"/>
                      <a:pt x="715" y="20"/>
                    </a:cubicBezTo>
                    <a:cubicBezTo>
                      <a:pt x="715" y="19"/>
                      <a:pt x="715" y="19"/>
                      <a:pt x="715" y="19"/>
                    </a:cubicBezTo>
                    <a:cubicBezTo>
                      <a:pt x="714" y="18"/>
                      <a:pt x="714" y="18"/>
                      <a:pt x="714" y="18"/>
                    </a:cubicBezTo>
                    <a:cubicBezTo>
                      <a:pt x="713" y="16"/>
                      <a:pt x="713" y="16"/>
                      <a:pt x="713" y="16"/>
                    </a:cubicBezTo>
                    <a:cubicBezTo>
                      <a:pt x="711" y="16"/>
                      <a:pt x="711" y="16"/>
                      <a:pt x="711" y="16"/>
                    </a:cubicBezTo>
                    <a:cubicBezTo>
                      <a:pt x="710" y="17"/>
                      <a:pt x="710" y="17"/>
                      <a:pt x="710" y="17"/>
                    </a:cubicBezTo>
                    <a:cubicBezTo>
                      <a:pt x="710" y="20"/>
                      <a:pt x="710" y="20"/>
                      <a:pt x="710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1" y="21"/>
                      <a:pt x="711" y="21"/>
                      <a:pt x="711" y="21"/>
                    </a:cubicBezTo>
                    <a:cubicBezTo>
                      <a:pt x="711" y="22"/>
                      <a:pt x="711" y="22"/>
                      <a:pt x="711" y="22"/>
                    </a:cubicBezTo>
                    <a:cubicBezTo>
                      <a:pt x="709" y="19"/>
                      <a:pt x="709" y="19"/>
                      <a:pt x="709" y="19"/>
                    </a:cubicBezTo>
                    <a:cubicBezTo>
                      <a:pt x="709" y="18"/>
                      <a:pt x="709" y="18"/>
                      <a:pt x="709" y="18"/>
                    </a:cubicBezTo>
                    <a:cubicBezTo>
                      <a:pt x="708" y="16"/>
                      <a:pt x="708" y="16"/>
                      <a:pt x="708" y="16"/>
                    </a:cubicBezTo>
                    <a:cubicBezTo>
                      <a:pt x="707" y="16"/>
                      <a:pt x="707" y="16"/>
                      <a:pt x="707" y="16"/>
                    </a:cubicBezTo>
                    <a:cubicBezTo>
                      <a:pt x="701" y="13"/>
                      <a:pt x="701" y="13"/>
                      <a:pt x="701" y="13"/>
                    </a:cubicBezTo>
                    <a:cubicBezTo>
                      <a:pt x="700" y="12"/>
                      <a:pt x="700" y="12"/>
                      <a:pt x="700" y="12"/>
                    </a:cubicBezTo>
                    <a:cubicBezTo>
                      <a:pt x="699" y="12"/>
                      <a:pt x="699" y="12"/>
                      <a:pt x="699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7" y="11"/>
                      <a:pt x="697" y="11"/>
                      <a:pt x="697" y="11"/>
                    </a:cubicBezTo>
                    <a:cubicBezTo>
                      <a:pt x="696" y="9"/>
                      <a:pt x="696" y="9"/>
                      <a:pt x="696" y="9"/>
                    </a:cubicBezTo>
                    <a:cubicBezTo>
                      <a:pt x="694" y="10"/>
                      <a:pt x="694" y="10"/>
                      <a:pt x="694" y="10"/>
                    </a:cubicBezTo>
                    <a:cubicBezTo>
                      <a:pt x="694" y="9"/>
                      <a:pt x="694" y="9"/>
                      <a:pt x="694" y="9"/>
                    </a:cubicBezTo>
                    <a:cubicBezTo>
                      <a:pt x="692" y="10"/>
                      <a:pt x="692" y="10"/>
                      <a:pt x="692" y="10"/>
                    </a:cubicBezTo>
                    <a:cubicBezTo>
                      <a:pt x="691" y="10"/>
                      <a:pt x="691" y="10"/>
                      <a:pt x="691" y="10"/>
                    </a:cubicBezTo>
                    <a:cubicBezTo>
                      <a:pt x="690" y="10"/>
                      <a:pt x="690" y="10"/>
                      <a:pt x="690" y="10"/>
                    </a:cubicBezTo>
                    <a:cubicBezTo>
                      <a:pt x="689" y="12"/>
                      <a:pt x="689" y="12"/>
                      <a:pt x="689" y="12"/>
                    </a:cubicBezTo>
                    <a:cubicBezTo>
                      <a:pt x="688" y="13"/>
                      <a:pt x="688" y="13"/>
                      <a:pt x="688" y="13"/>
                    </a:cubicBezTo>
                    <a:cubicBezTo>
                      <a:pt x="687" y="13"/>
                      <a:pt x="687" y="13"/>
                      <a:pt x="687" y="13"/>
                    </a:cubicBezTo>
                    <a:cubicBezTo>
                      <a:pt x="685" y="13"/>
                      <a:pt x="685" y="13"/>
                      <a:pt x="685" y="13"/>
                    </a:cubicBezTo>
                    <a:cubicBezTo>
                      <a:pt x="683" y="15"/>
                      <a:pt x="683" y="15"/>
                      <a:pt x="683" y="15"/>
                    </a:cubicBezTo>
                    <a:cubicBezTo>
                      <a:pt x="681" y="15"/>
                      <a:pt x="681" y="15"/>
                      <a:pt x="681" y="15"/>
                    </a:cubicBezTo>
                    <a:cubicBezTo>
                      <a:pt x="680" y="15"/>
                      <a:pt x="680" y="15"/>
                      <a:pt x="680" y="15"/>
                    </a:cubicBezTo>
                    <a:cubicBezTo>
                      <a:pt x="679" y="15"/>
                      <a:pt x="679" y="15"/>
                      <a:pt x="679" y="15"/>
                    </a:cubicBezTo>
                    <a:cubicBezTo>
                      <a:pt x="678" y="15"/>
                      <a:pt x="678" y="15"/>
                      <a:pt x="678" y="15"/>
                    </a:cubicBezTo>
                    <a:cubicBezTo>
                      <a:pt x="677" y="16"/>
                      <a:pt x="677" y="16"/>
                      <a:pt x="677" y="16"/>
                    </a:cubicBezTo>
                    <a:cubicBezTo>
                      <a:pt x="677" y="18"/>
                      <a:pt x="677" y="18"/>
                      <a:pt x="677" y="18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80" y="20"/>
                      <a:pt x="680" y="20"/>
                      <a:pt x="680" y="20"/>
                    </a:cubicBezTo>
                    <a:cubicBezTo>
                      <a:pt x="680" y="22"/>
                      <a:pt x="680" y="22"/>
                      <a:pt x="680" y="22"/>
                    </a:cubicBezTo>
                    <a:cubicBezTo>
                      <a:pt x="679" y="24"/>
                      <a:pt x="679" y="24"/>
                      <a:pt x="679" y="24"/>
                    </a:cubicBezTo>
                    <a:cubicBezTo>
                      <a:pt x="677" y="24"/>
                      <a:pt x="677" y="24"/>
                      <a:pt x="677" y="24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4" y="26"/>
                      <a:pt x="674" y="26"/>
                      <a:pt x="674" y="26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5" y="24"/>
                      <a:pt x="675" y="24"/>
                      <a:pt x="675" y="24"/>
                    </a:cubicBezTo>
                    <a:cubicBezTo>
                      <a:pt x="673" y="21"/>
                      <a:pt x="673" y="21"/>
                      <a:pt x="673" y="21"/>
                    </a:cubicBezTo>
                    <a:cubicBezTo>
                      <a:pt x="674" y="19"/>
                      <a:pt x="674" y="19"/>
                      <a:pt x="674" y="19"/>
                    </a:cubicBezTo>
                    <a:cubicBezTo>
                      <a:pt x="674" y="18"/>
                      <a:pt x="674" y="18"/>
                      <a:pt x="674" y="18"/>
                    </a:cubicBezTo>
                    <a:cubicBezTo>
                      <a:pt x="675" y="17"/>
                      <a:pt x="675" y="17"/>
                      <a:pt x="675" y="17"/>
                    </a:cubicBezTo>
                    <a:cubicBezTo>
                      <a:pt x="674" y="14"/>
                      <a:pt x="674" y="14"/>
                      <a:pt x="674" y="14"/>
                    </a:cubicBezTo>
                    <a:cubicBezTo>
                      <a:pt x="674" y="13"/>
                      <a:pt x="674" y="13"/>
                      <a:pt x="674" y="13"/>
                    </a:cubicBezTo>
                    <a:cubicBezTo>
                      <a:pt x="671" y="10"/>
                      <a:pt x="671" y="10"/>
                      <a:pt x="671" y="10"/>
                    </a:cubicBezTo>
                    <a:cubicBezTo>
                      <a:pt x="670" y="11"/>
                      <a:pt x="670" y="11"/>
                      <a:pt x="670" y="11"/>
                    </a:cubicBezTo>
                    <a:cubicBezTo>
                      <a:pt x="669" y="10"/>
                      <a:pt x="669" y="10"/>
                      <a:pt x="669" y="10"/>
                    </a:cubicBezTo>
                    <a:cubicBezTo>
                      <a:pt x="668" y="10"/>
                      <a:pt x="668" y="10"/>
                      <a:pt x="668" y="10"/>
                    </a:cubicBezTo>
                    <a:cubicBezTo>
                      <a:pt x="667" y="12"/>
                      <a:pt x="667" y="12"/>
                      <a:pt x="667" y="12"/>
                    </a:cubicBezTo>
                    <a:cubicBezTo>
                      <a:pt x="666" y="12"/>
                      <a:pt x="666" y="12"/>
                      <a:pt x="666" y="12"/>
                    </a:cubicBezTo>
                    <a:cubicBezTo>
                      <a:pt x="665" y="11"/>
                      <a:pt x="665" y="11"/>
                      <a:pt x="665" y="11"/>
                    </a:cubicBezTo>
                    <a:cubicBezTo>
                      <a:pt x="663" y="12"/>
                      <a:pt x="663" y="12"/>
                      <a:pt x="663" y="12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3" y="13"/>
                      <a:pt x="663" y="13"/>
                      <a:pt x="663" y="13"/>
                    </a:cubicBezTo>
                    <a:cubicBezTo>
                      <a:pt x="663" y="11"/>
                      <a:pt x="663" y="11"/>
                      <a:pt x="663" y="11"/>
                    </a:cubicBezTo>
                    <a:cubicBezTo>
                      <a:pt x="661" y="10"/>
                      <a:pt x="661" y="10"/>
                      <a:pt x="661" y="10"/>
                    </a:cubicBezTo>
                    <a:cubicBezTo>
                      <a:pt x="658" y="14"/>
                      <a:pt x="658" y="14"/>
                      <a:pt x="658" y="14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4"/>
                      <a:pt x="655" y="14"/>
                      <a:pt x="655" y="14"/>
                    </a:cubicBezTo>
                    <a:cubicBezTo>
                      <a:pt x="657" y="14"/>
                      <a:pt x="657" y="14"/>
                      <a:pt x="657" y="14"/>
                    </a:cubicBezTo>
                    <a:cubicBezTo>
                      <a:pt x="659" y="11"/>
                      <a:pt x="659" y="11"/>
                      <a:pt x="659" y="11"/>
                    </a:cubicBezTo>
                    <a:cubicBezTo>
                      <a:pt x="658" y="10"/>
                      <a:pt x="658" y="10"/>
                      <a:pt x="658" y="10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61" y="7"/>
                      <a:pt x="661" y="7"/>
                      <a:pt x="661" y="7"/>
                    </a:cubicBezTo>
                    <a:cubicBezTo>
                      <a:pt x="660" y="6"/>
                      <a:pt x="660" y="6"/>
                      <a:pt x="660" y="6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7" y="2"/>
                      <a:pt x="657" y="2"/>
                      <a:pt x="657" y="2"/>
                    </a:cubicBezTo>
                    <a:cubicBezTo>
                      <a:pt x="656" y="2"/>
                      <a:pt x="656" y="2"/>
                      <a:pt x="656" y="2"/>
                    </a:cubicBezTo>
                    <a:cubicBezTo>
                      <a:pt x="654" y="4"/>
                      <a:pt x="654" y="4"/>
                      <a:pt x="654" y="4"/>
                    </a:cubicBezTo>
                    <a:cubicBezTo>
                      <a:pt x="653" y="3"/>
                      <a:pt x="653" y="3"/>
                      <a:pt x="653" y="3"/>
                    </a:cubicBezTo>
                    <a:cubicBezTo>
                      <a:pt x="652" y="1"/>
                      <a:pt x="652" y="1"/>
                      <a:pt x="652" y="1"/>
                    </a:cubicBezTo>
                    <a:cubicBezTo>
                      <a:pt x="650" y="1"/>
                      <a:pt x="650" y="1"/>
                      <a:pt x="650" y="1"/>
                    </a:cubicBezTo>
                    <a:cubicBezTo>
                      <a:pt x="649" y="2"/>
                      <a:pt x="649" y="2"/>
                      <a:pt x="649" y="2"/>
                    </a:cubicBezTo>
                    <a:cubicBezTo>
                      <a:pt x="647" y="1"/>
                      <a:pt x="647" y="1"/>
                      <a:pt x="647" y="1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43" y="3"/>
                      <a:pt x="643" y="3"/>
                      <a:pt x="643" y="3"/>
                    </a:cubicBezTo>
                    <a:cubicBezTo>
                      <a:pt x="643" y="4"/>
                      <a:pt x="643" y="4"/>
                      <a:pt x="643" y="4"/>
                    </a:cubicBezTo>
                    <a:cubicBezTo>
                      <a:pt x="641" y="4"/>
                      <a:pt x="641" y="4"/>
                      <a:pt x="641" y="4"/>
                    </a:cubicBezTo>
                    <a:cubicBezTo>
                      <a:pt x="642" y="6"/>
                      <a:pt x="642" y="6"/>
                      <a:pt x="642" y="6"/>
                    </a:cubicBezTo>
                    <a:cubicBezTo>
                      <a:pt x="641" y="7"/>
                      <a:pt x="641" y="7"/>
                      <a:pt x="641" y="7"/>
                    </a:cubicBezTo>
                    <a:cubicBezTo>
                      <a:pt x="641" y="10"/>
                      <a:pt x="641" y="10"/>
                      <a:pt x="641" y="10"/>
                    </a:cubicBezTo>
                    <a:cubicBezTo>
                      <a:pt x="641" y="11"/>
                      <a:pt x="641" y="11"/>
                      <a:pt x="641" y="11"/>
                    </a:cubicBezTo>
                    <a:cubicBezTo>
                      <a:pt x="640" y="13"/>
                      <a:pt x="640" y="13"/>
                      <a:pt x="640" y="13"/>
                    </a:cubicBezTo>
                    <a:cubicBezTo>
                      <a:pt x="640" y="20"/>
                      <a:pt x="640" y="20"/>
                      <a:pt x="640" y="20"/>
                    </a:cubicBezTo>
                    <a:cubicBezTo>
                      <a:pt x="641" y="22"/>
                      <a:pt x="641" y="22"/>
                      <a:pt x="641" y="22"/>
                    </a:cubicBezTo>
                    <a:cubicBezTo>
                      <a:pt x="641" y="23"/>
                      <a:pt x="641" y="23"/>
                      <a:pt x="641" y="23"/>
                    </a:cubicBezTo>
                    <a:cubicBezTo>
                      <a:pt x="640" y="23"/>
                      <a:pt x="640" y="23"/>
                      <a:pt x="640" y="23"/>
                    </a:cubicBezTo>
                    <a:cubicBezTo>
                      <a:pt x="640" y="25"/>
                      <a:pt x="640" y="25"/>
                      <a:pt x="640" y="25"/>
                    </a:cubicBezTo>
                    <a:cubicBezTo>
                      <a:pt x="642" y="27"/>
                      <a:pt x="642" y="27"/>
                      <a:pt x="642" y="27"/>
                    </a:cubicBezTo>
                    <a:cubicBezTo>
                      <a:pt x="643" y="27"/>
                      <a:pt x="643" y="27"/>
                      <a:pt x="643" y="27"/>
                    </a:cubicBezTo>
                    <a:cubicBezTo>
                      <a:pt x="645" y="29"/>
                      <a:pt x="645" y="29"/>
                      <a:pt x="645" y="29"/>
                    </a:cubicBezTo>
                    <a:cubicBezTo>
                      <a:pt x="646" y="30"/>
                      <a:pt x="646" y="30"/>
                      <a:pt x="646" y="30"/>
                    </a:cubicBezTo>
                    <a:cubicBezTo>
                      <a:pt x="645" y="30"/>
                      <a:pt x="645" y="30"/>
                      <a:pt x="645" y="30"/>
                    </a:cubicBezTo>
                    <a:cubicBezTo>
                      <a:pt x="645" y="32"/>
                      <a:pt x="645" y="32"/>
                      <a:pt x="645" y="32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49" y="34"/>
                      <a:pt x="649" y="34"/>
                      <a:pt x="649" y="34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53" y="34"/>
                      <a:pt x="653" y="34"/>
                      <a:pt x="653" y="34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4" y="35"/>
                      <a:pt x="654" y="35"/>
                      <a:pt x="654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47" y="36"/>
                      <a:pt x="647" y="36"/>
                      <a:pt x="647" y="36"/>
                    </a:cubicBezTo>
                    <a:cubicBezTo>
                      <a:pt x="646" y="35"/>
                      <a:pt x="646" y="35"/>
                      <a:pt x="646" y="35"/>
                    </a:cubicBezTo>
                    <a:cubicBezTo>
                      <a:pt x="644" y="36"/>
                      <a:pt x="644" y="36"/>
                      <a:pt x="644" y="36"/>
                    </a:cubicBezTo>
                    <a:cubicBezTo>
                      <a:pt x="643" y="35"/>
                      <a:pt x="643" y="35"/>
                      <a:pt x="643" y="35"/>
                    </a:cubicBezTo>
                    <a:cubicBezTo>
                      <a:pt x="641" y="35"/>
                      <a:pt x="641" y="35"/>
                      <a:pt x="641" y="35"/>
                    </a:cubicBezTo>
                    <a:cubicBezTo>
                      <a:pt x="640" y="36"/>
                      <a:pt x="640" y="36"/>
                      <a:pt x="640" y="36"/>
                    </a:cubicBezTo>
                    <a:cubicBezTo>
                      <a:pt x="637" y="36"/>
                      <a:pt x="637" y="36"/>
                      <a:pt x="637" y="36"/>
                    </a:cubicBezTo>
                    <a:cubicBezTo>
                      <a:pt x="636" y="38"/>
                      <a:pt x="636" y="38"/>
                      <a:pt x="636" y="38"/>
                    </a:cubicBezTo>
                    <a:cubicBezTo>
                      <a:pt x="636" y="39"/>
                      <a:pt x="636" y="39"/>
                      <a:pt x="636" y="39"/>
                    </a:cubicBezTo>
                    <a:cubicBezTo>
                      <a:pt x="638" y="40"/>
                      <a:pt x="638" y="40"/>
                      <a:pt x="638" y="40"/>
                    </a:cubicBezTo>
                    <a:cubicBezTo>
                      <a:pt x="638" y="41"/>
                      <a:pt x="638" y="41"/>
                      <a:pt x="638" y="41"/>
                    </a:cubicBezTo>
                    <a:cubicBezTo>
                      <a:pt x="640" y="41"/>
                      <a:pt x="640" y="41"/>
                      <a:pt x="640" y="41"/>
                    </a:cubicBezTo>
                    <a:cubicBezTo>
                      <a:pt x="641" y="41"/>
                      <a:pt x="641" y="41"/>
                      <a:pt x="641" y="41"/>
                    </a:cubicBezTo>
                    <a:cubicBezTo>
                      <a:pt x="639" y="42"/>
                      <a:pt x="639" y="42"/>
                      <a:pt x="639" y="42"/>
                    </a:cubicBezTo>
                    <a:cubicBezTo>
                      <a:pt x="637" y="42"/>
                      <a:pt x="637" y="42"/>
                      <a:pt x="637" y="42"/>
                    </a:cubicBezTo>
                    <a:cubicBezTo>
                      <a:pt x="635" y="44"/>
                      <a:pt x="635" y="44"/>
                      <a:pt x="635" y="44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4" y="45"/>
                      <a:pt x="634" y="45"/>
                      <a:pt x="634" y="45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4" y="48"/>
                      <a:pt x="634" y="48"/>
                      <a:pt x="634" y="48"/>
                    </a:cubicBezTo>
                    <a:cubicBezTo>
                      <a:pt x="634" y="47"/>
                      <a:pt x="634" y="47"/>
                      <a:pt x="634" y="47"/>
                    </a:cubicBezTo>
                    <a:cubicBezTo>
                      <a:pt x="633" y="47"/>
                      <a:pt x="633" y="47"/>
                      <a:pt x="633" y="47"/>
                    </a:cubicBezTo>
                    <a:cubicBezTo>
                      <a:pt x="631" y="48"/>
                      <a:pt x="631" y="48"/>
                      <a:pt x="631" y="48"/>
                    </a:cubicBezTo>
                    <a:cubicBezTo>
                      <a:pt x="632" y="50"/>
                      <a:pt x="632" y="50"/>
                      <a:pt x="632" y="50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49"/>
                      <a:pt x="631" y="49"/>
                      <a:pt x="631" y="49"/>
                    </a:cubicBezTo>
                    <a:cubicBezTo>
                      <a:pt x="629" y="47"/>
                      <a:pt x="629" y="47"/>
                      <a:pt x="629" y="47"/>
                    </a:cubicBezTo>
                    <a:cubicBezTo>
                      <a:pt x="628" y="48"/>
                      <a:pt x="628" y="48"/>
                      <a:pt x="628" y="48"/>
                    </a:cubicBezTo>
                    <a:cubicBezTo>
                      <a:pt x="628" y="50"/>
                      <a:pt x="628" y="50"/>
                      <a:pt x="628" y="50"/>
                    </a:cubicBezTo>
                    <a:cubicBezTo>
                      <a:pt x="627" y="52"/>
                      <a:pt x="627" y="52"/>
                      <a:pt x="627" y="52"/>
                    </a:cubicBezTo>
                    <a:cubicBezTo>
                      <a:pt x="627" y="53"/>
                      <a:pt x="627" y="53"/>
                      <a:pt x="627" y="53"/>
                    </a:cubicBezTo>
                    <a:cubicBezTo>
                      <a:pt x="626" y="53"/>
                      <a:pt x="626" y="53"/>
                      <a:pt x="626" y="53"/>
                    </a:cubicBezTo>
                    <a:cubicBezTo>
                      <a:pt x="626" y="52"/>
                      <a:pt x="626" y="52"/>
                      <a:pt x="626" y="52"/>
                    </a:cubicBezTo>
                    <a:cubicBezTo>
                      <a:pt x="628" y="49"/>
                      <a:pt x="628" y="49"/>
                      <a:pt x="628" y="49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6" y="47"/>
                      <a:pt x="626" y="47"/>
                      <a:pt x="626" y="47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8" y="47"/>
                      <a:pt x="628" y="47"/>
                      <a:pt x="628" y="47"/>
                    </a:cubicBezTo>
                    <a:cubicBezTo>
                      <a:pt x="629" y="45"/>
                      <a:pt x="629" y="45"/>
                      <a:pt x="629" y="45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8" y="42"/>
                      <a:pt x="628" y="42"/>
                      <a:pt x="628" y="42"/>
                    </a:cubicBezTo>
                    <a:cubicBezTo>
                      <a:pt x="626" y="42"/>
                      <a:pt x="626" y="42"/>
                      <a:pt x="626" y="42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4"/>
                      <a:pt x="625" y="44"/>
                      <a:pt x="625" y="44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3" y="43"/>
                      <a:pt x="623" y="43"/>
                      <a:pt x="623" y="43"/>
                    </a:cubicBezTo>
                    <a:cubicBezTo>
                      <a:pt x="623" y="44"/>
                      <a:pt x="623" y="44"/>
                      <a:pt x="623" y="44"/>
                    </a:cubicBezTo>
                    <a:cubicBezTo>
                      <a:pt x="622" y="44"/>
                      <a:pt x="622" y="44"/>
                      <a:pt x="622" y="44"/>
                    </a:cubicBezTo>
                    <a:cubicBezTo>
                      <a:pt x="621" y="44"/>
                      <a:pt x="621" y="44"/>
                      <a:pt x="621" y="44"/>
                    </a:cubicBezTo>
                    <a:cubicBezTo>
                      <a:pt x="620" y="45"/>
                      <a:pt x="620" y="45"/>
                      <a:pt x="620" y="45"/>
                    </a:cubicBezTo>
                    <a:cubicBezTo>
                      <a:pt x="621" y="47"/>
                      <a:pt x="621" y="47"/>
                      <a:pt x="621" y="47"/>
                    </a:cubicBezTo>
                    <a:cubicBezTo>
                      <a:pt x="622" y="46"/>
                      <a:pt x="622" y="46"/>
                      <a:pt x="622" y="46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1" y="48"/>
                      <a:pt x="621" y="48"/>
                      <a:pt x="621" y="48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17" y="49"/>
                      <a:pt x="617" y="49"/>
                      <a:pt x="617" y="49"/>
                    </a:cubicBezTo>
                    <a:cubicBezTo>
                      <a:pt x="616" y="49"/>
                      <a:pt x="616" y="49"/>
                      <a:pt x="616" y="49"/>
                    </a:cubicBezTo>
                    <a:cubicBezTo>
                      <a:pt x="615" y="48"/>
                      <a:pt x="615" y="48"/>
                      <a:pt x="615" y="48"/>
                    </a:cubicBezTo>
                    <a:cubicBezTo>
                      <a:pt x="611" y="48"/>
                      <a:pt x="611" y="48"/>
                      <a:pt x="611" y="48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3" y="51"/>
                      <a:pt x="613" y="51"/>
                      <a:pt x="613" y="51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2" y="49"/>
                      <a:pt x="612" y="49"/>
                      <a:pt x="612" y="49"/>
                    </a:cubicBezTo>
                    <a:cubicBezTo>
                      <a:pt x="611" y="51"/>
                      <a:pt x="611" y="51"/>
                      <a:pt x="611" y="51"/>
                    </a:cubicBezTo>
                    <a:cubicBezTo>
                      <a:pt x="610" y="52"/>
                      <a:pt x="610" y="52"/>
                      <a:pt x="610" y="52"/>
                    </a:cubicBezTo>
                    <a:cubicBezTo>
                      <a:pt x="610" y="55"/>
                      <a:pt x="610" y="55"/>
                      <a:pt x="610" y="55"/>
                    </a:cubicBezTo>
                    <a:cubicBezTo>
                      <a:pt x="611" y="57"/>
                      <a:pt x="611" y="57"/>
                      <a:pt x="611" y="57"/>
                    </a:cubicBezTo>
                    <a:cubicBezTo>
                      <a:pt x="613" y="55"/>
                      <a:pt x="613" y="55"/>
                      <a:pt x="613" y="55"/>
                    </a:cubicBezTo>
                    <a:cubicBezTo>
                      <a:pt x="614" y="56"/>
                      <a:pt x="614" y="56"/>
                      <a:pt x="614" y="56"/>
                    </a:cubicBezTo>
                    <a:cubicBezTo>
                      <a:pt x="616" y="54"/>
                      <a:pt x="616" y="54"/>
                      <a:pt x="616" y="54"/>
                    </a:cubicBezTo>
                    <a:cubicBezTo>
                      <a:pt x="617" y="54"/>
                      <a:pt x="617" y="54"/>
                      <a:pt x="617" y="54"/>
                    </a:cubicBezTo>
                    <a:cubicBezTo>
                      <a:pt x="616" y="55"/>
                      <a:pt x="616" y="55"/>
                      <a:pt x="616" y="55"/>
                    </a:cubicBezTo>
                    <a:cubicBezTo>
                      <a:pt x="612" y="57"/>
                      <a:pt x="612" y="57"/>
                      <a:pt x="612" y="57"/>
                    </a:cubicBezTo>
                    <a:cubicBezTo>
                      <a:pt x="612" y="58"/>
                      <a:pt x="612" y="58"/>
                      <a:pt x="612" y="58"/>
                    </a:cubicBezTo>
                    <a:cubicBezTo>
                      <a:pt x="610" y="59"/>
                      <a:pt x="610" y="59"/>
                      <a:pt x="610" y="59"/>
                    </a:cubicBezTo>
                    <a:cubicBezTo>
                      <a:pt x="606" y="60"/>
                      <a:pt x="606" y="60"/>
                      <a:pt x="606" y="60"/>
                    </a:cubicBezTo>
                    <a:cubicBezTo>
                      <a:pt x="606" y="61"/>
                      <a:pt x="606" y="61"/>
                      <a:pt x="606" y="61"/>
                    </a:cubicBezTo>
                    <a:cubicBezTo>
                      <a:pt x="606" y="62"/>
                      <a:pt x="606" y="62"/>
                      <a:pt x="606" y="62"/>
                    </a:cubicBezTo>
                    <a:cubicBezTo>
                      <a:pt x="605" y="62"/>
                      <a:pt x="605" y="62"/>
                      <a:pt x="605" y="62"/>
                    </a:cubicBezTo>
                    <a:cubicBezTo>
                      <a:pt x="603" y="62"/>
                      <a:pt x="603" y="62"/>
                      <a:pt x="603" y="62"/>
                    </a:cubicBezTo>
                    <a:cubicBezTo>
                      <a:pt x="602" y="62"/>
                      <a:pt x="602" y="62"/>
                      <a:pt x="602" y="62"/>
                    </a:cubicBezTo>
                    <a:cubicBezTo>
                      <a:pt x="602" y="63"/>
                      <a:pt x="602" y="63"/>
                      <a:pt x="602" y="63"/>
                    </a:cubicBezTo>
                    <a:cubicBezTo>
                      <a:pt x="599" y="64"/>
                      <a:pt x="599" y="64"/>
                      <a:pt x="599" y="64"/>
                    </a:cubicBezTo>
                    <a:cubicBezTo>
                      <a:pt x="598" y="65"/>
                      <a:pt x="598" y="65"/>
                      <a:pt x="598" y="65"/>
                    </a:cubicBezTo>
                    <a:cubicBezTo>
                      <a:pt x="599" y="66"/>
                      <a:pt x="599" y="66"/>
                      <a:pt x="599" y="66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7"/>
                      <a:pt x="598" y="67"/>
                      <a:pt x="598" y="67"/>
                    </a:cubicBezTo>
                    <a:cubicBezTo>
                      <a:pt x="596" y="67"/>
                      <a:pt x="596" y="67"/>
                      <a:pt x="596" y="67"/>
                    </a:cubicBezTo>
                    <a:cubicBezTo>
                      <a:pt x="595" y="69"/>
                      <a:pt x="595" y="69"/>
                      <a:pt x="595" y="69"/>
                    </a:cubicBezTo>
                    <a:cubicBezTo>
                      <a:pt x="595" y="70"/>
                      <a:pt x="595" y="70"/>
                      <a:pt x="595" y="70"/>
                    </a:cubicBezTo>
                    <a:cubicBezTo>
                      <a:pt x="594" y="71"/>
                      <a:pt x="594" y="71"/>
                      <a:pt x="594" y="71"/>
                    </a:cubicBezTo>
                    <a:cubicBezTo>
                      <a:pt x="594" y="72"/>
                      <a:pt x="594" y="72"/>
                      <a:pt x="594" y="72"/>
                    </a:cubicBezTo>
                    <a:cubicBezTo>
                      <a:pt x="593" y="74"/>
                      <a:pt x="593" y="74"/>
                      <a:pt x="593" y="74"/>
                    </a:cubicBezTo>
                    <a:cubicBezTo>
                      <a:pt x="593" y="75"/>
                      <a:pt x="593" y="75"/>
                      <a:pt x="593" y="75"/>
                    </a:cubicBezTo>
                    <a:cubicBezTo>
                      <a:pt x="592" y="75"/>
                      <a:pt x="592" y="75"/>
                      <a:pt x="592" y="75"/>
                    </a:cubicBezTo>
                    <a:cubicBezTo>
                      <a:pt x="589" y="75"/>
                      <a:pt x="589" y="75"/>
                      <a:pt x="589" y="75"/>
                    </a:cubicBezTo>
                    <a:cubicBezTo>
                      <a:pt x="587" y="77"/>
                      <a:pt x="587" y="77"/>
                      <a:pt x="587" y="77"/>
                    </a:cubicBezTo>
                    <a:cubicBezTo>
                      <a:pt x="587" y="79"/>
                      <a:pt x="587" y="79"/>
                      <a:pt x="587" y="79"/>
                    </a:cubicBezTo>
                    <a:cubicBezTo>
                      <a:pt x="588" y="79"/>
                      <a:pt x="588" y="79"/>
                      <a:pt x="588" y="79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6" y="80"/>
                      <a:pt x="586" y="80"/>
                      <a:pt x="586" y="80"/>
                    </a:cubicBezTo>
                    <a:cubicBezTo>
                      <a:pt x="585" y="80"/>
                      <a:pt x="585" y="80"/>
                      <a:pt x="585" y="80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4" y="82"/>
                      <a:pt x="584" y="82"/>
                      <a:pt x="584" y="82"/>
                    </a:cubicBezTo>
                    <a:cubicBezTo>
                      <a:pt x="583" y="83"/>
                      <a:pt x="583" y="83"/>
                      <a:pt x="583" y="83"/>
                    </a:cubicBezTo>
                    <a:cubicBezTo>
                      <a:pt x="585" y="84"/>
                      <a:pt x="585" y="84"/>
                      <a:pt x="585" y="84"/>
                    </a:cubicBezTo>
                    <a:cubicBezTo>
                      <a:pt x="585" y="85"/>
                      <a:pt x="585" y="85"/>
                      <a:pt x="585" y="85"/>
                    </a:cubicBezTo>
                    <a:cubicBezTo>
                      <a:pt x="584" y="86"/>
                      <a:pt x="584" y="86"/>
                      <a:pt x="584" y="86"/>
                    </a:cubicBezTo>
                    <a:cubicBezTo>
                      <a:pt x="585" y="88"/>
                      <a:pt x="585" y="88"/>
                      <a:pt x="585" y="88"/>
                    </a:cubicBezTo>
                    <a:cubicBezTo>
                      <a:pt x="587" y="88"/>
                      <a:pt x="587" y="88"/>
                      <a:pt x="587" y="88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4" y="89"/>
                      <a:pt x="584" y="89"/>
                      <a:pt x="584" y="89"/>
                    </a:cubicBezTo>
                    <a:cubicBezTo>
                      <a:pt x="583" y="90"/>
                      <a:pt x="583" y="90"/>
                      <a:pt x="583" y="90"/>
                    </a:cubicBezTo>
                    <a:cubicBezTo>
                      <a:pt x="584" y="92"/>
                      <a:pt x="584" y="92"/>
                      <a:pt x="584" y="92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91"/>
                      <a:pt x="586" y="91"/>
                      <a:pt x="586" y="91"/>
                    </a:cubicBezTo>
                    <a:cubicBezTo>
                      <a:pt x="587" y="92"/>
                      <a:pt x="587" y="92"/>
                      <a:pt x="587" y="92"/>
                    </a:cubicBezTo>
                    <a:cubicBezTo>
                      <a:pt x="588" y="91"/>
                      <a:pt x="588" y="91"/>
                      <a:pt x="588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8" y="92"/>
                      <a:pt x="588" y="92"/>
                      <a:pt x="588" y="92"/>
                    </a:cubicBezTo>
                    <a:cubicBezTo>
                      <a:pt x="590" y="95"/>
                      <a:pt x="590" y="95"/>
                      <a:pt x="590" y="95"/>
                    </a:cubicBezTo>
                    <a:cubicBezTo>
                      <a:pt x="592" y="94"/>
                      <a:pt x="592" y="94"/>
                      <a:pt x="592" y="94"/>
                    </a:cubicBezTo>
                    <a:cubicBezTo>
                      <a:pt x="594" y="94"/>
                      <a:pt x="594" y="94"/>
                      <a:pt x="594" y="94"/>
                    </a:cubicBezTo>
                    <a:cubicBezTo>
                      <a:pt x="595" y="96"/>
                      <a:pt x="595" y="96"/>
                      <a:pt x="595" y="96"/>
                    </a:cubicBezTo>
                    <a:cubicBezTo>
                      <a:pt x="596" y="97"/>
                      <a:pt x="596" y="97"/>
                      <a:pt x="596" y="97"/>
                    </a:cubicBezTo>
                    <a:cubicBezTo>
                      <a:pt x="597" y="96"/>
                      <a:pt x="597" y="96"/>
                      <a:pt x="597" y="96"/>
                    </a:cubicBezTo>
                    <a:cubicBezTo>
                      <a:pt x="598" y="96"/>
                      <a:pt x="598" y="96"/>
                      <a:pt x="598" y="96"/>
                    </a:cubicBezTo>
                    <a:cubicBezTo>
                      <a:pt x="598" y="97"/>
                      <a:pt x="598" y="97"/>
                      <a:pt x="598" y="97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602" y="99"/>
                      <a:pt x="602" y="99"/>
                      <a:pt x="602" y="99"/>
                    </a:cubicBezTo>
                    <a:cubicBezTo>
                      <a:pt x="603" y="100"/>
                      <a:pt x="603" y="100"/>
                      <a:pt x="603" y="100"/>
                    </a:cubicBezTo>
                    <a:cubicBezTo>
                      <a:pt x="602" y="102"/>
                      <a:pt x="602" y="102"/>
                      <a:pt x="602" y="102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598" y="106"/>
                      <a:pt x="598" y="106"/>
                      <a:pt x="598" y="106"/>
                    </a:cubicBezTo>
                    <a:cubicBezTo>
                      <a:pt x="598" y="107"/>
                      <a:pt x="598" y="107"/>
                      <a:pt x="598" y="107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597" y="108"/>
                      <a:pt x="597" y="108"/>
                      <a:pt x="597" y="108"/>
                    </a:cubicBezTo>
                    <a:cubicBezTo>
                      <a:pt x="597" y="107"/>
                      <a:pt x="597" y="107"/>
                      <a:pt x="597" y="107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600" y="103"/>
                      <a:pt x="600" y="103"/>
                      <a:pt x="600" y="103"/>
                    </a:cubicBezTo>
                    <a:cubicBezTo>
                      <a:pt x="600" y="102"/>
                      <a:pt x="600" y="102"/>
                      <a:pt x="600" y="102"/>
                    </a:cubicBezTo>
                    <a:cubicBezTo>
                      <a:pt x="601" y="100"/>
                      <a:pt x="601" y="100"/>
                      <a:pt x="601" y="100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5" y="98"/>
                      <a:pt x="595" y="98"/>
                      <a:pt x="595" y="98"/>
                    </a:cubicBezTo>
                    <a:cubicBezTo>
                      <a:pt x="593" y="97"/>
                      <a:pt x="593" y="97"/>
                      <a:pt x="593" y="97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1" y="102"/>
                      <a:pt x="591" y="102"/>
                      <a:pt x="591" y="102"/>
                    </a:cubicBezTo>
                    <a:cubicBezTo>
                      <a:pt x="590" y="104"/>
                      <a:pt x="590" y="104"/>
                      <a:pt x="590" y="104"/>
                    </a:cubicBezTo>
                    <a:cubicBezTo>
                      <a:pt x="589" y="104"/>
                      <a:pt x="589" y="104"/>
                      <a:pt x="589" y="104"/>
                    </a:cubicBezTo>
                    <a:cubicBezTo>
                      <a:pt x="587" y="104"/>
                      <a:pt x="587" y="104"/>
                      <a:pt x="587" y="104"/>
                    </a:cubicBezTo>
                    <a:cubicBezTo>
                      <a:pt x="585" y="104"/>
                      <a:pt x="585" y="104"/>
                      <a:pt x="585" y="104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78" y="108"/>
                      <a:pt x="578" y="108"/>
                      <a:pt x="578" y="108"/>
                    </a:cubicBezTo>
                    <a:cubicBezTo>
                      <a:pt x="574" y="109"/>
                      <a:pt x="574" y="109"/>
                      <a:pt x="574" y="109"/>
                    </a:cubicBezTo>
                    <a:cubicBezTo>
                      <a:pt x="572" y="109"/>
                      <a:pt x="572" y="109"/>
                      <a:pt x="572" y="109"/>
                    </a:cubicBezTo>
                    <a:cubicBezTo>
                      <a:pt x="570" y="111"/>
                      <a:pt x="570" y="111"/>
                      <a:pt x="570" y="111"/>
                    </a:cubicBezTo>
                    <a:cubicBezTo>
                      <a:pt x="568" y="111"/>
                      <a:pt x="568" y="111"/>
                      <a:pt x="568" y="111"/>
                    </a:cubicBezTo>
                    <a:cubicBezTo>
                      <a:pt x="566" y="112"/>
                      <a:pt x="566" y="112"/>
                      <a:pt x="566" y="112"/>
                    </a:cubicBezTo>
                    <a:cubicBezTo>
                      <a:pt x="568" y="114"/>
                      <a:pt x="568" y="114"/>
                      <a:pt x="568" y="114"/>
                    </a:cubicBezTo>
                    <a:cubicBezTo>
                      <a:pt x="568" y="115"/>
                      <a:pt x="568" y="115"/>
                      <a:pt x="568" y="115"/>
                    </a:cubicBezTo>
                    <a:cubicBezTo>
                      <a:pt x="567" y="117"/>
                      <a:pt x="567" y="117"/>
                      <a:pt x="567" y="117"/>
                    </a:cubicBezTo>
                    <a:cubicBezTo>
                      <a:pt x="569" y="118"/>
                      <a:pt x="569" y="118"/>
                      <a:pt x="569" y="118"/>
                    </a:cubicBezTo>
                    <a:cubicBezTo>
                      <a:pt x="570" y="118"/>
                      <a:pt x="570" y="118"/>
                      <a:pt x="570" y="118"/>
                    </a:cubicBezTo>
                    <a:cubicBezTo>
                      <a:pt x="570" y="119"/>
                      <a:pt x="570" y="119"/>
                      <a:pt x="570" y="119"/>
                    </a:cubicBezTo>
                    <a:cubicBezTo>
                      <a:pt x="569" y="120"/>
                      <a:pt x="569" y="120"/>
                      <a:pt x="569" y="120"/>
                    </a:cubicBezTo>
                    <a:cubicBezTo>
                      <a:pt x="572" y="122"/>
                      <a:pt x="572" y="122"/>
                      <a:pt x="572" y="122"/>
                    </a:cubicBezTo>
                    <a:cubicBezTo>
                      <a:pt x="574" y="125"/>
                      <a:pt x="574" y="125"/>
                      <a:pt x="574" y="125"/>
                    </a:cubicBezTo>
                    <a:cubicBezTo>
                      <a:pt x="574" y="127"/>
                      <a:pt x="574" y="127"/>
                      <a:pt x="574" y="127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31"/>
                      <a:pt x="575" y="131"/>
                      <a:pt x="575" y="131"/>
                    </a:cubicBezTo>
                    <a:cubicBezTo>
                      <a:pt x="578" y="132"/>
                      <a:pt x="578" y="132"/>
                      <a:pt x="578" y="132"/>
                    </a:cubicBezTo>
                    <a:cubicBezTo>
                      <a:pt x="580" y="132"/>
                      <a:pt x="580" y="132"/>
                      <a:pt x="580" y="132"/>
                    </a:cubicBezTo>
                    <a:cubicBezTo>
                      <a:pt x="585" y="132"/>
                      <a:pt x="585" y="132"/>
                      <a:pt x="585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7" y="133"/>
                      <a:pt x="587" y="133"/>
                      <a:pt x="587" y="133"/>
                    </a:cubicBezTo>
                    <a:cubicBezTo>
                      <a:pt x="587" y="135"/>
                      <a:pt x="587" y="135"/>
                      <a:pt x="587" y="135"/>
                    </a:cubicBezTo>
                    <a:cubicBezTo>
                      <a:pt x="589" y="136"/>
                      <a:pt x="589" y="136"/>
                      <a:pt x="589" y="136"/>
                    </a:cubicBezTo>
                    <a:cubicBezTo>
                      <a:pt x="590" y="139"/>
                      <a:pt x="590" y="139"/>
                      <a:pt x="590" y="139"/>
                    </a:cubicBezTo>
                    <a:cubicBezTo>
                      <a:pt x="594" y="139"/>
                      <a:pt x="594" y="139"/>
                      <a:pt x="594" y="139"/>
                    </a:cubicBezTo>
                    <a:cubicBezTo>
                      <a:pt x="597" y="140"/>
                      <a:pt x="597" y="140"/>
                      <a:pt x="597" y="140"/>
                    </a:cubicBezTo>
                    <a:cubicBezTo>
                      <a:pt x="598" y="140"/>
                      <a:pt x="598" y="140"/>
                      <a:pt x="598" y="140"/>
                    </a:cubicBezTo>
                    <a:cubicBezTo>
                      <a:pt x="599" y="142"/>
                      <a:pt x="599" y="142"/>
                      <a:pt x="599" y="142"/>
                    </a:cubicBezTo>
                    <a:cubicBezTo>
                      <a:pt x="600" y="145"/>
                      <a:pt x="600" y="145"/>
                      <a:pt x="600" y="145"/>
                    </a:cubicBezTo>
                    <a:cubicBezTo>
                      <a:pt x="600" y="147"/>
                      <a:pt x="600" y="147"/>
                      <a:pt x="600" y="147"/>
                    </a:cubicBezTo>
                    <a:cubicBezTo>
                      <a:pt x="600" y="149"/>
                      <a:pt x="600" y="149"/>
                      <a:pt x="600" y="149"/>
                    </a:cubicBezTo>
                    <a:cubicBezTo>
                      <a:pt x="601" y="151"/>
                      <a:pt x="601" y="151"/>
                      <a:pt x="601" y="151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4" y="153"/>
                      <a:pt x="604" y="153"/>
                      <a:pt x="604" y="153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1" y="153"/>
                      <a:pt x="601" y="153"/>
                      <a:pt x="601" y="153"/>
                    </a:cubicBezTo>
                    <a:cubicBezTo>
                      <a:pt x="602" y="155"/>
                      <a:pt x="602" y="155"/>
                      <a:pt x="602" y="155"/>
                    </a:cubicBezTo>
                    <a:cubicBezTo>
                      <a:pt x="601" y="154"/>
                      <a:pt x="601" y="154"/>
                      <a:pt x="601" y="154"/>
                    </a:cubicBezTo>
                    <a:cubicBezTo>
                      <a:pt x="600" y="157"/>
                      <a:pt x="600" y="157"/>
                      <a:pt x="600" y="157"/>
                    </a:cubicBezTo>
                    <a:cubicBezTo>
                      <a:pt x="599" y="157"/>
                      <a:pt x="599" y="157"/>
                      <a:pt x="599" y="157"/>
                    </a:cubicBezTo>
                    <a:cubicBezTo>
                      <a:pt x="599" y="159"/>
                      <a:pt x="599" y="159"/>
                      <a:pt x="599" y="159"/>
                    </a:cubicBezTo>
                    <a:cubicBezTo>
                      <a:pt x="598" y="160"/>
                      <a:pt x="598" y="160"/>
                      <a:pt x="598" y="160"/>
                    </a:cubicBezTo>
                    <a:cubicBezTo>
                      <a:pt x="599" y="162"/>
                      <a:pt x="599" y="162"/>
                      <a:pt x="599" y="162"/>
                    </a:cubicBezTo>
                    <a:cubicBezTo>
                      <a:pt x="598" y="162"/>
                      <a:pt x="598" y="162"/>
                      <a:pt x="598" y="162"/>
                    </a:cubicBezTo>
                    <a:cubicBezTo>
                      <a:pt x="598" y="159"/>
                      <a:pt x="598" y="159"/>
                      <a:pt x="598" y="159"/>
                    </a:cubicBezTo>
                    <a:cubicBezTo>
                      <a:pt x="599" y="158"/>
                      <a:pt x="599" y="158"/>
                      <a:pt x="599" y="158"/>
                    </a:cubicBezTo>
                    <a:cubicBezTo>
                      <a:pt x="599" y="155"/>
                      <a:pt x="599" y="155"/>
                      <a:pt x="599" y="155"/>
                    </a:cubicBezTo>
                    <a:cubicBezTo>
                      <a:pt x="596" y="154"/>
                      <a:pt x="596" y="154"/>
                      <a:pt x="596" y="154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95" y="150"/>
                      <a:pt x="595" y="150"/>
                      <a:pt x="595" y="150"/>
                    </a:cubicBezTo>
                    <a:cubicBezTo>
                      <a:pt x="595" y="148"/>
                      <a:pt x="595" y="148"/>
                      <a:pt x="595" y="148"/>
                    </a:cubicBezTo>
                    <a:cubicBezTo>
                      <a:pt x="598" y="147"/>
                      <a:pt x="598" y="147"/>
                      <a:pt x="598" y="147"/>
                    </a:cubicBezTo>
                    <a:cubicBezTo>
                      <a:pt x="598" y="145"/>
                      <a:pt x="598" y="145"/>
                      <a:pt x="598" y="145"/>
                    </a:cubicBezTo>
                    <a:cubicBezTo>
                      <a:pt x="597" y="144"/>
                      <a:pt x="597" y="144"/>
                      <a:pt x="597" y="144"/>
                    </a:cubicBezTo>
                    <a:cubicBezTo>
                      <a:pt x="598" y="141"/>
                      <a:pt x="598" y="141"/>
                      <a:pt x="598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4" y="140"/>
                      <a:pt x="594" y="140"/>
                      <a:pt x="594" y="140"/>
                    </a:cubicBezTo>
                    <a:cubicBezTo>
                      <a:pt x="590" y="142"/>
                      <a:pt x="590" y="142"/>
                      <a:pt x="590" y="142"/>
                    </a:cubicBezTo>
                    <a:cubicBezTo>
                      <a:pt x="587" y="142"/>
                      <a:pt x="587" y="142"/>
                      <a:pt x="587" y="142"/>
                    </a:cubicBezTo>
                    <a:cubicBezTo>
                      <a:pt x="585" y="142"/>
                      <a:pt x="585" y="142"/>
                      <a:pt x="585" y="142"/>
                    </a:cubicBezTo>
                    <a:cubicBezTo>
                      <a:pt x="582" y="139"/>
                      <a:pt x="582" y="139"/>
                      <a:pt x="582" y="139"/>
                    </a:cubicBezTo>
                    <a:cubicBezTo>
                      <a:pt x="580" y="138"/>
                      <a:pt x="580" y="138"/>
                      <a:pt x="580" y="138"/>
                    </a:cubicBezTo>
                    <a:cubicBezTo>
                      <a:pt x="580" y="137"/>
                      <a:pt x="580" y="137"/>
                      <a:pt x="580" y="137"/>
                    </a:cubicBezTo>
                    <a:cubicBezTo>
                      <a:pt x="575" y="136"/>
                      <a:pt x="575" y="136"/>
                      <a:pt x="575" y="136"/>
                    </a:cubicBezTo>
                    <a:cubicBezTo>
                      <a:pt x="574" y="135"/>
                      <a:pt x="574" y="135"/>
                      <a:pt x="574" y="135"/>
                    </a:cubicBezTo>
                    <a:cubicBezTo>
                      <a:pt x="572" y="133"/>
                      <a:pt x="572" y="133"/>
                      <a:pt x="572" y="133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5" y="133"/>
                      <a:pt x="565" y="133"/>
                      <a:pt x="565" y="133"/>
                    </a:cubicBezTo>
                    <a:cubicBezTo>
                      <a:pt x="563" y="134"/>
                      <a:pt x="563" y="134"/>
                      <a:pt x="563" y="134"/>
                    </a:cubicBezTo>
                    <a:cubicBezTo>
                      <a:pt x="564" y="133"/>
                      <a:pt x="564" y="133"/>
                      <a:pt x="564" y="133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2" y="130"/>
                      <a:pt x="562" y="130"/>
                      <a:pt x="562" y="130"/>
                    </a:cubicBezTo>
                    <a:cubicBezTo>
                      <a:pt x="561" y="130"/>
                      <a:pt x="561" y="130"/>
                      <a:pt x="561" y="130"/>
                    </a:cubicBezTo>
                    <a:cubicBezTo>
                      <a:pt x="558" y="131"/>
                      <a:pt x="558" y="131"/>
                      <a:pt x="558" y="131"/>
                    </a:cubicBezTo>
                    <a:cubicBezTo>
                      <a:pt x="557" y="132"/>
                      <a:pt x="557" y="132"/>
                      <a:pt x="557" y="132"/>
                    </a:cubicBezTo>
                    <a:cubicBezTo>
                      <a:pt x="557" y="134"/>
                      <a:pt x="557" y="134"/>
                      <a:pt x="557" y="134"/>
                    </a:cubicBezTo>
                    <a:cubicBezTo>
                      <a:pt x="556" y="135"/>
                      <a:pt x="556" y="135"/>
                      <a:pt x="556" y="135"/>
                    </a:cubicBezTo>
                    <a:cubicBezTo>
                      <a:pt x="555" y="136"/>
                      <a:pt x="555" y="136"/>
                      <a:pt x="555" y="136"/>
                    </a:cubicBezTo>
                    <a:cubicBezTo>
                      <a:pt x="555" y="137"/>
                      <a:pt x="555" y="137"/>
                      <a:pt x="555" y="137"/>
                    </a:cubicBezTo>
                    <a:cubicBezTo>
                      <a:pt x="556" y="139"/>
                      <a:pt x="556" y="139"/>
                      <a:pt x="556" y="139"/>
                    </a:cubicBezTo>
                    <a:cubicBezTo>
                      <a:pt x="557" y="139"/>
                      <a:pt x="557" y="139"/>
                      <a:pt x="557" y="139"/>
                    </a:cubicBezTo>
                    <a:cubicBezTo>
                      <a:pt x="559" y="137"/>
                      <a:pt x="559" y="137"/>
                      <a:pt x="559" y="137"/>
                    </a:cubicBezTo>
                    <a:cubicBezTo>
                      <a:pt x="560" y="137"/>
                      <a:pt x="560" y="137"/>
                      <a:pt x="560" y="137"/>
                    </a:cubicBezTo>
                    <a:cubicBezTo>
                      <a:pt x="561" y="135"/>
                      <a:pt x="561" y="135"/>
                      <a:pt x="561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1" y="137"/>
                      <a:pt x="561" y="137"/>
                      <a:pt x="561" y="137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59" y="138"/>
                      <a:pt x="559" y="138"/>
                      <a:pt x="559" y="138"/>
                    </a:cubicBezTo>
                    <a:cubicBezTo>
                      <a:pt x="558" y="140"/>
                      <a:pt x="558" y="140"/>
                      <a:pt x="558" y="140"/>
                    </a:cubicBezTo>
                    <a:cubicBezTo>
                      <a:pt x="560" y="141"/>
                      <a:pt x="560" y="141"/>
                      <a:pt x="560" y="141"/>
                    </a:cubicBezTo>
                    <a:cubicBezTo>
                      <a:pt x="563" y="140"/>
                      <a:pt x="563" y="140"/>
                      <a:pt x="563" y="140"/>
                    </a:cubicBezTo>
                    <a:cubicBezTo>
                      <a:pt x="565" y="140"/>
                      <a:pt x="565" y="140"/>
                      <a:pt x="565" y="140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5" y="145"/>
                      <a:pt x="565" y="145"/>
                      <a:pt x="565" y="145"/>
                    </a:cubicBezTo>
                    <a:cubicBezTo>
                      <a:pt x="563" y="145"/>
                      <a:pt x="563" y="145"/>
                      <a:pt x="563" y="145"/>
                    </a:cubicBezTo>
                    <a:cubicBezTo>
                      <a:pt x="560" y="144"/>
                      <a:pt x="560" y="144"/>
                      <a:pt x="560" y="144"/>
                    </a:cubicBezTo>
                    <a:cubicBezTo>
                      <a:pt x="558" y="141"/>
                      <a:pt x="558" y="141"/>
                      <a:pt x="558" y="141"/>
                    </a:cubicBezTo>
                    <a:cubicBezTo>
                      <a:pt x="556" y="141"/>
                      <a:pt x="556" y="141"/>
                      <a:pt x="556" y="141"/>
                    </a:cubicBezTo>
                    <a:cubicBezTo>
                      <a:pt x="554" y="143"/>
                      <a:pt x="554" y="143"/>
                      <a:pt x="554" y="143"/>
                    </a:cubicBezTo>
                    <a:cubicBezTo>
                      <a:pt x="553" y="144"/>
                      <a:pt x="553" y="144"/>
                      <a:pt x="553" y="144"/>
                    </a:cubicBezTo>
                    <a:cubicBezTo>
                      <a:pt x="552" y="144"/>
                      <a:pt x="552" y="144"/>
                      <a:pt x="552" y="144"/>
                    </a:cubicBezTo>
                    <a:cubicBezTo>
                      <a:pt x="554" y="149"/>
                      <a:pt x="554" y="149"/>
                      <a:pt x="554" y="149"/>
                    </a:cubicBezTo>
                    <a:cubicBezTo>
                      <a:pt x="555" y="149"/>
                      <a:pt x="555" y="149"/>
                      <a:pt x="555" y="149"/>
                    </a:cubicBezTo>
                    <a:cubicBezTo>
                      <a:pt x="556" y="150"/>
                      <a:pt x="556" y="150"/>
                      <a:pt x="556" y="150"/>
                    </a:cubicBezTo>
                    <a:cubicBezTo>
                      <a:pt x="559" y="153"/>
                      <a:pt x="559" y="153"/>
                      <a:pt x="559" y="153"/>
                    </a:cubicBezTo>
                    <a:cubicBezTo>
                      <a:pt x="561" y="153"/>
                      <a:pt x="561" y="153"/>
                      <a:pt x="561" y="153"/>
                    </a:cubicBezTo>
                    <a:cubicBezTo>
                      <a:pt x="562" y="154"/>
                      <a:pt x="562" y="154"/>
                      <a:pt x="562" y="154"/>
                    </a:cubicBezTo>
                    <a:cubicBezTo>
                      <a:pt x="567" y="154"/>
                      <a:pt x="567" y="154"/>
                      <a:pt x="567" y="154"/>
                    </a:cubicBezTo>
                    <a:cubicBezTo>
                      <a:pt x="567" y="153"/>
                      <a:pt x="567" y="153"/>
                      <a:pt x="567" y="153"/>
                    </a:cubicBezTo>
                    <a:cubicBezTo>
                      <a:pt x="568" y="154"/>
                      <a:pt x="568" y="154"/>
                      <a:pt x="568" y="154"/>
                    </a:cubicBezTo>
                    <a:cubicBezTo>
                      <a:pt x="570" y="154"/>
                      <a:pt x="570" y="154"/>
                      <a:pt x="570" y="154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2" y="157"/>
                      <a:pt x="572" y="157"/>
                      <a:pt x="572" y="157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0" y="157"/>
                      <a:pt x="570" y="157"/>
                      <a:pt x="570" y="157"/>
                    </a:cubicBezTo>
                    <a:cubicBezTo>
                      <a:pt x="568" y="155"/>
                      <a:pt x="568" y="155"/>
                      <a:pt x="568" y="155"/>
                    </a:cubicBezTo>
                    <a:cubicBezTo>
                      <a:pt x="566" y="155"/>
                      <a:pt x="566" y="155"/>
                      <a:pt x="566" y="155"/>
                    </a:cubicBezTo>
                    <a:cubicBezTo>
                      <a:pt x="565" y="155"/>
                      <a:pt x="565" y="155"/>
                      <a:pt x="565" y="155"/>
                    </a:cubicBezTo>
                    <a:cubicBezTo>
                      <a:pt x="563" y="156"/>
                      <a:pt x="563" y="156"/>
                      <a:pt x="563" y="156"/>
                    </a:cubicBezTo>
                    <a:cubicBezTo>
                      <a:pt x="562" y="157"/>
                      <a:pt x="562" y="157"/>
                      <a:pt x="562" y="157"/>
                    </a:cubicBezTo>
                    <a:cubicBezTo>
                      <a:pt x="562" y="156"/>
                      <a:pt x="562" y="156"/>
                      <a:pt x="562" y="156"/>
                    </a:cubicBezTo>
                    <a:cubicBezTo>
                      <a:pt x="560" y="155"/>
                      <a:pt x="560" y="155"/>
                      <a:pt x="560" y="155"/>
                    </a:cubicBezTo>
                    <a:cubicBezTo>
                      <a:pt x="559" y="156"/>
                      <a:pt x="559" y="156"/>
                      <a:pt x="559" y="156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4" y="154"/>
                      <a:pt x="554" y="154"/>
                      <a:pt x="554" y="154"/>
                    </a:cubicBezTo>
                    <a:cubicBezTo>
                      <a:pt x="552" y="155"/>
                      <a:pt x="552" y="155"/>
                      <a:pt x="552" y="155"/>
                    </a:cubicBezTo>
                    <a:cubicBezTo>
                      <a:pt x="552" y="154"/>
                      <a:pt x="552" y="154"/>
                      <a:pt x="552" y="154"/>
                    </a:cubicBezTo>
                    <a:cubicBezTo>
                      <a:pt x="553" y="154"/>
                      <a:pt x="553" y="154"/>
                      <a:pt x="553" y="154"/>
                    </a:cubicBezTo>
                    <a:cubicBezTo>
                      <a:pt x="553" y="152"/>
                      <a:pt x="553" y="152"/>
                      <a:pt x="553" y="152"/>
                    </a:cubicBezTo>
                    <a:cubicBezTo>
                      <a:pt x="552" y="151"/>
                      <a:pt x="552" y="151"/>
                      <a:pt x="552" y="151"/>
                    </a:cubicBezTo>
                    <a:cubicBezTo>
                      <a:pt x="552" y="150"/>
                      <a:pt x="552" y="150"/>
                      <a:pt x="552" y="150"/>
                    </a:cubicBezTo>
                    <a:cubicBezTo>
                      <a:pt x="550" y="148"/>
                      <a:pt x="550" y="148"/>
                      <a:pt x="550" y="148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50" y="145"/>
                      <a:pt x="550" y="145"/>
                      <a:pt x="550" y="145"/>
                    </a:cubicBezTo>
                    <a:cubicBezTo>
                      <a:pt x="548" y="143"/>
                      <a:pt x="548" y="143"/>
                      <a:pt x="548" y="143"/>
                    </a:cubicBezTo>
                    <a:cubicBezTo>
                      <a:pt x="549" y="139"/>
                      <a:pt x="549" y="139"/>
                      <a:pt x="549" y="139"/>
                    </a:cubicBezTo>
                    <a:cubicBezTo>
                      <a:pt x="547" y="138"/>
                      <a:pt x="547" y="138"/>
                      <a:pt x="547" y="138"/>
                    </a:cubicBezTo>
                    <a:cubicBezTo>
                      <a:pt x="547" y="135"/>
                      <a:pt x="547" y="135"/>
                      <a:pt x="547" y="135"/>
                    </a:cubicBezTo>
                    <a:cubicBezTo>
                      <a:pt x="546" y="134"/>
                      <a:pt x="546" y="134"/>
                      <a:pt x="546" y="134"/>
                    </a:cubicBezTo>
                    <a:cubicBezTo>
                      <a:pt x="545" y="134"/>
                      <a:pt x="545" y="134"/>
                      <a:pt x="545" y="134"/>
                    </a:cubicBezTo>
                    <a:cubicBezTo>
                      <a:pt x="545" y="132"/>
                      <a:pt x="545" y="132"/>
                      <a:pt x="545" y="132"/>
                    </a:cubicBezTo>
                    <a:cubicBezTo>
                      <a:pt x="542" y="131"/>
                      <a:pt x="542" y="131"/>
                      <a:pt x="542" y="131"/>
                    </a:cubicBezTo>
                    <a:cubicBezTo>
                      <a:pt x="540" y="132"/>
                      <a:pt x="540" y="132"/>
                      <a:pt x="540" y="132"/>
                    </a:cubicBezTo>
                    <a:cubicBezTo>
                      <a:pt x="544" y="138"/>
                      <a:pt x="544" y="138"/>
                      <a:pt x="544" y="138"/>
                    </a:cubicBezTo>
                    <a:cubicBezTo>
                      <a:pt x="545" y="142"/>
                      <a:pt x="545" y="142"/>
                      <a:pt x="545" y="142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1" y="147"/>
                      <a:pt x="541" y="147"/>
                      <a:pt x="541" y="147"/>
                    </a:cubicBezTo>
                    <a:cubicBezTo>
                      <a:pt x="540" y="149"/>
                      <a:pt x="540" y="149"/>
                      <a:pt x="540" y="149"/>
                    </a:cubicBezTo>
                    <a:cubicBezTo>
                      <a:pt x="540" y="150"/>
                      <a:pt x="540" y="150"/>
                      <a:pt x="540" y="150"/>
                    </a:cubicBezTo>
                    <a:cubicBezTo>
                      <a:pt x="541" y="151"/>
                      <a:pt x="541" y="151"/>
                      <a:pt x="541" y="151"/>
                    </a:cubicBezTo>
                    <a:cubicBezTo>
                      <a:pt x="541" y="153"/>
                      <a:pt x="541" y="153"/>
                      <a:pt x="541" y="153"/>
                    </a:cubicBezTo>
                    <a:cubicBezTo>
                      <a:pt x="540" y="156"/>
                      <a:pt x="540" y="156"/>
                      <a:pt x="540" y="156"/>
                    </a:cubicBezTo>
                    <a:cubicBezTo>
                      <a:pt x="540" y="158"/>
                      <a:pt x="540" y="158"/>
                      <a:pt x="540" y="158"/>
                    </a:cubicBezTo>
                    <a:cubicBezTo>
                      <a:pt x="543" y="160"/>
                      <a:pt x="543" y="160"/>
                      <a:pt x="543" y="160"/>
                    </a:cubicBezTo>
                    <a:cubicBezTo>
                      <a:pt x="547" y="163"/>
                      <a:pt x="547" y="163"/>
                      <a:pt x="547" y="163"/>
                    </a:cubicBezTo>
                    <a:cubicBezTo>
                      <a:pt x="548" y="165"/>
                      <a:pt x="548" y="165"/>
                      <a:pt x="548" y="165"/>
                    </a:cubicBezTo>
                    <a:cubicBezTo>
                      <a:pt x="550" y="165"/>
                      <a:pt x="550" y="165"/>
                      <a:pt x="550" y="165"/>
                    </a:cubicBezTo>
                    <a:cubicBezTo>
                      <a:pt x="551" y="166"/>
                      <a:pt x="551" y="166"/>
                      <a:pt x="551" y="166"/>
                    </a:cubicBezTo>
                    <a:cubicBezTo>
                      <a:pt x="552" y="169"/>
                      <a:pt x="552" y="169"/>
                      <a:pt x="552" y="169"/>
                    </a:cubicBezTo>
                    <a:cubicBezTo>
                      <a:pt x="552" y="173"/>
                      <a:pt x="552" y="173"/>
                      <a:pt x="552" y="173"/>
                    </a:cubicBezTo>
                    <a:cubicBezTo>
                      <a:pt x="551" y="176"/>
                      <a:pt x="551" y="176"/>
                      <a:pt x="551" y="176"/>
                    </a:cubicBezTo>
                    <a:cubicBezTo>
                      <a:pt x="553" y="178"/>
                      <a:pt x="553" y="178"/>
                      <a:pt x="553" y="178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4" y="183"/>
                      <a:pt x="554" y="183"/>
                      <a:pt x="554" y="183"/>
                    </a:cubicBezTo>
                    <a:cubicBezTo>
                      <a:pt x="557" y="186"/>
                      <a:pt x="557" y="186"/>
                      <a:pt x="557" y="186"/>
                    </a:cubicBezTo>
                    <a:cubicBezTo>
                      <a:pt x="557" y="187"/>
                      <a:pt x="557" y="187"/>
                      <a:pt x="557" y="187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8" y="191"/>
                      <a:pt x="558" y="191"/>
                      <a:pt x="558" y="191"/>
                    </a:cubicBezTo>
                    <a:cubicBezTo>
                      <a:pt x="560" y="191"/>
                      <a:pt x="560" y="191"/>
                      <a:pt x="560" y="191"/>
                    </a:cubicBezTo>
                    <a:cubicBezTo>
                      <a:pt x="562" y="190"/>
                      <a:pt x="562" y="190"/>
                      <a:pt x="562" y="190"/>
                    </a:cubicBezTo>
                    <a:cubicBezTo>
                      <a:pt x="565" y="191"/>
                      <a:pt x="565" y="191"/>
                      <a:pt x="565" y="191"/>
                    </a:cubicBezTo>
                    <a:cubicBezTo>
                      <a:pt x="566" y="190"/>
                      <a:pt x="566" y="190"/>
                      <a:pt x="566" y="190"/>
                    </a:cubicBezTo>
                    <a:cubicBezTo>
                      <a:pt x="567" y="188"/>
                      <a:pt x="567" y="188"/>
                      <a:pt x="567" y="188"/>
                    </a:cubicBezTo>
                    <a:cubicBezTo>
                      <a:pt x="568" y="186"/>
                      <a:pt x="568" y="186"/>
                      <a:pt x="568" y="186"/>
                    </a:cubicBezTo>
                    <a:cubicBezTo>
                      <a:pt x="570" y="187"/>
                      <a:pt x="570" y="187"/>
                      <a:pt x="570" y="187"/>
                    </a:cubicBezTo>
                    <a:cubicBezTo>
                      <a:pt x="571" y="186"/>
                      <a:pt x="571" y="186"/>
                      <a:pt x="571" y="186"/>
                    </a:cubicBezTo>
                    <a:cubicBezTo>
                      <a:pt x="574" y="188"/>
                      <a:pt x="574" y="188"/>
                      <a:pt x="574" y="188"/>
                    </a:cubicBezTo>
                    <a:cubicBezTo>
                      <a:pt x="575" y="187"/>
                      <a:pt x="575" y="187"/>
                      <a:pt x="575" y="187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80" y="190"/>
                      <a:pt x="580" y="190"/>
                      <a:pt x="580" y="190"/>
                    </a:cubicBezTo>
                    <a:cubicBezTo>
                      <a:pt x="582" y="190"/>
                      <a:pt x="582" y="190"/>
                      <a:pt x="582" y="190"/>
                    </a:cubicBezTo>
                    <a:cubicBezTo>
                      <a:pt x="584" y="192"/>
                      <a:pt x="584" y="192"/>
                      <a:pt x="584" y="192"/>
                    </a:cubicBezTo>
                    <a:cubicBezTo>
                      <a:pt x="584" y="193"/>
                      <a:pt x="584" y="193"/>
                      <a:pt x="584" y="193"/>
                    </a:cubicBezTo>
                    <a:cubicBezTo>
                      <a:pt x="586" y="195"/>
                      <a:pt x="586" y="195"/>
                      <a:pt x="586" y="195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7"/>
                      <a:pt x="587" y="197"/>
                      <a:pt x="587" y="197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6" y="199"/>
                      <a:pt x="586" y="199"/>
                      <a:pt x="586" y="199"/>
                    </a:cubicBezTo>
                    <a:cubicBezTo>
                      <a:pt x="586" y="202"/>
                      <a:pt x="586" y="202"/>
                      <a:pt x="586" y="202"/>
                    </a:cubicBezTo>
                    <a:cubicBezTo>
                      <a:pt x="586" y="203"/>
                      <a:pt x="586" y="203"/>
                      <a:pt x="586" y="203"/>
                    </a:cubicBezTo>
                    <a:cubicBezTo>
                      <a:pt x="585" y="202"/>
                      <a:pt x="585" y="202"/>
                      <a:pt x="585" y="202"/>
                    </a:cubicBezTo>
                    <a:cubicBezTo>
                      <a:pt x="585" y="200"/>
                      <a:pt x="585" y="200"/>
                      <a:pt x="585" y="200"/>
                    </a:cubicBezTo>
                    <a:cubicBezTo>
                      <a:pt x="584" y="200"/>
                      <a:pt x="584" y="200"/>
                      <a:pt x="584" y="200"/>
                    </a:cubicBezTo>
                    <a:cubicBezTo>
                      <a:pt x="584" y="198"/>
                      <a:pt x="584" y="198"/>
                      <a:pt x="584" y="198"/>
                    </a:cubicBezTo>
                    <a:cubicBezTo>
                      <a:pt x="582" y="195"/>
                      <a:pt x="582" y="195"/>
                      <a:pt x="582" y="195"/>
                    </a:cubicBezTo>
                    <a:cubicBezTo>
                      <a:pt x="581" y="195"/>
                      <a:pt x="581" y="195"/>
                      <a:pt x="581" y="195"/>
                    </a:cubicBezTo>
                    <a:cubicBezTo>
                      <a:pt x="581" y="194"/>
                      <a:pt x="581" y="194"/>
                      <a:pt x="581" y="194"/>
                    </a:cubicBezTo>
                    <a:cubicBezTo>
                      <a:pt x="578" y="193"/>
                      <a:pt x="578" y="193"/>
                      <a:pt x="578" y="193"/>
                    </a:cubicBezTo>
                    <a:cubicBezTo>
                      <a:pt x="578" y="191"/>
                      <a:pt x="578" y="191"/>
                      <a:pt x="578" y="191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73" y="189"/>
                      <a:pt x="573" y="189"/>
                      <a:pt x="573" y="189"/>
                    </a:cubicBezTo>
                    <a:cubicBezTo>
                      <a:pt x="570" y="192"/>
                      <a:pt x="570" y="192"/>
                      <a:pt x="570" y="192"/>
                    </a:cubicBezTo>
                    <a:cubicBezTo>
                      <a:pt x="568" y="192"/>
                      <a:pt x="568" y="192"/>
                      <a:pt x="568" y="192"/>
                    </a:cubicBezTo>
                    <a:cubicBezTo>
                      <a:pt x="567" y="194"/>
                      <a:pt x="567" y="194"/>
                      <a:pt x="567" y="194"/>
                    </a:cubicBezTo>
                    <a:cubicBezTo>
                      <a:pt x="564" y="196"/>
                      <a:pt x="564" y="196"/>
                      <a:pt x="564" y="196"/>
                    </a:cubicBezTo>
                    <a:cubicBezTo>
                      <a:pt x="564" y="200"/>
                      <a:pt x="564" y="200"/>
                      <a:pt x="564" y="200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9" y="204"/>
                      <a:pt x="569" y="204"/>
                      <a:pt x="569" y="204"/>
                    </a:cubicBezTo>
                    <a:cubicBezTo>
                      <a:pt x="571" y="209"/>
                      <a:pt x="571" y="209"/>
                      <a:pt x="571" y="209"/>
                    </a:cubicBezTo>
                    <a:cubicBezTo>
                      <a:pt x="571" y="210"/>
                      <a:pt x="571" y="210"/>
                      <a:pt x="571" y="210"/>
                    </a:cubicBezTo>
                    <a:cubicBezTo>
                      <a:pt x="568" y="213"/>
                      <a:pt x="568" y="213"/>
                      <a:pt x="568" y="213"/>
                    </a:cubicBezTo>
                    <a:cubicBezTo>
                      <a:pt x="568" y="216"/>
                      <a:pt x="568" y="216"/>
                      <a:pt x="568" y="216"/>
                    </a:cubicBezTo>
                    <a:cubicBezTo>
                      <a:pt x="569" y="218"/>
                      <a:pt x="569" y="218"/>
                      <a:pt x="569" y="218"/>
                    </a:cubicBezTo>
                    <a:cubicBezTo>
                      <a:pt x="568" y="222"/>
                      <a:pt x="568" y="222"/>
                      <a:pt x="568" y="222"/>
                    </a:cubicBezTo>
                    <a:cubicBezTo>
                      <a:pt x="568" y="223"/>
                      <a:pt x="568" y="223"/>
                      <a:pt x="568" y="223"/>
                    </a:cubicBezTo>
                    <a:cubicBezTo>
                      <a:pt x="566" y="225"/>
                      <a:pt x="566" y="225"/>
                      <a:pt x="566" y="225"/>
                    </a:cubicBezTo>
                    <a:cubicBezTo>
                      <a:pt x="565" y="226"/>
                      <a:pt x="565" y="226"/>
                      <a:pt x="565" y="226"/>
                    </a:cubicBezTo>
                    <a:cubicBezTo>
                      <a:pt x="564" y="226"/>
                      <a:pt x="564" y="226"/>
                      <a:pt x="564" y="226"/>
                    </a:cubicBezTo>
                    <a:cubicBezTo>
                      <a:pt x="563" y="228"/>
                      <a:pt x="563" y="228"/>
                      <a:pt x="563" y="228"/>
                    </a:cubicBezTo>
                    <a:cubicBezTo>
                      <a:pt x="563" y="230"/>
                      <a:pt x="563" y="230"/>
                      <a:pt x="563" y="230"/>
                    </a:cubicBezTo>
                    <a:cubicBezTo>
                      <a:pt x="564" y="231"/>
                      <a:pt x="564" y="231"/>
                      <a:pt x="564" y="231"/>
                    </a:cubicBezTo>
                    <a:cubicBezTo>
                      <a:pt x="564" y="232"/>
                      <a:pt x="564" y="232"/>
                      <a:pt x="564" y="232"/>
                    </a:cubicBezTo>
                    <a:cubicBezTo>
                      <a:pt x="562" y="233"/>
                      <a:pt x="562" y="233"/>
                      <a:pt x="562" y="233"/>
                    </a:cubicBezTo>
                    <a:cubicBezTo>
                      <a:pt x="560" y="232"/>
                      <a:pt x="560" y="232"/>
                      <a:pt x="560" y="232"/>
                    </a:cubicBezTo>
                    <a:cubicBezTo>
                      <a:pt x="559" y="232"/>
                      <a:pt x="559" y="232"/>
                      <a:pt x="559" y="232"/>
                    </a:cubicBezTo>
                    <a:cubicBezTo>
                      <a:pt x="556" y="232"/>
                      <a:pt x="556" y="232"/>
                      <a:pt x="556" y="232"/>
                    </a:cubicBezTo>
                    <a:cubicBezTo>
                      <a:pt x="554" y="232"/>
                      <a:pt x="554" y="232"/>
                      <a:pt x="554" y="232"/>
                    </a:cubicBezTo>
                    <a:cubicBezTo>
                      <a:pt x="551" y="231"/>
                      <a:pt x="551" y="231"/>
                      <a:pt x="551" y="231"/>
                    </a:cubicBezTo>
                    <a:cubicBezTo>
                      <a:pt x="547" y="231"/>
                      <a:pt x="547" y="231"/>
                      <a:pt x="547" y="231"/>
                    </a:cubicBezTo>
                    <a:cubicBezTo>
                      <a:pt x="549" y="230"/>
                      <a:pt x="549" y="230"/>
                      <a:pt x="549" y="230"/>
                    </a:cubicBezTo>
                    <a:cubicBezTo>
                      <a:pt x="550" y="229"/>
                      <a:pt x="550" y="229"/>
                      <a:pt x="550" y="229"/>
                    </a:cubicBezTo>
                    <a:cubicBezTo>
                      <a:pt x="549" y="227"/>
                      <a:pt x="549" y="227"/>
                      <a:pt x="549" y="227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1" y="228"/>
                      <a:pt x="551" y="228"/>
                      <a:pt x="551" y="228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2" y="230"/>
                      <a:pt x="552" y="230"/>
                      <a:pt x="552" y="230"/>
                    </a:cubicBezTo>
                    <a:cubicBezTo>
                      <a:pt x="555" y="230"/>
                      <a:pt x="555" y="230"/>
                      <a:pt x="555" y="230"/>
                    </a:cubicBezTo>
                    <a:cubicBezTo>
                      <a:pt x="556" y="229"/>
                      <a:pt x="556" y="229"/>
                      <a:pt x="556" y="229"/>
                    </a:cubicBezTo>
                    <a:cubicBezTo>
                      <a:pt x="558" y="228"/>
                      <a:pt x="558" y="228"/>
                      <a:pt x="558" y="228"/>
                    </a:cubicBezTo>
                    <a:cubicBezTo>
                      <a:pt x="558" y="226"/>
                      <a:pt x="558" y="226"/>
                      <a:pt x="558" y="226"/>
                    </a:cubicBezTo>
                    <a:cubicBezTo>
                      <a:pt x="557" y="225"/>
                      <a:pt x="557" y="225"/>
                      <a:pt x="557" y="225"/>
                    </a:cubicBezTo>
                    <a:cubicBezTo>
                      <a:pt x="558" y="225"/>
                      <a:pt x="558" y="225"/>
                      <a:pt x="558" y="225"/>
                    </a:cubicBezTo>
                    <a:cubicBezTo>
                      <a:pt x="559" y="224"/>
                      <a:pt x="559" y="224"/>
                      <a:pt x="559" y="224"/>
                    </a:cubicBezTo>
                    <a:cubicBezTo>
                      <a:pt x="559" y="221"/>
                      <a:pt x="559" y="221"/>
                      <a:pt x="559" y="221"/>
                    </a:cubicBezTo>
                    <a:cubicBezTo>
                      <a:pt x="561" y="220"/>
                      <a:pt x="561" y="220"/>
                      <a:pt x="561" y="220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3"/>
                      <a:pt x="561" y="213"/>
                      <a:pt x="561" y="213"/>
                    </a:cubicBezTo>
                    <a:cubicBezTo>
                      <a:pt x="561" y="212"/>
                      <a:pt x="561" y="212"/>
                      <a:pt x="561" y="212"/>
                    </a:cubicBezTo>
                    <a:cubicBezTo>
                      <a:pt x="563" y="211"/>
                      <a:pt x="563" y="211"/>
                      <a:pt x="563" y="211"/>
                    </a:cubicBezTo>
                    <a:cubicBezTo>
                      <a:pt x="562" y="208"/>
                      <a:pt x="562" y="208"/>
                      <a:pt x="562" y="208"/>
                    </a:cubicBezTo>
                    <a:cubicBezTo>
                      <a:pt x="561" y="206"/>
                      <a:pt x="561" y="206"/>
                      <a:pt x="561" y="206"/>
                    </a:cubicBezTo>
                    <a:cubicBezTo>
                      <a:pt x="560" y="204"/>
                      <a:pt x="560" y="204"/>
                      <a:pt x="560" y="204"/>
                    </a:cubicBezTo>
                    <a:cubicBezTo>
                      <a:pt x="560" y="202"/>
                      <a:pt x="560" y="202"/>
                      <a:pt x="560" y="202"/>
                    </a:cubicBezTo>
                    <a:cubicBezTo>
                      <a:pt x="560" y="201"/>
                      <a:pt x="560" y="201"/>
                      <a:pt x="560" y="201"/>
                    </a:cubicBezTo>
                    <a:cubicBezTo>
                      <a:pt x="561" y="202"/>
                      <a:pt x="561" y="202"/>
                      <a:pt x="561" y="202"/>
                    </a:cubicBezTo>
                    <a:cubicBezTo>
                      <a:pt x="561" y="199"/>
                      <a:pt x="561" y="199"/>
                      <a:pt x="561" y="199"/>
                    </a:cubicBezTo>
                    <a:cubicBezTo>
                      <a:pt x="558" y="197"/>
                      <a:pt x="558" y="197"/>
                      <a:pt x="558" y="197"/>
                    </a:cubicBezTo>
                    <a:cubicBezTo>
                      <a:pt x="557" y="197"/>
                      <a:pt x="557" y="197"/>
                      <a:pt x="557" y="197"/>
                    </a:cubicBezTo>
                    <a:cubicBezTo>
                      <a:pt x="556" y="195"/>
                      <a:pt x="556" y="195"/>
                      <a:pt x="556" y="195"/>
                    </a:cubicBezTo>
                    <a:cubicBezTo>
                      <a:pt x="554" y="195"/>
                      <a:pt x="554" y="195"/>
                      <a:pt x="554" y="195"/>
                    </a:cubicBezTo>
                    <a:cubicBezTo>
                      <a:pt x="551" y="191"/>
                      <a:pt x="551" y="191"/>
                      <a:pt x="551" y="191"/>
                    </a:cubicBezTo>
                    <a:cubicBezTo>
                      <a:pt x="551" y="188"/>
                      <a:pt x="551" y="188"/>
                      <a:pt x="551" y="188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1" y="186"/>
                      <a:pt x="551" y="186"/>
                      <a:pt x="551" y="186"/>
                    </a:cubicBezTo>
                    <a:cubicBezTo>
                      <a:pt x="549" y="185"/>
                      <a:pt x="549" y="185"/>
                      <a:pt x="549" y="185"/>
                    </a:cubicBezTo>
                    <a:cubicBezTo>
                      <a:pt x="548" y="184"/>
                      <a:pt x="548" y="184"/>
                      <a:pt x="548" y="184"/>
                    </a:cubicBezTo>
                    <a:cubicBezTo>
                      <a:pt x="549" y="182"/>
                      <a:pt x="549" y="182"/>
                      <a:pt x="549" y="182"/>
                    </a:cubicBezTo>
                    <a:cubicBezTo>
                      <a:pt x="546" y="178"/>
                      <a:pt x="546" y="178"/>
                      <a:pt x="546" y="178"/>
                    </a:cubicBezTo>
                    <a:cubicBezTo>
                      <a:pt x="546" y="176"/>
                      <a:pt x="546" y="176"/>
                      <a:pt x="546" y="176"/>
                    </a:cubicBezTo>
                    <a:cubicBezTo>
                      <a:pt x="545" y="175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5" y="173"/>
                      <a:pt x="545" y="173"/>
                      <a:pt x="545" y="173"/>
                    </a:cubicBezTo>
                    <a:cubicBezTo>
                      <a:pt x="544" y="171"/>
                      <a:pt x="544" y="171"/>
                      <a:pt x="544" y="171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2" y="165"/>
                      <a:pt x="542" y="165"/>
                      <a:pt x="542" y="165"/>
                    </a:cubicBezTo>
                    <a:cubicBezTo>
                      <a:pt x="541" y="164"/>
                      <a:pt x="541" y="164"/>
                      <a:pt x="541" y="164"/>
                    </a:cubicBezTo>
                    <a:cubicBezTo>
                      <a:pt x="540" y="161"/>
                      <a:pt x="540" y="161"/>
                      <a:pt x="540" y="161"/>
                    </a:cubicBezTo>
                    <a:cubicBezTo>
                      <a:pt x="539" y="160"/>
                      <a:pt x="539" y="160"/>
                      <a:pt x="539" y="160"/>
                    </a:cubicBezTo>
                    <a:cubicBezTo>
                      <a:pt x="538" y="161"/>
                      <a:pt x="538" y="161"/>
                      <a:pt x="538" y="161"/>
                    </a:cubicBezTo>
                    <a:cubicBezTo>
                      <a:pt x="536" y="160"/>
                      <a:pt x="536" y="160"/>
                      <a:pt x="536" y="160"/>
                    </a:cubicBezTo>
                    <a:cubicBezTo>
                      <a:pt x="535" y="158"/>
                      <a:pt x="535" y="158"/>
                      <a:pt x="535" y="158"/>
                    </a:cubicBezTo>
                    <a:cubicBezTo>
                      <a:pt x="534" y="157"/>
                      <a:pt x="534" y="157"/>
                      <a:pt x="534" y="157"/>
                    </a:cubicBezTo>
                    <a:cubicBezTo>
                      <a:pt x="533" y="156"/>
                      <a:pt x="533" y="156"/>
                      <a:pt x="533" y="156"/>
                    </a:cubicBezTo>
                    <a:cubicBezTo>
                      <a:pt x="534" y="156"/>
                      <a:pt x="534" y="156"/>
                      <a:pt x="534" y="156"/>
                    </a:cubicBezTo>
                    <a:cubicBezTo>
                      <a:pt x="535" y="154"/>
                      <a:pt x="535" y="154"/>
                      <a:pt x="535" y="154"/>
                    </a:cubicBezTo>
                    <a:cubicBezTo>
                      <a:pt x="534" y="152"/>
                      <a:pt x="534" y="152"/>
                      <a:pt x="534" y="152"/>
                    </a:cubicBezTo>
                    <a:cubicBezTo>
                      <a:pt x="534" y="151"/>
                      <a:pt x="534" y="151"/>
                      <a:pt x="534" y="151"/>
                    </a:cubicBezTo>
                    <a:cubicBezTo>
                      <a:pt x="533" y="150"/>
                      <a:pt x="533" y="150"/>
                      <a:pt x="533" y="150"/>
                    </a:cubicBezTo>
                    <a:cubicBezTo>
                      <a:pt x="534" y="146"/>
                      <a:pt x="534" y="146"/>
                      <a:pt x="534" y="146"/>
                    </a:cubicBezTo>
                    <a:cubicBezTo>
                      <a:pt x="533" y="144"/>
                      <a:pt x="533" y="144"/>
                      <a:pt x="533" y="144"/>
                    </a:cubicBezTo>
                    <a:cubicBezTo>
                      <a:pt x="533" y="141"/>
                      <a:pt x="533" y="141"/>
                      <a:pt x="533" y="141"/>
                    </a:cubicBezTo>
                    <a:cubicBezTo>
                      <a:pt x="532" y="141"/>
                      <a:pt x="532" y="141"/>
                      <a:pt x="532" y="141"/>
                    </a:cubicBezTo>
                    <a:cubicBezTo>
                      <a:pt x="532" y="139"/>
                      <a:pt x="532" y="139"/>
                      <a:pt x="532" y="139"/>
                    </a:cubicBezTo>
                    <a:cubicBezTo>
                      <a:pt x="532" y="138"/>
                      <a:pt x="532" y="138"/>
                      <a:pt x="532" y="138"/>
                    </a:cubicBezTo>
                    <a:cubicBezTo>
                      <a:pt x="533" y="137"/>
                      <a:pt x="533" y="137"/>
                      <a:pt x="533" y="137"/>
                    </a:cubicBezTo>
                    <a:cubicBezTo>
                      <a:pt x="532" y="135"/>
                      <a:pt x="532" y="135"/>
                      <a:pt x="532" y="135"/>
                    </a:cubicBezTo>
                    <a:cubicBezTo>
                      <a:pt x="530" y="135"/>
                      <a:pt x="530" y="135"/>
                      <a:pt x="530" y="135"/>
                    </a:cubicBezTo>
                    <a:cubicBezTo>
                      <a:pt x="528" y="135"/>
                      <a:pt x="528" y="135"/>
                      <a:pt x="528" y="135"/>
                    </a:cubicBezTo>
                    <a:cubicBezTo>
                      <a:pt x="524" y="133"/>
                      <a:pt x="524" y="133"/>
                      <a:pt x="524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0" y="133"/>
                      <a:pt x="520" y="133"/>
                      <a:pt x="520" y="133"/>
                    </a:cubicBezTo>
                    <a:cubicBezTo>
                      <a:pt x="518" y="133"/>
                      <a:pt x="518" y="133"/>
                      <a:pt x="518" y="133"/>
                    </a:cubicBezTo>
                    <a:cubicBezTo>
                      <a:pt x="516" y="134"/>
                      <a:pt x="516" y="134"/>
                      <a:pt x="516" y="134"/>
                    </a:cubicBezTo>
                    <a:cubicBezTo>
                      <a:pt x="514" y="134"/>
                      <a:pt x="514" y="134"/>
                      <a:pt x="514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1" y="133"/>
                      <a:pt x="511" y="133"/>
                      <a:pt x="511" y="133"/>
                    </a:cubicBezTo>
                    <a:cubicBezTo>
                      <a:pt x="509" y="133"/>
                      <a:pt x="509" y="133"/>
                      <a:pt x="509" y="133"/>
                    </a:cubicBezTo>
                    <a:cubicBezTo>
                      <a:pt x="510" y="137"/>
                      <a:pt x="510" y="137"/>
                      <a:pt x="510" y="137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09" y="144"/>
                      <a:pt x="509" y="144"/>
                      <a:pt x="509" y="144"/>
                    </a:cubicBezTo>
                    <a:cubicBezTo>
                      <a:pt x="510" y="145"/>
                      <a:pt x="510" y="145"/>
                      <a:pt x="510" y="145"/>
                    </a:cubicBezTo>
                    <a:cubicBezTo>
                      <a:pt x="510" y="147"/>
                      <a:pt x="510" y="147"/>
                      <a:pt x="510" y="147"/>
                    </a:cubicBezTo>
                    <a:cubicBezTo>
                      <a:pt x="511" y="148"/>
                      <a:pt x="511" y="148"/>
                      <a:pt x="511" y="148"/>
                    </a:cubicBezTo>
                    <a:cubicBezTo>
                      <a:pt x="510" y="149"/>
                      <a:pt x="510" y="149"/>
                      <a:pt x="510" y="149"/>
                    </a:cubicBezTo>
                    <a:cubicBezTo>
                      <a:pt x="510" y="151"/>
                      <a:pt x="510" y="151"/>
                      <a:pt x="510" y="151"/>
                    </a:cubicBezTo>
                    <a:cubicBezTo>
                      <a:pt x="511" y="153"/>
                      <a:pt x="511" y="153"/>
                      <a:pt x="511" y="153"/>
                    </a:cubicBezTo>
                    <a:cubicBezTo>
                      <a:pt x="510" y="154"/>
                      <a:pt x="510" y="154"/>
                      <a:pt x="510" y="154"/>
                    </a:cubicBezTo>
                    <a:cubicBezTo>
                      <a:pt x="511" y="156"/>
                      <a:pt x="511" y="156"/>
                      <a:pt x="511" y="156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09" y="159"/>
                      <a:pt x="509" y="159"/>
                      <a:pt x="509" y="159"/>
                    </a:cubicBezTo>
                    <a:cubicBezTo>
                      <a:pt x="507" y="163"/>
                      <a:pt x="507" y="163"/>
                      <a:pt x="507" y="163"/>
                    </a:cubicBezTo>
                    <a:cubicBezTo>
                      <a:pt x="505" y="164"/>
                      <a:pt x="505" y="164"/>
                      <a:pt x="505" y="164"/>
                    </a:cubicBezTo>
                    <a:cubicBezTo>
                      <a:pt x="506" y="166"/>
                      <a:pt x="506" y="166"/>
                      <a:pt x="506" y="166"/>
                    </a:cubicBezTo>
                    <a:cubicBezTo>
                      <a:pt x="507" y="167"/>
                      <a:pt x="507" y="167"/>
                      <a:pt x="507" y="167"/>
                    </a:cubicBezTo>
                    <a:cubicBezTo>
                      <a:pt x="506" y="168"/>
                      <a:pt x="506" y="168"/>
                      <a:pt x="506" y="168"/>
                    </a:cubicBezTo>
                    <a:cubicBezTo>
                      <a:pt x="506" y="171"/>
                      <a:pt x="506" y="171"/>
                      <a:pt x="506" y="171"/>
                    </a:cubicBezTo>
                    <a:cubicBezTo>
                      <a:pt x="508" y="173"/>
                      <a:pt x="508" y="173"/>
                      <a:pt x="508" y="173"/>
                    </a:cubicBezTo>
                    <a:cubicBezTo>
                      <a:pt x="509" y="172"/>
                      <a:pt x="509" y="172"/>
                      <a:pt x="509" y="172"/>
                    </a:cubicBezTo>
                    <a:cubicBezTo>
                      <a:pt x="510" y="173"/>
                      <a:pt x="510" y="173"/>
                      <a:pt x="510" y="173"/>
                    </a:cubicBezTo>
                    <a:cubicBezTo>
                      <a:pt x="511" y="176"/>
                      <a:pt x="511" y="176"/>
                      <a:pt x="511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1" y="177"/>
                      <a:pt x="511" y="177"/>
                      <a:pt x="511" y="177"/>
                    </a:cubicBezTo>
                    <a:cubicBezTo>
                      <a:pt x="512" y="180"/>
                      <a:pt x="512" y="180"/>
                      <a:pt x="512" y="180"/>
                    </a:cubicBezTo>
                    <a:cubicBezTo>
                      <a:pt x="514" y="181"/>
                      <a:pt x="514" y="181"/>
                      <a:pt x="514" y="181"/>
                    </a:cubicBezTo>
                    <a:cubicBezTo>
                      <a:pt x="514" y="182"/>
                      <a:pt x="514" y="182"/>
                      <a:pt x="514" y="182"/>
                    </a:cubicBezTo>
                    <a:cubicBezTo>
                      <a:pt x="513" y="183"/>
                      <a:pt x="513" y="183"/>
                      <a:pt x="513" y="183"/>
                    </a:cubicBezTo>
                    <a:cubicBezTo>
                      <a:pt x="512" y="182"/>
                      <a:pt x="512" y="182"/>
                      <a:pt x="512" y="182"/>
                    </a:cubicBezTo>
                    <a:cubicBezTo>
                      <a:pt x="512" y="184"/>
                      <a:pt x="512" y="184"/>
                      <a:pt x="512" y="184"/>
                    </a:cubicBezTo>
                    <a:cubicBezTo>
                      <a:pt x="513" y="187"/>
                      <a:pt x="513" y="187"/>
                      <a:pt x="513" y="187"/>
                    </a:cubicBezTo>
                    <a:cubicBezTo>
                      <a:pt x="514" y="188"/>
                      <a:pt x="514" y="188"/>
                      <a:pt x="514" y="188"/>
                    </a:cubicBezTo>
                    <a:cubicBezTo>
                      <a:pt x="515" y="192"/>
                      <a:pt x="515" y="192"/>
                      <a:pt x="515" y="192"/>
                    </a:cubicBezTo>
                    <a:cubicBezTo>
                      <a:pt x="516" y="190"/>
                      <a:pt x="516" y="190"/>
                      <a:pt x="516" y="190"/>
                    </a:cubicBezTo>
                    <a:cubicBezTo>
                      <a:pt x="517" y="191"/>
                      <a:pt x="517" y="191"/>
                      <a:pt x="517" y="191"/>
                    </a:cubicBezTo>
                    <a:cubicBezTo>
                      <a:pt x="516" y="191"/>
                      <a:pt x="516" y="191"/>
                      <a:pt x="516" y="191"/>
                    </a:cubicBezTo>
                    <a:cubicBezTo>
                      <a:pt x="516" y="192"/>
                      <a:pt x="516" y="192"/>
                      <a:pt x="516" y="192"/>
                    </a:cubicBezTo>
                    <a:cubicBezTo>
                      <a:pt x="516" y="193"/>
                      <a:pt x="516" y="193"/>
                      <a:pt x="516" y="193"/>
                    </a:cubicBezTo>
                    <a:cubicBezTo>
                      <a:pt x="516" y="193"/>
                      <a:pt x="516" y="193"/>
                      <a:pt x="516" y="194"/>
                    </a:cubicBezTo>
                    <a:cubicBezTo>
                      <a:pt x="516" y="194"/>
                      <a:pt x="516" y="194"/>
                      <a:pt x="516" y="194"/>
                    </a:cubicBezTo>
                    <a:cubicBezTo>
                      <a:pt x="518" y="195"/>
                      <a:pt x="518" y="195"/>
                      <a:pt x="518" y="195"/>
                    </a:cubicBezTo>
                    <a:cubicBezTo>
                      <a:pt x="519" y="193"/>
                      <a:pt x="519" y="193"/>
                      <a:pt x="519" y="193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18" y="191"/>
                      <a:pt x="518" y="191"/>
                      <a:pt x="518" y="191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21" y="192"/>
                      <a:pt x="521" y="192"/>
                      <a:pt x="521" y="192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3"/>
                      <a:pt x="522" y="193"/>
                      <a:pt x="522" y="193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7" y="198"/>
                      <a:pt x="527" y="198"/>
                      <a:pt x="527" y="198"/>
                    </a:cubicBezTo>
                    <a:cubicBezTo>
                      <a:pt x="529" y="199"/>
                      <a:pt x="529" y="199"/>
                      <a:pt x="529" y="199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2" y="199"/>
                      <a:pt x="532" y="199"/>
                      <a:pt x="532" y="199"/>
                    </a:cubicBezTo>
                    <a:cubicBezTo>
                      <a:pt x="531" y="199"/>
                      <a:pt x="531" y="199"/>
                      <a:pt x="531" y="199"/>
                    </a:cubicBezTo>
                    <a:cubicBezTo>
                      <a:pt x="532" y="203"/>
                      <a:pt x="532" y="203"/>
                      <a:pt x="532" y="203"/>
                    </a:cubicBezTo>
                    <a:cubicBezTo>
                      <a:pt x="531" y="204"/>
                      <a:pt x="531" y="204"/>
                      <a:pt x="531" y="204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1" y="206"/>
                      <a:pt x="531" y="206"/>
                      <a:pt x="531" y="206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31" y="209"/>
                      <a:pt x="531" y="209"/>
                      <a:pt x="531" y="209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29" y="205"/>
                      <a:pt x="529" y="205"/>
                      <a:pt x="529" y="205"/>
                    </a:cubicBezTo>
                    <a:cubicBezTo>
                      <a:pt x="527" y="204"/>
                      <a:pt x="527" y="204"/>
                      <a:pt x="527" y="204"/>
                    </a:cubicBezTo>
                    <a:cubicBezTo>
                      <a:pt x="524" y="203"/>
                      <a:pt x="524" y="203"/>
                      <a:pt x="524" y="203"/>
                    </a:cubicBezTo>
                    <a:cubicBezTo>
                      <a:pt x="524" y="202"/>
                      <a:pt x="524" y="202"/>
                      <a:pt x="524" y="202"/>
                    </a:cubicBezTo>
                    <a:cubicBezTo>
                      <a:pt x="522" y="200"/>
                      <a:pt x="522" y="200"/>
                      <a:pt x="522" y="200"/>
                    </a:cubicBezTo>
                    <a:cubicBezTo>
                      <a:pt x="518" y="200"/>
                      <a:pt x="518" y="200"/>
                      <a:pt x="518" y="200"/>
                    </a:cubicBezTo>
                    <a:cubicBezTo>
                      <a:pt x="514" y="197"/>
                      <a:pt x="514" y="197"/>
                      <a:pt x="514" y="197"/>
                    </a:cubicBezTo>
                    <a:cubicBezTo>
                      <a:pt x="512" y="197"/>
                      <a:pt x="512" y="197"/>
                      <a:pt x="512" y="197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09" y="194"/>
                      <a:pt x="509" y="194"/>
                      <a:pt x="509" y="194"/>
                    </a:cubicBezTo>
                    <a:cubicBezTo>
                      <a:pt x="506" y="195"/>
                      <a:pt x="506" y="195"/>
                      <a:pt x="506" y="195"/>
                    </a:cubicBezTo>
                    <a:cubicBezTo>
                      <a:pt x="505" y="196"/>
                      <a:pt x="505" y="196"/>
                      <a:pt x="505" y="196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3"/>
                      <a:pt x="505" y="193"/>
                      <a:pt x="505" y="193"/>
                    </a:cubicBezTo>
                    <a:cubicBezTo>
                      <a:pt x="500" y="191"/>
                      <a:pt x="500" y="191"/>
                      <a:pt x="500" y="191"/>
                    </a:cubicBezTo>
                    <a:cubicBezTo>
                      <a:pt x="498" y="190"/>
                      <a:pt x="498" y="190"/>
                      <a:pt x="498" y="190"/>
                    </a:cubicBezTo>
                    <a:cubicBezTo>
                      <a:pt x="490" y="189"/>
                      <a:pt x="490" y="189"/>
                      <a:pt x="490" y="189"/>
                    </a:cubicBezTo>
                    <a:cubicBezTo>
                      <a:pt x="485" y="190"/>
                      <a:pt x="485" y="190"/>
                      <a:pt x="485" y="190"/>
                    </a:cubicBezTo>
                    <a:cubicBezTo>
                      <a:pt x="483" y="190"/>
                      <a:pt x="483" y="190"/>
                      <a:pt x="483" y="190"/>
                    </a:cubicBezTo>
                    <a:cubicBezTo>
                      <a:pt x="482" y="190"/>
                      <a:pt x="482" y="190"/>
                      <a:pt x="482" y="190"/>
                    </a:cubicBezTo>
                    <a:cubicBezTo>
                      <a:pt x="481" y="189"/>
                      <a:pt x="481" y="189"/>
                      <a:pt x="481" y="189"/>
                    </a:cubicBezTo>
                    <a:cubicBezTo>
                      <a:pt x="480" y="190"/>
                      <a:pt x="480" y="190"/>
                      <a:pt x="480" y="190"/>
                    </a:cubicBezTo>
                    <a:cubicBezTo>
                      <a:pt x="478" y="189"/>
                      <a:pt x="478" y="189"/>
                      <a:pt x="478" y="189"/>
                    </a:cubicBezTo>
                    <a:cubicBezTo>
                      <a:pt x="477" y="190"/>
                      <a:pt x="477" y="190"/>
                      <a:pt x="477" y="190"/>
                    </a:cubicBezTo>
                    <a:cubicBezTo>
                      <a:pt x="477" y="189"/>
                      <a:pt x="477" y="189"/>
                      <a:pt x="477" y="189"/>
                    </a:cubicBezTo>
                    <a:cubicBezTo>
                      <a:pt x="474" y="188"/>
                      <a:pt x="474" y="188"/>
                      <a:pt x="474" y="188"/>
                    </a:cubicBezTo>
                    <a:cubicBezTo>
                      <a:pt x="473" y="186"/>
                      <a:pt x="473" y="186"/>
                      <a:pt x="473" y="186"/>
                    </a:cubicBezTo>
                    <a:cubicBezTo>
                      <a:pt x="471" y="186"/>
                      <a:pt x="471" y="186"/>
                      <a:pt x="471" y="186"/>
                    </a:cubicBezTo>
                    <a:cubicBezTo>
                      <a:pt x="470" y="184"/>
                      <a:pt x="470" y="184"/>
                      <a:pt x="470" y="184"/>
                    </a:cubicBezTo>
                    <a:cubicBezTo>
                      <a:pt x="468" y="183"/>
                      <a:pt x="468" y="183"/>
                      <a:pt x="468" y="183"/>
                    </a:cubicBezTo>
                    <a:cubicBezTo>
                      <a:pt x="468" y="182"/>
                      <a:pt x="468" y="182"/>
                      <a:pt x="468" y="182"/>
                    </a:cubicBezTo>
                    <a:cubicBezTo>
                      <a:pt x="466" y="181"/>
                      <a:pt x="466" y="181"/>
                      <a:pt x="466" y="181"/>
                    </a:cubicBezTo>
                    <a:cubicBezTo>
                      <a:pt x="464" y="181"/>
                      <a:pt x="464" y="181"/>
                      <a:pt x="464" y="181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2" y="183"/>
                      <a:pt x="462" y="183"/>
                      <a:pt x="462" y="183"/>
                    </a:cubicBezTo>
                    <a:cubicBezTo>
                      <a:pt x="463" y="184"/>
                      <a:pt x="463" y="184"/>
                      <a:pt x="463" y="184"/>
                    </a:cubicBezTo>
                    <a:cubicBezTo>
                      <a:pt x="461" y="185"/>
                      <a:pt x="461" y="185"/>
                      <a:pt x="461" y="185"/>
                    </a:cubicBezTo>
                    <a:cubicBezTo>
                      <a:pt x="462" y="186"/>
                      <a:pt x="462" y="186"/>
                      <a:pt x="462" y="186"/>
                    </a:cubicBezTo>
                    <a:cubicBezTo>
                      <a:pt x="465" y="189"/>
                      <a:pt x="465" y="189"/>
                      <a:pt x="465" y="189"/>
                    </a:cubicBezTo>
                    <a:cubicBezTo>
                      <a:pt x="466" y="190"/>
                      <a:pt x="466" y="190"/>
                      <a:pt x="466" y="190"/>
                    </a:cubicBezTo>
                    <a:cubicBezTo>
                      <a:pt x="467" y="192"/>
                      <a:pt x="467" y="192"/>
                      <a:pt x="467" y="192"/>
                    </a:cubicBezTo>
                    <a:cubicBezTo>
                      <a:pt x="469" y="192"/>
                      <a:pt x="469" y="192"/>
                      <a:pt x="469" y="192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70" y="191"/>
                      <a:pt x="470" y="191"/>
                      <a:pt x="470" y="191"/>
                    </a:cubicBezTo>
                    <a:cubicBezTo>
                      <a:pt x="471" y="191"/>
                      <a:pt x="471" y="191"/>
                      <a:pt x="471" y="191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1" y="193"/>
                      <a:pt x="471" y="193"/>
                      <a:pt x="471" y="193"/>
                    </a:cubicBezTo>
                    <a:cubicBezTo>
                      <a:pt x="472" y="194"/>
                      <a:pt x="472" y="194"/>
                      <a:pt x="472" y="194"/>
                    </a:cubicBezTo>
                    <a:cubicBezTo>
                      <a:pt x="474" y="195"/>
                      <a:pt x="474" y="195"/>
                      <a:pt x="474" y="195"/>
                    </a:cubicBezTo>
                    <a:cubicBezTo>
                      <a:pt x="475" y="194"/>
                      <a:pt x="475" y="194"/>
                      <a:pt x="475" y="194"/>
                    </a:cubicBezTo>
                    <a:cubicBezTo>
                      <a:pt x="476" y="194"/>
                      <a:pt x="476" y="194"/>
                      <a:pt x="476" y="194"/>
                    </a:cubicBezTo>
                    <a:cubicBezTo>
                      <a:pt x="476" y="195"/>
                      <a:pt x="476" y="195"/>
                      <a:pt x="476" y="195"/>
                    </a:cubicBezTo>
                    <a:cubicBezTo>
                      <a:pt x="477" y="197"/>
                      <a:pt x="477" y="197"/>
                      <a:pt x="477" y="197"/>
                    </a:cubicBezTo>
                    <a:cubicBezTo>
                      <a:pt x="478" y="197"/>
                      <a:pt x="478" y="197"/>
                      <a:pt x="478" y="197"/>
                    </a:cubicBezTo>
                    <a:cubicBezTo>
                      <a:pt x="479" y="200"/>
                      <a:pt x="479" y="200"/>
                      <a:pt x="479" y="200"/>
                    </a:cubicBezTo>
                    <a:cubicBezTo>
                      <a:pt x="481" y="202"/>
                      <a:pt x="481" y="202"/>
                      <a:pt x="481" y="202"/>
                    </a:cubicBezTo>
                    <a:cubicBezTo>
                      <a:pt x="481" y="200"/>
                      <a:pt x="481" y="200"/>
                      <a:pt x="481" y="200"/>
                    </a:cubicBezTo>
                    <a:cubicBezTo>
                      <a:pt x="482" y="202"/>
                      <a:pt x="482" y="202"/>
                      <a:pt x="482" y="202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5" y="205"/>
                      <a:pt x="485" y="205"/>
                      <a:pt x="485" y="205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2" y="207"/>
                      <a:pt x="482" y="207"/>
                      <a:pt x="482" y="207"/>
                    </a:cubicBezTo>
                    <a:cubicBezTo>
                      <a:pt x="481" y="208"/>
                      <a:pt x="481" y="208"/>
                      <a:pt x="481" y="208"/>
                    </a:cubicBezTo>
                    <a:cubicBezTo>
                      <a:pt x="479" y="207"/>
                      <a:pt x="479" y="207"/>
                      <a:pt x="479" y="207"/>
                    </a:cubicBezTo>
                    <a:cubicBezTo>
                      <a:pt x="477" y="208"/>
                      <a:pt x="477" y="208"/>
                      <a:pt x="477" y="208"/>
                    </a:cubicBezTo>
                    <a:cubicBezTo>
                      <a:pt x="477" y="209"/>
                      <a:pt x="477" y="209"/>
                      <a:pt x="477" y="209"/>
                    </a:cubicBezTo>
                    <a:cubicBezTo>
                      <a:pt x="479" y="211"/>
                      <a:pt x="479" y="211"/>
                      <a:pt x="479" y="211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6" y="212"/>
                      <a:pt x="476" y="212"/>
                      <a:pt x="476" y="212"/>
                    </a:cubicBezTo>
                    <a:cubicBezTo>
                      <a:pt x="475" y="212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5" y="211"/>
                    </a:cubicBezTo>
                    <a:cubicBezTo>
                      <a:pt x="475" y="209"/>
                      <a:pt x="475" y="209"/>
                      <a:pt x="475" y="209"/>
                    </a:cubicBezTo>
                    <a:cubicBezTo>
                      <a:pt x="476" y="208"/>
                      <a:pt x="476" y="208"/>
                      <a:pt x="476" y="208"/>
                    </a:cubicBezTo>
                    <a:cubicBezTo>
                      <a:pt x="476" y="207"/>
                      <a:pt x="476" y="207"/>
                      <a:pt x="476" y="207"/>
                    </a:cubicBezTo>
                    <a:cubicBezTo>
                      <a:pt x="474" y="206"/>
                      <a:pt x="474" y="206"/>
                      <a:pt x="474" y="206"/>
                    </a:cubicBezTo>
                    <a:cubicBezTo>
                      <a:pt x="474" y="205"/>
                      <a:pt x="474" y="205"/>
                      <a:pt x="474" y="205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5" y="205"/>
                      <a:pt x="475" y="205"/>
                      <a:pt x="475" y="205"/>
                    </a:cubicBezTo>
                    <a:cubicBezTo>
                      <a:pt x="475" y="203"/>
                      <a:pt x="475" y="203"/>
                      <a:pt x="475" y="203"/>
                    </a:cubicBezTo>
                    <a:cubicBezTo>
                      <a:pt x="475" y="203"/>
                      <a:pt x="475" y="202"/>
                      <a:pt x="475" y="202"/>
                    </a:cubicBezTo>
                    <a:cubicBezTo>
                      <a:pt x="476" y="201"/>
                      <a:pt x="476" y="201"/>
                      <a:pt x="476" y="201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198"/>
                      <a:pt x="473" y="198"/>
                      <a:pt x="473" y="198"/>
                    </a:cubicBezTo>
                    <a:cubicBezTo>
                      <a:pt x="470" y="197"/>
                      <a:pt x="470" y="197"/>
                      <a:pt x="470" y="197"/>
                    </a:cubicBezTo>
                    <a:cubicBezTo>
                      <a:pt x="469" y="196"/>
                      <a:pt x="469" y="196"/>
                      <a:pt x="469" y="196"/>
                    </a:cubicBezTo>
                    <a:cubicBezTo>
                      <a:pt x="468" y="198"/>
                      <a:pt x="468" y="198"/>
                      <a:pt x="468" y="198"/>
                    </a:cubicBezTo>
                    <a:cubicBezTo>
                      <a:pt x="470" y="199"/>
                      <a:pt x="470" y="199"/>
                      <a:pt x="470" y="199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203"/>
                      <a:pt x="473" y="203"/>
                      <a:pt x="473" y="203"/>
                    </a:cubicBezTo>
                    <a:cubicBezTo>
                      <a:pt x="473" y="203"/>
                      <a:pt x="473" y="203"/>
                      <a:pt x="474" y="203"/>
                    </a:cubicBezTo>
                    <a:cubicBezTo>
                      <a:pt x="474" y="203"/>
                      <a:pt x="474" y="203"/>
                      <a:pt x="474" y="203"/>
                    </a:cubicBezTo>
                    <a:cubicBezTo>
                      <a:pt x="472" y="204"/>
                      <a:pt x="472" y="204"/>
                      <a:pt x="472" y="204"/>
                    </a:cubicBezTo>
                    <a:cubicBezTo>
                      <a:pt x="471" y="204"/>
                      <a:pt x="471" y="204"/>
                      <a:pt x="471" y="204"/>
                    </a:cubicBezTo>
                    <a:cubicBezTo>
                      <a:pt x="469" y="206"/>
                      <a:pt x="469" y="206"/>
                      <a:pt x="469" y="206"/>
                    </a:cubicBezTo>
                    <a:cubicBezTo>
                      <a:pt x="468" y="206"/>
                      <a:pt x="468" y="206"/>
                      <a:pt x="468" y="206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5" y="206"/>
                      <a:pt x="465" y="206"/>
                      <a:pt x="465" y="206"/>
                    </a:cubicBezTo>
                    <a:cubicBezTo>
                      <a:pt x="462" y="207"/>
                      <a:pt x="462" y="207"/>
                      <a:pt x="462" y="207"/>
                    </a:cubicBezTo>
                    <a:cubicBezTo>
                      <a:pt x="461" y="209"/>
                      <a:pt x="461" y="209"/>
                      <a:pt x="461" y="209"/>
                    </a:cubicBezTo>
                    <a:cubicBezTo>
                      <a:pt x="463" y="210"/>
                      <a:pt x="463" y="210"/>
                      <a:pt x="463" y="210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10"/>
                      <a:pt x="464" y="210"/>
                      <a:pt x="464" y="210"/>
                    </a:cubicBezTo>
                    <a:cubicBezTo>
                      <a:pt x="463" y="211"/>
                      <a:pt x="463" y="211"/>
                      <a:pt x="463" y="211"/>
                    </a:cubicBezTo>
                    <a:cubicBezTo>
                      <a:pt x="460" y="211"/>
                      <a:pt x="460" y="211"/>
                      <a:pt x="460" y="211"/>
                    </a:cubicBezTo>
                    <a:cubicBezTo>
                      <a:pt x="459" y="210"/>
                      <a:pt x="459" y="210"/>
                      <a:pt x="459" y="210"/>
                    </a:cubicBezTo>
                    <a:cubicBezTo>
                      <a:pt x="458" y="211"/>
                      <a:pt x="458" y="211"/>
                      <a:pt x="458" y="211"/>
                    </a:cubicBezTo>
                    <a:cubicBezTo>
                      <a:pt x="457" y="211"/>
                      <a:pt x="457" y="211"/>
                      <a:pt x="457" y="211"/>
                    </a:cubicBezTo>
                    <a:cubicBezTo>
                      <a:pt x="456" y="210"/>
                      <a:pt x="456" y="210"/>
                      <a:pt x="456" y="210"/>
                    </a:cubicBezTo>
                    <a:cubicBezTo>
                      <a:pt x="454" y="211"/>
                      <a:pt x="454" y="211"/>
                      <a:pt x="454" y="211"/>
                    </a:cubicBezTo>
                    <a:cubicBezTo>
                      <a:pt x="454" y="212"/>
                      <a:pt x="454" y="212"/>
                      <a:pt x="454" y="212"/>
                    </a:cubicBezTo>
                    <a:cubicBezTo>
                      <a:pt x="452" y="212"/>
                      <a:pt x="452" y="212"/>
                      <a:pt x="452" y="212"/>
                    </a:cubicBezTo>
                    <a:cubicBezTo>
                      <a:pt x="451" y="214"/>
                      <a:pt x="451" y="214"/>
                      <a:pt x="451" y="214"/>
                    </a:cubicBezTo>
                    <a:cubicBezTo>
                      <a:pt x="451" y="215"/>
                      <a:pt x="451" y="215"/>
                      <a:pt x="451" y="215"/>
                    </a:cubicBezTo>
                    <a:cubicBezTo>
                      <a:pt x="452" y="216"/>
                      <a:pt x="452" y="216"/>
                      <a:pt x="452" y="216"/>
                    </a:cubicBezTo>
                    <a:cubicBezTo>
                      <a:pt x="451" y="216"/>
                      <a:pt x="451" y="216"/>
                      <a:pt x="451" y="216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0" y="215"/>
                      <a:pt x="450" y="215"/>
                      <a:pt x="450" y="215"/>
                    </a:cubicBezTo>
                    <a:cubicBezTo>
                      <a:pt x="449" y="215"/>
                      <a:pt x="449" y="215"/>
                      <a:pt x="449" y="215"/>
                    </a:cubicBezTo>
                    <a:cubicBezTo>
                      <a:pt x="449" y="214"/>
                      <a:pt x="449" y="214"/>
                      <a:pt x="449" y="214"/>
                    </a:cubicBezTo>
                    <a:cubicBezTo>
                      <a:pt x="447" y="214"/>
                      <a:pt x="447" y="214"/>
                      <a:pt x="447" y="214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4"/>
                      <a:pt x="446" y="214"/>
                      <a:pt x="446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4" y="213"/>
                      <a:pt x="444" y="213"/>
                      <a:pt x="444" y="213"/>
                    </a:cubicBezTo>
                    <a:cubicBezTo>
                      <a:pt x="446" y="212"/>
                      <a:pt x="446" y="212"/>
                      <a:pt x="446" y="212"/>
                    </a:cubicBezTo>
                    <a:cubicBezTo>
                      <a:pt x="443" y="209"/>
                      <a:pt x="443" y="209"/>
                      <a:pt x="443" y="209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4" y="209"/>
                      <a:pt x="444" y="209"/>
                      <a:pt x="444" y="209"/>
                    </a:cubicBezTo>
                    <a:cubicBezTo>
                      <a:pt x="445" y="209"/>
                      <a:pt x="445" y="209"/>
                      <a:pt x="445" y="209"/>
                    </a:cubicBezTo>
                    <a:cubicBezTo>
                      <a:pt x="447" y="208"/>
                      <a:pt x="447" y="208"/>
                      <a:pt x="447" y="208"/>
                    </a:cubicBezTo>
                    <a:cubicBezTo>
                      <a:pt x="446" y="206"/>
                      <a:pt x="446" y="206"/>
                      <a:pt x="446" y="206"/>
                    </a:cubicBezTo>
                    <a:cubicBezTo>
                      <a:pt x="443" y="207"/>
                      <a:pt x="443" y="207"/>
                      <a:pt x="443" y="207"/>
                    </a:cubicBezTo>
                    <a:cubicBezTo>
                      <a:pt x="439" y="208"/>
                      <a:pt x="439" y="208"/>
                      <a:pt x="439" y="208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6" y="210"/>
                      <a:pt x="436" y="210"/>
                      <a:pt x="436" y="210"/>
                    </a:cubicBezTo>
                    <a:cubicBezTo>
                      <a:pt x="433" y="213"/>
                      <a:pt x="433" y="213"/>
                      <a:pt x="433" y="213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27" y="214"/>
                      <a:pt x="427" y="214"/>
                      <a:pt x="427" y="214"/>
                    </a:cubicBezTo>
                    <a:cubicBezTo>
                      <a:pt x="425" y="215"/>
                      <a:pt x="425" y="215"/>
                      <a:pt x="425" y="215"/>
                    </a:cubicBezTo>
                    <a:cubicBezTo>
                      <a:pt x="425" y="217"/>
                      <a:pt x="425" y="217"/>
                      <a:pt x="425" y="217"/>
                    </a:cubicBezTo>
                    <a:cubicBezTo>
                      <a:pt x="424" y="217"/>
                      <a:pt x="424" y="217"/>
                      <a:pt x="424" y="217"/>
                    </a:cubicBezTo>
                    <a:cubicBezTo>
                      <a:pt x="424" y="218"/>
                      <a:pt x="424" y="218"/>
                      <a:pt x="424" y="218"/>
                    </a:cubicBezTo>
                    <a:cubicBezTo>
                      <a:pt x="422" y="221"/>
                      <a:pt x="422" y="221"/>
                      <a:pt x="422" y="221"/>
                    </a:cubicBezTo>
                    <a:cubicBezTo>
                      <a:pt x="421" y="222"/>
                      <a:pt x="421" y="222"/>
                      <a:pt x="421" y="222"/>
                    </a:cubicBezTo>
                    <a:cubicBezTo>
                      <a:pt x="418" y="225"/>
                      <a:pt x="418" y="225"/>
                      <a:pt x="418" y="225"/>
                    </a:cubicBezTo>
                    <a:cubicBezTo>
                      <a:pt x="417" y="225"/>
                      <a:pt x="417" y="225"/>
                      <a:pt x="417" y="225"/>
                    </a:cubicBezTo>
                    <a:cubicBezTo>
                      <a:pt x="416" y="224"/>
                      <a:pt x="416" y="224"/>
                      <a:pt x="416" y="224"/>
                    </a:cubicBezTo>
                    <a:cubicBezTo>
                      <a:pt x="414" y="224"/>
                      <a:pt x="414" y="224"/>
                      <a:pt x="414" y="224"/>
                    </a:cubicBezTo>
                    <a:cubicBezTo>
                      <a:pt x="415" y="227"/>
                      <a:pt x="415" y="227"/>
                      <a:pt x="415" y="227"/>
                    </a:cubicBezTo>
                    <a:cubicBezTo>
                      <a:pt x="417" y="228"/>
                      <a:pt x="417" y="228"/>
                      <a:pt x="417" y="228"/>
                    </a:cubicBezTo>
                    <a:cubicBezTo>
                      <a:pt x="416" y="227"/>
                      <a:pt x="416" y="227"/>
                      <a:pt x="416" y="227"/>
                    </a:cubicBezTo>
                    <a:cubicBezTo>
                      <a:pt x="415" y="228"/>
                      <a:pt x="415" y="228"/>
                      <a:pt x="415" y="228"/>
                    </a:cubicBezTo>
                    <a:cubicBezTo>
                      <a:pt x="411" y="229"/>
                      <a:pt x="411" y="229"/>
                      <a:pt x="411" y="229"/>
                    </a:cubicBezTo>
                    <a:cubicBezTo>
                      <a:pt x="410" y="230"/>
                      <a:pt x="410" y="230"/>
                      <a:pt x="410" y="230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0" y="234"/>
                      <a:pt x="410" y="234"/>
                      <a:pt x="410" y="234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8"/>
                      <a:pt x="410" y="238"/>
                      <a:pt x="410" y="238"/>
                    </a:cubicBezTo>
                    <a:cubicBezTo>
                      <a:pt x="408" y="239"/>
                      <a:pt x="408" y="239"/>
                      <a:pt x="408" y="239"/>
                    </a:cubicBezTo>
                    <a:cubicBezTo>
                      <a:pt x="407" y="239"/>
                      <a:pt x="407" y="239"/>
                      <a:pt x="407" y="239"/>
                    </a:cubicBezTo>
                    <a:cubicBezTo>
                      <a:pt x="406" y="239"/>
                      <a:pt x="406" y="239"/>
                      <a:pt x="406" y="239"/>
                    </a:cubicBezTo>
                    <a:cubicBezTo>
                      <a:pt x="406" y="240"/>
                      <a:pt x="406" y="240"/>
                      <a:pt x="406" y="240"/>
                    </a:cubicBezTo>
                    <a:cubicBezTo>
                      <a:pt x="405" y="238"/>
                      <a:pt x="405" y="238"/>
                      <a:pt x="405" y="238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399" y="236"/>
                      <a:pt x="399" y="236"/>
                      <a:pt x="399" y="236"/>
                    </a:cubicBezTo>
                    <a:cubicBezTo>
                      <a:pt x="396" y="234"/>
                      <a:pt x="396" y="234"/>
                      <a:pt x="396" y="234"/>
                    </a:cubicBezTo>
                    <a:cubicBezTo>
                      <a:pt x="395" y="233"/>
                      <a:pt x="395" y="233"/>
                      <a:pt x="395" y="233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6" y="232"/>
                      <a:pt x="396" y="232"/>
                      <a:pt x="396" y="232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29"/>
                      <a:pt x="397" y="229"/>
                      <a:pt x="397" y="229"/>
                    </a:cubicBezTo>
                    <a:cubicBezTo>
                      <a:pt x="399" y="229"/>
                      <a:pt x="399" y="229"/>
                      <a:pt x="399" y="229"/>
                    </a:cubicBezTo>
                    <a:cubicBezTo>
                      <a:pt x="400" y="228"/>
                      <a:pt x="400" y="228"/>
                      <a:pt x="400" y="228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03" y="226"/>
                      <a:pt x="403" y="226"/>
                      <a:pt x="403" y="226"/>
                    </a:cubicBezTo>
                    <a:cubicBezTo>
                      <a:pt x="401" y="224"/>
                      <a:pt x="401" y="224"/>
                      <a:pt x="401" y="224"/>
                    </a:cubicBezTo>
                    <a:cubicBezTo>
                      <a:pt x="401" y="222"/>
                      <a:pt x="401" y="222"/>
                      <a:pt x="401" y="222"/>
                    </a:cubicBezTo>
                    <a:cubicBezTo>
                      <a:pt x="399" y="222"/>
                      <a:pt x="399" y="222"/>
                      <a:pt x="399" y="222"/>
                    </a:cubicBezTo>
                    <a:cubicBezTo>
                      <a:pt x="397" y="221"/>
                      <a:pt x="397" y="221"/>
                      <a:pt x="397" y="221"/>
                    </a:cubicBezTo>
                    <a:cubicBezTo>
                      <a:pt x="398" y="219"/>
                      <a:pt x="398" y="219"/>
                      <a:pt x="398" y="219"/>
                    </a:cubicBezTo>
                    <a:cubicBezTo>
                      <a:pt x="395" y="218"/>
                      <a:pt x="395" y="218"/>
                      <a:pt x="395" y="218"/>
                    </a:cubicBezTo>
                    <a:cubicBezTo>
                      <a:pt x="391" y="217"/>
                      <a:pt x="391" y="217"/>
                      <a:pt x="391" y="217"/>
                    </a:cubicBezTo>
                    <a:cubicBezTo>
                      <a:pt x="388" y="218"/>
                      <a:pt x="388" y="218"/>
                      <a:pt x="388" y="218"/>
                    </a:cubicBezTo>
                    <a:cubicBezTo>
                      <a:pt x="387" y="218"/>
                      <a:pt x="387" y="218"/>
                      <a:pt x="387" y="218"/>
                    </a:cubicBezTo>
                    <a:cubicBezTo>
                      <a:pt x="385" y="218"/>
                      <a:pt x="385" y="218"/>
                      <a:pt x="385" y="218"/>
                    </a:cubicBezTo>
                    <a:cubicBezTo>
                      <a:pt x="382" y="216"/>
                      <a:pt x="382" y="216"/>
                      <a:pt x="382" y="216"/>
                    </a:cubicBezTo>
                    <a:cubicBezTo>
                      <a:pt x="380" y="216"/>
                      <a:pt x="380" y="216"/>
                      <a:pt x="380" y="216"/>
                    </a:cubicBezTo>
                    <a:cubicBezTo>
                      <a:pt x="380" y="218"/>
                      <a:pt x="380" y="218"/>
                      <a:pt x="380" y="218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86" y="222"/>
                      <a:pt x="386" y="222"/>
                      <a:pt x="386" y="222"/>
                    </a:cubicBezTo>
                    <a:cubicBezTo>
                      <a:pt x="387" y="225"/>
                      <a:pt x="387" y="225"/>
                      <a:pt x="387" y="225"/>
                    </a:cubicBezTo>
                    <a:cubicBezTo>
                      <a:pt x="387" y="227"/>
                      <a:pt x="387" y="227"/>
                      <a:pt x="387" y="227"/>
                    </a:cubicBezTo>
                    <a:cubicBezTo>
                      <a:pt x="388" y="228"/>
                      <a:pt x="388" y="228"/>
                      <a:pt x="388" y="228"/>
                    </a:cubicBezTo>
                    <a:cubicBezTo>
                      <a:pt x="387" y="228"/>
                      <a:pt x="387" y="228"/>
                      <a:pt x="387" y="228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1"/>
                      <a:pt x="387" y="231"/>
                      <a:pt x="387" y="231"/>
                    </a:cubicBezTo>
                    <a:cubicBezTo>
                      <a:pt x="387" y="234"/>
                      <a:pt x="387" y="234"/>
                      <a:pt x="387" y="234"/>
                    </a:cubicBezTo>
                    <a:cubicBezTo>
                      <a:pt x="386" y="236"/>
                      <a:pt x="386" y="236"/>
                      <a:pt x="386" y="236"/>
                    </a:cubicBezTo>
                    <a:cubicBezTo>
                      <a:pt x="387" y="239"/>
                      <a:pt x="387" y="239"/>
                      <a:pt x="387" y="239"/>
                    </a:cubicBezTo>
                    <a:cubicBezTo>
                      <a:pt x="390" y="238"/>
                      <a:pt x="390" y="238"/>
                      <a:pt x="390" y="238"/>
                    </a:cubicBezTo>
                    <a:cubicBezTo>
                      <a:pt x="391" y="239"/>
                      <a:pt x="391" y="239"/>
                      <a:pt x="391" y="239"/>
                    </a:cubicBezTo>
                    <a:cubicBezTo>
                      <a:pt x="392" y="240"/>
                      <a:pt x="392" y="240"/>
                      <a:pt x="392" y="240"/>
                    </a:cubicBezTo>
                    <a:cubicBezTo>
                      <a:pt x="392" y="241"/>
                      <a:pt x="392" y="241"/>
                      <a:pt x="392" y="241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3"/>
                      <a:pt x="392" y="243"/>
                      <a:pt x="392" y="243"/>
                    </a:cubicBezTo>
                    <a:cubicBezTo>
                      <a:pt x="392" y="244"/>
                      <a:pt x="392" y="244"/>
                      <a:pt x="392" y="244"/>
                    </a:cubicBezTo>
                    <a:cubicBezTo>
                      <a:pt x="392" y="245"/>
                      <a:pt x="392" y="245"/>
                      <a:pt x="392" y="245"/>
                    </a:cubicBezTo>
                    <a:cubicBezTo>
                      <a:pt x="392" y="248"/>
                      <a:pt x="392" y="248"/>
                      <a:pt x="392" y="248"/>
                    </a:cubicBezTo>
                    <a:cubicBezTo>
                      <a:pt x="391" y="249"/>
                      <a:pt x="391" y="249"/>
                      <a:pt x="391" y="249"/>
                    </a:cubicBezTo>
                    <a:cubicBezTo>
                      <a:pt x="392" y="250"/>
                      <a:pt x="392" y="250"/>
                      <a:pt x="392" y="250"/>
                    </a:cubicBezTo>
                    <a:cubicBezTo>
                      <a:pt x="390" y="249"/>
                      <a:pt x="390" y="249"/>
                      <a:pt x="390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8" y="248"/>
                      <a:pt x="388" y="248"/>
                      <a:pt x="388" y="248"/>
                    </a:cubicBezTo>
                    <a:cubicBezTo>
                      <a:pt x="385" y="248"/>
                      <a:pt x="385" y="248"/>
                      <a:pt x="385" y="248"/>
                    </a:cubicBezTo>
                    <a:cubicBezTo>
                      <a:pt x="383" y="248"/>
                      <a:pt x="383" y="248"/>
                      <a:pt x="383" y="248"/>
                    </a:cubicBezTo>
                    <a:cubicBezTo>
                      <a:pt x="382" y="247"/>
                      <a:pt x="382" y="247"/>
                      <a:pt x="382" y="247"/>
                    </a:cubicBezTo>
                    <a:cubicBezTo>
                      <a:pt x="379" y="246"/>
                      <a:pt x="379" y="246"/>
                      <a:pt x="379" y="246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4" y="253"/>
                      <a:pt x="374" y="253"/>
                      <a:pt x="374" y="253"/>
                    </a:cubicBezTo>
                    <a:cubicBezTo>
                      <a:pt x="372" y="253"/>
                      <a:pt x="372" y="253"/>
                      <a:pt x="372" y="253"/>
                    </a:cubicBezTo>
                    <a:cubicBezTo>
                      <a:pt x="371" y="254"/>
                      <a:pt x="371" y="254"/>
                      <a:pt x="371" y="254"/>
                    </a:cubicBezTo>
                    <a:cubicBezTo>
                      <a:pt x="370" y="256"/>
                      <a:pt x="370" y="256"/>
                      <a:pt x="370" y="256"/>
                    </a:cubicBezTo>
                    <a:cubicBezTo>
                      <a:pt x="369" y="258"/>
                      <a:pt x="369" y="258"/>
                      <a:pt x="369" y="258"/>
                    </a:cubicBezTo>
                    <a:cubicBezTo>
                      <a:pt x="367" y="260"/>
                      <a:pt x="367" y="260"/>
                      <a:pt x="367" y="260"/>
                    </a:cubicBezTo>
                    <a:cubicBezTo>
                      <a:pt x="367" y="262"/>
                      <a:pt x="367" y="262"/>
                      <a:pt x="367" y="262"/>
                    </a:cubicBezTo>
                    <a:cubicBezTo>
                      <a:pt x="367" y="264"/>
                      <a:pt x="367" y="264"/>
                      <a:pt x="367" y="264"/>
                    </a:cubicBezTo>
                    <a:cubicBezTo>
                      <a:pt x="371" y="267"/>
                      <a:pt x="371" y="267"/>
                      <a:pt x="371" y="267"/>
                    </a:cubicBezTo>
                    <a:cubicBezTo>
                      <a:pt x="372" y="270"/>
                      <a:pt x="372" y="270"/>
                      <a:pt x="372" y="270"/>
                    </a:cubicBezTo>
                    <a:cubicBezTo>
                      <a:pt x="372" y="271"/>
                      <a:pt x="372" y="271"/>
                      <a:pt x="372" y="271"/>
                    </a:cubicBezTo>
                    <a:cubicBezTo>
                      <a:pt x="370" y="271"/>
                      <a:pt x="370" y="271"/>
                      <a:pt x="370" y="271"/>
                    </a:cubicBezTo>
                    <a:cubicBezTo>
                      <a:pt x="370" y="273"/>
                      <a:pt x="370" y="273"/>
                      <a:pt x="370" y="273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69" y="274"/>
                      <a:pt x="369" y="274"/>
                      <a:pt x="369" y="274"/>
                    </a:cubicBezTo>
                    <a:cubicBezTo>
                      <a:pt x="367" y="273"/>
                      <a:pt x="367" y="273"/>
                      <a:pt x="367" y="273"/>
                    </a:cubicBezTo>
                    <a:cubicBezTo>
                      <a:pt x="362" y="270"/>
                      <a:pt x="362" y="270"/>
                      <a:pt x="362" y="270"/>
                    </a:cubicBezTo>
                    <a:cubicBezTo>
                      <a:pt x="361" y="270"/>
                      <a:pt x="361" y="270"/>
                      <a:pt x="361" y="270"/>
                    </a:cubicBezTo>
                    <a:cubicBezTo>
                      <a:pt x="360" y="269"/>
                      <a:pt x="360" y="269"/>
                      <a:pt x="360" y="269"/>
                    </a:cubicBezTo>
                    <a:cubicBezTo>
                      <a:pt x="358" y="269"/>
                      <a:pt x="358" y="269"/>
                      <a:pt x="358" y="269"/>
                    </a:cubicBezTo>
                    <a:cubicBezTo>
                      <a:pt x="357" y="268"/>
                      <a:pt x="357" y="268"/>
                      <a:pt x="357" y="268"/>
                    </a:cubicBezTo>
                    <a:cubicBezTo>
                      <a:pt x="355" y="267"/>
                      <a:pt x="355" y="267"/>
                      <a:pt x="355" y="267"/>
                    </a:cubicBezTo>
                    <a:cubicBezTo>
                      <a:pt x="353" y="266"/>
                      <a:pt x="353" y="266"/>
                      <a:pt x="353" y="266"/>
                    </a:cubicBezTo>
                    <a:cubicBezTo>
                      <a:pt x="352" y="265"/>
                      <a:pt x="352" y="265"/>
                      <a:pt x="352" y="265"/>
                    </a:cubicBezTo>
                    <a:cubicBezTo>
                      <a:pt x="349" y="265"/>
                      <a:pt x="349" y="265"/>
                      <a:pt x="349" y="265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6" y="269"/>
                      <a:pt x="346" y="269"/>
                      <a:pt x="346" y="269"/>
                    </a:cubicBezTo>
                    <a:cubicBezTo>
                      <a:pt x="348" y="272"/>
                      <a:pt x="348" y="272"/>
                      <a:pt x="348" y="272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51" y="275"/>
                      <a:pt x="351" y="275"/>
                      <a:pt x="351" y="275"/>
                    </a:cubicBezTo>
                    <a:cubicBezTo>
                      <a:pt x="352" y="277"/>
                      <a:pt x="352" y="277"/>
                      <a:pt x="352" y="277"/>
                    </a:cubicBezTo>
                    <a:cubicBezTo>
                      <a:pt x="354" y="278"/>
                      <a:pt x="354" y="278"/>
                      <a:pt x="354" y="278"/>
                    </a:cubicBezTo>
                    <a:cubicBezTo>
                      <a:pt x="356" y="277"/>
                      <a:pt x="356" y="277"/>
                      <a:pt x="356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9" y="278"/>
                      <a:pt x="359" y="278"/>
                      <a:pt x="359" y="278"/>
                    </a:cubicBezTo>
                    <a:cubicBezTo>
                      <a:pt x="358" y="279"/>
                      <a:pt x="358" y="279"/>
                      <a:pt x="358" y="279"/>
                    </a:cubicBezTo>
                    <a:cubicBezTo>
                      <a:pt x="359" y="280"/>
                      <a:pt x="359" y="280"/>
                      <a:pt x="359" y="280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8" y="282"/>
                      <a:pt x="358" y="282"/>
                      <a:pt x="358" y="282"/>
                    </a:cubicBezTo>
                    <a:cubicBezTo>
                      <a:pt x="356" y="284"/>
                      <a:pt x="356" y="284"/>
                      <a:pt x="356" y="284"/>
                    </a:cubicBezTo>
                    <a:cubicBezTo>
                      <a:pt x="356" y="283"/>
                      <a:pt x="356" y="283"/>
                      <a:pt x="356" y="283"/>
                    </a:cubicBezTo>
                    <a:cubicBezTo>
                      <a:pt x="354" y="282"/>
                      <a:pt x="354" y="282"/>
                      <a:pt x="354" y="282"/>
                    </a:cubicBezTo>
                    <a:cubicBezTo>
                      <a:pt x="352" y="282"/>
                      <a:pt x="352" y="282"/>
                      <a:pt x="352" y="282"/>
                    </a:cubicBezTo>
                    <a:cubicBezTo>
                      <a:pt x="351" y="281"/>
                      <a:pt x="351" y="281"/>
                      <a:pt x="351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8" y="279"/>
                      <a:pt x="348" y="279"/>
                      <a:pt x="348" y="279"/>
                    </a:cubicBezTo>
                    <a:cubicBezTo>
                      <a:pt x="347" y="278"/>
                      <a:pt x="347" y="278"/>
                      <a:pt x="347" y="278"/>
                    </a:cubicBezTo>
                    <a:cubicBezTo>
                      <a:pt x="346" y="277"/>
                      <a:pt x="346" y="277"/>
                      <a:pt x="346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3" y="278"/>
                      <a:pt x="343" y="278"/>
                      <a:pt x="343" y="278"/>
                    </a:cubicBezTo>
                    <a:cubicBezTo>
                      <a:pt x="341" y="277"/>
                      <a:pt x="341" y="277"/>
                      <a:pt x="341" y="277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5"/>
                      <a:pt x="340" y="275"/>
                      <a:pt x="340" y="275"/>
                    </a:cubicBezTo>
                    <a:cubicBezTo>
                      <a:pt x="340" y="273"/>
                      <a:pt x="340" y="273"/>
                      <a:pt x="340" y="273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0"/>
                      <a:pt x="339" y="270"/>
                      <a:pt x="339" y="270"/>
                    </a:cubicBezTo>
                    <a:cubicBezTo>
                      <a:pt x="339" y="269"/>
                      <a:pt x="339" y="269"/>
                      <a:pt x="339" y="269"/>
                    </a:cubicBezTo>
                    <a:cubicBezTo>
                      <a:pt x="337" y="267"/>
                      <a:pt x="337" y="267"/>
                      <a:pt x="337" y="267"/>
                    </a:cubicBezTo>
                    <a:cubicBezTo>
                      <a:pt x="337" y="265"/>
                      <a:pt x="337" y="265"/>
                      <a:pt x="337" y="265"/>
                    </a:cubicBezTo>
                    <a:cubicBezTo>
                      <a:pt x="336" y="265"/>
                      <a:pt x="336" y="265"/>
                      <a:pt x="336" y="265"/>
                    </a:cubicBezTo>
                    <a:cubicBezTo>
                      <a:pt x="336" y="264"/>
                      <a:pt x="336" y="264"/>
                      <a:pt x="336" y="264"/>
                    </a:cubicBezTo>
                    <a:cubicBezTo>
                      <a:pt x="337" y="264"/>
                      <a:pt x="337" y="264"/>
                      <a:pt x="337" y="264"/>
                    </a:cubicBezTo>
                    <a:cubicBezTo>
                      <a:pt x="337" y="261"/>
                      <a:pt x="337" y="261"/>
                      <a:pt x="337" y="261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6" y="259"/>
                      <a:pt x="336" y="259"/>
                      <a:pt x="336" y="259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7" y="257"/>
                      <a:pt x="337" y="257"/>
                      <a:pt x="337" y="257"/>
                    </a:cubicBezTo>
                    <a:cubicBezTo>
                      <a:pt x="336" y="257"/>
                      <a:pt x="336" y="257"/>
                      <a:pt x="336" y="257"/>
                    </a:cubicBezTo>
                    <a:cubicBezTo>
                      <a:pt x="334" y="255"/>
                      <a:pt x="334" y="255"/>
                      <a:pt x="334" y="255"/>
                    </a:cubicBezTo>
                    <a:cubicBezTo>
                      <a:pt x="331" y="253"/>
                      <a:pt x="331" y="253"/>
                      <a:pt x="331" y="253"/>
                    </a:cubicBezTo>
                    <a:cubicBezTo>
                      <a:pt x="330" y="254"/>
                      <a:pt x="330" y="254"/>
                      <a:pt x="330" y="254"/>
                    </a:cubicBezTo>
                    <a:cubicBezTo>
                      <a:pt x="329" y="253"/>
                      <a:pt x="329" y="253"/>
                      <a:pt x="329" y="253"/>
                    </a:cubicBezTo>
                    <a:cubicBezTo>
                      <a:pt x="328" y="253"/>
                      <a:pt x="328" y="253"/>
                      <a:pt x="328" y="253"/>
                    </a:cubicBezTo>
                    <a:cubicBezTo>
                      <a:pt x="329" y="252"/>
                      <a:pt x="329" y="252"/>
                      <a:pt x="329" y="252"/>
                    </a:cubicBezTo>
                    <a:cubicBezTo>
                      <a:pt x="328" y="251"/>
                      <a:pt x="328" y="251"/>
                      <a:pt x="328" y="251"/>
                    </a:cubicBezTo>
                    <a:cubicBezTo>
                      <a:pt x="329" y="251"/>
                      <a:pt x="329" y="251"/>
                      <a:pt x="329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50"/>
                      <a:pt x="325" y="250"/>
                      <a:pt x="325" y="250"/>
                    </a:cubicBezTo>
                    <a:cubicBezTo>
                      <a:pt x="324" y="251"/>
                      <a:pt x="324" y="251"/>
                      <a:pt x="324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49"/>
                      <a:pt x="325" y="249"/>
                      <a:pt x="325" y="249"/>
                    </a:cubicBezTo>
                    <a:cubicBezTo>
                      <a:pt x="323" y="248"/>
                      <a:pt x="323" y="248"/>
                      <a:pt x="323" y="248"/>
                    </a:cubicBezTo>
                    <a:cubicBezTo>
                      <a:pt x="322" y="247"/>
                      <a:pt x="322" y="247"/>
                      <a:pt x="322" y="247"/>
                    </a:cubicBezTo>
                    <a:cubicBezTo>
                      <a:pt x="321" y="246"/>
                      <a:pt x="321" y="246"/>
                      <a:pt x="321" y="246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2" y="244"/>
                      <a:pt x="322" y="244"/>
                      <a:pt x="322" y="244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5" y="248"/>
                      <a:pt x="325" y="248"/>
                      <a:pt x="325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8" y="249"/>
                      <a:pt x="328" y="249"/>
                      <a:pt x="328" y="249"/>
                    </a:cubicBezTo>
                    <a:cubicBezTo>
                      <a:pt x="331" y="249"/>
                      <a:pt x="331" y="249"/>
                      <a:pt x="331" y="249"/>
                    </a:cubicBezTo>
                    <a:cubicBezTo>
                      <a:pt x="330" y="249"/>
                      <a:pt x="330" y="249"/>
                      <a:pt x="330" y="249"/>
                    </a:cubicBezTo>
                    <a:cubicBezTo>
                      <a:pt x="331" y="250"/>
                      <a:pt x="331" y="250"/>
                      <a:pt x="331" y="250"/>
                    </a:cubicBezTo>
                    <a:cubicBezTo>
                      <a:pt x="331" y="251"/>
                      <a:pt x="331" y="251"/>
                      <a:pt x="331" y="251"/>
                    </a:cubicBezTo>
                    <a:cubicBezTo>
                      <a:pt x="333" y="251"/>
                      <a:pt x="333" y="251"/>
                      <a:pt x="333" y="251"/>
                    </a:cubicBezTo>
                    <a:cubicBezTo>
                      <a:pt x="334" y="250"/>
                      <a:pt x="334" y="250"/>
                      <a:pt x="334" y="250"/>
                    </a:cubicBezTo>
                    <a:cubicBezTo>
                      <a:pt x="337" y="251"/>
                      <a:pt x="337" y="251"/>
                      <a:pt x="337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40" y="253"/>
                      <a:pt x="340" y="253"/>
                      <a:pt x="340" y="253"/>
                    </a:cubicBezTo>
                    <a:cubicBezTo>
                      <a:pt x="341" y="253"/>
                      <a:pt x="341" y="253"/>
                      <a:pt x="341" y="253"/>
                    </a:cubicBezTo>
                    <a:cubicBezTo>
                      <a:pt x="342" y="253"/>
                      <a:pt x="342" y="253"/>
                      <a:pt x="342" y="253"/>
                    </a:cubicBezTo>
                    <a:cubicBezTo>
                      <a:pt x="342" y="254"/>
                      <a:pt x="342" y="254"/>
                      <a:pt x="342" y="254"/>
                    </a:cubicBezTo>
                    <a:cubicBezTo>
                      <a:pt x="345" y="254"/>
                      <a:pt x="345" y="254"/>
                      <a:pt x="345" y="254"/>
                    </a:cubicBezTo>
                    <a:cubicBezTo>
                      <a:pt x="346" y="254"/>
                      <a:pt x="346" y="254"/>
                      <a:pt x="346" y="254"/>
                    </a:cubicBezTo>
                    <a:cubicBezTo>
                      <a:pt x="347" y="253"/>
                      <a:pt x="347" y="253"/>
                      <a:pt x="347" y="253"/>
                    </a:cubicBezTo>
                    <a:cubicBezTo>
                      <a:pt x="349" y="254"/>
                      <a:pt x="349" y="254"/>
                      <a:pt x="349" y="254"/>
                    </a:cubicBezTo>
                    <a:cubicBezTo>
                      <a:pt x="351" y="255"/>
                      <a:pt x="351" y="255"/>
                      <a:pt x="351" y="255"/>
                    </a:cubicBezTo>
                    <a:cubicBezTo>
                      <a:pt x="356" y="255"/>
                      <a:pt x="356" y="255"/>
                      <a:pt x="356" y="255"/>
                    </a:cubicBezTo>
                    <a:cubicBezTo>
                      <a:pt x="359" y="255"/>
                      <a:pt x="359" y="255"/>
                      <a:pt x="359" y="255"/>
                    </a:cubicBezTo>
                    <a:cubicBezTo>
                      <a:pt x="360" y="254"/>
                      <a:pt x="360" y="254"/>
                      <a:pt x="360" y="254"/>
                    </a:cubicBezTo>
                    <a:cubicBezTo>
                      <a:pt x="362" y="254"/>
                      <a:pt x="362" y="254"/>
                      <a:pt x="362" y="254"/>
                    </a:cubicBezTo>
                    <a:cubicBezTo>
                      <a:pt x="363" y="253"/>
                      <a:pt x="363" y="253"/>
                      <a:pt x="363" y="253"/>
                    </a:cubicBezTo>
                    <a:cubicBezTo>
                      <a:pt x="365" y="253"/>
                      <a:pt x="365" y="253"/>
                      <a:pt x="365" y="253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70" y="248"/>
                      <a:pt x="370" y="248"/>
                      <a:pt x="370" y="248"/>
                    </a:cubicBezTo>
                    <a:cubicBezTo>
                      <a:pt x="371" y="247"/>
                      <a:pt x="371" y="247"/>
                      <a:pt x="371" y="247"/>
                    </a:cubicBezTo>
                    <a:cubicBezTo>
                      <a:pt x="372" y="245"/>
                      <a:pt x="372" y="245"/>
                      <a:pt x="372" y="245"/>
                    </a:cubicBezTo>
                    <a:cubicBezTo>
                      <a:pt x="372" y="244"/>
                      <a:pt x="372" y="244"/>
                      <a:pt x="372" y="244"/>
                    </a:cubicBezTo>
                    <a:cubicBezTo>
                      <a:pt x="373" y="243"/>
                      <a:pt x="373" y="243"/>
                      <a:pt x="373" y="243"/>
                    </a:cubicBezTo>
                    <a:cubicBezTo>
                      <a:pt x="373" y="240"/>
                      <a:pt x="373" y="240"/>
                      <a:pt x="373" y="240"/>
                    </a:cubicBezTo>
                    <a:cubicBezTo>
                      <a:pt x="373" y="237"/>
                      <a:pt x="373" y="237"/>
                      <a:pt x="373" y="237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0" y="234"/>
                      <a:pt x="370" y="234"/>
                      <a:pt x="370" y="234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6" y="230"/>
                      <a:pt x="366" y="230"/>
                      <a:pt x="366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2" y="227"/>
                      <a:pt x="362" y="227"/>
                      <a:pt x="362" y="227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0" y="224"/>
                      <a:pt x="360" y="224"/>
                      <a:pt x="360" y="224"/>
                    </a:cubicBezTo>
                    <a:cubicBezTo>
                      <a:pt x="358" y="224"/>
                      <a:pt x="358" y="224"/>
                      <a:pt x="358" y="224"/>
                    </a:cubicBezTo>
                    <a:cubicBezTo>
                      <a:pt x="359" y="226"/>
                      <a:pt x="359" y="226"/>
                      <a:pt x="359" y="226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58" y="225"/>
                      <a:pt x="358" y="225"/>
                      <a:pt x="358" y="225"/>
                    </a:cubicBezTo>
                    <a:cubicBezTo>
                      <a:pt x="357" y="225"/>
                      <a:pt x="357" y="225"/>
                      <a:pt x="357" y="225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3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1" y="222"/>
                      <a:pt x="351" y="222"/>
                      <a:pt x="351" y="222"/>
                    </a:cubicBezTo>
                    <a:cubicBezTo>
                      <a:pt x="350" y="221"/>
                      <a:pt x="350" y="221"/>
                      <a:pt x="350" y="221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4" y="217"/>
                      <a:pt x="344" y="217"/>
                      <a:pt x="344" y="217"/>
                    </a:cubicBezTo>
                    <a:cubicBezTo>
                      <a:pt x="336" y="213"/>
                      <a:pt x="336" y="213"/>
                      <a:pt x="336" y="213"/>
                    </a:cubicBezTo>
                    <a:cubicBezTo>
                      <a:pt x="334" y="212"/>
                      <a:pt x="334" y="212"/>
                      <a:pt x="334" y="212"/>
                    </a:cubicBezTo>
                    <a:cubicBezTo>
                      <a:pt x="333" y="212"/>
                      <a:pt x="333" y="212"/>
                      <a:pt x="333" y="212"/>
                    </a:cubicBezTo>
                    <a:cubicBezTo>
                      <a:pt x="332" y="212"/>
                      <a:pt x="332" y="212"/>
                      <a:pt x="332" y="212"/>
                    </a:cubicBezTo>
                    <a:cubicBezTo>
                      <a:pt x="330" y="211"/>
                      <a:pt x="330" y="211"/>
                      <a:pt x="330" y="211"/>
                    </a:cubicBezTo>
                    <a:cubicBezTo>
                      <a:pt x="330" y="212"/>
                      <a:pt x="330" y="212"/>
                      <a:pt x="330" y="212"/>
                    </a:cubicBezTo>
                    <a:cubicBezTo>
                      <a:pt x="329" y="213"/>
                      <a:pt x="329" y="213"/>
                      <a:pt x="329" y="213"/>
                    </a:cubicBezTo>
                    <a:cubicBezTo>
                      <a:pt x="328" y="212"/>
                      <a:pt x="328" y="212"/>
                      <a:pt x="328" y="212"/>
                    </a:cubicBezTo>
                    <a:cubicBezTo>
                      <a:pt x="326" y="212"/>
                      <a:pt x="326" y="212"/>
                      <a:pt x="326" y="212"/>
                    </a:cubicBezTo>
                    <a:cubicBezTo>
                      <a:pt x="325" y="211"/>
                      <a:pt x="325" y="211"/>
                      <a:pt x="325" y="211"/>
                    </a:cubicBezTo>
                    <a:cubicBezTo>
                      <a:pt x="323" y="210"/>
                      <a:pt x="323" y="210"/>
                      <a:pt x="323" y="210"/>
                    </a:cubicBezTo>
                    <a:cubicBezTo>
                      <a:pt x="323" y="211"/>
                      <a:pt x="323" y="211"/>
                      <a:pt x="323" y="211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2"/>
                      <a:pt x="320" y="212"/>
                      <a:pt x="320" y="212"/>
                    </a:cubicBezTo>
                    <a:cubicBezTo>
                      <a:pt x="319" y="211"/>
                      <a:pt x="319" y="211"/>
                      <a:pt x="319" y="211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7" y="211"/>
                      <a:pt x="317" y="211"/>
                      <a:pt x="317" y="211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4" y="211"/>
                      <a:pt x="314" y="211"/>
                      <a:pt x="314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0"/>
                      <a:pt x="313" y="210"/>
                      <a:pt x="313" y="210"/>
                    </a:cubicBezTo>
                    <a:cubicBezTo>
                      <a:pt x="314" y="210"/>
                      <a:pt x="314" y="210"/>
                      <a:pt x="314" y="210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8" y="209"/>
                      <a:pt x="318" y="209"/>
                      <a:pt x="318" y="209"/>
                    </a:cubicBezTo>
                    <a:cubicBezTo>
                      <a:pt x="317" y="208"/>
                      <a:pt x="317" y="208"/>
                      <a:pt x="317" y="208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3" y="206"/>
                      <a:pt x="313" y="206"/>
                      <a:pt x="313" y="206"/>
                    </a:cubicBezTo>
                    <a:cubicBezTo>
                      <a:pt x="313" y="205"/>
                      <a:pt x="313" y="205"/>
                      <a:pt x="313" y="205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09" y="204"/>
                      <a:pt x="309" y="204"/>
                      <a:pt x="309" y="204"/>
                    </a:cubicBezTo>
                    <a:cubicBezTo>
                      <a:pt x="308" y="205"/>
                      <a:pt x="308" y="205"/>
                      <a:pt x="308" y="205"/>
                    </a:cubicBezTo>
                    <a:cubicBezTo>
                      <a:pt x="309" y="206"/>
                      <a:pt x="309" y="206"/>
                      <a:pt x="309" y="206"/>
                    </a:cubicBezTo>
                    <a:cubicBezTo>
                      <a:pt x="308" y="206"/>
                      <a:pt x="308" y="206"/>
                      <a:pt x="308" y="206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7" y="208"/>
                      <a:pt x="307" y="208"/>
                      <a:pt x="307" y="208"/>
                    </a:cubicBezTo>
                    <a:cubicBezTo>
                      <a:pt x="306" y="208"/>
                      <a:pt x="306" y="208"/>
                      <a:pt x="306" y="208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3" y="207"/>
                      <a:pt x="303" y="207"/>
                      <a:pt x="303" y="207"/>
                    </a:cubicBezTo>
                    <a:cubicBezTo>
                      <a:pt x="302" y="207"/>
                      <a:pt x="302" y="207"/>
                      <a:pt x="302" y="207"/>
                    </a:cubicBezTo>
                    <a:cubicBezTo>
                      <a:pt x="301" y="207"/>
                      <a:pt x="301" y="207"/>
                      <a:pt x="301" y="207"/>
                    </a:cubicBezTo>
                    <a:cubicBezTo>
                      <a:pt x="301" y="206"/>
                      <a:pt x="301" y="206"/>
                      <a:pt x="301" y="206"/>
                    </a:cubicBezTo>
                    <a:cubicBezTo>
                      <a:pt x="299" y="206"/>
                      <a:pt x="299" y="206"/>
                      <a:pt x="299" y="206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7"/>
                      <a:pt x="299" y="207"/>
                      <a:pt x="299" y="207"/>
                    </a:cubicBezTo>
                    <a:cubicBezTo>
                      <a:pt x="297" y="208"/>
                      <a:pt x="297" y="208"/>
                      <a:pt x="297" y="208"/>
                    </a:cubicBezTo>
                    <a:cubicBezTo>
                      <a:pt x="297" y="206"/>
                      <a:pt x="297" y="206"/>
                      <a:pt x="297" y="206"/>
                    </a:cubicBezTo>
                    <a:cubicBezTo>
                      <a:pt x="296" y="206"/>
                      <a:pt x="296" y="206"/>
                      <a:pt x="296" y="206"/>
                    </a:cubicBezTo>
                    <a:cubicBezTo>
                      <a:pt x="296" y="205"/>
                      <a:pt x="296" y="205"/>
                      <a:pt x="296" y="205"/>
                    </a:cubicBezTo>
                    <a:cubicBezTo>
                      <a:pt x="295" y="204"/>
                      <a:pt x="295" y="204"/>
                      <a:pt x="295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4" y="204"/>
                      <a:pt x="294" y="204"/>
                      <a:pt x="294" y="204"/>
                    </a:cubicBezTo>
                    <a:cubicBezTo>
                      <a:pt x="299" y="204"/>
                      <a:pt x="299" y="204"/>
                      <a:pt x="299" y="204"/>
                    </a:cubicBezTo>
                    <a:cubicBezTo>
                      <a:pt x="301" y="204"/>
                      <a:pt x="301" y="204"/>
                      <a:pt x="301" y="204"/>
                    </a:cubicBezTo>
                    <a:cubicBezTo>
                      <a:pt x="302" y="201"/>
                      <a:pt x="302" y="201"/>
                      <a:pt x="302" y="201"/>
                    </a:cubicBezTo>
                    <a:cubicBezTo>
                      <a:pt x="305" y="200"/>
                      <a:pt x="305" y="200"/>
                      <a:pt x="305" y="200"/>
                    </a:cubicBezTo>
                    <a:cubicBezTo>
                      <a:pt x="306" y="199"/>
                      <a:pt x="306" y="199"/>
                      <a:pt x="306" y="199"/>
                    </a:cubicBezTo>
                    <a:cubicBezTo>
                      <a:pt x="306" y="198"/>
                      <a:pt x="306" y="198"/>
                      <a:pt x="306" y="198"/>
                    </a:cubicBezTo>
                    <a:cubicBezTo>
                      <a:pt x="305" y="198"/>
                      <a:pt x="305" y="198"/>
                      <a:pt x="305" y="198"/>
                    </a:cubicBezTo>
                    <a:cubicBezTo>
                      <a:pt x="305" y="197"/>
                      <a:pt x="305" y="197"/>
                      <a:pt x="305" y="197"/>
                    </a:cubicBezTo>
                    <a:cubicBezTo>
                      <a:pt x="304" y="197"/>
                      <a:pt x="304" y="197"/>
                      <a:pt x="304" y="197"/>
                    </a:cubicBezTo>
                    <a:cubicBezTo>
                      <a:pt x="302" y="197"/>
                      <a:pt x="302" y="197"/>
                      <a:pt x="302" y="197"/>
                    </a:cubicBezTo>
                    <a:cubicBezTo>
                      <a:pt x="301" y="195"/>
                      <a:pt x="301" y="195"/>
                      <a:pt x="301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8" y="194"/>
                      <a:pt x="298" y="194"/>
                      <a:pt x="298" y="194"/>
                    </a:cubicBez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6" y="194"/>
                      <a:pt x="296" y="194"/>
                      <a:pt x="296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4" y="194"/>
                      <a:pt x="294" y="194"/>
                      <a:pt x="294" y="194"/>
                    </a:cubicBezTo>
                    <a:cubicBezTo>
                      <a:pt x="294" y="193"/>
                      <a:pt x="294" y="193"/>
                      <a:pt x="294" y="193"/>
                    </a:cubicBezTo>
                    <a:cubicBezTo>
                      <a:pt x="292" y="192"/>
                      <a:pt x="292" y="192"/>
                      <a:pt x="292" y="192"/>
                    </a:cubicBezTo>
                    <a:cubicBezTo>
                      <a:pt x="290" y="192"/>
                      <a:pt x="290" y="192"/>
                      <a:pt x="290" y="192"/>
                    </a:cubicBezTo>
                    <a:cubicBezTo>
                      <a:pt x="289" y="193"/>
                      <a:pt x="289" y="193"/>
                      <a:pt x="289" y="193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8" y="195"/>
                      <a:pt x="288" y="195"/>
                      <a:pt x="288" y="195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9" y="198"/>
                      <a:pt x="289" y="198"/>
                      <a:pt x="289" y="198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8" y="198"/>
                      <a:pt x="288" y="198"/>
                      <a:pt x="288" y="198"/>
                    </a:cubicBezTo>
                    <a:cubicBezTo>
                      <a:pt x="287" y="198"/>
                      <a:pt x="287" y="198"/>
                      <a:pt x="287" y="198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7" y="195"/>
                      <a:pt x="287" y="195"/>
                      <a:pt x="287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4"/>
                      <a:pt x="286" y="194"/>
                      <a:pt x="286" y="194"/>
                    </a:cubicBezTo>
                    <a:cubicBezTo>
                      <a:pt x="287" y="194"/>
                      <a:pt x="287" y="194"/>
                      <a:pt x="287" y="194"/>
                    </a:cubicBezTo>
                    <a:cubicBezTo>
                      <a:pt x="288" y="191"/>
                      <a:pt x="288" y="191"/>
                      <a:pt x="288" y="191"/>
                    </a:cubicBezTo>
                    <a:cubicBezTo>
                      <a:pt x="288" y="189"/>
                      <a:pt x="288" y="189"/>
                      <a:pt x="288" y="189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89"/>
                      <a:pt x="286" y="189"/>
                      <a:pt x="286" y="189"/>
                    </a:cubicBezTo>
                    <a:cubicBezTo>
                      <a:pt x="285" y="187"/>
                      <a:pt x="285" y="187"/>
                      <a:pt x="285" y="187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7"/>
                      <a:pt x="282" y="187"/>
                      <a:pt x="282" y="187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1" y="190"/>
                      <a:pt x="281" y="190"/>
                      <a:pt x="281" y="190"/>
                    </a:cubicBezTo>
                    <a:cubicBezTo>
                      <a:pt x="282" y="191"/>
                      <a:pt x="282" y="191"/>
                      <a:pt x="282" y="191"/>
                    </a:cubicBezTo>
                    <a:cubicBezTo>
                      <a:pt x="281" y="191"/>
                      <a:pt x="281" y="191"/>
                      <a:pt x="281" y="191"/>
                    </a:cubicBezTo>
                    <a:cubicBezTo>
                      <a:pt x="280" y="189"/>
                      <a:pt x="280" y="189"/>
                      <a:pt x="280" y="189"/>
                    </a:cubicBezTo>
                    <a:cubicBezTo>
                      <a:pt x="279" y="191"/>
                      <a:pt x="279" y="191"/>
                      <a:pt x="279" y="191"/>
                    </a:cubicBezTo>
                    <a:cubicBezTo>
                      <a:pt x="278" y="192"/>
                      <a:pt x="278" y="192"/>
                      <a:pt x="278" y="192"/>
                    </a:cubicBezTo>
                    <a:cubicBezTo>
                      <a:pt x="279" y="193"/>
                      <a:pt x="279" y="193"/>
                      <a:pt x="279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79" y="194"/>
                      <a:pt x="279" y="194"/>
                      <a:pt x="279" y="194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78" y="195"/>
                      <a:pt x="278" y="195"/>
                      <a:pt x="278" y="195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6" y="199"/>
                      <a:pt x="276" y="199"/>
                      <a:pt x="276" y="199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6" y="196"/>
                      <a:pt x="276" y="196"/>
                      <a:pt x="276" y="196"/>
                    </a:cubicBezTo>
                    <a:cubicBezTo>
                      <a:pt x="277" y="195"/>
                      <a:pt x="277" y="195"/>
                      <a:pt x="277" y="195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6" y="191"/>
                      <a:pt x="276" y="191"/>
                      <a:pt x="276" y="191"/>
                    </a:cubicBezTo>
                    <a:cubicBezTo>
                      <a:pt x="275" y="191"/>
                      <a:pt x="275" y="191"/>
                      <a:pt x="275" y="191"/>
                    </a:cubicBezTo>
                    <a:cubicBezTo>
                      <a:pt x="273" y="195"/>
                      <a:pt x="273" y="195"/>
                      <a:pt x="273" y="195"/>
                    </a:cubicBezTo>
                    <a:cubicBezTo>
                      <a:pt x="273" y="196"/>
                      <a:pt x="273" y="196"/>
                      <a:pt x="273" y="196"/>
                    </a:cubicBezTo>
                    <a:cubicBezTo>
                      <a:pt x="271" y="199"/>
                      <a:pt x="271" y="199"/>
                      <a:pt x="271" y="199"/>
                    </a:cubicBezTo>
                    <a:cubicBezTo>
                      <a:pt x="270" y="201"/>
                      <a:pt x="270" y="201"/>
                      <a:pt x="270" y="201"/>
                    </a:cubicBezTo>
                    <a:cubicBezTo>
                      <a:pt x="271" y="202"/>
                      <a:pt x="271" y="202"/>
                      <a:pt x="271" y="202"/>
                    </a:cubicBezTo>
                    <a:cubicBezTo>
                      <a:pt x="271" y="203"/>
                      <a:pt x="271" y="203"/>
                      <a:pt x="271" y="203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4"/>
                      <a:pt x="269" y="204"/>
                      <a:pt x="269" y="204"/>
                    </a:cubicBezTo>
                    <a:cubicBezTo>
                      <a:pt x="269" y="203"/>
                      <a:pt x="269" y="203"/>
                      <a:pt x="269" y="203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70" y="200"/>
                      <a:pt x="270" y="200"/>
                      <a:pt x="270" y="200"/>
                    </a:cubicBezTo>
                    <a:cubicBezTo>
                      <a:pt x="270" y="199"/>
                      <a:pt x="270" y="199"/>
                      <a:pt x="270" y="199"/>
                    </a:cubicBezTo>
                    <a:cubicBezTo>
                      <a:pt x="270" y="198"/>
                      <a:pt x="270" y="198"/>
                      <a:pt x="270" y="198"/>
                    </a:cubicBezTo>
                    <a:cubicBezTo>
                      <a:pt x="271" y="196"/>
                      <a:pt x="271" y="196"/>
                      <a:pt x="271" y="196"/>
                    </a:cubicBezTo>
                    <a:cubicBezTo>
                      <a:pt x="272" y="195"/>
                      <a:pt x="272" y="195"/>
                      <a:pt x="272" y="195"/>
                    </a:cubicBezTo>
                    <a:cubicBezTo>
                      <a:pt x="272" y="194"/>
                      <a:pt x="272" y="194"/>
                      <a:pt x="272" y="194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3" y="192"/>
                      <a:pt x="273" y="192"/>
                      <a:pt x="273" y="192"/>
                    </a:cubicBezTo>
                    <a:cubicBezTo>
                      <a:pt x="274" y="190"/>
                      <a:pt x="274" y="190"/>
                      <a:pt x="274" y="190"/>
                    </a:cubicBezTo>
                    <a:cubicBezTo>
                      <a:pt x="273" y="190"/>
                      <a:pt x="273" y="190"/>
                      <a:pt x="273" y="190"/>
                    </a:cubicBezTo>
                    <a:cubicBezTo>
                      <a:pt x="274" y="189"/>
                      <a:pt x="274" y="189"/>
                      <a:pt x="274" y="189"/>
                    </a:cubicBezTo>
                    <a:cubicBezTo>
                      <a:pt x="272" y="188"/>
                      <a:pt x="272" y="188"/>
                      <a:pt x="272" y="188"/>
                    </a:cubicBezTo>
                    <a:cubicBezTo>
                      <a:pt x="270" y="187"/>
                      <a:pt x="270" y="187"/>
                      <a:pt x="270" y="187"/>
                    </a:cubicBezTo>
                    <a:cubicBezTo>
                      <a:pt x="270" y="189"/>
                      <a:pt x="270" y="189"/>
                      <a:pt x="270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7" y="190"/>
                      <a:pt x="267" y="190"/>
                      <a:pt x="267" y="190"/>
                    </a:cubicBezTo>
                    <a:cubicBezTo>
                      <a:pt x="267" y="191"/>
                      <a:pt x="267" y="191"/>
                      <a:pt x="267" y="191"/>
                    </a:cubicBezTo>
                    <a:cubicBezTo>
                      <a:pt x="269" y="191"/>
                      <a:pt x="269" y="191"/>
                      <a:pt x="269" y="191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7" y="192"/>
                      <a:pt x="267" y="192"/>
                      <a:pt x="267" y="192"/>
                    </a:cubicBezTo>
                    <a:cubicBezTo>
                      <a:pt x="266" y="191"/>
                      <a:pt x="266" y="191"/>
                      <a:pt x="266" y="191"/>
                    </a:cubicBezTo>
                    <a:cubicBezTo>
                      <a:pt x="264" y="192"/>
                      <a:pt x="264" y="192"/>
                      <a:pt x="264" y="192"/>
                    </a:cubicBezTo>
                    <a:cubicBezTo>
                      <a:pt x="264" y="194"/>
                      <a:pt x="264" y="194"/>
                      <a:pt x="264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2"/>
                      <a:pt x="263" y="192"/>
                      <a:pt x="263" y="192"/>
                    </a:cubicBezTo>
                    <a:cubicBezTo>
                      <a:pt x="262" y="191"/>
                      <a:pt x="262" y="191"/>
                      <a:pt x="262" y="191"/>
                    </a:cubicBezTo>
                    <a:cubicBezTo>
                      <a:pt x="260" y="191"/>
                      <a:pt x="260" y="191"/>
                      <a:pt x="260" y="191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2" y="194"/>
                      <a:pt x="262" y="194"/>
                      <a:pt x="262" y="194"/>
                    </a:cubicBezTo>
                    <a:cubicBezTo>
                      <a:pt x="262" y="195"/>
                      <a:pt x="262" y="195"/>
                      <a:pt x="262" y="195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3" y="197"/>
                      <a:pt x="263" y="197"/>
                      <a:pt x="263" y="197"/>
                    </a:cubicBezTo>
                    <a:cubicBezTo>
                      <a:pt x="263" y="196"/>
                      <a:pt x="263" y="196"/>
                      <a:pt x="263" y="196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59" y="195"/>
                      <a:pt x="259" y="195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8" y="193"/>
                      <a:pt x="258" y="193"/>
                      <a:pt x="258" y="193"/>
                    </a:cubicBezTo>
                    <a:cubicBezTo>
                      <a:pt x="255" y="195"/>
                      <a:pt x="255" y="195"/>
                      <a:pt x="255" y="195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3" y="196"/>
                      <a:pt x="253" y="196"/>
                      <a:pt x="253" y="196"/>
                    </a:cubicBezTo>
                    <a:cubicBezTo>
                      <a:pt x="253" y="195"/>
                      <a:pt x="253" y="195"/>
                      <a:pt x="253" y="195"/>
                    </a:cubicBezTo>
                    <a:cubicBezTo>
                      <a:pt x="251" y="196"/>
                      <a:pt x="251" y="196"/>
                      <a:pt x="251" y="196"/>
                    </a:cubicBezTo>
                    <a:cubicBezTo>
                      <a:pt x="249" y="196"/>
                      <a:pt x="249" y="196"/>
                      <a:pt x="249" y="196"/>
                    </a:cubicBezTo>
                    <a:cubicBezTo>
                      <a:pt x="250" y="199"/>
                      <a:pt x="250" y="199"/>
                      <a:pt x="250" y="199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4" y="199"/>
                      <a:pt x="254" y="199"/>
                      <a:pt x="254" y="199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6" y="200"/>
                      <a:pt x="256" y="200"/>
                      <a:pt x="256" y="200"/>
                    </a:cubicBezTo>
                    <a:cubicBezTo>
                      <a:pt x="255" y="200"/>
                      <a:pt x="255" y="200"/>
                      <a:pt x="255" y="200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5" y="203"/>
                      <a:pt x="255" y="203"/>
                      <a:pt x="255" y="203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3" y="203"/>
                      <a:pt x="253" y="203"/>
                      <a:pt x="253" y="203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7" y="202"/>
                      <a:pt x="247" y="202"/>
                      <a:pt x="247" y="202"/>
                    </a:cubicBezTo>
                    <a:cubicBezTo>
                      <a:pt x="245" y="202"/>
                      <a:pt x="245" y="202"/>
                      <a:pt x="245" y="202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8" y="206"/>
                      <a:pt x="248" y="206"/>
                      <a:pt x="248" y="206"/>
                    </a:cubicBezTo>
                    <a:cubicBezTo>
                      <a:pt x="249" y="207"/>
                      <a:pt x="249" y="207"/>
                      <a:pt x="249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8"/>
                      <a:pt x="250" y="208"/>
                      <a:pt x="250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6" y="208"/>
                      <a:pt x="246" y="208"/>
                      <a:pt x="246" y="208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6"/>
                      <a:pt x="245" y="206"/>
                      <a:pt x="245" y="206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3" y="202"/>
                      <a:pt x="243" y="202"/>
                      <a:pt x="243" y="202"/>
                    </a:cubicBezTo>
                    <a:cubicBezTo>
                      <a:pt x="241" y="204"/>
                      <a:pt x="241" y="204"/>
                      <a:pt x="241" y="204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3" y="207"/>
                      <a:pt x="243" y="207"/>
                      <a:pt x="243" y="207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3" y="210"/>
                      <a:pt x="243" y="210"/>
                      <a:pt x="243" y="210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0" y="208"/>
                      <a:pt x="240" y="208"/>
                      <a:pt x="240" y="208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9" y="209"/>
                      <a:pt x="239" y="209"/>
                      <a:pt x="239" y="209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8" y="207"/>
                      <a:pt x="238" y="207"/>
                      <a:pt x="238" y="207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40" y="207"/>
                      <a:pt x="240" y="207"/>
                      <a:pt x="240" y="207"/>
                    </a:cubicBezTo>
                    <a:cubicBezTo>
                      <a:pt x="241" y="206"/>
                      <a:pt x="241" y="206"/>
                      <a:pt x="241" y="206"/>
                    </a:cubicBezTo>
                    <a:cubicBezTo>
                      <a:pt x="240" y="205"/>
                      <a:pt x="240" y="205"/>
                      <a:pt x="240" y="205"/>
                    </a:cubicBezTo>
                    <a:cubicBezTo>
                      <a:pt x="239" y="204"/>
                      <a:pt x="239" y="204"/>
                      <a:pt x="239" y="204"/>
                    </a:cubicBezTo>
                    <a:cubicBezTo>
                      <a:pt x="238" y="201"/>
                      <a:pt x="238" y="201"/>
                      <a:pt x="238" y="201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3" y="203"/>
                      <a:pt x="233" y="203"/>
                      <a:pt x="233" y="203"/>
                    </a:cubicBezTo>
                    <a:cubicBezTo>
                      <a:pt x="234" y="204"/>
                      <a:pt x="234" y="204"/>
                      <a:pt x="234" y="204"/>
                    </a:cubicBezTo>
                    <a:cubicBezTo>
                      <a:pt x="231" y="205"/>
                      <a:pt x="231" y="205"/>
                      <a:pt x="231" y="205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3" y="207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2" y="211"/>
                      <a:pt x="232" y="211"/>
                      <a:pt x="232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27" y="212"/>
                      <a:pt x="227" y="212"/>
                      <a:pt x="227" y="212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3"/>
                      <a:pt x="227" y="213"/>
                      <a:pt x="227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3" y="219"/>
                      <a:pt x="223" y="219"/>
                      <a:pt x="223" y="219"/>
                    </a:cubicBezTo>
                    <a:cubicBezTo>
                      <a:pt x="221" y="220"/>
                      <a:pt x="221" y="220"/>
                      <a:pt x="221" y="220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4" y="222"/>
                      <a:pt x="224" y="222"/>
                      <a:pt x="224" y="222"/>
                    </a:cubicBezTo>
                    <a:cubicBezTo>
                      <a:pt x="223" y="225"/>
                      <a:pt x="223" y="225"/>
                      <a:pt x="223" y="225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0" y="223"/>
                      <a:pt x="220" y="223"/>
                      <a:pt x="220" y="223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2"/>
                      <a:pt x="222" y="222"/>
                      <a:pt x="222" y="222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8" y="224"/>
                      <a:pt x="218" y="224"/>
                      <a:pt x="218" y="224"/>
                    </a:cubicBezTo>
                    <a:cubicBezTo>
                      <a:pt x="219" y="225"/>
                      <a:pt x="219" y="225"/>
                      <a:pt x="219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9" y="218"/>
                      <a:pt x="219" y="218"/>
                      <a:pt x="219" y="218"/>
                    </a:cubicBezTo>
                    <a:cubicBezTo>
                      <a:pt x="219" y="216"/>
                      <a:pt x="219" y="216"/>
                      <a:pt x="219" y="216"/>
                    </a:cubicBezTo>
                    <a:cubicBezTo>
                      <a:pt x="216" y="217"/>
                      <a:pt x="216" y="217"/>
                      <a:pt x="216" y="217"/>
                    </a:cubicBezTo>
                    <a:cubicBezTo>
                      <a:pt x="216" y="219"/>
                      <a:pt x="216" y="219"/>
                      <a:pt x="216" y="219"/>
                    </a:cubicBezTo>
                    <a:cubicBezTo>
                      <a:pt x="214" y="220"/>
                      <a:pt x="214" y="220"/>
                      <a:pt x="214" y="220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1" y="222"/>
                      <a:pt x="211" y="222"/>
                      <a:pt x="211" y="222"/>
                    </a:cubicBezTo>
                    <a:cubicBezTo>
                      <a:pt x="212" y="223"/>
                      <a:pt x="212" y="223"/>
                      <a:pt x="212" y="223"/>
                    </a:cubicBezTo>
                    <a:cubicBezTo>
                      <a:pt x="211" y="224"/>
                      <a:pt x="211" y="224"/>
                      <a:pt x="211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6"/>
                      <a:pt x="209" y="226"/>
                      <a:pt x="209" y="226"/>
                    </a:cubicBezTo>
                    <a:cubicBezTo>
                      <a:pt x="210" y="227"/>
                      <a:pt x="210" y="227"/>
                      <a:pt x="210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11" y="229"/>
                      <a:pt x="211" y="229"/>
                      <a:pt x="211" y="229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5" y="233"/>
                      <a:pt x="205" y="233"/>
                      <a:pt x="205" y="233"/>
                    </a:cubicBezTo>
                    <a:cubicBezTo>
                      <a:pt x="203" y="233"/>
                      <a:pt x="203" y="233"/>
                      <a:pt x="203" y="233"/>
                    </a:cubicBezTo>
                    <a:cubicBezTo>
                      <a:pt x="203" y="234"/>
                      <a:pt x="203" y="234"/>
                      <a:pt x="203" y="234"/>
                    </a:cubicBezTo>
                    <a:cubicBezTo>
                      <a:pt x="202" y="232"/>
                      <a:pt x="202" y="232"/>
                      <a:pt x="202" y="232"/>
                    </a:cubicBezTo>
                    <a:cubicBezTo>
                      <a:pt x="200" y="236"/>
                      <a:pt x="200" y="236"/>
                      <a:pt x="200" y="236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199" y="241"/>
                      <a:pt x="199" y="241"/>
                      <a:pt x="199" y="241"/>
                    </a:cubicBezTo>
                    <a:cubicBezTo>
                      <a:pt x="200" y="242"/>
                      <a:pt x="200" y="242"/>
                      <a:pt x="200" y="242"/>
                    </a:cubicBezTo>
                    <a:cubicBezTo>
                      <a:pt x="201" y="241"/>
                      <a:pt x="201" y="241"/>
                      <a:pt x="201" y="241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3" y="236"/>
                      <a:pt x="203" y="236"/>
                      <a:pt x="203" y="236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4" y="235"/>
                      <a:pt x="204" y="235"/>
                      <a:pt x="204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11" y="232"/>
                      <a:pt x="211" y="232"/>
                      <a:pt x="211" y="232"/>
                    </a:cubicBezTo>
                    <a:cubicBezTo>
                      <a:pt x="213" y="233"/>
                      <a:pt x="213" y="233"/>
                      <a:pt x="213" y="233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4" y="232"/>
                      <a:pt x="214" y="232"/>
                      <a:pt x="214" y="232"/>
                    </a:cubicBezTo>
                    <a:cubicBezTo>
                      <a:pt x="215" y="231"/>
                      <a:pt x="215" y="231"/>
                      <a:pt x="215" y="231"/>
                    </a:cubicBezTo>
                    <a:cubicBezTo>
                      <a:pt x="217" y="231"/>
                      <a:pt x="217" y="231"/>
                      <a:pt x="217" y="231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0" y="228"/>
                      <a:pt x="220" y="228"/>
                      <a:pt x="220" y="228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18" y="231"/>
                      <a:pt x="218" y="231"/>
                      <a:pt x="218" y="231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19" y="232"/>
                      <a:pt x="219" y="232"/>
                      <a:pt x="219" y="232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8" y="232"/>
                      <a:pt x="218" y="232"/>
                      <a:pt x="218" y="232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4" y="234"/>
                      <a:pt x="214" y="234"/>
                      <a:pt x="214" y="234"/>
                    </a:cubicBezTo>
                    <a:cubicBezTo>
                      <a:pt x="215" y="235"/>
                      <a:pt x="215" y="235"/>
                      <a:pt x="215" y="235"/>
                    </a:cubicBezTo>
                    <a:cubicBezTo>
                      <a:pt x="217" y="235"/>
                      <a:pt x="217" y="235"/>
                      <a:pt x="217" y="235"/>
                    </a:cubicBezTo>
                    <a:cubicBezTo>
                      <a:pt x="218" y="236"/>
                      <a:pt x="218" y="236"/>
                      <a:pt x="218" y="236"/>
                    </a:cubicBezTo>
                    <a:cubicBezTo>
                      <a:pt x="217" y="236"/>
                      <a:pt x="217" y="236"/>
                      <a:pt x="217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3" y="236"/>
                      <a:pt x="213" y="236"/>
                      <a:pt x="213" y="236"/>
                    </a:cubicBezTo>
                    <a:cubicBezTo>
                      <a:pt x="212" y="238"/>
                      <a:pt x="212" y="238"/>
                      <a:pt x="212" y="238"/>
                    </a:cubicBezTo>
                    <a:cubicBezTo>
                      <a:pt x="213" y="239"/>
                      <a:pt x="213" y="239"/>
                      <a:pt x="213" y="239"/>
                    </a:cubicBezTo>
                    <a:cubicBezTo>
                      <a:pt x="211" y="241"/>
                      <a:pt x="211" y="241"/>
                      <a:pt x="211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5" y="242"/>
                      <a:pt x="215" y="242"/>
                      <a:pt x="215" y="242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3" y="241"/>
                      <a:pt x="213" y="241"/>
                      <a:pt x="213" y="241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6"/>
                      <a:pt x="210" y="246"/>
                      <a:pt x="210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4" y="246"/>
                      <a:pt x="214" y="246"/>
                      <a:pt x="214" y="246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11" y="246"/>
                      <a:pt x="211" y="246"/>
                      <a:pt x="211" y="246"/>
                    </a:cubicBezTo>
                    <a:cubicBezTo>
                      <a:pt x="209" y="246"/>
                      <a:pt x="209" y="246"/>
                      <a:pt x="209" y="24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8"/>
                      <a:pt x="209" y="248"/>
                      <a:pt x="209" y="248"/>
                    </a:cubicBezTo>
                    <a:cubicBezTo>
                      <a:pt x="207" y="249"/>
                      <a:pt x="207" y="249"/>
                      <a:pt x="207" y="249"/>
                    </a:cubicBezTo>
                    <a:cubicBezTo>
                      <a:pt x="206" y="249"/>
                      <a:pt x="206" y="249"/>
                      <a:pt x="206" y="249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207" y="251"/>
                      <a:pt x="207" y="251"/>
                      <a:pt x="207" y="251"/>
                    </a:cubicBezTo>
                    <a:cubicBezTo>
                      <a:pt x="207" y="252"/>
                      <a:pt x="207" y="252"/>
                      <a:pt x="207" y="252"/>
                    </a:cubicBezTo>
                    <a:cubicBezTo>
                      <a:pt x="206" y="251"/>
                      <a:pt x="206" y="251"/>
                      <a:pt x="206" y="251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5"/>
                      <a:pt x="204" y="255"/>
                      <a:pt x="204" y="255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3" y="254"/>
                      <a:pt x="203" y="254"/>
                      <a:pt x="203" y="254"/>
                    </a:cubicBezTo>
                    <a:cubicBezTo>
                      <a:pt x="203" y="256"/>
                      <a:pt x="203" y="256"/>
                      <a:pt x="203" y="256"/>
                    </a:cubicBezTo>
                    <a:cubicBezTo>
                      <a:pt x="202" y="258"/>
                      <a:pt x="202" y="258"/>
                      <a:pt x="202" y="258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3" y="259"/>
                      <a:pt x="203" y="259"/>
                      <a:pt x="203" y="259"/>
                    </a:cubicBezTo>
                    <a:cubicBezTo>
                      <a:pt x="202" y="260"/>
                      <a:pt x="202" y="260"/>
                      <a:pt x="202" y="260"/>
                    </a:cubicBezTo>
                    <a:cubicBezTo>
                      <a:pt x="201" y="258"/>
                      <a:pt x="201" y="258"/>
                      <a:pt x="201" y="258"/>
                    </a:cubicBezTo>
                    <a:cubicBezTo>
                      <a:pt x="199" y="260"/>
                      <a:pt x="199" y="260"/>
                      <a:pt x="199" y="260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200" y="263"/>
                      <a:pt x="200" y="263"/>
                      <a:pt x="200" y="263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5"/>
                      <a:pt x="202" y="265"/>
                      <a:pt x="202" y="265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1" y="266"/>
                      <a:pt x="201" y="266"/>
                      <a:pt x="201" y="266"/>
                    </a:cubicBezTo>
                    <a:cubicBezTo>
                      <a:pt x="200" y="267"/>
                      <a:pt x="200" y="267"/>
                      <a:pt x="200" y="267"/>
                    </a:cubicBezTo>
                    <a:cubicBezTo>
                      <a:pt x="200" y="268"/>
                      <a:pt x="200" y="268"/>
                      <a:pt x="200" y="268"/>
                    </a:cubicBezTo>
                    <a:cubicBezTo>
                      <a:pt x="199" y="269"/>
                      <a:pt x="199" y="269"/>
                      <a:pt x="199" y="269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200" y="271"/>
                      <a:pt x="200" y="271"/>
                      <a:pt x="200" y="271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0" y="274"/>
                      <a:pt x="200" y="274"/>
                      <a:pt x="200" y="274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5"/>
                      <a:pt x="198" y="275"/>
                      <a:pt x="198" y="275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4"/>
                      <a:pt x="198" y="274"/>
                      <a:pt x="198" y="274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196" y="273"/>
                      <a:pt x="196" y="273"/>
                      <a:pt x="196" y="273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6" y="275"/>
                      <a:pt x="196" y="275"/>
                      <a:pt x="196" y="275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3" y="275"/>
                      <a:pt x="193" y="275"/>
                      <a:pt x="193" y="275"/>
                    </a:cubicBezTo>
                    <a:cubicBezTo>
                      <a:pt x="191" y="278"/>
                      <a:pt x="191" y="278"/>
                      <a:pt x="191" y="278"/>
                    </a:cubicBezTo>
                    <a:cubicBezTo>
                      <a:pt x="193" y="278"/>
                      <a:pt x="193" y="278"/>
                      <a:pt x="193" y="278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2"/>
                      <a:pt x="194" y="282"/>
                      <a:pt x="194" y="282"/>
                    </a:cubicBezTo>
                    <a:cubicBezTo>
                      <a:pt x="193" y="282"/>
                      <a:pt x="193" y="282"/>
                      <a:pt x="193" y="282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2" y="280"/>
                      <a:pt x="192" y="280"/>
                      <a:pt x="192" y="280"/>
                    </a:cubicBezTo>
                    <a:cubicBezTo>
                      <a:pt x="191" y="281"/>
                      <a:pt x="191" y="281"/>
                      <a:pt x="191" y="281"/>
                    </a:cubicBezTo>
                    <a:cubicBezTo>
                      <a:pt x="190" y="281"/>
                      <a:pt x="190" y="281"/>
                      <a:pt x="190" y="281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0" y="283"/>
                      <a:pt x="190" y="283"/>
                      <a:pt x="190" y="283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7" y="284"/>
                      <a:pt x="187" y="284"/>
                      <a:pt x="187" y="284"/>
                    </a:cubicBezTo>
                    <a:cubicBezTo>
                      <a:pt x="188" y="286"/>
                      <a:pt x="188" y="286"/>
                      <a:pt x="188" y="286"/>
                    </a:cubicBezTo>
                    <a:cubicBezTo>
                      <a:pt x="186" y="287"/>
                      <a:pt x="186" y="287"/>
                      <a:pt x="186" y="287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5" y="289"/>
                      <a:pt x="185" y="289"/>
                      <a:pt x="185" y="289"/>
                    </a:cubicBezTo>
                    <a:cubicBezTo>
                      <a:pt x="184" y="291"/>
                      <a:pt x="184" y="291"/>
                      <a:pt x="184" y="291"/>
                    </a:cubicBezTo>
                    <a:cubicBezTo>
                      <a:pt x="185" y="292"/>
                      <a:pt x="185" y="292"/>
                      <a:pt x="185" y="292"/>
                    </a:cubicBezTo>
                    <a:cubicBezTo>
                      <a:pt x="183" y="292"/>
                      <a:pt x="183" y="292"/>
                      <a:pt x="183" y="292"/>
                    </a:cubicBezTo>
                    <a:cubicBezTo>
                      <a:pt x="183" y="293"/>
                      <a:pt x="183" y="293"/>
                      <a:pt x="183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1" y="292"/>
                      <a:pt x="181" y="292"/>
                      <a:pt x="181" y="292"/>
                    </a:cubicBezTo>
                    <a:cubicBezTo>
                      <a:pt x="179" y="292"/>
                      <a:pt x="179" y="292"/>
                      <a:pt x="179" y="292"/>
                    </a:cubicBezTo>
                    <a:cubicBezTo>
                      <a:pt x="180" y="291"/>
                      <a:pt x="180" y="291"/>
                      <a:pt x="180" y="291"/>
                    </a:cubicBezTo>
                    <a:cubicBezTo>
                      <a:pt x="178" y="289"/>
                      <a:pt x="178" y="289"/>
                      <a:pt x="178" y="289"/>
                    </a:cubicBezTo>
                    <a:cubicBezTo>
                      <a:pt x="174" y="293"/>
                      <a:pt x="174" y="293"/>
                      <a:pt x="174" y="293"/>
                    </a:cubicBezTo>
                    <a:cubicBezTo>
                      <a:pt x="177" y="293"/>
                      <a:pt x="177" y="293"/>
                      <a:pt x="177" y="293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3" y="301"/>
                      <a:pt x="173" y="301"/>
                      <a:pt x="173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0" y="300"/>
                      <a:pt x="170" y="300"/>
                      <a:pt x="170" y="300"/>
                    </a:cubicBezTo>
                    <a:cubicBezTo>
                      <a:pt x="169" y="299"/>
                      <a:pt x="169" y="299"/>
                      <a:pt x="169" y="299"/>
                    </a:cubicBezTo>
                    <a:cubicBezTo>
                      <a:pt x="168" y="300"/>
                      <a:pt x="168" y="300"/>
                      <a:pt x="168" y="300"/>
                    </a:cubicBezTo>
                    <a:cubicBezTo>
                      <a:pt x="168" y="301"/>
                      <a:pt x="168" y="301"/>
                      <a:pt x="168" y="301"/>
                    </a:cubicBezTo>
                    <a:cubicBezTo>
                      <a:pt x="167" y="302"/>
                      <a:pt x="167" y="302"/>
                      <a:pt x="167" y="302"/>
                    </a:cubicBezTo>
                    <a:cubicBezTo>
                      <a:pt x="169" y="304"/>
                      <a:pt x="169" y="304"/>
                      <a:pt x="169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1" y="305"/>
                      <a:pt x="171" y="305"/>
                      <a:pt x="171" y="305"/>
                    </a:cubicBezTo>
                    <a:cubicBezTo>
                      <a:pt x="171" y="306"/>
                      <a:pt x="171" y="306"/>
                      <a:pt x="171" y="306"/>
                    </a:cubicBezTo>
                    <a:cubicBezTo>
                      <a:pt x="170" y="305"/>
                      <a:pt x="170" y="305"/>
                      <a:pt x="170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6" y="303"/>
                      <a:pt x="166" y="303"/>
                      <a:pt x="166" y="303"/>
                    </a:cubicBezTo>
                    <a:cubicBezTo>
                      <a:pt x="165" y="304"/>
                      <a:pt x="165" y="304"/>
                      <a:pt x="165" y="304"/>
                    </a:cubicBezTo>
                    <a:cubicBezTo>
                      <a:pt x="164" y="303"/>
                      <a:pt x="164" y="303"/>
                      <a:pt x="164" y="303"/>
                    </a:cubicBezTo>
                    <a:cubicBezTo>
                      <a:pt x="162" y="305"/>
                      <a:pt x="162" y="305"/>
                      <a:pt x="162" y="305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3" y="308"/>
                      <a:pt x="163" y="308"/>
                      <a:pt x="163" y="308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61" y="308"/>
                      <a:pt x="161" y="308"/>
                      <a:pt x="161" y="308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58" y="309"/>
                      <a:pt x="158" y="309"/>
                      <a:pt x="158" y="309"/>
                    </a:cubicBezTo>
                    <a:cubicBezTo>
                      <a:pt x="157" y="308"/>
                      <a:pt x="157" y="308"/>
                      <a:pt x="157" y="308"/>
                    </a:cubicBezTo>
                    <a:cubicBezTo>
                      <a:pt x="156" y="309"/>
                      <a:pt x="156" y="309"/>
                      <a:pt x="156" y="309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4" y="312"/>
                      <a:pt x="154" y="312"/>
                      <a:pt x="154" y="312"/>
                    </a:cubicBezTo>
                    <a:cubicBezTo>
                      <a:pt x="155" y="315"/>
                      <a:pt x="155" y="315"/>
                      <a:pt x="155" y="315"/>
                    </a:cubicBezTo>
                    <a:cubicBezTo>
                      <a:pt x="156" y="315"/>
                      <a:pt x="156" y="315"/>
                      <a:pt x="156" y="315"/>
                    </a:cubicBezTo>
                    <a:cubicBezTo>
                      <a:pt x="155" y="316"/>
                      <a:pt x="155" y="316"/>
                      <a:pt x="155" y="316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6" y="317"/>
                      <a:pt x="156" y="317"/>
                      <a:pt x="156" y="317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7" y="319"/>
                      <a:pt x="157" y="319"/>
                      <a:pt x="157" y="319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6" y="321"/>
                      <a:pt x="156" y="321"/>
                      <a:pt x="156" y="321"/>
                    </a:cubicBezTo>
                    <a:cubicBezTo>
                      <a:pt x="157" y="321"/>
                      <a:pt x="157" y="321"/>
                      <a:pt x="157" y="321"/>
                    </a:cubicBezTo>
                    <a:cubicBezTo>
                      <a:pt x="158" y="322"/>
                      <a:pt x="158" y="322"/>
                      <a:pt x="158" y="322"/>
                    </a:cubicBezTo>
                    <a:cubicBezTo>
                      <a:pt x="157" y="322"/>
                      <a:pt x="157" y="322"/>
                      <a:pt x="157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3" y="324"/>
                      <a:pt x="153" y="324"/>
                      <a:pt x="153" y="324"/>
                    </a:cubicBezTo>
                    <a:cubicBezTo>
                      <a:pt x="155" y="325"/>
                      <a:pt x="155" y="325"/>
                      <a:pt x="155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4" y="327"/>
                      <a:pt x="154" y="327"/>
                      <a:pt x="154" y="327"/>
                    </a:cubicBezTo>
                    <a:cubicBezTo>
                      <a:pt x="156" y="328"/>
                      <a:pt x="156" y="328"/>
                      <a:pt x="156" y="328"/>
                    </a:cubicBezTo>
                    <a:cubicBezTo>
                      <a:pt x="155" y="328"/>
                      <a:pt x="155" y="328"/>
                      <a:pt x="155" y="328"/>
                    </a:cubicBezTo>
                    <a:cubicBezTo>
                      <a:pt x="156" y="330"/>
                      <a:pt x="156" y="330"/>
                      <a:pt x="156" y="330"/>
                    </a:cubicBezTo>
                    <a:cubicBezTo>
                      <a:pt x="155" y="330"/>
                      <a:pt x="155" y="330"/>
                      <a:pt x="155" y="330"/>
                    </a:cubicBezTo>
                    <a:cubicBezTo>
                      <a:pt x="157" y="333"/>
                      <a:pt x="157" y="333"/>
                      <a:pt x="157" y="333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9" y="332"/>
                      <a:pt x="159" y="332"/>
                      <a:pt x="159" y="332"/>
                    </a:cubicBezTo>
                    <a:cubicBezTo>
                      <a:pt x="156" y="334"/>
                      <a:pt x="156" y="334"/>
                      <a:pt x="156" y="334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8" y="335"/>
                      <a:pt x="158" y="335"/>
                      <a:pt x="158" y="335"/>
                    </a:cubicBezTo>
                    <a:cubicBezTo>
                      <a:pt x="158" y="336"/>
                      <a:pt x="157" y="336"/>
                      <a:pt x="157" y="336"/>
                    </a:cubicBezTo>
                    <a:cubicBezTo>
                      <a:pt x="157" y="336"/>
                      <a:pt x="157" y="336"/>
                      <a:pt x="157" y="336"/>
                    </a:cubicBezTo>
                    <a:cubicBezTo>
                      <a:pt x="159" y="339"/>
                      <a:pt x="159" y="339"/>
                      <a:pt x="159" y="339"/>
                    </a:cubicBezTo>
                    <a:cubicBezTo>
                      <a:pt x="157" y="340"/>
                      <a:pt x="157" y="340"/>
                      <a:pt x="157" y="340"/>
                    </a:cubicBezTo>
                    <a:cubicBezTo>
                      <a:pt x="158" y="342"/>
                      <a:pt x="158" y="342"/>
                      <a:pt x="158" y="342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8"/>
                      <a:pt x="160" y="348"/>
                      <a:pt x="160" y="348"/>
                    </a:cubicBezTo>
                    <a:cubicBezTo>
                      <a:pt x="159" y="348"/>
                      <a:pt x="159" y="348"/>
                      <a:pt x="159" y="348"/>
                    </a:cubicBezTo>
                    <a:cubicBezTo>
                      <a:pt x="161" y="352"/>
                      <a:pt x="161" y="352"/>
                      <a:pt x="161" y="352"/>
                    </a:cubicBezTo>
                    <a:cubicBezTo>
                      <a:pt x="163" y="352"/>
                      <a:pt x="163" y="352"/>
                      <a:pt x="163" y="352"/>
                    </a:cubicBezTo>
                    <a:cubicBezTo>
                      <a:pt x="165" y="354"/>
                      <a:pt x="165" y="354"/>
                      <a:pt x="165" y="354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6" y="356"/>
                      <a:pt x="166" y="356"/>
                      <a:pt x="166" y="356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70" y="357"/>
                      <a:pt x="170" y="357"/>
                      <a:pt x="170" y="357"/>
                    </a:cubicBezTo>
                    <a:cubicBezTo>
                      <a:pt x="170" y="356"/>
                      <a:pt x="170" y="356"/>
                      <a:pt x="170" y="356"/>
                    </a:cubicBezTo>
                    <a:cubicBezTo>
                      <a:pt x="172" y="359"/>
                      <a:pt x="172" y="359"/>
                      <a:pt x="172" y="359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5" y="357"/>
                      <a:pt x="175" y="357"/>
                      <a:pt x="175" y="357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5"/>
                      <a:pt x="177" y="355"/>
                      <a:pt x="177" y="355"/>
                    </a:cubicBezTo>
                    <a:cubicBezTo>
                      <a:pt x="178" y="356"/>
                      <a:pt x="178" y="356"/>
                      <a:pt x="178" y="356"/>
                    </a:cubicBezTo>
                    <a:cubicBezTo>
                      <a:pt x="179" y="356"/>
                      <a:pt x="179" y="356"/>
                      <a:pt x="179" y="356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5" y="351"/>
                      <a:pt x="185" y="351"/>
                      <a:pt x="185" y="351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5" y="350"/>
                      <a:pt x="185" y="350"/>
                      <a:pt x="185" y="350"/>
                    </a:cubicBezTo>
                    <a:cubicBezTo>
                      <a:pt x="185" y="349"/>
                      <a:pt x="185" y="349"/>
                      <a:pt x="185" y="349"/>
                    </a:cubicBezTo>
                    <a:cubicBezTo>
                      <a:pt x="186" y="348"/>
                      <a:pt x="186" y="348"/>
                      <a:pt x="186" y="348"/>
                    </a:cubicBezTo>
                    <a:cubicBezTo>
                      <a:pt x="187" y="348"/>
                      <a:pt x="187" y="348"/>
                      <a:pt x="187" y="348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3" y="345"/>
                      <a:pt x="193" y="345"/>
                      <a:pt x="193" y="345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4" y="342"/>
                      <a:pt x="194" y="342"/>
                      <a:pt x="194" y="342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6" y="345"/>
                      <a:pt x="196" y="345"/>
                      <a:pt x="196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7" y="346"/>
                      <a:pt x="197" y="346"/>
                      <a:pt x="197" y="346"/>
                    </a:cubicBezTo>
                    <a:cubicBezTo>
                      <a:pt x="197" y="349"/>
                      <a:pt x="197" y="349"/>
                      <a:pt x="197" y="349"/>
                    </a:cubicBezTo>
                    <a:cubicBezTo>
                      <a:pt x="197" y="350"/>
                      <a:pt x="197" y="350"/>
                      <a:pt x="197" y="350"/>
                    </a:cubicBezTo>
                    <a:cubicBezTo>
                      <a:pt x="198" y="353"/>
                      <a:pt x="198" y="353"/>
                      <a:pt x="198" y="353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199" y="354"/>
                      <a:pt x="199" y="354"/>
                      <a:pt x="199" y="354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8" y="357"/>
                      <a:pt x="198" y="357"/>
                      <a:pt x="198" y="357"/>
                    </a:cubicBezTo>
                    <a:cubicBezTo>
                      <a:pt x="200" y="357"/>
                      <a:pt x="200" y="357"/>
                      <a:pt x="200" y="357"/>
                    </a:cubicBezTo>
                    <a:cubicBezTo>
                      <a:pt x="200" y="358"/>
                      <a:pt x="200" y="358"/>
                      <a:pt x="200" y="358"/>
                    </a:cubicBezTo>
                    <a:cubicBezTo>
                      <a:pt x="200" y="359"/>
                      <a:pt x="200" y="359"/>
                      <a:pt x="200" y="359"/>
                    </a:cubicBezTo>
                    <a:cubicBezTo>
                      <a:pt x="199" y="360"/>
                      <a:pt x="199" y="360"/>
                      <a:pt x="199" y="360"/>
                    </a:cubicBezTo>
                    <a:cubicBezTo>
                      <a:pt x="201" y="362"/>
                      <a:pt x="201" y="362"/>
                      <a:pt x="201" y="362"/>
                    </a:cubicBezTo>
                    <a:cubicBezTo>
                      <a:pt x="202" y="362"/>
                      <a:pt x="202" y="362"/>
                      <a:pt x="202" y="362"/>
                    </a:cubicBezTo>
                    <a:cubicBezTo>
                      <a:pt x="202" y="364"/>
                      <a:pt x="202" y="364"/>
                      <a:pt x="202" y="364"/>
                    </a:cubicBezTo>
                    <a:cubicBezTo>
                      <a:pt x="203" y="364"/>
                      <a:pt x="203" y="364"/>
                      <a:pt x="203" y="364"/>
                    </a:cubicBezTo>
                    <a:cubicBezTo>
                      <a:pt x="204" y="367"/>
                      <a:pt x="204" y="367"/>
                      <a:pt x="204" y="367"/>
                    </a:cubicBezTo>
                    <a:cubicBezTo>
                      <a:pt x="205" y="369"/>
                      <a:pt x="205" y="369"/>
                      <a:pt x="205" y="369"/>
                    </a:cubicBezTo>
                    <a:cubicBezTo>
                      <a:pt x="206" y="370"/>
                      <a:pt x="206" y="370"/>
                      <a:pt x="206" y="370"/>
                    </a:cubicBezTo>
                    <a:cubicBezTo>
                      <a:pt x="206" y="371"/>
                      <a:pt x="206" y="371"/>
                      <a:pt x="206" y="371"/>
                    </a:cubicBezTo>
                    <a:cubicBezTo>
                      <a:pt x="208" y="373"/>
                      <a:pt x="208" y="373"/>
                      <a:pt x="208" y="373"/>
                    </a:cubicBezTo>
                    <a:cubicBezTo>
                      <a:pt x="210" y="372"/>
                      <a:pt x="210" y="372"/>
                      <a:pt x="210" y="372"/>
                    </a:cubicBezTo>
                    <a:cubicBezTo>
                      <a:pt x="210" y="373"/>
                      <a:pt x="210" y="373"/>
                      <a:pt x="210" y="373"/>
                    </a:cubicBezTo>
                    <a:cubicBezTo>
                      <a:pt x="209" y="374"/>
                      <a:pt x="209" y="374"/>
                      <a:pt x="209" y="374"/>
                    </a:cubicBezTo>
                    <a:cubicBezTo>
                      <a:pt x="207" y="375"/>
                      <a:pt x="207" y="375"/>
                      <a:pt x="207" y="375"/>
                    </a:cubicBezTo>
                    <a:cubicBezTo>
                      <a:pt x="206" y="376"/>
                      <a:pt x="206" y="376"/>
                      <a:pt x="206" y="376"/>
                    </a:cubicBezTo>
                    <a:cubicBezTo>
                      <a:pt x="208" y="377"/>
                      <a:pt x="208" y="377"/>
                      <a:pt x="208" y="377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9" y="379"/>
                      <a:pt x="209" y="379"/>
                      <a:pt x="209" y="379"/>
                    </a:cubicBezTo>
                    <a:cubicBezTo>
                      <a:pt x="210" y="382"/>
                      <a:pt x="210" y="382"/>
                      <a:pt x="210" y="382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7" y="377"/>
                      <a:pt x="207" y="377"/>
                      <a:pt x="207" y="377"/>
                    </a:cubicBezTo>
                    <a:cubicBezTo>
                      <a:pt x="205" y="377"/>
                      <a:pt x="205" y="377"/>
                      <a:pt x="205" y="377"/>
                    </a:cubicBezTo>
                    <a:cubicBezTo>
                      <a:pt x="203" y="377"/>
                      <a:pt x="203" y="377"/>
                      <a:pt x="203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1" y="378"/>
                      <a:pt x="201" y="378"/>
                      <a:pt x="201" y="378"/>
                    </a:cubicBezTo>
                    <a:cubicBezTo>
                      <a:pt x="200" y="379"/>
                      <a:pt x="200" y="379"/>
                      <a:pt x="200" y="379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198" y="381"/>
                      <a:pt x="198" y="381"/>
                      <a:pt x="198" y="381"/>
                    </a:cubicBezTo>
                    <a:cubicBezTo>
                      <a:pt x="198" y="382"/>
                      <a:pt x="198" y="382"/>
                      <a:pt x="198" y="382"/>
                    </a:cubicBezTo>
                    <a:cubicBezTo>
                      <a:pt x="199" y="383"/>
                      <a:pt x="199" y="383"/>
                      <a:pt x="199" y="383"/>
                    </a:cubicBezTo>
                    <a:cubicBezTo>
                      <a:pt x="199" y="385"/>
                      <a:pt x="199" y="385"/>
                      <a:pt x="199" y="385"/>
                    </a:cubicBezTo>
                    <a:cubicBezTo>
                      <a:pt x="200" y="386"/>
                      <a:pt x="200" y="386"/>
                      <a:pt x="200" y="386"/>
                    </a:cubicBezTo>
                    <a:cubicBezTo>
                      <a:pt x="201" y="386"/>
                      <a:pt x="201" y="386"/>
                      <a:pt x="201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7"/>
                      <a:pt x="202" y="387"/>
                      <a:pt x="202" y="387"/>
                    </a:cubicBezTo>
                    <a:cubicBezTo>
                      <a:pt x="202" y="388"/>
                      <a:pt x="202" y="388"/>
                      <a:pt x="202" y="388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1" y="389"/>
                      <a:pt x="201" y="389"/>
                      <a:pt x="201" y="389"/>
                    </a:cubicBezTo>
                    <a:cubicBezTo>
                      <a:pt x="200" y="388"/>
                      <a:pt x="200" y="388"/>
                      <a:pt x="200" y="388"/>
                    </a:cubicBezTo>
                    <a:cubicBezTo>
                      <a:pt x="198" y="388"/>
                      <a:pt x="198" y="388"/>
                      <a:pt x="198" y="388"/>
                    </a:cubicBezTo>
                    <a:cubicBezTo>
                      <a:pt x="198" y="389"/>
                      <a:pt x="198" y="389"/>
                      <a:pt x="198" y="389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7" y="386"/>
                      <a:pt x="197" y="386"/>
                    </a:cubicBezTo>
                    <a:cubicBezTo>
                      <a:pt x="197" y="384"/>
                      <a:pt x="197" y="384"/>
                      <a:pt x="197" y="384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5" y="382"/>
                      <a:pt x="195" y="382"/>
                      <a:pt x="195" y="382"/>
                    </a:cubicBezTo>
                    <a:cubicBezTo>
                      <a:pt x="194" y="382"/>
                      <a:pt x="194" y="382"/>
                      <a:pt x="194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2" y="381"/>
                      <a:pt x="192" y="381"/>
                      <a:pt x="192" y="381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4" y="378"/>
                      <a:pt x="194" y="378"/>
                      <a:pt x="194" y="378"/>
                    </a:cubicBezTo>
                    <a:cubicBezTo>
                      <a:pt x="193" y="377"/>
                      <a:pt x="193" y="377"/>
                      <a:pt x="193" y="377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3" y="382"/>
                      <a:pt x="193" y="382"/>
                      <a:pt x="193" y="382"/>
                    </a:cubicBezTo>
                    <a:cubicBezTo>
                      <a:pt x="196" y="381"/>
                      <a:pt x="196" y="381"/>
                      <a:pt x="196" y="381"/>
                    </a:cubicBezTo>
                    <a:cubicBezTo>
                      <a:pt x="196" y="380"/>
                      <a:pt x="196" y="380"/>
                      <a:pt x="196" y="380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7" y="377"/>
                      <a:pt x="197" y="377"/>
                      <a:pt x="197" y="377"/>
                    </a:cubicBezTo>
                    <a:cubicBezTo>
                      <a:pt x="198" y="376"/>
                      <a:pt x="198" y="376"/>
                      <a:pt x="198" y="376"/>
                    </a:cubicBezTo>
                    <a:cubicBezTo>
                      <a:pt x="198" y="374"/>
                      <a:pt x="198" y="374"/>
                      <a:pt x="198" y="374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5" y="373"/>
                      <a:pt x="195" y="373"/>
                      <a:pt x="195" y="373"/>
                    </a:cubicBezTo>
                    <a:cubicBezTo>
                      <a:pt x="194" y="373"/>
                      <a:pt x="194" y="373"/>
                      <a:pt x="194" y="373"/>
                    </a:cubicBezTo>
                    <a:cubicBezTo>
                      <a:pt x="193" y="372"/>
                      <a:pt x="193" y="372"/>
                      <a:pt x="193" y="372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2" y="371"/>
                      <a:pt x="192" y="371"/>
                      <a:pt x="192" y="371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3" y="369"/>
                      <a:pt x="193" y="369"/>
                      <a:pt x="193" y="369"/>
                    </a:cubicBezTo>
                    <a:cubicBezTo>
                      <a:pt x="192" y="369"/>
                      <a:pt x="192" y="369"/>
                      <a:pt x="192" y="369"/>
                    </a:cubicBezTo>
                    <a:cubicBezTo>
                      <a:pt x="193" y="368"/>
                      <a:pt x="193" y="368"/>
                      <a:pt x="193" y="368"/>
                    </a:cubicBezTo>
                    <a:cubicBezTo>
                      <a:pt x="194" y="366"/>
                      <a:pt x="194" y="366"/>
                      <a:pt x="194" y="366"/>
                    </a:cubicBezTo>
                    <a:cubicBezTo>
                      <a:pt x="194" y="364"/>
                      <a:pt x="194" y="364"/>
                      <a:pt x="194" y="364"/>
                    </a:cubicBezTo>
                    <a:cubicBezTo>
                      <a:pt x="194" y="363"/>
                      <a:pt x="194" y="363"/>
                      <a:pt x="194" y="363"/>
                    </a:cubicBezTo>
                    <a:cubicBezTo>
                      <a:pt x="194" y="362"/>
                      <a:pt x="194" y="362"/>
                      <a:pt x="194" y="362"/>
                    </a:cubicBezTo>
                    <a:cubicBezTo>
                      <a:pt x="195" y="360"/>
                      <a:pt x="195" y="360"/>
                      <a:pt x="195" y="360"/>
                    </a:cubicBezTo>
                    <a:cubicBezTo>
                      <a:pt x="195" y="358"/>
                      <a:pt x="195" y="358"/>
                      <a:pt x="195" y="358"/>
                    </a:cubicBezTo>
                    <a:cubicBezTo>
                      <a:pt x="192" y="361"/>
                      <a:pt x="192" y="361"/>
                      <a:pt x="192" y="361"/>
                    </a:cubicBezTo>
                    <a:cubicBezTo>
                      <a:pt x="190" y="362"/>
                      <a:pt x="190" y="362"/>
                      <a:pt x="190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8" y="363"/>
                      <a:pt x="188" y="363"/>
                      <a:pt x="188" y="363"/>
                    </a:cubicBezTo>
                    <a:cubicBezTo>
                      <a:pt x="187" y="365"/>
                      <a:pt x="187" y="365"/>
                      <a:pt x="187" y="365"/>
                    </a:cubicBezTo>
                    <a:cubicBezTo>
                      <a:pt x="186" y="366"/>
                      <a:pt x="186" y="366"/>
                      <a:pt x="186" y="366"/>
                    </a:cubicBezTo>
                    <a:cubicBezTo>
                      <a:pt x="184" y="366"/>
                      <a:pt x="184" y="366"/>
                      <a:pt x="184" y="366"/>
                    </a:cubicBezTo>
                    <a:cubicBezTo>
                      <a:pt x="183" y="367"/>
                      <a:pt x="183" y="367"/>
                      <a:pt x="183" y="367"/>
                    </a:cubicBezTo>
                    <a:cubicBezTo>
                      <a:pt x="182" y="367"/>
                      <a:pt x="182" y="367"/>
                      <a:pt x="182" y="367"/>
                    </a:cubicBezTo>
                    <a:cubicBezTo>
                      <a:pt x="180" y="367"/>
                      <a:pt x="180" y="367"/>
                      <a:pt x="180" y="367"/>
                    </a:cubicBezTo>
                    <a:cubicBezTo>
                      <a:pt x="180" y="369"/>
                      <a:pt x="180" y="369"/>
                      <a:pt x="180" y="369"/>
                    </a:cubicBezTo>
                    <a:cubicBezTo>
                      <a:pt x="178" y="370"/>
                      <a:pt x="178" y="370"/>
                      <a:pt x="178" y="370"/>
                    </a:cubicBezTo>
                    <a:cubicBezTo>
                      <a:pt x="180" y="371"/>
                      <a:pt x="180" y="371"/>
                      <a:pt x="180" y="371"/>
                    </a:cubicBezTo>
                    <a:cubicBezTo>
                      <a:pt x="181" y="371"/>
                      <a:pt x="181" y="371"/>
                      <a:pt x="181" y="371"/>
                    </a:cubicBezTo>
                    <a:cubicBezTo>
                      <a:pt x="182" y="372"/>
                      <a:pt x="182" y="372"/>
                      <a:pt x="182" y="372"/>
                    </a:cubicBezTo>
                    <a:cubicBezTo>
                      <a:pt x="181" y="372"/>
                      <a:pt x="181" y="372"/>
                      <a:pt x="181" y="372"/>
                    </a:cubicBezTo>
                    <a:cubicBezTo>
                      <a:pt x="180" y="372"/>
                      <a:pt x="180" y="372"/>
                      <a:pt x="180" y="372"/>
                    </a:cubicBezTo>
                    <a:cubicBezTo>
                      <a:pt x="178" y="374"/>
                      <a:pt x="178" y="374"/>
                      <a:pt x="178" y="374"/>
                    </a:cubicBezTo>
                    <a:cubicBezTo>
                      <a:pt x="179" y="375"/>
                      <a:pt x="179" y="375"/>
                      <a:pt x="179" y="375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78" y="378"/>
                      <a:pt x="178" y="378"/>
                      <a:pt x="178" y="378"/>
                    </a:cubicBezTo>
                    <a:cubicBezTo>
                      <a:pt x="179" y="378"/>
                      <a:pt x="179" y="378"/>
                      <a:pt x="179" y="378"/>
                    </a:cubicBezTo>
                    <a:cubicBezTo>
                      <a:pt x="179" y="380"/>
                      <a:pt x="179" y="380"/>
                      <a:pt x="179" y="380"/>
                    </a:cubicBezTo>
                    <a:cubicBezTo>
                      <a:pt x="180" y="380"/>
                      <a:pt x="180" y="380"/>
                      <a:pt x="180" y="380"/>
                    </a:cubicBezTo>
                    <a:cubicBezTo>
                      <a:pt x="178" y="381"/>
                      <a:pt x="178" y="381"/>
                      <a:pt x="178" y="381"/>
                    </a:cubicBezTo>
                    <a:cubicBezTo>
                      <a:pt x="177" y="383"/>
                      <a:pt x="177" y="383"/>
                      <a:pt x="177" y="383"/>
                    </a:cubicBezTo>
                    <a:cubicBezTo>
                      <a:pt x="179" y="385"/>
                      <a:pt x="179" y="385"/>
                      <a:pt x="179" y="385"/>
                    </a:cubicBezTo>
                    <a:cubicBezTo>
                      <a:pt x="180" y="384"/>
                      <a:pt x="180" y="384"/>
                      <a:pt x="180" y="384"/>
                    </a:cubicBezTo>
                    <a:cubicBezTo>
                      <a:pt x="181" y="385"/>
                      <a:pt x="181" y="385"/>
                      <a:pt x="181" y="385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90"/>
                      <a:pt x="181" y="390"/>
                      <a:pt x="181" y="390"/>
                    </a:cubicBezTo>
                    <a:cubicBezTo>
                      <a:pt x="182" y="391"/>
                      <a:pt x="182" y="391"/>
                      <a:pt x="182" y="391"/>
                    </a:cubicBezTo>
                    <a:cubicBezTo>
                      <a:pt x="183" y="391"/>
                      <a:pt x="183" y="391"/>
                      <a:pt x="183" y="391"/>
                    </a:cubicBezTo>
                    <a:cubicBezTo>
                      <a:pt x="183" y="392"/>
                      <a:pt x="183" y="392"/>
                      <a:pt x="183" y="392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2" y="393"/>
                      <a:pt x="182" y="393"/>
                      <a:pt x="182" y="393"/>
                    </a:cubicBezTo>
                    <a:cubicBezTo>
                      <a:pt x="182" y="396"/>
                      <a:pt x="182" y="396"/>
                      <a:pt x="182" y="396"/>
                    </a:cubicBezTo>
                    <a:cubicBezTo>
                      <a:pt x="183" y="395"/>
                      <a:pt x="183" y="395"/>
                      <a:pt x="183" y="395"/>
                    </a:cubicBezTo>
                    <a:cubicBezTo>
                      <a:pt x="183" y="396"/>
                      <a:pt x="183" y="396"/>
                      <a:pt x="183" y="396"/>
                    </a:cubicBezTo>
                    <a:cubicBezTo>
                      <a:pt x="184" y="397"/>
                      <a:pt x="184" y="397"/>
                      <a:pt x="184" y="397"/>
                    </a:cubicBezTo>
                    <a:cubicBezTo>
                      <a:pt x="183" y="398"/>
                      <a:pt x="183" y="398"/>
                      <a:pt x="183" y="398"/>
                    </a:cubicBezTo>
                    <a:cubicBezTo>
                      <a:pt x="183" y="399"/>
                      <a:pt x="183" y="399"/>
                      <a:pt x="183" y="399"/>
                    </a:cubicBezTo>
                    <a:cubicBezTo>
                      <a:pt x="184" y="399"/>
                      <a:pt x="184" y="399"/>
                      <a:pt x="184" y="399"/>
                    </a:cubicBezTo>
                    <a:cubicBezTo>
                      <a:pt x="182" y="400"/>
                      <a:pt x="182" y="400"/>
                      <a:pt x="182" y="400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0" y="401"/>
                      <a:pt x="180" y="401"/>
                      <a:pt x="180" y="401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9" y="403"/>
                      <a:pt x="179" y="403"/>
                      <a:pt x="179" y="403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7" y="400"/>
                      <a:pt x="177" y="400"/>
                      <a:pt x="177" y="400"/>
                    </a:cubicBezTo>
                    <a:cubicBezTo>
                      <a:pt x="176" y="401"/>
                      <a:pt x="176" y="401"/>
                      <a:pt x="176" y="401"/>
                    </a:cubicBezTo>
                    <a:cubicBezTo>
                      <a:pt x="172" y="402"/>
                      <a:pt x="172" y="402"/>
                      <a:pt x="172" y="402"/>
                    </a:cubicBezTo>
                    <a:cubicBezTo>
                      <a:pt x="171" y="404"/>
                      <a:pt x="171" y="404"/>
                      <a:pt x="171" y="404"/>
                    </a:cubicBezTo>
                    <a:cubicBezTo>
                      <a:pt x="172" y="404"/>
                      <a:pt x="172" y="404"/>
                      <a:pt x="172" y="404"/>
                    </a:cubicBezTo>
                    <a:cubicBezTo>
                      <a:pt x="170" y="404"/>
                      <a:pt x="170" y="404"/>
                      <a:pt x="170" y="404"/>
                    </a:cubicBezTo>
                    <a:cubicBezTo>
                      <a:pt x="168" y="404"/>
                      <a:pt x="168" y="404"/>
                      <a:pt x="168" y="404"/>
                    </a:cubicBezTo>
                    <a:cubicBezTo>
                      <a:pt x="166" y="405"/>
                      <a:pt x="166" y="405"/>
                      <a:pt x="166" y="405"/>
                    </a:cubicBezTo>
                    <a:cubicBezTo>
                      <a:pt x="165" y="404"/>
                      <a:pt x="165" y="404"/>
                      <a:pt x="165" y="404"/>
                    </a:cubicBezTo>
                    <a:cubicBezTo>
                      <a:pt x="164" y="405"/>
                      <a:pt x="164" y="405"/>
                      <a:pt x="164" y="405"/>
                    </a:cubicBezTo>
                    <a:cubicBezTo>
                      <a:pt x="162" y="405"/>
                      <a:pt x="162" y="405"/>
                      <a:pt x="162" y="405"/>
                    </a:cubicBezTo>
                    <a:cubicBezTo>
                      <a:pt x="161" y="407"/>
                      <a:pt x="161" y="407"/>
                      <a:pt x="161" y="407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6" y="409"/>
                      <a:pt x="156" y="409"/>
                      <a:pt x="156" y="409"/>
                    </a:cubicBezTo>
                    <a:cubicBezTo>
                      <a:pt x="155" y="411"/>
                      <a:pt x="155" y="411"/>
                      <a:pt x="155" y="411"/>
                    </a:cubicBezTo>
                    <a:cubicBezTo>
                      <a:pt x="154" y="412"/>
                      <a:pt x="154" y="412"/>
                      <a:pt x="154" y="412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5"/>
                      <a:pt x="154" y="415"/>
                      <a:pt x="154" y="415"/>
                    </a:cubicBezTo>
                    <a:cubicBezTo>
                      <a:pt x="154" y="416"/>
                      <a:pt x="154" y="416"/>
                      <a:pt x="154" y="416"/>
                    </a:cubicBezTo>
                    <a:cubicBezTo>
                      <a:pt x="153" y="417"/>
                      <a:pt x="153" y="417"/>
                      <a:pt x="153" y="417"/>
                    </a:cubicBezTo>
                    <a:cubicBezTo>
                      <a:pt x="152" y="418"/>
                      <a:pt x="152" y="418"/>
                      <a:pt x="152" y="418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1" y="421"/>
                      <a:pt x="151" y="421"/>
                      <a:pt x="151" y="421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2"/>
                      <a:pt x="149" y="422"/>
                      <a:pt x="149" y="422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3"/>
                      <a:pt x="149" y="423"/>
                      <a:pt x="149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6" y="425"/>
                      <a:pt x="146" y="425"/>
                      <a:pt x="146" y="425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7"/>
                      <a:pt x="145" y="427"/>
                      <a:pt x="145" y="427"/>
                    </a:cubicBezTo>
                    <a:cubicBezTo>
                      <a:pt x="143" y="428"/>
                      <a:pt x="143" y="428"/>
                      <a:pt x="143" y="428"/>
                    </a:cubicBezTo>
                    <a:cubicBezTo>
                      <a:pt x="142" y="427"/>
                      <a:pt x="142" y="427"/>
                      <a:pt x="142" y="427"/>
                    </a:cubicBezTo>
                    <a:cubicBezTo>
                      <a:pt x="140" y="429"/>
                      <a:pt x="140" y="429"/>
                      <a:pt x="140" y="429"/>
                    </a:cubicBezTo>
                    <a:cubicBezTo>
                      <a:pt x="139" y="430"/>
                      <a:pt x="139" y="430"/>
                      <a:pt x="139" y="430"/>
                    </a:cubicBezTo>
                    <a:cubicBezTo>
                      <a:pt x="139" y="432"/>
                      <a:pt x="139" y="432"/>
                      <a:pt x="139" y="432"/>
                    </a:cubicBezTo>
                    <a:cubicBezTo>
                      <a:pt x="139" y="435"/>
                      <a:pt x="139" y="435"/>
                      <a:pt x="139" y="435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5" y="438"/>
                      <a:pt x="135" y="438"/>
                      <a:pt x="135" y="438"/>
                    </a:cubicBezTo>
                    <a:cubicBezTo>
                      <a:pt x="134" y="438"/>
                      <a:pt x="134" y="438"/>
                      <a:pt x="134" y="438"/>
                    </a:cubicBezTo>
                    <a:cubicBezTo>
                      <a:pt x="132" y="437"/>
                      <a:pt x="132" y="437"/>
                      <a:pt x="132" y="437"/>
                    </a:cubicBezTo>
                    <a:cubicBezTo>
                      <a:pt x="129" y="439"/>
                      <a:pt x="129" y="439"/>
                      <a:pt x="129" y="439"/>
                    </a:cubicBezTo>
                    <a:cubicBezTo>
                      <a:pt x="128" y="441"/>
                      <a:pt x="128" y="441"/>
                      <a:pt x="128" y="441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3"/>
                      <a:pt x="129" y="443"/>
                      <a:pt x="129" y="443"/>
                    </a:cubicBezTo>
                    <a:cubicBezTo>
                      <a:pt x="127" y="443"/>
                      <a:pt x="127" y="443"/>
                      <a:pt x="127" y="443"/>
                    </a:cubicBezTo>
                    <a:cubicBezTo>
                      <a:pt x="124" y="443"/>
                      <a:pt x="124" y="443"/>
                      <a:pt x="124" y="443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1" y="442"/>
                      <a:pt x="121" y="442"/>
                      <a:pt x="121" y="442"/>
                    </a:cubicBezTo>
                    <a:cubicBezTo>
                      <a:pt x="121" y="441"/>
                      <a:pt x="121" y="441"/>
                      <a:pt x="121" y="441"/>
                    </a:cubicBezTo>
                    <a:cubicBezTo>
                      <a:pt x="121" y="440"/>
                      <a:pt x="121" y="440"/>
                      <a:pt x="121" y="440"/>
                    </a:cubicBezTo>
                    <a:cubicBezTo>
                      <a:pt x="119" y="439"/>
                      <a:pt x="119" y="439"/>
                      <a:pt x="119" y="439"/>
                    </a:cubicBezTo>
                    <a:cubicBezTo>
                      <a:pt x="118" y="440"/>
                      <a:pt x="118" y="440"/>
                      <a:pt x="118" y="440"/>
                    </a:cubicBezTo>
                    <a:cubicBezTo>
                      <a:pt x="116" y="440"/>
                      <a:pt x="116" y="440"/>
                      <a:pt x="116" y="440"/>
                    </a:cubicBezTo>
                    <a:cubicBezTo>
                      <a:pt x="115" y="439"/>
                      <a:pt x="115" y="439"/>
                      <a:pt x="115" y="439"/>
                    </a:cubicBezTo>
                    <a:cubicBezTo>
                      <a:pt x="115" y="442"/>
                      <a:pt x="115" y="442"/>
                      <a:pt x="115" y="442"/>
                    </a:cubicBezTo>
                    <a:cubicBezTo>
                      <a:pt x="115" y="443"/>
                      <a:pt x="115" y="443"/>
                      <a:pt x="115" y="443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6"/>
                      <a:pt x="117" y="446"/>
                      <a:pt x="117" y="446"/>
                    </a:cubicBezTo>
                    <a:cubicBezTo>
                      <a:pt x="117" y="448"/>
                      <a:pt x="117" y="448"/>
                      <a:pt x="117" y="448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6" y="449"/>
                      <a:pt x="116" y="449"/>
                      <a:pt x="116" y="449"/>
                    </a:cubicBezTo>
                    <a:cubicBezTo>
                      <a:pt x="115" y="449"/>
                      <a:pt x="115" y="449"/>
                      <a:pt x="115" y="449"/>
                    </a:cubicBezTo>
                    <a:cubicBezTo>
                      <a:pt x="114" y="449"/>
                      <a:pt x="114" y="449"/>
                      <a:pt x="114" y="449"/>
                    </a:cubicBezTo>
                    <a:cubicBezTo>
                      <a:pt x="113" y="449"/>
                      <a:pt x="113" y="449"/>
                      <a:pt x="113" y="449"/>
                    </a:cubicBezTo>
                    <a:cubicBezTo>
                      <a:pt x="112" y="449"/>
                      <a:pt x="112" y="449"/>
                      <a:pt x="112" y="449"/>
                    </a:cubicBezTo>
                    <a:cubicBezTo>
                      <a:pt x="111" y="450"/>
                      <a:pt x="111" y="450"/>
                      <a:pt x="111" y="450"/>
                    </a:cubicBezTo>
                    <a:cubicBezTo>
                      <a:pt x="109" y="447"/>
                      <a:pt x="109" y="447"/>
                      <a:pt x="109" y="447"/>
                    </a:cubicBezTo>
                    <a:cubicBezTo>
                      <a:pt x="107" y="447"/>
                      <a:pt x="107" y="447"/>
                      <a:pt x="107" y="447"/>
                    </a:cubicBezTo>
                    <a:cubicBezTo>
                      <a:pt x="105" y="447"/>
                      <a:pt x="105" y="447"/>
                      <a:pt x="105" y="447"/>
                    </a:cubicBezTo>
                    <a:cubicBezTo>
                      <a:pt x="104" y="449"/>
                      <a:pt x="104" y="449"/>
                      <a:pt x="104" y="449"/>
                    </a:cubicBezTo>
                    <a:cubicBezTo>
                      <a:pt x="103" y="448"/>
                      <a:pt x="103" y="448"/>
                      <a:pt x="103" y="448"/>
                    </a:cubicBezTo>
                    <a:cubicBezTo>
                      <a:pt x="103" y="449"/>
                      <a:pt x="103" y="449"/>
                      <a:pt x="103" y="449"/>
                    </a:cubicBezTo>
                    <a:cubicBezTo>
                      <a:pt x="102" y="449"/>
                      <a:pt x="102" y="449"/>
                      <a:pt x="102" y="449"/>
                    </a:cubicBezTo>
                    <a:cubicBezTo>
                      <a:pt x="100" y="449"/>
                      <a:pt x="100" y="449"/>
                      <a:pt x="100" y="449"/>
                    </a:cubicBezTo>
                    <a:cubicBezTo>
                      <a:pt x="99" y="450"/>
                      <a:pt x="99" y="450"/>
                      <a:pt x="99" y="450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5" y="451"/>
                      <a:pt x="95" y="451"/>
                      <a:pt x="95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4"/>
                      <a:pt x="97" y="454"/>
                      <a:pt x="97" y="454"/>
                    </a:cubicBezTo>
                    <a:cubicBezTo>
                      <a:pt x="97" y="455"/>
                      <a:pt x="97" y="455"/>
                      <a:pt x="97" y="455"/>
                    </a:cubicBezTo>
                    <a:cubicBezTo>
                      <a:pt x="97" y="456"/>
                      <a:pt x="97" y="456"/>
                      <a:pt x="97" y="456"/>
                    </a:cubicBezTo>
                    <a:cubicBezTo>
                      <a:pt x="98" y="456"/>
                      <a:pt x="98" y="456"/>
                      <a:pt x="98" y="456"/>
                    </a:cubicBezTo>
                    <a:cubicBezTo>
                      <a:pt x="99" y="457"/>
                      <a:pt x="99" y="457"/>
                      <a:pt x="99" y="457"/>
                    </a:cubicBezTo>
                    <a:cubicBezTo>
                      <a:pt x="98" y="459"/>
                      <a:pt x="98" y="459"/>
                      <a:pt x="98" y="459"/>
                    </a:cubicBezTo>
                    <a:cubicBezTo>
                      <a:pt x="101" y="458"/>
                      <a:pt x="101" y="458"/>
                      <a:pt x="101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4" y="459"/>
                      <a:pt x="104" y="459"/>
                      <a:pt x="104" y="459"/>
                    </a:cubicBezTo>
                    <a:cubicBezTo>
                      <a:pt x="105" y="459"/>
                      <a:pt x="105" y="459"/>
                      <a:pt x="105" y="459"/>
                    </a:cubicBezTo>
                    <a:cubicBezTo>
                      <a:pt x="106" y="459"/>
                      <a:pt x="106" y="459"/>
                      <a:pt x="106" y="459"/>
                    </a:cubicBezTo>
                    <a:cubicBezTo>
                      <a:pt x="108" y="461"/>
                      <a:pt x="108" y="461"/>
                      <a:pt x="108" y="461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10" y="461"/>
                      <a:pt x="110" y="461"/>
                      <a:pt x="110" y="461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2"/>
                      <a:pt x="111" y="462"/>
                      <a:pt x="111" y="462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3" y="463"/>
                      <a:pt x="113" y="463"/>
                      <a:pt x="113" y="463"/>
                    </a:cubicBezTo>
                    <a:cubicBezTo>
                      <a:pt x="113" y="464"/>
                      <a:pt x="113" y="464"/>
                      <a:pt x="113" y="464"/>
                    </a:cubicBezTo>
                    <a:cubicBezTo>
                      <a:pt x="114" y="465"/>
                      <a:pt x="114" y="465"/>
                      <a:pt x="114" y="465"/>
                    </a:cubicBezTo>
                    <a:cubicBezTo>
                      <a:pt x="114" y="466"/>
                      <a:pt x="114" y="466"/>
                      <a:pt x="114" y="466"/>
                    </a:cubicBezTo>
                    <a:cubicBezTo>
                      <a:pt x="113" y="467"/>
                      <a:pt x="113" y="467"/>
                      <a:pt x="113" y="467"/>
                    </a:cubicBezTo>
                    <a:cubicBezTo>
                      <a:pt x="114" y="468"/>
                      <a:pt x="114" y="468"/>
                      <a:pt x="114" y="468"/>
                    </a:cubicBezTo>
                    <a:cubicBezTo>
                      <a:pt x="115" y="469"/>
                      <a:pt x="115" y="469"/>
                      <a:pt x="115" y="469"/>
                    </a:cubicBezTo>
                    <a:cubicBezTo>
                      <a:pt x="117" y="471"/>
                      <a:pt x="117" y="471"/>
                      <a:pt x="117" y="471"/>
                    </a:cubicBezTo>
                    <a:cubicBezTo>
                      <a:pt x="119" y="471"/>
                      <a:pt x="119" y="471"/>
                      <a:pt x="119" y="471"/>
                    </a:cubicBezTo>
                    <a:cubicBezTo>
                      <a:pt x="120" y="472"/>
                      <a:pt x="120" y="472"/>
                      <a:pt x="120" y="472"/>
                    </a:cubicBezTo>
                    <a:cubicBezTo>
                      <a:pt x="120" y="473"/>
                      <a:pt x="120" y="473"/>
                      <a:pt x="120" y="473"/>
                    </a:cubicBezTo>
                    <a:cubicBezTo>
                      <a:pt x="121" y="474"/>
                      <a:pt x="121" y="474"/>
                      <a:pt x="121" y="474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19" y="477"/>
                      <a:pt x="119" y="477"/>
                      <a:pt x="119" y="477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0" y="479"/>
                      <a:pt x="120" y="479"/>
                      <a:pt x="120" y="479"/>
                    </a:cubicBezTo>
                    <a:cubicBezTo>
                      <a:pt x="119" y="483"/>
                      <a:pt x="119" y="483"/>
                      <a:pt x="119" y="483"/>
                    </a:cubicBezTo>
                    <a:cubicBezTo>
                      <a:pt x="119" y="486"/>
                      <a:pt x="119" y="486"/>
                      <a:pt x="119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19" y="491"/>
                      <a:pt x="119" y="491"/>
                      <a:pt x="119" y="491"/>
                    </a:cubicBezTo>
                    <a:cubicBezTo>
                      <a:pt x="118" y="495"/>
                      <a:pt x="118" y="495"/>
                      <a:pt x="118" y="495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6" y="496"/>
                      <a:pt x="116" y="496"/>
                      <a:pt x="116" y="496"/>
                    </a:cubicBezTo>
                    <a:cubicBezTo>
                      <a:pt x="116" y="497"/>
                      <a:pt x="116" y="497"/>
                      <a:pt x="116" y="497"/>
                    </a:cubicBezTo>
                    <a:cubicBezTo>
                      <a:pt x="115" y="497"/>
                      <a:pt x="115" y="497"/>
                      <a:pt x="115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1" y="496"/>
                      <a:pt x="111" y="496"/>
                      <a:pt x="111" y="496"/>
                    </a:cubicBezTo>
                    <a:cubicBezTo>
                      <a:pt x="109" y="496"/>
                      <a:pt x="109" y="496"/>
                      <a:pt x="109" y="496"/>
                    </a:cubicBezTo>
                    <a:cubicBezTo>
                      <a:pt x="108" y="497"/>
                      <a:pt x="108" y="497"/>
                      <a:pt x="108" y="497"/>
                    </a:cubicBezTo>
                    <a:cubicBezTo>
                      <a:pt x="106" y="496"/>
                      <a:pt x="106" y="496"/>
                      <a:pt x="106" y="496"/>
                    </a:cubicBezTo>
                    <a:cubicBezTo>
                      <a:pt x="105" y="495"/>
                      <a:pt x="105" y="495"/>
                      <a:pt x="105" y="495"/>
                    </a:cubicBezTo>
                    <a:cubicBezTo>
                      <a:pt x="102" y="495"/>
                      <a:pt x="102" y="495"/>
                      <a:pt x="102" y="495"/>
                    </a:cubicBezTo>
                    <a:cubicBezTo>
                      <a:pt x="98" y="496"/>
                      <a:pt x="98" y="496"/>
                      <a:pt x="98" y="496"/>
                    </a:cubicBezTo>
                    <a:cubicBezTo>
                      <a:pt x="96" y="496"/>
                      <a:pt x="96" y="496"/>
                      <a:pt x="96" y="496"/>
                    </a:cubicBezTo>
                    <a:cubicBezTo>
                      <a:pt x="91" y="495"/>
                      <a:pt x="91" y="495"/>
                      <a:pt x="91" y="495"/>
                    </a:cubicBezTo>
                    <a:cubicBezTo>
                      <a:pt x="89" y="494"/>
                      <a:pt x="89" y="494"/>
                      <a:pt x="89" y="494"/>
                    </a:cubicBezTo>
                    <a:cubicBezTo>
                      <a:pt x="88" y="493"/>
                      <a:pt x="88" y="493"/>
                      <a:pt x="88" y="493"/>
                    </a:cubicBezTo>
                    <a:cubicBezTo>
                      <a:pt x="86" y="494"/>
                      <a:pt x="86" y="494"/>
                      <a:pt x="86" y="494"/>
                    </a:cubicBezTo>
                    <a:cubicBezTo>
                      <a:pt x="84" y="495"/>
                      <a:pt x="84" y="495"/>
                      <a:pt x="84" y="495"/>
                    </a:cubicBezTo>
                    <a:cubicBezTo>
                      <a:pt x="82" y="494"/>
                      <a:pt x="82" y="494"/>
                      <a:pt x="82" y="494"/>
                    </a:cubicBezTo>
                    <a:cubicBezTo>
                      <a:pt x="80" y="494"/>
                      <a:pt x="80" y="494"/>
                      <a:pt x="80" y="494"/>
                    </a:cubicBezTo>
                    <a:cubicBezTo>
                      <a:pt x="79" y="495"/>
                      <a:pt x="79" y="495"/>
                      <a:pt x="79" y="495"/>
                    </a:cubicBezTo>
                    <a:cubicBezTo>
                      <a:pt x="78" y="493"/>
                      <a:pt x="78" y="493"/>
                      <a:pt x="78" y="493"/>
                    </a:cubicBezTo>
                    <a:cubicBezTo>
                      <a:pt x="76" y="493"/>
                      <a:pt x="76" y="493"/>
                      <a:pt x="76" y="493"/>
                    </a:cubicBezTo>
                    <a:cubicBezTo>
                      <a:pt x="75" y="493"/>
                      <a:pt x="75" y="493"/>
                      <a:pt x="75" y="493"/>
                    </a:cubicBezTo>
                    <a:cubicBezTo>
                      <a:pt x="74" y="493"/>
                      <a:pt x="74" y="493"/>
                      <a:pt x="74" y="493"/>
                    </a:cubicBezTo>
                    <a:cubicBezTo>
                      <a:pt x="71" y="495"/>
                      <a:pt x="71" y="495"/>
                      <a:pt x="71" y="495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72" y="497"/>
                      <a:pt x="72" y="497"/>
                      <a:pt x="72" y="497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69" y="497"/>
                      <a:pt x="69" y="497"/>
                      <a:pt x="69" y="497"/>
                    </a:cubicBezTo>
                    <a:cubicBezTo>
                      <a:pt x="68" y="497"/>
                      <a:pt x="68" y="497"/>
                      <a:pt x="68" y="497"/>
                    </a:cubicBezTo>
                    <a:cubicBezTo>
                      <a:pt x="65" y="498"/>
                      <a:pt x="65" y="498"/>
                      <a:pt x="65" y="498"/>
                    </a:cubicBezTo>
                    <a:cubicBezTo>
                      <a:pt x="64" y="500"/>
                      <a:pt x="64" y="500"/>
                      <a:pt x="64" y="500"/>
                    </a:cubicBezTo>
                    <a:cubicBezTo>
                      <a:pt x="65" y="502"/>
                      <a:pt x="65" y="502"/>
                      <a:pt x="65" y="502"/>
                    </a:cubicBezTo>
                    <a:cubicBezTo>
                      <a:pt x="66" y="502"/>
                      <a:pt x="66" y="502"/>
                      <a:pt x="66" y="502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5"/>
                      <a:pt x="66" y="505"/>
                      <a:pt x="66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8" y="506"/>
                      <a:pt x="68" y="506"/>
                      <a:pt x="68" y="506"/>
                    </a:cubicBezTo>
                    <a:cubicBezTo>
                      <a:pt x="66" y="507"/>
                      <a:pt x="66" y="507"/>
                      <a:pt x="66" y="507"/>
                    </a:cubicBezTo>
                    <a:cubicBezTo>
                      <a:pt x="67" y="507"/>
                      <a:pt x="67" y="507"/>
                      <a:pt x="67" y="507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10"/>
                      <a:pt x="67" y="510"/>
                      <a:pt x="67" y="510"/>
                    </a:cubicBezTo>
                    <a:cubicBezTo>
                      <a:pt x="68" y="513"/>
                      <a:pt x="68" y="513"/>
                      <a:pt x="68" y="513"/>
                    </a:cubicBezTo>
                    <a:cubicBezTo>
                      <a:pt x="67" y="517"/>
                      <a:pt x="67" y="517"/>
                      <a:pt x="67" y="517"/>
                    </a:cubicBezTo>
                    <a:cubicBezTo>
                      <a:pt x="68" y="518"/>
                      <a:pt x="68" y="518"/>
                      <a:pt x="68" y="518"/>
                    </a:cubicBezTo>
                    <a:cubicBezTo>
                      <a:pt x="67" y="520"/>
                      <a:pt x="67" y="520"/>
                      <a:pt x="67" y="520"/>
                    </a:cubicBezTo>
                    <a:cubicBezTo>
                      <a:pt x="68" y="521"/>
                      <a:pt x="68" y="521"/>
                      <a:pt x="68" y="521"/>
                    </a:cubicBezTo>
                    <a:cubicBezTo>
                      <a:pt x="67" y="522"/>
                      <a:pt x="67" y="522"/>
                      <a:pt x="67" y="522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6" y="526"/>
                      <a:pt x="66" y="526"/>
                    </a:cubicBezTo>
                    <a:cubicBezTo>
                      <a:pt x="65" y="529"/>
                      <a:pt x="65" y="529"/>
                      <a:pt x="65" y="529"/>
                    </a:cubicBezTo>
                    <a:cubicBezTo>
                      <a:pt x="65" y="530"/>
                      <a:pt x="65" y="530"/>
                      <a:pt x="65" y="530"/>
                    </a:cubicBezTo>
                    <a:cubicBezTo>
                      <a:pt x="63" y="532"/>
                      <a:pt x="63" y="532"/>
                      <a:pt x="63" y="532"/>
                    </a:cubicBezTo>
                    <a:cubicBezTo>
                      <a:pt x="62" y="537"/>
                      <a:pt x="62" y="537"/>
                      <a:pt x="62" y="537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39"/>
                      <a:pt x="63" y="539"/>
                      <a:pt x="63" y="539"/>
                    </a:cubicBezTo>
                    <a:cubicBezTo>
                      <a:pt x="63" y="541"/>
                      <a:pt x="63" y="541"/>
                      <a:pt x="63" y="541"/>
                    </a:cubicBezTo>
                    <a:cubicBezTo>
                      <a:pt x="65" y="542"/>
                      <a:pt x="65" y="542"/>
                      <a:pt x="65" y="542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7" y="543"/>
                      <a:pt x="67" y="543"/>
                      <a:pt x="67" y="543"/>
                    </a:cubicBezTo>
                    <a:cubicBezTo>
                      <a:pt x="66" y="545"/>
                      <a:pt x="66" y="545"/>
                      <a:pt x="66" y="545"/>
                    </a:cubicBezTo>
                    <a:cubicBezTo>
                      <a:pt x="66" y="548"/>
                      <a:pt x="66" y="548"/>
                      <a:pt x="66" y="548"/>
                    </a:cubicBezTo>
                    <a:cubicBezTo>
                      <a:pt x="65" y="551"/>
                      <a:pt x="65" y="551"/>
                      <a:pt x="65" y="551"/>
                    </a:cubicBezTo>
                    <a:cubicBezTo>
                      <a:pt x="65" y="552"/>
                      <a:pt x="65" y="552"/>
                      <a:pt x="65" y="552"/>
                    </a:cubicBezTo>
                    <a:cubicBezTo>
                      <a:pt x="66" y="553"/>
                      <a:pt x="66" y="553"/>
                      <a:pt x="66" y="553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71" y="553"/>
                      <a:pt x="71" y="553"/>
                      <a:pt x="71" y="553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5" y="553"/>
                      <a:pt x="75" y="553"/>
                      <a:pt x="75" y="553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8" y="552"/>
                      <a:pt x="78" y="552"/>
                      <a:pt x="78" y="552"/>
                    </a:cubicBezTo>
                    <a:cubicBezTo>
                      <a:pt x="80" y="552"/>
                      <a:pt x="80" y="552"/>
                      <a:pt x="80" y="552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7" y="561"/>
                      <a:pt x="87" y="561"/>
                      <a:pt x="87" y="561"/>
                    </a:cubicBezTo>
                    <a:cubicBezTo>
                      <a:pt x="90" y="562"/>
                      <a:pt x="90" y="562"/>
                      <a:pt x="90" y="562"/>
                    </a:cubicBezTo>
                    <a:cubicBezTo>
                      <a:pt x="92" y="560"/>
                      <a:pt x="92" y="560"/>
                      <a:pt x="92" y="560"/>
                    </a:cubicBezTo>
                    <a:cubicBezTo>
                      <a:pt x="92" y="559"/>
                      <a:pt x="92" y="559"/>
                      <a:pt x="92" y="559"/>
                    </a:cubicBezTo>
                    <a:cubicBezTo>
                      <a:pt x="93" y="558"/>
                      <a:pt x="93" y="558"/>
                      <a:pt x="93" y="558"/>
                    </a:cubicBezTo>
                    <a:cubicBezTo>
                      <a:pt x="96" y="558"/>
                      <a:pt x="96" y="558"/>
                      <a:pt x="96" y="558"/>
                    </a:cubicBezTo>
                    <a:cubicBezTo>
                      <a:pt x="98" y="556"/>
                      <a:pt x="98" y="556"/>
                      <a:pt x="98" y="556"/>
                    </a:cubicBezTo>
                    <a:cubicBezTo>
                      <a:pt x="101" y="556"/>
                      <a:pt x="101" y="556"/>
                      <a:pt x="101" y="556"/>
                    </a:cubicBezTo>
                    <a:cubicBezTo>
                      <a:pt x="102" y="555"/>
                      <a:pt x="102" y="555"/>
                      <a:pt x="102" y="555"/>
                    </a:cubicBezTo>
                    <a:cubicBezTo>
                      <a:pt x="105" y="556"/>
                      <a:pt x="105" y="556"/>
                      <a:pt x="105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8" y="555"/>
                      <a:pt x="108" y="555"/>
                      <a:pt x="108" y="555"/>
                    </a:cubicBezTo>
                    <a:cubicBezTo>
                      <a:pt x="109" y="555"/>
                      <a:pt x="109" y="555"/>
                      <a:pt x="109" y="555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12" y="555"/>
                      <a:pt x="112" y="555"/>
                      <a:pt x="112" y="555"/>
                    </a:cubicBezTo>
                    <a:cubicBezTo>
                      <a:pt x="112" y="554"/>
                      <a:pt x="112" y="554"/>
                      <a:pt x="112" y="554"/>
                    </a:cubicBezTo>
                    <a:cubicBezTo>
                      <a:pt x="113" y="555"/>
                      <a:pt x="113" y="555"/>
                      <a:pt x="113" y="555"/>
                    </a:cubicBezTo>
                    <a:cubicBezTo>
                      <a:pt x="115" y="556"/>
                      <a:pt x="115" y="556"/>
                      <a:pt x="115" y="556"/>
                    </a:cubicBezTo>
                    <a:cubicBezTo>
                      <a:pt x="117" y="553"/>
                      <a:pt x="117" y="553"/>
                      <a:pt x="117" y="553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21" y="550"/>
                      <a:pt x="121" y="550"/>
                      <a:pt x="121" y="550"/>
                    </a:cubicBezTo>
                    <a:cubicBezTo>
                      <a:pt x="124" y="550"/>
                      <a:pt x="124" y="550"/>
                      <a:pt x="124" y="550"/>
                    </a:cubicBezTo>
                    <a:cubicBezTo>
                      <a:pt x="125" y="548"/>
                      <a:pt x="125" y="548"/>
                      <a:pt x="125" y="548"/>
                    </a:cubicBezTo>
                    <a:cubicBezTo>
                      <a:pt x="124" y="547"/>
                      <a:pt x="124" y="547"/>
                      <a:pt x="124" y="547"/>
                    </a:cubicBezTo>
                    <a:cubicBezTo>
                      <a:pt x="125" y="546"/>
                      <a:pt x="125" y="546"/>
                      <a:pt x="125" y="546"/>
                    </a:cubicBezTo>
                    <a:cubicBezTo>
                      <a:pt x="127" y="542"/>
                      <a:pt x="127" y="542"/>
                      <a:pt x="127" y="542"/>
                    </a:cubicBezTo>
                    <a:cubicBezTo>
                      <a:pt x="127" y="541"/>
                      <a:pt x="127" y="541"/>
                      <a:pt x="127" y="541"/>
                    </a:cubicBezTo>
                    <a:cubicBezTo>
                      <a:pt x="129" y="540"/>
                      <a:pt x="129" y="540"/>
                      <a:pt x="129" y="540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29" y="535"/>
                      <a:pt x="129" y="535"/>
                      <a:pt x="129" y="535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8" y="534"/>
                      <a:pt x="128" y="534"/>
                      <a:pt x="128" y="534"/>
                    </a:cubicBezTo>
                    <a:cubicBezTo>
                      <a:pt x="127" y="532"/>
                      <a:pt x="127" y="532"/>
                      <a:pt x="127" y="532"/>
                    </a:cubicBezTo>
                    <a:cubicBezTo>
                      <a:pt x="127" y="531"/>
                      <a:pt x="127" y="531"/>
                      <a:pt x="127" y="531"/>
                    </a:cubicBezTo>
                    <a:cubicBezTo>
                      <a:pt x="130" y="526"/>
                      <a:pt x="130" y="526"/>
                      <a:pt x="130" y="526"/>
                    </a:cubicBezTo>
                    <a:cubicBezTo>
                      <a:pt x="131" y="526"/>
                      <a:pt x="131" y="526"/>
                      <a:pt x="131" y="526"/>
                    </a:cubicBezTo>
                    <a:cubicBezTo>
                      <a:pt x="133" y="523"/>
                      <a:pt x="133" y="523"/>
                      <a:pt x="133" y="523"/>
                    </a:cubicBezTo>
                    <a:cubicBezTo>
                      <a:pt x="134" y="523"/>
                      <a:pt x="134" y="523"/>
                      <a:pt x="134" y="523"/>
                    </a:cubicBezTo>
                    <a:cubicBezTo>
                      <a:pt x="135" y="522"/>
                      <a:pt x="135" y="522"/>
                      <a:pt x="135" y="522"/>
                    </a:cubicBezTo>
                    <a:cubicBezTo>
                      <a:pt x="136" y="520"/>
                      <a:pt x="136" y="520"/>
                      <a:pt x="136" y="520"/>
                    </a:cubicBezTo>
                    <a:cubicBezTo>
                      <a:pt x="136" y="519"/>
                      <a:pt x="136" y="519"/>
                      <a:pt x="136" y="519"/>
                    </a:cubicBezTo>
                    <a:cubicBezTo>
                      <a:pt x="137" y="519"/>
                      <a:pt x="137" y="519"/>
                      <a:pt x="137" y="519"/>
                    </a:cubicBezTo>
                    <a:cubicBezTo>
                      <a:pt x="138" y="518"/>
                      <a:pt x="138" y="518"/>
                      <a:pt x="138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3" y="517"/>
                      <a:pt x="143" y="517"/>
                    </a:cubicBezTo>
                    <a:cubicBezTo>
                      <a:pt x="144" y="517"/>
                      <a:pt x="144" y="517"/>
                      <a:pt x="145" y="515"/>
                    </a:cubicBezTo>
                    <a:cubicBezTo>
                      <a:pt x="148" y="514"/>
                      <a:pt x="148" y="514"/>
                      <a:pt x="148" y="514"/>
                    </a:cubicBezTo>
                    <a:cubicBezTo>
                      <a:pt x="149" y="512"/>
                      <a:pt x="149" y="512"/>
                      <a:pt x="149" y="512"/>
                    </a:cubicBezTo>
                    <a:cubicBezTo>
                      <a:pt x="149" y="510"/>
                      <a:pt x="149" y="510"/>
                      <a:pt x="149" y="510"/>
                    </a:cubicBezTo>
                    <a:cubicBezTo>
                      <a:pt x="149" y="508"/>
                      <a:pt x="149" y="508"/>
                      <a:pt x="149" y="508"/>
                    </a:cubicBezTo>
                    <a:cubicBezTo>
                      <a:pt x="150" y="507"/>
                      <a:pt x="150" y="507"/>
                      <a:pt x="150" y="507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49" y="505"/>
                      <a:pt x="149" y="505"/>
                      <a:pt x="149" y="505"/>
                    </a:cubicBezTo>
                    <a:cubicBezTo>
                      <a:pt x="149" y="503"/>
                      <a:pt x="149" y="503"/>
                      <a:pt x="149" y="503"/>
                    </a:cubicBezTo>
                    <a:cubicBezTo>
                      <a:pt x="149" y="501"/>
                      <a:pt x="149" y="501"/>
                      <a:pt x="149" y="501"/>
                    </a:cubicBezTo>
                    <a:cubicBezTo>
                      <a:pt x="150" y="500"/>
                      <a:pt x="150" y="500"/>
                      <a:pt x="150" y="500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5" y="497"/>
                      <a:pt x="155" y="497"/>
                      <a:pt x="155" y="497"/>
                    </a:cubicBezTo>
                    <a:cubicBezTo>
                      <a:pt x="157" y="497"/>
                      <a:pt x="157" y="497"/>
                      <a:pt x="157" y="497"/>
                    </a:cubicBezTo>
                    <a:cubicBezTo>
                      <a:pt x="158" y="498"/>
                      <a:pt x="158" y="498"/>
                      <a:pt x="158" y="498"/>
                    </a:cubicBezTo>
                    <a:cubicBezTo>
                      <a:pt x="160" y="498"/>
                      <a:pt x="160" y="498"/>
                      <a:pt x="160" y="498"/>
                    </a:cubicBezTo>
                    <a:cubicBezTo>
                      <a:pt x="161" y="497"/>
                      <a:pt x="161" y="497"/>
                      <a:pt x="161" y="497"/>
                    </a:cubicBezTo>
                    <a:cubicBezTo>
                      <a:pt x="162" y="497"/>
                      <a:pt x="162" y="497"/>
                      <a:pt x="162" y="497"/>
                    </a:cubicBezTo>
                    <a:cubicBezTo>
                      <a:pt x="166" y="500"/>
                      <a:pt x="166" y="500"/>
                      <a:pt x="166" y="500"/>
                    </a:cubicBezTo>
                    <a:cubicBezTo>
                      <a:pt x="167" y="501"/>
                      <a:pt x="167" y="501"/>
                      <a:pt x="167" y="501"/>
                    </a:cubicBezTo>
                    <a:cubicBezTo>
                      <a:pt x="171" y="501"/>
                      <a:pt x="171" y="501"/>
                      <a:pt x="171" y="501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4" y="497"/>
                      <a:pt x="174" y="497"/>
                      <a:pt x="174" y="497"/>
                    </a:cubicBezTo>
                    <a:cubicBezTo>
                      <a:pt x="178" y="494"/>
                      <a:pt x="178" y="494"/>
                      <a:pt x="178" y="494"/>
                    </a:cubicBezTo>
                    <a:cubicBezTo>
                      <a:pt x="182" y="493"/>
                      <a:pt x="182" y="493"/>
                      <a:pt x="182" y="493"/>
                    </a:cubicBezTo>
                    <a:cubicBezTo>
                      <a:pt x="184" y="491"/>
                      <a:pt x="184" y="491"/>
                      <a:pt x="184" y="491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7" y="489"/>
                      <a:pt x="187" y="489"/>
                      <a:pt x="187" y="489"/>
                    </a:cubicBezTo>
                    <a:cubicBezTo>
                      <a:pt x="192" y="490"/>
                      <a:pt x="192" y="490"/>
                      <a:pt x="192" y="490"/>
                    </a:cubicBezTo>
                    <a:cubicBezTo>
                      <a:pt x="193" y="491"/>
                      <a:pt x="193" y="491"/>
                      <a:pt x="193" y="491"/>
                    </a:cubicBezTo>
                    <a:cubicBezTo>
                      <a:pt x="195" y="491"/>
                      <a:pt x="195" y="491"/>
                      <a:pt x="195" y="491"/>
                    </a:cubicBezTo>
                    <a:cubicBezTo>
                      <a:pt x="197" y="494"/>
                      <a:pt x="197" y="494"/>
                      <a:pt x="197" y="494"/>
                    </a:cubicBezTo>
                    <a:cubicBezTo>
                      <a:pt x="198" y="496"/>
                      <a:pt x="198" y="496"/>
                      <a:pt x="198" y="496"/>
                    </a:cubicBezTo>
                    <a:cubicBezTo>
                      <a:pt x="198" y="498"/>
                      <a:pt x="198" y="498"/>
                      <a:pt x="198" y="498"/>
                    </a:cubicBezTo>
                    <a:cubicBezTo>
                      <a:pt x="199" y="498"/>
                      <a:pt x="199" y="498"/>
                      <a:pt x="199" y="498"/>
                    </a:cubicBezTo>
                    <a:cubicBezTo>
                      <a:pt x="199" y="500"/>
                      <a:pt x="199" y="500"/>
                      <a:pt x="199" y="500"/>
                    </a:cubicBezTo>
                    <a:cubicBezTo>
                      <a:pt x="201" y="501"/>
                      <a:pt x="201" y="501"/>
                      <a:pt x="201" y="501"/>
                    </a:cubicBezTo>
                    <a:cubicBezTo>
                      <a:pt x="202" y="503"/>
                      <a:pt x="202" y="503"/>
                      <a:pt x="202" y="503"/>
                    </a:cubicBezTo>
                    <a:cubicBezTo>
                      <a:pt x="204" y="504"/>
                      <a:pt x="204" y="504"/>
                      <a:pt x="204" y="504"/>
                    </a:cubicBezTo>
                    <a:cubicBezTo>
                      <a:pt x="204" y="506"/>
                      <a:pt x="204" y="506"/>
                      <a:pt x="204" y="506"/>
                    </a:cubicBezTo>
                    <a:cubicBezTo>
                      <a:pt x="207" y="506"/>
                      <a:pt x="207" y="506"/>
                      <a:pt x="207" y="506"/>
                    </a:cubicBezTo>
                    <a:cubicBezTo>
                      <a:pt x="208" y="507"/>
                      <a:pt x="208" y="507"/>
                      <a:pt x="208" y="507"/>
                    </a:cubicBezTo>
                    <a:cubicBezTo>
                      <a:pt x="208" y="509"/>
                      <a:pt x="208" y="509"/>
                      <a:pt x="208" y="509"/>
                    </a:cubicBezTo>
                    <a:cubicBezTo>
                      <a:pt x="209" y="509"/>
                      <a:pt x="209" y="509"/>
                      <a:pt x="209" y="509"/>
                    </a:cubicBezTo>
                    <a:cubicBezTo>
                      <a:pt x="212" y="513"/>
                      <a:pt x="212" y="513"/>
                      <a:pt x="212" y="513"/>
                    </a:cubicBezTo>
                    <a:cubicBezTo>
                      <a:pt x="215" y="515"/>
                      <a:pt x="215" y="515"/>
                      <a:pt x="215" y="515"/>
                    </a:cubicBezTo>
                    <a:cubicBezTo>
                      <a:pt x="217" y="515"/>
                      <a:pt x="217" y="515"/>
                      <a:pt x="217" y="515"/>
                    </a:cubicBezTo>
                    <a:cubicBezTo>
                      <a:pt x="218" y="516"/>
                      <a:pt x="218" y="516"/>
                      <a:pt x="218" y="516"/>
                    </a:cubicBezTo>
                    <a:cubicBezTo>
                      <a:pt x="218" y="517"/>
                      <a:pt x="218" y="517"/>
                      <a:pt x="218" y="517"/>
                    </a:cubicBezTo>
                    <a:cubicBezTo>
                      <a:pt x="220" y="517"/>
                      <a:pt x="220" y="517"/>
                      <a:pt x="220" y="517"/>
                    </a:cubicBezTo>
                    <a:cubicBezTo>
                      <a:pt x="221" y="517"/>
                      <a:pt x="221" y="517"/>
                      <a:pt x="221" y="517"/>
                    </a:cubicBezTo>
                    <a:cubicBezTo>
                      <a:pt x="222" y="517"/>
                      <a:pt x="222" y="517"/>
                      <a:pt x="222" y="517"/>
                    </a:cubicBezTo>
                    <a:cubicBezTo>
                      <a:pt x="224" y="517"/>
                      <a:pt x="224" y="517"/>
                      <a:pt x="224" y="517"/>
                    </a:cubicBezTo>
                    <a:cubicBezTo>
                      <a:pt x="225" y="520"/>
                      <a:pt x="225" y="520"/>
                      <a:pt x="225" y="520"/>
                    </a:cubicBezTo>
                    <a:cubicBezTo>
                      <a:pt x="226" y="521"/>
                      <a:pt x="226" y="521"/>
                      <a:pt x="226" y="521"/>
                    </a:cubicBezTo>
                    <a:cubicBezTo>
                      <a:pt x="227" y="520"/>
                      <a:pt x="227" y="520"/>
                      <a:pt x="227" y="520"/>
                    </a:cubicBezTo>
                    <a:cubicBezTo>
                      <a:pt x="228" y="521"/>
                      <a:pt x="228" y="521"/>
                      <a:pt x="228" y="521"/>
                    </a:cubicBezTo>
                    <a:cubicBezTo>
                      <a:pt x="228" y="522"/>
                      <a:pt x="228" y="522"/>
                      <a:pt x="228" y="522"/>
                    </a:cubicBezTo>
                    <a:cubicBezTo>
                      <a:pt x="230" y="522"/>
                      <a:pt x="230" y="522"/>
                      <a:pt x="230" y="522"/>
                    </a:cubicBezTo>
                    <a:cubicBezTo>
                      <a:pt x="231" y="522"/>
                      <a:pt x="231" y="522"/>
                      <a:pt x="231" y="522"/>
                    </a:cubicBezTo>
                    <a:cubicBezTo>
                      <a:pt x="231" y="523"/>
                      <a:pt x="231" y="523"/>
                      <a:pt x="231" y="523"/>
                    </a:cubicBezTo>
                    <a:cubicBezTo>
                      <a:pt x="231" y="524"/>
                      <a:pt x="231" y="524"/>
                      <a:pt x="231" y="524"/>
                    </a:cubicBezTo>
                    <a:cubicBezTo>
                      <a:pt x="231" y="525"/>
                      <a:pt x="231" y="525"/>
                      <a:pt x="231" y="525"/>
                    </a:cubicBezTo>
                    <a:cubicBezTo>
                      <a:pt x="232" y="526"/>
                      <a:pt x="232" y="526"/>
                      <a:pt x="232" y="526"/>
                    </a:cubicBezTo>
                    <a:cubicBezTo>
                      <a:pt x="233" y="526"/>
                      <a:pt x="233" y="526"/>
                      <a:pt x="233" y="526"/>
                    </a:cubicBezTo>
                    <a:cubicBezTo>
                      <a:pt x="234" y="527"/>
                      <a:pt x="234" y="527"/>
                      <a:pt x="234" y="527"/>
                    </a:cubicBezTo>
                    <a:cubicBezTo>
                      <a:pt x="236" y="528"/>
                      <a:pt x="236" y="528"/>
                      <a:pt x="236" y="528"/>
                    </a:cubicBezTo>
                    <a:cubicBezTo>
                      <a:pt x="237" y="527"/>
                      <a:pt x="237" y="527"/>
                      <a:pt x="237" y="527"/>
                    </a:cubicBezTo>
                    <a:cubicBezTo>
                      <a:pt x="238" y="528"/>
                      <a:pt x="238" y="528"/>
                      <a:pt x="238" y="528"/>
                    </a:cubicBezTo>
                    <a:cubicBezTo>
                      <a:pt x="238" y="530"/>
                      <a:pt x="238" y="530"/>
                      <a:pt x="238" y="530"/>
                    </a:cubicBezTo>
                    <a:cubicBezTo>
                      <a:pt x="239" y="532"/>
                      <a:pt x="239" y="532"/>
                      <a:pt x="239" y="532"/>
                    </a:cubicBezTo>
                    <a:cubicBezTo>
                      <a:pt x="239" y="533"/>
                      <a:pt x="239" y="533"/>
                      <a:pt x="239" y="533"/>
                    </a:cubicBezTo>
                    <a:cubicBezTo>
                      <a:pt x="240" y="535"/>
                      <a:pt x="240" y="535"/>
                      <a:pt x="240" y="535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39" y="539"/>
                      <a:pt x="239" y="539"/>
                      <a:pt x="239" y="539"/>
                    </a:cubicBezTo>
                    <a:cubicBezTo>
                      <a:pt x="239" y="540"/>
                      <a:pt x="239" y="540"/>
                      <a:pt x="239" y="540"/>
                    </a:cubicBezTo>
                    <a:cubicBezTo>
                      <a:pt x="239" y="541"/>
                      <a:pt x="239" y="541"/>
                      <a:pt x="239" y="541"/>
                    </a:cubicBezTo>
                    <a:cubicBezTo>
                      <a:pt x="238" y="542"/>
                      <a:pt x="238" y="542"/>
                      <a:pt x="238" y="542"/>
                    </a:cubicBezTo>
                    <a:cubicBezTo>
                      <a:pt x="238" y="543"/>
                      <a:pt x="238" y="543"/>
                      <a:pt x="238" y="543"/>
                    </a:cubicBezTo>
                    <a:cubicBezTo>
                      <a:pt x="237" y="543"/>
                      <a:pt x="237" y="543"/>
                      <a:pt x="237" y="543"/>
                    </a:cubicBezTo>
                    <a:cubicBezTo>
                      <a:pt x="236" y="542"/>
                      <a:pt x="236" y="542"/>
                      <a:pt x="236" y="542"/>
                    </a:cubicBezTo>
                    <a:cubicBezTo>
                      <a:pt x="234" y="544"/>
                      <a:pt x="234" y="544"/>
                      <a:pt x="234" y="544"/>
                    </a:cubicBezTo>
                    <a:cubicBezTo>
                      <a:pt x="233" y="544"/>
                      <a:pt x="233" y="544"/>
                      <a:pt x="233" y="544"/>
                    </a:cubicBezTo>
                    <a:cubicBezTo>
                      <a:pt x="231" y="543"/>
                      <a:pt x="231" y="543"/>
                      <a:pt x="231" y="543"/>
                    </a:cubicBezTo>
                    <a:cubicBezTo>
                      <a:pt x="230" y="544"/>
                      <a:pt x="230" y="544"/>
                      <a:pt x="230" y="544"/>
                    </a:cubicBezTo>
                    <a:cubicBezTo>
                      <a:pt x="226" y="544"/>
                      <a:pt x="226" y="544"/>
                      <a:pt x="226" y="544"/>
                    </a:cubicBezTo>
                    <a:cubicBezTo>
                      <a:pt x="224" y="545"/>
                      <a:pt x="224" y="545"/>
                      <a:pt x="224" y="54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0" y="544"/>
                      <a:pt x="220" y="544"/>
                      <a:pt x="220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7" y="544"/>
                      <a:pt x="217" y="544"/>
                      <a:pt x="217" y="544"/>
                    </a:cubicBezTo>
                    <a:cubicBezTo>
                      <a:pt x="215" y="545"/>
                      <a:pt x="215" y="545"/>
                      <a:pt x="215" y="545"/>
                    </a:cubicBezTo>
                    <a:cubicBezTo>
                      <a:pt x="215" y="548"/>
                      <a:pt x="215" y="548"/>
                      <a:pt x="215" y="548"/>
                    </a:cubicBezTo>
                    <a:cubicBezTo>
                      <a:pt x="217" y="550"/>
                      <a:pt x="217" y="550"/>
                      <a:pt x="217" y="550"/>
                    </a:cubicBezTo>
                    <a:cubicBezTo>
                      <a:pt x="218" y="549"/>
                      <a:pt x="218" y="549"/>
                      <a:pt x="218" y="549"/>
                    </a:cubicBezTo>
                    <a:cubicBezTo>
                      <a:pt x="221" y="551"/>
                      <a:pt x="221" y="551"/>
                      <a:pt x="221" y="551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4" y="553"/>
                      <a:pt x="224" y="553"/>
                      <a:pt x="224" y="553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9" y="556"/>
                      <a:pt x="229" y="556"/>
                      <a:pt x="229" y="556"/>
                    </a:cubicBezTo>
                    <a:cubicBezTo>
                      <a:pt x="233" y="557"/>
                      <a:pt x="233" y="557"/>
                      <a:pt x="233" y="557"/>
                    </a:cubicBezTo>
                    <a:cubicBezTo>
                      <a:pt x="235" y="557"/>
                      <a:pt x="235" y="557"/>
                      <a:pt x="235" y="557"/>
                    </a:cubicBezTo>
                    <a:cubicBezTo>
                      <a:pt x="235" y="555"/>
                      <a:pt x="235" y="555"/>
                      <a:pt x="235" y="555"/>
                    </a:cubicBezTo>
                    <a:cubicBezTo>
                      <a:pt x="236" y="554"/>
                      <a:pt x="236" y="554"/>
                      <a:pt x="236" y="554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5" y="550"/>
                      <a:pt x="235" y="550"/>
                      <a:pt x="235" y="550"/>
                    </a:cubicBezTo>
                    <a:cubicBezTo>
                      <a:pt x="236" y="547"/>
                      <a:pt x="236" y="547"/>
                      <a:pt x="236" y="547"/>
                    </a:cubicBezTo>
                    <a:cubicBezTo>
                      <a:pt x="237" y="546"/>
                      <a:pt x="237" y="546"/>
                      <a:pt x="237" y="546"/>
                    </a:cubicBezTo>
                    <a:cubicBezTo>
                      <a:pt x="237" y="545"/>
                      <a:pt x="237" y="545"/>
                      <a:pt x="237" y="545"/>
                    </a:cubicBezTo>
                    <a:cubicBezTo>
                      <a:pt x="239" y="547"/>
                      <a:pt x="239" y="547"/>
                      <a:pt x="239" y="547"/>
                    </a:cubicBezTo>
                    <a:cubicBezTo>
                      <a:pt x="242" y="547"/>
                      <a:pt x="242" y="547"/>
                      <a:pt x="242" y="547"/>
                    </a:cubicBezTo>
                    <a:cubicBezTo>
                      <a:pt x="243" y="545"/>
                      <a:pt x="243" y="545"/>
                      <a:pt x="243" y="545"/>
                    </a:cubicBezTo>
                    <a:cubicBezTo>
                      <a:pt x="243" y="544"/>
                      <a:pt x="243" y="544"/>
                      <a:pt x="243" y="544"/>
                    </a:cubicBezTo>
                    <a:cubicBezTo>
                      <a:pt x="245" y="542"/>
                      <a:pt x="245" y="542"/>
                      <a:pt x="245" y="542"/>
                    </a:cubicBezTo>
                    <a:cubicBezTo>
                      <a:pt x="245" y="539"/>
                      <a:pt x="245" y="539"/>
                      <a:pt x="245" y="539"/>
                    </a:cubicBezTo>
                    <a:cubicBezTo>
                      <a:pt x="246" y="538"/>
                      <a:pt x="246" y="538"/>
                      <a:pt x="246" y="538"/>
                    </a:cubicBezTo>
                    <a:cubicBezTo>
                      <a:pt x="248" y="537"/>
                      <a:pt x="248" y="537"/>
                      <a:pt x="248" y="537"/>
                    </a:cubicBezTo>
                    <a:cubicBezTo>
                      <a:pt x="249" y="536"/>
                      <a:pt x="249" y="536"/>
                      <a:pt x="249" y="536"/>
                    </a:cubicBezTo>
                    <a:cubicBezTo>
                      <a:pt x="248" y="535"/>
                      <a:pt x="248" y="535"/>
                      <a:pt x="248" y="535"/>
                    </a:cubicBezTo>
                    <a:cubicBezTo>
                      <a:pt x="248" y="533"/>
                      <a:pt x="248" y="533"/>
                      <a:pt x="248" y="533"/>
                    </a:cubicBezTo>
                    <a:cubicBezTo>
                      <a:pt x="248" y="532"/>
                      <a:pt x="248" y="532"/>
                      <a:pt x="248" y="532"/>
                    </a:cubicBezTo>
                    <a:cubicBezTo>
                      <a:pt x="245" y="530"/>
                      <a:pt x="245" y="530"/>
                      <a:pt x="245" y="530"/>
                    </a:cubicBezTo>
                    <a:cubicBezTo>
                      <a:pt x="244" y="530"/>
                      <a:pt x="244" y="530"/>
                      <a:pt x="244" y="530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5" y="528"/>
                      <a:pt x="245" y="528"/>
                      <a:pt x="245" y="528"/>
                    </a:cubicBezTo>
                    <a:cubicBezTo>
                      <a:pt x="245" y="527"/>
                      <a:pt x="245" y="527"/>
                      <a:pt x="245" y="527"/>
                    </a:cubicBezTo>
                    <a:cubicBezTo>
                      <a:pt x="245" y="526"/>
                      <a:pt x="245" y="526"/>
                      <a:pt x="245" y="526"/>
                    </a:cubicBezTo>
                    <a:cubicBezTo>
                      <a:pt x="246" y="525"/>
                      <a:pt x="246" y="525"/>
                      <a:pt x="246" y="525"/>
                    </a:cubicBezTo>
                    <a:cubicBezTo>
                      <a:pt x="247" y="524"/>
                      <a:pt x="247" y="524"/>
                      <a:pt x="247" y="524"/>
                    </a:cubicBezTo>
                    <a:cubicBezTo>
                      <a:pt x="247" y="523"/>
                      <a:pt x="247" y="523"/>
                      <a:pt x="247" y="523"/>
                    </a:cubicBezTo>
                    <a:cubicBezTo>
                      <a:pt x="248" y="523"/>
                      <a:pt x="248" y="523"/>
                      <a:pt x="248" y="523"/>
                    </a:cubicBezTo>
                    <a:cubicBezTo>
                      <a:pt x="249" y="524"/>
                      <a:pt x="249" y="524"/>
                      <a:pt x="249" y="524"/>
                    </a:cubicBezTo>
                    <a:cubicBezTo>
                      <a:pt x="249" y="525"/>
                      <a:pt x="249" y="525"/>
                      <a:pt x="249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6"/>
                      <a:pt x="252" y="526"/>
                      <a:pt x="252" y="526"/>
                    </a:cubicBezTo>
                    <a:cubicBezTo>
                      <a:pt x="253" y="527"/>
                      <a:pt x="253" y="527"/>
                      <a:pt x="253" y="527"/>
                    </a:cubicBezTo>
                    <a:cubicBezTo>
                      <a:pt x="254" y="529"/>
                      <a:pt x="254" y="529"/>
                      <a:pt x="254" y="529"/>
                    </a:cubicBezTo>
                    <a:cubicBezTo>
                      <a:pt x="256" y="530"/>
                      <a:pt x="256" y="530"/>
                      <a:pt x="256" y="530"/>
                    </a:cubicBezTo>
                    <a:cubicBezTo>
                      <a:pt x="256" y="529"/>
                      <a:pt x="256" y="529"/>
                      <a:pt x="256" y="529"/>
                    </a:cubicBezTo>
                    <a:cubicBezTo>
                      <a:pt x="257" y="528"/>
                      <a:pt x="257" y="528"/>
                      <a:pt x="257" y="528"/>
                    </a:cubicBezTo>
                    <a:cubicBezTo>
                      <a:pt x="257" y="527"/>
                      <a:pt x="257" y="527"/>
                      <a:pt x="257" y="527"/>
                    </a:cubicBezTo>
                    <a:cubicBezTo>
                      <a:pt x="257" y="526"/>
                      <a:pt x="257" y="526"/>
                      <a:pt x="257" y="526"/>
                    </a:cubicBezTo>
                    <a:cubicBezTo>
                      <a:pt x="257" y="524"/>
                      <a:pt x="257" y="524"/>
                      <a:pt x="257" y="524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5" y="522"/>
                      <a:pt x="255" y="522"/>
                      <a:pt x="255" y="522"/>
                    </a:cubicBezTo>
                    <a:cubicBezTo>
                      <a:pt x="253" y="521"/>
                      <a:pt x="253" y="521"/>
                      <a:pt x="253" y="521"/>
                    </a:cubicBezTo>
                    <a:cubicBezTo>
                      <a:pt x="251" y="520"/>
                      <a:pt x="251" y="520"/>
                      <a:pt x="251" y="520"/>
                    </a:cubicBezTo>
                    <a:cubicBezTo>
                      <a:pt x="249" y="518"/>
                      <a:pt x="249" y="518"/>
                      <a:pt x="249" y="518"/>
                    </a:cubicBezTo>
                    <a:cubicBezTo>
                      <a:pt x="243" y="515"/>
                      <a:pt x="243" y="515"/>
                      <a:pt x="243" y="515"/>
                    </a:cubicBezTo>
                    <a:cubicBezTo>
                      <a:pt x="240" y="514"/>
                      <a:pt x="240" y="514"/>
                      <a:pt x="240" y="514"/>
                    </a:cubicBezTo>
                    <a:cubicBezTo>
                      <a:pt x="239" y="514"/>
                      <a:pt x="239" y="514"/>
                      <a:pt x="239" y="514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40" y="512"/>
                      <a:pt x="240" y="512"/>
                      <a:pt x="240" y="512"/>
                    </a:cubicBezTo>
                    <a:cubicBezTo>
                      <a:pt x="241" y="510"/>
                      <a:pt x="241" y="510"/>
                      <a:pt x="241" y="510"/>
                    </a:cubicBezTo>
                    <a:cubicBezTo>
                      <a:pt x="239" y="509"/>
                      <a:pt x="239" y="509"/>
                      <a:pt x="239" y="509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6" y="509"/>
                      <a:pt x="236" y="509"/>
                      <a:pt x="236" y="509"/>
                    </a:cubicBezTo>
                    <a:cubicBezTo>
                      <a:pt x="233" y="509"/>
                      <a:pt x="233" y="509"/>
                      <a:pt x="233" y="509"/>
                    </a:cubicBezTo>
                    <a:cubicBezTo>
                      <a:pt x="232" y="509"/>
                      <a:pt x="232" y="509"/>
                      <a:pt x="232" y="509"/>
                    </a:cubicBezTo>
                    <a:cubicBezTo>
                      <a:pt x="231" y="509"/>
                      <a:pt x="231" y="509"/>
                      <a:pt x="231" y="509"/>
                    </a:cubicBezTo>
                    <a:cubicBezTo>
                      <a:pt x="230" y="508"/>
                      <a:pt x="230" y="508"/>
                      <a:pt x="230" y="508"/>
                    </a:cubicBezTo>
                    <a:cubicBezTo>
                      <a:pt x="228" y="506"/>
                      <a:pt x="228" y="506"/>
                      <a:pt x="228" y="506"/>
                    </a:cubicBezTo>
                    <a:cubicBezTo>
                      <a:pt x="227" y="504"/>
                      <a:pt x="227" y="504"/>
                      <a:pt x="227" y="504"/>
                    </a:cubicBezTo>
                    <a:cubicBezTo>
                      <a:pt x="225" y="503"/>
                      <a:pt x="225" y="503"/>
                      <a:pt x="225" y="503"/>
                    </a:cubicBezTo>
                    <a:cubicBezTo>
                      <a:pt x="225" y="502"/>
                      <a:pt x="225" y="502"/>
                      <a:pt x="225" y="502"/>
                    </a:cubicBezTo>
                    <a:cubicBezTo>
                      <a:pt x="225" y="500"/>
                      <a:pt x="225" y="500"/>
                      <a:pt x="225" y="500"/>
                    </a:cubicBezTo>
                    <a:cubicBezTo>
                      <a:pt x="224" y="500"/>
                      <a:pt x="224" y="500"/>
                      <a:pt x="224" y="500"/>
                    </a:cubicBezTo>
                    <a:cubicBezTo>
                      <a:pt x="224" y="499"/>
                      <a:pt x="224" y="499"/>
                      <a:pt x="224" y="499"/>
                    </a:cubicBezTo>
                    <a:cubicBezTo>
                      <a:pt x="219" y="494"/>
                      <a:pt x="219" y="494"/>
                      <a:pt x="219" y="494"/>
                    </a:cubicBezTo>
                    <a:cubicBezTo>
                      <a:pt x="218" y="493"/>
                      <a:pt x="218" y="493"/>
                      <a:pt x="218" y="493"/>
                    </a:cubicBezTo>
                    <a:cubicBezTo>
                      <a:pt x="213" y="490"/>
                      <a:pt x="213" y="490"/>
                      <a:pt x="213" y="490"/>
                    </a:cubicBezTo>
                    <a:cubicBezTo>
                      <a:pt x="212" y="489"/>
                      <a:pt x="212" y="489"/>
                      <a:pt x="212" y="489"/>
                    </a:cubicBezTo>
                    <a:cubicBezTo>
                      <a:pt x="212" y="487"/>
                      <a:pt x="212" y="487"/>
                      <a:pt x="212" y="487"/>
                    </a:cubicBezTo>
                    <a:cubicBezTo>
                      <a:pt x="211" y="486"/>
                      <a:pt x="211" y="486"/>
                      <a:pt x="211" y="486"/>
                    </a:cubicBezTo>
                    <a:cubicBezTo>
                      <a:pt x="212" y="485"/>
                      <a:pt x="212" y="485"/>
                      <a:pt x="212" y="485"/>
                    </a:cubicBezTo>
                    <a:cubicBezTo>
                      <a:pt x="213" y="483"/>
                      <a:pt x="213" y="483"/>
                      <a:pt x="213" y="483"/>
                    </a:cubicBezTo>
                    <a:cubicBezTo>
                      <a:pt x="212" y="482"/>
                      <a:pt x="212" y="482"/>
                      <a:pt x="212" y="482"/>
                    </a:cubicBezTo>
                    <a:cubicBezTo>
                      <a:pt x="211" y="480"/>
                      <a:pt x="211" y="480"/>
                      <a:pt x="211" y="480"/>
                    </a:cubicBezTo>
                    <a:cubicBezTo>
                      <a:pt x="212" y="480"/>
                      <a:pt x="212" y="480"/>
                      <a:pt x="212" y="480"/>
                    </a:cubicBezTo>
                    <a:cubicBezTo>
                      <a:pt x="213" y="480"/>
                      <a:pt x="213" y="480"/>
                      <a:pt x="213" y="480"/>
                    </a:cubicBezTo>
                    <a:cubicBezTo>
                      <a:pt x="214" y="478"/>
                      <a:pt x="214" y="478"/>
                      <a:pt x="214" y="478"/>
                    </a:cubicBezTo>
                    <a:cubicBezTo>
                      <a:pt x="216" y="478"/>
                      <a:pt x="216" y="478"/>
                      <a:pt x="216" y="478"/>
                    </a:cubicBezTo>
                    <a:cubicBezTo>
                      <a:pt x="217" y="477"/>
                      <a:pt x="217" y="477"/>
                      <a:pt x="217" y="477"/>
                    </a:cubicBezTo>
                    <a:cubicBezTo>
                      <a:pt x="218" y="477"/>
                      <a:pt x="218" y="477"/>
                      <a:pt x="218" y="477"/>
                    </a:cubicBezTo>
                    <a:cubicBezTo>
                      <a:pt x="219" y="477"/>
                      <a:pt x="219" y="477"/>
                      <a:pt x="219" y="477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19" y="478"/>
                      <a:pt x="219" y="478"/>
                      <a:pt x="219" y="478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20" y="483"/>
                      <a:pt x="220" y="483"/>
                      <a:pt x="220" y="483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4" y="484"/>
                      <a:pt x="224" y="484"/>
                      <a:pt x="224" y="484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5" y="486"/>
                      <a:pt x="225" y="486"/>
                      <a:pt x="225" y="486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8" y="489"/>
                      <a:pt x="228" y="489"/>
                      <a:pt x="228" y="489"/>
                    </a:cubicBezTo>
                    <a:cubicBezTo>
                      <a:pt x="233" y="496"/>
                      <a:pt x="233" y="496"/>
                      <a:pt x="233" y="496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4" y="493"/>
                      <a:pt x="234" y="493"/>
                      <a:pt x="234" y="493"/>
                    </a:cubicBezTo>
                    <a:cubicBezTo>
                      <a:pt x="236" y="494"/>
                      <a:pt x="236" y="494"/>
                      <a:pt x="236" y="494"/>
                    </a:cubicBezTo>
                    <a:cubicBezTo>
                      <a:pt x="237" y="495"/>
                      <a:pt x="237" y="495"/>
                      <a:pt x="237" y="495"/>
                    </a:cubicBezTo>
                    <a:cubicBezTo>
                      <a:pt x="238" y="496"/>
                      <a:pt x="238" y="496"/>
                      <a:pt x="238" y="496"/>
                    </a:cubicBezTo>
                    <a:cubicBezTo>
                      <a:pt x="239" y="497"/>
                      <a:pt x="239" y="497"/>
                      <a:pt x="239" y="497"/>
                    </a:cubicBezTo>
                    <a:cubicBezTo>
                      <a:pt x="240" y="497"/>
                      <a:pt x="240" y="497"/>
                      <a:pt x="240" y="497"/>
                    </a:cubicBezTo>
                    <a:cubicBezTo>
                      <a:pt x="241" y="498"/>
                      <a:pt x="241" y="498"/>
                      <a:pt x="241" y="498"/>
                    </a:cubicBezTo>
                    <a:cubicBezTo>
                      <a:pt x="238" y="498"/>
                      <a:pt x="238" y="498"/>
                      <a:pt x="238" y="498"/>
                    </a:cubicBezTo>
                    <a:cubicBezTo>
                      <a:pt x="243" y="500"/>
                      <a:pt x="243" y="500"/>
                      <a:pt x="243" y="500"/>
                    </a:cubicBezTo>
                    <a:cubicBezTo>
                      <a:pt x="242" y="501"/>
                      <a:pt x="242" y="501"/>
                      <a:pt x="242" y="501"/>
                    </a:cubicBezTo>
                    <a:cubicBezTo>
                      <a:pt x="244" y="502"/>
                      <a:pt x="244" y="502"/>
                      <a:pt x="244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50" y="503"/>
                      <a:pt x="250" y="503"/>
                      <a:pt x="250" y="503"/>
                    </a:cubicBezTo>
                    <a:cubicBezTo>
                      <a:pt x="250" y="502"/>
                      <a:pt x="250" y="502"/>
                      <a:pt x="250" y="502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5" y="504"/>
                      <a:pt x="255" y="504"/>
                      <a:pt x="255" y="504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7" y="506"/>
                      <a:pt x="257" y="506"/>
                      <a:pt x="257" y="506"/>
                    </a:cubicBezTo>
                    <a:cubicBezTo>
                      <a:pt x="259" y="509"/>
                      <a:pt x="259" y="509"/>
                      <a:pt x="259" y="509"/>
                    </a:cubicBezTo>
                    <a:cubicBezTo>
                      <a:pt x="260" y="510"/>
                      <a:pt x="260" y="510"/>
                      <a:pt x="260" y="510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3"/>
                      <a:pt x="263" y="513"/>
                      <a:pt x="263" y="513"/>
                    </a:cubicBezTo>
                    <a:cubicBezTo>
                      <a:pt x="262" y="516"/>
                      <a:pt x="262" y="516"/>
                      <a:pt x="262" y="516"/>
                    </a:cubicBezTo>
                    <a:cubicBezTo>
                      <a:pt x="263" y="519"/>
                      <a:pt x="263" y="519"/>
                      <a:pt x="263" y="519"/>
                    </a:cubicBezTo>
                    <a:cubicBezTo>
                      <a:pt x="262" y="520"/>
                      <a:pt x="262" y="520"/>
                      <a:pt x="262" y="520"/>
                    </a:cubicBezTo>
                    <a:cubicBezTo>
                      <a:pt x="262" y="522"/>
                      <a:pt x="262" y="522"/>
                      <a:pt x="262" y="522"/>
                    </a:cubicBezTo>
                    <a:cubicBezTo>
                      <a:pt x="263" y="523"/>
                      <a:pt x="263" y="523"/>
                      <a:pt x="263" y="523"/>
                    </a:cubicBezTo>
                    <a:cubicBezTo>
                      <a:pt x="262" y="525"/>
                      <a:pt x="262" y="525"/>
                      <a:pt x="262" y="525"/>
                    </a:cubicBezTo>
                    <a:cubicBezTo>
                      <a:pt x="263" y="526"/>
                      <a:pt x="263" y="526"/>
                      <a:pt x="263" y="526"/>
                    </a:cubicBezTo>
                    <a:cubicBezTo>
                      <a:pt x="266" y="526"/>
                      <a:pt x="266" y="526"/>
                      <a:pt x="266" y="526"/>
                    </a:cubicBezTo>
                    <a:cubicBezTo>
                      <a:pt x="267" y="529"/>
                      <a:pt x="267" y="529"/>
                      <a:pt x="267" y="529"/>
                    </a:cubicBezTo>
                    <a:cubicBezTo>
                      <a:pt x="266" y="528"/>
                      <a:pt x="266" y="528"/>
                      <a:pt x="266" y="528"/>
                    </a:cubicBezTo>
                    <a:cubicBezTo>
                      <a:pt x="264" y="529"/>
                      <a:pt x="264" y="529"/>
                      <a:pt x="264" y="529"/>
                    </a:cubicBezTo>
                    <a:cubicBezTo>
                      <a:pt x="264" y="531"/>
                      <a:pt x="264" y="531"/>
                      <a:pt x="264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8" y="534"/>
                      <a:pt x="268" y="534"/>
                      <a:pt x="268" y="534"/>
                    </a:cubicBezTo>
                    <a:cubicBezTo>
                      <a:pt x="269" y="533"/>
                      <a:pt x="269" y="533"/>
                      <a:pt x="269" y="533"/>
                    </a:cubicBezTo>
                    <a:cubicBezTo>
                      <a:pt x="272" y="535"/>
                      <a:pt x="272" y="535"/>
                      <a:pt x="272" y="535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8"/>
                      <a:pt x="273" y="538"/>
                      <a:pt x="273" y="538"/>
                    </a:cubicBezTo>
                    <a:cubicBezTo>
                      <a:pt x="272" y="539"/>
                      <a:pt x="272" y="539"/>
                      <a:pt x="272" y="539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1" y="542"/>
                      <a:pt x="271" y="542"/>
                      <a:pt x="271" y="542"/>
                    </a:cubicBezTo>
                    <a:cubicBezTo>
                      <a:pt x="271" y="544"/>
                      <a:pt x="271" y="544"/>
                      <a:pt x="271" y="544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3" y="545"/>
                      <a:pt x="273" y="545"/>
                      <a:pt x="273" y="545"/>
                    </a:cubicBezTo>
                    <a:cubicBezTo>
                      <a:pt x="274" y="545"/>
                      <a:pt x="274" y="545"/>
                      <a:pt x="274" y="545"/>
                    </a:cubicBezTo>
                    <a:cubicBezTo>
                      <a:pt x="273" y="546"/>
                      <a:pt x="273" y="546"/>
                      <a:pt x="273" y="546"/>
                    </a:cubicBezTo>
                    <a:cubicBezTo>
                      <a:pt x="272" y="547"/>
                      <a:pt x="272" y="547"/>
                      <a:pt x="272" y="547"/>
                    </a:cubicBezTo>
                    <a:cubicBezTo>
                      <a:pt x="274" y="549"/>
                      <a:pt x="274" y="549"/>
                      <a:pt x="274" y="549"/>
                    </a:cubicBezTo>
                    <a:cubicBezTo>
                      <a:pt x="275" y="549"/>
                      <a:pt x="275" y="549"/>
                      <a:pt x="275" y="549"/>
                    </a:cubicBezTo>
                    <a:cubicBezTo>
                      <a:pt x="275" y="548"/>
                      <a:pt x="275" y="548"/>
                      <a:pt x="275" y="548"/>
                    </a:cubicBezTo>
                    <a:cubicBezTo>
                      <a:pt x="278" y="549"/>
                      <a:pt x="278" y="549"/>
                      <a:pt x="278" y="549"/>
                    </a:cubicBezTo>
                    <a:cubicBezTo>
                      <a:pt x="276" y="547"/>
                      <a:pt x="276" y="547"/>
                      <a:pt x="276" y="547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6" y="544"/>
                      <a:pt x="276" y="544"/>
                      <a:pt x="276" y="544"/>
                    </a:cubicBezTo>
                    <a:cubicBezTo>
                      <a:pt x="275" y="544"/>
                      <a:pt x="275" y="544"/>
                      <a:pt x="275" y="544"/>
                    </a:cubicBezTo>
                    <a:cubicBezTo>
                      <a:pt x="275" y="543"/>
                      <a:pt x="275" y="543"/>
                      <a:pt x="275" y="543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4" y="541"/>
                      <a:pt x="274" y="541"/>
                      <a:pt x="274" y="541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5" y="539"/>
                      <a:pt x="275" y="539"/>
                      <a:pt x="275" y="539"/>
                    </a:cubicBezTo>
                    <a:cubicBezTo>
                      <a:pt x="274" y="539"/>
                      <a:pt x="274" y="539"/>
                      <a:pt x="274" y="539"/>
                    </a:cubicBezTo>
                    <a:cubicBezTo>
                      <a:pt x="276" y="540"/>
                      <a:pt x="276" y="540"/>
                      <a:pt x="276" y="540"/>
                    </a:cubicBezTo>
                    <a:cubicBezTo>
                      <a:pt x="276" y="543"/>
                      <a:pt x="276" y="543"/>
                      <a:pt x="276" y="543"/>
                    </a:cubicBezTo>
                    <a:cubicBezTo>
                      <a:pt x="278" y="543"/>
                      <a:pt x="278" y="543"/>
                      <a:pt x="278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9" y="543"/>
                      <a:pt x="279" y="543"/>
                      <a:pt x="279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8" y="544"/>
                      <a:pt x="278" y="544"/>
                      <a:pt x="278" y="544"/>
                    </a:cubicBezTo>
                    <a:cubicBezTo>
                      <a:pt x="277" y="544"/>
                      <a:pt x="277" y="544"/>
                      <a:pt x="277" y="544"/>
                    </a:cubicBezTo>
                    <a:cubicBezTo>
                      <a:pt x="276" y="546"/>
                      <a:pt x="276" y="546"/>
                      <a:pt x="276" y="546"/>
                    </a:cubicBezTo>
                    <a:cubicBezTo>
                      <a:pt x="278" y="548"/>
                      <a:pt x="278" y="548"/>
                      <a:pt x="278" y="548"/>
                    </a:cubicBezTo>
                    <a:cubicBezTo>
                      <a:pt x="280" y="549"/>
                      <a:pt x="280" y="549"/>
                      <a:pt x="280" y="549"/>
                    </a:cubicBezTo>
                    <a:cubicBezTo>
                      <a:pt x="281" y="550"/>
                      <a:pt x="281" y="550"/>
                      <a:pt x="281" y="550"/>
                    </a:cubicBezTo>
                    <a:cubicBezTo>
                      <a:pt x="281" y="551"/>
                      <a:pt x="281" y="551"/>
                      <a:pt x="281" y="551"/>
                    </a:cubicBezTo>
                    <a:cubicBezTo>
                      <a:pt x="280" y="551"/>
                      <a:pt x="280" y="551"/>
                      <a:pt x="280" y="551"/>
                    </a:cubicBezTo>
                    <a:cubicBezTo>
                      <a:pt x="281" y="553"/>
                      <a:pt x="281" y="553"/>
                      <a:pt x="281" y="553"/>
                    </a:cubicBezTo>
                    <a:cubicBezTo>
                      <a:pt x="282" y="555"/>
                      <a:pt x="282" y="555"/>
                      <a:pt x="282" y="555"/>
                    </a:cubicBezTo>
                    <a:cubicBezTo>
                      <a:pt x="284" y="557"/>
                      <a:pt x="284" y="557"/>
                      <a:pt x="284" y="557"/>
                    </a:cubicBezTo>
                    <a:cubicBezTo>
                      <a:pt x="284" y="555"/>
                      <a:pt x="284" y="555"/>
                      <a:pt x="284" y="555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8"/>
                      <a:pt x="286" y="558"/>
                      <a:pt x="286" y="558"/>
                    </a:cubicBezTo>
                    <a:cubicBezTo>
                      <a:pt x="288" y="560"/>
                      <a:pt x="288" y="560"/>
                      <a:pt x="288" y="560"/>
                    </a:cubicBezTo>
                    <a:cubicBezTo>
                      <a:pt x="288" y="557"/>
                      <a:pt x="288" y="557"/>
                      <a:pt x="288" y="557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1"/>
                      <a:pt x="290" y="561"/>
                      <a:pt x="290" y="561"/>
                    </a:cubicBezTo>
                    <a:cubicBezTo>
                      <a:pt x="292" y="562"/>
                      <a:pt x="292" y="562"/>
                      <a:pt x="292" y="562"/>
                    </a:cubicBezTo>
                    <a:cubicBezTo>
                      <a:pt x="293" y="560"/>
                      <a:pt x="293" y="560"/>
                      <a:pt x="293" y="560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4" y="559"/>
                      <a:pt x="294" y="559"/>
                      <a:pt x="294" y="559"/>
                    </a:cubicBezTo>
                    <a:cubicBezTo>
                      <a:pt x="292" y="556"/>
                      <a:pt x="292" y="556"/>
                      <a:pt x="292" y="556"/>
                    </a:cubicBezTo>
                    <a:cubicBezTo>
                      <a:pt x="292" y="555"/>
                      <a:pt x="292" y="555"/>
                      <a:pt x="292" y="555"/>
                    </a:cubicBezTo>
                    <a:cubicBezTo>
                      <a:pt x="291" y="553"/>
                      <a:pt x="291" y="553"/>
                      <a:pt x="291" y="553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1" y="550"/>
                      <a:pt x="291" y="550"/>
                      <a:pt x="291" y="550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1" y="552"/>
                      <a:pt x="291" y="552"/>
                      <a:pt x="291" y="552"/>
                    </a:cubicBezTo>
                    <a:cubicBezTo>
                      <a:pt x="293" y="551"/>
                      <a:pt x="293" y="551"/>
                      <a:pt x="293" y="551"/>
                    </a:cubicBezTo>
                    <a:cubicBezTo>
                      <a:pt x="295" y="552"/>
                      <a:pt x="295" y="552"/>
                      <a:pt x="295" y="552"/>
                    </a:cubicBezTo>
                    <a:cubicBezTo>
                      <a:pt x="295" y="550"/>
                      <a:pt x="295" y="550"/>
                      <a:pt x="295" y="550"/>
                    </a:cubicBezTo>
                    <a:cubicBezTo>
                      <a:pt x="294" y="550"/>
                      <a:pt x="294" y="550"/>
                      <a:pt x="294" y="550"/>
                    </a:cubicBezTo>
                    <a:cubicBezTo>
                      <a:pt x="294" y="549"/>
                      <a:pt x="294" y="549"/>
                      <a:pt x="294" y="549"/>
                    </a:cubicBezTo>
                    <a:cubicBezTo>
                      <a:pt x="293" y="549"/>
                      <a:pt x="293" y="549"/>
                      <a:pt x="293" y="549"/>
                    </a:cubicBezTo>
                    <a:cubicBezTo>
                      <a:pt x="292" y="548"/>
                      <a:pt x="292" y="548"/>
                      <a:pt x="292" y="548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1" y="547"/>
                      <a:pt x="291" y="547"/>
                      <a:pt x="291" y="547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3" y="547"/>
                      <a:pt x="293" y="547"/>
                      <a:pt x="293" y="547"/>
                    </a:cubicBezTo>
                    <a:cubicBezTo>
                      <a:pt x="294" y="546"/>
                      <a:pt x="294" y="546"/>
                      <a:pt x="294" y="546"/>
                    </a:cubicBezTo>
                    <a:cubicBezTo>
                      <a:pt x="295" y="547"/>
                      <a:pt x="295" y="547"/>
                      <a:pt x="295" y="547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8" y="548"/>
                      <a:pt x="298" y="548"/>
                      <a:pt x="298" y="548"/>
                    </a:cubicBezTo>
                    <a:cubicBezTo>
                      <a:pt x="298" y="547"/>
                      <a:pt x="298" y="547"/>
                      <a:pt x="298" y="547"/>
                    </a:cubicBezTo>
                    <a:cubicBezTo>
                      <a:pt x="297" y="545"/>
                      <a:pt x="297" y="545"/>
                      <a:pt x="297" y="545"/>
                    </a:cubicBezTo>
                    <a:cubicBezTo>
                      <a:pt x="297" y="543"/>
                      <a:pt x="297" y="543"/>
                      <a:pt x="297" y="543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300" y="547"/>
                      <a:pt x="300" y="547"/>
                      <a:pt x="300" y="547"/>
                    </a:cubicBezTo>
                    <a:cubicBezTo>
                      <a:pt x="301" y="546"/>
                      <a:pt x="301" y="546"/>
                      <a:pt x="301" y="546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4" y="549"/>
                      <a:pt x="304" y="549"/>
                      <a:pt x="304" y="549"/>
                    </a:cubicBezTo>
                    <a:cubicBezTo>
                      <a:pt x="305" y="549"/>
                      <a:pt x="305" y="549"/>
                      <a:pt x="305" y="549"/>
                    </a:cubicBezTo>
                    <a:cubicBezTo>
                      <a:pt x="306" y="550"/>
                      <a:pt x="306" y="550"/>
                      <a:pt x="306" y="550"/>
                    </a:cubicBezTo>
                    <a:cubicBezTo>
                      <a:pt x="307" y="551"/>
                      <a:pt x="307" y="551"/>
                      <a:pt x="307" y="551"/>
                    </a:cubicBezTo>
                    <a:cubicBezTo>
                      <a:pt x="307" y="552"/>
                      <a:pt x="307" y="552"/>
                      <a:pt x="307" y="552"/>
                    </a:cubicBezTo>
                    <a:cubicBezTo>
                      <a:pt x="310" y="550"/>
                      <a:pt x="310" y="550"/>
                      <a:pt x="310" y="550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7" y="548"/>
                      <a:pt x="307" y="548"/>
                      <a:pt x="307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4" y="546"/>
                      <a:pt x="304" y="546"/>
                      <a:pt x="304" y="546"/>
                    </a:cubicBezTo>
                    <a:cubicBezTo>
                      <a:pt x="304" y="545"/>
                      <a:pt x="304" y="545"/>
                      <a:pt x="304" y="545"/>
                    </a:cubicBezTo>
                    <a:cubicBezTo>
                      <a:pt x="302" y="545"/>
                      <a:pt x="302" y="545"/>
                      <a:pt x="302" y="545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03" y="544"/>
                      <a:pt x="303" y="544"/>
                      <a:pt x="303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2"/>
                      <a:pt x="300" y="542"/>
                      <a:pt x="300" y="542"/>
                    </a:cubicBezTo>
                    <a:cubicBezTo>
                      <a:pt x="300" y="541"/>
                      <a:pt x="300" y="541"/>
                      <a:pt x="300" y="541"/>
                    </a:cubicBezTo>
                    <a:cubicBezTo>
                      <a:pt x="299" y="540"/>
                      <a:pt x="299" y="540"/>
                      <a:pt x="299" y="540"/>
                    </a:cubicBezTo>
                    <a:cubicBezTo>
                      <a:pt x="296" y="537"/>
                      <a:pt x="296" y="537"/>
                      <a:pt x="296" y="537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4" y="537"/>
                      <a:pt x="294" y="537"/>
                      <a:pt x="294" y="537"/>
                    </a:cubicBezTo>
                    <a:cubicBezTo>
                      <a:pt x="293" y="537"/>
                      <a:pt x="293" y="537"/>
                      <a:pt x="293" y="537"/>
                    </a:cubicBezTo>
                    <a:cubicBezTo>
                      <a:pt x="293" y="536"/>
                      <a:pt x="293" y="536"/>
                      <a:pt x="293" y="536"/>
                    </a:cubicBezTo>
                    <a:cubicBezTo>
                      <a:pt x="293" y="535"/>
                      <a:pt x="293" y="535"/>
                      <a:pt x="293" y="535"/>
                    </a:cubicBezTo>
                    <a:cubicBezTo>
                      <a:pt x="295" y="537"/>
                      <a:pt x="295" y="537"/>
                      <a:pt x="295" y="537"/>
                    </a:cubicBezTo>
                    <a:cubicBezTo>
                      <a:pt x="295" y="536"/>
                      <a:pt x="295" y="536"/>
                      <a:pt x="295" y="536"/>
                    </a:cubicBezTo>
                    <a:cubicBezTo>
                      <a:pt x="295" y="534"/>
                      <a:pt x="295" y="534"/>
                      <a:pt x="295" y="534"/>
                    </a:cubicBezTo>
                    <a:cubicBezTo>
                      <a:pt x="294" y="534"/>
                      <a:pt x="294" y="534"/>
                      <a:pt x="294" y="534"/>
                    </a:cubicBezTo>
                    <a:cubicBezTo>
                      <a:pt x="293" y="534"/>
                      <a:pt x="293" y="534"/>
                      <a:pt x="293" y="534"/>
                    </a:cubicBezTo>
                    <a:cubicBezTo>
                      <a:pt x="293" y="533"/>
                      <a:pt x="293" y="533"/>
                      <a:pt x="293" y="533"/>
                    </a:cubicBezTo>
                    <a:cubicBezTo>
                      <a:pt x="292" y="534"/>
                      <a:pt x="292" y="534"/>
                      <a:pt x="292" y="534"/>
                    </a:cubicBezTo>
                    <a:cubicBezTo>
                      <a:pt x="292" y="533"/>
                      <a:pt x="292" y="533"/>
                      <a:pt x="292" y="533"/>
                    </a:cubicBezTo>
                    <a:cubicBezTo>
                      <a:pt x="289" y="529"/>
                      <a:pt x="289" y="529"/>
                      <a:pt x="289" y="529"/>
                    </a:cubicBezTo>
                    <a:cubicBezTo>
                      <a:pt x="288" y="529"/>
                      <a:pt x="288" y="529"/>
                      <a:pt x="288" y="529"/>
                    </a:cubicBezTo>
                    <a:cubicBezTo>
                      <a:pt x="288" y="528"/>
                      <a:pt x="288" y="528"/>
                      <a:pt x="288" y="528"/>
                    </a:cubicBezTo>
                    <a:cubicBezTo>
                      <a:pt x="286" y="527"/>
                      <a:pt x="286" y="527"/>
                      <a:pt x="286" y="527"/>
                    </a:cubicBezTo>
                    <a:cubicBezTo>
                      <a:pt x="287" y="526"/>
                      <a:pt x="287" y="526"/>
                      <a:pt x="287" y="526"/>
                    </a:cubicBezTo>
                    <a:cubicBezTo>
                      <a:pt x="286" y="523"/>
                      <a:pt x="286" y="523"/>
                      <a:pt x="286" y="523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90" y="525"/>
                      <a:pt x="290" y="525"/>
                      <a:pt x="290" y="525"/>
                    </a:cubicBezTo>
                    <a:cubicBezTo>
                      <a:pt x="290" y="526"/>
                      <a:pt x="290" y="526"/>
                      <a:pt x="290" y="526"/>
                    </a:cubicBezTo>
                    <a:cubicBezTo>
                      <a:pt x="292" y="528"/>
                      <a:pt x="292" y="528"/>
                      <a:pt x="292" y="528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3" y="526"/>
                      <a:pt x="293" y="526"/>
                      <a:pt x="293" y="526"/>
                    </a:cubicBezTo>
                    <a:cubicBezTo>
                      <a:pt x="292" y="525"/>
                      <a:pt x="292" y="525"/>
                      <a:pt x="292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4" y="527"/>
                      <a:pt x="294" y="527"/>
                      <a:pt x="294" y="527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7" y="526"/>
                      <a:pt x="297" y="526"/>
                      <a:pt x="297" y="526"/>
                    </a:cubicBezTo>
                    <a:cubicBezTo>
                      <a:pt x="296" y="525"/>
                      <a:pt x="296" y="525"/>
                      <a:pt x="296" y="525"/>
                    </a:cubicBezTo>
                    <a:cubicBezTo>
                      <a:pt x="295" y="525"/>
                      <a:pt x="295" y="525"/>
                      <a:pt x="295" y="525"/>
                    </a:cubicBezTo>
                    <a:cubicBezTo>
                      <a:pt x="297" y="525"/>
                      <a:pt x="297" y="525"/>
                      <a:pt x="297" y="525"/>
                    </a:cubicBezTo>
                    <a:cubicBezTo>
                      <a:pt x="298" y="526"/>
                      <a:pt x="298" y="526"/>
                      <a:pt x="298" y="526"/>
                    </a:cubicBezTo>
                    <a:cubicBezTo>
                      <a:pt x="299" y="524"/>
                      <a:pt x="299" y="524"/>
                      <a:pt x="299" y="524"/>
                    </a:cubicBezTo>
                    <a:cubicBezTo>
                      <a:pt x="297" y="522"/>
                      <a:pt x="297" y="522"/>
                      <a:pt x="297" y="522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8" y="521"/>
                      <a:pt x="298" y="521"/>
                      <a:pt x="298" y="521"/>
                    </a:cubicBezTo>
                    <a:cubicBezTo>
                      <a:pt x="298" y="519"/>
                      <a:pt x="298" y="519"/>
                      <a:pt x="298" y="519"/>
                    </a:cubicBezTo>
                    <a:cubicBezTo>
                      <a:pt x="299" y="519"/>
                      <a:pt x="299" y="519"/>
                      <a:pt x="299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299" y="522"/>
                      <a:pt x="299" y="522"/>
                      <a:pt x="299" y="522"/>
                    </a:cubicBezTo>
                    <a:cubicBezTo>
                      <a:pt x="300" y="522"/>
                      <a:pt x="300" y="522"/>
                      <a:pt x="300" y="522"/>
                    </a:cubicBezTo>
                    <a:cubicBezTo>
                      <a:pt x="301" y="522"/>
                      <a:pt x="301" y="522"/>
                      <a:pt x="301" y="522"/>
                    </a:cubicBezTo>
                    <a:cubicBezTo>
                      <a:pt x="302" y="521"/>
                      <a:pt x="302" y="521"/>
                      <a:pt x="302" y="521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5" y="519"/>
                      <a:pt x="305" y="519"/>
                      <a:pt x="305" y="519"/>
                    </a:cubicBezTo>
                    <a:cubicBezTo>
                      <a:pt x="308" y="519"/>
                      <a:pt x="308" y="519"/>
                      <a:pt x="308" y="519"/>
                    </a:cubicBezTo>
                    <a:cubicBezTo>
                      <a:pt x="310" y="519"/>
                      <a:pt x="310" y="519"/>
                      <a:pt x="310" y="519"/>
                    </a:cubicBezTo>
                    <a:cubicBezTo>
                      <a:pt x="310" y="521"/>
                      <a:pt x="310" y="521"/>
                      <a:pt x="310" y="521"/>
                    </a:cubicBezTo>
                    <a:cubicBezTo>
                      <a:pt x="312" y="522"/>
                      <a:pt x="312" y="522"/>
                      <a:pt x="312" y="522"/>
                    </a:cubicBezTo>
                    <a:cubicBezTo>
                      <a:pt x="312" y="521"/>
                      <a:pt x="312" y="521"/>
                      <a:pt x="312" y="521"/>
                    </a:cubicBezTo>
                    <a:cubicBezTo>
                      <a:pt x="312" y="524"/>
                      <a:pt x="312" y="524"/>
                      <a:pt x="312" y="524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1" y="528"/>
                      <a:pt x="311" y="528"/>
                      <a:pt x="311" y="528"/>
                    </a:cubicBezTo>
                    <a:cubicBezTo>
                      <a:pt x="312" y="529"/>
                      <a:pt x="312" y="529"/>
                      <a:pt x="312" y="529"/>
                    </a:cubicBezTo>
                    <a:cubicBezTo>
                      <a:pt x="312" y="530"/>
                      <a:pt x="312" y="530"/>
                      <a:pt x="312" y="530"/>
                    </a:cubicBezTo>
                    <a:cubicBezTo>
                      <a:pt x="311" y="531"/>
                      <a:pt x="311" y="531"/>
                      <a:pt x="311" y="531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0" y="533"/>
                      <a:pt x="310" y="533"/>
                      <a:pt x="310" y="533"/>
                    </a:cubicBezTo>
                    <a:cubicBezTo>
                      <a:pt x="309" y="535"/>
                      <a:pt x="309" y="535"/>
                      <a:pt x="309" y="535"/>
                    </a:cubicBezTo>
                    <a:cubicBezTo>
                      <a:pt x="310" y="536"/>
                      <a:pt x="310" y="536"/>
                      <a:pt x="310" y="536"/>
                    </a:cubicBezTo>
                    <a:cubicBezTo>
                      <a:pt x="311" y="536"/>
                      <a:pt x="311" y="536"/>
                      <a:pt x="311" y="536"/>
                    </a:cubicBezTo>
                    <a:cubicBezTo>
                      <a:pt x="312" y="536"/>
                      <a:pt x="312" y="536"/>
                      <a:pt x="312" y="536"/>
                    </a:cubicBezTo>
                    <a:cubicBezTo>
                      <a:pt x="313" y="537"/>
                      <a:pt x="313" y="537"/>
                      <a:pt x="313" y="537"/>
                    </a:cubicBezTo>
                    <a:cubicBezTo>
                      <a:pt x="315" y="537"/>
                      <a:pt x="315" y="537"/>
                      <a:pt x="315" y="537"/>
                    </a:cubicBezTo>
                    <a:cubicBezTo>
                      <a:pt x="315" y="534"/>
                      <a:pt x="315" y="534"/>
                      <a:pt x="315" y="534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6" y="531"/>
                      <a:pt x="316" y="531"/>
                      <a:pt x="316" y="531"/>
                    </a:cubicBezTo>
                    <a:cubicBezTo>
                      <a:pt x="317" y="531"/>
                      <a:pt x="317" y="531"/>
                      <a:pt x="317" y="531"/>
                    </a:cubicBezTo>
                    <a:cubicBezTo>
                      <a:pt x="316" y="532"/>
                      <a:pt x="316" y="532"/>
                      <a:pt x="316" y="532"/>
                    </a:cubicBezTo>
                    <a:cubicBezTo>
                      <a:pt x="316" y="534"/>
                      <a:pt x="316" y="534"/>
                      <a:pt x="316" y="534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5" y="538"/>
                      <a:pt x="315" y="538"/>
                      <a:pt x="315" y="538"/>
                    </a:cubicBezTo>
                    <a:cubicBezTo>
                      <a:pt x="317" y="539"/>
                      <a:pt x="317" y="539"/>
                      <a:pt x="317" y="539"/>
                    </a:cubicBezTo>
                    <a:cubicBezTo>
                      <a:pt x="316" y="540"/>
                      <a:pt x="316" y="540"/>
                      <a:pt x="316" y="540"/>
                    </a:cubicBezTo>
                    <a:cubicBezTo>
                      <a:pt x="315" y="539"/>
                      <a:pt x="315" y="539"/>
                      <a:pt x="315" y="539"/>
                    </a:cubicBezTo>
                    <a:cubicBezTo>
                      <a:pt x="314" y="538"/>
                      <a:pt x="314" y="538"/>
                      <a:pt x="314" y="538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3" y="539"/>
                      <a:pt x="313" y="539"/>
                      <a:pt x="313" y="539"/>
                    </a:cubicBezTo>
                    <a:cubicBezTo>
                      <a:pt x="311" y="538"/>
                      <a:pt x="311" y="538"/>
                      <a:pt x="311" y="538"/>
                    </a:cubicBezTo>
                    <a:cubicBezTo>
                      <a:pt x="310" y="539"/>
                      <a:pt x="310" y="539"/>
                      <a:pt x="310" y="539"/>
                    </a:cubicBezTo>
                    <a:cubicBezTo>
                      <a:pt x="310" y="540"/>
                      <a:pt x="310" y="540"/>
                      <a:pt x="310" y="540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0" y="542"/>
                      <a:pt x="310" y="542"/>
                      <a:pt x="310" y="542"/>
                    </a:cubicBezTo>
                    <a:cubicBezTo>
                      <a:pt x="310" y="543"/>
                      <a:pt x="310" y="543"/>
                      <a:pt x="310" y="543"/>
                    </a:cubicBezTo>
                    <a:cubicBezTo>
                      <a:pt x="312" y="544"/>
                      <a:pt x="312" y="544"/>
                      <a:pt x="312" y="544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4" y="543"/>
                      <a:pt x="314" y="543"/>
                      <a:pt x="314" y="543"/>
                    </a:cubicBezTo>
                    <a:cubicBezTo>
                      <a:pt x="316" y="545"/>
                      <a:pt x="316" y="545"/>
                      <a:pt x="316" y="545"/>
                    </a:cubicBezTo>
                    <a:cubicBezTo>
                      <a:pt x="316" y="544"/>
                      <a:pt x="316" y="544"/>
                      <a:pt x="316" y="544"/>
                    </a:cubicBezTo>
                    <a:cubicBezTo>
                      <a:pt x="317" y="545"/>
                      <a:pt x="317" y="545"/>
                      <a:pt x="317" y="545"/>
                    </a:cubicBezTo>
                    <a:cubicBezTo>
                      <a:pt x="318" y="545"/>
                      <a:pt x="318" y="545"/>
                      <a:pt x="318" y="545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20" y="547"/>
                      <a:pt x="320" y="547"/>
                      <a:pt x="320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7" y="546"/>
                      <a:pt x="317" y="546"/>
                      <a:pt x="317" y="546"/>
                    </a:cubicBezTo>
                    <a:cubicBezTo>
                      <a:pt x="316" y="546"/>
                      <a:pt x="316" y="546"/>
                      <a:pt x="316" y="546"/>
                    </a:cubicBezTo>
                    <a:cubicBezTo>
                      <a:pt x="315" y="547"/>
                      <a:pt x="315" y="547"/>
                      <a:pt x="315" y="547"/>
                    </a:cubicBezTo>
                    <a:cubicBezTo>
                      <a:pt x="314" y="548"/>
                      <a:pt x="314" y="548"/>
                      <a:pt x="314" y="548"/>
                    </a:cubicBezTo>
                    <a:cubicBezTo>
                      <a:pt x="312" y="548"/>
                      <a:pt x="312" y="548"/>
                      <a:pt x="312" y="548"/>
                    </a:cubicBezTo>
                    <a:cubicBezTo>
                      <a:pt x="311" y="550"/>
                      <a:pt x="311" y="550"/>
                      <a:pt x="311" y="550"/>
                    </a:cubicBezTo>
                    <a:cubicBezTo>
                      <a:pt x="312" y="551"/>
                      <a:pt x="312" y="551"/>
                      <a:pt x="312" y="551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7" y="549"/>
                      <a:pt x="317" y="549"/>
                      <a:pt x="317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9"/>
                      <a:pt x="319" y="549"/>
                      <a:pt x="319" y="549"/>
                    </a:cubicBezTo>
                    <a:cubicBezTo>
                      <a:pt x="320" y="550"/>
                      <a:pt x="320" y="550"/>
                      <a:pt x="320" y="550"/>
                    </a:cubicBezTo>
                    <a:cubicBezTo>
                      <a:pt x="321" y="550"/>
                      <a:pt x="321" y="550"/>
                      <a:pt x="321" y="550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1" y="552"/>
                      <a:pt x="321" y="552"/>
                      <a:pt x="321" y="552"/>
                    </a:cubicBezTo>
                    <a:cubicBezTo>
                      <a:pt x="320" y="554"/>
                      <a:pt x="320" y="554"/>
                      <a:pt x="320" y="554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4" y="554"/>
                      <a:pt x="324" y="554"/>
                      <a:pt x="324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4" y="555"/>
                      <a:pt x="324" y="555"/>
                      <a:pt x="324" y="555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1" y="556"/>
                      <a:pt x="321" y="556"/>
                      <a:pt x="321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5" y="558"/>
                      <a:pt x="325" y="558"/>
                      <a:pt x="325" y="558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7" y="558"/>
                      <a:pt x="327" y="558"/>
                      <a:pt x="327" y="558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30" y="556"/>
                      <a:pt x="330" y="556"/>
                      <a:pt x="330" y="556"/>
                    </a:cubicBezTo>
                    <a:cubicBezTo>
                      <a:pt x="331" y="556"/>
                      <a:pt x="331" y="556"/>
                      <a:pt x="331" y="556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4" y="558"/>
                      <a:pt x="334" y="558"/>
                      <a:pt x="334" y="558"/>
                    </a:cubicBezTo>
                    <a:cubicBezTo>
                      <a:pt x="334" y="559"/>
                      <a:pt x="334" y="559"/>
                      <a:pt x="334" y="559"/>
                    </a:cubicBezTo>
                    <a:cubicBezTo>
                      <a:pt x="336" y="560"/>
                      <a:pt x="336" y="560"/>
                      <a:pt x="336" y="560"/>
                    </a:cubicBezTo>
                    <a:cubicBezTo>
                      <a:pt x="337" y="560"/>
                      <a:pt x="337" y="560"/>
                      <a:pt x="337" y="560"/>
                    </a:cubicBezTo>
                    <a:cubicBezTo>
                      <a:pt x="338" y="561"/>
                      <a:pt x="338" y="561"/>
                      <a:pt x="338" y="561"/>
                    </a:cubicBezTo>
                    <a:cubicBezTo>
                      <a:pt x="340" y="560"/>
                      <a:pt x="340" y="560"/>
                      <a:pt x="340" y="560"/>
                    </a:cubicBezTo>
                    <a:cubicBezTo>
                      <a:pt x="341" y="560"/>
                      <a:pt x="341" y="560"/>
                      <a:pt x="341" y="560"/>
                    </a:cubicBezTo>
                    <a:cubicBezTo>
                      <a:pt x="343" y="560"/>
                      <a:pt x="343" y="560"/>
                      <a:pt x="343" y="560"/>
                    </a:cubicBezTo>
                    <a:cubicBezTo>
                      <a:pt x="343" y="559"/>
                      <a:pt x="343" y="559"/>
                      <a:pt x="343" y="559"/>
                    </a:cubicBezTo>
                    <a:cubicBezTo>
                      <a:pt x="345" y="560"/>
                      <a:pt x="345" y="560"/>
                      <a:pt x="345" y="560"/>
                    </a:cubicBezTo>
                    <a:cubicBezTo>
                      <a:pt x="346" y="559"/>
                      <a:pt x="346" y="559"/>
                      <a:pt x="346" y="559"/>
                    </a:cubicBezTo>
                    <a:cubicBezTo>
                      <a:pt x="346" y="557"/>
                      <a:pt x="346" y="557"/>
                      <a:pt x="346" y="557"/>
                    </a:cubicBezTo>
                    <a:cubicBezTo>
                      <a:pt x="346" y="556"/>
                      <a:pt x="346" y="556"/>
                      <a:pt x="346" y="556"/>
                    </a:cubicBezTo>
                    <a:cubicBezTo>
                      <a:pt x="346" y="555"/>
                      <a:pt x="346" y="555"/>
                      <a:pt x="346" y="555"/>
                    </a:cubicBezTo>
                    <a:cubicBezTo>
                      <a:pt x="348" y="555"/>
                      <a:pt x="348" y="555"/>
                      <a:pt x="348" y="555"/>
                    </a:cubicBezTo>
                    <a:cubicBezTo>
                      <a:pt x="351" y="555"/>
                      <a:pt x="351" y="555"/>
                      <a:pt x="351" y="555"/>
                    </a:cubicBezTo>
                    <a:cubicBezTo>
                      <a:pt x="355" y="557"/>
                      <a:pt x="355" y="557"/>
                      <a:pt x="355" y="557"/>
                    </a:cubicBezTo>
                    <a:cubicBezTo>
                      <a:pt x="356" y="557"/>
                      <a:pt x="356" y="557"/>
                      <a:pt x="356" y="557"/>
                    </a:cubicBezTo>
                    <a:cubicBezTo>
                      <a:pt x="358" y="560"/>
                      <a:pt x="358" y="560"/>
                      <a:pt x="358" y="560"/>
                    </a:cubicBezTo>
                    <a:cubicBezTo>
                      <a:pt x="360" y="561"/>
                      <a:pt x="360" y="561"/>
                      <a:pt x="360" y="561"/>
                    </a:cubicBezTo>
                    <a:cubicBezTo>
                      <a:pt x="367" y="560"/>
                      <a:pt x="367" y="560"/>
                      <a:pt x="367" y="560"/>
                    </a:cubicBezTo>
                    <a:cubicBezTo>
                      <a:pt x="369" y="559"/>
                      <a:pt x="369" y="559"/>
                      <a:pt x="369" y="559"/>
                    </a:cubicBezTo>
                    <a:cubicBezTo>
                      <a:pt x="370" y="559"/>
                      <a:pt x="370" y="559"/>
                      <a:pt x="370" y="559"/>
                    </a:cubicBezTo>
                    <a:cubicBezTo>
                      <a:pt x="370" y="560"/>
                      <a:pt x="370" y="560"/>
                      <a:pt x="370" y="560"/>
                    </a:cubicBezTo>
                    <a:cubicBezTo>
                      <a:pt x="372" y="559"/>
                      <a:pt x="372" y="559"/>
                      <a:pt x="372" y="559"/>
                    </a:cubicBezTo>
                    <a:cubicBezTo>
                      <a:pt x="372" y="558"/>
                      <a:pt x="372" y="558"/>
                      <a:pt x="372" y="558"/>
                    </a:cubicBezTo>
                    <a:cubicBezTo>
                      <a:pt x="375" y="554"/>
                      <a:pt x="375" y="554"/>
                      <a:pt x="375" y="554"/>
                    </a:cubicBezTo>
                    <a:cubicBezTo>
                      <a:pt x="376" y="554"/>
                      <a:pt x="376" y="554"/>
                      <a:pt x="376" y="554"/>
                    </a:cubicBezTo>
                    <a:cubicBezTo>
                      <a:pt x="378" y="555"/>
                      <a:pt x="378" y="555"/>
                      <a:pt x="378" y="555"/>
                    </a:cubicBezTo>
                    <a:cubicBezTo>
                      <a:pt x="380" y="556"/>
                      <a:pt x="380" y="556"/>
                      <a:pt x="380" y="556"/>
                    </a:cubicBezTo>
                    <a:cubicBezTo>
                      <a:pt x="383" y="555"/>
                      <a:pt x="383" y="555"/>
                      <a:pt x="383" y="555"/>
                    </a:cubicBezTo>
                    <a:cubicBezTo>
                      <a:pt x="384" y="555"/>
                      <a:pt x="384" y="555"/>
                      <a:pt x="384" y="555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4" y="556"/>
                      <a:pt x="384" y="556"/>
                      <a:pt x="384" y="556"/>
                    </a:cubicBezTo>
                    <a:cubicBezTo>
                      <a:pt x="383" y="557"/>
                      <a:pt x="383" y="557"/>
                      <a:pt x="383" y="557"/>
                    </a:cubicBezTo>
                    <a:cubicBezTo>
                      <a:pt x="383" y="558"/>
                      <a:pt x="383" y="558"/>
                      <a:pt x="383" y="558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3" y="561"/>
                      <a:pt x="383" y="561"/>
                      <a:pt x="383" y="561"/>
                    </a:cubicBezTo>
                    <a:cubicBezTo>
                      <a:pt x="383" y="564"/>
                      <a:pt x="383" y="564"/>
                      <a:pt x="383" y="564"/>
                    </a:cubicBezTo>
                    <a:cubicBezTo>
                      <a:pt x="384" y="566"/>
                      <a:pt x="384" y="566"/>
                      <a:pt x="384" y="566"/>
                    </a:cubicBezTo>
                    <a:cubicBezTo>
                      <a:pt x="385" y="568"/>
                      <a:pt x="385" y="568"/>
                      <a:pt x="385" y="568"/>
                    </a:cubicBezTo>
                    <a:cubicBezTo>
                      <a:pt x="385" y="569"/>
                      <a:pt x="385" y="569"/>
                      <a:pt x="385" y="569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3" y="572"/>
                      <a:pt x="383" y="572"/>
                      <a:pt x="383" y="572"/>
                    </a:cubicBezTo>
                    <a:cubicBezTo>
                      <a:pt x="383" y="578"/>
                      <a:pt x="383" y="578"/>
                      <a:pt x="383" y="578"/>
                    </a:cubicBezTo>
                    <a:cubicBezTo>
                      <a:pt x="382" y="579"/>
                      <a:pt x="382" y="579"/>
                      <a:pt x="382" y="579"/>
                    </a:cubicBezTo>
                    <a:cubicBezTo>
                      <a:pt x="380" y="581"/>
                      <a:pt x="380" y="581"/>
                      <a:pt x="380" y="581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79" y="585"/>
                      <a:pt x="379" y="585"/>
                      <a:pt x="379" y="585"/>
                    </a:cubicBezTo>
                    <a:cubicBezTo>
                      <a:pt x="378" y="591"/>
                      <a:pt x="378" y="591"/>
                      <a:pt x="378" y="591"/>
                    </a:cubicBezTo>
                    <a:cubicBezTo>
                      <a:pt x="376" y="595"/>
                      <a:pt x="376" y="595"/>
                      <a:pt x="376" y="595"/>
                    </a:cubicBezTo>
                    <a:cubicBezTo>
                      <a:pt x="374" y="598"/>
                      <a:pt x="374" y="598"/>
                      <a:pt x="374" y="598"/>
                    </a:cubicBezTo>
                    <a:cubicBezTo>
                      <a:pt x="373" y="599"/>
                      <a:pt x="373" y="599"/>
                      <a:pt x="373" y="599"/>
                    </a:cubicBezTo>
                    <a:cubicBezTo>
                      <a:pt x="371" y="599"/>
                      <a:pt x="371" y="599"/>
                      <a:pt x="371" y="599"/>
                    </a:cubicBezTo>
                    <a:cubicBezTo>
                      <a:pt x="366" y="599"/>
                      <a:pt x="366" y="599"/>
                      <a:pt x="366" y="599"/>
                    </a:cubicBezTo>
                    <a:cubicBezTo>
                      <a:pt x="363" y="600"/>
                      <a:pt x="363" y="600"/>
                      <a:pt x="363" y="600"/>
                    </a:cubicBezTo>
                    <a:cubicBezTo>
                      <a:pt x="360" y="597"/>
                      <a:pt x="360" y="597"/>
                      <a:pt x="360" y="597"/>
                    </a:cubicBezTo>
                    <a:cubicBezTo>
                      <a:pt x="359" y="598"/>
                      <a:pt x="359" y="598"/>
                      <a:pt x="359" y="598"/>
                    </a:cubicBezTo>
                    <a:cubicBezTo>
                      <a:pt x="358" y="597"/>
                      <a:pt x="358" y="597"/>
                      <a:pt x="358" y="597"/>
                    </a:cubicBezTo>
                    <a:cubicBezTo>
                      <a:pt x="357" y="597"/>
                      <a:pt x="357" y="597"/>
                      <a:pt x="357" y="597"/>
                    </a:cubicBezTo>
                    <a:cubicBezTo>
                      <a:pt x="355" y="597"/>
                      <a:pt x="355" y="597"/>
                      <a:pt x="355" y="597"/>
                    </a:cubicBezTo>
                    <a:cubicBezTo>
                      <a:pt x="354" y="596"/>
                      <a:pt x="354" y="596"/>
                      <a:pt x="354" y="596"/>
                    </a:cubicBezTo>
                    <a:cubicBezTo>
                      <a:pt x="356" y="596"/>
                      <a:pt x="356" y="596"/>
                      <a:pt x="356" y="596"/>
                    </a:cubicBezTo>
                    <a:cubicBezTo>
                      <a:pt x="353" y="596"/>
                      <a:pt x="353" y="596"/>
                      <a:pt x="353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0" y="597"/>
                      <a:pt x="350" y="597"/>
                      <a:pt x="350" y="597"/>
                    </a:cubicBezTo>
                    <a:cubicBezTo>
                      <a:pt x="347" y="597"/>
                      <a:pt x="347" y="597"/>
                      <a:pt x="347" y="597"/>
                    </a:cubicBezTo>
                    <a:cubicBezTo>
                      <a:pt x="346" y="597"/>
                      <a:pt x="346" y="597"/>
                      <a:pt x="346" y="597"/>
                    </a:cubicBezTo>
                    <a:cubicBezTo>
                      <a:pt x="344" y="599"/>
                      <a:pt x="344" y="599"/>
                      <a:pt x="344" y="599"/>
                    </a:cubicBezTo>
                    <a:cubicBezTo>
                      <a:pt x="342" y="599"/>
                      <a:pt x="342" y="599"/>
                      <a:pt x="342" y="599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38" y="601"/>
                      <a:pt x="338" y="601"/>
                      <a:pt x="338" y="601"/>
                    </a:cubicBezTo>
                    <a:cubicBezTo>
                      <a:pt x="335" y="600"/>
                      <a:pt x="335" y="600"/>
                      <a:pt x="335" y="600"/>
                    </a:cubicBezTo>
                    <a:cubicBezTo>
                      <a:pt x="333" y="600"/>
                      <a:pt x="333" y="600"/>
                      <a:pt x="333" y="600"/>
                    </a:cubicBezTo>
                    <a:cubicBezTo>
                      <a:pt x="331" y="600"/>
                      <a:pt x="331" y="600"/>
                      <a:pt x="331" y="600"/>
                    </a:cubicBezTo>
                    <a:cubicBezTo>
                      <a:pt x="329" y="599"/>
                      <a:pt x="329" y="599"/>
                      <a:pt x="329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5" y="598"/>
                      <a:pt x="325" y="598"/>
                      <a:pt x="325" y="598"/>
                    </a:cubicBezTo>
                    <a:cubicBezTo>
                      <a:pt x="322" y="597"/>
                      <a:pt x="322" y="597"/>
                      <a:pt x="322" y="597"/>
                    </a:cubicBezTo>
                    <a:cubicBezTo>
                      <a:pt x="317" y="597"/>
                      <a:pt x="317" y="597"/>
                      <a:pt x="317" y="597"/>
                    </a:cubicBezTo>
                    <a:cubicBezTo>
                      <a:pt x="314" y="596"/>
                      <a:pt x="314" y="596"/>
                      <a:pt x="314" y="596"/>
                    </a:cubicBezTo>
                    <a:cubicBezTo>
                      <a:pt x="310" y="596"/>
                      <a:pt x="310" y="596"/>
                      <a:pt x="310" y="596"/>
                    </a:cubicBezTo>
                    <a:cubicBezTo>
                      <a:pt x="309" y="596"/>
                      <a:pt x="309" y="596"/>
                      <a:pt x="309" y="596"/>
                    </a:cubicBezTo>
                    <a:cubicBezTo>
                      <a:pt x="309" y="595"/>
                      <a:pt x="309" y="595"/>
                      <a:pt x="309" y="595"/>
                    </a:cubicBezTo>
                    <a:cubicBezTo>
                      <a:pt x="308" y="593"/>
                      <a:pt x="308" y="593"/>
                      <a:pt x="308" y="593"/>
                    </a:cubicBezTo>
                    <a:cubicBezTo>
                      <a:pt x="306" y="593"/>
                      <a:pt x="306" y="593"/>
                      <a:pt x="306" y="593"/>
                    </a:cubicBezTo>
                    <a:cubicBezTo>
                      <a:pt x="305" y="593"/>
                      <a:pt x="305" y="593"/>
                      <a:pt x="305" y="593"/>
                    </a:cubicBezTo>
                    <a:cubicBezTo>
                      <a:pt x="300" y="592"/>
                      <a:pt x="300" y="592"/>
                      <a:pt x="300" y="592"/>
                    </a:cubicBezTo>
                    <a:cubicBezTo>
                      <a:pt x="299" y="592"/>
                      <a:pt x="299" y="592"/>
                      <a:pt x="299" y="592"/>
                    </a:cubicBezTo>
                    <a:cubicBezTo>
                      <a:pt x="297" y="591"/>
                      <a:pt x="297" y="591"/>
                      <a:pt x="297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5" y="591"/>
                      <a:pt x="295" y="591"/>
                      <a:pt x="295" y="591"/>
                    </a:cubicBezTo>
                    <a:cubicBezTo>
                      <a:pt x="295" y="589"/>
                      <a:pt x="295" y="589"/>
                      <a:pt x="295" y="589"/>
                    </a:cubicBezTo>
                    <a:cubicBezTo>
                      <a:pt x="291" y="587"/>
                      <a:pt x="291" y="587"/>
                      <a:pt x="291" y="587"/>
                    </a:cubicBezTo>
                    <a:cubicBezTo>
                      <a:pt x="289" y="587"/>
                      <a:pt x="289" y="587"/>
                      <a:pt x="289" y="587"/>
                    </a:cubicBezTo>
                    <a:cubicBezTo>
                      <a:pt x="287" y="586"/>
                      <a:pt x="287" y="586"/>
                      <a:pt x="287" y="586"/>
                    </a:cubicBezTo>
                    <a:cubicBezTo>
                      <a:pt x="286" y="586"/>
                      <a:pt x="286" y="586"/>
                      <a:pt x="286" y="586"/>
                    </a:cubicBezTo>
                    <a:cubicBezTo>
                      <a:pt x="285" y="587"/>
                      <a:pt x="285" y="587"/>
                      <a:pt x="285" y="587"/>
                    </a:cubicBezTo>
                    <a:cubicBezTo>
                      <a:pt x="284" y="586"/>
                      <a:pt x="284" y="586"/>
                      <a:pt x="284" y="586"/>
                    </a:cubicBezTo>
                    <a:cubicBezTo>
                      <a:pt x="283" y="586"/>
                      <a:pt x="283" y="586"/>
                      <a:pt x="283" y="586"/>
                    </a:cubicBezTo>
                    <a:cubicBezTo>
                      <a:pt x="281" y="587"/>
                      <a:pt x="281" y="587"/>
                      <a:pt x="281" y="587"/>
                    </a:cubicBezTo>
                    <a:cubicBezTo>
                      <a:pt x="277" y="587"/>
                      <a:pt x="277" y="587"/>
                      <a:pt x="277" y="587"/>
                    </a:cubicBezTo>
                    <a:cubicBezTo>
                      <a:pt x="274" y="589"/>
                      <a:pt x="274" y="589"/>
                      <a:pt x="274" y="589"/>
                    </a:cubicBezTo>
                    <a:cubicBezTo>
                      <a:pt x="272" y="591"/>
                      <a:pt x="272" y="591"/>
                      <a:pt x="272" y="591"/>
                    </a:cubicBezTo>
                    <a:cubicBezTo>
                      <a:pt x="271" y="593"/>
                      <a:pt x="271" y="593"/>
                      <a:pt x="271" y="593"/>
                    </a:cubicBezTo>
                    <a:cubicBezTo>
                      <a:pt x="270" y="594"/>
                      <a:pt x="270" y="594"/>
                      <a:pt x="270" y="594"/>
                    </a:cubicBezTo>
                    <a:cubicBezTo>
                      <a:pt x="270" y="598"/>
                      <a:pt x="270" y="598"/>
                      <a:pt x="270" y="598"/>
                    </a:cubicBezTo>
                    <a:cubicBezTo>
                      <a:pt x="271" y="600"/>
                      <a:pt x="271" y="600"/>
                      <a:pt x="271" y="600"/>
                    </a:cubicBezTo>
                    <a:cubicBezTo>
                      <a:pt x="272" y="603"/>
                      <a:pt x="272" y="603"/>
                      <a:pt x="272" y="603"/>
                    </a:cubicBezTo>
                    <a:cubicBezTo>
                      <a:pt x="272" y="604"/>
                      <a:pt x="272" y="604"/>
                      <a:pt x="272" y="604"/>
                    </a:cubicBezTo>
                    <a:cubicBezTo>
                      <a:pt x="270" y="606"/>
                      <a:pt x="270" y="606"/>
                      <a:pt x="270" y="606"/>
                    </a:cubicBezTo>
                    <a:cubicBezTo>
                      <a:pt x="269" y="606"/>
                      <a:pt x="269" y="606"/>
                      <a:pt x="269" y="606"/>
                    </a:cubicBezTo>
                    <a:cubicBezTo>
                      <a:pt x="267" y="608"/>
                      <a:pt x="267" y="608"/>
                      <a:pt x="267" y="608"/>
                    </a:cubicBezTo>
                    <a:cubicBezTo>
                      <a:pt x="266" y="609"/>
                      <a:pt x="266" y="609"/>
                      <a:pt x="266" y="609"/>
                    </a:cubicBezTo>
                    <a:cubicBezTo>
                      <a:pt x="263" y="608"/>
                      <a:pt x="263" y="608"/>
                      <a:pt x="263" y="608"/>
                    </a:cubicBezTo>
                    <a:cubicBezTo>
                      <a:pt x="258" y="604"/>
                      <a:pt x="258" y="604"/>
                      <a:pt x="258" y="604"/>
                    </a:cubicBezTo>
                    <a:cubicBezTo>
                      <a:pt x="254" y="602"/>
                      <a:pt x="254" y="602"/>
                      <a:pt x="254" y="602"/>
                    </a:cubicBezTo>
                    <a:cubicBezTo>
                      <a:pt x="249" y="600"/>
                      <a:pt x="249" y="600"/>
                      <a:pt x="249" y="600"/>
                    </a:cubicBezTo>
                    <a:cubicBezTo>
                      <a:pt x="246" y="599"/>
                      <a:pt x="246" y="599"/>
                      <a:pt x="246" y="599"/>
                    </a:cubicBezTo>
                    <a:cubicBezTo>
                      <a:pt x="245" y="600"/>
                      <a:pt x="245" y="600"/>
                      <a:pt x="245" y="600"/>
                    </a:cubicBezTo>
                    <a:cubicBezTo>
                      <a:pt x="243" y="600"/>
                      <a:pt x="243" y="600"/>
                      <a:pt x="243" y="600"/>
                    </a:cubicBezTo>
                    <a:cubicBezTo>
                      <a:pt x="240" y="599"/>
                      <a:pt x="240" y="599"/>
                      <a:pt x="240" y="599"/>
                    </a:cubicBezTo>
                    <a:cubicBezTo>
                      <a:pt x="238" y="595"/>
                      <a:pt x="238" y="595"/>
                      <a:pt x="238" y="595"/>
                    </a:cubicBezTo>
                    <a:cubicBezTo>
                      <a:pt x="238" y="592"/>
                      <a:pt x="238" y="592"/>
                      <a:pt x="238" y="592"/>
                    </a:cubicBezTo>
                    <a:cubicBezTo>
                      <a:pt x="236" y="590"/>
                      <a:pt x="236" y="590"/>
                      <a:pt x="236" y="590"/>
                    </a:cubicBezTo>
                    <a:cubicBezTo>
                      <a:pt x="231" y="589"/>
                      <a:pt x="231" y="589"/>
                      <a:pt x="231" y="589"/>
                    </a:cubicBezTo>
                    <a:cubicBezTo>
                      <a:pt x="229" y="587"/>
                      <a:pt x="229" y="587"/>
                      <a:pt x="229" y="587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2" y="586"/>
                      <a:pt x="222" y="586"/>
                      <a:pt x="222" y="586"/>
                    </a:cubicBezTo>
                    <a:cubicBezTo>
                      <a:pt x="217" y="587"/>
                      <a:pt x="217" y="587"/>
                      <a:pt x="217" y="587"/>
                    </a:cubicBezTo>
                    <a:cubicBezTo>
                      <a:pt x="214" y="586"/>
                      <a:pt x="214" y="586"/>
                      <a:pt x="214" y="586"/>
                    </a:cubicBezTo>
                    <a:cubicBezTo>
                      <a:pt x="212" y="585"/>
                      <a:pt x="212" y="585"/>
                      <a:pt x="212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08" y="583"/>
                      <a:pt x="208" y="583"/>
                      <a:pt x="208" y="583"/>
                    </a:cubicBezTo>
                    <a:cubicBezTo>
                      <a:pt x="207" y="583"/>
                      <a:pt x="207" y="583"/>
                      <a:pt x="207" y="583"/>
                    </a:cubicBezTo>
                    <a:cubicBezTo>
                      <a:pt x="207" y="582"/>
                      <a:pt x="207" y="582"/>
                      <a:pt x="207" y="582"/>
                    </a:cubicBezTo>
                    <a:cubicBezTo>
                      <a:pt x="206" y="581"/>
                      <a:pt x="206" y="581"/>
                      <a:pt x="206" y="581"/>
                    </a:cubicBezTo>
                    <a:cubicBezTo>
                      <a:pt x="207" y="580"/>
                      <a:pt x="207" y="580"/>
                      <a:pt x="207" y="580"/>
                    </a:cubicBezTo>
                    <a:cubicBezTo>
                      <a:pt x="206" y="579"/>
                      <a:pt x="206" y="579"/>
                      <a:pt x="206" y="579"/>
                    </a:cubicBezTo>
                    <a:cubicBezTo>
                      <a:pt x="204" y="579"/>
                      <a:pt x="204" y="579"/>
                      <a:pt x="204" y="579"/>
                    </a:cubicBezTo>
                    <a:cubicBezTo>
                      <a:pt x="203" y="580"/>
                      <a:pt x="203" y="580"/>
                      <a:pt x="203" y="580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0" y="579"/>
                      <a:pt x="200" y="579"/>
                      <a:pt x="200" y="579"/>
                    </a:cubicBezTo>
                    <a:cubicBezTo>
                      <a:pt x="199" y="578"/>
                      <a:pt x="199" y="578"/>
                      <a:pt x="199" y="578"/>
                    </a:cubicBezTo>
                    <a:cubicBezTo>
                      <a:pt x="200" y="576"/>
                      <a:pt x="200" y="576"/>
                      <a:pt x="200" y="576"/>
                    </a:cubicBezTo>
                    <a:cubicBezTo>
                      <a:pt x="204" y="574"/>
                      <a:pt x="204" y="574"/>
                      <a:pt x="204" y="574"/>
                    </a:cubicBezTo>
                    <a:cubicBezTo>
                      <a:pt x="206" y="571"/>
                      <a:pt x="206" y="571"/>
                      <a:pt x="206" y="571"/>
                    </a:cubicBezTo>
                    <a:cubicBezTo>
                      <a:pt x="207" y="570"/>
                      <a:pt x="207" y="570"/>
                      <a:pt x="207" y="570"/>
                    </a:cubicBezTo>
                    <a:cubicBezTo>
                      <a:pt x="206" y="570"/>
                      <a:pt x="206" y="570"/>
                      <a:pt x="206" y="570"/>
                    </a:cubicBezTo>
                    <a:cubicBezTo>
                      <a:pt x="207" y="569"/>
                      <a:pt x="207" y="569"/>
                      <a:pt x="207" y="569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5"/>
                      <a:pt x="206" y="565"/>
                      <a:pt x="206" y="565"/>
                    </a:cubicBezTo>
                    <a:cubicBezTo>
                      <a:pt x="204" y="564"/>
                      <a:pt x="204" y="564"/>
                      <a:pt x="204" y="564"/>
                    </a:cubicBezTo>
                    <a:cubicBezTo>
                      <a:pt x="202" y="562"/>
                      <a:pt x="202" y="562"/>
                      <a:pt x="202" y="562"/>
                    </a:cubicBezTo>
                    <a:cubicBezTo>
                      <a:pt x="202" y="560"/>
                      <a:pt x="202" y="560"/>
                      <a:pt x="202" y="560"/>
                    </a:cubicBezTo>
                    <a:cubicBezTo>
                      <a:pt x="204" y="559"/>
                      <a:pt x="204" y="559"/>
                      <a:pt x="204" y="559"/>
                    </a:cubicBezTo>
                    <a:cubicBezTo>
                      <a:pt x="204" y="558"/>
                      <a:pt x="204" y="558"/>
                      <a:pt x="204" y="558"/>
                    </a:cubicBezTo>
                    <a:cubicBezTo>
                      <a:pt x="206" y="555"/>
                      <a:pt x="206" y="555"/>
                      <a:pt x="206" y="555"/>
                    </a:cubicBezTo>
                    <a:cubicBezTo>
                      <a:pt x="206" y="553"/>
                      <a:pt x="206" y="553"/>
                      <a:pt x="206" y="553"/>
                    </a:cubicBezTo>
                    <a:cubicBezTo>
                      <a:pt x="204" y="553"/>
                      <a:pt x="204" y="553"/>
                      <a:pt x="204" y="553"/>
                    </a:cubicBezTo>
                    <a:cubicBezTo>
                      <a:pt x="201" y="555"/>
                      <a:pt x="201" y="555"/>
                      <a:pt x="201" y="555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2"/>
                      <a:pt x="199" y="552"/>
                      <a:pt x="199" y="552"/>
                    </a:cubicBezTo>
                    <a:cubicBezTo>
                      <a:pt x="198" y="551"/>
                      <a:pt x="198" y="551"/>
                      <a:pt x="198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3" y="551"/>
                      <a:pt x="193" y="551"/>
                      <a:pt x="193" y="551"/>
                    </a:cubicBezTo>
                    <a:cubicBezTo>
                      <a:pt x="190" y="553"/>
                      <a:pt x="190" y="553"/>
                      <a:pt x="190" y="553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6" y="554"/>
                      <a:pt x="186" y="554"/>
                      <a:pt x="186" y="554"/>
                    </a:cubicBezTo>
                    <a:cubicBezTo>
                      <a:pt x="185" y="554"/>
                      <a:pt x="185" y="554"/>
                      <a:pt x="185" y="554"/>
                    </a:cubicBezTo>
                    <a:cubicBezTo>
                      <a:pt x="182" y="555"/>
                      <a:pt x="182" y="555"/>
                      <a:pt x="182" y="555"/>
                    </a:cubicBezTo>
                    <a:cubicBezTo>
                      <a:pt x="180" y="554"/>
                      <a:pt x="180" y="554"/>
                      <a:pt x="180" y="554"/>
                    </a:cubicBezTo>
                    <a:cubicBezTo>
                      <a:pt x="177" y="553"/>
                      <a:pt x="177" y="553"/>
                      <a:pt x="177" y="553"/>
                    </a:cubicBezTo>
                    <a:cubicBezTo>
                      <a:pt x="177" y="554"/>
                      <a:pt x="177" y="554"/>
                      <a:pt x="177" y="554"/>
                    </a:cubicBezTo>
                    <a:cubicBezTo>
                      <a:pt x="176" y="555"/>
                      <a:pt x="176" y="555"/>
                      <a:pt x="176" y="555"/>
                    </a:cubicBezTo>
                    <a:cubicBezTo>
                      <a:pt x="175" y="555"/>
                      <a:pt x="175" y="555"/>
                      <a:pt x="175" y="555"/>
                    </a:cubicBezTo>
                    <a:cubicBezTo>
                      <a:pt x="175" y="554"/>
                      <a:pt x="175" y="554"/>
                      <a:pt x="175" y="554"/>
                    </a:cubicBezTo>
                    <a:cubicBezTo>
                      <a:pt x="173" y="553"/>
                      <a:pt x="173" y="553"/>
                      <a:pt x="173" y="553"/>
                    </a:cubicBezTo>
                    <a:cubicBezTo>
                      <a:pt x="171" y="553"/>
                      <a:pt x="171" y="553"/>
                      <a:pt x="171" y="553"/>
                    </a:cubicBezTo>
                    <a:cubicBezTo>
                      <a:pt x="171" y="554"/>
                      <a:pt x="171" y="554"/>
                      <a:pt x="171" y="554"/>
                    </a:cubicBezTo>
                    <a:cubicBezTo>
                      <a:pt x="169" y="554"/>
                      <a:pt x="169" y="554"/>
                      <a:pt x="169" y="554"/>
                    </a:cubicBezTo>
                    <a:cubicBezTo>
                      <a:pt x="169" y="555"/>
                      <a:pt x="169" y="555"/>
                      <a:pt x="169" y="555"/>
                    </a:cubicBezTo>
                    <a:cubicBezTo>
                      <a:pt x="168" y="555"/>
                      <a:pt x="168" y="555"/>
                      <a:pt x="168" y="555"/>
                    </a:cubicBezTo>
                    <a:cubicBezTo>
                      <a:pt x="167" y="555"/>
                      <a:pt x="167" y="555"/>
                      <a:pt x="167" y="555"/>
                    </a:cubicBezTo>
                    <a:cubicBezTo>
                      <a:pt x="165" y="556"/>
                      <a:pt x="165" y="556"/>
                      <a:pt x="165" y="556"/>
                    </a:cubicBezTo>
                    <a:cubicBezTo>
                      <a:pt x="164" y="556"/>
                      <a:pt x="164" y="556"/>
                      <a:pt x="164" y="556"/>
                    </a:cubicBezTo>
                    <a:cubicBezTo>
                      <a:pt x="163" y="555"/>
                      <a:pt x="163" y="555"/>
                      <a:pt x="163" y="555"/>
                    </a:cubicBezTo>
                    <a:cubicBezTo>
                      <a:pt x="161" y="555"/>
                      <a:pt x="161" y="555"/>
                      <a:pt x="161" y="555"/>
                    </a:cubicBezTo>
                    <a:cubicBezTo>
                      <a:pt x="160" y="554"/>
                      <a:pt x="160" y="554"/>
                      <a:pt x="160" y="554"/>
                    </a:cubicBezTo>
                    <a:cubicBezTo>
                      <a:pt x="158" y="555"/>
                      <a:pt x="158" y="555"/>
                      <a:pt x="158" y="555"/>
                    </a:cubicBezTo>
                    <a:cubicBezTo>
                      <a:pt x="156" y="554"/>
                      <a:pt x="156" y="554"/>
                      <a:pt x="156" y="554"/>
                    </a:cubicBezTo>
                    <a:cubicBezTo>
                      <a:pt x="155" y="554"/>
                      <a:pt x="155" y="554"/>
                      <a:pt x="155" y="554"/>
                    </a:cubicBezTo>
                    <a:cubicBezTo>
                      <a:pt x="154" y="554"/>
                      <a:pt x="154" y="554"/>
                      <a:pt x="154" y="554"/>
                    </a:cubicBezTo>
                    <a:cubicBezTo>
                      <a:pt x="153" y="554"/>
                      <a:pt x="153" y="554"/>
                      <a:pt x="153" y="554"/>
                    </a:cubicBezTo>
                    <a:cubicBezTo>
                      <a:pt x="152" y="556"/>
                      <a:pt x="152" y="556"/>
                      <a:pt x="152" y="556"/>
                    </a:cubicBezTo>
                    <a:cubicBezTo>
                      <a:pt x="151" y="556"/>
                      <a:pt x="151" y="556"/>
                      <a:pt x="151" y="556"/>
                    </a:cubicBezTo>
                    <a:cubicBezTo>
                      <a:pt x="149" y="555"/>
                      <a:pt x="149" y="555"/>
                      <a:pt x="149" y="555"/>
                    </a:cubicBezTo>
                    <a:cubicBezTo>
                      <a:pt x="147" y="557"/>
                      <a:pt x="147" y="557"/>
                      <a:pt x="147" y="557"/>
                    </a:cubicBezTo>
                    <a:cubicBezTo>
                      <a:pt x="146" y="557"/>
                      <a:pt x="146" y="557"/>
                      <a:pt x="146" y="557"/>
                    </a:cubicBezTo>
                    <a:cubicBezTo>
                      <a:pt x="145" y="556"/>
                      <a:pt x="145" y="556"/>
                      <a:pt x="145" y="556"/>
                    </a:cubicBezTo>
                    <a:cubicBezTo>
                      <a:pt x="143" y="557"/>
                      <a:pt x="143" y="557"/>
                      <a:pt x="143" y="557"/>
                    </a:cubicBezTo>
                    <a:cubicBezTo>
                      <a:pt x="140" y="557"/>
                      <a:pt x="140" y="557"/>
                      <a:pt x="140" y="557"/>
                    </a:cubicBezTo>
                    <a:cubicBezTo>
                      <a:pt x="138" y="556"/>
                      <a:pt x="138" y="556"/>
                      <a:pt x="138" y="556"/>
                    </a:cubicBezTo>
                    <a:cubicBezTo>
                      <a:pt x="135" y="559"/>
                      <a:pt x="135" y="559"/>
                      <a:pt x="135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2" y="559"/>
                      <a:pt x="132" y="559"/>
                      <a:pt x="132" y="559"/>
                    </a:cubicBezTo>
                    <a:cubicBezTo>
                      <a:pt x="129" y="561"/>
                      <a:pt x="129" y="561"/>
                      <a:pt x="129" y="561"/>
                    </a:cubicBezTo>
                    <a:cubicBezTo>
                      <a:pt x="129" y="562"/>
                      <a:pt x="129" y="562"/>
                      <a:pt x="129" y="562"/>
                    </a:cubicBezTo>
                    <a:cubicBezTo>
                      <a:pt x="129" y="563"/>
                      <a:pt x="129" y="563"/>
                      <a:pt x="129" y="563"/>
                    </a:cubicBezTo>
                    <a:cubicBezTo>
                      <a:pt x="128" y="563"/>
                      <a:pt x="128" y="563"/>
                      <a:pt x="128" y="563"/>
                    </a:cubicBezTo>
                    <a:cubicBezTo>
                      <a:pt x="128" y="562"/>
                      <a:pt x="128" y="562"/>
                      <a:pt x="128" y="562"/>
                    </a:cubicBezTo>
                    <a:cubicBezTo>
                      <a:pt x="126" y="562"/>
                      <a:pt x="126" y="562"/>
                      <a:pt x="126" y="562"/>
                    </a:cubicBezTo>
                    <a:cubicBezTo>
                      <a:pt x="125" y="563"/>
                      <a:pt x="125" y="563"/>
                      <a:pt x="125" y="563"/>
                    </a:cubicBezTo>
                    <a:cubicBezTo>
                      <a:pt x="125" y="564"/>
                      <a:pt x="125" y="564"/>
                      <a:pt x="125" y="564"/>
                    </a:cubicBezTo>
                    <a:cubicBezTo>
                      <a:pt x="123" y="564"/>
                      <a:pt x="123" y="564"/>
                      <a:pt x="123" y="564"/>
                    </a:cubicBezTo>
                    <a:cubicBezTo>
                      <a:pt x="121" y="565"/>
                      <a:pt x="121" y="565"/>
                      <a:pt x="121" y="565"/>
                    </a:cubicBezTo>
                    <a:cubicBezTo>
                      <a:pt x="120" y="566"/>
                      <a:pt x="120" y="566"/>
                      <a:pt x="120" y="566"/>
                    </a:cubicBezTo>
                    <a:cubicBezTo>
                      <a:pt x="120" y="567"/>
                      <a:pt x="120" y="567"/>
                      <a:pt x="120" y="567"/>
                    </a:cubicBezTo>
                    <a:cubicBezTo>
                      <a:pt x="119" y="568"/>
                      <a:pt x="119" y="568"/>
                      <a:pt x="119" y="568"/>
                    </a:cubicBezTo>
                    <a:cubicBezTo>
                      <a:pt x="117" y="568"/>
                      <a:pt x="117" y="568"/>
                      <a:pt x="117" y="568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0" y="568"/>
                      <a:pt x="110" y="568"/>
                      <a:pt x="110" y="568"/>
                    </a:cubicBezTo>
                    <a:cubicBezTo>
                      <a:pt x="109" y="568"/>
                      <a:pt x="109" y="568"/>
                      <a:pt x="109" y="568"/>
                    </a:cubicBezTo>
                    <a:cubicBezTo>
                      <a:pt x="109" y="566"/>
                      <a:pt x="109" y="566"/>
                      <a:pt x="109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6" y="567"/>
                      <a:pt x="106" y="567"/>
                      <a:pt x="106" y="567"/>
                    </a:cubicBezTo>
                    <a:cubicBezTo>
                      <a:pt x="104" y="568"/>
                      <a:pt x="104" y="568"/>
                      <a:pt x="104" y="568"/>
                    </a:cubicBezTo>
                    <a:cubicBezTo>
                      <a:pt x="101" y="567"/>
                      <a:pt x="101" y="567"/>
                      <a:pt x="101" y="567"/>
                    </a:cubicBezTo>
                    <a:cubicBezTo>
                      <a:pt x="100" y="567"/>
                      <a:pt x="100" y="567"/>
                      <a:pt x="100" y="567"/>
                    </a:cubicBezTo>
                    <a:cubicBezTo>
                      <a:pt x="98" y="568"/>
                      <a:pt x="98" y="568"/>
                      <a:pt x="98" y="568"/>
                    </a:cubicBezTo>
                    <a:cubicBezTo>
                      <a:pt x="96" y="568"/>
                      <a:pt x="96" y="568"/>
                      <a:pt x="96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3" y="566"/>
                      <a:pt x="93" y="566"/>
                      <a:pt x="93" y="566"/>
                    </a:cubicBezTo>
                    <a:cubicBezTo>
                      <a:pt x="92" y="565"/>
                      <a:pt x="92" y="565"/>
                      <a:pt x="92" y="565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3" y="563"/>
                      <a:pt x="93" y="563"/>
                      <a:pt x="93" y="563"/>
                    </a:cubicBezTo>
                    <a:cubicBezTo>
                      <a:pt x="92" y="562"/>
                      <a:pt x="92" y="562"/>
                      <a:pt x="92" y="562"/>
                    </a:cubicBezTo>
                    <a:cubicBezTo>
                      <a:pt x="90" y="563"/>
                      <a:pt x="90" y="563"/>
                      <a:pt x="90" y="563"/>
                    </a:cubicBezTo>
                    <a:cubicBezTo>
                      <a:pt x="89" y="563"/>
                      <a:pt x="89" y="563"/>
                      <a:pt x="89" y="563"/>
                    </a:cubicBezTo>
                    <a:cubicBezTo>
                      <a:pt x="88" y="563"/>
                      <a:pt x="88" y="563"/>
                      <a:pt x="88" y="563"/>
                    </a:cubicBezTo>
                    <a:cubicBezTo>
                      <a:pt x="86" y="565"/>
                      <a:pt x="86" y="565"/>
                      <a:pt x="86" y="565"/>
                    </a:cubicBezTo>
                    <a:cubicBezTo>
                      <a:pt x="86" y="569"/>
                      <a:pt x="86" y="569"/>
                      <a:pt x="86" y="569"/>
                    </a:cubicBezTo>
                    <a:cubicBezTo>
                      <a:pt x="84" y="571"/>
                      <a:pt x="84" y="571"/>
                      <a:pt x="84" y="571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3" y="576"/>
                      <a:pt x="83" y="576"/>
                      <a:pt x="83" y="576"/>
                    </a:cubicBezTo>
                    <a:cubicBezTo>
                      <a:pt x="80" y="578"/>
                      <a:pt x="80" y="578"/>
                      <a:pt x="80" y="578"/>
                    </a:cubicBezTo>
                    <a:cubicBezTo>
                      <a:pt x="79" y="579"/>
                      <a:pt x="79" y="579"/>
                      <a:pt x="79" y="579"/>
                    </a:cubicBezTo>
                    <a:cubicBezTo>
                      <a:pt x="77" y="580"/>
                      <a:pt x="77" y="580"/>
                      <a:pt x="77" y="580"/>
                    </a:cubicBezTo>
                    <a:cubicBezTo>
                      <a:pt x="75" y="581"/>
                      <a:pt x="75" y="581"/>
                      <a:pt x="75" y="581"/>
                    </a:cubicBezTo>
                    <a:cubicBezTo>
                      <a:pt x="73" y="583"/>
                      <a:pt x="73" y="583"/>
                      <a:pt x="73" y="583"/>
                    </a:cubicBezTo>
                    <a:cubicBezTo>
                      <a:pt x="72" y="583"/>
                      <a:pt x="72" y="583"/>
                      <a:pt x="72" y="583"/>
                    </a:cubicBezTo>
                    <a:cubicBezTo>
                      <a:pt x="69" y="585"/>
                      <a:pt x="69" y="585"/>
                      <a:pt x="69" y="585"/>
                    </a:cubicBezTo>
                    <a:cubicBezTo>
                      <a:pt x="67" y="585"/>
                      <a:pt x="67" y="585"/>
                      <a:pt x="67" y="585"/>
                    </a:cubicBezTo>
                    <a:cubicBezTo>
                      <a:pt x="66" y="587"/>
                      <a:pt x="66" y="587"/>
                      <a:pt x="66" y="587"/>
                    </a:cubicBezTo>
                    <a:cubicBezTo>
                      <a:pt x="62" y="590"/>
                      <a:pt x="62" y="590"/>
                      <a:pt x="62" y="590"/>
                    </a:cubicBezTo>
                    <a:cubicBezTo>
                      <a:pt x="63" y="592"/>
                      <a:pt x="63" y="592"/>
                      <a:pt x="63" y="592"/>
                    </a:cubicBezTo>
                    <a:cubicBezTo>
                      <a:pt x="63" y="594"/>
                      <a:pt x="63" y="594"/>
                      <a:pt x="63" y="594"/>
                    </a:cubicBezTo>
                    <a:cubicBezTo>
                      <a:pt x="60" y="596"/>
                      <a:pt x="60" y="596"/>
                      <a:pt x="60" y="596"/>
                    </a:cubicBezTo>
                    <a:cubicBezTo>
                      <a:pt x="58" y="600"/>
                      <a:pt x="58" y="600"/>
                      <a:pt x="58" y="600"/>
                    </a:cubicBezTo>
                    <a:cubicBezTo>
                      <a:pt x="58" y="602"/>
                      <a:pt x="58" y="602"/>
                      <a:pt x="58" y="602"/>
                    </a:cubicBezTo>
                    <a:cubicBezTo>
                      <a:pt x="59" y="605"/>
                      <a:pt x="59" y="605"/>
                      <a:pt x="59" y="605"/>
                    </a:cubicBezTo>
                    <a:cubicBezTo>
                      <a:pt x="58" y="607"/>
                      <a:pt x="58" y="607"/>
                      <a:pt x="58" y="607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55" y="616"/>
                      <a:pt x="55" y="616"/>
                      <a:pt x="55" y="616"/>
                    </a:cubicBezTo>
                    <a:cubicBezTo>
                      <a:pt x="54" y="618"/>
                      <a:pt x="54" y="618"/>
                      <a:pt x="54" y="618"/>
                    </a:cubicBezTo>
                    <a:cubicBezTo>
                      <a:pt x="53" y="620"/>
                      <a:pt x="53" y="620"/>
                      <a:pt x="53" y="620"/>
                    </a:cubicBezTo>
                    <a:cubicBezTo>
                      <a:pt x="50" y="620"/>
                      <a:pt x="50" y="620"/>
                      <a:pt x="50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38" y="626"/>
                      <a:pt x="38" y="626"/>
                      <a:pt x="38" y="626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9"/>
                      <a:pt x="36" y="629"/>
                      <a:pt x="36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3" y="633"/>
                      <a:pt x="33" y="633"/>
                      <a:pt x="33" y="633"/>
                    </a:cubicBezTo>
                    <a:cubicBezTo>
                      <a:pt x="33" y="635"/>
                      <a:pt x="33" y="635"/>
                      <a:pt x="33" y="635"/>
                    </a:cubicBezTo>
                    <a:cubicBezTo>
                      <a:pt x="32" y="635"/>
                      <a:pt x="32" y="635"/>
                      <a:pt x="32" y="635"/>
                    </a:cubicBezTo>
                    <a:cubicBezTo>
                      <a:pt x="26" y="638"/>
                      <a:pt x="26" y="638"/>
                      <a:pt x="26" y="638"/>
                    </a:cubicBezTo>
                    <a:cubicBezTo>
                      <a:pt x="26" y="639"/>
                      <a:pt x="26" y="639"/>
                      <a:pt x="26" y="639"/>
                    </a:cubicBezTo>
                    <a:cubicBezTo>
                      <a:pt x="24" y="641"/>
                      <a:pt x="24" y="641"/>
                      <a:pt x="24" y="641"/>
                    </a:cubicBezTo>
                    <a:cubicBezTo>
                      <a:pt x="24" y="643"/>
                      <a:pt x="24" y="643"/>
                      <a:pt x="24" y="643"/>
                    </a:cubicBezTo>
                    <a:cubicBezTo>
                      <a:pt x="20" y="649"/>
                      <a:pt x="20" y="649"/>
                      <a:pt x="20" y="649"/>
                    </a:cubicBezTo>
                    <a:cubicBezTo>
                      <a:pt x="19" y="651"/>
                      <a:pt x="19" y="651"/>
                      <a:pt x="19" y="651"/>
                    </a:cubicBezTo>
                    <a:cubicBezTo>
                      <a:pt x="16" y="654"/>
                      <a:pt x="16" y="654"/>
                      <a:pt x="16" y="654"/>
                    </a:cubicBezTo>
                    <a:cubicBezTo>
                      <a:pt x="15" y="655"/>
                      <a:pt x="15" y="655"/>
                      <a:pt x="15" y="655"/>
                    </a:cubicBezTo>
                    <a:cubicBezTo>
                      <a:pt x="13" y="659"/>
                      <a:pt x="13" y="659"/>
                      <a:pt x="13" y="659"/>
                    </a:cubicBezTo>
                    <a:cubicBezTo>
                      <a:pt x="13" y="660"/>
                      <a:pt x="13" y="660"/>
                      <a:pt x="13" y="660"/>
                    </a:cubicBezTo>
                    <a:cubicBezTo>
                      <a:pt x="10" y="664"/>
                      <a:pt x="10" y="664"/>
                      <a:pt x="10" y="664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8" y="669"/>
                      <a:pt x="8" y="669"/>
                      <a:pt x="8" y="669"/>
                    </a:cubicBezTo>
                    <a:cubicBezTo>
                      <a:pt x="7" y="670"/>
                      <a:pt x="7" y="670"/>
                      <a:pt x="7" y="670"/>
                    </a:cubicBezTo>
                    <a:cubicBezTo>
                      <a:pt x="5" y="671"/>
                      <a:pt x="5" y="671"/>
                      <a:pt x="5" y="671"/>
                    </a:cubicBezTo>
                    <a:cubicBezTo>
                      <a:pt x="5" y="673"/>
                      <a:pt x="5" y="673"/>
                      <a:pt x="5" y="673"/>
                    </a:cubicBezTo>
                    <a:cubicBezTo>
                      <a:pt x="5" y="675"/>
                      <a:pt x="5" y="675"/>
                      <a:pt x="5" y="675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7"/>
                      <a:pt x="5" y="677"/>
                      <a:pt x="5" y="677"/>
                    </a:cubicBezTo>
                    <a:cubicBezTo>
                      <a:pt x="4" y="679"/>
                      <a:pt x="4" y="679"/>
                      <a:pt x="4" y="679"/>
                    </a:cubicBezTo>
                    <a:cubicBezTo>
                      <a:pt x="4" y="683"/>
                      <a:pt x="4" y="683"/>
                      <a:pt x="4" y="683"/>
                    </a:cubicBezTo>
                    <a:cubicBezTo>
                      <a:pt x="6" y="681"/>
                      <a:pt x="6" y="681"/>
                      <a:pt x="6" y="681"/>
                    </a:cubicBezTo>
                    <a:cubicBezTo>
                      <a:pt x="7" y="682"/>
                      <a:pt x="7" y="682"/>
                      <a:pt x="7" y="682"/>
                    </a:cubicBezTo>
                    <a:cubicBezTo>
                      <a:pt x="8" y="683"/>
                      <a:pt x="8" y="683"/>
                      <a:pt x="8" y="683"/>
                    </a:cubicBezTo>
                    <a:cubicBezTo>
                      <a:pt x="8" y="682"/>
                      <a:pt x="8" y="682"/>
                      <a:pt x="8" y="682"/>
                    </a:cubicBezTo>
                    <a:cubicBezTo>
                      <a:pt x="10" y="684"/>
                      <a:pt x="10" y="684"/>
                      <a:pt x="10" y="684"/>
                    </a:cubicBezTo>
                    <a:cubicBezTo>
                      <a:pt x="9" y="685"/>
                      <a:pt x="9" y="685"/>
                      <a:pt x="9" y="685"/>
                    </a:cubicBezTo>
                    <a:cubicBezTo>
                      <a:pt x="10" y="687"/>
                      <a:pt x="10" y="687"/>
                      <a:pt x="10" y="687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7" y="690"/>
                      <a:pt x="7" y="690"/>
                      <a:pt x="7" y="690"/>
                    </a:cubicBezTo>
                    <a:cubicBezTo>
                      <a:pt x="10" y="693"/>
                      <a:pt x="10" y="693"/>
                      <a:pt x="10" y="693"/>
                    </a:cubicBezTo>
                    <a:cubicBezTo>
                      <a:pt x="11" y="701"/>
                      <a:pt x="11" y="701"/>
                      <a:pt x="11" y="701"/>
                    </a:cubicBezTo>
                    <a:cubicBezTo>
                      <a:pt x="11" y="706"/>
                      <a:pt x="11" y="706"/>
                      <a:pt x="11" y="706"/>
                    </a:cubicBezTo>
                    <a:cubicBezTo>
                      <a:pt x="9" y="708"/>
                      <a:pt x="9" y="708"/>
                      <a:pt x="9" y="708"/>
                    </a:cubicBezTo>
                    <a:cubicBezTo>
                      <a:pt x="8" y="713"/>
                      <a:pt x="8" y="713"/>
                      <a:pt x="8" y="713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8"/>
                      <a:pt x="7" y="718"/>
                      <a:pt x="7" y="718"/>
                    </a:cubicBezTo>
                    <a:cubicBezTo>
                      <a:pt x="5" y="721"/>
                      <a:pt x="5" y="721"/>
                      <a:pt x="5" y="721"/>
                    </a:cubicBezTo>
                    <a:cubicBezTo>
                      <a:pt x="0" y="726"/>
                      <a:pt x="0" y="726"/>
                      <a:pt x="0" y="726"/>
                    </a:cubicBezTo>
                    <a:cubicBezTo>
                      <a:pt x="3" y="728"/>
                      <a:pt x="3" y="728"/>
                      <a:pt x="3" y="728"/>
                    </a:cubicBezTo>
                    <a:cubicBezTo>
                      <a:pt x="5" y="731"/>
                      <a:pt x="5" y="731"/>
                      <a:pt x="5" y="731"/>
                    </a:cubicBezTo>
                    <a:cubicBezTo>
                      <a:pt x="6" y="731"/>
                      <a:pt x="6" y="731"/>
                      <a:pt x="6" y="731"/>
                    </a:cubicBezTo>
                    <a:cubicBezTo>
                      <a:pt x="6" y="732"/>
                      <a:pt x="6" y="732"/>
                      <a:pt x="6" y="732"/>
                    </a:cubicBezTo>
                    <a:cubicBezTo>
                      <a:pt x="4" y="732"/>
                      <a:pt x="4" y="732"/>
                      <a:pt x="4" y="732"/>
                    </a:cubicBezTo>
                    <a:cubicBezTo>
                      <a:pt x="7" y="734"/>
                      <a:pt x="7" y="734"/>
                      <a:pt x="7" y="734"/>
                    </a:cubicBezTo>
                    <a:cubicBezTo>
                      <a:pt x="6" y="734"/>
                      <a:pt x="6" y="734"/>
                      <a:pt x="6" y="734"/>
                    </a:cubicBezTo>
                    <a:cubicBezTo>
                      <a:pt x="6" y="735"/>
                      <a:pt x="6" y="735"/>
                      <a:pt x="6" y="735"/>
                    </a:cubicBezTo>
                    <a:cubicBezTo>
                      <a:pt x="4" y="737"/>
                      <a:pt x="4" y="737"/>
                      <a:pt x="4" y="737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40"/>
                      <a:pt x="5" y="740"/>
                      <a:pt x="5" y="740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7" y="745"/>
                      <a:pt x="7" y="745"/>
                      <a:pt x="7" y="745"/>
                    </a:cubicBezTo>
                    <a:cubicBezTo>
                      <a:pt x="9" y="746"/>
                      <a:pt x="9" y="746"/>
                      <a:pt x="9" y="746"/>
                    </a:cubicBezTo>
                    <a:cubicBezTo>
                      <a:pt x="8" y="746"/>
                      <a:pt x="8" y="746"/>
                      <a:pt x="8" y="746"/>
                    </a:cubicBezTo>
                    <a:cubicBezTo>
                      <a:pt x="10" y="748"/>
                      <a:pt x="10" y="748"/>
                      <a:pt x="10" y="748"/>
                    </a:cubicBezTo>
                    <a:cubicBezTo>
                      <a:pt x="12" y="748"/>
                      <a:pt x="12" y="748"/>
                      <a:pt x="12" y="748"/>
                    </a:cubicBezTo>
                    <a:cubicBezTo>
                      <a:pt x="12" y="749"/>
                      <a:pt x="12" y="749"/>
                      <a:pt x="12" y="749"/>
                    </a:cubicBezTo>
                    <a:cubicBezTo>
                      <a:pt x="13" y="749"/>
                      <a:pt x="13" y="749"/>
                      <a:pt x="13" y="749"/>
                    </a:cubicBezTo>
                    <a:cubicBezTo>
                      <a:pt x="14" y="749"/>
                      <a:pt x="14" y="749"/>
                      <a:pt x="14" y="749"/>
                    </a:cubicBezTo>
                    <a:cubicBezTo>
                      <a:pt x="15" y="750"/>
                      <a:pt x="15" y="750"/>
                      <a:pt x="15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5" y="752"/>
                      <a:pt x="15" y="752"/>
                      <a:pt x="15" y="752"/>
                    </a:cubicBezTo>
                    <a:cubicBezTo>
                      <a:pt x="16" y="752"/>
                      <a:pt x="16" y="752"/>
                      <a:pt x="16" y="752"/>
                    </a:cubicBezTo>
                    <a:cubicBezTo>
                      <a:pt x="14" y="754"/>
                      <a:pt x="14" y="754"/>
                      <a:pt x="14" y="754"/>
                    </a:cubicBezTo>
                    <a:cubicBezTo>
                      <a:pt x="18" y="753"/>
                      <a:pt x="18" y="753"/>
                      <a:pt x="18" y="753"/>
                    </a:cubicBezTo>
                    <a:cubicBezTo>
                      <a:pt x="18" y="754"/>
                      <a:pt x="18" y="754"/>
                      <a:pt x="18" y="754"/>
                    </a:cubicBezTo>
                    <a:cubicBezTo>
                      <a:pt x="19" y="755"/>
                      <a:pt x="19" y="755"/>
                      <a:pt x="19" y="755"/>
                    </a:cubicBezTo>
                    <a:cubicBezTo>
                      <a:pt x="21" y="754"/>
                      <a:pt x="21" y="754"/>
                      <a:pt x="21" y="754"/>
                    </a:cubicBezTo>
                    <a:cubicBezTo>
                      <a:pt x="21" y="755"/>
                      <a:pt x="21" y="755"/>
                      <a:pt x="21" y="755"/>
                    </a:cubicBezTo>
                    <a:cubicBezTo>
                      <a:pt x="21" y="758"/>
                      <a:pt x="21" y="758"/>
                      <a:pt x="21" y="758"/>
                    </a:cubicBezTo>
                    <a:cubicBezTo>
                      <a:pt x="23" y="761"/>
                      <a:pt x="23" y="761"/>
                      <a:pt x="23" y="761"/>
                    </a:cubicBezTo>
                    <a:cubicBezTo>
                      <a:pt x="25" y="761"/>
                      <a:pt x="25" y="761"/>
                      <a:pt x="25" y="761"/>
                    </a:cubicBezTo>
                    <a:cubicBezTo>
                      <a:pt x="26" y="761"/>
                      <a:pt x="26" y="761"/>
                      <a:pt x="26" y="761"/>
                    </a:cubicBezTo>
                    <a:cubicBezTo>
                      <a:pt x="27" y="760"/>
                      <a:pt x="27" y="760"/>
                      <a:pt x="27" y="760"/>
                    </a:cubicBezTo>
                    <a:cubicBezTo>
                      <a:pt x="27" y="762"/>
                      <a:pt x="27" y="762"/>
                      <a:pt x="27" y="762"/>
                    </a:cubicBezTo>
                    <a:cubicBezTo>
                      <a:pt x="28" y="763"/>
                      <a:pt x="28" y="763"/>
                      <a:pt x="28" y="763"/>
                    </a:cubicBezTo>
                    <a:cubicBezTo>
                      <a:pt x="29" y="763"/>
                      <a:pt x="29" y="763"/>
                      <a:pt x="29" y="763"/>
                    </a:cubicBezTo>
                    <a:cubicBezTo>
                      <a:pt x="30" y="765"/>
                      <a:pt x="30" y="765"/>
                      <a:pt x="30" y="765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7"/>
                      <a:pt x="32" y="767"/>
                      <a:pt x="32" y="767"/>
                    </a:cubicBezTo>
                    <a:cubicBezTo>
                      <a:pt x="32" y="768"/>
                      <a:pt x="32" y="768"/>
                      <a:pt x="32" y="768"/>
                    </a:cubicBezTo>
                    <a:cubicBezTo>
                      <a:pt x="32" y="770"/>
                      <a:pt x="32" y="770"/>
                      <a:pt x="32" y="770"/>
                    </a:cubicBezTo>
                    <a:cubicBezTo>
                      <a:pt x="33" y="770"/>
                      <a:pt x="33" y="770"/>
                      <a:pt x="33" y="770"/>
                    </a:cubicBezTo>
                    <a:cubicBezTo>
                      <a:pt x="32" y="772"/>
                      <a:pt x="32" y="772"/>
                      <a:pt x="32" y="772"/>
                    </a:cubicBezTo>
                    <a:cubicBezTo>
                      <a:pt x="33" y="773"/>
                      <a:pt x="33" y="773"/>
                      <a:pt x="33" y="773"/>
                    </a:cubicBezTo>
                    <a:cubicBezTo>
                      <a:pt x="34" y="773"/>
                      <a:pt x="34" y="773"/>
                      <a:pt x="34" y="773"/>
                    </a:cubicBezTo>
                    <a:cubicBezTo>
                      <a:pt x="35" y="775"/>
                      <a:pt x="35" y="775"/>
                      <a:pt x="35" y="775"/>
                    </a:cubicBezTo>
                    <a:cubicBezTo>
                      <a:pt x="35" y="777"/>
                      <a:pt x="35" y="777"/>
                      <a:pt x="35" y="777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6" y="779"/>
                      <a:pt x="36" y="779"/>
                      <a:pt x="36" y="779"/>
                    </a:cubicBezTo>
                    <a:cubicBezTo>
                      <a:pt x="35" y="780"/>
                      <a:pt x="35" y="780"/>
                      <a:pt x="35" y="780"/>
                    </a:cubicBezTo>
                    <a:cubicBezTo>
                      <a:pt x="36" y="782"/>
                      <a:pt x="36" y="782"/>
                      <a:pt x="36" y="782"/>
                    </a:cubicBezTo>
                    <a:cubicBezTo>
                      <a:pt x="37" y="782"/>
                      <a:pt x="37" y="782"/>
                      <a:pt x="37" y="782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1"/>
                      <a:pt x="38" y="781"/>
                      <a:pt x="38" y="781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3"/>
                      <a:pt x="38" y="783"/>
                      <a:pt x="38" y="783"/>
                    </a:cubicBezTo>
                    <a:cubicBezTo>
                      <a:pt x="41" y="784"/>
                      <a:pt x="41" y="784"/>
                      <a:pt x="41" y="784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7"/>
                      <a:pt x="48" y="787"/>
                      <a:pt x="48" y="787"/>
                    </a:cubicBezTo>
                    <a:cubicBezTo>
                      <a:pt x="49" y="788"/>
                      <a:pt x="49" y="788"/>
                      <a:pt x="49" y="788"/>
                    </a:cubicBezTo>
                    <a:cubicBezTo>
                      <a:pt x="51" y="790"/>
                      <a:pt x="51" y="790"/>
                      <a:pt x="51" y="790"/>
                    </a:cubicBezTo>
                    <a:cubicBezTo>
                      <a:pt x="52" y="790"/>
                      <a:pt x="52" y="790"/>
                      <a:pt x="52" y="790"/>
                    </a:cubicBezTo>
                    <a:cubicBezTo>
                      <a:pt x="55" y="792"/>
                      <a:pt x="55" y="792"/>
                      <a:pt x="55" y="792"/>
                    </a:cubicBezTo>
                    <a:cubicBezTo>
                      <a:pt x="60" y="797"/>
                      <a:pt x="60" y="797"/>
                      <a:pt x="60" y="797"/>
                    </a:cubicBezTo>
                    <a:cubicBezTo>
                      <a:pt x="62" y="797"/>
                      <a:pt x="62" y="797"/>
                      <a:pt x="62" y="797"/>
                    </a:cubicBezTo>
                    <a:cubicBezTo>
                      <a:pt x="67" y="801"/>
                      <a:pt x="67" y="801"/>
                      <a:pt x="67" y="801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5" y="804"/>
                      <a:pt x="75" y="804"/>
                      <a:pt x="75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8" y="802"/>
                      <a:pt x="78" y="802"/>
                      <a:pt x="78" y="802"/>
                    </a:cubicBezTo>
                    <a:cubicBezTo>
                      <a:pt x="80" y="802"/>
                      <a:pt x="80" y="802"/>
                      <a:pt x="80" y="802"/>
                    </a:cubicBezTo>
                    <a:cubicBezTo>
                      <a:pt x="81" y="801"/>
                      <a:pt x="81" y="801"/>
                      <a:pt x="81" y="801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8" y="798"/>
                      <a:pt x="88" y="798"/>
                      <a:pt x="88" y="798"/>
                    </a:cubicBezTo>
                    <a:cubicBezTo>
                      <a:pt x="98" y="798"/>
                      <a:pt x="98" y="798"/>
                      <a:pt x="98" y="798"/>
                    </a:cubicBezTo>
                    <a:cubicBezTo>
                      <a:pt x="102" y="797"/>
                      <a:pt x="102" y="797"/>
                      <a:pt x="102" y="797"/>
                    </a:cubicBezTo>
                    <a:cubicBezTo>
                      <a:pt x="106" y="799"/>
                      <a:pt x="106" y="799"/>
                      <a:pt x="106" y="799"/>
                    </a:cubicBezTo>
                    <a:cubicBezTo>
                      <a:pt x="106" y="797"/>
                      <a:pt x="106" y="797"/>
                      <a:pt x="106" y="797"/>
                    </a:cubicBezTo>
                    <a:cubicBezTo>
                      <a:pt x="107" y="797"/>
                      <a:pt x="107" y="797"/>
                      <a:pt x="107" y="797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12" y="800"/>
                      <a:pt x="112" y="800"/>
                      <a:pt x="112" y="800"/>
                    </a:cubicBezTo>
                    <a:cubicBezTo>
                      <a:pt x="116" y="801"/>
                      <a:pt x="116" y="801"/>
                      <a:pt x="116" y="801"/>
                    </a:cubicBezTo>
                    <a:cubicBezTo>
                      <a:pt x="122" y="798"/>
                      <a:pt x="122" y="798"/>
                      <a:pt x="122" y="798"/>
                    </a:cubicBezTo>
                    <a:cubicBezTo>
                      <a:pt x="127" y="798"/>
                      <a:pt x="127" y="798"/>
                      <a:pt x="127" y="798"/>
                    </a:cubicBezTo>
                    <a:cubicBezTo>
                      <a:pt x="131" y="794"/>
                      <a:pt x="131" y="794"/>
                      <a:pt x="131" y="794"/>
                    </a:cubicBezTo>
                    <a:cubicBezTo>
                      <a:pt x="134" y="793"/>
                      <a:pt x="134" y="793"/>
                      <a:pt x="134" y="793"/>
                    </a:cubicBezTo>
                    <a:cubicBezTo>
                      <a:pt x="138" y="792"/>
                      <a:pt x="138" y="792"/>
                      <a:pt x="138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43" y="790"/>
                      <a:pt x="143" y="790"/>
                      <a:pt x="143" y="790"/>
                    </a:cubicBezTo>
                    <a:cubicBezTo>
                      <a:pt x="146" y="790"/>
                      <a:pt x="146" y="790"/>
                      <a:pt x="146" y="790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4" y="789"/>
                      <a:pt x="154" y="789"/>
                      <a:pt x="154" y="789"/>
                    </a:cubicBezTo>
                    <a:cubicBezTo>
                      <a:pt x="157" y="788"/>
                      <a:pt x="157" y="788"/>
                      <a:pt x="157" y="788"/>
                    </a:cubicBezTo>
                    <a:cubicBezTo>
                      <a:pt x="162" y="791"/>
                      <a:pt x="162" y="791"/>
                      <a:pt x="162" y="791"/>
                    </a:cubicBezTo>
                    <a:cubicBezTo>
                      <a:pt x="165" y="794"/>
                      <a:pt x="165" y="794"/>
                      <a:pt x="165" y="794"/>
                    </a:cubicBezTo>
                    <a:cubicBezTo>
                      <a:pt x="166" y="797"/>
                      <a:pt x="166" y="797"/>
                      <a:pt x="166" y="797"/>
                    </a:cubicBezTo>
                    <a:cubicBezTo>
                      <a:pt x="166" y="799"/>
                      <a:pt x="166" y="799"/>
                      <a:pt x="166" y="799"/>
                    </a:cubicBezTo>
                    <a:cubicBezTo>
                      <a:pt x="167" y="800"/>
                      <a:pt x="167" y="800"/>
                      <a:pt x="167" y="800"/>
                    </a:cubicBezTo>
                    <a:cubicBezTo>
                      <a:pt x="168" y="802"/>
                      <a:pt x="168" y="802"/>
                      <a:pt x="168" y="802"/>
                    </a:cubicBezTo>
                    <a:cubicBezTo>
                      <a:pt x="170" y="804"/>
                      <a:pt x="170" y="804"/>
                      <a:pt x="170" y="804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81" y="805"/>
                      <a:pt x="181" y="805"/>
                      <a:pt x="181" y="805"/>
                    </a:cubicBezTo>
                    <a:cubicBezTo>
                      <a:pt x="182" y="804"/>
                      <a:pt x="182" y="804"/>
                      <a:pt x="182" y="804"/>
                    </a:cubicBezTo>
                    <a:cubicBezTo>
                      <a:pt x="183" y="804"/>
                      <a:pt x="183" y="804"/>
                      <a:pt x="183" y="804"/>
                    </a:cubicBezTo>
                    <a:cubicBezTo>
                      <a:pt x="187" y="803"/>
                      <a:pt x="187" y="803"/>
                      <a:pt x="187" y="803"/>
                    </a:cubicBezTo>
                    <a:cubicBezTo>
                      <a:pt x="188" y="804"/>
                      <a:pt x="188" y="804"/>
                      <a:pt x="188" y="804"/>
                    </a:cubicBezTo>
                    <a:cubicBezTo>
                      <a:pt x="190" y="803"/>
                      <a:pt x="190" y="803"/>
                      <a:pt x="190" y="803"/>
                    </a:cubicBezTo>
                    <a:cubicBezTo>
                      <a:pt x="191" y="802"/>
                      <a:pt x="191" y="802"/>
                      <a:pt x="191" y="802"/>
                    </a:cubicBezTo>
                    <a:cubicBezTo>
                      <a:pt x="192" y="803"/>
                      <a:pt x="192" y="803"/>
                      <a:pt x="192" y="803"/>
                    </a:cubicBezTo>
                    <a:cubicBezTo>
                      <a:pt x="192" y="802"/>
                      <a:pt x="192" y="802"/>
                      <a:pt x="192" y="802"/>
                    </a:cubicBezTo>
                    <a:cubicBezTo>
                      <a:pt x="193" y="803"/>
                      <a:pt x="193" y="803"/>
                      <a:pt x="193" y="803"/>
                    </a:cubicBezTo>
                    <a:cubicBezTo>
                      <a:pt x="194" y="802"/>
                      <a:pt x="194" y="802"/>
                      <a:pt x="194" y="802"/>
                    </a:cubicBezTo>
                    <a:cubicBezTo>
                      <a:pt x="195" y="806"/>
                      <a:pt x="195" y="806"/>
                      <a:pt x="195" y="806"/>
                    </a:cubicBezTo>
                    <a:cubicBezTo>
                      <a:pt x="196" y="807"/>
                      <a:pt x="196" y="807"/>
                      <a:pt x="196" y="807"/>
                    </a:cubicBezTo>
                    <a:cubicBezTo>
                      <a:pt x="197" y="808"/>
                      <a:pt x="197" y="808"/>
                      <a:pt x="197" y="808"/>
                    </a:cubicBezTo>
                    <a:cubicBezTo>
                      <a:pt x="199" y="807"/>
                      <a:pt x="199" y="807"/>
                      <a:pt x="199" y="807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11"/>
                      <a:pt x="200" y="811"/>
                      <a:pt x="200" y="811"/>
                    </a:cubicBezTo>
                    <a:cubicBezTo>
                      <a:pt x="201" y="813"/>
                      <a:pt x="201" y="813"/>
                      <a:pt x="201" y="813"/>
                    </a:cubicBezTo>
                    <a:cubicBezTo>
                      <a:pt x="201" y="815"/>
                      <a:pt x="201" y="815"/>
                      <a:pt x="201" y="815"/>
                    </a:cubicBezTo>
                    <a:cubicBezTo>
                      <a:pt x="200" y="818"/>
                      <a:pt x="200" y="818"/>
                      <a:pt x="200" y="818"/>
                    </a:cubicBezTo>
                    <a:cubicBezTo>
                      <a:pt x="201" y="819"/>
                      <a:pt x="201" y="819"/>
                      <a:pt x="201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20"/>
                      <a:pt x="200" y="820"/>
                      <a:pt x="200" y="820"/>
                    </a:cubicBezTo>
                    <a:cubicBezTo>
                      <a:pt x="199" y="821"/>
                      <a:pt x="199" y="821"/>
                      <a:pt x="199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198" y="824"/>
                      <a:pt x="198" y="824"/>
                      <a:pt x="198" y="824"/>
                    </a:cubicBezTo>
                    <a:cubicBezTo>
                      <a:pt x="196" y="828"/>
                      <a:pt x="196" y="828"/>
                      <a:pt x="196" y="828"/>
                    </a:cubicBezTo>
                    <a:cubicBezTo>
                      <a:pt x="198" y="829"/>
                      <a:pt x="198" y="829"/>
                      <a:pt x="198" y="829"/>
                    </a:cubicBezTo>
                    <a:cubicBezTo>
                      <a:pt x="198" y="830"/>
                      <a:pt x="198" y="830"/>
                      <a:pt x="198" y="830"/>
                    </a:cubicBezTo>
                    <a:cubicBezTo>
                      <a:pt x="196" y="830"/>
                      <a:pt x="196" y="830"/>
                      <a:pt x="196" y="830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6" y="832"/>
                      <a:pt x="196" y="832"/>
                      <a:pt x="196" y="832"/>
                    </a:cubicBezTo>
                    <a:cubicBezTo>
                      <a:pt x="195" y="839"/>
                      <a:pt x="195" y="839"/>
                      <a:pt x="195" y="839"/>
                    </a:cubicBezTo>
                    <a:cubicBezTo>
                      <a:pt x="194" y="840"/>
                      <a:pt x="194" y="840"/>
                      <a:pt x="194" y="840"/>
                    </a:cubicBezTo>
                    <a:cubicBezTo>
                      <a:pt x="192" y="840"/>
                      <a:pt x="192" y="840"/>
                      <a:pt x="192" y="840"/>
                    </a:cubicBezTo>
                    <a:cubicBezTo>
                      <a:pt x="192" y="841"/>
                      <a:pt x="192" y="841"/>
                      <a:pt x="192" y="841"/>
                    </a:cubicBezTo>
                    <a:cubicBezTo>
                      <a:pt x="194" y="845"/>
                      <a:pt x="194" y="845"/>
                      <a:pt x="194" y="845"/>
                    </a:cubicBezTo>
                    <a:cubicBezTo>
                      <a:pt x="195" y="845"/>
                      <a:pt x="195" y="845"/>
                      <a:pt x="195" y="845"/>
                    </a:cubicBezTo>
                    <a:cubicBezTo>
                      <a:pt x="195" y="846"/>
                      <a:pt x="195" y="846"/>
                      <a:pt x="195" y="846"/>
                    </a:cubicBezTo>
                    <a:cubicBezTo>
                      <a:pt x="196" y="848"/>
                      <a:pt x="196" y="848"/>
                      <a:pt x="196" y="848"/>
                    </a:cubicBezTo>
                    <a:cubicBezTo>
                      <a:pt x="196" y="850"/>
                      <a:pt x="196" y="850"/>
                      <a:pt x="196" y="850"/>
                    </a:cubicBezTo>
                    <a:cubicBezTo>
                      <a:pt x="197" y="851"/>
                      <a:pt x="197" y="851"/>
                      <a:pt x="197" y="851"/>
                    </a:cubicBezTo>
                    <a:cubicBezTo>
                      <a:pt x="198" y="853"/>
                      <a:pt x="198" y="853"/>
                      <a:pt x="198" y="853"/>
                    </a:cubicBezTo>
                    <a:cubicBezTo>
                      <a:pt x="199" y="854"/>
                      <a:pt x="199" y="854"/>
                      <a:pt x="199" y="854"/>
                    </a:cubicBezTo>
                    <a:cubicBezTo>
                      <a:pt x="199" y="855"/>
                      <a:pt x="199" y="855"/>
                      <a:pt x="199" y="855"/>
                    </a:cubicBezTo>
                    <a:cubicBezTo>
                      <a:pt x="201" y="857"/>
                      <a:pt x="201" y="857"/>
                      <a:pt x="201" y="857"/>
                    </a:cubicBezTo>
                    <a:cubicBezTo>
                      <a:pt x="205" y="860"/>
                      <a:pt x="205" y="860"/>
                      <a:pt x="205" y="860"/>
                    </a:cubicBezTo>
                    <a:cubicBezTo>
                      <a:pt x="205" y="861"/>
                      <a:pt x="205" y="861"/>
                      <a:pt x="205" y="861"/>
                    </a:cubicBezTo>
                    <a:cubicBezTo>
                      <a:pt x="208" y="863"/>
                      <a:pt x="208" y="863"/>
                      <a:pt x="208" y="863"/>
                    </a:cubicBezTo>
                    <a:cubicBezTo>
                      <a:pt x="208" y="864"/>
                      <a:pt x="208" y="864"/>
                      <a:pt x="208" y="864"/>
                    </a:cubicBezTo>
                    <a:cubicBezTo>
                      <a:pt x="210" y="864"/>
                      <a:pt x="210" y="864"/>
                      <a:pt x="210" y="864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1" y="866"/>
                      <a:pt x="211" y="866"/>
                      <a:pt x="211" y="866"/>
                    </a:cubicBezTo>
                    <a:cubicBezTo>
                      <a:pt x="212" y="867"/>
                      <a:pt x="212" y="867"/>
                      <a:pt x="212" y="867"/>
                    </a:cubicBezTo>
                    <a:cubicBezTo>
                      <a:pt x="214" y="868"/>
                      <a:pt x="214" y="868"/>
                      <a:pt x="214" y="868"/>
                    </a:cubicBezTo>
                    <a:cubicBezTo>
                      <a:pt x="214" y="870"/>
                      <a:pt x="214" y="870"/>
                      <a:pt x="214" y="870"/>
                    </a:cubicBezTo>
                    <a:cubicBezTo>
                      <a:pt x="215" y="871"/>
                      <a:pt x="215" y="871"/>
                      <a:pt x="215" y="871"/>
                    </a:cubicBezTo>
                    <a:cubicBezTo>
                      <a:pt x="215" y="872"/>
                      <a:pt x="215" y="872"/>
                      <a:pt x="215" y="872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6"/>
                      <a:pt x="217" y="876"/>
                      <a:pt x="217" y="876"/>
                    </a:cubicBezTo>
                    <a:cubicBezTo>
                      <a:pt x="216" y="877"/>
                      <a:pt x="216" y="877"/>
                      <a:pt x="216" y="877"/>
                    </a:cubicBezTo>
                    <a:cubicBezTo>
                      <a:pt x="217" y="878"/>
                      <a:pt x="217" y="878"/>
                      <a:pt x="217" y="878"/>
                    </a:cubicBezTo>
                    <a:cubicBezTo>
                      <a:pt x="218" y="880"/>
                      <a:pt x="218" y="880"/>
                      <a:pt x="218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18" y="881"/>
                      <a:pt x="218" y="881"/>
                      <a:pt x="218" y="881"/>
                    </a:cubicBezTo>
                    <a:cubicBezTo>
                      <a:pt x="219" y="882"/>
                      <a:pt x="219" y="882"/>
                      <a:pt x="219" y="882"/>
                    </a:cubicBezTo>
                    <a:cubicBezTo>
                      <a:pt x="219" y="883"/>
                      <a:pt x="219" y="883"/>
                      <a:pt x="219" y="883"/>
                    </a:cubicBezTo>
                    <a:cubicBezTo>
                      <a:pt x="223" y="888"/>
                      <a:pt x="223" y="888"/>
                      <a:pt x="223" y="888"/>
                    </a:cubicBezTo>
                    <a:cubicBezTo>
                      <a:pt x="223" y="893"/>
                      <a:pt x="223" y="893"/>
                      <a:pt x="223" y="893"/>
                    </a:cubicBezTo>
                    <a:cubicBezTo>
                      <a:pt x="226" y="896"/>
                      <a:pt x="226" y="896"/>
                      <a:pt x="226" y="896"/>
                    </a:cubicBezTo>
                    <a:cubicBezTo>
                      <a:pt x="225" y="899"/>
                      <a:pt x="225" y="899"/>
                      <a:pt x="225" y="899"/>
                    </a:cubicBezTo>
                    <a:cubicBezTo>
                      <a:pt x="223" y="902"/>
                      <a:pt x="223" y="902"/>
                      <a:pt x="223" y="902"/>
                    </a:cubicBezTo>
                    <a:cubicBezTo>
                      <a:pt x="224" y="903"/>
                      <a:pt x="224" y="903"/>
                      <a:pt x="224" y="903"/>
                    </a:cubicBezTo>
                    <a:cubicBezTo>
                      <a:pt x="224" y="905"/>
                      <a:pt x="224" y="905"/>
                      <a:pt x="224" y="905"/>
                    </a:cubicBezTo>
                    <a:cubicBezTo>
                      <a:pt x="225" y="907"/>
                      <a:pt x="225" y="907"/>
                      <a:pt x="225" y="907"/>
                    </a:cubicBezTo>
                    <a:cubicBezTo>
                      <a:pt x="225" y="909"/>
                      <a:pt x="225" y="909"/>
                      <a:pt x="225" y="909"/>
                    </a:cubicBezTo>
                    <a:cubicBezTo>
                      <a:pt x="228" y="914"/>
                      <a:pt x="228" y="914"/>
                      <a:pt x="228" y="914"/>
                    </a:cubicBezTo>
                    <a:cubicBezTo>
                      <a:pt x="228" y="915"/>
                      <a:pt x="228" y="915"/>
                      <a:pt x="228" y="915"/>
                    </a:cubicBezTo>
                    <a:cubicBezTo>
                      <a:pt x="229" y="916"/>
                      <a:pt x="229" y="916"/>
                      <a:pt x="229" y="916"/>
                    </a:cubicBezTo>
                    <a:cubicBezTo>
                      <a:pt x="229" y="922"/>
                      <a:pt x="229" y="922"/>
                      <a:pt x="229" y="922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2" y="930"/>
                      <a:pt x="222" y="930"/>
                      <a:pt x="222" y="930"/>
                    </a:cubicBezTo>
                    <a:cubicBezTo>
                      <a:pt x="222" y="931"/>
                      <a:pt x="222" y="931"/>
                      <a:pt x="222" y="931"/>
                    </a:cubicBezTo>
                    <a:cubicBezTo>
                      <a:pt x="218" y="935"/>
                      <a:pt x="218" y="935"/>
                      <a:pt x="218" y="935"/>
                    </a:cubicBezTo>
                    <a:cubicBezTo>
                      <a:pt x="218" y="937"/>
                      <a:pt x="218" y="937"/>
                      <a:pt x="218" y="937"/>
                    </a:cubicBezTo>
                    <a:cubicBezTo>
                      <a:pt x="217" y="938"/>
                      <a:pt x="217" y="938"/>
                      <a:pt x="217" y="938"/>
                    </a:cubicBezTo>
                    <a:cubicBezTo>
                      <a:pt x="217" y="944"/>
                      <a:pt x="217" y="944"/>
                      <a:pt x="217" y="944"/>
                    </a:cubicBezTo>
                    <a:cubicBezTo>
                      <a:pt x="215" y="946"/>
                      <a:pt x="215" y="946"/>
                      <a:pt x="215" y="946"/>
                    </a:cubicBezTo>
                    <a:cubicBezTo>
                      <a:pt x="215" y="949"/>
                      <a:pt x="215" y="949"/>
                      <a:pt x="215" y="949"/>
                    </a:cubicBezTo>
                    <a:cubicBezTo>
                      <a:pt x="213" y="951"/>
                      <a:pt x="213" y="951"/>
                      <a:pt x="213" y="951"/>
                    </a:cubicBezTo>
                    <a:cubicBezTo>
                      <a:pt x="213" y="954"/>
                      <a:pt x="213" y="954"/>
                      <a:pt x="213" y="954"/>
                    </a:cubicBezTo>
                    <a:cubicBezTo>
                      <a:pt x="212" y="956"/>
                      <a:pt x="212" y="956"/>
                      <a:pt x="212" y="956"/>
                    </a:cubicBezTo>
                    <a:cubicBezTo>
                      <a:pt x="212" y="960"/>
                      <a:pt x="212" y="960"/>
                      <a:pt x="212" y="960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3" y="969"/>
                      <a:pt x="213" y="969"/>
                      <a:pt x="213" y="969"/>
                    </a:cubicBezTo>
                    <a:cubicBezTo>
                      <a:pt x="217" y="974"/>
                      <a:pt x="217" y="974"/>
                      <a:pt x="217" y="974"/>
                    </a:cubicBezTo>
                    <a:cubicBezTo>
                      <a:pt x="219" y="978"/>
                      <a:pt x="219" y="978"/>
                      <a:pt x="219" y="978"/>
                    </a:cubicBezTo>
                    <a:cubicBezTo>
                      <a:pt x="223" y="986"/>
                      <a:pt x="223" y="986"/>
                      <a:pt x="223" y="986"/>
                    </a:cubicBezTo>
                    <a:cubicBezTo>
                      <a:pt x="224" y="989"/>
                      <a:pt x="224" y="989"/>
                      <a:pt x="224" y="989"/>
                    </a:cubicBezTo>
                    <a:cubicBezTo>
                      <a:pt x="227" y="994"/>
                      <a:pt x="227" y="994"/>
                      <a:pt x="227" y="994"/>
                    </a:cubicBezTo>
                    <a:cubicBezTo>
                      <a:pt x="227" y="996"/>
                      <a:pt x="227" y="996"/>
                      <a:pt x="227" y="996"/>
                    </a:cubicBezTo>
                    <a:cubicBezTo>
                      <a:pt x="231" y="1002"/>
                      <a:pt x="231" y="1002"/>
                      <a:pt x="231" y="1002"/>
                    </a:cubicBezTo>
                    <a:cubicBezTo>
                      <a:pt x="231" y="1004"/>
                      <a:pt x="231" y="1004"/>
                      <a:pt x="231" y="1004"/>
                    </a:cubicBezTo>
                    <a:cubicBezTo>
                      <a:pt x="230" y="1005"/>
                      <a:pt x="230" y="1005"/>
                      <a:pt x="230" y="1005"/>
                    </a:cubicBezTo>
                    <a:cubicBezTo>
                      <a:pt x="231" y="1009"/>
                      <a:pt x="231" y="1009"/>
                      <a:pt x="231" y="1009"/>
                    </a:cubicBezTo>
                    <a:cubicBezTo>
                      <a:pt x="231" y="1014"/>
                      <a:pt x="231" y="1014"/>
                      <a:pt x="231" y="1014"/>
                    </a:cubicBezTo>
                    <a:cubicBezTo>
                      <a:pt x="234" y="1020"/>
                      <a:pt x="234" y="1020"/>
                      <a:pt x="234" y="1020"/>
                    </a:cubicBezTo>
                    <a:cubicBezTo>
                      <a:pt x="233" y="1023"/>
                      <a:pt x="233" y="1023"/>
                      <a:pt x="233" y="1023"/>
                    </a:cubicBezTo>
                    <a:cubicBezTo>
                      <a:pt x="234" y="1025"/>
                      <a:pt x="234" y="1025"/>
                      <a:pt x="234" y="1025"/>
                    </a:cubicBezTo>
                    <a:cubicBezTo>
                      <a:pt x="233" y="1026"/>
                      <a:pt x="233" y="1026"/>
                      <a:pt x="233" y="1026"/>
                    </a:cubicBezTo>
                    <a:cubicBezTo>
                      <a:pt x="234" y="1027"/>
                      <a:pt x="234" y="1027"/>
                      <a:pt x="234" y="1027"/>
                    </a:cubicBezTo>
                    <a:cubicBezTo>
                      <a:pt x="235" y="1031"/>
                      <a:pt x="235" y="1031"/>
                      <a:pt x="235" y="1031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5" y="1033"/>
                      <a:pt x="235" y="1033"/>
                      <a:pt x="235" y="1033"/>
                    </a:cubicBezTo>
                    <a:cubicBezTo>
                      <a:pt x="235" y="1035"/>
                      <a:pt x="235" y="1035"/>
                      <a:pt x="235" y="1035"/>
                    </a:cubicBezTo>
                    <a:cubicBezTo>
                      <a:pt x="237" y="1036"/>
                      <a:pt x="237" y="1036"/>
                      <a:pt x="237" y="1036"/>
                    </a:cubicBezTo>
                    <a:cubicBezTo>
                      <a:pt x="237" y="1039"/>
                      <a:pt x="237" y="1039"/>
                      <a:pt x="237" y="1039"/>
                    </a:cubicBezTo>
                    <a:cubicBezTo>
                      <a:pt x="238" y="1041"/>
                      <a:pt x="238" y="1041"/>
                      <a:pt x="238" y="1041"/>
                    </a:cubicBezTo>
                    <a:cubicBezTo>
                      <a:pt x="240" y="1044"/>
                      <a:pt x="240" y="1044"/>
                      <a:pt x="240" y="1044"/>
                    </a:cubicBezTo>
                    <a:cubicBezTo>
                      <a:pt x="242" y="1046"/>
                      <a:pt x="242" y="1046"/>
                      <a:pt x="242" y="1046"/>
                    </a:cubicBezTo>
                    <a:cubicBezTo>
                      <a:pt x="242" y="1047"/>
                      <a:pt x="242" y="1047"/>
                      <a:pt x="242" y="1047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5" y="1049"/>
                      <a:pt x="245" y="1049"/>
                      <a:pt x="245" y="1049"/>
                    </a:cubicBezTo>
                    <a:cubicBezTo>
                      <a:pt x="245" y="1051"/>
                      <a:pt x="245" y="1051"/>
                      <a:pt x="245" y="1051"/>
                    </a:cubicBezTo>
                    <a:cubicBezTo>
                      <a:pt x="248" y="1053"/>
                      <a:pt x="248" y="1053"/>
                      <a:pt x="248" y="1053"/>
                    </a:cubicBezTo>
                    <a:cubicBezTo>
                      <a:pt x="249" y="1057"/>
                      <a:pt x="249" y="1057"/>
                      <a:pt x="249" y="1057"/>
                    </a:cubicBezTo>
                    <a:cubicBezTo>
                      <a:pt x="249" y="1059"/>
                      <a:pt x="249" y="1059"/>
                      <a:pt x="249" y="1059"/>
                    </a:cubicBezTo>
                    <a:cubicBezTo>
                      <a:pt x="251" y="1063"/>
                      <a:pt x="251" y="1063"/>
                      <a:pt x="251" y="1063"/>
                    </a:cubicBezTo>
                    <a:cubicBezTo>
                      <a:pt x="252" y="1067"/>
                      <a:pt x="252" y="1067"/>
                      <a:pt x="252" y="1067"/>
                    </a:cubicBezTo>
                    <a:cubicBezTo>
                      <a:pt x="254" y="1070"/>
                      <a:pt x="254" y="1070"/>
                      <a:pt x="254" y="1070"/>
                    </a:cubicBezTo>
                    <a:cubicBezTo>
                      <a:pt x="254" y="1072"/>
                      <a:pt x="254" y="1072"/>
                      <a:pt x="254" y="1072"/>
                    </a:cubicBezTo>
                    <a:cubicBezTo>
                      <a:pt x="256" y="1075"/>
                      <a:pt x="256" y="1075"/>
                      <a:pt x="256" y="1075"/>
                    </a:cubicBezTo>
                    <a:cubicBezTo>
                      <a:pt x="256" y="1076"/>
                      <a:pt x="256" y="1076"/>
                      <a:pt x="256" y="1076"/>
                    </a:cubicBezTo>
                    <a:cubicBezTo>
                      <a:pt x="256" y="1078"/>
                      <a:pt x="256" y="1078"/>
                      <a:pt x="256" y="1078"/>
                    </a:cubicBezTo>
                    <a:cubicBezTo>
                      <a:pt x="256" y="1080"/>
                      <a:pt x="256" y="1080"/>
                      <a:pt x="256" y="1080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4" y="1080"/>
                      <a:pt x="254" y="1080"/>
                      <a:pt x="254" y="1080"/>
                    </a:cubicBezTo>
                    <a:cubicBezTo>
                      <a:pt x="253" y="1081"/>
                      <a:pt x="253" y="1081"/>
                      <a:pt x="253" y="1081"/>
                    </a:cubicBezTo>
                    <a:cubicBezTo>
                      <a:pt x="253" y="1083"/>
                      <a:pt x="253" y="1083"/>
                      <a:pt x="253" y="1083"/>
                    </a:cubicBezTo>
                    <a:cubicBezTo>
                      <a:pt x="254" y="1086"/>
                      <a:pt x="254" y="1086"/>
                      <a:pt x="254" y="1086"/>
                    </a:cubicBezTo>
                    <a:cubicBezTo>
                      <a:pt x="256" y="1087"/>
                      <a:pt x="256" y="1087"/>
                      <a:pt x="256" y="1087"/>
                    </a:cubicBezTo>
                    <a:cubicBezTo>
                      <a:pt x="257" y="1089"/>
                      <a:pt x="257" y="1089"/>
                      <a:pt x="257" y="1089"/>
                    </a:cubicBezTo>
                    <a:cubicBezTo>
                      <a:pt x="256" y="1090"/>
                      <a:pt x="256" y="1090"/>
                      <a:pt x="256" y="1090"/>
                    </a:cubicBezTo>
                    <a:cubicBezTo>
                      <a:pt x="256" y="1092"/>
                      <a:pt x="256" y="1092"/>
                      <a:pt x="256" y="1092"/>
                    </a:cubicBezTo>
                    <a:cubicBezTo>
                      <a:pt x="256" y="1093"/>
                      <a:pt x="256" y="1093"/>
                      <a:pt x="256" y="1093"/>
                    </a:cubicBezTo>
                    <a:cubicBezTo>
                      <a:pt x="256" y="1095"/>
                      <a:pt x="256" y="1095"/>
                      <a:pt x="256" y="1095"/>
                    </a:cubicBezTo>
                    <a:cubicBezTo>
                      <a:pt x="258" y="1097"/>
                      <a:pt x="258" y="1097"/>
                      <a:pt x="258" y="1097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60" y="1094"/>
                      <a:pt x="260" y="1094"/>
                      <a:pt x="260" y="1094"/>
                    </a:cubicBezTo>
                    <a:cubicBezTo>
                      <a:pt x="260" y="1095"/>
                      <a:pt x="260" y="1095"/>
                      <a:pt x="260" y="1095"/>
                    </a:cubicBezTo>
                    <a:cubicBezTo>
                      <a:pt x="259" y="1096"/>
                      <a:pt x="259" y="1096"/>
                      <a:pt x="259" y="1096"/>
                    </a:cubicBezTo>
                    <a:cubicBezTo>
                      <a:pt x="261" y="1096"/>
                      <a:pt x="261" y="1096"/>
                      <a:pt x="261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3" y="1099"/>
                      <a:pt x="263" y="1099"/>
                      <a:pt x="263" y="1099"/>
                    </a:cubicBezTo>
                    <a:cubicBezTo>
                      <a:pt x="264" y="1098"/>
                      <a:pt x="264" y="1098"/>
                      <a:pt x="264" y="1098"/>
                    </a:cubicBezTo>
                    <a:cubicBezTo>
                      <a:pt x="268" y="1100"/>
                      <a:pt x="268" y="1100"/>
                      <a:pt x="268" y="1100"/>
                    </a:cubicBezTo>
                    <a:cubicBezTo>
                      <a:pt x="268" y="1099"/>
                      <a:pt x="268" y="1099"/>
                      <a:pt x="268" y="1099"/>
                    </a:cubicBezTo>
                    <a:cubicBezTo>
                      <a:pt x="269" y="1100"/>
                      <a:pt x="269" y="1100"/>
                      <a:pt x="269" y="1100"/>
                    </a:cubicBezTo>
                    <a:cubicBezTo>
                      <a:pt x="270" y="1098"/>
                      <a:pt x="270" y="1098"/>
                      <a:pt x="270" y="1098"/>
                    </a:cubicBezTo>
                    <a:cubicBezTo>
                      <a:pt x="271" y="1098"/>
                      <a:pt x="271" y="1098"/>
                      <a:pt x="271" y="1098"/>
                    </a:cubicBezTo>
                    <a:cubicBezTo>
                      <a:pt x="273" y="1096"/>
                      <a:pt x="273" y="1096"/>
                      <a:pt x="273" y="1096"/>
                    </a:cubicBezTo>
                    <a:cubicBezTo>
                      <a:pt x="274" y="1097"/>
                      <a:pt x="274" y="1097"/>
                      <a:pt x="274" y="1097"/>
                    </a:cubicBezTo>
                    <a:cubicBezTo>
                      <a:pt x="275" y="1096"/>
                      <a:pt x="275" y="1096"/>
                      <a:pt x="275" y="1096"/>
                    </a:cubicBezTo>
                    <a:cubicBezTo>
                      <a:pt x="276" y="1096"/>
                      <a:pt x="276" y="1096"/>
                      <a:pt x="276" y="1096"/>
                    </a:cubicBezTo>
                    <a:cubicBezTo>
                      <a:pt x="279" y="1097"/>
                      <a:pt x="279" y="1097"/>
                      <a:pt x="279" y="1097"/>
                    </a:cubicBezTo>
                    <a:cubicBezTo>
                      <a:pt x="280" y="1096"/>
                      <a:pt x="280" y="1096"/>
                      <a:pt x="280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3" y="1095"/>
                      <a:pt x="283" y="1095"/>
                      <a:pt x="283" y="1095"/>
                    </a:cubicBezTo>
                    <a:cubicBezTo>
                      <a:pt x="284" y="1095"/>
                      <a:pt x="284" y="1095"/>
                      <a:pt x="284" y="1095"/>
                    </a:cubicBezTo>
                    <a:cubicBezTo>
                      <a:pt x="285" y="1095"/>
                      <a:pt x="285" y="1095"/>
                      <a:pt x="285" y="1095"/>
                    </a:cubicBezTo>
                    <a:cubicBezTo>
                      <a:pt x="285" y="1094"/>
                      <a:pt x="285" y="1094"/>
                      <a:pt x="285" y="1094"/>
                    </a:cubicBezTo>
                    <a:cubicBezTo>
                      <a:pt x="286" y="1093"/>
                      <a:pt x="286" y="1093"/>
                      <a:pt x="286" y="1093"/>
                    </a:cubicBezTo>
                    <a:cubicBezTo>
                      <a:pt x="290" y="1093"/>
                      <a:pt x="290" y="1093"/>
                      <a:pt x="290" y="1093"/>
                    </a:cubicBezTo>
                    <a:cubicBezTo>
                      <a:pt x="292" y="1094"/>
                      <a:pt x="292" y="1094"/>
                      <a:pt x="292" y="1094"/>
                    </a:cubicBezTo>
                    <a:cubicBezTo>
                      <a:pt x="294" y="1094"/>
                      <a:pt x="294" y="1094"/>
                      <a:pt x="294" y="1094"/>
                    </a:cubicBezTo>
                    <a:cubicBezTo>
                      <a:pt x="294" y="1093"/>
                      <a:pt x="294" y="1093"/>
                      <a:pt x="294" y="1093"/>
                    </a:cubicBezTo>
                    <a:cubicBezTo>
                      <a:pt x="295" y="1093"/>
                      <a:pt x="295" y="1093"/>
                      <a:pt x="295" y="1093"/>
                    </a:cubicBezTo>
                    <a:cubicBezTo>
                      <a:pt x="298" y="1094"/>
                      <a:pt x="298" y="1094"/>
                      <a:pt x="298" y="1094"/>
                    </a:cubicBezTo>
                    <a:cubicBezTo>
                      <a:pt x="299" y="1095"/>
                      <a:pt x="299" y="1095"/>
                      <a:pt x="299" y="1095"/>
                    </a:cubicBezTo>
                    <a:cubicBezTo>
                      <a:pt x="303" y="1095"/>
                      <a:pt x="303" y="1095"/>
                      <a:pt x="303" y="1095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7" y="1094"/>
                      <a:pt x="307" y="1094"/>
                      <a:pt x="307" y="1094"/>
                    </a:cubicBezTo>
                    <a:cubicBezTo>
                      <a:pt x="310" y="1094"/>
                      <a:pt x="310" y="1094"/>
                      <a:pt x="310" y="1094"/>
                    </a:cubicBezTo>
                    <a:cubicBezTo>
                      <a:pt x="310" y="1093"/>
                      <a:pt x="310" y="1093"/>
                      <a:pt x="310" y="1093"/>
                    </a:cubicBezTo>
                    <a:cubicBezTo>
                      <a:pt x="309" y="1092"/>
                      <a:pt x="309" y="1092"/>
                      <a:pt x="309" y="1092"/>
                    </a:cubicBezTo>
                    <a:cubicBezTo>
                      <a:pt x="310" y="1091"/>
                      <a:pt x="310" y="1091"/>
                      <a:pt x="310" y="1091"/>
                    </a:cubicBezTo>
                    <a:cubicBezTo>
                      <a:pt x="311" y="1091"/>
                      <a:pt x="311" y="1091"/>
                      <a:pt x="311" y="1091"/>
                    </a:cubicBezTo>
                    <a:cubicBezTo>
                      <a:pt x="313" y="1091"/>
                      <a:pt x="313" y="1091"/>
                      <a:pt x="313" y="1091"/>
                    </a:cubicBezTo>
                    <a:cubicBezTo>
                      <a:pt x="314" y="1091"/>
                      <a:pt x="314" y="1091"/>
                      <a:pt x="314" y="1091"/>
                    </a:cubicBezTo>
                    <a:cubicBezTo>
                      <a:pt x="316" y="1091"/>
                      <a:pt x="316" y="1091"/>
                      <a:pt x="316" y="1091"/>
                    </a:cubicBezTo>
                    <a:cubicBezTo>
                      <a:pt x="318" y="1090"/>
                      <a:pt x="318" y="1090"/>
                      <a:pt x="318" y="1090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3" y="1088"/>
                      <a:pt x="323" y="1088"/>
                      <a:pt x="323" y="1088"/>
                    </a:cubicBezTo>
                    <a:cubicBezTo>
                      <a:pt x="324" y="1087"/>
                      <a:pt x="324" y="1087"/>
                      <a:pt x="324" y="1087"/>
                    </a:cubicBezTo>
                    <a:cubicBezTo>
                      <a:pt x="329" y="1084"/>
                      <a:pt x="329" y="1084"/>
                      <a:pt x="329" y="1084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1" y="1082"/>
                      <a:pt x="331" y="1082"/>
                      <a:pt x="331" y="1082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40" y="1074"/>
                      <a:pt x="340" y="1074"/>
                      <a:pt x="340" y="1074"/>
                    </a:cubicBezTo>
                    <a:cubicBezTo>
                      <a:pt x="341" y="1072"/>
                      <a:pt x="341" y="1072"/>
                      <a:pt x="341" y="1072"/>
                    </a:cubicBezTo>
                    <a:cubicBezTo>
                      <a:pt x="343" y="1072"/>
                      <a:pt x="343" y="1072"/>
                      <a:pt x="343" y="1072"/>
                    </a:cubicBezTo>
                    <a:cubicBezTo>
                      <a:pt x="343" y="1070"/>
                      <a:pt x="343" y="1070"/>
                      <a:pt x="343" y="1070"/>
                    </a:cubicBezTo>
                    <a:cubicBezTo>
                      <a:pt x="345" y="1067"/>
                      <a:pt x="345" y="1067"/>
                      <a:pt x="345" y="1067"/>
                    </a:cubicBezTo>
                    <a:cubicBezTo>
                      <a:pt x="349" y="1062"/>
                      <a:pt x="349" y="1062"/>
                      <a:pt x="349" y="1062"/>
                    </a:cubicBezTo>
                    <a:cubicBezTo>
                      <a:pt x="350" y="1060"/>
                      <a:pt x="350" y="1060"/>
                      <a:pt x="350" y="1060"/>
                    </a:cubicBezTo>
                    <a:cubicBezTo>
                      <a:pt x="351" y="1060"/>
                      <a:pt x="351" y="1060"/>
                      <a:pt x="351" y="1060"/>
                    </a:cubicBezTo>
                    <a:cubicBezTo>
                      <a:pt x="352" y="1059"/>
                      <a:pt x="352" y="1059"/>
                      <a:pt x="352" y="1059"/>
                    </a:cubicBezTo>
                    <a:cubicBezTo>
                      <a:pt x="352" y="1058"/>
                      <a:pt x="352" y="1058"/>
                      <a:pt x="352" y="1058"/>
                    </a:cubicBezTo>
                    <a:cubicBezTo>
                      <a:pt x="354" y="1056"/>
                      <a:pt x="354" y="1056"/>
                      <a:pt x="354" y="1056"/>
                    </a:cubicBezTo>
                    <a:cubicBezTo>
                      <a:pt x="354" y="1055"/>
                      <a:pt x="354" y="1055"/>
                      <a:pt x="354" y="1055"/>
                    </a:cubicBezTo>
                    <a:cubicBezTo>
                      <a:pt x="356" y="1054"/>
                      <a:pt x="356" y="1054"/>
                      <a:pt x="356" y="1054"/>
                    </a:cubicBezTo>
                    <a:cubicBezTo>
                      <a:pt x="357" y="1053"/>
                      <a:pt x="357" y="1053"/>
                      <a:pt x="357" y="1053"/>
                    </a:cubicBezTo>
                    <a:cubicBezTo>
                      <a:pt x="358" y="1052"/>
                      <a:pt x="358" y="1052"/>
                      <a:pt x="358" y="1052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61" y="1049"/>
                      <a:pt x="361" y="1049"/>
                      <a:pt x="361" y="1049"/>
                    </a:cubicBezTo>
                    <a:cubicBezTo>
                      <a:pt x="362" y="1048"/>
                      <a:pt x="362" y="1048"/>
                      <a:pt x="362" y="1048"/>
                    </a:cubicBezTo>
                    <a:cubicBezTo>
                      <a:pt x="363" y="1046"/>
                      <a:pt x="363" y="1046"/>
                      <a:pt x="363" y="1046"/>
                    </a:cubicBezTo>
                    <a:cubicBezTo>
                      <a:pt x="364" y="1043"/>
                      <a:pt x="364" y="1043"/>
                      <a:pt x="364" y="1043"/>
                    </a:cubicBezTo>
                    <a:cubicBezTo>
                      <a:pt x="365" y="1041"/>
                      <a:pt x="365" y="1041"/>
                      <a:pt x="365" y="1041"/>
                    </a:cubicBezTo>
                    <a:cubicBezTo>
                      <a:pt x="365" y="1039"/>
                      <a:pt x="365" y="1039"/>
                      <a:pt x="365" y="1039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4"/>
                      <a:pt x="366" y="1034"/>
                      <a:pt x="366" y="1034"/>
                    </a:cubicBezTo>
                    <a:cubicBezTo>
                      <a:pt x="367" y="1034"/>
                      <a:pt x="367" y="1034"/>
                      <a:pt x="367" y="1034"/>
                    </a:cubicBezTo>
                    <a:cubicBezTo>
                      <a:pt x="367" y="1032"/>
                      <a:pt x="367" y="1032"/>
                      <a:pt x="367" y="1032"/>
                    </a:cubicBezTo>
                    <a:cubicBezTo>
                      <a:pt x="368" y="1030"/>
                      <a:pt x="368" y="1030"/>
                      <a:pt x="368" y="1030"/>
                    </a:cubicBezTo>
                    <a:cubicBezTo>
                      <a:pt x="367" y="1029"/>
                      <a:pt x="367" y="1029"/>
                      <a:pt x="367" y="1029"/>
                    </a:cubicBezTo>
                    <a:cubicBezTo>
                      <a:pt x="366" y="1029"/>
                      <a:pt x="366" y="1029"/>
                      <a:pt x="366" y="1029"/>
                    </a:cubicBezTo>
                    <a:cubicBezTo>
                      <a:pt x="366" y="1030"/>
                      <a:pt x="366" y="1030"/>
                      <a:pt x="366" y="1030"/>
                    </a:cubicBezTo>
                    <a:cubicBezTo>
                      <a:pt x="365" y="1030"/>
                      <a:pt x="365" y="1030"/>
                      <a:pt x="365" y="1030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5" y="1028"/>
                      <a:pt x="365" y="1028"/>
                      <a:pt x="365" y="1028"/>
                    </a:cubicBezTo>
                    <a:cubicBezTo>
                      <a:pt x="366" y="1026"/>
                      <a:pt x="366" y="1026"/>
                      <a:pt x="366" y="1026"/>
                    </a:cubicBezTo>
                    <a:cubicBezTo>
                      <a:pt x="367" y="1026"/>
                      <a:pt x="367" y="1026"/>
                      <a:pt x="367" y="1026"/>
                    </a:cubicBezTo>
                    <a:cubicBezTo>
                      <a:pt x="367" y="1025"/>
                      <a:pt x="367" y="1025"/>
                      <a:pt x="367" y="1025"/>
                    </a:cubicBezTo>
                    <a:cubicBezTo>
                      <a:pt x="369" y="1024"/>
                      <a:pt x="369" y="1024"/>
                      <a:pt x="369" y="1024"/>
                    </a:cubicBezTo>
                    <a:cubicBezTo>
                      <a:pt x="372" y="1022"/>
                      <a:pt x="372" y="1022"/>
                      <a:pt x="372" y="1022"/>
                    </a:cubicBezTo>
                    <a:cubicBezTo>
                      <a:pt x="378" y="1021"/>
                      <a:pt x="378" y="1021"/>
                      <a:pt x="378" y="1021"/>
                    </a:cubicBezTo>
                    <a:cubicBezTo>
                      <a:pt x="383" y="1019"/>
                      <a:pt x="383" y="1019"/>
                      <a:pt x="383" y="1019"/>
                    </a:cubicBezTo>
                    <a:cubicBezTo>
                      <a:pt x="386" y="1016"/>
                      <a:pt x="386" y="1016"/>
                      <a:pt x="386" y="1016"/>
                    </a:cubicBezTo>
                    <a:cubicBezTo>
                      <a:pt x="386" y="1014"/>
                      <a:pt x="386" y="1014"/>
                      <a:pt x="386" y="1014"/>
                    </a:cubicBezTo>
                    <a:cubicBezTo>
                      <a:pt x="387" y="1012"/>
                      <a:pt x="387" y="1012"/>
                      <a:pt x="387" y="1012"/>
                    </a:cubicBezTo>
                    <a:cubicBezTo>
                      <a:pt x="387" y="1010"/>
                      <a:pt x="387" y="1010"/>
                      <a:pt x="387" y="1010"/>
                    </a:cubicBezTo>
                    <a:cubicBezTo>
                      <a:pt x="386" y="1011"/>
                      <a:pt x="386" y="1011"/>
                      <a:pt x="386" y="1011"/>
                    </a:cubicBezTo>
                    <a:cubicBezTo>
                      <a:pt x="386" y="1009"/>
                      <a:pt x="386" y="1009"/>
                      <a:pt x="386" y="1009"/>
                    </a:cubicBezTo>
                    <a:cubicBezTo>
                      <a:pt x="387" y="1009"/>
                      <a:pt x="387" y="1009"/>
                      <a:pt x="387" y="1009"/>
                    </a:cubicBezTo>
                    <a:cubicBezTo>
                      <a:pt x="387" y="1007"/>
                      <a:pt x="387" y="1007"/>
                      <a:pt x="387" y="1007"/>
                    </a:cubicBezTo>
                    <a:cubicBezTo>
                      <a:pt x="388" y="1005"/>
                      <a:pt x="388" y="1005"/>
                      <a:pt x="388" y="1005"/>
                    </a:cubicBezTo>
                    <a:cubicBezTo>
                      <a:pt x="387" y="1004"/>
                      <a:pt x="387" y="1004"/>
                      <a:pt x="387" y="1004"/>
                    </a:cubicBezTo>
                    <a:cubicBezTo>
                      <a:pt x="388" y="1003"/>
                      <a:pt x="388" y="1003"/>
                      <a:pt x="388" y="1003"/>
                    </a:cubicBezTo>
                    <a:cubicBezTo>
                      <a:pt x="388" y="1002"/>
                      <a:pt x="388" y="1002"/>
                      <a:pt x="388" y="1002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6"/>
                      <a:pt x="388" y="996"/>
                      <a:pt x="388" y="996"/>
                    </a:cubicBezTo>
                    <a:cubicBezTo>
                      <a:pt x="386" y="999"/>
                      <a:pt x="386" y="999"/>
                      <a:pt x="386" y="999"/>
                    </a:cubicBezTo>
                    <a:cubicBezTo>
                      <a:pt x="386" y="995"/>
                      <a:pt x="386" y="995"/>
                      <a:pt x="386" y="995"/>
                    </a:cubicBezTo>
                    <a:cubicBezTo>
                      <a:pt x="385" y="994"/>
                      <a:pt x="385" y="994"/>
                      <a:pt x="385" y="994"/>
                    </a:cubicBezTo>
                    <a:cubicBezTo>
                      <a:pt x="385" y="992"/>
                      <a:pt x="385" y="992"/>
                      <a:pt x="385" y="992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5" y="990"/>
                      <a:pt x="385" y="990"/>
                      <a:pt x="385" y="990"/>
                    </a:cubicBezTo>
                    <a:cubicBezTo>
                      <a:pt x="385" y="989"/>
                      <a:pt x="385" y="989"/>
                      <a:pt x="385" y="989"/>
                    </a:cubicBezTo>
                    <a:cubicBezTo>
                      <a:pt x="383" y="986"/>
                      <a:pt x="383" y="986"/>
                      <a:pt x="383" y="986"/>
                    </a:cubicBezTo>
                    <a:cubicBezTo>
                      <a:pt x="383" y="985"/>
                      <a:pt x="383" y="985"/>
                      <a:pt x="383" y="985"/>
                    </a:cubicBezTo>
                    <a:cubicBezTo>
                      <a:pt x="383" y="984"/>
                      <a:pt x="383" y="984"/>
                      <a:pt x="383" y="984"/>
                    </a:cubicBezTo>
                    <a:cubicBezTo>
                      <a:pt x="384" y="983"/>
                      <a:pt x="384" y="983"/>
                      <a:pt x="384" y="983"/>
                    </a:cubicBezTo>
                    <a:cubicBezTo>
                      <a:pt x="384" y="982"/>
                      <a:pt x="384" y="982"/>
                      <a:pt x="384" y="982"/>
                    </a:cubicBezTo>
                    <a:cubicBezTo>
                      <a:pt x="383" y="981"/>
                      <a:pt x="383" y="981"/>
                      <a:pt x="383" y="981"/>
                    </a:cubicBezTo>
                    <a:cubicBezTo>
                      <a:pt x="385" y="982"/>
                      <a:pt x="385" y="982"/>
                      <a:pt x="385" y="982"/>
                    </a:cubicBezTo>
                    <a:cubicBezTo>
                      <a:pt x="386" y="981"/>
                      <a:pt x="386" y="981"/>
                      <a:pt x="386" y="981"/>
                    </a:cubicBezTo>
                    <a:cubicBezTo>
                      <a:pt x="387" y="981"/>
                      <a:pt x="387" y="981"/>
                      <a:pt x="387" y="981"/>
                    </a:cubicBezTo>
                    <a:cubicBezTo>
                      <a:pt x="389" y="980"/>
                      <a:pt x="389" y="980"/>
                      <a:pt x="389" y="980"/>
                    </a:cubicBezTo>
                    <a:cubicBezTo>
                      <a:pt x="389" y="978"/>
                      <a:pt x="389" y="978"/>
                      <a:pt x="389" y="978"/>
                    </a:cubicBezTo>
                    <a:cubicBezTo>
                      <a:pt x="392" y="976"/>
                      <a:pt x="392" y="976"/>
                      <a:pt x="392" y="976"/>
                    </a:cubicBezTo>
                    <a:cubicBezTo>
                      <a:pt x="395" y="976"/>
                      <a:pt x="395" y="976"/>
                      <a:pt x="395" y="976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9" y="971"/>
                      <a:pt x="399" y="971"/>
                      <a:pt x="399" y="971"/>
                    </a:cubicBezTo>
                    <a:cubicBezTo>
                      <a:pt x="399" y="970"/>
                      <a:pt x="399" y="970"/>
                      <a:pt x="399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2" y="969"/>
                      <a:pt x="402" y="969"/>
                      <a:pt x="402" y="969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7" y="964"/>
                      <a:pt x="407" y="964"/>
                      <a:pt x="407" y="964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1" y="963"/>
                      <a:pt x="411" y="963"/>
                      <a:pt x="411" y="963"/>
                    </a:cubicBezTo>
                    <a:cubicBezTo>
                      <a:pt x="416" y="961"/>
                      <a:pt x="416" y="961"/>
                      <a:pt x="416" y="961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22" y="957"/>
                      <a:pt x="422" y="957"/>
                      <a:pt x="422" y="957"/>
                    </a:cubicBezTo>
                    <a:cubicBezTo>
                      <a:pt x="422" y="956"/>
                      <a:pt x="422" y="956"/>
                      <a:pt x="422" y="956"/>
                    </a:cubicBezTo>
                    <a:cubicBezTo>
                      <a:pt x="423" y="955"/>
                      <a:pt x="423" y="955"/>
                      <a:pt x="423" y="955"/>
                    </a:cubicBezTo>
                    <a:cubicBezTo>
                      <a:pt x="425" y="953"/>
                      <a:pt x="425" y="953"/>
                      <a:pt x="425" y="953"/>
                    </a:cubicBezTo>
                    <a:cubicBezTo>
                      <a:pt x="425" y="952"/>
                      <a:pt x="425" y="952"/>
                      <a:pt x="425" y="952"/>
                    </a:cubicBezTo>
                    <a:cubicBezTo>
                      <a:pt x="426" y="951"/>
                      <a:pt x="426" y="951"/>
                      <a:pt x="426" y="951"/>
                    </a:cubicBezTo>
                    <a:cubicBezTo>
                      <a:pt x="428" y="950"/>
                      <a:pt x="428" y="950"/>
                      <a:pt x="428" y="950"/>
                    </a:cubicBezTo>
                    <a:cubicBezTo>
                      <a:pt x="428" y="949"/>
                      <a:pt x="428" y="949"/>
                      <a:pt x="428" y="949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8" y="947"/>
                      <a:pt x="428" y="947"/>
                      <a:pt x="428" y="947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30" y="944"/>
                      <a:pt x="430" y="944"/>
                      <a:pt x="430" y="944"/>
                    </a:cubicBezTo>
                    <a:cubicBezTo>
                      <a:pt x="430" y="940"/>
                      <a:pt x="430" y="940"/>
                      <a:pt x="430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36"/>
                      <a:pt x="429" y="936"/>
                      <a:pt x="429" y="936"/>
                    </a:cubicBezTo>
                    <a:cubicBezTo>
                      <a:pt x="429" y="935"/>
                      <a:pt x="429" y="935"/>
                      <a:pt x="429" y="935"/>
                    </a:cubicBezTo>
                    <a:cubicBezTo>
                      <a:pt x="429" y="932"/>
                      <a:pt x="429" y="932"/>
                      <a:pt x="429" y="932"/>
                    </a:cubicBezTo>
                    <a:cubicBezTo>
                      <a:pt x="429" y="930"/>
                      <a:pt x="429" y="930"/>
                      <a:pt x="429" y="930"/>
                    </a:cubicBezTo>
                    <a:cubicBezTo>
                      <a:pt x="430" y="929"/>
                      <a:pt x="430" y="929"/>
                      <a:pt x="430" y="929"/>
                    </a:cubicBezTo>
                    <a:cubicBezTo>
                      <a:pt x="430" y="927"/>
                      <a:pt x="430" y="927"/>
                      <a:pt x="430" y="927"/>
                    </a:cubicBezTo>
                    <a:cubicBezTo>
                      <a:pt x="429" y="926"/>
                      <a:pt x="429" y="926"/>
                      <a:pt x="429" y="926"/>
                    </a:cubicBezTo>
                    <a:cubicBezTo>
                      <a:pt x="429" y="925"/>
                      <a:pt x="429" y="925"/>
                      <a:pt x="429" y="925"/>
                    </a:cubicBezTo>
                    <a:cubicBezTo>
                      <a:pt x="430" y="925"/>
                      <a:pt x="430" y="925"/>
                      <a:pt x="430" y="925"/>
                    </a:cubicBezTo>
                    <a:cubicBezTo>
                      <a:pt x="429" y="923"/>
                      <a:pt x="429" y="923"/>
                      <a:pt x="429" y="923"/>
                    </a:cubicBezTo>
                    <a:cubicBezTo>
                      <a:pt x="428" y="921"/>
                      <a:pt x="428" y="921"/>
                      <a:pt x="428" y="921"/>
                    </a:cubicBezTo>
                    <a:cubicBezTo>
                      <a:pt x="429" y="920"/>
                      <a:pt x="429" y="920"/>
                      <a:pt x="429" y="920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8"/>
                      <a:pt x="429" y="918"/>
                      <a:pt x="429" y="918"/>
                    </a:cubicBezTo>
                    <a:cubicBezTo>
                      <a:pt x="431" y="916"/>
                      <a:pt x="431" y="916"/>
                      <a:pt x="431" y="916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0" y="913"/>
                      <a:pt x="430" y="913"/>
                      <a:pt x="430" y="913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28" y="910"/>
                      <a:pt x="428" y="910"/>
                      <a:pt x="428" y="910"/>
                    </a:cubicBezTo>
                    <a:cubicBezTo>
                      <a:pt x="426" y="910"/>
                      <a:pt x="426" y="910"/>
                      <a:pt x="426" y="910"/>
                    </a:cubicBezTo>
                    <a:cubicBezTo>
                      <a:pt x="424" y="908"/>
                      <a:pt x="424" y="908"/>
                      <a:pt x="424" y="908"/>
                    </a:cubicBezTo>
                    <a:cubicBezTo>
                      <a:pt x="424" y="907"/>
                      <a:pt x="424" y="907"/>
                      <a:pt x="424" y="907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2"/>
                      <a:pt x="423" y="902"/>
                      <a:pt x="423" y="902"/>
                    </a:cubicBezTo>
                    <a:cubicBezTo>
                      <a:pt x="422" y="901"/>
                      <a:pt x="422" y="901"/>
                      <a:pt x="422" y="901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1" y="897"/>
                      <a:pt x="421" y="897"/>
                      <a:pt x="421" y="897"/>
                    </a:cubicBezTo>
                    <a:cubicBezTo>
                      <a:pt x="421" y="896"/>
                      <a:pt x="421" y="896"/>
                      <a:pt x="421" y="896"/>
                    </a:cubicBezTo>
                    <a:cubicBezTo>
                      <a:pt x="422" y="895"/>
                      <a:pt x="422" y="895"/>
                      <a:pt x="422" y="895"/>
                    </a:cubicBezTo>
                    <a:cubicBezTo>
                      <a:pt x="422" y="893"/>
                      <a:pt x="422" y="893"/>
                      <a:pt x="422" y="893"/>
                    </a:cubicBezTo>
                    <a:cubicBezTo>
                      <a:pt x="421" y="892"/>
                      <a:pt x="421" y="892"/>
                      <a:pt x="421" y="892"/>
                    </a:cubicBezTo>
                    <a:cubicBezTo>
                      <a:pt x="421" y="890"/>
                      <a:pt x="421" y="890"/>
                      <a:pt x="421" y="890"/>
                    </a:cubicBezTo>
                    <a:cubicBezTo>
                      <a:pt x="421" y="888"/>
                      <a:pt x="421" y="888"/>
                      <a:pt x="421" y="888"/>
                    </a:cubicBezTo>
                    <a:cubicBezTo>
                      <a:pt x="422" y="888"/>
                      <a:pt x="422" y="888"/>
                      <a:pt x="422" y="888"/>
                    </a:cubicBezTo>
                    <a:cubicBezTo>
                      <a:pt x="423" y="888"/>
                      <a:pt x="423" y="888"/>
                      <a:pt x="423" y="888"/>
                    </a:cubicBezTo>
                    <a:cubicBezTo>
                      <a:pt x="423" y="887"/>
                      <a:pt x="423" y="887"/>
                      <a:pt x="423" y="887"/>
                    </a:cubicBezTo>
                    <a:cubicBezTo>
                      <a:pt x="422" y="883"/>
                      <a:pt x="422" y="883"/>
                      <a:pt x="422" y="883"/>
                    </a:cubicBezTo>
                    <a:cubicBezTo>
                      <a:pt x="421" y="883"/>
                      <a:pt x="421" y="883"/>
                      <a:pt x="421" y="883"/>
                    </a:cubicBezTo>
                    <a:cubicBezTo>
                      <a:pt x="420" y="882"/>
                      <a:pt x="420" y="882"/>
                      <a:pt x="420" y="882"/>
                    </a:cubicBezTo>
                    <a:cubicBezTo>
                      <a:pt x="418" y="880"/>
                      <a:pt x="418" y="880"/>
                      <a:pt x="418" y="880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9" y="876"/>
                      <a:pt x="419" y="876"/>
                      <a:pt x="419" y="876"/>
                    </a:cubicBezTo>
                    <a:cubicBezTo>
                      <a:pt x="420" y="871"/>
                      <a:pt x="420" y="871"/>
                      <a:pt x="420" y="871"/>
                    </a:cubicBezTo>
                    <a:cubicBezTo>
                      <a:pt x="421" y="870"/>
                      <a:pt x="421" y="870"/>
                      <a:pt x="421" y="870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3" y="869"/>
                      <a:pt x="423" y="869"/>
                      <a:pt x="423" y="869"/>
                    </a:cubicBezTo>
                    <a:cubicBezTo>
                      <a:pt x="426" y="865"/>
                      <a:pt x="426" y="865"/>
                      <a:pt x="426" y="865"/>
                    </a:cubicBezTo>
                    <a:cubicBezTo>
                      <a:pt x="427" y="862"/>
                      <a:pt x="427" y="862"/>
                      <a:pt x="427" y="862"/>
                    </a:cubicBezTo>
                    <a:cubicBezTo>
                      <a:pt x="427" y="861"/>
                      <a:pt x="427" y="861"/>
                      <a:pt x="427" y="861"/>
                    </a:cubicBezTo>
                    <a:cubicBezTo>
                      <a:pt x="428" y="859"/>
                      <a:pt x="428" y="859"/>
                      <a:pt x="428" y="859"/>
                    </a:cubicBezTo>
                    <a:cubicBezTo>
                      <a:pt x="429" y="857"/>
                      <a:pt x="429" y="857"/>
                      <a:pt x="429" y="857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4"/>
                      <a:pt x="430" y="854"/>
                      <a:pt x="430" y="854"/>
                    </a:cubicBezTo>
                    <a:cubicBezTo>
                      <a:pt x="433" y="854"/>
                      <a:pt x="433" y="854"/>
                      <a:pt x="433" y="854"/>
                    </a:cubicBezTo>
                    <a:cubicBezTo>
                      <a:pt x="434" y="853"/>
                      <a:pt x="434" y="853"/>
                      <a:pt x="434" y="853"/>
                    </a:cubicBezTo>
                    <a:cubicBezTo>
                      <a:pt x="437" y="851"/>
                      <a:pt x="437" y="851"/>
                      <a:pt x="437" y="851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8" y="850"/>
                      <a:pt x="438" y="850"/>
                      <a:pt x="438" y="850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6"/>
                      <a:pt x="440" y="846"/>
                      <a:pt x="440" y="846"/>
                    </a:cubicBezTo>
                    <a:cubicBezTo>
                      <a:pt x="447" y="839"/>
                      <a:pt x="447" y="839"/>
                      <a:pt x="447" y="839"/>
                    </a:cubicBezTo>
                    <a:cubicBezTo>
                      <a:pt x="447" y="838"/>
                      <a:pt x="447" y="838"/>
                      <a:pt x="447" y="838"/>
                    </a:cubicBezTo>
                    <a:cubicBezTo>
                      <a:pt x="449" y="837"/>
                      <a:pt x="449" y="837"/>
                      <a:pt x="449" y="837"/>
                    </a:cubicBezTo>
                    <a:cubicBezTo>
                      <a:pt x="450" y="836"/>
                      <a:pt x="450" y="836"/>
                      <a:pt x="450" y="836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6" y="830"/>
                      <a:pt x="456" y="830"/>
                      <a:pt x="456" y="830"/>
                    </a:cubicBezTo>
                    <a:cubicBezTo>
                      <a:pt x="457" y="830"/>
                      <a:pt x="457" y="830"/>
                      <a:pt x="457" y="830"/>
                    </a:cubicBezTo>
                    <a:cubicBezTo>
                      <a:pt x="462" y="825"/>
                      <a:pt x="462" y="825"/>
                      <a:pt x="462" y="825"/>
                    </a:cubicBezTo>
                    <a:cubicBezTo>
                      <a:pt x="465" y="823"/>
                      <a:pt x="465" y="823"/>
                      <a:pt x="465" y="823"/>
                    </a:cubicBezTo>
                    <a:cubicBezTo>
                      <a:pt x="467" y="821"/>
                      <a:pt x="467" y="821"/>
                      <a:pt x="467" y="821"/>
                    </a:cubicBezTo>
                    <a:cubicBezTo>
                      <a:pt x="469" y="821"/>
                      <a:pt x="469" y="821"/>
                      <a:pt x="469" y="821"/>
                    </a:cubicBezTo>
                    <a:cubicBezTo>
                      <a:pt x="481" y="811"/>
                      <a:pt x="481" y="811"/>
                      <a:pt x="481" y="811"/>
                    </a:cubicBezTo>
                    <a:cubicBezTo>
                      <a:pt x="485" y="806"/>
                      <a:pt x="485" y="806"/>
                      <a:pt x="485" y="806"/>
                    </a:cubicBezTo>
                    <a:cubicBezTo>
                      <a:pt x="487" y="804"/>
                      <a:pt x="487" y="804"/>
                      <a:pt x="487" y="804"/>
                    </a:cubicBezTo>
                    <a:cubicBezTo>
                      <a:pt x="488" y="802"/>
                      <a:pt x="488" y="802"/>
                      <a:pt x="488" y="802"/>
                    </a:cubicBezTo>
                    <a:cubicBezTo>
                      <a:pt x="493" y="795"/>
                      <a:pt x="493" y="795"/>
                      <a:pt x="493" y="795"/>
                    </a:cubicBezTo>
                    <a:cubicBezTo>
                      <a:pt x="493" y="794"/>
                      <a:pt x="493" y="794"/>
                      <a:pt x="493" y="794"/>
                    </a:cubicBezTo>
                    <a:cubicBezTo>
                      <a:pt x="496" y="790"/>
                      <a:pt x="496" y="790"/>
                      <a:pt x="496" y="790"/>
                    </a:cubicBezTo>
                    <a:cubicBezTo>
                      <a:pt x="496" y="788"/>
                      <a:pt x="496" y="788"/>
                      <a:pt x="496" y="788"/>
                    </a:cubicBezTo>
                    <a:cubicBezTo>
                      <a:pt x="500" y="780"/>
                      <a:pt x="500" y="780"/>
                      <a:pt x="500" y="780"/>
                    </a:cubicBezTo>
                    <a:cubicBezTo>
                      <a:pt x="501" y="779"/>
                      <a:pt x="501" y="779"/>
                      <a:pt x="501" y="779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4" y="775"/>
                      <a:pt x="504" y="775"/>
                      <a:pt x="504" y="775"/>
                    </a:cubicBezTo>
                    <a:cubicBezTo>
                      <a:pt x="505" y="771"/>
                      <a:pt x="505" y="771"/>
                      <a:pt x="505" y="771"/>
                    </a:cubicBezTo>
                    <a:cubicBezTo>
                      <a:pt x="508" y="767"/>
                      <a:pt x="508" y="767"/>
                      <a:pt x="508" y="767"/>
                    </a:cubicBezTo>
                    <a:cubicBezTo>
                      <a:pt x="508" y="766"/>
                      <a:pt x="508" y="766"/>
                      <a:pt x="508" y="766"/>
                    </a:cubicBezTo>
                    <a:cubicBezTo>
                      <a:pt x="508" y="765"/>
                      <a:pt x="508" y="765"/>
                      <a:pt x="508" y="765"/>
                    </a:cubicBezTo>
                    <a:cubicBezTo>
                      <a:pt x="509" y="763"/>
                      <a:pt x="509" y="763"/>
                      <a:pt x="509" y="763"/>
                    </a:cubicBezTo>
                    <a:cubicBezTo>
                      <a:pt x="508" y="762"/>
                      <a:pt x="508" y="762"/>
                      <a:pt x="508" y="762"/>
                    </a:cubicBezTo>
                    <a:cubicBezTo>
                      <a:pt x="509" y="761"/>
                      <a:pt x="509" y="761"/>
                      <a:pt x="509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2" y="760"/>
                      <a:pt x="512" y="760"/>
                      <a:pt x="512" y="760"/>
                    </a:cubicBezTo>
                    <a:cubicBezTo>
                      <a:pt x="511" y="759"/>
                      <a:pt x="511" y="759"/>
                      <a:pt x="511" y="759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7"/>
                      <a:pt x="510" y="757"/>
                      <a:pt x="510" y="757"/>
                    </a:cubicBezTo>
                    <a:cubicBezTo>
                      <a:pt x="509" y="756"/>
                      <a:pt x="509" y="756"/>
                      <a:pt x="509" y="756"/>
                    </a:cubicBezTo>
                    <a:cubicBezTo>
                      <a:pt x="510" y="755"/>
                      <a:pt x="510" y="755"/>
                      <a:pt x="510" y="755"/>
                    </a:cubicBezTo>
                    <a:cubicBezTo>
                      <a:pt x="511" y="754"/>
                      <a:pt x="511" y="754"/>
                      <a:pt x="511" y="754"/>
                    </a:cubicBezTo>
                    <a:cubicBezTo>
                      <a:pt x="511" y="753"/>
                      <a:pt x="511" y="753"/>
                      <a:pt x="511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10" y="753"/>
                      <a:pt x="510" y="753"/>
                      <a:pt x="510" y="753"/>
                    </a:cubicBezTo>
                    <a:cubicBezTo>
                      <a:pt x="510" y="751"/>
                      <a:pt x="510" y="751"/>
                      <a:pt x="510" y="751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1" y="749"/>
                      <a:pt x="511" y="749"/>
                      <a:pt x="511" y="749"/>
                    </a:cubicBezTo>
                    <a:cubicBezTo>
                      <a:pt x="510" y="748"/>
                      <a:pt x="510" y="748"/>
                      <a:pt x="510" y="748"/>
                    </a:cubicBezTo>
                    <a:cubicBezTo>
                      <a:pt x="509" y="748"/>
                      <a:pt x="509" y="748"/>
                      <a:pt x="509" y="748"/>
                    </a:cubicBezTo>
                    <a:cubicBezTo>
                      <a:pt x="508" y="748"/>
                      <a:pt x="508" y="748"/>
                      <a:pt x="508" y="748"/>
                    </a:cubicBezTo>
                    <a:cubicBezTo>
                      <a:pt x="506" y="746"/>
                      <a:pt x="506" y="746"/>
                      <a:pt x="506" y="746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498" y="751"/>
                      <a:pt x="498" y="751"/>
                      <a:pt x="498" y="751"/>
                    </a:cubicBezTo>
                    <a:cubicBezTo>
                      <a:pt x="496" y="752"/>
                      <a:pt x="496" y="752"/>
                      <a:pt x="496" y="752"/>
                    </a:cubicBezTo>
                    <a:cubicBezTo>
                      <a:pt x="493" y="753"/>
                      <a:pt x="493" y="753"/>
                      <a:pt x="493" y="753"/>
                    </a:cubicBezTo>
                    <a:cubicBezTo>
                      <a:pt x="492" y="753"/>
                      <a:pt x="492" y="753"/>
                      <a:pt x="492" y="753"/>
                    </a:cubicBezTo>
                    <a:cubicBezTo>
                      <a:pt x="491" y="752"/>
                      <a:pt x="491" y="752"/>
                      <a:pt x="491" y="752"/>
                    </a:cubicBezTo>
                    <a:cubicBezTo>
                      <a:pt x="489" y="752"/>
                      <a:pt x="489" y="752"/>
                      <a:pt x="489" y="752"/>
                    </a:cubicBezTo>
                    <a:cubicBezTo>
                      <a:pt x="487" y="753"/>
                      <a:pt x="487" y="753"/>
                      <a:pt x="487" y="753"/>
                    </a:cubicBezTo>
                    <a:cubicBezTo>
                      <a:pt x="485" y="753"/>
                      <a:pt x="485" y="753"/>
                      <a:pt x="485" y="753"/>
                    </a:cubicBezTo>
                    <a:cubicBezTo>
                      <a:pt x="484" y="754"/>
                      <a:pt x="484" y="754"/>
                      <a:pt x="484" y="754"/>
                    </a:cubicBezTo>
                    <a:cubicBezTo>
                      <a:pt x="482" y="753"/>
                      <a:pt x="482" y="753"/>
                      <a:pt x="482" y="753"/>
                    </a:cubicBezTo>
                    <a:cubicBezTo>
                      <a:pt x="481" y="753"/>
                      <a:pt x="481" y="753"/>
                      <a:pt x="481" y="753"/>
                    </a:cubicBezTo>
                    <a:cubicBezTo>
                      <a:pt x="476" y="756"/>
                      <a:pt x="476" y="756"/>
                      <a:pt x="476" y="756"/>
                    </a:cubicBezTo>
                    <a:cubicBezTo>
                      <a:pt x="474" y="756"/>
                      <a:pt x="474" y="756"/>
                      <a:pt x="474" y="756"/>
                    </a:cubicBezTo>
                    <a:cubicBezTo>
                      <a:pt x="473" y="756"/>
                      <a:pt x="473" y="756"/>
                      <a:pt x="473" y="756"/>
                    </a:cubicBezTo>
                    <a:cubicBezTo>
                      <a:pt x="472" y="756"/>
                      <a:pt x="472" y="756"/>
                      <a:pt x="472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69" y="756"/>
                      <a:pt x="469" y="756"/>
                      <a:pt x="469" y="756"/>
                    </a:cubicBezTo>
                    <a:cubicBezTo>
                      <a:pt x="466" y="758"/>
                      <a:pt x="466" y="758"/>
                      <a:pt x="466" y="758"/>
                    </a:cubicBezTo>
                    <a:cubicBezTo>
                      <a:pt x="465" y="758"/>
                      <a:pt x="465" y="758"/>
                      <a:pt x="465" y="758"/>
                    </a:cubicBezTo>
                    <a:cubicBezTo>
                      <a:pt x="463" y="759"/>
                      <a:pt x="463" y="759"/>
                      <a:pt x="463" y="759"/>
                    </a:cubicBezTo>
                    <a:cubicBezTo>
                      <a:pt x="462" y="760"/>
                      <a:pt x="462" y="760"/>
                      <a:pt x="462" y="760"/>
                    </a:cubicBezTo>
                    <a:cubicBezTo>
                      <a:pt x="460" y="760"/>
                      <a:pt x="460" y="760"/>
                      <a:pt x="460" y="760"/>
                    </a:cubicBezTo>
                    <a:cubicBezTo>
                      <a:pt x="459" y="759"/>
                      <a:pt x="459" y="759"/>
                      <a:pt x="459" y="759"/>
                    </a:cubicBezTo>
                    <a:cubicBezTo>
                      <a:pt x="457" y="758"/>
                      <a:pt x="457" y="758"/>
                      <a:pt x="457" y="758"/>
                    </a:cubicBezTo>
                    <a:cubicBezTo>
                      <a:pt x="456" y="758"/>
                      <a:pt x="456" y="758"/>
                      <a:pt x="456" y="758"/>
                    </a:cubicBezTo>
                    <a:cubicBezTo>
                      <a:pt x="456" y="757"/>
                      <a:pt x="456" y="757"/>
                      <a:pt x="456" y="757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0" y="751"/>
                      <a:pt x="450" y="751"/>
                      <a:pt x="450" y="751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9" y="750"/>
                      <a:pt x="449" y="750"/>
                      <a:pt x="449" y="750"/>
                    </a:cubicBezTo>
                    <a:cubicBezTo>
                      <a:pt x="450" y="748"/>
                      <a:pt x="450" y="748"/>
                      <a:pt x="450" y="748"/>
                    </a:cubicBezTo>
                    <a:cubicBezTo>
                      <a:pt x="451" y="748"/>
                      <a:pt x="451" y="748"/>
                      <a:pt x="451" y="748"/>
                    </a:cubicBezTo>
                    <a:cubicBezTo>
                      <a:pt x="451" y="745"/>
                      <a:pt x="451" y="745"/>
                      <a:pt x="451" y="745"/>
                    </a:cubicBezTo>
                    <a:cubicBezTo>
                      <a:pt x="452" y="744"/>
                      <a:pt x="452" y="744"/>
                      <a:pt x="452" y="744"/>
                    </a:cubicBezTo>
                    <a:cubicBezTo>
                      <a:pt x="451" y="744"/>
                      <a:pt x="451" y="744"/>
                      <a:pt x="451" y="744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50" y="742"/>
                      <a:pt x="450" y="742"/>
                      <a:pt x="450" y="742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8" y="741"/>
                      <a:pt x="448" y="741"/>
                      <a:pt x="448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6" y="741"/>
                      <a:pt x="446" y="741"/>
                      <a:pt x="446" y="741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5" y="738"/>
                      <a:pt x="445" y="738"/>
                      <a:pt x="445" y="738"/>
                    </a:cubicBezTo>
                    <a:cubicBezTo>
                      <a:pt x="444" y="738"/>
                      <a:pt x="444" y="738"/>
                      <a:pt x="444" y="738"/>
                    </a:cubicBezTo>
                    <a:cubicBezTo>
                      <a:pt x="443" y="735"/>
                      <a:pt x="443" y="735"/>
                      <a:pt x="443" y="735"/>
                    </a:cubicBezTo>
                    <a:cubicBezTo>
                      <a:pt x="441" y="733"/>
                      <a:pt x="441" y="733"/>
                      <a:pt x="441" y="733"/>
                    </a:cubicBezTo>
                    <a:cubicBezTo>
                      <a:pt x="441" y="734"/>
                      <a:pt x="441" y="734"/>
                      <a:pt x="441" y="734"/>
                    </a:cubicBezTo>
                    <a:cubicBezTo>
                      <a:pt x="440" y="733"/>
                      <a:pt x="440" y="733"/>
                      <a:pt x="440" y="733"/>
                    </a:cubicBezTo>
                    <a:cubicBezTo>
                      <a:pt x="439" y="732"/>
                      <a:pt x="439" y="732"/>
                      <a:pt x="439" y="732"/>
                    </a:cubicBezTo>
                    <a:cubicBezTo>
                      <a:pt x="438" y="731"/>
                      <a:pt x="438" y="731"/>
                      <a:pt x="438" y="731"/>
                    </a:cubicBezTo>
                    <a:cubicBezTo>
                      <a:pt x="435" y="728"/>
                      <a:pt x="435" y="728"/>
                      <a:pt x="435" y="728"/>
                    </a:cubicBezTo>
                    <a:cubicBezTo>
                      <a:pt x="435" y="727"/>
                      <a:pt x="435" y="727"/>
                      <a:pt x="435" y="727"/>
                    </a:cubicBezTo>
                    <a:cubicBezTo>
                      <a:pt x="433" y="727"/>
                      <a:pt x="433" y="727"/>
                      <a:pt x="433" y="727"/>
                    </a:cubicBezTo>
                    <a:cubicBezTo>
                      <a:pt x="430" y="724"/>
                      <a:pt x="430" y="724"/>
                      <a:pt x="430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8" y="724"/>
                      <a:pt x="428" y="724"/>
                      <a:pt x="428" y="724"/>
                    </a:cubicBezTo>
                    <a:cubicBezTo>
                      <a:pt x="427" y="725"/>
                      <a:pt x="427" y="725"/>
                      <a:pt x="427" y="725"/>
                    </a:cubicBezTo>
                    <a:cubicBezTo>
                      <a:pt x="427" y="724"/>
                      <a:pt x="427" y="724"/>
                      <a:pt x="427" y="724"/>
                    </a:cubicBezTo>
                    <a:cubicBezTo>
                      <a:pt x="426" y="723"/>
                      <a:pt x="426" y="723"/>
                      <a:pt x="426" y="723"/>
                    </a:cubicBezTo>
                    <a:cubicBezTo>
                      <a:pt x="426" y="722"/>
                      <a:pt x="426" y="722"/>
                      <a:pt x="426" y="722"/>
                    </a:cubicBezTo>
                    <a:cubicBezTo>
                      <a:pt x="424" y="720"/>
                      <a:pt x="424" y="720"/>
                      <a:pt x="424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2"/>
                      <a:pt x="423" y="722"/>
                      <a:pt x="423" y="722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2" y="719"/>
                      <a:pt x="422" y="719"/>
                      <a:pt x="422" y="719"/>
                    </a:cubicBezTo>
                    <a:cubicBezTo>
                      <a:pt x="421" y="719"/>
                      <a:pt x="421" y="719"/>
                      <a:pt x="421" y="719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20" y="716"/>
                      <a:pt x="420" y="716"/>
                      <a:pt x="420" y="716"/>
                    </a:cubicBezTo>
                    <a:cubicBezTo>
                      <a:pt x="419" y="711"/>
                      <a:pt x="419" y="711"/>
                      <a:pt x="419" y="711"/>
                    </a:cubicBezTo>
                    <a:cubicBezTo>
                      <a:pt x="416" y="703"/>
                      <a:pt x="416" y="703"/>
                      <a:pt x="416" y="703"/>
                    </a:cubicBezTo>
                    <a:cubicBezTo>
                      <a:pt x="414" y="702"/>
                      <a:pt x="414" y="702"/>
                      <a:pt x="414" y="702"/>
                    </a:cubicBezTo>
                    <a:cubicBezTo>
                      <a:pt x="415" y="701"/>
                      <a:pt x="415" y="701"/>
                      <a:pt x="415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2" y="700"/>
                      <a:pt x="412" y="700"/>
                      <a:pt x="412" y="700"/>
                    </a:cubicBezTo>
                    <a:cubicBezTo>
                      <a:pt x="411" y="699"/>
                      <a:pt x="411" y="699"/>
                      <a:pt x="411" y="699"/>
                    </a:cubicBezTo>
                    <a:cubicBezTo>
                      <a:pt x="411" y="698"/>
                      <a:pt x="411" y="698"/>
                      <a:pt x="411" y="698"/>
                    </a:cubicBezTo>
                    <a:cubicBezTo>
                      <a:pt x="407" y="696"/>
                      <a:pt x="407" y="696"/>
                      <a:pt x="407" y="696"/>
                    </a:cubicBezTo>
                    <a:cubicBezTo>
                      <a:pt x="406" y="696"/>
                      <a:pt x="406" y="696"/>
                      <a:pt x="406" y="696"/>
                    </a:cubicBezTo>
                    <a:cubicBezTo>
                      <a:pt x="405" y="694"/>
                      <a:pt x="405" y="694"/>
                      <a:pt x="405" y="694"/>
                    </a:cubicBezTo>
                    <a:cubicBezTo>
                      <a:pt x="404" y="691"/>
                      <a:pt x="404" y="691"/>
                      <a:pt x="404" y="691"/>
                    </a:cubicBezTo>
                    <a:cubicBezTo>
                      <a:pt x="404" y="688"/>
                      <a:pt x="404" y="688"/>
                      <a:pt x="404" y="688"/>
                    </a:cubicBezTo>
                    <a:cubicBezTo>
                      <a:pt x="404" y="685"/>
                      <a:pt x="404" y="685"/>
                      <a:pt x="404" y="685"/>
                    </a:cubicBezTo>
                    <a:cubicBezTo>
                      <a:pt x="402" y="680"/>
                      <a:pt x="402" y="680"/>
                      <a:pt x="402" y="680"/>
                    </a:cubicBezTo>
                    <a:cubicBezTo>
                      <a:pt x="403" y="680"/>
                      <a:pt x="403" y="680"/>
                      <a:pt x="403" y="680"/>
                    </a:cubicBezTo>
                    <a:cubicBezTo>
                      <a:pt x="403" y="679"/>
                      <a:pt x="403" y="679"/>
                      <a:pt x="403" y="679"/>
                    </a:cubicBezTo>
                    <a:cubicBezTo>
                      <a:pt x="402" y="677"/>
                      <a:pt x="402" y="677"/>
                      <a:pt x="402" y="677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0" y="673"/>
                      <a:pt x="400" y="673"/>
                      <a:pt x="400" y="673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399" y="671"/>
                      <a:pt x="399" y="671"/>
                      <a:pt x="399" y="671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7" y="668"/>
                      <a:pt x="397" y="668"/>
                      <a:pt x="397" y="668"/>
                    </a:cubicBezTo>
                    <a:cubicBezTo>
                      <a:pt x="396" y="668"/>
                      <a:pt x="396" y="668"/>
                      <a:pt x="396" y="668"/>
                    </a:cubicBezTo>
                    <a:cubicBezTo>
                      <a:pt x="394" y="665"/>
                      <a:pt x="394" y="665"/>
                      <a:pt x="394" y="665"/>
                    </a:cubicBezTo>
                    <a:cubicBezTo>
                      <a:pt x="393" y="666"/>
                      <a:pt x="393" y="666"/>
                      <a:pt x="393" y="666"/>
                    </a:cubicBezTo>
                    <a:cubicBezTo>
                      <a:pt x="392" y="666"/>
                      <a:pt x="392" y="666"/>
                      <a:pt x="392" y="666"/>
                    </a:cubicBezTo>
                    <a:cubicBezTo>
                      <a:pt x="390" y="665"/>
                      <a:pt x="390" y="665"/>
                      <a:pt x="390" y="665"/>
                    </a:cubicBezTo>
                    <a:cubicBezTo>
                      <a:pt x="389" y="661"/>
                      <a:pt x="389" y="661"/>
                      <a:pt x="389" y="661"/>
                    </a:cubicBezTo>
                    <a:cubicBezTo>
                      <a:pt x="389" y="660"/>
                      <a:pt x="389" y="660"/>
                      <a:pt x="389" y="660"/>
                    </a:cubicBezTo>
                    <a:cubicBezTo>
                      <a:pt x="389" y="659"/>
                      <a:pt x="389" y="659"/>
                      <a:pt x="389" y="659"/>
                    </a:cubicBezTo>
                    <a:cubicBezTo>
                      <a:pt x="389" y="658"/>
                      <a:pt x="389" y="658"/>
                      <a:pt x="389" y="658"/>
                    </a:cubicBezTo>
                    <a:cubicBezTo>
                      <a:pt x="392" y="658"/>
                      <a:pt x="392" y="658"/>
                      <a:pt x="392" y="658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89" y="654"/>
                      <a:pt x="389" y="654"/>
                      <a:pt x="389" y="654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2"/>
                      <a:pt x="387" y="652"/>
                      <a:pt x="387" y="652"/>
                    </a:cubicBezTo>
                    <a:cubicBezTo>
                      <a:pt x="384" y="647"/>
                      <a:pt x="384" y="647"/>
                      <a:pt x="384" y="647"/>
                    </a:cubicBezTo>
                    <a:cubicBezTo>
                      <a:pt x="382" y="647"/>
                      <a:pt x="382" y="647"/>
                      <a:pt x="382" y="647"/>
                    </a:cubicBezTo>
                    <a:cubicBezTo>
                      <a:pt x="382" y="645"/>
                      <a:pt x="382" y="645"/>
                      <a:pt x="382" y="645"/>
                    </a:cubicBezTo>
                    <a:cubicBezTo>
                      <a:pt x="378" y="638"/>
                      <a:pt x="378" y="638"/>
                      <a:pt x="378" y="638"/>
                    </a:cubicBezTo>
                    <a:cubicBezTo>
                      <a:pt x="378" y="637"/>
                      <a:pt x="378" y="637"/>
                      <a:pt x="378" y="637"/>
                    </a:cubicBezTo>
                    <a:cubicBezTo>
                      <a:pt x="377" y="635"/>
                      <a:pt x="377" y="635"/>
                      <a:pt x="377" y="635"/>
                    </a:cubicBezTo>
                    <a:cubicBezTo>
                      <a:pt x="377" y="632"/>
                      <a:pt x="377" y="632"/>
                      <a:pt x="377" y="632"/>
                    </a:cubicBezTo>
                    <a:cubicBezTo>
                      <a:pt x="376" y="632"/>
                      <a:pt x="376" y="632"/>
                      <a:pt x="376" y="632"/>
                    </a:cubicBezTo>
                    <a:cubicBezTo>
                      <a:pt x="376" y="631"/>
                      <a:pt x="376" y="631"/>
                      <a:pt x="376" y="631"/>
                    </a:cubicBezTo>
                    <a:cubicBezTo>
                      <a:pt x="373" y="628"/>
                      <a:pt x="373" y="628"/>
                      <a:pt x="373" y="628"/>
                    </a:cubicBezTo>
                    <a:cubicBezTo>
                      <a:pt x="373" y="627"/>
                      <a:pt x="373" y="627"/>
                      <a:pt x="373" y="627"/>
                    </a:cubicBezTo>
                    <a:cubicBezTo>
                      <a:pt x="373" y="626"/>
                      <a:pt x="373" y="626"/>
                      <a:pt x="373" y="626"/>
                    </a:cubicBezTo>
                    <a:cubicBezTo>
                      <a:pt x="373" y="625"/>
                      <a:pt x="373" y="625"/>
                      <a:pt x="373" y="625"/>
                    </a:cubicBezTo>
                    <a:cubicBezTo>
                      <a:pt x="368" y="621"/>
                      <a:pt x="368" y="621"/>
                      <a:pt x="368" y="621"/>
                    </a:cubicBezTo>
                    <a:cubicBezTo>
                      <a:pt x="368" y="620"/>
                      <a:pt x="368" y="620"/>
                      <a:pt x="368" y="620"/>
                    </a:cubicBezTo>
                    <a:cubicBezTo>
                      <a:pt x="365" y="617"/>
                      <a:pt x="365" y="617"/>
                      <a:pt x="365" y="617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5" y="614"/>
                      <a:pt x="365" y="614"/>
                      <a:pt x="365" y="614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8" y="618"/>
                      <a:pt x="368" y="618"/>
                      <a:pt x="368" y="618"/>
                    </a:cubicBezTo>
                    <a:cubicBezTo>
                      <a:pt x="368" y="619"/>
                      <a:pt x="368" y="619"/>
                      <a:pt x="368" y="619"/>
                    </a:cubicBezTo>
                    <a:cubicBezTo>
                      <a:pt x="369" y="621"/>
                      <a:pt x="369" y="621"/>
                      <a:pt x="369" y="621"/>
                    </a:cubicBezTo>
                    <a:cubicBezTo>
                      <a:pt x="371" y="621"/>
                      <a:pt x="371" y="621"/>
                      <a:pt x="371" y="621"/>
                    </a:cubicBezTo>
                    <a:cubicBezTo>
                      <a:pt x="371" y="623"/>
                      <a:pt x="371" y="623"/>
                      <a:pt x="371" y="623"/>
                    </a:cubicBezTo>
                    <a:cubicBezTo>
                      <a:pt x="375" y="626"/>
                      <a:pt x="375" y="626"/>
                      <a:pt x="375" y="626"/>
                    </a:cubicBezTo>
                    <a:cubicBezTo>
                      <a:pt x="377" y="628"/>
                      <a:pt x="377" y="628"/>
                      <a:pt x="377" y="628"/>
                    </a:cubicBezTo>
                    <a:cubicBezTo>
                      <a:pt x="378" y="629"/>
                      <a:pt x="378" y="629"/>
                      <a:pt x="378" y="629"/>
                    </a:cubicBezTo>
                    <a:cubicBezTo>
                      <a:pt x="378" y="627"/>
                      <a:pt x="378" y="627"/>
                      <a:pt x="378" y="627"/>
                    </a:cubicBezTo>
                    <a:cubicBezTo>
                      <a:pt x="380" y="626"/>
                      <a:pt x="380" y="626"/>
                      <a:pt x="380" y="626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2"/>
                      <a:pt x="380" y="622"/>
                      <a:pt x="380" y="622"/>
                    </a:cubicBezTo>
                    <a:cubicBezTo>
                      <a:pt x="380" y="621"/>
                      <a:pt x="380" y="621"/>
                      <a:pt x="380" y="621"/>
                    </a:cubicBezTo>
                    <a:cubicBezTo>
                      <a:pt x="381" y="619"/>
                      <a:pt x="381" y="619"/>
                      <a:pt x="381" y="619"/>
                    </a:cubicBezTo>
                    <a:cubicBezTo>
                      <a:pt x="381" y="617"/>
                      <a:pt x="381" y="617"/>
                      <a:pt x="381" y="617"/>
                    </a:cubicBezTo>
                    <a:cubicBezTo>
                      <a:pt x="381" y="618"/>
                      <a:pt x="381" y="618"/>
                      <a:pt x="381" y="618"/>
                    </a:cubicBezTo>
                    <a:cubicBezTo>
                      <a:pt x="381" y="621"/>
                      <a:pt x="381" y="621"/>
                      <a:pt x="381" y="621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5"/>
                      <a:pt x="380" y="625"/>
                      <a:pt x="380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3" y="624"/>
                      <a:pt x="383" y="624"/>
                      <a:pt x="383" y="624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7" y="629"/>
                      <a:pt x="387" y="629"/>
                      <a:pt x="387" y="629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9" y="632"/>
                      <a:pt x="389" y="632"/>
                      <a:pt x="389" y="632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3" y="637"/>
                      <a:pt x="393" y="637"/>
                      <a:pt x="393" y="637"/>
                    </a:cubicBezTo>
                    <a:cubicBezTo>
                      <a:pt x="393" y="638"/>
                      <a:pt x="393" y="638"/>
                      <a:pt x="393" y="638"/>
                    </a:cubicBezTo>
                    <a:cubicBezTo>
                      <a:pt x="394" y="640"/>
                      <a:pt x="394" y="640"/>
                      <a:pt x="394" y="640"/>
                    </a:cubicBezTo>
                    <a:cubicBezTo>
                      <a:pt x="395" y="640"/>
                      <a:pt x="395" y="640"/>
                      <a:pt x="395" y="640"/>
                    </a:cubicBezTo>
                    <a:cubicBezTo>
                      <a:pt x="395" y="642"/>
                      <a:pt x="395" y="642"/>
                      <a:pt x="395" y="642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8" y="644"/>
                      <a:pt x="398" y="644"/>
                      <a:pt x="398" y="644"/>
                    </a:cubicBezTo>
                    <a:cubicBezTo>
                      <a:pt x="399" y="647"/>
                      <a:pt x="399" y="647"/>
                      <a:pt x="399" y="647"/>
                    </a:cubicBezTo>
                    <a:cubicBezTo>
                      <a:pt x="400" y="648"/>
                      <a:pt x="400" y="648"/>
                      <a:pt x="400" y="648"/>
                    </a:cubicBezTo>
                    <a:cubicBezTo>
                      <a:pt x="401" y="649"/>
                      <a:pt x="401" y="649"/>
                      <a:pt x="401" y="649"/>
                    </a:cubicBezTo>
                    <a:cubicBezTo>
                      <a:pt x="400" y="650"/>
                      <a:pt x="400" y="650"/>
                      <a:pt x="400" y="650"/>
                    </a:cubicBezTo>
                    <a:cubicBezTo>
                      <a:pt x="400" y="652"/>
                      <a:pt x="400" y="652"/>
                      <a:pt x="400" y="652"/>
                    </a:cubicBezTo>
                    <a:cubicBezTo>
                      <a:pt x="402" y="653"/>
                      <a:pt x="402" y="653"/>
                      <a:pt x="402" y="653"/>
                    </a:cubicBezTo>
                    <a:cubicBezTo>
                      <a:pt x="402" y="654"/>
                      <a:pt x="402" y="654"/>
                      <a:pt x="402" y="654"/>
                    </a:cubicBezTo>
                    <a:cubicBezTo>
                      <a:pt x="403" y="655"/>
                      <a:pt x="403" y="655"/>
                      <a:pt x="403" y="655"/>
                    </a:cubicBezTo>
                    <a:cubicBezTo>
                      <a:pt x="404" y="654"/>
                      <a:pt x="404" y="654"/>
                      <a:pt x="404" y="654"/>
                    </a:cubicBezTo>
                    <a:cubicBezTo>
                      <a:pt x="406" y="655"/>
                      <a:pt x="406" y="655"/>
                      <a:pt x="406" y="655"/>
                    </a:cubicBezTo>
                    <a:cubicBezTo>
                      <a:pt x="408" y="656"/>
                      <a:pt x="408" y="656"/>
                      <a:pt x="408" y="656"/>
                    </a:cubicBezTo>
                    <a:cubicBezTo>
                      <a:pt x="410" y="658"/>
                      <a:pt x="410" y="658"/>
                      <a:pt x="410" y="658"/>
                    </a:cubicBezTo>
                    <a:cubicBezTo>
                      <a:pt x="410" y="660"/>
                      <a:pt x="410" y="660"/>
                      <a:pt x="410" y="660"/>
                    </a:cubicBezTo>
                    <a:cubicBezTo>
                      <a:pt x="411" y="660"/>
                      <a:pt x="411" y="660"/>
                      <a:pt x="411" y="660"/>
                    </a:cubicBezTo>
                    <a:cubicBezTo>
                      <a:pt x="411" y="661"/>
                      <a:pt x="411" y="661"/>
                      <a:pt x="411" y="661"/>
                    </a:cubicBezTo>
                    <a:cubicBezTo>
                      <a:pt x="412" y="662"/>
                      <a:pt x="412" y="662"/>
                      <a:pt x="412" y="662"/>
                    </a:cubicBezTo>
                    <a:cubicBezTo>
                      <a:pt x="412" y="664"/>
                      <a:pt x="412" y="664"/>
                      <a:pt x="412" y="664"/>
                    </a:cubicBezTo>
                    <a:cubicBezTo>
                      <a:pt x="414" y="666"/>
                      <a:pt x="414" y="666"/>
                      <a:pt x="414" y="666"/>
                    </a:cubicBezTo>
                    <a:cubicBezTo>
                      <a:pt x="414" y="668"/>
                      <a:pt x="414" y="668"/>
                      <a:pt x="414" y="668"/>
                    </a:cubicBezTo>
                    <a:cubicBezTo>
                      <a:pt x="415" y="669"/>
                      <a:pt x="415" y="669"/>
                      <a:pt x="415" y="669"/>
                    </a:cubicBezTo>
                    <a:cubicBezTo>
                      <a:pt x="414" y="671"/>
                      <a:pt x="414" y="671"/>
                      <a:pt x="414" y="671"/>
                    </a:cubicBezTo>
                    <a:cubicBezTo>
                      <a:pt x="413" y="671"/>
                      <a:pt x="413" y="671"/>
                      <a:pt x="413" y="671"/>
                    </a:cubicBezTo>
                    <a:cubicBezTo>
                      <a:pt x="414" y="673"/>
                      <a:pt x="414" y="673"/>
                      <a:pt x="414" y="673"/>
                    </a:cubicBezTo>
                    <a:cubicBezTo>
                      <a:pt x="415" y="675"/>
                      <a:pt x="415" y="675"/>
                      <a:pt x="415" y="675"/>
                    </a:cubicBezTo>
                    <a:cubicBezTo>
                      <a:pt x="415" y="678"/>
                      <a:pt x="415" y="678"/>
                      <a:pt x="415" y="678"/>
                    </a:cubicBezTo>
                    <a:cubicBezTo>
                      <a:pt x="417" y="679"/>
                      <a:pt x="417" y="679"/>
                      <a:pt x="417" y="679"/>
                    </a:cubicBezTo>
                    <a:cubicBezTo>
                      <a:pt x="417" y="680"/>
                      <a:pt x="417" y="680"/>
                      <a:pt x="417" y="680"/>
                    </a:cubicBezTo>
                    <a:cubicBezTo>
                      <a:pt x="421" y="685"/>
                      <a:pt x="421" y="685"/>
                      <a:pt x="421" y="685"/>
                    </a:cubicBezTo>
                    <a:cubicBezTo>
                      <a:pt x="422" y="685"/>
                      <a:pt x="422" y="685"/>
                      <a:pt x="422" y="685"/>
                    </a:cubicBezTo>
                    <a:cubicBezTo>
                      <a:pt x="424" y="685"/>
                      <a:pt x="424" y="685"/>
                      <a:pt x="424" y="685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7" y="688"/>
                      <a:pt x="427" y="688"/>
                      <a:pt x="427" y="688"/>
                    </a:cubicBezTo>
                    <a:cubicBezTo>
                      <a:pt x="427" y="690"/>
                      <a:pt x="427" y="690"/>
                      <a:pt x="427" y="690"/>
                    </a:cubicBezTo>
                    <a:cubicBezTo>
                      <a:pt x="429" y="690"/>
                      <a:pt x="429" y="690"/>
                      <a:pt x="429" y="690"/>
                    </a:cubicBezTo>
                    <a:cubicBezTo>
                      <a:pt x="429" y="691"/>
                      <a:pt x="429" y="691"/>
                      <a:pt x="429" y="691"/>
                    </a:cubicBezTo>
                    <a:cubicBezTo>
                      <a:pt x="430" y="691"/>
                      <a:pt x="430" y="691"/>
                      <a:pt x="430" y="691"/>
                    </a:cubicBezTo>
                    <a:cubicBezTo>
                      <a:pt x="432" y="697"/>
                      <a:pt x="432" y="697"/>
                      <a:pt x="432" y="697"/>
                    </a:cubicBezTo>
                    <a:cubicBezTo>
                      <a:pt x="433" y="698"/>
                      <a:pt x="433" y="698"/>
                      <a:pt x="433" y="698"/>
                    </a:cubicBezTo>
                    <a:cubicBezTo>
                      <a:pt x="433" y="700"/>
                      <a:pt x="433" y="700"/>
                      <a:pt x="433" y="700"/>
                    </a:cubicBezTo>
                    <a:cubicBezTo>
                      <a:pt x="439" y="706"/>
                      <a:pt x="439" y="706"/>
                      <a:pt x="439" y="706"/>
                    </a:cubicBezTo>
                    <a:cubicBezTo>
                      <a:pt x="440" y="706"/>
                      <a:pt x="440" y="706"/>
                      <a:pt x="440" y="706"/>
                    </a:cubicBezTo>
                    <a:cubicBezTo>
                      <a:pt x="440" y="709"/>
                      <a:pt x="440" y="709"/>
                      <a:pt x="440" y="709"/>
                    </a:cubicBezTo>
                    <a:cubicBezTo>
                      <a:pt x="443" y="710"/>
                      <a:pt x="443" y="710"/>
                      <a:pt x="443" y="710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4"/>
                      <a:pt x="444" y="714"/>
                      <a:pt x="444" y="714"/>
                    </a:cubicBezTo>
                    <a:cubicBezTo>
                      <a:pt x="445" y="718"/>
                      <a:pt x="445" y="718"/>
                      <a:pt x="445" y="718"/>
                    </a:cubicBezTo>
                    <a:cubicBezTo>
                      <a:pt x="445" y="719"/>
                      <a:pt x="445" y="719"/>
                      <a:pt x="445" y="719"/>
                    </a:cubicBezTo>
                    <a:cubicBezTo>
                      <a:pt x="444" y="719"/>
                      <a:pt x="444" y="719"/>
                      <a:pt x="444" y="719"/>
                    </a:cubicBezTo>
                    <a:cubicBezTo>
                      <a:pt x="444" y="720"/>
                      <a:pt x="444" y="720"/>
                      <a:pt x="444" y="720"/>
                    </a:cubicBezTo>
                    <a:cubicBezTo>
                      <a:pt x="442" y="720"/>
                      <a:pt x="442" y="720"/>
                      <a:pt x="442" y="720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3"/>
                      <a:pt x="444" y="723"/>
                      <a:pt x="444" y="723"/>
                    </a:cubicBezTo>
                    <a:cubicBezTo>
                      <a:pt x="446" y="725"/>
                      <a:pt x="446" y="725"/>
                      <a:pt x="446" y="725"/>
                    </a:cubicBezTo>
                    <a:cubicBezTo>
                      <a:pt x="447" y="732"/>
                      <a:pt x="447" y="732"/>
                      <a:pt x="447" y="732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9" y="735"/>
                      <a:pt x="449" y="735"/>
                      <a:pt x="449" y="735"/>
                    </a:cubicBezTo>
                    <a:cubicBezTo>
                      <a:pt x="448" y="736"/>
                      <a:pt x="448" y="736"/>
                      <a:pt x="448" y="736"/>
                    </a:cubicBezTo>
                    <a:cubicBezTo>
                      <a:pt x="449" y="738"/>
                      <a:pt x="449" y="738"/>
                      <a:pt x="449" y="738"/>
                    </a:cubicBezTo>
                    <a:cubicBezTo>
                      <a:pt x="451" y="740"/>
                      <a:pt x="451" y="740"/>
                      <a:pt x="451" y="740"/>
                    </a:cubicBezTo>
                    <a:cubicBezTo>
                      <a:pt x="451" y="741"/>
                      <a:pt x="451" y="741"/>
                      <a:pt x="451" y="741"/>
                    </a:cubicBezTo>
                    <a:cubicBezTo>
                      <a:pt x="452" y="743"/>
                      <a:pt x="452" y="743"/>
                      <a:pt x="452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6" y="743"/>
                      <a:pt x="456" y="743"/>
                      <a:pt x="456" y="743"/>
                    </a:cubicBezTo>
                    <a:cubicBezTo>
                      <a:pt x="458" y="743"/>
                      <a:pt x="458" y="743"/>
                      <a:pt x="458" y="743"/>
                    </a:cubicBezTo>
                    <a:cubicBezTo>
                      <a:pt x="459" y="742"/>
                      <a:pt x="459" y="742"/>
                      <a:pt x="459" y="742"/>
                    </a:cubicBezTo>
                    <a:cubicBezTo>
                      <a:pt x="460" y="742"/>
                      <a:pt x="460" y="742"/>
                      <a:pt x="460" y="742"/>
                    </a:cubicBezTo>
                    <a:cubicBezTo>
                      <a:pt x="461" y="742"/>
                      <a:pt x="461" y="742"/>
                      <a:pt x="461" y="742"/>
                    </a:cubicBezTo>
                    <a:cubicBezTo>
                      <a:pt x="463" y="742"/>
                      <a:pt x="463" y="742"/>
                      <a:pt x="463" y="742"/>
                    </a:cubicBezTo>
                    <a:cubicBezTo>
                      <a:pt x="464" y="740"/>
                      <a:pt x="464" y="740"/>
                      <a:pt x="464" y="740"/>
                    </a:cubicBezTo>
                    <a:cubicBezTo>
                      <a:pt x="465" y="740"/>
                      <a:pt x="465" y="740"/>
                      <a:pt x="465" y="740"/>
                    </a:cubicBezTo>
                    <a:cubicBezTo>
                      <a:pt x="466" y="738"/>
                      <a:pt x="466" y="738"/>
                      <a:pt x="466" y="738"/>
                    </a:cubicBezTo>
                    <a:cubicBezTo>
                      <a:pt x="468" y="737"/>
                      <a:pt x="468" y="737"/>
                      <a:pt x="468" y="737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9" y="736"/>
                      <a:pt x="469" y="736"/>
                      <a:pt x="469" y="736"/>
                    </a:cubicBezTo>
                    <a:cubicBezTo>
                      <a:pt x="470" y="737"/>
                      <a:pt x="470" y="737"/>
                      <a:pt x="470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4" y="738"/>
                      <a:pt x="474" y="738"/>
                      <a:pt x="474" y="738"/>
                    </a:cubicBezTo>
                    <a:cubicBezTo>
                      <a:pt x="478" y="736"/>
                      <a:pt x="478" y="736"/>
                      <a:pt x="478" y="736"/>
                    </a:cubicBezTo>
                    <a:cubicBezTo>
                      <a:pt x="480" y="736"/>
                      <a:pt x="480" y="736"/>
                      <a:pt x="480" y="736"/>
                    </a:cubicBezTo>
                    <a:cubicBezTo>
                      <a:pt x="482" y="735"/>
                      <a:pt x="482" y="735"/>
                      <a:pt x="482" y="735"/>
                    </a:cubicBezTo>
                    <a:cubicBezTo>
                      <a:pt x="482" y="734"/>
                      <a:pt x="482" y="734"/>
                      <a:pt x="482" y="734"/>
                    </a:cubicBezTo>
                    <a:cubicBezTo>
                      <a:pt x="484" y="732"/>
                      <a:pt x="484" y="732"/>
                      <a:pt x="484" y="732"/>
                    </a:cubicBezTo>
                    <a:cubicBezTo>
                      <a:pt x="485" y="732"/>
                      <a:pt x="485" y="732"/>
                      <a:pt x="485" y="732"/>
                    </a:cubicBezTo>
                    <a:cubicBezTo>
                      <a:pt x="486" y="733"/>
                      <a:pt x="486" y="733"/>
                      <a:pt x="486" y="733"/>
                    </a:cubicBezTo>
                    <a:cubicBezTo>
                      <a:pt x="487" y="733"/>
                      <a:pt x="487" y="733"/>
                      <a:pt x="487" y="733"/>
                    </a:cubicBezTo>
                    <a:cubicBezTo>
                      <a:pt x="488" y="732"/>
                      <a:pt x="488" y="732"/>
                      <a:pt x="488" y="732"/>
                    </a:cubicBezTo>
                    <a:cubicBezTo>
                      <a:pt x="488" y="733"/>
                      <a:pt x="488" y="733"/>
                      <a:pt x="488" y="733"/>
                    </a:cubicBezTo>
                    <a:cubicBezTo>
                      <a:pt x="490" y="733"/>
                      <a:pt x="490" y="733"/>
                      <a:pt x="490" y="733"/>
                    </a:cubicBezTo>
                    <a:cubicBezTo>
                      <a:pt x="492" y="731"/>
                      <a:pt x="492" y="731"/>
                      <a:pt x="492" y="731"/>
                    </a:cubicBezTo>
                    <a:cubicBezTo>
                      <a:pt x="493" y="728"/>
                      <a:pt x="493" y="728"/>
                      <a:pt x="493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9" y="724"/>
                      <a:pt x="509" y="724"/>
                      <a:pt x="509" y="724"/>
                    </a:cubicBezTo>
                    <a:cubicBezTo>
                      <a:pt x="512" y="722"/>
                      <a:pt x="512" y="722"/>
                      <a:pt x="512" y="722"/>
                    </a:cubicBezTo>
                    <a:cubicBezTo>
                      <a:pt x="513" y="721"/>
                      <a:pt x="513" y="721"/>
                      <a:pt x="513" y="721"/>
                    </a:cubicBezTo>
                    <a:cubicBezTo>
                      <a:pt x="517" y="720"/>
                      <a:pt x="517" y="720"/>
                      <a:pt x="517" y="720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6" y="718"/>
                      <a:pt x="516" y="718"/>
                      <a:pt x="516" y="718"/>
                    </a:cubicBezTo>
                    <a:cubicBezTo>
                      <a:pt x="516" y="717"/>
                      <a:pt x="516" y="717"/>
                      <a:pt x="516" y="717"/>
                    </a:cubicBezTo>
                    <a:cubicBezTo>
                      <a:pt x="519" y="714"/>
                      <a:pt x="519" y="714"/>
                      <a:pt x="519" y="714"/>
                    </a:cubicBezTo>
                    <a:cubicBezTo>
                      <a:pt x="521" y="713"/>
                      <a:pt x="521" y="713"/>
                      <a:pt x="521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6" y="713"/>
                      <a:pt x="526" y="713"/>
                      <a:pt x="526" y="713"/>
                    </a:cubicBezTo>
                    <a:cubicBezTo>
                      <a:pt x="527" y="711"/>
                      <a:pt x="527" y="711"/>
                      <a:pt x="527" y="711"/>
                    </a:cubicBezTo>
                    <a:cubicBezTo>
                      <a:pt x="529" y="711"/>
                      <a:pt x="529" y="711"/>
                      <a:pt x="529" y="711"/>
                    </a:cubicBezTo>
                    <a:cubicBezTo>
                      <a:pt x="531" y="710"/>
                      <a:pt x="531" y="710"/>
                      <a:pt x="531" y="710"/>
                    </a:cubicBezTo>
                    <a:cubicBezTo>
                      <a:pt x="533" y="710"/>
                      <a:pt x="533" y="710"/>
                      <a:pt x="533" y="710"/>
                    </a:cubicBezTo>
                    <a:cubicBezTo>
                      <a:pt x="534" y="710"/>
                      <a:pt x="534" y="710"/>
                      <a:pt x="534" y="710"/>
                    </a:cubicBezTo>
                    <a:cubicBezTo>
                      <a:pt x="535" y="711"/>
                      <a:pt x="535" y="711"/>
                      <a:pt x="535" y="711"/>
                    </a:cubicBezTo>
                    <a:cubicBezTo>
                      <a:pt x="536" y="710"/>
                      <a:pt x="536" y="710"/>
                      <a:pt x="536" y="710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9" y="706"/>
                      <a:pt x="539" y="706"/>
                      <a:pt x="539" y="706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4"/>
                      <a:pt x="538" y="704"/>
                      <a:pt x="538" y="704"/>
                    </a:cubicBezTo>
                    <a:cubicBezTo>
                      <a:pt x="539" y="703"/>
                      <a:pt x="539" y="703"/>
                      <a:pt x="539" y="703"/>
                    </a:cubicBezTo>
                    <a:cubicBezTo>
                      <a:pt x="542" y="703"/>
                      <a:pt x="542" y="703"/>
                      <a:pt x="542" y="703"/>
                    </a:cubicBezTo>
                    <a:cubicBezTo>
                      <a:pt x="543" y="703"/>
                      <a:pt x="543" y="703"/>
                      <a:pt x="543" y="703"/>
                    </a:cubicBezTo>
                    <a:cubicBezTo>
                      <a:pt x="544" y="703"/>
                      <a:pt x="544" y="703"/>
                      <a:pt x="544" y="703"/>
                    </a:cubicBezTo>
                    <a:cubicBezTo>
                      <a:pt x="546" y="702"/>
                      <a:pt x="546" y="702"/>
                      <a:pt x="546" y="702"/>
                    </a:cubicBezTo>
                    <a:cubicBezTo>
                      <a:pt x="547" y="701"/>
                      <a:pt x="547" y="701"/>
                      <a:pt x="547" y="701"/>
                    </a:cubicBezTo>
                    <a:cubicBezTo>
                      <a:pt x="547" y="698"/>
                      <a:pt x="547" y="698"/>
                      <a:pt x="547" y="698"/>
                    </a:cubicBezTo>
                    <a:cubicBezTo>
                      <a:pt x="549" y="696"/>
                      <a:pt x="549" y="696"/>
                      <a:pt x="549" y="696"/>
                    </a:cubicBezTo>
                    <a:cubicBezTo>
                      <a:pt x="551" y="695"/>
                      <a:pt x="551" y="695"/>
                      <a:pt x="551" y="695"/>
                    </a:cubicBezTo>
                    <a:cubicBezTo>
                      <a:pt x="552" y="696"/>
                      <a:pt x="552" y="696"/>
                      <a:pt x="552" y="696"/>
                    </a:cubicBezTo>
                    <a:cubicBezTo>
                      <a:pt x="553" y="695"/>
                      <a:pt x="553" y="695"/>
                      <a:pt x="553" y="695"/>
                    </a:cubicBezTo>
                    <a:cubicBezTo>
                      <a:pt x="557" y="695"/>
                      <a:pt x="557" y="695"/>
                      <a:pt x="557" y="695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5" y="689"/>
                      <a:pt x="555" y="689"/>
                      <a:pt x="555" y="689"/>
                    </a:cubicBezTo>
                    <a:cubicBezTo>
                      <a:pt x="555" y="688"/>
                      <a:pt x="555" y="688"/>
                      <a:pt x="555" y="688"/>
                    </a:cubicBezTo>
                    <a:cubicBezTo>
                      <a:pt x="556" y="687"/>
                      <a:pt x="556" y="687"/>
                      <a:pt x="556" y="687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58" y="684"/>
                      <a:pt x="558" y="684"/>
                      <a:pt x="558" y="684"/>
                    </a:cubicBezTo>
                    <a:cubicBezTo>
                      <a:pt x="557" y="683"/>
                      <a:pt x="557" y="683"/>
                      <a:pt x="557" y="683"/>
                    </a:cubicBezTo>
                    <a:cubicBezTo>
                      <a:pt x="558" y="682"/>
                      <a:pt x="558" y="682"/>
                      <a:pt x="558" y="682"/>
                    </a:cubicBezTo>
                    <a:cubicBezTo>
                      <a:pt x="558" y="683"/>
                      <a:pt x="558" y="683"/>
                      <a:pt x="558" y="683"/>
                    </a:cubicBezTo>
                    <a:cubicBezTo>
                      <a:pt x="559" y="683"/>
                      <a:pt x="559" y="683"/>
                      <a:pt x="559" y="683"/>
                    </a:cubicBezTo>
                    <a:cubicBezTo>
                      <a:pt x="561" y="684"/>
                      <a:pt x="561" y="684"/>
                      <a:pt x="561" y="684"/>
                    </a:cubicBezTo>
                    <a:cubicBezTo>
                      <a:pt x="562" y="681"/>
                      <a:pt x="562" y="681"/>
                      <a:pt x="562" y="681"/>
                    </a:cubicBezTo>
                    <a:cubicBezTo>
                      <a:pt x="562" y="680"/>
                      <a:pt x="562" y="680"/>
                      <a:pt x="562" y="680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5" y="677"/>
                      <a:pt x="565" y="677"/>
                      <a:pt x="565" y="677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8" y="671"/>
                      <a:pt x="568" y="671"/>
                      <a:pt x="568" y="671"/>
                    </a:cubicBezTo>
                    <a:cubicBezTo>
                      <a:pt x="568" y="670"/>
                      <a:pt x="568" y="670"/>
                      <a:pt x="568" y="670"/>
                    </a:cubicBezTo>
                    <a:cubicBezTo>
                      <a:pt x="569" y="669"/>
                      <a:pt x="569" y="669"/>
                      <a:pt x="569" y="669"/>
                    </a:cubicBezTo>
                    <a:cubicBezTo>
                      <a:pt x="569" y="667"/>
                      <a:pt x="569" y="667"/>
                      <a:pt x="569" y="667"/>
                    </a:cubicBezTo>
                    <a:cubicBezTo>
                      <a:pt x="568" y="666"/>
                      <a:pt x="568" y="666"/>
                      <a:pt x="568" y="666"/>
                    </a:cubicBezTo>
                    <a:cubicBezTo>
                      <a:pt x="567" y="666"/>
                      <a:pt x="567" y="666"/>
                      <a:pt x="567" y="666"/>
                    </a:cubicBezTo>
                    <a:cubicBezTo>
                      <a:pt x="564" y="664"/>
                      <a:pt x="564" y="664"/>
                      <a:pt x="564" y="664"/>
                    </a:cubicBezTo>
                    <a:cubicBezTo>
                      <a:pt x="564" y="662"/>
                      <a:pt x="564" y="662"/>
                      <a:pt x="564" y="662"/>
                    </a:cubicBezTo>
                    <a:cubicBezTo>
                      <a:pt x="562" y="661"/>
                      <a:pt x="562" y="661"/>
                      <a:pt x="562" y="661"/>
                    </a:cubicBezTo>
                    <a:cubicBezTo>
                      <a:pt x="562" y="659"/>
                      <a:pt x="562" y="659"/>
                      <a:pt x="562" y="659"/>
                    </a:cubicBezTo>
                    <a:cubicBezTo>
                      <a:pt x="560" y="656"/>
                      <a:pt x="560" y="656"/>
                      <a:pt x="560" y="656"/>
                    </a:cubicBezTo>
                    <a:cubicBezTo>
                      <a:pt x="558" y="656"/>
                      <a:pt x="558" y="656"/>
                      <a:pt x="558" y="656"/>
                    </a:cubicBezTo>
                    <a:cubicBezTo>
                      <a:pt x="556" y="657"/>
                      <a:pt x="556" y="657"/>
                      <a:pt x="556" y="657"/>
                    </a:cubicBezTo>
                    <a:cubicBezTo>
                      <a:pt x="553" y="656"/>
                      <a:pt x="553" y="656"/>
                      <a:pt x="553" y="656"/>
                    </a:cubicBezTo>
                    <a:cubicBezTo>
                      <a:pt x="552" y="656"/>
                      <a:pt x="552" y="656"/>
                      <a:pt x="552" y="656"/>
                    </a:cubicBezTo>
                    <a:cubicBezTo>
                      <a:pt x="551" y="657"/>
                      <a:pt x="551" y="657"/>
                      <a:pt x="551" y="657"/>
                    </a:cubicBezTo>
                    <a:cubicBezTo>
                      <a:pt x="549" y="656"/>
                      <a:pt x="549" y="656"/>
                      <a:pt x="549" y="656"/>
                    </a:cubicBezTo>
                    <a:cubicBezTo>
                      <a:pt x="545" y="653"/>
                      <a:pt x="545" y="653"/>
                      <a:pt x="545" y="653"/>
                    </a:cubicBezTo>
                    <a:cubicBezTo>
                      <a:pt x="545" y="652"/>
                      <a:pt x="545" y="652"/>
                      <a:pt x="545" y="652"/>
                    </a:cubicBezTo>
                    <a:cubicBezTo>
                      <a:pt x="543" y="649"/>
                      <a:pt x="543" y="649"/>
                      <a:pt x="543" y="649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3"/>
                      <a:pt x="542" y="643"/>
                      <a:pt x="542" y="643"/>
                    </a:cubicBezTo>
                    <a:cubicBezTo>
                      <a:pt x="542" y="641"/>
                      <a:pt x="542" y="641"/>
                      <a:pt x="542" y="641"/>
                    </a:cubicBezTo>
                    <a:cubicBezTo>
                      <a:pt x="541" y="642"/>
                      <a:pt x="541" y="642"/>
                      <a:pt x="541" y="642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0"/>
                      <a:pt x="541" y="640"/>
                      <a:pt x="541" y="640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7"/>
                      <a:pt x="541" y="637"/>
                      <a:pt x="541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5"/>
                      <a:pt x="541" y="635"/>
                      <a:pt x="541" y="635"/>
                    </a:cubicBezTo>
                    <a:cubicBezTo>
                      <a:pt x="540" y="635"/>
                      <a:pt x="540" y="635"/>
                      <a:pt x="540" y="635"/>
                    </a:cubicBezTo>
                    <a:cubicBezTo>
                      <a:pt x="539" y="635"/>
                      <a:pt x="539" y="635"/>
                      <a:pt x="539" y="635"/>
                    </a:cubicBezTo>
                    <a:cubicBezTo>
                      <a:pt x="539" y="637"/>
                      <a:pt x="539" y="637"/>
                      <a:pt x="539" y="637"/>
                    </a:cubicBezTo>
                    <a:cubicBezTo>
                      <a:pt x="538" y="636"/>
                      <a:pt x="538" y="636"/>
                      <a:pt x="538" y="636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40"/>
                      <a:pt x="538" y="640"/>
                      <a:pt x="538" y="640"/>
                    </a:cubicBezTo>
                    <a:cubicBezTo>
                      <a:pt x="537" y="640"/>
                      <a:pt x="537" y="640"/>
                      <a:pt x="537" y="640"/>
                    </a:cubicBezTo>
                    <a:cubicBezTo>
                      <a:pt x="533" y="643"/>
                      <a:pt x="533" y="643"/>
                      <a:pt x="533" y="643"/>
                    </a:cubicBezTo>
                    <a:cubicBezTo>
                      <a:pt x="533" y="645"/>
                      <a:pt x="533" y="645"/>
                      <a:pt x="533" y="645"/>
                    </a:cubicBezTo>
                    <a:cubicBezTo>
                      <a:pt x="529" y="649"/>
                      <a:pt x="529" y="649"/>
                      <a:pt x="529" y="649"/>
                    </a:cubicBezTo>
                    <a:cubicBezTo>
                      <a:pt x="527" y="650"/>
                      <a:pt x="527" y="650"/>
                      <a:pt x="527" y="650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8" y="652"/>
                      <a:pt x="528" y="652"/>
                      <a:pt x="528" y="652"/>
                    </a:cubicBezTo>
                    <a:cubicBezTo>
                      <a:pt x="527" y="651"/>
                      <a:pt x="527" y="651"/>
                      <a:pt x="527" y="651"/>
                    </a:cubicBezTo>
                    <a:cubicBezTo>
                      <a:pt x="526" y="652"/>
                      <a:pt x="526" y="652"/>
                      <a:pt x="526" y="652"/>
                    </a:cubicBezTo>
                    <a:cubicBezTo>
                      <a:pt x="525" y="652"/>
                      <a:pt x="525" y="652"/>
                      <a:pt x="525" y="652"/>
                    </a:cubicBezTo>
                    <a:cubicBezTo>
                      <a:pt x="525" y="653"/>
                      <a:pt x="525" y="653"/>
                      <a:pt x="525" y="653"/>
                    </a:cubicBezTo>
                    <a:cubicBezTo>
                      <a:pt x="524" y="653"/>
                      <a:pt x="524" y="653"/>
                      <a:pt x="524" y="653"/>
                    </a:cubicBezTo>
                    <a:cubicBezTo>
                      <a:pt x="524" y="654"/>
                      <a:pt x="524" y="654"/>
                      <a:pt x="524" y="654"/>
                    </a:cubicBezTo>
                    <a:cubicBezTo>
                      <a:pt x="522" y="654"/>
                      <a:pt x="522" y="654"/>
                      <a:pt x="522" y="654"/>
                    </a:cubicBezTo>
                    <a:cubicBezTo>
                      <a:pt x="521" y="654"/>
                      <a:pt x="521" y="654"/>
                      <a:pt x="521" y="654"/>
                    </a:cubicBezTo>
                    <a:cubicBezTo>
                      <a:pt x="520" y="654"/>
                      <a:pt x="520" y="654"/>
                      <a:pt x="520" y="654"/>
                    </a:cubicBezTo>
                    <a:cubicBezTo>
                      <a:pt x="519" y="654"/>
                      <a:pt x="519" y="654"/>
                      <a:pt x="519" y="654"/>
                    </a:cubicBezTo>
                    <a:cubicBezTo>
                      <a:pt x="518" y="653"/>
                      <a:pt x="518" y="653"/>
                      <a:pt x="518" y="653"/>
                    </a:cubicBezTo>
                    <a:cubicBezTo>
                      <a:pt x="517" y="654"/>
                      <a:pt x="517" y="654"/>
                      <a:pt x="517" y="654"/>
                    </a:cubicBezTo>
                    <a:cubicBezTo>
                      <a:pt x="514" y="653"/>
                      <a:pt x="514" y="653"/>
                      <a:pt x="514" y="653"/>
                    </a:cubicBezTo>
                    <a:cubicBezTo>
                      <a:pt x="511" y="655"/>
                      <a:pt x="511" y="655"/>
                      <a:pt x="511" y="655"/>
                    </a:cubicBezTo>
                    <a:cubicBezTo>
                      <a:pt x="510" y="655"/>
                      <a:pt x="510" y="655"/>
                      <a:pt x="510" y="655"/>
                    </a:cubicBezTo>
                    <a:cubicBezTo>
                      <a:pt x="509" y="655"/>
                      <a:pt x="509" y="655"/>
                      <a:pt x="509" y="655"/>
                    </a:cubicBezTo>
                    <a:cubicBezTo>
                      <a:pt x="508" y="655"/>
                      <a:pt x="508" y="655"/>
                      <a:pt x="508" y="655"/>
                    </a:cubicBezTo>
                    <a:cubicBezTo>
                      <a:pt x="508" y="651"/>
                      <a:pt x="508" y="651"/>
                      <a:pt x="508" y="651"/>
                    </a:cubicBezTo>
                    <a:cubicBezTo>
                      <a:pt x="507" y="653"/>
                      <a:pt x="507" y="653"/>
                      <a:pt x="507" y="653"/>
                    </a:cubicBezTo>
                    <a:cubicBezTo>
                      <a:pt x="506" y="653"/>
                      <a:pt x="506" y="653"/>
                      <a:pt x="506" y="653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7" y="650"/>
                      <a:pt x="507" y="650"/>
                      <a:pt x="507" y="650"/>
                    </a:cubicBezTo>
                    <a:cubicBezTo>
                      <a:pt x="506" y="650"/>
                      <a:pt x="506" y="650"/>
                      <a:pt x="506" y="650"/>
                    </a:cubicBezTo>
                    <a:cubicBezTo>
                      <a:pt x="506" y="646"/>
                      <a:pt x="506" y="646"/>
                      <a:pt x="506" y="646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6" y="640"/>
                      <a:pt x="506" y="640"/>
                      <a:pt x="506" y="640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3" y="637"/>
                      <a:pt x="503" y="637"/>
                      <a:pt x="503" y="637"/>
                    </a:cubicBezTo>
                    <a:cubicBezTo>
                      <a:pt x="502" y="637"/>
                      <a:pt x="502" y="637"/>
                      <a:pt x="502" y="637"/>
                    </a:cubicBezTo>
                    <a:cubicBezTo>
                      <a:pt x="502" y="638"/>
                      <a:pt x="502" y="638"/>
                      <a:pt x="502" y="638"/>
                    </a:cubicBezTo>
                    <a:cubicBezTo>
                      <a:pt x="501" y="638"/>
                      <a:pt x="501" y="638"/>
                      <a:pt x="501" y="638"/>
                    </a:cubicBezTo>
                    <a:cubicBezTo>
                      <a:pt x="501" y="639"/>
                      <a:pt x="501" y="639"/>
                      <a:pt x="501" y="639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500" y="646"/>
                      <a:pt x="500" y="646"/>
                      <a:pt x="500" y="646"/>
                    </a:cubicBezTo>
                    <a:cubicBezTo>
                      <a:pt x="500" y="647"/>
                      <a:pt x="500" y="647"/>
                      <a:pt x="500" y="647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499" y="647"/>
                      <a:pt x="499" y="647"/>
                      <a:pt x="499" y="647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38"/>
                      <a:pt x="495" y="638"/>
                      <a:pt x="495" y="638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3" y="632"/>
                      <a:pt x="493" y="632"/>
                      <a:pt x="493" y="632"/>
                    </a:cubicBezTo>
                    <a:cubicBezTo>
                      <a:pt x="492" y="632"/>
                      <a:pt x="492" y="632"/>
                      <a:pt x="492" y="632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91" y="630"/>
                      <a:pt x="491" y="630"/>
                      <a:pt x="491" y="630"/>
                    </a:cubicBezTo>
                    <a:cubicBezTo>
                      <a:pt x="488" y="626"/>
                      <a:pt x="488" y="626"/>
                      <a:pt x="488" y="626"/>
                    </a:cubicBezTo>
                    <a:cubicBezTo>
                      <a:pt x="487" y="626"/>
                      <a:pt x="487" y="626"/>
                      <a:pt x="487" y="626"/>
                    </a:cubicBezTo>
                    <a:cubicBezTo>
                      <a:pt x="484" y="625"/>
                      <a:pt x="484" y="625"/>
                      <a:pt x="484" y="625"/>
                    </a:cubicBezTo>
                    <a:cubicBezTo>
                      <a:pt x="483" y="622"/>
                      <a:pt x="483" y="622"/>
                      <a:pt x="483" y="622"/>
                    </a:cubicBezTo>
                    <a:cubicBezTo>
                      <a:pt x="482" y="620"/>
                      <a:pt x="482" y="620"/>
                      <a:pt x="482" y="620"/>
                    </a:cubicBezTo>
                    <a:cubicBezTo>
                      <a:pt x="481" y="620"/>
                      <a:pt x="481" y="620"/>
                      <a:pt x="481" y="620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79" y="616"/>
                      <a:pt x="479" y="616"/>
                      <a:pt x="479" y="616"/>
                    </a:cubicBezTo>
                    <a:cubicBezTo>
                      <a:pt x="479" y="615"/>
                      <a:pt x="479" y="615"/>
                      <a:pt x="479" y="615"/>
                    </a:cubicBezTo>
                    <a:cubicBezTo>
                      <a:pt x="478" y="613"/>
                      <a:pt x="478" y="613"/>
                      <a:pt x="478" y="613"/>
                    </a:cubicBezTo>
                    <a:cubicBezTo>
                      <a:pt x="480" y="612"/>
                      <a:pt x="480" y="612"/>
                      <a:pt x="480" y="612"/>
                    </a:cubicBezTo>
                    <a:cubicBezTo>
                      <a:pt x="479" y="609"/>
                      <a:pt x="479" y="609"/>
                      <a:pt x="479" y="609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2" y="608"/>
                      <a:pt x="482" y="608"/>
                      <a:pt x="482" y="608"/>
                    </a:cubicBezTo>
                    <a:cubicBezTo>
                      <a:pt x="483" y="608"/>
                      <a:pt x="483" y="608"/>
                      <a:pt x="483" y="608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7" y="608"/>
                      <a:pt x="487" y="608"/>
                      <a:pt x="487" y="608"/>
                    </a:cubicBezTo>
                    <a:cubicBezTo>
                      <a:pt x="488" y="609"/>
                      <a:pt x="488" y="609"/>
                      <a:pt x="488" y="609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2" y="609"/>
                      <a:pt x="492" y="609"/>
                      <a:pt x="492" y="609"/>
                    </a:cubicBezTo>
                    <a:cubicBezTo>
                      <a:pt x="492" y="610"/>
                      <a:pt x="492" y="610"/>
                      <a:pt x="492" y="610"/>
                    </a:cubicBezTo>
                    <a:cubicBezTo>
                      <a:pt x="495" y="613"/>
                      <a:pt x="495" y="613"/>
                      <a:pt x="495" y="613"/>
                    </a:cubicBezTo>
                    <a:cubicBezTo>
                      <a:pt x="495" y="616"/>
                      <a:pt x="495" y="616"/>
                      <a:pt x="495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6" y="617"/>
                      <a:pt x="496" y="617"/>
                      <a:pt x="496" y="617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501" y="624"/>
                      <a:pt x="501" y="624"/>
                      <a:pt x="501" y="624"/>
                    </a:cubicBezTo>
                    <a:cubicBezTo>
                      <a:pt x="503" y="625"/>
                      <a:pt x="503" y="625"/>
                      <a:pt x="503" y="625"/>
                    </a:cubicBezTo>
                    <a:cubicBezTo>
                      <a:pt x="506" y="625"/>
                      <a:pt x="506" y="625"/>
                      <a:pt x="506" y="625"/>
                    </a:cubicBezTo>
                    <a:cubicBezTo>
                      <a:pt x="508" y="626"/>
                      <a:pt x="508" y="626"/>
                      <a:pt x="508" y="626"/>
                    </a:cubicBezTo>
                    <a:cubicBezTo>
                      <a:pt x="508" y="627"/>
                      <a:pt x="508" y="627"/>
                      <a:pt x="508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2" y="627"/>
                      <a:pt x="512" y="627"/>
                      <a:pt x="512" y="627"/>
                    </a:cubicBezTo>
                    <a:cubicBezTo>
                      <a:pt x="511" y="628"/>
                      <a:pt x="511" y="628"/>
                      <a:pt x="511" y="628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6" y="631"/>
                      <a:pt x="516" y="631"/>
                      <a:pt x="516" y="631"/>
                    </a:cubicBezTo>
                    <a:cubicBezTo>
                      <a:pt x="517" y="632"/>
                      <a:pt x="517" y="632"/>
                      <a:pt x="517" y="632"/>
                    </a:cubicBezTo>
                    <a:cubicBezTo>
                      <a:pt x="518" y="632"/>
                      <a:pt x="518" y="632"/>
                      <a:pt x="518" y="632"/>
                    </a:cubicBezTo>
                    <a:cubicBezTo>
                      <a:pt x="521" y="635"/>
                      <a:pt x="521" y="635"/>
                      <a:pt x="521" y="635"/>
                    </a:cubicBezTo>
                    <a:cubicBezTo>
                      <a:pt x="522" y="634"/>
                      <a:pt x="522" y="634"/>
                      <a:pt x="522" y="634"/>
                    </a:cubicBezTo>
                    <a:cubicBezTo>
                      <a:pt x="524" y="634"/>
                      <a:pt x="524" y="634"/>
                      <a:pt x="524" y="634"/>
                    </a:cubicBezTo>
                    <a:cubicBezTo>
                      <a:pt x="526" y="634"/>
                      <a:pt x="526" y="634"/>
                      <a:pt x="526" y="634"/>
                    </a:cubicBezTo>
                    <a:cubicBezTo>
                      <a:pt x="529" y="636"/>
                      <a:pt x="529" y="636"/>
                      <a:pt x="529" y="636"/>
                    </a:cubicBezTo>
                    <a:cubicBezTo>
                      <a:pt x="532" y="634"/>
                      <a:pt x="532" y="634"/>
                      <a:pt x="532" y="634"/>
                    </a:cubicBezTo>
                    <a:cubicBezTo>
                      <a:pt x="535" y="632"/>
                      <a:pt x="535" y="632"/>
                      <a:pt x="535" y="632"/>
                    </a:cubicBezTo>
                    <a:cubicBezTo>
                      <a:pt x="537" y="632"/>
                      <a:pt x="537" y="632"/>
                      <a:pt x="537" y="632"/>
                    </a:cubicBezTo>
                    <a:cubicBezTo>
                      <a:pt x="539" y="631"/>
                      <a:pt x="539" y="631"/>
                      <a:pt x="539" y="631"/>
                    </a:cubicBezTo>
                    <a:cubicBezTo>
                      <a:pt x="540" y="630"/>
                      <a:pt x="540" y="630"/>
                      <a:pt x="540" y="630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4" y="633"/>
                      <a:pt x="544" y="633"/>
                      <a:pt x="544" y="633"/>
                    </a:cubicBezTo>
                    <a:cubicBezTo>
                      <a:pt x="545" y="636"/>
                      <a:pt x="545" y="636"/>
                      <a:pt x="545" y="636"/>
                    </a:cubicBezTo>
                    <a:cubicBezTo>
                      <a:pt x="546" y="639"/>
                      <a:pt x="546" y="639"/>
                      <a:pt x="546" y="639"/>
                    </a:cubicBezTo>
                    <a:cubicBezTo>
                      <a:pt x="546" y="641"/>
                      <a:pt x="546" y="641"/>
                      <a:pt x="546" y="641"/>
                    </a:cubicBezTo>
                    <a:cubicBezTo>
                      <a:pt x="547" y="641"/>
                      <a:pt x="547" y="641"/>
                      <a:pt x="547" y="641"/>
                    </a:cubicBezTo>
                    <a:cubicBezTo>
                      <a:pt x="548" y="642"/>
                      <a:pt x="548" y="642"/>
                      <a:pt x="548" y="642"/>
                    </a:cubicBezTo>
                    <a:cubicBezTo>
                      <a:pt x="552" y="642"/>
                      <a:pt x="552" y="642"/>
                      <a:pt x="552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5" y="643"/>
                      <a:pt x="555" y="643"/>
                      <a:pt x="555" y="643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9" y="644"/>
                      <a:pt x="559" y="644"/>
                      <a:pt x="559" y="644"/>
                    </a:cubicBezTo>
                    <a:cubicBezTo>
                      <a:pt x="564" y="643"/>
                      <a:pt x="564" y="643"/>
                      <a:pt x="564" y="643"/>
                    </a:cubicBezTo>
                    <a:cubicBezTo>
                      <a:pt x="566" y="644"/>
                      <a:pt x="566" y="644"/>
                      <a:pt x="566" y="644"/>
                    </a:cubicBezTo>
                    <a:cubicBezTo>
                      <a:pt x="569" y="645"/>
                      <a:pt x="569" y="645"/>
                      <a:pt x="569" y="645"/>
                    </a:cubicBezTo>
                    <a:cubicBezTo>
                      <a:pt x="570" y="645"/>
                      <a:pt x="570" y="645"/>
                      <a:pt x="570" y="645"/>
                    </a:cubicBezTo>
                    <a:cubicBezTo>
                      <a:pt x="571" y="645"/>
                      <a:pt x="571" y="645"/>
                      <a:pt x="571" y="645"/>
                    </a:cubicBezTo>
                    <a:cubicBezTo>
                      <a:pt x="572" y="646"/>
                      <a:pt x="572" y="646"/>
                      <a:pt x="572" y="646"/>
                    </a:cubicBezTo>
                    <a:cubicBezTo>
                      <a:pt x="573" y="645"/>
                      <a:pt x="573" y="645"/>
                      <a:pt x="573" y="645"/>
                    </a:cubicBezTo>
                    <a:cubicBezTo>
                      <a:pt x="573" y="644"/>
                      <a:pt x="573" y="644"/>
                      <a:pt x="573" y="644"/>
                    </a:cubicBezTo>
                    <a:cubicBezTo>
                      <a:pt x="574" y="644"/>
                      <a:pt x="574" y="644"/>
                      <a:pt x="574" y="644"/>
                    </a:cubicBezTo>
                    <a:cubicBezTo>
                      <a:pt x="574" y="645"/>
                      <a:pt x="574" y="645"/>
                      <a:pt x="574" y="645"/>
                    </a:cubicBezTo>
                    <a:cubicBezTo>
                      <a:pt x="579" y="647"/>
                      <a:pt x="579" y="647"/>
                      <a:pt x="579" y="647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7"/>
                      <a:pt x="581" y="647"/>
                      <a:pt x="581" y="647"/>
                    </a:cubicBezTo>
                    <a:cubicBezTo>
                      <a:pt x="582" y="647"/>
                      <a:pt x="582" y="647"/>
                      <a:pt x="582" y="647"/>
                    </a:cubicBezTo>
                    <a:cubicBezTo>
                      <a:pt x="585" y="646"/>
                      <a:pt x="585" y="646"/>
                      <a:pt x="585" y="646"/>
                    </a:cubicBezTo>
                    <a:cubicBezTo>
                      <a:pt x="586" y="646"/>
                      <a:pt x="586" y="646"/>
                      <a:pt x="586" y="646"/>
                    </a:cubicBezTo>
                    <a:cubicBezTo>
                      <a:pt x="586" y="647"/>
                      <a:pt x="586" y="647"/>
                      <a:pt x="586" y="647"/>
                    </a:cubicBezTo>
                    <a:cubicBezTo>
                      <a:pt x="587" y="646"/>
                      <a:pt x="587" y="646"/>
                      <a:pt x="587" y="646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9" y="645"/>
                      <a:pt x="589" y="645"/>
                      <a:pt x="589" y="645"/>
                    </a:cubicBezTo>
                    <a:cubicBezTo>
                      <a:pt x="590" y="646"/>
                      <a:pt x="590" y="646"/>
                      <a:pt x="590" y="646"/>
                    </a:cubicBezTo>
                    <a:cubicBezTo>
                      <a:pt x="592" y="645"/>
                      <a:pt x="592" y="645"/>
                      <a:pt x="592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4" y="645"/>
                      <a:pt x="594" y="645"/>
                      <a:pt x="594" y="645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5" y="645"/>
                      <a:pt x="595" y="645"/>
                      <a:pt x="595" y="645"/>
                    </a:cubicBezTo>
                    <a:cubicBezTo>
                      <a:pt x="597" y="645"/>
                      <a:pt x="597" y="645"/>
                      <a:pt x="597" y="645"/>
                    </a:cubicBezTo>
                    <a:cubicBezTo>
                      <a:pt x="597" y="644"/>
                      <a:pt x="597" y="644"/>
                      <a:pt x="597" y="644"/>
                    </a:cubicBezTo>
                    <a:cubicBezTo>
                      <a:pt x="598" y="645"/>
                      <a:pt x="598" y="645"/>
                      <a:pt x="598" y="645"/>
                    </a:cubicBezTo>
                    <a:cubicBezTo>
                      <a:pt x="599" y="645"/>
                      <a:pt x="599" y="645"/>
                      <a:pt x="599" y="645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2" y="646"/>
                      <a:pt x="602" y="646"/>
                      <a:pt x="602" y="646"/>
                    </a:cubicBezTo>
                    <a:cubicBezTo>
                      <a:pt x="603" y="644"/>
                      <a:pt x="603" y="644"/>
                      <a:pt x="603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6" y="645"/>
                      <a:pt x="606" y="645"/>
                      <a:pt x="606" y="645"/>
                    </a:cubicBezTo>
                    <a:cubicBezTo>
                      <a:pt x="608" y="644"/>
                      <a:pt x="608" y="644"/>
                      <a:pt x="608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12" y="644"/>
                      <a:pt x="612" y="644"/>
                      <a:pt x="612" y="644"/>
                    </a:cubicBezTo>
                    <a:cubicBezTo>
                      <a:pt x="613" y="643"/>
                      <a:pt x="613" y="643"/>
                      <a:pt x="613" y="643"/>
                    </a:cubicBezTo>
                    <a:cubicBezTo>
                      <a:pt x="615" y="643"/>
                      <a:pt x="615" y="643"/>
                      <a:pt x="615" y="643"/>
                    </a:cubicBezTo>
                    <a:cubicBezTo>
                      <a:pt x="617" y="644"/>
                      <a:pt x="617" y="644"/>
                      <a:pt x="617" y="644"/>
                    </a:cubicBezTo>
                    <a:cubicBezTo>
                      <a:pt x="617" y="646"/>
                      <a:pt x="617" y="646"/>
                      <a:pt x="617" y="646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8"/>
                      <a:pt x="617" y="648"/>
                      <a:pt x="617" y="648"/>
                    </a:cubicBezTo>
                    <a:cubicBezTo>
                      <a:pt x="619" y="648"/>
                      <a:pt x="619" y="648"/>
                      <a:pt x="619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2" y="650"/>
                      <a:pt x="622" y="650"/>
                      <a:pt x="622" y="650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1" y="654"/>
                      <a:pt x="621" y="654"/>
                      <a:pt x="621" y="654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4" y="657"/>
                      <a:pt x="624" y="657"/>
                      <a:pt x="624" y="657"/>
                    </a:cubicBezTo>
                    <a:cubicBezTo>
                      <a:pt x="627" y="656"/>
                      <a:pt x="627" y="656"/>
                      <a:pt x="627" y="656"/>
                    </a:cubicBezTo>
                    <a:cubicBezTo>
                      <a:pt x="629" y="657"/>
                      <a:pt x="629" y="657"/>
                      <a:pt x="629" y="657"/>
                    </a:cubicBezTo>
                    <a:cubicBezTo>
                      <a:pt x="629" y="659"/>
                      <a:pt x="629" y="659"/>
                      <a:pt x="629" y="659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2" y="657"/>
                      <a:pt x="632" y="657"/>
                      <a:pt x="632" y="657"/>
                    </a:cubicBezTo>
                    <a:cubicBezTo>
                      <a:pt x="632" y="658"/>
                      <a:pt x="632" y="658"/>
                      <a:pt x="632" y="658"/>
                    </a:cubicBezTo>
                    <a:cubicBezTo>
                      <a:pt x="631" y="660"/>
                      <a:pt x="631" y="660"/>
                      <a:pt x="631" y="660"/>
                    </a:cubicBezTo>
                    <a:cubicBezTo>
                      <a:pt x="633" y="661"/>
                      <a:pt x="633" y="661"/>
                      <a:pt x="633" y="661"/>
                    </a:cubicBezTo>
                    <a:cubicBezTo>
                      <a:pt x="635" y="663"/>
                      <a:pt x="635" y="663"/>
                      <a:pt x="635" y="663"/>
                    </a:cubicBezTo>
                    <a:cubicBezTo>
                      <a:pt x="640" y="665"/>
                      <a:pt x="640" y="665"/>
                      <a:pt x="640" y="665"/>
                    </a:cubicBezTo>
                    <a:cubicBezTo>
                      <a:pt x="642" y="664"/>
                      <a:pt x="642" y="664"/>
                      <a:pt x="642" y="664"/>
                    </a:cubicBezTo>
                    <a:cubicBezTo>
                      <a:pt x="643" y="664"/>
                      <a:pt x="643" y="664"/>
                      <a:pt x="643" y="664"/>
                    </a:cubicBezTo>
                    <a:cubicBezTo>
                      <a:pt x="647" y="663"/>
                      <a:pt x="647" y="663"/>
                      <a:pt x="647" y="663"/>
                    </a:cubicBezTo>
                    <a:cubicBezTo>
                      <a:pt x="646" y="665"/>
                      <a:pt x="646" y="665"/>
                      <a:pt x="646" y="665"/>
                    </a:cubicBezTo>
                    <a:cubicBezTo>
                      <a:pt x="645" y="665"/>
                      <a:pt x="645" y="665"/>
                      <a:pt x="645" y="665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0" y="667"/>
                      <a:pt x="640" y="667"/>
                      <a:pt x="640" y="667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6"/>
                      <a:pt x="639" y="666"/>
                      <a:pt x="639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6" y="666"/>
                      <a:pt x="636" y="666"/>
                      <a:pt x="636" y="666"/>
                    </a:cubicBezTo>
                    <a:cubicBezTo>
                      <a:pt x="635" y="667"/>
                      <a:pt x="635" y="667"/>
                      <a:pt x="635" y="667"/>
                    </a:cubicBezTo>
                    <a:cubicBezTo>
                      <a:pt x="636" y="669"/>
                      <a:pt x="636" y="669"/>
                      <a:pt x="636" y="669"/>
                    </a:cubicBezTo>
                    <a:cubicBezTo>
                      <a:pt x="639" y="672"/>
                      <a:pt x="639" y="672"/>
                      <a:pt x="639" y="672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3" y="676"/>
                      <a:pt x="643" y="676"/>
                      <a:pt x="643" y="676"/>
                    </a:cubicBezTo>
                    <a:cubicBezTo>
                      <a:pt x="649" y="680"/>
                      <a:pt x="649" y="680"/>
                      <a:pt x="649" y="680"/>
                    </a:cubicBezTo>
                    <a:cubicBezTo>
                      <a:pt x="652" y="681"/>
                      <a:pt x="652" y="681"/>
                      <a:pt x="652" y="681"/>
                    </a:cubicBezTo>
                    <a:cubicBezTo>
                      <a:pt x="654" y="680"/>
                      <a:pt x="654" y="680"/>
                      <a:pt x="654" y="680"/>
                    </a:cubicBezTo>
                    <a:cubicBezTo>
                      <a:pt x="658" y="678"/>
                      <a:pt x="658" y="678"/>
                      <a:pt x="658" y="678"/>
                    </a:cubicBezTo>
                    <a:cubicBezTo>
                      <a:pt x="661" y="677"/>
                      <a:pt x="661" y="677"/>
                      <a:pt x="661" y="677"/>
                    </a:cubicBezTo>
                    <a:cubicBezTo>
                      <a:pt x="661" y="676"/>
                      <a:pt x="661" y="676"/>
                      <a:pt x="661" y="676"/>
                    </a:cubicBezTo>
                    <a:cubicBezTo>
                      <a:pt x="662" y="675"/>
                      <a:pt x="662" y="675"/>
                      <a:pt x="662" y="675"/>
                    </a:cubicBezTo>
                    <a:cubicBezTo>
                      <a:pt x="662" y="672"/>
                      <a:pt x="662" y="672"/>
                      <a:pt x="662" y="672"/>
                    </a:cubicBezTo>
                    <a:cubicBezTo>
                      <a:pt x="661" y="670"/>
                      <a:pt x="661" y="670"/>
                      <a:pt x="661" y="670"/>
                    </a:cubicBezTo>
                    <a:cubicBezTo>
                      <a:pt x="662" y="668"/>
                      <a:pt x="662" y="668"/>
                      <a:pt x="662" y="668"/>
                    </a:cubicBezTo>
                    <a:cubicBezTo>
                      <a:pt x="662" y="667"/>
                      <a:pt x="662" y="667"/>
                      <a:pt x="662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3" y="668"/>
                      <a:pt x="663" y="668"/>
                      <a:pt x="663" y="668"/>
                    </a:cubicBezTo>
                    <a:cubicBezTo>
                      <a:pt x="663" y="670"/>
                      <a:pt x="663" y="670"/>
                      <a:pt x="663" y="670"/>
                    </a:cubicBezTo>
                    <a:cubicBezTo>
                      <a:pt x="663" y="671"/>
                      <a:pt x="663" y="671"/>
                      <a:pt x="663" y="671"/>
                    </a:cubicBezTo>
                    <a:cubicBezTo>
                      <a:pt x="663" y="673"/>
                      <a:pt x="663" y="673"/>
                      <a:pt x="663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4" y="674"/>
                      <a:pt x="664" y="674"/>
                      <a:pt x="664" y="674"/>
                    </a:cubicBezTo>
                    <a:cubicBezTo>
                      <a:pt x="664" y="678"/>
                      <a:pt x="664" y="678"/>
                      <a:pt x="664" y="678"/>
                    </a:cubicBezTo>
                    <a:cubicBezTo>
                      <a:pt x="665" y="678"/>
                      <a:pt x="665" y="678"/>
                      <a:pt x="665" y="678"/>
                    </a:cubicBezTo>
                    <a:cubicBezTo>
                      <a:pt x="666" y="680"/>
                      <a:pt x="666" y="680"/>
                      <a:pt x="666" y="680"/>
                    </a:cubicBezTo>
                    <a:cubicBezTo>
                      <a:pt x="666" y="682"/>
                      <a:pt x="666" y="682"/>
                      <a:pt x="666" y="682"/>
                    </a:cubicBezTo>
                    <a:cubicBezTo>
                      <a:pt x="665" y="684"/>
                      <a:pt x="665" y="684"/>
                      <a:pt x="665" y="684"/>
                    </a:cubicBezTo>
                    <a:cubicBezTo>
                      <a:pt x="665" y="685"/>
                      <a:pt x="665" y="685"/>
                      <a:pt x="665" y="685"/>
                    </a:cubicBezTo>
                    <a:cubicBezTo>
                      <a:pt x="666" y="686"/>
                      <a:pt x="666" y="686"/>
                      <a:pt x="666" y="686"/>
                    </a:cubicBezTo>
                    <a:cubicBezTo>
                      <a:pt x="665" y="686"/>
                      <a:pt x="665" y="686"/>
                      <a:pt x="665" y="686"/>
                    </a:cubicBezTo>
                    <a:cubicBezTo>
                      <a:pt x="665" y="689"/>
                      <a:pt x="665" y="689"/>
                      <a:pt x="665" y="689"/>
                    </a:cubicBezTo>
                    <a:cubicBezTo>
                      <a:pt x="668" y="693"/>
                      <a:pt x="668" y="693"/>
                      <a:pt x="668" y="693"/>
                    </a:cubicBezTo>
                    <a:cubicBezTo>
                      <a:pt x="668" y="694"/>
                      <a:pt x="668" y="694"/>
                      <a:pt x="668" y="694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7"/>
                      <a:pt x="668" y="697"/>
                      <a:pt x="668" y="697"/>
                    </a:cubicBezTo>
                    <a:cubicBezTo>
                      <a:pt x="669" y="699"/>
                      <a:pt x="669" y="699"/>
                      <a:pt x="669" y="699"/>
                    </a:cubicBezTo>
                    <a:cubicBezTo>
                      <a:pt x="668" y="699"/>
                      <a:pt x="668" y="699"/>
                      <a:pt x="668" y="699"/>
                    </a:cubicBezTo>
                    <a:cubicBezTo>
                      <a:pt x="670" y="702"/>
                      <a:pt x="670" y="702"/>
                      <a:pt x="670" y="702"/>
                    </a:cubicBezTo>
                    <a:cubicBezTo>
                      <a:pt x="670" y="704"/>
                      <a:pt x="670" y="704"/>
                      <a:pt x="670" y="704"/>
                    </a:cubicBezTo>
                    <a:cubicBezTo>
                      <a:pt x="673" y="710"/>
                      <a:pt x="673" y="710"/>
                      <a:pt x="673" y="710"/>
                    </a:cubicBezTo>
                    <a:cubicBezTo>
                      <a:pt x="673" y="714"/>
                      <a:pt x="673" y="714"/>
                      <a:pt x="673" y="714"/>
                    </a:cubicBezTo>
                    <a:cubicBezTo>
                      <a:pt x="674" y="717"/>
                      <a:pt x="674" y="717"/>
                      <a:pt x="674" y="717"/>
                    </a:cubicBezTo>
                    <a:cubicBezTo>
                      <a:pt x="675" y="718"/>
                      <a:pt x="675" y="718"/>
                      <a:pt x="675" y="718"/>
                    </a:cubicBezTo>
                    <a:cubicBezTo>
                      <a:pt x="676" y="720"/>
                      <a:pt x="676" y="720"/>
                      <a:pt x="676" y="720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6"/>
                      <a:pt x="679" y="726"/>
                      <a:pt x="679" y="726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30"/>
                      <a:pt x="681" y="730"/>
                      <a:pt x="681" y="730"/>
                    </a:cubicBezTo>
                    <a:cubicBezTo>
                      <a:pt x="682" y="732"/>
                      <a:pt x="682" y="732"/>
                      <a:pt x="682" y="732"/>
                    </a:cubicBezTo>
                    <a:cubicBezTo>
                      <a:pt x="683" y="733"/>
                      <a:pt x="683" y="733"/>
                      <a:pt x="683" y="733"/>
                    </a:cubicBezTo>
                    <a:cubicBezTo>
                      <a:pt x="684" y="735"/>
                      <a:pt x="684" y="735"/>
                      <a:pt x="684" y="735"/>
                    </a:cubicBezTo>
                    <a:cubicBezTo>
                      <a:pt x="685" y="739"/>
                      <a:pt x="685" y="739"/>
                      <a:pt x="685" y="739"/>
                    </a:cubicBezTo>
                    <a:cubicBezTo>
                      <a:pt x="686" y="740"/>
                      <a:pt x="686" y="740"/>
                      <a:pt x="686" y="740"/>
                    </a:cubicBezTo>
                    <a:cubicBezTo>
                      <a:pt x="686" y="743"/>
                      <a:pt x="686" y="743"/>
                      <a:pt x="686" y="743"/>
                    </a:cubicBezTo>
                    <a:cubicBezTo>
                      <a:pt x="687" y="744"/>
                      <a:pt x="687" y="744"/>
                      <a:pt x="687" y="744"/>
                    </a:cubicBezTo>
                    <a:cubicBezTo>
                      <a:pt x="687" y="746"/>
                      <a:pt x="687" y="746"/>
                      <a:pt x="687" y="746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1" y="750"/>
                      <a:pt x="691" y="750"/>
                      <a:pt x="691" y="750"/>
                    </a:cubicBezTo>
                    <a:cubicBezTo>
                      <a:pt x="694" y="752"/>
                      <a:pt x="694" y="752"/>
                      <a:pt x="694" y="752"/>
                    </a:cubicBezTo>
                    <a:cubicBezTo>
                      <a:pt x="694" y="755"/>
                      <a:pt x="694" y="755"/>
                      <a:pt x="694" y="755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8"/>
                      <a:pt x="695" y="758"/>
                      <a:pt x="695" y="758"/>
                    </a:cubicBezTo>
                    <a:cubicBezTo>
                      <a:pt x="697" y="761"/>
                      <a:pt x="697" y="761"/>
                      <a:pt x="697" y="761"/>
                    </a:cubicBezTo>
                    <a:cubicBezTo>
                      <a:pt x="698" y="764"/>
                      <a:pt x="698" y="764"/>
                      <a:pt x="698" y="764"/>
                    </a:cubicBezTo>
                    <a:cubicBezTo>
                      <a:pt x="698" y="767"/>
                      <a:pt x="698" y="767"/>
                      <a:pt x="698" y="767"/>
                    </a:cubicBezTo>
                    <a:cubicBezTo>
                      <a:pt x="701" y="772"/>
                      <a:pt x="701" y="772"/>
                      <a:pt x="701" y="772"/>
                    </a:cubicBezTo>
                    <a:cubicBezTo>
                      <a:pt x="703" y="775"/>
                      <a:pt x="703" y="775"/>
                      <a:pt x="703" y="775"/>
                    </a:cubicBezTo>
                    <a:cubicBezTo>
                      <a:pt x="705" y="777"/>
                      <a:pt x="705" y="777"/>
                      <a:pt x="705" y="777"/>
                    </a:cubicBezTo>
                    <a:cubicBezTo>
                      <a:pt x="708" y="777"/>
                      <a:pt x="708" y="777"/>
                      <a:pt x="708" y="777"/>
                    </a:cubicBezTo>
                    <a:cubicBezTo>
                      <a:pt x="712" y="775"/>
                      <a:pt x="712" y="775"/>
                      <a:pt x="712" y="775"/>
                    </a:cubicBezTo>
                    <a:cubicBezTo>
                      <a:pt x="713" y="772"/>
                      <a:pt x="713" y="772"/>
                      <a:pt x="713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3" y="771"/>
                      <a:pt x="713" y="771"/>
                      <a:pt x="713" y="771"/>
                    </a:cubicBezTo>
                    <a:cubicBezTo>
                      <a:pt x="713" y="770"/>
                      <a:pt x="713" y="770"/>
                      <a:pt x="713" y="770"/>
                    </a:cubicBezTo>
                    <a:cubicBezTo>
                      <a:pt x="715" y="769"/>
                      <a:pt x="715" y="769"/>
                      <a:pt x="715" y="769"/>
                    </a:cubicBezTo>
                    <a:cubicBezTo>
                      <a:pt x="716" y="769"/>
                      <a:pt x="716" y="769"/>
                      <a:pt x="716" y="769"/>
                    </a:cubicBezTo>
                    <a:cubicBezTo>
                      <a:pt x="719" y="768"/>
                      <a:pt x="719" y="768"/>
                      <a:pt x="719" y="768"/>
                    </a:cubicBezTo>
                    <a:cubicBezTo>
                      <a:pt x="720" y="768"/>
                      <a:pt x="720" y="768"/>
                      <a:pt x="720" y="768"/>
                    </a:cubicBezTo>
                    <a:cubicBezTo>
                      <a:pt x="721" y="772"/>
                      <a:pt x="721" y="772"/>
                      <a:pt x="721" y="772"/>
                    </a:cubicBezTo>
                    <a:cubicBezTo>
                      <a:pt x="721" y="768"/>
                      <a:pt x="721" y="768"/>
                      <a:pt x="721" y="768"/>
                    </a:cubicBezTo>
                    <a:cubicBezTo>
                      <a:pt x="721" y="767"/>
                      <a:pt x="721" y="767"/>
                      <a:pt x="721" y="767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1"/>
                      <a:pt x="721" y="761"/>
                      <a:pt x="721" y="761"/>
                    </a:cubicBezTo>
                    <a:cubicBezTo>
                      <a:pt x="723" y="760"/>
                      <a:pt x="723" y="760"/>
                      <a:pt x="723" y="760"/>
                    </a:cubicBezTo>
                    <a:cubicBezTo>
                      <a:pt x="723" y="761"/>
                      <a:pt x="723" y="761"/>
                      <a:pt x="723" y="761"/>
                    </a:cubicBezTo>
                    <a:cubicBezTo>
                      <a:pt x="725" y="760"/>
                      <a:pt x="725" y="760"/>
                      <a:pt x="725" y="760"/>
                    </a:cubicBezTo>
                    <a:cubicBezTo>
                      <a:pt x="725" y="758"/>
                      <a:pt x="725" y="758"/>
                      <a:pt x="725" y="758"/>
                    </a:cubicBezTo>
                    <a:cubicBezTo>
                      <a:pt x="725" y="752"/>
                      <a:pt x="725" y="752"/>
                      <a:pt x="725" y="752"/>
                    </a:cubicBezTo>
                    <a:cubicBezTo>
                      <a:pt x="724" y="751"/>
                      <a:pt x="724" y="751"/>
                      <a:pt x="724" y="751"/>
                    </a:cubicBezTo>
                    <a:cubicBezTo>
                      <a:pt x="724" y="748"/>
                      <a:pt x="724" y="748"/>
                      <a:pt x="724" y="748"/>
                    </a:cubicBezTo>
                    <a:cubicBezTo>
                      <a:pt x="726" y="745"/>
                      <a:pt x="726" y="745"/>
                      <a:pt x="726" y="745"/>
                    </a:cubicBezTo>
                    <a:cubicBezTo>
                      <a:pt x="728" y="740"/>
                      <a:pt x="728" y="740"/>
                      <a:pt x="728" y="740"/>
                    </a:cubicBezTo>
                    <a:cubicBezTo>
                      <a:pt x="727" y="736"/>
                      <a:pt x="727" y="736"/>
                      <a:pt x="727" y="736"/>
                    </a:cubicBezTo>
                    <a:cubicBezTo>
                      <a:pt x="726" y="735"/>
                      <a:pt x="726" y="735"/>
                      <a:pt x="726" y="735"/>
                    </a:cubicBezTo>
                    <a:cubicBezTo>
                      <a:pt x="726" y="730"/>
                      <a:pt x="726" y="730"/>
                      <a:pt x="726" y="730"/>
                    </a:cubicBezTo>
                    <a:cubicBezTo>
                      <a:pt x="725" y="728"/>
                      <a:pt x="725" y="728"/>
                      <a:pt x="725" y="728"/>
                    </a:cubicBezTo>
                    <a:cubicBezTo>
                      <a:pt x="727" y="727"/>
                      <a:pt x="727" y="727"/>
                      <a:pt x="727" y="727"/>
                    </a:cubicBezTo>
                    <a:cubicBezTo>
                      <a:pt x="725" y="723"/>
                      <a:pt x="725" y="723"/>
                      <a:pt x="725" y="723"/>
                    </a:cubicBezTo>
                    <a:cubicBezTo>
                      <a:pt x="725" y="721"/>
                      <a:pt x="725" y="721"/>
                      <a:pt x="725" y="721"/>
                    </a:cubicBezTo>
                    <a:cubicBezTo>
                      <a:pt x="726" y="720"/>
                      <a:pt x="726" y="720"/>
                      <a:pt x="726" y="720"/>
                    </a:cubicBezTo>
                    <a:cubicBezTo>
                      <a:pt x="728" y="718"/>
                      <a:pt x="728" y="718"/>
                      <a:pt x="728" y="718"/>
                    </a:cubicBezTo>
                    <a:cubicBezTo>
                      <a:pt x="729" y="719"/>
                      <a:pt x="729" y="719"/>
                      <a:pt x="729" y="719"/>
                    </a:cubicBezTo>
                    <a:cubicBezTo>
                      <a:pt x="731" y="719"/>
                      <a:pt x="731" y="719"/>
                      <a:pt x="731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5"/>
                      <a:pt x="733" y="715"/>
                      <a:pt x="733" y="715"/>
                    </a:cubicBezTo>
                    <a:cubicBezTo>
                      <a:pt x="734" y="714"/>
                      <a:pt x="734" y="714"/>
                      <a:pt x="734" y="714"/>
                    </a:cubicBezTo>
                    <a:cubicBezTo>
                      <a:pt x="737" y="714"/>
                      <a:pt x="737" y="714"/>
                      <a:pt x="737" y="714"/>
                    </a:cubicBezTo>
                    <a:cubicBezTo>
                      <a:pt x="739" y="713"/>
                      <a:pt x="739" y="713"/>
                      <a:pt x="739" y="713"/>
                    </a:cubicBezTo>
                    <a:cubicBezTo>
                      <a:pt x="741" y="711"/>
                      <a:pt x="741" y="711"/>
                      <a:pt x="741" y="711"/>
                    </a:cubicBezTo>
                    <a:cubicBezTo>
                      <a:pt x="740" y="709"/>
                      <a:pt x="740" y="709"/>
                      <a:pt x="740" y="709"/>
                    </a:cubicBezTo>
                    <a:cubicBezTo>
                      <a:pt x="741" y="708"/>
                      <a:pt x="741" y="708"/>
                      <a:pt x="741" y="708"/>
                    </a:cubicBezTo>
                    <a:cubicBezTo>
                      <a:pt x="742" y="706"/>
                      <a:pt x="742" y="706"/>
                      <a:pt x="742" y="706"/>
                    </a:cubicBezTo>
                    <a:cubicBezTo>
                      <a:pt x="745" y="705"/>
                      <a:pt x="745" y="705"/>
                      <a:pt x="745" y="705"/>
                    </a:cubicBezTo>
                    <a:cubicBezTo>
                      <a:pt x="747" y="704"/>
                      <a:pt x="747" y="704"/>
                      <a:pt x="747" y="704"/>
                    </a:cubicBezTo>
                    <a:cubicBezTo>
                      <a:pt x="748" y="702"/>
                      <a:pt x="748" y="702"/>
                      <a:pt x="748" y="702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6" y="693"/>
                      <a:pt x="756" y="693"/>
                      <a:pt x="756" y="693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0" y="687"/>
                      <a:pt x="760" y="687"/>
                      <a:pt x="760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7" y="686"/>
                      <a:pt x="767" y="686"/>
                      <a:pt x="767" y="686"/>
                    </a:cubicBezTo>
                    <a:cubicBezTo>
                      <a:pt x="767" y="685"/>
                      <a:pt x="767" y="685"/>
                      <a:pt x="767" y="685"/>
                    </a:cubicBezTo>
                    <a:cubicBezTo>
                      <a:pt x="770" y="683"/>
                      <a:pt x="770" y="683"/>
                      <a:pt x="770" y="683"/>
                    </a:cubicBezTo>
                    <a:cubicBezTo>
                      <a:pt x="769" y="682"/>
                      <a:pt x="769" y="682"/>
                      <a:pt x="769" y="682"/>
                    </a:cubicBezTo>
                    <a:cubicBezTo>
                      <a:pt x="770" y="682"/>
                      <a:pt x="770" y="682"/>
                      <a:pt x="770" y="682"/>
                    </a:cubicBezTo>
                    <a:cubicBezTo>
                      <a:pt x="770" y="681"/>
                      <a:pt x="770" y="681"/>
                      <a:pt x="770" y="681"/>
                    </a:cubicBezTo>
                    <a:cubicBezTo>
                      <a:pt x="773" y="679"/>
                      <a:pt x="773" y="679"/>
                      <a:pt x="773" y="679"/>
                    </a:cubicBezTo>
                    <a:cubicBezTo>
                      <a:pt x="772" y="679"/>
                      <a:pt x="772" y="679"/>
                      <a:pt x="772" y="679"/>
                    </a:cubicBezTo>
                    <a:cubicBezTo>
                      <a:pt x="772" y="678"/>
                      <a:pt x="772" y="678"/>
                      <a:pt x="772" y="678"/>
                    </a:cubicBezTo>
                    <a:cubicBezTo>
                      <a:pt x="771" y="677"/>
                      <a:pt x="771" y="677"/>
                      <a:pt x="771" y="677"/>
                    </a:cubicBezTo>
                    <a:cubicBezTo>
                      <a:pt x="771" y="676"/>
                      <a:pt x="771" y="676"/>
                      <a:pt x="771" y="676"/>
                    </a:cubicBezTo>
                    <a:cubicBezTo>
                      <a:pt x="771" y="675"/>
                      <a:pt x="771" y="675"/>
                      <a:pt x="771" y="675"/>
                    </a:cubicBezTo>
                    <a:cubicBezTo>
                      <a:pt x="772" y="674"/>
                      <a:pt x="772" y="674"/>
                      <a:pt x="772" y="674"/>
                    </a:cubicBezTo>
                    <a:cubicBezTo>
                      <a:pt x="772" y="673"/>
                      <a:pt x="772" y="673"/>
                      <a:pt x="772" y="673"/>
                    </a:cubicBezTo>
                    <a:cubicBezTo>
                      <a:pt x="777" y="672"/>
                      <a:pt x="777" y="672"/>
                      <a:pt x="777" y="672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3"/>
                      <a:pt x="777" y="673"/>
                      <a:pt x="777" y="673"/>
                    </a:cubicBezTo>
                    <a:cubicBezTo>
                      <a:pt x="779" y="672"/>
                      <a:pt x="779" y="672"/>
                      <a:pt x="779" y="672"/>
                    </a:cubicBezTo>
                    <a:cubicBezTo>
                      <a:pt x="779" y="671"/>
                      <a:pt x="779" y="671"/>
                      <a:pt x="779" y="671"/>
                    </a:cubicBezTo>
                    <a:cubicBezTo>
                      <a:pt x="779" y="673"/>
                      <a:pt x="779" y="673"/>
                      <a:pt x="779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1" y="673"/>
                      <a:pt x="781" y="673"/>
                      <a:pt x="781" y="673"/>
                    </a:cubicBezTo>
                    <a:cubicBezTo>
                      <a:pt x="782" y="673"/>
                      <a:pt x="782" y="673"/>
                      <a:pt x="782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5" y="673"/>
                      <a:pt x="785" y="673"/>
                      <a:pt x="785" y="673"/>
                    </a:cubicBezTo>
                    <a:cubicBezTo>
                      <a:pt x="785" y="672"/>
                      <a:pt x="785" y="672"/>
                      <a:pt x="785" y="672"/>
                    </a:cubicBezTo>
                    <a:cubicBezTo>
                      <a:pt x="786" y="673"/>
                      <a:pt x="786" y="673"/>
                      <a:pt x="786" y="673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9" y="671"/>
                      <a:pt x="789" y="671"/>
                      <a:pt x="789" y="671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69"/>
                      <a:pt x="792" y="669"/>
                      <a:pt x="792" y="669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4" y="671"/>
                      <a:pt x="794" y="671"/>
                      <a:pt x="794" y="671"/>
                    </a:cubicBezTo>
                    <a:cubicBezTo>
                      <a:pt x="795" y="668"/>
                      <a:pt x="795" y="668"/>
                      <a:pt x="795" y="668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7" y="666"/>
                      <a:pt x="797" y="666"/>
                      <a:pt x="797" y="666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9" y="667"/>
                      <a:pt x="799" y="667"/>
                      <a:pt x="799" y="667"/>
                    </a:cubicBezTo>
                    <a:cubicBezTo>
                      <a:pt x="800" y="668"/>
                      <a:pt x="800" y="668"/>
                      <a:pt x="800" y="668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3" y="665"/>
                      <a:pt x="803" y="665"/>
                      <a:pt x="803" y="665"/>
                    </a:cubicBezTo>
                    <a:cubicBezTo>
                      <a:pt x="804" y="664"/>
                      <a:pt x="804" y="664"/>
                      <a:pt x="804" y="664"/>
                    </a:cubicBezTo>
                    <a:cubicBezTo>
                      <a:pt x="805" y="667"/>
                      <a:pt x="805" y="667"/>
                      <a:pt x="805" y="667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5" y="670"/>
                      <a:pt x="805" y="670"/>
                      <a:pt x="805" y="670"/>
                    </a:cubicBezTo>
                    <a:cubicBezTo>
                      <a:pt x="806" y="671"/>
                      <a:pt x="806" y="671"/>
                      <a:pt x="806" y="671"/>
                    </a:cubicBezTo>
                    <a:cubicBezTo>
                      <a:pt x="805" y="673"/>
                      <a:pt x="805" y="673"/>
                      <a:pt x="805" y="673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8" y="676"/>
                      <a:pt x="808" y="676"/>
                      <a:pt x="808" y="676"/>
                    </a:cubicBezTo>
                    <a:cubicBezTo>
                      <a:pt x="810" y="679"/>
                      <a:pt x="810" y="679"/>
                      <a:pt x="810" y="679"/>
                    </a:cubicBezTo>
                    <a:cubicBezTo>
                      <a:pt x="811" y="679"/>
                      <a:pt x="811" y="679"/>
                      <a:pt x="811" y="679"/>
                    </a:cubicBezTo>
                    <a:cubicBezTo>
                      <a:pt x="811" y="680"/>
                      <a:pt x="811" y="680"/>
                      <a:pt x="811" y="680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7" y="686"/>
                      <a:pt x="817" y="686"/>
                      <a:pt x="817" y="686"/>
                    </a:cubicBezTo>
                    <a:cubicBezTo>
                      <a:pt x="816" y="684"/>
                      <a:pt x="816" y="684"/>
                      <a:pt x="816" y="684"/>
                    </a:cubicBezTo>
                    <a:cubicBezTo>
                      <a:pt x="817" y="684"/>
                      <a:pt x="817" y="684"/>
                      <a:pt x="817" y="684"/>
                    </a:cubicBezTo>
                    <a:cubicBezTo>
                      <a:pt x="818" y="684"/>
                      <a:pt x="818" y="684"/>
                      <a:pt x="818" y="684"/>
                    </a:cubicBezTo>
                    <a:cubicBezTo>
                      <a:pt x="819" y="685"/>
                      <a:pt x="819" y="685"/>
                      <a:pt x="819" y="685"/>
                    </a:cubicBezTo>
                    <a:cubicBezTo>
                      <a:pt x="821" y="686"/>
                      <a:pt x="821" y="686"/>
                      <a:pt x="821" y="686"/>
                    </a:cubicBezTo>
                    <a:cubicBezTo>
                      <a:pt x="823" y="687"/>
                      <a:pt x="823" y="687"/>
                      <a:pt x="823" y="687"/>
                    </a:cubicBezTo>
                    <a:cubicBezTo>
                      <a:pt x="823" y="688"/>
                      <a:pt x="823" y="688"/>
                      <a:pt x="823" y="688"/>
                    </a:cubicBezTo>
                    <a:cubicBezTo>
                      <a:pt x="822" y="688"/>
                      <a:pt x="822" y="688"/>
                      <a:pt x="822" y="688"/>
                    </a:cubicBezTo>
                    <a:cubicBezTo>
                      <a:pt x="822" y="687"/>
                      <a:pt x="822" y="687"/>
                      <a:pt x="822" y="687"/>
                    </a:cubicBezTo>
                    <a:cubicBezTo>
                      <a:pt x="820" y="688"/>
                      <a:pt x="820" y="688"/>
                      <a:pt x="820" y="688"/>
                    </a:cubicBezTo>
                    <a:cubicBezTo>
                      <a:pt x="818" y="688"/>
                      <a:pt x="818" y="688"/>
                      <a:pt x="818" y="688"/>
                    </a:cubicBezTo>
                    <a:cubicBezTo>
                      <a:pt x="818" y="690"/>
                      <a:pt x="818" y="690"/>
                      <a:pt x="818" y="690"/>
                    </a:cubicBezTo>
                    <a:cubicBezTo>
                      <a:pt x="819" y="691"/>
                      <a:pt x="819" y="691"/>
                      <a:pt x="819" y="691"/>
                    </a:cubicBezTo>
                    <a:cubicBezTo>
                      <a:pt x="820" y="691"/>
                      <a:pt x="820" y="691"/>
                      <a:pt x="820" y="691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19" y="694"/>
                      <a:pt x="819" y="694"/>
                      <a:pt x="819" y="694"/>
                    </a:cubicBezTo>
                    <a:cubicBezTo>
                      <a:pt x="820" y="696"/>
                      <a:pt x="820" y="696"/>
                      <a:pt x="820" y="696"/>
                    </a:cubicBezTo>
                    <a:cubicBezTo>
                      <a:pt x="822" y="697"/>
                      <a:pt x="822" y="697"/>
                      <a:pt x="822" y="697"/>
                    </a:cubicBezTo>
                    <a:cubicBezTo>
                      <a:pt x="823" y="695"/>
                      <a:pt x="823" y="695"/>
                      <a:pt x="823" y="695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5" y="693"/>
                      <a:pt x="825" y="693"/>
                      <a:pt x="825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6" y="695"/>
                      <a:pt x="826" y="695"/>
                      <a:pt x="826" y="695"/>
                    </a:cubicBezTo>
                    <a:cubicBezTo>
                      <a:pt x="826" y="697"/>
                      <a:pt x="826" y="697"/>
                      <a:pt x="826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702"/>
                      <a:pt x="828" y="702"/>
                      <a:pt x="828" y="702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29" y="706"/>
                      <a:pt x="829" y="706"/>
                      <a:pt x="829" y="706"/>
                    </a:cubicBezTo>
                    <a:cubicBezTo>
                      <a:pt x="827" y="714"/>
                      <a:pt x="827" y="714"/>
                      <a:pt x="827" y="714"/>
                    </a:cubicBezTo>
                    <a:cubicBezTo>
                      <a:pt x="828" y="715"/>
                      <a:pt x="828" y="715"/>
                      <a:pt x="828" y="715"/>
                    </a:cubicBezTo>
                    <a:cubicBezTo>
                      <a:pt x="828" y="716"/>
                      <a:pt x="828" y="716"/>
                      <a:pt x="828" y="716"/>
                    </a:cubicBezTo>
                    <a:cubicBezTo>
                      <a:pt x="828" y="718"/>
                      <a:pt x="828" y="718"/>
                      <a:pt x="828" y="718"/>
                    </a:cubicBezTo>
                    <a:cubicBezTo>
                      <a:pt x="829" y="716"/>
                      <a:pt x="829" y="716"/>
                      <a:pt x="829" y="716"/>
                    </a:cubicBezTo>
                    <a:cubicBezTo>
                      <a:pt x="829" y="718"/>
                      <a:pt x="829" y="718"/>
                      <a:pt x="829" y="718"/>
                    </a:cubicBezTo>
                    <a:cubicBezTo>
                      <a:pt x="831" y="718"/>
                      <a:pt x="831" y="718"/>
                      <a:pt x="831" y="718"/>
                    </a:cubicBezTo>
                    <a:cubicBezTo>
                      <a:pt x="832" y="717"/>
                      <a:pt x="832" y="717"/>
                      <a:pt x="832" y="717"/>
                    </a:cubicBezTo>
                    <a:cubicBezTo>
                      <a:pt x="833" y="716"/>
                      <a:pt x="833" y="716"/>
                      <a:pt x="833" y="716"/>
                    </a:cubicBezTo>
                    <a:cubicBezTo>
                      <a:pt x="834" y="717"/>
                      <a:pt x="834" y="717"/>
                      <a:pt x="834" y="717"/>
                    </a:cubicBezTo>
                    <a:cubicBezTo>
                      <a:pt x="835" y="717"/>
                      <a:pt x="835" y="717"/>
                      <a:pt x="835" y="717"/>
                    </a:cubicBezTo>
                    <a:cubicBezTo>
                      <a:pt x="835" y="716"/>
                      <a:pt x="835" y="716"/>
                      <a:pt x="835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7" y="716"/>
                      <a:pt x="837" y="716"/>
                      <a:pt x="837" y="716"/>
                    </a:cubicBezTo>
                    <a:cubicBezTo>
                      <a:pt x="841" y="714"/>
                      <a:pt x="841" y="714"/>
                      <a:pt x="841" y="714"/>
                    </a:cubicBezTo>
                    <a:lnTo>
                      <a:pt x="841" y="713"/>
                    </a:lnTo>
                    <a:close/>
                    <a:moveTo>
                      <a:pt x="863" y="764"/>
                    </a:move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3"/>
                      <a:pt x="863" y="763"/>
                      <a:pt x="863" y="763"/>
                    </a:cubicBezTo>
                    <a:lnTo>
                      <a:pt x="863" y="764"/>
                    </a:lnTo>
                    <a:close/>
                    <a:moveTo>
                      <a:pt x="1007" y="635"/>
                    </a:moveTo>
                    <a:cubicBezTo>
                      <a:pt x="1007" y="635"/>
                      <a:pt x="1007" y="635"/>
                      <a:pt x="1007" y="635"/>
                    </a:cubicBezTo>
                    <a:cubicBezTo>
                      <a:pt x="1007" y="636"/>
                      <a:pt x="1007" y="636"/>
                      <a:pt x="1007" y="636"/>
                    </a:cubicBezTo>
                    <a:cubicBezTo>
                      <a:pt x="1007" y="635"/>
                      <a:pt x="1007" y="635"/>
                      <a:pt x="1007" y="635"/>
                    </a:cubicBezTo>
                    <a:close/>
                    <a:moveTo>
                      <a:pt x="1012" y="578"/>
                    </a:moveTo>
                    <a:cubicBezTo>
                      <a:pt x="1012" y="578"/>
                      <a:pt x="1012" y="578"/>
                      <a:pt x="1012" y="578"/>
                    </a:cubicBezTo>
                    <a:cubicBezTo>
                      <a:pt x="1012" y="578"/>
                      <a:pt x="1012" y="578"/>
                      <a:pt x="1012" y="578"/>
                    </a:cubicBezTo>
                    <a:close/>
                    <a:moveTo>
                      <a:pt x="1010" y="579"/>
                    </a:moveTo>
                    <a:cubicBezTo>
                      <a:pt x="1010" y="579"/>
                      <a:pt x="1010" y="579"/>
                      <a:pt x="1010" y="579"/>
                    </a:cubicBezTo>
                    <a:cubicBezTo>
                      <a:pt x="1011" y="580"/>
                      <a:pt x="1011" y="580"/>
                      <a:pt x="1011" y="580"/>
                    </a:cubicBezTo>
                    <a:cubicBezTo>
                      <a:pt x="1009" y="579"/>
                      <a:pt x="1009" y="579"/>
                      <a:pt x="1009" y="579"/>
                    </a:cubicBezTo>
                    <a:lnTo>
                      <a:pt x="1010" y="579"/>
                    </a:lnTo>
                    <a:close/>
                    <a:moveTo>
                      <a:pt x="1054" y="546"/>
                    </a:moveTo>
                    <a:cubicBezTo>
                      <a:pt x="1054" y="546"/>
                      <a:pt x="1054" y="546"/>
                      <a:pt x="1054" y="546"/>
                    </a:cubicBezTo>
                    <a:cubicBezTo>
                      <a:pt x="1054" y="547"/>
                      <a:pt x="1054" y="547"/>
                      <a:pt x="1054" y="547"/>
                    </a:cubicBezTo>
                    <a:cubicBezTo>
                      <a:pt x="1053" y="546"/>
                      <a:pt x="1053" y="546"/>
                      <a:pt x="1053" y="546"/>
                    </a:cubicBezTo>
                    <a:cubicBezTo>
                      <a:pt x="1053" y="546"/>
                      <a:pt x="1053" y="546"/>
                      <a:pt x="1053" y="546"/>
                    </a:cubicBezTo>
                    <a:lnTo>
                      <a:pt x="1054" y="546"/>
                    </a:lnTo>
                    <a:close/>
                    <a:moveTo>
                      <a:pt x="1044" y="551"/>
                    </a:move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1"/>
                      <a:pt x="1044" y="551"/>
                      <a:pt x="1044" y="551"/>
                    </a:cubicBezTo>
                    <a:cubicBezTo>
                      <a:pt x="1044" y="551"/>
                      <a:pt x="1044" y="551"/>
                      <a:pt x="1044" y="551"/>
                    </a:cubicBezTo>
                    <a:close/>
                    <a:moveTo>
                      <a:pt x="1043" y="549"/>
                    </a:moveTo>
                    <a:cubicBezTo>
                      <a:pt x="1043" y="550"/>
                      <a:pt x="1043" y="550"/>
                      <a:pt x="1043" y="550"/>
                    </a:cubicBezTo>
                    <a:cubicBezTo>
                      <a:pt x="1043" y="549"/>
                      <a:pt x="1043" y="549"/>
                      <a:pt x="1043" y="549"/>
                    </a:cubicBezTo>
                    <a:close/>
                    <a:moveTo>
                      <a:pt x="1052" y="321"/>
                    </a:moveTo>
                    <a:cubicBezTo>
                      <a:pt x="1052" y="322"/>
                      <a:pt x="1052" y="322"/>
                      <a:pt x="1052" y="322"/>
                    </a:cubicBezTo>
                    <a:cubicBezTo>
                      <a:pt x="1052" y="321"/>
                      <a:pt x="1052" y="321"/>
                      <a:pt x="1052" y="321"/>
                    </a:cubicBezTo>
                    <a:close/>
                    <a:moveTo>
                      <a:pt x="1051" y="323"/>
                    </a:moveTo>
                    <a:cubicBezTo>
                      <a:pt x="1052" y="323"/>
                      <a:pt x="1052" y="323"/>
                      <a:pt x="1052" y="323"/>
                    </a:cubicBezTo>
                    <a:cubicBezTo>
                      <a:pt x="1051" y="323"/>
                      <a:pt x="1051" y="323"/>
                      <a:pt x="1051" y="323"/>
                    </a:cubicBezTo>
                    <a:close/>
                    <a:moveTo>
                      <a:pt x="1207" y="263"/>
                    </a:moveTo>
                    <a:cubicBezTo>
                      <a:pt x="1208" y="263"/>
                      <a:pt x="1208" y="263"/>
                      <a:pt x="1208" y="263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6" y="265"/>
                      <a:pt x="1206" y="265"/>
                      <a:pt x="1206" y="265"/>
                    </a:cubicBezTo>
                    <a:cubicBezTo>
                      <a:pt x="1206" y="264"/>
                      <a:pt x="1206" y="264"/>
                      <a:pt x="1206" y="264"/>
                    </a:cubicBezTo>
                    <a:lnTo>
                      <a:pt x="1207" y="263"/>
                    </a:lnTo>
                    <a:close/>
                    <a:moveTo>
                      <a:pt x="1242" y="125"/>
                    </a:move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5"/>
                      <a:pt x="1243" y="125"/>
                      <a:pt x="1243" y="125"/>
                    </a:cubicBezTo>
                    <a:cubicBezTo>
                      <a:pt x="1243" y="126"/>
                      <a:pt x="1243" y="126"/>
                      <a:pt x="1243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lnTo>
                      <a:pt x="1242" y="125"/>
                    </a:lnTo>
                    <a:close/>
                    <a:moveTo>
                      <a:pt x="1235" y="25"/>
                    </a:moveTo>
                    <a:cubicBezTo>
                      <a:pt x="1234" y="25"/>
                      <a:pt x="1234" y="25"/>
                      <a:pt x="1234" y="25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6" y="24"/>
                      <a:pt x="1236" y="24"/>
                      <a:pt x="1236" y="24"/>
                    </a:cubicBezTo>
                    <a:lnTo>
                      <a:pt x="1235" y="25"/>
                    </a:lnTo>
                    <a:close/>
                    <a:moveTo>
                      <a:pt x="1216" y="106"/>
                    </a:moveTo>
                    <a:cubicBezTo>
                      <a:pt x="1217" y="106"/>
                      <a:pt x="1217" y="106"/>
                      <a:pt x="1217" y="106"/>
                    </a:cubicBezTo>
                    <a:cubicBezTo>
                      <a:pt x="1218" y="107"/>
                      <a:pt x="1218" y="107"/>
                      <a:pt x="1218" y="107"/>
                    </a:cubicBezTo>
                    <a:cubicBezTo>
                      <a:pt x="1221" y="105"/>
                      <a:pt x="1221" y="105"/>
                      <a:pt x="1221" y="105"/>
                    </a:cubicBezTo>
                    <a:cubicBezTo>
                      <a:pt x="1221" y="104"/>
                      <a:pt x="1221" y="104"/>
                      <a:pt x="1221" y="104"/>
                    </a:cubicBezTo>
                    <a:cubicBezTo>
                      <a:pt x="1222" y="106"/>
                      <a:pt x="1222" y="106"/>
                      <a:pt x="1222" y="106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4" y="107"/>
                      <a:pt x="1224" y="107"/>
                      <a:pt x="1224" y="107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2" y="107"/>
                      <a:pt x="1222" y="107"/>
                      <a:pt x="1222" y="107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8" y="109"/>
                      <a:pt x="1218" y="109"/>
                      <a:pt x="1218" y="109"/>
                    </a:cubicBezTo>
                    <a:cubicBezTo>
                      <a:pt x="1217" y="110"/>
                      <a:pt x="1217" y="110"/>
                      <a:pt x="1217" y="110"/>
                    </a:cubicBezTo>
                    <a:cubicBezTo>
                      <a:pt x="1217" y="112"/>
                      <a:pt x="1217" y="112"/>
                      <a:pt x="1217" y="112"/>
                    </a:cubicBezTo>
                    <a:cubicBezTo>
                      <a:pt x="1216" y="111"/>
                      <a:pt x="1216" y="111"/>
                      <a:pt x="1216" y="111"/>
                    </a:cubicBezTo>
                    <a:cubicBezTo>
                      <a:pt x="1217" y="109"/>
                      <a:pt x="1217" y="109"/>
                      <a:pt x="1217" y="109"/>
                    </a:cubicBezTo>
                    <a:cubicBezTo>
                      <a:pt x="1216" y="108"/>
                      <a:pt x="1216" y="108"/>
                      <a:pt x="1216" y="108"/>
                    </a:cubicBezTo>
                    <a:lnTo>
                      <a:pt x="1216" y="106"/>
                    </a:lnTo>
                    <a:close/>
                    <a:moveTo>
                      <a:pt x="1212" y="24"/>
                    </a:move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4" y="27"/>
                      <a:pt x="1214" y="27"/>
                      <a:pt x="1214" y="27"/>
                    </a:cubicBezTo>
                    <a:cubicBezTo>
                      <a:pt x="1216" y="27"/>
                      <a:pt x="1216" y="27"/>
                      <a:pt x="1216" y="27"/>
                    </a:cubicBezTo>
                    <a:cubicBezTo>
                      <a:pt x="1215" y="27"/>
                      <a:pt x="1215" y="27"/>
                      <a:pt x="1215" y="27"/>
                    </a:cubicBez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2" y="25"/>
                      <a:pt x="1212" y="25"/>
                      <a:pt x="1212" y="25"/>
                    </a:cubicBezTo>
                    <a:lnTo>
                      <a:pt x="1212" y="24"/>
                    </a:lnTo>
                    <a:close/>
                    <a:moveTo>
                      <a:pt x="1207" y="24"/>
                    </a:moveTo>
                    <a:cubicBezTo>
                      <a:pt x="1209" y="25"/>
                      <a:pt x="1209" y="25"/>
                      <a:pt x="1209" y="25"/>
                    </a:cubicBezTo>
                    <a:cubicBezTo>
                      <a:pt x="1208" y="25"/>
                      <a:pt x="1208" y="25"/>
                      <a:pt x="1208" y="25"/>
                    </a:cubicBezTo>
                    <a:cubicBezTo>
                      <a:pt x="1207" y="24"/>
                      <a:pt x="1207" y="24"/>
                      <a:pt x="1207" y="24"/>
                    </a:cubicBezTo>
                    <a:close/>
                    <a:moveTo>
                      <a:pt x="1068" y="52"/>
                    </a:move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8" y="56"/>
                      <a:pt x="1068" y="56"/>
                      <a:pt x="1068" y="56"/>
                    </a:cubicBezTo>
                    <a:cubicBezTo>
                      <a:pt x="1068" y="54"/>
                      <a:pt x="1068" y="54"/>
                      <a:pt x="1068" y="54"/>
                    </a:cubicBezTo>
                    <a:cubicBezTo>
                      <a:pt x="1068" y="54"/>
                      <a:pt x="1068" y="54"/>
                      <a:pt x="1068" y="54"/>
                    </a:cubicBezTo>
                    <a:lnTo>
                      <a:pt x="1068" y="52"/>
                    </a:lnTo>
                    <a:close/>
                    <a:moveTo>
                      <a:pt x="1068" y="56"/>
                    </a:moveTo>
                    <a:cubicBezTo>
                      <a:pt x="1070" y="58"/>
                      <a:pt x="1070" y="58"/>
                      <a:pt x="1070" y="58"/>
                    </a:cubicBezTo>
                    <a:cubicBezTo>
                      <a:pt x="1069" y="57"/>
                      <a:pt x="1069" y="57"/>
                      <a:pt x="1069" y="57"/>
                    </a:cubicBezTo>
                    <a:cubicBezTo>
                      <a:pt x="1068" y="57"/>
                      <a:pt x="1068" y="57"/>
                      <a:pt x="1068" y="57"/>
                    </a:cubicBezTo>
                    <a:lnTo>
                      <a:pt x="1068" y="56"/>
                    </a:lnTo>
                    <a:close/>
                    <a:moveTo>
                      <a:pt x="1064" y="54"/>
                    </a:moveTo>
                    <a:cubicBezTo>
                      <a:pt x="1065" y="54"/>
                      <a:pt x="1065" y="54"/>
                      <a:pt x="1065" y="54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6" y="55"/>
                      <a:pt x="1066" y="55"/>
                      <a:pt x="1066" y="55"/>
                    </a:cubicBezTo>
                    <a:cubicBezTo>
                      <a:pt x="1067" y="57"/>
                      <a:pt x="1067" y="57"/>
                      <a:pt x="1067" y="57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6" y="58"/>
                      <a:pt x="1066" y="58"/>
                      <a:pt x="1066" y="58"/>
                    </a:cubicBezTo>
                    <a:cubicBezTo>
                      <a:pt x="1066" y="59"/>
                      <a:pt x="1066" y="59"/>
                      <a:pt x="1066" y="59"/>
                    </a:cubicBezTo>
                    <a:cubicBezTo>
                      <a:pt x="1065" y="59"/>
                      <a:pt x="1065" y="59"/>
                      <a:pt x="1065" y="59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4" y="55"/>
                      <a:pt x="1064" y="55"/>
                      <a:pt x="1064" y="55"/>
                    </a:cubicBezTo>
                    <a:lnTo>
                      <a:pt x="1064" y="54"/>
                    </a:lnTo>
                    <a:close/>
                    <a:moveTo>
                      <a:pt x="945" y="675"/>
                    </a:moveTo>
                    <a:cubicBezTo>
                      <a:pt x="944" y="675"/>
                      <a:pt x="944" y="675"/>
                      <a:pt x="944" y="675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lnTo>
                      <a:pt x="945" y="675"/>
                    </a:lnTo>
                    <a:close/>
                    <a:moveTo>
                      <a:pt x="947" y="42"/>
                    </a:moveTo>
                    <a:cubicBezTo>
                      <a:pt x="946" y="44"/>
                      <a:pt x="946" y="44"/>
                      <a:pt x="946" y="44"/>
                    </a:cubicBezTo>
                    <a:cubicBezTo>
                      <a:pt x="946" y="46"/>
                      <a:pt x="946" y="46"/>
                      <a:pt x="946" y="46"/>
                    </a:cubicBezTo>
                    <a:cubicBezTo>
                      <a:pt x="944" y="47"/>
                      <a:pt x="944" y="47"/>
                      <a:pt x="944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6"/>
                      <a:pt x="943" y="46"/>
                      <a:pt x="943" y="46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3" y="45"/>
                      <a:pt x="943" y="45"/>
                      <a:pt x="943" y="45"/>
                    </a:cubicBezTo>
                    <a:cubicBezTo>
                      <a:pt x="944" y="42"/>
                      <a:pt x="944" y="42"/>
                      <a:pt x="944" y="42"/>
                    </a:cubicBezTo>
                    <a:cubicBezTo>
                      <a:pt x="944" y="39"/>
                      <a:pt x="944" y="39"/>
                      <a:pt x="944" y="39"/>
                    </a:cubicBezTo>
                    <a:cubicBezTo>
                      <a:pt x="942" y="38"/>
                      <a:pt x="942" y="38"/>
                      <a:pt x="942" y="38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3" y="36"/>
                      <a:pt x="943" y="36"/>
                      <a:pt x="943" y="36"/>
                    </a:cubicBezTo>
                    <a:cubicBezTo>
                      <a:pt x="943" y="37"/>
                      <a:pt x="943" y="37"/>
                      <a:pt x="943" y="37"/>
                    </a:cubicBezTo>
                    <a:cubicBezTo>
                      <a:pt x="944" y="38"/>
                      <a:pt x="944" y="38"/>
                      <a:pt x="944" y="38"/>
                    </a:cubicBezTo>
                    <a:cubicBezTo>
                      <a:pt x="946" y="42"/>
                      <a:pt x="946" y="42"/>
                      <a:pt x="946" y="42"/>
                    </a:cubicBezTo>
                    <a:cubicBezTo>
                      <a:pt x="946" y="40"/>
                      <a:pt x="946" y="40"/>
                      <a:pt x="946" y="40"/>
                    </a:cubicBezTo>
                    <a:cubicBezTo>
                      <a:pt x="946" y="41"/>
                      <a:pt x="946" y="41"/>
                      <a:pt x="946" y="41"/>
                    </a:cubicBezTo>
                    <a:lnTo>
                      <a:pt x="947" y="42"/>
                    </a:lnTo>
                    <a:close/>
                    <a:moveTo>
                      <a:pt x="933" y="37"/>
                    </a:moveTo>
                    <a:cubicBezTo>
                      <a:pt x="934" y="34"/>
                      <a:pt x="934" y="34"/>
                      <a:pt x="934" y="34"/>
                    </a:cubicBezTo>
                    <a:cubicBezTo>
                      <a:pt x="935" y="35"/>
                      <a:pt x="935" y="35"/>
                      <a:pt x="935" y="35"/>
                    </a:cubicBezTo>
                    <a:cubicBezTo>
                      <a:pt x="936" y="35"/>
                      <a:pt x="936" y="35"/>
                      <a:pt x="936" y="35"/>
                    </a:cubicBezTo>
                    <a:cubicBezTo>
                      <a:pt x="938" y="35"/>
                      <a:pt x="938" y="35"/>
                      <a:pt x="938" y="35"/>
                    </a:cubicBezTo>
                    <a:cubicBezTo>
                      <a:pt x="943" y="33"/>
                      <a:pt x="943" y="33"/>
                      <a:pt x="943" y="33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6" y="35"/>
                      <a:pt x="946" y="35"/>
                      <a:pt x="946" y="35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0" y="35"/>
                      <a:pt x="940" y="35"/>
                      <a:pt x="940" y="35"/>
                    </a:cubicBezTo>
                    <a:cubicBezTo>
                      <a:pt x="936" y="37"/>
                      <a:pt x="936" y="37"/>
                      <a:pt x="936" y="37"/>
                    </a:cubicBezTo>
                    <a:cubicBezTo>
                      <a:pt x="936" y="39"/>
                      <a:pt x="936" y="39"/>
                      <a:pt x="936" y="39"/>
                    </a:cubicBezTo>
                    <a:cubicBezTo>
                      <a:pt x="934" y="40"/>
                      <a:pt x="934" y="40"/>
                      <a:pt x="934" y="40"/>
                    </a:cubicBezTo>
                    <a:cubicBezTo>
                      <a:pt x="933" y="40"/>
                      <a:pt x="933" y="40"/>
                      <a:pt x="933" y="40"/>
                    </a:cubicBezTo>
                    <a:cubicBezTo>
                      <a:pt x="933" y="39"/>
                      <a:pt x="933" y="39"/>
                      <a:pt x="933" y="39"/>
                    </a:cubicBezTo>
                    <a:cubicBezTo>
                      <a:pt x="935" y="39"/>
                      <a:pt x="935" y="39"/>
                      <a:pt x="935" y="39"/>
                    </a:cubicBezTo>
                    <a:lnTo>
                      <a:pt x="933" y="37"/>
                    </a:lnTo>
                    <a:close/>
                    <a:moveTo>
                      <a:pt x="911" y="47"/>
                    </a:moveTo>
                    <a:cubicBezTo>
                      <a:pt x="909" y="47"/>
                      <a:pt x="909" y="47"/>
                      <a:pt x="909" y="47"/>
                    </a:cubicBezTo>
                    <a:cubicBezTo>
                      <a:pt x="910" y="47"/>
                      <a:pt x="910" y="47"/>
                      <a:pt x="910" y="47"/>
                    </a:cubicBezTo>
                    <a:cubicBezTo>
                      <a:pt x="912" y="46"/>
                      <a:pt x="912" y="46"/>
                      <a:pt x="912" y="46"/>
                    </a:cubicBezTo>
                    <a:lnTo>
                      <a:pt x="911" y="47"/>
                    </a:lnTo>
                    <a:close/>
                    <a:moveTo>
                      <a:pt x="905" y="66"/>
                    </a:move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6"/>
                      <a:pt x="907" y="66"/>
                      <a:pt x="907" y="66"/>
                    </a:cubicBezTo>
                    <a:cubicBezTo>
                      <a:pt x="909" y="66"/>
                      <a:pt x="909" y="66"/>
                      <a:pt x="909" y="66"/>
                    </a:cubicBezTo>
                    <a:cubicBezTo>
                      <a:pt x="911" y="66"/>
                      <a:pt x="911" y="66"/>
                      <a:pt x="911" y="66"/>
                    </a:cubicBezTo>
                    <a:cubicBezTo>
                      <a:pt x="912" y="66"/>
                      <a:pt x="912" y="66"/>
                      <a:pt x="912" y="66"/>
                    </a:cubicBezTo>
                    <a:cubicBezTo>
                      <a:pt x="910" y="67"/>
                      <a:pt x="910" y="67"/>
                      <a:pt x="910" y="67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09" y="68"/>
                      <a:pt x="909" y="68"/>
                      <a:pt x="909" y="68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8" y="68"/>
                      <a:pt x="908" y="68"/>
                      <a:pt x="908" y="68"/>
                    </a:cubicBezTo>
                    <a:cubicBezTo>
                      <a:pt x="906" y="68"/>
                      <a:pt x="906" y="68"/>
                      <a:pt x="906" y="68"/>
                    </a:cubicBezTo>
                    <a:cubicBezTo>
                      <a:pt x="905" y="67"/>
                      <a:pt x="905" y="67"/>
                      <a:pt x="905" y="67"/>
                    </a:cubicBezTo>
                    <a:cubicBezTo>
                      <a:pt x="905" y="67"/>
                      <a:pt x="905" y="67"/>
                      <a:pt x="905" y="67"/>
                    </a:cubicBezTo>
                    <a:lnTo>
                      <a:pt x="905" y="66"/>
                    </a:lnTo>
                    <a:close/>
                    <a:moveTo>
                      <a:pt x="904" y="757"/>
                    </a:moveTo>
                    <a:cubicBezTo>
                      <a:pt x="904" y="757"/>
                      <a:pt x="904" y="757"/>
                      <a:pt x="904" y="757"/>
                    </a:cubicBezTo>
                    <a:cubicBezTo>
                      <a:pt x="904" y="758"/>
                      <a:pt x="904" y="758"/>
                      <a:pt x="904" y="758"/>
                    </a:cubicBezTo>
                    <a:lnTo>
                      <a:pt x="904" y="757"/>
                    </a:lnTo>
                    <a:close/>
                    <a:moveTo>
                      <a:pt x="716" y="27"/>
                    </a:moveTo>
                    <a:cubicBezTo>
                      <a:pt x="718" y="28"/>
                      <a:pt x="718" y="28"/>
                      <a:pt x="718" y="28"/>
                    </a:cubicBezTo>
                    <a:cubicBezTo>
                      <a:pt x="720" y="29"/>
                      <a:pt x="720" y="29"/>
                      <a:pt x="720" y="29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8" y="30"/>
                      <a:pt x="718" y="30"/>
                      <a:pt x="718" y="30"/>
                    </a:cubicBezTo>
                    <a:cubicBezTo>
                      <a:pt x="718" y="29"/>
                      <a:pt x="718" y="29"/>
                      <a:pt x="718" y="29"/>
                    </a:cubicBezTo>
                    <a:cubicBezTo>
                      <a:pt x="717" y="28"/>
                      <a:pt x="717" y="28"/>
                      <a:pt x="717" y="28"/>
                    </a:cubicBezTo>
                    <a:cubicBezTo>
                      <a:pt x="715" y="28"/>
                      <a:pt x="715" y="28"/>
                      <a:pt x="715" y="28"/>
                    </a:cubicBezTo>
                    <a:cubicBezTo>
                      <a:pt x="715" y="27"/>
                      <a:pt x="715" y="27"/>
                      <a:pt x="715" y="27"/>
                    </a:cubicBezTo>
                    <a:lnTo>
                      <a:pt x="716" y="27"/>
                    </a:lnTo>
                    <a:close/>
                    <a:moveTo>
                      <a:pt x="589" y="84"/>
                    </a:moveTo>
                    <a:cubicBezTo>
                      <a:pt x="587" y="84"/>
                      <a:pt x="587" y="84"/>
                      <a:pt x="587" y="84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7" y="83"/>
                      <a:pt x="587" y="83"/>
                      <a:pt x="587" y="83"/>
                    </a:cubicBezTo>
                    <a:cubicBezTo>
                      <a:pt x="588" y="83"/>
                      <a:pt x="588" y="83"/>
                      <a:pt x="588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1" y="83"/>
                      <a:pt x="591" y="83"/>
                      <a:pt x="591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0" y="85"/>
                      <a:pt x="590" y="85"/>
                      <a:pt x="590" y="85"/>
                    </a:cubicBezTo>
                    <a:lnTo>
                      <a:pt x="589" y="84"/>
                    </a:lnTo>
                    <a:close/>
                    <a:moveTo>
                      <a:pt x="590" y="90"/>
                    </a:moveTo>
                    <a:cubicBezTo>
                      <a:pt x="590" y="89"/>
                      <a:pt x="590" y="89"/>
                      <a:pt x="590" y="89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1" y="89"/>
                      <a:pt x="591" y="89"/>
                      <a:pt x="591" y="89"/>
                    </a:cubicBezTo>
                    <a:lnTo>
                      <a:pt x="590" y="90"/>
                    </a:lnTo>
                    <a:close/>
                    <a:moveTo>
                      <a:pt x="591" y="83"/>
                    </a:moveTo>
                    <a:cubicBezTo>
                      <a:pt x="591" y="83"/>
                      <a:pt x="591" y="83"/>
                      <a:pt x="591" y="83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lnTo>
                      <a:pt x="591" y="83"/>
                    </a:lnTo>
                    <a:close/>
                    <a:moveTo>
                      <a:pt x="592" y="79"/>
                    </a:moveTo>
                    <a:cubicBezTo>
                      <a:pt x="591" y="78"/>
                      <a:pt x="591" y="78"/>
                      <a:pt x="591" y="78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89" y="79"/>
                      <a:pt x="589" y="79"/>
                      <a:pt x="589" y="79"/>
                    </a:cubicBezTo>
                    <a:cubicBezTo>
                      <a:pt x="590" y="78"/>
                      <a:pt x="590" y="78"/>
                      <a:pt x="590" y="78"/>
                    </a:cubicBezTo>
                    <a:cubicBezTo>
                      <a:pt x="592" y="79"/>
                      <a:pt x="592" y="79"/>
                      <a:pt x="592" y="79"/>
                    </a:cubicBezTo>
                    <a:close/>
                    <a:moveTo>
                      <a:pt x="478" y="193"/>
                    </a:moveTo>
                    <a:cubicBezTo>
                      <a:pt x="477" y="193"/>
                      <a:pt x="477" y="193"/>
                      <a:pt x="477" y="193"/>
                    </a:cubicBezTo>
                    <a:cubicBezTo>
                      <a:pt x="478" y="192"/>
                      <a:pt x="478" y="192"/>
                      <a:pt x="478" y="192"/>
                    </a:cubicBezTo>
                    <a:cubicBezTo>
                      <a:pt x="478" y="192"/>
                      <a:pt x="478" y="192"/>
                      <a:pt x="478" y="192"/>
                    </a:cubicBezTo>
                    <a:lnTo>
                      <a:pt x="478" y="193"/>
                    </a:lnTo>
                    <a:close/>
                    <a:moveTo>
                      <a:pt x="218" y="220"/>
                    </a:move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7" y="220"/>
                      <a:pt x="217" y="220"/>
                      <a:pt x="217" y="220"/>
                    </a:cubicBezTo>
                    <a:lnTo>
                      <a:pt x="218" y="220"/>
                    </a:lnTo>
                    <a:close/>
                    <a:moveTo>
                      <a:pt x="213" y="230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3" y="229"/>
                      <a:pt x="213" y="229"/>
                      <a:pt x="213" y="229"/>
                    </a:cubicBezTo>
                    <a:lnTo>
                      <a:pt x="213" y="230"/>
                    </a:lnTo>
                    <a:close/>
                    <a:moveTo>
                      <a:pt x="213" y="229"/>
                    </a:moveTo>
                    <a:cubicBezTo>
                      <a:pt x="212" y="228"/>
                      <a:pt x="212" y="228"/>
                      <a:pt x="212" y="228"/>
                    </a:cubicBezTo>
                    <a:cubicBezTo>
                      <a:pt x="213" y="227"/>
                      <a:pt x="213" y="227"/>
                      <a:pt x="213" y="227"/>
                    </a:cubicBezTo>
                    <a:cubicBezTo>
                      <a:pt x="214" y="228"/>
                      <a:pt x="214" y="228"/>
                      <a:pt x="214" y="228"/>
                    </a:cubicBezTo>
                    <a:lnTo>
                      <a:pt x="213" y="229"/>
                    </a:lnTo>
                    <a:close/>
                    <a:moveTo>
                      <a:pt x="214" y="226"/>
                    </a:moveTo>
                    <a:cubicBezTo>
                      <a:pt x="214" y="226"/>
                      <a:pt x="214" y="226"/>
                      <a:pt x="214" y="226"/>
                    </a:cubicBez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5"/>
                      <a:pt x="214" y="225"/>
                      <a:pt x="214" y="225"/>
                    </a:cubicBezTo>
                    <a:lnTo>
                      <a:pt x="214" y="226"/>
                    </a:lnTo>
                    <a:close/>
                    <a:moveTo>
                      <a:pt x="214" y="225"/>
                    </a:move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4"/>
                      <a:pt x="214" y="224"/>
                      <a:pt x="214" y="224"/>
                    </a:cubicBezTo>
                    <a:cubicBezTo>
                      <a:pt x="214" y="223"/>
                      <a:pt x="214" y="223"/>
                      <a:pt x="214" y="223"/>
                    </a:cubicBezTo>
                    <a:cubicBezTo>
                      <a:pt x="215" y="224"/>
                      <a:pt x="215" y="224"/>
                      <a:pt x="215" y="224"/>
                    </a:cubicBezTo>
                    <a:cubicBezTo>
                      <a:pt x="215" y="223"/>
                      <a:pt x="215" y="223"/>
                      <a:pt x="215" y="223"/>
                    </a:cubicBezTo>
                    <a:lnTo>
                      <a:pt x="214" y="225"/>
                    </a:lnTo>
                    <a:close/>
                    <a:moveTo>
                      <a:pt x="201" y="262"/>
                    </a:moveTo>
                    <a:cubicBezTo>
                      <a:pt x="201" y="262"/>
                      <a:pt x="201" y="262"/>
                      <a:pt x="201" y="262"/>
                    </a:cubicBezTo>
                    <a:cubicBezTo>
                      <a:pt x="201" y="262"/>
                      <a:pt x="201" y="262"/>
                      <a:pt x="201" y="262"/>
                    </a:cubicBezTo>
                    <a:close/>
                    <a:moveTo>
                      <a:pt x="157" y="329"/>
                    </a:move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lnTo>
                      <a:pt x="157" y="329"/>
                    </a:lnTo>
                    <a:close/>
                    <a:moveTo>
                      <a:pt x="158" y="314"/>
                    </a:move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7" y="312"/>
                      <a:pt x="157" y="312"/>
                      <a:pt x="157" y="312"/>
                    </a:cubicBezTo>
                    <a:cubicBezTo>
                      <a:pt x="158" y="313"/>
                      <a:pt x="158" y="313"/>
                      <a:pt x="158" y="313"/>
                    </a:cubicBezTo>
                    <a:lnTo>
                      <a:pt x="158" y="314"/>
                    </a:lnTo>
                    <a:close/>
                    <a:moveTo>
                      <a:pt x="162" y="309"/>
                    </a:move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2" y="309"/>
                      <a:pt x="162" y="309"/>
                      <a:pt x="162" y="309"/>
                    </a:cubicBezTo>
                    <a:close/>
                    <a:moveTo>
                      <a:pt x="159" y="329"/>
                    </a:move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8"/>
                      <a:pt x="161" y="328"/>
                      <a:pt x="161" y="328"/>
                    </a:cubicBez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59" y="329"/>
                      <a:pt x="159" y="329"/>
                      <a:pt x="159" y="329"/>
                    </a:cubicBezTo>
                    <a:close/>
                    <a:moveTo>
                      <a:pt x="160" y="332"/>
                    </a:moveTo>
                    <a:cubicBezTo>
                      <a:pt x="159" y="334"/>
                      <a:pt x="159" y="334"/>
                      <a:pt x="159" y="334"/>
                    </a:cubicBezTo>
                    <a:cubicBezTo>
                      <a:pt x="160" y="332"/>
                      <a:pt x="160" y="332"/>
                      <a:pt x="160" y="332"/>
                    </a:cubicBezTo>
                    <a:close/>
                    <a:moveTo>
                      <a:pt x="161" y="337"/>
                    </a:move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60" y="338"/>
                      <a:pt x="160" y="338"/>
                      <a:pt x="160" y="338"/>
                    </a:cubicBezTo>
                    <a:cubicBezTo>
                      <a:pt x="160" y="337"/>
                      <a:pt x="160" y="337"/>
                      <a:pt x="160" y="337"/>
                    </a:cubicBezTo>
                    <a:cubicBezTo>
                      <a:pt x="159" y="336"/>
                      <a:pt x="159" y="336"/>
                      <a:pt x="159" y="336"/>
                    </a:cubicBezTo>
                    <a:cubicBezTo>
                      <a:pt x="161" y="335"/>
                      <a:pt x="161" y="335"/>
                      <a:pt x="161" y="335"/>
                    </a:cubicBezTo>
                    <a:cubicBezTo>
                      <a:pt x="161" y="334"/>
                      <a:pt x="161" y="334"/>
                      <a:pt x="161" y="334"/>
                    </a:cubicBezTo>
                    <a:cubicBezTo>
                      <a:pt x="162" y="335"/>
                      <a:pt x="162" y="335"/>
                      <a:pt x="162" y="335"/>
                    </a:cubicBezTo>
                    <a:cubicBezTo>
                      <a:pt x="163" y="333"/>
                      <a:pt x="163" y="333"/>
                      <a:pt x="163" y="333"/>
                    </a:cubicBezTo>
                    <a:cubicBezTo>
                      <a:pt x="164" y="333"/>
                      <a:pt x="164" y="333"/>
                      <a:pt x="164" y="333"/>
                    </a:cubicBezTo>
                    <a:cubicBezTo>
                      <a:pt x="163" y="334"/>
                      <a:pt x="163" y="334"/>
                      <a:pt x="163" y="334"/>
                    </a:cubicBezTo>
                    <a:cubicBezTo>
                      <a:pt x="162" y="334"/>
                      <a:pt x="162" y="334"/>
                      <a:pt x="162" y="334"/>
                    </a:cubicBezTo>
                    <a:cubicBezTo>
                      <a:pt x="161" y="336"/>
                      <a:pt x="161" y="336"/>
                      <a:pt x="161" y="336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8"/>
                      <a:pt x="163" y="338"/>
                      <a:pt x="163" y="338"/>
                    </a:cubicBezTo>
                    <a:cubicBezTo>
                      <a:pt x="162" y="337"/>
                      <a:pt x="162" y="337"/>
                      <a:pt x="162" y="337"/>
                    </a:cubicBezTo>
                    <a:lnTo>
                      <a:pt x="161" y="337"/>
                    </a:lnTo>
                    <a:close/>
                    <a:moveTo>
                      <a:pt x="163" y="346"/>
                    </a:moveTo>
                    <a:cubicBezTo>
                      <a:pt x="162" y="347"/>
                      <a:pt x="162" y="347"/>
                      <a:pt x="162" y="347"/>
                    </a:cubicBezTo>
                    <a:cubicBezTo>
                      <a:pt x="162" y="346"/>
                      <a:pt x="162" y="346"/>
                      <a:pt x="162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lose/>
                    <a:moveTo>
                      <a:pt x="164" y="344"/>
                    </a:moveTo>
                    <a:cubicBezTo>
                      <a:pt x="163" y="344"/>
                      <a:pt x="163" y="344"/>
                      <a:pt x="163" y="344"/>
                    </a:cubicBezTo>
                    <a:cubicBezTo>
                      <a:pt x="163" y="345"/>
                      <a:pt x="163" y="345"/>
                      <a:pt x="163" y="345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3" y="343"/>
                      <a:pt x="163" y="343"/>
                      <a:pt x="163" y="343"/>
                    </a:cubicBezTo>
                    <a:cubicBezTo>
                      <a:pt x="163" y="342"/>
                      <a:pt x="163" y="342"/>
                      <a:pt x="163" y="342"/>
                    </a:cubicBezTo>
                    <a:cubicBezTo>
                      <a:pt x="164" y="343"/>
                      <a:pt x="164" y="343"/>
                      <a:pt x="164" y="343"/>
                    </a:cubicBezTo>
                    <a:lnTo>
                      <a:pt x="164" y="344"/>
                    </a:lnTo>
                    <a:close/>
                    <a:moveTo>
                      <a:pt x="163" y="322"/>
                    </a:move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3" y="321"/>
                      <a:pt x="163" y="321"/>
                      <a:pt x="163" y="321"/>
                    </a:cubicBezTo>
                    <a:cubicBezTo>
                      <a:pt x="164" y="322"/>
                      <a:pt x="164" y="322"/>
                      <a:pt x="164" y="322"/>
                    </a:cubicBezTo>
                    <a:cubicBezTo>
                      <a:pt x="164" y="322"/>
                      <a:pt x="164" y="322"/>
                      <a:pt x="164" y="322"/>
                    </a:cubicBezTo>
                    <a:lnTo>
                      <a:pt x="163" y="322"/>
                    </a:lnTo>
                    <a:close/>
                    <a:moveTo>
                      <a:pt x="167" y="321"/>
                    </a:moveTo>
                    <a:cubicBezTo>
                      <a:pt x="165" y="323"/>
                      <a:pt x="165" y="323"/>
                      <a:pt x="165" y="323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7" y="321"/>
                      <a:pt x="167" y="321"/>
                      <a:pt x="167" y="321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1"/>
                      <a:pt x="167" y="321"/>
                      <a:pt x="167" y="321"/>
                    </a:cubicBezTo>
                    <a:close/>
                    <a:moveTo>
                      <a:pt x="169" y="323"/>
                    </a:move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8" y="321"/>
                      <a:pt x="168" y="321"/>
                      <a:pt x="168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71" y="322"/>
                      <a:pt x="171" y="322"/>
                      <a:pt x="171" y="322"/>
                    </a:cubicBezTo>
                    <a:lnTo>
                      <a:pt x="169" y="323"/>
                    </a:lnTo>
                    <a:close/>
                    <a:moveTo>
                      <a:pt x="179" y="292"/>
                    </a:moveTo>
                    <a:cubicBezTo>
                      <a:pt x="179" y="293"/>
                      <a:pt x="179" y="293"/>
                      <a:pt x="179" y="293"/>
                    </a:cubicBezTo>
                    <a:cubicBezTo>
                      <a:pt x="178" y="293"/>
                      <a:pt x="178" y="293"/>
                      <a:pt x="178" y="293"/>
                    </a:cubicBezTo>
                    <a:lnTo>
                      <a:pt x="179" y="292"/>
                    </a:lnTo>
                    <a:close/>
                    <a:moveTo>
                      <a:pt x="182" y="296"/>
                    </a:move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8" y="296"/>
                      <a:pt x="178" y="296"/>
                      <a:pt x="178" y="296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80" y="295"/>
                      <a:pt x="180" y="295"/>
                      <a:pt x="180" y="295"/>
                    </a:cubicBezTo>
                    <a:cubicBezTo>
                      <a:pt x="181" y="294"/>
                      <a:pt x="181" y="294"/>
                      <a:pt x="181" y="294"/>
                    </a:cubicBez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82" y="295"/>
                      <a:pt x="182" y="295"/>
                      <a:pt x="182" y="295"/>
                    </a:cubicBezTo>
                    <a:lnTo>
                      <a:pt x="182" y="296"/>
                    </a:lnTo>
                    <a:close/>
                    <a:moveTo>
                      <a:pt x="192" y="295"/>
                    </a:move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1" y="295"/>
                      <a:pt x="191" y="295"/>
                      <a:pt x="191" y="295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6"/>
                      <a:pt x="187" y="296"/>
                      <a:pt x="187" y="296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9" y="294"/>
                      <a:pt x="189" y="294"/>
                      <a:pt x="189" y="294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91" y="293"/>
                      <a:pt x="191" y="293"/>
                      <a:pt x="191" y="293"/>
                    </a:cubicBezTo>
                    <a:cubicBezTo>
                      <a:pt x="192" y="294"/>
                      <a:pt x="192" y="294"/>
                      <a:pt x="192" y="294"/>
                    </a:cubicBezTo>
                    <a:lnTo>
                      <a:pt x="192" y="295"/>
                    </a:lnTo>
                    <a:close/>
                    <a:moveTo>
                      <a:pt x="194" y="290"/>
                    </a:moveTo>
                    <a:cubicBezTo>
                      <a:pt x="193" y="291"/>
                      <a:pt x="193" y="291"/>
                      <a:pt x="193" y="291"/>
                    </a:cubicBezTo>
                    <a:cubicBezTo>
                      <a:pt x="193" y="289"/>
                      <a:pt x="193" y="289"/>
                      <a:pt x="193" y="289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5" y="290"/>
                      <a:pt x="195" y="290"/>
                      <a:pt x="195" y="290"/>
                    </a:cubicBezTo>
                    <a:lnTo>
                      <a:pt x="194" y="290"/>
                    </a:lnTo>
                    <a:close/>
                    <a:moveTo>
                      <a:pt x="195" y="278"/>
                    </a:moveTo>
                    <a:cubicBezTo>
                      <a:pt x="195" y="278"/>
                      <a:pt x="195" y="278"/>
                      <a:pt x="195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lnTo>
                      <a:pt x="195" y="278"/>
                    </a:lnTo>
                    <a:close/>
                    <a:moveTo>
                      <a:pt x="198" y="275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8" y="275"/>
                      <a:pt x="198" y="275"/>
                      <a:pt x="198" y="275"/>
                    </a:cubicBezTo>
                    <a:close/>
                    <a:moveTo>
                      <a:pt x="203" y="263"/>
                    </a:moveTo>
                    <a:cubicBezTo>
                      <a:pt x="203" y="263"/>
                      <a:pt x="203" y="263"/>
                      <a:pt x="203" y="263"/>
                    </a:cubicBezTo>
                    <a:cubicBezTo>
                      <a:pt x="203" y="263"/>
                      <a:pt x="203" y="263"/>
                      <a:pt x="203" y="263"/>
                    </a:cubicBezTo>
                    <a:close/>
                    <a:moveTo>
                      <a:pt x="183" y="373"/>
                    </a:moveTo>
                    <a:cubicBezTo>
                      <a:pt x="183" y="372"/>
                      <a:pt x="183" y="372"/>
                      <a:pt x="183" y="372"/>
                    </a:cubicBezTo>
                    <a:cubicBezTo>
                      <a:pt x="183" y="373"/>
                      <a:pt x="183" y="373"/>
                      <a:pt x="183" y="373"/>
                    </a:cubicBezTo>
                    <a:close/>
                    <a:moveTo>
                      <a:pt x="185" y="369"/>
                    </a:moveTo>
                    <a:cubicBezTo>
                      <a:pt x="186" y="368"/>
                      <a:pt x="186" y="368"/>
                      <a:pt x="186" y="368"/>
                    </a:cubicBezTo>
                    <a:cubicBezTo>
                      <a:pt x="186" y="368"/>
                      <a:pt x="186" y="368"/>
                      <a:pt x="186" y="368"/>
                    </a:cubicBezTo>
                    <a:lnTo>
                      <a:pt x="185" y="369"/>
                    </a:lnTo>
                    <a:close/>
                    <a:moveTo>
                      <a:pt x="292" y="539"/>
                    </a:move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lose/>
                    <a:moveTo>
                      <a:pt x="292" y="535"/>
                    </a:moveTo>
                    <a:cubicBezTo>
                      <a:pt x="292" y="535"/>
                      <a:pt x="292" y="535"/>
                      <a:pt x="292" y="535"/>
                    </a:cubicBezTo>
                    <a:cubicBezTo>
                      <a:pt x="292" y="535"/>
                      <a:pt x="292" y="535"/>
                      <a:pt x="292" y="535"/>
                    </a:cubicBezTo>
                    <a:close/>
                    <a:moveTo>
                      <a:pt x="290" y="538"/>
                    </a:moveTo>
                    <a:cubicBezTo>
                      <a:pt x="291" y="538"/>
                      <a:pt x="291" y="538"/>
                      <a:pt x="291" y="538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0" y="538"/>
                      <a:pt x="290" y="538"/>
                      <a:pt x="290" y="538"/>
                    </a:cubicBezTo>
                    <a:cubicBezTo>
                      <a:pt x="290" y="538"/>
                      <a:pt x="290" y="538"/>
                      <a:pt x="290" y="538"/>
                    </a:cubicBezTo>
                    <a:close/>
                    <a:moveTo>
                      <a:pt x="279" y="272"/>
                    </a:move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9" y="271"/>
                      <a:pt x="279" y="271"/>
                      <a:pt x="279" y="271"/>
                    </a:cubicBezTo>
                    <a:lnTo>
                      <a:pt x="279" y="272"/>
                    </a:lnTo>
                    <a:close/>
                    <a:moveTo>
                      <a:pt x="278" y="273"/>
                    </a:moveTo>
                    <a:cubicBezTo>
                      <a:pt x="277" y="273"/>
                      <a:pt x="277" y="273"/>
                      <a:pt x="277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lose/>
                    <a:moveTo>
                      <a:pt x="262" y="198"/>
                    </a:moveTo>
                    <a:cubicBezTo>
                      <a:pt x="262" y="198"/>
                      <a:pt x="262" y="198"/>
                      <a:pt x="262" y="198"/>
                    </a:cubicBezTo>
                    <a:cubicBezTo>
                      <a:pt x="262" y="198"/>
                      <a:pt x="262" y="198"/>
                      <a:pt x="262" y="198"/>
                    </a:cubicBezTo>
                    <a:close/>
                    <a:moveTo>
                      <a:pt x="258" y="200"/>
                    </a:move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60" y="199"/>
                      <a:pt x="260" y="199"/>
                      <a:pt x="260" y="199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8" y="202"/>
                      <a:pt x="258" y="202"/>
                      <a:pt x="258" y="202"/>
                    </a:cubicBezTo>
                    <a:cubicBezTo>
                      <a:pt x="258" y="202"/>
                      <a:pt x="258" y="202"/>
                      <a:pt x="258" y="202"/>
                    </a:cubicBezTo>
                    <a:lnTo>
                      <a:pt x="258" y="200"/>
                    </a:lnTo>
                    <a:close/>
                    <a:moveTo>
                      <a:pt x="256" y="201"/>
                    </a:moveTo>
                    <a:cubicBezTo>
                      <a:pt x="257" y="203"/>
                      <a:pt x="257" y="203"/>
                      <a:pt x="257" y="203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6" y="203"/>
                      <a:pt x="256" y="203"/>
                      <a:pt x="256" y="203"/>
                    </a:cubicBezTo>
                    <a:lnTo>
                      <a:pt x="256" y="201"/>
                    </a:lnTo>
                    <a:close/>
                    <a:moveTo>
                      <a:pt x="237" y="206"/>
                    </a:move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lose/>
                    <a:moveTo>
                      <a:pt x="234" y="206"/>
                    </a:move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7" y="203"/>
                      <a:pt x="237" y="203"/>
                      <a:pt x="237" y="203"/>
                    </a:cubicBezTo>
                    <a:cubicBezTo>
                      <a:pt x="237" y="204"/>
                      <a:pt x="237" y="204"/>
                      <a:pt x="237" y="204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6" y="206"/>
                      <a:pt x="236" y="206"/>
                      <a:pt x="236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6"/>
                      <a:pt x="234" y="206"/>
                      <a:pt x="234" y="206"/>
                    </a:cubicBezTo>
                    <a:close/>
                    <a:moveTo>
                      <a:pt x="234" y="211"/>
                    </a:move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lose/>
                    <a:moveTo>
                      <a:pt x="235" y="212"/>
                    </a:moveTo>
                    <a:cubicBezTo>
                      <a:pt x="234" y="213"/>
                      <a:pt x="234" y="213"/>
                      <a:pt x="234" y="213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3"/>
                      <a:pt x="234" y="213"/>
                      <a:pt x="234" y="213"/>
                    </a:cubicBezTo>
                    <a:lnTo>
                      <a:pt x="235" y="212"/>
                    </a:lnTo>
                    <a:close/>
                    <a:moveTo>
                      <a:pt x="234" y="339"/>
                    </a:moveTo>
                    <a:cubicBezTo>
                      <a:pt x="234" y="339"/>
                      <a:pt x="234" y="339"/>
                      <a:pt x="234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8" y="341"/>
                      <a:pt x="238" y="341"/>
                      <a:pt x="238" y="341"/>
                    </a:cubicBezTo>
                    <a:cubicBezTo>
                      <a:pt x="237" y="341"/>
                      <a:pt x="237" y="341"/>
                      <a:pt x="237" y="341"/>
                    </a:cubicBezTo>
                    <a:cubicBezTo>
                      <a:pt x="236" y="340"/>
                      <a:pt x="236" y="340"/>
                      <a:pt x="236" y="340"/>
                    </a:cubicBezTo>
                    <a:cubicBezTo>
                      <a:pt x="234" y="340"/>
                      <a:pt x="234" y="340"/>
                      <a:pt x="234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lnTo>
                      <a:pt x="234" y="339"/>
                    </a:lnTo>
                    <a:close/>
                    <a:moveTo>
                      <a:pt x="231" y="215"/>
                    </a:moveTo>
                    <a:cubicBezTo>
                      <a:pt x="231" y="215"/>
                      <a:pt x="231" y="215"/>
                      <a:pt x="231" y="215"/>
                    </a:cubicBezTo>
                    <a:cubicBezTo>
                      <a:pt x="231" y="215"/>
                      <a:pt x="231" y="215"/>
                      <a:pt x="231" y="215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5" y="222"/>
                    </a:move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5" y="222"/>
                      <a:pt x="225" y="222"/>
                      <a:pt x="225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7" y="222"/>
                      <a:pt x="227" y="222"/>
                      <a:pt x="227" y="222"/>
                    </a:cubicBezTo>
                    <a:cubicBezTo>
                      <a:pt x="225" y="223"/>
                      <a:pt x="225" y="223"/>
                      <a:pt x="225" y="223"/>
                    </a:cubicBezTo>
                    <a:cubicBezTo>
                      <a:pt x="224" y="222"/>
                      <a:pt x="224" y="222"/>
                      <a:pt x="224" y="222"/>
                    </a:cubicBezTo>
                    <a:lnTo>
                      <a:pt x="225" y="222"/>
                    </a:lnTo>
                    <a:close/>
                    <a:moveTo>
                      <a:pt x="226" y="224"/>
                    </a:move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lnTo>
                      <a:pt x="226" y="224"/>
                    </a:lnTo>
                    <a:close/>
                    <a:moveTo>
                      <a:pt x="225" y="225"/>
                    </a:move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lose/>
                    <a:moveTo>
                      <a:pt x="221" y="227"/>
                    </a:move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lnTo>
                      <a:pt x="221" y="227"/>
                    </a:lnTo>
                    <a:close/>
                    <a:moveTo>
                      <a:pt x="221" y="230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5" y="230"/>
                      <a:pt x="225" y="230"/>
                      <a:pt x="225" y="230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6" y="231"/>
                      <a:pt x="226" y="231"/>
                      <a:pt x="226" y="231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0"/>
                      <a:pt x="224" y="230"/>
                      <a:pt x="224" y="230"/>
                    </a:cubicBezTo>
                    <a:lnTo>
                      <a:pt x="221" y="230"/>
                    </a:lnTo>
                    <a:close/>
                    <a:moveTo>
                      <a:pt x="197" y="389"/>
                    </a:moveTo>
                    <a:cubicBezTo>
                      <a:pt x="197" y="389"/>
                      <a:pt x="197" y="389"/>
                      <a:pt x="197" y="389"/>
                    </a:cubicBezTo>
                    <a:cubicBezTo>
                      <a:pt x="198" y="390"/>
                      <a:pt x="198" y="390"/>
                      <a:pt x="198" y="390"/>
                    </a:cubicBezTo>
                    <a:cubicBezTo>
                      <a:pt x="197" y="390"/>
                      <a:pt x="197" y="390"/>
                      <a:pt x="197" y="390"/>
                    </a:cubicBezTo>
                    <a:lnTo>
                      <a:pt x="197" y="389"/>
                    </a:lnTo>
                    <a:close/>
                    <a:moveTo>
                      <a:pt x="196" y="388"/>
                    </a:move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9"/>
                      <a:pt x="196" y="389"/>
                      <a:pt x="196" y="389"/>
                    </a:cubicBezTo>
                    <a:cubicBezTo>
                      <a:pt x="195" y="389"/>
                      <a:pt x="195" y="389"/>
                      <a:pt x="195" y="389"/>
                    </a:cubicBezTo>
                    <a:lnTo>
                      <a:pt x="196" y="388"/>
                    </a:lnTo>
                    <a:close/>
                    <a:moveTo>
                      <a:pt x="227" y="481"/>
                    </a:moveTo>
                    <a:cubicBezTo>
                      <a:pt x="227" y="481"/>
                      <a:pt x="227" y="481"/>
                      <a:pt x="227" y="481"/>
                    </a:cubicBezTo>
                    <a:cubicBezTo>
                      <a:pt x="226" y="481"/>
                      <a:pt x="226" y="481"/>
                      <a:pt x="225" y="481"/>
                    </a:cubicBezTo>
                    <a:cubicBezTo>
                      <a:pt x="225" y="482"/>
                      <a:pt x="225" y="482"/>
                      <a:pt x="225" y="482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1"/>
                      <a:pt x="225" y="481"/>
                      <a:pt x="225" y="481"/>
                    </a:cubicBezTo>
                    <a:cubicBezTo>
                      <a:pt x="226" y="481"/>
                      <a:pt x="226" y="481"/>
                      <a:pt x="226" y="481"/>
                    </a:cubicBezTo>
                    <a:cubicBezTo>
                      <a:pt x="227" y="480"/>
                      <a:pt x="227" y="480"/>
                      <a:pt x="227" y="480"/>
                    </a:cubicBezTo>
                    <a:cubicBezTo>
                      <a:pt x="227" y="481"/>
                      <a:pt x="227" y="481"/>
                      <a:pt x="227" y="481"/>
                    </a:cubicBezTo>
                    <a:close/>
                    <a:moveTo>
                      <a:pt x="228" y="482"/>
                    </a:moveTo>
                    <a:cubicBezTo>
                      <a:pt x="229" y="483"/>
                      <a:pt x="229" y="483"/>
                      <a:pt x="229" y="483"/>
                    </a:cubicBezTo>
                    <a:cubicBezTo>
                      <a:pt x="229" y="484"/>
                      <a:pt x="229" y="484"/>
                      <a:pt x="229" y="484"/>
                    </a:cubicBezTo>
                    <a:lnTo>
                      <a:pt x="228" y="482"/>
                    </a:lnTo>
                    <a:close/>
                    <a:moveTo>
                      <a:pt x="229" y="485"/>
                    </a:moveTo>
                    <a:cubicBezTo>
                      <a:pt x="230" y="485"/>
                      <a:pt x="230" y="485"/>
                      <a:pt x="230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lose/>
                    <a:moveTo>
                      <a:pt x="231" y="491"/>
                    </a:moveTo>
                    <a:cubicBezTo>
                      <a:pt x="230" y="490"/>
                      <a:pt x="230" y="490"/>
                      <a:pt x="230" y="490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28" y="485"/>
                      <a:pt x="228" y="485"/>
                      <a:pt x="228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32" y="491"/>
                      <a:pt x="232" y="491"/>
                      <a:pt x="232" y="491"/>
                    </a:cubicBezTo>
                    <a:lnTo>
                      <a:pt x="231" y="491"/>
                    </a:lnTo>
                    <a:close/>
                    <a:moveTo>
                      <a:pt x="233" y="489"/>
                    </a:moveTo>
                    <a:cubicBezTo>
                      <a:pt x="233" y="489"/>
                      <a:pt x="233" y="489"/>
                      <a:pt x="233" y="489"/>
                    </a:cubicBezTo>
                    <a:cubicBezTo>
                      <a:pt x="233" y="489"/>
                      <a:pt x="233" y="489"/>
                      <a:pt x="233" y="489"/>
                    </a:cubicBezTo>
                    <a:close/>
                    <a:moveTo>
                      <a:pt x="246" y="500"/>
                    </a:move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6" y="500"/>
                      <a:pt x="246" y="500"/>
                      <a:pt x="246" y="500"/>
                    </a:cubicBezTo>
                    <a:close/>
                    <a:moveTo>
                      <a:pt x="245" y="498"/>
                    </a:moveTo>
                    <a:cubicBezTo>
                      <a:pt x="246" y="498"/>
                      <a:pt x="246" y="498"/>
                      <a:pt x="246" y="498"/>
                    </a:cubicBezTo>
                    <a:cubicBezTo>
                      <a:pt x="246" y="498"/>
                      <a:pt x="246" y="498"/>
                      <a:pt x="246" y="498"/>
                    </a:cubicBezTo>
                    <a:lnTo>
                      <a:pt x="245" y="498"/>
                    </a:lnTo>
                    <a:close/>
                    <a:moveTo>
                      <a:pt x="246" y="499"/>
                    </a:moveTo>
                    <a:cubicBezTo>
                      <a:pt x="246" y="499"/>
                      <a:pt x="246" y="499"/>
                      <a:pt x="246" y="499"/>
                    </a:cubicBezTo>
                    <a:cubicBezTo>
                      <a:pt x="247" y="500"/>
                      <a:pt x="247" y="500"/>
                      <a:pt x="247" y="500"/>
                    </a:cubicBezTo>
                    <a:lnTo>
                      <a:pt x="246" y="499"/>
                    </a:lnTo>
                    <a:close/>
                    <a:moveTo>
                      <a:pt x="268" y="531"/>
                    </a:moveTo>
                    <a:cubicBezTo>
                      <a:pt x="267" y="531"/>
                      <a:pt x="267" y="531"/>
                      <a:pt x="267" y="531"/>
                    </a:cubicBezTo>
                    <a:cubicBezTo>
                      <a:pt x="267" y="530"/>
                      <a:pt x="267" y="530"/>
                      <a:pt x="267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9" y="531"/>
                      <a:pt x="269" y="531"/>
                      <a:pt x="269" y="531"/>
                    </a:cubicBezTo>
                    <a:cubicBezTo>
                      <a:pt x="269" y="531"/>
                      <a:pt x="269" y="531"/>
                      <a:pt x="269" y="531"/>
                    </a:cubicBezTo>
                    <a:lnTo>
                      <a:pt x="268" y="531"/>
                    </a:lnTo>
                    <a:close/>
                    <a:moveTo>
                      <a:pt x="286" y="543"/>
                    </a:moveTo>
                    <a:cubicBezTo>
                      <a:pt x="287" y="544"/>
                      <a:pt x="287" y="544"/>
                      <a:pt x="287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9" y="544"/>
                      <a:pt x="289" y="544"/>
                      <a:pt x="289" y="544"/>
                    </a:cubicBezTo>
                    <a:cubicBezTo>
                      <a:pt x="288" y="545"/>
                      <a:pt x="288" y="545"/>
                      <a:pt x="288" y="545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6" y="544"/>
                      <a:pt x="286" y="544"/>
                      <a:pt x="286" y="544"/>
                    </a:cubicBezTo>
                    <a:cubicBezTo>
                      <a:pt x="283" y="542"/>
                      <a:pt x="283" y="542"/>
                      <a:pt x="283" y="542"/>
                    </a:cubicBezTo>
                    <a:cubicBezTo>
                      <a:pt x="286" y="543"/>
                      <a:pt x="286" y="543"/>
                      <a:pt x="286" y="543"/>
                    </a:cubicBezTo>
                    <a:close/>
                    <a:moveTo>
                      <a:pt x="315" y="331"/>
                    </a:move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2" y="331"/>
                      <a:pt x="312" y="331"/>
                      <a:pt x="312" y="331"/>
                    </a:cubicBezTo>
                    <a:cubicBezTo>
                      <a:pt x="311" y="332"/>
                      <a:pt x="311" y="332"/>
                      <a:pt x="311" y="332"/>
                    </a:cubicBezTo>
                    <a:cubicBezTo>
                      <a:pt x="310" y="333"/>
                      <a:pt x="310" y="333"/>
                      <a:pt x="310" y="333"/>
                    </a:cubicBezTo>
                    <a:cubicBezTo>
                      <a:pt x="308" y="332"/>
                      <a:pt x="308" y="332"/>
                      <a:pt x="308" y="332"/>
                    </a:cubicBezTo>
                    <a:cubicBezTo>
                      <a:pt x="307" y="333"/>
                      <a:pt x="307" y="333"/>
                      <a:pt x="307" y="333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6" y="334"/>
                      <a:pt x="306" y="334"/>
                      <a:pt x="306" y="334"/>
                    </a:cubicBezTo>
                    <a:cubicBezTo>
                      <a:pt x="304" y="334"/>
                      <a:pt x="304" y="334"/>
                      <a:pt x="304" y="334"/>
                    </a:cubicBezTo>
                    <a:cubicBezTo>
                      <a:pt x="304" y="336"/>
                      <a:pt x="304" y="336"/>
                      <a:pt x="304" y="336"/>
                    </a:cubicBezTo>
                    <a:cubicBezTo>
                      <a:pt x="305" y="337"/>
                      <a:pt x="305" y="337"/>
                      <a:pt x="305" y="337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299" y="338"/>
                      <a:pt x="299" y="338"/>
                      <a:pt x="299" y="338"/>
                    </a:cubicBezTo>
                    <a:cubicBezTo>
                      <a:pt x="297" y="336"/>
                      <a:pt x="297" y="336"/>
                      <a:pt x="297" y="336"/>
                    </a:cubicBezTo>
                    <a:cubicBezTo>
                      <a:pt x="294" y="337"/>
                      <a:pt x="294" y="337"/>
                      <a:pt x="294" y="337"/>
                    </a:cubicBezTo>
                    <a:cubicBezTo>
                      <a:pt x="292" y="336"/>
                      <a:pt x="292" y="336"/>
                      <a:pt x="292" y="336"/>
                    </a:cubicBezTo>
                    <a:cubicBezTo>
                      <a:pt x="291" y="336"/>
                      <a:pt x="291" y="336"/>
                      <a:pt x="291" y="336"/>
                    </a:cubicBezTo>
                    <a:cubicBezTo>
                      <a:pt x="289" y="334"/>
                      <a:pt x="289" y="334"/>
                      <a:pt x="289" y="334"/>
                    </a:cubicBezTo>
                    <a:cubicBezTo>
                      <a:pt x="289" y="336"/>
                      <a:pt x="289" y="336"/>
                      <a:pt x="289" y="336"/>
                    </a:cubicBezTo>
                    <a:cubicBezTo>
                      <a:pt x="288" y="336"/>
                      <a:pt x="288" y="336"/>
                      <a:pt x="288" y="336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8"/>
                      <a:pt x="288" y="338"/>
                      <a:pt x="288" y="338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5" y="337"/>
                      <a:pt x="285" y="337"/>
                      <a:pt x="285" y="337"/>
                    </a:cubicBezTo>
                    <a:cubicBezTo>
                      <a:pt x="284" y="336"/>
                      <a:pt x="284" y="336"/>
                      <a:pt x="284" y="336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2" y="338"/>
                      <a:pt x="282" y="338"/>
                      <a:pt x="282" y="338"/>
                    </a:cubicBezTo>
                    <a:cubicBezTo>
                      <a:pt x="280" y="338"/>
                      <a:pt x="280" y="338"/>
                      <a:pt x="280" y="338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77" y="340"/>
                      <a:pt x="277" y="340"/>
                      <a:pt x="277" y="340"/>
                    </a:cubicBezTo>
                    <a:cubicBezTo>
                      <a:pt x="276" y="342"/>
                      <a:pt x="276" y="342"/>
                      <a:pt x="276" y="342"/>
                    </a:cubicBezTo>
                    <a:cubicBezTo>
                      <a:pt x="276" y="344"/>
                      <a:pt x="276" y="344"/>
                      <a:pt x="276" y="344"/>
                    </a:cubicBezTo>
                    <a:cubicBezTo>
                      <a:pt x="276" y="343"/>
                      <a:pt x="276" y="343"/>
                      <a:pt x="276" y="343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2" y="344"/>
                      <a:pt x="272" y="344"/>
                      <a:pt x="272" y="344"/>
                    </a:cubicBezTo>
                    <a:cubicBezTo>
                      <a:pt x="272" y="343"/>
                      <a:pt x="272" y="343"/>
                      <a:pt x="272" y="343"/>
                    </a:cubicBezTo>
                    <a:cubicBezTo>
                      <a:pt x="270" y="343"/>
                      <a:pt x="270" y="343"/>
                      <a:pt x="270" y="343"/>
                    </a:cubicBezTo>
                    <a:cubicBezTo>
                      <a:pt x="270" y="344"/>
                      <a:pt x="270" y="344"/>
                      <a:pt x="270" y="344"/>
                    </a:cubicBezTo>
                    <a:cubicBezTo>
                      <a:pt x="269" y="345"/>
                      <a:pt x="269" y="345"/>
                      <a:pt x="269" y="345"/>
                    </a:cubicBezTo>
                    <a:cubicBezTo>
                      <a:pt x="266" y="346"/>
                      <a:pt x="266" y="346"/>
                      <a:pt x="266" y="346"/>
                    </a:cubicBezTo>
                    <a:cubicBezTo>
                      <a:pt x="268" y="347"/>
                      <a:pt x="268" y="347"/>
                      <a:pt x="268" y="347"/>
                    </a:cubicBezTo>
                    <a:cubicBezTo>
                      <a:pt x="269" y="347"/>
                      <a:pt x="269" y="347"/>
                      <a:pt x="269" y="347"/>
                    </a:cubicBezTo>
                    <a:cubicBezTo>
                      <a:pt x="270" y="347"/>
                      <a:pt x="270" y="347"/>
                      <a:pt x="270" y="347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0" y="348"/>
                      <a:pt x="270" y="348"/>
                      <a:pt x="270" y="348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7" y="349"/>
                      <a:pt x="267" y="349"/>
                      <a:pt x="267" y="349"/>
                    </a:cubicBezTo>
                    <a:cubicBezTo>
                      <a:pt x="267" y="350"/>
                      <a:pt x="267" y="350"/>
                      <a:pt x="267" y="350"/>
                    </a:cubicBezTo>
                    <a:cubicBezTo>
                      <a:pt x="265" y="350"/>
                      <a:pt x="265" y="350"/>
                      <a:pt x="265" y="350"/>
                    </a:cubicBezTo>
                    <a:cubicBezTo>
                      <a:pt x="267" y="351"/>
                      <a:pt x="267" y="351"/>
                      <a:pt x="267" y="351"/>
                    </a:cubicBezTo>
                    <a:cubicBezTo>
                      <a:pt x="266" y="352"/>
                      <a:pt x="266" y="352"/>
                      <a:pt x="266" y="352"/>
                    </a:cubicBezTo>
                    <a:cubicBezTo>
                      <a:pt x="266" y="353"/>
                      <a:pt x="266" y="353"/>
                      <a:pt x="266" y="353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5"/>
                      <a:pt x="268" y="355"/>
                      <a:pt x="268" y="355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7" y="357"/>
                      <a:pt x="267" y="357"/>
                      <a:pt x="267" y="357"/>
                    </a:cubicBezTo>
                    <a:cubicBezTo>
                      <a:pt x="268" y="358"/>
                      <a:pt x="268" y="358"/>
                      <a:pt x="268" y="358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1" y="354"/>
                      <a:pt x="271" y="354"/>
                      <a:pt x="271" y="354"/>
                    </a:cubicBezTo>
                    <a:cubicBezTo>
                      <a:pt x="273" y="354"/>
                      <a:pt x="273" y="354"/>
                      <a:pt x="273" y="354"/>
                    </a:cubicBezTo>
                    <a:cubicBezTo>
                      <a:pt x="274" y="352"/>
                      <a:pt x="274" y="352"/>
                      <a:pt x="274" y="352"/>
                    </a:cubicBezTo>
                    <a:cubicBezTo>
                      <a:pt x="274" y="351"/>
                      <a:pt x="274" y="351"/>
                      <a:pt x="274" y="351"/>
                    </a:cubicBezTo>
                    <a:cubicBezTo>
                      <a:pt x="275" y="352"/>
                      <a:pt x="275" y="352"/>
                      <a:pt x="275" y="352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8" y="352"/>
                      <a:pt x="278" y="352"/>
                      <a:pt x="278" y="352"/>
                    </a:cubicBezTo>
                    <a:cubicBezTo>
                      <a:pt x="281" y="354"/>
                      <a:pt x="281" y="354"/>
                      <a:pt x="281" y="354"/>
                    </a:cubicBezTo>
                    <a:cubicBezTo>
                      <a:pt x="282" y="354"/>
                      <a:pt x="282" y="354"/>
                      <a:pt x="282" y="354"/>
                    </a:cubicBezTo>
                    <a:cubicBezTo>
                      <a:pt x="282" y="352"/>
                      <a:pt x="282" y="352"/>
                      <a:pt x="282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2" y="356"/>
                      <a:pt x="282" y="356"/>
                      <a:pt x="282" y="356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9"/>
                      <a:pt x="282" y="359"/>
                      <a:pt x="282" y="359"/>
                    </a:cubicBezTo>
                    <a:cubicBezTo>
                      <a:pt x="283" y="362"/>
                      <a:pt x="283" y="362"/>
                      <a:pt x="283" y="362"/>
                    </a:cubicBezTo>
                    <a:cubicBezTo>
                      <a:pt x="282" y="364"/>
                      <a:pt x="282" y="364"/>
                      <a:pt x="282" y="364"/>
                    </a:cubicBezTo>
                    <a:cubicBezTo>
                      <a:pt x="280" y="366"/>
                      <a:pt x="280" y="366"/>
                      <a:pt x="280" y="366"/>
                    </a:cubicBezTo>
                    <a:cubicBezTo>
                      <a:pt x="279" y="366"/>
                      <a:pt x="279" y="366"/>
                      <a:pt x="279" y="366"/>
                    </a:cubicBezTo>
                    <a:cubicBezTo>
                      <a:pt x="278" y="365"/>
                      <a:pt x="278" y="365"/>
                      <a:pt x="278" y="365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4" y="360"/>
                      <a:pt x="274" y="360"/>
                      <a:pt x="274" y="360"/>
                    </a:cubicBezTo>
                    <a:cubicBezTo>
                      <a:pt x="274" y="357"/>
                      <a:pt x="274" y="357"/>
                      <a:pt x="274" y="357"/>
                    </a:cubicBezTo>
                    <a:cubicBezTo>
                      <a:pt x="272" y="357"/>
                      <a:pt x="272" y="357"/>
                      <a:pt x="272" y="357"/>
                    </a:cubicBezTo>
                    <a:cubicBezTo>
                      <a:pt x="271" y="359"/>
                      <a:pt x="271" y="359"/>
                      <a:pt x="271" y="359"/>
                    </a:cubicBezTo>
                    <a:cubicBezTo>
                      <a:pt x="269" y="359"/>
                      <a:pt x="269" y="359"/>
                      <a:pt x="269" y="359"/>
                    </a:cubicBezTo>
                    <a:cubicBezTo>
                      <a:pt x="268" y="360"/>
                      <a:pt x="268" y="360"/>
                      <a:pt x="268" y="360"/>
                    </a:cubicBezTo>
                    <a:cubicBezTo>
                      <a:pt x="267" y="360"/>
                      <a:pt x="267" y="360"/>
                      <a:pt x="267" y="360"/>
                    </a:cubicBezTo>
                    <a:cubicBezTo>
                      <a:pt x="265" y="362"/>
                      <a:pt x="265" y="362"/>
                      <a:pt x="265" y="362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6"/>
                      <a:pt x="265" y="366"/>
                      <a:pt x="265" y="366"/>
                    </a:cubicBezTo>
                    <a:cubicBezTo>
                      <a:pt x="263" y="368"/>
                      <a:pt x="263" y="368"/>
                      <a:pt x="263" y="368"/>
                    </a:cubicBezTo>
                    <a:cubicBezTo>
                      <a:pt x="263" y="370"/>
                      <a:pt x="263" y="370"/>
                      <a:pt x="263" y="370"/>
                    </a:cubicBezTo>
                    <a:cubicBezTo>
                      <a:pt x="263" y="371"/>
                      <a:pt x="263" y="371"/>
                      <a:pt x="263" y="371"/>
                    </a:cubicBezTo>
                    <a:cubicBezTo>
                      <a:pt x="262" y="372"/>
                      <a:pt x="262" y="372"/>
                      <a:pt x="262" y="372"/>
                    </a:cubicBezTo>
                    <a:cubicBezTo>
                      <a:pt x="263" y="376"/>
                      <a:pt x="263" y="376"/>
                      <a:pt x="263" y="376"/>
                    </a:cubicBezTo>
                    <a:cubicBezTo>
                      <a:pt x="263" y="377"/>
                      <a:pt x="263" y="377"/>
                      <a:pt x="263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80"/>
                      <a:pt x="264" y="380"/>
                      <a:pt x="264" y="380"/>
                    </a:cubicBezTo>
                    <a:cubicBezTo>
                      <a:pt x="263" y="382"/>
                      <a:pt x="263" y="382"/>
                      <a:pt x="263" y="382"/>
                    </a:cubicBezTo>
                    <a:cubicBezTo>
                      <a:pt x="264" y="382"/>
                      <a:pt x="264" y="382"/>
                      <a:pt x="264" y="382"/>
                    </a:cubicBezTo>
                    <a:cubicBezTo>
                      <a:pt x="267" y="382"/>
                      <a:pt x="267" y="382"/>
                      <a:pt x="267" y="382"/>
                    </a:cubicBezTo>
                    <a:cubicBezTo>
                      <a:pt x="269" y="384"/>
                      <a:pt x="269" y="384"/>
                      <a:pt x="269" y="384"/>
                    </a:cubicBezTo>
                    <a:cubicBezTo>
                      <a:pt x="271" y="385"/>
                      <a:pt x="271" y="385"/>
                      <a:pt x="271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7"/>
                      <a:pt x="274" y="387"/>
                      <a:pt x="274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5" y="388"/>
                      <a:pt x="275" y="388"/>
                      <a:pt x="275" y="388"/>
                    </a:cubicBezTo>
                    <a:cubicBezTo>
                      <a:pt x="275" y="390"/>
                      <a:pt x="275" y="390"/>
                      <a:pt x="275" y="390"/>
                    </a:cubicBezTo>
                    <a:cubicBezTo>
                      <a:pt x="268" y="391"/>
                      <a:pt x="268" y="391"/>
                      <a:pt x="268" y="391"/>
                    </a:cubicBezTo>
                    <a:cubicBezTo>
                      <a:pt x="258" y="391"/>
                      <a:pt x="258" y="391"/>
                      <a:pt x="258" y="391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8" y="390"/>
                      <a:pt x="258" y="390"/>
                      <a:pt x="258" y="390"/>
                    </a:cubicBezTo>
                    <a:cubicBezTo>
                      <a:pt x="255" y="390"/>
                      <a:pt x="255" y="390"/>
                      <a:pt x="255" y="390"/>
                    </a:cubicBezTo>
                    <a:cubicBezTo>
                      <a:pt x="254" y="392"/>
                      <a:pt x="254" y="392"/>
                      <a:pt x="254" y="392"/>
                    </a:cubicBezTo>
                    <a:cubicBezTo>
                      <a:pt x="251" y="393"/>
                      <a:pt x="251" y="393"/>
                      <a:pt x="251" y="393"/>
                    </a:cubicBezTo>
                    <a:cubicBezTo>
                      <a:pt x="249" y="392"/>
                      <a:pt x="249" y="392"/>
                      <a:pt x="249" y="392"/>
                    </a:cubicBezTo>
                    <a:cubicBezTo>
                      <a:pt x="248" y="391"/>
                      <a:pt x="248" y="391"/>
                      <a:pt x="248" y="391"/>
                    </a:cubicBezTo>
                    <a:cubicBezTo>
                      <a:pt x="248" y="390"/>
                      <a:pt x="248" y="390"/>
                      <a:pt x="248" y="390"/>
                    </a:cubicBezTo>
                    <a:cubicBezTo>
                      <a:pt x="249" y="390"/>
                      <a:pt x="249" y="390"/>
                      <a:pt x="249" y="390"/>
                    </a:cubicBezTo>
                    <a:cubicBezTo>
                      <a:pt x="251" y="391"/>
                      <a:pt x="251" y="391"/>
                      <a:pt x="251" y="391"/>
                    </a:cubicBezTo>
                    <a:cubicBezTo>
                      <a:pt x="251" y="389"/>
                      <a:pt x="251" y="389"/>
                      <a:pt x="251" y="389"/>
                    </a:cubicBezTo>
                    <a:cubicBezTo>
                      <a:pt x="248" y="388"/>
                      <a:pt x="248" y="388"/>
                      <a:pt x="248" y="388"/>
                    </a:cubicBezTo>
                    <a:cubicBezTo>
                      <a:pt x="245" y="387"/>
                      <a:pt x="245" y="387"/>
                      <a:pt x="245" y="387"/>
                    </a:cubicBezTo>
                    <a:cubicBezTo>
                      <a:pt x="242" y="389"/>
                      <a:pt x="242" y="389"/>
                      <a:pt x="242" y="389"/>
                    </a:cubicBezTo>
                    <a:cubicBezTo>
                      <a:pt x="239" y="389"/>
                      <a:pt x="239" y="389"/>
                      <a:pt x="239" y="389"/>
                    </a:cubicBezTo>
                    <a:cubicBezTo>
                      <a:pt x="237" y="390"/>
                      <a:pt x="237" y="390"/>
                      <a:pt x="237" y="390"/>
                    </a:cubicBezTo>
                    <a:cubicBezTo>
                      <a:pt x="236" y="391"/>
                      <a:pt x="236" y="391"/>
                      <a:pt x="236" y="391"/>
                    </a:cubicBezTo>
                    <a:cubicBezTo>
                      <a:pt x="234" y="391"/>
                      <a:pt x="234" y="391"/>
                      <a:pt x="234" y="391"/>
                    </a:cubicBezTo>
                    <a:cubicBezTo>
                      <a:pt x="232" y="393"/>
                      <a:pt x="232" y="393"/>
                      <a:pt x="232" y="393"/>
                    </a:cubicBezTo>
                    <a:cubicBezTo>
                      <a:pt x="232" y="394"/>
                      <a:pt x="232" y="394"/>
                      <a:pt x="232" y="394"/>
                    </a:cubicBezTo>
                    <a:cubicBezTo>
                      <a:pt x="230" y="394"/>
                      <a:pt x="230" y="394"/>
                      <a:pt x="230" y="394"/>
                    </a:cubicBezTo>
                    <a:cubicBezTo>
                      <a:pt x="227" y="396"/>
                      <a:pt x="227" y="396"/>
                      <a:pt x="227" y="396"/>
                    </a:cubicBezTo>
                    <a:cubicBezTo>
                      <a:pt x="224" y="396"/>
                      <a:pt x="224" y="396"/>
                      <a:pt x="224" y="396"/>
                    </a:cubicBezTo>
                    <a:cubicBezTo>
                      <a:pt x="223" y="398"/>
                      <a:pt x="223" y="398"/>
                      <a:pt x="223" y="398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1"/>
                      <a:pt x="222" y="401"/>
                      <a:pt x="222" y="401"/>
                    </a:cubicBezTo>
                    <a:cubicBezTo>
                      <a:pt x="221" y="401"/>
                      <a:pt x="221" y="401"/>
                      <a:pt x="221" y="401"/>
                    </a:cubicBezTo>
                    <a:cubicBezTo>
                      <a:pt x="220" y="400"/>
                      <a:pt x="220" y="400"/>
                      <a:pt x="220" y="400"/>
                    </a:cubicBezTo>
                    <a:cubicBezTo>
                      <a:pt x="218" y="400"/>
                      <a:pt x="218" y="400"/>
                      <a:pt x="218" y="400"/>
                    </a:cubicBezTo>
                    <a:cubicBezTo>
                      <a:pt x="218" y="399"/>
                      <a:pt x="218" y="399"/>
                      <a:pt x="218" y="399"/>
                    </a:cubicBezTo>
                    <a:cubicBezTo>
                      <a:pt x="218" y="398"/>
                      <a:pt x="218" y="398"/>
                      <a:pt x="218" y="398"/>
                    </a:cubicBezTo>
                    <a:cubicBezTo>
                      <a:pt x="217" y="396"/>
                      <a:pt x="217" y="396"/>
                      <a:pt x="217" y="396"/>
                    </a:cubicBezTo>
                    <a:cubicBezTo>
                      <a:pt x="215" y="397"/>
                      <a:pt x="215" y="397"/>
                      <a:pt x="215" y="397"/>
                    </a:cubicBezTo>
                    <a:cubicBezTo>
                      <a:pt x="214" y="396"/>
                      <a:pt x="214" y="396"/>
                      <a:pt x="214" y="396"/>
                    </a:cubicBezTo>
                    <a:cubicBezTo>
                      <a:pt x="215" y="395"/>
                      <a:pt x="215" y="395"/>
                      <a:pt x="215" y="395"/>
                    </a:cubicBezTo>
                    <a:cubicBezTo>
                      <a:pt x="216" y="395"/>
                      <a:pt x="216" y="395"/>
                      <a:pt x="216" y="395"/>
                    </a:cubicBezTo>
                    <a:cubicBezTo>
                      <a:pt x="216" y="393"/>
                      <a:pt x="216" y="393"/>
                      <a:pt x="216" y="393"/>
                    </a:cubicBezTo>
                    <a:cubicBezTo>
                      <a:pt x="216" y="392"/>
                      <a:pt x="216" y="392"/>
                      <a:pt x="216" y="392"/>
                    </a:cubicBezTo>
                    <a:cubicBezTo>
                      <a:pt x="216" y="391"/>
                      <a:pt x="216" y="391"/>
                      <a:pt x="216" y="391"/>
                    </a:cubicBezTo>
                    <a:cubicBezTo>
                      <a:pt x="214" y="390"/>
                      <a:pt x="214" y="390"/>
                      <a:pt x="214" y="390"/>
                    </a:cubicBezTo>
                    <a:cubicBezTo>
                      <a:pt x="214" y="391"/>
                      <a:pt x="214" y="391"/>
                      <a:pt x="214" y="391"/>
                    </a:cubicBezTo>
                    <a:cubicBezTo>
                      <a:pt x="213" y="390"/>
                      <a:pt x="213" y="390"/>
                      <a:pt x="213" y="390"/>
                    </a:cubicBezTo>
                    <a:cubicBezTo>
                      <a:pt x="211" y="391"/>
                      <a:pt x="211" y="391"/>
                      <a:pt x="211" y="391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1" y="393"/>
                      <a:pt x="211" y="393"/>
                      <a:pt x="211" y="393"/>
                    </a:cubicBezTo>
                    <a:cubicBezTo>
                      <a:pt x="208" y="393"/>
                      <a:pt x="208" y="393"/>
                      <a:pt x="208" y="393"/>
                    </a:cubicBezTo>
                    <a:cubicBezTo>
                      <a:pt x="207" y="393"/>
                      <a:pt x="207" y="393"/>
                      <a:pt x="207" y="393"/>
                    </a:cubicBezTo>
                    <a:cubicBezTo>
                      <a:pt x="207" y="394"/>
                      <a:pt x="207" y="394"/>
                      <a:pt x="207" y="394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3" y="396"/>
                      <a:pt x="203" y="396"/>
                      <a:pt x="203" y="396"/>
                    </a:cubicBezTo>
                    <a:cubicBezTo>
                      <a:pt x="201" y="397"/>
                      <a:pt x="201" y="397"/>
                      <a:pt x="201" y="397"/>
                    </a:cubicBezTo>
                    <a:cubicBezTo>
                      <a:pt x="201" y="398"/>
                      <a:pt x="201" y="398"/>
                      <a:pt x="201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198" y="397"/>
                      <a:pt x="198" y="397"/>
                      <a:pt x="198" y="397"/>
                    </a:cubicBezTo>
                    <a:cubicBezTo>
                      <a:pt x="200" y="396"/>
                      <a:pt x="200" y="396"/>
                      <a:pt x="200" y="396"/>
                    </a:cubicBezTo>
                    <a:cubicBezTo>
                      <a:pt x="199" y="394"/>
                      <a:pt x="199" y="394"/>
                      <a:pt x="199" y="394"/>
                    </a:cubicBezTo>
                    <a:cubicBezTo>
                      <a:pt x="198" y="394"/>
                      <a:pt x="198" y="394"/>
                      <a:pt x="198" y="394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5" y="394"/>
                      <a:pt x="195" y="394"/>
                      <a:pt x="195" y="394"/>
                    </a:cubicBezTo>
                    <a:cubicBezTo>
                      <a:pt x="194" y="393"/>
                      <a:pt x="194" y="393"/>
                      <a:pt x="194" y="393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2" y="395"/>
                      <a:pt x="192" y="395"/>
                      <a:pt x="192" y="395"/>
                    </a:cubicBezTo>
                    <a:cubicBezTo>
                      <a:pt x="192" y="394"/>
                      <a:pt x="192" y="394"/>
                      <a:pt x="192" y="394"/>
                    </a:cubicBezTo>
                    <a:cubicBezTo>
                      <a:pt x="191" y="394"/>
                      <a:pt x="191" y="394"/>
                      <a:pt x="191" y="394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2" y="390"/>
                      <a:pt x="192" y="390"/>
                      <a:pt x="192" y="390"/>
                    </a:cubicBezTo>
                    <a:cubicBezTo>
                      <a:pt x="190" y="390"/>
                      <a:pt x="190" y="390"/>
                      <a:pt x="190" y="390"/>
                    </a:cubicBezTo>
                    <a:cubicBezTo>
                      <a:pt x="189" y="389"/>
                      <a:pt x="189" y="389"/>
                      <a:pt x="189" y="389"/>
                    </a:cubicBezTo>
                    <a:cubicBezTo>
                      <a:pt x="190" y="388"/>
                      <a:pt x="190" y="388"/>
                      <a:pt x="190" y="388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9" y="386"/>
                      <a:pt x="189" y="386"/>
                      <a:pt x="189" y="386"/>
                    </a:cubicBezTo>
                    <a:cubicBezTo>
                      <a:pt x="189" y="384"/>
                      <a:pt x="189" y="384"/>
                      <a:pt x="189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9" y="383"/>
                      <a:pt x="189" y="383"/>
                      <a:pt x="189" y="383"/>
                    </a:cubicBezTo>
                    <a:cubicBezTo>
                      <a:pt x="189" y="385"/>
                      <a:pt x="189" y="385"/>
                      <a:pt x="189" y="385"/>
                    </a:cubicBezTo>
                    <a:cubicBezTo>
                      <a:pt x="190" y="386"/>
                      <a:pt x="190" y="386"/>
                      <a:pt x="190" y="386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4" y="391"/>
                      <a:pt x="194" y="391"/>
                      <a:pt x="194" y="391"/>
                    </a:cubicBezTo>
                    <a:cubicBezTo>
                      <a:pt x="195" y="390"/>
                      <a:pt x="195" y="390"/>
                      <a:pt x="195" y="390"/>
                    </a:cubicBezTo>
                    <a:cubicBezTo>
                      <a:pt x="196" y="391"/>
                      <a:pt x="196" y="391"/>
                      <a:pt x="196" y="391"/>
                    </a:cubicBezTo>
                    <a:cubicBezTo>
                      <a:pt x="197" y="390"/>
                      <a:pt x="197" y="390"/>
                      <a:pt x="197" y="390"/>
                    </a:cubicBezTo>
                    <a:cubicBezTo>
                      <a:pt x="198" y="392"/>
                      <a:pt x="198" y="392"/>
                      <a:pt x="198" y="392"/>
                    </a:cubicBezTo>
                    <a:cubicBezTo>
                      <a:pt x="200" y="392"/>
                      <a:pt x="200" y="392"/>
                      <a:pt x="200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5" y="393"/>
                      <a:pt x="205" y="393"/>
                      <a:pt x="205" y="393"/>
                    </a:cubicBezTo>
                    <a:cubicBezTo>
                      <a:pt x="205" y="391"/>
                      <a:pt x="205" y="391"/>
                      <a:pt x="205" y="391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6" y="389"/>
                      <a:pt x="206" y="389"/>
                      <a:pt x="206" y="389"/>
                    </a:cubicBezTo>
                    <a:cubicBezTo>
                      <a:pt x="208" y="388"/>
                      <a:pt x="208" y="388"/>
                      <a:pt x="208" y="388"/>
                    </a:cubicBezTo>
                    <a:cubicBezTo>
                      <a:pt x="207" y="386"/>
                      <a:pt x="207" y="386"/>
                      <a:pt x="207" y="386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6" y="386"/>
                      <a:pt x="206" y="386"/>
                      <a:pt x="206" y="386"/>
                    </a:cubicBezTo>
                    <a:cubicBezTo>
                      <a:pt x="208" y="385"/>
                      <a:pt x="208" y="385"/>
                      <a:pt x="208" y="385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6" y="383"/>
                      <a:pt x="206" y="383"/>
                      <a:pt x="206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9" y="384"/>
                      <a:pt x="209" y="384"/>
                      <a:pt x="209" y="384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10" y="384"/>
                      <a:pt x="210" y="384"/>
                      <a:pt x="210" y="384"/>
                    </a:cubicBezTo>
                    <a:cubicBezTo>
                      <a:pt x="212" y="384"/>
                      <a:pt x="212" y="384"/>
                      <a:pt x="212" y="384"/>
                    </a:cubicBezTo>
                    <a:cubicBezTo>
                      <a:pt x="216" y="383"/>
                      <a:pt x="216" y="383"/>
                      <a:pt x="216" y="383"/>
                    </a:cubicBezTo>
                    <a:cubicBezTo>
                      <a:pt x="218" y="384"/>
                      <a:pt x="218" y="384"/>
                      <a:pt x="218" y="384"/>
                    </a:cubicBezTo>
                    <a:cubicBezTo>
                      <a:pt x="220" y="382"/>
                      <a:pt x="220" y="382"/>
                      <a:pt x="220" y="382"/>
                    </a:cubicBezTo>
                    <a:cubicBezTo>
                      <a:pt x="220" y="381"/>
                      <a:pt x="220" y="381"/>
                      <a:pt x="220" y="381"/>
                    </a:cubicBezTo>
                    <a:cubicBezTo>
                      <a:pt x="219" y="380"/>
                      <a:pt x="219" y="380"/>
                      <a:pt x="219" y="380"/>
                    </a:cubicBezTo>
                    <a:cubicBezTo>
                      <a:pt x="220" y="378"/>
                      <a:pt x="220" y="378"/>
                      <a:pt x="220" y="378"/>
                    </a:cubicBezTo>
                    <a:cubicBezTo>
                      <a:pt x="222" y="378"/>
                      <a:pt x="222" y="378"/>
                      <a:pt x="222" y="378"/>
                    </a:cubicBezTo>
                    <a:cubicBezTo>
                      <a:pt x="222" y="377"/>
                      <a:pt x="222" y="377"/>
                      <a:pt x="222" y="377"/>
                    </a:cubicBezTo>
                    <a:cubicBezTo>
                      <a:pt x="225" y="377"/>
                      <a:pt x="225" y="377"/>
                      <a:pt x="225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8" y="377"/>
                      <a:pt x="228" y="377"/>
                      <a:pt x="228" y="377"/>
                    </a:cubicBezTo>
                    <a:cubicBezTo>
                      <a:pt x="229" y="378"/>
                      <a:pt x="229" y="378"/>
                      <a:pt x="229" y="378"/>
                    </a:cubicBezTo>
                    <a:cubicBezTo>
                      <a:pt x="231" y="376"/>
                      <a:pt x="231" y="376"/>
                      <a:pt x="231" y="376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2"/>
                      <a:pt x="233" y="372"/>
                      <a:pt x="233" y="372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5"/>
                      <a:pt x="233" y="375"/>
                      <a:pt x="233" y="375"/>
                    </a:cubicBezTo>
                    <a:cubicBezTo>
                      <a:pt x="233" y="376"/>
                      <a:pt x="233" y="376"/>
                      <a:pt x="233" y="376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6" y="373"/>
                      <a:pt x="236" y="373"/>
                      <a:pt x="236" y="373"/>
                    </a:cubicBezTo>
                    <a:cubicBezTo>
                      <a:pt x="236" y="370"/>
                      <a:pt x="236" y="370"/>
                      <a:pt x="236" y="370"/>
                    </a:cubicBezTo>
                    <a:cubicBezTo>
                      <a:pt x="237" y="368"/>
                      <a:pt x="237" y="368"/>
                      <a:pt x="237" y="368"/>
                    </a:cubicBezTo>
                    <a:cubicBezTo>
                      <a:pt x="237" y="365"/>
                      <a:pt x="237" y="365"/>
                      <a:pt x="237" y="365"/>
                    </a:cubicBezTo>
                    <a:cubicBezTo>
                      <a:pt x="235" y="364"/>
                      <a:pt x="235" y="364"/>
                      <a:pt x="235" y="364"/>
                    </a:cubicBezTo>
                    <a:cubicBezTo>
                      <a:pt x="234" y="366"/>
                      <a:pt x="234" y="366"/>
                      <a:pt x="234" y="366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68"/>
                      <a:pt x="233" y="368"/>
                      <a:pt x="233" y="368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33" y="364"/>
                      <a:pt x="233" y="364"/>
                      <a:pt x="233" y="364"/>
                    </a:cubicBezTo>
                    <a:cubicBezTo>
                      <a:pt x="234" y="363"/>
                      <a:pt x="234" y="363"/>
                      <a:pt x="234" y="363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4" y="360"/>
                      <a:pt x="234" y="360"/>
                      <a:pt x="234" y="360"/>
                    </a:cubicBezTo>
                    <a:cubicBezTo>
                      <a:pt x="233" y="359"/>
                      <a:pt x="233" y="359"/>
                      <a:pt x="233" y="359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6" y="357"/>
                      <a:pt x="236" y="357"/>
                      <a:pt x="236" y="357"/>
                    </a:cubicBezTo>
                    <a:cubicBezTo>
                      <a:pt x="234" y="355"/>
                      <a:pt x="234" y="355"/>
                      <a:pt x="234" y="355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3"/>
                      <a:pt x="235" y="353"/>
                      <a:pt x="235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4" y="350"/>
                      <a:pt x="234" y="350"/>
                      <a:pt x="234" y="350"/>
                    </a:cubicBezTo>
                    <a:cubicBezTo>
                      <a:pt x="235" y="349"/>
                      <a:pt x="235" y="349"/>
                      <a:pt x="235" y="349"/>
                    </a:cubicBezTo>
                    <a:cubicBezTo>
                      <a:pt x="236" y="350"/>
                      <a:pt x="236" y="350"/>
                      <a:pt x="236" y="350"/>
                    </a:cubicBezTo>
                    <a:cubicBezTo>
                      <a:pt x="237" y="348"/>
                      <a:pt x="237" y="348"/>
                      <a:pt x="237" y="348"/>
                    </a:cubicBezTo>
                    <a:cubicBezTo>
                      <a:pt x="237" y="347"/>
                      <a:pt x="237" y="347"/>
                      <a:pt x="237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40" y="347"/>
                      <a:pt x="240" y="347"/>
                      <a:pt x="240" y="347"/>
                    </a:cubicBezTo>
                    <a:cubicBezTo>
                      <a:pt x="241" y="345"/>
                      <a:pt x="241" y="345"/>
                      <a:pt x="241" y="345"/>
                    </a:cubicBezTo>
                    <a:cubicBezTo>
                      <a:pt x="242" y="345"/>
                      <a:pt x="242" y="345"/>
                      <a:pt x="242" y="345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4" y="344"/>
                      <a:pt x="244" y="344"/>
                      <a:pt x="244" y="344"/>
                    </a:cubicBezTo>
                    <a:cubicBezTo>
                      <a:pt x="244" y="342"/>
                      <a:pt x="244" y="342"/>
                      <a:pt x="244" y="342"/>
                    </a:cubicBezTo>
                    <a:cubicBezTo>
                      <a:pt x="246" y="340"/>
                      <a:pt x="246" y="340"/>
                      <a:pt x="246" y="340"/>
                    </a:cubicBezTo>
                    <a:cubicBezTo>
                      <a:pt x="246" y="338"/>
                      <a:pt x="246" y="338"/>
                      <a:pt x="246" y="338"/>
                    </a:cubicBezTo>
                    <a:cubicBezTo>
                      <a:pt x="244" y="338"/>
                      <a:pt x="244" y="338"/>
                      <a:pt x="244" y="338"/>
                    </a:cubicBezTo>
                    <a:cubicBezTo>
                      <a:pt x="245" y="337"/>
                      <a:pt x="245" y="337"/>
                      <a:pt x="245" y="337"/>
                    </a:cubicBezTo>
                    <a:cubicBezTo>
                      <a:pt x="246" y="334"/>
                      <a:pt x="246" y="334"/>
                      <a:pt x="246" y="334"/>
                    </a:cubicBezTo>
                    <a:cubicBezTo>
                      <a:pt x="245" y="333"/>
                      <a:pt x="245" y="333"/>
                      <a:pt x="245" y="333"/>
                    </a:cubicBezTo>
                    <a:cubicBezTo>
                      <a:pt x="245" y="332"/>
                      <a:pt x="245" y="332"/>
                      <a:pt x="245" y="332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0"/>
                      <a:pt x="243" y="330"/>
                      <a:pt x="243" y="330"/>
                    </a:cubicBezTo>
                    <a:cubicBezTo>
                      <a:pt x="240" y="328"/>
                      <a:pt x="240" y="328"/>
                      <a:pt x="240" y="328"/>
                    </a:cubicBezTo>
                    <a:cubicBezTo>
                      <a:pt x="240" y="326"/>
                      <a:pt x="240" y="326"/>
                      <a:pt x="240" y="326"/>
                    </a:cubicBezTo>
                    <a:cubicBezTo>
                      <a:pt x="238" y="325"/>
                      <a:pt x="238" y="325"/>
                      <a:pt x="238" y="325"/>
                    </a:cubicBezTo>
                    <a:cubicBezTo>
                      <a:pt x="237" y="326"/>
                      <a:pt x="237" y="326"/>
                      <a:pt x="237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6" y="326"/>
                      <a:pt x="236" y="326"/>
                      <a:pt x="236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5" y="325"/>
                      <a:pt x="235" y="325"/>
                      <a:pt x="235" y="325"/>
                    </a:cubicBezTo>
                    <a:cubicBezTo>
                      <a:pt x="234" y="324"/>
                      <a:pt x="234" y="324"/>
                      <a:pt x="234" y="324"/>
                    </a:cubicBezTo>
                    <a:cubicBezTo>
                      <a:pt x="234" y="323"/>
                      <a:pt x="234" y="323"/>
                      <a:pt x="234" y="323"/>
                    </a:cubicBezTo>
                    <a:cubicBezTo>
                      <a:pt x="235" y="322"/>
                      <a:pt x="235" y="322"/>
                      <a:pt x="235" y="322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19"/>
                      <a:pt x="234" y="319"/>
                      <a:pt x="234" y="319"/>
                    </a:cubicBezTo>
                    <a:cubicBezTo>
                      <a:pt x="234" y="318"/>
                      <a:pt x="234" y="318"/>
                      <a:pt x="234" y="318"/>
                    </a:cubicBezTo>
                    <a:cubicBezTo>
                      <a:pt x="234" y="317"/>
                      <a:pt x="234" y="317"/>
                      <a:pt x="234" y="317"/>
                    </a:cubicBezTo>
                    <a:cubicBezTo>
                      <a:pt x="234" y="316"/>
                      <a:pt x="234" y="316"/>
                      <a:pt x="234" y="316"/>
                    </a:cubicBezTo>
                    <a:cubicBezTo>
                      <a:pt x="235" y="317"/>
                      <a:pt x="235" y="317"/>
                      <a:pt x="235" y="317"/>
                    </a:cubicBezTo>
                    <a:cubicBezTo>
                      <a:pt x="235" y="314"/>
                      <a:pt x="235" y="314"/>
                      <a:pt x="235" y="314"/>
                    </a:cubicBezTo>
                    <a:cubicBezTo>
                      <a:pt x="234" y="313"/>
                      <a:pt x="234" y="313"/>
                      <a:pt x="234" y="313"/>
                    </a:cubicBezTo>
                    <a:cubicBezTo>
                      <a:pt x="235" y="311"/>
                      <a:pt x="235" y="311"/>
                      <a:pt x="235" y="311"/>
                    </a:cubicBezTo>
                    <a:cubicBezTo>
                      <a:pt x="234" y="309"/>
                      <a:pt x="234" y="309"/>
                      <a:pt x="234" y="309"/>
                    </a:cubicBezTo>
                    <a:cubicBezTo>
                      <a:pt x="235" y="309"/>
                      <a:pt x="235" y="309"/>
                      <a:pt x="235" y="309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6" y="305"/>
                      <a:pt x="236" y="305"/>
                      <a:pt x="236" y="305"/>
                    </a:cubicBezTo>
                    <a:cubicBezTo>
                      <a:pt x="237" y="303"/>
                      <a:pt x="237" y="303"/>
                      <a:pt x="237" y="303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8" y="302"/>
                      <a:pt x="238" y="302"/>
                      <a:pt x="238" y="302"/>
                    </a:cubicBezTo>
                    <a:cubicBezTo>
                      <a:pt x="240" y="300"/>
                      <a:pt x="240" y="300"/>
                      <a:pt x="240" y="300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7"/>
                      <a:pt x="240" y="297"/>
                      <a:pt x="240" y="297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3" y="296"/>
                      <a:pt x="243" y="296"/>
                      <a:pt x="243" y="296"/>
                    </a:cubicBezTo>
                    <a:cubicBezTo>
                      <a:pt x="243" y="297"/>
                      <a:pt x="243" y="297"/>
                      <a:pt x="243" y="297"/>
                    </a:cubicBezTo>
                    <a:cubicBezTo>
                      <a:pt x="245" y="296"/>
                      <a:pt x="245" y="296"/>
                      <a:pt x="245" y="296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293"/>
                      <a:pt x="245" y="293"/>
                      <a:pt x="245" y="293"/>
                    </a:cubicBezTo>
                    <a:cubicBezTo>
                      <a:pt x="246" y="293"/>
                      <a:pt x="246" y="293"/>
                      <a:pt x="246" y="293"/>
                    </a:cubicBezTo>
                    <a:cubicBezTo>
                      <a:pt x="246" y="294"/>
                      <a:pt x="246" y="294"/>
                      <a:pt x="246" y="294"/>
                    </a:cubicBezTo>
                    <a:cubicBezTo>
                      <a:pt x="248" y="294"/>
                      <a:pt x="248" y="294"/>
                      <a:pt x="248" y="294"/>
                    </a:cubicBezTo>
                    <a:cubicBezTo>
                      <a:pt x="248" y="292"/>
                      <a:pt x="248" y="292"/>
                      <a:pt x="248" y="292"/>
                    </a:cubicBezTo>
                    <a:cubicBezTo>
                      <a:pt x="251" y="291"/>
                      <a:pt x="251" y="291"/>
                      <a:pt x="251" y="291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2" y="288"/>
                      <a:pt x="252" y="288"/>
                      <a:pt x="252" y="288"/>
                    </a:cubicBezTo>
                    <a:cubicBezTo>
                      <a:pt x="253" y="289"/>
                      <a:pt x="253" y="289"/>
                      <a:pt x="253" y="289"/>
                    </a:cubicBezTo>
                    <a:cubicBezTo>
                      <a:pt x="255" y="286"/>
                      <a:pt x="255" y="286"/>
                      <a:pt x="255" y="286"/>
                    </a:cubicBezTo>
                    <a:cubicBezTo>
                      <a:pt x="255" y="283"/>
                      <a:pt x="255" y="283"/>
                      <a:pt x="255" y="283"/>
                    </a:cubicBezTo>
                    <a:cubicBezTo>
                      <a:pt x="255" y="282"/>
                      <a:pt x="255" y="282"/>
                      <a:pt x="255" y="282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9" y="279"/>
                      <a:pt x="259" y="279"/>
                      <a:pt x="259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9"/>
                      <a:pt x="256" y="279"/>
                      <a:pt x="256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7"/>
                      <a:pt x="256" y="277"/>
                      <a:pt x="256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6" y="276"/>
                      <a:pt x="256" y="276"/>
                      <a:pt x="256" y="276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73"/>
                      <a:pt x="256" y="273"/>
                      <a:pt x="256" y="273"/>
                    </a:cubicBezTo>
                    <a:cubicBezTo>
                      <a:pt x="257" y="272"/>
                      <a:pt x="257" y="272"/>
                      <a:pt x="257" y="272"/>
                    </a:cubicBezTo>
                    <a:cubicBezTo>
                      <a:pt x="256" y="271"/>
                      <a:pt x="256" y="271"/>
                      <a:pt x="256" y="271"/>
                    </a:cubicBezTo>
                    <a:cubicBezTo>
                      <a:pt x="257" y="270"/>
                      <a:pt x="257" y="270"/>
                      <a:pt x="257" y="270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6" y="268"/>
                      <a:pt x="256" y="268"/>
                      <a:pt x="256" y="268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9" y="267"/>
                      <a:pt x="259" y="267"/>
                      <a:pt x="259" y="267"/>
                    </a:cubicBezTo>
                    <a:cubicBezTo>
                      <a:pt x="258" y="266"/>
                      <a:pt x="258" y="266"/>
                      <a:pt x="258" y="266"/>
                    </a:cubicBezTo>
                    <a:cubicBezTo>
                      <a:pt x="260" y="266"/>
                      <a:pt x="260" y="266"/>
                      <a:pt x="260" y="266"/>
                    </a:cubicBezTo>
                    <a:cubicBezTo>
                      <a:pt x="260" y="264"/>
                      <a:pt x="260" y="264"/>
                      <a:pt x="260" y="264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3" y="263"/>
                      <a:pt x="263" y="263"/>
                      <a:pt x="263" y="263"/>
                    </a:cubicBezTo>
                    <a:cubicBezTo>
                      <a:pt x="263" y="264"/>
                      <a:pt x="263" y="264"/>
                      <a:pt x="263" y="264"/>
                    </a:cubicBezTo>
                    <a:cubicBezTo>
                      <a:pt x="265" y="265"/>
                      <a:pt x="265" y="265"/>
                      <a:pt x="265" y="265"/>
                    </a:cubicBezTo>
                    <a:cubicBezTo>
                      <a:pt x="265" y="264"/>
                      <a:pt x="265" y="264"/>
                      <a:pt x="265" y="264"/>
                    </a:cubicBezTo>
                    <a:cubicBezTo>
                      <a:pt x="266" y="264"/>
                      <a:pt x="266" y="264"/>
                      <a:pt x="266" y="264"/>
                    </a:cubicBezTo>
                    <a:cubicBezTo>
                      <a:pt x="268" y="263"/>
                      <a:pt x="268" y="263"/>
                      <a:pt x="268" y="263"/>
                    </a:cubicBezTo>
                    <a:cubicBezTo>
                      <a:pt x="269" y="264"/>
                      <a:pt x="269" y="264"/>
                      <a:pt x="269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74" y="265"/>
                      <a:pt x="274" y="265"/>
                      <a:pt x="274" y="265"/>
                    </a:cubicBezTo>
                    <a:cubicBezTo>
                      <a:pt x="277" y="265"/>
                      <a:pt x="277" y="265"/>
                      <a:pt x="277" y="265"/>
                    </a:cubicBezTo>
                    <a:cubicBezTo>
                      <a:pt x="278" y="266"/>
                      <a:pt x="278" y="266"/>
                      <a:pt x="278" y="266"/>
                    </a:cubicBezTo>
                    <a:cubicBezTo>
                      <a:pt x="277" y="267"/>
                      <a:pt x="277" y="267"/>
                      <a:pt x="277" y="267"/>
                    </a:cubicBezTo>
                    <a:cubicBezTo>
                      <a:pt x="278" y="268"/>
                      <a:pt x="278" y="268"/>
                      <a:pt x="278" y="268"/>
                    </a:cubicBezTo>
                    <a:cubicBezTo>
                      <a:pt x="279" y="270"/>
                      <a:pt x="279" y="270"/>
                      <a:pt x="279" y="270"/>
                    </a:cubicBezTo>
                    <a:cubicBezTo>
                      <a:pt x="278" y="270"/>
                      <a:pt x="278" y="270"/>
                      <a:pt x="278" y="270"/>
                    </a:cubicBezTo>
                    <a:cubicBezTo>
                      <a:pt x="276" y="270"/>
                      <a:pt x="276" y="270"/>
                      <a:pt x="276" y="270"/>
                    </a:cubicBezTo>
                    <a:cubicBezTo>
                      <a:pt x="274" y="271"/>
                      <a:pt x="274" y="271"/>
                      <a:pt x="274" y="271"/>
                    </a:cubicBezTo>
                    <a:cubicBezTo>
                      <a:pt x="275" y="273"/>
                      <a:pt x="275" y="273"/>
                      <a:pt x="275" y="273"/>
                    </a:cubicBezTo>
                    <a:cubicBezTo>
                      <a:pt x="276" y="273"/>
                      <a:pt x="276" y="273"/>
                      <a:pt x="276" y="273"/>
                    </a:cubicBezTo>
                    <a:cubicBezTo>
                      <a:pt x="274" y="275"/>
                      <a:pt x="274" y="275"/>
                      <a:pt x="274" y="275"/>
                    </a:cubicBezTo>
                    <a:cubicBezTo>
                      <a:pt x="274" y="276"/>
                      <a:pt x="274" y="276"/>
                      <a:pt x="274" y="276"/>
                    </a:cubicBezTo>
                    <a:cubicBezTo>
                      <a:pt x="273" y="277"/>
                      <a:pt x="273" y="277"/>
                      <a:pt x="273" y="277"/>
                    </a:cubicBezTo>
                    <a:cubicBezTo>
                      <a:pt x="273" y="278"/>
                      <a:pt x="273" y="278"/>
                      <a:pt x="273" y="278"/>
                    </a:cubicBezTo>
                    <a:cubicBezTo>
                      <a:pt x="272" y="279"/>
                      <a:pt x="272" y="279"/>
                      <a:pt x="272" y="279"/>
                    </a:cubicBezTo>
                    <a:cubicBezTo>
                      <a:pt x="270" y="281"/>
                      <a:pt x="270" y="281"/>
                      <a:pt x="270" y="281"/>
                    </a:cubicBezTo>
                    <a:cubicBezTo>
                      <a:pt x="270" y="283"/>
                      <a:pt x="270" y="283"/>
                      <a:pt x="270" y="283"/>
                    </a:cubicBezTo>
                    <a:cubicBezTo>
                      <a:pt x="269" y="283"/>
                      <a:pt x="269" y="283"/>
                      <a:pt x="269" y="283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5" y="287"/>
                      <a:pt x="265" y="287"/>
                      <a:pt x="265" y="28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65" y="288"/>
                      <a:pt x="265" y="288"/>
                      <a:pt x="265" y="288"/>
                    </a:cubicBezTo>
                    <a:cubicBezTo>
                      <a:pt x="264" y="289"/>
                      <a:pt x="264" y="289"/>
                      <a:pt x="264" y="289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2" y="291"/>
                      <a:pt x="262" y="291"/>
                      <a:pt x="262" y="291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0" y="294"/>
                      <a:pt x="260" y="294"/>
                      <a:pt x="260" y="294"/>
                    </a:cubicBezTo>
                    <a:cubicBezTo>
                      <a:pt x="259" y="294"/>
                      <a:pt x="259" y="294"/>
                      <a:pt x="259" y="294"/>
                    </a:cubicBezTo>
                    <a:cubicBezTo>
                      <a:pt x="258" y="294"/>
                      <a:pt x="258" y="294"/>
                      <a:pt x="258" y="294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6" y="291"/>
                      <a:pt x="256" y="291"/>
                      <a:pt x="256" y="291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5" y="295"/>
                      <a:pt x="255" y="295"/>
                      <a:pt x="255" y="295"/>
                    </a:cubicBezTo>
                    <a:cubicBezTo>
                      <a:pt x="256" y="297"/>
                      <a:pt x="256" y="297"/>
                      <a:pt x="256" y="297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7" y="297"/>
                      <a:pt x="257" y="297"/>
                      <a:pt x="257" y="297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9"/>
                      <a:pt x="257" y="299"/>
                      <a:pt x="257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5" y="301"/>
                      <a:pt x="255" y="301"/>
                      <a:pt x="255" y="301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4"/>
                      <a:pt x="256" y="304"/>
                      <a:pt x="256" y="304"/>
                    </a:cubicBezTo>
                    <a:cubicBezTo>
                      <a:pt x="257" y="306"/>
                      <a:pt x="257" y="306"/>
                      <a:pt x="257" y="306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7"/>
                      <a:pt x="258" y="307"/>
                      <a:pt x="258" y="307"/>
                    </a:cubicBezTo>
                    <a:cubicBezTo>
                      <a:pt x="257" y="308"/>
                      <a:pt x="257" y="308"/>
                      <a:pt x="257" y="308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10"/>
                      <a:pt x="258" y="310"/>
                      <a:pt x="258" y="310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0" y="313"/>
                      <a:pt x="260" y="313"/>
                      <a:pt x="260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0" y="315"/>
                      <a:pt x="260" y="315"/>
                      <a:pt x="260" y="315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0" y="318"/>
                      <a:pt x="260" y="318"/>
                      <a:pt x="260" y="318"/>
                    </a:cubicBezTo>
                    <a:cubicBezTo>
                      <a:pt x="259" y="318"/>
                      <a:pt x="259" y="318"/>
                      <a:pt x="259" y="318"/>
                    </a:cubicBezTo>
                    <a:cubicBezTo>
                      <a:pt x="259" y="322"/>
                      <a:pt x="259" y="322"/>
                      <a:pt x="259" y="322"/>
                    </a:cubicBezTo>
                    <a:cubicBezTo>
                      <a:pt x="260" y="323"/>
                      <a:pt x="260" y="323"/>
                      <a:pt x="260" y="323"/>
                    </a:cubicBezTo>
                    <a:cubicBezTo>
                      <a:pt x="259" y="324"/>
                      <a:pt x="259" y="324"/>
                      <a:pt x="259" y="324"/>
                    </a:cubicBezTo>
                    <a:cubicBezTo>
                      <a:pt x="259" y="326"/>
                      <a:pt x="259" y="326"/>
                      <a:pt x="259" y="326"/>
                    </a:cubicBezTo>
                    <a:cubicBezTo>
                      <a:pt x="260" y="326"/>
                      <a:pt x="260" y="326"/>
                      <a:pt x="260" y="326"/>
                    </a:cubicBezTo>
                    <a:cubicBezTo>
                      <a:pt x="260" y="326"/>
                      <a:pt x="259" y="326"/>
                      <a:pt x="259" y="326"/>
                    </a:cubicBezTo>
                    <a:cubicBezTo>
                      <a:pt x="258" y="327"/>
                      <a:pt x="258" y="327"/>
                      <a:pt x="258" y="327"/>
                    </a:cubicBezTo>
                    <a:cubicBezTo>
                      <a:pt x="259" y="327"/>
                      <a:pt x="259" y="327"/>
                      <a:pt x="259" y="327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3" y="328"/>
                      <a:pt x="263" y="328"/>
                      <a:pt x="263" y="328"/>
                    </a:cubicBezTo>
                    <a:cubicBezTo>
                      <a:pt x="264" y="329"/>
                      <a:pt x="264" y="329"/>
                      <a:pt x="264" y="329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27"/>
                      <a:pt x="265" y="327"/>
                      <a:pt x="265" y="327"/>
                    </a:cubicBezTo>
                    <a:cubicBezTo>
                      <a:pt x="266" y="327"/>
                      <a:pt x="266" y="327"/>
                      <a:pt x="266" y="327"/>
                    </a:cubicBezTo>
                    <a:cubicBezTo>
                      <a:pt x="267" y="328"/>
                      <a:pt x="267" y="328"/>
                      <a:pt x="267" y="328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30"/>
                      <a:pt x="265" y="330"/>
                      <a:pt x="265" y="330"/>
                    </a:cubicBezTo>
                    <a:cubicBezTo>
                      <a:pt x="267" y="331"/>
                      <a:pt x="267" y="331"/>
                      <a:pt x="267" y="331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29"/>
                      <a:pt x="271" y="329"/>
                      <a:pt x="271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31"/>
                      <a:pt x="271" y="331"/>
                      <a:pt x="271" y="331"/>
                    </a:cubicBezTo>
                    <a:cubicBezTo>
                      <a:pt x="270" y="332"/>
                      <a:pt x="270" y="332"/>
                      <a:pt x="270" y="332"/>
                    </a:cubicBezTo>
                    <a:cubicBezTo>
                      <a:pt x="269" y="333"/>
                      <a:pt x="269" y="333"/>
                      <a:pt x="269" y="333"/>
                    </a:cubicBezTo>
                    <a:cubicBezTo>
                      <a:pt x="270" y="334"/>
                      <a:pt x="270" y="334"/>
                      <a:pt x="270" y="334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5"/>
                      <a:pt x="272" y="335"/>
                      <a:pt x="272" y="335"/>
                    </a:cubicBezTo>
                    <a:cubicBezTo>
                      <a:pt x="273" y="336"/>
                      <a:pt x="273" y="336"/>
                      <a:pt x="273" y="336"/>
                    </a:cubicBezTo>
                    <a:cubicBezTo>
                      <a:pt x="274" y="333"/>
                      <a:pt x="274" y="333"/>
                      <a:pt x="274" y="333"/>
                    </a:cubicBezTo>
                    <a:cubicBezTo>
                      <a:pt x="275" y="334"/>
                      <a:pt x="275" y="334"/>
                      <a:pt x="275" y="334"/>
                    </a:cubicBezTo>
                    <a:cubicBezTo>
                      <a:pt x="276" y="333"/>
                      <a:pt x="276" y="333"/>
                      <a:pt x="276" y="333"/>
                    </a:cubicBezTo>
                    <a:cubicBezTo>
                      <a:pt x="278" y="333"/>
                      <a:pt x="278" y="333"/>
                      <a:pt x="278" y="333"/>
                    </a:cubicBezTo>
                    <a:cubicBezTo>
                      <a:pt x="280" y="331"/>
                      <a:pt x="280" y="331"/>
                      <a:pt x="280" y="331"/>
                    </a:cubicBezTo>
                    <a:cubicBezTo>
                      <a:pt x="281" y="331"/>
                      <a:pt x="281" y="331"/>
                      <a:pt x="281" y="331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6" y="329"/>
                      <a:pt x="286" y="329"/>
                      <a:pt x="286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9" y="330"/>
                      <a:pt x="289" y="330"/>
                      <a:pt x="289" y="330"/>
                    </a:cubicBezTo>
                    <a:cubicBezTo>
                      <a:pt x="290" y="328"/>
                      <a:pt x="290" y="328"/>
                      <a:pt x="290" y="328"/>
                    </a:cubicBezTo>
                    <a:cubicBezTo>
                      <a:pt x="292" y="328"/>
                      <a:pt x="292" y="328"/>
                      <a:pt x="292" y="328"/>
                    </a:cubicBezTo>
                    <a:cubicBezTo>
                      <a:pt x="291" y="327"/>
                      <a:pt x="291" y="327"/>
                      <a:pt x="291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3" y="328"/>
                      <a:pt x="293" y="328"/>
                      <a:pt x="293" y="328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8"/>
                      <a:pt x="295" y="328"/>
                      <a:pt x="295" y="328"/>
                    </a:cubicBezTo>
                    <a:cubicBezTo>
                      <a:pt x="297" y="327"/>
                      <a:pt x="297" y="327"/>
                      <a:pt x="297" y="327"/>
                    </a:cubicBezTo>
                    <a:cubicBezTo>
                      <a:pt x="298" y="326"/>
                      <a:pt x="298" y="326"/>
                      <a:pt x="298" y="326"/>
                    </a:cubicBezTo>
                    <a:cubicBezTo>
                      <a:pt x="299" y="327"/>
                      <a:pt x="299" y="327"/>
                      <a:pt x="299" y="327"/>
                    </a:cubicBezTo>
                    <a:cubicBezTo>
                      <a:pt x="302" y="327"/>
                      <a:pt x="302" y="327"/>
                      <a:pt x="302" y="327"/>
                    </a:cubicBezTo>
                    <a:cubicBezTo>
                      <a:pt x="302" y="326"/>
                      <a:pt x="302" y="326"/>
                      <a:pt x="302" y="326"/>
                    </a:cubicBezTo>
                    <a:cubicBezTo>
                      <a:pt x="303" y="326"/>
                      <a:pt x="303" y="326"/>
                      <a:pt x="303" y="326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5" y="326"/>
                      <a:pt x="305" y="326"/>
                      <a:pt x="305" y="326"/>
                    </a:cubicBezTo>
                    <a:cubicBezTo>
                      <a:pt x="305" y="326"/>
                      <a:pt x="305" y="326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7" y="327"/>
                      <a:pt x="307" y="327"/>
                      <a:pt x="307" y="327"/>
                    </a:cubicBezTo>
                    <a:cubicBezTo>
                      <a:pt x="307" y="327"/>
                      <a:pt x="306" y="327"/>
                      <a:pt x="306" y="328"/>
                    </a:cubicBezTo>
                    <a:cubicBezTo>
                      <a:pt x="306" y="329"/>
                      <a:pt x="306" y="329"/>
                      <a:pt x="306" y="329"/>
                    </a:cubicBezTo>
                    <a:cubicBezTo>
                      <a:pt x="308" y="330"/>
                      <a:pt x="308" y="330"/>
                      <a:pt x="308" y="330"/>
                    </a:cubicBezTo>
                    <a:cubicBezTo>
                      <a:pt x="309" y="329"/>
                      <a:pt x="309" y="329"/>
                      <a:pt x="309" y="329"/>
                    </a:cubicBezTo>
                    <a:cubicBezTo>
                      <a:pt x="309" y="328"/>
                      <a:pt x="309" y="328"/>
                      <a:pt x="309" y="328"/>
                    </a:cubicBezTo>
                    <a:cubicBezTo>
                      <a:pt x="310" y="328"/>
                      <a:pt x="310" y="328"/>
                      <a:pt x="310" y="328"/>
                    </a:cubicBezTo>
                    <a:cubicBezTo>
                      <a:pt x="311" y="330"/>
                      <a:pt x="311" y="330"/>
                      <a:pt x="311" y="330"/>
                    </a:cubicBez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5" y="331"/>
                      <a:pt x="315" y="331"/>
                      <a:pt x="315" y="331"/>
                    </a:cubicBezTo>
                    <a:close/>
                    <a:moveTo>
                      <a:pt x="277" y="349"/>
                    </a:move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7" y="348"/>
                      <a:pt x="277" y="348"/>
                      <a:pt x="277" y="348"/>
                    </a:cubicBezTo>
                    <a:lnTo>
                      <a:pt x="277" y="349"/>
                    </a:lnTo>
                    <a:close/>
                    <a:moveTo>
                      <a:pt x="273" y="349"/>
                    </a:moveTo>
                    <a:cubicBezTo>
                      <a:pt x="273" y="348"/>
                      <a:pt x="273" y="348"/>
                      <a:pt x="273" y="348"/>
                    </a:cubicBezTo>
                    <a:cubicBezTo>
                      <a:pt x="272" y="348"/>
                      <a:pt x="272" y="348"/>
                      <a:pt x="272" y="348"/>
                    </a:cubicBezTo>
                    <a:cubicBezTo>
                      <a:pt x="272" y="347"/>
                      <a:pt x="272" y="347"/>
                      <a:pt x="272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5" y="347"/>
                      <a:pt x="275" y="347"/>
                      <a:pt x="275" y="347"/>
                    </a:cubicBezTo>
                    <a:cubicBezTo>
                      <a:pt x="274" y="346"/>
                      <a:pt x="274" y="346"/>
                      <a:pt x="274" y="346"/>
                    </a:cubicBezTo>
                    <a:cubicBezTo>
                      <a:pt x="276" y="345"/>
                      <a:pt x="276" y="345"/>
                      <a:pt x="276" y="345"/>
                    </a:cubicBez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lnTo>
                      <a:pt x="273" y="349"/>
                    </a:lnTo>
                    <a:close/>
                    <a:moveTo>
                      <a:pt x="263" y="326"/>
                    </a:move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1" y="326"/>
                      <a:pt x="261" y="326"/>
                      <a:pt x="261" y="326"/>
                    </a:cubicBezTo>
                    <a:cubicBezTo>
                      <a:pt x="262" y="326"/>
                      <a:pt x="262" y="326"/>
                      <a:pt x="262" y="326"/>
                    </a:cubicBezTo>
                    <a:lnTo>
                      <a:pt x="263" y="326"/>
                    </a:lnTo>
                    <a:close/>
                    <a:moveTo>
                      <a:pt x="204" y="582"/>
                    </a:moveTo>
                    <a:cubicBezTo>
                      <a:pt x="204" y="581"/>
                      <a:pt x="204" y="581"/>
                      <a:pt x="204" y="581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lnTo>
                      <a:pt x="204" y="582"/>
                    </a:lnTo>
                    <a:close/>
                    <a:moveTo>
                      <a:pt x="367" y="469"/>
                    </a:move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9" y="470"/>
                      <a:pt x="369" y="470"/>
                      <a:pt x="369" y="470"/>
                    </a:cubicBezTo>
                    <a:cubicBezTo>
                      <a:pt x="371" y="467"/>
                      <a:pt x="371" y="467"/>
                      <a:pt x="371" y="467"/>
                    </a:cubicBezTo>
                    <a:cubicBezTo>
                      <a:pt x="371" y="466"/>
                      <a:pt x="371" y="466"/>
                      <a:pt x="371" y="466"/>
                    </a:cubicBezTo>
                    <a:cubicBezTo>
                      <a:pt x="372" y="467"/>
                      <a:pt x="372" y="467"/>
                      <a:pt x="372" y="467"/>
                    </a:cubicBezTo>
                    <a:cubicBezTo>
                      <a:pt x="374" y="466"/>
                      <a:pt x="374" y="466"/>
                      <a:pt x="374" y="466"/>
                    </a:cubicBezTo>
                    <a:cubicBezTo>
                      <a:pt x="376" y="466"/>
                      <a:pt x="376" y="466"/>
                      <a:pt x="376" y="466"/>
                    </a:cubicBezTo>
                    <a:cubicBezTo>
                      <a:pt x="377" y="465"/>
                      <a:pt x="377" y="465"/>
                      <a:pt x="377" y="465"/>
                    </a:cubicBezTo>
                    <a:cubicBezTo>
                      <a:pt x="378" y="465"/>
                      <a:pt x="378" y="465"/>
                      <a:pt x="378" y="465"/>
                    </a:cubicBezTo>
                    <a:cubicBezTo>
                      <a:pt x="379" y="465"/>
                      <a:pt x="379" y="465"/>
                      <a:pt x="379" y="465"/>
                    </a:cubicBezTo>
                    <a:cubicBezTo>
                      <a:pt x="381" y="463"/>
                      <a:pt x="381" y="463"/>
                      <a:pt x="381" y="463"/>
                    </a:cubicBezTo>
                    <a:cubicBezTo>
                      <a:pt x="381" y="462"/>
                      <a:pt x="381" y="462"/>
                      <a:pt x="381" y="462"/>
                    </a:cubicBezTo>
                    <a:cubicBezTo>
                      <a:pt x="383" y="462"/>
                      <a:pt x="383" y="462"/>
                      <a:pt x="383" y="462"/>
                    </a:cubicBezTo>
                    <a:cubicBezTo>
                      <a:pt x="384" y="461"/>
                      <a:pt x="384" y="461"/>
                      <a:pt x="384" y="461"/>
                    </a:cubicBezTo>
                    <a:cubicBezTo>
                      <a:pt x="385" y="460"/>
                      <a:pt x="385" y="460"/>
                      <a:pt x="385" y="460"/>
                    </a:cubicBezTo>
                    <a:cubicBezTo>
                      <a:pt x="386" y="460"/>
                      <a:pt x="386" y="460"/>
                      <a:pt x="386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9" y="461"/>
                      <a:pt x="389" y="461"/>
                      <a:pt x="389" y="461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2" y="460"/>
                      <a:pt x="392" y="460"/>
                      <a:pt x="392" y="460"/>
                    </a:cubicBezTo>
                    <a:cubicBezTo>
                      <a:pt x="394" y="459"/>
                      <a:pt x="394" y="459"/>
                      <a:pt x="394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5" y="460"/>
                      <a:pt x="395" y="460"/>
                      <a:pt x="395" y="460"/>
                    </a:cubicBezTo>
                    <a:cubicBezTo>
                      <a:pt x="392" y="462"/>
                      <a:pt x="392" y="462"/>
                      <a:pt x="392" y="462"/>
                    </a:cubicBezTo>
                    <a:cubicBezTo>
                      <a:pt x="389" y="463"/>
                      <a:pt x="389" y="463"/>
                      <a:pt x="389" y="463"/>
                    </a:cubicBezTo>
                    <a:cubicBezTo>
                      <a:pt x="391" y="464"/>
                      <a:pt x="391" y="464"/>
                      <a:pt x="391" y="464"/>
                    </a:cubicBezTo>
                    <a:cubicBezTo>
                      <a:pt x="389" y="464"/>
                      <a:pt x="389" y="464"/>
                      <a:pt x="389" y="464"/>
                    </a:cubicBezTo>
                    <a:cubicBezTo>
                      <a:pt x="386" y="464"/>
                      <a:pt x="386" y="464"/>
                      <a:pt x="386" y="464"/>
                    </a:cubicBezTo>
                    <a:cubicBezTo>
                      <a:pt x="387" y="467"/>
                      <a:pt x="387" y="467"/>
                      <a:pt x="387" y="467"/>
                    </a:cubicBezTo>
                    <a:cubicBezTo>
                      <a:pt x="389" y="469"/>
                      <a:pt x="389" y="469"/>
                      <a:pt x="389" y="469"/>
                    </a:cubicBezTo>
                    <a:cubicBezTo>
                      <a:pt x="390" y="468"/>
                      <a:pt x="390" y="468"/>
                      <a:pt x="390" y="468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70"/>
                      <a:pt x="390" y="470"/>
                      <a:pt x="390" y="470"/>
                    </a:cubicBezTo>
                    <a:cubicBezTo>
                      <a:pt x="389" y="470"/>
                      <a:pt x="389" y="470"/>
                      <a:pt x="389" y="470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6" y="473"/>
                      <a:pt x="386" y="473"/>
                      <a:pt x="386" y="473"/>
                    </a:cubicBezTo>
                    <a:cubicBezTo>
                      <a:pt x="386" y="475"/>
                      <a:pt x="386" y="475"/>
                      <a:pt x="386" y="475"/>
                    </a:cubicBezTo>
                    <a:cubicBezTo>
                      <a:pt x="387" y="475"/>
                      <a:pt x="387" y="475"/>
                      <a:pt x="387" y="475"/>
                    </a:cubicBezTo>
                    <a:cubicBezTo>
                      <a:pt x="387" y="476"/>
                      <a:pt x="387" y="476"/>
                      <a:pt x="387" y="476"/>
                    </a:cubicBezTo>
                    <a:cubicBezTo>
                      <a:pt x="386" y="476"/>
                      <a:pt x="386" y="476"/>
                      <a:pt x="386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6"/>
                      <a:pt x="382" y="476"/>
                      <a:pt x="382" y="476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79" y="475"/>
                      <a:pt x="379" y="475"/>
                      <a:pt x="379" y="475"/>
                    </a:cubicBezTo>
                    <a:cubicBezTo>
                      <a:pt x="376" y="475"/>
                      <a:pt x="376" y="475"/>
                      <a:pt x="376" y="475"/>
                    </a:cubicBezTo>
                    <a:cubicBezTo>
                      <a:pt x="375" y="476"/>
                      <a:pt x="375" y="476"/>
                      <a:pt x="375" y="476"/>
                    </a:cubicBezTo>
                    <a:cubicBezTo>
                      <a:pt x="374" y="476"/>
                      <a:pt x="374" y="476"/>
                      <a:pt x="374" y="476"/>
                    </a:cubicBezTo>
                    <a:cubicBezTo>
                      <a:pt x="373" y="476"/>
                      <a:pt x="373" y="476"/>
                      <a:pt x="373" y="476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68" y="473"/>
                      <a:pt x="368" y="473"/>
                      <a:pt x="368" y="473"/>
                    </a:cubicBez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7" y="469"/>
                      <a:pt x="367" y="469"/>
                      <a:pt x="367" y="469"/>
                    </a:cubicBezTo>
                    <a:close/>
                    <a:moveTo>
                      <a:pt x="365" y="471"/>
                    </a:moveTo>
                    <a:cubicBezTo>
                      <a:pt x="365" y="471"/>
                      <a:pt x="365" y="471"/>
                      <a:pt x="365" y="471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3" y="471"/>
                      <a:pt x="363" y="471"/>
                      <a:pt x="363" y="471"/>
                    </a:cubicBezTo>
                    <a:lnTo>
                      <a:pt x="365" y="471"/>
                    </a:lnTo>
                    <a:close/>
                    <a:moveTo>
                      <a:pt x="330" y="521"/>
                    </a:moveTo>
                    <a:cubicBezTo>
                      <a:pt x="329" y="522"/>
                      <a:pt x="329" y="522"/>
                      <a:pt x="329" y="522"/>
                    </a:cubicBezTo>
                    <a:cubicBezTo>
                      <a:pt x="329" y="523"/>
                      <a:pt x="329" y="523"/>
                      <a:pt x="329" y="523"/>
                    </a:cubicBezTo>
                    <a:cubicBezTo>
                      <a:pt x="328" y="523"/>
                      <a:pt x="328" y="523"/>
                      <a:pt x="328" y="523"/>
                    </a:cubicBezTo>
                    <a:cubicBezTo>
                      <a:pt x="326" y="522"/>
                      <a:pt x="326" y="522"/>
                      <a:pt x="326" y="522"/>
                    </a:cubicBezTo>
                    <a:cubicBezTo>
                      <a:pt x="324" y="523"/>
                      <a:pt x="324" y="523"/>
                      <a:pt x="324" y="523"/>
                    </a:cubicBezTo>
                    <a:cubicBezTo>
                      <a:pt x="324" y="522"/>
                      <a:pt x="324" y="522"/>
                      <a:pt x="324" y="522"/>
                    </a:cubicBezTo>
                    <a:cubicBezTo>
                      <a:pt x="322" y="522"/>
                      <a:pt x="322" y="522"/>
                      <a:pt x="322" y="522"/>
                    </a:cubicBezTo>
                    <a:cubicBezTo>
                      <a:pt x="321" y="523"/>
                      <a:pt x="321" y="523"/>
                      <a:pt x="321" y="523"/>
                    </a:cubicBezTo>
                    <a:cubicBezTo>
                      <a:pt x="320" y="523"/>
                      <a:pt x="320" y="523"/>
                      <a:pt x="320" y="523"/>
                    </a:cubicBezTo>
                    <a:cubicBezTo>
                      <a:pt x="318" y="522"/>
                      <a:pt x="318" y="522"/>
                      <a:pt x="318" y="522"/>
                    </a:cubicBezTo>
                    <a:cubicBezTo>
                      <a:pt x="317" y="522"/>
                      <a:pt x="317" y="522"/>
                      <a:pt x="317" y="522"/>
                    </a:cubicBezTo>
                    <a:cubicBezTo>
                      <a:pt x="320" y="521"/>
                      <a:pt x="320" y="521"/>
                      <a:pt x="320" y="521"/>
                    </a:cubicBezTo>
                    <a:cubicBezTo>
                      <a:pt x="321" y="519"/>
                      <a:pt x="321" y="519"/>
                      <a:pt x="321" y="519"/>
                    </a:cubicBezTo>
                    <a:cubicBezTo>
                      <a:pt x="322" y="518"/>
                      <a:pt x="322" y="518"/>
                      <a:pt x="322" y="518"/>
                    </a:cubicBezTo>
                    <a:cubicBezTo>
                      <a:pt x="324" y="518"/>
                      <a:pt x="324" y="518"/>
                      <a:pt x="324" y="518"/>
                    </a:cubicBezTo>
                    <a:cubicBezTo>
                      <a:pt x="325" y="518"/>
                      <a:pt x="325" y="518"/>
                      <a:pt x="325" y="518"/>
                    </a:cubicBezTo>
                    <a:cubicBezTo>
                      <a:pt x="326" y="518"/>
                      <a:pt x="326" y="518"/>
                      <a:pt x="326" y="518"/>
                    </a:cubicBezTo>
                    <a:cubicBezTo>
                      <a:pt x="327" y="518"/>
                      <a:pt x="327" y="518"/>
                      <a:pt x="327" y="518"/>
                    </a:cubicBezTo>
                    <a:cubicBezTo>
                      <a:pt x="330" y="519"/>
                      <a:pt x="330" y="519"/>
                      <a:pt x="330" y="519"/>
                    </a:cubicBezTo>
                    <a:cubicBezTo>
                      <a:pt x="331" y="517"/>
                      <a:pt x="331" y="517"/>
                      <a:pt x="331" y="517"/>
                    </a:cubicBezTo>
                    <a:cubicBezTo>
                      <a:pt x="332" y="520"/>
                      <a:pt x="332" y="520"/>
                      <a:pt x="332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lnTo>
                      <a:pt x="330" y="521"/>
                    </a:lnTo>
                    <a:close/>
                    <a:moveTo>
                      <a:pt x="419" y="509"/>
                    </a:moveTo>
                    <a:cubicBezTo>
                      <a:pt x="419" y="509"/>
                      <a:pt x="419" y="509"/>
                      <a:pt x="419" y="509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8" y="510"/>
                      <a:pt x="418" y="510"/>
                      <a:pt x="418" y="510"/>
                    </a:cubicBezTo>
                    <a:cubicBezTo>
                      <a:pt x="418" y="512"/>
                      <a:pt x="418" y="512"/>
                      <a:pt x="418" y="512"/>
                    </a:cubicBezTo>
                    <a:cubicBezTo>
                      <a:pt x="416" y="513"/>
                      <a:pt x="416" y="513"/>
                      <a:pt x="416" y="513"/>
                    </a:cubicBezTo>
                    <a:cubicBezTo>
                      <a:pt x="413" y="514"/>
                      <a:pt x="413" y="514"/>
                      <a:pt x="413" y="514"/>
                    </a:cubicBezTo>
                    <a:cubicBezTo>
                      <a:pt x="413" y="515"/>
                      <a:pt x="413" y="515"/>
                      <a:pt x="413" y="515"/>
                    </a:cubicBezTo>
                    <a:cubicBezTo>
                      <a:pt x="411" y="515"/>
                      <a:pt x="411" y="515"/>
                      <a:pt x="411" y="515"/>
                    </a:cubicBezTo>
                    <a:cubicBezTo>
                      <a:pt x="410" y="516"/>
                      <a:pt x="410" y="516"/>
                      <a:pt x="410" y="516"/>
                    </a:cubicBezTo>
                    <a:cubicBezTo>
                      <a:pt x="407" y="515"/>
                      <a:pt x="407" y="515"/>
                      <a:pt x="407" y="515"/>
                    </a:cubicBezTo>
                    <a:cubicBezTo>
                      <a:pt x="406" y="515"/>
                      <a:pt x="406" y="515"/>
                      <a:pt x="406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5"/>
                      <a:pt x="400" y="515"/>
                      <a:pt x="400" y="515"/>
                    </a:cubicBezTo>
                    <a:cubicBezTo>
                      <a:pt x="397" y="516"/>
                      <a:pt x="397" y="516"/>
                      <a:pt x="397" y="516"/>
                    </a:cubicBezTo>
                    <a:cubicBezTo>
                      <a:pt x="395" y="516"/>
                      <a:pt x="395" y="516"/>
                      <a:pt x="395" y="516"/>
                    </a:cubicBezTo>
                    <a:cubicBezTo>
                      <a:pt x="393" y="515"/>
                      <a:pt x="393" y="515"/>
                      <a:pt x="393" y="515"/>
                    </a:cubicBezTo>
                    <a:cubicBezTo>
                      <a:pt x="392" y="515"/>
                      <a:pt x="392" y="515"/>
                      <a:pt x="392" y="515"/>
                    </a:cubicBezTo>
                    <a:cubicBezTo>
                      <a:pt x="390" y="514"/>
                      <a:pt x="390" y="514"/>
                      <a:pt x="390" y="514"/>
                    </a:cubicBezTo>
                    <a:cubicBezTo>
                      <a:pt x="388" y="514"/>
                      <a:pt x="388" y="514"/>
                      <a:pt x="388" y="514"/>
                    </a:cubicBezTo>
                    <a:cubicBezTo>
                      <a:pt x="385" y="512"/>
                      <a:pt x="385" y="512"/>
                      <a:pt x="385" y="512"/>
                    </a:cubicBezTo>
                    <a:cubicBezTo>
                      <a:pt x="384" y="512"/>
                      <a:pt x="384" y="512"/>
                      <a:pt x="384" y="512"/>
                    </a:cubicBezTo>
                    <a:cubicBezTo>
                      <a:pt x="384" y="513"/>
                      <a:pt x="384" y="513"/>
                      <a:pt x="384" y="513"/>
                    </a:cubicBezTo>
                    <a:cubicBezTo>
                      <a:pt x="383" y="513"/>
                      <a:pt x="383" y="513"/>
                      <a:pt x="383" y="513"/>
                    </a:cubicBezTo>
                    <a:cubicBezTo>
                      <a:pt x="382" y="511"/>
                      <a:pt x="382" y="511"/>
                      <a:pt x="382" y="511"/>
                    </a:cubicBezTo>
                    <a:cubicBezTo>
                      <a:pt x="381" y="510"/>
                      <a:pt x="381" y="510"/>
                      <a:pt x="381" y="510"/>
                    </a:cubicBezTo>
                    <a:cubicBezTo>
                      <a:pt x="380" y="508"/>
                      <a:pt x="380" y="508"/>
                      <a:pt x="380" y="508"/>
                    </a:cubicBezTo>
                    <a:cubicBezTo>
                      <a:pt x="379" y="509"/>
                      <a:pt x="379" y="509"/>
                      <a:pt x="379" y="509"/>
                    </a:cubicBezTo>
                    <a:cubicBezTo>
                      <a:pt x="377" y="510"/>
                      <a:pt x="377" y="510"/>
                      <a:pt x="377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4" y="508"/>
                      <a:pt x="374" y="508"/>
                      <a:pt x="374" y="508"/>
                    </a:cubicBezTo>
                    <a:cubicBezTo>
                      <a:pt x="373" y="507"/>
                      <a:pt x="373" y="507"/>
                      <a:pt x="373" y="507"/>
                    </a:cubicBezTo>
                    <a:cubicBezTo>
                      <a:pt x="372" y="506"/>
                      <a:pt x="372" y="506"/>
                      <a:pt x="372" y="506"/>
                    </a:cubicBezTo>
                    <a:cubicBezTo>
                      <a:pt x="370" y="507"/>
                      <a:pt x="370" y="507"/>
                      <a:pt x="370" y="507"/>
                    </a:cubicBezTo>
                    <a:cubicBezTo>
                      <a:pt x="368" y="507"/>
                      <a:pt x="368" y="507"/>
                      <a:pt x="368" y="507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6" y="507"/>
                      <a:pt x="366" y="507"/>
                      <a:pt x="366" y="507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60" y="508"/>
                      <a:pt x="360" y="508"/>
                      <a:pt x="360" y="508"/>
                    </a:cubicBezTo>
                    <a:cubicBezTo>
                      <a:pt x="357" y="509"/>
                      <a:pt x="357" y="509"/>
                      <a:pt x="357" y="509"/>
                    </a:cubicBezTo>
                    <a:cubicBezTo>
                      <a:pt x="355" y="509"/>
                      <a:pt x="355" y="509"/>
                      <a:pt x="355" y="509"/>
                    </a:cubicBezTo>
                    <a:cubicBezTo>
                      <a:pt x="352" y="510"/>
                      <a:pt x="352" y="510"/>
                      <a:pt x="352" y="510"/>
                    </a:cubicBezTo>
                    <a:cubicBezTo>
                      <a:pt x="351" y="511"/>
                      <a:pt x="351" y="511"/>
                      <a:pt x="351" y="511"/>
                    </a:cubicBezTo>
                    <a:cubicBezTo>
                      <a:pt x="350" y="511"/>
                      <a:pt x="350" y="511"/>
                      <a:pt x="350" y="511"/>
                    </a:cubicBezTo>
                    <a:cubicBezTo>
                      <a:pt x="349" y="512"/>
                      <a:pt x="349" y="512"/>
                      <a:pt x="349" y="512"/>
                    </a:cubicBezTo>
                    <a:cubicBezTo>
                      <a:pt x="348" y="513"/>
                      <a:pt x="348" y="513"/>
                      <a:pt x="348" y="513"/>
                    </a:cubicBezTo>
                    <a:cubicBezTo>
                      <a:pt x="347" y="515"/>
                      <a:pt x="347" y="515"/>
                      <a:pt x="347" y="515"/>
                    </a:cubicBezTo>
                    <a:cubicBezTo>
                      <a:pt x="346" y="515"/>
                      <a:pt x="346" y="515"/>
                      <a:pt x="346" y="515"/>
                    </a:cubicBezTo>
                    <a:cubicBezTo>
                      <a:pt x="346" y="516"/>
                      <a:pt x="346" y="516"/>
                      <a:pt x="346" y="516"/>
                    </a:cubicBezTo>
                    <a:cubicBezTo>
                      <a:pt x="345" y="516"/>
                      <a:pt x="345" y="516"/>
                      <a:pt x="345" y="516"/>
                    </a:cubicBezTo>
                    <a:cubicBezTo>
                      <a:pt x="341" y="514"/>
                      <a:pt x="341" y="514"/>
                      <a:pt x="341" y="514"/>
                    </a:cubicBezTo>
                    <a:cubicBezTo>
                      <a:pt x="339" y="514"/>
                      <a:pt x="339" y="514"/>
                      <a:pt x="339" y="514"/>
                    </a:cubicBezTo>
                    <a:cubicBezTo>
                      <a:pt x="338" y="515"/>
                      <a:pt x="338" y="515"/>
                      <a:pt x="338" y="515"/>
                    </a:cubicBezTo>
                    <a:cubicBezTo>
                      <a:pt x="337" y="515"/>
                      <a:pt x="337" y="515"/>
                      <a:pt x="337" y="515"/>
                    </a:cubicBezTo>
                    <a:cubicBezTo>
                      <a:pt x="335" y="515"/>
                      <a:pt x="335" y="515"/>
                      <a:pt x="335" y="515"/>
                    </a:cubicBezTo>
                    <a:cubicBezTo>
                      <a:pt x="333" y="515"/>
                      <a:pt x="333" y="515"/>
                      <a:pt x="333" y="515"/>
                    </a:cubicBezTo>
                    <a:cubicBezTo>
                      <a:pt x="331" y="515"/>
                      <a:pt x="331" y="515"/>
                      <a:pt x="331" y="515"/>
                    </a:cubicBezTo>
                    <a:cubicBezTo>
                      <a:pt x="329" y="514"/>
                      <a:pt x="329" y="514"/>
                      <a:pt x="329" y="514"/>
                    </a:cubicBezTo>
                    <a:cubicBezTo>
                      <a:pt x="328" y="513"/>
                      <a:pt x="328" y="513"/>
                      <a:pt x="328" y="513"/>
                    </a:cubicBezTo>
                    <a:cubicBezTo>
                      <a:pt x="326" y="512"/>
                      <a:pt x="326" y="512"/>
                      <a:pt x="326" y="512"/>
                    </a:cubicBezTo>
                    <a:cubicBezTo>
                      <a:pt x="324" y="511"/>
                      <a:pt x="324" y="511"/>
                      <a:pt x="324" y="511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3" y="506"/>
                      <a:pt x="323" y="506"/>
                      <a:pt x="323" y="506"/>
                    </a:cubicBezTo>
                    <a:cubicBezTo>
                      <a:pt x="321" y="504"/>
                      <a:pt x="321" y="504"/>
                      <a:pt x="321" y="504"/>
                    </a:cubicBezTo>
                    <a:cubicBezTo>
                      <a:pt x="320" y="504"/>
                      <a:pt x="320" y="504"/>
                      <a:pt x="320" y="504"/>
                    </a:cubicBezTo>
                    <a:cubicBezTo>
                      <a:pt x="322" y="502"/>
                      <a:pt x="322" y="502"/>
                      <a:pt x="322" y="502"/>
                    </a:cubicBezTo>
                    <a:cubicBezTo>
                      <a:pt x="322" y="501"/>
                      <a:pt x="322" y="501"/>
                      <a:pt x="322" y="501"/>
                    </a:cubicBezTo>
                    <a:cubicBezTo>
                      <a:pt x="322" y="498"/>
                      <a:pt x="322" y="498"/>
                      <a:pt x="322" y="498"/>
                    </a:cubicBezTo>
                    <a:cubicBezTo>
                      <a:pt x="324" y="496"/>
                      <a:pt x="324" y="496"/>
                      <a:pt x="324" y="496"/>
                    </a:cubicBezTo>
                    <a:cubicBezTo>
                      <a:pt x="325" y="497"/>
                      <a:pt x="325" y="497"/>
                      <a:pt x="325" y="497"/>
                    </a:cubicBezTo>
                    <a:cubicBezTo>
                      <a:pt x="326" y="495"/>
                      <a:pt x="326" y="495"/>
                      <a:pt x="326" y="495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2"/>
                      <a:pt x="327" y="492"/>
                      <a:pt x="327" y="492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0"/>
                      <a:pt x="326" y="490"/>
                      <a:pt x="326" y="490"/>
                    </a:cubicBezTo>
                    <a:cubicBezTo>
                      <a:pt x="327" y="489"/>
                      <a:pt x="327" y="489"/>
                      <a:pt x="327" y="489"/>
                    </a:cubicBezTo>
                    <a:cubicBezTo>
                      <a:pt x="327" y="487"/>
                      <a:pt x="327" y="487"/>
                      <a:pt x="327" y="487"/>
                    </a:cubicBezTo>
                    <a:cubicBezTo>
                      <a:pt x="327" y="486"/>
                      <a:pt x="327" y="486"/>
                      <a:pt x="327" y="486"/>
                    </a:cubicBezTo>
                    <a:cubicBezTo>
                      <a:pt x="327" y="485"/>
                      <a:pt x="327" y="485"/>
                      <a:pt x="327" y="485"/>
                    </a:cubicBezTo>
                    <a:cubicBezTo>
                      <a:pt x="328" y="484"/>
                      <a:pt x="328" y="484"/>
                      <a:pt x="328" y="484"/>
                    </a:cubicBezTo>
                    <a:cubicBezTo>
                      <a:pt x="330" y="484"/>
                      <a:pt x="330" y="484"/>
                      <a:pt x="330" y="484"/>
                    </a:cubicBezTo>
                    <a:cubicBezTo>
                      <a:pt x="332" y="483"/>
                      <a:pt x="332" y="483"/>
                      <a:pt x="332" y="483"/>
                    </a:cubicBezTo>
                    <a:cubicBezTo>
                      <a:pt x="333" y="481"/>
                      <a:pt x="333" y="481"/>
                      <a:pt x="333" y="481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2" y="479"/>
                      <a:pt x="332" y="479"/>
                      <a:pt x="332" y="479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7"/>
                      <a:pt x="333" y="477"/>
                      <a:pt x="333" y="477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4" y="476"/>
                      <a:pt x="334" y="476"/>
                      <a:pt x="334" y="476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9" y="469"/>
                      <a:pt x="339" y="469"/>
                      <a:pt x="339" y="469"/>
                    </a:cubicBezTo>
                    <a:cubicBezTo>
                      <a:pt x="339" y="468"/>
                      <a:pt x="339" y="468"/>
                      <a:pt x="339" y="468"/>
                    </a:cubicBezTo>
                    <a:cubicBezTo>
                      <a:pt x="340" y="467"/>
                      <a:pt x="340" y="467"/>
                      <a:pt x="340" y="467"/>
                    </a:cubicBezTo>
                    <a:cubicBezTo>
                      <a:pt x="341" y="467"/>
                      <a:pt x="341" y="467"/>
                      <a:pt x="341" y="467"/>
                    </a:cubicBezTo>
                    <a:cubicBezTo>
                      <a:pt x="342" y="466"/>
                      <a:pt x="342" y="466"/>
                      <a:pt x="342" y="466"/>
                    </a:cubicBezTo>
                    <a:cubicBezTo>
                      <a:pt x="343" y="468"/>
                      <a:pt x="343" y="468"/>
                      <a:pt x="343" y="468"/>
                    </a:cubicBezTo>
                    <a:cubicBezTo>
                      <a:pt x="346" y="468"/>
                      <a:pt x="346" y="468"/>
                      <a:pt x="346" y="468"/>
                    </a:cubicBezTo>
                    <a:cubicBezTo>
                      <a:pt x="347" y="468"/>
                      <a:pt x="347" y="468"/>
                      <a:pt x="347" y="468"/>
                    </a:cubicBezTo>
                    <a:cubicBezTo>
                      <a:pt x="346" y="469"/>
                      <a:pt x="346" y="469"/>
                      <a:pt x="346" y="469"/>
                    </a:cubicBezTo>
                    <a:cubicBezTo>
                      <a:pt x="348" y="471"/>
                      <a:pt x="348" y="471"/>
                      <a:pt x="348" y="471"/>
                    </a:cubicBezTo>
                    <a:cubicBezTo>
                      <a:pt x="349" y="471"/>
                      <a:pt x="349" y="471"/>
                      <a:pt x="349" y="471"/>
                    </a:cubicBezTo>
                    <a:cubicBezTo>
                      <a:pt x="351" y="472"/>
                      <a:pt x="351" y="472"/>
                      <a:pt x="351" y="472"/>
                    </a:cubicBezTo>
                    <a:cubicBezTo>
                      <a:pt x="352" y="471"/>
                      <a:pt x="352" y="471"/>
                      <a:pt x="352" y="471"/>
                    </a:cubicBezTo>
                    <a:cubicBezTo>
                      <a:pt x="354" y="471"/>
                      <a:pt x="354" y="471"/>
                      <a:pt x="354" y="471"/>
                    </a:cubicBezTo>
                    <a:cubicBezTo>
                      <a:pt x="355" y="471"/>
                      <a:pt x="355" y="471"/>
                      <a:pt x="355" y="471"/>
                    </a:cubicBezTo>
                    <a:cubicBezTo>
                      <a:pt x="357" y="472"/>
                      <a:pt x="357" y="472"/>
                      <a:pt x="357" y="472"/>
                    </a:cubicBezTo>
                    <a:cubicBezTo>
                      <a:pt x="358" y="471"/>
                      <a:pt x="358" y="471"/>
                      <a:pt x="358" y="471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6" y="474"/>
                      <a:pt x="356" y="474"/>
                      <a:pt x="356" y="474"/>
                    </a:cubicBezTo>
                    <a:cubicBezTo>
                      <a:pt x="353" y="475"/>
                      <a:pt x="353" y="475"/>
                      <a:pt x="353" y="475"/>
                    </a:cubicBezTo>
                    <a:cubicBezTo>
                      <a:pt x="351" y="478"/>
                      <a:pt x="351" y="478"/>
                      <a:pt x="351" y="478"/>
                    </a:cubicBezTo>
                    <a:cubicBezTo>
                      <a:pt x="354" y="479"/>
                      <a:pt x="354" y="479"/>
                      <a:pt x="354" y="479"/>
                    </a:cubicBezTo>
                    <a:cubicBezTo>
                      <a:pt x="355" y="478"/>
                      <a:pt x="355" y="478"/>
                      <a:pt x="355" y="478"/>
                    </a:cubicBezTo>
                    <a:cubicBezTo>
                      <a:pt x="356" y="479"/>
                      <a:pt x="356" y="479"/>
                      <a:pt x="356" y="479"/>
                    </a:cubicBezTo>
                    <a:cubicBezTo>
                      <a:pt x="357" y="479"/>
                      <a:pt x="357" y="479"/>
                      <a:pt x="357" y="479"/>
                    </a:cubicBezTo>
                    <a:cubicBezTo>
                      <a:pt x="359" y="480"/>
                      <a:pt x="359" y="480"/>
                      <a:pt x="359" y="480"/>
                    </a:cubicBezTo>
                    <a:cubicBezTo>
                      <a:pt x="359" y="481"/>
                      <a:pt x="359" y="481"/>
                      <a:pt x="359" y="481"/>
                    </a:cubicBezTo>
                    <a:cubicBezTo>
                      <a:pt x="358" y="483"/>
                      <a:pt x="358" y="483"/>
                      <a:pt x="358" y="483"/>
                    </a:cubicBezTo>
                    <a:cubicBezTo>
                      <a:pt x="357" y="484"/>
                      <a:pt x="357" y="484"/>
                      <a:pt x="357" y="484"/>
                    </a:cubicBezTo>
                    <a:cubicBezTo>
                      <a:pt x="359" y="486"/>
                      <a:pt x="359" y="486"/>
                      <a:pt x="359" y="486"/>
                    </a:cubicBezTo>
                    <a:cubicBezTo>
                      <a:pt x="362" y="486"/>
                      <a:pt x="362" y="486"/>
                      <a:pt x="362" y="486"/>
                    </a:cubicBezTo>
                    <a:cubicBezTo>
                      <a:pt x="365" y="485"/>
                      <a:pt x="365" y="485"/>
                      <a:pt x="365" y="485"/>
                    </a:cubicBezTo>
                    <a:cubicBezTo>
                      <a:pt x="368" y="482"/>
                      <a:pt x="368" y="482"/>
                      <a:pt x="368" y="482"/>
                    </a:cubicBezTo>
                    <a:cubicBezTo>
                      <a:pt x="371" y="482"/>
                      <a:pt x="371" y="482"/>
                      <a:pt x="371" y="482"/>
                    </a:cubicBezTo>
                    <a:cubicBezTo>
                      <a:pt x="372" y="480"/>
                      <a:pt x="372" y="480"/>
                      <a:pt x="372" y="480"/>
                    </a:cubicBezTo>
                    <a:cubicBezTo>
                      <a:pt x="374" y="480"/>
                      <a:pt x="374" y="480"/>
                      <a:pt x="374" y="480"/>
                    </a:cubicBezTo>
                    <a:cubicBezTo>
                      <a:pt x="376" y="480"/>
                      <a:pt x="376" y="480"/>
                      <a:pt x="376" y="480"/>
                    </a:cubicBezTo>
                    <a:cubicBezTo>
                      <a:pt x="377" y="480"/>
                      <a:pt x="377" y="480"/>
                      <a:pt x="377" y="480"/>
                    </a:cubicBezTo>
                    <a:cubicBezTo>
                      <a:pt x="379" y="480"/>
                      <a:pt x="379" y="480"/>
                      <a:pt x="379" y="480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82"/>
                      <a:pt x="385" y="482"/>
                      <a:pt x="385" y="482"/>
                    </a:cubicBezTo>
                    <a:cubicBezTo>
                      <a:pt x="387" y="484"/>
                      <a:pt x="387" y="484"/>
                      <a:pt x="387" y="484"/>
                    </a:cubicBezTo>
                    <a:cubicBezTo>
                      <a:pt x="390" y="484"/>
                      <a:pt x="390" y="484"/>
                      <a:pt x="390" y="484"/>
                    </a:cubicBezTo>
                    <a:cubicBezTo>
                      <a:pt x="393" y="485"/>
                      <a:pt x="393" y="485"/>
                      <a:pt x="393" y="485"/>
                    </a:cubicBezTo>
                    <a:cubicBezTo>
                      <a:pt x="395" y="486"/>
                      <a:pt x="395" y="486"/>
                      <a:pt x="395" y="486"/>
                    </a:cubicBezTo>
                    <a:cubicBezTo>
                      <a:pt x="399" y="489"/>
                      <a:pt x="399" y="489"/>
                      <a:pt x="399" y="489"/>
                    </a:cubicBezTo>
                    <a:cubicBezTo>
                      <a:pt x="400" y="491"/>
                      <a:pt x="400" y="491"/>
                      <a:pt x="400" y="491"/>
                    </a:cubicBezTo>
                    <a:cubicBezTo>
                      <a:pt x="402" y="491"/>
                      <a:pt x="402" y="491"/>
                      <a:pt x="402" y="491"/>
                    </a:cubicBezTo>
                    <a:cubicBezTo>
                      <a:pt x="402" y="492"/>
                      <a:pt x="402" y="492"/>
                      <a:pt x="402" y="492"/>
                    </a:cubicBezTo>
                    <a:cubicBezTo>
                      <a:pt x="403" y="493"/>
                      <a:pt x="403" y="493"/>
                      <a:pt x="403" y="493"/>
                    </a:cubicBezTo>
                    <a:cubicBezTo>
                      <a:pt x="404" y="493"/>
                      <a:pt x="404" y="493"/>
                      <a:pt x="404" y="493"/>
                    </a:cubicBezTo>
                    <a:cubicBezTo>
                      <a:pt x="405" y="494"/>
                      <a:pt x="405" y="494"/>
                      <a:pt x="405" y="494"/>
                    </a:cubicBezTo>
                    <a:cubicBezTo>
                      <a:pt x="406" y="495"/>
                      <a:pt x="406" y="495"/>
                      <a:pt x="406" y="495"/>
                    </a:cubicBezTo>
                    <a:cubicBezTo>
                      <a:pt x="407" y="495"/>
                      <a:pt x="407" y="495"/>
                      <a:pt x="407" y="495"/>
                    </a:cubicBezTo>
                    <a:cubicBezTo>
                      <a:pt x="408" y="497"/>
                      <a:pt x="408" y="497"/>
                      <a:pt x="408" y="497"/>
                    </a:cubicBezTo>
                    <a:cubicBezTo>
                      <a:pt x="410" y="497"/>
                      <a:pt x="410" y="497"/>
                      <a:pt x="410" y="497"/>
                    </a:cubicBezTo>
                    <a:cubicBezTo>
                      <a:pt x="411" y="497"/>
                      <a:pt x="411" y="497"/>
                      <a:pt x="411" y="497"/>
                    </a:cubicBezTo>
                    <a:cubicBezTo>
                      <a:pt x="412" y="497"/>
                      <a:pt x="412" y="497"/>
                      <a:pt x="412" y="497"/>
                    </a:cubicBezTo>
                    <a:cubicBezTo>
                      <a:pt x="413" y="498"/>
                      <a:pt x="413" y="498"/>
                      <a:pt x="413" y="498"/>
                    </a:cubicBezTo>
                    <a:cubicBezTo>
                      <a:pt x="413" y="499"/>
                      <a:pt x="413" y="499"/>
                      <a:pt x="413" y="499"/>
                    </a:cubicBezTo>
                    <a:cubicBezTo>
                      <a:pt x="415" y="499"/>
                      <a:pt x="415" y="499"/>
                      <a:pt x="415" y="499"/>
                    </a:cubicBezTo>
                    <a:cubicBezTo>
                      <a:pt x="417" y="502"/>
                      <a:pt x="417" y="502"/>
                      <a:pt x="417" y="502"/>
                    </a:cubicBezTo>
                    <a:cubicBezTo>
                      <a:pt x="417" y="503"/>
                      <a:pt x="417" y="503"/>
                      <a:pt x="417" y="503"/>
                    </a:cubicBezTo>
                    <a:cubicBezTo>
                      <a:pt x="418" y="505"/>
                      <a:pt x="418" y="505"/>
                      <a:pt x="418" y="505"/>
                    </a:cubicBezTo>
                    <a:cubicBezTo>
                      <a:pt x="419" y="508"/>
                      <a:pt x="419" y="508"/>
                      <a:pt x="419" y="508"/>
                    </a:cubicBezTo>
                    <a:cubicBezTo>
                      <a:pt x="418" y="508"/>
                      <a:pt x="418" y="508"/>
                      <a:pt x="418" y="508"/>
                    </a:cubicBezTo>
                    <a:lnTo>
                      <a:pt x="419" y="509"/>
                    </a:lnTo>
                    <a:close/>
                    <a:moveTo>
                      <a:pt x="427" y="217"/>
                    </a:moveTo>
                    <a:cubicBezTo>
                      <a:pt x="427" y="217"/>
                      <a:pt x="427" y="217"/>
                      <a:pt x="427" y="217"/>
                    </a:cubicBezTo>
                    <a:cubicBezTo>
                      <a:pt x="428" y="216"/>
                      <a:pt x="428" y="216"/>
                      <a:pt x="428" y="216"/>
                    </a:cubicBezTo>
                    <a:lnTo>
                      <a:pt x="427" y="217"/>
                    </a:lnTo>
                    <a:close/>
                    <a:moveTo>
                      <a:pt x="429" y="216"/>
                    </a:moveTo>
                    <a:cubicBezTo>
                      <a:pt x="429" y="216"/>
                      <a:pt x="429" y="216"/>
                      <a:pt x="429" y="216"/>
                    </a:cubicBezTo>
                    <a:cubicBezTo>
                      <a:pt x="429" y="216"/>
                      <a:pt x="429" y="216"/>
                      <a:pt x="429" y="216"/>
                    </a:cubicBezTo>
                    <a:close/>
                    <a:moveTo>
                      <a:pt x="435" y="216"/>
                    </a:move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5" y="216"/>
                      <a:pt x="435" y="216"/>
                      <a:pt x="435" y="216"/>
                    </a:cubicBezTo>
                    <a:cubicBezTo>
                      <a:pt x="435" y="216"/>
                      <a:pt x="435" y="216"/>
                      <a:pt x="435" y="216"/>
                    </a:cubicBezTo>
                    <a:close/>
                    <a:moveTo>
                      <a:pt x="438" y="213"/>
                    </a:moveTo>
                    <a:cubicBezTo>
                      <a:pt x="438" y="213"/>
                      <a:pt x="438" y="213"/>
                      <a:pt x="438" y="213"/>
                    </a:cubicBezTo>
                    <a:cubicBezTo>
                      <a:pt x="437" y="213"/>
                      <a:pt x="437" y="213"/>
                      <a:pt x="437" y="213"/>
                    </a:cubicBezTo>
                    <a:cubicBezTo>
                      <a:pt x="437" y="212"/>
                      <a:pt x="437" y="212"/>
                      <a:pt x="437" y="212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9" y="213"/>
                      <a:pt x="439" y="213"/>
                      <a:pt x="439" y="213"/>
                    </a:cubicBezTo>
                    <a:lnTo>
                      <a:pt x="438" y="213"/>
                    </a:lnTo>
                    <a:close/>
                    <a:moveTo>
                      <a:pt x="444" y="217"/>
                    </a:move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2" y="218"/>
                      <a:pt x="442" y="218"/>
                      <a:pt x="442" y="218"/>
                    </a:cubicBezTo>
                    <a:cubicBezTo>
                      <a:pt x="442" y="217"/>
                      <a:pt x="442" y="217"/>
                      <a:pt x="442" y="217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43" y="216"/>
                      <a:pt x="443" y="216"/>
                      <a:pt x="443" y="216"/>
                    </a:cubicBezTo>
                    <a:cubicBezTo>
                      <a:pt x="444" y="216"/>
                      <a:pt x="444" y="216"/>
                      <a:pt x="444" y="216"/>
                    </a:cubicBez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5" y="217"/>
                      <a:pt x="445" y="217"/>
                      <a:pt x="445" y="217"/>
                    </a:cubicBezTo>
                    <a:lnTo>
                      <a:pt x="444" y="217"/>
                    </a:lnTo>
                    <a:close/>
                    <a:moveTo>
                      <a:pt x="447" y="217"/>
                    </a:moveTo>
                    <a:cubicBezTo>
                      <a:pt x="446" y="217"/>
                      <a:pt x="446" y="217"/>
                      <a:pt x="446" y="217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7" y="217"/>
                      <a:pt x="447" y="217"/>
                      <a:pt x="447" y="217"/>
                    </a:cubicBezTo>
                    <a:close/>
                    <a:moveTo>
                      <a:pt x="466" y="208"/>
                    </a:moveTo>
                    <a:cubicBezTo>
                      <a:pt x="466" y="208"/>
                      <a:pt x="466" y="208"/>
                      <a:pt x="466" y="208"/>
                    </a:cubicBezTo>
                    <a:cubicBezTo>
                      <a:pt x="466" y="208"/>
                      <a:pt x="466" y="208"/>
                      <a:pt x="466" y="208"/>
                    </a:cubicBezTo>
                    <a:close/>
                    <a:moveTo>
                      <a:pt x="540" y="228"/>
                    </a:move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39" y="229"/>
                      <a:pt x="539" y="229"/>
                      <a:pt x="539" y="229"/>
                    </a:cubicBezTo>
                    <a:cubicBezTo>
                      <a:pt x="540" y="228"/>
                      <a:pt x="540" y="228"/>
                      <a:pt x="540" y="228"/>
                    </a:cubicBezTo>
                    <a:cubicBezTo>
                      <a:pt x="542" y="228"/>
                      <a:pt x="542" y="228"/>
                      <a:pt x="542" y="228"/>
                    </a:cubicBezTo>
                    <a:cubicBezTo>
                      <a:pt x="542" y="227"/>
                      <a:pt x="542" y="227"/>
                      <a:pt x="542" y="227"/>
                    </a:cubicBezTo>
                    <a:lnTo>
                      <a:pt x="540" y="228"/>
                    </a:lnTo>
                    <a:close/>
                    <a:moveTo>
                      <a:pt x="544" y="227"/>
                    </a:moveTo>
                    <a:cubicBezTo>
                      <a:pt x="544" y="227"/>
                      <a:pt x="544" y="227"/>
                      <a:pt x="544" y="227"/>
                    </a:cubicBezTo>
                    <a:cubicBezTo>
                      <a:pt x="544" y="227"/>
                      <a:pt x="544" y="227"/>
                      <a:pt x="544" y="227"/>
                    </a:cubicBezTo>
                    <a:close/>
                    <a:moveTo>
                      <a:pt x="544" y="229"/>
                    </a:moveTo>
                    <a:cubicBezTo>
                      <a:pt x="544" y="229"/>
                      <a:pt x="544" y="229"/>
                      <a:pt x="544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lnTo>
                      <a:pt x="544" y="229"/>
                    </a:lnTo>
                    <a:close/>
                    <a:moveTo>
                      <a:pt x="546" y="227"/>
                    </a:moveTo>
                    <a:cubicBezTo>
                      <a:pt x="547" y="226"/>
                      <a:pt x="547" y="226"/>
                      <a:pt x="547" y="226"/>
                    </a:cubicBezTo>
                    <a:cubicBezTo>
                      <a:pt x="548" y="227"/>
                      <a:pt x="548" y="227"/>
                      <a:pt x="548" y="227"/>
                    </a:cubicBezTo>
                    <a:cubicBezTo>
                      <a:pt x="547" y="227"/>
                      <a:pt x="547" y="227"/>
                      <a:pt x="547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lose/>
                    <a:moveTo>
                      <a:pt x="546" y="231"/>
                    </a:moveTo>
                    <a:cubicBezTo>
                      <a:pt x="545" y="230"/>
                      <a:pt x="545" y="230"/>
                      <a:pt x="545" y="230"/>
                    </a:cubicBezTo>
                    <a:cubicBezTo>
                      <a:pt x="547" y="231"/>
                      <a:pt x="547" y="231"/>
                      <a:pt x="547" y="231"/>
                    </a:cubicBezTo>
                    <a:lnTo>
                      <a:pt x="546" y="231"/>
                    </a:lnTo>
                    <a:close/>
                    <a:moveTo>
                      <a:pt x="591" y="209"/>
                    </a:moveTo>
                    <a:cubicBezTo>
                      <a:pt x="589" y="208"/>
                      <a:pt x="589" y="208"/>
                      <a:pt x="589" y="208"/>
                    </a:cubicBezTo>
                    <a:cubicBezTo>
                      <a:pt x="587" y="207"/>
                      <a:pt x="587" y="207"/>
                      <a:pt x="587" y="207"/>
                    </a:cubicBezTo>
                    <a:cubicBezTo>
                      <a:pt x="586" y="207"/>
                      <a:pt x="586" y="207"/>
                      <a:pt x="586" y="207"/>
                    </a:cubicBezTo>
                    <a:cubicBezTo>
                      <a:pt x="587" y="206"/>
                      <a:pt x="587" y="206"/>
                      <a:pt x="587" y="206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5"/>
                      <a:pt x="587" y="205"/>
                      <a:pt x="587" y="205"/>
                    </a:cubicBezTo>
                    <a:cubicBezTo>
                      <a:pt x="588" y="207"/>
                      <a:pt x="588" y="207"/>
                      <a:pt x="588" y="207"/>
                    </a:cubicBezTo>
                    <a:cubicBezTo>
                      <a:pt x="590" y="207"/>
                      <a:pt x="590" y="207"/>
                      <a:pt x="590" y="207"/>
                    </a:cubicBezTo>
                    <a:cubicBezTo>
                      <a:pt x="591" y="209"/>
                      <a:pt x="591" y="209"/>
                      <a:pt x="591" y="209"/>
                    </a:cubicBezTo>
                    <a:cubicBezTo>
                      <a:pt x="592" y="209"/>
                      <a:pt x="592" y="209"/>
                      <a:pt x="592" y="209"/>
                    </a:cubicBezTo>
                    <a:lnTo>
                      <a:pt x="591" y="209"/>
                    </a:lnTo>
                    <a:close/>
                    <a:moveTo>
                      <a:pt x="596" y="208"/>
                    </a:moveTo>
                    <a:cubicBezTo>
                      <a:pt x="594" y="208"/>
                      <a:pt x="594" y="208"/>
                      <a:pt x="594" y="208"/>
                    </a:cubicBezTo>
                    <a:cubicBezTo>
                      <a:pt x="594" y="207"/>
                      <a:pt x="594" y="207"/>
                      <a:pt x="594" y="207"/>
                    </a:cubicBezTo>
                    <a:cubicBezTo>
                      <a:pt x="595" y="208"/>
                      <a:pt x="595" y="208"/>
                      <a:pt x="595" y="208"/>
                    </a:cubicBezTo>
                    <a:cubicBezTo>
                      <a:pt x="596" y="208"/>
                      <a:pt x="596" y="208"/>
                      <a:pt x="596" y="208"/>
                    </a:cubicBezTo>
                    <a:close/>
                    <a:moveTo>
                      <a:pt x="604" y="154"/>
                    </a:move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6" y="156"/>
                      <a:pt x="606" y="156"/>
                      <a:pt x="606" y="156"/>
                    </a:cubicBez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4" y="155"/>
                      <a:pt x="604" y="155"/>
                      <a:pt x="604" y="155"/>
                    </a:cubicBezTo>
                    <a:lnTo>
                      <a:pt x="604" y="154"/>
                    </a:lnTo>
                    <a:close/>
                    <a:moveTo>
                      <a:pt x="605" y="163"/>
                    </a:moveTo>
                    <a:cubicBezTo>
                      <a:pt x="605" y="163"/>
                      <a:pt x="605" y="163"/>
                      <a:pt x="605" y="163"/>
                    </a:cubicBezTo>
                    <a:cubicBezTo>
                      <a:pt x="605" y="163"/>
                      <a:pt x="605" y="163"/>
                      <a:pt x="605" y="163"/>
                    </a:cubicBezTo>
                    <a:close/>
                    <a:moveTo>
                      <a:pt x="603" y="155"/>
                    </a:moveTo>
                    <a:cubicBezTo>
                      <a:pt x="604" y="156"/>
                      <a:pt x="604" y="156"/>
                      <a:pt x="604" y="156"/>
                    </a:cubicBezTo>
                    <a:cubicBezTo>
                      <a:pt x="604" y="156"/>
                      <a:pt x="604" y="156"/>
                      <a:pt x="604" y="156"/>
                    </a:cubicBezTo>
                    <a:lnTo>
                      <a:pt x="603" y="155"/>
                    </a:lnTo>
                    <a:close/>
                    <a:moveTo>
                      <a:pt x="605" y="167"/>
                    </a:moveTo>
                    <a:cubicBezTo>
                      <a:pt x="604" y="166"/>
                      <a:pt x="604" y="166"/>
                      <a:pt x="604" y="166"/>
                    </a:cubicBezTo>
                    <a:cubicBezTo>
                      <a:pt x="604" y="165"/>
                      <a:pt x="604" y="165"/>
                      <a:pt x="604" y="165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6" y="167"/>
                      <a:pt x="606" y="167"/>
                      <a:pt x="606" y="167"/>
                    </a:cubicBezTo>
                    <a:lnTo>
                      <a:pt x="605" y="167"/>
                    </a:lnTo>
                    <a:close/>
                    <a:moveTo>
                      <a:pt x="607" y="164"/>
                    </a:moveTo>
                    <a:cubicBezTo>
                      <a:pt x="607" y="164"/>
                      <a:pt x="607" y="164"/>
                      <a:pt x="607" y="164"/>
                    </a:cubicBezTo>
                    <a:cubicBezTo>
                      <a:pt x="605" y="164"/>
                      <a:pt x="605" y="164"/>
                      <a:pt x="605" y="164"/>
                    </a:cubicBezTo>
                    <a:cubicBezTo>
                      <a:pt x="606" y="162"/>
                      <a:pt x="606" y="162"/>
                      <a:pt x="606" y="162"/>
                    </a:cubicBezTo>
                    <a:cubicBezTo>
                      <a:pt x="607" y="162"/>
                      <a:pt x="607" y="162"/>
                      <a:pt x="607" y="162"/>
                    </a:cubicBezTo>
                    <a:cubicBezTo>
                      <a:pt x="608" y="163"/>
                      <a:pt x="608" y="163"/>
                      <a:pt x="608" y="163"/>
                    </a:cubicBezTo>
                    <a:lnTo>
                      <a:pt x="607" y="164"/>
                    </a:lnTo>
                    <a:close/>
                    <a:moveTo>
                      <a:pt x="606" y="159"/>
                    </a:moveTo>
                    <a:cubicBezTo>
                      <a:pt x="606" y="160"/>
                      <a:pt x="606" y="160"/>
                      <a:pt x="606" y="160"/>
                    </a:cubicBezTo>
                    <a:cubicBezTo>
                      <a:pt x="606" y="159"/>
                      <a:pt x="606" y="159"/>
                      <a:pt x="606" y="159"/>
                    </a:cubicBezTo>
                    <a:cubicBezTo>
                      <a:pt x="608" y="160"/>
                      <a:pt x="608" y="160"/>
                      <a:pt x="608" y="160"/>
                    </a:cubicBezTo>
                    <a:lnTo>
                      <a:pt x="606" y="159"/>
                    </a:lnTo>
                    <a:close/>
                    <a:moveTo>
                      <a:pt x="613" y="172"/>
                    </a:moveTo>
                    <a:cubicBezTo>
                      <a:pt x="612" y="171"/>
                      <a:pt x="612" y="171"/>
                      <a:pt x="612" y="171"/>
                    </a:cubicBezTo>
                    <a:cubicBezTo>
                      <a:pt x="612" y="170"/>
                      <a:pt x="612" y="170"/>
                      <a:pt x="612" y="170"/>
                    </a:cubicBezTo>
                    <a:cubicBezTo>
                      <a:pt x="613" y="171"/>
                      <a:pt x="613" y="171"/>
                      <a:pt x="613" y="171"/>
                    </a:cubicBezTo>
                    <a:cubicBezTo>
                      <a:pt x="616" y="172"/>
                      <a:pt x="616" y="172"/>
                      <a:pt x="616" y="172"/>
                    </a:cubicBezTo>
                    <a:lnTo>
                      <a:pt x="613" y="172"/>
                    </a:lnTo>
                    <a:close/>
                    <a:moveTo>
                      <a:pt x="618" y="172"/>
                    </a:moveTo>
                    <a:cubicBezTo>
                      <a:pt x="618" y="174"/>
                      <a:pt x="618" y="174"/>
                      <a:pt x="618" y="174"/>
                    </a:cubicBezTo>
                    <a:cubicBezTo>
                      <a:pt x="616" y="172"/>
                      <a:pt x="616" y="172"/>
                      <a:pt x="616" y="172"/>
                    </a:cubicBezTo>
                    <a:cubicBezTo>
                      <a:pt x="617" y="172"/>
                      <a:pt x="617" y="172"/>
                      <a:pt x="617" y="172"/>
                    </a:cubicBezTo>
                    <a:cubicBezTo>
                      <a:pt x="618" y="172"/>
                      <a:pt x="618" y="172"/>
                      <a:pt x="618" y="172"/>
                    </a:cubicBezTo>
                    <a:cubicBezTo>
                      <a:pt x="619" y="172"/>
                      <a:pt x="619" y="172"/>
                      <a:pt x="619" y="172"/>
                    </a:cubicBezTo>
                    <a:lnTo>
                      <a:pt x="618" y="172"/>
                    </a:lnTo>
                    <a:close/>
                    <a:moveTo>
                      <a:pt x="643" y="43"/>
                    </a:moveTo>
                    <a:cubicBezTo>
                      <a:pt x="642" y="42"/>
                      <a:pt x="642" y="42"/>
                      <a:pt x="642" y="42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3" y="40"/>
                      <a:pt x="643" y="40"/>
                      <a:pt x="643" y="40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45" y="43"/>
                      <a:pt x="645" y="43"/>
                      <a:pt x="645" y="43"/>
                    </a:cubicBezTo>
                    <a:lnTo>
                      <a:pt x="643" y="43"/>
                    </a:lnTo>
                    <a:close/>
                    <a:moveTo>
                      <a:pt x="646" y="48"/>
                    </a:moveTo>
                    <a:cubicBezTo>
                      <a:pt x="645" y="48"/>
                      <a:pt x="645" y="48"/>
                      <a:pt x="645" y="48"/>
                    </a:cubicBezTo>
                    <a:cubicBezTo>
                      <a:pt x="646" y="46"/>
                      <a:pt x="646" y="46"/>
                      <a:pt x="646" y="46"/>
                    </a:cubicBezTo>
                    <a:cubicBezTo>
                      <a:pt x="645" y="45"/>
                      <a:pt x="645" y="45"/>
                      <a:pt x="645" y="45"/>
                    </a:cubicBezTo>
                    <a:cubicBezTo>
                      <a:pt x="645" y="43"/>
                      <a:pt x="645" y="43"/>
                      <a:pt x="645" y="43"/>
                    </a:cubicBezTo>
                    <a:cubicBezTo>
                      <a:pt x="646" y="43"/>
                      <a:pt x="646" y="43"/>
                      <a:pt x="646" y="43"/>
                    </a:cubicBezTo>
                    <a:cubicBezTo>
                      <a:pt x="647" y="46"/>
                      <a:pt x="647" y="46"/>
                      <a:pt x="647" y="46"/>
                    </a:cubicBezTo>
                    <a:lnTo>
                      <a:pt x="646" y="48"/>
                    </a:lnTo>
                    <a:close/>
                    <a:moveTo>
                      <a:pt x="713" y="92"/>
                    </a:moveTo>
                    <a:cubicBezTo>
                      <a:pt x="713" y="93"/>
                      <a:pt x="713" y="93"/>
                      <a:pt x="713" y="93"/>
                    </a:cubicBezTo>
                    <a:cubicBezTo>
                      <a:pt x="713" y="94"/>
                      <a:pt x="713" y="94"/>
                      <a:pt x="713" y="94"/>
                    </a:cubicBezTo>
                    <a:cubicBezTo>
                      <a:pt x="713" y="95"/>
                      <a:pt x="713" y="95"/>
                      <a:pt x="713" y="95"/>
                    </a:cubicBezTo>
                    <a:cubicBezTo>
                      <a:pt x="712" y="96"/>
                      <a:pt x="712" y="96"/>
                      <a:pt x="712" y="96"/>
                    </a:cubicBezTo>
                    <a:cubicBezTo>
                      <a:pt x="713" y="91"/>
                      <a:pt x="713" y="91"/>
                      <a:pt x="713" y="91"/>
                    </a:cubicBezTo>
                    <a:cubicBezTo>
                      <a:pt x="712" y="91"/>
                      <a:pt x="712" y="91"/>
                      <a:pt x="712" y="91"/>
                    </a:cubicBezTo>
                    <a:cubicBezTo>
                      <a:pt x="712" y="90"/>
                      <a:pt x="712" y="90"/>
                      <a:pt x="712" y="90"/>
                    </a:cubicBezTo>
                    <a:cubicBezTo>
                      <a:pt x="712" y="89"/>
                      <a:pt x="712" y="89"/>
                      <a:pt x="712" y="89"/>
                    </a:cubicBezTo>
                    <a:cubicBezTo>
                      <a:pt x="712" y="88"/>
                      <a:pt x="712" y="88"/>
                      <a:pt x="712" y="88"/>
                    </a:cubicBezTo>
                    <a:cubicBezTo>
                      <a:pt x="713" y="89"/>
                      <a:pt x="713" y="89"/>
                      <a:pt x="713" y="89"/>
                    </a:cubicBezTo>
                    <a:cubicBezTo>
                      <a:pt x="715" y="92"/>
                      <a:pt x="715" y="92"/>
                      <a:pt x="715" y="92"/>
                    </a:cubicBezTo>
                    <a:lnTo>
                      <a:pt x="713" y="92"/>
                    </a:lnTo>
                    <a:close/>
                    <a:moveTo>
                      <a:pt x="797" y="662"/>
                    </a:move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lnTo>
                      <a:pt x="797" y="662"/>
                    </a:lnTo>
                    <a:close/>
                    <a:moveTo>
                      <a:pt x="798" y="662"/>
                    </a:move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3"/>
                      <a:pt x="798" y="663"/>
                      <a:pt x="798" y="663"/>
                    </a:cubicBezTo>
                    <a:lnTo>
                      <a:pt x="798" y="662"/>
                    </a:lnTo>
                    <a:close/>
                    <a:moveTo>
                      <a:pt x="799" y="665"/>
                    </a:moveTo>
                    <a:cubicBezTo>
                      <a:pt x="799" y="665"/>
                      <a:pt x="799" y="665"/>
                      <a:pt x="799" y="665"/>
                    </a:cubicBezTo>
                    <a:cubicBezTo>
                      <a:pt x="799" y="665"/>
                      <a:pt x="799" y="665"/>
                      <a:pt x="799" y="665"/>
                    </a:cubicBezTo>
                    <a:close/>
                    <a:moveTo>
                      <a:pt x="803" y="663"/>
                    </a:move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2" y="663"/>
                      <a:pt x="802" y="663"/>
                      <a:pt x="802" y="663"/>
                    </a:cubicBezTo>
                    <a:cubicBezTo>
                      <a:pt x="803" y="663"/>
                      <a:pt x="803" y="663"/>
                      <a:pt x="803" y="663"/>
                    </a:cubicBezTo>
                    <a:cubicBezTo>
                      <a:pt x="803" y="664"/>
                      <a:pt x="803" y="664"/>
                      <a:pt x="803" y="664"/>
                    </a:cubicBezTo>
                    <a:lnTo>
                      <a:pt x="803" y="66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1" name="Freeform 6310">
                <a:extLst>
                  <a:ext uri="{FF2B5EF4-FFF2-40B4-BE49-F238E27FC236}">
                    <a16:creationId xmlns:a16="http://schemas.microsoft.com/office/drawing/2014/main" id="{F6210053-378C-4D9E-BEC3-564A3D08F7F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662" y="2730"/>
                <a:ext cx="36" cy="57"/>
              </a:xfrm>
              <a:custGeom>
                <a:avLst/>
                <a:gdLst>
                  <a:gd name="T0" fmla="*/ 34 w 36"/>
                  <a:gd name="T1" fmla="*/ 37 h 57"/>
                  <a:gd name="T2" fmla="*/ 34 w 36"/>
                  <a:gd name="T3" fmla="*/ 35 h 57"/>
                  <a:gd name="T4" fmla="*/ 34 w 36"/>
                  <a:gd name="T5" fmla="*/ 33 h 57"/>
                  <a:gd name="T6" fmla="*/ 32 w 36"/>
                  <a:gd name="T7" fmla="*/ 31 h 57"/>
                  <a:gd name="T8" fmla="*/ 30 w 36"/>
                  <a:gd name="T9" fmla="*/ 26 h 57"/>
                  <a:gd name="T10" fmla="*/ 28 w 36"/>
                  <a:gd name="T11" fmla="*/ 20 h 57"/>
                  <a:gd name="T12" fmla="*/ 26 w 36"/>
                  <a:gd name="T13" fmla="*/ 20 h 57"/>
                  <a:gd name="T14" fmla="*/ 26 w 36"/>
                  <a:gd name="T15" fmla="*/ 20 h 57"/>
                  <a:gd name="T16" fmla="*/ 26 w 36"/>
                  <a:gd name="T17" fmla="*/ 18 h 57"/>
                  <a:gd name="T18" fmla="*/ 24 w 36"/>
                  <a:gd name="T19" fmla="*/ 16 h 57"/>
                  <a:gd name="T20" fmla="*/ 23 w 36"/>
                  <a:gd name="T21" fmla="*/ 13 h 57"/>
                  <a:gd name="T22" fmla="*/ 21 w 36"/>
                  <a:gd name="T23" fmla="*/ 13 h 57"/>
                  <a:gd name="T24" fmla="*/ 21 w 36"/>
                  <a:gd name="T25" fmla="*/ 11 h 57"/>
                  <a:gd name="T26" fmla="*/ 21 w 36"/>
                  <a:gd name="T27" fmla="*/ 13 h 57"/>
                  <a:gd name="T28" fmla="*/ 19 w 36"/>
                  <a:gd name="T29" fmla="*/ 9 h 57"/>
                  <a:gd name="T30" fmla="*/ 19 w 36"/>
                  <a:gd name="T31" fmla="*/ 9 h 57"/>
                  <a:gd name="T32" fmla="*/ 19 w 36"/>
                  <a:gd name="T33" fmla="*/ 9 h 57"/>
                  <a:gd name="T34" fmla="*/ 19 w 36"/>
                  <a:gd name="T35" fmla="*/ 7 h 57"/>
                  <a:gd name="T36" fmla="*/ 15 w 36"/>
                  <a:gd name="T37" fmla="*/ 5 h 57"/>
                  <a:gd name="T38" fmla="*/ 15 w 36"/>
                  <a:gd name="T39" fmla="*/ 2 h 57"/>
                  <a:gd name="T40" fmla="*/ 11 w 36"/>
                  <a:gd name="T41" fmla="*/ 2 h 57"/>
                  <a:gd name="T42" fmla="*/ 11 w 36"/>
                  <a:gd name="T43" fmla="*/ 2 h 57"/>
                  <a:gd name="T44" fmla="*/ 10 w 36"/>
                  <a:gd name="T45" fmla="*/ 0 h 57"/>
                  <a:gd name="T46" fmla="*/ 4 w 36"/>
                  <a:gd name="T47" fmla="*/ 2 h 57"/>
                  <a:gd name="T48" fmla="*/ 4 w 36"/>
                  <a:gd name="T49" fmla="*/ 3 h 57"/>
                  <a:gd name="T50" fmla="*/ 8 w 36"/>
                  <a:gd name="T51" fmla="*/ 7 h 57"/>
                  <a:gd name="T52" fmla="*/ 8 w 36"/>
                  <a:gd name="T53" fmla="*/ 7 h 57"/>
                  <a:gd name="T54" fmla="*/ 8 w 36"/>
                  <a:gd name="T55" fmla="*/ 7 h 57"/>
                  <a:gd name="T56" fmla="*/ 8 w 36"/>
                  <a:gd name="T57" fmla="*/ 9 h 57"/>
                  <a:gd name="T58" fmla="*/ 8 w 36"/>
                  <a:gd name="T59" fmla="*/ 11 h 57"/>
                  <a:gd name="T60" fmla="*/ 8 w 36"/>
                  <a:gd name="T61" fmla="*/ 11 h 57"/>
                  <a:gd name="T62" fmla="*/ 8 w 36"/>
                  <a:gd name="T63" fmla="*/ 13 h 57"/>
                  <a:gd name="T64" fmla="*/ 6 w 36"/>
                  <a:gd name="T65" fmla="*/ 11 h 57"/>
                  <a:gd name="T66" fmla="*/ 2 w 36"/>
                  <a:gd name="T67" fmla="*/ 11 h 57"/>
                  <a:gd name="T68" fmla="*/ 2 w 36"/>
                  <a:gd name="T69" fmla="*/ 13 h 57"/>
                  <a:gd name="T70" fmla="*/ 4 w 36"/>
                  <a:gd name="T71" fmla="*/ 15 h 57"/>
                  <a:gd name="T72" fmla="*/ 4 w 36"/>
                  <a:gd name="T73" fmla="*/ 15 h 57"/>
                  <a:gd name="T74" fmla="*/ 4 w 36"/>
                  <a:gd name="T75" fmla="*/ 15 h 57"/>
                  <a:gd name="T76" fmla="*/ 6 w 36"/>
                  <a:gd name="T77" fmla="*/ 18 h 57"/>
                  <a:gd name="T78" fmla="*/ 6 w 36"/>
                  <a:gd name="T79" fmla="*/ 22 h 57"/>
                  <a:gd name="T80" fmla="*/ 2 w 36"/>
                  <a:gd name="T81" fmla="*/ 22 h 57"/>
                  <a:gd name="T82" fmla="*/ 2 w 36"/>
                  <a:gd name="T83" fmla="*/ 26 h 57"/>
                  <a:gd name="T84" fmla="*/ 0 w 36"/>
                  <a:gd name="T85" fmla="*/ 35 h 57"/>
                  <a:gd name="T86" fmla="*/ 2 w 36"/>
                  <a:gd name="T87" fmla="*/ 31 h 57"/>
                  <a:gd name="T88" fmla="*/ 4 w 36"/>
                  <a:gd name="T89" fmla="*/ 37 h 57"/>
                  <a:gd name="T90" fmla="*/ 4 w 36"/>
                  <a:gd name="T91" fmla="*/ 39 h 57"/>
                  <a:gd name="T92" fmla="*/ 8 w 36"/>
                  <a:gd name="T93" fmla="*/ 52 h 57"/>
                  <a:gd name="T94" fmla="*/ 10 w 36"/>
                  <a:gd name="T95" fmla="*/ 56 h 57"/>
                  <a:gd name="T96" fmla="*/ 13 w 36"/>
                  <a:gd name="T97" fmla="*/ 57 h 57"/>
                  <a:gd name="T98" fmla="*/ 17 w 36"/>
                  <a:gd name="T99" fmla="*/ 57 h 57"/>
                  <a:gd name="T100" fmla="*/ 23 w 36"/>
                  <a:gd name="T101" fmla="*/ 57 h 57"/>
                  <a:gd name="T102" fmla="*/ 26 w 36"/>
                  <a:gd name="T103" fmla="*/ 56 h 57"/>
                  <a:gd name="T104" fmla="*/ 32 w 36"/>
                  <a:gd name="T105" fmla="*/ 50 h 57"/>
                  <a:gd name="T106" fmla="*/ 34 w 36"/>
                  <a:gd name="T107" fmla="*/ 46 h 57"/>
                  <a:gd name="T108" fmla="*/ 34 w 36"/>
                  <a:gd name="T109" fmla="*/ 44 h 57"/>
                  <a:gd name="T110" fmla="*/ 34 w 36"/>
                  <a:gd name="T111" fmla="*/ 43 h 57"/>
                  <a:gd name="T112" fmla="*/ 36 w 36"/>
                  <a:gd name="T113" fmla="*/ 41 h 57"/>
                  <a:gd name="T114" fmla="*/ 34 w 36"/>
                  <a:gd name="T115" fmla="*/ 37 h 57"/>
                  <a:gd name="T116" fmla="*/ 4 w 36"/>
                  <a:gd name="T117" fmla="*/ 31 h 57"/>
                  <a:gd name="T118" fmla="*/ 4 w 36"/>
                  <a:gd name="T119" fmla="*/ 30 h 57"/>
                  <a:gd name="T120" fmla="*/ 4 w 36"/>
                  <a:gd name="T121" fmla="*/ 31 h 57"/>
                  <a:gd name="T122" fmla="*/ 4 w 36"/>
                  <a:gd name="T123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" h="57">
                    <a:moveTo>
                      <a:pt x="34" y="37"/>
                    </a:moveTo>
                    <a:lnTo>
                      <a:pt x="34" y="35"/>
                    </a:lnTo>
                    <a:lnTo>
                      <a:pt x="34" y="33"/>
                    </a:lnTo>
                    <a:lnTo>
                      <a:pt x="32" y="31"/>
                    </a:lnTo>
                    <a:lnTo>
                      <a:pt x="30" y="26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4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9"/>
                    </a:lnTo>
                    <a:lnTo>
                      <a:pt x="8" y="52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23" y="57"/>
                    </a:lnTo>
                    <a:lnTo>
                      <a:pt x="26" y="56"/>
                    </a:lnTo>
                    <a:lnTo>
                      <a:pt x="32" y="50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4" y="43"/>
                    </a:lnTo>
                    <a:lnTo>
                      <a:pt x="36" y="41"/>
                    </a:lnTo>
                    <a:lnTo>
                      <a:pt x="34" y="37"/>
                    </a:lnTo>
                    <a:close/>
                    <a:moveTo>
                      <a:pt x="4" y="31"/>
                    </a:moveTo>
                    <a:lnTo>
                      <a:pt x="4" y="30"/>
                    </a:lnTo>
                    <a:lnTo>
                      <a:pt x="4" y="31"/>
                    </a:lnTo>
                    <a:lnTo>
                      <a:pt x="4" y="3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2" name="Freeform 6311">
                <a:extLst>
                  <a:ext uri="{FF2B5EF4-FFF2-40B4-BE49-F238E27FC236}">
                    <a16:creationId xmlns:a16="http://schemas.microsoft.com/office/drawing/2014/main" id="{F3F6086B-2D8D-46AF-BD39-821F61C0FC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0" y="2023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6 h 11"/>
                  <a:gd name="T4" fmla="*/ 1 w 9"/>
                  <a:gd name="T5" fmla="*/ 9 h 11"/>
                  <a:gd name="T6" fmla="*/ 7 w 9"/>
                  <a:gd name="T7" fmla="*/ 11 h 11"/>
                  <a:gd name="T8" fmla="*/ 9 w 9"/>
                  <a:gd name="T9" fmla="*/ 8 h 11"/>
                  <a:gd name="T10" fmla="*/ 5 w 9"/>
                  <a:gd name="T11" fmla="*/ 4 h 11"/>
                  <a:gd name="T12" fmla="*/ 1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6"/>
                    </a:lnTo>
                    <a:lnTo>
                      <a:pt x="1" y="9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3" name="Freeform 6312">
                <a:extLst>
                  <a:ext uri="{FF2B5EF4-FFF2-40B4-BE49-F238E27FC236}">
                    <a16:creationId xmlns:a16="http://schemas.microsoft.com/office/drawing/2014/main" id="{2245DE49-0FBD-4079-A704-F93E854E5B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1986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2 w 9"/>
                  <a:gd name="T3" fmla="*/ 0 h 4"/>
                  <a:gd name="T4" fmla="*/ 0 w 9"/>
                  <a:gd name="T5" fmla="*/ 4 h 4"/>
                  <a:gd name="T6" fmla="*/ 4 w 9"/>
                  <a:gd name="T7" fmla="*/ 4 h 4"/>
                  <a:gd name="T8" fmla="*/ 9 w 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4" name="Freeform 6313">
                <a:extLst>
                  <a:ext uri="{FF2B5EF4-FFF2-40B4-BE49-F238E27FC236}">
                    <a16:creationId xmlns:a16="http://schemas.microsoft.com/office/drawing/2014/main" id="{DEC339E8-1DA7-453C-8B99-9517D401E3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3" y="1803"/>
                <a:ext cx="6" cy="8"/>
              </a:xfrm>
              <a:custGeom>
                <a:avLst/>
                <a:gdLst>
                  <a:gd name="T0" fmla="*/ 4 w 6"/>
                  <a:gd name="T1" fmla="*/ 8 h 8"/>
                  <a:gd name="T2" fmla="*/ 6 w 6"/>
                  <a:gd name="T3" fmla="*/ 4 h 8"/>
                  <a:gd name="T4" fmla="*/ 6 w 6"/>
                  <a:gd name="T5" fmla="*/ 2 h 8"/>
                  <a:gd name="T6" fmla="*/ 4 w 6"/>
                  <a:gd name="T7" fmla="*/ 0 h 8"/>
                  <a:gd name="T8" fmla="*/ 0 w 6"/>
                  <a:gd name="T9" fmla="*/ 4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5" name="Freeform 6314">
                <a:extLst>
                  <a:ext uri="{FF2B5EF4-FFF2-40B4-BE49-F238E27FC236}">
                    <a16:creationId xmlns:a16="http://schemas.microsoft.com/office/drawing/2014/main" id="{8B23E699-83FA-4D0B-973D-1CA7C0213E2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36" y="1857"/>
                <a:ext cx="8" cy="6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1 h 3"/>
                  <a:gd name="T6" fmla="*/ 4 w 4"/>
                  <a:gd name="T7" fmla="*/ 0 h 3"/>
                  <a:gd name="T8" fmla="*/ 0 w 4"/>
                  <a:gd name="T9" fmla="*/ 0 h 3"/>
                  <a:gd name="T10" fmla="*/ 3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6" name="Freeform 6315">
                <a:extLst>
                  <a:ext uri="{FF2B5EF4-FFF2-40B4-BE49-F238E27FC236}">
                    <a16:creationId xmlns:a16="http://schemas.microsoft.com/office/drawing/2014/main" id="{0DD5A43A-B242-4E30-91EB-B459C3D0C45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0" y="166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0 h 5"/>
                  <a:gd name="T6" fmla="*/ 1 w 5"/>
                  <a:gd name="T7" fmla="*/ 0 h 5"/>
                  <a:gd name="T8" fmla="*/ 0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7" name="Freeform 6316">
                <a:extLst>
                  <a:ext uri="{FF2B5EF4-FFF2-40B4-BE49-F238E27FC236}">
                    <a16:creationId xmlns:a16="http://schemas.microsoft.com/office/drawing/2014/main" id="{3A460D22-57E6-4484-B284-4B56C01812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69" y="1973"/>
                <a:ext cx="20" cy="26"/>
              </a:xfrm>
              <a:custGeom>
                <a:avLst/>
                <a:gdLst>
                  <a:gd name="T0" fmla="*/ 15 w 20"/>
                  <a:gd name="T1" fmla="*/ 0 h 26"/>
                  <a:gd name="T2" fmla="*/ 11 w 20"/>
                  <a:gd name="T3" fmla="*/ 4 h 26"/>
                  <a:gd name="T4" fmla="*/ 11 w 20"/>
                  <a:gd name="T5" fmla="*/ 2 h 26"/>
                  <a:gd name="T6" fmla="*/ 9 w 20"/>
                  <a:gd name="T7" fmla="*/ 4 h 26"/>
                  <a:gd name="T8" fmla="*/ 7 w 20"/>
                  <a:gd name="T9" fmla="*/ 4 h 26"/>
                  <a:gd name="T10" fmla="*/ 3 w 20"/>
                  <a:gd name="T11" fmla="*/ 7 h 26"/>
                  <a:gd name="T12" fmla="*/ 3 w 20"/>
                  <a:gd name="T13" fmla="*/ 9 h 26"/>
                  <a:gd name="T14" fmla="*/ 0 w 20"/>
                  <a:gd name="T15" fmla="*/ 11 h 26"/>
                  <a:gd name="T16" fmla="*/ 2 w 20"/>
                  <a:gd name="T17" fmla="*/ 15 h 26"/>
                  <a:gd name="T18" fmla="*/ 0 w 20"/>
                  <a:gd name="T19" fmla="*/ 15 h 26"/>
                  <a:gd name="T20" fmla="*/ 3 w 20"/>
                  <a:gd name="T21" fmla="*/ 20 h 26"/>
                  <a:gd name="T22" fmla="*/ 2 w 20"/>
                  <a:gd name="T23" fmla="*/ 22 h 26"/>
                  <a:gd name="T24" fmla="*/ 3 w 20"/>
                  <a:gd name="T25" fmla="*/ 26 h 26"/>
                  <a:gd name="T26" fmla="*/ 7 w 20"/>
                  <a:gd name="T27" fmla="*/ 24 h 26"/>
                  <a:gd name="T28" fmla="*/ 9 w 20"/>
                  <a:gd name="T29" fmla="*/ 20 h 26"/>
                  <a:gd name="T30" fmla="*/ 7 w 20"/>
                  <a:gd name="T31" fmla="*/ 20 h 26"/>
                  <a:gd name="T32" fmla="*/ 7 w 20"/>
                  <a:gd name="T33" fmla="*/ 20 h 26"/>
                  <a:gd name="T34" fmla="*/ 11 w 20"/>
                  <a:gd name="T35" fmla="*/ 17 h 26"/>
                  <a:gd name="T36" fmla="*/ 11 w 20"/>
                  <a:gd name="T37" fmla="*/ 15 h 26"/>
                  <a:gd name="T38" fmla="*/ 15 w 20"/>
                  <a:gd name="T39" fmla="*/ 13 h 26"/>
                  <a:gd name="T40" fmla="*/ 13 w 20"/>
                  <a:gd name="T41" fmla="*/ 11 h 26"/>
                  <a:gd name="T42" fmla="*/ 11 w 20"/>
                  <a:gd name="T43" fmla="*/ 9 h 26"/>
                  <a:gd name="T44" fmla="*/ 13 w 20"/>
                  <a:gd name="T45" fmla="*/ 7 h 26"/>
                  <a:gd name="T46" fmla="*/ 13 w 20"/>
                  <a:gd name="T47" fmla="*/ 5 h 26"/>
                  <a:gd name="T48" fmla="*/ 13 w 20"/>
                  <a:gd name="T49" fmla="*/ 5 h 26"/>
                  <a:gd name="T50" fmla="*/ 15 w 20"/>
                  <a:gd name="T51" fmla="*/ 5 h 26"/>
                  <a:gd name="T52" fmla="*/ 16 w 20"/>
                  <a:gd name="T53" fmla="*/ 4 h 26"/>
                  <a:gd name="T54" fmla="*/ 20 w 20"/>
                  <a:gd name="T55" fmla="*/ 4 h 26"/>
                  <a:gd name="T56" fmla="*/ 18 w 20"/>
                  <a:gd name="T57" fmla="*/ 0 h 26"/>
                  <a:gd name="T58" fmla="*/ 15 w 20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lnTo>
                      <a:pt x="11" y="4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3" y="26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20" y="4"/>
                    </a:lnTo>
                    <a:lnTo>
                      <a:pt x="18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8" name="Freeform 6317">
                <a:extLst>
                  <a:ext uri="{FF2B5EF4-FFF2-40B4-BE49-F238E27FC236}">
                    <a16:creationId xmlns:a16="http://schemas.microsoft.com/office/drawing/2014/main" id="{8271B4C2-F932-47F6-8AA5-7C0B4EBFB4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62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0 h 5"/>
                  <a:gd name="T4" fmla="*/ 0 w 5"/>
                  <a:gd name="T5" fmla="*/ 1 h 5"/>
                  <a:gd name="T6" fmla="*/ 2 w 5"/>
                  <a:gd name="T7" fmla="*/ 5 h 5"/>
                  <a:gd name="T8" fmla="*/ 5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9" name="Freeform 6318">
                <a:extLst>
                  <a:ext uri="{FF2B5EF4-FFF2-40B4-BE49-F238E27FC236}">
                    <a16:creationId xmlns:a16="http://schemas.microsoft.com/office/drawing/2014/main" id="{D46D1E5B-55EC-4FCB-89C7-4CA2B515DF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7" y="1924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0" name="Freeform 6319">
                <a:extLst>
                  <a:ext uri="{FF2B5EF4-FFF2-40B4-BE49-F238E27FC236}">
                    <a16:creationId xmlns:a16="http://schemas.microsoft.com/office/drawing/2014/main" id="{AD3F5CA0-C6D4-40C8-8D67-885599CCD1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17"/>
                <a:ext cx="13" cy="15"/>
              </a:xfrm>
              <a:custGeom>
                <a:avLst/>
                <a:gdLst>
                  <a:gd name="T0" fmla="*/ 11 w 13"/>
                  <a:gd name="T1" fmla="*/ 9 h 15"/>
                  <a:gd name="T2" fmla="*/ 9 w 13"/>
                  <a:gd name="T3" fmla="*/ 7 h 15"/>
                  <a:gd name="T4" fmla="*/ 13 w 13"/>
                  <a:gd name="T5" fmla="*/ 7 h 15"/>
                  <a:gd name="T6" fmla="*/ 11 w 13"/>
                  <a:gd name="T7" fmla="*/ 4 h 15"/>
                  <a:gd name="T8" fmla="*/ 7 w 13"/>
                  <a:gd name="T9" fmla="*/ 0 h 15"/>
                  <a:gd name="T10" fmla="*/ 4 w 13"/>
                  <a:gd name="T11" fmla="*/ 2 h 15"/>
                  <a:gd name="T12" fmla="*/ 4 w 13"/>
                  <a:gd name="T13" fmla="*/ 5 h 15"/>
                  <a:gd name="T14" fmla="*/ 4 w 13"/>
                  <a:gd name="T15" fmla="*/ 4 h 15"/>
                  <a:gd name="T16" fmla="*/ 0 w 13"/>
                  <a:gd name="T17" fmla="*/ 7 h 15"/>
                  <a:gd name="T18" fmla="*/ 4 w 13"/>
                  <a:gd name="T19" fmla="*/ 9 h 15"/>
                  <a:gd name="T20" fmla="*/ 5 w 13"/>
                  <a:gd name="T21" fmla="*/ 11 h 15"/>
                  <a:gd name="T22" fmla="*/ 7 w 13"/>
                  <a:gd name="T23" fmla="*/ 11 h 15"/>
                  <a:gd name="T24" fmla="*/ 11 w 13"/>
                  <a:gd name="T25" fmla="*/ 15 h 15"/>
                  <a:gd name="T26" fmla="*/ 13 w 13"/>
                  <a:gd name="T27" fmla="*/ 13 h 15"/>
                  <a:gd name="T28" fmla="*/ 13 w 13"/>
                  <a:gd name="T29" fmla="*/ 7 h 15"/>
                  <a:gd name="T30" fmla="*/ 11 w 13"/>
                  <a:gd name="T3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5">
                    <a:moveTo>
                      <a:pt x="11" y="9"/>
                    </a:moveTo>
                    <a:lnTo>
                      <a:pt x="9" y="7"/>
                    </a:lnTo>
                    <a:lnTo>
                      <a:pt x="13" y="7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1" name="Freeform 6320">
                <a:extLst>
                  <a:ext uri="{FF2B5EF4-FFF2-40B4-BE49-F238E27FC236}">
                    <a16:creationId xmlns:a16="http://schemas.microsoft.com/office/drawing/2014/main" id="{CB849A37-B412-477F-A16A-89668CE151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71" y="1896"/>
                <a:ext cx="7" cy="15"/>
              </a:xfrm>
              <a:custGeom>
                <a:avLst/>
                <a:gdLst>
                  <a:gd name="T0" fmla="*/ 0 w 7"/>
                  <a:gd name="T1" fmla="*/ 0 h 15"/>
                  <a:gd name="T2" fmla="*/ 7 w 7"/>
                  <a:gd name="T3" fmla="*/ 15 h 15"/>
                  <a:gd name="T4" fmla="*/ 5 w 7"/>
                  <a:gd name="T5" fmla="*/ 4 h 15"/>
                  <a:gd name="T6" fmla="*/ 7 w 7"/>
                  <a:gd name="T7" fmla="*/ 2 h 15"/>
                  <a:gd name="T8" fmla="*/ 0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lnTo>
                      <a:pt x="7" y="1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2" name="Freeform 6321">
                <a:extLst>
                  <a:ext uri="{FF2B5EF4-FFF2-40B4-BE49-F238E27FC236}">
                    <a16:creationId xmlns:a16="http://schemas.microsoft.com/office/drawing/2014/main" id="{C383A768-7080-4BBE-A6CD-C83E51A04C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7" y="1880"/>
                <a:ext cx="15" cy="18"/>
              </a:xfrm>
              <a:custGeom>
                <a:avLst/>
                <a:gdLst>
                  <a:gd name="T0" fmla="*/ 1 w 8"/>
                  <a:gd name="T1" fmla="*/ 4 h 10"/>
                  <a:gd name="T2" fmla="*/ 4 w 8"/>
                  <a:gd name="T3" fmla="*/ 5 h 10"/>
                  <a:gd name="T4" fmla="*/ 4 w 8"/>
                  <a:gd name="T5" fmla="*/ 6 h 10"/>
                  <a:gd name="T6" fmla="*/ 4 w 8"/>
                  <a:gd name="T7" fmla="*/ 6 h 10"/>
                  <a:gd name="T8" fmla="*/ 3 w 8"/>
                  <a:gd name="T9" fmla="*/ 7 h 10"/>
                  <a:gd name="T10" fmla="*/ 5 w 8"/>
                  <a:gd name="T11" fmla="*/ 10 h 10"/>
                  <a:gd name="T12" fmla="*/ 6 w 8"/>
                  <a:gd name="T13" fmla="*/ 7 h 10"/>
                  <a:gd name="T14" fmla="*/ 5 w 8"/>
                  <a:gd name="T15" fmla="*/ 6 h 10"/>
                  <a:gd name="T16" fmla="*/ 8 w 8"/>
                  <a:gd name="T17" fmla="*/ 6 h 10"/>
                  <a:gd name="T18" fmla="*/ 5 w 8"/>
                  <a:gd name="T19" fmla="*/ 4 h 10"/>
                  <a:gd name="T20" fmla="*/ 5 w 8"/>
                  <a:gd name="T21" fmla="*/ 4 h 10"/>
                  <a:gd name="T22" fmla="*/ 6 w 8"/>
                  <a:gd name="T23" fmla="*/ 4 h 10"/>
                  <a:gd name="T24" fmla="*/ 6 w 8"/>
                  <a:gd name="T25" fmla="*/ 3 h 10"/>
                  <a:gd name="T26" fmla="*/ 8 w 8"/>
                  <a:gd name="T27" fmla="*/ 4 h 10"/>
                  <a:gd name="T28" fmla="*/ 6 w 8"/>
                  <a:gd name="T29" fmla="*/ 1 h 10"/>
                  <a:gd name="T30" fmla="*/ 4 w 8"/>
                  <a:gd name="T31" fmla="*/ 0 h 10"/>
                  <a:gd name="T32" fmla="*/ 4 w 8"/>
                  <a:gd name="T33" fmla="*/ 1 h 10"/>
                  <a:gd name="T34" fmla="*/ 4 w 8"/>
                  <a:gd name="T35" fmla="*/ 1 h 10"/>
                  <a:gd name="T36" fmla="*/ 4 w 8"/>
                  <a:gd name="T37" fmla="*/ 1 h 10"/>
                  <a:gd name="T38" fmla="*/ 3 w 8"/>
                  <a:gd name="T39" fmla="*/ 1 h 10"/>
                  <a:gd name="T40" fmla="*/ 3 w 8"/>
                  <a:gd name="T41" fmla="*/ 0 h 10"/>
                  <a:gd name="T42" fmla="*/ 1 w 8"/>
                  <a:gd name="T43" fmla="*/ 2 h 10"/>
                  <a:gd name="T44" fmla="*/ 2 w 8"/>
                  <a:gd name="T45" fmla="*/ 2 h 10"/>
                  <a:gd name="T46" fmla="*/ 0 w 8"/>
                  <a:gd name="T47" fmla="*/ 1 h 10"/>
                  <a:gd name="T48" fmla="*/ 1 w 8"/>
                  <a:gd name="T4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" h="10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3" name="Freeform 6322">
                <a:extLst>
                  <a:ext uri="{FF2B5EF4-FFF2-40B4-BE49-F238E27FC236}">
                    <a16:creationId xmlns:a16="http://schemas.microsoft.com/office/drawing/2014/main" id="{94078663-179D-41FE-9F0F-0B3BB014C7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24" y="2019"/>
                <a:ext cx="65" cy="79"/>
              </a:xfrm>
              <a:custGeom>
                <a:avLst/>
                <a:gdLst>
                  <a:gd name="T0" fmla="*/ 30 w 65"/>
                  <a:gd name="T1" fmla="*/ 8 h 79"/>
                  <a:gd name="T2" fmla="*/ 30 w 65"/>
                  <a:gd name="T3" fmla="*/ 10 h 79"/>
                  <a:gd name="T4" fmla="*/ 28 w 65"/>
                  <a:gd name="T5" fmla="*/ 13 h 79"/>
                  <a:gd name="T6" fmla="*/ 28 w 65"/>
                  <a:gd name="T7" fmla="*/ 15 h 79"/>
                  <a:gd name="T8" fmla="*/ 26 w 65"/>
                  <a:gd name="T9" fmla="*/ 21 h 79"/>
                  <a:gd name="T10" fmla="*/ 26 w 65"/>
                  <a:gd name="T11" fmla="*/ 23 h 79"/>
                  <a:gd name="T12" fmla="*/ 30 w 65"/>
                  <a:gd name="T13" fmla="*/ 21 h 79"/>
                  <a:gd name="T14" fmla="*/ 26 w 65"/>
                  <a:gd name="T15" fmla="*/ 25 h 79"/>
                  <a:gd name="T16" fmla="*/ 23 w 65"/>
                  <a:gd name="T17" fmla="*/ 23 h 79"/>
                  <a:gd name="T18" fmla="*/ 21 w 65"/>
                  <a:gd name="T19" fmla="*/ 23 h 79"/>
                  <a:gd name="T20" fmla="*/ 11 w 65"/>
                  <a:gd name="T21" fmla="*/ 23 h 79"/>
                  <a:gd name="T22" fmla="*/ 8 w 65"/>
                  <a:gd name="T23" fmla="*/ 28 h 79"/>
                  <a:gd name="T24" fmla="*/ 11 w 65"/>
                  <a:gd name="T25" fmla="*/ 34 h 79"/>
                  <a:gd name="T26" fmla="*/ 10 w 65"/>
                  <a:gd name="T27" fmla="*/ 36 h 79"/>
                  <a:gd name="T28" fmla="*/ 6 w 65"/>
                  <a:gd name="T29" fmla="*/ 36 h 79"/>
                  <a:gd name="T30" fmla="*/ 6 w 65"/>
                  <a:gd name="T31" fmla="*/ 40 h 79"/>
                  <a:gd name="T32" fmla="*/ 8 w 65"/>
                  <a:gd name="T33" fmla="*/ 43 h 79"/>
                  <a:gd name="T34" fmla="*/ 13 w 65"/>
                  <a:gd name="T35" fmla="*/ 45 h 79"/>
                  <a:gd name="T36" fmla="*/ 13 w 65"/>
                  <a:gd name="T37" fmla="*/ 53 h 79"/>
                  <a:gd name="T38" fmla="*/ 13 w 65"/>
                  <a:gd name="T39" fmla="*/ 53 h 79"/>
                  <a:gd name="T40" fmla="*/ 11 w 65"/>
                  <a:gd name="T41" fmla="*/ 58 h 79"/>
                  <a:gd name="T42" fmla="*/ 10 w 65"/>
                  <a:gd name="T43" fmla="*/ 62 h 79"/>
                  <a:gd name="T44" fmla="*/ 6 w 65"/>
                  <a:gd name="T45" fmla="*/ 60 h 79"/>
                  <a:gd name="T46" fmla="*/ 6 w 65"/>
                  <a:gd name="T47" fmla="*/ 60 h 79"/>
                  <a:gd name="T48" fmla="*/ 0 w 65"/>
                  <a:gd name="T49" fmla="*/ 66 h 79"/>
                  <a:gd name="T50" fmla="*/ 4 w 65"/>
                  <a:gd name="T51" fmla="*/ 66 h 79"/>
                  <a:gd name="T52" fmla="*/ 4 w 65"/>
                  <a:gd name="T53" fmla="*/ 71 h 79"/>
                  <a:gd name="T54" fmla="*/ 6 w 65"/>
                  <a:gd name="T55" fmla="*/ 73 h 79"/>
                  <a:gd name="T56" fmla="*/ 6 w 65"/>
                  <a:gd name="T57" fmla="*/ 75 h 79"/>
                  <a:gd name="T58" fmla="*/ 10 w 65"/>
                  <a:gd name="T59" fmla="*/ 77 h 79"/>
                  <a:gd name="T60" fmla="*/ 13 w 65"/>
                  <a:gd name="T61" fmla="*/ 77 h 79"/>
                  <a:gd name="T62" fmla="*/ 21 w 65"/>
                  <a:gd name="T63" fmla="*/ 77 h 79"/>
                  <a:gd name="T64" fmla="*/ 30 w 65"/>
                  <a:gd name="T65" fmla="*/ 73 h 79"/>
                  <a:gd name="T66" fmla="*/ 32 w 65"/>
                  <a:gd name="T67" fmla="*/ 73 h 79"/>
                  <a:gd name="T68" fmla="*/ 37 w 65"/>
                  <a:gd name="T69" fmla="*/ 71 h 79"/>
                  <a:gd name="T70" fmla="*/ 45 w 65"/>
                  <a:gd name="T71" fmla="*/ 67 h 79"/>
                  <a:gd name="T72" fmla="*/ 47 w 65"/>
                  <a:gd name="T73" fmla="*/ 67 h 79"/>
                  <a:gd name="T74" fmla="*/ 49 w 65"/>
                  <a:gd name="T75" fmla="*/ 67 h 79"/>
                  <a:gd name="T76" fmla="*/ 52 w 65"/>
                  <a:gd name="T77" fmla="*/ 62 h 79"/>
                  <a:gd name="T78" fmla="*/ 56 w 65"/>
                  <a:gd name="T79" fmla="*/ 60 h 79"/>
                  <a:gd name="T80" fmla="*/ 58 w 65"/>
                  <a:gd name="T81" fmla="*/ 54 h 79"/>
                  <a:gd name="T82" fmla="*/ 58 w 65"/>
                  <a:gd name="T83" fmla="*/ 45 h 79"/>
                  <a:gd name="T84" fmla="*/ 58 w 65"/>
                  <a:gd name="T85" fmla="*/ 43 h 79"/>
                  <a:gd name="T86" fmla="*/ 56 w 65"/>
                  <a:gd name="T87" fmla="*/ 38 h 79"/>
                  <a:gd name="T88" fmla="*/ 54 w 65"/>
                  <a:gd name="T89" fmla="*/ 34 h 79"/>
                  <a:gd name="T90" fmla="*/ 58 w 65"/>
                  <a:gd name="T91" fmla="*/ 34 h 79"/>
                  <a:gd name="T92" fmla="*/ 58 w 65"/>
                  <a:gd name="T93" fmla="*/ 34 h 79"/>
                  <a:gd name="T94" fmla="*/ 58 w 65"/>
                  <a:gd name="T95" fmla="*/ 32 h 79"/>
                  <a:gd name="T96" fmla="*/ 58 w 65"/>
                  <a:gd name="T97" fmla="*/ 32 h 79"/>
                  <a:gd name="T98" fmla="*/ 62 w 65"/>
                  <a:gd name="T99" fmla="*/ 28 h 79"/>
                  <a:gd name="T100" fmla="*/ 65 w 65"/>
                  <a:gd name="T101" fmla="*/ 26 h 79"/>
                  <a:gd name="T102" fmla="*/ 65 w 65"/>
                  <a:gd name="T103" fmla="*/ 19 h 79"/>
                  <a:gd name="T104" fmla="*/ 64 w 65"/>
                  <a:gd name="T105" fmla="*/ 19 h 79"/>
                  <a:gd name="T106" fmla="*/ 58 w 65"/>
                  <a:gd name="T107" fmla="*/ 10 h 79"/>
                  <a:gd name="T108" fmla="*/ 51 w 65"/>
                  <a:gd name="T109" fmla="*/ 8 h 79"/>
                  <a:gd name="T110" fmla="*/ 45 w 65"/>
                  <a:gd name="T111" fmla="*/ 6 h 79"/>
                  <a:gd name="T112" fmla="*/ 41 w 65"/>
                  <a:gd name="T113" fmla="*/ 6 h 79"/>
                  <a:gd name="T114" fmla="*/ 39 w 65"/>
                  <a:gd name="T115" fmla="*/ 6 h 79"/>
                  <a:gd name="T116" fmla="*/ 36 w 65"/>
                  <a:gd name="T117" fmla="*/ 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79">
                    <a:moveTo>
                      <a:pt x="36" y="8"/>
                    </a:move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4" y="15"/>
                    </a:lnTo>
                    <a:lnTo>
                      <a:pt x="26" y="21"/>
                    </a:lnTo>
                    <a:lnTo>
                      <a:pt x="28" y="21"/>
                    </a:lnTo>
                    <a:lnTo>
                      <a:pt x="26" y="23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4" y="23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3" y="23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8"/>
                    </a:lnTo>
                    <a:lnTo>
                      <a:pt x="4" y="28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6" y="40"/>
                    </a:lnTo>
                    <a:lnTo>
                      <a:pt x="10" y="41"/>
                    </a:lnTo>
                    <a:lnTo>
                      <a:pt x="8" y="43"/>
                    </a:lnTo>
                    <a:lnTo>
                      <a:pt x="13" y="43"/>
                    </a:lnTo>
                    <a:lnTo>
                      <a:pt x="13" y="45"/>
                    </a:lnTo>
                    <a:lnTo>
                      <a:pt x="17" y="45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6" y="58"/>
                    </a:lnTo>
                    <a:lnTo>
                      <a:pt x="11" y="58"/>
                    </a:lnTo>
                    <a:lnTo>
                      <a:pt x="8" y="58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71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6" y="73"/>
                    </a:lnTo>
                    <a:lnTo>
                      <a:pt x="2" y="75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10" y="77"/>
                    </a:lnTo>
                    <a:lnTo>
                      <a:pt x="8" y="79"/>
                    </a:lnTo>
                    <a:lnTo>
                      <a:pt x="13" y="77"/>
                    </a:lnTo>
                    <a:lnTo>
                      <a:pt x="15" y="79"/>
                    </a:lnTo>
                    <a:lnTo>
                      <a:pt x="21" y="77"/>
                    </a:lnTo>
                    <a:lnTo>
                      <a:pt x="24" y="77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3"/>
                    </a:lnTo>
                    <a:lnTo>
                      <a:pt x="34" y="71"/>
                    </a:lnTo>
                    <a:lnTo>
                      <a:pt x="37" y="71"/>
                    </a:lnTo>
                    <a:lnTo>
                      <a:pt x="37" y="67"/>
                    </a:lnTo>
                    <a:lnTo>
                      <a:pt x="45" y="67"/>
                    </a:lnTo>
                    <a:lnTo>
                      <a:pt x="45" y="67"/>
                    </a:lnTo>
                    <a:lnTo>
                      <a:pt x="47" y="67"/>
                    </a:lnTo>
                    <a:lnTo>
                      <a:pt x="49" y="66"/>
                    </a:lnTo>
                    <a:lnTo>
                      <a:pt x="49" y="67"/>
                    </a:lnTo>
                    <a:lnTo>
                      <a:pt x="56" y="67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6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8" y="43"/>
                    </a:lnTo>
                    <a:lnTo>
                      <a:pt x="58" y="40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60" y="30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5" y="26"/>
                    </a:lnTo>
                    <a:lnTo>
                      <a:pt x="65" y="26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0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41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6" y="8"/>
                    </a:lnTo>
                    <a:lnTo>
                      <a:pt x="3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4" name="Freeform 6323">
                <a:extLst>
                  <a:ext uri="{FF2B5EF4-FFF2-40B4-BE49-F238E27FC236}">
                    <a16:creationId xmlns:a16="http://schemas.microsoft.com/office/drawing/2014/main" id="{246BF70E-211A-4FDF-B60E-D66C2792F92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471" y="1950"/>
                <a:ext cx="108" cy="179"/>
              </a:xfrm>
              <a:custGeom>
                <a:avLst/>
                <a:gdLst>
                  <a:gd name="T0" fmla="*/ 3 w 58"/>
                  <a:gd name="T1" fmla="*/ 21 h 96"/>
                  <a:gd name="T2" fmla="*/ 3 w 58"/>
                  <a:gd name="T3" fmla="*/ 28 h 96"/>
                  <a:gd name="T4" fmla="*/ 5 w 58"/>
                  <a:gd name="T5" fmla="*/ 31 h 96"/>
                  <a:gd name="T6" fmla="*/ 7 w 58"/>
                  <a:gd name="T7" fmla="*/ 37 h 96"/>
                  <a:gd name="T8" fmla="*/ 8 w 58"/>
                  <a:gd name="T9" fmla="*/ 39 h 96"/>
                  <a:gd name="T10" fmla="*/ 12 w 58"/>
                  <a:gd name="T11" fmla="*/ 41 h 96"/>
                  <a:gd name="T12" fmla="*/ 13 w 58"/>
                  <a:gd name="T13" fmla="*/ 40 h 96"/>
                  <a:gd name="T14" fmla="*/ 14 w 58"/>
                  <a:gd name="T15" fmla="*/ 46 h 96"/>
                  <a:gd name="T16" fmla="*/ 22 w 58"/>
                  <a:gd name="T17" fmla="*/ 45 h 96"/>
                  <a:gd name="T18" fmla="*/ 26 w 58"/>
                  <a:gd name="T19" fmla="*/ 53 h 96"/>
                  <a:gd name="T20" fmla="*/ 23 w 58"/>
                  <a:gd name="T21" fmla="*/ 60 h 96"/>
                  <a:gd name="T22" fmla="*/ 17 w 58"/>
                  <a:gd name="T23" fmla="*/ 59 h 96"/>
                  <a:gd name="T24" fmla="*/ 14 w 58"/>
                  <a:gd name="T25" fmla="*/ 65 h 96"/>
                  <a:gd name="T26" fmla="*/ 18 w 58"/>
                  <a:gd name="T27" fmla="*/ 67 h 96"/>
                  <a:gd name="T28" fmla="*/ 15 w 58"/>
                  <a:gd name="T29" fmla="*/ 73 h 96"/>
                  <a:gd name="T30" fmla="*/ 11 w 58"/>
                  <a:gd name="T31" fmla="*/ 78 h 96"/>
                  <a:gd name="T32" fmla="*/ 17 w 58"/>
                  <a:gd name="T33" fmla="*/ 78 h 96"/>
                  <a:gd name="T34" fmla="*/ 26 w 58"/>
                  <a:gd name="T35" fmla="*/ 80 h 96"/>
                  <a:gd name="T36" fmla="*/ 20 w 58"/>
                  <a:gd name="T37" fmla="*/ 82 h 96"/>
                  <a:gd name="T38" fmla="*/ 13 w 58"/>
                  <a:gd name="T39" fmla="*/ 88 h 96"/>
                  <a:gd name="T40" fmla="*/ 7 w 58"/>
                  <a:gd name="T41" fmla="*/ 93 h 96"/>
                  <a:gd name="T42" fmla="*/ 12 w 58"/>
                  <a:gd name="T43" fmla="*/ 94 h 96"/>
                  <a:gd name="T44" fmla="*/ 17 w 58"/>
                  <a:gd name="T45" fmla="*/ 92 h 96"/>
                  <a:gd name="T46" fmla="*/ 22 w 58"/>
                  <a:gd name="T47" fmla="*/ 92 h 96"/>
                  <a:gd name="T48" fmla="*/ 27 w 58"/>
                  <a:gd name="T49" fmla="*/ 88 h 96"/>
                  <a:gd name="T50" fmla="*/ 34 w 58"/>
                  <a:gd name="T51" fmla="*/ 88 h 96"/>
                  <a:gd name="T52" fmla="*/ 43 w 58"/>
                  <a:gd name="T53" fmla="*/ 87 h 96"/>
                  <a:gd name="T54" fmla="*/ 52 w 58"/>
                  <a:gd name="T55" fmla="*/ 85 h 96"/>
                  <a:gd name="T56" fmla="*/ 57 w 58"/>
                  <a:gd name="T57" fmla="*/ 80 h 96"/>
                  <a:gd name="T58" fmla="*/ 52 w 58"/>
                  <a:gd name="T59" fmla="*/ 79 h 96"/>
                  <a:gd name="T60" fmla="*/ 56 w 58"/>
                  <a:gd name="T61" fmla="*/ 73 h 96"/>
                  <a:gd name="T62" fmla="*/ 51 w 58"/>
                  <a:gd name="T63" fmla="*/ 63 h 96"/>
                  <a:gd name="T64" fmla="*/ 48 w 58"/>
                  <a:gd name="T65" fmla="*/ 61 h 96"/>
                  <a:gd name="T66" fmla="*/ 44 w 58"/>
                  <a:gd name="T67" fmla="*/ 53 h 96"/>
                  <a:gd name="T68" fmla="*/ 37 w 58"/>
                  <a:gd name="T69" fmla="*/ 47 h 96"/>
                  <a:gd name="T70" fmla="*/ 33 w 58"/>
                  <a:gd name="T71" fmla="*/ 37 h 96"/>
                  <a:gd name="T72" fmla="*/ 24 w 58"/>
                  <a:gd name="T73" fmla="*/ 34 h 96"/>
                  <a:gd name="T74" fmla="*/ 28 w 58"/>
                  <a:gd name="T75" fmla="*/ 28 h 96"/>
                  <a:gd name="T76" fmla="*/ 31 w 58"/>
                  <a:gd name="T77" fmla="*/ 22 h 96"/>
                  <a:gd name="T78" fmla="*/ 25 w 58"/>
                  <a:gd name="T79" fmla="*/ 16 h 96"/>
                  <a:gd name="T80" fmla="*/ 19 w 58"/>
                  <a:gd name="T81" fmla="*/ 17 h 96"/>
                  <a:gd name="T82" fmla="*/ 25 w 58"/>
                  <a:gd name="T83" fmla="*/ 9 h 96"/>
                  <a:gd name="T84" fmla="*/ 24 w 58"/>
                  <a:gd name="T85" fmla="*/ 5 h 96"/>
                  <a:gd name="T86" fmla="*/ 23 w 58"/>
                  <a:gd name="T87" fmla="*/ 0 h 96"/>
                  <a:gd name="T88" fmla="*/ 21 w 58"/>
                  <a:gd name="T89" fmla="*/ 4 h 96"/>
                  <a:gd name="T90" fmla="*/ 17 w 58"/>
                  <a:gd name="T91" fmla="*/ 8 h 96"/>
                  <a:gd name="T92" fmla="*/ 11 w 58"/>
                  <a:gd name="T93" fmla="*/ 8 h 96"/>
                  <a:gd name="T94" fmla="*/ 9 w 58"/>
                  <a:gd name="T95" fmla="*/ 13 h 96"/>
                  <a:gd name="T96" fmla="*/ 8 w 58"/>
                  <a:gd name="T97" fmla="*/ 17 h 96"/>
                  <a:gd name="T98" fmla="*/ 6 w 58"/>
                  <a:gd name="T99" fmla="*/ 16 h 96"/>
                  <a:gd name="T100" fmla="*/ 4 w 58"/>
                  <a:gd name="T101" fmla="*/ 27 h 96"/>
                  <a:gd name="T102" fmla="*/ 6 w 58"/>
                  <a:gd name="T103" fmla="*/ 22 h 96"/>
                  <a:gd name="T104" fmla="*/ 10 w 58"/>
                  <a:gd name="T105" fmla="*/ 29 h 96"/>
                  <a:gd name="T106" fmla="*/ 6 w 58"/>
                  <a:gd name="T107" fmla="*/ 34 h 96"/>
                  <a:gd name="T108" fmla="*/ 7 w 58"/>
                  <a:gd name="T109" fmla="*/ 24 h 96"/>
                  <a:gd name="T110" fmla="*/ 6 w 58"/>
                  <a:gd name="T111" fmla="*/ 2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" h="96">
                    <a:moveTo>
                      <a:pt x="6" y="16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4" y="61"/>
                      <a:pt x="14" y="61"/>
                      <a:pt x="14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81"/>
                      <a:pt x="25" y="81"/>
                      <a:pt x="25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lnTo>
                      <a:pt x="6" y="16"/>
                    </a:lnTo>
                    <a:close/>
                    <a:moveTo>
                      <a:pt x="5" y="25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lnTo>
                      <a:pt x="5" y="25"/>
                    </a:lnTo>
                    <a:close/>
                    <a:moveTo>
                      <a:pt x="4" y="28"/>
                    </a:moveTo>
                    <a:cubicBezTo>
                      <a:pt x="4" y="27"/>
                      <a:pt x="4" y="27"/>
                      <a:pt x="4" y="27"/>
                    </a:cubicBezTo>
                    <a:cubicBezTo>
                      <a:pt x="5" y="27"/>
                      <a:pt x="5" y="27"/>
                      <a:pt x="5" y="27"/>
                    </a:cubicBezTo>
                    <a:lnTo>
                      <a:pt x="4" y="28"/>
                    </a:lnTo>
                    <a:close/>
                    <a:moveTo>
                      <a:pt x="11" y="36"/>
                    </a:move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lose/>
                    <a:moveTo>
                      <a:pt x="6" y="22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3"/>
                      <a:pt x="5" y="23"/>
                    </a:cubicBezTo>
                    <a:lnTo>
                      <a:pt x="6" y="22"/>
                    </a:lnTo>
                    <a:close/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29"/>
                      <a:pt x="9" y="29"/>
                      <a:pt x="9" y="29"/>
                    </a:cubicBezTo>
                    <a:close/>
                    <a:moveTo>
                      <a:pt x="9" y="30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2"/>
                      <a:pt x="7" y="32"/>
                      <a:pt x="7" y="32"/>
                    </a:cubicBezTo>
                    <a:lnTo>
                      <a:pt x="9" y="30"/>
                    </a:lnTo>
                    <a:close/>
                    <a:moveTo>
                      <a:pt x="7" y="24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lose/>
                    <a:moveTo>
                      <a:pt x="7" y="24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lnTo>
                      <a:pt x="7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5" name="Freeform 6324">
                <a:extLst>
                  <a:ext uri="{FF2B5EF4-FFF2-40B4-BE49-F238E27FC236}">
                    <a16:creationId xmlns:a16="http://schemas.microsoft.com/office/drawing/2014/main" id="{3DA679B3-5D3A-4965-85F2-51019E1DE90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532" y="1909"/>
                <a:ext cx="15" cy="28"/>
              </a:xfrm>
              <a:custGeom>
                <a:avLst/>
                <a:gdLst>
                  <a:gd name="T0" fmla="*/ 0 w 8"/>
                  <a:gd name="T1" fmla="*/ 8 h 15"/>
                  <a:gd name="T2" fmla="*/ 1 w 8"/>
                  <a:gd name="T3" fmla="*/ 10 h 15"/>
                  <a:gd name="T4" fmla="*/ 3 w 8"/>
                  <a:gd name="T5" fmla="*/ 10 h 15"/>
                  <a:gd name="T6" fmla="*/ 3 w 8"/>
                  <a:gd name="T7" fmla="*/ 11 h 15"/>
                  <a:gd name="T8" fmla="*/ 1 w 8"/>
                  <a:gd name="T9" fmla="*/ 15 h 15"/>
                  <a:gd name="T10" fmla="*/ 5 w 8"/>
                  <a:gd name="T11" fmla="*/ 12 h 15"/>
                  <a:gd name="T12" fmla="*/ 5 w 8"/>
                  <a:gd name="T13" fmla="*/ 12 h 15"/>
                  <a:gd name="T14" fmla="*/ 5 w 8"/>
                  <a:gd name="T15" fmla="*/ 12 h 15"/>
                  <a:gd name="T16" fmla="*/ 5 w 8"/>
                  <a:gd name="T17" fmla="*/ 10 h 15"/>
                  <a:gd name="T18" fmla="*/ 6 w 8"/>
                  <a:gd name="T19" fmla="*/ 9 h 15"/>
                  <a:gd name="T20" fmla="*/ 5 w 8"/>
                  <a:gd name="T21" fmla="*/ 8 h 15"/>
                  <a:gd name="T22" fmla="*/ 6 w 8"/>
                  <a:gd name="T23" fmla="*/ 7 h 15"/>
                  <a:gd name="T24" fmla="*/ 5 w 8"/>
                  <a:gd name="T25" fmla="*/ 7 h 15"/>
                  <a:gd name="T26" fmla="*/ 6 w 8"/>
                  <a:gd name="T27" fmla="*/ 6 h 15"/>
                  <a:gd name="T28" fmla="*/ 6 w 8"/>
                  <a:gd name="T29" fmla="*/ 4 h 15"/>
                  <a:gd name="T30" fmla="*/ 6 w 8"/>
                  <a:gd name="T31" fmla="*/ 5 h 15"/>
                  <a:gd name="T32" fmla="*/ 8 w 8"/>
                  <a:gd name="T33" fmla="*/ 0 h 15"/>
                  <a:gd name="T34" fmla="*/ 5 w 8"/>
                  <a:gd name="T35" fmla="*/ 3 h 15"/>
                  <a:gd name="T36" fmla="*/ 5 w 8"/>
                  <a:gd name="T37" fmla="*/ 3 h 15"/>
                  <a:gd name="T38" fmla="*/ 4 w 8"/>
                  <a:gd name="T39" fmla="*/ 3 h 15"/>
                  <a:gd name="T40" fmla="*/ 4 w 8"/>
                  <a:gd name="T41" fmla="*/ 4 h 15"/>
                  <a:gd name="T42" fmla="*/ 3 w 8"/>
                  <a:gd name="T43" fmla="*/ 5 h 15"/>
                  <a:gd name="T44" fmla="*/ 2 w 8"/>
                  <a:gd name="T45" fmla="*/ 5 h 15"/>
                  <a:gd name="T46" fmla="*/ 1 w 8"/>
                  <a:gd name="T47" fmla="*/ 7 h 15"/>
                  <a:gd name="T48" fmla="*/ 1 w 8"/>
                  <a:gd name="T49" fmla="*/ 7 h 15"/>
                  <a:gd name="T50" fmla="*/ 2 w 8"/>
                  <a:gd name="T51" fmla="*/ 8 h 15"/>
                  <a:gd name="T52" fmla="*/ 2 w 8"/>
                  <a:gd name="T53" fmla="*/ 8 h 15"/>
                  <a:gd name="T54" fmla="*/ 0 w 8"/>
                  <a:gd name="T55" fmla="*/ 8 h 15"/>
                  <a:gd name="T56" fmla="*/ 4 w 8"/>
                  <a:gd name="T57" fmla="*/ 6 h 15"/>
                  <a:gd name="T58" fmla="*/ 4 w 8"/>
                  <a:gd name="T59" fmla="*/ 6 h 15"/>
                  <a:gd name="T60" fmla="*/ 4 w 8"/>
                  <a:gd name="T6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" h="15">
                    <a:moveTo>
                      <a:pt x="0" y="8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0" y="8"/>
                    </a:ln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6" name="Freeform 6325">
                <a:extLst>
                  <a:ext uri="{FF2B5EF4-FFF2-40B4-BE49-F238E27FC236}">
                    <a16:creationId xmlns:a16="http://schemas.microsoft.com/office/drawing/2014/main" id="{52209098-A6E2-4155-AF83-08D96D1CE9C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95" y="2040"/>
                <a:ext cx="9" cy="11"/>
              </a:xfrm>
              <a:custGeom>
                <a:avLst/>
                <a:gdLst>
                  <a:gd name="T0" fmla="*/ 2 w 9"/>
                  <a:gd name="T1" fmla="*/ 5 h 11"/>
                  <a:gd name="T2" fmla="*/ 0 w 9"/>
                  <a:gd name="T3" fmla="*/ 11 h 11"/>
                  <a:gd name="T4" fmla="*/ 4 w 9"/>
                  <a:gd name="T5" fmla="*/ 11 h 11"/>
                  <a:gd name="T6" fmla="*/ 7 w 9"/>
                  <a:gd name="T7" fmla="*/ 7 h 11"/>
                  <a:gd name="T8" fmla="*/ 7 w 9"/>
                  <a:gd name="T9" fmla="*/ 5 h 11"/>
                  <a:gd name="T10" fmla="*/ 9 w 9"/>
                  <a:gd name="T11" fmla="*/ 0 h 11"/>
                  <a:gd name="T12" fmla="*/ 2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2" y="5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7" name="Freeform 6326">
                <a:extLst>
                  <a:ext uri="{FF2B5EF4-FFF2-40B4-BE49-F238E27FC236}">
                    <a16:creationId xmlns:a16="http://schemas.microsoft.com/office/drawing/2014/main" id="{1A6720A2-A8B0-4968-8F45-8895CEAB66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5" y="1963"/>
                <a:ext cx="19" cy="34"/>
              </a:xfrm>
              <a:custGeom>
                <a:avLst/>
                <a:gdLst>
                  <a:gd name="T0" fmla="*/ 0 w 19"/>
                  <a:gd name="T1" fmla="*/ 34 h 34"/>
                  <a:gd name="T2" fmla="*/ 4 w 19"/>
                  <a:gd name="T3" fmla="*/ 32 h 34"/>
                  <a:gd name="T4" fmla="*/ 4 w 19"/>
                  <a:gd name="T5" fmla="*/ 30 h 34"/>
                  <a:gd name="T6" fmla="*/ 6 w 19"/>
                  <a:gd name="T7" fmla="*/ 30 h 34"/>
                  <a:gd name="T8" fmla="*/ 6 w 19"/>
                  <a:gd name="T9" fmla="*/ 27 h 34"/>
                  <a:gd name="T10" fmla="*/ 6 w 19"/>
                  <a:gd name="T11" fmla="*/ 27 h 34"/>
                  <a:gd name="T12" fmla="*/ 6 w 19"/>
                  <a:gd name="T13" fmla="*/ 25 h 34"/>
                  <a:gd name="T14" fmla="*/ 8 w 19"/>
                  <a:gd name="T15" fmla="*/ 21 h 34"/>
                  <a:gd name="T16" fmla="*/ 8 w 19"/>
                  <a:gd name="T17" fmla="*/ 21 h 34"/>
                  <a:gd name="T18" fmla="*/ 8 w 19"/>
                  <a:gd name="T19" fmla="*/ 17 h 34"/>
                  <a:gd name="T20" fmla="*/ 8 w 19"/>
                  <a:gd name="T21" fmla="*/ 19 h 34"/>
                  <a:gd name="T22" fmla="*/ 13 w 19"/>
                  <a:gd name="T23" fmla="*/ 15 h 34"/>
                  <a:gd name="T24" fmla="*/ 13 w 19"/>
                  <a:gd name="T25" fmla="*/ 15 h 34"/>
                  <a:gd name="T26" fmla="*/ 17 w 19"/>
                  <a:gd name="T27" fmla="*/ 12 h 34"/>
                  <a:gd name="T28" fmla="*/ 15 w 19"/>
                  <a:gd name="T29" fmla="*/ 10 h 34"/>
                  <a:gd name="T30" fmla="*/ 15 w 19"/>
                  <a:gd name="T31" fmla="*/ 10 h 34"/>
                  <a:gd name="T32" fmla="*/ 19 w 19"/>
                  <a:gd name="T33" fmla="*/ 6 h 34"/>
                  <a:gd name="T34" fmla="*/ 17 w 19"/>
                  <a:gd name="T35" fmla="*/ 0 h 34"/>
                  <a:gd name="T36" fmla="*/ 10 w 19"/>
                  <a:gd name="T37" fmla="*/ 6 h 34"/>
                  <a:gd name="T38" fmla="*/ 10 w 19"/>
                  <a:gd name="T39" fmla="*/ 8 h 34"/>
                  <a:gd name="T40" fmla="*/ 8 w 19"/>
                  <a:gd name="T41" fmla="*/ 6 h 34"/>
                  <a:gd name="T42" fmla="*/ 6 w 19"/>
                  <a:gd name="T43" fmla="*/ 10 h 34"/>
                  <a:gd name="T44" fmla="*/ 6 w 19"/>
                  <a:gd name="T45" fmla="*/ 12 h 34"/>
                  <a:gd name="T46" fmla="*/ 6 w 19"/>
                  <a:gd name="T47" fmla="*/ 12 h 34"/>
                  <a:gd name="T48" fmla="*/ 8 w 19"/>
                  <a:gd name="T49" fmla="*/ 14 h 34"/>
                  <a:gd name="T50" fmla="*/ 8 w 19"/>
                  <a:gd name="T51" fmla="*/ 15 h 34"/>
                  <a:gd name="T52" fmla="*/ 4 w 19"/>
                  <a:gd name="T53" fmla="*/ 15 h 34"/>
                  <a:gd name="T54" fmla="*/ 8 w 19"/>
                  <a:gd name="T55" fmla="*/ 17 h 34"/>
                  <a:gd name="T56" fmla="*/ 2 w 19"/>
                  <a:gd name="T57" fmla="*/ 17 h 34"/>
                  <a:gd name="T58" fmla="*/ 0 w 19"/>
                  <a:gd name="T59" fmla="*/ 19 h 34"/>
                  <a:gd name="T60" fmla="*/ 2 w 19"/>
                  <a:gd name="T61" fmla="*/ 21 h 34"/>
                  <a:gd name="T62" fmla="*/ 2 w 19"/>
                  <a:gd name="T63" fmla="*/ 21 h 34"/>
                  <a:gd name="T64" fmla="*/ 2 w 19"/>
                  <a:gd name="T65" fmla="*/ 23 h 34"/>
                  <a:gd name="T66" fmla="*/ 2 w 19"/>
                  <a:gd name="T67" fmla="*/ 23 h 34"/>
                  <a:gd name="T68" fmla="*/ 2 w 19"/>
                  <a:gd name="T69" fmla="*/ 25 h 34"/>
                  <a:gd name="T70" fmla="*/ 2 w 19"/>
                  <a:gd name="T71" fmla="*/ 27 h 34"/>
                  <a:gd name="T72" fmla="*/ 2 w 19"/>
                  <a:gd name="T73" fmla="*/ 28 h 34"/>
                  <a:gd name="T74" fmla="*/ 0 w 19"/>
                  <a:gd name="T75" fmla="*/ 30 h 34"/>
                  <a:gd name="T76" fmla="*/ 0 w 19"/>
                  <a:gd name="T7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4">
                    <a:moveTo>
                      <a:pt x="0" y="34"/>
                    </a:moveTo>
                    <a:lnTo>
                      <a:pt x="4" y="32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7" y="12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9" y="6"/>
                    </a:lnTo>
                    <a:lnTo>
                      <a:pt x="17" y="0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8" y="17"/>
                    </a:lnTo>
                    <a:lnTo>
                      <a:pt x="2" y="17"/>
                    </a:lnTo>
                    <a:lnTo>
                      <a:pt x="0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3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8" name="Freeform 6327">
                <a:extLst>
                  <a:ext uri="{FF2B5EF4-FFF2-40B4-BE49-F238E27FC236}">
                    <a16:creationId xmlns:a16="http://schemas.microsoft.com/office/drawing/2014/main" id="{B3B7794D-3CD1-4E63-8E42-1D1D202C6D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63" y="2239"/>
                <a:ext cx="16" cy="30"/>
              </a:xfrm>
              <a:custGeom>
                <a:avLst/>
                <a:gdLst>
                  <a:gd name="T0" fmla="*/ 0 w 16"/>
                  <a:gd name="T1" fmla="*/ 19 h 30"/>
                  <a:gd name="T2" fmla="*/ 1 w 16"/>
                  <a:gd name="T3" fmla="*/ 19 h 30"/>
                  <a:gd name="T4" fmla="*/ 0 w 16"/>
                  <a:gd name="T5" fmla="*/ 19 h 30"/>
                  <a:gd name="T6" fmla="*/ 1 w 16"/>
                  <a:gd name="T7" fmla="*/ 23 h 30"/>
                  <a:gd name="T8" fmla="*/ 3 w 16"/>
                  <a:gd name="T9" fmla="*/ 23 h 30"/>
                  <a:gd name="T10" fmla="*/ 3 w 16"/>
                  <a:gd name="T11" fmla="*/ 26 h 30"/>
                  <a:gd name="T12" fmla="*/ 3 w 16"/>
                  <a:gd name="T13" fmla="*/ 26 h 30"/>
                  <a:gd name="T14" fmla="*/ 3 w 16"/>
                  <a:gd name="T15" fmla="*/ 26 h 30"/>
                  <a:gd name="T16" fmla="*/ 3 w 16"/>
                  <a:gd name="T17" fmla="*/ 28 h 30"/>
                  <a:gd name="T18" fmla="*/ 9 w 16"/>
                  <a:gd name="T19" fmla="*/ 30 h 30"/>
                  <a:gd name="T20" fmla="*/ 13 w 16"/>
                  <a:gd name="T21" fmla="*/ 30 h 30"/>
                  <a:gd name="T22" fmla="*/ 14 w 16"/>
                  <a:gd name="T23" fmla="*/ 25 h 30"/>
                  <a:gd name="T24" fmla="*/ 14 w 16"/>
                  <a:gd name="T25" fmla="*/ 21 h 30"/>
                  <a:gd name="T26" fmla="*/ 16 w 16"/>
                  <a:gd name="T27" fmla="*/ 15 h 30"/>
                  <a:gd name="T28" fmla="*/ 14 w 16"/>
                  <a:gd name="T29" fmla="*/ 10 h 30"/>
                  <a:gd name="T30" fmla="*/ 14 w 16"/>
                  <a:gd name="T31" fmla="*/ 6 h 30"/>
                  <a:gd name="T32" fmla="*/ 13 w 16"/>
                  <a:gd name="T33" fmla="*/ 0 h 30"/>
                  <a:gd name="T34" fmla="*/ 11 w 16"/>
                  <a:gd name="T35" fmla="*/ 0 h 30"/>
                  <a:gd name="T36" fmla="*/ 9 w 16"/>
                  <a:gd name="T37" fmla="*/ 4 h 30"/>
                  <a:gd name="T38" fmla="*/ 11 w 16"/>
                  <a:gd name="T39" fmla="*/ 6 h 30"/>
                  <a:gd name="T40" fmla="*/ 11 w 16"/>
                  <a:gd name="T41" fmla="*/ 8 h 30"/>
                  <a:gd name="T42" fmla="*/ 9 w 16"/>
                  <a:gd name="T43" fmla="*/ 6 h 30"/>
                  <a:gd name="T44" fmla="*/ 7 w 16"/>
                  <a:gd name="T45" fmla="*/ 8 h 30"/>
                  <a:gd name="T46" fmla="*/ 1 w 16"/>
                  <a:gd name="T47" fmla="*/ 10 h 30"/>
                  <a:gd name="T48" fmla="*/ 0 w 16"/>
                  <a:gd name="T49" fmla="*/ 13 h 30"/>
                  <a:gd name="T50" fmla="*/ 1 w 16"/>
                  <a:gd name="T51" fmla="*/ 15 h 30"/>
                  <a:gd name="T52" fmla="*/ 0 w 16"/>
                  <a:gd name="T53" fmla="*/ 15 h 30"/>
                  <a:gd name="T54" fmla="*/ 0 w 16"/>
                  <a:gd name="T55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30">
                    <a:moveTo>
                      <a:pt x="0" y="19"/>
                    </a:moveTo>
                    <a:lnTo>
                      <a:pt x="1" y="19"/>
                    </a:lnTo>
                    <a:lnTo>
                      <a:pt x="0" y="19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9" name="Freeform 6328">
                <a:extLst>
                  <a:ext uri="{FF2B5EF4-FFF2-40B4-BE49-F238E27FC236}">
                    <a16:creationId xmlns:a16="http://schemas.microsoft.com/office/drawing/2014/main" id="{597970E0-03D4-4D82-8643-1A135F28AB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43" y="2357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0 h 7"/>
                  <a:gd name="T4" fmla="*/ 1 w 7"/>
                  <a:gd name="T5" fmla="*/ 0 h 7"/>
                  <a:gd name="T6" fmla="*/ 0 w 7"/>
                  <a:gd name="T7" fmla="*/ 4 h 7"/>
                  <a:gd name="T8" fmla="*/ 5 w 7"/>
                  <a:gd name="T9" fmla="*/ 7 h 7"/>
                  <a:gd name="T10" fmla="*/ 7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5" y="7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0" name="Freeform 6329">
                <a:extLst>
                  <a:ext uri="{FF2B5EF4-FFF2-40B4-BE49-F238E27FC236}">
                    <a16:creationId xmlns:a16="http://schemas.microsoft.com/office/drawing/2014/main" id="{CF66BBF8-029A-4FF1-B926-B3EB63E1E1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59" y="2269"/>
                <a:ext cx="22" cy="43"/>
              </a:xfrm>
              <a:custGeom>
                <a:avLst/>
                <a:gdLst>
                  <a:gd name="T0" fmla="*/ 0 w 22"/>
                  <a:gd name="T1" fmla="*/ 10 h 43"/>
                  <a:gd name="T2" fmla="*/ 0 w 22"/>
                  <a:gd name="T3" fmla="*/ 13 h 43"/>
                  <a:gd name="T4" fmla="*/ 2 w 22"/>
                  <a:gd name="T5" fmla="*/ 15 h 43"/>
                  <a:gd name="T6" fmla="*/ 2 w 22"/>
                  <a:gd name="T7" fmla="*/ 17 h 43"/>
                  <a:gd name="T8" fmla="*/ 4 w 22"/>
                  <a:gd name="T9" fmla="*/ 19 h 43"/>
                  <a:gd name="T10" fmla="*/ 4 w 22"/>
                  <a:gd name="T11" fmla="*/ 21 h 43"/>
                  <a:gd name="T12" fmla="*/ 2 w 22"/>
                  <a:gd name="T13" fmla="*/ 23 h 43"/>
                  <a:gd name="T14" fmla="*/ 4 w 22"/>
                  <a:gd name="T15" fmla="*/ 26 h 43"/>
                  <a:gd name="T16" fmla="*/ 5 w 22"/>
                  <a:gd name="T17" fmla="*/ 26 h 43"/>
                  <a:gd name="T18" fmla="*/ 4 w 22"/>
                  <a:gd name="T19" fmla="*/ 26 h 43"/>
                  <a:gd name="T20" fmla="*/ 4 w 22"/>
                  <a:gd name="T21" fmla="*/ 34 h 43"/>
                  <a:gd name="T22" fmla="*/ 4 w 22"/>
                  <a:gd name="T23" fmla="*/ 36 h 43"/>
                  <a:gd name="T24" fmla="*/ 5 w 22"/>
                  <a:gd name="T25" fmla="*/ 41 h 43"/>
                  <a:gd name="T26" fmla="*/ 9 w 22"/>
                  <a:gd name="T27" fmla="*/ 43 h 43"/>
                  <a:gd name="T28" fmla="*/ 9 w 22"/>
                  <a:gd name="T29" fmla="*/ 43 h 43"/>
                  <a:gd name="T30" fmla="*/ 11 w 22"/>
                  <a:gd name="T31" fmla="*/ 43 h 43"/>
                  <a:gd name="T32" fmla="*/ 15 w 22"/>
                  <a:gd name="T33" fmla="*/ 41 h 43"/>
                  <a:gd name="T34" fmla="*/ 15 w 22"/>
                  <a:gd name="T35" fmla="*/ 39 h 43"/>
                  <a:gd name="T36" fmla="*/ 15 w 22"/>
                  <a:gd name="T37" fmla="*/ 37 h 43"/>
                  <a:gd name="T38" fmla="*/ 17 w 22"/>
                  <a:gd name="T39" fmla="*/ 37 h 43"/>
                  <a:gd name="T40" fmla="*/ 18 w 22"/>
                  <a:gd name="T41" fmla="*/ 39 h 43"/>
                  <a:gd name="T42" fmla="*/ 20 w 22"/>
                  <a:gd name="T43" fmla="*/ 39 h 43"/>
                  <a:gd name="T44" fmla="*/ 22 w 22"/>
                  <a:gd name="T45" fmla="*/ 37 h 43"/>
                  <a:gd name="T46" fmla="*/ 22 w 22"/>
                  <a:gd name="T47" fmla="*/ 32 h 43"/>
                  <a:gd name="T48" fmla="*/ 22 w 22"/>
                  <a:gd name="T49" fmla="*/ 30 h 43"/>
                  <a:gd name="T50" fmla="*/ 22 w 22"/>
                  <a:gd name="T51" fmla="*/ 24 h 43"/>
                  <a:gd name="T52" fmla="*/ 22 w 22"/>
                  <a:gd name="T53" fmla="*/ 19 h 43"/>
                  <a:gd name="T54" fmla="*/ 20 w 22"/>
                  <a:gd name="T55" fmla="*/ 17 h 43"/>
                  <a:gd name="T56" fmla="*/ 22 w 22"/>
                  <a:gd name="T57" fmla="*/ 15 h 43"/>
                  <a:gd name="T58" fmla="*/ 22 w 22"/>
                  <a:gd name="T59" fmla="*/ 13 h 43"/>
                  <a:gd name="T60" fmla="*/ 22 w 22"/>
                  <a:gd name="T61" fmla="*/ 10 h 43"/>
                  <a:gd name="T62" fmla="*/ 20 w 22"/>
                  <a:gd name="T63" fmla="*/ 6 h 43"/>
                  <a:gd name="T64" fmla="*/ 17 w 22"/>
                  <a:gd name="T65" fmla="*/ 2 h 43"/>
                  <a:gd name="T66" fmla="*/ 17 w 22"/>
                  <a:gd name="T67" fmla="*/ 4 h 43"/>
                  <a:gd name="T68" fmla="*/ 15 w 22"/>
                  <a:gd name="T69" fmla="*/ 2 h 43"/>
                  <a:gd name="T70" fmla="*/ 11 w 22"/>
                  <a:gd name="T71" fmla="*/ 2 h 43"/>
                  <a:gd name="T72" fmla="*/ 5 w 22"/>
                  <a:gd name="T73" fmla="*/ 8 h 43"/>
                  <a:gd name="T74" fmla="*/ 5 w 22"/>
                  <a:gd name="T75" fmla="*/ 8 h 43"/>
                  <a:gd name="T76" fmla="*/ 2 w 22"/>
                  <a:gd name="T77" fmla="*/ 6 h 43"/>
                  <a:gd name="T78" fmla="*/ 4 w 22"/>
                  <a:gd name="T79" fmla="*/ 6 h 43"/>
                  <a:gd name="T80" fmla="*/ 4 w 22"/>
                  <a:gd name="T81" fmla="*/ 4 h 43"/>
                  <a:gd name="T82" fmla="*/ 5 w 22"/>
                  <a:gd name="T83" fmla="*/ 2 h 43"/>
                  <a:gd name="T84" fmla="*/ 2 w 22"/>
                  <a:gd name="T85" fmla="*/ 0 h 43"/>
                  <a:gd name="T86" fmla="*/ 2 w 22"/>
                  <a:gd name="T87" fmla="*/ 2 h 43"/>
                  <a:gd name="T88" fmla="*/ 0 w 22"/>
                  <a:gd name="T89" fmla="*/ 4 h 43"/>
                  <a:gd name="T90" fmla="*/ 0 w 22"/>
                  <a:gd name="T91" fmla="*/ 6 h 43"/>
                  <a:gd name="T92" fmla="*/ 0 w 22"/>
                  <a:gd name="T93" fmla="*/ 6 h 43"/>
                  <a:gd name="T94" fmla="*/ 0 w 22"/>
                  <a:gd name="T95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43">
                    <a:moveTo>
                      <a:pt x="0" y="10"/>
                    </a:moveTo>
                    <a:lnTo>
                      <a:pt x="0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2" y="23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4" y="26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5" y="41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5" y="41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17" y="37"/>
                    </a:lnTo>
                    <a:lnTo>
                      <a:pt x="18" y="39"/>
                    </a:lnTo>
                    <a:lnTo>
                      <a:pt x="20" y="39"/>
                    </a:lnTo>
                    <a:lnTo>
                      <a:pt x="22" y="37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24"/>
                    </a:lnTo>
                    <a:lnTo>
                      <a:pt x="22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1" name="Freeform 6330">
                <a:extLst>
                  <a:ext uri="{FF2B5EF4-FFF2-40B4-BE49-F238E27FC236}">
                    <a16:creationId xmlns:a16="http://schemas.microsoft.com/office/drawing/2014/main" id="{4B050053-71F1-4767-BE78-B4DAE7B5E9D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2241"/>
                <a:ext cx="9" cy="8"/>
              </a:xfrm>
              <a:custGeom>
                <a:avLst/>
                <a:gdLst>
                  <a:gd name="T0" fmla="*/ 8 w 9"/>
                  <a:gd name="T1" fmla="*/ 6 h 8"/>
                  <a:gd name="T2" fmla="*/ 9 w 9"/>
                  <a:gd name="T3" fmla="*/ 6 h 8"/>
                  <a:gd name="T4" fmla="*/ 9 w 9"/>
                  <a:gd name="T5" fmla="*/ 4 h 8"/>
                  <a:gd name="T6" fmla="*/ 8 w 9"/>
                  <a:gd name="T7" fmla="*/ 0 h 8"/>
                  <a:gd name="T8" fmla="*/ 6 w 9"/>
                  <a:gd name="T9" fmla="*/ 2 h 8"/>
                  <a:gd name="T10" fmla="*/ 4 w 9"/>
                  <a:gd name="T11" fmla="*/ 2 h 8"/>
                  <a:gd name="T12" fmla="*/ 0 w 9"/>
                  <a:gd name="T13" fmla="*/ 6 h 8"/>
                  <a:gd name="T14" fmla="*/ 4 w 9"/>
                  <a:gd name="T15" fmla="*/ 8 h 8"/>
                  <a:gd name="T16" fmla="*/ 8 w 9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2" name="Freeform 6331">
                <a:extLst>
                  <a:ext uri="{FF2B5EF4-FFF2-40B4-BE49-F238E27FC236}">
                    <a16:creationId xmlns:a16="http://schemas.microsoft.com/office/drawing/2014/main" id="{4B1EAF3A-D21F-44D6-9F3F-4A61B91BA2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92" y="2251"/>
                <a:ext cx="8" cy="5"/>
              </a:xfrm>
              <a:custGeom>
                <a:avLst/>
                <a:gdLst>
                  <a:gd name="T0" fmla="*/ 6 w 8"/>
                  <a:gd name="T1" fmla="*/ 0 h 5"/>
                  <a:gd name="T2" fmla="*/ 0 w 8"/>
                  <a:gd name="T3" fmla="*/ 1 h 5"/>
                  <a:gd name="T4" fmla="*/ 8 w 8"/>
                  <a:gd name="T5" fmla="*/ 5 h 5"/>
                  <a:gd name="T6" fmla="*/ 6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lnTo>
                      <a:pt x="0" y="1"/>
                    </a:lnTo>
                    <a:lnTo>
                      <a:pt x="8" y="5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3" name="Freeform 6332">
                <a:extLst>
                  <a:ext uri="{FF2B5EF4-FFF2-40B4-BE49-F238E27FC236}">
                    <a16:creationId xmlns:a16="http://schemas.microsoft.com/office/drawing/2014/main" id="{E02978F2-642C-4239-82B2-51E6E4BEA9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75" y="2306"/>
                <a:ext cx="7" cy="8"/>
              </a:xfrm>
              <a:custGeom>
                <a:avLst/>
                <a:gdLst>
                  <a:gd name="T0" fmla="*/ 6 w 7"/>
                  <a:gd name="T1" fmla="*/ 6 h 8"/>
                  <a:gd name="T2" fmla="*/ 7 w 7"/>
                  <a:gd name="T3" fmla="*/ 2 h 8"/>
                  <a:gd name="T4" fmla="*/ 6 w 7"/>
                  <a:gd name="T5" fmla="*/ 0 h 8"/>
                  <a:gd name="T6" fmla="*/ 0 w 7"/>
                  <a:gd name="T7" fmla="*/ 2 h 8"/>
                  <a:gd name="T8" fmla="*/ 0 w 7"/>
                  <a:gd name="T9" fmla="*/ 6 h 8"/>
                  <a:gd name="T10" fmla="*/ 2 w 7"/>
                  <a:gd name="T11" fmla="*/ 8 h 8"/>
                  <a:gd name="T12" fmla="*/ 6 w 7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lnTo>
                      <a:pt x="7" y="2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4" name="Freeform 6333">
                <a:extLst>
                  <a:ext uri="{FF2B5EF4-FFF2-40B4-BE49-F238E27FC236}">
                    <a16:creationId xmlns:a16="http://schemas.microsoft.com/office/drawing/2014/main" id="{84A8B260-6D3B-4A6F-87F9-58321C23E2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01" y="2292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3 h 5"/>
                  <a:gd name="T4" fmla="*/ 6 w 9"/>
                  <a:gd name="T5" fmla="*/ 0 h 5"/>
                  <a:gd name="T6" fmla="*/ 2 w 9"/>
                  <a:gd name="T7" fmla="*/ 0 h 5"/>
                  <a:gd name="T8" fmla="*/ 0 w 9"/>
                  <a:gd name="T9" fmla="*/ 3 h 5"/>
                  <a:gd name="T10" fmla="*/ 6 w 9"/>
                  <a:gd name="T11" fmla="*/ 3 h 5"/>
                  <a:gd name="T12" fmla="*/ 9 w 9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5" name="Freeform 6334">
                <a:extLst>
                  <a:ext uri="{FF2B5EF4-FFF2-40B4-BE49-F238E27FC236}">
                    <a16:creationId xmlns:a16="http://schemas.microsoft.com/office/drawing/2014/main" id="{DB4DAB7E-4C40-4644-BF73-11B1A5194B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88" y="2295"/>
                <a:ext cx="13" cy="11"/>
              </a:xfrm>
              <a:custGeom>
                <a:avLst/>
                <a:gdLst>
                  <a:gd name="T0" fmla="*/ 4 w 13"/>
                  <a:gd name="T1" fmla="*/ 0 h 11"/>
                  <a:gd name="T2" fmla="*/ 2 w 13"/>
                  <a:gd name="T3" fmla="*/ 2 h 11"/>
                  <a:gd name="T4" fmla="*/ 0 w 13"/>
                  <a:gd name="T5" fmla="*/ 6 h 11"/>
                  <a:gd name="T6" fmla="*/ 4 w 13"/>
                  <a:gd name="T7" fmla="*/ 8 h 11"/>
                  <a:gd name="T8" fmla="*/ 8 w 13"/>
                  <a:gd name="T9" fmla="*/ 11 h 11"/>
                  <a:gd name="T10" fmla="*/ 9 w 13"/>
                  <a:gd name="T11" fmla="*/ 6 h 11"/>
                  <a:gd name="T12" fmla="*/ 13 w 13"/>
                  <a:gd name="T13" fmla="*/ 2 h 11"/>
                  <a:gd name="T14" fmla="*/ 8 w 13"/>
                  <a:gd name="T15" fmla="*/ 0 h 11"/>
                  <a:gd name="T16" fmla="*/ 4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11"/>
                    </a:lnTo>
                    <a:lnTo>
                      <a:pt x="9" y="6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6" name="Freeform 6335">
                <a:extLst>
                  <a:ext uri="{FF2B5EF4-FFF2-40B4-BE49-F238E27FC236}">
                    <a16:creationId xmlns:a16="http://schemas.microsoft.com/office/drawing/2014/main" id="{0003ED77-7B70-4CD1-BFB2-CDF005C8DB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3" y="2346"/>
                <a:ext cx="7" cy="5"/>
              </a:xfrm>
              <a:custGeom>
                <a:avLst/>
                <a:gdLst>
                  <a:gd name="T0" fmla="*/ 2 w 4"/>
                  <a:gd name="T1" fmla="*/ 2 h 3"/>
                  <a:gd name="T2" fmla="*/ 2 w 4"/>
                  <a:gd name="T3" fmla="*/ 2 h 3"/>
                  <a:gd name="T4" fmla="*/ 3 w 4"/>
                  <a:gd name="T5" fmla="*/ 2 h 3"/>
                  <a:gd name="T6" fmla="*/ 4 w 4"/>
                  <a:gd name="T7" fmla="*/ 0 h 3"/>
                  <a:gd name="T8" fmla="*/ 2 w 4"/>
                  <a:gd name="T9" fmla="*/ 0 h 3"/>
                  <a:gd name="T10" fmla="*/ 1 w 4"/>
                  <a:gd name="T11" fmla="*/ 0 h 3"/>
                  <a:gd name="T12" fmla="*/ 0 w 4"/>
                  <a:gd name="T13" fmla="*/ 1 h 3"/>
                  <a:gd name="T14" fmla="*/ 2 w 4"/>
                  <a:gd name="T15" fmla="*/ 3 h 3"/>
                  <a:gd name="T16" fmla="*/ 2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7" name="Freeform 6336">
                <a:extLst>
                  <a:ext uri="{FF2B5EF4-FFF2-40B4-BE49-F238E27FC236}">
                    <a16:creationId xmlns:a16="http://schemas.microsoft.com/office/drawing/2014/main" id="{EA86D95B-07DD-4E87-B611-00FDAD51B6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4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3 w 7"/>
                  <a:gd name="T3" fmla="*/ 3 h 3"/>
                  <a:gd name="T4" fmla="*/ 5 w 7"/>
                  <a:gd name="T5" fmla="*/ 3 h 3"/>
                  <a:gd name="T6" fmla="*/ 7 w 7"/>
                  <a:gd name="T7" fmla="*/ 0 h 3"/>
                  <a:gd name="T8" fmla="*/ 3 w 7"/>
                  <a:gd name="T9" fmla="*/ 0 h 3"/>
                  <a:gd name="T10" fmla="*/ 0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8" name="Freeform 6337">
                <a:extLst>
                  <a:ext uri="{FF2B5EF4-FFF2-40B4-BE49-F238E27FC236}">
                    <a16:creationId xmlns:a16="http://schemas.microsoft.com/office/drawing/2014/main" id="{74F2E884-2B2B-4A67-9926-B5BCE628E0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31"/>
                <a:ext cx="5" cy="11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3 h 6"/>
                  <a:gd name="T6" fmla="*/ 1 w 3"/>
                  <a:gd name="T7" fmla="*/ 2 h 6"/>
                  <a:gd name="T8" fmla="*/ 1 w 3"/>
                  <a:gd name="T9" fmla="*/ 4 h 6"/>
                  <a:gd name="T10" fmla="*/ 2 w 3"/>
                  <a:gd name="T11" fmla="*/ 4 h 6"/>
                  <a:gd name="T12" fmla="*/ 2 w 3"/>
                  <a:gd name="T13" fmla="*/ 4 h 6"/>
                  <a:gd name="T14" fmla="*/ 1 w 3"/>
                  <a:gd name="T15" fmla="*/ 5 h 6"/>
                  <a:gd name="T16" fmla="*/ 3 w 3"/>
                  <a:gd name="T17" fmla="*/ 6 h 6"/>
                  <a:gd name="T18" fmla="*/ 3 w 3"/>
                  <a:gd name="T19" fmla="*/ 3 h 6"/>
                  <a:gd name="T20" fmla="*/ 3 w 3"/>
                  <a:gd name="T21" fmla="*/ 3 h 6"/>
                  <a:gd name="T22" fmla="*/ 3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1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9" name="Freeform 6338">
                <a:extLst>
                  <a:ext uri="{FF2B5EF4-FFF2-40B4-BE49-F238E27FC236}">
                    <a16:creationId xmlns:a16="http://schemas.microsoft.com/office/drawing/2014/main" id="{CB7EEFA3-7D5F-4577-89C3-6A7A1CE93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1" y="2348"/>
                <a:ext cx="11" cy="11"/>
              </a:xfrm>
              <a:custGeom>
                <a:avLst/>
                <a:gdLst>
                  <a:gd name="T0" fmla="*/ 2 w 11"/>
                  <a:gd name="T1" fmla="*/ 11 h 11"/>
                  <a:gd name="T2" fmla="*/ 4 w 11"/>
                  <a:gd name="T3" fmla="*/ 11 h 11"/>
                  <a:gd name="T4" fmla="*/ 6 w 11"/>
                  <a:gd name="T5" fmla="*/ 9 h 11"/>
                  <a:gd name="T6" fmla="*/ 8 w 11"/>
                  <a:gd name="T7" fmla="*/ 7 h 11"/>
                  <a:gd name="T8" fmla="*/ 10 w 11"/>
                  <a:gd name="T9" fmla="*/ 7 h 11"/>
                  <a:gd name="T10" fmla="*/ 10 w 11"/>
                  <a:gd name="T11" fmla="*/ 7 h 11"/>
                  <a:gd name="T12" fmla="*/ 10 w 11"/>
                  <a:gd name="T13" fmla="*/ 5 h 11"/>
                  <a:gd name="T14" fmla="*/ 10 w 11"/>
                  <a:gd name="T15" fmla="*/ 3 h 11"/>
                  <a:gd name="T16" fmla="*/ 11 w 11"/>
                  <a:gd name="T17" fmla="*/ 3 h 11"/>
                  <a:gd name="T18" fmla="*/ 11 w 11"/>
                  <a:gd name="T19" fmla="*/ 0 h 11"/>
                  <a:gd name="T20" fmla="*/ 4 w 11"/>
                  <a:gd name="T21" fmla="*/ 1 h 11"/>
                  <a:gd name="T22" fmla="*/ 0 w 11"/>
                  <a:gd name="T23" fmla="*/ 5 h 11"/>
                  <a:gd name="T24" fmla="*/ 0 w 11"/>
                  <a:gd name="T25" fmla="*/ 7 h 11"/>
                  <a:gd name="T26" fmla="*/ 0 w 11"/>
                  <a:gd name="T27" fmla="*/ 7 h 11"/>
                  <a:gd name="T28" fmla="*/ 0 w 11"/>
                  <a:gd name="T29" fmla="*/ 9 h 11"/>
                  <a:gd name="T30" fmla="*/ 2 w 11"/>
                  <a:gd name="T3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2" y="11"/>
                    </a:move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0" name="Freeform 6339">
                <a:extLst>
                  <a:ext uri="{FF2B5EF4-FFF2-40B4-BE49-F238E27FC236}">
                    <a16:creationId xmlns:a16="http://schemas.microsoft.com/office/drawing/2014/main" id="{D08E36FE-0749-4B56-8AB0-1C374D80B5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14" y="2353"/>
                <a:ext cx="5" cy="15"/>
              </a:xfrm>
              <a:custGeom>
                <a:avLst/>
                <a:gdLst>
                  <a:gd name="T0" fmla="*/ 2 w 5"/>
                  <a:gd name="T1" fmla="*/ 11 h 15"/>
                  <a:gd name="T2" fmla="*/ 2 w 5"/>
                  <a:gd name="T3" fmla="*/ 15 h 15"/>
                  <a:gd name="T4" fmla="*/ 4 w 5"/>
                  <a:gd name="T5" fmla="*/ 13 h 15"/>
                  <a:gd name="T6" fmla="*/ 5 w 5"/>
                  <a:gd name="T7" fmla="*/ 9 h 15"/>
                  <a:gd name="T8" fmla="*/ 4 w 5"/>
                  <a:gd name="T9" fmla="*/ 8 h 15"/>
                  <a:gd name="T10" fmla="*/ 4 w 5"/>
                  <a:gd name="T11" fmla="*/ 8 h 15"/>
                  <a:gd name="T12" fmla="*/ 4 w 5"/>
                  <a:gd name="T13" fmla="*/ 6 h 15"/>
                  <a:gd name="T14" fmla="*/ 4 w 5"/>
                  <a:gd name="T15" fmla="*/ 0 h 15"/>
                  <a:gd name="T16" fmla="*/ 2 w 5"/>
                  <a:gd name="T17" fmla="*/ 6 h 15"/>
                  <a:gd name="T18" fmla="*/ 2 w 5"/>
                  <a:gd name="T19" fmla="*/ 6 h 15"/>
                  <a:gd name="T20" fmla="*/ 0 w 5"/>
                  <a:gd name="T21" fmla="*/ 8 h 15"/>
                  <a:gd name="T22" fmla="*/ 2 w 5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5">
                    <a:moveTo>
                      <a:pt x="2" y="11"/>
                    </a:moveTo>
                    <a:lnTo>
                      <a:pt x="2" y="15"/>
                    </a:lnTo>
                    <a:lnTo>
                      <a:pt x="4" y="13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1" name="Freeform 6340">
                <a:extLst>
                  <a:ext uri="{FF2B5EF4-FFF2-40B4-BE49-F238E27FC236}">
                    <a16:creationId xmlns:a16="http://schemas.microsoft.com/office/drawing/2014/main" id="{3ACB5EC5-17AE-414A-8F85-3A21B323F6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2336"/>
                <a:ext cx="9" cy="8"/>
              </a:xfrm>
              <a:custGeom>
                <a:avLst/>
                <a:gdLst>
                  <a:gd name="T0" fmla="*/ 6 w 9"/>
                  <a:gd name="T1" fmla="*/ 6 h 8"/>
                  <a:gd name="T2" fmla="*/ 7 w 9"/>
                  <a:gd name="T3" fmla="*/ 6 h 8"/>
                  <a:gd name="T4" fmla="*/ 9 w 9"/>
                  <a:gd name="T5" fmla="*/ 4 h 8"/>
                  <a:gd name="T6" fmla="*/ 9 w 9"/>
                  <a:gd name="T7" fmla="*/ 2 h 8"/>
                  <a:gd name="T8" fmla="*/ 7 w 9"/>
                  <a:gd name="T9" fmla="*/ 0 h 8"/>
                  <a:gd name="T10" fmla="*/ 6 w 9"/>
                  <a:gd name="T11" fmla="*/ 2 h 8"/>
                  <a:gd name="T12" fmla="*/ 4 w 9"/>
                  <a:gd name="T13" fmla="*/ 2 h 8"/>
                  <a:gd name="T14" fmla="*/ 2 w 9"/>
                  <a:gd name="T15" fmla="*/ 2 h 8"/>
                  <a:gd name="T16" fmla="*/ 0 w 9"/>
                  <a:gd name="T17" fmla="*/ 6 h 8"/>
                  <a:gd name="T18" fmla="*/ 4 w 9"/>
                  <a:gd name="T19" fmla="*/ 8 h 8"/>
                  <a:gd name="T20" fmla="*/ 6 w 9"/>
                  <a:gd name="T21" fmla="*/ 6 h 8"/>
                  <a:gd name="T22" fmla="*/ 6 w 9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6" y="6"/>
                    </a:moveTo>
                    <a:lnTo>
                      <a:pt x="7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2" name="Freeform 6341">
                <a:extLst>
                  <a:ext uri="{FF2B5EF4-FFF2-40B4-BE49-F238E27FC236}">
                    <a16:creationId xmlns:a16="http://schemas.microsoft.com/office/drawing/2014/main" id="{DA03AB29-B269-4A3E-9C91-5655F0E0A9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2" y="2288"/>
                <a:ext cx="10" cy="7"/>
              </a:xfrm>
              <a:custGeom>
                <a:avLst/>
                <a:gdLst>
                  <a:gd name="T0" fmla="*/ 2 w 10"/>
                  <a:gd name="T1" fmla="*/ 7 h 7"/>
                  <a:gd name="T2" fmla="*/ 4 w 10"/>
                  <a:gd name="T3" fmla="*/ 7 h 7"/>
                  <a:gd name="T4" fmla="*/ 6 w 10"/>
                  <a:gd name="T5" fmla="*/ 7 h 7"/>
                  <a:gd name="T6" fmla="*/ 8 w 10"/>
                  <a:gd name="T7" fmla="*/ 5 h 7"/>
                  <a:gd name="T8" fmla="*/ 10 w 10"/>
                  <a:gd name="T9" fmla="*/ 2 h 7"/>
                  <a:gd name="T10" fmla="*/ 6 w 10"/>
                  <a:gd name="T11" fmla="*/ 0 h 7"/>
                  <a:gd name="T12" fmla="*/ 4 w 10"/>
                  <a:gd name="T13" fmla="*/ 2 h 7"/>
                  <a:gd name="T14" fmla="*/ 4 w 10"/>
                  <a:gd name="T15" fmla="*/ 2 h 7"/>
                  <a:gd name="T16" fmla="*/ 0 w 10"/>
                  <a:gd name="T17" fmla="*/ 2 h 7"/>
                  <a:gd name="T18" fmla="*/ 0 w 10"/>
                  <a:gd name="T19" fmla="*/ 4 h 7"/>
                  <a:gd name="T20" fmla="*/ 0 w 10"/>
                  <a:gd name="T21" fmla="*/ 5 h 7"/>
                  <a:gd name="T22" fmla="*/ 2 w 10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lnTo>
                      <a:pt x="4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3" name="Freeform 6342">
                <a:extLst>
                  <a:ext uri="{FF2B5EF4-FFF2-40B4-BE49-F238E27FC236}">
                    <a16:creationId xmlns:a16="http://schemas.microsoft.com/office/drawing/2014/main" id="{7C47A7EE-8A1A-483B-870A-E7AEB859F59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7" y="2306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2 h 8"/>
                  <a:gd name="T4" fmla="*/ 1 w 5"/>
                  <a:gd name="T5" fmla="*/ 6 h 8"/>
                  <a:gd name="T6" fmla="*/ 1 w 5"/>
                  <a:gd name="T7" fmla="*/ 6 h 8"/>
                  <a:gd name="T8" fmla="*/ 3 w 5"/>
                  <a:gd name="T9" fmla="*/ 8 h 8"/>
                  <a:gd name="T10" fmla="*/ 5 w 5"/>
                  <a:gd name="T11" fmla="*/ 8 h 8"/>
                  <a:gd name="T12" fmla="*/ 5 w 5"/>
                  <a:gd name="T13" fmla="*/ 2 h 8"/>
                  <a:gd name="T14" fmla="*/ 3 w 5"/>
                  <a:gd name="T15" fmla="*/ 2 h 8"/>
                  <a:gd name="T16" fmla="*/ 1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4" name="Freeform 6343">
                <a:extLst>
                  <a:ext uri="{FF2B5EF4-FFF2-40B4-BE49-F238E27FC236}">
                    <a16:creationId xmlns:a16="http://schemas.microsoft.com/office/drawing/2014/main" id="{E1513DD1-9496-4C90-8980-95BCCF5B52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2359"/>
                <a:ext cx="39" cy="15"/>
              </a:xfrm>
              <a:custGeom>
                <a:avLst/>
                <a:gdLst>
                  <a:gd name="T0" fmla="*/ 2 w 39"/>
                  <a:gd name="T1" fmla="*/ 3 h 15"/>
                  <a:gd name="T2" fmla="*/ 2 w 39"/>
                  <a:gd name="T3" fmla="*/ 0 h 15"/>
                  <a:gd name="T4" fmla="*/ 0 w 39"/>
                  <a:gd name="T5" fmla="*/ 5 h 15"/>
                  <a:gd name="T6" fmla="*/ 0 w 39"/>
                  <a:gd name="T7" fmla="*/ 7 h 15"/>
                  <a:gd name="T8" fmla="*/ 0 w 39"/>
                  <a:gd name="T9" fmla="*/ 11 h 15"/>
                  <a:gd name="T10" fmla="*/ 4 w 39"/>
                  <a:gd name="T11" fmla="*/ 11 h 15"/>
                  <a:gd name="T12" fmla="*/ 8 w 39"/>
                  <a:gd name="T13" fmla="*/ 11 h 15"/>
                  <a:gd name="T14" fmla="*/ 10 w 39"/>
                  <a:gd name="T15" fmla="*/ 11 h 15"/>
                  <a:gd name="T16" fmla="*/ 11 w 39"/>
                  <a:gd name="T17" fmla="*/ 11 h 15"/>
                  <a:gd name="T18" fmla="*/ 13 w 39"/>
                  <a:gd name="T19" fmla="*/ 11 h 15"/>
                  <a:gd name="T20" fmla="*/ 17 w 39"/>
                  <a:gd name="T21" fmla="*/ 13 h 15"/>
                  <a:gd name="T22" fmla="*/ 17 w 39"/>
                  <a:gd name="T23" fmla="*/ 15 h 15"/>
                  <a:gd name="T24" fmla="*/ 23 w 39"/>
                  <a:gd name="T25" fmla="*/ 15 h 15"/>
                  <a:gd name="T26" fmla="*/ 25 w 39"/>
                  <a:gd name="T27" fmla="*/ 13 h 15"/>
                  <a:gd name="T28" fmla="*/ 28 w 39"/>
                  <a:gd name="T29" fmla="*/ 13 h 15"/>
                  <a:gd name="T30" fmla="*/ 32 w 39"/>
                  <a:gd name="T31" fmla="*/ 13 h 15"/>
                  <a:gd name="T32" fmla="*/ 36 w 39"/>
                  <a:gd name="T33" fmla="*/ 13 h 15"/>
                  <a:gd name="T34" fmla="*/ 39 w 39"/>
                  <a:gd name="T35" fmla="*/ 11 h 15"/>
                  <a:gd name="T36" fmla="*/ 39 w 39"/>
                  <a:gd name="T37" fmla="*/ 9 h 15"/>
                  <a:gd name="T38" fmla="*/ 39 w 39"/>
                  <a:gd name="T39" fmla="*/ 7 h 15"/>
                  <a:gd name="T40" fmla="*/ 39 w 39"/>
                  <a:gd name="T41" fmla="*/ 2 h 15"/>
                  <a:gd name="T42" fmla="*/ 38 w 39"/>
                  <a:gd name="T43" fmla="*/ 7 h 15"/>
                  <a:gd name="T44" fmla="*/ 38 w 39"/>
                  <a:gd name="T45" fmla="*/ 7 h 15"/>
                  <a:gd name="T46" fmla="*/ 36 w 39"/>
                  <a:gd name="T47" fmla="*/ 9 h 15"/>
                  <a:gd name="T48" fmla="*/ 36 w 39"/>
                  <a:gd name="T49" fmla="*/ 7 h 15"/>
                  <a:gd name="T50" fmla="*/ 34 w 39"/>
                  <a:gd name="T51" fmla="*/ 7 h 15"/>
                  <a:gd name="T52" fmla="*/ 34 w 39"/>
                  <a:gd name="T53" fmla="*/ 7 h 15"/>
                  <a:gd name="T54" fmla="*/ 32 w 39"/>
                  <a:gd name="T55" fmla="*/ 5 h 15"/>
                  <a:gd name="T56" fmla="*/ 30 w 39"/>
                  <a:gd name="T57" fmla="*/ 5 h 15"/>
                  <a:gd name="T58" fmla="*/ 26 w 39"/>
                  <a:gd name="T59" fmla="*/ 5 h 15"/>
                  <a:gd name="T60" fmla="*/ 25 w 39"/>
                  <a:gd name="T61" fmla="*/ 3 h 15"/>
                  <a:gd name="T62" fmla="*/ 19 w 39"/>
                  <a:gd name="T63" fmla="*/ 3 h 15"/>
                  <a:gd name="T64" fmla="*/ 15 w 39"/>
                  <a:gd name="T65" fmla="*/ 5 h 15"/>
                  <a:gd name="T66" fmla="*/ 13 w 39"/>
                  <a:gd name="T67" fmla="*/ 5 h 15"/>
                  <a:gd name="T68" fmla="*/ 13 w 39"/>
                  <a:gd name="T69" fmla="*/ 5 h 15"/>
                  <a:gd name="T70" fmla="*/ 11 w 39"/>
                  <a:gd name="T71" fmla="*/ 3 h 15"/>
                  <a:gd name="T72" fmla="*/ 10 w 39"/>
                  <a:gd name="T73" fmla="*/ 2 h 15"/>
                  <a:gd name="T74" fmla="*/ 6 w 39"/>
                  <a:gd name="T75" fmla="*/ 2 h 15"/>
                  <a:gd name="T76" fmla="*/ 6 w 39"/>
                  <a:gd name="T77" fmla="*/ 2 h 15"/>
                  <a:gd name="T78" fmla="*/ 4 w 39"/>
                  <a:gd name="T79" fmla="*/ 2 h 15"/>
                  <a:gd name="T80" fmla="*/ 2 w 39"/>
                  <a:gd name="T8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15">
                    <a:moveTo>
                      <a:pt x="2" y="3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5" y="13"/>
                    </a:lnTo>
                    <a:lnTo>
                      <a:pt x="28" y="13"/>
                    </a:lnTo>
                    <a:lnTo>
                      <a:pt x="32" y="13"/>
                    </a:lnTo>
                    <a:lnTo>
                      <a:pt x="36" y="13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39" y="2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6" y="5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5" name="Freeform 6344">
                <a:extLst>
                  <a:ext uri="{FF2B5EF4-FFF2-40B4-BE49-F238E27FC236}">
                    <a16:creationId xmlns:a16="http://schemas.microsoft.com/office/drawing/2014/main" id="{6D765977-E545-4C76-9507-B5C4D415CC7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888" y="2280"/>
                <a:ext cx="11" cy="10"/>
              </a:xfrm>
              <a:custGeom>
                <a:avLst/>
                <a:gdLst>
                  <a:gd name="T0" fmla="*/ 9 w 11"/>
                  <a:gd name="T1" fmla="*/ 8 h 10"/>
                  <a:gd name="T2" fmla="*/ 11 w 11"/>
                  <a:gd name="T3" fmla="*/ 6 h 10"/>
                  <a:gd name="T4" fmla="*/ 7 w 11"/>
                  <a:gd name="T5" fmla="*/ 4 h 10"/>
                  <a:gd name="T6" fmla="*/ 7 w 11"/>
                  <a:gd name="T7" fmla="*/ 4 h 10"/>
                  <a:gd name="T8" fmla="*/ 7 w 11"/>
                  <a:gd name="T9" fmla="*/ 2 h 10"/>
                  <a:gd name="T10" fmla="*/ 4 w 11"/>
                  <a:gd name="T11" fmla="*/ 0 h 10"/>
                  <a:gd name="T12" fmla="*/ 2 w 11"/>
                  <a:gd name="T13" fmla="*/ 0 h 10"/>
                  <a:gd name="T14" fmla="*/ 0 w 11"/>
                  <a:gd name="T15" fmla="*/ 4 h 10"/>
                  <a:gd name="T16" fmla="*/ 4 w 11"/>
                  <a:gd name="T17" fmla="*/ 4 h 10"/>
                  <a:gd name="T18" fmla="*/ 2 w 11"/>
                  <a:gd name="T19" fmla="*/ 8 h 10"/>
                  <a:gd name="T20" fmla="*/ 5 w 11"/>
                  <a:gd name="T21" fmla="*/ 10 h 10"/>
                  <a:gd name="T22" fmla="*/ 9 w 11"/>
                  <a:gd name="T23" fmla="*/ 8 h 10"/>
                  <a:gd name="T24" fmla="*/ 7 w 11"/>
                  <a:gd name="T25" fmla="*/ 4 h 10"/>
                  <a:gd name="T26" fmla="*/ 5 w 11"/>
                  <a:gd name="T27" fmla="*/ 4 h 10"/>
                  <a:gd name="T28" fmla="*/ 5 w 11"/>
                  <a:gd name="T29" fmla="*/ 4 h 10"/>
                  <a:gd name="T30" fmla="*/ 7 w 11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0">
                    <a:moveTo>
                      <a:pt x="9" y="8"/>
                    </a:moveTo>
                    <a:lnTo>
                      <a:pt x="11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9" y="8"/>
                    </a:lnTo>
                    <a:close/>
                    <a:moveTo>
                      <a:pt x="7" y="4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6" name="Freeform 6345">
                <a:extLst>
                  <a:ext uri="{FF2B5EF4-FFF2-40B4-BE49-F238E27FC236}">
                    <a16:creationId xmlns:a16="http://schemas.microsoft.com/office/drawing/2014/main" id="{9158ED62-D073-4A46-8987-65F3CB82BA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5" y="2359"/>
                <a:ext cx="33" cy="20"/>
              </a:xfrm>
              <a:custGeom>
                <a:avLst/>
                <a:gdLst>
                  <a:gd name="T0" fmla="*/ 31 w 33"/>
                  <a:gd name="T1" fmla="*/ 3 h 20"/>
                  <a:gd name="T2" fmla="*/ 33 w 33"/>
                  <a:gd name="T3" fmla="*/ 2 h 20"/>
                  <a:gd name="T4" fmla="*/ 31 w 33"/>
                  <a:gd name="T5" fmla="*/ 0 h 20"/>
                  <a:gd name="T6" fmla="*/ 29 w 33"/>
                  <a:gd name="T7" fmla="*/ 0 h 20"/>
                  <a:gd name="T8" fmla="*/ 26 w 33"/>
                  <a:gd name="T9" fmla="*/ 3 h 20"/>
                  <a:gd name="T10" fmla="*/ 20 w 33"/>
                  <a:gd name="T11" fmla="*/ 5 h 20"/>
                  <a:gd name="T12" fmla="*/ 16 w 33"/>
                  <a:gd name="T13" fmla="*/ 5 h 20"/>
                  <a:gd name="T14" fmla="*/ 13 w 33"/>
                  <a:gd name="T15" fmla="*/ 3 h 20"/>
                  <a:gd name="T16" fmla="*/ 9 w 33"/>
                  <a:gd name="T17" fmla="*/ 3 h 20"/>
                  <a:gd name="T18" fmla="*/ 9 w 33"/>
                  <a:gd name="T19" fmla="*/ 7 h 20"/>
                  <a:gd name="T20" fmla="*/ 9 w 33"/>
                  <a:gd name="T21" fmla="*/ 7 h 20"/>
                  <a:gd name="T22" fmla="*/ 7 w 33"/>
                  <a:gd name="T23" fmla="*/ 7 h 20"/>
                  <a:gd name="T24" fmla="*/ 5 w 33"/>
                  <a:gd name="T25" fmla="*/ 7 h 20"/>
                  <a:gd name="T26" fmla="*/ 3 w 33"/>
                  <a:gd name="T27" fmla="*/ 9 h 20"/>
                  <a:gd name="T28" fmla="*/ 0 w 33"/>
                  <a:gd name="T29" fmla="*/ 9 h 20"/>
                  <a:gd name="T30" fmla="*/ 0 w 33"/>
                  <a:gd name="T31" fmla="*/ 13 h 20"/>
                  <a:gd name="T32" fmla="*/ 3 w 33"/>
                  <a:gd name="T33" fmla="*/ 16 h 20"/>
                  <a:gd name="T34" fmla="*/ 7 w 33"/>
                  <a:gd name="T35" fmla="*/ 18 h 20"/>
                  <a:gd name="T36" fmla="*/ 11 w 33"/>
                  <a:gd name="T37" fmla="*/ 18 h 20"/>
                  <a:gd name="T38" fmla="*/ 13 w 33"/>
                  <a:gd name="T39" fmla="*/ 20 h 20"/>
                  <a:gd name="T40" fmla="*/ 15 w 33"/>
                  <a:gd name="T41" fmla="*/ 18 h 20"/>
                  <a:gd name="T42" fmla="*/ 16 w 33"/>
                  <a:gd name="T43" fmla="*/ 16 h 20"/>
                  <a:gd name="T44" fmla="*/ 20 w 33"/>
                  <a:gd name="T45" fmla="*/ 15 h 20"/>
                  <a:gd name="T46" fmla="*/ 22 w 33"/>
                  <a:gd name="T47" fmla="*/ 15 h 20"/>
                  <a:gd name="T48" fmla="*/ 26 w 33"/>
                  <a:gd name="T49" fmla="*/ 15 h 20"/>
                  <a:gd name="T50" fmla="*/ 28 w 33"/>
                  <a:gd name="T51" fmla="*/ 11 h 20"/>
                  <a:gd name="T52" fmla="*/ 26 w 33"/>
                  <a:gd name="T53" fmla="*/ 9 h 20"/>
                  <a:gd name="T54" fmla="*/ 28 w 33"/>
                  <a:gd name="T55" fmla="*/ 5 h 20"/>
                  <a:gd name="T56" fmla="*/ 31 w 33"/>
                  <a:gd name="T5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3" h="20">
                    <a:moveTo>
                      <a:pt x="31" y="3"/>
                    </a:moveTo>
                    <a:lnTo>
                      <a:pt x="33" y="2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3"/>
                    </a:lnTo>
                    <a:lnTo>
                      <a:pt x="9" y="3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6" y="16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6" y="15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8" y="5"/>
                    </a:lnTo>
                    <a:lnTo>
                      <a:pt x="3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7" name="Freeform 6346">
                <a:extLst>
                  <a:ext uri="{FF2B5EF4-FFF2-40B4-BE49-F238E27FC236}">
                    <a16:creationId xmlns:a16="http://schemas.microsoft.com/office/drawing/2014/main" id="{D9B5A2EF-599D-44AD-831A-4600843FE3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6" y="2323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0 w 7"/>
                  <a:gd name="T3" fmla="*/ 2 h 6"/>
                  <a:gd name="T4" fmla="*/ 0 w 7"/>
                  <a:gd name="T5" fmla="*/ 4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8" name="Freeform 6347">
                <a:extLst>
                  <a:ext uri="{FF2B5EF4-FFF2-40B4-BE49-F238E27FC236}">
                    <a16:creationId xmlns:a16="http://schemas.microsoft.com/office/drawing/2014/main" id="{21313286-3A30-4D15-B58D-7E1C1836DCA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2" y="230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6 w 10"/>
                  <a:gd name="T5" fmla="*/ 0 h 8"/>
                  <a:gd name="T6" fmla="*/ 0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10" y="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9" name="Freeform 6348">
                <a:extLst>
                  <a:ext uri="{FF2B5EF4-FFF2-40B4-BE49-F238E27FC236}">
                    <a16:creationId xmlns:a16="http://schemas.microsoft.com/office/drawing/2014/main" id="{29AB8B56-CCF9-4609-AFDC-16DE7BD2C0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0" y="231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6 h 6"/>
                  <a:gd name="T4" fmla="*/ 4 w 8"/>
                  <a:gd name="T5" fmla="*/ 6 h 6"/>
                  <a:gd name="T6" fmla="*/ 8 w 8"/>
                  <a:gd name="T7" fmla="*/ 6 h 6"/>
                  <a:gd name="T8" fmla="*/ 4 w 8"/>
                  <a:gd name="T9" fmla="*/ 2 h 6"/>
                  <a:gd name="T10" fmla="*/ 0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0" name="Freeform 6349">
                <a:extLst>
                  <a:ext uri="{FF2B5EF4-FFF2-40B4-BE49-F238E27FC236}">
                    <a16:creationId xmlns:a16="http://schemas.microsoft.com/office/drawing/2014/main" id="{9D3FCC0E-255E-40C6-8424-CB4BD866D0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95" y="230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6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6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1" name="Freeform 6350">
                <a:extLst>
                  <a:ext uri="{FF2B5EF4-FFF2-40B4-BE49-F238E27FC236}">
                    <a16:creationId xmlns:a16="http://schemas.microsoft.com/office/drawing/2014/main" id="{F58FA523-A23D-4968-8926-5086286397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03"/>
                <a:ext cx="10" cy="4"/>
              </a:xfrm>
              <a:custGeom>
                <a:avLst/>
                <a:gdLst>
                  <a:gd name="T0" fmla="*/ 3 w 5"/>
                  <a:gd name="T1" fmla="*/ 2 h 2"/>
                  <a:gd name="T2" fmla="*/ 3 w 5"/>
                  <a:gd name="T3" fmla="*/ 2 h 2"/>
                  <a:gd name="T4" fmla="*/ 4 w 5"/>
                  <a:gd name="T5" fmla="*/ 2 h 2"/>
                  <a:gd name="T6" fmla="*/ 5 w 5"/>
                  <a:gd name="T7" fmla="*/ 2 h 2"/>
                  <a:gd name="T8" fmla="*/ 3 w 5"/>
                  <a:gd name="T9" fmla="*/ 0 h 2"/>
                  <a:gd name="T10" fmla="*/ 0 w 5"/>
                  <a:gd name="T11" fmla="*/ 0 h 2"/>
                  <a:gd name="T12" fmla="*/ 1 w 5"/>
                  <a:gd name="T13" fmla="*/ 2 h 2"/>
                  <a:gd name="T14" fmla="*/ 3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2" name="Freeform 6351">
                <a:extLst>
                  <a:ext uri="{FF2B5EF4-FFF2-40B4-BE49-F238E27FC236}">
                    <a16:creationId xmlns:a16="http://schemas.microsoft.com/office/drawing/2014/main" id="{0E9F474E-38A1-4492-9965-254507CA70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3" y="2467"/>
                <a:ext cx="9" cy="9"/>
              </a:xfrm>
              <a:custGeom>
                <a:avLst/>
                <a:gdLst>
                  <a:gd name="T0" fmla="*/ 4 w 9"/>
                  <a:gd name="T1" fmla="*/ 4 h 9"/>
                  <a:gd name="T2" fmla="*/ 0 w 9"/>
                  <a:gd name="T3" fmla="*/ 9 h 9"/>
                  <a:gd name="T4" fmla="*/ 4 w 9"/>
                  <a:gd name="T5" fmla="*/ 9 h 9"/>
                  <a:gd name="T6" fmla="*/ 7 w 9"/>
                  <a:gd name="T7" fmla="*/ 9 h 9"/>
                  <a:gd name="T8" fmla="*/ 9 w 9"/>
                  <a:gd name="T9" fmla="*/ 4 h 9"/>
                  <a:gd name="T10" fmla="*/ 9 w 9"/>
                  <a:gd name="T11" fmla="*/ 0 h 9"/>
                  <a:gd name="T12" fmla="*/ 4 w 9"/>
                  <a:gd name="T13" fmla="*/ 2 h 9"/>
                  <a:gd name="T14" fmla="*/ 4 w 9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4" y="4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3" name="Freeform 6352">
                <a:extLst>
                  <a:ext uri="{FF2B5EF4-FFF2-40B4-BE49-F238E27FC236}">
                    <a16:creationId xmlns:a16="http://schemas.microsoft.com/office/drawing/2014/main" id="{F4561CA0-AF74-4522-8FC6-794BD383BB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6" y="2463"/>
                <a:ext cx="6" cy="8"/>
              </a:xfrm>
              <a:custGeom>
                <a:avLst/>
                <a:gdLst>
                  <a:gd name="T0" fmla="*/ 1 w 3"/>
                  <a:gd name="T1" fmla="*/ 1 h 4"/>
                  <a:gd name="T2" fmla="*/ 0 w 3"/>
                  <a:gd name="T3" fmla="*/ 1 h 4"/>
                  <a:gd name="T4" fmla="*/ 1 w 3"/>
                  <a:gd name="T5" fmla="*/ 2 h 4"/>
                  <a:gd name="T6" fmla="*/ 1 w 3"/>
                  <a:gd name="T7" fmla="*/ 4 h 4"/>
                  <a:gd name="T8" fmla="*/ 2 w 3"/>
                  <a:gd name="T9" fmla="*/ 4 h 4"/>
                  <a:gd name="T10" fmla="*/ 3 w 3"/>
                  <a:gd name="T11" fmla="*/ 4 h 4"/>
                  <a:gd name="T12" fmla="*/ 3 w 3"/>
                  <a:gd name="T13" fmla="*/ 3 h 4"/>
                  <a:gd name="T14" fmla="*/ 3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  <a:gd name="T20" fmla="*/ 1 w 3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4" name="Freeform 6353">
                <a:extLst>
                  <a:ext uri="{FF2B5EF4-FFF2-40B4-BE49-F238E27FC236}">
                    <a16:creationId xmlns:a16="http://schemas.microsoft.com/office/drawing/2014/main" id="{2DA51CC4-17E3-47B8-8FE7-1F57AAE814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4" y="2472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2 w 10"/>
                  <a:gd name="T3" fmla="*/ 0 h 10"/>
                  <a:gd name="T4" fmla="*/ 0 w 10"/>
                  <a:gd name="T5" fmla="*/ 6 h 10"/>
                  <a:gd name="T6" fmla="*/ 4 w 10"/>
                  <a:gd name="T7" fmla="*/ 10 h 10"/>
                  <a:gd name="T8" fmla="*/ 6 w 10"/>
                  <a:gd name="T9" fmla="*/ 8 h 10"/>
                  <a:gd name="T10" fmla="*/ 10 w 10"/>
                  <a:gd name="T11" fmla="*/ 6 h 10"/>
                  <a:gd name="T12" fmla="*/ 8 w 10"/>
                  <a:gd name="T13" fmla="*/ 2 h 10"/>
                  <a:gd name="T14" fmla="*/ 6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5" name="Freeform 6354">
                <a:extLst>
                  <a:ext uri="{FF2B5EF4-FFF2-40B4-BE49-F238E27FC236}">
                    <a16:creationId xmlns:a16="http://schemas.microsoft.com/office/drawing/2014/main" id="{B582E0CC-7491-4211-B670-90D9BC28E4F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0" y="2459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0 h 8"/>
                  <a:gd name="T4" fmla="*/ 2 w 11"/>
                  <a:gd name="T5" fmla="*/ 0 h 8"/>
                  <a:gd name="T6" fmla="*/ 0 w 11"/>
                  <a:gd name="T7" fmla="*/ 8 h 8"/>
                  <a:gd name="T8" fmla="*/ 6 w 11"/>
                  <a:gd name="T9" fmla="*/ 4 h 8"/>
                  <a:gd name="T10" fmla="*/ 11 w 11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6" y="4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6" name="Freeform 6355">
                <a:extLst>
                  <a:ext uri="{FF2B5EF4-FFF2-40B4-BE49-F238E27FC236}">
                    <a16:creationId xmlns:a16="http://schemas.microsoft.com/office/drawing/2014/main" id="{1BF36A5D-ADA7-42FD-A83C-6FFEE08235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69"/>
                <a:ext cx="15" cy="9"/>
              </a:xfrm>
              <a:custGeom>
                <a:avLst/>
                <a:gdLst>
                  <a:gd name="T0" fmla="*/ 15 w 15"/>
                  <a:gd name="T1" fmla="*/ 5 h 9"/>
                  <a:gd name="T2" fmla="*/ 15 w 15"/>
                  <a:gd name="T3" fmla="*/ 0 h 9"/>
                  <a:gd name="T4" fmla="*/ 12 w 15"/>
                  <a:gd name="T5" fmla="*/ 0 h 9"/>
                  <a:gd name="T6" fmla="*/ 10 w 15"/>
                  <a:gd name="T7" fmla="*/ 2 h 9"/>
                  <a:gd name="T8" fmla="*/ 8 w 15"/>
                  <a:gd name="T9" fmla="*/ 2 h 9"/>
                  <a:gd name="T10" fmla="*/ 4 w 15"/>
                  <a:gd name="T11" fmla="*/ 2 h 9"/>
                  <a:gd name="T12" fmla="*/ 0 w 15"/>
                  <a:gd name="T13" fmla="*/ 3 h 9"/>
                  <a:gd name="T14" fmla="*/ 4 w 15"/>
                  <a:gd name="T15" fmla="*/ 7 h 9"/>
                  <a:gd name="T16" fmla="*/ 6 w 15"/>
                  <a:gd name="T17" fmla="*/ 9 h 9"/>
                  <a:gd name="T18" fmla="*/ 12 w 15"/>
                  <a:gd name="T19" fmla="*/ 5 h 9"/>
                  <a:gd name="T20" fmla="*/ 15 w 15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9">
                    <a:moveTo>
                      <a:pt x="15" y="5"/>
                    </a:moveTo>
                    <a:lnTo>
                      <a:pt x="15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12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7" name="Freeform 6356">
                <a:extLst>
                  <a:ext uri="{FF2B5EF4-FFF2-40B4-BE49-F238E27FC236}">
                    <a16:creationId xmlns:a16="http://schemas.microsoft.com/office/drawing/2014/main" id="{0B430665-4C4B-4585-8A86-62D05538FC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4" y="247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2 h 6"/>
                  <a:gd name="T6" fmla="*/ 2 w 6"/>
                  <a:gd name="T7" fmla="*/ 4 h 6"/>
                  <a:gd name="T8" fmla="*/ 4 w 6"/>
                  <a:gd name="T9" fmla="*/ 6 h 6"/>
                  <a:gd name="T10" fmla="*/ 6 w 6"/>
                  <a:gd name="T11" fmla="*/ 4 h 6"/>
                  <a:gd name="T12" fmla="*/ 6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8" name="Freeform 6357">
                <a:extLst>
                  <a:ext uri="{FF2B5EF4-FFF2-40B4-BE49-F238E27FC236}">
                    <a16:creationId xmlns:a16="http://schemas.microsoft.com/office/drawing/2014/main" id="{F04F6EC8-7810-45FD-9755-42539CE7EE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4" y="247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2 w 9"/>
                  <a:gd name="T3" fmla="*/ 4 h 10"/>
                  <a:gd name="T4" fmla="*/ 2 w 9"/>
                  <a:gd name="T5" fmla="*/ 4 h 10"/>
                  <a:gd name="T6" fmla="*/ 9 w 9"/>
                  <a:gd name="T7" fmla="*/ 10 h 10"/>
                  <a:gd name="T8" fmla="*/ 5 w 9"/>
                  <a:gd name="T9" fmla="*/ 4 h 10"/>
                  <a:gd name="T10" fmla="*/ 5 w 9"/>
                  <a:gd name="T11" fmla="*/ 4 h 10"/>
                  <a:gd name="T12" fmla="*/ 3 w 9"/>
                  <a:gd name="T13" fmla="*/ 2 h 10"/>
                  <a:gd name="T14" fmla="*/ 2 w 9"/>
                  <a:gd name="T15" fmla="*/ 0 h 10"/>
                  <a:gd name="T16" fmla="*/ 0 w 9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9" name="Freeform 6358">
                <a:extLst>
                  <a:ext uri="{FF2B5EF4-FFF2-40B4-BE49-F238E27FC236}">
                    <a16:creationId xmlns:a16="http://schemas.microsoft.com/office/drawing/2014/main" id="{A3C3414F-2AF0-45A7-A337-2E99A9296D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0" y="2627"/>
                <a:ext cx="11" cy="11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2 w 6"/>
                  <a:gd name="T5" fmla="*/ 0 h 6"/>
                  <a:gd name="T6" fmla="*/ 0 w 6"/>
                  <a:gd name="T7" fmla="*/ 1 h 6"/>
                  <a:gd name="T8" fmla="*/ 1 w 6"/>
                  <a:gd name="T9" fmla="*/ 3 h 6"/>
                  <a:gd name="T10" fmla="*/ 1 w 6"/>
                  <a:gd name="T11" fmla="*/ 3 h 6"/>
                  <a:gd name="T12" fmla="*/ 2 w 6"/>
                  <a:gd name="T13" fmla="*/ 3 h 6"/>
                  <a:gd name="T14" fmla="*/ 3 w 6"/>
                  <a:gd name="T15" fmla="*/ 3 h 6"/>
                  <a:gd name="T16" fmla="*/ 3 w 6"/>
                  <a:gd name="T17" fmla="*/ 2 h 6"/>
                  <a:gd name="T18" fmla="*/ 3 w 6"/>
                  <a:gd name="T19" fmla="*/ 3 h 6"/>
                  <a:gd name="T20" fmla="*/ 5 w 6"/>
                  <a:gd name="T21" fmla="*/ 6 h 6"/>
                  <a:gd name="T22" fmla="*/ 5 w 6"/>
                  <a:gd name="T23" fmla="*/ 4 h 6"/>
                  <a:gd name="T24" fmla="*/ 6 w 6"/>
                  <a:gd name="T25" fmla="*/ 4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1 h 6"/>
                  <a:gd name="T32" fmla="*/ 4 w 6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0" name="Freeform 6359">
                <a:extLst>
                  <a:ext uri="{FF2B5EF4-FFF2-40B4-BE49-F238E27FC236}">
                    <a16:creationId xmlns:a16="http://schemas.microsoft.com/office/drawing/2014/main" id="{1D325C2D-FDA9-41A4-A48D-33FF12730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4" y="2629"/>
                <a:ext cx="3" cy="9"/>
              </a:xfrm>
              <a:custGeom>
                <a:avLst/>
                <a:gdLst>
                  <a:gd name="T0" fmla="*/ 3 w 3"/>
                  <a:gd name="T1" fmla="*/ 6 h 9"/>
                  <a:gd name="T2" fmla="*/ 3 w 3"/>
                  <a:gd name="T3" fmla="*/ 0 h 9"/>
                  <a:gd name="T4" fmla="*/ 0 w 3"/>
                  <a:gd name="T5" fmla="*/ 4 h 9"/>
                  <a:gd name="T6" fmla="*/ 2 w 3"/>
                  <a:gd name="T7" fmla="*/ 9 h 9"/>
                  <a:gd name="T8" fmla="*/ 3 w 3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6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1" name="Freeform 6360">
                <a:extLst>
                  <a:ext uri="{FF2B5EF4-FFF2-40B4-BE49-F238E27FC236}">
                    <a16:creationId xmlns:a16="http://schemas.microsoft.com/office/drawing/2014/main" id="{626A1A91-8D5A-4D2A-8AD9-CF78901D3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2" y="2640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2 h 6"/>
                  <a:gd name="T4" fmla="*/ 2 w 7"/>
                  <a:gd name="T5" fmla="*/ 6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2" name="Freeform 6361">
                <a:extLst>
                  <a:ext uri="{FF2B5EF4-FFF2-40B4-BE49-F238E27FC236}">
                    <a16:creationId xmlns:a16="http://schemas.microsoft.com/office/drawing/2014/main" id="{A1829C19-B04C-4D13-BB26-D32FF9E556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0" y="2653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6 h 6"/>
                  <a:gd name="T4" fmla="*/ 6 w 6"/>
                  <a:gd name="T5" fmla="*/ 4 h 6"/>
                  <a:gd name="T6" fmla="*/ 2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3" name="Freeform 6362">
                <a:extLst>
                  <a:ext uri="{FF2B5EF4-FFF2-40B4-BE49-F238E27FC236}">
                    <a16:creationId xmlns:a16="http://schemas.microsoft.com/office/drawing/2014/main" id="{19A6DEE5-3F5C-4A91-B16E-FAB62F4FD4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1" y="2653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3 w 9"/>
                  <a:gd name="T3" fmla="*/ 4 h 10"/>
                  <a:gd name="T4" fmla="*/ 3 w 9"/>
                  <a:gd name="T5" fmla="*/ 8 h 10"/>
                  <a:gd name="T6" fmla="*/ 7 w 9"/>
                  <a:gd name="T7" fmla="*/ 10 h 10"/>
                  <a:gd name="T8" fmla="*/ 9 w 9"/>
                  <a:gd name="T9" fmla="*/ 6 h 10"/>
                  <a:gd name="T10" fmla="*/ 5 w 9"/>
                  <a:gd name="T11" fmla="*/ 2 h 10"/>
                  <a:gd name="T12" fmla="*/ 0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3" y="4"/>
                    </a:lnTo>
                    <a:lnTo>
                      <a:pt x="3" y="8"/>
                    </a:lnTo>
                    <a:lnTo>
                      <a:pt x="7" y="10"/>
                    </a:lnTo>
                    <a:lnTo>
                      <a:pt x="9" y="6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4" name="Freeform 6363">
                <a:extLst>
                  <a:ext uri="{FF2B5EF4-FFF2-40B4-BE49-F238E27FC236}">
                    <a16:creationId xmlns:a16="http://schemas.microsoft.com/office/drawing/2014/main" id="{28B03331-5E55-4BA9-8724-9A6A575991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5" y="2633"/>
                <a:ext cx="11" cy="5"/>
              </a:xfrm>
              <a:custGeom>
                <a:avLst/>
                <a:gdLst>
                  <a:gd name="T0" fmla="*/ 11 w 11"/>
                  <a:gd name="T1" fmla="*/ 3 h 5"/>
                  <a:gd name="T2" fmla="*/ 7 w 11"/>
                  <a:gd name="T3" fmla="*/ 0 h 5"/>
                  <a:gd name="T4" fmla="*/ 6 w 11"/>
                  <a:gd name="T5" fmla="*/ 2 h 5"/>
                  <a:gd name="T6" fmla="*/ 4 w 11"/>
                  <a:gd name="T7" fmla="*/ 2 h 5"/>
                  <a:gd name="T8" fmla="*/ 0 w 11"/>
                  <a:gd name="T9" fmla="*/ 2 h 5"/>
                  <a:gd name="T10" fmla="*/ 0 w 11"/>
                  <a:gd name="T11" fmla="*/ 3 h 5"/>
                  <a:gd name="T12" fmla="*/ 2 w 11"/>
                  <a:gd name="T13" fmla="*/ 5 h 5"/>
                  <a:gd name="T14" fmla="*/ 4 w 11"/>
                  <a:gd name="T15" fmla="*/ 5 h 5"/>
                  <a:gd name="T16" fmla="*/ 6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5 h 5"/>
                  <a:gd name="T24" fmla="*/ 11 w 1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5" name="Freeform 6364">
                <a:extLst>
                  <a:ext uri="{FF2B5EF4-FFF2-40B4-BE49-F238E27FC236}">
                    <a16:creationId xmlns:a16="http://schemas.microsoft.com/office/drawing/2014/main" id="{B416E9D4-FF91-4A6F-A955-F9DCCEB616D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94" y="2691"/>
                <a:ext cx="20" cy="9"/>
              </a:xfrm>
              <a:custGeom>
                <a:avLst/>
                <a:gdLst>
                  <a:gd name="T0" fmla="*/ 16 w 20"/>
                  <a:gd name="T1" fmla="*/ 1 h 9"/>
                  <a:gd name="T2" fmla="*/ 15 w 20"/>
                  <a:gd name="T3" fmla="*/ 0 h 9"/>
                  <a:gd name="T4" fmla="*/ 11 w 20"/>
                  <a:gd name="T5" fmla="*/ 1 h 9"/>
                  <a:gd name="T6" fmla="*/ 9 w 20"/>
                  <a:gd name="T7" fmla="*/ 1 h 9"/>
                  <a:gd name="T8" fmla="*/ 9 w 20"/>
                  <a:gd name="T9" fmla="*/ 1 h 9"/>
                  <a:gd name="T10" fmla="*/ 7 w 20"/>
                  <a:gd name="T11" fmla="*/ 0 h 9"/>
                  <a:gd name="T12" fmla="*/ 5 w 20"/>
                  <a:gd name="T13" fmla="*/ 0 h 9"/>
                  <a:gd name="T14" fmla="*/ 3 w 20"/>
                  <a:gd name="T15" fmla="*/ 1 h 9"/>
                  <a:gd name="T16" fmla="*/ 2 w 20"/>
                  <a:gd name="T17" fmla="*/ 3 h 9"/>
                  <a:gd name="T18" fmla="*/ 0 w 20"/>
                  <a:gd name="T19" fmla="*/ 5 h 9"/>
                  <a:gd name="T20" fmla="*/ 3 w 20"/>
                  <a:gd name="T21" fmla="*/ 7 h 9"/>
                  <a:gd name="T22" fmla="*/ 5 w 20"/>
                  <a:gd name="T23" fmla="*/ 9 h 9"/>
                  <a:gd name="T24" fmla="*/ 9 w 20"/>
                  <a:gd name="T25" fmla="*/ 9 h 9"/>
                  <a:gd name="T26" fmla="*/ 13 w 20"/>
                  <a:gd name="T27" fmla="*/ 9 h 9"/>
                  <a:gd name="T28" fmla="*/ 16 w 20"/>
                  <a:gd name="T29" fmla="*/ 7 h 9"/>
                  <a:gd name="T30" fmla="*/ 18 w 20"/>
                  <a:gd name="T31" fmla="*/ 7 h 9"/>
                  <a:gd name="T32" fmla="*/ 20 w 20"/>
                  <a:gd name="T33" fmla="*/ 3 h 9"/>
                  <a:gd name="T34" fmla="*/ 20 w 20"/>
                  <a:gd name="T35" fmla="*/ 1 h 9"/>
                  <a:gd name="T36" fmla="*/ 16 w 20"/>
                  <a:gd name="T3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9">
                    <a:moveTo>
                      <a:pt x="16" y="1"/>
                    </a:moveTo>
                    <a:lnTo>
                      <a:pt x="15" y="0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9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6" name="Freeform 6365">
                <a:extLst>
                  <a:ext uri="{FF2B5EF4-FFF2-40B4-BE49-F238E27FC236}">
                    <a16:creationId xmlns:a16="http://schemas.microsoft.com/office/drawing/2014/main" id="{736C8A9D-C9F2-477D-A310-DE340DE730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73" y="2698"/>
                <a:ext cx="17" cy="4"/>
              </a:xfrm>
              <a:custGeom>
                <a:avLst/>
                <a:gdLst>
                  <a:gd name="T0" fmla="*/ 0 w 17"/>
                  <a:gd name="T1" fmla="*/ 2 h 4"/>
                  <a:gd name="T2" fmla="*/ 9 w 17"/>
                  <a:gd name="T3" fmla="*/ 4 h 4"/>
                  <a:gd name="T4" fmla="*/ 17 w 17"/>
                  <a:gd name="T5" fmla="*/ 2 h 4"/>
                  <a:gd name="T6" fmla="*/ 8 w 17"/>
                  <a:gd name="T7" fmla="*/ 0 h 4"/>
                  <a:gd name="T8" fmla="*/ 0 w 1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0" y="2"/>
                    </a:moveTo>
                    <a:lnTo>
                      <a:pt x="9" y="4"/>
                    </a:lnTo>
                    <a:lnTo>
                      <a:pt x="17" y="2"/>
                    </a:lnTo>
                    <a:lnTo>
                      <a:pt x="8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7" name="Freeform 6366">
                <a:extLst>
                  <a:ext uri="{FF2B5EF4-FFF2-40B4-BE49-F238E27FC236}">
                    <a16:creationId xmlns:a16="http://schemas.microsoft.com/office/drawing/2014/main" id="{D107DDD8-6D07-4EB0-B4FD-585203B517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4" y="2860"/>
                <a:ext cx="7" cy="8"/>
              </a:xfrm>
              <a:custGeom>
                <a:avLst/>
                <a:gdLst>
                  <a:gd name="T0" fmla="*/ 0 w 7"/>
                  <a:gd name="T1" fmla="*/ 4 h 8"/>
                  <a:gd name="T2" fmla="*/ 2 w 7"/>
                  <a:gd name="T3" fmla="*/ 8 h 8"/>
                  <a:gd name="T4" fmla="*/ 4 w 7"/>
                  <a:gd name="T5" fmla="*/ 8 h 8"/>
                  <a:gd name="T6" fmla="*/ 6 w 7"/>
                  <a:gd name="T7" fmla="*/ 6 h 8"/>
                  <a:gd name="T8" fmla="*/ 7 w 7"/>
                  <a:gd name="T9" fmla="*/ 2 h 8"/>
                  <a:gd name="T10" fmla="*/ 4 w 7"/>
                  <a:gd name="T11" fmla="*/ 0 h 8"/>
                  <a:gd name="T12" fmla="*/ 0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lnTo>
                      <a:pt x="2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8" name="Freeform 6367">
                <a:extLst>
                  <a:ext uri="{FF2B5EF4-FFF2-40B4-BE49-F238E27FC236}">
                    <a16:creationId xmlns:a16="http://schemas.microsoft.com/office/drawing/2014/main" id="{3824EF18-2DD6-44E8-9778-0DB84A0B0E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72" y="2812"/>
                <a:ext cx="9" cy="13"/>
              </a:xfrm>
              <a:custGeom>
                <a:avLst/>
                <a:gdLst>
                  <a:gd name="T0" fmla="*/ 9 w 9"/>
                  <a:gd name="T1" fmla="*/ 7 h 13"/>
                  <a:gd name="T2" fmla="*/ 7 w 9"/>
                  <a:gd name="T3" fmla="*/ 2 h 13"/>
                  <a:gd name="T4" fmla="*/ 5 w 9"/>
                  <a:gd name="T5" fmla="*/ 0 h 13"/>
                  <a:gd name="T6" fmla="*/ 2 w 9"/>
                  <a:gd name="T7" fmla="*/ 3 h 13"/>
                  <a:gd name="T8" fmla="*/ 2 w 9"/>
                  <a:gd name="T9" fmla="*/ 7 h 13"/>
                  <a:gd name="T10" fmla="*/ 0 w 9"/>
                  <a:gd name="T11" fmla="*/ 7 h 13"/>
                  <a:gd name="T12" fmla="*/ 0 w 9"/>
                  <a:gd name="T13" fmla="*/ 11 h 13"/>
                  <a:gd name="T14" fmla="*/ 2 w 9"/>
                  <a:gd name="T15" fmla="*/ 13 h 13"/>
                  <a:gd name="T16" fmla="*/ 5 w 9"/>
                  <a:gd name="T17" fmla="*/ 13 h 13"/>
                  <a:gd name="T18" fmla="*/ 9 w 9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9" y="7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9" name="Freeform 6368">
                <a:extLst>
                  <a:ext uri="{FF2B5EF4-FFF2-40B4-BE49-F238E27FC236}">
                    <a16:creationId xmlns:a16="http://schemas.microsoft.com/office/drawing/2014/main" id="{EC14E90E-9287-4FA8-AE1A-B4954C13375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2" y="3173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4 w 7"/>
                  <a:gd name="T7" fmla="*/ 4 h 8"/>
                  <a:gd name="T8" fmla="*/ 0 w 7"/>
                  <a:gd name="T9" fmla="*/ 8 h 8"/>
                  <a:gd name="T10" fmla="*/ 5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0" name="Freeform 6369">
                <a:extLst>
                  <a:ext uri="{FF2B5EF4-FFF2-40B4-BE49-F238E27FC236}">
                    <a16:creationId xmlns:a16="http://schemas.microsoft.com/office/drawing/2014/main" id="{E36AF71F-8965-4BFD-8519-01C9D92539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1" y="3177"/>
                <a:ext cx="10" cy="11"/>
              </a:xfrm>
              <a:custGeom>
                <a:avLst/>
                <a:gdLst>
                  <a:gd name="T0" fmla="*/ 2 w 10"/>
                  <a:gd name="T1" fmla="*/ 9 h 11"/>
                  <a:gd name="T2" fmla="*/ 6 w 10"/>
                  <a:gd name="T3" fmla="*/ 11 h 11"/>
                  <a:gd name="T4" fmla="*/ 10 w 10"/>
                  <a:gd name="T5" fmla="*/ 9 h 11"/>
                  <a:gd name="T6" fmla="*/ 6 w 10"/>
                  <a:gd name="T7" fmla="*/ 8 h 11"/>
                  <a:gd name="T8" fmla="*/ 8 w 10"/>
                  <a:gd name="T9" fmla="*/ 6 h 11"/>
                  <a:gd name="T10" fmla="*/ 8 w 10"/>
                  <a:gd name="T11" fmla="*/ 2 h 11"/>
                  <a:gd name="T12" fmla="*/ 4 w 10"/>
                  <a:gd name="T13" fmla="*/ 0 h 11"/>
                  <a:gd name="T14" fmla="*/ 0 w 10"/>
                  <a:gd name="T15" fmla="*/ 4 h 11"/>
                  <a:gd name="T16" fmla="*/ 2 w 10"/>
                  <a:gd name="T17" fmla="*/ 6 h 11"/>
                  <a:gd name="T18" fmla="*/ 0 w 10"/>
                  <a:gd name="T19" fmla="*/ 6 h 11"/>
                  <a:gd name="T20" fmla="*/ 2 w 10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2" y="9"/>
                    </a:moveTo>
                    <a:lnTo>
                      <a:pt x="6" y="11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1" name="Freeform 6370">
                <a:extLst>
                  <a:ext uri="{FF2B5EF4-FFF2-40B4-BE49-F238E27FC236}">
                    <a16:creationId xmlns:a16="http://schemas.microsoft.com/office/drawing/2014/main" id="{3B7822B5-919C-448A-82BC-AB26F579071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20" y="3166"/>
                <a:ext cx="39" cy="45"/>
              </a:xfrm>
              <a:custGeom>
                <a:avLst/>
                <a:gdLst>
                  <a:gd name="T0" fmla="*/ 2 w 39"/>
                  <a:gd name="T1" fmla="*/ 9 h 45"/>
                  <a:gd name="T2" fmla="*/ 6 w 39"/>
                  <a:gd name="T3" fmla="*/ 17 h 45"/>
                  <a:gd name="T4" fmla="*/ 10 w 39"/>
                  <a:gd name="T5" fmla="*/ 19 h 45"/>
                  <a:gd name="T6" fmla="*/ 10 w 39"/>
                  <a:gd name="T7" fmla="*/ 20 h 45"/>
                  <a:gd name="T8" fmla="*/ 11 w 39"/>
                  <a:gd name="T9" fmla="*/ 24 h 45"/>
                  <a:gd name="T10" fmla="*/ 13 w 39"/>
                  <a:gd name="T11" fmla="*/ 24 h 45"/>
                  <a:gd name="T12" fmla="*/ 13 w 39"/>
                  <a:gd name="T13" fmla="*/ 26 h 45"/>
                  <a:gd name="T14" fmla="*/ 17 w 39"/>
                  <a:gd name="T15" fmla="*/ 28 h 45"/>
                  <a:gd name="T16" fmla="*/ 19 w 39"/>
                  <a:gd name="T17" fmla="*/ 33 h 45"/>
                  <a:gd name="T18" fmla="*/ 21 w 39"/>
                  <a:gd name="T19" fmla="*/ 32 h 45"/>
                  <a:gd name="T20" fmla="*/ 21 w 39"/>
                  <a:gd name="T21" fmla="*/ 32 h 45"/>
                  <a:gd name="T22" fmla="*/ 23 w 39"/>
                  <a:gd name="T23" fmla="*/ 35 h 45"/>
                  <a:gd name="T24" fmla="*/ 26 w 39"/>
                  <a:gd name="T25" fmla="*/ 35 h 45"/>
                  <a:gd name="T26" fmla="*/ 26 w 39"/>
                  <a:gd name="T27" fmla="*/ 39 h 45"/>
                  <a:gd name="T28" fmla="*/ 30 w 39"/>
                  <a:gd name="T29" fmla="*/ 41 h 45"/>
                  <a:gd name="T30" fmla="*/ 32 w 39"/>
                  <a:gd name="T31" fmla="*/ 41 h 45"/>
                  <a:gd name="T32" fmla="*/ 36 w 39"/>
                  <a:gd name="T33" fmla="*/ 43 h 45"/>
                  <a:gd name="T34" fmla="*/ 36 w 39"/>
                  <a:gd name="T35" fmla="*/ 41 h 45"/>
                  <a:gd name="T36" fmla="*/ 39 w 39"/>
                  <a:gd name="T37" fmla="*/ 45 h 45"/>
                  <a:gd name="T38" fmla="*/ 39 w 39"/>
                  <a:gd name="T39" fmla="*/ 37 h 45"/>
                  <a:gd name="T40" fmla="*/ 37 w 39"/>
                  <a:gd name="T41" fmla="*/ 35 h 45"/>
                  <a:gd name="T42" fmla="*/ 32 w 39"/>
                  <a:gd name="T43" fmla="*/ 33 h 45"/>
                  <a:gd name="T44" fmla="*/ 30 w 39"/>
                  <a:gd name="T45" fmla="*/ 28 h 45"/>
                  <a:gd name="T46" fmla="*/ 26 w 39"/>
                  <a:gd name="T47" fmla="*/ 24 h 45"/>
                  <a:gd name="T48" fmla="*/ 24 w 39"/>
                  <a:gd name="T49" fmla="*/ 26 h 45"/>
                  <a:gd name="T50" fmla="*/ 23 w 39"/>
                  <a:gd name="T51" fmla="*/ 20 h 45"/>
                  <a:gd name="T52" fmla="*/ 17 w 39"/>
                  <a:gd name="T53" fmla="*/ 13 h 45"/>
                  <a:gd name="T54" fmla="*/ 15 w 39"/>
                  <a:gd name="T55" fmla="*/ 13 h 45"/>
                  <a:gd name="T56" fmla="*/ 13 w 39"/>
                  <a:gd name="T57" fmla="*/ 11 h 45"/>
                  <a:gd name="T58" fmla="*/ 10 w 39"/>
                  <a:gd name="T59" fmla="*/ 9 h 45"/>
                  <a:gd name="T60" fmla="*/ 10 w 39"/>
                  <a:gd name="T61" fmla="*/ 7 h 45"/>
                  <a:gd name="T62" fmla="*/ 8 w 39"/>
                  <a:gd name="T63" fmla="*/ 4 h 45"/>
                  <a:gd name="T64" fmla="*/ 6 w 39"/>
                  <a:gd name="T65" fmla="*/ 6 h 45"/>
                  <a:gd name="T66" fmla="*/ 2 w 39"/>
                  <a:gd name="T67" fmla="*/ 0 h 45"/>
                  <a:gd name="T68" fmla="*/ 0 w 39"/>
                  <a:gd name="T69" fmla="*/ 6 h 45"/>
                  <a:gd name="T70" fmla="*/ 2 w 39"/>
                  <a:gd name="T71" fmla="*/ 7 h 45"/>
                  <a:gd name="T72" fmla="*/ 2 w 39"/>
                  <a:gd name="T73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45">
                    <a:moveTo>
                      <a:pt x="2" y="9"/>
                    </a:moveTo>
                    <a:lnTo>
                      <a:pt x="6" y="17"/>
                    </a:lnTo>
                    <a:lnTo>
                      <a:pt x="10" y="19"/>
                    </a:lnTo>
                    <a:lnTo>
                      <a:pt x="10" y="20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9" y="33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26" y="39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6" y="43"/>
                    </a:lnTo>
                    <a:lnTo>
                      <a:pt x="36" y="41"/>
                    </a:lnTo>
                    <a:lnTo>
                      <a:pt x="39" y="45"/>
                    </a:lnTo>
                    <a:lnTo>
                      <a:pt x="39" y="37"/>
                    </a:lnTo>
                    <a:lnTo>
                      <a:pt x="37" y="35"/>
                    </a:lnTo>
                    <a:lnTo>
                      <a:pt x="32" y="33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4" y="26"/>
                    </a:lnTo>
                    <a:lnTo>
                      <a:pt x="23" y="20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2" name="Freeform 6371">
                <a:extLst>
                  <a:ext uri="{FF2B5EF4-FFF2-40B4-BE49-F238E27FC236}">
                    <a16:creationId xmlns:a16="http://schemas.microsoft.com/office/drawing/2014/main" id="{1F5D306D-85BE-49A5-8879-0F9FBC5488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90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8 h 9"/>
                  <a:gd name="T4" fmla="*/ 7 w 7"/>
                  <a:gd name="T5" fmla="*/ 8 h 9"/>
                  <a:gd name="T6" fmla="*/ 7 w 7"/>
                  <a:gd name="T7" fmla="*/ 2 h 9"/>
                  <a:gd name="T8" fmla="*/ 3 w 7"/>
                  <a:gd name="T9" fmla="*/ 0 h 9"/>
                  <a:gd name="T10" fmla="*/ 0 w 7"/>
                  <a:gd name="T11" fmla="*/ 2 h 9"/>
                  <a:gd name="T12" fmla="*/ 0 w 7"/>
                  <a:gd name="T13" fmla="*/ 6 h 9"/>
                  <a:gd name="T14" fmla="*/ 3 w 7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lnTo>
                      <a:pt x="5" y="8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3" name="Freeform 6372">
                <a:extLst>
                  <a:ext uri="{FF2B5EF4-FFF2-40B4-BE49-F238E27FC236}">
                    <a16:creationId xmlns:a16="http://schemas.microsoft.com/office/drawing/2014/main" id="{CF0D250C-CAE6-46AD-9391-BFAF608B91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5" y="3695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2 h 8"/>
                  <a:gd name="T4" fmla="*/ 0 w 7"/>
                  <a:gd name="T5" fmla="*/ 4 h 8"/>
                  <a:gd name="T6" fmla="*/ 0 w 7"/>
                  <a:gd name="T7" fmla="*/ 8 h 8"/>
                  <a:gd name="T8" fmla="*/ 4 w 7"/>
                  <a:gd name="T9" fmla="*/ 8 h 8"/>
                  <a:gd name="T10" fmla="*/ 4 w 7"/>
                  <a:gd name="T11" fmla="*/ 8 h 8"/>
                  <a:gd name="T12" fmla="*/ 7 w 7"/>
                  <a:gd name="T13" fmla="*/ 8 h 8"/>
                  <a:gd name="T14" fmla="*/ 4 w 7"/>
                  <a:gd name="T15" fmla="*/ 2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4" name="Freeform 6373">
                <a:extLst>
                  <a:ext uri="{FF2B5EF4-FFF2-40B4-BE49-F238E27FC236}">
                    <a16:creationId xmlns:a16="http://schemas.microsoft.com/office/drawing/2014/main" id="{F9281791-E1C8-48C4-B802-7587A20D09A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424" y="3610"/>
                <a:ext cx="24" cy="20"/>
              </a:xfrm>
              <a:custGeom>
                <a:avLst/>
                <a:gdLst>
                  <a:gd name="T0" fmla="*/ 20 w 24"/>
                  <a:gd name="T1" fmla="*/ 9 h 20"/>
                  <a:gd name="T2" fmla="*/ 19 w 24"/>
                  <a:gd name="T3" fmla="*/ 9 h 20"/>
                  <a:gd name="T4" fmla="*/ 17 w 24"/>
                  <a:gd name="T5" fmla="*/ 11 h 20"/>
                  <a:gd name="T6" fmla="*/ 15 w 24"/>
                  <a:gd name="T7" fmla="*/ 11 h 20"/>
                  <a:gd name="T8" fmla="*/ 15 w 24"/>
                  <a:gd name="T9" fmla="*/ 11 h 20"/>
                  <a:gd name="T10" fmla="*/ 17 w 24"/>
                  <a:gd name="T11" fmla="*/ 9 h 20"/>
                  <a:gd name="T12" fmla="*/ 17 w 24"/>
                  <a:gd name="T13" fmla="*/ 3 h 20"/>
                  <a:gd name="T14" fmla="*/ 13 w 24"/>
                  <a:gd name="T15" fmla="*/ 5 h 20"/>
                  <a:gd name="T16" fmla="*/ 13 w 24"/>
                  <a:gd name="T17" fmla="*/ 3 h 20"/>
                  <a:gd name="T18" fmla="*/ 9 w 24"/>
                  <a:gd name="T19" fmla="*/ 5 h 20"/>
                  <a:gd name="T20" fmla="*/ 7 w 24"/>
                  <a:gd name="T21" fmla="*/ 7 h 20"/>
                  <a:gd name="T22" fmla="*/ 7 w 24"/>
                  <a:gd name="T23" fmla="*/ 7 h 20"/>
                  <a:gd name="T24" fmla="*/ 7 w 24"/>
                  <a:gd name="T25" fmla="*/ 7 h 20"/>
                  <a:gd name="T26" fmla="*/ 7 w 24"/>
                  <a:gd name="T27" fmla="*/ 5 h 20"/>
                  <a:gd name="T28" fmla="*/ 7 w 24"/>
                  <a:gd name="T29" fmla="*/ 3 h 20"/>
                  <a:gd name="T30" fmla="*/ 7 w 24"/>
                  <a:gd name="T31" fmla="*/ 3 h 20"/>
                  <a:gd name="T32" fmla="*/ 7 w 24"/>
                  <a:gd name="T33" fmla="*/ 0 h 20"/>
                  <a:gd name="T34" fmla="*/ 4 w 24"/>
                  <a:gd name="T35" fmla="*/ 3 h 20"/>
                  <a:gd name="T36" fmla="*/ 2 w 24"/>
                  <a:gd name="T37" fmla="*/ 5 h 20"/>
                  <a:gd name="T38" fmla="*/ 4 w 24"/>
                  <a:gd name="T39" fmla="*/ 7 h 20"/>
                  <a:gd name="T40" fmla="*/ 4 w 24"/>
                  <a:gd name="T41" fmla="*/ 11 h 20"/>
                  <a:gd name="T42" fmla="*/ 4 w 24"/>
                  <a:gd name="T43" fmla="*/ 11 h 20"/>
                  <a:gd name="T44" fmla="*/ 2 w 24"/>
                  <a:gd name="T45" fmla="*/ 13 h 20"/>
                  <a:gd name="T46" fmla="*/ 0 w 24"/>
                  <a:gd name="T47" fmla="*/ 16 h 20"/>
                  <a:gd name="T48" fmla="*/ 0 w 24"/>
                  <a:gd name="T49" fmla="*/ 20 h 20"/>
                  <a:gd name="T50" fmla="*/ 4 w 24"/>
                  <a:gd name="T51" fmla="*/ 18 h 20"/>
                  <a:gd name="T52" fmla="*/ 6 w 24"/>
                  <a:gd name="T53" fmla="*/ 16 h 20"/>
                  <a:gd name="T54" fmla="*/ 7 w 24"/>
                  <a:gd name="T55" fmla="*/ 16 h 20"/>
                  <a:gd name="T56" fmla="*/ 7 w 24"/>
                  <a:gd name="T57" fmla="*/ 16 h 20"/>
                  <a:gd name="T58" fmla="*/ 11 w 24"/>
                  <a:gd name="T59" fmla="*/ 20 h 20"/>
                  <a:gd name="T60" fmla="*/ 13 w 24"/>
                  <a:gd name="T61" fmla="*/ 20 h 20"/>
                  <a:gd name="T62" fmla="*/ 13 w 24"/>
                  <a:gd name="T63" fmla="*/ 18 h 20"/>
                  <a:gd name="T64" fmla="*/ 13 w 24"/>
                  <a:gd name="T65" fmla="*/ 20 h 20"/>
                  <a:gd name="T66" fmla="*/ 17 w 24"/>
                  <a:gd name="T67" fmla="*/ 20 h 20"/>
                  <a:gd name="T68" fmla="*/ 19 w 24"/>
                  <a:gd name="T69" fmla="*/ 20 h 20"/>
                  <a:gd name="T70" fmla="*/ 22 w 24"/>
                  <a:gd name="T71" fmla="*/ 18 h 20"/>
                  <a:gd name="T72" fmla="*/ 22 w 24"/>
                  <a:gd name="T73" fmla="*/ 16 h 20"/>
                  <a:gd name="T74" fmla="*/ 19 w 24"/>
                  <a:gd name="T75" fmla="*/ 16 h 20"/>
                  <a:gd name="T76" fmla="*/ 19 w 24"/>
                  <a:gd name="T77" fmla="*/ 16 h 20"/>
                  <a:gd name="T78" fmla="*/ 19 w 24"/>
                  <a:gd name="T79" fmla="*/ 15 h 20"/>
                  <a:gd name="T80" fmla="*/ 20 w 24"/>
                  <a:gd name="T81" fmla="*/ 15 h 20"/>
                  <a:gd name="T82" fmla="*/ 22 w 24"/>
                  <a:gd name="T83" fmla="*/ 15 h 20"/>
                  <a:gd name="T84" fmla="*/ 24 w 24"/>
                  <a:gd name="T85" fmla="*/ 13 h 20"/>
                  <a:gd name="T86" fmla="*/ 22 w 24"/>
                  <a:gd name="T87" fmla="*/ 9 h 20"/>
                  <a:gd name="T88" fmla="*/ 20 w 24"/>
                  <a:gd name="T89" fmla="*/ 9 h 20"/>
                  <a:gd name="T90" fmla="*/ 11 w 24"/>
                  <a:gd name="T91" fmla="*/ 9 h 20"/>
                  <a:gd name="T92" fmla="*/ 11 w 24"/>
                  <a:gd name="T93" fmla="*/ 9 h 20"/>
                  <a:gd name="T94" fmla="*/ 11 w 24"/>
                  <a:gd name="T95" fmla="*/ 9 h 20"/>
                  <a:gd name="T96" fmla="*/ 11 w 24"/>
                  <a:gd name="T97" fmla="*/ 9 h 20"/>
                  <a:gd name="T98" fmla="*/ 11 w 24"/>
                  <a:gd name="T99" fmla="*/ 7 h 20"/>
                  <a:gd name="T100" fmla="*/ 11 w 24"/>
                  <a:gd name="T10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0">
                    <a:moveTo>
                      <a:pt x="20" y="9"/>
                    </a:moveTo>
                    <a:lnTo>
                      <a:pt x="19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9"/>
                    </a:lnTo>
                    <a:lnTo>
                      <a:pt x="17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7" y="20"/>
                    </a:lnTo>
                    <a:lnTo>
                      <a:pt x="19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4" y="13"/>
                    </a:lnTo>
                    <a:lnTo>
                      <a:pt x="22" y="9"/>
                    </a:lnTo>
                    <a:lnTo>
                      <a:pt x="20" y="9"/>
                    </a:lnTo>
                    <a:close/>
                    <a:moveTo>
                      <a:pt x="11" y="9"/>
                    </a:move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5" name="Freeform 6374">
                <a:extLst>
                  <a:ext uri="{FF2B5EF4-FFF2-40B4-BE49-F238E27FC236}">
                    <a16:creationId xmlns:a16="http://schemas.microsoft.com/office/drawing/2014/main" id="{341EE6AC-4803-4D80-AAF6-22F0847680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3142"/>
                <a:ext cx="11" cy="13"/>
              </a:xfrm>
              <a:custGeom>
                <a:avLst/>
                <a:gdLst>
                  <a:gd name="T0" fmla="*/ 9 w 11"/>
                  <a:gd name="T1" fmla="*/ 2 h 13"/>
                  <a:gd name="T2" fmla="*/ 8 w 11"/>
                  <a:gd name="T3" fmla="*/ 0 h 13"/>
                  <a:gd name="T4" fmla="*/ 6 w 11"/>
                  <a:gd name="T5" fmla="*/ 2 h 13"/>
                  <a:gd name="T6" fmla="*/ 2 w 11"/>
                  <a:gd name="T7" fmla="*/ 2 h 13"/>
                  <a:gd name="T8" fmla="*/ 2 w 11"/>
                  <a:gd name="T9" fmla="*/ 5 h 13"/>
                  <a:gd name="T10" fmla="*/ 0 w 11"/>
                  <a:gd name="T11" fmla="*/ 7 h 13"/>
                  <a:gd name="T12" fmla="*/ 6 w 11"/>
                  <a:gd name="T13" fmla="*/ 13 h 13"/>
                  <a:gd name="T14" fmla="*/ 9 w 11"/>
                  <a:gd name="T15" fmla="*/ 9 h 13"/>
                  <a:gd name="T16" fmla="*/ 9 w 11"/>
                  <a:gd name="T17" fmla="*/ 7 h 13"/>
                  <a:gd name="T18" fmla="*/ 11 w 11"/>
                  <a:gd name="T19" fmla="*/ 5 h 13"/>
                  <a:gd name="T20" fmla="*/ 9 w 11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3">
                    <a:moveTo>
                      <a:pt x="9" y="2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6" name="Freeform 6375">
                <a:extLst>
                  <a:ext uri="{FF2B5EF4-FFF2-40B4-BE49-F238E27FC236}">
                    <a16:creationId xmlns:a16="http://schemas.microsoft.com/office/drawing/2014/main" id="{015F745C-EF47-4B88-974E-BD434A963E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3153"/>
                <a:ext cx="11" cy="11"/>
              </a:xfrm>
              <a:custGeom>
                <a:avLst/>
                <a:gdLst>
                  <a:gd name="T0" fmla="*/ 8 w 11"/>
                  <a:gd name="T1" fmla="*/ 2 h 11"/>
                  <a:gd name="T2" fmla="*/ 4 w 11"/>
                  <a:gd name="T3" fmla="*/ 0 h 11"/>
                  <a:gd name="T4" fmla="*/ 0 w 11"/>
                  <a:gd name="T5" fmla="*/ 2 h 11"/>
                  <a:gd name="T6" fmla="*/ 0 w 11"/>
                  <a:gd name="T7" fmla="*/ 5 h 11"/>
                  <a:gd name="T8" fmla="*/ 4 w 11"/>
                  <a:gd name="T9" fmla="*/ 11 h 11"/>
                  <a:gd name="T10" fmla="*/ 6 w 11"/>
                  <a:gd name="T11" fmla="*/ 11 h 11"/>
                  <a:gd name="T12" fmla="*/ 11 w 11"/>
                  <a:gd name="T13" fmla="*/ 7 h 11"/>
                  <a:gd name="T14" fmla="*/ 9 w 11"/>
                  <a:gd name="T15" fmla="*/ 5 h 11"/>
                  <a:gd name="T16" fmla="*/ 8 w 11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7" name="Freeform 6376">
                <a:extLst>
                  <a:ext uri="{FF2B5EF4-FFF2-40B4-BE49-F238E27FC236}">
                    <a16:creationId xmlns:a16="http://schemas.microsoft.com/office/drawing/2014/main" id="{89B5DC45-31DD-4EEC-ACA9-6441B77159F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143" y="3028"/>
                <a:ext cx="108" cy="196"/>
              </a:xfrm>
              <a:custGeom>
                <a:avLst/>
                <a:gdLst>
                  <a:gd name="T0" fmla="*/ 106 w 108"/>
                  <a:gd name="T1" fmla="*/ 37 h 196"/>
                  <a:gd name="T2" fmla="*/ 104 w 108"/>
                  <a:gd name="T3" fmla="*/ 22 h 196"/>
                  <a:gd name="T4" fmla="*/ 99 w 108"/>
                  <a:gd name="T5" fmla="*/ 11 h 196"/>
                  <a:gd name="T6" fmla="*/ 97 w 108"/>
                  <a:gd name="T7" fmla="*/ 0 h 196"/>
                  <a:gd name="T8" fmla="*/ 87 w 108"/>
                  <a:gd name="T9" fmla="*/ 7 h 196"/>
                  <a:gd name="T10" fmla="*/ 84 w 108"/>
                  <a:gd name="T11" fmla="*/ 19 h 196"/>
                  <a:gd name="T12" fmla="*/ 78 w 108"/>
                  <a:gd name="T13" fmla="*/ 20 h 196"/>
                  <a:gd name="T14" fmla="*/ 80 w 108"/>
                  <a:gd name="T15" fmla="*/ 26 h 196"/>
                  <a:gd name="T16" fmla="*/ 78 w 108"/>
                  <a:gd name="T17" fmla="*/ 26 h 196"/>
                  <a:gd name="T18" fmla="*/ 76 w 108"/>
                  <a:gd name="T19" fmla="*/ 34 h 196"/>
                  <a:gd name="T20" fmla="*/ 72 w 108"/>
                  <a:gd name="T21" fmla="*/ 39 h 196"/>
                  <a:gd name="T22" fmla="*/ 69 w 108"/>
                  <a:gd name="T23" fmla="*/ 43 h 196"/>
                  <a:gd name="T24" fmla="*/ 63 w 108"/>
                  <a:gd name="T25" fmla="*/ 43 h 196"/>
                  <a:gd name="T26" fmla="*/ 59 w 108"/>
                  <a:gd name="T27" fmla="*/ 47 h 196"/>
                  <a:gd name="T28" fmla="*/ 54 w 108"/>
                  <a:gd name="T29" fmla="*/ 58 h 196"/>
                  <a:gd name="T30" fmla="*/ 48 w 108"/>
                  <a:gd name="T31" fmla="*/ 52 h 196"/>
                  <a:gd name="T32" fmla="*/ 39 w 108"/>
                  <a:gd name="T33" fmla="*/ 56 h 196"/>
                  <a:gd name="T34" fmla="*/ 35 w 108"/>
                  <a:gd name="T35" fmla="*/ 56 h 196"/>
                  <a:gd name="T36" fmla="*/ 24 w 108"/>
                  <a:gd name="T37" fmla="*/ 60 h 196"/>
                  <a:gd name="T38" fmla="*/ 18 w 108"/>
                  <a:gd name="T39" fmla="*/ 75 h 196"/>
                  <a:gd name="T40" fmla="*/ 15 w 108"/>
                  <a:gd name="T41" fmla="*/ 86 h 196"/>
                  <a:gd name="T42" fmla="*/ 18 w 108"/>
                  <a:gd name="T43" fmla="*/ 103 h 196"/>
                  <a:gd name="T44" fmla="*/ 20 w 108"/>
                  <a:gd name="T45" fmla="*/ 108 h 196"/>
                  <a:gd name="T46" fmla="*/ 15 w 108"/>
                  <a:gd name="T47" fmla="*/ 119 h 196"/>
                  <a:gd name="T48" fmla="*/ 9 w 108"/>
                  <a:gd name="T49" fmla="*/ 130 h 196"/>
                  <a:gd name="T50" fmla="*/ 2 w 108"/>
                  <a:gd name="T51" fmla="*/ 142 h 196"/>
                  <a:gd name="T52" fmla="*/ 2 w 108"/>
                  <a:gd name="T53" fmla="*/ 153 h 196"/>
                  <a:gd name="T54" fmla="*/ 5 w 108"/>
                  <a:gd name="T55" fmla="*/ 164 h 196"/>
                  <a:gd name="T56" fmla="*/ 5 w 108"/>
                  <a:gd name="T57" fmla="*/ 179 h 196"/>
                  <a:gd name="T58" fmla="*/ 11 w 108"/>
                  <a:gd name="T59" fmla="*/ 186 h 196"/>
                  <a:gd name="T60" fmla="*/ 17 w 108"/>
                  <a:gd name="T61" fmla="*/ 190 h 196"/>
                  <a:gd name="T62" fmla="*/ 22 w 108"/>
                  <a:gd name="T63" fmla="*/ 194 h 196"/>
                  <a:gd name="T64" fmla="*/ 33 w 108"/>
                  <a:gd name="T65" fmla="*/ 194 h 196"/>
                  <a:gd name="T66" fmla="*/ 52 w 108"/>
                  <a:gd name="T67" fmla="*/ 188 h 196"/>
                  <a:gd name="T68" fmla="*/ 59 w 108"/>
                  <a:gd name="T69" fmla="*/ 177 h 196"/>
                  <a:gd name="T70" fmla="*/ 63 w 108"/>
                  <a:gd name="T71" fmla="*/ 168 h 196"/>
                  <a:gd name="T72" fmla="*/ 69 w 108"/>
                  <a:gd name="T73" fmla="*/ 149 h 196"/>
                  <a:gd name="T74" fmla="*/ 78 w 108"/>
                  <a:gd name="T75" fmla="*/ 130 h 196"/>
                  <a:gd name="T76" fmla="*/ 85 w 108"/>
                  <a:gd name="T77" fmla="*/ 104 h 196"/>
                  <a:gd name="T78" fmla="*/ 93 w 108"/>
                  <a:gd name="T79" fmla="*/ 86 h 196"/>
                  <a:gd name="T80" fmla="*/ 95 w 108"/>
                  <a:gd name="T81" fmla="*/ 75 h 196"/>
                  <a:gd name="T82" fmla="*/ 100 w 108"/>
                  <a:gd name="T83" fmla="*/ 73 h 196"/>
                  <a:gd name="T84" fmla="*/ 99 w 108"/>
                  <a:gd name="T85" fmla="*/ 69 h 196"/>
                  <a:gd name="T86" fmla="*/ 99 w 108"/>
                  <a:gd name="T87" fmla="*/ 62 h 196"/>
                  <a:gd name="T88" fmla="*/ 97 w 108"/>
                  <a:gd name="T89" fmla="*/ 54 h 196"/>
                  <a:gd name="T90" fmla="*/ 99 w 108"/>
                  <a:gd name="T91" fmla="*/ 56 h 196"/>
                  <a:gd name="T92" fmla="*/ 106 w 108"/>
                  <a:gd name="T93" fmla="*/ 54 h 196"/>
                  <a:gd name="T94" fmla="*/ 108 w 108"/>
                  <a:gd name="T95" fmla="*/ 47 h 196"/>
                  <a:gd name="T96" fmla="*/ 84 w 108"/>
                  <a:gd name="T97" fmla="*/ 24 h 196"/>
                  <a:gd name="T98" fmla="*/ 85 w 108"/>
                  <a:gd name="T99" fmla="*/ 22 h 196"/>
                  <a:gd name="T100" fmla="*/ 87 w 108"/>
                  <a:gd name="T101" fmla="*/ 15 h 196"/>
                  <a:gd name="T102" fmla="*/ 89 w 108"/>
                  <a:gd name="T103" fmla="*/ 1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8" h="196">
                    <a:moveTo>
                      <a:pt x="106" y="43"/>
                    </a:moveTo>
                    <a:lnTo>
                      <a:pt x="104" y="41"/>
                    </a:lnTo>
                    <a:lnTo>
                      <a:pt x="106" y="41"/>
                    </a:lnTo>
                    <a:lnTo>
                      <a:pt x="106" y="37"/>
                    </a:lnTo>
                    <a:lnTo>
                      <a:pt x="104" y="34"/>
                    </a:lnTo>
                    <a:lnTo>
                      <a:pt x="106" y="34"/>
                    </a:lnTo>
                    <a:lnTo>
                      <a:pt x="106" y="24"/>
                    </a:lnTo>
                    <a:lnTo>
                      <a:pt x="104" y="22"/>
                    </a:lnTo>
                    <a:lnTo>
                      <a:pt x="104" y="17"/>
                    </a:lnTo>
                    <a:lnTo>
                      <a:pt x="102" y="13"/>
                    </a:lnTo>
                    <a:lnTo>
                      <a:pt x="100" y="13"/>
                    </a:lnTo>
                    <a:lnTo>
                      <a:pt x="99" y="11"/>
                    </a:lnTo>
                    <a:lnTo>
                      <a:pt x="99" y="9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7" y="0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87" y="7"/>
                    </a:lnTo>
                    <a:lnTo>
                      <a:pt x="84" y="7"/>
                    </a:lnTo>
                    <a:lnTo>
                      <a:pt x="87" y="11"/>
                    </a:lnTo>
                    <a:lnTo>
                      <a:pt x="82" y="15"/>
                    </a:lnTo>
                    <a:lnTo>
                      <a:pt x="84" y="19"/>
                    </a:lnTo>
                    <a:lnTo>
                      <a:pt x="82" y="20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78" y="20"/>
                    </a:lnTo>
                    <a:lnTo>
                      <a:pt x="76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78" y="26"/>
                    </a:lnTo>
                    <a:lnTo>
                      <a:pt x="76" y="24"/>
                    </a:lnTo>
                    <a:lnTo>
                      <a:pt x="74" y="26"/>
                    </a:lnTo>
                    <a:lnTo>
                      <a:pt x="74" y="30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1" y="34"/>
                    </a:lnTo>
                    <a:lnTo>
                      <a:pt x="72" y="39"/>
                    </a:lnTo>
                    <a:lnTo>
                      <a:pt x="74" y="39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7" y="39"/>
                    </a:lnTo>
                    <a:lnTo>
                      <a:pt x="63" y="43"/>
                    </a:lnTo>
                    <a:lnTo>
                      <a:pt x="65" y="45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59" y="47"/>
                    </a:lnTo>
                    <a:lnTo>
                      <a:pt x="54" y="52"/>
                    </a:lnTo>
                    <a:lnTo>
                      <a:pt x="52" y="56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2" y="58"/>
                    </a:lnTo>
                    <a:lnTo>
                      <a:pt x="52" y="58"/>
                    </a:lnTo>
                    <a:lnTo>
                      <a:pt x="52" y="54"/>
                    </a:lnTo>
                    <a:lnTo>
                      <a:pt x="48" y="52"/>
                    </a:lnTo>
                    <a:lnTo>
                      <a:pt x="46" y="56"/>
                    </a:lnTo>
                    <a:lnTo>
                      <a:pt x="43" y="54"/>
                    </a:lnTo>
                    <a:lnTo>
                      <a:pt x="41" y="54"/>
                    </a:lnTo>
                    <a:lnTo>
                      <a:pt x="39" y="56"/>
                    </a:lnTo>
                    <a:lnTo>
                      <a:pt x="39" y="58"/>
                    </a:lnTo>
                    <a:lnTo>
                      <a:pt x="37" y="56"/>
                    </a:lnTo>
                    <a:lnTo>
                      <a:pt x="37" y="58"/>
                    </a:lnTo>
                    <a:lnTo>
                      <a:pt x="35" y="56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24" y="60"/>
                    </a:lnTo>
                    <a:lnTo>
                      <a:pt x="22" y="63"/>
                    </a:lnTo>
                    <a:lnTo>
                      <a:pt x="22" y="67"/>
                    </a:lnTo>
                    <a:lnTo>
                      <a:pt x="18" y="73"/>
                    </a:lnTo>
                    <a:lnTo>
                      <a:pt x="18" y="75"/>
                    </a:lnTo>
                    <a:lnTo>
                      <a:pt x="15" y="78"/>
                    </a:lnTo>
                    <a:lnTo>
                      <a:pt x="15" y="82"/>
                    </a:lnTo>
                    <a:lnTo>
                      <a:pt x="17" y="82"/>
                    </a:lnTo>
                    <a:lnTo>
                      <a:pt x="15" y="86"/>
                    </a:lnTo>
                    <a:lnTo>
                      <a:pt x="17" y="89"/>
                    </a:lnTo>
                    <a:lnTo>
                      <a:pt x="17" y="93"/>
                    </a:lnTo>
                    <a:lnTo>
                      <a:pt x="20" y="99"/>
                    </a:lnTo>
                    <a:lnTo>
                      <a:pt x="18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0" y="106"/>
                    </a:lnTo>
                    <a:lnTo>
                      <a:pt x="20" y="108"/>
                    </a:lnTo>
                    <a:lnTo>
                      <a:pt x="18" y="114"/>
                    </a:lnTo>
                    <a:lnTo>
                      <a:pt x="17" y="116"/>
                    </a:lnTo>
                    <a:lnTo>
                      <a:pt x="17" y="119"/>
                    </a:lnTo>
                    <a:lnTo>
                      <a:pt x="15" y="119"/>
                    </a:lnTo>
                    <a:lnTo>
                      <a:pt x="13" y="123"/>
                    </a:lnTo>
                    <a:lnTo>
                      <a:pt x="11" y="125"/>
                    </a:lnTo>
                    <a:lnTo>
                      <a:pt x="11" y="129"/>
                    </a:lnTo>
                    <a:lnTo>
                      <a:pt x="9" y="130"/>
                    </a:lnTo>
                    <a:lnTo>
                      <a:pt x="5" y="132"/>
                    </a:lnTo>
                    <a:lnTo>
                      <a:pt x="4" y="134"/>
                    </a:lnTo>
                    <a:lnTo>
                      <a:pt x="4" y="138"/>
                    </a:lnTo>
                    <a:lnTo>
                      <a:pt x="2" y="142"/>
                    </a:lnTo>
                    <a:lnTo>
                      <a:pt x="2" y="145"/>
                    </a:lnTo>
                    <a:lnTo>
                      <a:pt x="0" y="147"/>
                    </a:lnTo>
                    <a:lnTo>
                      <a:pt x="2" y="149"/>
                    </a:lnTo>
                    <a:lnTo>
                      <a:pt x="2" y="153"/>
                    </a:lnTo>
                    <a:lnTo>
                      <a:pt x="5" y="158"/>
                    </a:lnTo>
                    <a:lnTo>
                      <a:pt x="4" y="160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4" y="164"/>
                    </a:lnTo>
                    <a:lnTo>
                      <a:pt x="5" y="171"/>
                    </a:lnTo>
                    <a:lnTo>
                      <a:pt x="4" y="177"/>
                    </a:lnTo>
                    <a:lnTo>
                      <a:pt x="5" y="179"/>
                    </a:lnTo>
                    <a:lnTo>
                      <a:pt x="5" y="181"/>
                    </a:lnTo>
                    <a:lnTo>
                      <a:pt x="7" y="183"/>
                    </a:lnTo>
                    <a:lnTo>
                      <a:pt x="9" y="185"/>
                    </a:lnTo>
                    <a:lnTo>
                      <a:pt x="11" y="186"/>
                    </a:lnTo>
                    <a:lnTo>
                      <a:pt x="11" y="188"/>
                    </a:lnTo>
                    <a:lnTo>
                      <a:pt x="15" y="190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8" y="190"/>
                    </a:lnTo>
                    <a:lnTo>
                      <a:pt x="20" y="194"/>
                    </a:lnTo>
                    <a:lnTo>
                      <a:pt x="22" y="194"/>
                    </a:lnTo>
                    <a:lnTo>
                      <a:pt x="22" y="194"/>
                    </a:lnTo>
                    <a:lnTo>
                      <a:pt x="24" y="196"/>
                    </a:lnTo>
                    <a:lnTo>
                      <a:pt x="26" y="196"/>
                    </a:lnTo>
                    <a:lnTo>
                      <a:pt x="30" y="196"/>
                    </a:lnTo>
                    <a:lnTo>
                      <a:pt x="33" y="194"/>
                    </a:lnTo>
                    <a:lnTo>
                      <a:pt x="35" y="190"/>
                    </a:lnTo>
                    <a:lnTo>
                      <a:pt x="43" y="190"/>
                    </a:lnTo>
                    <a:lnTo>
                      <a:pt x="46" y="190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6" y="185"/>
                    </a:lnTo>
                    <a:lnTo>
                      <a:pt x="56" y="181"/>
                    </a:lnTo>
                    <a:lnTo>
                      <a:pt x="59" y="177"/>
                    </a:lnTo>
                    <a:lnTo>
                      <a:pt x="59" y="175"/>
                    </a:lnTo>
                    <a:lnTo>
                      <a:pt x="61" y="173"/>
                    </a:lnTo>
                    <a:lnTo>
                      <a:pt x="61" y="168"/>
                    </a:lnTo>
                    <a:lnTo>
                      <a:pt x="63" y="168"/>
                    </a:lnTo>
                    <a:lnTo>
                      <a:pt x="63" y="162"/>
                    </a:lnTo>
                    <a:lnTo>
                      <a:pt x="63" y="162"/>
                    </a:lnTo>
                    <a:lnTo>
                      <a:pt x="67" y="158"/>
                    </a:lnTo>
                    <a:lnTo>
                      <a:pt x="69" y="149"/>
                    </a:lnTo>
                    <a:lnTo>
                      <a:pt x="71" y="144"/>
                    </a:lnTo>
                    <a:lnTo>
                      <a:pt x="72" y="142"/>
                    </a:lnTo>
                    <a:lnTo>
                      <a:pt x="74" y="136"/>
                    </a:lnTo>
                    <a:lnTo>
                      <a:pt x="78" y="130"/>
                    </a:lnTo>
                    <a:lnTo>
                      <a:pt x="82" y="119"/>
                    </a:lnTo>
                    <a:lnTo>
                      <a:pt x="84" y="116"/>
                    </a:lnTo>
                    <a:lnTo>
                      <a:pt x="84" y="110"/>
                    </a:lnTo>
                    <a:lnTo>
                      <a:pt x="85" y="104"/>
                    </a:lnTo>
                    <a:lnTo>
                      <a:pt x="87" y="103"/>
                    </a:lnTo>
                    <a:lnTo>
                      <a:pt x="89" y="99"/>
                    </a:lnTo>
                    <a:lnTo>
                      <a:pt x="91" y="91"/>
                    </a:lnTo>
                    <a:lnTo>
                      <a:pt x="93" y="86"/>
                    </a:lnTo>
                    <a:lnTo>
                      <a:pt x="95" y="84"/>
                    </a:lnTo>
                    <a:lnTo>
                      <a:pt x="95" y="80"/>
                    </a:lnTo>
                    <a:lnTo>
                      <a:pt x="93" y="76"/>
                    </a:lnTo>
                    <a:lnTo>
                      <a:pt x="95" y="75"/>
                    </a:lnTo>
                    <a:lnTo>
                      <a:pt x="97" y="71"/>
                    </a:lnTo>
                    <a:lnTo>
                      <a:pt x="97" y="73"/>
                    </a:lnTo>
                    <a:lnTo>
                      <a:pt x="97" y="78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4" y="62"/>
                    </a:lnTo>
                    <a:lnTo>
                      <a:pt x="99" y="69"/>
                    </a:lnTo>
                    <a:lnTo>
                      <a:pt x="99" y="69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9" y="67"/>
                    </a:lnTo>
                    <a:lnTo>
                      <a:pt x="99" y="62"/>
                    </a:lnTo>
                    <a:lnTo>
                      <a:pt x="99" y="62"/>
                    </a:lnTo>
                    <a:lnTo>
                      <a:pt x="99" y="60"/>
                    </a:lnTo>
                    <a:lnTo>
                      <a:pt x="99" y="56"/>
                    </a:lnTo>
                    <a:lnTo>
                      <a:pt x="97" y="54"/>
                    </a:lnTo>
                    <a:lnTo>
                      <a:pt x="97" y="5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6"/>
                    </a:lnTo>
                    <a:lnTo>
                      <a:pt x="102" y="60"/>
                    </a:lnTo>
                    <a:lnTo>
                      <a:pt x="104" y="60"/>
                    </a:lnTo>
                    <a:lnTo>
                      <a:pt x="106" y="58"/>
                    </a:lnTo>
                    <a:lnTo>
                      <a:pt x="106" y="54"/>
                    </a:lnTo>
                    <a:lnTo>
                      <a:pt x="108" y="54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8" y="47"/>
                    </a:lnTo>
                    <a:lnTo>
                      <a:pt x="106" y="43"/>
                    </a:lnTo>
                    <a:close/>
                    <a:moveTo>
                      <a:pt x="82" y="24"/>
                    </a:moveTo>
                    <a:lnTo>
                      <a:pt x="82" y="22"/>
                    </a:lnTo>
                    <a:lnTo>
                      <a:pt x="84" y="24"/>
                    </a:lnTo>
                    <a:lnTo>
                      <a:pt x="82" y="24"/>
                    </a:lnTo>
                    <a:close/>
                    <a:moveTo>
                      <a:pt x="87" y="17"/>
                    </a:moveTo>
                    <a:lnTo>
                      <a:pt x="87" y="20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4" y="19"/>
                    </a:lnTo>
                    <a:lnTo>
                      <a:pt x="87" y="15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3"/>
                    </a:lnTo>
                    <a:lnTo>
                      <a:pt x="89" y="15"/>
                    </a:lnTo>
                    <a:lnTo>
                      <a:pt x="87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8" name="Freeform 6377">
                <a:extLst>
                  <a:ext uri="{FF2B5EF4-FFF2-40B4-BE49-F238E27FC236}">
                    <a16:creationId xmlns:a16="http://schemas.microsoft.com/office/drawing/2014/main" id="{4ECBE2F6-EAFC-4946-91A0-6EFEDE399D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2" y="3520"/>
                <a:ext cx="10" cy="23"/>
              </a:xfrm>
              <a:custGeom>
                <a:avLst/>
                <a:gdLst>
                  <a:gd name="T0" fmla="*/ 4 w 10"/>
                  <a:gd name="T1" fmla="*/ 11 h 23"/>
                  <a:gd name="T2" fmla="*/ 10 w 10"/>
                  <a:gd name="T3" fmla="*/ 9 h 23"/>
                  <a:gd name="T4" fmla="*/ 10 w 10"/>
                  <a:gd name="T5" fmla="*/ 6 h 23"/>
                  <a:gd name="T6" fmla="*/ 4 w 10"/>
                  <a:gd name="T7" fmla="*/ 0 h 23"/>
                  <a:gd name="T8" fmla="*/ 0 w 10"/>
                  <a:gd name="T9" fmla="*/ 2 h 23"/>
                  <a:gd name="T10" fmla="*/ 2 w 10"/>
                  <a:gd name="T11" fmla="*/ 4 h 23"/>
                  <a:gd name="T12" fmla="*/ 0 w 10"/>
                  <a:gd name="T13" fmla="*/ 8 h 23"/>
                  <a:gd name="T14" fmla="*/ 2 w 10"/>
                  <a:gd name="T15" fmla="*/ 9 h 23"/>
                  <a:gd name="T16" fmla="*/ 2 w 10"/>
                  <a:gd name="T17" fmla="*/ 11 h 23"/>
                  <a:gd name="T18" fmla="*/ 2 w 10"/>
                  <a:gd name="T19" fmla="*/ 11 h 23"/>
                  <a:gd name="T20" fmla="*/ 0 w 10"/>
                  <a:gd name="T21" fmla="*/ 13 h 23"/>
                  <a:gd name="T22" fmla="*/ 0 w 10"/>
                  <a:gd name="T23" fmla="*/ 17 h 23"/>
                  <a:gd name="T24" fmla="*/ 4 w 10"/>
                  <a:gd name="T25" fmla="*/ 17 h 23"/>
                  <a:gd name="T26" fmla="*/ 0 w 10"/>
                  <a:gd name="T27" fmla="*/ 19 h 23"/>
                  <a:gd name="T28" fmla="*/ 4 w 10"/>
                  <a:gd name="T29" fmla="*/ 23 h 23"/>
                  <a:gd name="T30" fmla="*/ 6 w 10"/>
                  <a:gd name="T31" fmla="*/ 17 h 23"/>
                  <a:gd name="T32" fmla="*/ 6 w 10"/>
                  <a:gd name="T33" fmla="*/ 17 h 23"/>
                  <a:gd name="T34" fmla="*/ 10 w 10"/>
                  <a:gd name="T35" fmla="*/ 19 h 23"/>
                  <a:gd name="T36" fmla="*/ 10 w 10"/>
                  <a:gd name="T37" fmla="*/ 15 h 23"/>
                  <a:gd name="T38" fmla="*/ 6 w 10"/>
                  <a:gd name="T39" fmla="*/ 11 h 23"/>
                  <a:gd name="T40" fmla="*/ 4 w 10"/>
                  <a:gd name="T41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23">
                    <a:moveTo>
                      <a:pt x="4" y="11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17"/>
                    </a:lnTo>
                    <a:lnTo>
                      <a:pt x="0" y="19"/>
                    </a:lnTo>
                    <a:lnTo>
                      <a:pt x="4" y="23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0" y="15"/>
                    </a:lnTo>
                    <a:lnTo>
                      <a:pt x="6" y="11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9" name="Freeform 6378">
                <a:extLst>
                  <a:ext uri="{FF2B5EF4-FFF2-40B4-BE49-F238E27FC236}">
                    <a16:creationId xmlns:a16="http://schemas.microsoft.com/office/drawing/2014/main" id="{9139CC5D-3FBE-45EE-8C57-D9B0B2AFA1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4" y="3024"/>
                <a:ext cx="13" cy="13"/>
              </a:xfrm>
              <a:custGeom>
                <a:avLst/>
                <a:gdLst>
                  <a:gd name="T0" fmla="*/ 11 w 13"/>
                  <a:gd name="T1" fmla="*/ 6 h 13"/>
                  <a:gd name="T2" fmla="*/ 13 w 13"/>
                  <a:gd name="T3" fmla="*/ 4 h 13"/>
                  <a:gd name="T4" fmla="*/ 11 w 13"/>
                  <a:gd name="T5" fmla="*/ 0 h 13"/>
                  <a:gd name="T6" fmla="*/ 8 w 13"/>
                  <a:gd name="T7" fmla="*/ 4 h 13"/>
                  <a:gd name="T8" fmla="*/ 6 w 13"/>
                  <a:gd name="T9" fmla="*/ 8 h 13"/>
                  <a:gd name="T10" fmla="*/ 2 w 13"/>
                  <a:gd name="T11" fmla="*/ 10 h 13"/>
                  <a:gd name="T12" fmla="*/ 0 w 13"/>
                  <a:gd name="T13" fmla="*/ 10 h 13"/>
                  <a:gd name="T14" fmla="*/ 4 w 13"/>
                  <a:gd name="T15" fmla="*/ 13 h 13"/>
                  <a:gd name="T16" fmla="*/ 6 w 13"/>
                  <a:gd name="T17" fmla="*/ 11 h 13"/>
                  <a:gd name="T18" fmla="*/ 8 w 13"/>
                  <a:gd name="T19" fmla="*/ 11 h 13"/>
                  <a:gd name="T20" fmla="*/ 8 w 13"/>
                  <a:gd name="T21" fmla="*/ 8 h 13"/>
                  <a:gd name="T22" fmla="*/ 9 w 13"/>
                  <a:gd name="T23" fmla="*/ 10 h 13"/>
                  <a:gd name="T24" fmla="*/ 11 w 13"/>
                  <a:gd name="T2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11" y="6"/>
                    </a:move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0" name="Freeform 6379">
                <a:extLst>
                  <a:ext uri="{FF2B5EF4-FFF2-40B4-BE49-F238E27FC236}">
                    <a16:creationId xmlns:a16="http://schemas.microsoft.com/office/drawing/2014/main" id="{F5CB2520-2FD1-435B-88F4-85D1E6AAAC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5" y="3114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0 w 6"/>
                  <a:gd name="T7" fmla="*/ 2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1" name="Freeform 6380">
                <a:extLst>
                  <a:ext uri="{FF2B5EF4-FFF2-40B4-BE49-F238E27FC236}">
                    <a16:creationId xmlns:a16="http://schemas.microsoft.com/office/drawing/2014/main" id="{C298F615-502D-4488-AF5E-CE10E914202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1" y="3106"/>
                <a:ext cx="12" cy="8"/>
              </a:xfrm>
              <a:custGeom>
                <a:avLst/>
                <a:gdLst>
                  <a:gd name="T0" fmla="*/ 6 w 6"/>
                  <a:gd name="T1" fmla="*/ 1 h 4"/>
                  <a:gd name="T2" fmla="*/ 3 w 6"/>
                  <a:gd name="T3" fmla="*/ 0 h 4"/>
                  <a:gd name="T4" fmla="*/ 1 w 6"/>
                  <a:gd name="T5" fmla="*/ 1 h 4"/>
                  <a:gd name="T6" fmla="*/ 1 w 6"/>
                  <a:gd name="T7" fmla="*/ 1 h 4"/>
                  <a:gd name="T8" fmla="*/ 1 w 6"/>
                  <a:gd name="T9" fmla="*/ 3 h 4"/>
                  <a:gd name="T10" fmla="*/ 2 w 6"/>
                  <a:gd name="T11" fmla="*/ 4 h 4"/>
                  <a:gd name="T12" fmla="*/ 3 w 6"/>
                  <a:gd name="T13" fmla="*/ 3 h 4"/>
                  <a:gd name="T14" fmla="*/ 4 w 6"/>
                  <a:gd name="T15" fmla="*/ 2 h 4"/>
                  <a:gd name="T16" fmla="*/ 6 w 6"/>
                  <a:gd name="T17" fmla="*/ 2 h 4"/>
                  <a:gd name="T18" fmla="*/ 6 w 6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2" name="Freeform 6381">
                <a:extLst>
                  <a:ext uri="{FF2B5EF4-FFF2-40B4-BE49-F238E27FC236}">
                    <a16:creationId xmlns:a16="http://schemas.microsoft.com/office/drawing/2014/main" id="{592BC5CF-76E3-406B-8D8A-DFDB5E2169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0" y="301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4 w 5"/>
                  <a:gd name="T3" fmla="*/ 3 h 5"/>
                  <a:gd name="T4" fmla="*/ 5 w 5"/>
                  <a:gd name="T5" fmla="*/ 3 h 5"/>
                  <a:gd name="T6" fmla="*/ 4 w 5"/>
                  <a:gd name="T7" fmla="*/ 0 h 5"/>
                  <a:gd name="T8" fmla="*/ 0 w 5"/>
                  <a:gd name="T9" fmla="*/ 0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3" name="Freeform 6382">
                <a:extLst>
                  <a:ext uri="{FF2B5EF4-FFF2-40B4-BE49-F238E27FC236}">
                    <a16:creationId xmlns:a16="http://schemas.microsoft.com/office/drawing/2014/main" id="{CCDE2CEB-B134-40AE-B41C-9EB01791AC9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72" y="3528"/>
                <a:ext cx="54" cy="74"/>
              </a:xfrm>
              <a:custGeom>
                <a:avLst/>
                <a:gdLst>
                  <a:gd name="T0" fmla="*/ 25 w 29"/>
                  <a:gd name="T1" fmla="*/ 9 h 40"/>
                  <a:gd name="T2" fmla="*/ 23 w 29"/>
                  <a:gd name="T3" fmla="*/ 9 h 40"/>
                  <a:gd name="T4" fmla="*/ 18 w 29"/>
                  <a:gd name="T5" fmla="*/ 10 h 40"/>
                  <a:gd name="T6" fmla="*/ 16 w 29"/>
                  <a:gd name="T7" fmla="*/ 11 h 40"/>
                  <a:gd name="T8" fmla="*/ 14 w 29"/>
                  <a:gd name="T9" fmla="*/ 11 h 40"/>
                  <a:gd name="T10" fmla="*/ 12 w 29"/>
                  <a:gd name="T11" fmla="*/ 10 h 40"/>
                  <a:gd name="T12" fmla="*/ 8 w 29"/>
                  <a:gd name="T13" fmla="*/ 7 h 40"/>
                  <a:gd name="T14" fmla="*/ 7 w 29"/>
                  <a:gd name="T15" fmla="*/ 5 h 40"/>
                  <a:gd name="T16" fmla="*/ 5 w 29"/>
                  <a:gd name="T17" fmla="*/ 4 h 40"/>
                  <a:gd name="T18" fmla="*/ 7 w 29"/>
                  <a:gd name="T19" fmla="*/ 3 h 40"/>
                  <a:gd name="T20" fmla="*/ 5 w 29"/>
                  <a:gd name="T21" fmla="*/ 1 h 40"/>
                  <a:gd name="T22" fmla="*/ 3 w 29"/>
                  <a:gd name="T23" fmla="*/ 1 h 40"/>
                  <a:gd name="T24" fmla="*/ 4 w 29"/>
                  <a:gd name="T25" fmla="*/ 4 h 40"/>
                  <a:gd name="T26" fmla="*/ 2 w 29"/>
                  <a:gd name="T27" fmla="*/ 4 h 40"/>
                  <a:gd name="T28" fmla="*/ 1 w 29"/>
                  <a:gd name="T29" fmla="*/ 6 h 40"/>
                  <a:gd name="T30" fmla="*/ 1 w 29"/>
                  <a:gd name="T31" fmla="*/ 9 h 40"/>
                  <a:gd name="T32" fmla="*/ 1 w 29"/>
                  <a:gd name="T33" fmla="*/ 13 h 40"/>
                  <a:gd name="T34" fmla="*/ 1 w 29"/>
                  <a:gd name="T35" fmla="*/ 19 h 40"/>
                  <a:gd name="T36" fmla="*/ 2 w 29"/>
                  <a:gd name="T37" fmla="*/ 22 h 40"/>
                  <a:gd name="T38" fmla="*/ 1 w 29"/>
                  <a:gd name="T39" fmla="*/ 21 h 40"/>
                  <a:gd name="T40" fmla="*/ 0 w 29"/>
                  <a:gd name="T41" fmla="*/ 27 h 40"/>
                  <a:gd name="T42" fmla="*/ 0 w 29"/>
                  <a:gd name="T43" fmla="*/ 28 h 40"/>
                  <a:gd name="T44" fmla="*/ 1 w 29"/>
                  <a:gd name="T45" fmla="*/ 33 h 40"/>
                  <a:gd name="T46" fmla="*/ 1 w 29"/>
                  <a:gd name="T47" fmla="*/ 35 h 40"/>
                  <a:gd name="T48" fmla="*/ 2 w 29"/>
                  <a:gd name="T49" fmla="*/ 36 h 40"/>
                  <a:gd name="T50" fmla="*/ 2 w 29"/>
                  <a:gd name="T51" fmla="*/ 38 h 40"/>
                  <a:gd name="T52" fmla="*/ 3 w 29"/>
                  <a:gd name="T53" fmla="*/ 39 h 40"/>
                  <a:gd name="T54" fmla="*/ 6 w 29"/>
                  <a:gd name="T55" fmla="*/ 40 h 40"/>
                  <a:gd name="T56" fmla="*/ 7 w 29"/>
                  <a:gd name="T57" fmla="*/ 40 h 40"/>
                  <a:gd name="T58" fmla="*/ 10 w 29"/>
                  <a:gd name="T59" fmla="*/ 38 h 40"/>
                  <a:gd name="T60" fmla="*/ 11 w 29"/>
                  <a:gd name="T61" fmla="*/ 35 h 40"/>
                  <a:gd name="T62" fmla="*/ 12 w 29"/>
                  <a:gd name="T63" fmla="*/ 36 h 40"/>
                  <a:gd name="T64" fmla="*/ 13 w 29"/>
                  <a:gd name="T65" fmla="*/ 40 h 40"/>
                  <a:gd name="T66" fmla="*/ 14 w 29"/>
                  <a:gd name="T67" fmla="*/ 36 h 40"/>
                  <a:gd name="T68" fmla="*/ 14 w 29"/>
                  <a:gd name="T69" fmla="*/ 34 h 40"/>
                  <a:gd name="T70" fmla="*/ 16 w 29"/>
                  <a:gd name="T71" fmla="*/ 34 h 40"/>
                  <a:gd name="T72" fmla="*/ 18 w 29"/>
                  <a:gd name="T73" fmla="*/ 36 h 40"/>
                  <a:gd name="T74" fmla="*/ 21 w 29"/>
                  <a:gd name="T75" fmla="*/ 33 h 40"/>
                  <a:gd name="T76" fmla="*/ 20 w 29"/>
                  <a:gd name="T77" fmla="*/ 31 h 40"/>
                  <a:gd name="T78" fmla="*/ 20 w 29"/>
                  <a:gd name="T79" fmla="*/ 31 h 40"/>
                  <a:gd name="T80" fmla="*/ 21 w 29"/>
                  <a:gd name="T81" fmla="*/ 29 h 40"/>
                  <a:gd name="T82" fmla="*/ 22 w 29"/>
                  <a:gd name="T83" fmla="*/ 25 h 40"/>
                  <a:gd name="T84" fmla="*/ 23 w 29"/>
                  <a:gd name="T85" fmla="*/ 24 h 40"/>
                  <a:gd name="T86" fmla="*/ 26 w 29"/>
                  <a:gd name="T87" fmla="*/ 24 h 40"/>
                  <a:gd name="T88" fmla="*/ 26 w 29"/>
                  <a:gd name="T89" fmla="*/ 22 h 40"/>
                  <a:gd name="T90" fmla="*/ 27 w 29"/>
                  <a:gd name="T91" fmla="*/ 19 h 40"/>
                  <a:gd name="T92" fmla="*/ 28 w 29"/>
                  <a:gd name="T93" fmla="*/ 15 h 40"/>
                  <a:gd name="T94" fmla="*/ 29 w 29"/>
                  <a:gd name="T95" fmla="*/ 9 h 40"/>
                  <a:gd name="T96" fmla="*/ 26 w 29"/>
                  <a:gd name="T97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" h="40">
                    <a:moveTo>
                      <a:pt x="26" y="8"/>
                    </a:moveTo>
                    <a:cubicBezTo>
                      <a:pt x="25" y="9"/>
                      <a:pt x="25" y="9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8"/>
                      <a:pt x="27" y="8"/>
                      <a:pt x="27" y="8"/>
                    </a:cubicBezTo>
                    <a:lnTo>
                      <a:pt x="2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4" name="Freeform 6383">
                <a:extLst>
                  <a:ext uri="{FF2B5EF4-FFF2-40B4-BE49-F238E27FC236}">
                    <a16:creationId xmlns:a16="http://schemas.microsoft.com/office/drawing/2014/main" id="{51B9A9C1-1BC3-4A7C-8ED0-FA4536C1576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68" y="3511"/>
                <a:ext cx="10" cy="15"/>
              </a:xfrm>
              <a:custGeom>
                <a:avLst/>
                <a:gdLst>
                  <a:gd name="T0" fmla="*/ 4 w 10"/>
                  <a:gd name="T1" fmla="*/ 15 h 15"/>
                  <a:gd name="T2" fmla="*/ 8 w 10"/>
                  <a:gd name="T3" fmla="*/ 13 h 15"/>
                  <a:gd name="T4" fmla="*/ 8 w 10"/>
                  <a:gd name="T5" fmla="*/ 11 h 15"/>
                  <a:gd name="T6" fmla="*/ 10 w 10"/>
                  <a:gd name="T7" fmla="*/ 7 h 15"/>
                  <a:gd name="T8" fmla="*/ 10 w 10"/>
                  <a:gd name="T9" fmla="*/ 5 h 15"/>
                  <a:gd name="T10" fmla="*/ 10 w 10"/>
                  <a:gd name="T11" fmla="*/ 2 h 15"/>
                  <a:gd name="T12" fmla="*/ 8 w 10"/>
                  <a:gd name="T13" fmla="*/ 0 h 15"/>
                  <a:gd name="T14" fmla="*/ 4 w 10"/>
                  <a:gd name="T15" fmla="*/ 2 h 15"/>
                  <a:gd name="T16" fmla="*/ 2 w 10"/>
                  <a:gd name="T17" fmla="*/ 4 h 15"/>
                  <a:gd name="T18" fmla="*/ 2 w 10"/>
                  <a:gd name="T19" fmla="*/ 5 h 15"/>
                  <a:gd name="T20" fmla="*/ 0 w 10"/>
                  <a:gd name="T21" fmla="*/ 9 h 15"/>
                  <a:gd name="T22" fmla="*/ 2 w 10"/>
                  <a:gd name="T23" fmla="*/ 11 h 15"/>
                  <a:gd name="T24" fmla="*/ 2 w 10"/>
                  <a:gd name="T25" fmla="*/ 13 h 15"/>
                  <a:gd name="T26" fmla="*/ 4 w 10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4" y="15"/>
                    </a:moveTo>
                    <a:lnTo>
                      <a:pt x="8" y="13"/>
                    </a:lnTo>
                    <a:lnTo>
                      <a:pt x="8" y="11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5" name="Freeform 6384">
                <a:extLst>
                  <a:ext uri="{FF2B5EF4-FFF2-40B4-BE49-F238E27FC236}">
                    <a16:creationId xmlns:a16="http://schemas.microsoft.com/office/drawing/2014/main" id="{BD75227A-73BB-4762-960C-8DDBFC8D6FE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100" y="3022"/>
                <a:ext cx="564" cy="487"/>
              </a:xfrm>
              <a:custGeom>
                <a:avLst/>
                <a:gdLst>
                  <a:gd name="T0" fmla="*/ 292 w 303"/>
                  <a:gd name="T1" fmla="*/ 111 h 261"/>
                  <a:gd name="T2" fmla="*/ 287 w 303"/>
                  <a:gd name="T3" fmla="*/ 102 h 261"/>
                  <a:gd name="T4" fmla="*/ 280 w 303"/>
                  <a:gd name="T5" fmla="*/ 96 h 261"/>
                  <a:gd name="T6" fmla="*/ 275 w 303"/>
                  <a:gd name="T7" fmla="*/ 81 h 261"/>
                  <a:gd name="T8" fmla="*/ 264 w 303"/>
                  <a:gd name="T9" fmla="*/ 70 h 261"/>
                  <a:gd name="T10" fmla="*/ 258 w 303"/>
                  <a:gd name="T11" fmla="*/ 56 h 261"/>
                  <a:gd name="T12" fmla="*/ 254 w 303"/>
                  <a:gd name="T13" fmla="*/ 34 h 261"/>
                  <a:gd name="T14" fmla="*/ 242 w 303"/>
                  <a:gd name="T15" fmla="*/ 17 h 261"/>
                  <a:gd name="T16" fmla="*/ 237 w 303"/>
                  <a:gd name="T17" fmla="*/ 2 h 261"/>
                  <a:gd name="T18" fmla="*/ 229 w 303"/>
                  <a:gd name="T19" fmla="*/ 16 h 261"/>
                  <a:gd name="T20" fmla="*/ 225 w 303"/>
                  <a:gd name="T21" fmla="*/ 37 h 261"/>
                  <a:gd name="T22" fmla="*/ 207 w 303"/>
                  <a:gd name="T23" fmla="*/ 51 h 261"/>
                  <a:gd name="T24" fmla="*/ 191 w 303"/>
                  <a:gd name="T25" fmla="*/ 37 h 261"/>
                  <a:gd name="T26" fmla="*/ 184 w 303"/>
                  <a:gd name="T27" fmla="*/ 27 h 261"/>
                  <a:gd name="T28" fmla="*/ 192 w 303"/>
                  <a:gd name="T29" fmla="*/ 25 h 261"/>
                  <a:gd name="T30" fmla="*/ 184 w 303"/>
                  <a:gd name="T31" fmla="*/ 20 h 261"/>
                  <a:gd name="T32" fmla="*/ 190 w 303"/>
                  <a:gd name="T33" fmla="*/ 11 h 261"/>
                  <a:gd name="T34" fmla="*/ 185 w 303"/>
                  <a:gd name="T35" fmla="*/ 7 h 261"/>
                  <a:gd name="T36" fmla="*/ 175 w 303"/>
                  <a:gd name="T37" fmla="*/ 8 h 261"/>
                  <a:gd name="T38" fmla="*/ 161 w 303"/>
                  <a:gd name="T39" fmla="*/ 5 h 261"/>
                  <a:gd name="T40" fmla="*/ 157 w 303"/>
                  <a:gd name="T41" fmla="*/ 6 h 261"/>
                  <a:gd name="T42" fmla="*/ 146 w 303"/>
                  <a:gd name="T43" fmla="*/ 12 h 261"/>
                  <a:gd name="T44" fmla="*/ 135 w 303"/>
                  <a:gd name="T45" fmla="*/ 25 h 261"/>
                  <a:gd name="T46" fmla="*/ 124 w 303"/>
                  <a:gd name="T47" fmla="*/ 33 h 261"/>
                  <a:gd name="T48" fmla="*/ 109 w 303"/>
                  <a:gd name="T49" fmla="*/ 24 h 261"/>
                  <a:gd name="T50" fmla="*/ 103 w 303"/>
                  <a:gd name="T51" fmla="*/ 28 h 261"/>
                  <a:gd name="T52" fmla="*/ 95 w 303"/>
                  <a:gd name="T53" fmla="*/ 36 h 261"/>
                  <a:gd name="T54" fmla="*/ 87 w 303"/>
                  <a:gd name="T55" fmla="*/ 43 h 261"/>
                  <a:gd name="T56" fmla="*/ 84 w 303"/>
                  <a:gd name="T57" fmla="*/ 44 h 261"/>
                  <a:gd name="T58" fmla="*/ 74 w 303"/>
                  <a:gd name="T59" fmla="*/ 60 h 261"/>
                  <a:gd name="T60" fmla="*/ 50 w 303"/>
                  <a:gd name="T61" fmla="*/ 74 h 261"/>
                  <a:gd name="T62" fmla="*/ 25 w 303"/>
                  <a:gd name="T63" fmla="*/ 82 h 261"/>
                  <a:gd name="T64" fmla="*/ 11 w 303"/>
                  <a:gd name="T65" fmla="*/ 95 h 261"/>
                  <a:gd name="T66" fmla="*/ 8 w 303"/>
                  <a:gd name="T67" fmla="*/ 121 h 261"/>
                  <a:gd name="T68" fmla="*/ 2 w 303"/>
                  <a:gd name="T69" fmla="*/ 109 h 261"/>
                  <a:gd name="T70" fmla="*/ 10 w 303"/>
                  <a:gd name="T71" fmla="*/ 154 h 261"/>
                  <a:gd name="T72" fmla="*/ 8 w 303"/>
                  <a:gd name="T73" fmla="*/ 185 h 261"/>
                  <a:gd name="T74" fmla="*/ 15 w 303"/>
                  <a:gd name="T75" fmla="*/ 203 h 261"/>
                  <a:gd name="T76" fmla="*/ 31 w 303"/>
                  <a:gd name="T77" fmla="*/ 199 h 261"/>
                  <a:gd name="T78" fmla="*/ 52 w 303"/>
                  <a:gd name="T79" fmla="*/ 194 h 261"/>
                  <a:gd name="T80" fmla="*/ 69 w 303"/>
                  <a:gd name="T81" fmla="*/ 192 h 261"/>
                  <a:gd name="T82" fmla="*/ 94 w 303"/>
                  <a:gd name="T83" fmla="*/ 181 h 261"/>
                  <a:gd name="T84" fmla="*/ 133 w 303"/>
                  <a:gd name="T85" fmla="*/ 180 h 261"/>
                  <a:gd name="T86" fmla="*/ 148 w 303"/>
                  <a:gd name="T87" fmla="*/ 187 h 261"/>
                  <a:gd name="T88" fmla="*/ 150 w 303"/>
                  <a:gd name="T89" fmla="*/ 205 h 261"/>
                  <a:gd name="T90" fmla="*/ 162 w 303"/>
                  <a:gd name="T91" fmla="*/ 200 h 261"/>
                  <a:gd name="T92" fmla="*/ 168 w 303"/>
                  <a:gd name="T93" fmla="*/ 201 h 261"/>
                  <a:gd name="T94" fmla="*/ 173 w 303"/>
                  <a:gd name="T95" fmla="*/ 204 h 261"/>
                  <a:gd name="T96" fmla="*/ 178 w 303"/>
                  <a:gd name="T97" fmla="*/ 217 h 261"/>
                  <a:gd name="T98" fmla="*/ 183 w 303"/>
                  <a:gd name="T99" fmla="*/ 245 h 261"/>
                  <a:gd name="T100" fmla="*/ 202 w 303"/>
                  <a:gd name="T101" fmla="*/ 255 h 261"/>
                  <a:gd name="T102" fmla="*/ 217 w 303"/>
                  <a:gd name="T103" fmla="*/ 258 h 261"/>
                  <a:gd name="T104" fmla="*/ 234 w 303"/>
                  <a:gd name="T105" fmla="*/ 249 h 261"/>
                  <a:gd name="T106" fmla="*/ 257 w 303"/>
                  <a:gd name="T107" fmla="*/ 226 h 261"/>
                  <a:gd name="T108" fmla="*/ 275 w 303"/>
                  <a:gd name="T109" fmla="*/ 199 h 261"/>
                  <a:gd name="T110" fmla="*/ 290 w 303"/>
                  <a:gd name="T111" fmla="*/ 179 h 261"/>
                  <a:gd name="T112" fmla="*/ 299 w 303"/>
                  <a:gd name="T113" fmla="*/ 146 h 261"/>
                  <a:gd name="T114" fmla="*/ 300 w 303"/>
                  <a:gd name="T115" fmla="*/ 128 h 261"/>
                  <a:gd name="T116" fmla="*/ 215 w 303"/>
                  <a:gd name="T117" fmla="*/ 248 h 261"/>
                  <a:gd name="T118" fmla="*/ 217 w 303"/>
                  <a:gd name="T119" fmla="*/ 25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3" h="261">
                    <a:moveTo>
                      <a:pt x="301" y="117"/>
                    </a:moveTo>
                    <a:cubicBezTo>
                      <a:pt x="301" y="118"/>
                      <a:pt x="301" y="118"/>
                      <a:pt x="301" y="1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301" y="121"/>
                      <a:pt x="301" y="121"/>
                      <a:pt x="301" y="121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8" y="122"/>
                      <a:pt x="298" y="122"/>
                      <a:pt x="298" y="122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8" y="119"/>
                      <a:pt x="298" y="119"/>
                      <a:pt x="298" y="119"/>
                    </a:cubicBezTo>
                    <a:cubicBezTo>
                      <a:pt x="296" y="117"/>
                      <a:pt x="296" y="117"/>
                      <a:pt x="296" y="117"/>
                    </a:cubicBezTo>
                    <a:cubicBezTo>
                      <a:pt x="295" y="116"/>
                      <a:pt x="295" y="116"/>
                      <a:pt x="295" y="116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11"/>
                      <a:pt x="292" y="111"/>
                      <a:pt x="292" y="111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0" y="111"/>
                      <a:pt x="290" y="111"/>
                      <a:pt x="290" y="111"/>
                    </a:cubicBezTo>
                    <a:cubicBezTo>
                      <a:pt x="290" y="110"/>
                      <a:pt x="290" y="110"/>
                      <a:pt x="290" y="110"/>
                    </a:cubicBezTo>
                    <a:cubicBezTo>
                      <a:pt x="291" y="108"/>
                      <a:pt x="291" y="108"/>
                      <a:pt x="291" y="108"/>
                    </a:cubicBezTo>
                    <a:cubicBezTo>
                      <a:pt x="290" y="107"/>
                      <a:pt x="290" y="107"/>
                      <a:pt x="290" y="107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89" y="105"/>
                      <a:pt x="289" y="105"/>
                      <a:pt x="289" y="105"/>
                    </a:cubicBezTo>
                    <a:cubicBezTo>
                      <a:pt x="288" y="105"/>
                      <a:pt x="288" y="105"/>
                      <a:pt x="288" y="105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5"/>
                      <a:pt x="287" y="105"/>
                      <a:pt x="287" y="105"/>
                    </a:cubicBezTo>
                    <a:cubicBezTo>
                      <a:pt x="286" y="103"/>
                      <a:pt x="286" y="103"/>
                      <a:pt x="286" y="103"/>
                    </a:cubicBezTo>
                    <a:cubicBezTo>
                      <a:pt x="287" y="102"/>
                      <a:pt x="287" y="102"/>
                      <a:pt x="287" y="102"/>
                    </a:cubicBezTo>
                    <a:cubicBezTo>
                      <a:pt x="288" y="99"/>
                      <a:pt x="288" y="99"/>
                      <a:pt x="288" y="99"/>
                    </a:cubicBezTo>
                    <a:cubicBezTo>
                      <a:pt x="287" y="98"/>
                      <a:pt x="287" y="98"/>
                      <a:pt x="287" y="98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6" y="96"/>
                      <a:pt x="286" y="96"/>
                      <a:pt x="286" y="96"/>
                    </a:cubicBezTo>
                    <a:cubicBezTo>
                      <a:pt x="286" y="94"/>
                      <a:pt x="286" y="94"/>
                      <a:pt x="286" y="94"/>
                    </a:cubicBezTo>
                    <a:cubicBezTo>
                      <a:pt x="284" y="96"/>
                      <a:pt x="284" y="96"/>
                      <a:pt x="284" y="96"/>
                    </a:cubicBezTo>
                    <a:cubicBezTo>
                      <a:pt x="285" y="96"/>
                      <a:pt x="285" y="96"/>
                      <a:pt x="285" y="96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2" y="93"/>
                      <a:pt x="282" y="93"/>
                      <a:pt x="282" y="93"/>
                    </a:cubicBezTo>
                    <a:cubicBezTo>
                      <a:pt x="280" y="94"/>
                      <a:pt x="280" y="94"/>
                      <a:pt x="280" y="94"/>
                    </a:cubicBezTo>
                    <a:cubicBezTo>
                      <a:pt x="280" y="95"/>
                      <a:pt x="280" y="95"/>
                      <a:pt x="280" y="95"/>
                    </a:cubicBezTo>
                    <a:cubicBezTo>
                      <a:pt x="280" y="96"/>
                      <a:pt x="280" y="96"/>
                      <a:pt x="280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9" y="96"/>
                      <a:pt x="279" y="96"/>
                      <a:pt x="279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8" y="91"/>
                      <a:pt x="278" y="91"/>
                      <a:pt x="278" y="91"/>
                    </a:cubicBezTo>
                    <a:cubicBezTo>
                      <a:pt x="279" y="91"/>
                      <a:pt x="279" y="91"/>
                      <a:pt x="279" y="91"/>
                    </a:cubicBezTo>
                    <a:cubicBezTo>
                      <a:pt x="279" y="89"/>
                      <a:pt x="279" y="89"/>
                      <a:pt x="279" y="89"/>
                    </a:cubicBezTo>
                    <a:cubicBezTo>
                      <a:pt x="278" y="88"/>
                      <a:pt x="278" y="88"/>
                      <a:pt x="278" y="88"/>
                    </a:cubicBezTo>
                    <a:cubicBezTo>
                      <a:pt x="278" y="87"/>
                      <a:pt x="278" y="87"/>
                      <a:pt x="278" y="87"/>
                    </a:cubicBezTo>
                    <a:cubicBezTo>
                      <a:pt x="277" y="86"/>
                      <a:pt x="277" y="86"/>
                      <a:pt x="277" y="86"/>
                    </a:cubicBezTo>
                    <a:cubicBezTo>
                      <a:pt x="277" y="85"/>
                      <a:pt x="277" y="85"/>
                      <a:pt x="277" y="85"/>
                    </a:cubicBezTo>
                    <a:cubicBezTo>
                      <a:pt x="275" y="83"/>
                      <a:pt x="275" y="83"/>
                      <a:pt x="275" y="83"/>
                    </a:cubicBezTo>
                    <a:cubicBezTo>
                      <a:pt x="274" y="82"/>
                      <a:pt x="274" y="82"/>
                      <a:pt x="274" y="82"/>
                    </a:cubicBezTo>
                    <a:cubicBezTo>
                      <a:pt x="274" y="81"/>
                      <a:pt x="274" y="81"/>
                      <a:pt x="274" y="81"/>
                    </a:cubicBezTo>
                    <a:cubicBezTo>
                      <a:pt x="275" y="81"/>
                      <a:pt x="275" y="81"/>
                      <a:pt x="275" y="81"/>
                    </a:cubicBezTo>
                    <a:cubicBezTo>
                      <a:pt x="275" y="79"/>
                      <a:pt x="275" y="79"/>
                      <a:pt x="275" y="79"/>
                    </a:cubicBezTo>
                    <a:cubicBezTo>
                      <a:pt x="274" y="76"/>
                      <a:pt x="274" y="76"/>
                      <a:pt x="274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2" y="76"/>
                      <a:pt x="272" y="76"/>
                      <a:pt x="272" y="76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69" y="74"/>
                      <a:pt x="269" y="74"/>
                      <a:pt x="269" y="74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67" y="74"/>
                      <a:pt x="267" y="74"/>
                      <a:pt x="267" y="74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6" y="73"/>
                      <a:pt x="266" y="73"/>
                      <a:pt x="266" y="73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70"/>
                      <a:pt x="264" y="70"/>
                      <a:pt x="264" y="70"/>
                    </a:cubicBezTo>
                    <a:cubicBezTo>
                      <a:pt x="263" y="70"/>
                      <a:pt x="263" y="70"/>
                      <a:pt x="263" y="70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59" y="68"/>
                      <a:pt x="259" y="68"/>
                      <a:pt x="259" y="68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6"/>
                      <a:pt x="258" y="66"/>
                      <a:pt x="258" y="66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61"/>
                      <a:pt x="257" y="61"/>
                      <a:pt x="257" y="61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8" y="56"/>
                      <a:pt x="258" y="56"/>
                      <a:pt x="258" y="56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6" y="51"/>
                      <a:pt x="256" y="51"/>
                      <a:pt x="256" y="51"/>
                    </a:cubicBezTo>
                    <a:cubicBezTo>
                      <a:pt x="257" y="51"/>
                      <a:pt x="257" y="51"/>
                      <a:pt x="257" y="51"/>
                    </a:cubicBezTo>
                    <a:cubicBezTo>
                      <a:pt x="256" y="49"/>
                      <a:pt x="256" y="49"/>
                      <a:pt x="256" y="49"/>
                    </a:cubicBezTo>
                    <a:cubicBezTo>
                      <a:pt x="255" y="49"/>
                      <a:pt x="255" y="49"/>
                      <a:pt x="255" y="49"/>
                    </a:cubicBezTo>
                    <a:cubicBezTo>
                      <a:pt x="254" y="47"/>
                      <a:pt x="254" y="47"/>
                      <a:pt x="254" y="47"/>
                    </a:cubicBezTo>
                    <a:cubicBezTo>
                      <a:pt x="253" y="44"/>
                      <a:pt x="253" y="44"/>
                      <a:pt x="253" y="44"/>
                    </a:cubicBezTo>
                    <a:cubicBezTo>
                      <a:pt x="254" y="43"/>
                      <a:pt x="254" y="43"/>
                      <a:pt x="254" y="43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1"/>
                      <a:pt x="253" y="41"/>
                      <a:pt x="253" y="41"/>
                    </a:cubicBezTo>
                    <a:cubicBezTo>
                      <a:pt x="253" y="37"/>
                      <a:pt x="253" y="37"/>
                      <a:pt x="253" y="37"/>
                    </a:cubicBezTo>
                    <a:cubicBezTo>
                      <a:pt x="253" y="36"/>
                      <a:pt x="253" y="36"/>
                      <a:pt x="253" y="36"/>
                    </a:cubicBezTo>
                    <a:cubicBezTo>
                      <a:pt x="253" y="34"/>
                      <a:pt x="253" y="34"/>
                      <a:pt x="253" y="34"/>
                    </a:cubicBezTo>
                    <a:cubicBezTo>
                      <a:pt x="254" y="34"/>
                      <a:pt x="254" y="34"/>
                      <a:pt x="254" y="34"/>
                    </a:cubicBezTo>
                    <a:cubicBezTo>
                      <a:pt x="254" y="32"/>
                      <a:pt x="254" y="32"/>
                      <a:pt x="254" y="32"/>
                    </a:cubicBezTo>
                    <a:cubicBezTo>
                      <a:pt x="251" y="30"/>
                      <a:pt x="251" y="30"/>
                      <a:pt x="251" y="30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48" y="26"/>
                      <a:pt x="248" y="26"/>
                      <a:pt x="248" y="26"/>
                    </a:cubicBezTo>
                    <a:cubicBezTo>
                      <a:pt x="246" y="27"/>
                      <a:pt x="246" y="27"/>
                      <a:pt x="246" y="27"/>
                    </a:cubicBezTo>
                    <a:cubicBezTo>
                      <a:pt x="245" y="27"/>
                      <a:pt x="245" y="27"/>
                      <a:pt x="245" y="27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3" y="27"/>
                      <a:pt x="243" y="27"/>
                      <a:pt x="243" y="27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42" y="24"/>
                      <a:pt x="242" y="24"/>
                      <a:pt x="242" y="24"/>
                    </a:cubicBezTo>
                    <a:cubicBezTo>
                      <a:pt x="242" y="21"/>
                      <a:pt x="242" y="21"/>
                      <a:pt x="242" y="21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5"/>
                      <a:pt x="242" y="15"/>
                      <a:pt x="242" y="15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40" y="12"/>
                      <a:pt x="240" y="12"/>
                      <a:pt x="240" y="12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39" y="11"/>
                      <a:pt x="239" y="11"/>
                      <a:pt x="239" y="11"/>
                    </a:cubicBezTo>
                    <a:cubicBezTo>
                      <a:pt x="241" y="9"/>
                      <a:pt x="241" y="9"/>
                      <a:pt x="241" y="9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8" y="9"/>
                      <a:pt x="238" y="9"/>
                      <a:pt x="238" y="9"/>
                    </a:cubicBezTo>
                    <a:cubicBezTo>
                      <a:pt x="237" y="8"/>
                      <a:pt x="237" y="8"/>
                      <a:pt x="237" y="8"/>
                    </a:cubicBezTo>
                    <a:cubicBezTo>
                      <a:pt x="238" y="5"/>
                      <a:pt x="238" y="5"/>
                      <a:pt x="238" y="5"/>
                    </a:cubicBezTo>
                    <a:cubicBezTo>
                      <a:pt x="237" y="4"/>
                      <a:pt x="237" y="4"/>
                      <a:pt x="237" y="4"/>
                    </a:cubicBezTo>
                    <a:cubicBezTo>
                      <a:pt x="237" y="2"/>
                      <a:pt x="237" y="2"/>
                      <a:pt x="237" y="2"/>
                    </a:cubicBezTo>
                    <a:cubicBezTo>
                      <a:pt x="235" y="1"/>
                      <a:pt x="235" y="1"/>
                      <a:pt x="235" y="1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2" y="5"/>
                      <a:pt x="232" y="5"/>
                      <a:pt x="232" y="5"/>
                    </a:cubicBezTo>
                    <a:cubicBezTo>
                      <a:pt x="231" y="7"/>
                      <a:pt x="231" y="7"/>
                      <a:pt x="231" y="7"/>
                    </a:cubicBezTo>
                    <a:cubicBezTo>
                      <a:pt x="231" y="8"/>
                      <a:pt x="231" y="8"/>
                      <a:pt x="231" y="8"/>
                    </a:cubicBezTo>
                    <a:cubicBezTo>
                      <a:pt x="231" y="9"/>
                      <a:pt x="231" y="9"/>
                      <a:pt x="231" y="9"/>
                    </a:cubicBezTo>
                    <a:cubicBezTo>
                      <a:pt x="230" y="9"/>
                      <a:pt x="230" y="9"/>
                      <a:pt x="230" y="9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7" y="14"/>
                      <a:pt x="227" y="14"/>
                      <a:pt x="227" y="14"/>
                    </a:cubicBezTo>
                    <a:cubicBezTo>
                      <a:pt x="229" y="15"/>
                      <a:pt x="229" y="15"/>
                      <a:pt x="229" y="15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8" y="15"/>
                      <a:pt x="228" y="15"/>
                      <a:pt x="228" y="15"/>
                    </a:cubicBezTo>
                    <a:cubicBezTo>
                      <a:pt x="227" y="17"/>
                      <a:pt x="227" y="17"/>
                      <a:pt x="227" y="17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6" y="22"/>
                      <a:pt x="226" y="22"/>
                      <a:pt x="226" y="22"/>
                    </a:cubicBezTo>
                    <a:cubicBezTo>
                      <a:pt x="225" y="26"/>
                      <a:pt x="225" y="26"/>
                      <a:pt x="225" y="26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25" y="31"/>
                      <a:pt x="225" y="31"/>
                      <a:pt x="225" y="31"/>
                    </a:cubicBezTo>
                    <a:cubicBezTo>
                      <a:pt x="226" y="33"/>
                      <a:pt x="226" y="33"/>
                      <a:pt x="226" y="33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5" y="36"/>
                      <a:pt x="225" y="36"/>
                      <a:pt x="225" y="36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3" y="40"/>
                      <a:pt x="223" y="40"/>
                      <a:pt x="223" y="40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1" y="45"/>
                      <a:pt x="221" y="45"/>
                      <a:pt x="221" y="45"/>
                    </a:cubicBezTo>
                    <a:cubicBezTo>
                      <a:pt x="222" y="47"/>
                      <a:pt x="222" y="47"/>
                      <a:pt x="222" y="47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0" y="55"/>
                      <a:pt x="210" y="55"/>
                      <a:pt x="210" y="55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04" y="49"/>
                      <a:pt x="204" y="49"/>
                      <a:pt x="204" y="49"/>
                    </a:cubicBezTo>
                    <a:cubicBezTo>
                      <a:pt x="202" y="48"/>
                      <a:pt x="202" y="48"/>
                      <a:pt x="202" y="48"/>
                    </a:cubicBezTo>
                    <a:cubicBezTo>
                      <a:pt x="200" y="48"/>
                      <a:pt x="200" y="48"/>
                      <a:pt x="200" y="48"/>
                    </a:cubicBezTo>
                    <a:cubicBezTo>
                      <a:pt x="198" y="47"/>
                      <a:pt x="198" y="47"/>
                      <a:pt x="198" y="47"/>
                    </a:cubicBezTo>
                    <a:cubicBezTo>
                      <a:pt x="198" y="46"/>
                      <a:pt x="198" y="46"/>
                      <a:pt x="198" y="46"/>
                    </a:cubicBezTo>
                    <a:cubicBezTo>
                      <a:pt x="196" y="43"/>
                      <a:pt x="196" y="43"/>
                      <a:pt x="196" y="43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92" y="41"/>
                      <a:pt x="192" y="41"/>
                      <a:pt x="192" y="41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2" y="40"/>
                      <a:pt x="192" y="40"/>
                      <a:pt x="192" y="40"/>
                    </a:cubicBezTo>
                    <a:cubicBezTo>
                      <a:pt x="191" y="37"/>
                      <a:pt x="191" y="37"/>
                      <a:pt x="191" y="37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6" y="38"/>
                      <a:pt x="186" y="38"/>
                      <a:pt x="186" y="38"/>
                    </a:cubicBezTo>
                    <a:cubicBezTo>
                      <a:pt x="186" y="37"/>
                      <a:pt x="186" y="37"/>
                      <a:pt x="186" y="37"/>
                    </a:cubicBezTo>
                    <a:cubicBezTo>
                      <a:pt x="184" y="35"/>
                      <a:pt x="184" y="35"/>
                      <a:pt x="184" y="35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2" y="29"/>
                      <a:pt x="182" y="29"/>
                      <a:pt x="182" y="29"/>
                    </a:cubicBezTo>
                    <a:cubicBezTo>
                      <a:pt x="183" y="28"/>
                      <a:pt x="183" y="28"/>
                      <a:pt x="183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6"/>
                      <a:pt x="185" y="26"/>
                      <a:pt x="185" y="26"/>
                    </a:cubicBezTo>
                    <a:cubicBezTo>
                      <a:pt x="186" y="25"/>
                      <a:pt x="186" y="25"/>
                      <a:pt x="186" y="25"/>
                    </a:cubicBezTo>
                    <a:cubicBezTo>
                      <a:pt x="186" y="26"/>
                      <a:pt x="186" y="26"/>
                      <a:pt x="186" y="26"/>
                    </a:cubicBezTo>
                    <a:cubicBezTo>
                      <a:pt x="187" y="25"/>
                      <a:pt x="187" y="25"/>
                      <a:pt x="187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8"/>
                      <a:pt x="186" y="28"/>
                      <a:pt x="186" y="28"/>
                    </a:cubicBezTo>
                    <a:cubicBezTo>
                      <a:pt x="188" y="28"/>
                      <a:pt x="188" y="28"/>
                      <a:pt x="188" y="28"/>
                    </a:cubicBezTo>
                    <a:cubicBezTo>
                      <a:pt x="189" y="28"/>
                      <a:pt x="189" y="28"/>
                      <a:pt x="189" y="28"/>
                    </a:cubicBezTo>
                    <a:cubicBezTo>
                      <a:pt x="191" y="28"/>
                      <a:pt x="191" y="28"/>
                      <a:pt x="191" y="28"/>
                    </a:cubicBezTo>
                    <a:cubicBezTo>
                      <a:pt x="192" y="26"/>
                      <a:pt x="192" y="26"/>
                      <a:pt x="192" y="26"/>
                    </a:cubicBezTo>
                    <a:cubicBezTo>
                      <a:pt x="191" y="25"/>
                      <a:pt x="191" y="25"/>
                      <a:pt x="191" y="25"/>
                    </a:cubicBezTo>
                    <a:cubicBezTo>
                      <a:pt x="192" y="25"/>
                      <a:pt x="192" y="25"/>
                      <a:pt x="192" y="25"/>
                    </a:cubicBezTo>
                    <a:cubicBezTo>
                      <a:pt x="191" y="24"/>
                      <a:pt x="191" y="24"/>
                      <a:pt x="191" y="24"/>
                    </a:cubicBezTo>
                    <a:cubicBezTo>
                      <a:pt x="190" y="24"/>
                      <a:pt x="190" y="24"/>
                      <a:pt x="190" y="24"/>
                    </a:cubicBezTo>
                    <a:cubicBezTo>
                      <a:pt x="190" y="23"/>
                      <a:pt x="190" y="23"/>
                      <a:pt x="190" y="23"/>
                    </a:cubicBezTo>
                    <a:cubicBezTo>
                      <a:pt x="188" y="23"/>
                      <a:pt x="188" y="23"/>
                      <a:pt x="188" y="23"/>
                    </a:cubicBezTo>
                    <a:cubicBezTo>
                      <a:pt x="188" y="24"/>
                      <a:pt x="188" y="24"/>
                      <a:pt x="188" y="24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6" y="22"/>
                      <a:pt x="186" y="22"/>
                      <a:pt x="186" y="22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6" y="21"/>
                      <a:pt x="186" y="21"/>
                      <a:pt x="186" y="21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7" y="21"/>
                      <a:pt x="187" y="21"/>
                      <a:pt x="187" y="21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90" y="17"/>
                      <a:pt x="190" y="17"/>
                      <a:pt x="190" y="17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2" y="14"/>
                      <a:pt x="192" y="14"/>
                      <a:pt x="192" y="14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8"/>
                      <a:pt x="190" y="8"/>
                      <a:pt x="190" y="8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5" y="12"/>
                      <a:pt x="185" y="12"/>
                      <a:pt x="185" y="12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4" y="10"/>
                      <a:pt x="184" y="10"/>
                      <a:pt x="184" y="10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2" y="8"/>
                      <a:pt x="182" y="8"/>
                      <a:pt x="182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80" y="11"/>
                      <a:pt x="180" y="11"/>
                      <a:pt x="180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0" y="6"/>
                      <a:pt x="170" y="6"/>
                      <a:pt x="170" y="6"/>
                    </a:cubicBezTo>
                    <a:cubicBezTo>
                      <a:pt x="168" y="7"/>
                      <a:pt x="168" y="7"/>
                      <a:pt x="168" y="7"/>
                    </a:cubicBezTo>
                    <a:cubicBezTo>
                      <a:pt x="166" y="7"/>
                      <a:pt x="166" y="7"/>
                      <a:pt x="166" y="7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4" y="4"/>
                      <a:pt x="164" y="4"/>
                      <a:pt x="164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5"/>
                      <a:pt x="162" y="5"/>
                      <a:pt x="162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2" y="1"/>
                      <a:pt x="162" y="1"/>
                      <a:pt x="162" y="1"/>
                    </a:cubicBezTo>
                    <a:cubicBezTo>
                      <a:pt x="159" y="1"/>
                      <a:pt x="159" y="1"/>
                      <a:pt x="159" y="1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9" y="4"/>
                      <a:pt x="159" y="4"/>
                      <a:pt x="159" y="4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6" y="3"/>
                      <a:pt x="156" y="3"/>
                      <a:pt x="156" y="3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5" y="5"/>
                      <a:pt x="155" y="5"/>
                      <a:pt x="155" y="5"/>
                    </a:cubicBezTo>
                    <a:cubicBezTo>
                      <a:pt x="154" y="5"/>
                      <a:pt x="154" y="5"/>
                      <a:pt x="154" y="5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58" y="6"/>
                      <a:pt x="158" y="6"/>
                      <a:pt x="158" y="6"/>
                    </a:cubicBezTo>
                    <a:cubicBezTo>
                      <a:pt x="160" y="7"/>
                      <a:pt x="160" y="7"/>
                      <a:pt x="160" y="7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10"/>
                      <a:pt x="149" y="10"/>
                      <a:pt x="149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5"/>
                      <a:pt x="144" y="15"/>
                      <a:pt x="144" y="15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5" y="25"/>
                      <a:pt x="135" y="25"/>
                      <a:pt x="135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2" y="32"/>
                      <a:pt x="132" y="32"/>
                      <a:pt x="132" y="32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4" y="30"/>
                      <a:pt x="124" y="30"/>
                      <a:pt x="124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9" y="44"/>
                      <a:pt x="89" y="44"/>
                      <a:pt x="89" y="44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3" y="76"/>
                      <a:pt x="43" y="76"/>
                      <a:pt x="43" y="76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7" y="77"/>
                      <a:pt x="37" y="77"/>
                      <a:pt x="37" y="77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0" y="97"/>
                      <a:pt x="10" y="97"/>
                      <a:pt x="10" y="97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7" y="111"/>
                      <a:pt x="7" y="111"/>
                      <a:pt x="7" y="111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8" y="121"/>
                      <a:pt x="8" y="121"/>
                      <a:pt x="8" y="121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3" y="116"/>
                      <a:pt x="3" y="116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7"/>
                      <a:pt x="3" y="127"/>
                      <a:pt x="3" y="127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8" y="143"/>
                      <a:pt x="8" y="143"/>
                      <a:pt x="8" y="143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1" y="168"/>
                      <a:pt x="11" y="168"/>
                      <a:pt x="11" y="168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1" y="174"/>
                      <a:pt x="11" y="174"/>
                      <a:pt x="11" y="174"/>
                    </a:cubicBezTo>
                    <a:cubicBezTo>
                      <a:pt x="12" y="175"/>
                      <a:pt x="12" y="175"/>
                      <a:pt x="12" y="175"/>
                    </a:cubicBezTo>
                    <a:cubicBezTo>
                      <a:pt x="11" y="177"/>
                      <a:pt x="11" y="177"/>
                      <a:pt x="11" y="177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10" y="184"/>
                      <a:pt x="10" y="184"/>
                      <a:pt x="10" y="184"/>
                    </a:cubicBezTo>
                    <a:cubicBezTo>
                      <a:pt x="8" y="185"/>
                      <a:pt x="8" y="185"/>
                      <a:pt x="8" y="185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91"/>
                      <a:pt x="3" y="191"/>
                      <a:pt x="3" y="191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1"/>
                      <a:pt x="9" y="201"/>
                      <a:pt x="9" y="201"/>
                    </a:cubicBezTo>
                    <a:cubicBezTo>
                      <a:pt x="9" y="202"/>
                      <a:pt x="9" y="202"/>
                      <a:pt x="9" y="202"/>
                    </a:cubicBezTo>
                    <a:cubicBezTo>
                      <a:pt x="11" y="202"/>
                      <a:pt x="11" y="202"/>
                      <a:pt x="11" y="202"/>
                    </a:cubicBezTo>
                    <a:cubicBezTo>
                      <a:pt x="12" y="203"/>
                      <a:pt x="12" y="203"/>
                      <a:pt x="12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5" y="203"/>
                      <a:pt x="15" y="203"/>
                      <a:pt x="15" y="203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9" y="204"/>
                      <a:pt x="19" y="204"/>
                      <a:pt x="19" y="204"/>
                    </a:cubicBezTo>
                    <a:cubicBezTo>
                      <a:pt x="19" y="205"/>
                      <a:pt x="19" y="205"/>
                      <a:pt x="19" y="205"/>
                    </a:cubicBezTo>
                    <a:cubicBezTo>
                      <a:pt x="20" y="204"/>
                      <a:pt x="20" y="204"/>
                      <a:pt x="20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5" y="204"/>
                      <a:pt x="25" y="204"/>
                      <a:pt x="25" y="204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2"/>
                      <a:pt x="27" y="202"/>
                      <a:pt x="27" y="202"/>
                    </a:cubicBezTo>
                    <a:cubicBezTo>
                      <a:pt x="28" y="201"/>
                      <a:pt x="28" y="201"/>
                      <a:pt x="28" y="201"/>
                    </a:cubicBezTo>
                    <a:cubicBezTo>
                      <a:pt x="30" y="201"/>
                      <a:pt x="30" y="201"/>
                      <a:pt x="30" y="201"/>
                    </a:cubicBezTo>
                    <a:cubicBezTo>
                      <a:pt x="30" y="199"/>
                      <a:pt x="30" y="199"/>
                      <a:pt x="30" y="199"/>
                    </a:cubicBezTo>
                    <a:cubicBezTo>
                      <a:pt x="31" y="199"/>
                      <a:pt x="31" y="199"/>
                      <a:pt x="31" y="199"/>
                    </a:cubicBezTo>
                    <a:cubicBezTo>
                      <a:pt x="32" y="199"/>
                      <a:pt x="32" y="199"/>
                      <a:pt x="32" y="19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40" y="194"/>
                      <a:pt x="40" y="194"/>
                      <a:pt x="40" y="194"/>
                    </a:cubicBezTo>
                    <a:cubicBezTo>
                      <a:pt x="42" y="194"/>
                      <a:pt x="42" y="194"/>
                      <a:pt x="42" y="194"/>
                    </a:cubicBezTo>
                    <a:cubicBezTo>
                      <a:pt x="43" y="195"/>
                      <a:pt x="43" y="195"/>
                      <a:pt x="43" y="195"/>
                    </a:cubicBezTo>
                    <a:cubicBezTo>
                      <a:pt x="44" y="194"/>
                      <a:pt x="44" y="194"/>
                      <a:pt x="44" y="194"/>
                    </a:cubicBezTo>
                    <a:cubicBezTo>
                      <a:pt x="48" y="193"/>
                      <a:pt x="48" y="193"/>
                      <a:pt x="48" y="193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53" y="194"/>
                      <a:pt x="53" y="194"/>
                      <a:pt x="53" y="194"/>
                    </a:cubicBezTo>
                    <a:cubicBezTo>
                      <a:pt x="54" y="194"/>
                      <a:pt x="54" y="194"/>
                      <a:pt x="54" y="194"/>
                    </a:cubicBezTo>
                    <a:cubicBezTo>
                      <a:pt x="55" y="195"/>
                      <a:pt x="55" y="195"/>
                      <a:pt x="55" y="195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5"/>
                      <a:pt x="58" y="195"/>
                      <a:pt x="58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3" y="196"/>
                      <a:pt x="63" y="196"/>
                      <a:pt x="63" y="196"/>
                    </a:cubicBezTo>
                    <a:cubicBezTo>
                      <a:pt x="64" y="194"/>
                      <a:pt x="64" y="194"/>
                      <a:pt x="64" y="194"/>
                    </a:cubicBezTo>
                    <a:cubicBezTo>
                      <a:pt x="66" y="195"/>
                      <a:pt x="66" y="195"/>
                      <a:pt x="66" y="195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71" y="190"/>
                      <a:pt x="71" y="190"/>
                      <a:pt x="71" y="190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4" y="186"/>
                      <a:pt x="74" y="186"/>
                      <a:pt x="74" y="186"/>
                    </a:cubicBezTo>
                    <a:cubicBezTo>
                      <a:pt x="75" y="186"/>
                      <a:pt x="75" y="186"/>
                      <a:pt x="75" y="186"/>
                    </a:cubicBezTo>
                    <a:cubicBezTo>
                      <a:pt x="76" y="186"/>
                      <a:pt x="76" y="186"/>
                      <a:pt x="76" y="186"/>
                    </a:cubicBezTo>
                    <a:cubicBezTo>
                      <a:pt x="80" y="185"/>
                      <a:pt x="80" y="185"/>
                      <a:pt x="80" y="185"/>
                    </a:cubicBezTo>
                    <a:cubicBezTo>
                      <a:pt x="84" y="182"/>
                      <a:pt x="84" y="182"/>
                      <a:pt x="84" y="182"/>
                    </a:cubicBezTo>
                    <a:cubicBezTo>
                      <a:pt x="86" y="180"/>
                      <a:pt x="86" y="180"/>
                      <a:pt x="86" y="180"/>
                    </a:cubicBezTo>
                    <a:cubicBezTo>
                      <a:pt x="87" y="180"/>
                      <a:pt x="87" y="180"/>
                      <a:pt x="87" y="180"/>
                    </a:cubicBezTo>
                    <a:cubicBezTo>
                      <a:pt x="88" y="180"/>
                      <a:pt x="88" y="180"/>
                      <a:pt x="88" y="180"/>
                    </a:cubicBezTo>
                    <a:cubicBezTo>
                      <a:pt x="89" y="180"/>
                      <a:pt x="89" y="180"/>
                      <a:pt x="89" y="180"/>
                    </a:cubicBezTo>
                    <a:cubicBezTo>
                      <a:pt x="91" y="181"/>
                      <a:pt x="91" y="181"/>
                      <a:pt x="91" y="181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5" y="180"/>
                      <a:pt x="95" y="180"/>
                      <a:pt x="95" y="180"/>
                    </a:cubicBezTo>
                    <a:cubicBezTo>
                      <a:pt x="98" y="181"/>
                      <a:pt x="98" y="181"/>
                      <a:pt x="98" y="181"/>
                    </a:cubicBezTo>
                    <a:cubicBezTo>
                      <a:pt x="102" y="179"/>
                      <a:pt x="102" y="179"/>
                      <a:pt x="102" y="179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06" y="177"/>
                      <a:pt x="106" y="177"/>
                      <a:pt x="106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10" y="176"/>
                      <a:pt x="110" y="176"/>
                      <a:pt x="110" y="176"/>
                    </a:cubicBezTo>
                    <a:cubicBezTo>
                      <a:pt x="121" y="175"/>
                      <a:pt x="121" y="175"/>
                      <a:pt x="121" y="17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5" y="176"/>
                      <a:pt x="125" y="176"/>
                      <a:pt x="125" y="176"/>
                    </a:cubicBezTo>
                    <a:cubicBezTo>
                      <a:pt x="127" y="175"/>
                      <a:pt x="127" y="175"/>
                      <a:pt x="127" y="175"/>
                    </a:cubicBezTo>
                    <a:cubicBezTo>
                      <a:pt x="129" y="175"/>
                      <a:pt x="129" y="175"/>
                      <a:pt x="129" y="175"/>
                    </a:cubicBezTo>
                    <a:cubicBezTo>
                      <a:pt x="131" y="177"/>
                      <a:pt x="131" y="177"/>
                      <a:pt x="131" y="177"/>
                    </a:cubicBezTo>
                    <a:cubicBezTo>
                      <a:pt x="133" y="180"/>
                      <a:pt x="133" y="180"/>
                      <a:pt x="133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7" y="180"/>
                      <a:pt x="137" y="180"/>
                      <a:pt x="137" y="180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9" y="180"/>
                      <a:pt x="139" y="180"/>
                      <a:pt x="139" y="180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3" y="183"/>
                      <a:pt x="143" y="183"/>
                      <a:pt x="143" y="183"/>
                    </a:cubicBezTo>
                    <a:cubicBezTo>
                      <a:pt x="144" y="182"/>
                      <a:pt x="144" y="182"/>
                      <a:pt x="144" y="182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6"/>
                      <a:pt x="146" y="186"/>
                      <a:pt x="146" y="186"/>
                    </a:cubicBezTo>
                    <a:cubicBezTo>
                      <a:pt x="147" y="186"/>
                      <a:pt x="147" y="186"/>
                      <a:pt x="147" y="186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48" y="187"/>
                      <a:pt x="148" y="187"/>
                      <a:pt x="148" y="187"/>
                    </a:cubicBezTo>
                    <a:cubicBezTo>
                      <a:pt x="147" y="187"/>
                      <a:pt x="147" y="187"/>
                      <a:pt x="147" y="187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8" y="192"/>
                      <a:pt x="148" y="192"/>
                      <a:pt x="148" y="192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51" y="195"/>
                      <a:pt x="151" y="195"/>
                      <a:pt x="151" y="195"/>
                    </a:cubicBezTo>
                    <a:cubicBezTo>
                      <a:pt x="150" y="196"/>
                      <a:pt x="150" y="196"/>
                      <a:pt x="150" y="196"/>
                    </a:cubicBezTo>
                    <a:cubicBezTo>
                      <a:pt x="152" y="200"/>
                      <a:pt x="152" y="200"/>
                      <a:pt x="152" y="200"/>
                    </a:cubicBezTo>
                    <a:cubicBezTo>
                      <a:pt x="151" y="202"/>
                      <a:pt x="151" y="202"/>
                      <a:pt x="151" y="202"/>
                    </a:cubicBezTo>
                    <a:cubicBezTo>
                      <a:pt x="152" y="202"/>
                      <a:pt x="152" y="202"/>
                      <a:pt x="152" y="202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1" y="204"/>
                      <a:pt x="151" y="204"/>
                      <a:pt x="151" y="204"/>
                    </a:cubicBezTo>
                    <a:cubicBezTo>
                      <a:pt x="150" y="205"/>
                      <a:pt x="150" y="205"/>
                      <a:pt x="150" y="205"/>
                    </a:cubicBezTo>
                    <a:cubicBezTo>
                      <a:pt x="151" y="207"/>
                      <a:pt x="151" y="207"/>
                      <a:pt x="151" y="207"/>
                    </a:cubicBezTo>
                    <a:cubicBezTo>
                      <a:pt x="152" y="208"/>
                      <a:pt x="152" y="208"/>
                      <a:pt x="152" y="208"/>
                    </a:cubicBezTo>
                    <a:cubicBezTo>
                      <a:pt x="153" y="209"/>
                      <a:pt x="153" y="209"/>
                      <a:pt x="153" y="209"/>
                    </a:cubicBezTo>
                    <a:cubicBezTo>
                      <a:pt x="155" y="209"/>
                      <a:pt x="155" y="209"/>
                      <a:pt x="155" y="209"/>
                    </a:cubicBezTo>
                    <a:cubicBezTo>
                      <a:pt x="157" y="210"/>
                      <a:pt x="157" y="210"/>
                      <a:pt x="157" y="210"/>
                    </a:cubicBezTo>
                    <a:cubicBezTo>
                      <a:pt x="157" y="208"/>
                      <a:pt x="157" y="208"/>
                      <a:pt x="157" y="208"/>
                    </a:cubicBezTo>
                    <a:cubicBezTo>
                      <a:pt x="156" y="207"/>
                      <a:pt x="156" y="207"/>
                      <a:pt x="156" y="207"/>
                    </a:cubicBezTo>
                    <a:cubicBezTo>
                      <a:pt x="157" y="206"/>
                      <a:pt x="157" y="206"/>
                      <a:pt x="157" y="206"/>
                    </a:cubicBezTo>
                    <a:cubicBezTo>
                      <a:pt x="157" y="205"/>
                      <a:pt x="157" y="205"/>
                      <a:pt x="157" y="205"/>
                    </a:cubicBezTo>
                    <a:cubicBezTo>
                      <a:pt x="158" y="205"/>
                      <a:pt x="158" y="205"/>
                      <a:pt x="158" y="205"/>
                    </a:cubicBezTo>
                    <a:cubicBezTo>
                      <a:pt x="159" y="204"/>
                      <a:pt x="159" y="204"/>
                      <a:pt x="159" y="204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1" y="202"/>
                      <a:pt x="161" y="202"/>
                      <a:pt x="161" y="202"/>
                    </a:cubicBezTo>
                    <a:cubicBezTo>
                      <a:pt x="162" y="200"/>
                      <a:pt x="162" y="200"/>
                      <a:pt x="162" y="200"/>
                    </a:cubicBezTo>
                    <a:cubicBezTo>
                      <a:pt x="165" y="199"/>
                      <a:pt x="165" y="199"/>
                      <a:pt x="165" y="199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9" y="196"/>
                      <a:pt x="169" y="196"/>
                      <a:pt x="169" y="196"/>
                    </a:cubicBezTo>
                    <a:cubicBezTo>
                      <a:pt x="170" y="194"/>
                      <a:pt x="170" y="194"/>
                      <a:pt x="170" y="194"/>
                    </a:cubicBezTo>
                    <a:cubicBezTo>
                      <a:pt x="171" y="192"/>
                      <a:pt x="171" y="192"/>
                      <a:pt x="171" y="192"/>
                    </a:cubicBezTo>
                    <a:cubicBezTo>
                      <a:pt x="173" y="191"/>
                      <a:pt x="173" y="191"/>
                      <a:pt x="173" y="191"/>
                    </a:cubicBezTo>
                    <a:cubicBezTo>
                      <a:pt x="174" y="190"/>
                      <a:pt x="174" y="190"/>
                      <a:pt x="174" y="190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73" y="196"/>
                      <a:pt x="173" y="196"/>
                      <a:pt x="173" y="196"/>
                    </a:cubicBezTo>
                    <a:cubicBezTo>
                      <a:pt x="170" y="198"/>
                      <a:pt x="170" y="198"/>
                      <a:pt x="170" y="198"/>
                    </a:cubicBezTo>
                    <a:cubicBezTo>
                      <a:pt x="169" y="200"/>
                      <a:pt x="169" y="200"/>
                      <a:pt x="169" y="200"/>
                    </a:cubicBezTo>
                    <a:cubicBezTo>
                      <a:pt x="168" y="201"/>
                      <a:pt x="168" y="201"/>
                      <a:pt x="168" y="201"/>
                    </a:cubicBezTo>
                    <a:cubicBezTo>
                      <a:pt x="168" y="203"/>
                      <a:pt x="168" y="203"/>
                      <a:pt x="168" y="203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67" y="206"/>
                      <a:pt x="167" y="206"/>
                      <a:pt x="167" y="206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2" y="209"/>
                      <a:pt x="162" y="209"/>
                      <a:pt x="162" y="209"/>
                    </a:cubicBezTo>
                    <a:cubicBezTo>
                      <a:pt x="162" y="211"/>
                      <a:pt x="162" y="211"/>
                      <a:pt x="162" y="211"/>
                    </a:cubicBezTo>
                    <a:cubicBezTo>
                      <a:pt x="161" y="213"/>
                      <a:pt x="161" y="213"/>
                      <a:pt x="161" y="213"/>
                    </a:cubicBezTo>
                    <a:cubicBezTo>
                      <a:pt x="161" y="214"/>
                      <a:pt x="161" y="214"/>
                      <a:pt x="161" y="214"/>
                    </a:cubicBezTo>
                    <a:cubicBezTo>
                      <a:pt x="164" y="213"/>
                      <a:pt x="164" y="213"/>
                      <a:pt x="164" y="213"/>
                    </a:cubicBezTo>
                    <a:cubicBezTo>
                      <a:pt x="166" y="212"/>
                      <a:pt x="166" y="212"/>
                      <a:pt x="166" y="212"/>
                    </a:cubicBezTo>
                    <a:cubicBezTo>
                      <a:pt x="168" y="213"/>
                      <a:pt x="168" y="213"/>
                      <a:pt x="168" y="213"/>
                    </a:cubicBezTo>
                    <a:cubicBezTo>
                      <a:pt x="171" y="209"/>
                      <a:pt x="171" y="209"/>
                      <a:pt x="171" y="209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3" y="204"/>
                      <a:pt x="173" y="204"/>
                      <a:pt x="173" y="204"/>
                    </a:cubicBezTo>
                    <a:cubicBezTo>
                      <a:pt x="173" y="207"/>
                      <a:pt x="173" y="207"/>
                      <a:pt x="173" y="207"/>
                    </a:cubicBezTo>
                    <a:cubicBezTo>
                      <a:pt x="174" y="209"/>
                      <a:pt x="174" y="209"/>
                      <a:pt x="174" y="209"/>
                    </a:cubicBezTo>
                    <a:cubicBezTo>
                      <a:pt x="173" y="209"/>
                      <a:pt x="173" y="209"/>
                      <a:pt x="173" y="209"/>
                    </a:cubicBezTo>
                    <a:cubicBezTo>
                      <a:pt x="174" y="212"/>
                      <a:pt x="174" y="212"/>
                      <a:pt x="174" y="212"/>
                    </a:cubicBezTo>
                    <a:cubicBezTo>
                      <a:pt x="172" y="215"/>
                      <a:pt x="172" y="215"/>
                      <a:pt x="172" y="215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2" y="218"/>
                      <a:pt x="172" y="218"/>
                      <a:pt x="172" y="218"/>
                    </a:cubicBezTo>
                    <a:cubicBezTo>
                      <a:pt x="174" y="218"/>
                      <a:pt x="174" y="218"/>
                      <a:pt x="174" y="218"/>
                    </a:cubicBezTo>
                    <a:cubicBezTo>
                      <a:pt x="175" y="217"/>
                      <a:pt x="175" y="217"/>
                      <a:pt x="175" y="217"/>
                    </a:cubicBezTo>
                    <a:cubicBezTo>
                      <a:pt x="176" y="217"/>
                      <a:pt x="176" y="217"/>
                      <a:pt x="176" y="217"/>
                    </a:cubicBezTo>
                    <a:cubicBezTo>
                      <a:pt x="178" y="216"/>
                      <a:pt x="178" y="216"/>
                      <a:pt x="178" y="216"/>
                    </a:cubicBezTo>
                    <a:cubicBezTo>
                      <a:pt x="179" y="216"/>
                      <a:pt x="179" y="216"/>
                      <a:pt x="179" y="216"/>
                    </a:cubicBezTo>
                    <a:cubicBezTo>
                      <a:pt x="178" y="217"/>
                      <a:pt x="178" y="217"/>
                      <a:pt x="178" y="217"/>
                    </a:cubicBezTo>
                    <a:cubicBezTo>
                      <a:pt x="177" y="217"/>
                      <a:pt x="177" y="217"/>
                      <a:pt x="177" y="217"/>
                    </a:cubicBezTo>
                    <a:cubicBezTo>
                      <a:pt x="176" y="218"/>
                      <a:pt x="176" y="218"/>
                      <a:pt x="176" y="218"/>
                    </a:cubicBezTo>
                    <a:cubicBezTo>
                      <a:pt x="178" y="221"/>
                      <a:pt x="178" y="221"/>
                      <a:pt x="178" y="221"/>
                    </a:cubicBezTo>
                    <a:cubicBezTo>
                      <a:pt x="178" y="222"/>
                      <a:pt x="178" y="222"/>
                      <a:pt x="178" y="222"/>
                    </a:cubicBezTo>
                    <a:cubicBezTo>
                      <a:pt x="179" y="224"/>
                      <a:pt x="179" y="224"/>
                      <a:pt x="179" y="224"/>
                    </a:cubicBezTo>
                    <a:cubicBezTo>
                      <a:pt x="179" y="227"/>
                      <a:pt x="179" y="227"/>
                      <a:pt x="179" y="227"/>
                    </a:cubicBezTo>
                    <a:cubicBezTo>
                      <a:pt x="179" y="230"/>
                      <a:pt x="179" y="230"/>
                      <a:pt x="179" y="230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7" y="233"/>
                      <a:pt x="177" y="233"/>
                      <a:pt x="177" y="233"/>
                    </a:cubicBezTo>
                    <a:cubicBezTo>
                      <a:pt x="177" y="236"/>
                      <a:pt x="177" y="236"/>
                      <a:pt x="177" y="236"/>
                    </a:cubicBezTo>
                    <a:cubicBezTo>
                      <a:pt x="178" y="237"/>
                      <a:pt x="178" y="237"/>
                      <a:pt x="178" y="237"/>
                    </a:cubicBezTo>
                    <a:cubicBezTo>
                      <a:pt x="179" y="239"/>
                      <a:pt x="179" y="239"/>
                      <a:pt x="179" y="239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5" y="245"/>
                      <a:pt x="185" y="245"/>
                      <a:pt x="185" y="245"/>
                    </a:cubicBezTo>
                    <a:cubicBezTo>
                      <a:pt x="186" y="246"/>
                      <a:pt x="186" y="246"/>
                      <a:pt x="186" y="246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90" y="247"/>
                      <a:pt x="190" y="247"/>
                      <a:pt x="190" y="247"/>
                    </a:cubicBezTo>
                    <a:cubicBezTo>
                      <a:pt x="192" y="248"/>
                      <a:pt x="192" y="248"/>
                      <a:pt x="192" y="248"/>
                    </a:cubicBezTo>
                    <a:cubicBezTo>
                      <a:pt x="193" y="250"/>
                      <a:pt x="193" y="250"/>
                      <a:pt x="193" y="250"/>
                    </a:cubicBezTo>
                    <a:cubicBezTo>
                      <a:pt x="195" y="250"/>
                      <a:pt x="195" y="250"/>
                      <a:pt x="195" y="250"/>
                    </a:cubicBezTo>
                    <a:cubicBezTo>
                      <a:pt x="196" y="251"/>
                      <a:pt x="196" y="251"/>
                      <a:pt x="196" y="251"/>
                    </a:cubicBezTo>
                    <a:cubicBezTo>
                      <a:pt x="197" y="253"/>
                      <a:pt x="197" y="253"/>
                      <a:pt x="197" y="253"/>
                    </a:cubicBezTo>
                    <a:cubicBezTo>
                      <a:pt x="198" y="254"/>
                      <a:pt x="198" y="254"/>
                      <a:pt x="198" y="254"/>
                    </a:cubicBezTo>
                    <a:cubicBezTo>
                      <a:pt x="200" y="255"/>
                      <a:pt x="200" y="255"/>
                      <a:pt x="200" y="255"/>
                    </a:cubicBezTo>
                    <a:cubicBezTo>
                      <a:pt x="202" y="255"/>
                      <a:pt x="202" y="255"/>
                      <a:pt x="202" y="255"/>
                    </a:cubicBezTo>
                    <a:cubicBezTo>
                      <a:pt x="202" y="254"/>
                      <a:pt x="202" y="254"/>
                      <a:pt x="202" y="254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6" y="252"/>
                      <a:pt x="206" y="252"/>
                      <a:pt x="206" y="252"/>
                    </a:cubicBezTo>
                    <a:cubicBezTo>
                      <a:pt x="208" y="252"/>
                      <a:pt x="208" y="252"/>
                      <a:pt x="208" y="252"/>
                    </a:cubicBezTo>
                    <a:cubicBezTo>
                      <a:pt x="209" y="250"/>
                      <a:pt x="209" y="250"/>
                      <a:pt x="209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2" y="252"/>
                      <a:pt x="212" y="252"/>
                      <a:pt x="212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5" y="252"/>
                      <a:pt x="215" y="252"/>
                      <a:pt x="215" y="252"/>
                    </a:cubicBezTo>
                    <a:cubicBezTo>
                      <a:pt x="214" y="253"/>
                      <a:pt x="214" y="253"/>
                      <a:pt x="214" y="253"/>
                    </a:cubicBezTo>
                    <a:cubicBezTo>
                      <a:pt x="217" y="255"/>
                      <a:pt x="217" y="255"/>
                      <a:pt x="217" y="255"/>
                    </a:cubicBezTo>
                    <a:cubicBezTo>
                      <a:pt x="217" y="258"/>
                      <a:pt x="217" y="258"/>
                      <a:pt x="217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9"/>
                      <a:pt x="219" y="259"/>
                      <a:pt x="219" y="259"/>
                    </a:cubicBezTo>
                    <a:cubicBezTo>
                      <a:pt x="221" y="261"/>
                      <a:pt x="221" y="261"/>
                      <a:pt x="221" y="261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3" y="257"/>
                      <a:pt x="223" y="257"/>
                      <a:pt x="223" y="257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5" y="257"/>
                      <a:pt x="225" y="257"/>
                      <a:pt x="225" y="257"/>
                    </a:cubicBezTo>
                    <a:cubicBezTo>
                      <a:pt x="226" y="256"/>
                      <a:pt x="226" y="256"/>
                      <a:pt x="226" y="256"/>
                    </a:cubicBezTo>
                    <a:cubicBezTo>
                      <a:pt x="228" y="253"/>
                      <a:pt x="228" y="253"/>
                      <a:pt x="228" y="253"/>
                    </a:cubicBezTo>
                    <a:cubicBezTo>
                      <a:pt x="232" y="251"/>
                      <a:pt x="232" y="251"/>
                      <a:pt x="232" y="251"/>
                    </a:cubicBezTo>
                    <a:cubicBezTo>
                      <a:pt x="234" y="249"/>
                      <a:pt x="234" y="249"/>
                      <a:pt x="234" y="249"/>
                    </a:cubicBezTo>
                    <a:cubicBezTo>
                      <a:pt x="237" y="248"/>
                      <a:pt x="237" y="248"/>
                      <a:pt x="237" y="248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7" y="248"/>
                      <a:pt x="247" y="248"/>
                      <a:pt x="247" y="248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2" y="244"/>
                      <a:pt x="252" y="244"/>
                      <a:pt x="252" y="244"/>
                    </a:cubicBezTo>
                    <a:cubicBezTo>
                      <a:pt x="254" y="241"/>
                      <a:pt x="254" y="241"/>
                      <a:pt x="254" y="241"/>
                    </a:cubicBezTo>
                    <a:cubicBezTo>
                      <a:pt x="253" y="239"/>
                      <a:pt x="253" y="239"/>
                      <a:pt x="253" y="239"/>
                    </a:cubicBezTo>
                    <a:cubicBezTo>
                      <a:pt x="253" y="237"/>
                      <a:pt x="253" y="237"/>
                      <a:pt x="253" y="237"/>
                    </a:cubicBezTo>
                    <a:cubicBezTo>
                      <a:pt x="255" y="235"/>
                      <a:pt x="255" y="235"/>
                      <a:pt x="255" y="235"/>
                    </a:cubicBezTo>
                    <a:cubicBezTo>
                      <a:pt x="255" y="230"/>
                      <a:pt x="255" y="230"/>
                      <a:pt x="255" y="230"/>
                    </a:cubicBezTo>
                    <a:cubicBezTo>
                      <a:pt x="257" y="229"/>
                      <a:pt x="257" y="229"/>
                      <a:pt x="257" y="229"/>
                    </a:cubicBezTo>
                    <a:cubicBezTo>
                      <a:pt x="257" y="226"/>
                      <a:pt x="257" y="226"/>
                      <a:pt x="257" y="226"/>
                    </a:cubicBezTo>
                    <a:cubicBezTo>
                      <a:pt x="259" y="225"/>
                      <a:pt x="259" y="225"/>
                      <a:pt x="259" y="225"/>
                    </a:cubicBezTo>
                    <a:cubicBezTo>
                      <a:pt x="259" y="224"/>
                      <a:pt x="259" y="224"/>
                      <a:pt x="259" y="224"/>
                    </a:cubicBezTo>
                    <a:cubicBezTo>
                      <a:pt x="263" y="219"/>
                      <a:pt x="263" y="219"/>
                      <a:pt x="263" y="219"/>
                    </a:cubicBezTo>
                    <a:cubicBezTo>
                      <a:pt x="264" y="218"/>
                      <a:pt x="264" y="218"/>
                      <a:pt x="264" y="218"/>
                    </a:cubicBezTo>
                    <a:cubicBezTo>
                      <a:pt x="265" y="215"/>
                      <a:pt x="265" y="215"/>
                      <a:pt x="265" y="215"/>
                    </a:cubicBezTo>
                    <a:cubicBezTo>
                      <a:pt x="267" y="213"/>
                      <a:pt x="267" y="213"/>
                      <a:pt x="267" y="213"/>
                    </a:cubicBezTo>
                    <a:cubicBezTo>
                      <a:pt x="268" y="210"/>
                      <a:pt x="268" y="210"/>
                      <a:pt x="268" y="210"/>
                    </a:cubicBezTo>
                    <a:cubicBezTo>
                      <a:pt x="270" y="208"/>
                      <a:pt x="270" y="208"/>
                      <a:pt x="270" y="208"/>
                    </a:cubicBezTo>
                    <a:cubicBezTo>
                      <a:pt x="270" y="207"/>
                      <a:pt x="270" y="207"/>
                      <a:pt x="270" y="207"/>
                    </a:cubicBezTo>
                    <a:cubicBezTo>
                      <a:pt x="271" y="206"/>
                      <a:pt x="271" y="206"/>
                      <a:pt x="271" y="206"/>
                    </a:cubicBezTo>
                    <a:cubicBezTo>
                      <a:pt x="272" y="203"/>
                      <a:pt x="272" y="203"/>
                      <a:pt x="272" y="203"/>
                    </a:cubicBezTo>
                    <a:cubicBezTo>
                      <a:pt x="272" y="202"/>
                      <a:pt x="272" y="202"/>
                      <a:pt x="272" y="202"/>
                    </a:cubicBezTo>
                    <a:cubicBezTo>
                      <a:pt x="273" y="201"/>
                      <a:pt x="273" y="201"/>
                      <a:pt x="273" y="201"/>
                    </a:cubicBezTo>
                    <a:cubicBezTo>
                      <a:pt x="275" y="199"/>
                      <a:pt x="275" y="199"/>
                      <a:pt x="275" y="199"/>
                    </a:cubicBezTo>
                    <a:cubicBezTo>
                      <a:pt x="276" y="198"/>
                      <a:pt x="276" y="198"/>
                      <a:pt x="276" y="198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83" y="193"/>
                      <a:pt x="283" y="193"/>
                      <a:pt x="283" y="193"/>
                    </a:cubicBezTo>
                    <a:cubicBezTo>
                      <a:pt x="282" y="193"/>
                      <a:pt x="282" y="193"/>
                      <a:pt x="282" y="193"/>
                    </a:cubicBezTo>
                    <a:cubicBezTo>
                      <a:pt x="284" y="192"/>
                      <a:pt x="284" y="192"/>
                      <a:pt x="284" y="192"/>
                    </a:cubicBezTo>
                    <a:cubicBezTo>
                      <a:pt x="284" y="190"/>
                      <a:pt x="284" y="190"/>
                      <a:pt x="284" y="190"/>
                    </a:cubicBezTo>
                    <a:cubicBezTo>
                      <a:pt x="284" y="189"/>
                      <a:pt x="284" y="189"/>
                      <a:pt x="284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7" y="186"/>
                      <a:pt x="287" y="186"/>
                      <a:pt x="287" y="186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90" y="181"/>
                      <a:pt x="290" y="181"/>
                      <a:pt x="290" y="181"/>
                    </a:cubicBezTo>
                    <a:cubicBezTo>
                      <a:pt x="290" y="179"/>
                      <a:pt x="290" y="179"/>
                      <a:pt x="290" y="179"/>
                    </a:cubicBezTo>
                    <a:cubicBezTo>
                      <a:pt x="291" y="177"/>
                      <a:pt x="291" y="177"/>
                      <a:pt x="291" y="177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3" y="171"/>
                      <a:pt x="293" y="171"/>
                      <a:pt x="293" y="171"/>
                    </a:cubicBezTo>
                    <a:cubicBezTo>
                      <a:pt x="293" y="168"/>
                      <a:pt x="293" y="168"/>
                      <a:pt x="293" y="168"/>
                    </a:cubicBezTo>
                    <a:cubicBezTo>
                      <a:pt x="296" y="163"/>
                      <a:pt x="296" y="163"/>
                      <a:pt x="296" y="163"/>
                    </a:cubicBezTo>
                    <a:cubicBezTo>
                      <a:pt x="296" y="162"/>
                      <a:pt x="296" y="162"/>
                      <a:pt x="296" y="162"/>
                    </a:cubicBezTo>
                    <a:cubicBezTo>
                      <a:pt x="297" y="159"/>
                      <a:pt x="297" y="159"/>
                      <a:pt x="297" y="159"/>
                    </a:cubicBezTo>
                    <a:cubicBezTo>
                      <a:pt x="299" y="157"/>
                      <a:pt x="299" y="157"/>
                      <a:pt x="299" y="157"/>
                    </a:cubicBezTo>
                    <a:cubicBezTo>
                      <a:pt x="300" y="155"/>
                      <a:pt x="300" y="155"/>
                      <a:pt x="300" y="155"/>
                    </a:cubicBezTo>
                    <a:cubicBezTo>
                      <a:pt x="299" y="153"/>
                      <a:pt x="299" y="153"/>
                      <a:pt x="299" y="153"/>
                    </a:cubicBezTo>
                    <a:cubicBezTo>
                      <a:pt x="301" y="151"/>
                      <a:pt x="301" y="151"/>
                      <a:pt x="301" y="151"/>
                    </a:cubicBezTo>
                    <a:cubicBezTo>
                      <a:pt x="299" y="148"/>
                      <a:pt x="299" y="148"/>
                      <a:pt x="299" y="148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301" y="145"/>
                      <a:pt x="301" y="145"/>
                      <a:pt x="301" y="145"/>
                    </a:cubicBezTo>
                    <a:cubicBezTo>
                      <a:pt x="300" y="140"/>
                      <a:pt x="300" y="140"/>
                      <a:pt x="300" y="140"/>
                    </a:cubicBezTo>
                    <a:cubicBezTo>
                      <a:pt x="299" y="144"/>
                      <a:pt x="299" y="144"/>
                      <a:pt x="299" y="144"/>
                    </a:cubicBezTo>
                    <a:cubicBezTo>
                      <a:pt x="298" y="143"/>
                      <a:pt x="298" y="143"/>
                      <a:pt x="298" y="143"/>
                    </a:cubicBezTo>
                    <a:cubicBezTo>
                      <a:pt x="298" y="142"/>
                      <a:pt x="298" y="142"/>
                      <a:pt x="298" y="142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40"/>
                      <a:pt x="298" y="140"/>
                      <a:pt x="298" y="140"/>
                    </a:cubicBezTo>
                    <a:cubicBezTo>
                      <a:pt x="299" y="139"/>
                      <a:pt x="299" y="139"/>
                      <a:pt x="299" y="139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2"/>
                      <a:pt x="300" y="132"/>
                      <a:pt x="300" y="132"/>
                    </a:cubicBezTo>
                    <a:cubicBezTo>
                      <a:pt x="301" y="130"/>
                      <a:pt x="301" y="130"/>
                      <a:pt x="301" y="130"/>
                    </a:cubicBezTo>
                    <a:cubicBezTo>
                      <a:pt x="300" y="129"/>
                      <a:pt x="300" y="129"/>
                      <a:pt x="300" y="129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2" y="129"/>
                      <a:pt x="302" y="129"/>
                      <a:pt x="302" y="129"/>
                    </a:cubicBezTo>
                    <a:cubicBezTo>
                      <a:pt x="301" y="126"/>
                      <a:pt x="301" y="126"/>
                      <a:pt x="301" y="126"/>
                    </a:cubicBezTo>
                    <a:cubicBezTo>
                      <a:pt x="301" y="124"/>
                      <a:pt x="301" y="124"/>
                      <a:pt x="301" y="124"/>
                    </a:cubicBezTo>
                    <a:cubicBezTo>
                      <a:pt x="303" y="122"/>
                      <a:pt x="303" y="122"/>
                      <a:pt x="303" y="122"/>
                    </a:cubicBezTo>
                    <a:cubicBezTo>
                      <a:pt x="303" y="119"/>
                      <a:pt x="303" y="119"/>
                      <a:pt x="303" y="119"/>
                    </a:cubicBezTo>
                    <a:cubicBezTo>
                      <a:pt x="303" y="117"/>
                      <a:pt x="303" y="117"/>
                      <a:pt x="303" y="117"/>
                    </a:cubicBezTo>
                    <a:lnTo>
                      <a:pt x="301" y="117"/>
                    </a:lnTo>
                    <a:close/>
                    <a:moveTo>
                      <a:pt x="6" y="127"/>
                    </a:moveTo>
                    <a:cubicBezTo>
                      <a:pt x="5" y="125"/>
                      <a:pt x="5" y="125"/>
                      <a:pt x="5" y="125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7" y="127"/>
                      <a:pt x="7" y="127"/>
                      <a:pt x="7" y="127"/>
                    </a:cubicBezTo>
                    <a:lnTo>
                      <a:pt x="6" y="127"/>
                    </a:lnTo>
                    <a:close/>
                    <a:moveTo>
                      <a:pt x="215" y="248"/>
                    </a:move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5" y="247"/>
                      <a:pt x="215" y="247"/>
                      <a:pt x="215" y="247"/>
                    </a:cubicBezTo>
                    <a:lnTo>
                      <a:pt x="215" y="248"/>
                    </a:lnTo>
                    <a:close/>
                    <a:moveTo>
                      <a:pt x="217" y="251"/>
                    </a:move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lnTo>
                      <a:pt x="217" y="25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6" name="Freeform 6385">
                <a:extLst>
                  <a:ext uri="{FF2B5EF4-FFF2-40B4-BE49-F238E27FC236}">
                    <a16:creationId xmlns:a16="http://schemas.microsoft.com/office/drawing/2014/main" id="{120A9F1B-0424-42EE-BC33-219F30918A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3011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6 h 6"/>
                  <a:gd name="T4" fmla="*/ 5 w 5"/>
                  <a:gd name="T5" fmla="*/ 0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6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7" name="Freeform 6386">
                <a:extLst>
                  <a:ext uri="{FF2B5EF4-FFF2-40B4-BE49-F238E27FC236}">
                    <a16:creationId xmlns:a16="http://schemas.microsoft.com/office/drawing/2014/main" id="{C2808EDF-820C-444C-9921-87D1F87147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43" y="3162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3 w 3"/>
                  <a:gd name="T3" fmla="*/ 8 h 10"/>
                  <a:gd name="T4" fmla="*/ 3 w 3"/>
                  <a:gd name="T5" fmla="*/ 0 h 10"/>
                  <a:gd name="T6" fmla="*/ 0 w 3"/>
                  <a:gd name="T7" fmla="*/ 8 h 10"/>
                  <a:gd name="T8" fmla="*/ 1 w 3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3" y="8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8" name="Freeform 6387">
                <a:extLst>
                  <a:ext uri="{FF2B5EF4-FFF2-40B4-BE49-F238E27FC236}">
                    <a16:creationId xmlns:a16="http://schemas.microsoft.com/office/drawing/2014/main" id="{86BD9818-5E7A-4CF6-B7A2-EE0104C2B8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3425"/>
                <a:ext cx="26" cy="11"/>
              </a:xfrm>
              <a:custGeom>
                <a:avLst/>
                <a:gdLst>
                  <a:gd name="T0" fmla="*/ 21 w 26"/>
                  <a:gd name="T1" fmla="*/ 6 h 11"/>
                  <a:gd name="T2" fmla="*/ 22 w 26"/>
                  <a:gd name="T3" fmla="*/ 4 h 11"/>
                  <a:gd name="T4" fmla="*/ 19 w 26"/>
                  <a:gd name="T5" fmla="*/ 4 h 11"/>
                  <a:gd name="T6" fmla="*/ 19 w 26"/>
                  <a:gd name="T7" fmla="*/ 4 h 11"/>
                  <a:gd name="T8" fmla="*/ 19 w 26"/>
                  <a:gd name="T9" fmla="*/ 0 h 11"/>
                  <a:gd name="T10" fmla="*/ 15 w 26"/>
                  <a:gd name="T11" fmla="*/ 0 h 11"/>
                  <a:gd name="T12" fmla="*/ 13 w 26"/>
                  <a:gd name="T13" fmla="*/ 0 h 11"/>
                  <a:gd name="T14" fmla="*/ 6 w 26"/>
                  <a:gd name="T15" fmla="*/ 2 h 11"/>
                  <a:gd name="T16" fmla="*/ 0 w 26"/>
                  <a:gd name="T17" fmla="*/ 4 h 11"/>
                  <a:gd name="T18" fmla="*/ 0 w 26"/>
                  <a:gd name="T19" fmla="*/ 8 h 11"/>
                  <a:gd name="T20" fmla="*/ 4 w 26"/>
                  <a:gd name="T21" fmla="*/ 9 h 11"/>
                  <a:gd name="T22" fmla="*/ 7 w 26"/>
                  <a:gd name="T23" fmla="*/ 9 h 11"/>
                  <a:gd name="T24" fmla="*/ 7 w 26"/>
                  <a:gd name="T25" fmla="*/ 9 h 11"/>
                  <a:gd name="T26" fmla="*/ 11 w 26"/>
                  <a:gd name="T27" fmla="*/ 9 h 11"/>
                  <a:gd name="T28" fmla="*/ 11 w 26"/>
                  <a:gd name="T29" fmla="*/ 9 h 11"/>
                  <a:gd name="T30" fmla="*/ 13 w 26"/>
                  <a:gd name="T31" fmla="*/ 11 h 11"/>
                  <a:gd name="T32" fmla="*/ 15 w 26"/>
                  <a:gd name="T33" fmla="*/ 11 h 11"/>
                  <a:gd name="T34" fmla="*/ 15 w 26"/>
                  <a:gd name="T35" fmla="*/ 9 h 11"/>
                  <a:gd name="T36" fmla="*/ 17 w 26"/>
                  <a:gd name="T37" fmla="*/ 9 h 11"/>
                  <a:gd name="T38" fmla="*/ 19 w 26"/>
                  <a:gd name="T39" fmla="*/ 8 h 11"/>
                  <a:gd name="T40" fmla="*/ 22 w 26"/>
                  <a:gd name="T41" fmla="*/ 9 h 11"/>
                  <a:gd name="T42" fmla="*/ 26 w 26"/>
                  <a:gd name="T43" fmla="*/ 6 h 11"/>
                  <a:gd name="T44" fmla="*/ 22 w 26"/>
                  <a:gd name="T45" fmla="*/ 4 h 11"/>
                  <a:gd name="T46" fmla="*/ 21 w 26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21" y="6"/>
                    </a:moveTo>
                    <a:lnTo>
                      <a:pt x="22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6" y="6"/>
                    </a:lnTo>
                    <a:lnTo>
                      <a:pt x="22" y="4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9" name="Freeform 6388">
                <a:extLst>
                  <a:ext uri="{FF2B5EF4-FFF2-40B4-BE49-F238E27FC236}">
                    <a16:creationId xmlns:a16="http://schemas.microsoft.com/office/drawing/2014/main" id="{6132E794-D5B5-447E-8480-925B47FB84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3028"/>
                <a:ext cx="23" cy="13"/>
              </a:xfrm>
              <a:custGeom>
                <a:avLst/>
                <a:gdLst>
                  <a:gd name="T0" fmla="*/ 6 w 23"/>
                  <a:gd name="T1" fmla="*/ 9 h 13"/>
                  <a:gd name="T2" fmla="*/ 10 w 23"/>
                  <a:gd name="T3" fmla="*/ 9 h 13"/>
                  <a:gd name="T4" fmla="*/ 10 w 23"/>
                  <a:gd name="T5" fmla="*/ 11 h 13"/>
                  <a:gd name="T6" fmla="*/ 15 w 23"/>
                  <a:gd name="T7" fmla="*/ 13 h 13"/>
                  <a:gd name="T8" fmla="*/ 19 w 23"/>
                  <a:gd name="T9" fmla="*/ 7 h 13"/>
                  <a:gd name="T10" fmla="*/ 21 w 23"/>
                  <a:gd name="T11" fmla="*/ 7 h 13"/>
                  <a:gd name="T12" fmla="*/ 21 w 23"/>
                  <a:gd name="T13" fmla="*/ 6 h 13"/>
                  <a:gd name="T14" fmla="*/ 23 w 23"/>
                  <a:gd name="T15" fmla="*/ 4 h 13"/>
                  <a:gd name="T16" fmla="*/ 21 w 23"/>
                  <a:gd name="T17" fmla="*/ 2 h 13"/>
                  <a:gd name="T18" fmla="*/ 21 w 23"/>
                  <a:gd name="T19" fmla="*/ 0 h 13"/>
                  <a:gd name="T20" fmla="*/ 19 w 23"/>
                  <a:gd name="T21" fmla="*/ 0 h 13"/>
                  <a:gd name="T22" fmla="*/ 17 w 23"/>
                  <a:gd name="T23" fmla="*/ 2 h 13"/>
                  <a:gd name="T24" fmla="*/ 13 w 23"/>
                  <a:gd name="T25" fmla="*/ 2 h 13"/>
                  <a:gd name="T26" fmla="*/ 11 w 23"/>
                  <a:gd name="T27" fmla="*/ 2 h 13"/>
                  <a:gd name="T28" fmla="*/ 11 w 23"/>
                  <a:gd name="T29" fmla="*/ 2 h 13"/>
                  <a:gd name="T30" fmla="*/ 10 w 23"/>
                  <a:gd name="T31" fmla="*/ 2 h 13"/>
                  <a:gd name="T32" fmla="*/ 8 w 23"/>
                  <a:gd name="T33" fmla="*/ 2 h 13"/>
                  <a:gd name="T34" fmla="*/ 6 w 23"/>
                  <a:gd name="T35" fmla="*/ 0 h 13"/>
                  <a:gd name="T36" fmla="*/ 4 w 23"/>
                  <a:gd name="T37" fmla="*/ 0 h 13"/>
                  <a:gd name="T38" fmla="*/ 4 w 23"/>
                  <a:gd name="T39" fmla="*/ 0 h 13"/>
                  <a:gd name="T40" fmla="*/ 0 w 23"/>
                  <a:gd name="T41" fmla="*/ 2 h 13"/>
                  <a:gd name="T42" fmla="*/ 2 w 23"/>
                  <a:gd name="T43" fmla="*/ 4 h 13"/>
                  <a:gd name="T44" fmla="*/ 2 w 23"/>
                  <a:gd name="T45" fmla="*/ 4 h 13"/>
                  <a:gd name="T46" fmla="*/ 0 w 23"/>
                  <a:gd name="T47" fmla="*/ 4 h 13"/>
                  <a:gd name="T48" fmla="*/ 0 w 23"/>
                  <a:gd name="T49" fmla="*/ 7 h 13"/>
                  <a:gd name="T50" fmla="*/ 4 w 23"/>
                  <a:gd name="T51" fmla="*/ 9 h 13"/>
                  <a:gd name="T52" fmla="*/ 6 w 23"/>
                  <a:gd name="T5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13">
                    <a:moveTo>
                      <a:pt x="6" y="9"/>
                    </a:moveTo>
                    <a:lnTo>
                      <a:pt x="10" y="9"/>
                    </a:lnTo>
                    <a:lnTo>
                      <a:pt x="10" y="11"/>
                    </a:lnTo>
                    <a:lnTo>
                      <a:pt x="15" y="13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0" name="Freeform 6389">
                <a:extLst>
                  <a:ext uri="{FF2B5EF4-FFF2-40B4-BE49-F238E27FC236}">
                    <a16:creationId xmlns:a16="http://schemas.microsoft.com/office/drawing/2014/main" id="{72A222E9-470F-4458-B35E-AAD2004428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29" y="3570"/>
                <a:ext cx="145" cy="148"/>
              </a:xfrm>
              <a:custGeom>
                <a:avLst/>
                <a:gdLst>
                  <a:gd name="T0" fmla="*/ 140 w 145"/>
                  <a:gd name="T1" fmla="*/ 23 h 148"/>
                  <a:gd name="T2" fmla="*/ 145 w 145"/>
                  <a:gd name="T3" fmla="*/ 14 h 148"/>
                  <a:gd name="T4" fmla="*/ 142 w 145"/>
                  <a:gd name="T5" fmla="*/ 10 h 148"/>
                  <a:gd name="T6" fmla="*/ 140 w 145"/>
                  <a:gd name="T7" fmla="*/ 12 h 148"/>
                  <a:gd name="T8" fmla="*/ 138 w 145"/>
                  <a:gd name="T9" fmla="*/ 4 h 148"/>
                  <a:gd name="T10" fmla="*/ 128 w 145"/>
                  <a:gd name="T11" fmla="*/ 15 h 148"/>
                  <a:gd name="T12" fmla="*/ 128 w 145"/>
                  <a:gd name="T13" fmla="*/ 14 h 148"/>
                  <a:gd name="T14" fmla="*/ 130 w 145"/>
                  <a:gd name="T15" fmla="*/ 8 h 148"/>
                  <a:gd name="T16" fmla="*/ 127 w 145"/>
                  <a:gd name="T17" fmla="*/ 6 h 148"/>
                  <a:gd name="T18" fmla="*/ 121 w 145"/>
                  <a:gd name="T19" fmla="*/ 4 h 148"/>
                  <a:gd name="T20" fmla="*/ 112 w 145"/>
                  <a:gd name="T21" fmla="*/ 15 h 148"/>
                  <a:gd name="T22" fmla="*/ 104 w 145"/>
                  <a:gd name="T23" fmla="*/ 25 h 148"/>
                  <a:gd name="T24" fmla="*/ 97 w 145"/>
                  <a:gd name="T25" fmla="*/ 30 h 148"/>
                  <a:gd name="T26" fmla="*/ 93 w 145"/>
                  <a:gd name="T27" fmla="*/ 40 h 148"/>
                  <a:gd name="T28" fmla="*/ 82 w 145"/>
                  <a:gd name="T29" fmla="*/ 53 h 148"/>
                  <a:gd name="T30" fmla="*/ 73 w 145"/>
                  <a:gd name="T31" fmla="*/ 56 h 148"/>
                  <a:gd name="T32" fmla="*/ 54 w 145"/>
                  <a:gd name="T33" fmla="*/ 66 h 148"/>
                  <a:gd name="T34" fmla="*/ 48 w 145"/>
                  <a:gd name="T35" fmla="*/ 71 h 148"/>
                  <a:gd name="T36" fmla="*/ 37 w 145"/>
                  <a:gd name="T37" fmla="*/ 77 h 148"/>
                  <a:gd name="T38" fmla="*/ 30 w 145"/>
                  <a:gd name="T39" fmla="*/ 84 h 148"/>
                  <a:gd name="T40" fmla="*/ 24 w 145"/>
                  <a:gd name="T41" fmla="*/ 90 h 148"/>
                  <a:gd name="T42" fmla="*/ 17 w 145"/>
                  <a:gd name="T43" fmla="*/ 94 h 148"/>
                  <a:gd name="T44" fmla="*/ 13 w 145"/>
                  <a:gd name="T45" fmla="*/ 97 h 148"/>
                  <a:gd name="T46" fmla="*/ 7 w 145"/>
                  <a:gd name="T47" fmla="*/ 107 h 148"/>
                  <a:gd name="T48" fmla="*/ 6 w 145"/>
                  <a:gd name="T49" fmla="*/ 110 h 148"/>
                  <a:gd name="T50" fmla="*/ 11 w 145"/>
                  <a:gd name="T51" fmla="*/ 110 h 148"/>
                  <a:gd name="T52" fmla="*/ 4 w 145"/>
                  <a:gd name="T53" fmla="*/ 116 h 148"/>
                  <a:gd name="T54" fmla="*/ 9 w 145"/>
                  <a:gd name="T55" fmla="*/ 124 h 148"/>
                  <a:gd name="T56" fmla="*/ 13 w 145"/>
                  <a:gd name="T57" fmla="*/ 122 h 148"/>
                  <a:gd name="T58" fmla="*/ 17 w 145"/>
                  <a:gd name="T59" fmla="*/ 127 h 148"/>
                  <a:gd name="T60" fmla="*/ 22 w 145"/>
                  <a:gd name="T61" fmla="*/ 133 h 148"/>
                  <a:gd name="T62" fmla="*/ 19 w 145"/>
                  <a:gd name="T63" fmla="*/ 138 h 148"/>
                  <a:gd name="T64" fmla="*/ 9 w 145"/>
                  <a:gd name="T65" fmla="*/ 131 h 148"/>
                  <a:gd name="T66" fmla="*/ 6 w 145"/>
                  <a:gd name="T67" fmla="*/ 138 h 148"/>
                  <a:gd name="T68" fmla="*/ 4 w 145"/>
                  <a:gd name="T69" fmla="*/ 148 h 148"/>
                  <a:gd name="T70" fmla="*/ 9 w 145"/>
                  <a:gd name="T71" fmla="*/ 146 h 148"/>
                  <a:gd name="T72" fmla="*/ 17 w 145"/>
                  <a:gd name="T73" fmla="*/ 144 h 148"/>
                  <a:gd name="T74" fmla="*/ 19 w 145"/>
                  <a:gd name="T75" fmla="*/ 140 h 148"/>
                  <a:gd name="T76" fmla="*/ 24 w 145"/>
                  <a:gd name="T77" fmla="*/ 137 h 148"/>
                  <a:gd name="T78" fmla="*/ 34 w 145"/>
                  <a:gd name="T79" fmla="*/ 137 h 148"/>
                  <a:gd name="T80" fmla="*/ 50 w 145"/>
                  <a:gd name="T81" fmla="*/ 125 h 148"/>
                  <a:gd name="T82" fmla="*/ 61 w 145"/>
                  <a:gd name="T83" fmla="*/ 120 h 148"/>
                  <a:gd name="T84" fmla="*/ 63 w 145"/>
                  <a:gd name="T85" fmla="*/ 114 h 148"/>
                  <a:gd name="T86" fmla="*/ 73 w 145"/>
                  <a:gd name="T87" fmla="*/ 99 h 148"/>
                  <a:gd name="T88" fmla="*/ 80 w 145"/>
                  <a:gd name="T89" fmla="*/ 88 h 148"/>
                  <a:gd name="T90" fmla="*/ 86 w 145"/>
                  <a:gd name="T91" fmla="*/ 81 h 148"/>
                  <a:gd name="T92" fmla="*/ 91 w 145"/>
                  <a:gd name="T93" fmla="*/ 79 h 148"/>
                  <a:gd name="T94" fmla="*/ 97 w 145"/>
                  <a:gd name="T95" fmla="*/ 77 h 148"/>
                  <a:gd name="T96" fmla="*/ 106 w 145"/>
                  <a:gd name="T97" fmla="*/ 77 h 148"/>
                  <a:gd name="T98" fmla="*/ 108 w 145"/>
                  <a:gd name="T99" fmla="*/ 69 h 148"/>
                  <a:gd name="T100" fmla="*/ 114 w 145"/>
                  <a:gd name="T101" fmla="*/ 60 h 148"/>
                  <a:gd name="T102" fmla="*/ 123 w 145"/>
                  <a:gd name="T103" fmla="*/ 49 h 148"/>
                  <a:gd name="T104" fmla="*/ 132 w 145"/>
                  <a:gd name="T105" fmla="*/ 42 h 148"/>
                  <a:gd name="T106" fmla="*/ 140 w 145"/>
                  <a:gd name="T107" fmla="*/ 3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148">
                    <a:moveTo>
                      <a:pt x="140" y="28"/>
                    </a:moveTo>
                    <a:lnTo>
                      <a:pt x="140" y="25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5" y="15"/>
                    </a:lnTo>
                    <a:lnTo>
                      <a:pt x="143" y="15"/>
                    </a:lnTo>
                    <a:lnTo>
                      <a:pt x="145" y="14"/>
                    </a:lnTo>
                    <a:lnTo>
                      <a:pt x="143" y="14"/>
                    </a:lnTo>
                    <a:lnTo>
                      <a:pt x="143" y="12"/>
                    </a:lnTo>
                    <a:lnTo>
                      <a:pt x="142" y="12"/>
                    </a:lnTo>
                    <a:lnTo>
                      <a:pt x="142" y="10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3" y="6"/>
                    </a:lnTo>
                    <a:lnTo>
                      <a:pt x="138" y="4"/>
                    </a:lnTo>
                    <a:lnTo>
                      <a:pt x="136" y="8"/>
                    </a:lnTo>
                    <a:lnTo>
                      <a:pt x="136" y="10"/>
                    </a:lnTo>
                    <a:lnTo>
                      <a:pt x="136" y="12"/>
                    </a:lnTo>
                    <a:lnTo>
                      <a:pt x="128" y="15"/>
                    </a:lnTo>
                    <a:lnTo>
                      <a:pt x="130" y="15"/>
                    </a:lnTo>
                    <a:lnTo>
                      <a:pt x="130" y="17"/>
                    </a:lnTo>
                    <a:lnTo>
                      <a:pt x="128" y="17"/>
                    </a:lnTo>
                    <a:lnTo>
                      <a:pt x="128" y="14"/>
                    </a:lnTo>
                    <a:lnTo>
                      <a:pt x="128" y="14"/>
                    </a:lnTo>
                    <a:lnTo>
                      <a:pt x="130" y="12"/>
                    </a:lnTo>
                    <a:lnTo>
                      <a:pt x="130" y="10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28" y="6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8" y="2"/>
                    </a:lnTo>
                    <a:lnTo>
                      <a:pt x="125" y="0"/>
                    </a:lnTo>
                    <a:lnTo>
                      <a:pt x="121" y="4"/>
                    </a:lnTo>
                    <a:lnTo>
                      <a:pt x="119" y="4"/>
                    </a:lnTo>
                    <a:lnTo>
                      <a:pt x="115" y="6"/>
                    </a:lnTo>
                    <a:lnTo>
                      <a:pt x="115" y="10"/>
                    </a:lnTo>
                    <a:lnTo>
                      <a:pt x="112" y="15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06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1" y="27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5" y="34"/>
                    </a:lnTo>
                    <a:lnTo>
                      <a:pt x="93" y="36"/>
                    </a:lnTo>
                    <a:lnTo>
                      <a:pt x="93" y="40"/>
                    </a:lnTo>
                    <a:lnTo>
                      <a:pt x="91" y="42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2" y="53"/>
                    </a:lnTo>
                    <a:lnTo>
                      <a:pt x="78" y="53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73" y="56"/>
                    </a:lnTo>
                    <a:lnTo>
                      <a:pt x="67" y="58"/>
                    </a:lnTo>
                    <a:lnTo>
                      <a:pt x="61" y="62"/>
                    </a:lnTo>
                    <a:lnTo>
                      <a:pt x="60" y="64"/>
                    </a:lnTo>
                    <a:lnTo>
                      <a:pt x="54" y="66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2" y="69"/>
                    </a:lnTo>
                    <a:lnTo>
                      <a:pt x="48" y="71"/>
                    </a:lnTo>
                    <a:lnTo>
                      <a:pt x="47" y="69"/>
                    </a:lnTo>
                    <a:lnTo>
                      <a:pt x="45" y="71"/>
                    </a:lnTo>
                    <a:lnTo>
                      <a:pt x="39" y="75"/>
                    </a:lnTo>
                    <a:lnTo>
                      <a:pt x="37" y="77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0" y="83"/>
                    </a:lnTo>
                    <a:lnTo>
                      <a:pt x="30" y="84"/>
                    </a:lnTo>
                    <a:lnTo>
                      <a:pt x="28" y="83"/>
                    </a:lnTo>
                    <a:lnTo>
                      <a:pt x="26" y="84"/>
                    </a:lnTo>
                    <a:lnTo>
                      <a:pt x="24" y="86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2" y="88"/>
                    </a:lnTo>
                    <a:lnTo>
                      <a:pt x="19" y="94"/>
                    </a:lnTo>
                    <a:lnTo>
                      <a:pt x="17" y="94"/>
                    </a:lnTo>
                    <a:lnTo>
                      <a:pt x="15" y="96"/>
                    </a:lnTo>
                    <a:lnTo>
                      <a:pt x="15" y="99"/>
                    </a:lnTo>
                    <a:lnTo>
                      <a:pt x="15" y="99"/>
                    </a:lnTo>
                    <a:lnTo>
                      <a:pt x="13" y="97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7" y="105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2" y="109"/>
                    </a:lnTo>
                    <a:lnTo>
                      <a:pt x="4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7" y="109"/>
                    </a:lnTo>
                    <a:lnTo>
                      <a:pt x="9" y="110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6" y="110"/>
                    </a:lnTo>
                    <a:lnTo>
                      <a:pt x="0" y="116"/>
                    </a:lnTo>
                    <a:lnTo>
                      <a:pt x="4" y="116"/>
                    </a:lnTo>
                    <a:lnTo>
                      <a:pt x="2" y="120"/>
                    </a:lnTo>
                    <a:lnTo>
                      <a:pt x="4" y="122"/>
                    </a:lnTo>
                    <a:lnTo>
                      <a:pt x="6" y="124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5" y="124"/>
                    </a:lnTo>
                    <a:lnTo>
                      <a:pt x="15" y="124"/>
                    </a:lnTo>
                    <a:lnTo>
                      <a:pt x="15" y="125"/>
                    </a:lnTo>
                    <a:lnTo>
                      <a:pt x="17" y="127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31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7" y="135"/>
                    </a:lnTo>
                    <a:lnTo>
                      <a:pt x="13" y="131"/>
                    </a:lnTo>
                    <a:lnTo>
                      <a:pt x="9" y="131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6" y="138"/>
                    </a:lnTo>
                    <a:lnTo>
                      <a:pt x="6" y="140"/>
                    </a:lnTo>
                    <a:lnTo>
                      <a:pt x="6" y="142"/>
                    </a:lnTo>
                    <a:lnTo>
                      <a:pt x="2" y="144"/>
                    </a:lnTo>
                    <a:lnTo>
                      <a:pt x="4" y="148"/>
                    </a:lnTo>
                    <a:lnTo>
                      <a:pt x="6" y="148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9" y="146"/>
                    </a:lnTo>
                    <a:lnTo>
                      <a:pt x="11" y="146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7" y="144"/>
                    </a:lnTo>
                    <a:lnTo>
                      <a:pt x="19" y="142"/>
                    </a:lnTo>
                    <a:lnTo>
                      <a:pt x="19" y="140"/>
                    </a:lnTo>
                    <a:lnTo>
                      <a:pt x="17" y="140"/>
                    </a:lnTo>
                    <a:lnTo>
                      <a:pt x="19" y="140"/>
                    </a:lnTo>
                    <a:lnTo>
                      <a:pt x="19" y="138"/>
                    </a:lnTo>
                    <a:lnTo>
                      <a:pt x="22" y="140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6" y="137"/>
                    </a:lnTo>
                    <a:lnTo>
                      <a:pt x="26" y="137"/>
                    </a:lnTo>
                    <a:lnTo>
                      <a:pt x="30" y="137"/>
                    </a:lnTo>
                    <a:lnTo>
                      <a:pt x="34" y="137"/>
                    </a:lnTo>
                    <a:lnTo>
                      <a:pt x="39" y="135"/>
                    </a:lnTo>
                    <a:lnTo>
                      <a:pt x="43" y="131"/>
                    </a:lnTo>
                    <a:lnTo>
                      <a:pt x="48" y="129"/>
                    </a:lnTo>
                    <a:lnTo>
                      <a:pt x="50" y="125"/>
                    </a:lnTo>
                    <a:lnTo>
                      <a:pt x="52" y="124"/>
                    </a:lnTo>
                    <a:lnTo>
                      <a:pt x="56" y="122"/>
                    </a:lnTo>
                    <a:lnTo>
                      <a:pt x="60" y="122"/>
                    </a:lnTo>
                    <a:lnTo>
                      <a:pt x="61" y="120"/>
                    </a:lnTo>
                    <a:lnTo>
                      <a:pt x="60" y="118"/>
                    </a:lnTo>
                    <a:lnTo>
                      <a:pt x="61" y="116"/>
                    </a:lnTo>
                    <a:lnTo>
                      <a:pt x="60" y="116"/>
                    </a:lnTo>
                    <a:lnTo>
                      <a:pt x="63" y="114"/>
                    </a:lnTo>
                    <a:lnTo>
                      <a:pt x="65" y="110"/>
                    </a:lnTo>
                    <a:lnTo>
                      <a:pt x="65" y="107"/>
                    </a:lnTo>
                    <a:lnTo>
                      <a:pt x="67" y="105"/>
                    </a:lnTo>
                    <a:lnTo>
                      <a:pt x="73" y="99"/>
                    </a:lnTo>
                    <a:lnTo>
                      <a:pt x="74" y="97"/>
                    </a:lnTo>
                    <a:lnTo>
                      <a:pt x="76" y="94"/>
                    </a:lnTo>
                    <a:lnTo>
                      <a:pt x="78" y="90"/>
                    </a:lnTo>
                    <a:lnTo>
                      <a:pt x="80" y="88"/>
                    </a:lnTo>
                    <a:lnTo>
                      <a:pt x="80" y="86"/>
                    </a:lnTo>
                    <a:lnTo>
                      <a:pt x="82" y="83"/>
                    </a:lnTo>
                    <a:lnTo>
                      <a:pt x="84" y="83"/>
                    </a:lnTo>
                    <a:lnTo>
                      <a:pt x="86" y="81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79"/>
                    </a:lnTo>
                    <a:lnTo>
                      <a:pt x="91" y="79"/>
                    </a:lnTo>
                    <a:lnTo>
                      <a:pt x="93" y="79"/>
                    </a:lnTo>
                    <a:lnTo>
                      <a:pt x="95" y="77"/>
                    </a:lnTo>
                    <a:lnTo>
                      <a:pt x="97" y="77"/>
                    </a:lnTo>
                    <a:lnTo>
                      <a:pt x="97" y="77"/>
                    </a:lnTo>
                    <a:lnTo>
                      <a:pt x="102" y="77"/>
                    </a:lnTo>
                    <a:lnTo>
                      <a:pt x="104" y="77"/>
                    </a:lnTo>
                    <a:lnTo>
                      <a:pt x="106" y="77"/>
                    </a:lnTo>
                    <a:lnTo>
                      <a:pt x="106" y="77"/>
                    </a:lnTo>
                    <a:lnTo>
                      <a:pt x="110" y="77"/>
                    </a:lnTo>
                    <a:lnTo>
                      <a:pt x="110" y="71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6"/>
                    </a:lnTo>
                    <a:lnTo>
                      <a:pt x="108" y="62"/>
                    </a:lnTo>
                    <a:lnTo>
                      <a:pt x="114" y="60"/>
                    </a:lnTo>
                    <a:lnTo>
                      <a:pt x="117" y="56"/>
                    </a:lnTo>
                    <a:lnTo>
                      <a:pt x="119" y="56"/>
                    </a:lnTo>
                    <a:lnTo>
                      <a:pt x="121" y="53"/>
                    </a:lnTo>
                    <a:lnTo>
                      <a:pt x="123" y="49"/>
                    </a:lnTo>
                    <a:lnTo>
                      <a:pt x="125" y="47"/>
                    </a:lnTo>
                    <a:lnTo>
                      <a:pt x="128" y="47"/>
                    </a:lnTo>
                    <a:lnTo>
                      <a:pt x="127" y="45"/>
                    </a:lnTo>
                    <a:lnTo>
                      <a:pt x="132" y="42"/>
                    </a:lnTo>
                    <a:lnTo>
                      <a:pt x="132" y="40"/>
                    </a:lnTo>
                    <a:lnTo>
                      <a:pt x="140" y="34"/>
                    </a:lnTo>
                    <a:lnTo>
                      <a:pt x="143" y="30"/>
                    </a:lnTo>
                    <a:lnTo>
                      <a:pt x="140" y="30"/>
                    </a:lnTo>
                    <a:lnTo>
                      <a:pt x="140" y="2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1" name="Freeform 6390">
                <a:extLst>
                  <a:ext uri="{FF2B5EF4-FFF2-40B4-BE49-F238E27FC236}">
                    <a16:creationId xmlns:a16="http://schemas.microsoft.com/office/drawing/2014/main" id="{DDD5E52C-1644-4AB9-85C6-9974E3DBF70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4" y="3434"/>
                <a:ext cx="82" cy="164"/>
              </a:xfrm>
              <a:custGeom>
                <a:avLst/>
                <a:gdLst>
                  <a:gd name="T0" fmla="*/ 73 w 82"/>
                  <a:gd name="T1" fmla="*/ 77 h 164"/>
                  <a:gd name="T2" fmla="*/ 60 w 82"/>
                  <a:gd name="T3" fmla="*/ 86 h 164"/>
                  <a:gd name="T4" fmla="*/ 50 w 82"/>
                  <a:gd name="T5" fmla="*/ 77 h 164"/>
                  <a:gd name="T6" fmla="*/ 49 w 82"/>
                  <a:gd name="T7" fmla="*/ 66 h 164"/>
                  <a:gd name="T8" fmla="*/ 49 w 82"/>
                  <a:gd name="T9" fmla="*/ 58 h 164"/>
                  <a:gd name="T10" fmla="*/ 47 w 82"/>
                  <a:gd name="T11" fmla="*/ 53 h 164"/>
                  <a:gd name="T12" fmla="*/ 47 w 82"/>
                  <a:gd name="T13" fmla="*/ 47 h 164"/>
                  <a:gd name="T14" fmla="*/ 45 w 82"/>
                  <a:gd name="T15" fmla="*/ 53 h 164"/>
                  <a:gd name="T16" fmla="*/ 41 w 82"/>
                  <a:gd name="T17" fmla="*/ 53 h 164"/>
                  <a:gd name="T18" fmla="*/ 43 w 82"/>
                  <a:gd name="T19" fmla="*/ 60 h 164"/>
                  <a:gd name="T20" fmla="*/ 36 w 82"/>
                  <a:gd name="T21" fmla="*/ 60 h 164"/>
                  <a:gd name="T22" fmla="*/ 34 w 82"/>
                  <a:gd name="T23" fmla="*/ 54 h 164"/>
                  <a:gd name="T24" fmla="*/ 37 w 82"/>
                  <a:gd name="T25" fmla="*/ 47 h 164"/>
                  <a:gd name="T26" fmla="*/ 36 w 82"/>
                  <a:gd name="T27" fmla="*/ 40 h 164"/>
                  <a:gd name="T28" fmla="*/ 41 w 82"/>
                  <a:gd name="T29" fmla="*/ 30 h 164"/>
                  <a:gd name="T30" fmla="*/ 34 w 82"/>
                  <a:gd name="T31" fmla="*/ 23 h 164"/>
                  <a:gd name="T32" fmla="*/ 34 w 82"/>
                  <a:gd name="T33" fmla="*/ 15 h 164"/>
                  <a:gd name="T34" fmla="*/ 30 w 82"/>
                  <a:gd name="T35" fmla="*/ 10 h 164"/>
                  <a:gd name="T36" fmla="*/ 24 w 82"/>
                  <a:gd name="T37" fmla="*/ 10 h 164"/>
                  <a:gd name="T38" fmla="*/ 23 w 82"/>
                  <a:gd name="T39" fmla="*/ 0 h 164"/>
                  <a:gd name="T40" fmla="*/ 17 w 82"/>
                  <a:gd name="T41" fmla="*/ 6 h 164"/>
                  <a:gd name="T42" fmla="*/ 21 w 82"/>
                  <a:gd name="T43" fmla="*/ 19 h 164"/>
                  <a:gd name="T44" fmla="*/ 21 w 82"/>
                  <a:gd name="T45" fmla="*/ 30 h 164"/>
                  <a:gd name="T46" fmla="*/ 24 w 82"/>
                  <a:gd name="T47" fmla="*/ 43 h 164"/>
                  <a:gd name="T48" fmla="*/ 24 w 82"/>
                  <a:gd name="T49" fmla="*/ 58 h 164"/>
                  <a:gd name="T50" fmla="*/ 30 w 82"/>
                  <a:gd name="T51" fmla="*/ 64 h 164"/>
                  <a:gd name="T52" fmla="*/ 28 w 82"/>
                  <a:gd name="T53" fmla="*/ 69 h 164"/>
                  <a:gd name="T54" fmla="*/ 26 w 82"/>
                  <a:gd name="T55" fmla="*/ 79 h 164"/>
                  <a:gd name="T56" fmla="*/ 24 w 82"/>
                  <a:gd name="T57" fmla="*/ 86 h 164"/>
                  <a:gd name="T58" fmla="*/ 19 w 82"/>
                  <a:gd name="T59" fmla="*/ 101 h 164"/>
                  <a:gd name="T60" fmla="*/ 13 w 82"/>
                  <a:gd name="T61" fmla="*/ 103 h 164"/>
                  <a:gd name="T62" fmla="*/ 2 w 82"/>
                  <a:gd name="T63" fmla="*/ 112 h 164"/>
                  <a:gd name="T64" fmla="*/ 11 w 82"/>
                  <a:gd name="T65" fmla="*/ 125 h 164"/>
                  <a:gd name="T66" fmla="*/ 17 w 82"/>
                  <a:gd name="T67" fmla="*/ 133 h 164"/>
                  <a:gd name="T68" fmla="*/ 10 w 82"/>
                  <a:gd name="T69" fmla="*/ 146 h 164"/>
                  <a:gd name="T70" fmla="*/ 0 w 82"/>
                  <a:gd name="T71" fmla="*/ 157 h 164"/>
                  <a:gd name="T72" fmla="*/ 8 w 82"/>
                  <a:gd name="T73" fmla="*/ 161 h 164"/>
                  <a:gd name="T74" fmla="*/ 11 w 82"/>
                  <a:gd name="T75" fmla="*/ 164 h 164"/>
                  <a:gd name="T76" fmla="*/ 30 w 82"/>
                  <a:gd name="T77" fmla="*/ 148 h 164"/>
                  <a:gd name="T78" fmla="*/ 39 w 82"/>
                  <a:gd name="T79" fmla="*/ 138 h 164"/>
                  <a:gd name="T80" fmla="*/ 45 w 82"/>
                  <a:gd name="T81" fmla="*/ 129 h 164"/>
                  <a:gd name="T82" fmla="*/ 47 w 82"/>
                  <a:gd name="T83" fmla="*/ 120 h 164"/>
                  <a:gd name="T84" fmla="*/ 60 w 82"/>
                  <a:gd name="T85" fmla="*/ 112 h 164"/>
                  <a:gd name="T86" fmla="*/ 64 w 82"/>
                  <a:gd name="T87" fmla="*/ 114 h 164"/>
                  <a:gd name="T88" fmla="*/ 65 w 82"/>
                  <a:gd name="T89" fmla="*/ 105 h 164"/>
                  <a:gd name="T90" fmla="*/ 71 w 82"/>
                  <a:gd name="T91" fmla="*/ 103 h 164"/>
                  <a:gd name="T92" fmla="*/ 78 w 82"/>
                  <a:gd name="T93" fmla="*/ 86 h 164"/>
                  <a:gd name="T94" fmla="*/ 28 w 82"/>
                  <a:gd name="T95" fmla="*/ 51 h 164"/>
                  <a:gd name="T96" fmla="*/ 28 w 82"/>
                  <a:gd name="T97" fmla="*/ 51 h 164"/>
                  <a:gd name="T98" fmla="*/ 43 w 82"/>
                  <a:gd name="T99" fmla="*/ 66 h 164"/>
                  <a:gd name="T100" fmla="*/ 41 w 82"/>
                  <a:gd name="T101" fmla="*/ 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2" h="164">
                    <a:moveTo>
                      <a:pt x="77" y="81"/>
                    </a:moveTo>
                    <a:lnTo>
                      <a:pt x="77" y="81"/>
                    </a:lnTo>
                    <a:lnTo>
                      <a:pt x="78" y="79"/>
                    </a:lnTo>
                    <a:lnTo>
                      <a:pt x="73" y="77"/>
                    </a:lnTo>
                    <a:lnTo>
                      <a:pt x="69" y="79"/>
                    </a:lnTo>
                    <a:lnTo>
                      <a:pt x="65" y="84"/>
                    </a:lnTo>
                    <a:lnTo>
                      <a:pt x="62" y="84"/>
                    </a:lnTo>
                    <a:lnTo>
                      <a:pt x="60" y="86"/>
                    </a:lnTo>
                    <a:lnTo>
                      <a:pt x="58" y="84"/>
                    </a:lnTo>
                    <a:lnTo>
                      <a:pt x="52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0" y="71"/>
                    </a:lnTo>
                    <a:lnTo>
                      <a:pt x="49" y="66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9" y="60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47" y="53"/>
                    </a:lnTo>
                    <a:lnTo>
                      <a:pt x="49" y="51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7" y="47"/>
                    </a:lnTo>
                    <a:lnTo>
                      <a:pt x="47" y="41"/>
                    </a:lnTo>
                    <a:lnTo>
                      <a:pt x="43" y="49"/>
                    </a:lnTo>
                    <a:lnTo>
                      <a:pt x="45" y="53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5" y="47"/>
                    </a:lnTo>
                    <a:lnTo>
                      <a:pt x="39" y="49"/>
                    </a:lnTo>
                    <a:lnTo>
                      <a:pt x="41" y="53"/>
                    </a:lnTo>
                    <a:lnTo>
                      <a:pt x="39" y="54"/>
                    </a:lnTo>
                    <a:lnTo>
                      <a:pt x="43" y="56"/>
                    </a:lnTo>
                    <a:lnTo>
                      <a:pt x="43" y="58"/>
                    </a:lnTo>
                    <a:lnTo>
                      <a:pt x="43" y="60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56"/>
                    </a:lnTo>
                    <a:lnTo>
                      <a:pt x="34" y="54"/>
                    </a:lnTo>
                    <a:lnTo>
                      <a:pt x="36" y="53"/>
                    </a:lnTo>
                    <a:lnTo>
                      <a:pt x="37" y="53"/>
                    </a:lnTo>
                    <a:lnTo>
                      <a:pt x="39" y="49"/>
                    </a:lnTo>
                    <a:lnTo>
                      <a:pt x="37" y="47"/>
                    </a:lnTo>
                    <a:lnTo>
                      <a:pt x="37" y="45"/>
                    </a:lnTo>
                    <a:lnTo>
                      <a:pt x="37" y="43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1" y="34"/>
                    </a:lnTo>
                    <a:lnTo>
                      <a:pt x="41" y="30"/>
                    </a:lnTo>
                    <a:lnTo>
                      <a:pt x="39" y="27"/>
                    </a:lnTo>
                    <a:lnTo>
                      <a:pt x="39" y="23"/>
                    </a:lnTo>
                    <a:lnTo>
                      <a:pt x="34" y="25"/>
                    </a:lnTo>
                    <a:lnTo>
                      <a:pt x="34" y="23"/>
                    </a:lnTo>
                    <a:lnTo>
                      <a:pt x="36" y="23"/>
                    </a:lnTo>
                    <a:lnTo>
                      <a:pt x="32" y="21"/>
                    </a:lnTo>
                    <a:lnTo>
                      <a:pt x="36" y="19"/>
                    </a:lnTo>
                    <a:lnTo>
                      <a:pt x="34" y="15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3" y="8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7" y="6"/>
                    </a:lnTo>
                    <a:lnTo>
                      <a:pt x="21" y="13"/>
                    </a:lnTo>
                    <a:lnTo>
                      <a:pt x="21" y="15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9" y="28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3" y="34"/>
                    </a:lnTo>
                    <a:lnTo>
                      <a:pt x="24" y="38"/>
                    </a:lnTo>
                    <a:lnTo>
                      <a:pt x="24" y="43"/>
                    </a:lnTo>
                    <a:lnTo>
                      <a:pt x="24" y="47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8"/>
                    </a:lnTo>
                    <a:lnTo>
                      <a:pt x="26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28" y="68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26" y="77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8" y="81"/>
                    </a:lnTo>
                    <a:lnTo>
                      <a:pt x="26" y="81"/>
                    </a:lnTo>
                    <a:lnTo>
                      <a:pt x="24" y="84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3" y="86"/>
                    </a:lnTo>
                    <a:lnTo>
                      <a:pt x="21" y="90"/>
                    </a:lnTo>
                    <a:lnTo>
                      <a:pt x="19" y="101"/>
                    </a:lnTo>
                    <a:lnTo>
                      <a:pt x="19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3" y="103"/>
                    </a:lnTo>
                    <a:lnTo>
                      <a:pt x="11" y="103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2"/>
                    </a:lnTo>
                    <a:lnTo>
                      <a:pt x="2" y="116"/>
                    </a:lnTo>
                    <a:lnTo>
                      <a:pt x="6" y="120"/>
                    </a:lnTo>
                    <a:lnTo>
                      <a:pt x="10" y="122"/>
                    </a:lnTo>
                    <a:lnTo>
                      <a:pt x="11" y="125"/>
                    </a:lnTo>
                    <a:lnTo>
                      <a:pt x="15" y="125"/>
                    </a:lnTo>
                    <a:lnTo>
                      <a:pt x="15" y="127"/>
                    </a:lnTo>
                    <a:lnTo>
                      <a:pt x="17" y="133"/>
                    </a:lnTo>
                    <a:lnTo>
                      <a:pt x="17" y="133"/>
                    </a:lnTo>
                    <a:lnTo>
                      <a:pt x="15" y="133"/>
                    </a:lnTo>
                    <a:lnTo>
                      <a:pt x="15" y="136"/>
                    </a:lnTo>
                    <a:lnTo>
                      <a:pt x="15" y="138"/>
                    </a:lnTo>
                    <a:lnTo>
                      <a:pt x="10" y="146"/>
                    </a:lnTo>
                    <a:lnTo>
                      <a:pt x="6" y="150"/>
                    </a:lnTo>
                    <a:lnTo>
                      <a:pt x="2" y="153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4" y="159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8" y="163"/>
                    </a:lnTo>
                    <a:lnTo>
                      <a:pt x="8" y="164"/>
                    </a:lnTo>
                    <a:lnTo>
                      <a:pt x="11" y="164"/>
                    </a:lnTo>
                    <a:lnTo>
                      <a:pt x="17" y="161"/>
                    </a:lnTo>
                    <a:lnTo>
                      <a:pt x="21" y="157"/>
                    </a:lnTo>
                    <a:lnTo>
                      <a:pt x="26" y="153"/>
                    </a:lnTo>
                    <a:lnTo>
                      <a:pt x="30" y="148"/>
                    </a:lnTo>
                    <a:lnTo>
                      <a:pt x="34" y="142"/>
                    </a:lnTo>
                    <a:lnTo>
                      <a:pt x="36" y="140"/>
                    </a:lnTo>
                    <a:lnTo>
                      <a:pt x="37" y="140"/>
                    </a:lnTo>
                    <a:lnTo>
                      <a:pt x="39" y="138"/>
                    </a:lnTo>
                    <a:lnTo>
                      <a:pt x="39" y="136"/>
                    </a:lnTo>
                    <a:lnTo>
                      <a:pt x="41" y="136"/>
                    </a:lnTo>
                    <a:lnTo>
                      <a:pt x="43" y="135"/>
                    </a:lnTo>
                    <a:lnTo>
                      <a:pt x="45" y="129"/>
                    </a:lnTo>
                    <a:lnTo>
                      <a:pt x="49" y="125"/>
                    </a:lnTo>
                    <a:lnTo>
                      <a:pt x="49" y="123"/>
                    </a:lnTo>
                    <a:lnTo>
                      <a:pt x="50" y="122"/>
                    </a:lnTo>
                    <a:lnTo>
                      <a:pt x="47" y="120"/>
                    </a:lnTo>
                    <a:lnTo>
                      <a:pt x="47" y="120"/>
                    </a:lnTo>
                    <a:lnTo>
                      <a:pt x="52" y="112"/>
                    </a:lnTo>
                    <a:lnTo>
                      <a:pt x="54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8"/>
                    </a:lnTo>
                    <a:lnTo>
                      <a:pt x="64" y="114"/>
                    </a:lnTo>
                    <a:lnTo>
                      <a:pt x="67" y="112"/>
                    </a:lnTo>
                    <a:lnTo>
                      <a:pt x="64" y="110"/>
                    </a:lnTo>
                    <a:lnTo>
                      <a:pt x="64" y="109"/>
                    </a:lnTo>
                    <a:lnTo>
                      <a:pt x="65" y="105"/>
                    </a:lnTo>
                    <a:lnTo>
                      <a:pt x="65" y="103"/>
                    </a:lnTo>
                    <a:lnTo>
                      <a:pt x="67" y="103"/>
                    </a:lnTo>
                    <a:lnTo>
                      <a:pt x="69" y="105"/>
                    </a:lnTo>
                    <a:lnTo>
                      <a:pt x="71" y="103"/>
                    </a:lnTo>
                    <a:lnTo>
                      <a:pt x="77" y="94"/>
                    </a:lnTo>
                    <a:lnTo>
                      <a:pt x="77" y="90"/>
                    </a:lnTo>
                    <a:lnTo>
                      <a:pt x="77" y="88"/>
                    </a:lnTo>
                    <a:lnTo>
                      <a:pt x="78" y="86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7" y="81"/>
                    </a:lnTo>
                    <a:close/>
                    <a:moveTo>
                      <a:pt x="28" y="51"/>
                    </a:moveTo>
                    <a:lnTo>
                      <a:pt x="28" y="53"/>
                    </a:lnTo>
                    <a:lnTo>
                      <a:pt x="26" y="53"/>
                    </a:lnTo>
                    <a:lnTo>
                      <a:pt x="24" y="53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49"/>
                    </a:lnTo>
                    <a:lnTo>
                      <a:pt x="28" y="51"/>
                    </a:lnTo>
                    <a:close/>
                    <a:moveTo>
                      <a:pt x="43" y="66"/>
                    </a:moveTo>
                    <a:lnTo>
                      <a:pt x="41" y="68"/>
                    </a:lnTo>
                    <a:lnTo>
                      <a:pt x="41" y="66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6"/>
                    </a:lnTo>
                    <a:lnTo>
                      <a:pt x="43" y="6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2" name="Freeform 6391">
                <a:extLst>
                  <a:ext uri="{FF2B5EF4-FFF2-40B4-BE49-F238E27FC236}">
                    <a16:creationId xmlns:a16="http://schemas.microsoft.com/office/drawing/2014/main" id="{F1A8B17D-06F2-4CC5-8BA9-4D75D08144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3" y="3792"/>
                <a:ext cx="11" cy="12"/>
              </a:xfrm>
              <a:custGeom>
                <a:avLst/>
                <a:gdLst>
                  <a:gd name="T0" fmla="*/ 0 w 11"/>
                  <a:gd name="T1" fmla="*/ 8 h 12"/>
                  <a:gd name="T2" fmla="*/ 2 w 11"/>
                  <a:gd name="T3" fmla="*/ 12 h 12"/>
                  <a:gd name="T4" fmla="*/ 6 w 11"/>
                  <a:gd name="T5" fmla="*/ 10 h 12"/>
                  <a:gd name="T6" fmla="*/ 8 w 11"/>
                  <a:gd name="T7" fmla="*/ 12 h 12"/>
                  <a:gd name="T8" fmla="*/ 9 w 11"/>
                  <a:gd name="T9" fmla="*/ 8 h 12"/>
                  <a:gd name="T10" fmla="*/ 8 w 11"/>
                  <a:gd name="T11" fmla="*/ 6 h 12"/>
                  <a:gd name="T12" fmla="*/ 9 w 11"/>
                  <a:gd name="T13" fmla="*/ 4 h 12"/>
                  <a:gd name="T14" fmla="*/ 11 w 11"/>
                  <a:gd name="T15" fmla="*/ 0 h 12"/>
                  <a:gd name="T16" fmla="*/ 8 w 11"/>
                  <a:gd name="T17" fmla="*/ 0 h 12"/>
                  <a:gd name="T18" fmla="*/ 0 w 11"/>
                  <a:gd name="T1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2">
                    <a:moveTo>
                      <a:pt x="0" y="8"/>
                    </a:moveTo>
                    <a:lnTo>
                      <a:pt x="2" y="12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3" name="Freeform 6392">
                <a:extLst>
                  <a:ext uri="{FF2B5EF4-FFF2-40B4-BE49-F238E27FC236}">
                    <a16:creationId xmlns:a16="http://schemas.microsoft.com/office/drawing/2014/main" id="{7B34DAB9-22EF-47A3-BC24-E86D1DE59B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2" y="3846"/>
                <a:ext cx="9" cy="8"/>
              </a:xfrm>
              <a:custGeom>
                <a:avLst/>
                <a:gdLst>
                  <a:gd name="T0" fmla="*/ 4 w 9"/>
                  <a:gd name="T1" fmla="*/ 4 h 8"/>
                  <a:gd name="T2" fmla="*/ 2 w 9"/>
                  <a:gd name="T3" fmla="*/ 4 h 8"/>
                  <a:gd name="T4" fmla="*/ 0 w 9"/>
                  <a:gd name="T5" fmla="*/ 6 h 8"/>
                  <a:gd name="T6" fmla="*/ 4 w 9"/>
                  <a:gd name="T7" fmla="*/ 8 h 8"/>
                  <a:gd name="T8" fmla="*/ 7 w 9"/>
                  <a:gd name="T9" fmla="*/ 8 h 8"/>
                  <a:gd name="T10" fmla="*/ 9 w 9"/>
                  <a:gd name="T11" fmla="*/ 4 h 8"/>
                  <a:gd name="T12" fmla="*/ 5 w 9"/>
                  <a:gd name="T13" fmla="*/ 0 h 8"/>
                  <a:gd name="T14" fmla="*/ 4 w 9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4" y="4"/>
                    </a:moveTo>
                    <a:lnTo>
                      <a:pt x="2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4" name="Freeform 6393">
                <a:extLst>
                  <a:ext uri="{FF2B5EF4-FFF2-40B4-BE49-F238E27FC236}">
                    <a16:creationId xmlns:a16="http://schemas.microsoft.com/office/drawing/2014/main" id="{571AB878-57A2-48CA-A6B0-2B0870EE510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277" y="1781"/>
                <a:ext cx="125" cy="78"/>
              </a:xfrm>
              <a:custGeom>
                <a:avLst/>
                <a:gdLst>
                  <a:gd name="T0" fmla="*/ 45 w 125"/>
                  <a:gd name="T1" fmla="*/ 72 h 78"/>
                  <a:gd name="T2" fmla="*/ 47 w 125"/>
                  <a:gd name="T3" fmla="*/ 76 h 78"/>
                  <a:gd name="T4" fmla="*/ 54 w 125"/>
                  <a:gd name="T5" fmla="*/ 74 h 78"/>
                  <a:gd name="T6" fmla="*/ 67 w 125"/>
                  <a:gd name="T7" fmla="*/ 72 h 78"/>
                  <a:gd name="T8" fmla="*/ 78 w 125"/>
                  <a:gd name="T9" fmla="*/ 69 h 78"/>
                  <a:gd name="T10" fmla="*/ 84 w 125"/>
                  <a:gd name="T11" fmla="*/ 65 h 78"/>
                  <a:gd name="T12" fmla="*/ 90 w 125"/>
                  <a:gd name="T13" fmla="*/ 65 h 78"/>
                  <a:gd name="T14" fmla="*/ 106 w 125"/>
                  <a:gd name="T15" fmla="*/ 54 h 78"/>
                  <a:gd name="T16" fmla="*/ 114 w 125"/>
                  <a:gd name="T17" fmla="*/ 48 h 78"/>
                  <a:gd name="T18" fmla="*/ 114 w 125"/>
                  <a:gd name="T19" fmla="*/ 43 h 78"/>
                  <a:gd name="T20" fmla="*/ 121 w 125"/>
                  <a:gd name="T21" fmla="*/ 43 h 78"/>
                  <a:gd name="T22" fmla="*/ 119 w 125"/>
                  <a:gd name="T23" fmla="*/ 33 h 78"/>
                  <a:gd name="T24" fmla="*/ 125 w 125"/>
                  <a:gd name="T25" fmla="*/ 28 h 78"/>
                  <a:gd name="T26" fmla="*/ 112 w 125"/>
                  <a:gd name="T27" fmla="*/ 20 h 78"/>
                  <a:gd name="T28" fmla="*/ 116 w 125"/>
                  <a:gd name="T29" fmla="*/ 13 h 78"/>
                  <a:gd name="T30" fmla="*/ 110 w 125"/>
                  <a:gd name="T31" fmla="*/ 11 h 78"/>
                  <a:gd name="T32" fmla="*/ 117 w 125"/>
                  <a:gd name="T33" fmla="*/ 5 h 78"/>
                  <a:gd name="T34" fmla="*/ 103 w 125"/>
                  <a:gd name="T35" fmla="*/ 11 h 78"/>
                  <a:gd name="T36" fmla="*/ 101 w 125"/>
                  <a:gd name="T37" fmla="*/ 5 h 78"/>
                  <a:gd name="T38" fmla="*/ 93 w 125"/>
                  <a:gd name="T39" fmla="*/ 2 h 78"/>
                  <a:gd name="T40" fmla="*/ 90 w 125"/>
                  <a:gd name="T41" fmla="*/ 9 h 78"/>
                  <a:gd name="T42" fmla="*/ 82 w 125"/>
                  <a:gd name="T43" fmla="*/ 11 h 78"/>
                  <a:gd name="T44" fmla="*/ 75 w 125"/>
                  <a:gd name="T45" fmla="*/ 9 h 78"/>
                  <a:gd name="T46" fmla="*/ 69 w 125"/>
                  <a:gd name="T47" fmla="*/ 13 h 78"/>
                  <a:gd name="T48" fmla="*/ 58 w 125"/>
                  <a:gd name="T49" fmla="*/ 15 h 78"/>
                  <a:gd name="T50" fmla="*/ 56 w 125"/>
                  <a:gd name="T51" fmla="*/ 15 h 78"/>
                  <a:gd name="T52" fmla="*/ 47 w 125"/>
                  <a:gd name="T53" fmla="*/ 11 h 78"/>
                  <a:gd name="T54" fmla="*/ 47 w 125"/>
                  <a:gd name="T55" fmla="*/ 24 h 78"/>
                  <a:gd name="T56" fmla="*/ 41 w 125"/>
                  <a:gd name="T57" fmla="*/ 26 h 78"/>
                  <a:gd name="T58" fmla="*/ 37 w 125"/>
                  <a:gd name="T59" fmla="*/ 26 h 78"/>
                  <a:gd name="T60" fmla="*/ 37 w 125"/>
                  <a:gd name="T61" fmla="*/ 20 h 78"/>
                  <a:gd name="T62" fmla="*/ 37 w 125"/>
                  <a:gd name="T63" fmla="*/ 13 h 78"/>
                  <a:gd name="T64" fmla="*/ 34 w 125"/>
                  <a:gd name="T65" fmla="*/ 7 h 78"/>
                  <a:gd name="T66" fmla="*/ 26 w 125"/>
                  <a:gd name="T67" fmla="*/ 2 h 78"/>
                  <a:gd name="T68" fmla="*/ 19 w 125"/>
                  <a:gd name="T69" fmla="*/ 5 h 78"/>
                  <a:gd name="T70" fmla="*/ 26 w 125"/>
                  <a:gd name="T71" fmla="*/ 11 h 78"/>
                  <a:gd name="T72" fmla="*/ 19 w 125"/>
                  <a:gd name="T73" fmla="*/ 5 h 78"/>
                  <a:gd name="T74" fmla="*/ 11 w 125"/>
                  <a:gd name="T75" fmla="*/ 7 h 78"/>
                  <a:gd name="T76" fmla="*/ 9 w 125"/>
                  <a:gd name="T77" fmla="*/ 17 h 78"/>
                  <a:gd name="T78" fmla="*/ 6 w 125"/>
                  <a:gd name="T79" fmla="*/ 18 h 78"/>
                  <a:gd name="T80" fmla="*/ 6 w 125"/>
                  <a:gd name="T81" fmla="*/ 26 h 78"/>
                  <a:gd name="T82" fmla="*/ 15 w 125"/>
                  <a:gd name="T83" fmla="*/ 22 h 78"/>
                  <a:gd name="T84" fmla="*/ 21 w 125"/>
                  <a:gd name="T85" fmla="*/ 26 h 78"/>
                  <a:gd name="T86" fmla="*/ 26 w 125"/>
                  <a:gd name="T87" fmla="*/ 26 h 78"/>
                  <a:gd name="T88" fmla="*/ 26 w 125"/>
                  <a:gd name="T89" fmla="*/ 28 h 78"/>
                  <a:gd name="T90" fmla="*/ 26 w 125"/>
                  <a:gd name="T91" fmla="*/ 33 h 78"/>
                  <a:gd name="T92" fmla="*/ 21 w 125"/>
                  <a:gd name="T93" fmla="*/ 31 h 78"/>
                  <a:gd name="T94" fmla="*/ 17 w 125"/>
                  <a:gd name="T95" fmla="*/ 33 h 78"/>
                  <a:gd name="T96" fmla="*/ 8 w 125"/>
                  <a:gd name="T97" fmla="*/ 33 h 78"/>
                  <a:gd name="T98" fmla="*/ 6 w 125"/>
                  <a:gd name="T99" fmla="*/ 43 h 78"/>
                  <a:gd name="T100" fmla="*/ 21 w 125"/>
                  <a:gd name="T101" fmla="*/ 43 h 78"/>
                  <a:gd name="T102" fmla="*/ 23 w 125"/>
                  <a:gd name="T103" fmla="*/ 48 h 78"/>
                  <a:gd name="T104" fmla="*/ 24 w 125"/>
                  <a:gd name="T105" fmla="*/ 52 h 78"/>
                  <a:gd name="T106" fmla="*/ 23 w 125"/>
                  <a:gd name="T107" fmla="*/ 56 h 78"/>
                  <a:gd name="T108" fmla="*/ 17 w 125"/>
                  <a:gd name="T109" fmla="*/ 54 h 78"/>
                  <a:gd name="T110" fmla="*/ 15 w 125"/>
                  <a:gd name="T111" fmla="*/ 65 h 78"/>
                  <a:gd name="T112" fmla="*/ 28 w 125"/>
                  <a:gd name="T113" fmla="*/ 67 h 78"/>
                  <a:gd name="T114" fmla="*/ 36 w 125"/>
                  <a:gd name="T115" fmla="*/ 65 h 78"/>
                  <a:gd name="T116" fmla="*/ 73 w 125"/>
                  <a:gd name="T117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5" h="78">
                    <a:moveTo>
                      <a:pt x="39" y="65"/>
                    </a:moveTo>
                    <a:lnTo>
                      <a:pt x="39" y="67"/>
                    </a:lnTo>
                    <a:lnTo>
                      <a:pt x="43" y="7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4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7" y="72"/>
                    </a:lnTo>
                    <a:lnTo>
                      <a:pt x="49" y="71"/>
                    </a:lnTo>
                    <a:lnTo>
                      <a:pt x="50" y="71"/>
                    </a:lnTo>
                    <a:lnTo>
                      <a:pt x="54" y="74"/>
                    </a:lnTo>
                    <a:lnTo>
                      <a:pt x="62" y="74"/>
                    </a:lnTo>
                    <a:lnTo>
                      <a:pt x="63" y="76"/>
                    </a:lnTo>
                    <a:lnTo>
                      <a:pt x="69" y="74"/>
                    </a:lnTo>
                    <a:lnTo>
                      <a:pt x="67" y="72"/>
                    </a:lnTo>
                    <a:lnTo>
                      <a:pt x="71" y="72"/>
                    </a:lnTo>
                    <a:lnTo>
                      <a:pt x="75" y="69"/>
                    </a:lnTo>
                    <a:lnTo>
                      <a:pt x="75" y="67"/>
                    </a:lnTo>
                    <a:lnTo>
                      <a:pt x="78" y="69"/>
                    </a:lnTo>
                    <a:lnTo>
                      <a:pt x="80" y="67"/>
                    </a:lnTo>
                    <a:lnTo>
                      <a:pt x="82" y="67"/>
                    </a:lnTo>
                    <a:lnTo>
                      <a:pt x="84" y="65"/>
                    </a:lnTo>
                    <a:lnTo>
                      <a:pt x="84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6" y="67"/>
                    </a:lnTo>
                    <a:lnTo>
                      <a:pt x="90" y="65"/>
                    </a:lnTo>
                    <a:lnTo>
                      <a:pt x="95" y="59"/>
                    </a:lnTo>
                    <a:lnTo>
                      <a:pt x="97" y="58"/>
                    </a:lnTo>
                    <a:lnTo>
                      <a:pt x="104" y="56"/>
                    </a:lnTo>
                    <a:lnTo>
                      <a:pt x="106" y="54"/>
                    </a:lnTo>
                    <a:lnTo>
                      <a:pt x="110" y="54"/>
                    </a:lnTo>
                    <a:lnTo>
                      <a:pt x="114" y="52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6" y="46"/>
                    </a:lnTo>
                    <a:lnTo>
                      <a:pt x="114" y="43"/>
                    </a:lnTo>
                    <a:lnTo>
                      <a:pt x="114" y="43"/>
                    </a:lnTo>
                    <a:lnTo>
                      <a:pt x="116" y="44"/>
                    </a:lnTo>
                    <a:lnTo>
                      <a:pt x="116" y="46"/>
                    </a:lnTo>
                    <a:lnTo>
                      <a:pt x="119" y="46"/>
                    </a:lnTo>
                    <a:lnTo>
                      <a:pt x="121" y="43"/>
                    </a:lnTo>
                    <a:lnTo>
                      <a:pt x="121" y="39"/>
                    </a:lnTo>
                    <a:lnTo>
                      <a:pt x="117" y="37"/>
                    </a:lnTo>
                    <a:lnTo>
                      <a:pt x="117" y="35"/>
                    </a:lnTo>
                    <a:lnTo>
                      <a:pt x="119" y="33"/>
                    </a:lnTo>
                    <a:lnTo>
                      <a:pt x="119" y="31"/>
                    </a:lnTo>
                    <a:lnTo>
                      <a:pt x="121" y="30"/>
                    </a:lnTo>
                    <a:lnTo>
                      <a:pt x="123" y="30"/>
                    </a:lnTo>
                    <a:lnTo>
                      <a:pt x="125" y="28"/>
                    </a:lnTo>
                    <a:lnTo>
                      <a:pt x="123" y="24"/>
                    </a:lnTo>
                    <a:lnTo>
                      <a:pt x="117" y="24"/>
                    </a:lnTo>
                    <a:lnTo>
                      <a:pt x="116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4" y="18"/>
                    </a:lnTo>
                    <a:lnTo>
                      <a:pt x="116" y="17"/>
                    </a:lnTo>
                    <a:lnTo>
                      <a:pt x="116" y="13"/>
                    </a:lnTo>
                    <a:lnTo>
                      <a:pt x="112" y="11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10" y="11"/>
                    </a:lnTo>
                    <a:lnTo>
                      <a:pt x="112" y="11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7" y="5"/>
                    </a:lnTo>
                    <a:lnTo>
                      <a:pt x="112" y="3"/>
                    </a:lnTo>
                    <a:lnTo>
                      <a:pt x="108" y="3"/>
                    </a:lnTo>
                    <a:lnTo>
                      <a:pt x="104" y="9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3" y="9"/>
                    </a:lnTo>
                    <a:lnTo>
                      <a:pt x="103" y="7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2"/>
                    </a:lnTo>
                    <a:lnTo>
                      <a:pt x="91" y="5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6" y="7"/>
                    </a:lnTo>
                    <a:lnTo>
                      <a:pt x="82" y="11"/>
                    </a:lnTo>
                    <a:lnTo>
                      <a:pt x="82" y="13"/>
                    </a:lnTo>
                    <a:lnTo>
                      <a:pt x="80" y="13"/>
                    </a:lnTo>
                    <a:lnTo>
                      <a:pt x="78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1" y="9"/>
                    </a:lnTo>
                    <a:lnTo>
                      <a:pt x="71" y="13"/>
                    </a:lnTo>
                    <a:lnTo>
                      <a:pt x="69" y="13"/>
                    </a:lnTo>
                    <a:lnTo>
                      <a:pt x="69" y="9"/>
                    </a:lnTo>
                    <a:lnTo>
                      <a:pt x="65" y="7"/>
                    </a:lnTo>
                    <a:lnTo>
                      <a:pt x="60" y="11"/>
                    </a:lnTo>
                    <a:lnTo>
                      <a:pt x="58" y="15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6" y="18"/>
                    </a:lnTo>
                    <a:lnTo>
                      <a:pt x="56" y="15"/>
                    </a:lnTo>
                    <a:lnTo>
                      <a:pt x="54" y="15"/>
                    </a:lnTo>
                    <a:lnTo>
                      <a:pt x="54" y="9"/>
                    </a:lnTo>
                    <a:lnTo>
                      <a:pt x="50" y="7"/>
                    </a:lnTo>
                    <a:lnTo>
                      <a:pt x="47" y="11"/>
                    </a:lnTo>
                    <a:lnTo>
                      <a:pt x="47" y="18"/>
                    </a:lnTo>
                    <a:lnTo>
                      <a:pt x="49" y="20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1" y="24"/>
                    </a:lnTo>
                    <a:lnTo>
                      <a:pt x="41" y="26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41" y="17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9" y="11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6" y="2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19" y="5"/>
                    </a:lnTo>
                    <a:lnTo>
                      <a:pt x="15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1" y="28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6"/>
                    </a:lnTo>
                    <a:lnTo>
                      <a:pt x="23" y="26"/>
                    </a:lnTo>
                    <a:lnTo>
                      <a:pt x="24" y="24"/>
                    </a:lnTo>
                    <a:lnTo>
                      <a:pt x="24" y="26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6" y="26"/>
                    </a:lnTo>
                    <a:lnTo>
                      <a:pt x="28" y="28"/>
                    </a:lnTo>
                    <a:lnTo>
                      <a:pt x="26" y="28"/>
                    </a:lnTo>
                    <a:lnTo>
                      <a:pt x="23" y="30"/>
                    </a:lnTo>
                    <a:lnTo>
                      <a:pt x="21" y="31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3" y="35"/>
                    </a:lnTo>
                    <a:lnTo>
                      <a:pt x="21" y="33"/>
                    </a:lnTo>
                    <a:lnTo>
                      <a:pt x="21" y="31"/>
                    </a:lnTo>
                    <a:lnTo>
                      <a:pt x="19" y="31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2" y="33"/>
                    </a:lnTo>
                    <a:lnTo>
                      <a:pt x="6" y="39"/>
                    </a:lnTo>
                    <a:lnTo>
                      <a:pt x="6" y="43"/>
                    </a:lnTo>
                    <a:lnTo>
                      <a:pt x="11" y="43"/>
                    </a:lnTo>
                    <a:lnTo>
                      <a:pt x="11" y="41"/>
                    </a:lnTo>
                    <a:lnTo>
                      <a:pt x="15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6"/>
                    </a:lnTo>
                    <a:lnTo>
                      <a:pt x="23" y="48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56"/>
                    </a:lnTo>
                    <a:lnTo>
                      <a:pt x="23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5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3" y="65"/>
                    </a:lnTo>
                    <a:lnTo>
                      <a:pt x="28" y="67"/>
                    </a:lnTo>
                    <a:lnTo>
                      <a:pt x="32" y="65"/>
                    </a:lnTo>
                    <a:lnTo>
                      <a:pt x="34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7" y="67"/>
                    </a:lnTo>
                    <a:lnTo>
                      <a:pt x="39" y="65"/>
                    </a:lnTo>
                    <a:close/>
                    <a:moveTo>
                      <a:pt x="71" y="15"/>
                    </a:moveTo>
                    <a:lnTo>
                      <a:pt x="73" y="18"/>
                    </a:lnTo>
                    <a:lnTo>
                      <a:pt x="71" y="15"/>
                    </a:lnTo>
                    <a:lnTo>
                      <a:pt x="71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5" name="Freeform 6394">
                <a:extLst>
                  <a:ext uri="{FF2B5EF4-FFF2-40B4-BE49-F238E27FC236}">
                    <a16:creationId xmlns:a16="http://schemas.microsoft.com/office/drawing/2014/main" id="{7D9060CD-600A-499D-855E-EE44437FBA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70" y="2618"/>
                <a:ext cx="11" cy="4"/>
              </a:xfrm>
              <a:custGeom>
                <a:avLst/>
                <a:gdLst>
                  <a:gd name="T0" fmla="*/ 8 w 11"/>
                  <a:gd name="T1" fmla="*/ 0 h 4"/>
                  <a:gd name="T2" fmla="*/ 0 w 11"/>
                  <a:gd name="T3" fmla="*/ 4 h 4"/>
                  <a:gd name="T4" fmla="*/ 11 w 11"/>
                  <a:gd name="T5" fmla="*/ 4 h 4"/>
                  <a:gd name="T6" fmla="*/ 8 w 1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8" y="0"/>
                    </a:moveTo>
                    <a:lnTo>
                      <a:pt x="0" y="4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6" name="Freeform 6395">
                <a:extLst>
                  <a:ext uri="{FF2B5EF4-FFF2-40B4-BE49-F238E27FC236}">
                    <a16:creationId xmlns:a16="http://schemas.microsoft.com/office/drawing/2014/main" id="{551350CC-D419-4484-A5FA-C22B5003B5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16"/>
                <a:ext cx="8" cy="9"/>
              </a:xfrm>
              <a:custGeom>
                <a:avLst/>
                <a:gdLst>
                  <a:gd name="T0" fmla="*/ 8 w 8"/>
                  <a:gd name="T1" fmla="*/ 6 h 9"/>
                  <a:gd name="T2" fmla="*/ 4 w 8"/>
                  <a:gd name="T3" fmla="*/ 0 h 9"/>
                  <a:gd name="T4" fmla="*/ 0 w 8"/>
                  <a:gd name="T5" fmla="*/ 6 h 9"/>
                  <a:gd name="T6" fmla="*/ 6 w 8"/>
                  <a:gd name="T7" fmla="*/ 9 h 9"/>
                  <a:gd name="T8" fmla="*/ 8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6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6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7" name="Freeform 6396">
                <a:extLst>
                  <a:ext uri="{FF2B5EF4-FFF2-40B4-BE49-F238E27FC236}">
                    <a16:creationId xmlns:a16="http://schemas.microsoft.com/office/drawing/2014/main" id="{72FF9A2C-0A61-44C4-8C96-71D8BFC11D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8" y="2622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4 w 9"/>
                  <a:gd name="T3" fmla="*/ 0 h 7"/>
                  <a:gd name="T4" fmla="*/ 0 w 9"/>
                  <a:gd name="T5" fmla="*/ 1 h 7"/>
                  <a:gd name="T6" fmla="*/ 2 w 9"/>
                  <a:gd name="T7" fmla="*/ 5 h 7"/>
                  <a:gd name="T8" fmla="*/ 9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8" name="Freeform 6397">
                <a:extLst>
                  <a:ext uri="{FF2B5EF4-FFF2-40B4-BE49-F238E27FC236}">
                    <a16:creationId xmlns:a16="http://schemas.microsoft.com/office/drawing/2014/main" id="{0A7CB745-A52D-47B8-A3FC-47004CAAF1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25"/>
                <a:ext cx="10" cy="6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0 h 6"/>
                  <a:gd name="T4" fmla="*/ 0 w 10"/>
                  <a:gd name="T5" fmla="*/ 4 h 6"/>
                  <a:gd name="T6" fmla="*/ 4 w 10"/>
                  <a:gd name="T7" fmla="*/ 6 h 6"/>
                  <a:gd name="T8" fmla="*/ 10 w 10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9" name="Freeform 6398">
                <a:extLst>
                  <a:ext uri="{FF2B5EF4-FFF2-40B4-BE49-F238E27FC236}">
                    <a16:creationId xmlns:a16="http://schemas.microsoft.com/office/drawing/2014/main" id="{D019D4D3-4B76-4767-ACF1-C4EC6657D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4" y="2612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4 w 10"/>
                  <a:gd name="T3" fmla="*/ 0 h 8"/>
                  <a:gd name="T4" fmla="*/ 0 w 10"/>
                  <a:gd name="T5" fmla="*/ 2 h 8"/>
                  <a:gd name="T6" fmla="*/ 0 w 10"/>
                  <a:gd name="T7" fmla="*/ 4 h 8"/>
                  <a:gd name="T8" fmla="*/ 6 w 10"/>
                  <a:gd name="T9" fmla="*/ 8 h 8"/>
                  <a:gd name="T10" fmla="*/ 6 w 10"/>
                  <a:gd name="T11" fmla="*/ 4 h 8"/>
                  <a:gd name="T12" fmla="*/ 10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0" name="Freeform 6399">
                <a:extLst>
                  <a:ext uri="{FF2B5EF4-FFF2-40B4-BE49-F238E27FC236}">
                    <a16:creationId xmlns:a16="http://schemas.microsoft.com/office/drawing/2014/main" id="{E8C81CF1-9521-45DF-9392-CAD045F27F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63" y="2614"/>
                <a:ext cx="11" cy="4"/>
              </a:xfrm>
              <a:custGeom>
                <a:avLst/>
                <a:gdLst>
                  <a:gd name="T0" fmla="*/ 11 w 11"/>
                  <a:gd name="T1" fmla="*/ 2 h 4"/>
                  <a:gd name="T2" fmla="*/ 4 w 11"/>
                  <a:gd name="T3" fmla="*/ 0 h 4"/>
                  <a:gd name="T4" fmla="*/ 0 w 11"/>
                  <a:gd name="T5" fmla="*/ 4 h 4"/>
                  <a:gd name="T6" fmla="*/ 7 w 11"/>
                  <a:gd name="T7" fmla="*/ 4 h 4"/>
                  <a:gd name="T8" fmla="*/ 11 w 1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11" y="2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7" y="4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1" name="Freeform 6400">
                <a:extLst>
                  <a:ext uri="{FF2B5EF4-FFF2-40B4-BE49-F238E27FC236}">
                    <a16:creationId xmlns:a16="http://schemas.microsoft.com/office/drawing/2014/main" id="{975E6474-ABA8-491D-819E-352A3C9144C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0" y="2609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8 w 28"/>
                  <a:gd name="T3" fmla="*/ 11 h 11"/>
                  <a:gd name="T4" fmla="*/ 10 w 28"/>
                  <a:gd name="T5" fmla="*/ 11 h 11"/>
                  <a:gd name="T6" fmla="*/ 15 w 28"/>
                  <a:gd name="T7" fmla="*/ 11 h 11"/>
                  <a:gd name="T8" fmla="*/ 17 w 28"/>
                  <a:gd name="T9" fmla="*/ 11 h 11"/>
                  <a:gd name="T10" fmla="*/ 23 w 28"/>
                  <a:gd name="T11" fmla="*/ 9 h 11"/>
                  <a:gd name="T12" fmla="*/ 28 w 28"/>
                  <a:gd name="T13" fmla="*/ 3 h 11"/>
                  <a:gd name="T14" fmla="*/ 23 w 28"/>
                  <a:gd name="T15" fmla="*/ 1 h 11"/>
                  <a:gd name="T16" fmla="*/ 23 w 28"/>
                  <a:gd name="T17" fmla="*/ 1 h 11"/>
                  <a:gd name="T18" fmla="*/ 21 w 28"/>
                  <a:gd name="T19" fmla="*/ 0 h 11"/>
                  <a:gd name="T20" fmla="*/ 15 w 28"/>
                  <a:gd name="T21" fmla="*/ 0 h 11"/>
                  <a:gd name="T22" fmla="*/ 4 w 28"/>
                  <a:gd name="T23" fmla="*/ 0 h 11"/>
                  <a:gd name="T24" fmla="*/ 2 w 28"/>
                  <a:gd name="T25" fmla="*/ 1 h 11"/>
                  <a:gd name="T26" fmla="*/ 0 w 28"/>
                  <a:gd name="T27" fmla="*/ 3 h 11"/>
                  <a:gd name="T28" fmla="*/ 0 w 28"/>
                  <a:gd name="T29" fmla="*/ 5 h 11"/>
                  <a:gd name="T30" fmla="*/ 0 w 28"/>
                  <a:gd name="T31" fmla="*/ 7 h 11"/>
                  <a:gd name="T32" fmla="*/ 2 w 28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1">
                    <a:moveTo>
                      <a:pt x="2" y="11"/>
                    </a:moveTo>
                    <a:lnTo>
                      <a:pt x="8" y="11"/>
                    </a:lnTo>
                    <a:lnTo>
                      <a:pt x="10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23" y="9"/>
                    </a:lnTo>
                    <a:lnTo>
                      <a:pt x="28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2" name="Freeform 6401">
                <a:extLst>
                  <a:ext uri="{FF2B5EF4-FFF2-40B4-BE49-F238E27FC236}">
                    <a16:creationId xmlns:a16="http://schemas.microsoft.com/office/drawing/2014/main" id="{7A6E21D2-7ECA-49EB-B096-00DBA3F1BC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2" y="2584"/>
                <a:ext cx="87" cy="41"/>
              </a:xfrm>
              <a:custGeom>
                <a:avLst/>
                <a:gdLst>
                  <a:gd name="T0" fmla="*/ 46 w 47"/>
                  <a:gd name="T1" fmla="*/ 15 h 22"/>
                  <a:gd name="T2" fmla="*/ 47 w 47"/>
                  <a:gd name="T3" fmla="*/ 11 h 22"/>
                  <a:gd name="T4" fmla="*/ 42 w 47"/>
                  <a:gd name="T5" fmla="*/ 9 h 22"/>
                  <a:gd name="T6" fmla="*/ 39 w 47"/>
                  <a:gd name="T7" fmla="*/ 9 h 22"/>
                  <a:gd name="T8" fmla="*/ 40 w 47"/>
                  <a:gd name="T9" fmla="*/ 8 h 22"/>
                  <a:gd name="T10" fmla="*/ 40 w 47"/>
                  <a:gd name="T11" fmla="*/ 6 h 22"/>
                  <a:gd name="T12" fmla="*/ 37 w 47"/>
                  <a:gd name="T13" fmla="*/ 6 h 22"/>
                  <a:gd name="T14" fmla="*/ 34 w 47"/>
                  <a:gd name="T15" fmla="*/ 4 h 22"/>
                  <a:gd name="T16" fmla="*/ 33 w 47"/>
                  <a:gd name="T17" fmla="*/ 3 h 22"/>
                  <a:gd name="T18" fmla="*/ 26 w 47"/>
                  <a:gd name="T19" fmla="*/ 2 h 22"/>
                  <a:gd name="T20" fmla="*/ 22 w 47"/>
                  <a:gd name="T21" fmla="*/ 2 h 22"/>
                  <a:gd name="T22" fmla="*/ 21 w 47"/>
                  <a:gd name="T23" fmla="*/ 3 h 22"/>
                  <a:gd name="T24" fmla="*/ 20 w 47"/>
                  <a:gd name="T25" fmla="*/ 3 h 22"/>
                  <a:gd name="T26" fmla="*/ 17 w 47"/>
                  <a:gd name="T27" fmla="*/ 2 h 22"/>
                  <a:gd name="T28" fmla="*/ 19 w 47"/>
                  <a:gd name="T29" fmla="*/ 2 h 22"/>
                  <a:gd name="T30" fmla="*/ 11 w 47"/>
                  <a:gd name="T31" fmla="*/ 1 h 22"/>
                  <a:gd name="T32" fmla="*/ 13 w 47"/>
                  <a:gd name="T33" fmla="*/ 2 h 22"/>
                  <a:gd name="T34" fmla="*/ 9 w 47"/>
                  <a:gd name="T35" fmla="*/ 2 h 22"/>
                  <a:gd name="T36" fmla="*/ 8 w 47"/>
                  <a:gd name="T37" fmla="*/ 4 h 22"/>
                  <a:gd name="T38" fmla="*/ 13 w 47"/>
                  <a:gd name="T39" fmla="*/ 6 h 22"/>
                  <a:gd name="T40" fmla="*/ 14 w 47"/>
                  <a:gd name="T41" fmla="*/ 8 h 22"/>
                  <a:gd name="T42" fmla="*/ 14 w 47"/>
                  <a:gd name="T43" fmla="*/ 11 h 22"/>
                  <a:gd name="T44" fmla="*/ 17 w 47"/>
                  <a:gd name="T45" fmla="*/ 13 h 22"/>
                  <a:gd name="T46" fmla="*/ 14 w 47"/>
                  <a:gd name="T47" fmla="*/ 13 h 22"/>
                  <a:gd name="T48" fmla="*/ 12 w 47"/>
                  <a:gd name="T49" fmla="*/ 13 h 22"/>
                  <a:gd name="T50" fmla="*/ 9 w 47"/>
                  <a:gd name="T51" fmla="*/ 12 h 22"/>
                  <a:gd name="T52" fmla="*/ 7 w 47"/>
                  <a:gd name="T53" fmla="*/ 12 h 22"/>
                  <a:gd name="T54" fmla="*/ 4 w 47"/>
                  <a:gd name="T55" fmla="*/ 12 h 22"/>
                  <a:gd name="T56" fmla="*/ 1 w 47"/>
                  <a:gd name="T57" fmla="*/ 12 h 22"/>
                  <a:gd name="T58" fmla="*/ 1 w 47"/>
                  <a:gd name="T59" fmla="*/ 15 h 22"/>
                  <a:gd name="T60" fmla="*/ 4 w 47"/>
                  <a:gd name="T61" fmla="*/ 18 h 22"/>
                  <a:gd name="T62" fmla="*/ 6 w 47"/>
                  <a:gd name="T63" fmla="*/ 16 h 22"/>
                  <a:gd name="T64" fmla="*/ 9 w 47"/>
                  <a:gd name="T65" fmla="*/ 16 h 22"/>
                  <a:gd name="T66" fmla="*/ 15 w 47"/>
                  <a:gd name="T67" fmla="*/ 17 h 22"/>
                  <a:gd name="T68" fmla="*/ 17 w 47"/>
                  <a:gd name="T69" fmla="*/ 17 h 22"/>
                  <a:gd name="T70" fmla="*/ 18 w 47"/>
                  <a:gd name="T71" fmla="*/ 17 h 22"/>
                  <a:gd name="T72" fmla="*/ 19 w 47"/>
                  <a:gd name="T73" fmla="*/ 18 h 22"/>
                  <a:gd name="T74" fmla="*/ 20 w 47"/>
                  <a:gd name="T75" fmla="*/ 20 h 22"/>
                  <a:gd name="T76" fmla="*/ 22 w 47"/>
                  <a:gd name="T77" fmla="*/ 22 h 22"/>
                  <a:gd name="T78" fmla="*/ 25 w 47"/>
                  <a:gd name="T79" fmla="*/ 17 h 22"/>
                  <a:gd name="T80" fmla="*/ 25 w 47"/>
                  <a:gd name="T81" fmla="*/ 16 h 22"/>
                  <a:gd name="T82" fmla="*/ 27 w 47"/>
                  <a:gd name="T83" fmla="*/ 16 h 22"/>
                  <a:gd name="T84" fmla="*/ 28 w 47"/>
                  <a:gd name="T85" fmla="*/ 15 h 22"/>
                  <a:gd name="T86" fmla="*/ 30 w 47"/>
                  <a:gd name="T87" fmla="*/ 17 h 22"/>
                  <a:gd name="T88" fmla="*/ 34 w 47"/>
                  <a:gd name="T89" fmla="*/ 15 h 22"/>
                  <a:gd name="T90" fmla="*/ 38 w 47"/>
                  <a:gd name="T91" fmla="*/ 15 h 22"/>
                  <a:gd name="T92" fmla="*/ 41 w 47"/>
                  <a:gd name="T93" fmla="*/ 15 h 22"/>
                  <a:gd name="T94" fmla="*/ 43 w 47"/>
                  <a:gd name="T95" fmla="*/ 15 h 22"/>
                  <a:gd name="T96" fmla="*/ 43 w 47"/>
                  <a:gd name="T97" fmla="*/ 17 h 22"/>
                  <a:gd name="T98" fmla="*/ 47 w 47"/>
                  <a:gd name="T99" fmla="*/ 16 h 22"/>
                  <a:gd name="T100" fmla="*/ 45 w 47"/>
                  <a:gd name="T101" fmla="*/ 16 h 22"/>
                  <a:gd name="T102" fmla="*/ 46 w 47"/>
                  <a:gd name="T10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" h="22">
                    <a:moveTo>
                      <a:pt x="46" y="15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lnTo>
                      <a:pt x="4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3" name="Freeform 6402">
                <a:extLst>
                  <a:ext uri="{FF2B5EF4-FFF2-40B4-BE49-F238E27FC236}">
                    <a16:creationId xmlns:a16="http://schemas.microsoft.com/office/drawing/2014/main" id="{7A875C5F-774D-449C-9EC3-174E6FB53E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2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5 h 9"/>
                  <a:gd name="T4" fmla="*/ 2 w 10"/>
                  <a:gd name="T5" fmla="*/ 9 h 9"/>
                  <a:gd name="T6" fmla="*/ 4 w 10"/>
                  <a:gd name="T7" fmla="*/ 9 h 9"/>
                  <a:gd name="T8" fmla="*/ 10 w 10"/>
                  <a:gd name="T9" fmla="*/ 9 h 9"/>
                  <a:gd name="T10" fmla="*/ 10 w 10"/>
                  <a:gd name="T11" fmla="*/ 7 h 9"/>
                  <a:gd name="T12" fmla="*/ 10 w 10"/>
                  <a:gd name="T13" fmla="*/ 4 h 9"/>
                  <a:gd name="T14" fmla="*/ 8 w 10"/>
                  <a:gd name="T15" fmla="*/ 2 h 9"/>
                  <a:gd name="T16" fmla="*/ 8 w 10"/>
                  <a:gd name="T17" fmla="*/ 0 h 9"/>
                  <a:gd name="T18" fmla="*/ 6 w 10"/>
                  <a:gd name="T19" fmla="*/ 0 h 9"/>
                  <a:gd name="T20" fmla="*/ 2 w 10"/>
                  <a:gd name="T21" fmla="*/ 0 h 9"/>
                  <a:gd name="T22" fmla="*/ 0 w 10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4" name="Freeform 6403">
                <a:extLst>
                  <a:ext uri="{FF2B5EF4-FFF2-40B4-BE49-F238E27FC236}">
                    <a16:creationId xmlns:a16="http://schemas.microsoft.com/office/drawing/2014/main" id="{50DAA33D-3023-4518-891A-52FF05A2D8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3" y="1210"/>
                <a:ext cx="9" cy="10"/>
              </a:xfrm>
              <a:custGeom>
                <a:avLst/>
                <a:gdLst>
                  <a:gd name="T0" fmla="*/ 4 w 9"/>
                  <a:gd name="T1" fmla="*/ 8 h 10"/>
                  <a:gd name="T2" fmla="*/ 6 w 9"/>
                  <a:gd name="T3" fmla="*/ 10 h 10"/>
                  <a:gd name="T4" fmla="*/ 9 w 9"/>
                  <a:gd name="T5" fmla="*/ 10 h 10"/>
                  <a:gd name="T6" fmla="*/ 9 w 9"/>
                  <a:gd name="T7" fmla="*/ 6 h 10"/>
                  <a:gd name="T8" fmla="*/ 7 w 9"/>
                  <a:gd name="T9" fmla="*/ 4 h 10"/>
                  <a:gd name="T10" fmla="*/ 6 w 9"/>
                  <a:gd name="T11" fmla="*/ 4 h 10"/>
                  <a:gd name="T12" fmla="*/ 6 w 9"/>
                  <a:gd name="T13" fmla="*/ 2 h 10"/>
                  <a:gd name="T14" fmla="*/ 4 w 9"/>
                  <a:gd name="T15" fmla="*/ 0 h 10"/>
                  <a:gd name="T16" fmla="*/ 0 w 9"/>
                  <a:gd name="T17" fmla="*/ 2 h 10"/>
                  <a:gd name="T18" fmla="*/ 0 w 9"/>
                  <a:gd name="T19" fmla="*/ 4 h 10"/>
                  <a:gd name="T20" fmla="*/ 2 w 9"/>
                  <a:gd name="T21" fmla="*/ 8 h 10"/>
                  <a:gd name="T22" fmla="*/ 4 w 9"/>
                  <a:gd name="T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4" y="8"/>
                    </a:moveTo>
                    <a:lnTo>
                      <a:pt x="6" y="10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5" name="Freeform 6404">
                <a:extLst>
                  <a:ext uri="{FF2B5EF4-FFF2-40B4-BE49-F238E27FC236}">
                    <a16:creationId xmlns:a16="http://schemas.microsoft.com/office/drawing/2014/main" id="{2E8475E8-B8D3-4517-AAC9-9CF187646D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7" y="1188"/>
                <a:ext cx="8" cy="13"/>
              </a:xfrm>
              <a:custGeom>
                <a:avLst/>
                <a:gdLst>
                  <a:gd name="T0" fmla="*/ 4 w 8"/>
                  <a:gd name="T1" fmla="*/ 7 h 13"/>
                  <a:gd name="T2" fmla="*/ 2 w 8"/>
                  <a:gd name="T3" fmla="*/ 9 h 13"/>
                  <a:gd name="T4" fmla="*/ 2 w 8"/>
                  <a:gd name="T5" fmla="*/ 11 h 13"/>
                  <a:gd name="T6" fmla="*/ 4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8 w 8"/>
                  <a:gd name="T13" fmla="*/ 7 h 13"/>
                  <a:gd name="T14" fmla="*/ 6 w 8"/>
                  <a:gd name="T15" fmla="*/ 7 h 13"/>
                  <a:gd name="T16" fmla="*/ 6 w 8"/>
                  <a:gd name="T17" fmla="*/ 7 h 13"/>
                  <a:gd name="T18" fmla="*/ 6 w 8"/>
                  <a:gd name="T19" fmla="*/ 5 h 13"/>
                  <a:gd name="T20" fmla="*/ 6 w 8"/>
                  <a:gd name="T21" fmla="*/ 4 h 13"/>
                  <a:gd name="T22" fmla="*/ 6 w 8"/>
                  <a:gd name="T23" fmla="*/ 0 h 13"/>
                  <a:gd name="T24" fmla="*/ 2 w 8"/>
                  <a:gd name="T25" fmla="*/ 0 h 13"/>
                  <a:gd name="T26" fmla="*/ 0 w 8"/>
                  <a:gd name="T27" fmla="*/ 4 h 13"/>
                  <a:gd name="T28" fmla="*/ 2 w 8"/>
                  <a:gd name="T29" fmla="*/ 7 h 13"/>
                  <a:gd name="T30" fmla="*/ 4 w 8"/>
                  <a:gd name="T3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4" y="7"/>
                    </a:moveTo>
                    <a:lnTo>
                      <a:pt x="2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6" name="Freeform 6405">
                <a:extLst>
                  <a:ext uri="{FF2B5EF4-FFF2-40B4-BE49-F238E27FC236}">
                    <a16:creationId xmlns:a16="http://schemas.microsoft.com/office/drawing/2014/main" id="{2EE1797B-A29B-455B-80D2-5A9E65B06C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94" y="1283"/>
                <a:ext cx="8" cy="13"/>
              </a:xfrm>
              <a:custGeom>
                <a:avLst/>
                <a:gdLst>
                  <a:gd name="T0" fmla="*/ 0 w 8"/>
                  <a:gd name="T1" fmla="*/ 11 h 13"/>
                  <a:gd name="T2" fmla="*/ 2 w 8"/>
                  <a:gd name="T3" fmla="*/ 13 h 13"/>
                  <a:gd name="T4" fmla="*/ 6 w 8"/>
                  <a:gd name="T5" fmla="*/ 11 h 13"/>
                  <a:gd name="T6" fmla="*/ 6 w 8"/>
                  <a:gd name="T7" fmla="*/ 7 h 13"/>
                  <a:gd name="T8" fmla="*/ 6 w 8"/>
                  <a:gd name="T9" fmla="*/ 6 h 13"/>
                  <a:gd name="T10" fmla="*/ 8 w 8"/>
                  <a:gd name="T11" fmla="*/ 2 h 13"/>
                  <a:gd name="T12" fmla="*/ 4 w 8"/>
                  <a:gd name="T13" fmla="*/ 0 h 13"/>
                  <a:gd name="T14" fmla="*/ 2 w 8"/>
                  <a:gd name="T15" fmla="*/ 2 h 13"/>
                  <a:gd name="T16" fmla="*/ 0 w 8"/>
                  <a:gd name="T17" fmla="*/ 6 h 13"/>
                  <a:gd name="T18" fmla="*/ 0 w 8"/>
                  <a:gd name="T19" fmla="*/ 7 h 13"/>
                  <a:gd name="T20" fmla="*/ 0 w 8"/>
                  <a:gd name="T2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3">
                    <a:moveTo>
                      <a:pt x="0" y="11"/>
                    </a:moveTo>
                    <a:lnTo>
                      <a:pt x="2" y="13"/>
                    </a:lnTo>
                    <a:lnTo>
                      <a:pt x="6" y="11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7" name="Freeform 6406">
                <a:extLst>
                  <a:ext uri="{FF2B5EF4-FFF2-40B4-BE49-F238E27FC236}">
                    <a16:creationId xmlns:a16="http://schemas.microsoft.com/office/drawing/2014/main" id="{AFC217DA-B9C0-4B73-8DE3-552B76AB988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229"/>
                <a:ext cx="9" cy="13"/>
              </a:xfrm>
              <a:custGeom>
                <a:avLst/>
                <a:gdLst>
                  <a:gd name="T0" fmla="*/ 2 w 9"/>
                  <a:gd name="T1" fmla="*/ 9 h 13"/>
                  <a:gd name="T2" fmla="*/ 3 w 9"/>
                  <a:gd name="T3" fmla="*/ 11 h 13"/>
                  <a:gd name="T4" fmla="*/ 5 w 9"/>
                  <a:gd name="T5" fmla="*/ 13 h 13"/>
                  <a:gd name="T6" fmla="*/ 7 w 9"/>
                  <a:gd name="T7" fmla="*/ 11 h 13"/>
                  <a:gd name="T8" fmla="*/ 9 w 9"/>
                  <a:gd name="T9" fmla="*/ 9 h 13"/>
                  <a:gd name="T10" fmla="*/ 7 w 9"/>
                  <a:gd name="T11" fmla="*/ 6 h 13"/>
                  <a:gd name="T12" fmla="*/ 5 w 9"/>
                  <a:gd name="T13" fmla="*/ 2 h 13"/>
                  <a:gd name="T14" fmla="*/ 3 w 9"/>
                  <a:gd name="T15" fmla="*/ 0 h 13"/>
                  <a:gd name="T16" fmla="*/ 0 w 9"/>
                  <a:gd name="T17" fmla="*/ 0 h 13"/>
                  <a:gd name="T18" fmla="*/ 0 w 9"/>
                  <a:gd name="T19" fmla="*/ 4 h 13"/>
                  <a:gd name="T20" fmla="*/ 2 w 9"/>
                  <a:gd name="T21" fmla="*/ 6 h 13"/>
                  <a:gd name="T22" fmla="*/ 2 w 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3">
                    <a:moveTo>
                      <a:pt x="2" y="9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8" name="Freeform 6407">
                <a:extLst>
                  <a:ext uri="{FF2B5EF4-FFF2-40B4-BE49-F238E27FC236}">
                    <a16:creationId xmlns:a16="http://schemas.microsoft.com/office/drawing/2014/main" id="{83B81E2A-2E54-4C73-9836-BA7FCD92AD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28" y="1236"/>
                <a:ext cx="6" cy="8"/>
              </a:xfrm>
              <a:custGeom>
                <a:avLst/>
                <a:gdLst>
                  <a:gd name="T0" fmla="*/ 6 w 6"/>
                  <a:gd name="T1" fmla="*/ 6 h 8"/>
                  <a:gd name="T2" fmla="*/ 4 w 6"/>
                  <a:gd name="T3" fmla="*/ 4 h 8"/>
                  <a:gd name="T4" fmla="*/ 4 w 6"/>
                  <a:gd name="T5" fmla="*/ 2 h 8"/>
                  <a:gd name="T6" fmla="*/ 4 w 6"/>
                  <a:gd name="T7" fmla="*/ 0 h 8"/>
                  <a:gd name="T8" fmla="*/ 0 w 6"/>
                  <a:gd name="T9" fmla="*/ 2 h 8"/>
                  <a:gd name="T10" fmla="*/ 0 w 6"/>
                  <a:gd name="T11" fmla="*/ 4 h 8"/>
                  <a:gd name="T12" fmla="*/ 4 w 6"/>
                  <a:gd name="T13" fmla="*/ 8 h 8"/>
                  <a:gd name="T14" fmla="*/ 6 w 6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6" y="6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9" name="Freeform 6408">
                <a:extLst>
                  <a:ext uri="{FF2B5EF4-FFF2-40B4-BE49-F238E27FC236}">
                    <a16:creationId xmlns:a16="http://schemas.microsoft.com/office/drawing/2014/main" id="{EDE6C348-1DD4-4A7E-BB90-93B121B146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64" y="164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2 w 6"/>
                  <a:gd name="T7" fmla="*/ 0 h 5"/>
                  <a:gd name="T8" fmla="*/ 0 w 6"/>
                  <a:gd name="T9" fmla="*/ 1 h 5"/>
                  <a:gd name="T10" fmla="*/ 2 w 6"/>
                  <a:gd name="T11" fmla="*/ 5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0" name="Freeform 6409">
                <a:extLst>
                  <a:ext uri="{FF2B5EF4-FFF2-40B4-BE49-F238E27FC236}">
                    <a16:creationId xmlns:a16="http://schemas.microsoft.com/office/drawing/2014/main" id="{FC784188-8BD5-4264-8BB6-03B28190B2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50" y="1747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1 w 5"/>
                  <a:gd name="T5" fmla="*/ 0 h 4"/>
                  <a:gd name="T6" fmla="*/ 0 w 5"/>
                  <a:gd name="T7" fmla="*/ 0 h 4"/>
                  <a:gd name="T8" fmla="*/ 1 w 5"/>
                  <a:gd name="T9" fmla="*/ 4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1" name="Freeform 6410">
                <a:extLst>
                  <a:ext uri="{FF2B5EF4-FFF2-40B4-BE49-F238E27FC236}">
                    <a16:creationId xmlns:a16="http://schemas.microsoft.com/office/drawing/2014/main" id="{8A2665B3-FFCC-4EF8-A05C-BC51CDDBFA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25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3 w 5"/>
                  <a:gd name="T3" fmla="*/ 0 h 4"/>
                  <a:gd name="T4" fmla="*/ 0 w 5"/>
                  <a:gd name="T5" fmla="*/ 2 h 4"/>
                  <a:gd name="T6" fmla="*/ 1 w 5"/>
                  <a:gd name="T7" fmla="*/ 4 h 4"/>
                  <a:gd name="T8" fmla="*/ 5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2" name="Freeform 6411">
                <a:extLst>
                  <a:ext uri="{FF2B5EF4-FFF2-40B4-BE49-F238E27FC236}">
                    <a16:creationId xmlns:a16="http://schemas.microsoft.com/office/drawing/2014/main" id="{2C1F5796-DC0A-413F-B265-510C16A733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68" y="1397"/>
                <a:ext cx="14" cy="9"/>
              </a:xfrm>
              <a:custGeom>
                <a:avLst/>
                <a:gdLst>
                  <a:gd name="T0" fmla="*/ 5 w 14"/>
                  <a:gd name="T1" fmla="*/ 0 h 9"/>
                  <a:gd name="T2" fmla="*/ 1 w 14"/>
                  <a:gd name="T3" fmla="*/ 0 h 9"/>
                  <a:gd name="T4" fmla="*/ 0 w 14"/>
                  <a:gd name="T5" fmla="*/ 3 h 9"/>
                  <a:gd name="T6" fmla="*/ 1 w 14"/>
                  <a:gd name="T7" fmla="*/ 7 h 9"/>
                  <a:gd name="T8" fmla="*/ 5 w 14"/>
                  <a:gd name="T9" fmla="*/ 7 h 9"/>
                  <a:gd name="T10" fmla="*/ 9 w 14"/>
                  <a:gd name="T11" fmla="*/ 9 h 9"/>
                  <a:gd name="T12" fmla="*/ 14 w 14"/>
                  <a:gd name="T13" fmla="*/ 5 h 9"/>
                  <a:gd name="T14" fmla="*/ 9 w 14"/>
                  <a:gd name="T15" fmla="*/ 2 h 9"/>
                  <a:gd name="T16" fmla="*/ 5 w 1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9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3" name="Freeform 6412">
                <a:extLst>
                  <a:ext uri="{FF2B5EF4-FFF2-40B4-BE49-F238E27FC236}">
                    <a16:creationId xmlns:a16="http://schemas.microsoft.com/office/drawing/2014/main" id="{9CE806C8-31A3-4AEB-9E53-157A658C92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81" y="1626"/>
                <a:ext cx="8" cy="11"/>
              </a:xfrm>
              <a:custGeom>
                <a:avLst/>
                <a:gdLst>
                  <a:gd name="T0" fmla="*/ 2 w 8"/>
                  <a:gd name="T1" fmla="*/ 4 h 11"/>
                  <a:gd name="T2" fmla="*/ 0 w 8"/>
                  <a:gd name="T3" fmla="*/ 6 h 11"/>
                  <a:gd name="T4" fmla="*/ 0 w 8"/>
                  <a:gd name="T5" fmla="*/ 9 h 11"/>
                  <a:gd name="T6" fmla="*/ 4 w 8"/>
                  <a:gd name="T7" fmla="*/ 11 h 11"/>
                  <a:gd name="T8" fmla="*/ 8 w 8"/>
                  <a:gd name="T9" fmla="*/ 7 h 11"/>
                  <a:gd name="T10" fmla="*/ 8 w 8"/>
                  <a:gd name="T11" fmla="*/ 6 h 11"/>
                  <a:gd name="T12" fmla="*/ 8 w 8"/>
                  <a:gd name="T13" fmla="*/ 0 h 11"/>
                  <a:gd name="T14" fmla="*/ 2 w 8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4" name="Freeform 6413">
                <a:extLst>
                  <a:ext uri="{FF2B5EF4-FFF2-40B4-BE49-F238E27FC236}">
                    <a16:creationId xmlns:a16="http://schemas.microsoft.com/office/drawing/2014/main" id="{DB0997E6-4FF6-40FF-87A6-F5383E8DB2D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875" y="1184"/>
                <a:ext cx="581" cy="733"/>
              </a:xfrm>
              <a:custGeom>
                <a:avLst/>
                <a:gdLst>
                  <a:gd name="T0" fmla="*/ 217 w 312"/>
                  <a:gd name="T1" fmla="*/ 268 h 393"/>
                  <a:gd name="T2" fmla="*/ 238 w 312"/>
                  <a:gd name="T3" fmla="*/ 267 h 393"/>
                  <a:gd name="T4" fmla="*/ 228 w 312"/>
                  <a:gd name="T5" fmla="*/ 235 h 393"/>
                  <a:gd name="T6" fmla="*/ 244 w 312"/>
                  <a:gd name="T7" fmla="*/ 229 h 393"/>
                  <a:gd name="T8" fmla="*/ 253 w 312"/>
                  <a:gd name="T9" fmla="*/ 218 h 393"/>
                  <a:gd name="T10" fmla="*/ 264 w 312"/>
                  <a:gd name="T11" fmla="*/ 200 h 393"/>
                  <a:gd name="T12" fmla="*/ 259 w 312"/>
                  <a:gd name="T13" fmla="*/ 177 h 393"/>
                  <a:gd name="T14" fmla="*/ 265 w 312"/>
                  <a:gd name="T15" fmla="*/ 164 h 393"/>
                  <a:gd name="T16" fmla="*/ 263 w 312"/>
                  <a:gd name="T17" fmla="*/ 152 h 393"/>
                  <a:gd name="T18" fmla="*/ 272 w 312"/>
                  <a:gd name="T19" fmla="*/ 119 h 393"/>
                  <a:gd name="T20" fmla="*/ 286 w 312"/>
                  <a:gd name="T21" fmla="*/ 86 h 393"/>
                  <a:gd name="T22" fmla="*/ 289 w 312"/>
                  <a:gd name="T23" fmla="*/ 60 h 393"/>
                  <a:gd name="T24" fmla="*/ 272 w 312"/>
                  <a:gd name="T25" fmla="*/ 68 h 393"/>
                  <a:gd name="T26" fmla="*/ 267 w 312"/>
                  <a:gd name="T27" fmla="*/ 52 h 393"/>
                  <a:gd name="T28" fmla="*/ 232 w 312"/>
                  <a:gd name="T29" fmla="*/ 48 h 393"/>
                  <a:gd name="T30" fmla="*/ 241 w 312"/>
                  <a:gd name="T31" fmla="*/ 46 h 393"/>
                  <a:gd name="T32" fmla="*/ 267 w 312"/>
                  <a:gd name="T33" fmla="*/ 29 h 393"/>
                  <a:gd name="T34" fmla="*/ 225 w 312"/>
                  <a:gd name="T35" fmla="*/ 19 h 393"/>
                  <a:gd name="T36" fmla="*/ 249 w 312"/>
                  <a:gd name="T37" fmla="*/ 18 h 393"/>
                  <a:gd name="T38" fmla="*/ 212 w 312"/>
                  <a:gd name="T39" fmla="*/ 2 h 393"/>
                  <a:gd name="T40" fmla="*/ 189 w 312"/>
                  <a:gd name="T41" fmla="*/ 9 h 393"/>
                  <a:gd name="T42" fmla="*/ 172 w 312"/>
                  <a:gd name="T43" fmla="*/ 26 h 393"/>
                  <a:gd name="T44" fmla="*/ 162 w 312"/>
                  <a:gd name="T45" fmla="*/ 46 h 393"/>
                  <a:gd name="T46" fmla="*/ 137 w 312"/>
                  <a:gd name="T47" fmla="*/ 41 h 393"/>
                  <a:gd name="T48" fmla="*/ 122 w 312"/>
                  <a:gd name="T49" fmla="*/ 47 h 393"/>
                  <a:gd name="T50" fmla="*/ 98 w 312"/>
                  <a:gd name="T51" fmla="*/ 36 h 393"/>
                  <a:gd name="T52" fmla="*/ 74 w 312"/>
                  <a:gd name="T53" fmla="*/ 45 h 393"/>
                  <a:gd name="T54" fmla="*/ 54 w 312"/>
                  <a:gd name="T55" fmla="*/ 69 h 393"/>
                  <a:gd name="T56" fmla="*/ 17 w 312"/>
                  <a:gd name="T57" fmla="*/ 89 h 393"/>
                  <a:gd name="T58" fmla="*/ 14 w 312"/>
                  <a:gd name="T59" fmla="*/ 117 h 393"/>
                  <a:gd name="T60" fmla="*/ 8 w 312"/>
                  <a:gd name="T61" fmla="*/ 133 h 393"/>
                  <a:gd name="T62" fmla="*/ 25 w 312"/>
                  <a:gd name="T63" fmla="*/ 148 h 393"/>
                  <a:gd name="T64" fmla="*/ 55 w 312"/>
                  <a:gd name="T65" fmla="*/ 167 h 393"/>
                  <a:gd name="T66" fmla="*/ 56 w 312"/>
                  <a:gd name="T67" fmla="*/ 192 h 393"/>
                  <a:gd name="T68" fmla="*/ 60 w 312"/>
                  <a:gd name="T69" fmla="*/ 212 h 393"/>
                  <a:gd name="T70" fmla="*/ 55 w 312"/>
                  <a:gd name="T71" fmla="*/ 223 h 393"/>
                  <a:gd name="T72" fmla="*/ 66 w 312"/>
                  <a:gd name="T73" fmla="*/ 235 h 393"/>
                  <a:gd name="T74" fmla="*/ 56 w 312"/>
                  <a:gd name="T75" fmla="*/ 244 h 393"/>
                  <a:gd name="T76" fmla="*/ 64 w 312"/>
                  <a:gd name="T77" fmla="*/ 260 h 393"/>
                  <a:gd name="T78" fmla="*/ 63 w 312"/>
                  <a:gd name="T79" fmla="*/ 279 h 393"/>
                  <a:gd name="T80" fmla="*/ 53 w 312"/>
                  <a:gd name="T81" fmla="*/ 285 h 393"/>
                  <a:gd name="T82" fmla="*/ 41 w 312"/>
                  <a:gd name="T83" fmla="*/ 313 h 393"/>
                  <a:gd name="T84" fmla="*/ 48 w 312"/>
                  <a:gd name="T85" fmla="*/ 336 h 393"/>
                  <a:gd name="T86" fmla="*/ 54 w 312"/>
                  <a:gd name="T87" fmla="*/ 364 h 393"/>
                  <a:gd name="T88" fmla="*/ 65 w 312"/>
                  <a:gd name="T89" fmla="*/ 380 h 393"/>
                  <a:gd name="T90" fmla="*/ 79 w 312"/>
                  <a:gd name="T91" fmla="*/ 391 h 393"/>
                  <a:gd name="T92" fmla="*/ 97 w 312"/>
                  <a:gd name="T93" fmla="*/ 374 h 393"/>
                  <a:gd name="T94" fmla="*/ 109 w 312"/>
                  <a:gd name="T95" fmla="*/ 354 h 393"/>
                  <a:gd name="T96" fmla="*/ 118 w 312"/>
                  <a:gd name="T97" fmla="*/ 332 h 393"/>
                  <a:gd name="T98" fmla="*/ 136 w 312"/>
                  <a:gd name="T99" fmla="*/ 322 h 393"/>
                  <a:gd name="T100" fmla="*/ 162 w 312"/>
                  <a:gd name="T101" fmla="*/ 311 h 393"/>
                  <a:gd name="T102" fmla="*/ 190 w 312"/>
                  <a:gd name="T103" fmla="*/ 295 h 393"/>
                  <a:gd name="T104" fmla="*/ 236 w 312"/>
                  <a:gd name="T105" fmla="*/ 229 h 393"/>
                  <a:gd name="T106" fmla="*/ 270 w 312"/>
                  <a:gd name="T107" fmla="*/ 99 h 393"/>
                  <a:gd name="T108" fmla="*/ 220 w 312"/>
                  <a:gd name="T109" fmla="*/ 256 h 393"/>
                  <a:gd name="T110" fmla="*/ 214 w 312"/>
                  <a:gd name="T111" fmla="*/ 258 h 393"/>
                  <a:gd name="T112" fmla="*/ 56 w 312"/>
                  <a:gd name="T113" fmla="*/ 221 h 393"/>
                  <a:gd name="T114" fmla="*/ 44 w 312"/>
                  <a:gd name="T115" fmla="*/ 319 h 393"/>
                  <a:gd name="T116" fmla="*/ 52 w 312"/>
                  <a:gd name="T117" fmla="*/ 298 h 393"/>
                  <a:gd name="T118" fmla="*/ 75 w 312"/>
                  <a:gd name="T119" fmla="*/ 376 h 393"/>
                  <a:gd name="T120" fmla="*/ 182 w 312"/>
                  <a:gd name="T121" fmla="*/ 23 h 393"/>
                  <a:gd name="T122" fmla="*/ 204 w 312"/>
                  <a:gd name="T123" fmla="*/ 262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2" h="393">
                    <a:moveTo>
                      <a:pt x="216" y="286"/>
                    </a:move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7" y="286"/>
                      <a:pt x="217" y="286"/>
                      <a:pt x="217" y="286"/>
                    </a:cubicBezTo>
                    <a:cubicBezTo>
                      <a:pt x="218" y="286"/>
                      <a:pt x="218" y="286"/>
                      <a:pt x="218" y="286"/>
                    </a:cubicBezTo>
                    <a:cubicBezTo>
                      <a:pt x="220" y="285"/>
                      <a:pt x="220" y="285"/>
                      <a:pt x="220" y="285"/>
                    </a:cubicBezTo>
                    <a:cubicBezTo>
                      <a:pt x="220" y="284"/>
                      <a:pt x="220" y="284"/>
                      <a:pt x="220" y="284"/>
                    </a:cubicBezTo>
                    <a:cubicBezTo>
                      <a:pt x="221" y="284"/>
                      <a:pt x="221" y="284"/>
                      <a:pt x="221" y="284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3" y="282"/>
                      <a:pt x="223" y="282"/>
                      <a:pt x="223" y="282"/>
                    </a:cubicBezTo>
                    <a:cubicBezTo>
                      <a:pt x="224" y="281"/>
                      <a:pt x="224" y="281"/>
                      <a:pt x="224" y="281"/>
                    </a:cubicBezTo>
                    <a:cubicBezTo>
                      <a:pt x="225" y="281"/>
                      <a:pt x="225" y="281"/>
                      <a:pt x="225" y="281"/>
                    </a:cubicBezTo>
                    <a:cubicBezTo>
                      <a:pt x="226" y="281"/>
                      <a:pt x="226" y="281"/>
                      <a:pt x="226" y="281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8" y="280"/>
                      <a:pt x="228" y="280"/>
                      <a:pt x="228" y="280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30" y="279"/>
                      <a:pt x="230" y="279"/>
                      <a:pt x="230" y="279"/>
                    </a:cubicBezTo>
                    <a:cubicBezTo>
                      <a:pt x="232" y="278"/>
                      <a:pt x="232" y="278"/>
                      <a:pt x="232" y="278"/>
                    </a:cubicBez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7"/>
                      <a:pt x="231" y="277"/>
                      <a:pt x="231" y="277"/>
                    </a:cubicBezTo>
                    <a:cubicBezTo>
                      <a:pt x="233" y="277"/>
                      <a:pt x="233" y="277"/>
                      <a:pt x="233" y="277"/>
                    </a:cubicBezTo>
                    <a:cubicBezTo>
                      <a:pt x="234" y="276"/>
                      <a:pt x="234" y="276"/>
                      <a:pt x="234" y="276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4" y="274"/>
                      <a:pt x="234" y="274"/>
                      <a:pt x="234" y="274"/>
                    </a:cubicBezTo>
                    <a:cubicBezTo>
                      <a:pt x="235" y="274"/>
                      <a:pt x="235" y="274"/>
                      <a:pt x="235" y="274"/>
                    </a:cubicBezTo>
                    <a:cubicBezTo>
                      <a:pt x="237" y="273"/>
                      <a:pt x="237" y="273"/>
                      <a:pt x="237" y="273"/>
                    </a:cubicBezTo>
                    <a:cubicBezTo>
                      <a:pt x="238" y="271"/>
                      <a:pt x="238" y="271"/>
                      <a:pt x="238" y="271"/>
                    </a:cubicBezTo>
                    <a:cubicBezTo>
                      <a:pt x="238" y="270"/>
                      <a:pt x="238" y="270"/>
                      <a:pt x="238" y="270"/>
                    </a:cubicBezTo>
                    <a:cubicBezTo>
                      <a:pt x="235" y="271"/>
                      <a:pt x="235" y="271"/>
                      <a:pt x="235" y="271"/>
                    </a:cubicBezTo>
                    <a:cubicBezTo>
                      <a:pt x="234" y="271"/>
                      <a:pt x="234" y="271"/>
                      <a:pt x="234" y="271"/>
                    </a:cubicBezTo>
                    <a:cubicBezTo>
                      <a:pt x="234" y="270"/>
                      <a:pt x="234" y="270"/>
                      <a:pt x="234" y="270"/>
                    </a:cubicBezTo>
                    <a:cubicBezTo>
                      <a:pt x="231" y="270"/>
                      <a:pt x="231" y="270"/>
                      <a:pt x="231" y="270"/>
                    </a:cubicBezTo>
                    <a:cubicBezTo>
                      <a:pt x="230" y="270"/>
                      <a:pt x="230" y="270"/>
                      <a:pt x="230" y="270"/>
                    </a:cubicBezTo>
                    <a:cubicBezTo>
                      <a:pt x="229" y="270"/>
                      <a:pt x="229" y="270"/>
                      <a:pt x="229" y="270"/>
                    </a:cubicBezTo>
                    <a:cubicBezTo>
                      <a:pt x="227" y="269"/>
                      <a:pt x="227" y="269"/>
                      <a:pt x="227" y="269"/>
                    </a:cubicBezTo>
                    <a:cubicBezTo>
                      <a:pt x="225" y="269"/>
                      <a:pt x="225" y="269"/>
                      <a:pt x="225" y="269"/>
                    </a:cubicBezTo>
                    <a:cubicBezTo>
                      <a:pt x="223" y="268"/>
                      <a:pt x="223" y="268"/>
                      <a:pt x="223" y="268"/>
                    </a:cubicBezTo>
                    <a:cubicBezTo>
                      <a:pt x="222" y="267"/>
                      <a:pt x="222" y="267"/>
                      <a:pt x="222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6"/>
                      <a:pt x="221" y="266"/>
                      <a:pt x="221" y="266"/>
                    </a:cubicBezTo>
                    <a:cubicBezTo>
                      <a:pt x="219" y="267"/>
                      <a:pt x="219" y="267"/>
                      <a:pt x="219" y="267"/>
                    </a:cubicBezTo>
                    <a:cubicBezTo>
                      <a:pt x="217" y="268"/>
                      <a:pt x="217" y="268"/>
                      <a:pt x="217" y="268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5" y="269"/>
                      <a:pt x="215" y="269"/>
                      <a:pt x="215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4" y="266"/>
                      <a:pt x="214" y="266"/>
                      <a:pt x="214" y="266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6" y="266"/>
                      <a:pt x="216" y="266"/>
                      <a:pt x="216" y="266"/>
                    </a:cubicBezTo>
                    <a:cubicBezTo>
                      <a:pt x="216" y="265"/>
                      <a:pt x="216" y="265"/>
                      <a:pt x="216" y="265"/>
                    </a:cubicBezTo>
                    <a:cubicBezTo>
                      <a:pt x="217" y="265"/>
                      <a:pt x="217" y="265"/>
                      <a:pt x="217" y="265"/>
                    </a:cubicBezTo>
                    <a:cubicBezTo>
                      <a:pt x="219" y="265"/>
                      <a:pt x="219" y="265"/>
                      <a:pt x="219" y="265"/>
                    </a:cubicBezTo>
                    <a:cubicBezTo>
                      <a:pt x="220" y="265"/>
                      <a:pt x="220" y="265"/>
                      <a:pt x="220" y="265"/>
                    </a:cubicBezTo>
                    <a:cubicBezTo>
                      <a:pt x="222" y="263"/>
                      <a:pt x="222" y="263"/>
                      <a:pt x="222" y="263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2" y="256"/>
                      <a:pt x="222" y="256"/>
                      <a:pt x="222" y="256"/>
                    </a:cubicBez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1" y="252"/>
                      <a:pt x="221" y="252"/>
                      <a:pt x="221" y="252"/>
                    </a:cubicBezTo>
                    <a:cubicBezTo>
                      <a:pt x="220" y="252"/>
                      <a:pt x="220" y="252"/>
                      <a:pt x="220" y="252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3" y="254"/>
                      <a:pt x="223" y="254"/>
                      <a:pt x="223" y="254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4" y="255"/>
                      <a:pt x="224" y="255"/>
                      <a:pt x="224" y="255"/>
                    </a:cubicBezTo>
                    <a:cubicBezTo>
                      <a:pt x="224" y="257"/>
                      <a:pt x="224" y="257"/>
                      <a:pt x="224" y="257"/>
                    </a:cubicBezTo>
                    <a:cubicBezTo>
                      <a:pt x="225" y="258"/>
                      <a:pt x="225" y="258"/>
                      <a:pt x="225" y="258"/>
                    </a:cubicBezTo>
                    <a:cubicBezTo>
                      <a:pt x="226" y="259"/>
                      <a:pt x="226" y="259"/>
                      <a:pt x="226" y="259"/>
                    </a:cubicBezTo>
                    <a:cubicBezTo>
                      <a:pt x="226" y="261"/>
                      <a:pt x="226" y="261"/>
                      <a:pt x="226" y="261"/>
                    </a:cubicBezTo>
                    <a:cubicBezTo>
                      <a:pt x="228" y="263"/>
                      <a:pt x="228" y="263"/>
                      <a:pt x="228" y="263"/>
                    </a:cubicBezTo>
                    <a:cubicBezTo>
                      <a:pt x="229" y="265"/>
                      <a:pt x="229" y="265"/>
                      <a:pt x="229" y="265"/>
                    </a:cubicBezTo>
                    <a:cubicBezTo>
                      <a:pt x="231" y="267"/>
                      <a:pt x="231" y="267"/>
                      <a:pt x="231" y="267"/>
                    </a:cubicBezTo>
                    <a:cubicBezTo>
                      <a:pt x="232" y="268"/>
                      <a:pt x="232" y="268"/>
                      <a:pt x="232" y="268"/>
                    </a:cubicBezTo>
                    <a:cubicBezTo>
                      <a:pt x="233" y="267"/>
                      <a:pt x="233" y="267"/>
                      <a:pt x="233" y="267"/>
                    </a:cubicBezTo>
                    <a:cubicBezTo>
                      <a:pt x="234" y="267"/>
                      <a:pt x="234" y="267"/>
                      <a:pt x="234" y="267"/>
                    </a:cubicBezTo>
                    <a:cubicBezTo>
                      <a:pt x="235" y="267"/>
                      <a:pt x="235" y="267"/>
                      <a:pt x="235" y="267"/>
                    </a:cubicBezTo>
                    <a:cubicBezTo>
                      <a:pt x="236" y="267"/>
                      <a:pt x="236" y="267"/>
                      <a:pt x="236" y="267"/>
                    </a:cubicBezTo>
                    <a:cubicBezTo>
                      <a:pt x="236" y="266"/>
                      <a:pt x="236" y="266"/>
                      <a:pt x="236" y="266"/>
                    </a:cubicBezTo>
                    <a:cubicBezTo>
                      <a:pt x="237" y="267"/>
                      <a:pt x="237" y="267"/>
                      <a:pt x="237" y="267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9" y="266"/>
                      <a:pt x="239" y="266"/>
                      <a:pt x="239" y="266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38" y="267"/>
                      <a:pt x="238" y="267"/>
                      <a:pt x="238" y="267"/>
                    </a:cubicBezTo>
                    <a:cubicBezTo>
                      <a:pt x="239" y="268"/>
                      <a:pt x="239" y="268"/>
                      <a:pt x="239" y="268"/>
                    </a:cubicBezTo>
                    <a:cubicBezTo>
                      <a:pt x="240" y="268"/>
                      <a:pt x="240" y="268"/>
                      <a:pt x="240" y="268"/>
                    </a:cubicBezTo>
                    <a:cubicBezTo>
                      <a:pt x="241" y="268"/>
                      <a:pt x="241" y="268"/>
                      <a:pt x="241" y="268"/>
                    </a:cubicBezTo>
                    <a:cubicBezTo>
                      <a:pt x="242" y="267"/>
                      <a:pt x="242" y="267"/>
                      <a:pt x="242" y="267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2" y="265"/>
                      <a:pt x="242" y="265"/>
                      <a:pt x="242" y="265"/>
                    </a:cubicBezTo>
                    <a:cubicBezTo>
                      <a:pt x="242" y="263"/>
                      <a:pt x="242" y="263"/>
                      <a:pt x="242" y="263"/>
                    </a:cubicBezTo>
                    <a:cubicBezTo>
                      <a:pt x="242" y="262"/>
                      <a:pt x="242" y="262"/>
                      <a:pt x="242" y="262"/>
                    </a:cubicBezTo>
                    <a:cubicBezTo>
                      <a:pt x="242" y="261"/>
                      <a:pt x="242" y="261"/>
                      <a:pt x="242" y="261"/>
                    </a:cubicBezTo>
                    <a:cubicBezTo>
                      <a:pt x="243" y="260"/>
                      <a:pt x="243" y="260"/>
                      <a:pt x="243" y="260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8"/>
                      <a:pt x="242" y="258"/>
                      <a:pt x="242" y="258"/>
                    </a:cubicBezTo>
                    <a:cubicBezTo>
                      <a:pt x="242" y="257"/>
                      <a:pt x="242" y="257"/>
                      <a:pt x="242" y="257"/>
                    </a:cubicBezTo>
                    <a:cubicBezTo>
                      <a:pt x="243" y="256"/>
                      <a:pt x="243" y="256"/>
                      <a:pt x="243" y="256"/>
                    </a:cubicBezTo>
                    <a:cubicBezTo>
                      <a:pt x="243" y="254"/>
                      <a:pt x="243" y="254"/>
                      <a:pt x="243" y="254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3" y="250"/>
                      <a:pt x="243" y="250"/>
                      <a:pt x="243" y="250"/>
                    </a:cubicBezTo>
                    <a:cubicBezTo>
                      <a:pt x="241" y="250"/>
                      <a:pt x="241" y="250"/>
                      <a:pt x="241" y="250"/>
                    </a:cubicBezTo>
                    <a:cubicBezTo>
                      <a:pt x="240" y="251"/>
                      <a:pt x="240" y="251"/>
                      <a:pt x="240" y="251"/>
                    </a:cubicBezTo>
                    <a:cubicBezTo>
                      <a:pt x="239" y="252"/>
                      <a:pt x="239" y="252"/>
                      <a:pt x="239" y="252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0"/>
                      <a:pt x="239" y="250"/>
                      <a:pt x="239" y="250"/>
                    </a:cubicBezTo>
                    <a:cubicBezTo>
                      <a:pt x="240" y="250"/>
                      <a:pt x="240" y="250"/>
                      <a:pt x="240" y="250"/>
                    </a:cubicBezTo>
                    <a:cubicBezTo>
                      <a:pt x="241" y="249"/>
                      <a:pt x="241" y="249"/>
                      <a:pt x="241" y="249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1" y="246"/>
                      <a:pt x="241" y="246"/>
                      <a:pt x="241" y="246"/>
                    </a:cubicBezTo>
                    <a:cubicBezTo>
                      <a:pt x="240" y="246"/>
                      <a:pt x="240" y="246"/>
                      <a:pt x="240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8" y="246"/>
                      <a:pt x="238" y="246"/>
                      <a:pt x="238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8" y="243"/>
                      <a:pt x="238" y="243"/>
                      <a:pt x="238" y="243"/>
                    </a:cubicBezTo>
                    <a:cubicBezTo>
                      <a:pt x="238" y="242"/>
                      <a:pt x="238" y="242"/>
                      <a:pt x="238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6" y="241"/>
                      <a:pt x="236" y="241"/>
                      <a:pt x="236" y="241"/>
                    </a:cubicBezTo>
                    <a:cubicBezTo>
                      <a:pt x="235" y="240"/>
                      <a:pt x="235" y="240"/>
                      <a:pt x="235" y="240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2" y="238"/>
                      <a:pt x="232" y="238"/>
                      <a:pt x="232" y="238"/>
                    </a:cubicBezTo>
                    <a:cubicBezTo>
                      <a:pt x="230" y="236"/>
                      <a:pt x="230" y="236"/>
                      <a:pt x="230" y="236"/>
                    </a:cubicBezTo>
                    <a:cubicBezTo>
                      <a:pt x="229" y="236"/>
                      <a:pt x="229" y="236"/>
                      <a:pt x="229" y="236"/>
                    </a:cubicBezTo>
                    <a:cubicBezTo>
                      <a:pt x="228" y="235"/>
                      <a:pt x="228" y="235"/>
                      <a:pt x="228" y="235"/>
                    </a:cubicBezTo>
                    <a:cubicBezTo>
                      <a:pt x="227" y="235"/>
                      <a:pt x="227" y="235"/>
                      <a:pt x="227" y="235"/>
                    </a:cubicBezTo>
                    <a:cubicBezTo>
                      <a:pt x="228" y="234"/>
                      <a:pt x="228" y="234"/>
                      <a:pt x="228" y="234"/>
                    </a:cubicBezTo>
                    <a:cubicBezTo>
                      <a:pt x="228" y="231"/>
                      <a:pt x="228" y="231"/>
                      <a:pt x="228" y="231"/>
                    </a:cubicBezTo>
                    <a:cubicBezTo>
                      <a:pt x="228" y="230"/>
                      <a:pt x="228" y="230"/>
                      <a:pt x="228" y="230"/>
                    </a:cubicBezTo>
                    <a:cubicBezTo>
                      <a:pt x="227" y="230"/>
                      <a:pt x="227" y="230"/>
                      <a:pt x="227" y="230"/>
                    </a:cubicBezTo>
                    <a:cubicBezTo>
                      <a:pt x="228" y="229"/>
                      <a:pt x="228" y="229"/>
                      <a:pt x="228" y="229"/>
                    </a:cubicBezTo>
                    <a:cubicBezTo>
                      <a:pt x="228" y="228"/>
                      <a:pt x="228" y="228"/>
                      <a:pt x="228" y="228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7"/>
                      <a:pt x="229" y="227"/>
                    </a:cubicBezTo>
                    <a:cubicBezTo>
                      <a:pt x="229" y="227"/>
                      <a:pt x="229" y="227"/>
                      <a:pt x="229" y="227"/>
                    </a:cubicBezTo>
                    <a:cubicBezTo>
                      <a:pt x="230" y="228"/>
                      <a:pt x="230" y="228"/>
                      <a:pt x="230" y="228"/>
                    </a:cubicBezTo>
                    <a:cubicBezTo>
                      <a:pt x="229" y="228"/>
                      <a:pt x="229" y="228"/>
                      <a:pt x="229" y="228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1"/>
                      <a:pt x="229" y="231"/>
                      <a:pt x="229" y="231"/>
                    </a:cubicBezTo>
                    <a:cubicBezTo>
                      <a:pt x="230" y="233"/>
                      <a:pt x="230" y="233"/>
                      <a:pt x="230" y="233"/>
                    </a:cubicBezTo>
                    <a:cubicBezTo>
                      <a:pt x="231" y="235"/>
                      <a:pt x="231" y="235"/>
                      <a:pt x="231" y="235"/>
                    </a:cubicBezTo>
                    <a:cubicBezTo>
                      <a:pt x="233" y="235"/>
                      <a:pt x="233" y="235"/>
                      <a:pt x="233" y="235"/>
                    </a:cubicBezTo>
                    <a:cubicBezTo>
                      <a:pt x="235" y="237"/>
                      <a:pt x="235" y="237"/>
                      <a:pt x="235" y="237"/>
                    </a:cubicBezTo>
                    <a:cubicBezTo>
                      <a:pt x="236" y="238"/>
                      <a:pt x="236" y="238"/>
                      <a:pt x="236" y="238"/>
                    </a:cubicBezTo>
                    <a:cubicBezTo>
                      <a:pt x="237" y="239"/>
                      <a:pt x="237" y="239"/>
                      <a:pt x="237" y="239"/>
                    </a:cubicBezTo>
                    <a:cubicBezTo>
                      <a:pt x="238" y="239"/>
                      <a:pt x="238" y="239"/>
                      <a:pt x="238" y="239"/>
                    </a:cubicBezTo>
                    <a:cubicBezTo>
                      <a:pt x="238" y="240"/>
                      <a:pt x="238" y="240"/>
                      <a:pt x="238" y="240"/>
                    </a:cubicBezTo>
                    <a:cubicBezTo>
                      <a:pt x="241" y="241"/>
                      <a:pt x="241" y="241"/>
                      <a:pt x="241" y="241"/>
                    </a:cubicBezTo>
                    <a:cubicBezTo>
                      <a:pt x="241" y="240"/>
                      <a:pt x="241" y="240"/>
                      <a:pt x="241" y="240"/>
                    </a:cubicBezTo>
                    <a:cubicBezTo>
                      <a:pt x="241" y="239"/>
                      <a:pt x="241" y="239"/>
                      <a:pt x="241" y="239"/>
                    </a:cubicBezTo>
                    <a:cubicBezTo>
                      <a:pt x="242" y="238"/>
                      <a:pt x="242" y="238"/>
                      <a:pt x="242" y="238"/>
                    </a:cubicBezTo>
                    <a:cubicBezTo>
                      <a:pt x="241" y="236"/>
                      <a:pt x="241" y="236"/>
                      <a:pt x="241" y="236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8" y="235"/>
                      <a:pt x="238" y="235"/>
                      <a:pt x="238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40" y="236"/>
                      <a:pt x="240" y="236"/>
                      <a:pt x="240" y="236"/>
                    </a:cubicBezTo>
                    <a:cubicBezTo>
                      <a:pt x="242" y="236"/>
                      <a:pt x="242" y="236"/>
                      <a:pt x="242" y="236"/>
                    </a:cubicBezTo>
                    <a:cubicBezTo>
                      <a:pt x="243" y="236"/>
                      <a:pt x="243" y="236"/>
                      <a:pt x="243" y="236"/>
                    </a:cubicBezTo>
                    <a:cubicBezTo>
                      <a:pt x="244" y="235"/>
                      <a:pt x="244" y="235"/>
                      <a:pt x="244" y="235"/>
                    </a:cubicBezTo>
                    <a:cubicBezTo>
                      <a:pt x="243" y="233"/>
                      <a:pt x="243" y="233"/>
                      <a:pt x="243" y="233"/>
                    </a:cubicBezTo>
                    <a:cubicBezTo>
                      <a:pt x="239" y="232"/>
                      <a:pt x="239" y="232"/>
                      <a:pt x="239" y="232"/>
                    </a:cubicBezTo>
                    <a:cubicBezTo>
                      <a:pt x="238" y="230"/>
                      <a:pt x="238" y="230"/>
                      <a:pt x="238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1"/>
                      <a:pt x="239" y="231"/>
                      <a:pt x="239" y="231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32"/>
                      <a:pt x="242" y="232"/>
                      <a:pt x="242" y="232"/>
                    </a:cubicBezTo>
                    <a:cubicBezTo>
                      <a:pt x="243" y="232"/>
                      <a:pt x="243" y="232"/>
                      <a:pt x="243" y="232"/>
                    </a:cubicBezTo>
                    <a:cubicBezTo>
                      <a:pt x="244" y="231"/>
                      <a:pt x="244" y="231"/>
                      <a:pt x="244" y="231"/>
                    </a:cubicBezTo>
                    <a:cubicBezTo>
                      <a:pt x="244" y="230"/>
                      <a:pt x="244" y="230"/>
                      <a:pt x="244" y="230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5" y="228"/>
                      <a:pt x="245" y="228"/>
                      <a:pt x="245" y="228"/>
                    </a:cubicBezTo>
                    <a:cubicBezTo>
                      <a:pt x="243" y="227"/>
                      <a:pt x="243" y="227"/>
                      <a:pt x="243" y="227"/>
                    </a:cubicBezTo>
                    <a:cubicBezTo>
                      <a:pt x="241" y="226"/>
                      <a:pt x="241" y="226"/>
                      <a:pt x="241" y="226"/>
                    </a:cubicBezTo>
                    <a:cubicBezTo>
                      <a:pt x="240" y="225"/>
                      <a:pt x="240" y="225"/>
                      <a:pt x="240" y="225"/>
                    </a:cubicBezTo>
                    <a:cubicBezTo>
                      <a:pt x="240" y="224"/>
                      <a:pt x="240" y="224"/>
                      <a:pt x="240" y="224"/>
                    </a:cubicBezTo>
                    <a:cubicBezTo>
                      <a:pt x="238" y="223"/>
                      <a:pt x="238" y="223"/>
                      <a:pt x="238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6" y="222"/>
                      <a:pt x="236" y="222"/>
                      <a:pt x="236" y="222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28" y="219"/>
                      <a:pt x="228" y="219"/>
                      <a:pt x="228" y="219"/>
                    </a:cubicBezTo>
                    <a:cubicBezTo>
                      <a:pt x="228" y="218"/>
                      <a:pt x="228" y="218"/>
                      <a:pt x="228" y="218"/>
                    </a:cubicBezTo>
                    <a:cubicBezTo>
                      <a:pt x="229" y="218"/>
                      <a:pt x="229" y="218"/>
                      <a:pt x="229" y="218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30" y="218"/>
                      <a:pt x="230" y="218"/>
                      <a:pt x="230" y="218"/>
                    </a:cubicBezTo>
                    <a:cubicBezTo>
                      <a:pt x="231" y="219"/>
                      <a:pt x="231" y="219"/>
                      <a:pt x="231" y="219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3" y="217"/>
                      <a:pt x="233" y="217"/>
                      <a:pt x="233" y="217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7" y="222"/>
                      <a:pt x="237" y="222"/>
                      <a:pt x="237" y="222"/>
                    </a:cubicBezTo>
                    <a:cubicBezTo>
                      <a:pt x="239" y="223"/>
                      <a:pt x="239" y="223"/>
                      <a:pt x="239" y="223"/>
                    </a:cubicBezTo>
                    <a:cubicBezTo>
                      <a:pt x="241" y="224"/>
                      <a:pt x="241" y="224"/>
                      <a:pt x="241" y="224"/>
                    </a:cubicBezTo>
                    <a:cubicBezTo>
                      <a:pt x="242" y="224"/>
                      <a:pt x="242" y="224"/>
                      <a:pt x="242" y="224"/>
                    </a:cubicBezTo>
                    <a:cubicBezTo>
                      <a:pt x="243" y="224"/>
                      <a:pt x="243" y="224"/>
                      <a:pt x="243" y="224"/>
                    </a:cubicBezTo>
                    <a:cubicBezTo>
                      <a:pt x="243" y="223"/>
                      <a:pt x="243" y="223"/>
                      <a:pt x="243" y="223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5" y="222"/>
                      <a:pt x="245" y="222"/>
                      <a:pt x="245" y="222"/>
                    </a:cubicBezTo>
                    <a:cubicBezTo>
                      <a:pt x="246" y="221"/>
                      <a:pt x="246" y="221"/>
                      <a:pt x="246" y="221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49" y="221"/>
                      <a:pt x="249" y="221"/>
                      <a:pt x="249" y="221"/>
                    </a:cubicBezTo>
                    <a:cubicBezTo>
                      <a:pt x="251" y="220"/>
                      <a:pt x="251" y="220"/>
                      <a:pt x="251" y="220"/>
                    </a:cubicBezTo>
                    <a:cubicBezTo>
                      <a:pt x="252" y="220"/>
                      <a:pt x="252" y="220"/>
                      <a:pt x="252" y="220"/>
                    </a:cubicBezTo>
                    <a:cubicBezTo>
                      <a:pt x="253" y="220"/>
                      <a:pt x="253" y="220"/>
                      <a:pt x="253" y="220"/>
                    </a:cubicBezTo>
                    <a:cubicBezTo>
                      <a:pt x="253" y="218"/>
                      <a:pt x="253" y="218"/>
                      <a:pt x="253" y="218"/>
                    </a:cubicBezTo>
                    <a:cubicBezTo>
                      <a:pt x="253" y="216"/>
                      <a:pt x="253" y="216"/>
                      <a:pt x="253" y="216"/>
                    </a:cubicBezTo>
                    <a:cubicBezTo>
                      <a:pt x="255" y="214"/>
                      <a:pt x="255" y="214"/>
                      <a:pt x="255" y="214"/>
                    </a:cubicBezTo>
                    <a:cubicBezTo>
                      <a:pt x="255" y="213"/>
                      <a:pt x="255" y="213"/>
                      <a:pt x="255" y="213"/>
                    </a:cubicBezTo>
                    <a:cubicBezTo>
                      <a:pt x="254" y="212"/>
                      <a:pt x="254" y="212"/>
                      <a:pt x="254" y="212"/>
                    </a:cubicBezTo>
                    <a:cubicBezTo>
                      <a:pt x="253" y="211"/>
                      <a:pt x="253" y="211"/>
                      <a:pt x="253" y="211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49" y="212"/>
                      <a:pt x="249" y="212"/>
                      <a:pt x="249" y="212"/>
                    </a:cubicBezTo>
                    <a:cubicBezTo>
                      <a:pt x="249" y="211"/>
                      <a:pt x="249" y="211"/>
                      <a:pt x="249" y="211"/>
                    </a:cubicBezTo>
                    <a:cubicBezTo>
                      <a:pt x="248" y="210"/>
                      <a:pt x="248" y="210"/>
                      <a:pt x="248" y="210"/>
                    </a:cubicBezTo>
                    <a:cubicBezTo>
                      <a:pt x="247" y="209"/>
                      <a:pt x="247" y="209"/>
                      <a:pt x="247" y="209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5" y="210"/>
                      <a:pt x="245" y="210"/>
                      <a:pt x="245" y="210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09"/>
                      <a:pt x="245" y="209"/>
                      <a:pt x="245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8"/>
                      <a:pt x="244" y="208"/>
                      <a:pt x="244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5" y="205"/>
                      <a:pt x="245" y="205"/>
                      <a:pt x="245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7" y="205"/>
                      <a:pt x="247" y="205"/>
                      <a:pt x="247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7" y="208"/>
                      <a:pt x="247" y="208"/>
                      <a:pt x="247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50" y="210"/>
                      <a:pt x="250" y="210"/>
                      <a:pt x="250" y="210"/>
                    </a:cubicBezTo>
                    <a:cubicBezTo>
                      <a:pt x="251" y="210"/>
                      <a:pt x="251" y="210"/>
                      <a:pt x="251" y="210"/>
                    </a:cubicBezTo>
                    <a:cubicBezTo>
                      <a:pt x="253" y="210"/>
                      <a:pt x="253" y="210"/>
                      <a:pt x="253" y="210"/>
                    </a:cubicBezTo>
                    <a:cubicBezTo>
                      <a:pt x="255" y="209"/>
                      <a:pt x="255" y="209"/>
                      <a:pt x="255" y="209"/>
                    </a:cubicBezTo>
                    <a:cubicBezTo>
                      <a:pt x="255" y="208"/>
                      <a:pt x="255" y="208"/>
                      <a:pt x="255" y="208"/>
                    </a:cubicBezTo>
                    <a:cubicBezTo>
                      <a:pt x="255" y="207"/>
                      <a:pt x="255" y="207"/>
                      <a:pt x="255" y="207"/>
                    </a:cubicBezTo>
                    <a:cubicBezTo>
                      <a:pt x="255" y="206"/>
                      <a:pt x="255" y="206"/>
                      <a:pt x="255" y="206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7" y="208"/>
                      <a:pt x="257" y="208"/>
                      <a:pt x="257" y="208"/>
                    </a:cubicBezTo>
                    <a:cubicBezTo>
                      <a:pt x="258" y="208"/>
                      <a:pt x="258" y="208"/>
                      <a:pt x="258" y="208"/>
                    </a:cubicBezTo>
                    <a:cubicBezTo>
                      <a:pt x="260" y="207"/>
                      <a:pt x="260" y="207"/>
                      <a:pt x="260" y="207"/>
                    </a:cubicBezTo>
                    <a:cubicBezTo>
                      <a:pt x="261" y="205"/>
                      <a:pt x="261" y="205"/>
                      <a:pt x="261" y="205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61" y="203"/>
                      <a:pt x="261" y="203"/>
                      <a:pt x="261" y="203"/>
                    </a:cubicBezTo>
                    <a:cubicBezTo>
                      <a:pt x="263" y="203"/>
                      <a:pt x="263" y="203"/>
                      <a:pt x="263" y="203"/>
                    </a:cubicBezTo>
                    <a:cubicBezTo>
                      <a:pt x="264" y="202"/>
                      <a:pt x="264" y="202"/>
                      <a:pt x="264" y="202"/>
                    </a:cubicBezTo>
                    <a:cubicBezTo>
                      <a:pt x="264" y="200"/>
                      <a:pt x="264" y="200"/>
                      <a:pt x="264" y="200"/>
                    </a:cubicBezTo>
                    <a:cubicBezTo>
                      <a:pt x="263" y="200"/>
                      <a:pt x="263" y="200"/>
                      <a:pt x="263" y="200"/>
                    </a:cubicBezTo>
                    <a:cubicBezTo>
                      <a:pt x="262" y="201"/>
                      <a:pt x="262" y="201"/>
                      <a:pt x="262" y="201"/>
                    </a:cubicBezTo>
                    <a:cubicBezTo>
                      <a:pt x="261" y="200"/>
                      <a:pt x="261" y="200"/>
                      <a:pt x="261" y="200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8" y="199"/>
                      <a:pt x="258" y="199"/>
                      <a:pt x="258" y="199"/>
                    </a:cubicBezTo>
                    <a:cubicBezTo>
                      <a:pt x="258" y="198"/>
                      <a:pt x="258" y="198"/>
                      <a:pt x="258" y="198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7" y="194"/>
                      <a:pt x="257" y="194"/>
                      <a:pt x="257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4" y="193"/>
                      <a:pt x="254" y="193"/>
                      <a:pt x="254" y="193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6" y="192"/>
                      <a:pt x="256" y="192"/>
                      <a:pt x="256" y="192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3"/>
                      <a:pt x="257" y="193"/>
                      <a:pt x="257" y="193"/>
                    </a:cubicBezTo>
                    <a:cubicBezTo>
                      <a:pt x="258" y="194"/>
                      <a:pt x="258" y="194"/>
                      <a:pt x="258" y="194"/>
                    </a:cubicBezTo>
                    <a:cubicBezTo>
                      <a:pt x="259" y="194"/>
                      <a:pt x="259" y="194"/>
                      <a:pt x="259" y="194"/>
                    </a:cubicBezTo>
                    <a:cubicBezTo>
                      <a:pt x="260" y="193"/>
                      <a:pt x="260" y="193"/>
                      <a:pt x="260" y="193"/>
                    </a:cubicBezTo>
                    <a:cubicBezTo>
                      <a:pt x="261" y="190"/>
                      <a:pt x="261" y="190"/>
                      <a:pt x="261" y="190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3" y="182"/>
                      <a:pt x="263" y="182"/>
                      <a:pt x="263" y="182"/>
                    </a:cubicBezTo>
                    <a:cubicBezTo>
                      <a:pt x="262" y="181"/>
                      <a:pt x="262" y="181"/>
                      <a:pt x="262" y="181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0" y="179"/>
                      <a:pt x="260" y="179"/>
                      <a:pt x="260" y="179"/>
                    </a:cubicBezTo>
                    <a:cubicBezTo>
                      <a:pt x="259" y="179"/>
                      <a:pt x="259" y="179"/>
                      <a:pt x="259" y="179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58" y="178"/>
                      <a:pt x="258" y="178"/>
                      <a:pt x="258" y="178"/>
                    </a:cubicBezTo>
                    <a:cubicBezTo>
                      <a:pt x="257" y="178"/>
                      <a:pt x="257" y="178"/>
                      <a:pt x="257" y="178"/>
                    </a:cubicBezTo>
                    <a:cubicBezTo>
                      <a:pt x="258" y="177"/>
                      <a:pt x="258" y="177"/>
                      <a:pt x="258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3"/>
                      <a:pt x="262" y="173"/>
                      <a:pt x="262" y="173"/>
                    </a:cubicBezTo>
                    <a:cubicBezTo>
                      <a:pt x="260" y="172"/>
                      <a:pt x="260" y="172"/>
                      <a:pt x="260" y="172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8" y="173"/>
                      <a:pt x="258" y="173"/>
                      <a:pt x="258" y="173"/>
                    </a:cubicBezTo>
                    <a:cubicBezTo>
                      <a:pt x="256" y="173"/>
                      <a:pt x="256" y="173"/>
                      <a:pt x="256" y="173"/>
                    </a:cubicBezTo>
                    <a:cubicBezTo>
                      <a:pt x="256" y="172"/>
                      <a:pt x="256" y="172"/>
                      <a:pt x="256" y="172"/>
                    </a:cubicBezTo>
                    <a:cubicBezTo>
                      <a:pt x="254" y="172"/>
                      <a:pt x="254" y="172"/>
                      <a:pt x="254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69"/>
                      <a:pt x="252" y="169"/>
                      <a:pt x="252" y="169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7"/>
                      <a:pt x="252" y="167"/>
                      <a:pt x="252" y="167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3" y="166"/>
                      <a:pt x="253" y="166"/>
                      <a:pt x="253" y="166"/>
                    </a:cubicBezTo>
                    <a:cubicBezTo>
                      <a:pt x="253" y="167"/>
                      <a:pt x="253" y="167"/>
                      <a:pt x="253" y="167"/>
                    </a:cubicBezTo>
                    <a:cubicBezTo>
                      <a:pt x="254" y="169"/>
                      <a:pt x="254" y="169"/>
                      <a:pt x="254" y="169"/>
                    </a:cubicBezTo>
                    <a:cubicBezTo>
                      <a:pt x="256" y="168"/>
                      <a:pt x="256" y="168"/>
                      <a:pt x="256" y="168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4" y="166"/>
                      <a:pt x="254" y="166"/>
                      <a:pt x="254" y="166"/>
                    </a:cubicBezTo>
                    <a:cubicBezTo>
                      <a:pt x="255" y="165"/>
                      <a:pt x="255" y="165"/>
                      <a:pt x="255" y="165"/>
                    </a:cubicBezTo>
                    <a:cubicBezTo>
                      <a:pt x="256" y="164"/>
                      <a:pt x="256" y="164"/>
                      <a:pt x="256" y="164"/>
                    </a:cubicBezTo>
                    <a:cubicBezTo>
                      <a:pt x="258" y="163"/>
                      <a:pt x="258" y="163"/>
                      <a:pt x="258" y="163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9" y="162"/>
                      <a:pt x="259" y="162"/>
                      <a:pt x="259" y="162"/>
                    </a:cubicBezTo>
                    <a:cubicBezTo>
                      <a:pt x="258" y="161"/>
                      <a:pt x="258" y="161"/>
                      <a:pt x="258" y="161"/>
                    </a:cubicBezTo>
                    <a:cubicBezTo>
                      <a:pt x="259" y="161"/>
                      <a:pt x="259" y="161"/>
                      <a:pt x="259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3" y="162"/>
                      <a:pt x="263" y="162"/>
                      <a:pt x="263" y="162"/>
                    </a:cubicBezTo>
                    <a:cubicBezTo>
                      <a:pt x="263" y="163"/>
                      <a:pt x="263" y="163"/>
                      <a:pt x="263" y="163"/>
                    </a:cubicBezTo>
                    <a:cubicBezTo>
                      <a:pt x="263" y="164"/>
                      <a:pt x="263" y="164"/>
                      <a:pt x="263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65" y="166"/>
                      <a:pt x="265" y="166"/>
                      <a:pt x="265" y="166"/>
                    </a:cubicBezTo>
                    <a:cubicBezTo>
                      <a:pt x="265" y="167"/>
                      <a:pt x="265" y="167"/>
                      <a:pt x="265" y="167"/>
                    </a:cubicBezTo>
                    <a:cubicBezTo>
                      <a:pt x="266" y="168"/>
                      <a:pt x="266" y="168"/>
                      <a:pt x="266" y="168"/>
                    </a:cubicBezTo>
                    <a:cubicBezTo>
                      <a:pt x="266" y="169"/>
                      <a:pt x="266" y="169"/>
                      <a:pt x="266" y="169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5" y="171"/>
                      <a:pt x="265" y="171"/>
                      <a:pt x="265" y="171"/>
                    </a:cubicBezTo>
                    <a:cubicBezTo>
                      <a:pt x="266" y="173"/>
                      <a:pt x="266" y="173"/>
                      <a:pt x="266" y="173"/>
                    </a:cubicBezTo>
                    <a:cubicBezTo>
                      <a:pt x="266" y="175"/>
                      <a:pt x="266" y="175"/>
                      <a:pt x="266" y="175"/>
                    </a:cubicBezTo>
                    <a:cubicBezTo>
                      <a:pt x="266" y="177"/>
                      <a:pt x="266" y="177"/>
                      <a:pt x="266" y="177"/>
                    </a:cubicBezTo>
                    <a:cubicBezTo>
                      <a:pt x="266" y="179"/>
                      <a:pt x="266" y="179"/>
                      <a:pt x="266" y="179"/>
                    </a:cubicBezTo>
                    <a:cubicBezTo>
                      <a:pt x="267" y="180"/>
                      <a:pt x="267" y="180"/>
                      <a:pt x="267" y="180"/>
                    </a:cubicBezTo>
                    <a:cubicBezTo>
                      <a:pt x="268" y="178"/>
                      <a:pt x="268" y="178"/>
                      <a:pt x="268" y="178"/>
                    </a:cubicBezTo>
                    <a:cubicBezTo>
                      <a:pt x="268" y="176"/>
                      <a:pt x="268" y="176"/>
                      <a:pt x="268" y="176"/>
                    </a:cubicBezTo>
                    <a:cubicBezTo>
                      <a:pt x="269" y="176"/>
                      <a:pt x="269" y="176"/>
                      <a:pt x="269" y="176"/>
                    </a:cubicBezTo>
                    <a:cubicBezTo>
                      <a:pt x="269" y="173"/>
                      <a:pt x="269" y="173"/>
                      <a:pt x="269" y="173"/>
                    </a:cubicBezTo>
                    <a:cubicBezTo>
                      <a:pt x="268" y="172"/>
                      <a:pt x="268" y="172"/>
                      <a:pt x="268" y="172"/>
                    </a:cubicBezTo>
                    <a:cubicBezTo>
                      <a:pt x="268" y="169"/>
                      <a:pt x="268" y="169"/>
                      <a:pt x="268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7" y="166"/>
                      <a:pt x="267" y="166"/>
                      <a:pt x="267" y="166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8" y="167"/>
                      <a:pt x="268" y="167"/>
                      <a:pt x="268" y="167"/>
                    </a:cubicBezTo>
                    <a:cubicBezTo>
                      <a:pt x="269" y="168"/>
                      <a:pt x="269" y="168"/>
                      <a:pt x="269" y="168"/>
                    </a:cubicBezTo>
                    <a:cubicBezTo>
                      <a:pt x="270" y="166"/>
                      <a:pt x="270" y="166"/>
                      <a:pt x="270" y="166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71" y="164"/>
                      <a:pt x="271" y="164"/>
                      <a:pt x="271" y="164"/>
                    </a:cubicBezTo>
                    <a:cubicBezTo>
                      <a:pt x="272" y="162"/>
                      <a:pt x="272" y="162"/>
                      <a:pt x="272" y="162"/>
                    </a:cubicBezTo>
                    <a:cubicBezTo>
                      <a:pt x="271" y="161"/>
                      <a:pt x="271" y="161"/>
                      <a:pt x="271" y="161"/>
                    </a:cubicBezTo>
                    <a:cubicBezTo>
                      <a:pt x="272" y="160"/>
                      <a:pt x="272" y="160"/>
                      <a:pt x="272" y="160"/>
                    </a:cubicBezTo>
                    <a:cubicBezTo>
                      <a:pt x="272" y="158"/>
                      <a:pt x="272" y="158"/>
                      <a:pt x="272" y="158"/>
                    </a:cubicBezTo>
                    <a:cubicBezTo>
                      <a:pt x="272" y="157"/>
                      <a:pt x="272" y="157"/>
                      <a:pt x="272" y="157"/>
                    </a:cubicBezTo>
                    <a:cubicBezTo>
                      <a:pt x="272" y="156"/>
                      <a:pt x="272" y="156"/>
                      <a:pt x="272" y="156"/>
                    </a:cubicBezTo>
                    <a:cubicBezTo>
                      <a:pt x="272" y="155"/>
                      <a:pt x="272" y="155"/>
                      <a:pt x="272" y="155"/>
                    </a:cubicBezTo>
                    <a:cubicBezTo>
                      <a:pt x="271" y="154"/>
                      <a:pt x="271" y="154"/>
                      <a:pt x="271" y="154"/>
                    </a:cubicBezTo>
                    <a:cubicBezTo>
                      <a:pt x="270" y="153"/>
                      <a:pt x="270" y="153"/>
                      <a:pt x="270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2"/>
                      <a:pt x="269" y="152"/>
                      <a:pt x="269" y="152"/>
                    </a:cubicBezTo>
                    <a:cubicBezTo>
                      <a:pt x="267" y="153"/>
                      <a:pt x="267" y="153"/>
                      <a:pt x="267" y="153"/>
                    </a:cubicBezTo>
                    <a:cubicBezTo>
                      <a:pt x="267" y="154"/>
                      <a:pt x="267" y="154"/>
                      <a:pt x="267" y="154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5" y="155"/>
                      <a:pt x="265" y="155"/>
                      <a:pt x="265" y="155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2"/>
                      <a:pt x="265" y="152"/>
                      <a:pt x="265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2" y="151"/>
                      <a:pt x="262" y="151"/>
                      <a:pt x="262" y="151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3" y="149"/>
                      <a:pt x="263" y="149"/>
                      <a:pt x="263" y="149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5" y="150"/>
                      <a:pt x="265" y="150"/>
                      <a:pt x="265" y="150"/>
                    </a:cubicBezTo>
                    <a:cubicBezTo>
                      <a:pt x="266" y="151"/>
                      <a:pt x="266" y="151"/>
                      <a:pt x="266" y="151"/>
                    </a:cubicBezTo>
                    <a:cubicBezTo>
                      <a:pt x="268" y="151"/>
                      <a:pt x="268" y="151"/>
                      <a:pt x="268" y="151"/>
                    </a:cubicBezTo>
                    <a:cubicBezTo>
                      <a:pt x="269" y="149"/>
                      <a:pt x="269" y="149"/>
                      <a:pt x="269" y="149"/>
                    </a:cubicBezTo>
                    <a:cubicBezTo>
                      <a:pt x="268" y="147"/>
                      <a:pt x="268" y="147"/>
                      <a:pt x="268" y="147"/>
                    </a:cubicBezTo>
                    <a:cubicBezTo>
                      <a:pt x="266" y="146"/>
                      <a:pt x="266" y="146"/>
                      <a:pt x="266" y="146"/>
                    </a:cubicBezTo>
                    <a:cubicBezTo>
                      <a:pt x="267" y="146"/>
                      <a:pt x="267" y="146"/>
                      <a:pt x="267" y="146"/>
                    </a:cubicBezTo>
                    <a:cubicBezTo>
                      <a:pt x="267" y="144"/>
                      <a:pt x="267" y="144"/>
                      <a:pt x="267" y="144"/>
                    </a:cubicBezTo>
                    <a:cubicBezTo>
                      <a:pt x="266" y="144"/>
                      <a:pt x="266" y="144"/>
                      <a:pt x="266" y="144"/>
                    </a:cubicBezTo>
                    <a:cubicBezTo>
                      <a:pt x="265" y="142"/>
                      <a:pt x="265" y="142"/>
                      <a:pt x="265" y="142"/>
                    </a:cubicBezTo>
                    <a:cubicBezTo>
                      <a:pt x="263" y="142"/>
                      <a:pt x="263" y="142"/>
                      <a:pt x="263" y="142"/>
                    </a:cubicBezTo>
                    <a:cubicBezTo>
                      <a:pt x="263" y="143"/>
                      <a:pt x="263" y="143"/>
                      <a:pt x="263" y="143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1" y="141"/>
                      <a:pt x="261" y="141"/>
                      <a:pt x="261" y="141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1" y="140"/>
                      <a:pt x="261" y="140"/>
                      <a:pt x="261" y="140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9"/>
                      <a:pt x="262" y="139"/>
                      <a:pt x="262" y="139"/>
                    </a:cubicBezTo>
                    <a:cubicBezTo>
                      <a:pt x="263" y="139"/>
                      <a:pt x="263" y="139"/>
                      <a:pt x="263" y="139"/>
                    </a:cubicBezTo>
                    <a:cubicBezTo>
                      <a:pt x="263" y="140"/>
                      <a:pt x="263" y="140"/>
                      <a:pt x="263" y="140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65" y="141"/>
                      <a:pt x="265" y="141"/>
                      <a:pt x="265" y="141"/>
                    </a:cubicBezTo>
                    <a:cubicBezTo>
                      <a:pt x="267" y="140"/>
                      <a:pt x="267" y="140"/>
                      <a:pt x="267" y="140"/>
                    </a:cubicBezTo>
                    <a:cubicBezTo>
                      <a:pt x="267" y="138"/>
                      <a:pt x="267" y="138"/>
                      <a:pt x="267" y="138"/>
                    </a:cubicBezTo>
                    <a:cubicBezTo>
                      <a:pt x="267" y="137"/>
                      <a:pt x="267" y="137"/>
                      <a:pt x="267" y="137"/>
                    </a:cubicBezTo>
                    <a:cubicBezTo>
                      <a:pt x="268" y="136"/>
                      <a:pt x="268" y="136"/>
                      <a:pt x="268" y="136"/>
                    </a:cubicBezTo>
                    <a:cubicBezTo>
                      <a:pt x="268" y="135"/>
                      <a:pt x="268" y="135"/>
                      <a:pt x="268" y="135"/>
                    </a:cubicBezTo>
                    <a:cubicBezTo>
                      <a:pt x="268" y="133"/>
                      <a:pt x="268" y="133"/>
                      <a:pt x="268" y="133"/>
                    </a:cubicBezTo>
                    <a:cubicBezTo>
                      <a:pt x="269" y="133"/>
                      <a:pt x="269" y="133"/>
                      <a:pt x="269" y="133"/>
                    </a:cubicBezTo>
                    <a:cubicBezTo>
                      <a:pt x="270" y="132"/>
                      <a:pt x="270" y="132"/>
                      <a:pt x="270" y="132"/>
                    </a:cubicBezTo>
                    <a:cubicBezTo>
                      <a:pt x="270" y="129"/>
                      <a:pt x="270" y="129"/>
                      <a:pt x="270" y="129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70" y="127"/>
                      <a:pt x="270" y="127"/>
                      <a:pt x="270" y="127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1" y="123"/>
                      <a:pt x="271" y="123"/>
                      <a:pt x="271" y="123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2" y="120"/>
                      <a:pt x="272" y="120"/>
                      <a:pt x="272" y="120"/>
                    </a:cubicBezTo>
                    <a:cubicBezTo>
                      <a:pt x="272" y="119"/>
                      <a:pt x="272" y="119"/>
                      <a:pt x="272" y="119"/>
                    </a:cubicBezTo>
                    <a:cubicBezTo>
                      <a:pt x="272" y="117"/>
                      <a:pt x="272" y="117"/>
                      <a:pt x="272" y="117"/>
                    </a:cubicBezTo>
                    <a:cubicBezTo>
                      <a:pt x="272" y="115"/>
                      <a:pt x="272" y="115"/>
                      <a:pt x="272" y="115"/>
                    </a:cubicBezTo>
                    <a:cubicBezTo>
                      <a:pt x="273" y="115"/>
                      <a:pt x="273" y="115"/>
                      <a:pt x="273" y="115"/>
                    </a:cubicBezTo>
                    <a:cubicBezTo>
                      <a:pt x="274" y="113"/>
                      <a:pt x="274" y="113"/>
                      <a:pt x="274" y="113"/>
                    </a:cubicBezTo>
                    <a:cubicBezTo>
                      <a:pt x="277" y="110"/>
                      <a:pt x="277" y="110"/>
                      <a:pt x="277" y="110"/>
                    </a:cubicBezTo>
                    <a:cubicBezTo>
                      <a:pt x="278" y="108"/>
                      <a:pt x="278" y="108"/>
                      <a:pt x="278" y="108"/>
                    </a:cubicBezTo>
                    <a:cubicBezTo>
                      <a:pt x="280" y="106"/>
                      <a:pt x="280" y="106"/>
                      <a:pt x="280" y="106"/>
                    </a:cubicBezTo>
                    <a:cubicBezTo>
                      <a:pt x="280" y="105"/>
                      <a:pt x="280" y="105"/>
                      <a:pt x="280" y="105"/>
                    </a:cubicBezTo>
                    <a:cubicBezTo>
                      <a:pt x="281" y="104"/>
                      <a:pt x="281" y="104"/>
                      <a:pt x="281" y="104"/>
                    </a:cubicBezTo>
                    <a:cubicBezTo>
                      <a:pt x="282" y="102"/>
                      <a:pt x="282" y="102"/>
                      <a:pt x="282" y="102"/>
                    </a:cubicBezTo>
                    <a:cubicBezTo>
                      <a:pt x="284" y="101"/>
                      <a:pt x="284" y="101"/>
                      <a:pt x="284" y="101"/>
                    </a:cubicBezTo>
                    <a:cubicBezTo>
                      <a:pt x="285" y="100"/>
                      <a:pt x="285" y="100"/>
                      <a:pt x="285" y="100"/>
                    </a:cubicBezTo>
                    <a:cubicBezTo>
                      <a:pt x="284" y="99"/>
                      <a:pt x="284" y="99"/>
                      <a:pt x="284" y="99"/>
                    </a:cubicBezTo>
                    <a:cubicBezTo>
                      <a:pt x="283" y="98"/>
                      <a:pt x="283" y="98"/>
                      <a:pt x="283" y="98"/>
                    </a:cubicBezTo>
                    <a:cubicBezTo>
                      <a:pt x="282" y="98"/>
                      <a:pt x="282" y="98"/>
                      <a:pt x="282" y="98"/>
                    </a:cubicBezTo>
                    <a:cubicBezTo>
                      <a:pt x="281" y="97"/>
                      <a:pt x="281" y="97"/>
                      <a:pt x="281" y="97"/>
                    </a:cubicBezTo>
                    <a:cubicBezTo>
                      <a:pt x="282" y="97"/>
                      <a:pt x="282" y="97"/>
                      <a:pt x="282" y="97"/>
                    </a:cubicBezTo>
                    <a:cubicBezTo>
                      <a:pt x="283" y="97"/>
                      <a:pt x="283" y="97"/>
                      <a:pt x="283" y="97"/>
                    </a:cubicBezTo>
                    <a:cubicBezTo>
                      <a:pt x="284" y="97"/>
                      <a:pt x="284" y="97"/>
                      <a:pt x="284" y="97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9" y="95"/>
                      <a:pt x="289" y="95"/>
                      <a:pt x="289" y="95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2" y="92"/>
                      <a:pt x="292" y="92"/>
                      <a:pt x="292" y="92"/>
                    </a:cubicBezTo>
                    <a:cubicBezTo>
                      <a:pt x="291" y="91"/>
                      <a:pt x="291" y="91"/>
                      <a:pt x="291" y="91"/>
                    </a:cubicBezTo>
                    <a:cubicBezTo>
                      <a:pt x="291" y="89"/>
                      <a:pt x="291" y="89"/>
                      <a:pt x="291" y="89"/>
                    </a:cubicBezTo>
                    <a:cubicBezTo>
                      <a:pt x="289" y="89"/>
                      <a:pt x="289" y="89"/>
                      <a:pt x="289" y="89"/>
                    </a:cubicBezTo>
                    <a:cubicBezTo>
                      <a:pt x="289" y="88"/>
                      <a:pt x="289" y="88"/>
                      <a:pt x="289" y="88"/>
                    </a:cubicBezTo>
                    <a:cubicBezTo>
                      <a:pt x="288" y="88"/>
                      <a:pt x="288" y="88"/>
                      <a:pt x="288" y="88"/>
                    </a:cubicBezTo>
                    <a:cubicBezTo>
                      <a:pt x="286" y="88"/>
                      <a:pt x="286" y="88"/>
                      <a:pt x="286" y="88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4" y="88"/>
                      <a:pt x="284" y="88"/>
                      <a:pt x="284" y="88"/>
                    </a:cubicBezTo>
                    <a:cubicBezTo>
                      <a:pt x="281" y="88"/>
                      <a:pt x="281" y="88"/>
                      <a:pt x="281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80" y="87"/>
                      <a:pt x="280" y="87"/>
                      <a:pt x="280" y="87"/>
                    </a:cubicBezTo>
                    <a:cubicBezTo>
                      <a:pt x="281" y="87"/>
                      <a:pt x="281" y="87"/>
                      <a:pt x="281" y="87"/>
                    </a:cubicBezTo>
                    <a:cubicBezTo>
                      <a:pt x="282" y="87"/>
                      <a:pt x="282" y="87"/>
                      <a:pt x="282" y="87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4" y="86"/>
                      <a:pt x="284" y="86"/>
                      <a:pt x="284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287" y="86"/>
                      <a:pt x="287" y="86"/>
                      <a:pt x="287" y="86"/>
                    </a:cubicBezTo>
                    <a:cubicBezTo>
                      <a:pt x="288" y="87"/>
                      <a:pt x="288" y="87"/>
                      <a:pt x="288" y="87"/>
                    </a:cubicBezTo>
                    <a:cubicBezTo>
                      <a:pt x="289" y="87"/>
                      <a:pt x="289" y="87"/>
                      <a:pt x="289" y="87"/>
                    </a:cubicBezTo>
                    <a:cubicBezTo>
                      <a:pt x="290" y="88"/>
                      <a:pt x="290" y="88"/>
                      <a:pt x="290" y="88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3" y="88"/>
                      <a:pt x="293" y="88"/>
                      <a:pt x="293" y="88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6" y="85"/>
                      <a:pt x="296" y="85"/>
                      <a:pt x="296" y="85"/>
                    </a:cubicBezTo>
                    <a:cubicBezTo>
                      <a:pt x="297" y="85"/>
                      <a:pt x="297" y="85"/>
                      <a:pt x="297" y="85"/>
                    </a:cubicBezTo>
                    <a:cubicBezTo>
                      <a:pt x="299" y="85"/>
                      <a:pt x="299" y="85"/>
                      <a:pt x="299" y="85"/>
                    </a:cubicBezTo>
                    <a:cubicBezTo>
                      <a:pt x="299" y="84"/>
                      <a:pt x="299" y="84"/>
                      <a:pt x="299" y="84"/>
                    </a:cubicBezTo>
                    <a:cubicBezTo>
                      <a:pt x="299" y="83"/>
                      <a:pt x="299" y="83"/>
                      <a:pt x="299" y="83"/>
                    </a:cubicBezTo>
                    <a:cubicBezTo>
                      <a:pt x="299" y="82"/>
                      <a:pt x="299" y="82"/>
                      <a:pt x="299" y="82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8" y="79"/>
                      <a:pt x="298" y="79"/>
                      <a:pt x="298" y="79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301" y="80"/>
                      <a:pt x="301" y="80"/>
                      <a:pt x="301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6" y="77"/>
                      <a:pt x="306" y="77"/>
                      <a:pt x="306" y="77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9" y="74"/>
                      <a:pt x="309" y="74"/>
                      <a:pt x="309" y="74"/>
                    </a:cubicBezTo>
                    <a:cubicBezTo>
                      <a:pt x="311" y="73"/>
                      <a:pt x="311" y="73"/>
                      <a:pt x="311" y="73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0"/>
                      <a:pt x="312" y="70"/>
                      <a:pt x="312" y="70"/>
                    </a:cubicBezTo>
                    <a:cubicBezTo>
                      <a:pt x="311" y="68"/>
                      <a:pt x="311" y="68"/>
                      <a:pt x="311" y="68"/>
                    </a:cubicBezTo>
                    <a:cubicBezTo>
                      <a:pt x="310" y="67"/>
                      <a:pt x="310" y="67"/>
                      <a:pt x="310" y="67"/>
                    </a:cubicBezTo>
                    <a:cubicBezTo>
                      <a:pt x="310" y="66"/>
                      <a:pt x="310" y="66"/>
                      <a:pt x="310" y="66"/>
                    </a:cubicBezTo>
                    <a:cubicBezTo>
                      <a:pt x="308" y="64"/>
                      <a:pt x="308" y="64"/>
                      <a:pt x="308" y="64"/>
                    </a:cubicBezTo>
                    <a:cubicBezTo>
                      <a:pt x="307" y="64"/>
                      <a:pt x="307" y="64"/>
                      <a:pt x="307" y="64"/>
                    </a:cubicBezTo>
                    <a:cubicBezTo>
                      <a:pt x="307" y="62"/>
                      <a:pt x="307" y="62"/>
                      <a:pt x="307" y="62"/>
                    </a:cubicBezTo>
                    <a:cubicBezTo>
                      <a:pt x="305" y="62"/>
                      <a:pt x="305" y="62"/>
                      <a:pt x="305" y="62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2" y="60"/>
                      <a:pt x="302" y="60"/>
                      <a:pt x="302" y="60"/>
                    </a:cubicBezTo>
                    <a:cubicBezTo>
                      <a:pt x="301" y="60"/>
                      <a:pt x="301" y="60"/>
                      <a:pt x="301" y="60"/>
                    </a:cubicBezTo>
                    <a:cubicBezTo>
                      <a:pt x="299" y="59"/>
                      <a:pt x="299" y="59"/>
                      <a:pt x="299" y="59"/>
                    </a:cubicBezTo>
                    <a:cubicBezTo>
                      <a:pt x="297" y="58"/>
                      <a:pt x="297" y="58"/>
                      <a:pt x="297" y="58"/>
                    </a:cubicBezTo>
                    <a:cubicBezTo>
                      <a:pt x="295" y="58"/>
                      <a:pt x="295" y="58"/>
                      <a:pt x="295" y="58"/>
                    </a:cubicBezTo>
                    <a:cubicBezTo>
                      <a:pt x="294" y="58"/>
                      <a:pt x="294" y="58"/>
                      <a:pt x="294" y="58"/>
                    </a:cubicBezTo>
                    <a:cubicBezTo>
                      <a:pt x="292" y="58"/>
                      <a:pt x="292" y="58"/>
                      <a:pt x="292" y="58"/>
                    </a:cubicBezTo>
                    <a:cubicBezTo>
                      <a:pt x="290" y="59"/>
                      <a:pt x="290" y="59"/>
                      <a:pt x="290" y="59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88" y="60"/>
                      <a:pt x="288" y="60"/>
                      <a:pt x="288" y="60"/>
                    </a:cubicBezTo>
                    <a:cubicBezTo>
                      <a:pt x="287" y="60"/>
                      <a:pt x="287" y="60"/>
                      <a:pt x="287" y="60"/>
                    </a:cubicBezTo>
                    <a:cubicBezTo>
                      <a:pt x="287" y="59"/>
                      <a:pt x="287" y="59"/>
                      <a:pt x="287" y="59"/>
                    </a:cubicBezTo>
                    <a:cubicBezTo>
                      <a:pt x="288" y="58"/>
                      <a:pt x="288" y="58"/>
                      <a:pt x="288" y="58"/>
                    </a:cubicBezTo>
                    <a:cubicBezTo>
                      <a:pt x="288" y="56"/>
                      <a:pt x="288" y="56"/>
                      <a:pt x="288" y="56"/>
                    </a:cubicBezTo>
                    <a:cubicBezTo>
                      <a:pt x="288" y="54"/>
                      <a:pt x="288" y="54"/>
                      <a:pt x="288" y="54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6" y="52"/>
                      <a:pt x="286" y="52"/>
                      <a:pt x="286" y="52"/>
                    </a:cubicBezTo>
                    <a:cubicBezTo>
                      <a:pt x="285" y="53"/>
                      <a:pt x="285" y="53"/>
                      <a:pt x="285" y="53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5"/>
                      <a:pt x="286" y="55"/>
                      <a:pt x="286" y="55"/>
                    </a:cubicBezTo>
                    <a:cubicBezTo>
                      <a:pt x="285" y="56"/>
                      <a:pt x="285" y="56"/>
                      <a:pt x="285" y="56"/>
                    </a:cubicBezTo>
                    <a:cubicBezTo>
                      <a:pt x="286" y="59"/>
                      <a:pt x="286" y="59"/>
                      <a:pt x="286" y="59"/>
                    </a:cubicBezTo>
                    <a:cubicBezTo>
                      <a:pt x="285" y="59"/>
                      <a:pt x="285" y="59"/>
                      <a:pt x="285" y="59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5" y="62"/>
                      <a:pt x="285" y="62"/>
                      <a:pt x="285" y="62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3" y="63"/>
                      <a:pt x="283" y="63"/>
                      <a:pt x="283" y="63"/>
                    </a:cubicBezTo>
                    <a:cubicBezTo>
                      <a:pt x="284" y="62"/>
                      <a:pt x="284" y="62"/>
                      <a:pt x="284" y="62"/>
                    </a:cubicBezTo>
                    <a:cubicBezTo>
                      <a:pt x="284" y="59"/>
                      <a:pt x="284" y="59"/>
                      <a:pt x="284" y="59"/>
                    </a:cubicBezTo>
                    <a:cubicBezTo>
                      <a:pt x="283" y="58"/>
                      <a:pt x="283" y="58"/>
                      <a:pt x="283" y="58"/>
                    </a:cubicBezTo>
                    <a:cubicBezTo>
                      <a:pt x="281" y="59"/>
                      <a:pt x="281" y="59"/>
                      <a:pt x="281" y="59"/>
                    </a:cubicBezTo>
                    <a:cubicBezTo>
                      <a:pt x="281" y="61"/>
                      <a:pt x="281" y="61"/>
                      <a:pt x="281" y="61"/>
                    </a:cubicBezTo>
                    <a:cubicBezTo>
                      <a:pt x="282" y="63"/>
                      <a:pt x="282" y="63"/>
                      <a:pt x="282" y="63"/>
                    </a:cubicBezTo>
                    <a:cubicBezTo>
                      <a:pt x="281" y="63"/>
                      <a:pt x="281" y="63"/>
                      <a:pt x="281" y="63"/>
                    </a:cubicBezTo>
                    <a:cubicBezTo>
                      <a:pt x="283" y="64"/>
                      <a:pt x="283" y="64"/>
                      <a:pt x="283" y="64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6"/>
                      <a:pt x="283" y="66"/>
                      <a:pt x="283" y="66"/>
                    </a:cubicBezTo>
                    <a:cubicBezTo>
                      <a:pt x="282" y="66"/>
                      <a:pt x="282" y="66"/>
                      <a:pt x="282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5"/>
                      <a:pt x="281" y="65"/>
                      <a:pt x="281" y="65"/>
                    </a:cubicBezTo>
                    <a:cubicBezTo>
                      <a:pt x="279" y="64"/>
                      <a:pt x="279" y="64"/>
                      <a:pt x="279" y="64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4"/>
                      <a:pt x="278" y="64"/>
                      <a:pt x="278" y="64"/>
                    </a:cubicBezTo>
                    <a:cubicBezTo>
                      <a:pt x="278" y="63"/>
                      <a:pt x="278" y="63"/>
                      <a:pt x="278" y="63"/>
                    </a:cubicBezTo>
                    <a:cubicBezTo>
                      <a:pt x="278" y="61"/>
                      <a:pt x="278" y="61"/>
                      <a:pt x="278" y="61"/>
                    </a:cubicBezTo>
                    <a:cubicBezTo>
                      <a:pt x="276" y="62"/>
                      <a:pt x="276" y="62"/>
                      <a:pt x="276" y="62"/>
                    </a:cubicBezTo>
                    <a:cubicBezTo>
                      <a:pt x="275" y="63"/>
                      <a:pt x="275" y="63"/>
                      <a:pt x="275" y="63"/>
                    </a:cubicBezTo>
                    <a:cubicBezTo>
                      <a:pt x="274" y="64"/>
                      <a:pt x="274" y="64"/>
                      <a:pt x="274" y="64"/>
                    </a:cubicBezTo>
                    <a:cubicBezTo>
                      <a:pt x="274" y="65"/>
                      <a:pt x="274" y="65"/>
                      <a:pt x="274" y="65"/>
                    </a:cubicBezTo>
                    <a:cubicBezTo>
                      <a:pt x="274" y="66"/>
                      <a:pt x="274" y="66"/>
                      <a:pt x="274" y="66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1" y="69"/>
                      <a:pt x="271" y="69"/>
                      <a:pt x="271" y="69"/>
                    </a:cubicBezTo>
                    <a:cubicBezTo>
                      <a:pt x="270" y="69"/>
                      <a:pt x="270" y="69"/>
                      <a:pt x="270" y="69"/>
                    </a:cubicBezTo>
                    <a:cubicBezTo>
                      <a:pt x="269" y="70"/>
                      <a:pt x="269" y="70"/>
                      <a:pt x="269" y="70"/>
                    </a:cubicBezTo>
                    <a:cubicBezTo>
                      <a:pt x="268" y="71"/>
                      <a:pt x="268" y="71"/>
                      <a:pt x="268" y="71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2"/>
                      <a:pt x="266" y="72"/>
                      <a:pt x="266" y="72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0" y="73"/>
                      <a:pt x="260" y="73"/>
                      <a:pt x="260" y="73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9" y="74"/>
                      <a:pt x="259" y="74"/>
                      <a:pt x="259" y="74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6" y="75"/>
                      <a:pt x="256" y="75"/>
                      <a:pt x="256" y="75"/>
                    </a:cubicBezTo>
                    <a:cubicBezTo>
                      <a:pt x="254" y="77"/>
                      <a:pt x="254" y="77"/>
                      <a:pt x="254" y="77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48" y="82"/>
                      <a:pt x="248" y="82"/>
                      <a:pt x="248" y="82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50" y="79"/>
                      <a:pt x="250" y="79"/>
                      <a:pt x="250" y="79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4"/>
                      <a:pt x="254" y="74"/>
                      <a:pt x="254" y="74"/>
                    </a:cubicBezTo>
                    <a:cubicBezTo>
                      <a:pt x="255" y="74"/>
                      <a:pt x="255" y="74"/>
                      <a:pt x="255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7" y="72"/>
                      <a:pt x="257" y="72"/>
                      <a:pt x="257" y="72"/>
                    </a:cubicBezTo>
                    <a:cubicBezTo>
                      <a:pt x="257" y="71"/>
                      <a:pt x="257" y="71"/>
                      <a:pt x="257" y="71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7" y="65"/>
                      <a:pt x="267" y="65"/>
                      <a:pt x="267" y="65"/>
                    </a:cubicBezTo>
                    <a:cubicBezTo>
                      <a:pt x="268" y="64"/>
                      <a:pt x="268" y="64"/>
                      <a:pt x="268" y="64"/>
                    </a:cubicBezTo>
                    <a:cubicBezTo>
                      <a:pt x="268" y="62"/>
                      <a:pt x="268" y="62"/>
                      <a:pt x="268" y="62"/>
                    </a:cubicBezTo>
                    <a:cubicBezTo>
                      <a:pt x="269" y="60"/>
                      <a:pt x="269" y="60"/>
                      <a:pt x="269" y="60"/>
                    </a:cubicBezTo>
                    <a:cubicBezTo>
                      <a:pt x="271" y="58"/>
                      <a:pt x="271" y="58"/>
                      <a:pt x="271" y="58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4"/>
                      <a:pt x="271" y="54"/>
                      <a:pt x="271" y="54"/>
                    </a:cubicBezTo>
                    <a:cubicBezTo>
                      <a:pt x="270" y="52"/>
                      <a:pt x="270" y="52"/>
                      <a:pt x="270" y="52"/>
                    </a:cubicBezTo>
                    <a:cubicBezTo>
                      <a:pt x="269" y="52"/>
                      <a:pt x="269" y="52"/>
                      <a:pt x="269" y="52"/>
                    </a:cubicBezTo>
                    <a:cubicBezTo>
                      <a:pt x="267" y="52"/>
                      <a:pt x="267" y="52"/>
                      <a:pt x="267" y="52"/>
                    </a:cubicBezTo>
                    <a:cubicBezTo>
                      <a:pt x="266" y="52"/>
                      <a:pt x="266" y="52"/>
                      <a:pt x="266" y="52"/>
                    </a:cubicBezTo>
                    <a:cubicBezTo>
                      <a:pt x="264" y="52"/>
                      <a:pt x="264" y="52"/>
                      <a:pt x="264" y="52"/>
                    </a:cubicBezTo>
                    <a:cubicBezTo>
                      <a:pt x="262" y="51"/>
                      <a:pt x="262" y="51"/>
                      <a:pt x="262" y="51"/>
                    </a:cubicBezTo>
                    <a:cubicBezTo>
                      <a:pt x="261" y="52"/>
                      <a:pt x="261" y="52"/>
                      <a:pt x="261" y="52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7"/>
                      <a:pt x="260" y="57"/>
                      <a:pt x="260" y="57"/>
                    </a:cubicBezTo>
                    <a:cubicBezTo>
                      <a:pt x="260" y="59"/>
                      <a:pt x="260" y="59"/>
                      <a:pt x="260" y="59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51" y="59"/>
                      <a:pt x="251" y="59"/>
                      <a:pt x="249" y="59"/>
                    </a:cubicBezTo>
                    <a:cubicBezTo>
                      <a:pt x="247" y="60"/>
                      <a:pt x="247" y="60"/>
                      <a:pt x="247" y="60"/>
                    </a:cubicBezTo>
                    <a:cubicBezTo>
                      <a:pt x="245" y="60"/>
                      <a:pt x="245" y="60"/>
                      <a:pt x="245" y="60"/>
                    </a:cubicBezTo>
                    <a:cubicBezTo>
                      <a:pt x="244" y="61"/>
                      <a:pt x="244" y="61"/>
                      <a:pt x="244" y="61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44" y="59"/>
                      <a:pt x="244" y="59"/>
                      <a:pt x="244" y="59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50" y="57"/>
                      <a:pt x="250" y="57"/>
                      <a:pt x="250" y="57"/>
                    </a:cubicBezTo>
                    <a:cubicBezTo>
                      <a:pt x="252" y="56"/>
                      <a:pt x="252" y="56"/>
                      <a:pt x="252" y="56"/>
                    </a:cubicBezTo>
                    <a:cubicBezTo>
                      <a:pt x="252" y="55"/>
                      <a:pt x="252" y="55"/>
                      <a:pt x="252" y="55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4" y="53"/>
                      <a:pt x="254" y="53"/>
                      <a:pt x="254" y="53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3" y="51"/>
                      <a:pt x="253" y="51"/>
                      <a:pt x="253" y="51"/>
                    </a:cubicBezTo>
                    <a:cubicBezTo>
                      <a:pt x="253" y="50"/>
                      <a:pt x="253" y="50"/>
                      <a:pt x="253" y="50"/>
                    </a:cubicBezTo>
                    <a:cubicBezTo>
                      <a:pt x="252" y="50"/>
                      <a:pt x="252" y="50"/>
                      <a:pt x="252" y="50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247" y="50"/>
                      <a:pt x="247" y="50"/>
                      <a:pt x="247" y="50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1" y="49"/>
                      <a:pt x="241" y="49"/>
                      <a:pt x="241" y="49"/>
                    </a:cubicBezTo>
                    <a:cubicBezTo>
                      <a:pt x="239" y="49"/>
                      <a:pt x="239" y="49"/>
                      <a:pt x="239" y="49"/>
                    </a:cubicBezTo>
                    <a:cubicBezTo>
                      <a:pt x="238" y="48"/>
                      <a:pt x="238" y="48"/>
                      <a:pt x="238" y="48"/>
                    </a:cubicBezTo>
                    <a:cubicBezTo>
                      <a:pt x="236" y="48"/>
                      <a:pt x="236" y="48"/>
                      <a:pt x="236" y="48"/>
                    </a:cubicBezTo>
                    <a:cubicBezTo>
                      <a:pt x="234" y="48"/>
                      <a:pt x="234" y="48"/>
                      <a:pt x="234" y="48"/>
                    </a:cubicBezTo>
                    <a:cubicBezTo>
                      <a:pt x="233" y="48"/>
                      <a:pt x="233" y="48"/>
                      <a:pt x="233" y="48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8"/>
                      <a:pt x="231" y="48"/>
                      <a:pt x="231" y="48"/>
                    </a:cubicBezTo>
                    <a:cubicBezTo>
                      <a:pt x="230" y="50"/>
                      <a:pt x="230" y="50"/>
                      <a:pt x="230" y="50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5" y="51"/>
                      <a:pt x="225" y="51"/>
                      <a:pt x="225" y="51"/>
                    </a:cubicBezTo>
                    <a:cubicBezTo>
                      <a:pt x="223" y="51"/>
                      <a:pt x="223" y="51"/>
                      <a:pt x="223" y="51"/>
                    </a:cubicBezTo>
                    <a:cubicBezTo>
                      <a:pt x="222" y="52"/>
                      <a:pt x="222" y="52"/>
                      <a:pt x="222" y="52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9" y="53"/>
                      <a:pt x="219" y="53"/>
                      <a:pt x="219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6"/>
                      <a:pt x="215" y="56"/>
                      <a:pt x="215" y="56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4" y="56"/>
                      <a:pt x="214" y="56"/>
                      <a:pt x="214" y="56"/>
                    </a:cubicBezTo>
                    <a:cubicBezTo>
                      <a:pt x="214" y="55"/>
                      <a:pt x="214" y="55"/>
                      <a:pt x="214" y="55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6" y="51"/>
                      <a:pt x="216" y="51"/>
                      <a:pt x="216" y="51"/>
                    </a:cubicBezTo>
                    <a:cubicBezTo>
                      <a:pt x="217" y="51"/>
                      <a:pt x="217" y="51"/>
                      <a:pt x="217" y="51"/>
                    </a:cubicBezTo>
                    <a:cubicBezTo>
                      <a:pt x="219" y="51"/>
                      <a:pt x="219" y="51"/>
                      <a:pt x="219" y="51"/>
                    </a:cubicBezTo>
                    <a:cubicBezTo>
                      <a:pt x="219" y="50"/>
                      <a:pt x="219" y="50"/>
                      <a:pt x="219" y="50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2" y="50"/>
                      <a:pt x="222" y="50"/>
                      <a:pt x="222" y="50"/>
                    </a:cubicBezTo>
                    <a:cubicBezTo>
                      <a:pt x="224" y="49"/>
                      <a:pt x="224" y="49"/>
                      <a:pt x="224" y="49"/>
                    </a:cubicBezTo>
                    <a:cubicBezTo>
                      <a:pt x="225" y="48"/>
                      <a:pt x="225" y="48"/>
                      <a:pt x="225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8" y="48"/>
                      <a:pt x="228" y="48"/>
                      <a:pt x="228" y="48"/>
                    </a:cubicBezTo>
                    <a:cubicBezTo>
                      <a:pt x="228" y="47"/>
                      <a:pt x="228" y="47"/>
                      <a:pt x="228" y="47"/>
                    </a:cubicBezTo>
                    <a:cubicBezTo>
                      <a:pt x="229" y="47"/>
                      <a:pt x="229" y="47"/>
                      <a:pt x="229" y="47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2" y="46"/>
                      <a:pt x="232" y="46"/>
                      <a:pt x="232" y="46"/>
                    </a:cubicBezTo>
                    <a:cubicBezTo>
                      <a:pt x="233" y="46"/>
                      <a:pt x="233" y="46"/>
                      <a:pt x="233" y="46"/>
                    </a:cubicBezTo>
                    <a:cubicBezTo>
                      <a:pt x="234" y="45"/>
                      <a:pt x="234" y="45"/>
                      <a:pt x="234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6" y="45"/>
                      <a:pt x="236" y="45"/>
                      <a:pt x="236" y="45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40" y="45"/>
                      <a:pt x="240" y="45"/>
                      <a:pt x="240" y="45"/>
                    </a:cubicBezTo>
                    <a:cubicBezTo>
                      <a:pt x="241" y="46"/>
                      <a:pt x="241" y="46"/>
                      <a:pt x="241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4" y="46"/>
                      <a:pt x="244" y="46"/>
                      <a:pt x="244" y="46"/>
                    </a:cubicBezTo>
                    <a:cubicBezTo>
                      <a:pt x="245" y="47"/>
                      <a:pt x="245" y="47"/>
                      <a:pt x="245" y="47"/>
                    </a:cubicBezTo>
                    <a:cubicBezTo>
                      <a:pt x="247" y="47"/>
                      <a:pt x="247" y="47"/>
                      <a:pt x="247" y="47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9" y="47"/>
                      <a:pt x="249" y="47"/>
                      <a:pt x="249" y="47"/>
                    </a:cubicBezTo>
                    <a:cubicBezTo>
                      <a:pt x="250" y="47"/>
                      <a:pt x="250" y="47"/>
                      <a:pt x="250" y="47"/>
                    </a:cubicBezTo>
                    <a:cubicBezTo>
                      <a:pt x="251" y="47"/>
                      <a:pt x="251" y="47"/>
                      <a:pt x="251" y="47"/>
                    </a:cubicBezTo>
                    <a:cubicBezTo>
                      <a:pt x="252" y="47"/>
                      <a:pt x="252" y="47"/>
                      <a:pt x="252" y="47"/>
                    </a:cubicBezTo>
                    <a:cubicBezTo>
                      <a:pt x="253" y="48"/>
                      <a:pt x="253" y="48"/>
                      <a:pt x="253" y="48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6" y="47"/>
                      <a:pt x="256" y="47"/>
                      <a:pt x="256" y="47"/>
                    </a:cubicBezTo>
                    <a:cubicBezTo>
                      <a:pt x="257" y="46"/>
                      <a:pt x="257" y="46"/>
                      <a:pt x="257" y="46"/>
                    </a:cubicBezTo>
                    <a:cubicBezTo>
                      <a:pt x="258" y="46"/>
                      <a:pt x="258" y="46"/>
                      <a:pt x="258" y="46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60" y="47"/>
                      <a:pt x="260" y="47"/>
                      <a:pt x="260" y="47"/>
                    </a:cubicBezTo>
                    <a:cubicBezTo>
                      <a:pt x="261" y="46"/>
                      <a:pt x="261" y="46"/>
                      <a:pt x="261" y="46"/>
                    </a:cubicBezTo>
                    <a:cubicBezTo>
                      <a:pt x="262" y="46"/>
                      <a:pt x="262" y="46"/>
                      <a:pt x="262" y="46"/>
                    </a:cubicBezTo>
                    <a:cubicBezTo>
                      <a:pt x="264" y="47"/>
                      <a:pt x="264" y="47"/>
                      <a:pt x="264" y="47"/>
                    </a:cubicBezTo>
                    <a:cubicBezTo>
                      <a:pt x="264" y="46"/>
                      <a:pt x="264" y="46"/>
                      <a:pt x="264" y="46"/>
                    </a:cubicBezTo>
                    <a:cubicBezTo>
                      <a:pt x="265" y="46"/>
                      <a:pt x="265" y="46"/>
                      <a:pt x="265" y="46"/>
                    </a:cubicBezTo>
                    <a:cubicBezTo>
                      <a:pt x="266" y="46"/>
                      <a:pt x="266" y="46"/>
                      <a:pt x="266" y="46"/>
                    </a:cubicBezTo>
                    <a:cubicBezTo>
                      <a:pt x="267" y="46"/>
                      <a:pt x="267" y="46"/>
                      <a:pt x="267" y="46"/>
                    </a:cubicBezTo>
                    <a:cubicBezTo>
                      <a:pt x="268" y="46"/>
                      <a:pt x="268" y="46"/>
                      <a:pt x="268" y="46"/>
                    </a:cubicBezTo>
                    <a:cubicBezTo>
                      <a:pt x="271" y="44"/>
                      <a:pt x="271" y="44"/>
                      <a:pt x="271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4" y="43"/>
                      <a:pt x="274" y="43"/>
                      <a:pt x="274" y="43"/>
                    </a:cubicBezTo>
                    <a:cubicBezTo>
                      <a:pt x="275" y="42"/>
                      <a:pt x="275" y="42"/>
                      <a:pt x="275" y="42"/>
                    </a:cubicBezTo>
                    <a:cubicBezTo>
                      <a:pt x="276" y="41"/>
                      <a:pt x="276" y="41"/>
                      <a:pt x="276" y="41"/>
                    </a:cubicBezTo>
                    <a:cubicBezTo>
                      <a:pt x="278" y="41"/>
                      <a:pt x="278" y="41"/>
                      <a:pt x="278" y="41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8"/>
                      <a:pt x="278" y="38"/>
                      <a:pt x="278" y="38"/>
                    </a:cubicBezTo>
                    <a:cubicBezTo>
                      <a:pt x="278" y="37"/>
                      <a:pt x="278" y="37"/>
                      <a:pt x="278" y="37"/>
                    </a:cubicBezTo>
                    <a:cubicBezTo>
                      <a:pt x="278" y="36"/>
                      <a:pt x="278" y="36"/>
                      <a:pt x="278" y="36"/>
                    </a:cubicBezTo>
                    <a:cubicBezTo>
                      <a:pt x="277" y="34"/>
                      <a:pt x="277" y="34"/>
                      <a:pt x="277" y="34"/>
                    </a:cubicBezTo>
                    <a:cubicBezTo>
                      <a:pt x="275" y="34"/>
                      <a:pt x="275" y="34"/>
                      <a:pt x="275" y="34"/>
                    </a:cubicBezTo>
                    <a:cubicBezTo>
                      <a:pt x="274" y="33"/>
                      <a:pt x="274" y="33"/>
                      <a:pt x="274" y="33"/>
                    </a:cubicBezTo>
                    <a:cubicBezTo>
                      <a:pt x="273" y="32"/>
                      <a:pt x="273" y="32"/>
                      <a:pt x="273" y="32"/>
                    </a:cubicBezTo>
                    <a:cubicBezTo>
                      <a:pt x="272" y="31"/>
                      <a:pt x="272" y="31"/>
                      <a:pt x="272" y="31"/>
                    </a:cubicBezTo>
                    <a:cubicBezTo>
                      <a:pt x="270" y="31"/>
                      <a:pt x="270" y="31"/>
                      <a:pt x="270" y="31"/>
                    </a:cubicBezTo>
                    <a:cubicBezTo>
                      <a:pt x="270" y="30"/>
                      <a:pt x="270" y="30"/>
                      <a:pt x="270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8"/>
                      <a:pt x="267" y="28"/>
                      <a:pt x="267" y="28"/>
                    </a:cubicBezTo>
                    <a:cubicBezTo>
                      <a:pt x="265" y="27"/>
                      <a:pt x="265" y="27"/>
                      <a:pt x="265" y="27"/>
                    </a:cubicBezTo>
                    <a:cubicBezTo>
                      <a:pt x="262" y="27"/>
                      <a:pt x="262" y="27"/>
                      <a:pt x="262" y="27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57" y="30"/>
                      <a:pt x="257" y="30"/>
                      <a:pt x="257" y="30"/>
                    </a:cubicBezTo>
                    <a:cubicBezTo>
                      <a:pt x="256" y="30"/>
                      <a:pt x="256" y="30"/>
                      <a:pt x="256" y="30"/>
                    </a:cubicBezTo>
                    <a:cubicBezTo>
                      <a:pt x="255" y="29"/>
                      <a:pt x="255" y="29"/>
                      <a:pt x="255" y="29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6" y="27"/>
                      <a:pt x="256" y="27"/>
                      <a:pt x="256" y="27"/>
                    </a:cubicBezTo>
                    <a:cubicBezTo>
                      <a:pt x="257" y="28"/>
                      <a:pt x="257" y="28"/>
                      <a:pt x="257" y="28"/>
                    </a:cubicBezTo>
                    <a:cubicBezTo>
                      <a:pt x="259" y="27"/>
                      <a:pt x="259" y="27"/>
                      <a:pt x="259" y="27"/>
                    </a:cubicBezTo>
                    <a:cubicBezTo>
                      <a:pt x="262" y="25"/>
                      <a:pt x="262" y="25"/>
                      <a:pt x="262" y="25"/>
                    </a:cubicBezTo>
                    <a:cubicBezTo>
                      <a:pt x="262" y="24"/>
                      <a:pt x="262" y="24"/>
                      <a:pt x="262" y="24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2"/>
                      <a:pt x="261" y="22"/>
                      <a:pt x="261" y="22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0" y="20"/>
                      <a:pt x="260" y="20"/>
                      <a:pt x="260" y="20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8"/>
                      <a:pt x="257" y="18"/>
                    </a:cubicBezTo>
                    <a:cubicBezTo>
                      <a:pt x="256" y="19"/>
                      <a:pt x="256" y="19"/>
                      <a:pt x="256" y="19"/>
                    </a:cubicBezTo>
                    <a:cubicBezTo>
                      <a:pt x="254" y="20"/>
                      <a:pt x="254" y="20"/>
                      <a:pt x="254" y="20"/>
                    </a:cubicBezTo>
                    <a:cubicBezTo>
                      <a:pt x="253" y="20"/>
                      <a:pt x="253" y="20"/>
                      <a:pt x="253" y="20"/>
                    </a:cubicBezTo>
                    <a:cubicBezTo>
                      <a:pt x="252" y="20"/>
                      <a:pt x="252" y="20"/>
                      <a:pt x="252" y="20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49" y="20"/>
                      <a:pt x="249" y="20"/>
                      <a:pt x="249" y="20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5" y="20"/>
                      <a:pt x="245" y="20"/>
                      <a:pt x="245" y="20"/>
                    </a:cubicBezTo>
                    <a:cubicBezTo>
                      <a:pt x="244" y="20"/>
                      <a:pt x="244" y="20"/>
                      <a:pt x="244" y="20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1" y="19"/>
                      <a:pt x="241" y="19"/>
                      <a:pt x="241" y="19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5" y="18"/>
                      <a:pt x="235" y="18"/>
                      <a:pt x="235" y="18"/>
                    </a:cubicBezTo>
                    <a:cubicBezTo>
                      <a:pt x="231" y="19"/>
                      <a:pt x="231" y="19"/>
                      <a:pt x="231" y="19"/>
                    </a:cubicBezTo>
                    <a:cubicBezTo>
                      <a:pt x="230" y="19"/>
                      <a:pt x="230" y="19"/>
                      <a:pt x="230" y="19"/>
                    </a:cubicBezTo>
                    <a:cubicBezTo>
                      <a:pt x="228" y="19"/>
                      <a:pt x="228" y="19"/>
                      <a:pt x="228" y="19"/>
                    </a:cubicBezTo>
                    <a:cubicBezTo>
                      <a:pt x="227" y="19"/>
                      <a:pt x="227" y="19"/>
                      <a:pt x="227" y="19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1" y="19"/>
                      <a:pt x="221" y="19"/>
                      <a:pt x="221" y="19"/>
                    </a:cubicBezTo>
                    <a:cubicBezTo>
                      <a:pt x="218" y="20"/>
                      <a:pt x="218" y="20"/>
                      <a:pt x="218" y="20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7" y="20"/>
                      <a:pt x="217" y="20"/>
                      <a:pt x="217" y="20"/>
                    </a:cubicBezTo>
                    <a:cubicBezTo>
                      <a:pt x="215" y="20"/>
                      <a:pt x="215" y="20"/>
                      <a:pt x="215" y="21"/>
                    </a:cubicBezTo>
                    <a:cubicBezTo>
                      <a:pt x="215" y="21"/>
                      <a:pt x="214" y="22"/>
                      <a:pt x="214" y="22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1" y="22"/>
                      <a:pt x="211" y="22"/>
                      <a:pt x="211" y="22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10" y="21"/>
                      <a:pt x="210" y="21"/>
                      <a:pt x="210" y="21"/>
                    </a:cubicBezTo>
                    <a:cubicBezTo>
                      <a:pt x="212" y="20"/>
                      <a:pt x="212" y="20"/>
                      <a:pt x="212" y="20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5" y="19"/>
                      <a:pt x="215" y="19"/>
                      <a:pt x="215" y="19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4" y="18"/>
                      <a:pt x="224" y="18"/>
                      <a:pt x="224" y="18"/>
                    </a:cubicBezTo>
                    <a:cubicBezTo>
                      <a:pt x="224" y="17"/>
                      <a:pt x="224" y="17"/>
                      <a:pt x="224" y="17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27" y="18"/>
                      <a:pt x="227" y="18"/>
                      <a:pt x="227" y="18"/>
                    </a:cubicBezTo>
                    <a:cubicBezTo>
                      <a:pt x="229" y="17"/>
                      <a:pt x="229" y="17"/>
                      <a:pt x="229" y="17"/>
                    </a:cubicBezTo>
                    <a:cubicBezTo>
                      <a:pt x="230" y="17"/>
                      <a:pt x="230" y="17"/>
                      <a:pt x="230" y="17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35" y="16"/>
                      <a:pt x="235" y="16"/>
                      <a:pt x="235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8" y="16"/>
                      <a:pt x="238" y="16"/>
                      <a:pt x="238" y="16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6"/>
                      <a:pt x="242" y="16"/>
                      <a:pt x="242" y="16"/>
                    </a:cubicBezTo>
                    <a:cubicBezTo>
                      <a:pt x="243" y="17"/>
                      <a:pt x="243" y="17"/>
                      <a:pt x="243" y="17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51" y="18"/>
                      <a:pt x="251" y="18"/>
                      <a:pt x="251" y="18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5" y="17"/>
                      <a:pt x="255" y="17"/>
                      <a:pt x="255" y="17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7" y="14"/>
                      <a:pt x="257" y="14"/>
                      <a:pt x="257" y="14"/>
                    </a:cubicBezTo>
                    <a:cubicBezTo>
                      <a:pt x="254" y="13"/>
                      <a:pt x="254" y="13"/>
                      <a:pt x="254" y="13"/>
                    </a:cubicBezTo>
                    <a:cubicBezTo>
                      <a:pt x="253" y="12"/>
                      <a:pt x="253" y="12"/>
                      <a:pt x="253" y="12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1" y="10"/>
                      <a:pt x="251" y="10"/>
                      <a:pt x="251" y="10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7" y="8"/>
                      <a:pt x="247" y="8"/>
                      <a:pt x="247" y="8"/>
                    </a:cubicBezTo>
                    <a:cubicBezTo>
                      <a:pt x="246" y="8"/>
                      <a:pt x="246" y="8"/>
                      <a:pt x="246" y="8"/>
                    </a:cubicBezTo>
                    <a:cubicBezTo>
                      <a:pt x="245" y="8"/>
                      <a:pt x="245" y="8"/>
                      <a:pt x="245" y="8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2" y="7"/>
                      <a:pt x="242" y="7"/>
                      <a:pt x="242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8" y="6"/>
                      <a:pt x="238" y="6"/>
                      <a:pt x="238" y="6"/>
                    </a:cubicBezTo>
                    <a:cubicBezTo>
                      <a:pt x="237" y="5"/>
                      <a:pt x="237" y="5"/>
                      <a:pt x="237" y="5"/>
                    </a:cubicBezTo>
                    <a:cubicBezTo>
                      <a:pt x="236" y="5"/>
                      <a:pt x="236" y="5"/>
                      <a:pt x="236" y="5"/>
                    </a:cubicBezTo>
                    <a:cubicBezTo>
                      <a:pt x="233" y="3"/>
                      <a:pt x="233" y="3"/>
                      <a:pt x="233" y="3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2"/>
                      <a:pt x="230" y="2"/>
                      <a:pt x="230" y="2"/>
                    </a:cubicBezTo>
                    <a:cubicBezTo>
                      <a:pt x="229" y="2"/>
                      <a:pt x="229" y="2"/>
                      <a:pt x="229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214" y="1"/>
                      <a:pt x="214" y="1"/>
                      <a:pt x="214" y="1"/>
                    </a:cubicBezTo>
                    <a:cubicBezTo>
                      <a:pt x="213" y="2"/>
                      <a:pt x="213" y="2"/>
                      <a:pt x="213" y="2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2" y="2"/>
                      <a:pt x="212" y="2"/>
                      <a:pt x="212" y="2"/>
                    </a:cubicBezTo>
                    <a:cubicBezTo>
                      <a:pt x="211" y="1"/>
                      <a:pt x="211" y="1"/>
                      <a:pt x="211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09" y="1"/>
                      <a:pt x="209" y="1"/>
                      <a:pt x="209" y="1"/>
                    </a:cubicBezTo>
                    <a:cubicBezTo>
                      <a:pt x="208" y="2"/>
                      <a:pt x="208" y="2"/>
                      <a:pt x="208" y="2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4" y="9"/>
                      <a:pt x="204" y="9"/>
                      <a:pt x="204" y="9"/>
                    </a:cubicBezTo>
                    <a:cubicBezTo>
                      <a:pt x="204" y="10"/>
                      <a:pt x="204" y="10"/>
                      <a:pt x="204" y="10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2" y="10"/>
                      <a:pt x="202" y="10"/>
                      <a:pt x="202" y="10"/>
                    </a:cubicBezTo>
                    <a:cubicBezTo>
                      <a:pt x="200" y="10"/>
                      <a:pt x="200" y="10"/>
                      <a:pt x="200" y="10"/>
                    </a:cubicBezTo>
                    <a:cubicBezTo>
                      <a:pt x="199" y="10"/>
                      <a:pt x="199" y="10"/>
                      <a:pt x="199" y="10"/>
                    </a:cubicBezTo>
                    <a:cubicBezTo>
                      <a:pt x="200" y="9"/>
                      <a:pt x="200" y="9"/>
                      <a:pt x="200" y="9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6"/>
                      <a:pt x="198" y="6"/>
                      <a:pt x="198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95" y="7"/>
                      <a:pt x="195" y="7"/>
                      <a:pt x="195" y="7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6" y="10"/>
                      <a:pt x="196" y="10"/>
                      <a:pt x="196" y="10"/>
                    </a:cubicBezTo>
                    <a:cubicBezTo>
                      <a:pt x="196" y="11"/>
                      <a:pt x="196" y="11"/>
                      <a:pt x="196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8" y="14"/>
                      <a:pt x="198" y="14"/>
                      <a:pt x="198" y="14"/>
                    </a:cubicBezTo>
                    <a:cubicBezTo>
                      <a:pt x="199" y="16"/>
                      <a:pt x="199" y="16"/>
                      <a:pt x="199" y="16"/>
                    </a:cubicBezTo>
                    <a:cubicBezTo>
                      <a:pt x="198" y="15"/>
                      <a:pt x="198" y="15"/>
                      <a:pt x="198" y="15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2" y="8"/>
                      <a:pt x="192" y="8"/>
                      <a:pt x="192" y="8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0" y="10"/>
                      <a:pt x="190" y="10"/>
                      <a:pt x="190" y="10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89" y="10"/>
                      <a:pt x="189" y="10"/>
                      <a:pt x="189" y="10"/>
                    </a:cubicBezTo>
                    <a:cubicBezTo>
                      <a:pt x="189" y="9"/>
                      <a:pt x="189" y="9"/>
                      <a:pt x="189" y="9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4" y="7"/>
                      <a:pt x="184" y="7"/>
                      <a:pt x="184" y="7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9"/>
                      <a:pt x="183" y="9"/>
                      <a:pt x="183" y="9"/>
                    </a:cubicBezTo>
                    <a:cubicBezTo>
                      <a:pt x="182" y="10"/>
                      <a:pt x="182" y="10"/>
                      <a:pt x="182" y="10"/>
                    </a:cubicBezTo>
                    <a:cubicBezTo>
                      <a:pt x="180" y="10"/>
                      <a:pt x="180" y="10"/>
                      <a:pt x="180" y="10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0" y="13"/>
                      <a:pt x="170" y="13"/>
                      <a:pt x="170" y="13"/>
                    </a:cubicBezTo>
                    <a:cubicBezTo>
                      <a:pt x="171" y="15"/>
                      <a:pt x="171" y="15"/>
                      <a:pt x="171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69" y="16"/>
                      <a:pt x="169" y="16"/>
                      <a:pt x="169" y="16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17"/>
                      <a:pt x="170" y="17"/>
                      <a:pt x="170" y="17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73" y="20"/>
                      <a:pt x="173" y="20"/>
                      <a:pt x="173" y="20"/>
                    </a:cubicBezTo>
                    <a:cubicBezTo>
                      <a:pt x="174" y="20"/>
                      <a:pt x="174" y="20"/>
                      <a:pt x="174" y="20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7" y="16"/>
                      <a:pt x="177" y="16"/>
                      <a:pt x="177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1"/>
                      <a:pt x="176" y="21"/>
                      <a:pt x="176" y="21"/>
                    </a:cubicBezTo>
                    <a:cubicBezTo>
                      <a:pt x="175" y="21"/>
                      <a:pt x="175" y="21"/>
                      <a:pt x="175" y="21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5"/>
                      <a:pt x="172" y="25"/>
                      <a:pt x="172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23"/>
                      <a:pt x="161" y="23"/>
                      <a:pt x="161" y="23"/>
                    </a:cubicBezTo>
                    <a:cubicBezTo>
                      <a:pt x="161" y="24"/>
                      <a:pt x="161" y="24"/>
                      <a:pt x="161" y="24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7"/>
                      <a:pt x="161" y="27"/>
                      <a:pt x="161" y="27"/>
                    </a:cubicBezTo>
                    <a:cubicBezTo>
                      <a:pt x="162" y="29"/>
                      <a:pt x="162" y="29"/>
                      <a:pt x="162" y="29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3" y="35"/>
                      <a:pt x="163" y="35"/>
                      <a:pt x="163" y="35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5" y="39"/>
                      <a:pt x="165" y="39"/>
                      <a:pt x="165" y="39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2"/>
                      <a:pt x="164" y="42"/>
                      <a:pt x="164" y="42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6" y="45"/>
                      <a:pt x="166" y="45"/>
                      <a:pt x="166" y="45"/>
                    </a:cubicBezTo>
                    <a:cubicBezTo>
                      <a:pt x="166" y="46"/>
                      <a:pt x="166" y="46"/>
                      <a:pt x="166" y="46"/>
                    </a:cubicBezTo>
                    <a:cubicBezTo>
                      <a:pt x="167" y="47"/>
                      <a:pt x="167" y="47"/>
                      <a:pt x="167" y="47"/>
                    </a:cubicBezTo>
                    <a:cubicBezTo>
                      <a:pt x="168" y="48"/>
                      <a:pt x="168" y="48"/>
                      <a:pt x="168" y="48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1" y="53"/>
                      <a:pt x="171" y="53"/>
                      <a:pt x="171" y="53"/>
                    </a:cubicBezTo>
                    <a:cubicBezTo>
                      <a:pt x="170" y="53"/>
                      <a:pt x="170" y="53"/>
                      <a:pt x="170" y="53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69" y="53"/>
                      <a:pt x="169" y="53"/>
                      <a:pt x="169" y="53"/>
                    </a:cubicBezTo>
                    <a:cubicBezTo>
                      <a:pt x="169" y="52"/>
                      <a:pt x="169" y="52"/>
                      <a:pt x="169" y="52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5" y="47"/>
                      <a:pt x="165" y="47"/>
                      <a:pt x="165" y="47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2" y="50"/>
                      <a:pt x="162" y="50"/>
                      <a:pt x="162" y="50"/>
                    </a:cubicBezTo>
                    <a:cubicBezTo>
                      <a:pt x="162" y="46"/>
                      <a:pt x="162" y="46"/>
                      <a:pt x="162" y="46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5"/>
                      <a:pt x="158" y="45"/>
                      <a:pt x="158" y="45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7" y="49"/>
                      <a:pt x="157" y="49"/>
                      <a:pt x="157" y="49"/>
                    </a:cubicBezTo>
                    <a:cubicBezTo>
                      <a:pt x="157" y="48"/>
                      <a:pt x="157" y="48"/>
                      <a:pt x="157" y="48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7" y="44"/>
                      <a:pt x="157" y="44"/>
                      <a:pt x="157" y="44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2"/>
                      <a:pt x="156" y="42"/>
                      <a:pt x="156" y="42"/>
                    </a:cubicBezTo>
                    <a:cubicBezTo>
                      <a:pt x="156" y="41"/>
                      <a:pt x="156" y="41"/>
                      <a:pt x="156" y="41"/>
                    </a:cubicBezTo>
                    <a:cubicBezTo>
                      <a:pt x="156" y="40"/>
                      <a:pt x="156" y="40"/>
                      <a:pt x="156" y="40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2" y="26"/>
                      <a:pt x="152" y="26"/>
                      <a:pt x="152" y="26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49" y="24"/>
                      <a:pt x="149" y="24"/>
                      <a:pt x="149" y="24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47" y="23"/>
                      <a:pt x="147" y="23"/>
                      <a:pt x="147" y="23"/>
                    </a:cubicBezTo>
                    <a:cubicBezTo>
                      <a:pt x="146" y="24"/>
                      <a:pt x="146" y="24"/>
                      <a:pt x="146" y="24"/>
                    </a:cubicBezTo>
                    <a:cubicBezTo>
                      <a:pt x="144" y="25"/>
                      <a:pt x="144" y="25"/>
                      <a:pt x="144" y="25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5"/>
                      <a:pt x="143" y="35"/>
                      <a:pt x="143" y="35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4" y="43"/>
                      <a:pt x="144" y="43"/>
                      <a:pt x="144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0" y="42"/>
                      <a:pt x="140" y="42"/>
                      <a:pt x="140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7" y="41"/>
                      <a:pt x="137" y="41"/>
                      <a:pt x="137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2"/>
                      <a:pt x="136" y="42"/>
                      <a:pt x="136" y="42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5" y="42"/>
                      <a:pt x="135" y="42"/>
                      <a:pt x="135" y="42"/>
                    </a:cubicBezTo>
                    <a:cubicBezTo>
                      <a:pt x="136" y="39"/>
                      <a:pt x="136" y="39"/>
                      <a:pt x="136" y="39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4" y="34"/>
                      <a:pt x="134" y="34"/>
                      <a:pt x="134" y="34"/>
                    </a:cubicBezTo>
                    <a:cubicBezTo>
                      <a:pt x="135" y="32"/>
                      <a:pt x="135" y="32"/>
                      <a:pt x="135" y="32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26" y="41"/>
                      <a:pt x="126" y="41"/>
                      <a:pt x="126" y="41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6" y="37"/>
                      <a:pt x="126" y="37"/>
                      <a:pt x="126" y="37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3"/>
                      <a:pt x="125" y="23"/>
                      <a:pt x="125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29"/>
                      <a:pt x="98" y="29"/>
                      <a:pt x="98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5"/>
                      <a:pt x="88" y="35"/>
                      <a:pt x="88" y="35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2"/>
                      <a:pt x="52" y="82"/>
                      <a:pt x="52" y="82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7" y="89"/>
                      <a:pt x="17" y="89"/>
                      <a:pt x="17" y="89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" y="100"/>
                      <a:pt x="1" y="100"/>
                      <a:pt x="1" y="100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18" y="119"/>
                      <a:pt x="18" y="119"/>
                      <a:pt x="18" y="119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5" y="128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2" y="139"/>
                      <a:pt x="2" y="139"/>
                      <a:pt x="2" y="139"/>
                    </a:cubicBezTo>
                    <a:cubicBezTo>
                      <a:pt x="4" y="140"/>
                      <a:pt x="4" y="140"/>
                      <a:pt x="4" y="140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5"/>
                      <a:pt x="6" y="145"/>
                      <a:pt x="6" y="145"/>
                    </a:cubicBezTo>
                    <a:cubicBezTo>
                      <a:pt x="8" y="145"/>
                      <a:pt x="8" y="145"/>
                      <a:pt x="8" y="145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0" y="148"/>
                      <a:pt x="10" y="148"/>
                      <a:pt x="10" y="148"/>
                    </a:cubicBez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4" y="151"/>
                      <a:pt x="14" y="151"/>
                      <a:pt x="14" y="151"/>
                    </a:cubicBezTo>
                    <a:cubicBezTo>
                      <a:pt x="15" y="150"/>
                      <a:pt x="15" y="150"/>
                      <a:pt x="15" y="150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6" y="145"/>
                      <a:pt x="16" y="145"/>
                      <a:pt x="16" y="145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18" y="147"/>
                      <a:pt x="18" y="147"/>
                      <a:pt x="18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7"/>
                      <a:pt x="20" y="147"/>
                      <a:pt x="20" y="147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2" y="150"/>
                      <a:pt x="22" y="150"/>
                      <a:pt x="22" y="150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7"/>
                      <a:pt x="29" y="147"/>
                      <a:pt x="29" y="147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7"/>
                      <a:pt x="32" y="147"/>
                      <a:pt x="32" y="147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40" y="150"/>
                      <a:pt x="40" y="150"/>
                      <a:pt x="40" y="150"/>
                    </a:cubicBezTo>
                    <a:cubicBezTo>
                      <a:pt x="42" y="150"/>
                      <a:pt x="42" y="150"/>
                      <a:pt x="42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4" y="151"/>
                      <a:pt x="44" y="151"/>
                      <a:pt x="44" y="151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4" y="159"/>
                      <a:pt x="54" y="159"/>
                      <a:pt x="54" y="159"/>
                    </a:cubicBezTo>
                    <a:cubicBezTo>
                      <a:pt x="55" y="161"/>
                      <a:pt x="55" y="161"/>
                      <a:pt x="55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5" y="165"/>
                      <a:pt x="55" y="165"/>
                      <a:pt x="55" y="165"/>
                    </a:cubicBezTo>
                    <a:cubicBezTo>
                      <a:pt x="54" y="165"/>
                      <a:pt x="54" y="165"/>
                      <a:pt x="54" y="165"/>
                    </a:cubicBezTo>
                    <a:cubicBezTo>
                      <a:pt x="54" y="167"/>
                      <a:pt x="54" y="167"/>
                      <a:pt x="54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2" y="169"/>
                      <a:pt x="52" y="169"/>
                      <a:pt x="52" y="169"/>
                    </a:cubicBezTo>
                    <a:cubicBezTo>
                      <a:pt x="52" y="170"/>
                      <a:pt x="52" y="170"/>
                      <a:pt x="52" y="170"/>
                    </a:cubicBezTo>
                    <a:cubicBezTo>
                      <a:pt x="53" y="171"/>
                      <a:pt x="53" y="171"/>
                      <a:pt x="53" y="171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6" y="174"/>
                      <a:pt x="56" y="174"/>
                      <a:pt x="56" y="174"/>
                    </a:cubicBezTo>
                    <a:cubicBezTo>
                      <a:pt x="57" y="175"/>
                      <a:pt x="57" y="175"/>
                      <a:pt x="57" y="175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9"/>
                      <a:pt x="57" y="179"/>
                      <a:pt x="57" y="179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7" y="181"/>
                      <a:pt x="57" y="181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4" y="180"/>
                      <a:pt x="54" y="180"/>
                      <a:pt x="54" y="180"/>
                    </a:cubicBezTo>
                    <a:cubicBezTo>
                      <a:pt x="52" y="181"/>
                      <a:pt x="52" y="181"/>
                      <a:pt x="52" y="181"/>
                    </a:cubicBezTo>
                    <a:cubicBezTo>
                      <a:pt x="53" y="183"/>
                      <a:pt x="53" y="183"/>
                      <a:pt x="53" y="183"/>
                    </a:cubicBezTo>
                    <a:cubicBezTo>
                      <a:pt x="54" y="183"/>
                      <a:pt x="54" y="183"/>
                      <a:pt x="54" y="183"/>
                    </a:cubicBezTo>
                    <a:cubicBezTo>
                      <a:pt x="55" y="183"/>
                      <a:pt x="55" y="183"/>
                      <a:pt x="55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8"/>
                      <a:pt x="57" y="188"/>
                      <a:pt x="57" y="188"/>
                    </a:cubicBezTo>
                    <a:cubicBezTo>
                      <a:pt x="56" y="188"/>
                      <a:pt x="56" y="188"/>
                      <a:pt x="56" y="188"/>
                    </a:cubicBezTo>
                    <a:cubicBezTo>
                      <a:pt x="55" y="189"/>
                      <a:pt x="55" y="189"/>
                      <a:pt x="55" y="189"/>
                    </a:cubicBezTo>
                    <a:cubicBezTo>
                      <a:pt x="54" y="190"/>
                      <a:pt x="54" y="190"/>
                      <a:pt x="54" y="190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7" y="190"/>
                      <a:pt x="57" y="190"/>
                      <a:pt x="57" y="190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9"/>
                      <a:pt x="59" y="189"/>
                      <a:pt x="59" y="189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91"/>
                      <a:pt x="59" y="191"/>
                      <a:pt x="59" y="191"/>
                    </a:cubicBezTo>
                    <a:cubicBezTo>
                      <a:pt x="59" y="192"/>
                      <a:pt x="59" y="192"/>
                      <a:pt x="59" y="192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9" y="194"/>
                      <a:pt x="59" y="194"/>
                      <a:pt x="59" y="194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7" y="192"/>
                      <a:pt x="57" y="192"/>
                      <a:pt x="57" y="192"/>
                    </a:cubicBezTo>
                    <a:cubicBezTo>
                      <a:pt x="56" y="192"/>
                      <a:pt x="56" y="192"/>
                      <a:pt x="56" y="192"/>
                    </a:cubicBezTo>
                    <a:cubicBezTo>
                      <a:pt x="55" y="193"/>
                      <a:pt x="55" y="193"/>
                      <a:pt x="55" y="193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6"/>
                      <a:pt x="59" y="196"/>
                      <a:pt x="59" y="196"/>
                    </a:cubicBezTo>
                    <a:cubicBezTo>
                      <a:pt x="58" y="197"/>
                      <a:pt x="58" y="197"/>
                      <a:pt x="58" y="197"/>
                    </a:cubicBezTo>
                    <a:cubicBezTo>
                      <a:pt x="58" y="199"/>
                      <a:pt x="58" y="199"/>
                      <a:pt x="58" y="199"/>
                    </a:cubicBezTo>
                    <a:cubicBezTo>
                      <a:pt x="59" y="200"/>
                      <a:pt x="59" y="200"/>
                      <a:pt x="59" y="200"/>
                    </a:cubicBezTo>
                    <a:cubicBezTo>
                      <a:pt x="58" y="201"/>
                      <a:pt x="58" y="201"/>
                      <a:pt x="58" y="201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4"/>
                      <a:pt x="59" y="204"/>
                      <a:pt x="59" y="204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7" y="201"/>
                      <a:pt x="57" y="201"/>
                      <a:pt x="57" y="201"/>
                    </a:cubicBezTo>
                    <a:cubicBezTo>
                      <a:pt x="56" y="199"/>
                      <a:pt x="56" y="199"/>
                      <a:pt x="56" y="199"/>
                    </a:cubicBezTo>
                    <a:cubicBezTo>
                      <a:pt x="56" y="201"/>
                      <a:pt x="56" y="201"/>
                      <a:pt x="56" y="201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6" y="205"/>
                      <a:pt x="56" y="205"/>
                      <a:pt x="56" y="205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6" y="207"/>
                      <a:pt x="56" y="207"/>
                      <a:pt x="56" y="207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5" y="210"/>
                      <a:pt x="55" y="210"/>
                      <a:pt x="55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7" y="211"/>
                      <a:pt x="57" y="211"/>
                      <a:pt x="57" y="211"/>
                    </a:cubicBezTo>
                    <a:cubicBezTo>
                      <a:pt x="57" y="211"/>
                      <a:pt x="58" y="211"/>
                      <a:pt x="58" y="211"/>
                    </a:cubicBezTo>
                    <a:cubicBezTo>
                      <a:pt x="59" y="211"/>
                      <a:pt x="59" y="211"/>
                      <a:pt x="59" y="211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60" y="210"/>
                      <a:pt x="60" y="210"/>
                      <a:pt x="60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0" y="212"/>
                      <a:pt x="60" y="212"/>
                      <a:pt x="60" y="212"/>
                    </a:cubicBezTo>
                    <a:cubicBezTo>
                      <a:pt x="61" y="213"/>
                      <a:pt x="61" y="213"/>
                      <a:pt x="61" y="213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60" y="216"/>
                      <a:pt x="60" y="216"/>
                      <a:pt x="60" y="216"/>
                    </a:cubicBezTo>
                    <a:cubicBezTo>
                      <a:pt x="59" y="217"/>
                      <a:pt x="59" y="217"/>
                      <a:pt x="59" y="217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2"/>
                      <a:pt x="59" y="212"/>
                      <a:pt x="59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3"/>
                      <a:pt x="56" y="213"/>
                      <a:pt x="56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2"/>
                      <a:pt x="55" y="212"/>
                      <a:pt x="55" y="212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1" y="213"/>
                      <a:pt x="51" y="213"/>
                      <a:pt x="51" y="213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5" y="214"/>
                      <a:pt x="55" y="214"/>
                      <a:pt x="55" y="214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4" y="215"/>
                      <a:pt x="54" y="215"/>
                      <a:pt x="54" y="215"/>
                    </a:cubicBezTo>
                    <a:cubicBezTo>
                      <a:pt x="54" y="216"/>
                      <a:pt x="54" y="216"/>
                      <a:pt x="54" y="216"/>
                    </a:cubicBezTo>
                    <a:cubicBezTo>
                      <a:pt x="54" y="217"/>
                      <a:pt x="54" y="217"/>
                      <a:pt x="54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8"/>
                      <a:pt x="53" y="218"/>
                      <a:pt x="53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3" y="220"/>
                      <a:pt x="53" y="220"/>
                      <a:pt x="53" y="220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3" y="221"/>
                      <a:pt x="53" y="221"/>
                      <a:pt x="53" y="221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1" y="221"/>
                      <a:pt x="51" y="221"/>
                      <a:pt x="51" y="221"/>
                    </a:cubicBezTo>
                    <a:cubicBezTo>
                      <a:pt x="51" y="225"/>
                      <a:pt x="51" y="225"/>
                      <a:pt x="51" y="225"/>
                    </a:cubicBezTo>
                    <a:cubicBezTo>
                      <a:pt x="53" y="224"/>
                      <a:pt x="53" y="224"/>
                      <a:pt x="53" y="224"/>
                    </a:cubicBezTo>
                    <a:cubicBezTo>
                      <a:pt x="54" y="223"/>
                      <a:pt x="54" y="223"/>
                      <a:pt x="54" y="223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6" y="222"/>
                      <a:pt x="56" y="222"/>
                      <a:pt x="56" y="222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5" y="223"/>
                      <a:pt x="55" y="223"/>
                      <a:pt x="55" y="223"/>
                    </a:cubicBezTo>
                    <a:cubicBezTo>
                      <a:pt x="54" y="224"/>
                      <a:pt x="54" y="224"/>
                      <a:pt x="54" y="224"/>
                    </a:cubicBezTo>
                    <a:cubicBezTo>
                      <a:pt x="52" y="225"/>
                      <a:pt x="52" y="225"/>
                      <a:pt x="52" y="225"/>
                    </a:cubicBezTo>
                    <a:cubicBezTo>
                      <a:pt x="52" y="227"/>
                      <a:pt x="52" y="227"/>
                      <a:pt x="52" y="227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5" y="228"/>
                      <a:pt x="55" y="228"/>
                      <a:pt x="55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0" y="227"/>
                      <a:pt x="50" y="227"/>
                      <a:pt x="50" y="227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49" y="230"/>
                      <a:pt x="49" y="230"/>
                      <a:pt x="49" y="230"/>
                    </a:cubicBezTo>
                    <a:cubicBezTo>
                      <a:pt x="49" y="231"/>
                      <a:pt x="49" y="231"/>
                      <a:pt x="49" y="231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3"/>
                      <a:pt x="50" y="233"/>
                      <a:pt x="50" y="233"/>
                    </a:cubicBezTo>
                    <a:cubicBezTo>
                      <a:pt x="50" y="236"/>
                      <a:pt x="50" y="236"/>
                      <a:pt x="50" y="236"/>
                    </a:cubicBezTo>
                    <a:cubicBezTo>
                      <a:pt x="52" y="236"/>
                      <a:pt x="52" y="236"/>
                      <a:pt x="52" y="236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3" y="236"/>
                      <a:pt x="53" y="236"/>
                      <a:pt x="53" y="236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3" y="238"/>
                      <a:pt x="53" y="238"/>
                      <a:pt x="53" y="238"/>
                    </a:cubicBezTo>
                    <a:cubicBezTo>
                      <a:pt x="56" y="238"/>
                      <a:pt x="56" y="238"/>
                      <a:pt x="56" y="238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8" y="237"/>
                      <a:pt x="58" y="237"/>
                      <a:pt x="58" y="237"/>
                    </a:cubicBezTo>
                    <a:cubicBezTo>
                      <a:pt x="59" y="237"/>
                      <a:pt x="59" y="237"/>
                      <a:pt x="59" y="237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0" y="233"/>
                      <a:pt x="60" y="233"/>
                      <a:pt x="60" y="233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5"/>
                      <a:pt x="62" y="235"/>
                      <a:pt x="62" y="235"/>
                    </a:cubicBezTo>
                    <a:cubicBezTo>
                      <a:pt x="62" y="236"/>
                      <a:pt x="62" y="236"/>
                      <a:pt x="62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6" y="233"/>
                      <a:pt x="66" y="233"/>
                      <a:pt x="66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8" y="234"/>
                      <a:pt x="68" y="234"/>
                      <a:pt x="68" y="234"/>
                    </a:cubicBezTo>
                    <a:cubicBezTo>
                      <a:pt x="69" y="235"/>
                      <a:pt x="69" y="235"/>
                      <a:pt x="69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5" y="236"/>
                      <a:pt x="65" y="236"/>
                      <a:pt x="65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5" y="238"/>
                      <a:pt x="65" y="238"/>
                      <a:pt x="65" y="238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3" y="238"/>
                      <a:pt x="63" y="238"/>
                      <a:pt x="63" y="238"/>
                    </a:cubicBezTo>
                    <a:cubicBezTo>
                      <a:pt x="62" y="241"/>
                      <a:pt x="62" y="241"/>
                      <a:pt x="62" y="241"/>
                    </a:cubicBezTo>
                    <a:cubicBezTo>
                      <a:pt x="63" y="242"/>
                      <a:pt x="63" y="242"/>
                      <a:pt x="63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3"/>
                      <a:pt x="65" y="243"/>
                      <a:pt x="65" y="243"/>
                    </a:cubicBezTo>
                    <a:cubicBezTo>
                      <a:pt x="67" y="243"/>
                      <a:pt x="67" y="243"/>
                      <a:pt x="67" y="243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8" y="243"/>
                      <a:pt x="68" y="243"/>
                      <a:pt x="68" y="243"/>
                    </a:cubicBezTo>
                    <a:cubicBezTo>
                      <a:pt x="67" y="244"/>
                      <a:pt x="67" y="244"/>
                      <a:pt x="67" y="244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6" y="245"/>
                      <a:pt x="66" y="245"/>
                      <a:pt x="66" y="245"/>
                    </a:cubicBezTo>
                    <a:cubicBezTo>
                      <a:pt x="65" y="246"/>
                      <a:pt x="65" y="246"/>
                      <a:pt x="65" y="246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8"/>
                      <a:pt x="69" y="248"/>
                      <a:pt x="69" y="248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7" y="248"/>
                      <a:pt x="67" y="248"/>
                      <a:pt x="67" y="248"/>
                    </a:cubicBezTo>
                    <a:cubicBezTo>
                      <a:pt x="67" y="250"/>
                      <a:pt x="67" y="250"/>
                      <a:pt x="67" y="250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70" y="254"/>
                      <a:pt x="70" y="254"/>
                      <a:pt x="70" y="254"/>
                    </a:cubicBezTo>
                    <a:cubicBezTo>
                      <a:pt x="69" y="253"/>
                      <a:pt x="69" y="253"/>
                      <a:pt x="69" y="253"/>
                    </a:cubicBezTo>
                    <a:cubicBezTo>
                      <a:pt x="68" y="252"/>
                      <a:pt x="68" y="252"/>
                      <a:pt x="68" y="252"/>
                    </a:cubicBezTo>
                    <a:cubicBezTo>
                      <a:pt x="67" y="249"/>
                      <a:pt x="67" y="249"/>
                      <a:pt x="67" y="249"/>
                    </a:cubicBezTo>
                    <a:cubicBezTo>
                      <a:pt x="66" y="248"/>
                      <a:pt x="66" y="248"/>
                      <a:pt x="66" y="248"/>
                    </a:cubicBezTo>
                    <a:cubicBezTo>
                      <a:pt x="65" y="248"/>
                      <a:pt x="65" y="248"/>
                      <a:pt x="65" y="248"/>
                    </a:cubicBezTo>
                    <a:cubicBezTo>
                      <a:pt x="64" y="247"/>
                      <a:pt x="64" y="247"/>
                      <a:pt x="64" y="247"/>
                    </a:cubicBezTo>
                    <a:cubicBezTo>
                      <a:pt x="63" y="247"/>
                      <a:pt x="63" y="247"/>
                      <a:pt x="63" y="247"/>
                    </a:cubicBezTo>
                    <a:cubicBezTo>
                      <a:pt x="62" y="247"/>
                      <a:pt x="62" y="247"/>
                      <a:pt x="62" y="247"/>
                    </a:cubicBezTo>
                    <a:cubicBezTo>
                      <a:pt x="61" y="246"/>
                      <a:pt x="61" y="246"/>
                      <a:pt x="61" y="246"/>
                    </a:cubicBezTo>
                    <a:cubicBezTo>
                      <a:pt x="59" y="246"/>
                      <a:pt x="59" y="246"/>
                      <a:pt x="59" y="246"/>
                    </a:cubicBezTo>
                    <a:cubicBezTo>
                      <a:pt x="57" y="245"/>
                      <a:pt x="57" y="245"/>
                      <a:pt x="57" y="245"/>
                    </a:cubicBezTo>
                    <a:cubicBezTo>
                      <a:pt x="56" y="244"/>
                      <a:pt x="56" y="244"/>
                      <a:pt x="56" y="244"/>
                    </a:cubicBezTo>
                    <a:cubicBezTo>
                      <a:pt x="55" y="244"/>
                      <a:pt x="55" y="244"/>
                      <a:pt x="55" y="244"/>
                    </a:cubicBezTo>
                    <a:cubicBezTo>
                      <a:pt x="54" y="244"/>
                      <a:pt x="54" y="244"/>
                      <a:pt x="54" y="244"/>
                    </a:cubicBezTo>
                    <a:cubicBezTo>
                      <a:pt x="52" y="245"/>
                      <a:pt x="52" y="245"/>
                      <a:pt x="52" y="245"/>
                    </a:cubicBezTo>
                    <a:cubicBezTo>
                      <a:pt x="50" y="246"/>
                      <a:pt x="50" y="246"/>
                      <a:pt x="50" y="246"/>
                    </a:cubicBezTo>
                    <a:cubicBezTo>
                      <a:pt x="50" y="247"/>
                      <a:pt x="50" y="247"/>
                      <a:pt x="50" y="247"/>
                    </a:cubicBezTo>
                    <a:cubicBezTo>
                      <a:pt x="51" y="248"/>
                      <a:pt x="51" y="248"/>
                      <a:pt x="51" y="248"/>
                    </a:cubicBezTo>
                    <a:cubicBezTo>
                      <a:pt x="52" y="249"/>
                      <a:pt x="52" y="249"/>
                      <a:pt x="52" y="249"/>
                    </a:cubicBezTo>
                    <a:cubicBezTo>
                      <a:pt x="53" y="251"/>
                      <a:pt x="53" y="251"/>
                      <a:pt x="53" y="251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3" y="252"/>
                      <a:pt x="53" y="252"/>
                      <a:pt x="53" y="252"/>
                    </a:cubicBezTo>
                    <a:cubicBezTo>
                      <a:pt x="51" y="252"/>
                      <a:pt x="51" y="252"/>
                      <a:pt x="51" y="252"/>
                    </a:cubicBezTo>
                    <a:cubicBezTo>
                      <a:pt x="49" y="251"/>
                      <a:pt x="49" y="251"/>
                      <a:pt x="49" y="251"/>
                    </a:cubicBezTo>
                    <a:cubicBezTo>
                      <a:pt x="49" y="253"/>
                      <a:pt x="49" y="253"/>
                      <a:pt x="49" y="253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47" y="257"/>
                      <a:pt x="47" y="257"/>
                      <a:pt x="47" y="257"/>
                    </a:cubicBezTo>
                    <a:cubicBezTo>
                      <a:pt x="48" y="257"/>
                      <a:pt x="48" y="257"/>
                      <a:pt x="48" y="257"/>
                    </a:cubicBezTo>
                    <a:cubicBezTo>
                      <a:pt x="47" y="258"/>
                      <a:pt x="47" y="258"/>
                      <a:pt x="47" y="258"/>
                    </a:cubicBezTo>
                    <a:cubicBezTo>
                      <a:pt x="47" y="259"/>
                      <a:pt x="47" y="259"/>
                      <a:pt x="47" y="25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47" y="261"/>
                      <a:pt x="47" y="261"/>
                      <a:pt x="47" y="261"/>
                    </a:cubicBezTo>
                    <a:cubicBezTo>
                      <a:pt x="46" y="262"/>
                      <a:pt x="46" y="262"/>
                      <a:pt x="46" y="262"/>
                    </a:cubicBezTo>
                    <a:cubicBezTo>
                      <a:pt x="47" y="264"/>
                      <a:pt x="47" y="264"/>
                      <a:pt x="47" y="264"/>
                    </a:cubicBezTo>
                    <a:cubicBezTo>
                      <a:pt x="50" y="265"/>
                      <a:pt x="50" y="265"/>
                      <a:pt x="50" y="265"/>
                    </a:cubicBezTo>
                    <a:cubicBezTo>
                      <a:pt x="48" y="265"/>
                      <a:pt x="48" y="265"/>
                      <a:pt x="48" y="265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9" y="268"/>
                      <a:pt x="49" y="268"/>
                      <a:pt x="49" y="268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54" y="270"/>
                      <a:pt x="54" y="270"/>
                      <a:pt x="54" y="270"/>
                    </a:cubicBezTo>
                    <a:cubicBezTo>
                      <a:pt x="55" y="269"/>
                      <a:pt x="55" y="269"/>
                      <a:pt x="55" y="269"/>
                    </a:cubicBezTo>
                    <a:cubicBezTo>
                      <a:pt x="58" y="268"/>
                      <a:pt x="58" y="268"/>
                      <a:pt x="58" y="268"/>
                    </a:cubicBezTo>
                    <a:cubicBezTo>
                      <a:pt x="61" y="268"/>
                      <a:pt x="61" y="268"/>
                      <a:pt x="61" y="268"/>
                    </a:cubicBezTo>
                    <a:cubicBezTo>
                      <a:pt x="64" y="266"/>
                      <a:pt x="64" y="266"/>
                      <a:pt x="64" y="266"/>
                    </a:cubicBezTo>
                    <a:cubicBezTo>
                      <a:pt x="63" y="263"/>
                      <a:pt x="63" y="263"/>
                      <a:pt x="63" y="263"/>
                    </a:cubicBezTo>
                    <a:cubicBezTo>
                      <a:pt x="62" y="261"/>
                      <a:pt x="62" y="261"/>
                      <a:pt x="62" y="261"/>
                    </a:cubicBezTo>
                    <a:cubicBezTo>
                      <a:pt x="61" y="261"/>
                      <a:pt x="61" y="261"/>
                      <a:pt x="61" y="261"/>
                    </a:cubicBezTo>
                    <a:cubicBezTo>
                      <a:pt x="60" y="260"/>
                      <a:pt x="60" y="260"/>
                      <a:pt x="60" y="260"/>
                    </a:cubicBezTo>
                    <a:cubicBezTo>
                      <a:pt x="59" y="257"/>
                      <a:pt x="59" y="257"/>
                      <a:pt x="59" y="257"/>
                    </a:cubicBezTo>
                    <a:cubicBezTo>
                      <a:pt x="57" y="254"/>
                      <a:pt x="57" y="254"/>
                      <a:pt x="57" y="254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4" y="253"/>
                      <a:pt x="54" y="253"/>
                      <a:pt x="54" y="253"/>
                    </a:cubicBezTo>
                    <a:cubicBezTo>
                      <a:pt x="56" y="254"/>
                      <a:pt x="56" y="254"/>
                      <a:pt x="56" y="254"/>
                    </a:cubicBezTo>
                    <a:cubicBezTo>
                      <a:pt x="59" y="255"/>
                      <a:pt x="59" y="255"/>
                      <a:pt x="59" y="255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61" y="257"/>
                      <a:pt x="61" y="257"/>
                      <a:pt x="61" y="257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9"/>
                      <a:pt x="62" y="259"/>
                      <a:pt x="62" y="259"/>
                    </a:cubicBezTo>
                    <a:cubicBezTo>
                      <a:pt x="63" y="259"/>
                      <a:pt x="63" y="259"/>
                      <a:pt x="63" y="259"/>
                    </a:cubicBezTo>
                    <a:cubicBezTo>
                      <a:pt x="64" y="260"/>
                      <a:pt x="64" y="260"/>
                      <a:pt x="64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7" y="260"/>
                      <a:pt x="67" y="260"/>
                      <a:pt x="67" y="260"/>
                    </a:cubicBezTo>
                    <a:cubicBezTo>
                      <a:pt x="68" y="260"/>
                      <a:pt x="68" y="260"/>
                      <a:pt x="68" y="260"/>
                    </a:cubicBezTo>
                    <a:cubicBezTo>
                      <a:pt x="69" y="260"/>
                      <a:pt x="69" y="260"/>
                      <a:pt x="69" y="260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7" y="261"/>
                      <a:pt x="67" y="261"/>
                      <a:pt x="67" y="261"/>
                    </a:cubicBezTo>
                    <a:cubicBezTo>
                      <a:pt x="66" y="262"/>
                      <a:pt x="66" y="262"/>
                      <a:pt x="66" y="262"/>
                    </a:cubicBezTo>
                    <a:cubicBezTo>
                      <a:pt x="66" y="263"/>
                      <a:pt x="66" y="263"/>
                      <a:pt x="66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6" y="265"/>
                      <a:pt x="66" y="265"/>
                      <a:pt x="66" y="265"/>
                    </a:cubicBezTo>
                    <a:cubicBezTo>
                      <a:pt x="67" y="266"/>
                      <a:pt x="67" y="266"/>
                      <a:pt x="67" y="266"/>
                    </a:cubicBezTo>
                    <a:cubicBezTo>
                      <a:pt x="69" y="265"/>
                      <a:pt x="69" y="265"/>
                      <a:pt x="69" y="265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70" y="261"/>
                      <a:pt x="70" y="261"/>
                      <a:pt x="70" y="261"/>
                    </a:cubicBez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1" y="264"/>
                      <a:pt x="71" y="264"/>
                      <a:pt x="71" y="264"/>
                    </a:cubicBezTo>
                    <a:cubicBezTo>
                      <a:pt x="70" y="264"/>
                      <a:pt x="70" y="264"/>
                      <a:pt x="70" y="264"/>
                    </a:cubicBezTo>
                    <a:cubicBezTo>
                      <a:pt x="69" y="266"/>
                      <a:pt x="69" y="266"/>
                      <a:pt x="69" y="266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8" y="269"/>
                      <a:pt x="68" y="269"/>
                      <a:pt x="68" y="269"/>
                    </a:cubicBezTo>
                    <a:cubicBezTo>
                      <a:pt x="67" y="269"/>
                      <a:pt x="67" y="269"/>
                      <a:pt x="67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6" y="271"/>
                      <a:pt x="66" y="271"/>
                      <a:pt x="66" y="271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4" y="271"/>
                      <a:pt x="64" y="271"/>
                      <a:pt x="64" y="271"/>
                    </a:cubicBezTo>
                    <a:cubicBezTo>
                      <a:pt x="65" y="273"/>
                      <a:pt x="65" y="273"/>
                      <a:pt x="65" y="273"/>
                    </a:cubicBezTo>
                    <a:cubicBezTo>
                      <a:pt x="64" y="275"/>
                      <a:pt x="64" y="275"/>
                      <a:pt x="64" y="275"/>
                    </a:cubicBezTo>
                    <a:cubicBezTo>
                      <a:pt x="63" y="277"/>
                      <a:pt x="63" y="277"/>
                      <a:pt x="63" y="277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3" y="278"/>
                      <a:pt x="63" y="278"/>
                      <a:pt x="63" y="278"/>
                    </a:cubicBezTo>
                    <a:cubicBezTo>
                      <a:pt x="63" y="279"/>
                      <a:pt x="63" y="279"/>
                      <a:pt x="63" y="279"/>
                    </a:cubicBezTo>
                    <a:cubicBezTo>
                      <a:pt x="62" y="279"/>
                      <a:pt x="62" y="279"/>
                      <a:pt x="62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2" y="278"/>
                      <a:pt x="62" y="278"/>
                      <a:pt x="62" y="278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8" y="276"/>
                      <a:pt x="58" y="276"/>
                      <a:pt x="58" y="276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54" y="276"/>
                      <a:pt x="54" y="276"/>
                      <a:pt x="54" y="276"/>
                    </a:cubicBezTo>
                    <a:cubicBezTo>
                      <a:pt x="54" y="277"/>
                      <a:pt x="54" y="277"/>
                      <a:pt x="54" y="277"/>
                    </a:cubicBezTo>
                    <a:cubicBezTo>
                      <a:pt x="56" y="278"/>
                      <a:pt x="56" y="278"/>
                      <a:pt x="56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6" y="279"/>
                      <a:pt x="56" y="279"/>
                      <a:pt x="56" y="279"/>
                    </a:cubicBezTo>
                    <a:cubicBezTo>
                      <a:pt x="55" y="279"/>
                      <a:pt x="55" y="279"/>
                      <a:pt x="55" y="279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52" y="278"/>
                      <a:pt x="52" y="278"/>
                      <a:pt x="52" y="278"/>
                    </a:cubicBezTo>
                    <a:cubicBezTo>
                      <a:pt x="51" y="279"/>
                      <a:pt x="51" y="279"/>
                      <a:pt x="51" y="279"/>
                    </a:cubicBezTo>
                    <a:cubicBezTo>
                      <a:pt x="52" y="280"/>
                      <a:pt x="52" y="280"/>
                      <a:pt x="52" y="280"/>
                    </a:cubicBezTo>
                    <a:cubicBezTo>
                      <a:pt x="54" y="280"/>
                      <a:pt x="54" y="280"/>
                      <a:pt x="54" y="280"/>
                    </a:cubicBezTo>
                    <a:cubicBezTo>
                      <a:pt x="51" y="281"/>
                      <a:pt x="51" y="281"/>
                      <a:pt x="51" y="281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5" y="283"/>
                      <a:pt x="55" y="283"/>
                      <a:pt x="55" y="283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6" y="284"/>
                      <a:pt x="56" y="284"/>
                      <a:pt x="56" y="284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60" y="286"/>
                      <a:pt x="60" y="286"/>
                      <a:pt x="60" y="286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5"/>
                      <a:pt x="60" y="285"/>
                      <a:pt x="60" y="285"/>
                    </a:cubicBezTo>
                    <a:cubicBezTo>
                      <a:pt x="61" y="285"/>
                      <a:pt x="61" y="285"/>
                      <a:pt x="61" y="285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1" y="286"/>
                      <a:pt x="61" y="286"/>
                      <a:pt x="61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7"/>
                      <a:pt x="58" y="287"/>
                      <a:pt x="58" y="287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5" y="285"/>
                      <a:pt x="55" y="285"/>
                      <a:pt x="55" y="285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2" y="283"/>
                      <a:pt x="52" y="283"/>
                      <a:pt x="52" y="283"/>
                    </a:cubicBezTo>
                    <a:cubicBezTo>
                      <a:pt x="50" y="282"/>
                      <a:pt x="50" y="282"/>
                      <a:pt x="50" y="282"/>
                    </a:cubicBezTo>
                    <a:cubicBezTo>
                      <a:pt x="49" y="283"/>
                      <a:pt x="49" y="283"/>
                      <a:pt x="49" y="283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1" y="286"/>
                      <a:pt x="51" y="286"/>
                      <a:pt x="51" y="286"/>
                    </a:cubicBezTo>
                    <a:cubicBezTo>
                      <a:pt x="50" y="286"/>
                      <a:pt x="50" y="286"/>
                      <a:pt x="50" y="286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9" y="288"/>
                      <a:pt x="49" y="288"/>
                      <a:pt x="49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9"/>
                      <a:pt x="48" y="289"/>
                      <a:pt x="48" y="289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90"/>
                      <a:pt x="44" y="290"/>
                      <a:pt x="44" y="290"/>
                    </a:cubicBezTo>
                    <a:cubicBezTo>
                      <a:pt x="44" y="291"/>
                      <a:pt x="44" y="291"/>
                      <a:pt x="44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1"/>
                      <a:pt x="45" y="291"/>
                      <a:pt x="45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3"/>
                      <a:pt x="45" y="293"/>
                      <a:pt x="45" y="293"/>
                    </a:cubicBezTo>
                    <a:cubicBezTo>
                      <a:pt x="46" y="294"/>
                      <a:pt x="46" y="294"/>
                      <a:pt x="46" y="294"/>
                    </a:cubicBezTo>
                    <a:cubicBezTo>
                      <a:pt x="45" y="294"/>
                      <a:pt x="45" y="294"/>
                      <a:pt x="45" y="294"/>
                    </a:cubicBezTo>
                    <a:cubicBezTo>
                      <a:pt x="44" y="295"/>
                      <a:pt x="44" y="295"/>
                      <a:pt x="44" y="295"/>
                    </a:cubicBezTo>
                    <a:cubicBezTo>
                      <a:pt x="43" y="296"/>
                      <a:pt x="43" y="296"/>
                      <a:pt x="43" y="296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3" y="298"/>
                      <a:pt x="43" y="298"/>
                      <a:pt x="43" y="298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1" y="299"/>
                      <a:pt x="41" y="299"/>
                      <a:pt x="41" y="299"/>
                    </a:cubicBezTo>
                    <a:cubicBezTo>
                      <a:pt x="41" y="301"/>
                      <a:pt x="41" y="301"/>
                      <a:pt x="41" y="301"/>
                    </a:cubicBezTo>
                    <a:cubicBezTo>
                      <a:pt x="42" y="302"/>
                      <a:pt x="42" y="302"/>
                      <a:pt x="42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3" y="302"/>
                      <a:pt x="43" y="302"/>
                      <a:pt x="43" y="302"/>
                    </a:cubicBezTo>
                    <a:cubicBezTo>
                      <a:pt x="43" y="303"/>
                      <a:pt x="43" y="303"/>
                      <a:pt x="43" y="303"/>
                    </a:cubicBezTo>
                    <a:cubicBezTo>
                      <a:pt x="43" y="304"/>
                      <a:pt x="43" y="304"/>
                      <a:pt x="43" y="304"/>
                    </a:cubicBezTo>
                    <a:cubicBezTo>
                      <a:pt x="41" y="305"/>
                      <a:pt x="41" y="305"/>
                      <a:pt x="41" y="305"/>
                    </a:cubicBezTo>
                    <a:cubicBezTo>
                      <a:pt x="43" y="305"/>
                      <a:pt x="43" y="305"/>
                      <a:pt x="43" y="305"/>
                    </a:cubicBezTo>
                    <a:cubicBezTo>
                      <a:pt x="43" y="306"/>
                      <a:pt x="43" y="306"/>
                      <a:pt x="43" y="306"/>
                    </a:cubicBezTo>
                    <a:cubicBezTo>
                      <a:pt x="43" y="307"/>
                      <a:pt x="43" y="307"/>
                      <a:pt x="43" y="307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41" y="311"/>
                      <a:pt x="41" y="311"/>
                      <a:pt x="41" y="311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5" y="312"/>
                      <a:pt x="45" y="312"/>
                      <a:pt x="45" y="312"/>
                    </a:cubicBezTo>
                    <a:cubicBezTo>
                      <a:pt x="44" y="312"/>
                      <a:pt x="44" y="312"/>
                      <a:pt x="44" y="312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6"/>
                      <a:pt x="43" y="316"/>
                      <a:pt x="43" y="316"/>
                    </a:cubicBezTo>
                    <a:cubicBezTo>
                      <a:pt x="42" y="316"/>
                      <a:pt x="42" y="316"/>
                      <a:pt x="42" y="316"/>
                    </a:cubicBezTo>
                    <a:cubicBezTo>
                      <a:pt x="42" y="317"/>
                      <a:pt x="42" y="317"/>
                      <a:pt x="42" y="317"/>
                    </a:cubicBezTo>
                    <a:cubicBezTo>
                      <a:pt x="43" y="318"/>
                      <a:pt x="43" y="318"/>
                      <a:pt x="43" y="318"/>
                    </a:cubicBezTo>
                    <a:cubicBezTo>
                      <a:pt x="41" y="318"/>
                      <a:pt x="41" y="318"/>
                      <a:pt x="41" y="318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1" y="322"/>
                      <a:pt x="41" y="322"/>
                      <a:pt x="41" y="322"/>
                    </a:cubicBezTo>
                    <a:cubicBezTo>
                      <a:pt x="43" y="322"/>
                      <a:pt x="43" y="322"/>
                      <a:pt x="43" y="322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4" y="321"/>
                      <a:pt x="44" y="321"/>
                      <a:pt x="44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3" y="323"/>
                      <a:pt x="43" y="323"/>
                      <a:pt x="43" y="323"/>
                    </a:cubicBezTo>
                    <a:cubicBezTo>
                      <a:pt x="44" y="325"/>
                      <a:pt x="44" y="325"/>
                      <a:pt x="44" y="325"/>
                    </a:cubicBezTo>
                    <a:cubicBezTo>
                      <a:pt x="45" y="325"/>
                      <a:pt x="45" y="325"/>
                      <a:pt x="45" y="325"/>
                    </a:cubicBezTo>
                    <a:cubicBezTo>
                      <a:pt x="46" y="324"/>
                      <a:pt x="46" y="324"/>
                      <a:pt x="46" y="324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8"/>
                      <a:pt x="45" y="328"/>
                      <a:pt x="45" y="328"/>
                    </a:cubicBezTo>
                    <a:cubicBezTo>
                      <a:pt x="46" y="330"/>
                      <a:pt x="46" y="330"/>
                      <a:pt x="46" y="330"/>
                    </a:cubicBezTo>
                    <a:cubicBezTo>
                      <a:pt x="45" y="330"/>
                      <a:pt x="45" y="330"/>
                      <a:pt x="45" y="330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5" y="332"/>
                      <a:pt x="45" y="332"/>
                      <a:pt x="45" y="332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5"/>
                      <a:pt x="45" y="335"/>
                      <a:pt x="45" y="335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6"/>
                      <a:pt x="48" y="336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6" y="340"/>
                      <a:pt x="46" y="340"/>
                      <a:pt x="46" y="340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6" y="343"/>
                      <a:pt x="46" y="343"/>
                      <a:pt x="46" y="343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8" y="346"/>
                      <a:pt x="48" y="346"/>
                      <a:pt x="48" y="346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7" y="350"/>
                      <a:pt x="47" y="350"/>
                      <a:pt x="47" y="350"/>
                    </a:cubicBezTo>
                    <a:cubicBezTo>
                      <a:pt x="48" y="351"/>
                      <a:pt x="48" y="351"/>
                      <a:pt x="48" y="351"/>
                    </a:cubicBezTo>
                    <a:cubicBezTo>
                      <a:pt x="49" y="351"/>
                      <a:pt x="49" y="351"/>
                      <a:pt x="49" y="351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2" y="350"/>
                      <a:pt x="52" y="350"/>
                      <a:pt x="52" y="350"/>
                    </a:cubicBezTo>
                    <a:cubicBezTo>
                      <a:pt x="50" y="351"/>
                      <a:pt x="50" y="351"/>
                      <a:pt x="50" y="351"/>
                    </a:cubicBezTo>
                    <a:cubicBezTo>
                      <a:pt x="50" y="352"/>
                      <a:pt x="50" y="352"/>
                      <a:pt x="50" y="352"/>
                    </a:cubicBezTo>
                    <a:cubicBezTo>
                      <a:pt x="50" y="354"/>
                      <a:pt x="50" y="354"/>
                      <a:pt x="50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4" y="356"/>
                      <a:pt x="54" y="356"/>
                      <a:pt x="54" y="356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1" y="358"/>
                      <a:pt x="51" y="358"/>
                      <a:pt x="51" y="358"/>
                    </a:cubicBezTo>
                    <a:cubicBezTo>
                      <a:pt x="51" y="359"/>
                      <a:pt x="51" y="359"/>
                      <a:pt x="51" y="359"/>
                    </a:cubicBezTo>
                    <a:cubicBezTo>
                      <a:pt x="51" y="360"/>
                      <a:pt x="51" y="360"/>
                      <a:pt x="51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4" y="362"/>
                      <a:pt x="54" y="362"/>
                      <a:pt x="54" y="362"/>
                    </a:cubicBezTo>
                    <a:cubicBezTo>
                      <a:pt x="55" y="362"/>
                      <a:pt x="55" y="362"/>
                      <a:pt x="55" y="362"/>
                    </a:cubicBezTo>
                    <a:cubicBezTo>
                      <a:pt x="54" y="363"/>
                      <a:pt x="54" y="363"/>
                      <a:pt x="54" y="363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2" y="366"/>
                      <a:pt x="52" y="366"/>
                      <a:pt x="52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5"/>
                      <a:pt x="57" y="365"/>
                      <a:pt x="57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4" y="366"/>
                      <a:pt x="54" y="366"/>
                      <a:pt x="54" y="366"/>
                    </a:cubicBezTo>
                    <a:cubicBezTo>
                      <a:pt x="53" y="367"/>
                      <a:pt x="53" y="367"/>
                      <a:pt x="53" y="367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6" y="368"/>
                      <a:pt x="56" y="368"/>
                      <a:pt x="56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5" y="369"/>
                      <a:pt x="55" y="369"/>
                      <a:pt x="55" y="369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4" y="371"/>
                      <a:pt x="54" y="371"/>
                      <a:pt x="54" y="371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7" y="373"/>
                      <a:pt x="57" y="373"/>
                      <a:pt x="57" y="373"/>
                    </a:cubicBezTo>
                    <a:cubicBezTo>
                      <a:pt x="56" y="374"/>
                      <a:pt x="56" y="374"/>
                      <a:pt x="56" y="374"/>
                    </a:cubicBezTo>
                    <a:cubicBezTo>
                      <a:pt x="58" y="374"/>
                      <a:pt x="58" y="374"/>
                      <a:pt x="58" y="374"/>
                    </a:cubicBezTo>
                    <a:cubicBezTo>
                      <a:pt x="57" y="375"/>
                      <a:pt x="57" y="375"/>
                      <a:pt x="57" y="375"/>
                    </a:cubicBezTo>
                    <a:cubicBezTo>
                      <a:pt x="57" y="376"/>
                      <a:pt x="57" y="376"/>
                      <a:pt x="57" y="376"/>
                    </a:cubicBezTo>
                    <a:cubicBezTo>
                      <a:pt x="59" y="377"/>
                      <a:pt x="59" y="377"/>
                      <a:pt x="59" y="377"/>
                    </a:cubicBezTo>
                    <a:cubicBezTo>
                      <a:pt x="61" y="376"/>
                      <a:pt x="61" y="376"/>
                      <a:pt x="61" y="376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2" y="376"/>
                      <a:pt x="62" y="376"/>
                      <a:pt x="62" y="376"/>
                    </a:cubicBezTo>
                    <a:cubicBezTo>
                      <a:pt x="62" y="378"/>
                      <a:pt x="62" y="378"/>
                      <a:pt x="62" y="378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3" y="379"/>
                      <a:pt x="63" y="379"/>
                      <a:pt x="63" y="379"/>
                    </a:cubicBezTo>
                    <a:cubicBezTo>
                      <a:pt x="62" y="379"/>
                      <a:pt x="62" y="379"/>
                      <a:pt x="62" y="379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0" y="380"/>
                      <a:pt x="60" y="380"/>
                      <a:pt x="60" y="380"/>
                    </a:cubicBezTo>
                    <a:cubicBezTo>
                      <a:pt x="59" y="381"/>
                      <a:pt x="59" y="381"/>
                      <a:pt x="59" y="381"/>
                    </a:cubicBezTo>
                    <a:cubicBezTo>
                      <a:pt x="59" y="382"/>
                      <a:pt x="59" y="382"/>
                      <a:pt x="59" y="382"/>
                    </a:cubicBezTo>
                    <a:cubicBezTo>
                      <a:pt x="60" y="382"/>
                      <a:pt x="60" y="382"/>
                      <a:pt x="60" y="382"/>
                    </a:cubicBezTo>
                    <a:cubicBezTo>
                      <a:pt x="60" y="383"/>
                      <a:pt x="60" y="383"/>
                      <a:pt x="60" y="383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4" y="382"/>
                      <a:pt x="64" y="382"/>
                      <a:pt x="64" y="382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6" y="381"/>
                      <a:pt x="66" y="381"/>
                      <a:pt x="66" y="381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2"/>
                      <a:pt x="67" y="382"/>
                      <a:pt x="67" y="382"/>
                    </a:cubicBezTo>
                    <a:cubicBezTo>
                      <a:pt x="69" y="382"/>
                      <a:pt x="69" y="382"/>
                      <a:pt x="69" y="382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70" y="380"/>
                      <a:pt x="70" y="380"/>
                      <a:pt x="70" y="380"/>
                    </a:cubicBezTo>
                    <a:cubicBezTo>
                      <a:pt x="69" y="381"/>
                      <a:pt x="69" y="381"/>
                      <a:pt x="69" y="381"/>
                    </a:cubicBezTo>
                    <a:cubicBezTo>
                      <a:pt x="70" y="382"/>
                      <a:pt x="70" y="382"/>
                      <a:pt x="70" y="382"/>
                    </a:cubicBezTo>
                    <a:cubicBezTo>
                      <a:pt x="71" y="382"/>
                      <a:pt x="71" y="382"/>
                      <a:pt x="71" y="382"/>
                    </a:cubicBezTo>
                    <a:cubicBezTo>
                      <a:pt x="73" y="381"/>
                      <a:pt x="73" y="381"/>
                      <a:pt x="73" y="381"/>
                    </a:cubicBezTo>
                    <a:cubicBezTo>
                      <a:pt x="73" y="379"/>
                      <a:pt x="73" y="379"/>
                      <a:pt x="73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80"/>
                      <a:pt x="71" y="380"/>
                      <a:pt x="71" y="380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2" y="379"/>
                      <a:pt x="72" y="379"/>
                      <a:pt x="72" y="379"/>
                    </a:cubicBezTo>
                    <a:cubicBezTo>
                      <a:pt x="73" y="378"/>
                      <a:pt x="73" y="378"/>
                      <a:pt x="73" y="378"/>
                    </a:cubicBezTo>
                    <a:cubicBezTo>
                      <a:pt x="74" y="379"/>
                      <a:pt x="74" y="379"/>
                      <a:pt x="74" y="379"/>
                    </a:cubicBezTo>
                    <a:cubicBezTo>
                      <a:pt x="73" y="380"/>
                      <a:pt x="73" y="380"/>
                      <a:pt x="73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0"/>
                      <a:pt x="75" y="380"/>
                      <a:pt x="75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2"/>
                      <a:pt x="75" y="382"/>
                      <a:pt x="75" y="382"/>
                    </a:cubicBezTo>
                    <a:cubicBezTo>
                      <a:pt x="76" y="382"/>
                      <a:pt x="76" y="382"/>
                      <a:pt x="76" y="382"/>
                    </a:cubicBezTo>
                    <a:cubicBezTo>
                      <a:pt x="75" y="383"/>
                      <a:pt x="75" y="383"/>
                      <a:pt x="75" y="383"/>
                    </a:cubicBezTo>
                    <a:cubicBezTo>
                      <a:pt x="73" y="384"/>
                      <a:pt x="73" y="384"/>
                      <a:pt x="73" y="384"/>
                    </a:cubicBezTo>
                    <a:cubicBezTo>
                      <a:pt x="73" y="386"/>
                      <a:pt x="73" y="386"/>
                      <a:pt x="73" y="386"/>
                    </a:cubicBezTo>
                    <a:cubicBezTo>
                      <a:pt x="75" y="386"/>
                      <a:pt x="75" y="386"/>
                      <a:pt x="75" y="386"/>
                    </a:cubicBezTo>
                    <a:cubicBezTo>
                      <a:pt x="75" y="385"/>
                      <a:pt x="75" y="385"/>
                      <a:pt x="75" y="385"/>
                    </a:cubicBezTo>
                    <a:cubicBezTo>
                      <a:pt x="76" y="387"/>
                      <a:pt x="76" y="387"/>
                      <a:pt x="76" y="387"/>
                    </a:cubicBezTo>
                    <a:cubicBezTo>
                      <a:pt x="76" y="388"/>
                      <a:pt x="76" y="388"/>
                      <a:pt x="76" y="388"/>
                    </a:cubicBezTo>
                    <a:cubicBezTo>
                      <a:pt x="75" y="389"/>
                      <a:pt x="75" y="389"/>
                      <a:pt x="75" y="389"/>
                    </a:cubicBezTo>
                    <a:cubicBezTo>
                      <a:pt x="75" y="391"/>
                      <a:pt x="75" y="391"/>
                      <a:pt x="75" y="391"/>
                    </a:cubicBezTo>
                    <a:cubicBezTo>
                      <a:pt x="77" y="391"/>
                      <a:pt x="77" y="391"/>
                      <a:pt x="77" y="391"/>
                    </a:cubicBezTo>
                    <a:cubicBezTo>
                      <a:pt x="77" y="390"/>
                      <a:pt x="77" y="390"/>
                      <a:pt x="77" y="390"/>
                    </a:cubicBezTo>
                    <a:cubicBezTo>
                      <a:pt x="78" y="389"/>
                      <a:pt x="78" y="389"/>
                      <a:pt x="78" y="389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9" y="386"/>
                      <a:pt x="79" y="386"/>
                      <a:pt x="79" y="386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8"/>
                      <a:pt x="78" y="388"/>
                      <a:pt x="78" y="388"/>
                    </a:cubicBezTo>
                    <a:cubicBezTo>
                      <a:pt x="78" y="390"/>
                      <a:pt x="78" y="390"/>
                      <a:pt x="78" y="390"/>
                    </a:cubicBezTo>
                    <a:cubicBezTo>
                      <a:pt x="79" y="391"/>
                      <a:pt x="79" y="391"/>
                      <a:pt x="79" y="391"/>
                    </a:cubicBezTo>
                    <a:cubicBezTo>
                      <a:pt x="80" y="390"/>
                      <a:pt x="80" y="390"/>
                      <a:pt x="80" y="390"/>
                    </a:cubicBezTo>
                    <a:cubicBezTo>
                      <a:pt x="79" y="392"/>
                      <a:pt x="79" y="392"/>
                      <a:pt x="79" y="392"/>
                    </a:cubicBezTo>
                    <a:cubicBezTo>
                      <a:pt x="81" y="392"/>
                      <a:pt x="81" y="392"/>
                      <a:pt x="81" y="392"/>
                    </a:cubicBezTo>
                    <a:cubicBezTo>
                      <a:pt x="82" y="391"/>
                      <a:pt x="82" y="391"/>
                      <a:pt x="82" y="391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9"/>
                      <a:pt x="84" y="389"/>
                      <a:pt x="84" y="389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6" y="393"/>
                      <a:pt x="86" y="393"/>
                      <a:pt x="86" y="393"/>
                    </a:cubicBezTo>
                    <a:cubicBezTo>
                      <a:pt x="87" y="393"/>
                      <a:pt x="87" y="393"/>
                      <a:pt x="87" y="393"/>
                    </a:cubicBezTo>
                    <a:cubicBezTo>
                      <a:pt x="89" y="392"/>
                      <a:pt x="89" y="392"/>
                      <a:pt x="89" y="392"/>
                    </a:cubicBezTo>
                    <a:cubicBezTo>
                      <a:pt x="90" y="392"/>
                      <a:pt x="90" y="392"/>
                      <a:pt x="90" y="392"/>
                    </a:cubicBezTo>
                    <a:cubicBezTo>
                      <a:pt x="91" y="392"/>
                      <a:pt x="91" y="392"/>
                      <a:pt x="91" y="392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2" y="390"/>
                      <a:pt x="92" y="390"/>
                      <a:pt x="92" y="390"/>
                    </a:cubicBezTo>
                    <a:cubicBezTo>
                      <a:pt x="92" y="389"/>
                      <a:pt x="92" y="389"/>
                      <a:pt x="92" y="389"/>
                    </a:cubicBezTo>
                    <a:cubicBezTo>
                      <a:pt x="91" y="389"/>
                      <a:pt x="91" y="389"/>
                      <a:pt x="91" y="389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7"/>
                      <a:pt x="90" y="387"/>
                      <a:pt x="90" y="387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3" y="387"/>
                      <a:pt x="93" y="387"/>
                      <a:pt x="93" y="387"/>
                    </a:cubicBezTo>
                    <a:cubicBezTo>
                      <a:pt x="94" y="386"/>
                      <a:pt x="94" y="386"/>
                      <a:pt x="94" y="386"/>
                    </a:cubicBezTo>
                    <a:cubicBezTo>
                      <a:pt x="95" y="385"/>
                      <a:pt x="95" y="385"/>
                      <a:pt x="95" y="385"/>
                    </a:cubicBezTo>
                    <a:cubicBezTo>
                      <a:pt x="94" y="385"/>
                      <a:pt x="94" y="385"/>
                      <a:pt x="94" y="385"/>
                    </a:cubicBezTo>
                    <a:cubicBezTo>
                      <a:pt x="94" y="384"/>
                      <a:pt x="94" y="384"/>
                      <a:pt x="94" y="384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6" y="383"/>
                      <a:pt x="96" y="383"/>
                      <a:pt x="96" y="383"/>
                    </a:cubicBezTo>
                    <a:cubicBezTo>
                      <a:pt x="95" y="381"/>
                      <a:pt x="95" y="381"/>
                      <a:pt x="95" y="381"/>
                    </a:cubicBezTo>
                    <a:cubicBezTo>
                      <a:pt x="96" y="381"/>
                      <a:pt x="96" y="381"/>
                      <a:pt x="96" y="381"/>
                    </a:cubicBezTo>
                    <a:cubicBezTo>
                      <a:pt x="96" y="380"/>
                      <a:pt x="96" y="380"/>
                      <a:pt x="96" y="380"/>
                    </a:cubicBezTo>
                    <a:cubicBezTo>
                      <a:pt x="96" y="379"/>
                      <a:pt x="96" y="379"/>
                      <a:pt x="96" y="379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7" y="375"/>
                      <a:pt x="97" y="375"/>
                      <a:pt x="97" y="375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9" y="372"/>
                      <a:pt x="99" y="372"/>
                      <a:pt x="99" y="372"/>
                    </a:cubicBezTo>
                    <a:cubicBezTo>
                      <a:pt x="100" y="371"/>
                      <a:pt x="100" y="371"/>
                      <a:pt x="100" y="371"/>
                    </a:cubicBezTo>
                    <a:cubicBezTo>
                      <a:pt x="100" y="370"/>
                      <a:pt x="100" y="370"/>
                      <a:pt x="100" y="370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2" y="367"/>
                      <a:pt x="102" y="367"/>
                      <a:pt x="102" y="367"/>
                    </a:cubicBezTo>
                    <a:cubicBezTo>
                      <a:pt x="102" y="366"/>
                      <a:pt x="102" y="366"/>
                      <a:pt x="102" y="366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2" y="365"/>
                      <a:pt x="102" y="365"/>
                      <a:pt x="102" y="365"/>
                    </a:cubicBezTo>
                    <a:cubicBezTo>
                      <a:pt x="102" y="364"/>
                      <a:pt x="102" y="364"/>
                      <a:pt x="102" y="364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4" y="362"/>
                      <a:pt x="104" y="362"/>
                      <a:pt x="104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1" y="361"/>
                      <a:pt x="101" y="361"/>
                      <a:pt x="101" y="361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5" y="362"/>
                      <a:pt x="105" y="362"/>
                      <a:pt x="105" y="362"/>
                    </a:cubicBezTo>
                    <a:cubicBezTo>
                      <a:pt x="105" y="361"/>
                      <a:pt x="105" y="361"/>
                      <a:pt x="105" y="361"/>
                    </a:cubicBezTo>
                    <a:cubicBezTo>
                      <a:pt x="104" y="360"/>
                      <a:pt x="104" y="360"/>
                      <a:pt x="104" y="360"/>
                    </a:cubicBezTo>
                    <a:cubicBezTo>
                      <a:pt x="105" y="360"/>
                      <a:pt x="105" y="360"/>
                      <a:pt x="105" y="360"/>
                    </a:cubicBezTo>
                    <a:cubicBezTo>
                      <a:pt x="106" y="360"/>
                      <a:pt x="106" y="360"/>
                      <a:pt x="106" y="360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61"/>
                      <a:pt x="107" y="361"/>
                      <a:pt x="107" y="361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8" y="356"/>
                      <a:pt x="108" y="356"/>
                      <a:pt x="108" y="356"/>
                    </a:cubicBezTo>
                    <a:cubicBezTo>
                      <a:pt x="107" y="358"/>
                      <a:pt x="107" y="358"/>
                      <a:pt x="107" y="358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6" y="357"/>
                      <a:pt x="106" y="357"/>
                      <a:pt x="106" y="357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3" y="355"/>
                      <a:pt x="103" y="355"/>
                      <a:pt x="103" y="355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4" y="355"/>
                      <a:pt x="104" y="355"/>
                      <a:pt x="104" y="355"/>
                    </a:cubicBezTo>
                    <a:cubicBezTo>
                      <a:pt x="105" y="356"/>
                      <a:pt x="105" y="356"/>
                      <a:pt x="105" y="356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7" y="356"/>
                      <a:pt x="107" y="356"/>
                      <a:pt x="107" y="356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8" y="355"/>
                      <a:pt x="108" y="355"/>
                      <a:pt x="108" y="355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11" y="353"/>
                      <a:pt x="111" y="353"/>
                      <a:pt x="111" y="353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1" y="351"/>
                      <a:pt x="111" y="351"/>
                      <a:pt x="111" y="351"/>
                    </a:cubicBezTo>
                    <a:cubicBezTo>
                      <a:pt x="112" y="351"/>
                      <a:pt x="112" y="351"/>
                      <a:pt x="112" y="351"/>
                    </a:cubicBezTo>
                    <a:cubicBezTo>
                      <a:pt x="113" y="351"/>
                      <a:pt x="113" y="351"/>
                      <a:pt x="113" y="351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5" y="348"/>
                      <a:pt x="115" y="348"/>
                      <a:pt x="115" y="348"/>
                    </a:cubicBezTo>
                    <a:cubicBezTo>
                      <a:pt x="115" y="346"/>
                      <a:pt x="115" y="346"/>
                      <a:pt x="115" y="346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6" y="343"/>
                      <a:pt x="116" y="343"/>
                      <a:pt x="116" y="343"/>
                    </a:cubicBezTo>
                    <a:cubicBezTo>
                      <a:pt x="116" y="342"/>
                      <a:pt x="116" y="342"/>
                      <a:pt x="116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3" y="341"/>
                      <a:pt x="113" y="341"/>
                      <a:pt x="113" y="341"/>
                    </a:cubicBezTo>
                    <a:cubicBezTo>
                      <a:pt x="112" y="341"/>
                      <a:pt x="112" y="341"/>
                      <a:pt x="112" y="341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1" y="340"/>
                      <a:pt x="111" y="340"/>
                      <a:pt x="111" y="340"/>
                    </a:cubicBezTo>
                    <a:cubicBezTo>
                      <a:pt x="113" y="340"/>
                      <a:pt x="113" y="340"/>
                      <a:pt x="113" y="340"/>
                    </a:cubicBezTo>
                    <a:cubicBezTo>
                      <a:pt x="114" y="340"/>
                      <a:pt x="114" y="340"/>
                      <a:pt x="114" y="340"/>
                    </a:cubicBezTo>
                    <a:cubicBezTo>
                      <a:pt x="115" y="339"/>
                      <a:pt x="115" y="339"/>
                      <a:pt x="115" y="339"/>
                    </a:cubicBezTo>
                    <a:cubicBezTo>
                      <a:pt x="116" y="340"/>
                      <a:pt x="116" y="340"/>
                      <a:pt x="116" y="340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9" y="340"/>
                      <a:pt x="119" y="340"/>
                      <a:pt x="119" y="340"/>
                    </a:cubicBezTo>
                    <a:cubicBezTo>
                      <a:pt x="118" y="337"/>
                      <a:pt x="118" y="337"/>
                      <a:pt x="118" y="337"/>
                    </a:cubicBezTo>
                    <a:cubicBezTo>
                      <a:pt x="119" y="336"/>
                      <a:pt x="119" y="336"/>
                      <a:pt x="119" y="336"/>
                    </a:cubicBezTo>
                    <a:cubicBezTo>
                      <a:pt x="118" y="335"/>
                      <a:pt x="118" y="335"/>
                      <a:pt x="118" y="335"/>
                    </a:cubicBezTo>
                    <a:cubicBezTo>
                      <a:pt x="117" y="334"/>
                      <a:pt x="117" y="334"/>
                      <a:pt x="117" y="334"/>
                    </a:cubicBezTo>
                    <a:cubicBezTo>
                      <a:pt x="116" y="332"/>
                      <a:pt x="116" y="332"/>
                      <a:pt x="116" y="332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2"/>
                      <a:pt x="115" y="332"/>
                      <a:pt x="115" y="332"/>
                    </a:cubicBezTo>
                    <a:cubicBezTo>
                      <a:pt x="115" y="331"/>
                      <a:pt x="115" y="331"/>
                      <a:pt x="115" y="331"/>
                    </a:cubicBezTo>
                    <a:cubicBezTo>
                      <a:pt x="117" y="332"/>
                      <a:pt x="117" y="332"/>
                      <a:pt x="117" y="332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8" y="331"/>
                      <a:pt x="118" y="331"/>
                      <a:pt x="118" y="331"/>
                    </a:cubicBezTo>
                    <a:cubicBezTo>
                      <a:pt x="118" y="332"/>
                      <a:pt x="118" y="332"/>
                      <a:pt x="118" y="332"/>
                    </a:cubicBezTo>
                    <a:cubicBezTo>
                      <a:pt x="119" y="333"/>
                      <a:pt x="119" y="333"/>
                      <a:pt x="119" y="333"/>
                    </a:cubicBezTo>
                    <a:cubicBezTo>
                      <a:pt x="120" y="333"/>
                      <a:pt x="120" y="333"/>
                      <a:pt x="120" y="333"/>
                    </a:cubicBezTo>
                    <a:cubicBezTo>
                      <a:pt x="122" y="331"/>
                      <a:pt x="122" y="331"/>
                      <a:pt x="122" y="331"/>
                    </a:cubicBezTo>
                    <a:cubicBezTo>
                      <a:pt x="122" y="330"/>
                      <a:pt x="122" y="330"/>
                      <a:pt x="122" y="330"/>
                    </a:cubicBezTo>
                    <a:cubicBezTo>
                      <a:pt x="123" y="330"/>
                      <a:pt x="123" y="330"/>
                      <a:pt x="123" y="330"/>
                    </a:cubicBezTo>
                    <a:cubicBezTo>
                      <a:pt x="124" y="331"/>
                      <a:pt x="124" y="331"/>
                      <a:pt x="124" y="331"/>
                    </a:cubicBezTo>
                    <a:cubicBezTo>
                      <a:pt x="125" y="330"/>
                      <a:pt x="125" y="330"/>
                      <a:pt x="125" y="330"/>
                    </a:cubicBez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3" y="329"/>
                      <a:pt x="123" y="329"/>
                      <a:pt x="123" y="329"/>
                    </a:cubicBezTo>
                    <a:cubicBezTo>
                      <a:pt x="123" y="328"/>
                      <a:pt x="123" y="328"/>
                      <a:pt x="123" y="328"/>
                    </a:cubicBezTo>
                    <a:cubicBezTo>
                      <a:pt x="122" y="326"/>
                      <a:pt x="122" y="326"/>
                      <a:pt x="122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4" y="327"/>
                      <a:pt x="124" y="327"/>
                      <a:pt x="124" y="327"/>
                    </a:cubicBezTo>
                    <a:cubicBezTo>
                      <a:pt x="125" y="327"/>
                      <a:pt x="125" y="327"/>
                      <a:pt x="125" y="327"/>
                    </a:cubicBezTo>
                    <a:cubicBezTo>
                      <a:pt x="124" y="328"/>
                      <a:pt x="124" y="328"/>
                      <a:pt x="124" y="328"/>
                    </a:cubicBezTo>
                    <a:cubicBezTo>
                      <a:pt x="126" y="330"/>
                      <a:pt x="126" y="330"/>
                      <a:pt x="126" y="330"/>
                    </a:cubicBezTo>
                    <a:cubicBezTo>
                      <a:pt x="126" y="328"/>
                      <a:pt x="126" y="328"/>
                      <a:pt x="126" y="328"/>
                    </a:cubicBezTo>
                    <a:cubicBezTo>
                      <a:pt x="126" y="327"/>
                      <a:pt x="126" y="327"/>
                      <a:pt x="126" y="327"/>
                    </a:cubicBezTo>
                    <a:cubicBezTo>
                      <a:pt x="127" y="326"/>
                      <a:pt x="127" y="326"/>
                      <a:pt x="127" y="326"/>
                    </a:cubicBezTo>
                    <a:cubicBezTo>
                      <a:pt x="127" y="327"/>
                      <a:pt x="127" y="327"/>
                      <a:pt x="127" y="327"/>
                    </a:cubicBezTo>
                    <a:cubicBezTo>
                      <a:pt x="128" y="328"/>
                      <a:pt x="128" y="328"/>
                      <a:pt x="128" y="328"/>
                    </a:cubicBezTo>
                    <a:cubicBezTo>
                      <a:pt x="130" y="327"/>
                      <a:pt x="130" y="327"/>
                      <a:pt x="130" y="327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1" y="327"/>
                      <a:pt x="131" y="327"/>
                      <a:pt x="131" y="327"/>
                    </a:cubicBezTo>
                    <a:cubicBezTo>
                      <a:pt x="132" y="327"/>
                      <a:pt x="132" y="327"/>
                      <a:pt x="132" y="327"/>
                    </a:cubicBezTo>
                    <a:cubicBezTo>
                      <a:pt x="134" y="326"/>
                      <a:pt x="134" y="326"/>
                      <a:pt x="134" y="326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3"/>
                      <a:pt x="134" y="323"/>
                      <a:pt x="134" y="323"/>
                    </a:cubicBezTo>
                    <a:cubicBezTo>
                      <a:pt x="133" y="322"/>
                      <a:pt x="133" y="322"/>
                      <a:pt x="133" y="322"/>
                    </a:cubicBezTo>
                    <a:cubicBezTo>
                      <a:pt x="135" y="322"/>
                      <a:pt x="135" y="322"/>
                      <a:pt x="135" y="322"/>
                    </a:cubicBezTo>
                    <a:cubicBezTo>
                      <a:pt x="136" y="321"/>
                      <a:pt x="136" y="321"/>
                      <a:pt x="136" y="321"/>
                    </a:cubicBezTo>
                    <a:cubicBezTo>
                      <a:pt x="136" y="320"/>
                      <a:pt x="136" y="320"/>
                      <a:pt x="136" y="320"/>
                    </a:cubicBezTo>
                    <a:cubicBezTo>
                      <a:pt x="137" y="319"/>
                      <a:pt x="137" y="319"/>
                      <a:pt x="137" y="319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7" y="317"/>
                      <a:pt x="137" y="317"/>
                      <a:pt x="137" y="317"/>
                    </a:cubicBezTo>
                    <a:cubicBezTo>
                      <a:pt x="138" y="317"/>
                      <a:pt x="138" y="317"/>
                      <a:pt x="138" y="317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7" y="320"/>
                      <a:pt x="137" y="320"/>
                      <a:pt x="137" y="320"/>
                    </a:cubicBezTo>
                    <a:cubicBezTo>
                      <a:pt x="137" y="321"/>
                      <a:pt x="137" y="321"/>
                      <a:pt x="137" y="321"/>
                    </a:cubicBezTo>
                    <a:cubicBezTo>
                      <a:pt x="137" y="322"/>
                      <a:pt x="137" y="322"/>
                      <a:pt x="137" y="322"/>
                    </a:cubicBezTo>
                    <a:cubicBezTo>
                      <a:pt x="136" y="322"/>
                      <a:pt x="136" y="322"/>
                      <a:pt x="136" y="322"/>
                    </a:cubicBezTo>
                    <a:cubicBezTo>
                      <a:pt x="135" y="323"/>
                      <a:pt x="135" y="323"/>
                      <a:pt x="135" y="323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6"/>
                      <a:pt x="135" y="326"/>
                      <a:pt x="135" y="326"/>
                    </a:cubicBezTo>
                    <a:cubicBezTo>
                      <a:pt x="136" y="327"/>
                      <a:pt x="136" y="327"/>
                      <a:pt x="136" y="327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38" y="327"/>
                      <a:pt x="138" y="327"/>
                      <a:pt x="138" y="327"/>
                    </a:cubicBezTo>
                    <a:cubicBezTo>
                      <a:pt x="139" y="327"/>
                      <a:pt x="139" y="327"/>
                      <a:pt x="139" y="327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39" y="324"/>
                      <a:pt x="139" y="324"/>
                      <a:pt x="139" y="324"/>
                    </a:cubicBezTo>
                    <a:cubicBezTo>
                      <a:pt x="140" y="324"/>
                      <a:pt x="140" y="324"/>
                      <a:pt x="140" y="324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1" y="323"/>
                      <a:pt x="141" y="323"/>
                      <a:pt x="141" y="323"/>
                    </a:cubicBezTo>
                    <a:cubicBezTo>
                      <a:pt x="141" y="324"/>
                      <a:pt x="141" y="324"/>
                      <a:pt x="141" y="324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40" y="326"/>
                      <a:pt x="140" y="326"/>
                      <a:pt x="140" y="326"/>
                    </a:cubicBezTo>
                    <a:cubicBezTo>
                      <a:pt x="141" y="327"/>
                      <a:pt x="141" y="327"/>
                      <a:pt x="141" y="327"/>
                    </a:cubicBezTo>
                    <a:cubicBezTo>
                      <a:pt x="142" y="326"/>
                      <a:pt x="142" y="326"/>
                      <a:pt x="142" y="326"/>
                    </a:cubicBezTo>
                    <a:cubicBezTo>
                      <a:pt x="142" y="325"/>
                      <a:pt x="142" y="325"/>
                      <a:pt x="142" y="325"/>
                    </a:cubicBezTo>
                    <a:cubicBezTo>
                      <a:pt x="143" y="324"/>
                      <a:pt x="143" y="324"/>
                      <a:pt x="143" y="324"/>
                    </a:cubicBezTo>
                    <a:cubicBezTo>
                      <a:pt x="143" y="323"/>
                      <a:pt x="143" y="323"/>
                      <a:pt x="143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2"/>
                      <a:pt x="148" y="322"/>
                      <a:pt x="148" y="322"/>
                    </a:cubicBezTo>
                    <a:cubicBezTo>
                      <a:pt x="150" y="321"/>
                      <a:pt x="150" y="321"/>
                      <a:pt x="150" y="321"/>
                    </a:cubicBezTo>
                    <a:cubicBezTo>
                      <a:pt x="151" y="321"/>
                      <a:pt x="151" y="321"/>
                      <a:pt x="151" y="321"/>
                    </a:cubicBezTo>
                    <a:cubicBezTo>
                      <a:pt x="152" y="320"/>
                      <a:pt x="152" y="320"/>
                      <a:pt x="152" y="320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2" y="318"/>
                      <a:pt x="152" y="318"/>
                      <a:pt x="152" y="318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3" y="318"/>
                      <a:pt x="153" y="318"/>
                      <a:pt x="153" y="318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4" y="319"/>
                      <a:pt x="154" y="319"/>
                      <a:pt x="154" y="319"/>
                    </a:cubicBezTo>
                    <a:cubicBezTo>
                      <a:pt x="155" y="319"/>
                      <a:pt x="155" y="319"/>
                      <a:pt x="155" y="319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9" y="316"/>
                      <a:pt x="159" y="316"/>
                      <a:pt x="159" y="316"/>
                    </a:cubicBezTo>
                    <a:cubicBezTo>
                      <a:pt x="160" y="315"/>
                      <a:pt x="160" y="315"/>
                      <a:pt x="160" y="315"/>
                    </a:cubicBezTo>
                    <a:cubicBezTo>
                      <a:pt x="161" y="314"/>
                      <a:pt x="161" y="314"/>
                      <a:pt x="161" y="314"/>
                    </a:cubicBezTo>
                    <a:cubicBezTo>
                      <a:pt x="162" y="313"/>
                      <a:pt x="162" y="313"/>
                      <a:pt x="162" y="313"/>
                    </a:cubicBezTo>
                    <a:cubicBezTo>
                      <a:pt x="161" y="312"/>
                      <a:pt x="161" y="312"/>
                      <a:pt x="161" y="312"/>
                    </a:cubicBezTo>
                    <a:cubicBezTo>
                      <a:pt x="162" y="311"/>
                      <a:pt x="162" y="311"/>
                      <a:pt x="162" y="311"/>
                    </a:cubicBezTo>
                    <a:cubicBezTo>
                      <a:pt x="163" y="310"/>
                      <a:pt x="163" y="310"/>
                      <a:pt x="163" y="310"/>
                    </a:cubicBezTo>
                    <a:cubicBezTo>
                      <a:pt x="164" y="309"/>
                      <a:pt x="164" y="309"/>
                      <a:pt x="164" y="309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5" y="307"/>
                      <a:pt x="165" y="307"/>
                      <a:pt x="165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7" y="306"/>
                      <a:pt x="167" y="306"/>
                      <a:pt x="167" y="306"/>
                    </a:cubicBezTo>
                    <a:cubicBezTo>
                      <a:pt x="167" y="307"/>
                      <a:pt x="167" y="307"/>
                      <a:pt x="167" y="307"/>
                    </a:cubicBezTo>
                    <a:cubicBezTo>
                      <a:pt x="168" y="305"/>
                      <a:pt x="168" y="305"/>
                      <a:pt x="168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70" y="303"/>
                      <a:pt x="170" y="303"/>
                      <a:pt x="170" y="303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1" y="301"/>
                      <a:pt x="171" y="301"/>
                      <a:pt x="171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5" y="300"/>
                      <a:pt x="175" y="300"/>
                      <a:pt x="175" y="300"/>
                    </a:cubicBezTo>
                    <a:cubicBezTo>
                      <a:pt x="176" y="299"/>
                      <a:pt x="176" y="299"/>
                      <a:pt x="176" y="299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6" y="294"/>
                      <a:pt x="176" y="294"/>
                      <a:pt x="176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8" y="297"/>
                      <a:pt x="178" y="297"/>
                      <a:pt x="178" y="297"/>
                    </a:cubicBezTo>
                    <a:cubicBezTo>
                      <a:pt x="180" y="297"/>
                      <a:pt x="180" y="297"/>
                      <a:pt x="180" y="297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1" y="297"/>
                      <a:pt x="181" y="297"/>
                      <a:pt x="181" y="297"/>
                    </a:cubicBezTo>
                    <a:cubicBezTo>
                      <a:pt x="183" y="297"/>
                      <a:pt x="183" y="297"/>
                      <a:pt x="183" y="297"/>
                    </a:cubicBezTo>
                    <a:cubicBezTo>
                      <a:pt x="184" y="297"/>
                      <a:pt x="184" y="297"/>
                      <a:pt x="184" y="297"/>
                    </a:cubicBezTo>
                    <a:cubicBezTo>
                      <a:pt x="184" y="296"/>
                      <a:pt x="184" y="296"/>
                      <a:pt x="184" y="296"/>
                    </a:cubicBezTo>
                    <a:cubicBezTo>
                      <a:pt x="186" y="296"/>
                      <a:pt x="186" y="296"/>
                      <a:pt x="186" y="296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8" y="295"/>
                      <a:pt x="188" y="295"/>
                      <a:pt x="188" y="295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90" y="295"/>
                      <a:pt x="190" y="295"/>
                      <a:pt x="190" y="295"/>
                    </a:cubicBezTo>
                    <a:cubicBezTo>
                      <a:pt x="190" y="296"/>
                      <a:pt x="190" y="296"/>
                      <a:pt x="190" y="296"/>
                    </a:cubicBezTo>
                    <a:cubicBezTo>
                      <a:pt x="191" y="296"/>
                      <a:pt x="191" y="296"/>
                      <a:pt x="191" y="296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4" y="295"/>
                      <a:pt x="194" y="295"/>
                      <a:pt x="194" y="295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6" y="294"/>
                      <a:pt x="196" y="294"/>
                      <a:pt x="196" y="294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8" y="293"/>
                      <a:pt x="198" y="293"/>
                      <a:pt x="198" y="293"/>
                    </a:cubicBezTo>
                    <a:cubicBezTo>
                      <a:pt x="199" y="292"/>
                      <a:pt x="199" y="292"/>
                      <a:pt x="199" y="292"/>
                    </a:cubicBezTo>
                    <a:cubicBezTo>
                      <a:pt x="200" y="293"/>
                      <a:pt x="200" y="293"/>
                      <a:pt x="200" y="293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1" y="291"/>
                      <a:pt x="201" y="291"/>
                      <a:pt x="201" y="291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3" y="293"/>
                      <a:pt x="203" y="293"/>
                      <a:pt x="203" y="293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5" y="292"/>
                      <a:pt x="205" y="292"/>
                      <a:pt x="205" y="292"/>
                    </a:cubicBezTo>
                    <a:cubicBezTo>
                      <a:pt x="206" y="292"/>
                      <a:pt x="206" y="292"/>
                      <a:pt x="206" y="292"/>
                    </a:cubicBezTo>
                    <a:cubicBezTo>
                      <a:pt x="206" y="291"/>
                      <a:pt x="206" y="291"/>
                      <a:pt x="206" y="291"/>
                    </a:cubicBezTo>
                    <a:cubicBezTo>
                      <a:pt x="207" y="290"/>
                      <a:pt x="207" y="290"/>
                      <a:pt x="207" y="290"/>
                    </a:cubicBezTo>
                    <a:cubicBezTo>
                      <a:pt x="208" y="290"/>
                      <a:pt x="208" y="290"/>
                      <a:pt x="208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1" y="291"/>
                      <a:pt x="211" y="291"/>
                      <a:pt x="211" y="291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4" y="289"/>
                      <a:pt x="214" y="289"/>
                      <a:pt x="214" y="289"/>
                    </a:cubicBezTo>
                    <a:cubicBezTo>
                      <a:pt x="214" y="288"/>
                      <a:pt x="214" y="288"/>
                      <a:pt x="214" y="288"/>
                    </a:cubicBezTo>
                    <a:cubicBezTo>
                      <a:pt x="215" y="288"/>
                      <a:pt x="215" y="288"/>
                      <a:pt x="215" y="288"/>
                    </a:cubicBezTo>
                    <a:cubicBezTo>
                      <a:pt x="216" y="287"/>
                      <a:pt x="216" y="287"/>
                      <a:pt x="216" y="287"/>
                    </a:cubicBezTo>
                    <a:lnTo>
                      <a:pt x="216" y="286"/>
                    </a:lnTo>
                    <a:close/>
                    <a:moveTo>
                      <a:pt x="231" y="276"/>
                    </a:move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6"/>
                      <a:pt x="231" y="276"/>
                      <a:pt x="231" y="276"/>
                    </a:cubicBezTo>
                    <a:close/>
                    <a:moveTo>
                      <a:pt x="229" y="277"/>
                    </a:move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8"/>
                      <a:pt x="229" y="278"/>
                      <a:pt x="229" y="278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lnTo>
                      <a:pt x="229" y="277"/>
                    </a:lnTo>
                    <a:close/>
                    <a:moveTo>
                      <a:pt x="236" y="229"/>
                    </a:move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lose/>
                    <a:moveTo>
                      <a:pt x="261" y="202"/>
                    </a:moveTo>
                    <a:cubicBezTo>
                      <a:pt x="261" y="202"/>
                      <a:pt x="261" y="202"/>
                      <a:pt x="261" y="202"/>
                    </a:cubicBezTo>
                    <a:cubicBezTo>
                      <a:pt x="261" y="202"/>
                      <a:pt x="261" y="202"/>
                      <a:pt x="261" y="202"/>
                    </a:cubicBezTo>
                    <a:close/>
                    <a:moveTo>
                      <a:pt x="254" y="198"/>
                    </a:move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4" y="197"/>
                      <a:pt x="254" y="197"/>
                      <a:pt x="254" y="197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4" y="198"/>
                      <a:pt x="254" y="198"/>
                      <a:pt x="254" y="198"/>
                    </a:cubicBezTo>
                    <a:close/>
                    <a:moveTo>
                      <a:pt x="275" y="94"/>
                    </a:moveTo>
                    <a:cubicBezTo>
                      <a:pt x="275" y="94"/>
                      <a:pt x="275" y="94"/>
                      <a:pt x="275" y="94"/>
                    </a:cubicBezTo>
                    <a:cubicBezTo>
                      <a:pt x="278" y="96"/>
                      <a:pt x="278" y="96"/>
                      <a:pt x="278" y="96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80" y="97"/>
                      <a:pt x="280" y="97"/>
                      <a:pt x="280" y="97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77" y="98"/>
                      <a:pt x="277" y="98"/>
                      <a:pt x="277" y="98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76" y="97"/>
                      <a:pt x="276" y="97"/>
                      <a:pt x="276" y="97"/>
                    </a:cubicBezTo>
                    <a:cubicBezTo>
                      <a:pt x="276" y="95"/>
                      <a:pt x="276" y="95"/>
                      <a:pt x="276" y="95"/>
                    </a:cubicBezTo>
                    <a:lnTo>
                      <a:pt x="275" y="94"/>
                    </a:lnTo>
                    <a:close/>
                    <a:moveTo>
                      <a:pt x="272" y="94"/>
                    </a:moveTo>
                    <a:cubicBezTo>
                      <a:pt x="273" y="94"/>
                      <a:pt x="273" y="94"/>
                      <a:pt x="273" y="94"/>
                    </a:cubicBezTo>
                    <a:cubicBezTo>
                      <a:pt x="273" y="94"/>
                      <a:pt x="273" y="94"/>
                      <a:pt x="273" y="94"/>
                    </a:cubicBezTo>
                    <a:cubicBezTo>
                      <a:pt x="274" y="94"/>
                      <a:pt x="274" y="94"/>
                      <a:pt x="274" y="94"/>
                    </a:cubicBezTo>
                    <a:cubicBezTo>
                      <a:pt x="272" y="95"/>
                      <a:pt x="272" y="95"/>
                      <a:pt x="272" y="95"/>
                    </a:cubicBezTo>
                    <a:lnTo>
                      <a:pt x="272" y="94"/>
                    </a:lnTo>
                    <a:close/>
                    <a:moveTo>
                      <a:pt x="270" y="99"/>
                    </a:moveTo>
                    <a:cubicBezTo>
                      <a:pt x="269" y="98"/>
                      <a:pt x="269" y="98"/>
                      <a:pt x="269" y="98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71" y="96"/>
                      <a:pt x="271" y="96"/>
                      <a:pt x="271" y="96"/>
                    </a:cubicBezTo>
                    <a:cubicBezTo>
                      <a:pt x="271" y="95"/>
                      <a:pt x="271" y="95"/>
                      <a:pt x="271" y="95"/>
                    </a:cubicBezTo>
                    <a:cubicBezTo>
                      <a:pt x="271" y="97"/>
                      <a:pt x="271" y="97"/>
                      <a:pt x="271" y="97"/>
                    </a:cubicBezTo>
                    <a:cubicBezTo>
                      <a:pt x="271" y="99"/>
                      <a:pt x="271" y="99"/>
                      <a:pt x="271" y="99"/>
                    </a:cubicBezTo>
                    <a:cubicBezTo>
                      <a:pt x="272" y="99"/>
                      <a:pt x="272" y="99"/>
                      <a:pt x="272" y="99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74" y="98"/>
                      <a:pt x="274" y="98"/>
                      <a:pt x="274" y="98"/>
                    </a:cubicBezTo>
                    <a:cubicBezTo>
                      <a:pt x="273" y="99"/>
                      <a:pt x="273" y="99"/>
                      <a:pt x="273" y="99"/>
                    </a:cubicBezTo>
                    <a:cubicBezTo>
                      <a:pt x="272" y="100"/>
                      <a:pt x="272" y="100"/>
                      <a:pt x="272" y="100"/>
                    </a:cubicBezTo>
                    <a:cubicBezTo>
                      <a:pt x="270" y="101"/>
                      <a:pt x="270" y="101"/>
                      <a:pt x="270" y="101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70" y="100"/>
                      <a:pt x="270" y="100"/>
                      <a:pt x="270" y="100"/>
                    </a:cubicBezTo>
                    <a:lnTo>
                      <a:pt x="270" y="99"/>
                    </a:lnTo>
                    <a:close/>
                    <a:moveTo>
                      <a:pt x="260" y="138"/>
                    </a:move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lose/>
                    <a:moveTo>
                      <a:pt x="251" y="202"/>
                    </a:moveTo>
                    <a:cubicBezTo>
                      <a:pt x="251" y="202"/>
                      <a:pt x="251" y="202"/>
                      <a:pt x="251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lnTo>
                      <a:pt x="251" y="202"/>
                    </a:lnTo>
                    <a:close/>
                    <a:moveTo>
                      <a:pt x="250" y="184"/>
                    </a:move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0" y="186"/>
                      <a:pt x="250" y="186"/>
                      <a:pt x="250" y="186"/>
                    </a:cubicBezTo>
                    <a:cubicBezTo>
                      <a:pt x="250" y="185"/>
                      <a:pt x="250" y="185"/>
                      <a:pt x="250" y="185"/>
                    </a:cubicBezTo>
                    <a:lnTo>
                      <a:pt x="250" y="184"/>
                    </a:lnTo>
                    <a:close/>
                    <a:moveTo>
                      <a:pt x="248" y="202"/>
                    </a:move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7" y="202"/>
                      <a:pt x="247" y="202"/>
                      <a:pt x="247" y="202"/>
                    </a:cubicBezTo>
                    <a:lnTo>
                      <a:pt x="248" y="202"/>
                    </a:lnTo>
                    <a:close/>
                    <a:moveTo>
                      <a:pt x="243" y="85"/>
                    </a:moveTo>
                    <a:cubicBezTo>
                      <a:pt x="244" y="84"/>
                      <a:pt x="244" y="84"/>
                      <a:pt x="244" y="84"/>
                    </a:cubicBezTo>
                    <a:cubicBezTo>
                      <a:pt x="245" y="83"/>
                      <a:pt x="245" y="83"/>
                      <a:pt x="245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4" y="84"/>
                      <a:pt x="244" y="84"/>
                      <a:pt x="244" y="84"/>
                    </a:cubicBezTo>
                    <a:cubicBezTo>
                      <a:pt x="243" y="85"/>
                      <a:pt x="243" y="85"/>
                      <a:pt x="243" y="85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2" y="85"/>
                      <a:pt x="242" y="85"/>
                      <a:pt x="242" y="85"/>
                    </a:cubicBezTo>
                    <a:lnTo>
                      <a:pt x="243" y="85"/>
                    </a:lnTo>
                    <a:close/>
                    <a:moveTo>
                      <a:pt x="230" y="226"/>
                    </a:moveTo>
                    <a:cubicBezTo>
                      <a:pt x="230" y="226"/>
                      <a:pt x="230" y="226"/>
                      <a:pt x="230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lnTo>
                      <a:pt x="230" y="226"/>
                    </a:lnTo>
                    <a:close/>
                    <a:moveTo>
                      <a:pt x="226" y="227"/>
                    </a:move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lose/>
                    <a:moveTo>
                      <a:pt x="215" y="264"/>
                    </a:moveTo>
                    <a:cubicBezTo>
                      <a:pt x="215" y="264"/>
                      <a:pt x="215" y="264"/>
                      <a:pt x="215" y="264"/>
                    </a:cubicBezTo>
                    <a:cubicBezTo>
                      <a:pt x="215" y="264"/>
                      <a:pt x="215" y="264"/>
                      <a:pt x="215" y="264"/>
                    </a:cubicBezTo>
                    <a:close/>
                    <a:moveTo>
                      <a:pt x="221" y="255"/>
                    </a:move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19" y="256"/>
                      <a:pt x="219" y="256"/>
                      <a:pt x="219" y="256"/>
                    </a:cubicBezTo>
                    <a:cubicBezTo>
                      <a:pt x="219" y="255"/>
                      <a:pt x="219" y="255"/>
                      <a:pt x="219" y="255"/>
                    </a:cubicBezTo>
                    <a:lnTo>
                      <a:pt x="221" y="255"/>
                    </a:lnTo>
                    <a:close/>
                    <a:moveTo>
                      <a:pt x="224" y="227"/>
                    </a:move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9"/>
                      <a:pt x="225" y="229"/>
                      <a:pt x="225" y="229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lnTo>
                      <a:pt x="224" y="227"/>
                    </a:lnTo>
                    <a:close/>
                    <a:moveTo>
                      <a:pt x="223" y="221"/>
                    </a:move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1"/>
                      <a:pt x="223" y="221"/>
                      <a:pt x="223" y="221"/>
                    </a:cubicBezTo>
                    <a:close/>
                    <a:moveTo>
                      <a:pt x="220" y="221"/>
                    </a:moveTo>
                    <a:cubicBezTo>
                      <a:pt x="221" y="221"/>
                      <a:pt x="221" y="221"/>
                      <a:pt x="221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0"/>
                      <a:pt x="219" y="220"/>
                      <a:pt x="219" y="220"/>
                    </a:cubicBezTo>
                    <a:lnTo>
                      <a:pt x="220" y="221"/>
                    </a:lnTo>
                    <a:close/>
                    <a:moveTo>
                      <a:pt x="219" y="228"/>
                    </a:move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2" y="228"/>
                      <a:pt x="222" y="228"/>
                      <a:pt x="222" y="228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0" y="229"/>
                      <a:pt x="220" y="229"/>
                      <a:pt x="220" y="229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9" y="229"/>
                      <a:pt x="219" y="229"/>
                      <a:pt x="219" y="229"/>
                    </a:cubicBezTo>
                    <a:lnTo>
                      <a:pt x="219" y="228"/>
                    </a:lnTo>
                    <a:close/>
                    <a:moveTo>
                      <a:pt x="215" y="248"/>
                    </a:moveTo>
                    <a:cubicBezTo>
                      <a:pt x="216" y="249"/>
                      <a:pt x="216" y="249"/>
                      <a:pt x="216" y="249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9" y="248"/>
                      <a:pt x="219" y="248"/>
                      <a:pt x="219" y="248"/>
                    </a:cubicBezTo>
                    <a:cubicBezTo>
                      <a:pt x="219" y="249"/>
                      <a:pt x="219" y="249"/>
                      <a:pt x="219" y="249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8" y="250"/>
                      <a:pt x="218" y="250"/>
                      <a:pt x="218" y="250"/>
                    </a:cubicBezTo>
                    <a:cubicBezTo>
                      <a:pt x="214" y="249"/>
                      <a:pt x="214" y="249"/>
                      <a:pt x="214" y="249"/>
                    </a:cubicBezTo>
                    <a:cubicBezTo>
                      <a:pt x="214" y="249"/>
                      <a:pt x="214" y="249"/>
                      <a:pt x="214" y="249"/>
                    </a:cubicBezTo>
                    <a:lnTo>
                      <a:pt x="215" y="248"/>
                    </a:lnTo>
                    <a:close/>
                    <a:moveTo>
                      <a:pt x="217" y="257"/>
                    </a:moveTo>
                    <a:cubicBezTo>
                      <a:pt x="217" y="257"/>
                      <a:pt x="217" y="257"/>
                      <a:pt x="217" y="257"/>
                    </a:cubicBezTo>
                    <a:cubicBezTo>
                      <a:pt x="214" y="258"/>
                      <a:pt x="214" y="258"/>
                      <a:pt x="214" y="258"/>
                    </a:cubicBezTo>
                    <a:cubicBezTo>
                      <a:pt x="214" y="258"/>
                      <a:pt x="214" y="258"/>
                      <a:pt x="214" y="258"/>
                    </a:cubicBezTo>
                    <a:lnTo>
                      <a:pt x="217" y="257"/>
                    </a:lnTo>
                    <a:close/>
                    <a:moveTo>
                      <a:pt x="224" y="14"/>
                    </a:moveTo>
                    <a:cubicBezTo>
                      <a:pt x="224" y="13"/>
                      <a:pt x="224" y="13"/>
                      <a:pt x="224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4" y="14"/>
                      <a:pt x="224" y="14"/>
                      <a:pt x="224" y="14"/>
                    </a:cubicBezTo>
                    <a:cubicBezTo>
                      <a:pt x="224" y="16"/>
                      <a:pt x="224" y="16"/>
                      <a:pt x="224" y="16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3" y="14"/>
                      <a:pt x="223" y="14"/>
                      <a:pt x="223" y="14"/>
                    </a:cubicBezTo>
                    <a:lnTo>
                      <a:pt x="224" y="14"/>
                    </a:lnTo>
                    <a:close/>
                    <a:moveTo>
                      <a:pt x="18" y="123"/>
                    </a:moveTo>
                    <a:cubicBezTo>
                      <a:pt x="16" y="122"/>
                      <a:pt x="16" y="122"/>
                      <a:pt x="16" y="122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9" y="123"/>
                      <a:pt x="19" y="123"/>
                      <a:pt x="19" y="123"/>
                    </a:cubicBezTo>
                    <a:lnTo>
                      <a:pt x="18" y="123"/>
                    </a:lnTo>
                    <a:close/>
                    <a:moveTo>
                      <a:pt x="57" y="209"/>
                    </a:moveTo>
                    <a:cubicBezTo>
                      <a:pt x="57" y="209"/>
                      <a:pt x="57" y="209"/>
                      <a:pt x="57" y="209"/>
                    </a:cubicBezTo>
                    <a:cubicBezTo>
                      <a:pt x="57" y="209"/>
                      <a:pt x="57" y="209"/>
                      <a:pt x="57" y="209"/>
                    </a:cubicBezTo>
                    <a:close/>
                    <a:moveTo>
                      <a:pt x="59" y="206"/>
                    </a:moveTo>
                    <a:cubicBezTo>
                      <a:pt x="59" y="206"/>
                      <a:pt x="59" y="206"/>
                      <a:pt x="59" y="206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7" y="206"/>
                      <a:pt x="57" y="206"/>
                      <a:pt x="57" y="206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8" y="205"/>
                      <a:pt x="58" y="205"/>
                      <a:pt x="58" y="205"/>
                    </a:cubicBezTo>
                    <a:cubicBezTo>
                      <a:pt x="59" y="205"/>
                      <a:pt x="59" y="205"/>
                      <a:pt x="59" y="205"/>
                    </a:cubicBezTo>
                    <a:lnTo>
                      <a:pt x="59" y="206"/>
                    </a:lnTo>
                    <a:close/>
                    <a:moveTo>
                      <a:pt x="60" y="184"/>
                    </a:moveTo>
                    <a:cubicBezTo>
                      <a:pt x="59" y="185"/>
                      <a:pt x="59" y="185"/>
                      <a:pt x="59" y="185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4"/>
                      <a:pt x="60" y="184"/>
                      <a:pt x="60" y="184"/>
                    </a:cubicBezTo>
                    <a:close/>
                    <a:moveTo>
                      <a:pt x="55" y="217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7"/>
                      <a:pt x="56" y="217"/>
                      <a:pt x="56" y="217"/>
                    </a:cubicBezTo>
                    <a:lnTo>
                      <a:pt x="55" y="217"/>
                    </a:lnTo>
                    <a:close/>
                    <a:moveTo>
                      <a:pt x="56" y="216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lose/>
                    <a:moveTo>
                      <a:pt x="57" y="221"/>
                    </a:move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7" y="220"/>
                      <a:pt x="57" y="220"/>
                      <a:pt x="57" y="220"/>
                    </a:cubicBezTo>
                    <a:cubicBezTo>
                      <a:pt x="58" y="221"/>
                      <a:pt x="58" y="221"/>
                      <a:pt x="58" y="221"/>
                    </a:cubicBezTo>
                    <a:cubicBezTo>
                      <a:pt x="58" y="221"/>
                      <a:pt x="58" y="221"/>
                      <a:pt x="58" y="221"/>
                    </a:cubicBezTo>
                    <a:lnTo>
                      <a:pt x="57" y="221"/>
                    </a:lnTo>
                    <a:close/>
                    <a:moveTo>
                      <a:pt x="65" y="233"/>
                    </a:moveTo>
                    <a:cubicBezTo>
                      <a:pt x="64" y="232"/>
                      <a:pt x="64" y="232"/>
                      <a:pt x="64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5" y="232"/>
                      <a:pt x="65" y="232"/>
                      <a:pt x="65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3"/>
                      <a:pt x="66" y="233"/>
                      <a:pt x="66" y="233"/>
                    </a:cubicBezTo>
                    <a:lnTo>
                      <a:pt x="65" y="233"/>
                    </a:lnTo>
                    <a:close/>
                    <a:moveTo>
                      <a:pt x="66" y="239"/>
                    </a:moveTo>
                    <a:cubicBezTo>
                      <a:pt x="66" y="240"/>
                      <a:pt x="66" y="240"/>
                      <a:pt x="66" y="240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7" y="238"/>
                      <a:pt x="67" y="238"/>
                      <a:pt x="67" y="238"/>
                    </a:cubicBezTo>
                    <a:cubicBezTo>
                      <a:pt x="67" y="238"/>
                      <a:pt x="67" y="238"/>
                      <a:pt x="67" y="238"/>
                    </a:cubicBezTo>
                    <a:lnTo>
                      <a:pt x="66" y="239"/>
                    </a:lnTo>
                    <a:close/>
                    <a:moveTo>
                      <a:pt x="69" y="246"/>
                    </a:moveTo>
                    <a:cubicBezTo>
                      <a:pt x="69" y="246"/>
                      <a:pt x="69" y="246"/>
                      <a:pt x="69" y="246"/>
                    </a:cubicBezTo>
                    <a:cubicBezTo>
                      <a:pt x="69" y="247"/>
                      <a:pt x="69" y="247"/>
                      <a:pt x="69" y="247"/>
                    </a:cubicBezTo>
                    <a:cubicBezTo>
                      <a:pt x="69" y="247"/>
                      <a:pt x="69" y="247"/>
                      <a:pt x="69" y="247"/>
                    </a:cubicBezTo>
                    <a:lnTo>
                      <a:pt x="69" y="246"/>
                    </a:lnTo>
                    <a:close/>
                    <a:moveTo>
                      <a:pt x="71" y="251"/>
                    </a:moveTo>
                    <a:cubicBezTo>
                      <a:pt x="71" y="252"/>
                      <a:pt x="71" y="252"/>
                      <a:pt x="71" y="252"/>
                    </a:cubicBezTo>
                    <a:cubicBezTo>
                      <a:pt x="70" y="251"/>
                      <a:pt x="70" y="251"/>
                      <a:pt x="70" y="251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1" y="251"/>
                      <a:pt x="71" y="251"/>
                      <a:pt x="71" y="251"/>
                    </a:cubicBezTo>
                    <a:cubicBezTo>
                      <a:pt x="72" y="251"/>
                      <a:pt x="72" y="251"/>
                      <a:pt x="72" y="251"/>
                    </a:cubicBezTo>
                    <a:lnTo>
                      <a:pt x="71" y="251"/>
                    </a:lnTo>
                    <a:close/>
                    <a:moveTo>
                      <a:pt x="73" y="244"/>
                    </a:moveTo>
                    <a:cubicBezTo>
                      <a:pt x="72" y="245"/>
                      <a:pt x="72" y="245"/>
                      <a:pt x="72" y="245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71" y="244"/>
                      <a:pt x="71" y="244"/>
                      <a:pt x="71" y="244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3" y="244"/>
                      <a:pt x="73" y="244"/>
                      <a:pt x="73" y="244"/>
                    </a:cubicBezTo>
                    <a:close/>
                    <a:moveTo>
                      <a:pt x="62" y="282"/>
                    </a:move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2"/>
                      <a:pt x="60" y="282"/>
                      <a:pt x="60" y="282"/>
                    </a:cubicBezTo>
                    <a:cubicBezTo>
                      <a:pt x="62" y="282"/>
                      <a:pt x="62" y="282"/>
                      <a:pt x="62" y="282"/>
                    </a:cubicBezTo>
                    <a:cubicBezTo>
                      <a:pt x="63" y="282"/>
                      <a:pt x="63" y="282"/>
                      <a:pt x="63" y="282"/>
                    </a:cubicBezTo>
                    <a:lnTo>
                      <a:pt x="62" y="282"/>
                    </a:lnTo>
                    <a:close/>
                    <a:moveTo>
                      <a:pt x="44" y="319"/>
                    </a:moveTo>
                    <a:cubicBezTo>
                      <a:pt x="44" y="319"/>
                      <a:pt x="44" y="319"/>
                      <a:pt x="44" y="319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5" y="319"/>
                      <a:pt x="45" y="319"/>
                      <a:pt x="45" y="319"/>
                    </a:cubicBezTo>
                    <a:lnTo>
                      <a:pt x="44" y="319"/>
                    </a:lnTo>
                    <a:close/>
                    <a:moveTo>
                      <a:pt x="52" y="291"/>
                    </a:move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2" y="291"/>
                      <a:pt x="52" y="291"/>
                      <a:pt x="52" y="291"/>
                    </a:cubicBezTo>
                    <a:cubicBezTo>
                      <a:pt x="51" y="291"/>
                      <a:pt x="51" y="291"/>
                      <a:pt x="51" y="291"/>
                    </a:cubicBezTo>
                    <a:cubicBezTo>
                      <a:pt x="51" y="291"/>
                      <a:pt x="51" y="291"/>
                      <a:pt x="51" y="291"/>
                    </a:cubicBezTo>
                    <a:lnTo>
                      <a:pt x="52" y="291"/>
                    </a:lnTo>
                    <a:close/>
                    <a:moveTo>
                      <a:pt x="46" y="304"/>
                    </a:move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4"/>
                      <a:pt x="46" y="304"/>
                      <a:pt x="46" y="304"/>
                    </a:cubicBezTo>
                    <a:close/>
                    <a:moveTo>
                      <a:pt x="46" y="306"/>
                    </a:move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5"/>
                      <a:pt x="46" y="305"/>
                      <a:pt x="46" y="305"/>
                    </a:cubicBezTo>
                    <a:cubicBezTo>
                      <a:pt x="46" y="306"/>
                      <a:pt x="46" y="306"/>
                      <a:pt x="46" y="306"/>
                    </a:cubicBezTo>
                    <a:close/>
                    <a:moveTo>
                      <a:pt x="48" y="303"/>
                    </a:moveTo>
                    <a:cubicBezTo>
                      <a:pt x="48" y="303"/>
                      <a:pt x="48" y="303"/>
                      <a:pt x="48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7" y="303"/>
                      <a:pt x="47" y="303"/>
                      <a:pt x="47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3"/>
                      <a:pt x="49" y="303"/>
                      <a:pt x="49" y="303"/>
                    </a:cubicBezTo>
                    <a:lnTo>
                      <a:pt x="48" y="303"/>
                    </a:lnTo>
                    <a:close/>
                    <a:moveTo>
                      <a:pt x="51" y="337"/>
                    </a:moveTo>
                    <a:cubicBezTo>
                      <a:pt x="50" y="337"/>
                      <a:pt x="50" y="337"/>
                      <a:pt x="50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50" y="337"/>
                      <a:pt x="50" y="337"/>
                      <a:pt x="50" y="337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1" y="336"/>
                      <a:pt x="51" y="336"/>
                      <a:pt x="51" y="336"/>
                    </a:cubicBezTo>
                    <a:lnTo>
                      <a:pt x="51" y="337"/>
                    </a:lnTo>
                    <a:close/>
                    <a:moveTo>
                      <a:pt x="50" y="333"/>
                    </a:move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4"/>
                      <a:pt x="51" y="334"/>
                      <a:pt x="51" y="334"/>
                    </a:cubicBezTo>
                    <a:lnTo>
                      <a:pt x="50" y="333"/>
                    </a:lnTo>
                    <a:close/>
                    <a:moveTo>
                      <a:pt x="52" y="334"/>
                    </a:move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4"/>
                    </a:cubicBezTo>
                    <a:close/>
                    <a:moveTo>
                      <a:pt x="52" y="298"/>
                    </a:moveTo>
                    <a:cubicBezTo>
                      <a:pt x="49" y="298"/>
                      <a:pt x="49" y="298"/>
                      <a:pt x="49" y="298"/>
                    </a:cubicBezTo>
                    <a:cubicBezTo>
                      <a:pt x="51" y="297"/>
                      <a:pt x="51" y="297"/>
                      <a:pt x="51" y="297"/>
                    </a:cubicBezTo>
                    <a:cubicBezTo>
                      <a:pt x="53" y="297"/>
                      <a:pt x="53" y="297"/>
                      <a:pt x="53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3" y="297"/>
                      <a:pt x="53" y="297"/>
                      <a:pt x="53" y="297"/>
                    </a:cubicBezTo>
                    <a:lnTo>
                      <a:pt x="52" y="298"/>
                    </a:lnTo>
                    <a:close/>
                    <a:moveTo>
                      <a:pt x="52" y="335"/>
                    </a:moveTo>
                    <a:cubicBezTo>
                      <a:pt x="53" y="334"/>
                      <a:pt x="53" y="334"/>
                      <a:pt x="53" y="334"/>
                    </a:cubicBezTo>
                    <a:cubicBezTo>
                      <a:pt x="53" y="335"/>
                      <a:pt x="53" y="335"/>
                      <a:pt x="53" y="335"/>
                    </a:cubicBezTo>
                    <a:lnTo>
                      <a:pt x="52" y="335"/>
                    </a:lnTo>
                    <a:close/>
                    <a:moveTo>
                      <a:pt x="56" y="333"/>
                    </a:moveTo>
                    <a:cubicBezTo>
                      <a:pt x="55" y="332"/>
                      <a:pt x="55" y="332"/>
                      <a:pt x="55" y="332"/>
                    </a:cubicBezTo>
                    <a:cubicBezTo>
                      <a:pt x="54" y="333"/>
                      <a:pt x="54" y="333"/>
                      <a:pt x="54" y="333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6" y="332"/>
                      <a:pt x="56" y="332"/>
                      <a:pt x="56" y="332"/>
                    </a:cubicBezTo>
                    <a:cubicBezTo>
                      <a:pt x="57" y="334"/>
                      <a:pt x="57" y="334"/>
                      <a:pt x="57" y="334"/>
                    </a:cubicBezTo>
                    <a:lnTo>
                      <a:pt x="56" y="333"/>
                    </a:lnTo>
                    <a:close/>
                    <a:moveTo>
                      <a:pt x="61" y="294"/>
                    </a:moveTo>
                    <a:cubicBezTo>
                      <a:pt x="60" y="293"/>
                      <a:pt x="60" y="293"/>
                      <a:pt x="60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9" y="292"/>
                      <a:pt x="59" y="292"/>
                      <a:pt x="59" y="292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60" y="292"/>
                      <a:pt x="60" y="292"/>
                      <a:pt x="60" y="292"/>
                    </a:cubicBezTo>
                    <a:cubicBezTo>
                      <a:pt x="60" y="293"/>
                      <a:pt x="60" y="293"/>
                      <a:pt x="60" y="293"/>
                    </a:cubicBezTo>
                    <a:lnTo>
                      <a:pt x="61" y="294"/>
                    </a:lnTo>
                    <a:close/>
                    <a:moveTo>
                      <a:pt x="68" y="272"/>
                    </a:moveTo>
                    <a:cubicBezTo>
                      <a:pt x="68" y="273"/>
                      <a:pt x="68" y="273"/>
                      <a:pt x="68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1"/>
                      <a:pt x="67" y="271"/>
                      <a:pt x="67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70" y="272"/>
                      <a:pt x="70" y="272"/>
                      <a:pt x="70" y="272"/>
                    </a:cubicBezTo>
                    <a:lnTo>
                      <a:pt x="68" y="272"/>
                    </a:lnTo>
                    <a:close/>
                    <a:moveTo>
                      <a:pt x="76" y="378"/>
                    </a:moveTo>
                    <a:cubicBezTo>
                      <a:pt x="75" y="378"/>
                      <a:pt x="75" y="378"/>
                      <a:pt x="75" y="378"/>
                    </a:cubicBezTo>
                    <a:cubicBezTo>
                      <a:pt x="75" y="379"/>
                      <a:pt x="75" y="379"/>
                      <a:pt x="75" y="379"/>
                    </a:cubicBezTo>
                    <a:cubicBezTo>
                      <a:pt x="75" y="378"/>
                      <a:pt x="75" y="378"/>
                      <a:pt x="75" y="378"/>
                    </a:cubicBezTo>
                    <a:cubicBezTo>
                      <a:pt x="76" y="377"/>
                      <a:pt x="76" y="377"/>
                      <a:pt x="76" y="377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6" y="377"/>
                      <a:pt x="76" y="377"/>
                      <a:pt x="76" y="377"/>
                    </a:cubicBezTo>
                    <a:lnTo>
                      <a:pt x="76" y="378"/>
                    </a:lnTo>
                    <a:close/>
                    <a:moveTo>
                      <a:pt x="76" y="387"/>
                    </a:moveTo>
                    <a:cubicBezTo>
                      <a:pt x="77" y="386"/>
                      <a:pt x="77" y="386"/>
                      <a:pt x="77" y="386"/>
                    </a:cubicBezTo>
                    <a:cubicBezTo>
                      <a:pt x="77" y="387"/>
                      <a:pt x="77" y="387"/>
                      <a:pt x="77" y="387"/>
                    </a:cubicBezTo>
                    <a:lnTo>
                      <a:pt x="76" y="387"/>
                    </a:lnTo>
                    <a:close/>
                    <a:moveTo>
                      <a:pt x="80" y="378"/>
                    </a:moveTo>
                    <a:cubicBezTo>
                      <a:pt x="79" y="378"/>
                      <a:pt x="79" y="378"/>
                      <a:pt x="79" y="378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7" y="380"/>
                      <a:pt x="77" y="380"/>
                      <a:pt x="77" y="380"/>
                    </a:cubicBezTo>
                    <a:cubicBezTo>
                      <a:pt x="76" y="380"/>
                      <a:pt x="76" y="380"/>
                      <a:pt x="76" y="380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9" y="377"/>
                      <a:pt x="79" y="377"/>
                      <a:pt x="79" y="377"/>
                    </a:cubicBezTo>
                    <a:cubicBezTo>
                      <a:pt x="80" y="378"/>
                      <a:pt x="80" y="378"/>
                      <a:pt x="80" y="378"/>
                    </a:cubicBezTo>
                    <a:close/>
                    <a:moveTo>
                      <a:pt x="92" y="382"/>
                    </a:moveTo>
                    <a:cubicBezTo>
                      <a:pt x="93" y="382"/>
                      <a:pt x="93" y="382"/>
                      <a:pt x="93" y="382"/>
                    </a:cubicBezTo>
                    <a:cubicBezTo>
                      <a:pt x="94" y="383"/>
                      <a:pt x="94" y="383"/>
                      <a:pt x="94" y="383"/>
                    </a:cubicBezTo>
                    <a:lnTo>
                      <a:pt x="92" y="382"/>
                    </a:lnTo>
                    <a:close/>
                    <a:moveTo>
                      <a:pt x="99" y="361"/>
                    </a:moveTo>
                    <a:cubicBezTo>
                      <a:pt x="99" y="361"/>
                      <a:pt x="99" y="361"/>
                      <a:pt x="99" y="361"/>
                    </a:cubicBezTo>
                    <a:cubicBezTo>
                      <a:pt x="100" y="361"/>
                      <a:pt x="100" y="361"/>
                      <a:pt x="100" y="361"/>
                    </a:cubicBezTo>
                    <a:cubicBezTo>
                      <a:pt x="100" y="360"/>
                      <a:pt x="100" y="360"/>
                      <a:pt x="100" y="360"/>
                    </a:cubicBezTo>
                    <a:cubicBezTo>
                      <a:pt x="101" y="361"/>
                      <a:pt x="101" y="361"/>
                      <a:pt x="101" y="361"/>
                    </a:cubicBezTo>
                    <a:lnTo>
                      <a:pt x="99" y="361"/>
                    </a:lnTo>
                    <a:close/>
                    <a:moveTo>
                      <a:pt x="101" y="366"/>
                    </a:moveTo>
                    <a:cubicBezTo>
                      <a:pt x="101" y="365"/>
                      <a:pt x="101" y="365"/>
                      <a:pt x="101" y="365"/>
                    </a:cubicBezTo>
                    <a:cubicBezTo>
                      <a:pt x="101" y="365"/>
                      <a:pt x="101" y="365"/>
                      <a:pt x="101" y="365"/>
                    </a:cubicBezTo>
                    <a:lnTo>
                      <a:pt x="101" y="366"/>
                    </a:lnTo>
                    <a:close/>
                    <a:moveTo>
                      <a:pt x="100" y="360"/>
                    </a:move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lnTo>
                      <a:pt x="100" y="360"/>
                    </a:lnTo>
                    <a:close/>
                    <a:moveTo>
                      <a:pt x="107" y="350"/>
                    </a:move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lose/>
                    <a:moveTo>
                      <a:pt x="175" y="291"/>
                    </a:move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5" y="291"/>
                      <a:pt x="175" y="291"/>
                      <a:pt x="175" y="291"/>
                    </a:cubicBezTo>
                    <a:close/>
                    <a:moveTo>
                      <a:pt x="183" y="25"/>
                    </a:moveTo>
                    <a:cubicBezTo>
                      <a:pt x="182" y="23"/>
                      <a:pt x="182" y="23"/>
                      <a:pt x="182" y="23"/>
                    </a:cubicBezTo>
                    <a:cubicBezTo>
                      <a:pt x="181" y="22"/>
                      <a:pt x="181" y="22"/>
                      <a:pt x="181" y="22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80" y="20"/>
                      <a:pt x="180" y="20"/>
                      <a:pt x="180" y="20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2" y="20"/>
                      <a:pt x="182" y="20"/>
                      <a:pt x="182" y="20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7"/>
                      <a:pt x="185" y="27"/>
                      <a:pt x="185" y="27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6"/>
                      <a:pt x="183" y="26"/>
                    </a:cubicBezTo>
                    <a:lnTo>
                      <a:pt x="183" y="25"/>
                    </a:lnTo>
                    <a:close/>
                    <a:moveTo>
                      <a:pt x="186" y="35"/>
                    </a:move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5" y="31"/>
                      <a:pt x="185" y="31"/>
                      <a:pt x="185" y="31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7" y="35"/>
                      <a:pt x="187" y="35"/>
                      <a:pt x="187" y="35"/>
                    </a:cubicBezTo>
                    <a:lnTo>
                      <a:pt x="186" y="35"/>
                    </a:lnTo>
                    <a:close/>
                    <a:moveTo>
                      <a:pt x="207" y="258"/>
                    </a:move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6" y="258"/>
                      <a:pt x="206" y="258"/>
                      <a:pt x="206" y="258"/>
                    </a:cubicBezTo>
                    <a:lnTo>
                      <a:pt x="207" y="258"/>
                    </a:lnTo>
                    <a:close/>
                    <a:moveTo>
                      <a:pt x="206" y="262"/>
                    </a:move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3" y="265"/>
                      <a:pt x="203" y="265"/>
                      <a:pt x="203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3" y="264"/>
                      <a:pt x="203" y="264"/>
                      <a:pt x="203" y="264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2"/>
                      <a:pt x="204" y="262"/>
                      <a:pt x="204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6" y="261"/>
                      <a:pt x="206" y="261"/>
                      <a:pt x="206" y="261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8" y="260"/>
                      <a:pt x="208" y="260"/>
                      <a:pt x="208" y="260"/>
                    </a:cubicBezTo>
                    <a:cubicBezTo>
                      <a:pt x="207" y="261"/>
                      <a:pt x="207" y="261"/>
                      <a:pt x="207" y="261"/>
                    </a:cubicBezTo>
                    <a:lnTo>
                      <a:pt x="206" y="262"/>
                    </a:lnTo>
                    <a:close/>
                    <a:moveTo>
                      <a:pt x="208" y="270"/>
                    </a:moveTo>
                    <a:cubicBezTo>
                      <a:pt x="208" y="271"/>
                      <a:pt x="208" y="271"/>
                      <a:pt x="208" y="271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9" y="270"/>
                      <a:pt x="209" y="270"/>
                      <a:pt x="209" y="270"/>
                    </a:cubicBezTo>
                    <a:lnTo>
                      <a:pt x="208" y="270"/>
                    </a:lnTo>
                    <a:close/>
                    <a:moveTo>
                      <a:pt x="211" y="266"/>
                    </a:move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09" y="265"/>
                      <a:pt x="209" y="265"/>
                      <a:pt x="209" y="265"/>
                    </a:cubicBez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12" y="265"/>
                      <a:pt x="212" y="265"/>
                      <a:pt x="212" y="265"/>
                    </a:cubicBezTo>
                    <a:lnTo>
                      <a:pt x="211" y="266"/>
                    </a:lnTo>
                    <a:close/>
                    <a:moveTo>
                      <a:pt x="212" y="249"/>
                    </a:moveTo>
                    <a:cubicBezTo>
                      <a:pt x="212" y="248"/>
                      <a:pt x="212" y="248"/>
                      <a:pt x="212" y="248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09" y="245"/>
                      <a:pt x="209" y="245"/>
                      <a:pt x="209" y="245"/>
                    </a:cubicBezTo>
                    <a:cubicBezTo>
                      <a:pt x="208" y="244"/>
                      <a:pt x="208" y="244"/>
                      <a:pt x="208" y="244"/>
                    </a:cubicBezTo>
                    <a:cubicBezTo>
                      <a:pt x="209" y="244"/>
                      <a:pt x="209" y="244"/>
                      <a:pt x="209" y="244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09" y="242"/>
                      <a:pt x="209" y="242"/>
                      <a:pt x="209" y="242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5"/>
                      <a:pt x="210" y="245"/>
                      <a:pt x="210" y="245"/>
                    </a:cubicBezTo>
                    <a:cubicBezTo>
                      <a:pt x="212" y="246"/>
                      <a:pt x="212" y="246"/>
                      <a:pt x="212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8"/>
                      <a:pt x="213" y="248"/>
                      <a:pt x="213" y="248"/>
                    </a:cubicBezTo>
                    <a:cubicBezTo>
                      <a:pt x="213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lose/>
                    <a:moveTo>
                      <a:pt x="213" y="266"/>
                    </a:move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5" name="Freeform 6414">
                <a:extLst>
                  <a:ext uri="{FF2B5EF4-FFF2-40B4-BE49-F238E27FC236}">
                    <a16:creationId xmlns:a16="http://schemas.microsoft.com/office/drawing/2014/main" id="{7C8962D9-3841-41D9-B699-4538C12F29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30" y="1917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5 w 7"/>
                  <a:gd name="T5" fmla="*/ 0 h 5"/>
                  <a:gd name="T6" fmla="*/ 1 w 7"/>
                  <a:gd name="T7" fmla="*/ 0 h 5"/>
                  <a:gd name="T8" fmla="*/ 0 w 7"/>
                  <a:gd name="T9" fmla="*/ 4 h 5"/>
                  <a:gd name="T10" fmla="*/ 1 w 7"/>
                  <a:gd name="T11" fmla="*/ 5 h 5"/>
                  <a:gd name="T12" fmla="*/ 3 w 7"/>
                  <a:gd name="T13" fmla="*/ 4 h 5"/>
                  <a:gd name="T14" fmla="*/ 5 w 7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6" name="Freeform 6415">
                <a:extLst>
                  <a:ext uri="{FF2B5EF4-FFF2-40B4-BE49-F238E27FC236}">
                    <a16:creationId xmlns:a16="http://schemas.microsoft.com/office/drawing/2014/main" id="{D61D6766-9EA9-431D-B7D5-C74CC8C33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8" y="1497"/>
                <a:ext cx="9" cy="6"/>
              </a:xfrm>
              <a:custGeom>
                <a:avLst/>
                <a:gdLst>
                  <a:gd name="T0" fmla="*/ 4 w 9"/>
                  <a:gd name="T1" fmla="*/ 0 h 6"/>
                  <a:gd name="T2" fmla="*/ 2 w 9"/>
                  <a:gd name="T3" fmla="*/ 2 h 6"/>
                  <a:gd name="T4" fmla="*/ 0 w 9"/>
                  <a:gd name="T5" fmla="*/ 4 h 6"/>
                  <a:gd name="T6" fmla="*/ 2 w 9"/>
                  <a:gd name="T7" fmla="*/ 6 h 6"/>
                  <a:gd name="T8" fmla="*/ 6 w 9"/>
                  <a:gd name="T9" fmla="*/ 6 h 6"/>
                  <a:gd name="T10" fmla="*/ 9 w 9"/>
                  <a:gd name="T11" fmla="*/ 4 h 6"/>
                  <a:gd name="T12" fmla="*/ 6 w 9"/>
                  <a:gd name="T13" fmla="*/ 0 h 6"/>
                  <a:gd name="T14" fmla="*/ 4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7" name="Freeform 6416">
                <a:extLst>
                  <a:ext uri="{FF2B5EF4-FFF2-40B4-BE49-F238E27FC236}">
                    <a16:creationId xmlns:a16="http://schemas.microsoft.com/office/drawing/2014/main" id="{5C6ED3A1-2A28-4E2A-83E1-70F946215F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3" y="1602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4 h 4"/>
                  <a:gd name="T6" fmla="*/ 4 w 6"/>
                  <a:gd name="T7" fmla="*/ 0 h 4"/>
                  <a:gd name="T8" fmla="*/ 0 w 6"/>
                  <a:gd name="T9" fmla="*/ 0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8" name="Freeform 6417">
                <a:extLst>
                  <a:ext uri="{FF2B5EF4-FFF2-40B4-BE49-F238E27FC236}">
                    <a16:creationId xmlns:a16="http://schemas.microsoft.com/office/drawing/2014/main" id="{F9DF02BC-14A9-4F3B-BFFB-361A084737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34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9" name="Freeform 6418">
                <a:extLst>
                  <a:ext uri="{FF2B5EF4-FFF2-40B4-BE49-F238E27FC236}">
                    <a16:creationId xmlns:a16="http://schemas.microsoft.com/office/drawing/2014/main" id="{0C2B9D73-94DB-459F-BEBE-BB9B4668FF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5" y="1533"/>
                <a:ext cx="18" cy="18"/>
              </a:xfrm>
              <a:custGeom>
                <a:avLst/>
                <a:gdLst>
                  <a:gd name="T0" fmla="*/ 13 w 18"/>
                  <a:gd name="T1" fmla="*/ 5 h 18"/>
                  <a:gd name="T2" fmla="*/ 13 w 18"/>
                  <a:gd name="T3" fmla="*/ 0 h 18"/>
                  <a:gd name="T4" fmla="*/ 11 w 18"/>
                  <a:gd name="T5" fmla="*/ 0 h 18"/>
                  <a:gd name="T6" fmla="*/ 7 w 18"/>
                  <a:gd name="T7" fmla="*/ 2 h 18"/>
                  <a:gd name="T8" fmla="*/ 5 w 18"/>
                  <a:gd name="T9" fmla="*/ 2 h 18"/>
                  <a:gd name="T10" fmla="*/ 5 w 18"/>
                  <a:gd name="T11" fmla="*/ 2 h 18"/>
                  <a:gd name="T12" fmla="*/ 2 w 18"/>
                  <a:gd name="T13" fmla="*/ 2 h 18"/>
                  <a:gd name="T14" fmla="*/ 2 w 18"/>
                  <a:gd name="T15" fmla="*/ 9 h 18"/>
                  <a:gd name="T16" fmla="*/ 0 w 18"/>
                  <a:gd name="T17" fmla="*/ 11 h 18"/>
                  <a:gd name="T18" fmla="*/ 2 w 18"/>
                  <a:gd name="T19" fmla="*/ 15 h 18"/>
                  <a:gd name="T20" fmla="*/ 5 w 18"/>
                  <a:gd name="T21" fmla="*/ 17 h 18"/>
                  <a:gd name="T22" fmla="*/ 7 w 18"/>
                  <a:gd name="T23" fmla="*/ 17 h 18"/>
                  <a:gd name="T24" fmla="*/ 11 w 18"/>
                  <a:gd name="T25" fmla="*/ 17 h 18"/>
                  <a:gd name="T26" fmla="*/ 11 w 18"/>
                  <a:gd name="T27" fmla="*/ 17 h 18"/>
                  <a:gd name="T28" fmla="*/ 11 w 18"/>
                  <a:gd name="T29" fmla="*/ 17 h 18"/>
                  <a:gd name="T30" fmla="*/ 15 w 18"/>
                  <a:gd name="T31" fmla="*/ 18 h 18"/>
                  <a:gd name="T32" fmla="*/ 16 w 18"/>
                  <a:gd name="T33" fmla="*/ 15 h 18"/>
                  <a:gd name="T34" fmla="*/ 18 w 18"/>
                  <a:gd name="T35" fmla="*/ 15 h 18"/>
                  <a:gd name="T36" fmla="*/ 18 w 18"/>
                  <a:gd name="T37" fmla="*/ 9 h 18"/>
                  <a:gd name="T38" fmla="*/ 15 w 18"/>
                  <a:gd name="T39" fmla="*/ 7 h 18"/>
                  <a:gd name="T40" fmla="*/ 13 w 18"/>
                  <a:gd name="T41" fmla="*/ 9 h 18"/>
                  <a:gd name="T42" fmla="*/ 13 w 18"/>
                  <a:gd name="T43" fmla="*/ 9 h 18"/>
                  <a:gd name="T44" fmla="*/ 13 w 18"/>
                  <a:gd name="T45" fmla="*/ 7 h 18"/>
                  <a:gd name="T46" fmla="*/ 13 w 18"/>
                  <a:gd name="T47" fmla="*/ 7 h 18"/>
                  <a:gd name="T48" fmla="*/ 11 w 18"/>
                  <a:gd name="T49" fmla="*/ 5 h 18"/>
                  <a:gd name="T50" fmla="*/ 11 w 18"/>
                  <a:gd name="T51" fmla="*/ 5 h 18"/>
                  <a:gd name="T52" fmla="*/ 13 w 18"/>
                  <a:gd name="T5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13" y="5"/>
                    </a:moveTo>
                    <a:lnTo>
                      <a:pt x="13" y="0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5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0" name="Freeform 6419">
                <a:extLst>
                  <a:ext uri="{FF2B5EF4-FFF2-40B4-BE49-F238E27FC236}">
                    <a16:creationId xmlns:a16="http://schemas.microsoft.com/office/drawing/2014/main" id="{B94D7432-678D-4DD0-96FB-DDA285CD06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40"/>
                <a:ext cx="4" cy="7"/>
              </a:xfrm>
              <a:custGeom>
                <a:avLst/>
                <a:gdLst>
                  <a:gd name="T0" fmla="*/ 0 w 4"/>
                  <a:gd name="T1" fmla="*/ 5 h 7"/>
                  <a:gd name="T2" fmla="*/ 2 w 4"/>
                  <a:gd name="T3" fmla="*/ 7 h 7"/>
                  <a:gd name="T4" fmla="*/ 4 w 4"/>
                  <a:gd name="T5" fmla="*/ 7 h 7"/>
                  <a:gd name="T6" fmla="*/ 4 w 4"/>
                  <a:gd name="T7" fmla="*/ 3 h 7"/>
                  <a:gd name="T8" fmla="*/ 4 w 4"/>
                  <a:gd name="T9" fmla="*/ 0 h 7"/>
                  <a:gd name="T10" fmla="*/ 2 w 4"/>
                  <a:gd name="T11" fmla="*/ 1 h 7"/>
                  <a:gd name="T12" fmla="*/ 0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1" name="Freeform 6420">
                <a:extLst>
                  <a:ext uri="{FF2B5EF4-FFF2-40B4-BE49-F238E27FC236}">
                    <a16:creationId xmlns:a16="http://schemas.microsoft.com/office/drawing/2014/main" id="{2B7FB749-945B-4064-9B44-D42B3FAEB5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1" y="1449"/>
                <a:ext cx="8" cy="15"/>
              </a:xfrm>
              <a:custGeom>
                <a:avLst/>
                <a:gdLst>
                  <a:gd name="T0" fmla="*/ 4 w 4"/>
                  <a:gd name="T1" fmla="*/ 4 h 8"/>
                  <a:gd name="T2" fmla="*/ 4 w 4"/>
                  <a:gd name="T3" fmla="*/ 0 h 8"/>
                  <a:gd name="T4" fmla="*/ 1 w 4"/>
                  <a:gd name="T5" fmla="*/ 4 h 8"/>
                  <a:gd name="T6" fmla="*/ 1 w 4"/>
                  <a:gd name="T7" fmla="*/ 5 h 8"/>
                  <a:gd name="T8" fmla="*/ 0 w 4"/>
                  <a:gd name="T9" fmla="*/ 6 h 8"/>
                  <a:gd name="T10" fmla="*/ 0 w 4"/>
                  <a:gd name="T11" fmla="*/ 8 h 8"/>
                  <a:gd name="T12" fmla="*/ 1 w 4"/>
                  <a:gd name="T13" fmla="*/ 8 h 8"/>
                  <a:gd name="T14" fmla="*/ 2 w 4"/>
                  <a:gd name="T15" fmla="*/ 8 h 8"/>
                  <a:gd name="T16" fmla="*/ 3 w 4"/>
                  <a:gd name="T17" fmla="*/ 7 h 8"/>
                  <a:gd name="T18" fmla="*/ 3 w 4"/>
                  <a:gd name="T19" fmla="*/ 6 h 8"/>
                  <a:gd name="T20" fmla="*/ 3 w 4"/>
                  <a:gd name="T21" fmla="*/ 5 h 8"/>
                  <a:gd name="T22" fmla="*/ 4 w 4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4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2" name="Freeform 6421">
                <a:extLst>
                  <a:ext uri="{FF2B5EF4-FFF2-40B4-BE49-F238E27FC236}">
                    <a16:creationId xmlns:a16="http://schemas.microsoft.com/office/drawing/2014/main" id="{0EBEBA08-A074-4796-A371-B051D1FB6D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50"/>
                <a:ext cx="7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1 w 7"/>
                  <a:gd name="T5" fmla="*/ 0 h 3"/>
                  <a:gd name="T6" fmla="*/ 0 w 7"/>
                  <a:gd name="T7" fmla="*/ 0 h 3"/>
                  <a:gd name="T8" fmla="*/ 0 w 7"/>
                  <a:gd name="T9" fmla="*/ 1 h 3"/>
                  <a:gd name="T10" fmla="*/ 0 w 7"/>
                  <a:gd name="T11" fmla="*/ 3 h 3"/>
                  <a:gd name="T12" fmla="*/ 3 w 7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lnTo>
                      <a:pt x="7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3" name="Freeform 6422">
                <a:extLst>
                  <a:ext uri="{FF2B5EF4-FFF2-40B4-BE49-F238E27FC236}">
                    <a16:creationId xmlns:a16="http://schemas.microsoft.com/office/drawing/2014/main" id="{3022E243-12DF-42B1-B6D9-8C0EECA0F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4" y="1563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4" name="Freeform 6423">
                <a:extLst>
                  <a:ext uri="{FF2B5EF4-FFF2-40B4-BE49-F238E27FC236}">
                    <a16:creationId xmlns:a16="http://schemas.microsoft.com/office/drawing/2014/main" id="{78EAF2A7-A873-42EB-9E4B-889A665620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7" y="1399"/>
                <a:ext cx="7" cy="13"/>
              </a:xfrm>
              <a:custGeom>
                <a:avLst/>
                <a:gdLst>
                  <a:gd name="T0" fmla="*/ 6 w 7"/>
                  <a:gd name="T1" fmla="*/ 0 h 13"/>
                  <a:gd name="T2" fmla="*/ 4 w 7"/>
                  <a:gd name="T3" fmla="*/ 1 h 13"/>
                  <a:gd name="T4" fmla="*/ 2 w 7"/>
                  <a:gd name="T5" fmla="*/ 3 h 13"/>
                  <a:gd name="T6" fmla="*/ 0 w 7"/>
                  <a:gd name="T7" fmla="*/ 9 h 13"/>
                  <a:gd name="T8" fmla="*/ 2 w 7"/>
                  <a:gd name="T9" fmla="*/ 11 h 13"/>
                  <a:gd name="T10" fmla="*/ 2 w 7"/>
                  <a:gd name="T11" fmla="*/ 13 h 13"/>
                  <a:gd name="T12" fmla="*/ 6 w 7"/>
                  <a:gd name="T13" fmla="*/ 11 h 13"/>
                  <a:gd name="T14" fmla="*/ 7 w 7"/>
                  <a:gd name="T15" fmla="*/ 7 h 13"/>
                  <a:gd name="T16" fmla="*/ 7 w 7"/>
                  <a:gd name="T17" fmla="*/ 3 h 13"/>
                  <a:gd name="T18" fmla="*/ 7 w 7"/>
                  <a:gd name="T19" fmla="*/ 1 h 13"/>
                  <a:gd name="T20" fmla="*/ 6 w 7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5" name="Freeform 6424">
                <a:extLst>
                  <a:ext uri="{FF2B5EF4-FFF2-40B4-BE49-F238E27FC236}">
                    <a16:creationId xmlns:a16="http://schemas.microsoft.com/office/drawing/2014/main" id="{FB7833E7-0FE1-42BA-8A37-E4EB07BF1E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1" y="1397"/>
                <a:ext cx="13" cy="7"/>
              </a:xfrm>
              <a:custGeom>
                <a:avLst/>
                <a:gdLst>
                  <a:gd name="T0" fmla="*/ 5 w 13"/>
                  <a:gd name="T1" fmla="*/ 5 h 7"/>
                  <a:gd name="T2" fmla="*/ 7 w 13"/>
                  <a:gd name="T3" fmla="*/ 7 h 7"/>
                  <a:gd name="T4" fmla="*/ 13 w 13"/>
                  <a:gd name="T5" fmla="*/ 7 h 7"/>
                  <a:gd name="T6" fmla="*/ 9 w 13"/>
                  <a:gd name="T7" fmla="*/ 2 h 7"/>
                  <a:gd name="T8" fmla="*/ 7 w 13"/>
                  <a:gd name="T9" fmla="*/ 2 h 7"/>
                  <a:gd name="T10" fmla="*/ 5 w 13"/>
                  <a:gd name="T11" fmla="*/ 0 h 7"/>
                  <a:gd name="T12" fmla="*/ 3 w 13"/>
                  <a:gd name="T13" fmla="*/ 0 h 7"/>
                  <a:gd name="T14" fmla="*/ 0 w 13"/>
                  <a:gd name="T15" fmla="*/ 0 h 7"/>
                  <a:gd name="T16" fmla="*/ 0 w 13"/>
                  <a:gd name="T17" fmla="*/ 2 h 7"/>
                  <a:gd name="T18" fmla="*/ 1 w 13"/>
                  <a:gd name="T19" fmla="*/ 5 h 7"/>
                  <a:gd name="T20" fmla="*/ 5 w 13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5" y="5"/>
                    </a:moveTo>
                    <a:lnTo>
                      <a:pt x="7" y="7"/>
                    </a:lnTo>
                    <a:lnTo>
                      <a:pt x="13" y="7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6" name="Freeform 6425">
                <a:extLst>
                  <a:ext uri="{FF2B5EF4-FFF2-40B4-BE49-F238E27FC236}">
                    <a16:creationId xmlns:a16="http://schemas.microsoft.com/office/drawing/2014/main" id="{EA912DFB-208B-4CE6-B845-21F25CFCBA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2" y="1510"/>
                <a:ext cx="5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0 h 6"/>
                  <a:gd name="T4" fmla="*/ 2 w 5"/>
                  <a:gd name="T5" fmla="*/ 0 h 6"/>
                  <a:gd name="T6" fmla="*/ 0 w 5"/>
                  <a:gd name="T7" fmla="*/ 4 h 6"/>
                  <a:gd name="T8" fmla="*/ 4 w 5"/>
                  <a:gd name="T9" fmla="*/ 6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7" name="Freeform 6426">
                <a:extLst>
                  <a:ext uri="{FF2B5EF4-FFF2-40B4-BE49-F238E27FC236}">
                    <a16:creationId xmlns:a16="http://schemas.microsoft.com/office/drawing/2014/main" id="{49544DC7-C68D-440C-AA86-D2EC72279C4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596" y="1492"/>
                <a:ext cx="273" cy="361"/>
              </a:xfrm>
              <a:custGeom>
                <a:avLst/>
                <a:gdLst>
                  <a:gd name="T0" fmla="*/ 138 w 147"/>
                  <a:gd name="T1" fmla="*/ 128 h 194"/>
                  <a:gd name="T2" fmla="*/ 134 w 147"/>
                  <a:gd name="T3" fmla="*/ 124 h 194"/>
                  <a:gd name="T4" fmla="*/ 129 w 147"/>
                  <a:gd name="T5" fmla="*/ 116 h 194"/>
                  <a:gd name="T6" fmla="*/ 124 w 147"/>
                  <a:gd name="T7" fmla="*/ 111 h 194"/>
                  <a:gd name="T8" fmla="*/ 118 w 147"/>
                  <a:gd name="T9" fmla="*/ 104 h 194"/>
                  <a:gd name="T10" fmla="*/ 120 w 147"/>
                  <a:gd name="T11" fmla="*/ 96 h 194"/>
                  <a:gd name="T12" fmla="*/ 122 w 147"/>
                  <a:gd name="T13" fmla="*/ 87 h 194"/>
                  <a:gd name="T14" fmla="*/ 117 w 147"/>
                  <a:gd name="T15" fmla="*/ 68 h 194"/>
                  <a:gd name="T16" fmla="*/ 110 w 147"/>
                  <a:gd name="T17" fmla="*/ 62 h 194"/>
                  <a:gd name="T18" fmla="*/ 96 w 147"/>
                  <a:gd name="T19" fmla="*/ 50 h 194"/>
                  <a:gd name="T20" fmla="*/ 94 w 147"/>
                  <a:gd name="T21" fmla="*/ 36 h 194"/>
                  <a:gd name="T22" fmla="*/ 72 w 147"/>
                  <a:gd name="T23" fmla="*/ 31 h 194"/>
                  <a:gd name="T24" fmla="*/ 64 w 147"/>
                  <a:gd name="T25" fmla="*/ 29 h 194"/>
                  <a:gd name="T26" fmla="*/ 67 w 147"/>
                  <a:gd name="T27" fmla="*/ 7 h 194"/>
                  <a:gd name="T28" fmla="*/ 40 w 147"/>
                  <a:gd name="T29" fmla="*/ 15 h 194"/>
                  <a:gd name="T30" fmla="*/ 37 w 147"/>
                  <a:gd name="T31" fmla="*/ 28 h 194"/>
                  <a:gd name="T32" fmla="*/ 32 w 147"/>
                  <a:gd name="T33" fmla="*/ 43 h 194"/>
                  <a:gd name="T34" fmla="*/ 31 w 147"/>
                  <a:gd name="T35" fmla="*/ 23 h 194"/>
                  <a:gd name="T36" fmla="*/ 41 w 147"/>
                  <a:gd name="T37" fmla="*/ 0 h 194"/>
                  <a:gd name="T38" fmla="*/ 14 w 147"/>
                  <a:gd name="T39" fmla="*/ 17 h 194"/>
                  <a:gd name="T40" fmla="*/ 6 w 147"/>
                  <a:gd name="T41" fmla="*/ 42 h 194"/>
                  <a:gd name="T42" fmla="*/ 2 w 147"/>
                  <a:gd name="T43" fmla="*/ 47 h 194"/>
                  <a:gd name="T44" fmla="*/ 12 w 147"/>
                  <a:gd name="T45" fmla="*/ 61 h 194"/>
                  <a:gd name="T46" fmla="*/ 34 w 147"/>
                  <a:gd name="T47" fmla="*/ 71 h 194"/>
                  <a:gd name="T48" fmla="*/ 47 w 147"/>
                  <a:gd name="T49" fmla="*/ 78 h 194"/>
                  <a:gd name="T50" fmla="*/ 50 w 147"/>
                  <a:gd name="T51" fmla="*/ 73 h 194"/>
                  <a:gd name="T52" fmla="*/ 59 w 147"/>
                  <a:gd name="T53" fmla="*/ 65 h 194"/>
                  <a:gd name="T54" fmla="*/ 62 w 147"/>
                  <a:gd name="T55" fmla="*/ 79 h 194"/>
                  <a:gd name="T56" fmla="*/ 70 w 147"/>
                  <a:gd name="T57" fmla="*/ 87 h 194"/>
                  <a:gd name="T58" fmla="*/ 71 w 147"/>
                  <a:gd name="T59" fmla="*/ 93 h 194"/>
                  <a:gd name="T60" fmla="*/ 74 w 147"/>
                  <a:gd name="T61" fmla="*/ 100 h 194"/>
                  <a:gd name="T62" fmla="*/ 79 w 147"/>
                  <a:gd name="T63" fmla="*/ 104 h 194"/>
                  <a:gd name="T64" fmla="*/ 80 w 147"/>
                  <a:gd name="T65" fmla="*/ 121 h 194"/>
                  <a:gd name="T66" fmla="*/ 64 w 147"/>
                  <a:gd name="T67" fmla="*/ 142 h 194"/>
                  <a:gd name="T68" fmla="*/ 47 w 147"/>
                  <a:gd name="T69" fmla="*/ 141 h 194"/>
                  <a:gd name="T70" fmla="*/ 34 w 147"/>
                  <a:gd name="T71" fmla="*/ 152 h 194"/>
                  <a:gd name="T72" fmla="*/ 54 w 147"/>
                  <a:gd name="T73" fmla="*/ 156 h 194"/>
                  <a:gd name="T74" fmla="*/ 63 w 147"/>
                  <a:gd name="T75" fmla="*/ 158 h 194"/>
                  <a:gd name="T76" fmla="*/ 69 w 147"/>
                  <a:gd name="T77" fmla="*/ 174 h 194"/>
                  <a:gd name="T78" fmla="*/ 84 w 147"/>
                  <a:gd name="T79" fmla="*/ 187 h 194"/>
                  <a:gd name="T80" fmla="*/ 102 w 147"/>
                  <a:gd name="T81" fmla="*/ 189 h 194"/>
                  <a:gd name="T82" fmla="*/ 90 w 147"/>
                  <a:gd name="T83" fmla="*/ 175 h 194"/>
                  <a:gd name="T84" fmla="*/ 96 w 147"/>
                  <a:gd name="T85" fmla="*/ 175 h 194"/>
                  <a:gd name="T86" fmla="*/ 109 w 147"/>
                  <a:gd name="T87" fmla="*/ 187 h 194"/>
                  <a:gd name="T88" fmla="*/ 112 w 147"/>
                  <a:gd name="T89" fmla="*/ 179 h 194"/>
                  <a:gd name="T90" fmla="*/ 114 w 147"/>
                  <a:gd name="T91" fmla="*/ 162 h 194"/>
                  <a:gd name="T92" fmla="*/ 106 w 147"/>
                  <a:gd name="T93" fmla="*/ 152 h 194"/>
                  <a:gd name="T94" fmla="*/ 101 w 147"/>
                  <a:gd name="T95" fmla="*/ 140 h 194"/>
                  <a:gd name="T96" fmla="*/ 109 w 147"/>
                  <a:gd name="T97" fmla="*/ 136 h 194"/>
                  <a:gd name="T98" fmla="*/ 114 w 147"/>
                  <a:gd name="T99" fmla="*/ 141 h 194"/>
                  <a:gd name="T100" fmla="*/ 119 w 147"/>
                  <a:gd name="T101" fmla="*/ 149 h 194"/>
                  <a:gd name="T102" fmla="*/ 126 w 147"/>
                  <a:gd name="T103" fmla="*/ 157 h 194"/>
                  <a:gd name="T104" fmla="*/ 135 w 147"/>
                  <a:gd name="T105" fmla="*/ 147 h 194"/>
                  <a:gd name="T106" fmla="*/ 147 w 147"/>
                  <a:gd name="T107" fmla="*/ 137 h 194"/>
                  <a:gd name="T108" fmla="*/ 118 w 147"/>
                  <a:gd name="T109" fmla="*/ 78 h 194"/>
                  <a:gd name="T110" fmla="*/ 116 w 147"/>
                  <a:gd name="T111" fmla="*/ 79 h 194"/>
                  <a:gd name="T112" fmla="*/ 29 w 147"/>
                  <a:gd name="T113" fmla="*/ 46 h 194"/>
                  <a:gd name="T114" fmla="*/ 60 w 147"/>
                  <a:gd name="T115" fmla="*/ 37 h 194"/>
                  <a:gd name="T116" fmla="*/ 68 w 147"/>
                  <a:gd name="T117" fmla="*/ 40 h 194"/>
                  <a:gd name="T118" fmla="*/ 111 w 147"/>
                  <a:gd name="T119" fmla="*/ 161 h 194"/>
                  <a:gd name="T120" fmla="*/ 98 w 147"/>
                  <a:gd name="T121" fmla="*/ 52 h 194"/>
                  <a:gd name="T122" fmla="*/ 102 w 147"/>
                  <a:gd name="T123" fmla="*/ 67 h 194"/>
                  <a:gd name="T124" fmla="*/ 114 w 147"/>
                  <a:gd name="T125" fmla="*/ 10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194">
                    <a:moveTo>
                      <a:pt x="147" y="137"/>
                    </a:move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5"/>
                      <a:pt x="147" y="135"/>
                      <a:pt x="147" y="135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3"/>
                      <a:pt x="146" y="133"/>
                      <a:pt x="146" y="133"/>
                    </a:cubicBezTo>
                    <a:cubicBezTo>
                      <a:pt x="145" y="132"/>
                      <a:pt x="145" y="132"/>
                      <a:pt x="145" y="132"/>
                    </a:cubicBezTo>
                    <a:cubicBezTo>
                      <a:pt x="144" y="132"/>
                      <a:pt x="144" y="132"/>
                      <a:pt x="144" y="132"/>
                    </a:cubicBezTo>
                    <a:cubicBezTo>
                      <a:pt x="145" y="131"/>
                      <a:pt x="145" y="131"/>
                      <a:pt x="145" y="131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0"/>
                      <a:pt x="143" y="130"/>
                      <a:pt x="143" y="130"/>
                    </a:cubicBezTo>
                    <a:cubicBezTo>
                      <a:pt x="143" y="129"/>
                      <a:pt x="143" y="129"/>
                      <a:pt x="143" y="129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9" y="129"/>
                      <a:pt x="139" y="128"/>
                      <a:pt x="139" y="128"/>
                    </a:cubicBezTo>
                    <a:cubicBezTo>
                      <a:pt x="140" y="128"/>
                      <a:pt x="140" y="128"/>
                      <a:pt x="140" y="128"/>
                    </a:cubicBezTo>
                    <a:cubicBezTo>
                      <a:pt x="142" y="126"/>
                      <a:pt x="142" y="126"/>
                      <a:pt x="142" y="126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8" y="127"/>
                      <a:pt x="138" y="127"/>
                      <a:pt x="138" y="127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7" y="124"/>
                      <a:pt x="137" y="124"/>
                      <a:pt x="137" y="124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33" y="124"/>
                      <a:pt x="133" y="124"/>
                      <a:pt x="133" y="124"/>
                    </a:cubicBez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3" y="123"/>
                      <a:pt x="133" y="123"/>
                      <a:pt x="133" y="123"/>
                    </a:cubicBezTo>
                    <a:cubicBezTo>
                      <a:pt x="131" y="121"/>
                      <a:pt x="131" y="121"/>
                      <a:pt x="131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2"/>
                      <a:pt x="132" y="122"/>
                      <a:pt x="132" y="122"/>
                    </a:cubicBezTo>
                    <a:cubicBezTo>
                      <a:pt x="133" y="122"/>
                      <a:pt x="133" y="122"/>
                      <a:pt x="133" y="122"/>
                    </a:cubicBezTo>
                    <a:cubicBezTo>
                      <a:pt x="135" y="121"/>
                      <a:pt x="135" y="121"/>
                      <a:pt x="135" y="121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3" y="118"/>
                      <a:pt x="133" y="118"/>
                      <a:pt x="133" y="118"/>
                    </a:cubicBezTo>
                    <a:cubicBezTo>
                      <a:pt x="132" y="119"/>
                      <a:pt x="132" y="119"/>
                      <a:pt x="132" y="119"/>
                    </a:cubicBezTo>
                    <a:cubicBezTo>
                      <a:pt x="132" y="118"/>
                      <a:pt x="132" y="118"/>
                      <a:pt x="132" y="118"/>
                    </a:cubicBezTo>
                    <a:cubicBezTo>
                      <a:pt x="131" y="117"/>
                      <a:pt x="131" y="117"/>
                      <a:pt x="131" y="117"/>
                    </a:cubicBezTo>
                    <a:cubicBezTo>
                      <a:pt x="129" y="117"/>
                      <a:pt x="129" y="117"/>
                      <a:pt x="129" y="117"/>
                    </a:cubicBezTo>
                    <a:cubicBezTo>
                      <a:pt x="128" y="118"/>
                      <a:pt x="128" y="118"/>
                      <a:pt x="128" y="118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29" y="116"/>
                      <a:pt x="129" y="116"/>
                      <a:pt x="129" y="116"/>
                    </a:cubicBezTo>
                    <a:cubicBezTo>
                      <a:pt x="130" y="115"/>
                      <a:pt x="130" y="115"/>
                      <a:pt x="130" y="115"/>
                    </a:cubicBezTo>
                    <a:cubicBezTo>
                      <a:pt x="130" y="113"/>
                      <a:pt x="130" y="113"/>
                      <a:pt x="130" y="113"/>
                    </a:cubicBezTo>
                    <a:cubicBezTo>
                      <a:pt x="129" y="112"/>
                      <a:pt x="129" y="112"/>
                      <a:pt x="129" y="112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7" y="113"/>
                      <a:pt x="127" y="113"/>
                      <a:pt x="127" y="113"/>
                    </a:cubicBezTo>
                    <a:cubicBezTo>
                      <a:pt x="126" y="112"/>
                      <a:pt x="126" y="112"/>
                      <a:pt x="126" y="112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4" y="115"/>
                      <a:pt x="124" y="115"/>
                      <a:pt x="124" y="115"/>
                    </a:cubicBezTo>
                    <a:cubicBezTo>
                      <a:pt x="123" y="115"/>
                      <a:pt x="123" y="115"/>
                      <a:pt x="123" y="115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3" y="112"/>
                      <a:pt x="123" y="112"/>
                      <a:pt x="123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3" y="109"/>
                      <a:pt x="123" y="109"/>
                      <a:pt x="123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1" y="109"/>
                      <a:pt x="120" y="109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9" y="108"/>
                      <a:pt x="119" y="108"/>
                      <a:pt x="119" y="108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22" y="106"/>
                      <a:pt x="122" y="106"/>
                      <a:pt x="122" y="106"/>
                    </a:cubicBez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19" y="106"/>
                      <a:pt x="119" y="106"/>
                      <a:pt x="119" y="106"/>
                    </a:cubicBezTo>
                    <a:cubicBezTo>
                      <a:pt x="117" y="105"/>
                      <a:pt x="117" y="105"/>
                      <a:pt x="117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4" y="102"/>
                      <a:pt x="114" y="102"/>
                      <a:pt x="114" y="102"/>
                    </a:cubicBezTo>
                    <a:cubicBezTo>
                      <a:pt x="113" y="101"/>
                      <a:pt x="113" y="101"/>
                      <a:pt x="113" y="101"/>
                    </a:cubicBezTo>
                    <a:cubicBezTo>
                      <a:pt x="114" y="101"/>
                      <a:pt x="114" y="101"/>
                      <a:pt x="114" y="101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8" y="102"/>
                      <a:pt x="118" y="102"/>
                      <a:pt x="118" y="102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8" y="98"/>
                      <a:pt x="118" y="98"/>
                      <a:pt x="118" y="98"/>
                    </a:cubicBezTo>
                    <a:cubicBezTo>
                      <a:pt x="119" y="98"/>
                      <a:pt x="119" y="98"/>
                      <a:pt x="119" y="98"/>
                    </a:cubicBezTo>
                    <a:cubicBezTo>
                      <a:pt x="119" y="97"/>
                      <a:pt x="119" y="97"/>
                      <a:pt x="119" y="97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7" y="95"/>
                      <a:pt x="117" y="95"/>
                      <a:pt x="117" y="95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20" y="96"/>
                      <a:pt x="120" y="96"/>
                      <a:pt x="120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2" y="96"/>
                      <a:pt x="122" y="96"/>
                      <a:pt x="122" y="96"/>
                    </a:cubicBezTo>
                    <a:cubicBezTo>
                      <a:pt x="123" y="97"/>
                      <a:pt x="123" y="97"/>
                      <a:pt x="123" y="97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24" y="97"/>
                      <a:pt x="124" y="97"/>
                      <a:pt x="124" y="97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4" y="91"/>
                      <a:pt x="124" y="91"/>
                      <a:pt x="124" y="91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4" y="79"/>
                      <a:pt x="124" y="79"/>
                      <a:pt x="124" y="79"/>
                    </a:cubicBezTo>
                    <a:cubicBezTo>
                      <a:pt x="123" y="77"/>
                      <a:pt x="123" y="77"/>
                      <a:pt x="123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3" y="75"/>
                      <a:pt x="123" y="75"/>
                      <a:pt x="123" y="75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8"/>
                      <a:pt x="116" y="68"/>
                      <a:pt x="116" y="68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4" y="69"/>
                      <a:pt x="114" y="69"/>
                      <a:pt x="114" y="69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3" y="67"/>
                      <a:pt x="113" y="67"/>
                      <a:pt x="113" y="67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5" y="75"/>
                      <a:pt x="45" y="75"/>
                      <a:pt x="45" y="76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4" y="80"/>
                      <a:pt x="64" y="80"/>
                      <a:pt x="64" y="80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0" y="87"/>
                      <a:pt x="70" y="87"/>
                      <a:pt x="70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0" y="90"/>
                      <a:pt x="70" y="90"/>
                      <a:pt x="70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1" y="102"/>
                      <a:pt x="71" y="102"/>
                      <a:pt x="71" y="102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99"/>
                      <a:pt x="73" y="99"/>
                      <a:pt x="73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5" y="100"/>
                      <a:pt x="75" y="100"/>
                      <a:pt x="75" y="100"/>
                    </a:cubicBezTo>
                    <a:cubicBezTo>
                      <a:pt x="75" y="99"/>
                      <a:pt x="75" y="99"/>
                      <a:pt x="75" y="99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80" y="97"/>
                      <a:pt x="80" y="97"/>
                      <a:pt x="80" y="97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80" y="100"/>
                      <a:pt x="80" y="100"/>
                      <a:pt x="80" y="100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2"/>
                      <a:pt x="78" y="102"/>
                      <a:pt x="78" y="102"/>
                    </a:cubicBezTo>
                    <a:cubicBezTo>
                      <a:pt x="79" y="104"/>
                      <a:pt x="79" y="104"/>
                      <a:pt x="79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6"/>
                      <a:pt x="82" y="106"/>
                      <a:pt x="82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10"/>
                      <a:pt x="82" y="110"/>
                      <a:pt x="82" y="110"/>
                    </a:cubicBezTo>
                    <a:cubicBezTo>
                      <a:pt x="83" y="110"/>
                      <a:pt x="83" y="110"/>
                      <a:pt x="83" y="110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1" y="118"/>
                      <a:pt x="81" y="118"/>
                      <a:pt x="81" y="118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0" y="121"/>
                      <a:pt x="80" y="121"/>
                      <a:pt x="80" y="121"/>
                    </a:cubicBezTo>
                    <a:cubicBezTo>
                      <a:pt x="78" y="120"/>
                      <a:pt x="78" y="120"/>
                      <a:pt x="78" y="120"/>
                    </a:cubicBezTo>
                    <a:cubicBezTo>
                      <a:pt x="77" y="121"/>
                      <a:pt x="77" y="121"/>
                      <a:pt x="77" y="121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4" y="126"/>
                      <a:pt x="74" y="126"/>
                      <a:pt x="74" y="126"/>
                    </a:cubicBezTo>
                    <a:cubicBezTo>
                      <a:pt x="73" y="126"/>
                      <a:pt x="73" y="126"/>
                      <a:pt x="73" y="126"/>
                    </a:cubicBezTo>
                    <a:cubicBezTo>
                      <a:pt x="71" y="128"/>
                      <a:pt x="71" y="128"/>
                      <a:pt x="71" y="128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3" y="132"/>
                      <a:pt x="63" y="132"/>
                      <a:pt x="63" y="132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6" y="142"/>
                      <a:pt x="66" y="142"/>
                      <a:pt x="66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1"/>
                      <a:pt x="64" y="141"/>
                      <a:pt x="64" y="141"/>
                    </a:cubicBezTo>
                    <a:cubicBezTo>
                      <a:pt x="63" y="140"/>
                      <a:pt x="63" y="140"/>
                      <a:pt x="63" y="140"/>
                    </a:cubicBezTo>
                    <a:cubicBezTo>
                      <a:pt x="61" y="141"/>
                      <a:pt x="61" y="141"/>
                      <a:pt x="61" y="141"/>
                    </a:cubicBezTo>
                    <a:cubicBezTo>
                      <a:pt x="60" y="142"/>
                      <a:pt x="60" y="142"/>
                      <a:pt x="60" y="142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1"/>
                      <a:pt x="59" y="141"/>
                      <a:pt x="59" y="141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2" y="143"/>
                      <a:pt x="52" y="143"/>
                      <a:pt x="52" y="143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5" y="140"/>
                      <a:pt x="45" y="140"/>
                      <a:pt x="45" y="140"/>
                    </a:cubicBezTo>
                    <a:cubicBezTo>
                      <a:pt x="44" y="140"/>
                      <a:pt x="44" y="140"/>
                      <a:pt x="44" y="14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40" y="141"/>
                      <a:pt x="40" y="141"/>
                      <a:pt x="40" y="141"/>
                    </a:cubicBezTo>
                    <a:cubicBezTo>
                      <a:pt x="40" y="142"/>
                      <a:pt x="40" y="142"/>
                      <a:pt x="40" y="142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3" y="147"/>
                      <a:pt x="33" y="147"/>
                      <a:pt x="33" y="147"/>
                    </a:cubicBezTo>
                    <a:cubicBezTo>
                      <a:pt x="33" y="149"/>
                      <a:pt x="33" y="149"/>
                      <a:pt x="33" y="149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6" y="154"/>
                      <a:pt x="36" y="154"/>
                      <a:pt x="36" y="154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6" y="155"/>
                      <a:pt x="46" y="155"/>
                      <a:pt x="46" y="155"/>
                    </a:cubicBezTo>
                    <a:cubicBezTo>
                      <a:pt x="47" y="156"/>
                      <a:pt x="47" y="156"/>
                      <a:pt x="47" y="15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1" y="155"/>
                      <a:pt x="51" y="155"/>
                      <a:pt x="51" y="155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57" y="155"/>
                      <a:pt x="57" y="155"/>
                      <a:pt x="57" y="155"/>
                    </a:cubicBezTo>
                    <a:cubicBezTo>
                      <a:pt x="57" y="158"/>
                      <a:pt x="57" y="158"/>
                      <a:pt x="57" y="158"/>
                    </a:cubicBezTo>
                    <a:cubicBezTo>
                      <a:pt x="59" y="157"/>
                      <a:pt x="59" y="157"/>
                      <a:pt x="59" y="157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1" y="154"/>
                      <a:pt x="61" y="154"/>
                      <a:pt x="61" y="154"/>
                    </a:cubicBezTo>
                    <a:cubicBezTo>
                      <a:pt x="61" y="155"/>
                      <a:pt x="61" y="155"/>
                      <a:pt x="61" y="155"/>
                    </a:cubicBezTo>
                    <a:cubicBezTo>
                      <a:pt x="60" y="156"/>
                      <a:pt x="60" y="156"/>
                      <a:pt x="60" y="156"/>
                    </a:cubicBezTo>
                    <a:cubicBezTo>
                      <a:pt x="62" y="159"/>
                      <a:pt x="62" y="159"/>
                      <a:pt x="62" y="159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64" y="159"/>
                      <a:pt x="64" y="159"/>
                      <a:pt x="64" y="159"/>
                    </a:cubicBezTo>
                    <a:cubicBezTo>
                      <a:pt x="64" y="161"/>
                      <a:pt x="64" y="161"/>
                      <a:pt x="64" y="161"/>
                    </a:cubicBezTo>
                    <a:cubicBezTo>
                      <a:pt x="64" y="162"/>
                      <a:pt x="64" y="162"/>
                      <a:pt x="64" y="162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4"/>
                      <a:pt x="66" y="164"/>
                      <a:pt x="66" y="164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8" y="168"/>
                      <a:pt x="68" y="168"/>
                      <a:pt x="68" y="168"/>
                    </a:cubicBezTo>
                    <a:cubicBezTo>
                      <a:pt x="68" y="166"/>
                      <a:pt x="68" y="166"/>
                      <a:pt x="68" y="166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69" y="166"/>
                      <a:pt x="69" y="166"/>
                      <a:pt x="69" y="166"/>
                    </a:cubicBezTo>
                    <a:cubicBezTo>
                      <a:pt x="70" y="168"/>
                      <a:pt x="70" y="168"/>
                      <a:pt x="70" y="168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69" y="169"/>
                      <a:pt x="69" y="169"/>
                      <a:pt x="69" y="169"/>
                    </a:cubicBezTo>
                    <a:cubicBezTo>
                      <a:pt x="67" y="169"/>
                      <a:pt x="67" y="169"/>
                      <a:pt x="67" y="169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68" y="171"/>
                      <a:pt x="68" y="171"/>
                      <a:pt x="68" y="171"/>
                    </a:cubicBezTo>
                    <a:cubicBezTo>
                      <a:pt x="68" y="173"/>
                      <a:pt x="68" y="173"/>
                      <a:pt x="68" y="173"/>
                    </a:cubicBezTo>
                    <a:cubicBezTo>
                      <a:pt x="69" y="174"/>
                      <a:pt x="69" y="174"/>
                      <a:pt x="69" y="174"/>
                    </a:cubicBezTo>
                    <a:cubicBezTo>
                      <a:pt x="70" y="175"/>
                      <a:pt x="70" y="175"/>
                      <a:pt x="70" y="175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2" y="177"/>
                      <a:pt x="72" y="177"/>
                      <a:pt x="72" y="177"/>
                    </a:cubicBezTo>
                    <a:cubicBezTo>
                      <a:pt x="73" y="178"/>
                      <a:pt x="73" y="178"/>
                      <a:pt x="73" y="178"/>
                    </a:cubicBezTo>
                    <a:cubicBezTo>
                      <a:pt x="74" y="178"/>
                      <a:pt x="74" y="178"/>
                      <a:pt x="74" y="178"/>
                    </a:cubicBezTo>
                    <a:cubicBezTo>
                      <a:pt x="76" y="180"/>
                      <a:pt x="76" y="180"/>
                      <a:pt x="76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9" y="182"/>
                      <a:pt x="79" y="182"/>
                      <a:pt x="79" y="182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4"/>
                      <a:pt x="81" y="184"/>
                      <a:pt x="81" y="184"/>
                    </a:cubicBezTo>
                    <a:cubicBezTo>
                      <a:pt x="83" y="186"/>
                      <a:pt x="83" y="186"/>
                      <a:pt x="83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7"/>
                      <a:pt x="84" y="187"/>
                      <a:pt x="84" y="187"/>
                    </a:cubicBezTo>
                    <a:cubicBezTo>
                      <a:pt x="87" y="188"/>
                      <a:pt x="87" y="188"/>
                      <a:pt x="87" y="188"/>
                    </a:cubicBezTo>
                    <a:cubicBezTo>
                      <a:pt x="88" y="188"/>
                      <a:pt x="88" y="188"/>
                      <a:pt x="88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3" y="191"/>
                      <a:pt x="93" y="191"/>
                      <a:pt x="93" y="191"/>
                    </a:cubicBezTo>
                    <a:cubicBezTo>
                      <a:pt x="94" y="191"/>
                      <a:pt x="94" y="191"/>
                      <a:pt x="94" y="191"/>
                    </a:cubicBezTo>
                    <a:cubicBezTo>
                      <a:pt x="95" y="192"/>
                      <a:pt x="95" y="192"/>
                      <a:pt x="95" y="192"/>
                    </a:cubicBezTo>
                    <a:cubicBezTo>
                      <a:pt x="97" y="193"/>
                      <a:pt x="97" y="193"/>
                      <a:pt x="97" y="193"/>
                    </a:cubicBezTo>
                    <a:cubicBezTo>
                      <a:pt x="98" y="194"/>
                      <a:pt x="98" y="194"/>
                      <a:pt x="98" y="194"/>
                    </a:cubicBezTo>
                    <a:cubicBezTo>
                      <a:pt x="100" y="194"/>
                      <a:pt x="100" y="194"/>
                      <a:pt x="100" y="194"/>
                    </a:cubicBezTo>
                    <a:cubicBezTo>
                      <a:pt x="101" y="193"/>
                      <a:pt x="101" y="193"/>
                      <a:pt x="101" y="193"/>
                    </a:cubicBezTo>
                    <a:cubicBezTo>
                      <a:pt x="101" y="192"/>
                      <a:pt x="101" y="192"/>
                      <a:pt x="101" y="192"/>
                    </a:cubicBezTo>
                    <a:cubicBezTo>
                      <a:pt x="100" y="191"/>
                      <a:pt x="100" y="191"/>
                      <a:pt x="100" y="191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1" y="190"/>
                      <a:pt x="101" y="190"/>
                      <a:pt x="101" y="190"/>
                    </a:cubicBezTo>
                    <a:cubicBezTo>
                      <a:pt x="102" y="189"/>
                      <a:pt x="102" y="189"/>
                      <a:pt x="102" y="189"/>
                    </a:cubicBezTo>
                    <a:cubicBezTo>
                      <a:pt x="101" y="187"/>
                      <a:pt x="101" y="187"/>
                      <a:pt x="101" y="187"/>
                    </a:cubicBezTo>
                    <a:cubicBezTo>
                      <a:pt x="100" y="188"/>
                      <a:pt x="100" y="188"/>
                      <a:pt x="100" y="188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99" y="185"/>
                      <a:pt x="99" y="185"/>
                      <a:pt x="99" y="185"/>
                    </a:cubicBezTo>
                    <a:cubicBezTo>
                      <a:pt x="98" y="186"/>
                      <a:pt x="98" y="186"/>
                      <a:pt x="98" y="186"/>
                    </a:cubicBezTo>
                    <a:cubicBezTo>
                      <a:pt x="98" y="185"/>
                      <a:pt x="98" y="185"/>
                      <a:pt x="98" y="185"/>
                    </a:cubicBezTo>
                    <a:cubicBezTo>
                      <a:pt x="99" y="184"/>
                      <a:pt x="99" y="184"/>
                      <a:pt x="99" y="184"/>
                    </a:cubicBezTo>
                    <a:cubicBezTo>
                      <a:pt x="98" y="182"/>
                      <a:pt x="98" y="182"/>
                      <a:pt x="98" y="182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6" y="182"/>
                      <a:pt x="96" y="182"/>
                      <a:pt x="96" y="182"/>
                    </a:cubicBezTo>
                    <a:cubicBezTo>
                      <a:pt x="97" y="181"/>
                      <a:pt x="97" y="181"/>
                      <a:pt x="97" y="181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4"/>
                      <a:pt x="90" y="174"/>
                      <a:pt x="90" y="174"/>
                    </a:cubicBezTo>
                    <a:cubicBezTo>
                      <a:pt x="90" y="173"/>
                      <a:pt x="90" y="173"/>
                      <a:pt x="90" y="173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88" y="170"/>
                      <a:pt x="88" y="170"/>
                      <a:pt x="88" y="170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8" y="168"/>
                      <a:pt x="88" y="168"/>
                      <a:pt x="88" y="168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9" y="168"/>
                      <a:pt x="89" y="168"/>
                      <a:pt x="89" y="168"/>
                    </a:cubicBezTo>
                    <a:cubicBezTo>
                      <a:pt x="90" y="168"/>
                      <a:pt x="90" y="168"/>
                      <a:pt x="90" y="168"/>
                    </a:cubicBezTo>
                    <a:cubicBezTo>
                      <a:pt x="90" y="169"/>
                      <a:pt x="90" y="169"/>
                      <a:pt x="90" y="169"/>
                    </a:cubicBezTo>
                    <a:cubicBezTo>
                      <a:pt x="91" y="171"/>
                      <a:pt x="91" y="171"/>
                      <a:pt x="91" y="171"/>
                    </a:cubicBezTo>
                    <a:cubicBezTo>
                      <a:pt x="92" y="172"/>
                      <a:pt x="92" y="172"/>
                      <a:pt x="92" y="172"/>
                    </a:cubicBezTo>
                    <a:cubicBezTo>
                      <a:pt x="93" y="172"/>
                      <a:pt x="93" y="172"/>
                      <a:pt x="93" y="172"/>
                    </a:cubicBezTo>
                    <a:cubicBezTo>
                      <a:pt x="93" y="173"/>
                      <a:pt x="93" y="173"/>
                      <a:pt x="93" y="173"/>
                    </a:cubicBezTo>
                    <a:cubicBezTo>
                      <a:pt x="95" y="175"/>
                      <a:pt x="95" y="175"/>
                      <a:pt x="95" y="175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6" y="175"/>
                      <a:pt x="96" y="175"/>
                      <a:pt x="96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8" y="177"/>
                      <a:pt x="98" y="177"/>
                      <a:pt x="98" y="177"/>
                    </a:cubicBezTo>
                    <a:cubicBezTo>
                      <a:pt x="99" y="180"/>
                      <a:pt x="99" y="180"/>
                      <a:pt x="99" y="180"/>
                    </a:cubicBezTo>
                    <a:cubicBezTo>
                      <a:pt x="100" y="178"/>
                      <a:pt x="100" y="178"/>
                      <a:pt x="100" y="178"/>
                    </a:cubicBezTo>
                    <a:cubicBezTo>
                      <a:pt x="100" y="179"/>
                      <a:pt x="100" y="179"/>
                      <a:pt x="100" y="179"/>
                    </a:cubicBezTo>
                    <a:cubicBezTo>
                      <a:pt x="101" y="179"/>
                      <a:pt x="101" y="179"/>
                      <a:pt x="101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3" y="179"/>
                      <a:pt x="103" y="179"/>
                      <a:pt x="103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5" y="181"/>
                      <a:pt x="105" y="181"/>
                      <a:pt x="105" y="181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7" y="182"/>
                      <a:pt x="107" y="182"/>
                      <a:pt x="107" y="182"/>
                    </a:cubicBezTo>
                    <a:cubicBezTo>
                      <a:pt x="106" y="183"/>
                      <a:pt x="106" y="183"/>
                      <a:pt x="106" y="183"/>
                    </a:cubicBezTo>
                    <a:cubicBezTo>
                      <a:pt x="107" y="185"/>
                      <a:pt x="107" y="185"/>
                      <a:pt x="107" y="185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109" y="186"/>
                      <a:pt x="109" y="186"/>
                      <a:pt x="109" y="186"/>
                    </a:cubicBezTo>
                    <a:cubicBezTo>
                      <a:pt x="109" y="187"/>
                      <a:pt x="109" y="187"/>
                      <a:pt x="109" y="187"/>
                    </a:cubicBezTo>
                    <a:cubicBezTo>
                      <a:pt x="107" y="188"/>
                      <a:pt x="107" y="188"/>
                      <a:pt x="107" y="188"/>
                    </a:cubicBezTo>
                    <a:cubicBezTo>
                      <a:pt x="108" y="189"/>
                      <a:pt x="108" y="189"/>
                      <a:pt x="108" y="189"/>
                    </a:cubicBezTo>
                    <a:cubicBezTo>
                      <a:pt x="109" y="189"/>
                      <a:pt x="109" y="189"/>
                      <a:pt x="109" y="189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2" y="189"/>
                      <a:pt x="112" y="189"/>
                      <a:pt x="112" y="189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6"/>
                      <a:pt x="112" y="186"/>
                      <a:pt x="112" y="186"/>
                    </a:cubicBezTo>
                    <a:cubicBezTo>
                      <a:pt x="111" y="186"/>
                      <a:pt x="111" y="186"/>
                      <a:pt x="111" y="186"/>
                    </a:cubicBezTo>
                    <a:cubicBezTo>
                      <a:pt x="110" y="186"/>
                      <a:pt x="110" y="186"/>
                      <a:pt x="110" y="186"/>
                    </a:cubicBezTo>
                    <a:cubicBezTo>
                      <a:pt x="110" y="185"/>
                      <a:pt x="110" y="185"/>
                      <a:pt x="110" y="185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10" y="183"/>
                      <a:pt x="110" y="183"/>
                      <a:pt x="110" y="183"/>
                    </a:cubicBezTo>
                    <a:cubicBezTo>
                      <a:pt x="109" y="181"/>
                      <a:pt x="109" y="181"/>
                      <a:pt x="109" y="181"/>
                    </a:cubicBezTo>
                    <a:cubicBezTo>
                      <a:pt x="110" y="182"/>
                      <a:pt x="110" y="182"/>
                      <a:pt x="110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3" y="181"/>
                      <a:pt x="113" y="181"/>
                      <a:pt x="113" y="181"/>
                    </a:cubicBezTo>
                    <a:cubicBezTo>
                      <a:pt x="112" y="180"/>
                      <a:pt x="112" y="180"/>
                      <a:pt x="112" y="180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2" y="176"/>
                      <a:pt x="112" y="176"/>
                      <a:pt x="112" y="176"/>
                    </a:cubicBezTo>
                    <a:cubicBezTo>
                      <a:pt x="114" y="178"/>
                      <a:pt x="114" y="178"/>
                      <a:pt x="114" y="178"/>
                    </a:cubicBezTo>
                    <a:cubicBezTo>
                      <a:pt x="115" y="177"/>
                      <a:pt x="115" y="177"/>
                      <a:pt x="115" y="177"/>
                    </a:cubicBezTo>
                    <a:cubicBezTo>
                      <a:pt x="115" y="178"/>
                      <a:pt x="115" y="178"/>
                      <a:pt x="115" y="178"/>
                    </a:cubicBezTo>
                    <a:cubicBezTo>
                      <a:pt x="117" y="177"/>
                      <a:pt x="117" y="177"/>
                      <a:pt x="117" y="177"/>
                    </a:cubicBezTo>
                    <a:cubicBezTo>
                      <a:pt x="116" y="176"/>
                      <a:pt x="116" y="176"/>
                      <a:pt x="116" y="176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7" y="171"/>
                      <a:pt x="117" y="171"/>
                      <a:pt x="117" y="171"/>
                    </a:cubicBezTo>
                    <a:cubicBezTo>
                      <a:pt x="116" y="170"/>
                      <a:pt x="116" y="170"/>
                      <a:pt x="116" y="170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4" y="166"/>
                      <a:pt x="114" y="166"/>
                      <a:pt x="114" y="166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14" y="165"/>
                      <a:pt x="114" y="165"/>
                      <a:pt x="114" y="165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2" y="163"/>
                      <a:pt x="112" y="163"/>
                      <a:pt x="112" y="163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5" y="161"/>
                      <a:pt x="115" y="161"/>
                      <a:pt x="115" y="161"/>
                    </a:cubicBezTo>
                    <a:cubicBezTo>
                      <a:pt x="114" y="160"/>
                      <a:pt x="114" y="160"/>
                      <a:pt x="114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4" y="157"/>
                      <a:pt x="114" y="157"/>
                      <a:pt x="114" y="157"/>
                    </a:cubicBezTo>
                    <a:cubicBezTo>
                      <a:pt x="113" y="158"/>
                      <a:pt x="113" y="158"/>
                      <a:pt x="113" y="158"/>
                    </a:cubicBezTo>
                    <a:cubicBezTo>
                      <a:pt x="113" y="157"/>
                      <a:pt x="113" y="157"/>
                      <a:pt x="113" y="157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0" y="155"/>
                      <a:pt x="110" y="155"/>
                      <a:pt x="110" y="155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3"/>
                      <a:pt x="109" y="153"/>
                      <a:pt x="109" y="153"/>
                    </a:cubicBezTo>
                    <a:cubicBezTo>
                      <a:pt x="107" y="152"/>
                      <a:pt x="107" y="152"/>
                      <a:pt x="107" y="152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6" y="152"/>
                      <a:pt x="106" y="152"/>
                      <a:pt x="106" y="152"/>
                    </a:cubicBezTo>
                    <a:cubicBezTo>
                      <a:pt x="105" y="152"/>
                      <a:pt x="105" y="152"/>
                      <a:pt x="105" y="152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105" y="151"/>
                      <a:pt x="105" y="151"/>
                      <a:pt x="105" y="151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7" y="148"/>
                      <a:pt x="107" y="148"/>
                      <a:pt x="107" y="148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6" y="146"/>
                      <a:pt x="106" y="146"/>
                      <a:pt x="106" y="146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05" y="144"/>
                      <a:pt x="105" y="144"/>
                      <a:pt x="105" y="144"/>
                    </a:cubicBezTo>
                    <a:cubicBezTo>
                      <a:pt x="103" y="144"/>
                      <a:pt x="103" y="144"/>
                      <a:pt x="103" y="144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8"/>
                      <a:pt x="102" y="138"/>
                      <a:pt x="102" y="138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40"/>
                      <a:pt x="102" y="140"/>
                      <a:pt x="102" y="140"/>
                    </a:cubicBezTo>
                    <a:cubicBezTo>
                      <a:pt x="104" y="142"/>
                      <a:pt x="104" y="142"/>
                      <a:pt x="104" y="142"/>
                    </a:cubicBezTo>
                    <a:cubicBezTo>
                      <a:pt x="105" y="142"/>
                      <a:pt x="105" y="142"/>
                      <a:pt x="105" y="142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7" y="142"/>
                      <a:pt x="107" y="142"/>
                      <a:pt x="107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9" y="140"/>
                      <a:pt x="109" y="140"/>
                      <a:pt x="109" y="140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07" y="137"/>
                      <a:pt x="107" y="137"/>
                      <a:pt x="107" y="137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10" y="136"/>
                      <a:pt x="110" y="136"/>
                      <a:pt x="110" y="136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0" y="135"/>
                      <a:pt x="110" y="135"/>
                      <a:pt x="110" y="135"/>
                    </a:cubicBezTo>
                    <a:cubicBezTo>
                      <a:pt x="111" y="135"/>
                      <a:pt x="111" y="135"/>
                      <a:pt x="111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1" y="136"/>
                      <a:pt x="111" y="136"/>
                      <a:pt x="111" y="136"/>
                    </a:cubicBezTo>
                    <a:cubicBezTo>
                      <a:pt x="110" y="137"/>
                      <a:pt x="110" y="137"/>
                      <a:pt x="110" y="137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9"/>
                      <a:pt x="113" y="139"/>
                      <a:pt x="113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5" y="139"/>
                      <a:pt x="115" y="139"/>
                      <a:pt x="115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4" y="141"/>
                      <a:pt x="114" y="141"/>
                      <a:pt x="114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7" y="142"/>
                      <a:pt x="117" y="142"/>
                      <a:pt x="117" y="142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21" y="140"/>
                      <a:pt x="121" y="140"/>
                      <a:pt x="121" y="140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18" y="141"/>
                      <a:pt x="118" y="141"/>
                      <a:pt x="118" y="141"/>
                    </a:cubicBezTo>
                    <a:cubicBezTo>
                      <a:pt x="117" y="143"/>
                      <a:pt x="117" y="143"/>
                      <a:pt x="117" y="143"/>
                    </a:cubicBezTo>
                    <a:cubicBezTo>
                      <a:pt x="116" y="144"/>
                      <a:pt x="116" y="144"/>
                      <a:pt x="116" y="144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7"/>
                      <a:pt x="117" y="147"/>
                      <a:pt x="117" y="147"/>
                    </a:cubicBezTo>
                    <a:cubicBezTo>
                      <a:pt x="117" y="148"/>
                      <a:pt x="117" y="148"/>
                      <a:pt x="117" y="148"/>
                    </a:cubicBezTo>
                    <a:cubicBezTo>
                      <a:pt x="117" y="149"/>
                      <a:pt x="117" y="149"/>
                      <a:pt x="117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9" y="149"/>
                      <a:pt x="119" y="149"/>
                      <a:pt x="119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7" y="150"/>
                      <a:pt x="117" y="150"/>
                      <a:pt x="117" y="150"/>
                    </a:cubicBez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8" y="152"/>
                      <a:pt x="118" y="152"/>
                      <a:pt x="118" y="152"/>
                    </a:cubicBezTo>
                    <a:cubicBezTo>
                      <a:pt x="118" y="153"/>
                      <a:pt x="118" y="153"/>
                      <a:pt x="118" y="153"/>
                    </a:cubicBezTo>
                    <a:cubicBezTo>
                      <a:pt x="119" y="154"/>
                      <a:pt x="119" y="154"/>
                      <a:pt x="119" y="154"/>
                    </a:cubicBezTo>
                    <a:cubicBezTo>
                      <a:pt x="120" y="153"/>
                      <a:pt x="120" y="153"/>
                      <a:pt x="120" y="153"/>
                    </a:cubicBezTo>
                    <a:cubicBezTo>
                      <a:pt x="121" y="153"/>
                      <a:pt x="121" y="153"/>
                      <a:pt x="121" y="153"/>
                    </a:cubicBezTo>
                    <a:cubicBezTo>
                      <a:pt x="120" y="154"/>
                      <a:pt x="120" y="154"/>
                      <a:pt x="120" y="154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22" y="155"/>
                      <a:pt x="122" y="155"/>
                      <a:pt x="122" y="155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6"/>
                      <a:pt x="123" y="156"/>
                      <a:pt x="123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6" y="158"/>
                      <a:pt x="126" y="158"/>
                      <a:pt x="126" y="158"/>
                    </a:cubicBezTo>
                    <a:cubicBezTo>
                      <a:pt x="126" y="157"/>
                      <a:pt x="126" y="157"/>
                      <a:pt x="126" y="157"/>
                    </a:cubicBezTo>
                    <a:cubicBezTo>
                      <a:pt x="128" y="157"/>
                      <a:pt x="128" y="157"/>
                      <a:pt x="128" y="157"/>
                    </a:cubicBezTo>
                    <a:cubicBezTo>
                      <a:pt x="128" y="155"/>
                      <a:pt x="128" y="155"/>
                      <a:pt x="128" y="155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3"/>
                      <a:pt x="128" y="153"/>
                      <a:pt x="128" y="153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1"/>
                      <a:pt x="128" y="151"/>
                      <a:pt x="128" y="151"/>
                    </a:cubicBezTo>
                    <a:cubicBezTo>
                      <a:pt x="129" y="150"/>
                      <a:pt x="129" y="150"/>
                      <a:pt x="129" y="150"/>
                    </a:cubicBezTo>
                    <a:cubicBezTo>
                      <a:pt x="128" y="149"/>
                      <a:pt x="128" y="149"/>
                      <a:pt x="128" y="149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31" y="148"/>
                      <a:pt x="131" y="148"/>
                      <a:pt x="131" y="148"/>
                    </a:cubicBezTo>
                    <a:cubicBezTo>
                      <a:pt x="132" y="149"/>
                      <a:pt x="132" y="149"/>
                      <a:pt x="132" y="149"/>
                    </a:cubicBezTo>
                    <a:cubicBezTo>
                      <a:pt x="133" y="149"/>
                      <a:pt x="133" y="149"/>
                      <a:pt x="133" y="149"/>
                    </a:cubicBezTo>
                    <a:cubicBezTo>
                      <a:pt x="134" y="148"/>
                      <a:pt x="134" y="148"/>
                      <a:pt x="134" y="148"/>
                    </a:cubicBezTo>
                    <a:cubicBezTo>
                      <a:pt x="134" y="145"/>
                      <a:pt x="134" y="145"/>
                      <a:pt x="134" y="145"/>
                    </a:cubicBezTo>
                    <a:cubicBezTo>
                      <a:pt x="135" y="147"/>
                      <a:pt x="135" y="147"/>
                      <a:pt x="135" y="147"/>
                    </a:cubicBezTo>
                    <a:cubicBezTo>
                      <a:pt x="136" y="147"/>
                      <a:pt x="136" y="147"/>
                      <a:pt x="136" y="147"/>
                    </a:cubicBezTo>
                    <a:cubicBezTo>
                      <a:pt x="137" y="145"/>
                      <a:pt x="137" y="145"/>
                      <a:pt x="137" y="145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9" y="144"/>
                      <a:pt x="139" y="144"/>
                      <a:pt x="139" y="144"/>
                    </a:cubicBezTo>
                    <a:cubicBezTo>
                      <a:pt x="140" y="142"/>
                      <a:pt x="140" y="142"/>
                      <a:pt x="140" y="142"/>
                    </a:cubicBezTo>
                    <a:cubicBezTo>
                      <a:pt x="139" y="141"/>
                      <a:pt x="139" y="141"/>
                      <a:pt x="139" y="141"/>
                    </a:cubicBezTo>
                    <a:cubicBezTo>
                      <a:pt x="138" y="141"/>
                      <a:pt x="138" y="141"/>
                      <a:pt x="138" y="141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41" y="141"/>
                      <a:pt x="141" y="141"/>
                      <a:pt x="141" y="141"/>
                    </a:cubicBezTo>
                    <a:cubicBezTo>
                      <a:pt x="142" y="140"/>
                      <a:pt x="142" y="140"/>
                      <a:pt x="142" y="140"/>
                    </a:cubicBezTo>
                    <a:cubicBezTo>
                      <a:pt x="144" y="140"/>
                      <a:pt x="144" y="140"/>
                      <a:pt x="144" y="14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7"/>
                      <a:pt x="144" y="137"/>
                      <a:pt x="144" y="137"/>
                    </a:cubicBezTo>
                    <a:cubicBezTo>
                      <a:pt x="146" y="137"/>
                      <a:pt x="146" y="137"/>
                      <a:pt x="146" y="137"/>
                    </a:cubicBezTo>
                    <a:lnTo>
                      <a:pt x="147" y="137"/>
                    </a:lnTo>
                    <a:close/>
                    <a:moveTo>
                      <a:pt x="121" y="89"/>
                    </a:moveTo>
                    <a:cubicBezTo>
                      <a:pt x="122" y="90"/>
                      <a:pt x="122" y="90"/>
                      <a:pt x="122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90"/>
                      <a:pt x="119" y="90"/>
                      <a:pt x="119" y="90"/>
                    </a:cubicBezTo>
                    <a:cubicBezTo>
                      <a:pt x="121" y="89"/>
                      <a:pt x="121" y="89"/>
                      <a:pt x="121" y="89"/>
                    </a:cubicBezTo>
                    <a:close/>
                    <a:moveTo>
                      <a:pt x="120" y="87"/>
                    </a:moveTo>
                    <a:cubicBezTo>
                      <a:pt x="120" y="87"/>
                      <a:pt x="120" y="87"/>
                      <a:pt x="120" y="87"/>
                    </a:cubicBezTo>
                    <a:cubicBezTo>
                      <a:pt x="121" y="87"/>
                      <a:pt x="121" y="87"/>
                      <a:pt x="121" y="87"/>
                    </a:cubicBezTo>
                    <a:cubicBezTo>
                      <a:pt x="121" y="87"/>
                      <a:pt x="121" y="87"/>
                      <a:pt x="121" y="87"/>
                    </a:cubicBezTo>
                    <a:lnTo>
                      <a:pt x="120" y="87"/>
                    </a:lnTo>
                    <a:close/>
                    <a:moveTo>
                      <a:pt x="116" y="78"/>
                    </a:moveTo>
                    <a:cubicBezTo>
                      <a:pt x="118" y="78"/>
                      <a:pt x="118" y="78"/>
                      <a:pt x="118" y="78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6"/>
                      <a:pt x="120" y="76"/>
                      <a:pt x="120" y="76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8"/>
                      <a:pt x="120" y="78"/>
                      <a:pt x="120" y="78"/>
                    </a:cubicBezTo>
                    <a:cubicBezTo>
                      <a:pt x="119" y="80"/>
                      <a:pt x="119" y="80"/>
                      <a:pt x="119" y="80"/>
                    </a:cubicBezTo>
                    <a:cubicBezTo>
                      <a:pt x="120" y="80"/>
                      <a:pt x="120" y="80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8" y="82"/>
                      <a:pt x="118" y="82"/>
                      <a:pt x="118" y="82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8" y="81"/>
                      <a:pt x="118" y="81"/>
                      <a:pt x="118" y="81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8"/>
                      <a:pt x="118" y="78"/>
                      <a:pt x="118" y="78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6" y="79"/>
                      <a:pt x="116" y="79"/>
                      <a:pt x="116" y="79"/>
                    </a:cubicBezTo>
                    <a:cubicBezTo>
                      <a:pt x="115" y="78"/>
                      <a:pt x="115" y="78"/>
                      <a:pt x="115" y="78"/>
                    </a:cubicBezTo>
                    <a:lnTo>
                      <a:pt x="116" y="78"/>
                    </a:lnTo>
                    <a:close/>
                    <a:moveTo>
                      <a:pt x="29" y="51"/>
                    </a:moveTo>
                    <a:cubicBezTo>
                      <a:pt x="28" y="51"/>
                      <a:pt x="28" y="51"/>
                      <a:pt x="28" y="51"/>
                    </a:cubicBezTo>
                    <a:cubicBezTo>
                      <a:pt x="29" y="51"/>
                      <a:pt x="29" y="51"/>
                      <a:pt x="29" y="51"/>
                    </a:cubicBezTo>
                    <a:close/>
                    <a:moveTo>
                      <a:pt x="29" y="50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lnTo>
                      <a:pt x="29" y="50"/>
                    </a:lnTo>
                    <a:close/>
                    <a:moveTo>
                      <a:pt x="31" y="47"/>
                    </a:move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5"/>
                      <a:pt x="31" y="45"/>
                      <a:pt x="31" y="45"/>
                    </a:cubicBezTo>
                    <a:lnTo>
                      <a:pt x="31" y="47"/>
                    </a:lnTo>
                    <a:close/>
                    <a:moveTo>
                      <a:pt x="60" y="62"/>
                    </a:move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0" y="62"/>
                      <a:pt x="60" y="62"/>
                    </a:cubicBezTo>
                    <a:close/>
                    <a:moveTo>
                      <a:pt x="65" y="32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2"/>
                      <a:pt x="66" y="32"/>
                      <a:pt x="66" y="32"/>
                    </a:cubicBezTo>
                    <a:lnTo>
                      <a:pt x="65" y="32"/>
                    </a:lnTo>
                    <a:close/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8" y="34"/>
                      <a:pt x="68" y="34"/>
                      <a:pt x="68" y="34"/>
                    </a:cubicBezTo>
                    <a:lnTo>
                      <a:pt x="68" y="33"/>
                    </a:lnTo>
                    <a:close/>
                    <a:moveTo>
                      <a:pt x="70" y="41"/>
                    </a:move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69" y="40"/>
                      <a:pt x="69" y="40"/>
                      <a:pt x="69" y="40"/>
                    </a:cubicBezTo>
                    <a:lnTo>
                      <a:pt x="70" y="41"/>
                    </a:lnTo>
                    <a:close/>
                    <a:moveTo>
                      <a:pt x="74" y="95"/>
                    </a:moveTo>
                    <a:cubicBezTo>
                      <a:pt x="74" y="95"/>
                      <a:pt x="74" y="95"/>
                      <a:pt x="74" y="95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75" y="95"/>
                      <a:pt x="75" y="95"/>
                      <a:pt x="75" y="95"/>
                    </a:cubicBezTo>
                    <a:lnTo>
                      <a:pt x="74" y="95"/>
                    </a:lnTo>
                    <a:close/>
                    <a:moveTo>
                      <a:pt x="79" y="38"/>
                    </a:moveTo>
                    <a:cubicBezTo>
                      <a:pt x="79" y="38"/>
                      <a:pt x="79" y="38"/>
                      <a:pt x="79" y="38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lose/>
                    <a:moveTo>
                      <a:pt x="111" y="160"/>
                    </a:moveTo>
                    <a:cubicBezTo>
                      <a:pt x="112" y="161"/>
                      <a:pt x="112" y="161"/>
                      <a:pt x="112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lnTo>
                      <a:pt x="111" y="160"/>
                    </a:lnTo>
                    <a:close/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lnTo>
                      <a:pt x="102" y="53"/>
                    </a:lnTo>
                    <a:close/>
                    <a:moveTo>
                      <a:pt x="102" y="64"/>
                    </a:moveTo>
                    <a:cubicBezTo>
                      <a:pt x="102" y="64"/>
                      <a:pt x="102" y="64"/>
                      <a:pt x="102" y="64"/>
                    </a:cubicBezTo>
                    <a:cubicBezTo>
                      <a:pt x="102" y="64"/>
                      <a:pt x="102" y="64"/>
                      <a:pt x="102" y="64"/>
                    </a:cubicBezTo>
                    <a:close/>
                    <a:moveTo>
                      <a:pt x="99" y="56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8" y="56"/>
                      <a:pt x="98" y="56"/>
                      <a:pt x="98" y="56"/>
                    </a:cubicBezTo>
                    <a:lnTo>
                      <a:pt x="99" y="56"/>
                    </a:lnTo>
                    <a:close/>
                    <a:moveTo>
                      <a:pt x="99" y="53"/>
                    </a:move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100" y="52"/>
                      <a:pt x="100" y="52"/>
                      <a:pt x="100" y="52"/>
                    </a:cubicBezTo>
                    <a:lnTo>
                      <a:pt x="99" y="53"/>
                    </a:lnTo>
                    <a:close/>
                    <a:moveTo>
                      <a:pt x="100" y="58"/>
                    </a:move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lnTo>
                      <a:pt x="100" y="58"/>
                    </a:lnTo>
                    <a:close/>
                    <a:moveTo>
                      <a:pt x="101" y="53"/>
                    </a:moveTo>
                    <a:cubicBezTo>
                      <a:pt x="100" y="52"/>
                      <a:pt x="100" y="52"/>
                      <a:pt x="100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lose/>
                    <a:moveTo>
                      <a:pt x="101" y="56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lnTo>
                      <a:pt x="101" y="56"/>
                    </a:lnTo>
                    <a:close/>
                    <a:moveTo>
                      <a:pt x="102" y="67"/>
                    </a:move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lnTo>
                      <a:pt x="102" y="67"/>
                    </a:lnTo>
                    <a:close/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lose/>
                    <a:moveTo>
                      <a:pt x="104" y="66"/>
                    </a:move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6"/>
                    </a:cubicBezTo>
                    <a:lnTo>
                      <a:pt x="104" y="66"/>
                    </a:lnTo>
                    <a:close/>
                    <a:moveTo>
                      <a:pt x="105" y="62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2"/>
                      <a:pt x="105" y="62"/>
                      <a:pt x="105" y="62"/>
                    </a:cubicBezTo>
                    <a:close/>
                    <a:moveTo>
                      <a:pt x="108" y="66"/>
                    </a:moveTo>
                    <a:cubicBezTo>
                      <a:pt x="107" y="66"/>
                      <a:pt x="107" y="66"/>
                      <a:pt x="107" y="66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6"/>
                      <a:pt x="108" y="66"/>
                      <a:pt x="108" y="66"/>
                    </a:cubicBezTo>
                    <a:close/>
                    <a:moveTo>
                      <a:pt x="114" y="104"/>
                    </a:move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5" y="104"/>
                      <a:pt x="115" y="104"/>
                      <a:pt x="115" y="104"/>
                    </a:cubicBezTo>
                    <a:lnTo>
                      <a:pt x="114" y="10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8" name="Freeform 6427">
                <a:extLst>
                  <a:ext uri="{FF2B5EF4-FFF2-40B4-BE49-F238E27FC236}">
                    <a16:creationId xmlns:a16="http://schemas.microsoft.com/office/drawing/2014/main" id="{D9894DAE-2D71-46D1-9C5C-6ACF06E8C9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8" y="1333"/>
                <a:ext cx="37" cy="21"/>
              </a:xfrm>
              <a:custGeom>
                <a:avLst/>
                <a:gdLst>
                  <a:gd name="T0" fmla="*/ 26 w 37"/>
                  <a:gd name="T1" fmla="*/ 6 h 21"/>
                  <a:gd name="T2" fmla="*/ 24 w 37"/>
                  <a:gd name="T3" fmla="*/ 4 h 21"/>
                  <a:gd name="T4" fmla="*/ 22 w 37"/>
                  <a:gd name="T5" fmla="*/ 2 h 21"/>
                  <a:gd name="T6" fmla="*/ 19 w 37"/>
                  <a:gd name="T7" fmla="*/ 2 h 21"/>
                  <a:gd name="T8" fmla="*/ 17 w 37"/>
                  <a:gd name="T9" fmla="*/ 2 h 21"/>
                  <a:gd name="T10" fmla="*/ 17 w 37"/>
                  <a:gd name="T11" fmla="*/ 2 h 21"/>
                  <a:gd name="T12" fmla="*/ 17 w 37"/>
                  <a:gd name="T13" fmla="*/ 0 h 21"/>
                  <a:gd name="T14" fmla="*/ 13 w 37"/>
                  <a:gd name="T15" fmla="*/ 0 h 21"/>
                  <a:gd name="T16" fmla="*/ 11 w 37"/>
                  <a:gd name="T17" fmla="*/ 0 h 21"/>
                  <a:gd name="T18" fmla="*/ 9 w 37"/>
                  <a:gd name="T19" fmla="*/ 0 h 21"/>
                  <a:gd name="T20" fmla="*/ 7 w 37"/>
                  <a:gd name="T21" fmla="*/ 0 h 21"/>
                  <a:gd name="T22" fmla="*/ 4 w 37"/>
                  <a:gd name="T23" fmla="*/ 0 h 21"/>
                  <a:gd name="T24" fmla="*/ 2 w 37"/>
                  <a:gd name="T25" fmla="*/ 2 h 21"/>
                  <a:gd name="T26" fmla="*/ 0 w 37"/>
                  <a:gd name="T27" fmla="*/ 8 h 21"/>
                  <a:gd name="T28" fmla="*/ 0 w 37"/>
                  <a:gd name="T29" fmla="*/ 13 h 21"/>
                  <a:gd name="T30" fmla="*/ 4 w 37"/>
                  <a:gd name="T31" fmla="*/ 13 h 21"/>
                  <a:gd name="T32" fmla="*/ 6 w 37"/>
                  <a:gd name="T33" fmla="*/ 13 h 21"/>
                  <a:gd name="T34" fmla="*/ 7 w 37"/>
                  <a:gd name="T35" fmla="*/ 15 h 21"/>
                  <a:gd name="T36" fmla="*/ 11 w 37"/>
                  <a:gd name="T37" fmla="*/ 17 h 21"/>
                  <a:gd name="T38" fmla="*/ 13 w 37"/>
                  <a:gd name="T39" fmla="*/ 17 h 21"/>
                  <a:gd name="T40" fmla="*/ 17 w 37"/>
                  <a:gd name="T41" fmla="*/ 19 h 21"/>
                  <a:gd name="T42" fmla="*/ 22 w 37"/>
                  <a:gd name="T43" fmla="*/ 19 h 21"/>
                  <a:gd name="T44" fmla="*/ 24 w 37"/>
                  <a:gd name="T45" fmla="*/ 21 h 21"/>
                  <a:gd name="T46" fmla="*/ 28 w 37"/>
                  <a:gd name="T47" fmla="*/ 21 h 21"/>
                  <a:gd name="T48" fmla="*/ 32 w 37"/>
                  <a:gd name="T49" fmla="*/ 17 h 21"/>
                  <a:gd name="T50" fmla="*/ 33 w 37"/>
                  <a:gd name="T51" fmla="*/ 19 h 21"/>
                  <a:gd name="T52" fmla="*/ 37 w 37"/>
                  <a:gd name="T53" fmla="*/ 17 h 21"/>
                  <a:gd name="T54" fmla="*/ 35 w 37"/>
                  <a:gd name="T55" fmla="*/ 15 h 21"/>
                  <a:gd name="T56" fmla="*/ 35 w 37"/>
                  <a:gd name="T57" fmla="*/ 13 h 21"/>
                  <a:gd name="T58" fmla="*/ 33 w 37"/>
                  <a:gd name="T59" fmla="*/ 11 h 21"/>
                  <a:gd name="T60" fmla="*/ 32 w 37"/>
                  <a:gd name="T61" fmla="*/ 8 h 21"/>
                  <a:gd name="T62" fmla="*/ 30 w 37"/>
                  <a:gd name="T63" fmla="*/ 10 h 21"/>
                  <a:gd name="T64" fmla="*/ 28 w 37"/>
                  <a:gd name="T65" fmla="*/ 10 h 21"/>
                  <a:gd name="T66" fmla="*/ 30 w 37"/>
                  <a:gd name="T67" fmla="*/ 8 h 21"/>
                  <a:gd name="T68" fmla="*/ 26 w 37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1">
                    <a:moveTo>
                      <a:pt x="26" y="6"/>
                    </a:moveTo>
                    <a:lnTo>
                      <a:pt x="24" y="4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9"/>
                    </a:lnTo>
                    <a:lnTo>
                      <a:pt x="22" y="19"/>
                    </a:lnTo>
                    <a:lnTo>
                      <a:pt x="24" y="21"/>
                    </a:lnTo>
                    <a:lnTo>
                      <a:pt x="28" y="21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7" y="17"/>
                    </a:lnTo>
                    <a:lnTo>
                      <a:pt x="35" y="15"/>
                    </a:lnTo>
                    <a:lnTo>
                      <a:pt x="35" y="13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30" y="8"/>
                    </a:lnTo>
                    <a:lnTo>
                      <a:pt x="2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9" name="Freeform 6428">
                <a:extLst>
                  <a:ext uri="{FF2B5EF4-FFF2-40B4-BE49-F238E27FC236}">
                    <a16:creationId xmlns:a16="http://schemas.microsoft.com/office/drawing/2014/main" id="{2F8C609F-0CBB-4F47-B213-81D6E408780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627" y="1356"/>
                <a:ext cx="142" cy="126"/>
              </a:xfrm>
              <a:custGeom>
                <a:avLst/>
                <a:gdLst>
                  <a:gd name="T0" fmla="*/ 7 w 76"/>
                  <a:gd name="T1" fmla="*/ 53 h 68"/>
                  <a:gd name="T2" fmla="*/ 10 w 76"/>
                  <a:gd name="T3" fmla="*/ 51 h 68"/>
                  <a:gd name="T4" fmla="*/ 13 w 76"/>
                  <a:gd name="T5" fmla="*/ 56 h 68"/>
                  <a:gd name="T6" fmla="*/ 19 w 76"/>
                  <a:gd name="T7" fmla="*/ 53 h 68"/>
                  <a:gd name="T8" fmla="*/ 22 w 76"/>
                  <a:gd name="T9" fmla="*/ 53 h 68"/>
                  <a:gd name="T10" fmla="*/ 19 w 76"/>
                  <a:gd name="T11" fmla="*/ 59 h 68"/>
                  <a:gd name="T12" fmla="*/ 26 w 76"/>
                  <a:gd name="T13" fmla="*/ 61 h 68"/>
                  <a:gd name="T14" fmla="*/ 28 w 76"/>
                  <a:gd name="T15" fmla="*/ 62 h 68"/>
                  <a:gd name="T16" fmla="*/ 33 w 76"/>
                  <a:gd name="T17" fmla="*/ 62 h 68"/>
                  <a:gd name="T18" fmla="*/ 39 w 76"/>
                  <a:gd name="T19" fmla="*/ 63 h 68"/>
                  <a:gd name="T20" fmla="*/ 45 w 76"/>
                  <a:gd name="T21" fmla="*/ 65 h 68"/>
                  <a:gd name="T22" fmla="*/ 50 w 76"/>
                  <a:gd name="T23" fmla="*/ 63 h 68"/>
                  <a:gd name="T24" fmla="*/ 53 w 76"/>
                  <a:gd name="T25" fmla="*/ 67 h 68"/>
                  <a:gd name="T26" fmla="*/ 59 w 76"/>
                  <a:gd name="T27" fmla="*/ 67 h 68"/>
                  <a:gd name="T28" fmla="*/ 66 w 76"/>
                  <a:gd name="T29" fmla="*/ 67 h 68"/>
                  <a:gd name="T30" fmla="*/ 69 w 76"/>
                  <a:gd name="T31" fmla="*/ 65 h 68"/>
                  <a:gd name="T32" fmla="*/ 73 w 76"/>
                  <a:gd name="T33" fmla="*/ 62 h 68"/>
                  <a:gd name="T34" fmla="*/ 69 w 76"/>
                  <a:gd name="T35" fmla="*/ 59 h 68"/>
                  <a:gd name="T36" fmla="*/ 75 w 76"/>
                  <a:gd name="T37" fmla="*/ 56 h 68"/>
                  <a:gd name="T38" fmla="*/ 76 w 76"/>
                  <a:gd name="T39" fmla="*/ 51 h 68"/>
                  <a:gd name="T40" fmla="*/ 70 w 76"/>
                  <a:gd name="T41" fmla="*/ 47 h 68"/>
                  <a:gd name="T42" fmla="*/ 67 w 76"/>
                  <a:gd name="T43" fmla="*/ 42 h 68"/>
                  <a:gd name="T44" fmla="*/ 59 w 76"/>
                  <a:gd name="T45" fmla="*/ 42 h 68"/>
                  <a:gd name="T46" fmla="*/ 54 w 76"/>
                  <a:gd name="T47" fmla="*/ 41 h 68"/>
                  <a:gd name="T48" fmla="*/ 46 w 76"/>
                  <a:gd name="T49" fmla="*/ 42 h 68"/>
                  <a:gd name="T50" fmla="*/ 39 w 76"/>
                  <a:gd name="T51" fmla="*/ 43 h 68"/>
                  <a:gd name="T52" fmla="*/ 39 w 76"/>
                  <a:gd name="T53" fmla="*/ 42 h 68"/>
                  <a:gd name="T54" fmla="*/ 34 w 76"/>
                  <a:gd name="T55" fmla="*/ 40 h 68"/>
                  <a:gd name="T56" fmla="*/ 31 w 76"/>
                  <a:gd name="T57" fmla="*/ 38 h 68"/>
                  <a:gd name="T58" fmla="*/ 28 w 76"/>
                  <a:gd name="T59" fmla="*/ 35 h 68"/>
                  <a:gd name="T60" fmla="*/ 25 w 76"/>
                  <a:gd name="T61" fmla="*/ 30 h 68"/>
                  <a:gd name="T62" fmla="*/ 25 w 76"/>
                  <a:gd name="T63" fmla="*/ 28 h 68"/>
                  <a:gd name="T64" fmla="*/ 27 w 76"/>
                  <a:gd name="T65" fmla="*/ 28 h 68"/>
                  <a:gd name="T66" fmla="*/ 33 w 76"/>
                  <a:gd name="T67" fmla="*/ 26 h 68"/>
                  <a:gd name="T68" fmla="*/ 30 w 76"/>
                  <a:gd name="T69" fmla="*/ 19 h 68"/>
                  <a:gd name="T70" fmla="*/ 24 w 76"/>
                  <a:gd name="T71" fmla="*/ 14 h 68"/>
                  <a:gd name="T72" fmla="*/ 18 w 76"/>
                  <a:gd name="T73" fmla="*/ 13 h 68"/>
                  <a:gd name="T74" fmla="*/ 18 w 76"/>
                  <a:gd name="T75" fmla="*/ 7 h 68"/>
                  <a:gd name="T76" fmla="*/ 14 w 76"/>
                  <a:gd name="T77" fmla="*/ 4 h 68"/>
                  <a:gd name="T78" fmla="*/ 6 w 76"/>
                  <a:gd name="T79" fmla="*/ 0 h 68"/>
                  <a:gd name="T80" fmla="*/ 1 w 76"/>
                  <a:gd name="T81" fmla="*/ 3 h 68"/>
                  <a:gd name="T82" fmla="*/ 3 w 76"/>
                  <a:gd name="T83" fmla="*/ 10 h 68"/>
                  <a:gd name="T84" fmla="*/ 2 w 76"/>
                  <a:gd name="T85" fmla="*/ 15 h 68"/>
                  <a:gd name="T86" fmla="*/ 7 w 76"/>
                  <a:gd name="T87" fmla="*/ 17 h 68"/>
                  <a:gd name="T88" fmla="*/ 12 w 76"/>
                  <a:gd name="T89" fmla="*/ 21 h 68"/>
                  <a:gd name="T90" fmla="*/ 15 w 76"/>
                  <a:gd name="T91" fmla="*/ 20 h 68"/>
                  <a:gd name="T92" fmla="*/ 14 w 76"/>
                  <a:gd name="T93" fmla="*/ 29 h 68"/>
                  <a:gd name="T94" fmla="*/ 10 w 76"/>
                  <a:gd name="T95" fmla="*/ 34 h 68"/>
                  <a:gd name="T96" fmla="*/ 6 w 76"/>
                  <a:gd name="T97" fmla="*/ 41 h 68"/>
                  <a:gd name="T98" fmla="*/ 5 w 76"/>
                  <a:gd name="T99" fmla="*/ 46 h 68"/>
                  <a:gd name="T100" fmla="*/ 21 w 76"/>
                  <a:gd name="T101" fmla="*/ 28 h 68"/>
                  <a:gd name="T102" fmla="*/ 20 w 76"/>
                  <a:gd name="T10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6" h="68">
                    <a:moveTo>
                      <a:pt x="4" y="49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1"/>
                      <a:pt x="76" y="51"/>
                      <a:pt x="76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lnTo>
                      <a:pt x="4" y="49"/>
                    </a:lnTo>
                    <a:close/>
                    <a:moveTo>
                      <a:pt x="21" y="29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lnTo>
                      <a:pt x="21" y="2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0" name="Freeform 6429">
                <a:extLst>
                  <a:ext uri="{FF2B5EF4-FFF2-40B4-BE49-F238E27FC236}">
                    <a16:creationId xmlns:a16="http://schemas.microsoft.com/office/drawing/2014/main" id="{BD5E3E06-63B2-42E4-BA50-71160C5A0A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81" y="1317"/>
                <a:ext cx="6" cy="9"/>
              </a:xfrm>
              <a:custGeom>
                <a:avLst/>
                <a:gdLst>
                  <a:gd name="T0" fmla="*/ 4 w 6"/>
                  <a:gd name="T1" fmla="*/ 7 h 9"/>
                  <a:gd name="T2" fmla="*/ 6 w 6"/>
                  <a:gd name="T3" fmla="*/ 5 h 9"/>
                  <a:gd name="T4" fmla="*/ 4 w 6"/>
                  <a:gd name="T5" fmla="*/ 0 h 9"/>
                  <a:gd name="T6" fmla="*/ 2 w 6"/>
                  <a:gd name="T7" fmla="*/ 0 h 9"/>
                  <a:gd name="T8" fmla="*/ 0 w 6"/>
                  <a:gd name="T9" fmla="*/ 1 h 9"/>
                  <a:gd name="T10" fmla="*/ 0 w 6"/>
                  <a:gd name="T11" fmla="*/ 5 h 9"/>
                  <a:gd name="T12" fmla="*/ 2 w 6"/>
                  <a:gd name="T13" fmla="*/ 9 h 9"/>
                  <a:gd name="T14" fmla="*/ 4 w 6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4" y="7"/>
                    </a:moveTo>
                    <a:lnTo>
                      <a:pt x="6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1" name="Freeform 6430">
                <a:extLst>
                  <a:ext uri="{FF2B5EF4-FFF2-40B4-BE49-F238E27FC236}">
                    <a16:creationId xmlns:a16="http://schemas.microsoft.com/office/drawing/2014/main" id="{D90F128C-EBDF-4330-9710-504C517384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00"/>
                <a:ext cx="15" cy="17"/>
              </a:xfrm>
              <a:custGeom>
                <a:avLst/>
                <a:gdLst>
                  <a:gd name="T0" fmla="*/ 0 w 15"/>
                  <a:gd name="T1" fmla="*/ 12 h 17"/>
                  <a:gd name="T2" fmla="*/ 2 w 15"/>
                  <a:gd name="T3" fmla="*/ 15 h 17"/>
                  <a:gd name="T4" fmla="*/ 4 w 15"/>
                  <a:gd name="T5" fmla="*/ 17 h 17"/>
                  <a:gd name="T6" fmla="*/ 6 w 15"/>
                  <a:gd name="T7" fmla="*/ 17 h 17"/>
                  <a:gd name="T8" fmla="*/ 6 w 15"/>
                  <a:gd name="T9" fmla="*/ 15 h 17"/>
                  <a:gd name="T10" fmla="*/ 9 w 15"/>
                  <a:gd name="T11" fmla="*/ 15 h 17"/>
                  <a:gd name="T12" fmla="*/ 9 w 15"/>
                  <a:gd name="T13" fmla="*/ 15 h 17"/>
                  <a:gd name="T14" fmla="*/ 11 w 15"/>
                  <a:gd name="T15" fmla="*/ 13 h 17"/>
                  <a:gd name="T16" fmla="*/ 15 w 15"/>
                  <a:gd name="T17" fmla="*/ 12 h 17"/>
                  <a:gd name="T18" fmla="*/ 13 w 15"/>
                  <a:gd name="T19" fmla="*/ 10 h 17"/>
                  <a:gd name="T20" fmla="*/ 11 w 15"/>
                  <a:gd name="T21" fmla="*/ 8 h 17"/>
                  <a:gd name="T22" fmla="*/ 9 w 15"/>
                  <a:gd name="T23" fmla="*/ 8 h 17"/>
                  <a:gd name="T24" fmla="*/ 7 w 15"/>
                  <a:gd name="T25" fmla="*/ 10 h 17"/>
                  <a:gd name="T26" fmla="*/ 7 w 15"/>
                  <a:gd name="T27" fmla="*/ 10 h 17"/>
                  <a:gd name="T28" fmla="*/ 6 w 15"/>
                  <a:gd name="T29" fmla="*/ 8 h 17"/>
                  <a:gd name="T30" fmla="*/ 7 w 15"/>
                  <a:gd name="T31" fmla="*/ 8 h 17"/>
                  <a:gd name="T32" fmla="*/ 9 w 15"/>
                  <a:gd name="T33" fmla="*/ 4 h 17"/>
                  <a:gd name="T34" fmla="*/ 9 w 15"/>
                  <a:gd name="T35" fmla="*/ 6 h 17"/>
                  <a:gd name="T36" fmla="*/ 13 w 15"/>
                  <a:gd name="T37" fmla="*/ 4 h 17"/>
                  <a:gd name="T38" fmla="*/ 13 w 15"/>
                  <a:gd name="T39" fmla="*/ 4 h 17"/>
                  <a:gd name="T40" fmla="*/ 15 w 15"/>
                  <a:gd name="T41" fmla="*/ 2 h 17"/>
                  <a:gd name="T42" fmla="*/ 15 w 15"/>
                  <a:gd name="T43" fmla="*/ 0 h 17"/>
                  <a:gd name="T44" fmla="*/ 9 w 15"/>
                  <a:gd name="T45" fmla="*/ 0 h 17"/>
                  <a:gd name="T46" fmla="*/ 7 w 15"/>
                  <a:gd name="T47" fmla="*/ 2 h 17"/>
                  <a:gd name="T48" fmla="*/ 9 w 15"/>
                  <a:gd name="T49" fmla="*/ 4 h 17"/>
                  <a:gd name="T50" fmla="*/ 6 w 15"/>
                  <a:gd name="T51" fmla="*/ 4 h 17"/>
                  <a:gd name="T52" fmla="*/ 4 w 15"/>
                  <a:gd name="T53" fmla="*/ 6 h 17"/>
                  <a:gd name="T54" fmla="*/ 6 w 15"/>
                  <a:gd name="T55" fmla="*/ 8 h 17"/>
                  <a:gd name="T56" fmla="*/ 4 w 15"/>
                  <a:gd name="T57" fmla="*/ 8 h 17"/>
                  <a:gd name="T58" fmla="*/ 0 w 15"/>
                  <a:gd name="T5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17">
                    <a:moveTo>
                      <a:pt x="0" y="12"/>
                    </a:moveTo>
                    <a:lnTo>
                      <a:pt x="2" y="15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12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2" name="Freeform 6431">
                <a:extLst>
                  <a:ext uri="{FF2B5EF4-FFF2-40B4-BE49-F238E27FC236}">
                    <a16:creationId xmlns:a16="http://schemas.microsoft.com/office/drawing/2014/main" id="{26F6D234-F71C-488E-80CE-EB3836D0E8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2" y="1412"/>
                <a:ext cx="35" cy="37"/>
              </a:xfrm>
              <a:custGeom>
                <a:avLst/>
                <a:gdLst>
                  <a:gd name="T0" fmla="*/ 32 w 35"/>
                  <a:gd name="T1" fmla="*/ 22 h 37"/>
                  <a:gd name="T2" fmla="*/ 34 w 35"/>
                  <a:gd name="T3" fmla="*/ 16 h 37"/>
                  <a:gd name="T4" fmla="*/ 34 w 35"/>
                  <a:gd name="T5" fmla="*/ 15 h 37"/>
                  <a:gd name="T6" fmla="*/ 35 w 35"/>
                  <a:gd name="T7" fmla="*/ 13 h 37"/>
                  <a:gd name="T8" fmla="*/ 34 w 35"/>
                  <a:gd name="T9" fmla="*/ 9 h 37"/>
                  <a:gd name="T10" fmla="*/ 32 w 35"/>
                  <a:gd name="T11" fmla="*/ 7 h 37"/>
                  <a:gd name="T12" fmla="*/ 32 w 35"/>
                  <a:gd name="T13" fmla="*/ 5 h 37"/>
                  <a:gd name="T14" fmla="*/ 32 w 35"/>
                  <a:gd name="T15" fmla="*/ 3 h 37"/>
                  <a:gd name="T16" fmla="*/ 30 w 35"/>
                  <a:gd name="T17" fmla="*/ 1 h 37"/>
                  <a:gd name="T18" fmla="*/ 26 w 35"/>
                  <a:gd name="T19" fmla="*/ 0 h 37"/>
                  <a:gd name="T20" fmla="*/ 22 w 35"/>
                  <a:gd name="T21" fmla="*/ 0 h 37"/>
                  <a:gd name="T22" fmla="*/ 21 w 35"/>
                  <a:gd name="T23" fmla="*/ 0 h 37"/>
                  <a:gd name="T24" fmla="*/ 17 w 35"/>
                  <a:gd name="T25" fmla="*/ 0 h 37"/>
                  <a:gd name="T26" fmla="*/ 15 w 35"/>
                  <a:gd name="T27" fmla="*/ 1 h 37"/>
                  <a:gd name="T28" fmla="*/ 15 w 35"/>
                  <a:gd name="T29" fmla="*/ 3 h 37"/>
                  <a:gd name="T30" fmla="*/ 15 w 35"/>
                  <a:gd name="T31" fmla="*/ 3 h 37"/>
                  <a:gd name="T32" fmla="*/ 11 w 35"/>
                  <a:gd name="T33" fmla="*/ 1 h 37"/>
                  <a:gd name="T34" fmla="*/ 9 w 35"/>
                  <a:gd name="T35" fmla="*/ 5 h 37"/>
                  <a:gd name="T36" fmla="*/ 13 w 35"/>
                  <a:gd name="T37" fmla="*/ 7 h 37"/>
                  <a:gd name="T38" fmla="*/ 13 w 35"/>
                  <a:gd name="T39" fmla="*/ 7 h 37"/>
                  <a:gd name="T40" fmla="*/ 11 w 35"/>
                  <a:gd name="T41" fmla="*/ 7 h 37"/>
                  <a:gd name="T42" fmla="*/ 9 w 35"/>
                  <a:gd name="T43" fmla="*/ 7 h 37"/>
                  <a:gd name="T44" fmla="*/ 9 w 35"/>
                  <a:gd name="T45" fmla="*/ 11 h 37"/>
                  <a:gd name="T46" fmla="*/ 9 w 35"/>
                  <a:gd name="T47" fmla="*/ 11 h 37"/>
                  <a:gd name="T48" fmla="*/ 6 w 35"/>
                  <a:gd name="T49" fmla="*/ 11 h 37"/>
                  <a:gd name="T50" fmla="*/ 2 w 35"/>
                  <a:gd name="T51" fmla="*/ 13 h 37"/>
                  <a:gd name="T52" fmla="*/ 2 w 35"/>
                  <a:gd name="T53" fmla="*/ 16 h 37"/>
                  <a:gd name="T54" fmla="*/ 0 w 35"/>
                  <a:gd name="T55" fmla="*/ 18 h 37"/>
                  <a:gd name="T56" fmla="*/ 2 w 35"/>
                  <a:gd name="T57" fmla="*/ 18 h 37"/>
                  <a:gd name="T58" fmla="*/ 2 w 35"/>
                  <a:gd name="T59" fmla="*/ 20 h 37"/>
                  <a:gd name="T60" fmla="*/ 2 w 35"/>
                  <a:gd name="T61" fmla="*/ 22 h 37"/>
                  <a:gd name="T62" fmla="*/ 4 w 35"/>
                  <a:gd name="T63" fmla="*/ 22 h 37"/>
                  <a:gd name="T64" fmla="*/ 4 w 35"/>
                  <a:gd name="T65" fmla="*/ 24 h 37"/>
                  <a:gd name="T66" fmla="*/ 8 w 35"/>
                  <a:gd name="T67" fmla="*/ 26 h 37"/>
                  <a:gd name="T68" fmla="*/ 8 w 35"/>
                  <a:gd name="T69" fmla="*/ 26 h 37"/>
                  <a:gd name="T70" fmla="*/ 8 w 35"/>
                  <a:gd name="T71" fmla="*/ 29 h 37"/>
                  <a:gd name="T72" fmla="*/ 11 w 35"/>
                  <a:gd name="T73" fmla="*/ 28 h 37"/>
                  <a:gd name="T74" fmla="*/ 11 w 35"/>
                  <a:gd name="T75" fmla="*/ 28 h 37"/>
                  <a:gd name="T76" fmla="*/ 11 w 35"/>
                  <a:gd name="T77" fmla="*/ 28 h 37"/>
                  <a:gd name="T78" fmla="*/ 11 w 35"/>
                  <a:gd name="T79" fmla="*/ 29 h 37"/>
                  <a:gd name="T80" fmla="*/ 13 w 35"/>
                  <a:gd name="T81" fmla="*/ 33 h 37"/>
                  <a:gd name="T82" fmla="*/ 15 w 35"/>
                  <a:gd name="T83" fmla="*/ 31 h 37"/>
                  <a:gd name="T84" fmla="*/ 15 w 35"/>
                  <a:gd name="T85" fmla="*/ 35 h 37"/>
                  <a:gd name="T86" fmla="*/ 19 w 35"/>
                  <a:gd name="T87" fmla="*/ 35 h 37"/>
                  <a:gd name="T88" fmla="*/ 22 w 35"/>
                  <a:gd name="T89" fmla="*/ 37 h 37"/>
                  <a:gd name="T90" fmla="*/ 24 w 35"/>
                  <a:gd name="T91" fmla="*/ 37 h 37"/>
                  <a:gd name="T92" fmla="*/ 26 w 35"/>
                  <a:gd name="T93" fmla="*/ 37 h 37"/>
                  <a:gd name="T94" fmla="*/ 28 w 35"/>
                  <a:gd name="T95" fmla="*/ 35 h 37"/>
                  <a:gd name="T96" fmla="*/ 28 w 35"/>
                  <a:gd name="T97" fmla="*/ 33 h 37"/>
                  <a:gd name="T98" fmla="*/ 28 w 35"/>
                  <a:gd name="T99" fmla="*/ 33 h 37"/>
                  <a:gd name="T100" fmla="*/ 30 w 35"/>
                  <a:gd name="T101" fmla="*/ 29 h 37"/>
                  <a:gd name="T102" fmla="*/ 30 w 35"/>
                  <a:gd name="T103" fmla="*/ 26 h 37"/>
                  <a:gd name="T104" fmla="*/ 32 w 35"/>
                  <a:gd name="T105" fmla="*/ 24 h 37"/>
                  <a:gd name="T106" fmla="*/ 32 w 35"/>
                  <a:gd name="T107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37">
                    <a:moveTo>
                      <a:pt x="32" y="22"/>
                    </a:moveTo>
                    <a:lnTo>
                      <a:pt x="34" y="16"/>
                    </a:lnTo>
                    <a:lnTo>
                      <a:pt x="34" y="15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13" y="33"/>
                    </a:lnTo>
                    <a:lnTo>
                      <a:pt x="15" y="31"/>
                    </a:lnTo>
                    <a:lnTo>
                      <a:pt x="15" y="35"/>
                    </a:lnTo>
                    <a:lnTo>
                      <a:pt x="19" y="35"/>
                    </a:lnTo>
                    <a:lnTo>
                      <a:pt x="22" y="37"/>
                    </a:lnTo>
                    <a:lnTo>
                      <a:pt x="24" y="37"/>
                    </a:lnTo>
                    <a:lnTo>
                      <a:pt x="26" y="37"/>
                    </a:lnTo>
                    <a:lnTo>
                      <a:pt x="28" y="35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30" y="29"/>
                    </a:lnTo>
                    <a:lnTo>
                      <a:pt x="30" y="26"/>
                    </a:lnTo>
                    <a:lnTo>
                      <a:pt x="32" y="24"/>
                    </a:lnTo>
                    <a:lnTo>
                      <a:pt x="32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3" name="Freeform 6432">
                <a:extLst>
                  <a:ext uri="{FF2B5EF4-FFF2-40B4-BE49-F238E27FC236}">
                    <a16:creationId xmlns:a16="http://schemas.microsoft.com/office/drawing/2014/main" id="{EAAF330C-6A4F-485B-A543-8281A76D1C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22" y="1505"/>
                <a:ext cx="47" cy="45"/>
              </a:xfrm>
              <a:custGeom>
                <a:avLst/>
                <a:gdLst>
                  <a:gd name="T0" fmla="*/ 2 w 47"/>
                  <a:gd name="T1" fmla="*/ 32 h 45"/>
                  <a:gd name="T2" fmla="*/ 2 w 47"/>
                  <a:gd name="T3" fmla="*/ 35 h 45"/>
                  <a:gd name="T4" fmla="*/ 4 w 47"/>
                  <a:gd name="T5" fmla="*/ 35 h 45"/>
                  <a:gd name="T6" fmla="*/ 6 w 47"/>
                  <a:gd name="T7" fmla="*/ 39 h 45"/>
                  <a:gd name="T8" fmla="*/ 10 w 47"/>
                  <a:gd name="T9" fmla="*/ 39 h 45"/>
                  <a:gd name="T10" fmla="*/ 13 w 47"/>
                  <a:gd name="T11" fmla="*/ 43 h 45"/>
                  <a:gd name="T12" fmla="*/ 15 w 47"/>
                  <a:gd name="T13" fmla="*/ 41 h 45"/>
                  <a:gd name="T14" fmla="*/ 17 w 47"/>
                  <a:gd name="T15" fmla="*/ 39 h 45"/>
                  <a:gd name="T16" fmla="*/ 21 w 47"/>
                  <a:gd name="T17" fmla="*/ 39 h 45"/>
                  <a:gd name="T18" fmla="*/ 25 w 47"/>
                  <a:gd name="T19" fmla="*/ 37 h 45"/>
                  <a:gd name="T20" fmla="*/ 26 w 47"/>
                  <a:gd name="T21" fmla="*/ 39 h 45"/>
                  <a:gd name="T22" fmla="*/ 26 w 47"/>
                  <a:gd name="T23" fmla="*/ 39 h 45"/>
                  <a:gd name="T24" fmla="*/ 30 w 47"/>
                  <a:gd name="T25" fmla="*/ 39 h 45"/>
                  <a:gd name="T26" fmla="*/ 32 w 47"/>
                  <a:gd name="T27" fmla="*/ 41 h 45"/>
                  <a:gd name="T28" fmla="*/ 38 w 47"/>
                  <a:gd name="T29" fmla="*/ 43 h 45"/>
                  <a:gd name="T30" fmla="*/ 38 w 47"/>
                  <a:gd name="T31" fmla="*/ 43 h 45"/>
                  <a:gd name="T32" fmla="*/ 45 w 47"/>
                  <a:gd name="T33" fmla="*/ 45 h 45"/>
                  <a:gd name="T34" fmla="*/ 45 w 47"/>
                  <a:gd name="T35" fmla="*/ 43 h 45"/>
                  <a:gd name="T36" fmla="*/ 47 w 47"/>
                  <a:gd name="T37" fmla="*/ 41 h 45"/>
                  <a:gd name="T38" fmla="*/ 47 w 47"/>
                  <a:gd name="T39" fmla="*/ 39 h 45"/>
                  <a:gd name="T40" fmla="*/ 45 w 47"/>
                  <a:gd name="T41" fmla="*/ 37 h 45"/>
                  <a:gd name="T42" fmla="*/ 45 w 47"/>
                  <a:gd name="T43" fmla="*/ 37 h 45"/>
                  <a:gd name="T44" fmla="*/ 45 w 47"/>
                  <a:gd name="T45" fmla="*/ 33 h 45"/>
                  <a:gd name="T46" fmla="*/ 45 w 47"/>
                  <a:gd name="T47" fmla="*/ 32 h 45"/>
                  <a:gd name="T48" fmla="*/ 45 w 47"/>
                  <a:gd name="T49" fmla="*/ 30 h 45"/>
                  <a:gd name="T50" fmla="*/ 43 w 47"/>
                  <a:gd name="T51" fmla="*/ 28 h 45"/>
                  <a:gd name="T52" fmla="*/ 45 w 47"/>
                  <a:gd name="T53" fmla="*/ 26 h 45"/>
                  <a:gd name="T54" fmla="*/ 41 w 47"/>
                  <a:gd name="T55" fmla="*/ 24 h 45"/>
                  <a:gd name="T56" fmla="*/ 41 w 47"/>
                  <a:gd name="T57" fmla="*/ 22 h 45"/>
                  <a:gd name="T58" fmla="*/ 43 w 47"/>
                  <a:gd name="T59" fmla="*/ 20 h 45"/>
                  <a:gd name="T60" fmla="*/ 41 w 47"/>
                  <a:gd name="T61" fmla="*/ 17 h 45"/>
                  <a:gd name="T62" fmla="*/ 38 w 47"/>
                  <a:gd name="T63" fmla="*/ 13 h 45"/>
                  <a:gd name="T64" fmla="*/ 38 w 47"/>
                  <a:gd name="T65" fmla="*/ 11 h 45"/>
                  <a:gd name="T66" fmla="*/ 36 w 47"/>
                  <a:gd name="T67" fmla="*/ 9 h 45"/>
                  <a:gd name="T68" fmla="*/ 30 w 47"/>
                  <a:gd name="T69" fmla="*/ 9 h 45"/>
                  <a:gd name="T70" fmla="*/ 25 w 47"/>
                  <a:gd name="T71" fmla="*/ 7 h 45"/>
                  <a:gd name="T72" fmla="*/ 25 w 47"/>
                  <a:gd name="T73" fmla="*/ 9 h 45"/>
                  <a:gd name="T74" fmla="*/ 23 w 47"/>
                  <a:gd name="T75" fmla="*/ 9 h 45"/>
                  <a:gd name="T76" fmla="*/ 21 w 47"/>
                  <a:gd name="T77" fmla="*/ 7 h 45"/>
                  <a:gd name="T78" fmla="*/ 15 w 47"/>
                  <a:gd name="T79" fmla="*/ 5 h 45"/>
                  <a:gd name="T80" fmla="*/ 15 w 47"/>
                  <a:gd name="T81" fmla="*/ 4 h 45"/>
                  <a:gd name="T82" fmla="*/ 12 w 47"/>
                  <a:gd name="T83" fmla="*/ 0 h 45"/>
                  <a:gd name="T84" fmla="*/ 8 w 47"/>
                  <a:gd name="T85" fmla="*/ 2 h 45"/>
                  <a:gd name="T86" fmla="*/ 8 w 47"/>
                  <a:gd name="T87" fmla="*/ 5 h 45"/>
                  <a:gd name="T88" fmla="*/ 6 w 47"/>
                  <a:gd name="T89" fmla="*/ 7 h 45"/>
                  <a:gd name="T90" fmla="*/ 6 w 47"/>
                  <a:gd name="T91" fmla="*/ 11 h 45"/>
                  <a:gd name="T92" fmla="*/ 6 w 47"/>
                  <a:gd name="T93" fmla="*/ 11 h 45"/>
                  <a:gd name="T94" fmla="*/ 4 w 47"/>
                  <a:gd name="T95" fmla="*/ 11 h 45"/>
                  <a:gd name="T96" fmla="*/ 0 w 47"/>
                  <a:gd name="T97" fmla="*/ 18 h 45"/>
                  <a:gd name="T98" fmla="*/ 4 w 47"/>
                  <a:gd name="T99" fmla="*/ 20 h 45"/>
                  <a:gd name="T100" fmla="*/ 6 w 47"/>
                  <a:gd name="T101" fmla="*/ 20 h 45"/>
                  <a:gd name="T102" fmla="*/ 6 w 47"/>
                  <a:gd name="T103" fmla="*/ 22 h 45"/>
                  <a:gd name="T104" fmla="*/ 4 w 47"/>
                  <a:gd name="T105" fmla="*/ 24 h 45"/>
                  <a:gd name="T106" fmla="*/ 6 w 47"/>
                  <a:gd name="T107" fmla="*/ 26 h 45"/>
                  <a:gd name="T108" fmla="*/ 2 w 47"/>
                  <a:gd name="T109" fmla="*/ 28 h 45"/>
                  <a:gd name="T110" fmla="*/ 2 w 47"/>
                  <a:gd name="T1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" h="45">
                    <a:moveTo>
                      <a:pt x="2" y="32"/>
                    </a:moveTo>
                    <a:lnTo>
                      <a:pt x="2" y="35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10" y="39"/>
                    </a:lnTo>
                    <a:lnTo>
                      <a:pt x="13" y="43"/>
                    </a:lnTo>
                    <a:lnTo>
                      <a:pt x="15" y="41"/>
                    </a:lnTo>
                    <a:lnTo>
                      <a:pt x="17" y="39"/>
                    </a:lnTo>
                    <a:lnTo>
                      <a:pt x="21" y="39"/>
                    </a:lnTo>
                    <a:lnTo>
                      <a:pt x="25" y="37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30" y="39"/>
                    </a:lnTo>
                    <a:lnTo>
                      <a:pt x="32" y="41"/>
                    </a:lnTo>
                    <a:lnTo>
                      <a:pt x="38" y="43"/>
                    </a:lnTo>
                    <a:lnTo>
                      <a:pt x="38" y="43"/>
                    </a:lnTo>
                    <a:lnTo>
                      <a:pt x="45" y="45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47" y="39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3"/>
                    </a:lnTo>
                    <a:lnTo>
                      <a:pt x="45" y="32"/>
                    </a:lnTo>
                    <a:lnTo>
                      <a:pt x="45" y="30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41" y="24"/>
                    </a:lnTo>
                    <a:lnTo>
                      <a:pt x="41" y="22"/>
                    </a:lnTo>
                    <a:lnTo>
                      <a:pt x="43" y="20"/>
                    </a:lnTo>
                    <a:lnTo>
                      <a:pt x="41" y="17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6" y="9"/>
                    </a:lnTo>
                    <a:lnTo>
                      <a:pt x="30" y="9"/>
                    </a:lnTo>
                    <a:lnTo>
                      <a:pt x="25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2" y="28"/>
                    </a:lnTo>
                    <a:lnTo>
                      <a:pt x="2" y="3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4" name="Freeform 6433">
                <a:extLst>
                  <a:ext uri="{FF2B5EF4-FFF2-40B4-BE49-F238E27FC236}">
                    <a16:creationId xmlns:a16="http://schemas.microsoft.com/office/drawing/2014/main" id="{1209E32F-A73F-416B-A217-2D7B9A0CCB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23" y="1613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3 w 7"/>
                  <a:gd name="T3" fmla="*/ 2 h 9"/>
                  <a:gd name="T4" fmla="*/ 3 w 7"/>
                  <a:gd name="T5" fmla="*/ 2 h 9"/>
                  <a:gd name="T6" fmla="*/ 0 w 7"/>
                  <a:gd name="T7" fmla="*/ 2 h 9"/>
                  <a:gd name="T8" fmla="*/ 0 w 7"/>
                  <a:gd name="T9" fmla="*/ 6 h 9"/>
                  <a:gd name="T10" fmla="*/ 2 w 7"/>
                  <a:gd name="T11" fmla="*/ 7 h 9"/>
                  <a:gd name="T12" fmla="*/ 3 w 7"/>
                  <a:gd name="T13" fmla="*/ 9 h 9"/>
                  <a:gd name="T14" fmla="*/ 7 w 7"/>
                  <a:gd name="T15" fmla="*/ 7 h 9"/>
                  <a:gd name="T16" fmla="*/ 7 w 7"/>
                  <a:gd name="T17" fmla="*/ 6 h 9"/>
                  <a:gd name="T18" fmla="*/ 7 w 7"/>
                  <a:gd name="T19" fmla="*/ 4 h 9"/>
                  <a:gd name="T20" fmla="*/ 7 w 7"/>
                  <a:gd name="T21" fmla="*/ 2 h 9"/>
                  <a:gd name="T22" fmla="*/ 7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5" name="Freeform 6434">
                <a:extLst>
                  <a:ext uri="{FF2B5EF4-FFF2-40B4-BE49-F238E27FC236}">
                    <a16:creationId xmlns:a16="http://schemas.microsoft.com/office/drawing/2014/main" id="{F3D9100B-75BE-42D6-A466-F9DD80A5FD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18" y="1365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6 w 8"/>
                  <a:gd name="T3" fmla="*/ 9 h 9"/>
                  <a:gd name="T4" fmla="*/ 8 w 8"/>
                  <a:gd name="T5" fmla="*/ 7 h 9"/>
                  <a:gd name="T6" fmla="*/ 8 w 8"/>
                  <a:gd name="T7" fmla="*/ 0 h 9"/>
                  <a:gd name="T8" fmla="*/ 4 w 8"/>
                  <a:gd name="T9" fmla="*/ 6 h 9"/>
                  <a:gd name="T10" fmla="*/ 0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6" y="9"/>
                    </a:lnTo>
                    <a:lnTo>
                      <a:pt x="8" y="7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6" name="Freeform 6435">
                <a:extLst>
                  <a:ext uri="{FF2B5EF4-FFF2-40B4-BE49-F238E27FC236}">
                    <a16:creationId xmlns:a16="http://schemas.microsoft.com/office/drawing/2014/main" id="{7548A23E-0C7A-4BD7-91BE-2D5887A4B3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41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2 h 8"/>
                  <a:gd name="T4" fmla="*/ 0 w 6"/>
                  <a:gd name="T5" fmla="*/ 6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4 h 8"/>
                  <a:gd name="T12" fmla="*/ 4 w 6"/>
                  <a:gd name="T13" fmla="*/ 0 h 8"/>
                  <a:gd name="T14" fmla="*/ 2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7" name="Freeform 6436">
                <a:extLst>
                  <a:ext uri="{FF2B5EF4-FFF2-40B4-BE49-F238E27FC236}">
                    <a16:creationId xmlns:a16="http://schemas.microsoft.com/office/drawing/2014/main" id="{4AC148C9-0F0E-412C-8150-DEA7A1C62A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2" y="1400"/>
                <a:ext cx="7" cy="10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2 h 5"/>
                  <a:gd name="T6" fmla="*/ 0 w 4"/>
                  <a:gd name="T7" fmla="*/ 3 h 5"/>
                  <a:gd name="T8" fmla="*/ 0 w 4"/>
                  <a:gd name="T9" fmla="*/ 4 h 5"/>
                  <a:gd name="T10" fmla="*/ 0 w 4"/>
                  <a:gd name="T11" fmla="*/ 4 h 5"/>
                  <a:gd name="T12" fmla="*/ 0 w 4"/>
                  <a:gd name="T13" fmla="*/ 5 h 5"/>
                  <a:gd name="T14" fmla="*/ 0 w 4"/>
                  <a:gd name="T15" fmla="*/ 5 h 5"/>
                  <a:gd name="T16" fmla="*/ 1 w 4"/>
                  <a:gd name="T17" fmla="*/ 5 h 5"/>
                  <a:gd name="T18" fmla="*/ 1 w 4"/>
                  <a:gd name="T19" fmla="*/ 5 h 5"/>
                  <a:gd name="T20" fmla="*/ 2 w 4"/>
                  <a:gd name="T21" fmla="*/ 5 h 5"/>
                  <a:gd name="T22" fmla="*/ 3 w 4"/>
                  <a:gd name="T23" fmla="*/ 3 h 5"/>
                  <a:gd name="T24" fmla="*/ 4 w 4"/>
                  <a:gd name="T25" fmla="*/ 0 h 5"/>
                  <a:gd name="T26" fmla="*/ 1 w 4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8" name="Freeform 6437">
                <a:extLst>
                  <a:ext uri="{FF2B5EF4-FFF2-40B4-BE49-F238E27FC236}">
                    <a16:creationId xmlns:a16="http://schemas.microsoft.com/office/drawing/2014/main" id="{3FC26E0A-FB31-411C-964A-61B4E39D8AF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39" y="1475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7 w 7"/>
                  <a:gd name="T3" fmla="*/ 4 h 6"/>
                  <a:gd name="T4" fmla="*/ 5 w 7"/>
                  <a:gd name="T5" fmla="*/ 0 h 6"/>
                  <a:gd name="T6" fmla="*/ 1 w 7"/>
                  <a:gd name="T7" fmla="*/ 0 h 6"/>
                  <a:gd name="T8" fmla="*/ 0 w 7"/>
                  <a:gd name="T9" fmla="*/ 2 h 6"/>
                  <a:gd name="T10" fmla="*/ 1 w 7"/>
                  <a:gd name="T11" fmla="*/ 4 h 6"/>
                  <a:gd name="T12" fmla="*/ 3 w 7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9" name="Freeform 6438">
                <a:extLst>
                  <a:ext uri="{FF2B5EF4-FFF2-40B4-BE49-F238E27FC236}">
                    <a16:creationId xmlns:a16="http://schemas.microsoft.com/office/drawing/2014/main" id="{124CB490-C664-4D39-8CDE-480321B375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93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1 h 2"/>
                  <a:gd name="T10" fmla="*/ 3 w 3"/>
                  <a:gd name="T11" fmla="*/ 0 h 2"/>
                  <a:gd name="T12" fmla="*/ 1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0" name="Freeform 6439">
                <a:extLst>
                  <a:ext uri="{FF2B5EF4-FFF2-40B4-BE49-F238E27FC236}">
                    <a16:creationId xmlns:a16="http://schemas.microsoft.com/office/drawing/2014/main" id="{973C199B-7620-4FEF-A914-E42D0E07AF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52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2 h 6"/>
                  <a:gd name="T4" fmla="*/ 2 w 5"/>
                  <a:gd name="T5" fmla="*/ 0 h 6"/>
                  <a:gd name="T6" fmla="*/ 0 w 5"/>
                  <a:gd name="T7" fmla="*/ 4 h 6"/>
                  <a:gd name="T8" fmla="*/ 2 w 5"/>
                  <a:gd name="T9" fmla="*/ 6 h 6"/>
                  <a:gd name="T10" fmla="*/ 5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1" name="Freeform 6440">
                <a:extLst>
                  <a:ext uri="{FF2B5EF4-FFF2-40B4-BE49-F238E27FC236}">
                    <a16:creationId xmlns:a16="http://schemas.microsoft.com/office/drawing/2014/main" id="{026FF96A-CBF4-42D8-AC26-07DF002B97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0" y="1330"/>
                <a:ext cx="35" cy="20"/>
              </a:xfrm>
              <a:custGeom>
                <a:avLst/>
                <a:gdLst>
                  <a:gd name="T0" fmla="*/ 4 w 35"/>
                  <a:gd name="T1" fmla="*/ 18 h 20"/>
                  <a:gd name="T2" fmla="*/ 5 w 35"/>
                  <a:gd name="T3" fmla="*/ 18 h 20"/>
                  <a:gd name="T4" fmla="*/ 5 w 35"/>
                  <a:gd name="T5" fmla="*/ 20 h 20"/>
                  <a:gd name="T6" fmla="*/ 9 w 35"/>
                  <a:gd name="T7" fmla="*/ 20 h 20"/>
                  <a:gd name="T8" fmla="*/ 9 w 35"/>
                  <a:gd name="T9" fmla="*/ 18 h 20"/>
                  <a:gd name="T10" fmla="*/ 11 w 35"/>
                  <a:gd name="T11" fmla="*/ 18 h 20"/>
                  <a:gd name="T12" fmla="*/ 13 w 35"/>
                  <a:gd name="T13" fmla="*/ 18 h 20"/>
                  <a:gd name="T14" fmla="*/ 17 w 35"/>
                  <a:gd name="T15" fmla="*/ 14 h 20"/>
                  <a:gd name="T16" fmla="*/ 24 w 35"/>
                  <a:gd name="T17" fmla="*/ 9 h 20"/>
                  <a:gd name="T18" fmla="*/ 28 w 35"/>
                  <a:gd name="T19" fmla="*/ 5 h 20"/>
                  <a:gd name="T20" fmla="*/ 33 w 35"/>
                  <a:gd name="T21" fmla="*/ 3 h 20"/>
                  <a:gd name="T22" fmla="*/ 35 w 35"/>
                  <a:gd name="T23" fmla="*/ 0 h 20"/>
                  <a:gd name="T24" fmla="*/ 31 w 35"/>
                  <a:gd name="T25" fmla="*/ 0 h 20"/>
                  <a:gd name="T26" fmla="*/ 28 w 35"/>
                  <a:gd name="T27" fmla="*/ 0 h 20"/>
                  <a:gd name="T28" fmla="*/ 26 w 35"/>
                  <a:gd name="T29" fmla="*/ 0 h 20"/>
                  <a:gd name="T30" fmla="*/ 22 w 35"/>
                  <a:gd name="T31" fmla="*/ 1 h 20"/>
                  <a:gd name="T32" fmla="*/ 18 w 35"/>
                  <a:gd name="T33" fmla="*/ 1 h 20"/>
                  <a:gd name="T34" fmla="*/ 15 w 35"/>
                  <a:gd name="T35" fmla="*/ 3 h 20"/>
                  <a:gd name="T36" fmla="*/ 13 w 35"/>
                  <a:gd name="T37" fmla="*/ 5 h 20"/>
                  <a:gd name="T38" fmla="*/ 11 w 35"/>
                  <a:gd name="T39" fmla="*/ 7 h 20"/>
                  <a:gd name="T40" fmla="*/ 7 w 35"/>
                  <a:gd name="T41" fmla="*/ 7 h 20"/>
                  <a:gd name="T42" fmla="*/ 2 w 35"/>
                  <a:gd name="T43" fmla="*/ 13 h 20"/>
                  <a:gd name="T44" fmla="*/ 0 w 35"/>
                  <a:gd name="T45" fmla="*/ 16 h 20"/>
                  <a:gd name="T46" fmla="*/ 2 w 35"/>
                  <a:gd name="T47" fmla="*/ 18 h 20"/>
                  <a:gd name="T48" fmla="*/ 4 w 35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0">
                    <a:moveTo>
                      <a:pt x="4" y="18"/>
                    </a:moveTo>
                    <a:lnTo>
                      <a:pt x="5" y="18"/>
                    </a:lnTo>
                    <a:lnTo>
                      <a:pt x="5" y="20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7" y="14"/>
                    </a:lnTo>
                    <a:lnTo>
                      <a:pt x="24" y="9"/>
                    </a:lnTo>
                    <a:lnTo>
                      <a:pt x="28" y="5"/>
                    </a:lnTo>
                    <a:lnTo>
                      <a:pt x="33" y="3"/>
                    </a:lnTo>
                    <a:lnTo>
                      <a:pt x="35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7" y="7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2" name="Freeform 6441">
                <a:extLst>
                  <a:ext uri="{FF2B5EF4-FFF2-40B4-BE49-F238E27FC236}">
                    <a16:creationId xmlns:a16="http://schemas.microsoft.com/office/drawing/2014/main" id="{521892B2-A935-4968-AF10-D324A1E26A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35" y="162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2 w 6"/>
                  <a:gd name="T3" fmla="*/ 2 h 8"/>
                  <a:gd name="T4" fmla="*/ 2 w 6"/>
                  <a:gd name="T5" fmla="*/ 0 h 8"/>
                  <a:gd name="T6" fmla="*/ 0 w 6"/>
                  <a:gd name="T7" fmla="*/ 4 h 8"/>
                  <a:gd name="T8" fmla="*/ 0 w 6"/>
                  <a:gd name="T9" fmla="*/ 6 h 8"/>
                  <a:gd name="T10" fmla="*/ 6 w 6"/>
                  <a:gd name="T11" fmla="*/ 8 h 8"/>
                  <a:gd name="T12" fmla="*/ 4 w 6"/>
                  <a:gd name="T13" fmla="*/ 6 h 8"/>
                  <a:gd name="T14" fmla="*/ 6 w 6"/>
                  <a:gd name="T15" fmla="*/ 6 h 8"/>
                  <a:gd name="T16" fmla="*/ 4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3" name="Freeform 6442">
                <a:extLst>
                  <a:ext uri="{FF2B5EF4-FFF2-40B4-BE49-F238E27FC236}">
                    <a16:creationId xmlns:a16="http://schemas.microsoft.com/office/drawing/2014/main" id="{9CC770DD-FB2B-487B-AB9E-CBD39337C2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3" y="155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2 w 7"/>
                  <a:gd name="T3" fmla="*/ 0 h 9"/>
                  <a:gd name="T4" fmla="*/ 0 w 7"/>
                  <a:gd name="T5" fmla="*/ 5 h 9"/>
                  <a:gd name="T6" fmla="*/ 2 w 7"/>
                  <a:gd name="T7" fmla="*/ 5 h 9"/>
                  <a:gd name="T8" fmla="*/ 2 w 7"/>
                  <a:gd name="T9" fmla="*/ 9 h 9"/>
                  <a:gd name="T10" fmla="*/ 6 w 7"/>
                  <a:gd name="T11" fmla="*/ 9 h 9"/>
                  <a:gd name="T12" fmla="*/ 6 w 7"/>
                  <a:gd name="T13" fmla="*/ 7 h 9"/>
                  <a:gd name="T14" fmla="*/ 7 w 7"/>
                  <a:gd name="T15" fmla="*/ 4 h 9"/>
                  <a:gd name="T16" fmla="*/ 6 w 7"/>
                  <a:gd name="T17" fmla="*/ 2 h 9"/>
                  <a:gd name="T18" fmla="*/ 6 w 7"/>
                  <a:gd name="T19" fmla="*/ 2 h 9"/>
                  <a:gd name="T20" fmla="*/ 4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4" name="Freeform 6443">
                <a:extLst>
                  <a:ext uri="{FF2B5EF4-FFF2-40B4-BE49-F238E27FC236}">
                    <a16:creationId xmlns:a16="http://schemas.microsoft.com/office/drawing/2014/main" id="{17F7A49F-B6BE-4C1A-9DBF-CE772073A7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56" y="1443"/>
                <a:ext cx="32" cy="38"/>
              </a:xfrm>
              <a:custGeom>
                <a:avLst/>
                <a:gdLst>
                  <a:gd name="T0" fmla="*/ 32 w 32"/>
                  <a:gd name="T1" fmla="*/ 8 h 38"/>
                  <a:gd name="T2" fmla="*/ 28 w 32"/>
                  <a:gd name="T3" fmla="*/ 4 h 38"/>
                  <a:gd name="T4" fmla="*/ 26 w 32"/>
                  <a:gd name="T5" fmla="*/ 4 h 38"/>
                  <a:gd name="T6" fmla="*/ 24 w 32"/>
                  <a:gd name="T7" fmla="*/ 4 h 38"/>
                  <a:gd name="T8" fmla="*/ 23 w 32"/>
                  <a:gd name="T9" fmla="*/ 4 h 38"/>
                  <a:gd name="T10" fmla="*/ 21 w 32"/>
                  <a:gd name="T11" fmla="*/ 4 h 38"/>
                  <a:gd name="T12" fmla="*/ 19 w 32"/>
                  <a:gd name="T13" fmla="*/ 2 h 38"/>
                  <a:gd name="T14" fmla="*/ 17 w 32"/>
                  <a:gd name="T15" fmla="*/ 2 h 38"/>
                  <a:gd name="T16" fmla="*/ 13 w 32"/>
                  <a:gd name="T17" fmla="*/ 0 h 38"/>
                  <a:gd name="T18" fmla="*/ 9 w 32"/>
                  <a:gd name="T19" fmla="*/ 0 h 38"/>
                  <a:gd name="T20" fmla="*/ 8 w 32"/>
                  <a:gd name="T21" fmla="*/ 4 h 38"/>
                  <a:gd name="T22" fmla="*/ 4 w 32"/>
                  <a:gd name="T23" fmla="*/ 4 h 38"/>
                  <a:gd name="T24" fmla="*/ 0 w 32"/>
                  <a:gd name="T25" fmla="*/ 8 h 38"/>
                  <a:gd name="T26" fmla="*/ 0 w 32"/>
                  <a:gd name="T27" fmla="*/ 11 h 38"/>
                  <a:gd name="T28" fmla="*/ 2 w 32"/>
                  <a:gd name="T29" fmla="*/ 13 h 38"/>
                  <a:gd name="T30" fmla="*/ 4 w 32"/>
                  <a:gd name="T31" fmla="*/ 15 h 38"/>
                  <a:gd name="T32" fmla="*/ 4 w 32"/>
                  <a:gd name="T33" fmla="*/ 19 h 38"/>
                  <a:gd name="T34" fmla="*/ 6 w 32"/>
                  <a:gd name="T35" fmla="*/ 21 h 38"/>
                  <a:gd name="T36" fmla="*/ 4 w 32"/>
                  <a:gd name="T37" fmla="*/ 23 h 38"/>
                  <a:gd name="T38" fmla="*/ 4 w 32"/>
                  <a:gd name="T39" fmla="*/ 26 h 38"/>
                  <a:gd name="T40" fmla="*/ 6 w 32"/>
                  <a:gd name="T41" fmla="*/ 28 h 38"/>
                  <a:gd name="T42" fmla="*/ 6 w 32"/>
                  <a:gd name="T43" fmla="*/ 34 h 38"/>
                  <a:gd name="T44" fmla="*/ 9 w 32"/>
                  <a:gd name="T45" fmla="*/ 38 h 38"/>
                  <a:gd name="T46" fmla="*/ 11 w 32"/>
                  <a:gd name="T47" fmla="*/ 36 h 38"/>
                  <a:gd name="T48" fmla="*/ 11 w 32"/>
                  <a:gd name="T49" fmla="*/ 34 h 38"/>
                  <a:gd name="T50" fmla="*/ 13 w 32"/>
                  <a:gd name="T51" fmla="*/ 34 h 38"/>
                  <a:gd name="T52" fmla="*/ 15 w 32"/>
                  <a:gd name="T53" fmla="*/ 34 h 38"/>
                  <a:gd name="T54" fmla="*/ 19 w 32"/>
                  <a:gd name="T55" fmla="*/ 28 h 38"/>
                  <a:gd name="T56" fmla="*/ 23 w 32"/>
                  <a:gd name="T57" fmla="*/ 26 h 38"/>
                  <a:gd name="T58" fmla="*/ 26 w 32"/>
                  <a:gd name="T59" fmla="*/ 23 h 38"/>
                  <a:gd name="T60" fmla="*/ 26 w 32"/>
                  <a:gd name="T61" fmla="*/ 23 h 38"/>
                  <a:gd name="T62" fmla="*/ 32 w 32"/>
                  <a:gd name="T63" fmla="*/ 19 h 38"/>
                  <a:gd name="T64" fmla="*/ 32 w 32"/>
                  <a:gd name="T65" fmla="*/ 17 h 38"/>
                  <a:gd name="T66" fmla="*/ 32 w 32"/>
                  <a:gd name="T67" fmla="*/ 17 h 38"/>
                  <a:gd name="T68" fmla="*/ 32 w 32"/>
                  <a:gd name="T69" fmla="*/ 13 h 38"/>
                  <a:gd name="T70" fmla="*/ 30 w 32"/>
                  <a:gd name="T71" fmla="*/ 11 h 38"/>
                  <a:gd name="T72" fmla="*/ 32 w 32"/>
                  <a:gd name="T73" fmla="*/ 11 h 38"/>
                  <a:gd name="T74" fmla="*/ 32 w 32"/>
                  <a:gd name="T75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8">
                    <a:moveTo>
                      <a:pt x="32" y="8"/>
                    </a:move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9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5" y="34"/>
                    </a:lnTo>
                    <a:lnTo>
                      <a:pt x="19" y="28"/>
                    </a:lnTo>
                    <a:lnTo>
                      <a:pt x="23" y="26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5" name="Freeform 6444">
                <a:extLst>
                  <a:ext uri="{FF2B5EF4-FFF2-40B4-BE49-F238E27FC236}">
                    <a16:creationId xmlns:a16="http://schemas.microsoft.com/office/drawing/2014/main" id="{863BD44F-A118-4987-84BA-132DA506FBF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7" y="1443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5 w 7"/>
                  <a:gd name="T3" fmla="*/ 6 h 6"/>
                  <a:gd name="T4" fmla="*/ 7 w 7"/>
                  <a:gd name="T5" fmla="*/ 4 h 6"/>
                  <a:gd name="T6" fmla="*/ 5 w 7"/>
                  <a:gd name="T7" fmla="*/ 0 h 6"/>
                  <a:gd name="T8" fmla="*/ 2 w 7"/>
                  <a:gd name="T9" fmla="*/ 0 h 6"/>
                  <a:gd name="T10" fmla="*/ 0 w 7"/>
                  <a:gd name="T11" fmla="*/ 2 h 6"/>
                  <a:gd name="T12" fmla="*/ 0 w 7"/>
                  <a:gd name="T13" fmla="*/ 4 h 6"/>
                  <a:gd name="T14" fmla="*/ 2 w 7"/>
                  <a:gd name="T15" fmla="*/ 6 h 6"/>
                  <a:gd name="T16" fmla="*/ 4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6" name="Freeform 6445">
                <a:extLst>
                  <a:ext uri="{FF2B5EF4-FFF2-40B4-BE49-F238E27FC236}">
                    <a16:creationId xmlns:a16="http://schemas.microsoft.com/office/drawing/2014/main" id="{F16E312E-B803-4905-87ED-6CAF4D13D4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41" y="1632"/>
                <a:ext cx="9" cy="7"/>
              </a:xfrm>
              <a:custGeom>
                <a:avLst/>
                <a:gdLst>
                  <a:gd name="T0" fmla="*/ 3 w 9"/>
                  <a:gd name="T1" fmla="*/ 0 h 7"/>
                  <a:gd name="T2" fmla="*/ 3 w 9"/>
                  <a:gd name="T3" fmla="*/ 0 h 7"/>
                  <a:gd name="T4" fmla="*/ 3 w 9"/>
                  <a:gd name="T5" fmla="*/ 0 h 7"/>
                  <a:gd name="T6" fmla="*/ 0 w 9"/>
                  <a:gd name="T7" fmla="*/ 1 h 7"/>
                  <a:gd name="T8" fmla="*/ 2 w 9"/>
                  <a:gd name="T9" fmla="*/ 5 h 7"/>
                  <a:gd name="T10" fmla="*/ 3 w 9"/>
                  <a:gd name="T11" fmla="*/ 7 h 7"/>
                  <a:gd name="T12" fmla="*/ 7 w 9"/>
                  <a:gd name="T13" fmla="*/ 3 h 7"/>
                  <a:gd name="T14" fmla="*/ 7 w 9"/>
                  <a:gd name="T15" fmla="*/ 1 h 7"/>
                  <a:gd name="T16" fmla="*/ 9 w 9"/>
                  <a:gd name="T17" fmla="*/ 0 h 7"/>
                  <a:gd name="T18" fmla="*/ 3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sp>
          <p:nvSpPr>
            <p:cNvPr id="10" name="Freeform 6447">
              <a:extLst>
                <a:ext uri="{FF2B5EF4-FFF2-40B4-BE49-F238E27FC236}">
                  <a16:creationId xmlns:a16="http://schemas.microsoft.com/office/drawing/2014/main" id="{6CB7EB08-9E17-4CCF-BFC3-AF27282F8938}"/>
                </a:ext>
              </a:extLst>
            </p:cNvPr>
            <p:cNvSpPr>
              <a:spLocks/>
            </p:cNvSpPr>
            <p:nvPr/>
          </p:nvSpPr>
          <p:spPr bwMode="gray">
            <a:xfrm>
              <a:off x="2341" y="1609"/>
              <a:ext cx="9" cy="6"/>
            </a:xfrm>
            <a:custGeom>
              <a:avLst/>
              <a:gdLst>
                <a:gd name="T0" fmla="*/ 2 w 5"/>
                <a:gd name="T1" fmla="*/ 0 h 3"/>
                <a:gd name="T2" fmla="*/ 0 w 5"/>
                <a:gd name="T3" fmla="*/ 3 h 3"/>
                <a:gd name="T4" fmla="*/ 1 w 5"/>
                <a:gd name="T5" fmla="*/ 2 h 3"/>
                <a:gd name="T6" fmla="*/ 2 w 5"/>
                <a:gd name="T7" fmla="*/ 2 h 3"/>
                <a:gd name="T8" fmla="*/ 2 w 5"/>
                <a:gd name="T9" fmla="*/ 2 h 3"/>
                <a:gd name="T10" fmla="*/ 5 w 5"/>
                <a:gd name="T11" fmla="*/ 0 h 3"/>
                <a:gd name="T12" fmla="*/ 2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1" name="Freeform 6448">
              <a:extLst>
                <a:ext uri="{FF2B5EF4-FFF2-40B4-BE49-F238E27FC236}">
                  <a16:creationId xmlns:a16="http://schemas.microsoft.com/office/drawing/2014/main" id="{E179F33E-5B1F-4CC3-8B7A-3C6D4906ADA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41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2 w 6"/>
                <a:gd name="T5" fmla="*/ 6 h 6"/>
                <a:gd name="T6" fmla="*/ 4 w 6"/>
                <a:gd name="T7" fmla="*/ 4 h 6"/>
                <a:gd name="T8" fmla="*/ 6 w 6"/>
                <a:gd name="T9" fmla="*/ 2 h 6"/>
                <a:gd name="T10" fmla="*/ 4 w 6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2" name="Freeform 6449">
              <a:extLst>
                <a:ext uri="{FF2B5EF4-FFF2-40B4-BE49-F238E27FC236}">
                  <a16:creationId xmlns:a16="http://schemas.microsoft.com/office/drawing/2014/main" id="{34EAF603-F2B6-467F-B579-D6184973B1D7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8" y="1438"/>
              <a:ext cx="9" cy="5"/>
            </a:xfrm>
            <a:custGeom>
              <a:avLst/>
              <a:gdLst>
                <a:gd name="T0" fmla="*/ 5 w 9"/>
                <a:gd name="T1" fmla="*/ 5 h 5"/>
                <a:gd name="T2" fmla="*/ 7 w 9"/>
                <a:gd name="T3" fmla="*/ 5 h 5"/>
                <a:gd name="T4" fmla="*/ 9 w 9"/>
                <a:gd name="T5" fmla="*/ 2 h 5"/>
                <a:gd name="T6" fmla="*/ 5 w 9"/>
                <a:gd name="T7" fmla="*/ 0 h 5"/>
                <a:gd name="T8" fmla="*/ 2 w 9"/>
                <a:gd name="T9" fmla="*/ 2 h 5"/>
                <a:gd name="T10" fmla="*/ 0 w 9"/>
                <a:gd name="T11" fmla="*/ 5 h 5"/>
                <a:gd name="T12" fmla="*/ 4 w 9"/>
                <a:gd name="T13" fmla="*/ 5 h 5"/>
                <a:gd name="T14" fmla="*/ 5 w 9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lnTo>
                    <a:pt x="7" y="5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3" name="Freeform 6450">
              <a:extLst>
                <a:ext uri="{FF2B5EF4-FFF2-40B4-BE49-F238E27FC236}">
                  <a16:creationId xmlns:a16="http://schemas.microsoft.com/office/drawing/2014/main" id="{1F88B58F-D46B-4E5D-96BE-B67F2B05BD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391"/>
              <a:ext cx="15" cy="15"/>
            </a:xfrm>
            <a:custGeom>
              <a:avLst/>
              <a:gdLst>
                <a:gd name="T0" fmla="*/ 2 w 15"/>
                <a:gd name="T1" fmla="*/ 13 h 15"/>
                <a:gd name="T2" fmla="*/ 4 w 15"/>
                <a:gd name="T3" fmla="*/ 15 h 15"/>
                <a:gd name="T4" fmla="*/ 7 w 15"/>
                <a:gd name="T5" fmla="*/ 15 h 15"/>
                <a:gd name="T6" fmla="*/ 7 w 15"/>
                <a:gd name="T7" fmla="*/ 15 h 15"/>
                <a:gd name="T8" fmla="*/ 11 w 15"/>
                <a:gd name="T9" fmla="*/ 15 h 15"/>
                <a:gd name="T10" fmla="*/ 13 w 15"/>
                <a:gd name="T11" fmla="*/ 11 h 15"/>
                <a:gd name="T12" fmla="*/ 15 w 15"/>
                <a:gd name="T13" fmla="*/ 9 h 15"/>
                <a:gd name="T14" fmla="*/ 15 w 15"/>
                <a:gd name="T15" fmla="*/ 6 h 15"/>
                <a:gd name="T16" fmla="*/ 15 w 15"/>
                <a:gd name="T17" fmla="*/ 4 h 15"/>
                <a:gd name="T18" fmla="*/ 15 w 15"/>
                <a:gd name="T19" fmla="*/ 0 h 15"/>
                <a:gd name="T20" fmla="*/ 9 w 15"/>
                <a:gd name="T21" fmla="*/ 0 h 15"/>
                <a:gd name="T22" fmla="*/ 9 w 15"/>
                <a:gd name="T23" fmla="*/ 2 h 15"/>
                <a:gd name="T24" fmla="*/ 4 w 15"/>
                <a:gd name="T25" fmla="*/ 4 h 15"/>
                <a:gd name="T26" fmla="*/ 4 w 15"/>
                <a:gd name="T27" fmla="*/ 6 h 15"/>
                <a:gd name="T28" fmla="*/ 4 w 15"/>
                <a:gd name="T29" fmla="*/ 8 h 15"/>
                <a:gd name="T30" fmla="*/ 2 w 15"/>
                <a:gd name="T31" fmla="*/ 8 h 15"/>
                <a:gd name="T32" fmla="*/ 0 w 15"/>
                <a:gd name="T33" fmla="*/ 9 h 15"/>
                <a:gd name="T34" fmla="*/ 0 w 15"/>
                <a:gd name="T35" fmla="*/ 11 h 15"/>
                <a:gd name="T36" fmla="*/ 2 w 15"/>
                <a:gd name="T3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15">
                  <a:moveTo>
                    <a:pt x="2" y="13"/>
                  </a:moveTo>
                  <a:lnTo>
                    <a:pt x="4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4" name="Freeform 6451">
              <a:extLst>
                <a:ext uri="{FF2B5EF4-FFF2-40B4-BE49-F238E27FC236}">
                  <a16:creationId xmlns:a16="http://schemas.microsoft.com/office/drawing/2014/main" id="{84805E55-ADBC-4817-AAA8-AECC97DD6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88" y="1453"/>
              <a:ext cx="80" cy="97"/>
            </a:xfrm>
            <a:custGeom>
              <a:avLst/>
              <a:gdLst>
                <a:gd name="T0" fmla="*/ 43 w 43"/>
                <a:gd name="T1" fmla="*/ 4 h 52"/>
                <a:gd name="T2" fmla="*/ 38 w 43"/>
                <a:gd name="T3" fmla="*/ 1 h 52"/>
                <a:gd name="T4" fmla="*/ 32 w 43"/>
                <a:gd name="T5" fmla="*/ 2 h 52"/>
                <a:gd name="T6" fmla="*/ 26 w 43"/>
                <a:gd name="T7" fmla="*/ 1 h 52"/>
                <a:gd name="T8" fmla="*/ 22 w 43"/>
                <a:gd name="T9" fmla="*/ 3 h 52"/>
                <a:gd name="T10" fmla="*/ 18 w 43"/>
                <a:gd name="T11" fmla="*/ 5 h 52"/>
                <a:gd name="T12" fmla="*/ 17 w 43"/>
                <a:gd name="T13" fmla="*/ 7 h 52"/>
                <a:gd name="T14" fmla="*/ 14 w 43"/>
                <a:gd name="T15" fmla="*/ 11 h 52"/>
                <a:gd name="T16" fmla="*/ 17 w 43"/>
                <a:gd name="T17" fmla="*/ 16 h 52"/>
                <a:gd name="T18" fmla="*/ 16 w 43"/>
                <a:gd name="T19" fmla="*/ 20 h 52"/>
                <a:gd name="T20" fmla="*/ 14 w 43"/>
                <a:gd name="T21" fmla="*/ 24 h 52"/>
                <a:gd name="T22" fmla="*/ 13 w 43"/>
                <a:gd name="T23" fmla="*/ 22 h 52"/>
                <a:gd name="T24" fmla="*/ 10 w 43"/>
                <a:gd name="T25" fmla="*/ 18 h 52"/>
                <a:gd name="T26" fmla="*/ 6 w 43"/>
                <a:gd name="T27" fmla="*/ 15 h 52"/>
                <a:gd name="T28" fmla="*/ 3 w 43"/>
                <a:gd name="T29" fmla="*/ 16 h 52"/>
                <a:gd name="T30" fmla="*/ 1 w 43"/>
                <a:gd name="T31" fmla="*/ 23 h 52"/>
                <a:gd name="T32" fmla="*/ 0 w 43"/>
                <a:gd name="T33" fmla="*/ 29 h 52"/>
                <a:gd name="T34" fmla="*/ 4 w 43"/>
                <a:gd name="T35" fmla="*/ 30 h 52"/>
                <a:gd name="T36" fmla="*/ 5 w 43"/>
                <a:gd name="T37" fmla="*/ 32 h 52"/>
                <a:gd name="T38" fmla="*/ 7 w 43"/>
                <a:gd name="T39" fmla="*/ 38 h 52"/>
                <a:gd name="T40" fmla="*/ 9 w 43"/>
                <a:gd name="T41" fmla="*/ 43 h 52"/>
                <a:gd name="T42" fmla="*/ 9 w 43"/>
                <a:gd name="T43" fmla="*/ 49 h 52"/>
                <a:gd name="T44" fmla="*/ 12 w 43"/>
                <a:gd name="T45" fmla="*/ 52 h 52"/>
                <a:gd name="T46" fmla="*/ 15 w 43"/>
                <a:gd name="T47" fmla="*/ 50 h 52"/>
                <a:gd name="T48" fmla="*/ 18 w 43"/>
                <a:gd name="T49" fmla="*/ 47 h 52"/>
                <a:gd name="T50" fmla="*/ 24 w 43"/>
                <a:gd name="T51" fmla="*/ 45 h 52"/>
                <a:gd name="T52" fmla="*/ 28 w 43"/>
                <a:gd name="T53" fmla="*/ 45 h 52"/>
                <a:gd name="T54" fmla="*/ 31 w 43"/>
                <a:gd name="T55" fmla="*/ 40 h 52"/>
                <a:gd name="T56" fmla="*/ 32 w 43"/>
                <a:gd name="T57" fmla="*/ 36 h 52"/>
                <a:gd name="T58" fmla="*/ 36 w 43"/>
                <a:gd name="T59" fmla="*/ 33 h 52"/>
                <a:gd name="T60" fmla="*/ 37 w 43"/>
                <a:gd name="T61" fmla="*/ 27 h 52"/>
                <a:gd name="T62" fmla="*/ 39 w 43"/>
                <a:gd name="T63" fmla="*/ 21 h 52"/>
                <a:gd name="T64" fmla="*/ 39 w 43"/>
                <a:gd name="T65" fmla="*/ 18 h 52"/>
                <a:gd name="T66" fmla="*/ 39 w 43"/>
                <a:gd name="T67" fmla="*/ 14 h 52"/>
                <a:gd name="T68" fmla="*/ 38 w 43"/>
                <a:gd name="T69" fmla="*/ 12 h 52"/>
                <a:gd name="T70" fmla="*/ 43 w 43"/>
                <a:gd name="T71" fmla="*/ 9 h 52"/>
                <a:gd name="T72" fmla="*/ 40 w 43"/>
                <a:gd name="T73" fmla="*/ 6 h 52"/>
                <a:gd name="T74" fmla="*/ 39 w 43"/>
                <a:gd name="T75" fmla="*/ 5 h 52"/>
                <a:gd name="T76" fmla="*/ 20 w 43"/>
                <a:gd name="T77" fmla="*/ 9 h 52"/>
                <a:gd name="T78" fmla="*/ 34 w 43"/>
                <a:gd name="T79" fmla="*/ 6 h 52"/>
                <a:gd name="T80" fmla="*/ 30 w 43"/>
                <a:gd name="T81" fmla="*/ 4 h 52"/>
                <a:gd name="T82" fmla="*/ 31 w 43"/>
                <a:gd name="T83" fmla="*/ 5 h 52"/>
                <a:gd name="T84" fmla="*/ 28 w 43"/>
                <a:gd name="T85" fmla="*/ 4 h 52"/>
                <a:gd name="T86" fmla="*/ 34 w 43"/>
                <a:gd name="T87" fmla="*/ 27 h 52"/>
                <a:gd name="T88" fmla="*/ 37 w 43"/>
                <a:gd name="T89" fmla="*/ 17 h 52"/>
                <a:gd name="T90" fmla="*/ 36 w 43"/>
                <a:gd name="T91" fmla="*/ 21 h 52"/>
                <a:gd name="T92" fmla="*/ 35 w 43"/>
                <a:gd name="T93" fmla="*/ 24 h 52"/>
                <a:gd name="T94" fmla="*/ 34 w 43"/>
                <a:gd name="T95" fmla="*/ 22 h 52"/>
                <a:gd name="T96" fmla="*/ 27 w 43"/>
                <a:gd name="T97" fmla="*/ 22 h 52"/>
                <a:gd name="T98" fmla="*/ 29 w 43"/>
                <a:gd name="T99" fmla="*/ 20 h 52"/>
                <a:gd name="T100" fmla="*/ 35 w 43"/>
                <a:gd name="T101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52">
                  <a:moveTo>
                    <a:pt x="39" y="5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4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8" y="5"/>
                    <a:pt x="38" y="5"/>
                    <a:pt x="38" y="5"/>
                  </a:cubicBezTo>
                  <a:lnTo>
                    <a:pt x="39" y="5"/>
                  </a:lnTo>
                  <a:close/>
                  <a:moveTo>
                    <a:pt x="20" y="10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lnTo>
                    <a:pt x="35" y="5"/>
                  </a:lnTo>
                  <a:close/>
                  <a:moveTo>
                    <a:pt x="29" y="3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lnTo>
                    <a:pt x="29" y="3"/>
                  </a:lnTo>
                  <a:close/>
                  <a:moveTo>
                    <a:pt x="34" y="28"/>
                  </a:move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7"/>
                    <a:pt x="35" y="27"/>
                  </a:cubicBezTo>
                  <a:lnTo>
                    <a:pt x="34" y="28"/>
                  </a:lnTo>
                  <a:close/>
                  <a:moveTo>
                    <a:pt x="36" y="17"/>
                  </a:moveTo>
                  <a:cubicBezTo>
                    <a:pt x="37" y="17"/>
                    <a:pt x="37" y="17"/>
                    <a:pt x="37" y="17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lnTo>
                    <a:pt x="36" y="1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5" name="Freeform 6452">
              <a:extLst>
                <a:ext uri="{FF2B5EF4-FFF2-40B4-BE49-F238E27FC236}">
                  <a16:creationId xmlns:a16="http://schemas.microsoft.com/office/drawing/2014/main" id="{A9691408-46BE-42B2-BD93-558506B99EF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75" y="1428"/>
              <a:ext cx="16" cy="15"/>
            </a:xfrm>
            <a:custGeom>
              <a:avLst/>
              <a:gdLst>
                <a:gd name="T0" fmla="*/ 13 w 16"/>
                <a:gd name="T1" fmla="*/ 6 h 15"/>
                <a:gd name="T2" fmla="*/ 16 w 16"/>
                <a:gd name="T3" fmla="*/ 0 h 15"/>
                <a:gd name="T4" fmla="*/ 11 w 16"/>
                <a:gd name="T5" fmla="*/ 2 h 15"/>
                <a:gd name="T6" fmla="*/ 3 w 16"/>
                <a:gd name="T7" fmla="*/ 6 h 15"/>
                <a:gd name="T8" fmla="*/ 1 w 16"/>
                <a:gd name="T9" fmla="*/ 10 h 15"/>
                <a:gd name="T10" fmla="*/ 0 w 16"/>
                <a:gd name="T11" fmla="*/ 10 h 15"/>
                <a:gd name="T12" fmla="*/ 1 w 16"/>
                <a:gd name="T13" fmla="*/ 15 h 15"/>
                <a:gd name="T14" fmla="*/ 3 w 16"/>
                <a:gd name="T15" fmla="*/ 15 h 15"/>
                <a:gd name="T16" fmla="*/ 5 w 16"/>
                <a:gd name="T17" fmla="*/ 13 h 15"/>
                <a:gd name="T18" fmla="*/ 5 w 16"/>
                <a:gd name="T19" fmla="*/ 13 h 15"/>
                <a:gd name="T20" fmla="*/ 5 w 16"/>
                <a:gd name="T21" fmla="*/ 13 h 15"/>
                <a:gd name="T22" fmla="*/ 9 w 16"/>
                <a:gd name="T23" fmla="*/ 15 h 15"/>
                <a:gd name="T24" fmla="*/ 9 w 16"/>
                <a:gd name="T25" fmla="*/ 12 h 15"/>
                <a:gd name="T26" fmla="*/ 9 w 16"/>
                <a:gd name="T27" fmla="*/ 10 h 15"/>
                <a:gd name="T28" fmla="*/ 9 w 16"/>
                <a:gd name="T29" fmla="*/ 10 h 15"/>
                <a:gd name="T30" fmla="*/ 13 w 16"/>
                <a:gd name="T3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5">
                  <a:moveTo>
                    <a:pt x="13" y="6"/>
                  </a:moveTo>
                  <a:lnTo>
                    <a:pt x="16" y="0"/>
                  </a:lnTo>
                  <a:lnTo>
                    <a:pt x="11" y="2"/>
                  </a:lnTo>
                  <a:lnTo>
                    <a:pt x="3" y="6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9" y="15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6" name="Freeform 6453">
              <a:extLst>
                <a:ext uri="{FF2B5EF4-FFF2-40B4-BE49-F238E27FC236}">
                  <a16:creationId xmlns:a16="http://schemas.microsoft.com/office/drawing/2014/main" id="{FD52F7C1-B073-435B-84A6-4E57E81BA21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40" y="1346"/>
              <a:ext cx="74" cy="79"/>
            </a:xfrm>
            <a:custGeom>
              <a:avLst/>
              <a:gdLst>
                <a:gd name="T0" fmla="*/ 5 w 40"/>
                <a:gd name="T1" fmla="*/ 4 h 42"/>
                <a:gd name="T2" fmla="*/ 6 w 40"/>
                <a:gd name="T3" fmla="*/ 9 h 42"/>
                <a:gd name="T4" fmla="*/ 6 w 40"/>
                <a:gd name="T5" fmla="*/ 9 h 42"/>
                <a:gd name="T6" fmla="*/ 1 w 40"/>
                <a:gd name="T7" fmla="*/ 10 h 42"/>
                <a:gd name="T8" fmla="*/ 2 w 40"/>
                <a:gd name="T9" fmla="*/ 14 h 42"/>
                <a:gd name="T10" fmla="*/ 6 w 40"/>
                <a:gd name="T11" fmla="*/ 15 h 42"/>
                <a:gd name="T12" fmla="*/ 0 w 40"/>
                <a:gd name="T13" fmla="*/ 15 h 42"/>
                <a:gd name="T14" fmla="*/ 3 w 40"/>
                <a:gd name="T15" fmla="*/ 19 h 42"/>
                <a:gd name="T16" fmla="*/ 1 w 40"/>
                <a:gd name="T17" fmla="*/ 22 h 42"/>
                <a:gd name="T18" fmla="*/ 6 w 40"/>
                <a:gd name="T19" fmla="*/ 21 h 42"/>
                <a:gd name="T20" fmla="*/ 6 w 40"/>
                <a:gd name="T21" fmla="*/ 22 h 42"/>
                <a:gd name="T22" fmla="*/ 3 w 40"/>
                <a:gd name="T23" fmla="*/ 23 h 42"/>
                <a:gd name="T24" fmla="*/ 6 w 40"/>
                <a:gd name="T25" fmla="*/ 26 h 42"/>
                <a:gd name="T26" fmla="*/ 7 w 40"/>
                <a:gd name="T27" fmla="*/ 27 h 42"/>
                <a:gd name="T28" fmla="*/ 9 w 40"/>
                <a:gd name="T29" fmla="*/ 26 h 42"/>
                <a:gd name="T30" fmla="*/ 14 w 40"/>
                <a:gd name="T31" fmla="*/ 27 h 42"/>
                <a:gd name="T32" fmla="*/ 21 w 40"/>
                <a:gd name="T33" fmla="*/ 28 h 42"/>
                <a:gd name="T34" fmla="*/ 14 w 40"/>
                <a:gd name="T35" fmla="*/ 29 h 42"/>
                <a:gd name="T36" fmla="*/ 9 w 40"/>
                <a:gd name="T37" fmla="*/ 30 h 42"/>
                <a:gd name="T38" fmla="*/ 10 w 40"/>
                <a:gd name="T39" fmla="*/ 31 h 42"/>
                <a:gd name="T40" fmla="*/ 10 w 40"/>
                <a:gd name="T41" fmla="*/ 34 h 42"/>
                <a:gd name="T42" fmla="*/ 9 w 40"/>
                <a:gd name="T43" fmla="*/ 36 h 42"/>
                <a:gd name="T44" fmla="*/ 10 w 40"/>
                <a:gd name="T45" fmla="*/ 40 h 42"/>
                <a:gd name="T46" fmla="*/ 13 w 40"/>
                <a:gd name="T47" fmla="*/ 40 h 42"/>
                <a:gd name="T48" fmla="*/ 16 w 40"/>
                <a:gd name="T49" fmla="*/ 42 h 42"/>
                <a:gd name="T50" fmla="*/ 24 w 40"/>
                <a:gd name="T51" fmla="*/ 40 h 42"/>
                <a:gd name="T52" fmla="*/ 26 w 40"/>
                <a:gd name="T53" fmla="*/ 36 h 42"/>
                <a:gd name="T54" fmla="*/ 25 w 40"/>
                <a:gd name="T55" fmla="*/ 35 h 42"/>
                <a:gd name="T56" fmla="*/ 27 w 40"/>
                <a:gd name="T57" fmla="*/ 33 h 42"/>
                <a:gd name="T58" fmla="*/ 31 w 40"/>
                <a:gd name="T59" fmla="*/ 30 h 42"/>
                <a:gd name="T60" fmla="*/ 32 w 40"/>
                <a:gd name="T61" fmla="*/ 29 h 42"/>
                <a:gd name="T62" fmla="*/ 34 w 40"/>
                <a:gd name="T63" fmla="*/ 24 h 42"/>
                <a:gd name="T64" fmla="*/ 37 w 40"/>
                <a:gd name="T65" fmla="*/ 19 h 42"/>
                <a:gd name="T66" fmla="*/ 40 w 40"/>
                <a:gd name="T67" fmla="*/ 13 h 42"/>
                <a:gd name="T68" fmla="*/ 39 w 40"/>
                <a:gd name="T69" fmla="*/ 11 h 42"/>
                <a:gd name="T70" fmla="*/ 36 w 40"/>
                <a:gd name="T71" fmla="*/ 7 h 42"/>
                <a:gd name="T72" fmla="*/ 35 w 40"/>
                <a:gd name="T73" fmla="*/ 9 h 42"/>
                <a:gd name="T74" fmla="*/ 32 w 40"/>
                <a:gd name="T75" fmla="*/ 12 h 42"/>
                <a:gd name="T76" fmla="*/ 33 w 40"/>
                <a:gd name="T77" fmla="*/ 9 h 42"/>
                <a:gd name="T78" fmla="*/ 32 w 40"/>
                <a:gd name="T79" fmla="*/ 4 h 42"/>
                <a:gd name="T80" fmla="*/ 32 w 40"/>
                <a:gd name="T81" fmla="*/ 7 h 42"/>
                <a:gd name="T82" fmla="*/ 29 w 40"/>
                <a:gd name="T83" fmla="*/ 6 h 42"/>
                <a:gd name="T84" fmla="*/ 25 w 40"/>
                <a:gd name="T85" fmla="*/ 7 h 42"/>
                <a:gd name="T86" fmla="*/ 22 w 40"/>
                <a:gd name="T87" fmla="*/ 11 h 42"/>
                <a:gd name="T88" fmla="*/ 21 w 40"/>
                <a:gd name="T89" fmla="*/ 14 h 42"/>
                <a:gd name="T90" fmla="*/ 22 w 40"/>
                <a:gd name="T91" fmla="*/ 18 h 42"/>
                <a:gd name="T92" fmla="*/ 20 w 40"/>
                <a:gd name="T93" fmla="*/ 22 h 42"/>
                <a:gd name="T94" fmla="*/ 19 w 40"/>
                <a:gd name="T95" fmla="*/ 15 h 42"/>
                <a:gd name="T96" fmla="*/ 19 w 40"/>
                <a:gd name="T97" fmla="*/ 11 h 42"/>
                <a:gd name="T98" fmla="*/ 15 w 40"/>
                <a:gd name="T99" fmla="*/ 11 h 42"/>
                <a:gd name="T100" fmla="*/ 15 w 40"/>
                <a:gd name="T101" fmla="*/ 14 h 42"/>
                <a:gd name="T102" fmla="*/ 12 w 40"/>
                <a:gd name="T103" fmla="*/ 16 h 42"/>
                <a:gd name="T104" fmla="*/ 11 w 40"/>
                <a:gd name="T105" fmla="*/ 21 h 42"/>
                <a:gd name="T106" fmla="*/ 11 w 40"/>
                <a:gd name="T107" fmla="*/ 17 h 42"/>
                <a:gd name="T108" fmla="*/ 10 w 40"/>
                <a:gd name="T109" fmla="*/ 15 h 42"/>
                <a:gd name="T110" fmla="*/ 9 w 40"/>
                <a:gd name="T111" fmla="*/ 10 h 42"/>
                <a:gd name="T112" fmla="*/ 11 w 40"/>
                <a:gd name="T113" fmla="*/ 6 h 42"/>
                <a:gd name="T114" fmla="*/ 9 w 40"/>
                <a:gd name="T115" fmla="*/ 3 h 42"/>
                <a:gd name="T116" fmla="*/ 6 w 40"/>
                <a:gd name="T117" fmla="*/ 0 h 42"/>
                <a:gd name="T118" fmla="*/ 7 w 40"/>
                <a:gd name="T11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42">
                  <a:moveTo>
                    <a:pt x="6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6" y="0"/>
                  </a:lnTo>
                  <a:close/>
                  <a:moveTo>
                    <a:pt x="5" y="18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lnTo>
                    <a:pt x="5" y="1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7" name="Freeform 6454">
              <a:extLst>
                <a:ext uri="{FF2B5EF4-FFF2-40B4-BE49-F238E27FC236}">
                  <a16:creationId xmlns:a16="http://schemas.microsoft.com/office/drawing/2014/main" id="{C3DD2C48-9711-44FC-9278-D001E8F910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1302"/>
              <a:ext cx="14" cy="33"/>
            </a:xfrm>
            <a:custGeom>
              <a:avLst/>
              <a:gdLst>
                <a:gd name="T0" fmla="*/ 5 w 14"/>
                <a:gd name="T1" fmla="*/ 29 h 33"/>
                <a:gd name="T2" fmla="*/ 1 w 14"/>
                <a:gd name="T3" fmla="*/ 31 h 33"/>
                <a:gd name="T4" fmla="*/ 5 w 14"/>
                <a:gd name="T5" fmla="*/ 33 h 33"/>
                <a:gd name="T6" fmla="*/ 9 w 14"/>
                <a:gd name="T7" fmla="*/ 33 h 33"/>
                <a:gd name="T8" fmla="*/ 13 w 14"/>
                <a:gd name="T9" fmla="*/ 29 h 33"/>
                <a:gd name="T10" fmla="*/ 7 w 14"/>
                <a:gd name="T11" fmla="*/ 29 h 33"/>
                <a:gd name="T12" fmla="*/ 9 w 14"/>
                <a:gd name="T13" fmla="*/ 28 h 33"/>
                <a:gd name="T14" fmla="*/ 13 w 14"/>
                <a:gd name="T15" fmla="*/ 20 h 33"/>
                <a:gd name="T16" fmla="*/ 11 w 14"/>
                <a:gd name="T17" fmla="*/ 18 h 33"/>
                <a:gd name="T18" fmla="*/ 13 w 14"/>
                <a:gd name="T19" fmla="*/ 16 h 33"/>
                <a:gd name="T20" fmla="*/ 13 w 14"/>
                <a:gd name="T21" fmla="*/ 13 h 33"/>
                <a:gd name="T22" fmla="*/ 14 w 14"/>
                <a:gd name="T23" fmla="*/ 7 h 33"/>
                <a:gd name="T24" fmla="*/ 13 w 14"/>
                <a:gd name="T25" fmla="*/ 5 h 33"/>
                <a:gd name="T26" fmla="*/ 13 w 14"/>
                <a:gd name="T27" fmla="*/ 1 h 33"/>
                <a:gd name="T28" fmla="*/ 9 w 14"/>
                <a:gd name="T29" fmla="*/ 0 h 33"/>
                <a:gd name="T30" fmla="*/ 7 w 14"/>
                <a:gd name="T31" fmla="*/ 1 h 33"/>
                <a:gd name="T32" fmla="*/ 7 w 14"/>
                <a:gd name="T33" fmla="*/ 5 h 33"/>
                <a:gd name="T34" fmla="*/ 5 w 14"/>
                <a:gd name="T35" fmla="*/ 9 h 33"/>
                <a:gd name="T36" fmla="*/ 5 w 14"/>
                <a:gd name="T37" fmla="*/ 11 h 33"/>
                <a:gd name="T38" fmla="*/ 5 w 14"/>
                <a:gd name="T39" fmla="*/ 11 h 33"/>
                <a:gd name="T40" fmla="*/ 5 w 14"/>
                <a:gd name="T41" fmla="*/ 13 h 33"/>
                <a:gd name="T42" fmla="*/ 1 w 14"/>
                <a:gd name="T43" fmla="*/ 15 h 33"/>
                <a:gd name="T44" fmla="*/ 1 w 14"/>
                <a:gd name="T45" fmla="*/ 18 h 33"/>
                <a:gd name="T46" fmla="*/ 1 w 14"/>
                <a:gd name="T47" fmla="*/ 22 h 33"/>
                <a:gd name="T48" fmla="*/ 0 w 14"/>
                <a:gd name="T49" fmla="*/ 24 h 33"/>
                <a:gd name="T50" fmla="*/ 1 w 14"/>
                <a:gd name="T51" fmla="*/ 29 h 33"/>
                <a:gd name="T52" fmla="*/ 5 w 14"/>
                <a:gd name="T53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33">
                  <a:moveTo>
                    <a:pt x="5" y="29"/>
                  </a:moveTo>
                  <a:lnTo>
                    <a:pt x="1" y="31"/>
                  </a:lnTo>
                  <a:lnTo>
                    <a:pt x="5" y="33"/>
                  </a:lnTo>
                  <a:lnTo>
                    <a:pt x="9" y="33"/>
                  </a:lnTo>
                  <a:lnTo>
                    <a:pt x="13" y="29"/>
                  </a:lnTo>
                  <a:lnTo>
                    <a:pt x="7" y="29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1" y="18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4" y="7"/>
                  </a:lnTo>
                  <a:lnTo>
                    <a:pt x="13" y="5"/>
                  </a:lnTo>
                  <a:lnTo>
                    <a:pt x="13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5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1" y="29"/>
                  </a:lnTo>
                  <a:lnTo>
                    <a:pt x="5" y="2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8" name="Freeform 6455">
              <a:extLst>
                <a:ext uri="{FF2B5EF4-FFF2-40B4-BE49-F238E27FC236}">
                  <a16:creationId xmlns:a16="http://schemas.microsoft.com/office/drawing/2014/main" id="{E4F832CA-E56B-4334-9FA4-8ECDAC88012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248"/>
              <a:ext cx="43" cy="28"/>
            </a:xfrm>
            <a:custGeom>
              <a:avLst/>
              <a:gdLst>
                <a:gd name="T0" fmla="*/ 4 w 43"/>
                <a:gd name="T1" fmla="*/ 13 h 28"/>
                <a:gd name="T2" fmla="*/ 7 w 43"/>
                <a:gd name="T3" fmla="*/ 13 h 28"/>
                <a:gd name="T4" fmla="*/ 9 w 43"/>
                <a:gd name="T5" fmla="*/ 13 h 28"/>
                <a:gd name="T6" fmla="*/ 9 w 43"/>
                <a:gd name="T7" fmla="*/ 13 h 28"/>
                <a:gd name="T8" fmla="*/ 13 w 43"/>
                <a:gd name="T9" fmla="*/ 13 h 28"/>
                <a:gd name="T10" fmla="*/ 13 w 43"/>
                <a:gd name="T11" fmla="*/ 13 h 28"/>
                <a:gd name="T12" fmla="*/ 11 w 43"/>
                <a:gd name="T13" fmla="*/ 14 h 28"/>
                <a:gd name="T14" fmla="*/ 13 w 43"/>
                <a:gd name="T15" fmla="*/ 18 h 28"/>
                <a:gd name="T16" fmla="*/ 15 w 43"/>
                <a:gd name="T17" fmla="*/ 22 h 28"/>
                <a:gd name="T18" fmla="*/ 18 w 43"/>
                <a:gd name="T19" fmla="*/ 18 h 28"/>
                <a:gd name="T20" fmla="*/ 18 w 43"/>
                <a:gd name="T21" fmla="*/ 16 h 28"/>
                <a:gd name="T22" fmla="*/ 20 w 43"/>
                <a:gd name="T23" fmla="*/ 18 h 28"/>
                <a:gd name="T24" fmla="*/ 20 w 43"/>
                <a:gd name="T25" fmla="*/ 22 h 28"/>
                <a:gd name="T26" fmla="*/ 24 w 43"/>
                <a:gd name="T27" fmla="*/ 26 h 28"/>
                <a:gd name="T28" fmla="*/ 26 w 43"/>
                <a:gd name="T29" fmla="*/ 26 h 28"/>
                <a:gd name="T30" fmla="*/ 28 w 43"/>
                <a:gd name="T31" fmla="*/ 28 h 28"/>
                <a:gd name="T32" fmla="*/ 32 w 43"/>
                <a:gd name="T33" fmla="*/ 26 h 28"/>
                <a:gd name="T34" fmla="*/ 33 w 43"/>
                <a:gd name="T35" fmla="*/ 28 h 28"/>
                <a:gd name="T36" fmla="*/ 37 w 43"/>
                <a:gd name="T37" fmla="*/ 24 h 28"/>
                <a:gd name="T38" fmla="*/ 39 w 43"/>
                <a:gd name="T39" fmla="*/ 22 h 28"/>
                <a:gd name="T40" fmla="*/ 43 w 43"/>
                <a:gd name="T41" fmla="*/ 16 h 28"/>
                <a:gd name="T42" fmla="*/ 41 w 43"/>
                <a:gd name="T43" fmla="*/ 13 h 28"/>
                <a:gd name="T44" fmla="*/ 43 w 43"/>
                <a:gd name="T45" fmla="*/ 9 h 28"/>
                <a:gd name="T46" fmla="*/ 43 w 43"/>
                <a:gd name="T47" fmla="*/ 7 h 28"/>
                <a:gd name="T48" fmla="*/ 41 w 43"/>
                <a:gd name="T49" fmla="*/ 3 h 28"/>
                <a:gd name="T50" fmla="*/ 41 w 43"/>
                <a:gd name="T51" fmla="*/ 1 h 28"/>
                <a:gd name="T52" fmla="*/ 37 w 43"/>
                <a:gd name="T53" fmla="*/ 0 h 28"/>
                <a:gd name="T54" fmla="*/ 37 w 43"/>
                <a:gd name="T55" fmla="*/ 1 h 28"/>
                <a:gd name="T56" fmla="*/ 35 w 43"/>
                <a:gd name="T57" fmla="*/ 1 h 28"/>
                <a:gd name="T58" fmla="*/ 30 w 43"/>
                <a:gd name="T59" fmla="*/ 1 h 28"/>
                <a:gd name="T60" fmla="*/ 28 w 43"/>
                <a:gd name="T61" fmla="*/ 3 h 28"/>
                <a:gd name="T62" fmla="*/ 24 w 43"/>
                <a:gd name="T63" fmla="*/ 3 h 28"/>
                <a:gd name="T64" fmla="*/ 22 w 43"/>
                <a:gd name="T65" fmla="*/ 3 h 28"/>
                <a:gd name="T66" fmla="*/ 20 w 43"/>
                <a:gd name="T67" fmla="*/ 3 h 28"/>
                <a:gd name="T68" fmla="*/ 18 w 43"/>
                <a:gd name="T69" fmla="*/ 1 h 28"/>
                <a:gd name="T70" fmla="*/ 9 w 43"/>
                <a:gd name="T71" fmla="*/ 5 h 28"/>
                <a:gd name="T72" fmla="*/ 7 w 43"/>
                <a:gd name="T73" fmla="*/ 5 h 28"/>
                <a:gd name="T74" fmla="*/ 4 w 43"/>
                <a:gd name="T75" fmla="*/ 5 h 28"/>
                <a:gd name="T76" fmla="*/ 2 w 43"/>
                <a:gd name="T77" fmla="*/ 7 h 28"/>
                <a:gd name="T78" fmla="*/ 0 w 43"/>
                <a:gd name="T79" fmla="*/ 9 h 28"/>
                <a:gd name="T80" fmla="*/ 0 w 43"/>
                <a:gd name="T81" fmla="*/ 14 h 28"/>
                <a:gd name="T82" fmla="*/ 4 w 43"/>
                <a:gd name="T8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3" h="28">
                  <a:moveTo>
                    <a:pt x="4" y="13"/>
                  </a:moveTo>
                  <a:lnTo>
                    <a:pt x="7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2" y="26"/>
                  </a:lnTo>
                  <a:lnTo>
                    <a:pt x="33" y="28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43" y="16"/>
                  </a:lnTo>
                  <a:lnTo>
                    <a:pt x="41" y="13"/>
                  </a:lnTo>
                  <a:lnTo>
                    <a:pt x="43" y="9"/>
                  </a:lnTo>
                  <a:lnTo>
                    <a:pt x="43" y="7"/>
                  </a:lnTo>
                  <a:lnTo>
                    <a:pt x="41" y="3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0" y="1"/>
                  </a:lnTo>
                  <a:lnTo>
                    <a:pt x="28" y="3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8" y="1"/>
                  </a:lnTo>
                  <a:lnTo>
                    <a:pt x="9" y="5"/>
                  </a:lnTo>
                  <a:lnTo>
                    <a:pt x="7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0" y="9"/>
                  </a:lnTo>
                  <a:lnTo>
                    <a:pt x="0" y="14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9" name="Freeform 6456">
              <a:extLst>
                <a:ext uri="{FF2B5EF4-FFF2-40B4-BE49-F238E27FC236}">
                  <a16:creationId xmlns:a16="http://schemas.microsoft.com/office/drawing/2014/main" id="{104B3DC4-C377-497F-929D-3C1DE0A7EA01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" y="1926"/>
              <a:ext cx="25" cy="52"/>
            </a:xfrm>
            <a:custGeom>
              <a:avLst/>
              <a:gdLst>
                <a:gd name="T0" fmla="*/ 21 w 25"/>
                <a:gd name="T1" fmla="*/ 4 h 52"/>
                <a:gd name="T2" fmla="*/ 17 w 25"/>
                <a:gd name="T3" fmla="*/ 6 h 52"/>
                <a:gd name="T4" fmla="*/ 15 w 25"/>
                <a:gd name="T5" fmla="*/ 6 h 52"/>
                <a:gd name="T6" fmla="*/ 15 w 25"/>
                <a:gd name="T7" fmla="*/ 6 h 52"/>
                <a:gd name="T8" fmla="*/ 15 w 25"/>
                <a:gd name="T9" fmla="*/ 4 h 52"/>
                <a:gd name="T10" fmla="*/ 13 w 25"/>
                <a:gd name="T11" fmla="*/ 2 h 52"/>
                <a:gd name="T12" fmla="*/ 12 w 25"/>
                <a:gd name="T13" fmla="*/ 4 h 52"/>
                <a:gd name="T14" fmla="*/ 12 w 25"/>
                <a:gd name="T15" fmla="*/ 0 h 52"/>
                <a:gd name="T16" fmla="*/ 6 w 25"/>
                <a:gd name="T17" fmla="*/ 0 h 52"/>
                <a:gd name="T18" fmla="*/ 0 w 25"/>
                <a:gd name="T19" fmla="*/ 8 h 52"/>
                <a:gd name="T20" fmla="*/ 0 w 25"/>
                <a:gd name="T21" fmla="*/ 11 h 52"/>
                <a:gd name="T22" fmla="*/ 0 w 25"/>
                <a:gd name="T23" fmla="*/ 15 h 52"/>
                <a:gd name="T24" fmla="*/ 0 w 25"/>
                <a:gd name="T25" fmla="*/ 19 h 52"/>
                <a:gd name="T26" fmla="*/ 2 w 25"/>
                <a:gd name="T27" fmla="*/ 19 h 52"/>
                <a:gd name="T28" fmla="*/ 4 w 25"/>
                <a:gd name="T29" fmla="*/ 21 h 52"/>
                <a:gd name="T30" fmla="*/ 4 w 25"/>
                <a:gd name="T31" fmla="*/ 21 h 52"/>
                <a:gd name="T32" fmla="*/ 0 w 25"/>
                <a:gd name="T33" fmla="*/ 21 h 52"/>
                <a:gd name="T34" fmla="*/ 0 w 25"/>
                <a:gd name="T35" fmla="*/ 23 h 52"/>
                <a:gd name="T36" fmla="*/ 2 w 25"/>
                <a:gd name="T37" fmla="*/ 24 h 52"/>
                <a:gd name="T38" fmla="*/ 0 w 25"/>
                <a:gd name="T39" fmla="*/ 28 h 52"/>
                <a:gd name="T40" fmla="*/ 2 w 25"/>
                <a:gd name="T41" fmla="*/ 30 h 52"/>
                <a:gd name="T42" fmla="*/ 2 w 25"/>
                <a:gd name="T43" fmla="*/ 30 h 52"/>
                <a:gd name="T44" fmla="*/ 2 w 25"/>
                <a:gd name="T45" fmla="*/ 30 h 52"/>
                <a:gd name="T46" fmla="*/ 0 w 25"/>
                <a:gd name="T47" fmla="*/ 34 h 52"/>
                <a:gd name="T48" fmla="*/ 2 w 25"/>
                <a:gd name="T49" fmla="*/ 36 h 52"/>
                <a:gd name="T50" fmla="*/ 4 w 25"/>
                <a:gd name="T51" fmla="*/ 37 h 52"/>
                <a:gd name="T52" fmla="*/ 4 w 25"/>
                <a:gd name="T53" fmla="*/ 37 h 52"/>
                <a:gd name="T54" fmla="*/ 4 w 25"/>
                <a:gd name="T55" fmla="*/ 41 h 52"/>
                <a:gd name="T56" fmla="*/ 8 w 25"/>
                <a:gd name="T57" fmla="*/ 51 h 52"/>
                <a:gd name="T58" fmla="*/ 13 w 25"/>
                <a:gd name="T59" fmla="*/ 52 h 52"/>
                <a:gd name="T60" fmla="*/ 15 w 25"/>
                <a:gd name="T61" fmla="*/ 49 h 52"/>
                <a:gd name="T62" fmla="*/ 13 w 25"/>
                <a:gd name="T63" fmla="*/ 47 h 52"/>
                <a:gd name="T64" fmla="*/ 12 w 25"/>
                <a:gd name="T65" fmla="*/ 47 h 52"/>
                <a:gd name="T66" fmla="*/ 12 w 25"/>
                <a:gd name="T67" fmla="*/ 43 h 52"/>
                <a:gd name="T68" fmla="*/ 10 w 25"/>
                <a:gd name="T69" fmla="*/ 39 h 52"/>
                <a:gd name="T70" fmla="*/ 10 w 25"/>
                <a:gd name="T71" fmla="*/ 36 h 52"/>
                <a:gd name="T72" fmla="*/ 10 w 25"/>
                <a:gd name="T73" fmla="*/ 32 h 52"/>
                <a:gd name="T74" fmla="*/ 12 w 25"/>
                <a:gd name="T75" fmla="*/ 30 h 52"/>
                <a:gd name="T76" fmla="*/ 15 w 25"/>
                <a:gd name="T77" fmla="*/ 30 h 52"/>
                <a:gd name="T78" fmla="*/ 15 w 25"/>
                <a:gd name="T79" fmla="*/ 24 h 52"/>
                <a:gd name="T80" fmla="*/ 12 w 25"/>
                <a:gd name="T81" fmla="*/ 24 h 52"/>
                <a:gd name="T82" fmla="*/ 15 w 25"/>
                <a:gd name="T83" fmla="*/ 23 h 52"/>
                <a:gd name="T84" fmla="*/ 15 w 25"/>
                <a:gd name="T85" fmla="*/ 19 h 52"/>
                <a:gd name="T86" fmla="*/ 17 w 25"/>
                <a:gd name="T87" fmla="*/ 15 h 52"/>
                <a:gd name="T88" fmla="*/ 19 w 25"/>
                <a:gd name="T89" fmla="*/ 11 h 52"/>
                <a:gd name="T90" fmla="*/ 25 w 25"/>
                <a:gd name="T91" fmla="*/ 4 h 52"/>
                <a:gd name="T92" fmla="*/ 21 w 25"/>
                <a:gd name="T93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" h="52">
                  <a:moveTo>
                    <a:pt x="21" y="4"/>
                  </a:moveTo>
                  <a:lnTo>
                    <a:pt x="17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8" y="51"/>
                  </a:lnTo>
                  <a:lnTo>
                    <a:pt x="13" y="52"/>
                  </a:lnTo>
                  <a:lnTo>
                    <a:pt x="15" y="49"/>
                  </a:lnTo>
                  <a:lnTo>
                    <a:pt x="13" y="47"/>
                  </a:lnTo>
                  <a:lnTo>
                    <a:pt x="12" y="47"/>
                  </a:lnTo>
                  <a:lnTo>
                    <a:pt x="12" y="43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2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5" y="24"/>
                  </a:lnTo>
                  <a:lnTo>
                    <a:pt x="12" y="24"/>
                  </a:lnTo>
                  <a:lnTo>
                    <a:pt x="15" y="23"/>
                  </a:lnTo>
                  <a:lnTo>
                    <a:pt x="15" y="19"/>
                  </a:lnTo>
                  <a:lnTo>
                    <a:pt x="17" y="15"/>
                  </a:lnTo>
                  <a:lnTo>
                    <a:pt x="19" y="11"/>
                  </a:lnTo>
                  <a:lnTo>
                    <a:pt x="25" y="4"/>
                  </a:lnTo>
                  <a:lnTo>
                    <a:pt x="21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0" name="Freeform 6457">
              <a:extLst>
                <a:ext uri="{FF2B5EF4-FFF2-40B4-BE49-F238E27FC236}">
                  <a16:creationId xmlns:a16="http://schemas.microsoft.com/office/drawing/2014/main" id="{CE8DB980-727E-4F6F-B7F8-4AD1D6589C5B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5" y="1378"/>
              <a:ext cx="139" cy="108"/>
            </a:xfrm>
            <a:custGeom>
              <a:avLst/>
              <a:gdLst>
                <a:gd name="T0" fmla="*/ 7 w 139"/>
                <a:gd name="T1" fmla="*/ 76 h 108"/>
                <a:gd name="T2" fmla="*/ 11 w 139"/>
                <a:gd name="T3" fmla="*/ 86 h 108"/>
                <a:gd name="T4" fmla="*/ 9 w 139"/>
                <a:gd name="T5" fmla="*/ 91 h 108"/>
                <a:gd name="T6" fmla="*/ 7 w 139"/>
                <a:gd name="T7" fmla="*/ 99 h 108"/>
                <a:gd name="T8" fmla="*/ 7 w 139"/>
                <a:gd name="T9" fmla="*/ 106 h 108"/>
                <a:gd name="T10" fmla="*/ 13 w 139"/>
                <a:gd name="T11" fmla="*/ 108 h 108"/>
                <a:gd name="T12" fmla="*/ 16 w 139"/>
                <a:gd name="T13" fmla="*/ 104 h 108"/>
                <a:gd name="T14" fmla="*/ 24 w 139"/>
                <a:gd name="T15" fmla="*/ 104 h 108"/>
                <a:gd name="T16" fmla="*/ 29 w 139"/>
                <a:gd name="T17" fmla="*/ 99 h 108"/>
                <a:gd name="T18" fmla="*/ 31 w 139"/>
                <a:gd name="T19" fmla="*/ 97 h 108"/>
                <a:gd name="T20" fmla="*/ 31 w 139"/>
                <a:gd name="T21" fmla="*/ 101 h 108"/>
                <a:gd name="T22" fmla="*/ 31 w 139"/>
                <a:gd name="T23" fmla="*/ 106 h 108"/>
                <a:gd name="T24" fmla="*/ 39 w 139"/>
                <a:gd name="T25" fmla="*/ 104 h 108"/>
                <a:gd name="T26" fmla="*/ 46 w 139"/>
                <a:gd name="T27" fmla="*/ 101 h 108"/>
                <a:gd name="T28" fmla="*/ 50 w 139"/>
                <a:gd name="T29" fmla="*/ 95 h 108"/>
                <a:gd name="T30" fmla="*/ 54 w 139"/>
                <a:gd name="T31" fmla="*/ 90 h 108"/>
                <a:gd name="T32" fmla="*/ 59 w 139"/>
                <a:gd name="T33" fmla="*/ 86 h 108"/>
                <a:gd name="T34" fmla="*/ 61 w 139"/>
                <a:gd name="T35" fmla="*/ 80 h 108"/>
                <a:gd name="T36" fmla="*/ 67 w 139"/>
                <a:gd name="T37" fmla="*/ 84 h 108"/>
                <a:gd name="T38" fmla="*/ 74 w 139"/>
                <a:gd name="T39" fmla="*/ 80 h 108"/>
                <a:gd name="T40" fmla="*/ 76 w 139"/>
                <a:gd name="T41" fmla="*/ 76 h 108"/>
                <a:gd name="T42" fmla="*/ 82 w 139"/>
                <a:gd name="T43" fmla="*/ 69 h 108"/>
                <a:gd name="T44" fmla="*/ 85 w 139"/>
                <a:gd name="T45" fmla="*/ 69 h 108"/>
                <a:gd name="T46" fmla="*/ 91 w 139"/>
                <a:gd name="T47" fmla="*/ 69 h 108"/>
                <a:gd name="T48" fmla="*/ 98 w 139"/>
                <a:gd name="T49" fmla="*/ 65 h 108"/>
                <a:gd name="T50" fmla="*/ 106 w 139"/>
                <a:gd name="T51" fmla="*/ 63 h 108"/>
                <a:gd name="T52" fmla="*/ 119 w 139"/>
                <a:gd name="T53" fmla="*/ 60 h 108"/>
                <a:gd name="T54" fmla="*/ 128 w 139"/>
                <a:gd name="T55" fmla="*/ 60 h 108"/>
                <a:gd name="T56" fmla="*/ 136 w 139"/>
                <a:gd name="T57" fmla="*/ 56 h 108"/>
                <a:gd name="T58" fmla="*/ 139 w 139"/>
                <a:gd name="T59" fmla="*/ 50 h 108"/>
                <a:gd name="T60" fmla="*/ 137 w 139"/>
                <a:gd name="T61" fmla="*/ 45 h 108"/>
                <a:gd name="T62" fmla="*/ 137 w 139"/>
                <a:gd name="T63" fmla="*/ 39 h 108"/>
                <a:gd name="T64" fmla="*/ 137 w 139"/>
                <a:gd name="T65" fmla="*/ 34 h 108"/>
                <a:gd name="T66" fmla="*/ 132 w 139"/>
                <a:gd name="T67" fmla="*/ 21 h 108"/>
                <a:gd name="T68" fmla="*/ 128 w 139"/>
                <a:gd name="T69" fmla="*/ 17 h 108"/>
                <a:gd name="T70" fmla="*/ 121 w 139"/>
                <a:gd name="T71" fmla="*/ 17 h 108"/>
                <a:gd name="T72" fmla="*/ 119 w 139"/>
                <a:gd name="T73" fmla="*/ 17 h 108"/>
                <a:gd name="T74" fmla="*/ 113 w 139"/>
                <a:gd name="T75" fmla="*/ 17 h 108"/>
                <a:gd name="T76" fmla="*/ 106 w 139"/>
                <a:gd name="T77" fmla="*/ 9 h 108"/>
                <a:gd name="T78" fmla="*/ 102 w 139"/>
                <a:gd name="T79" fmla="*/ 6 h 108"/>
                <a:gd name="T80" fmla="*/ 95 w 139"/>
                <a:gd name="T81" fmla="*/ 0 h 108"/>
                <a:gd name="T82" fmla="*/ 80 w 139"/>
                <a:gd name="T83" fmla="*/ 2 h 108"/>
                <a:gd name="T84" fmla="*/ 69 w 139"/>
                <a:gd name="T85" fmla="*/ 2 h 108"/>
                <a:gd name="T86" fmla="*/ 61 w 139"/>
                <a:gd name="T87" fmla="*/ 4 h 108"/>
                <a:gd name="T88" fmla="*/ 61 w 139"/>
                <a:gd name="T89" fmla="*/ 8 h 108"/>
                <a:gd name="T90" fmla="*/ 59 w 139"/>
                <a:gd name="T91" fmla="*/ 13 h 108"/>
                <a:gd name="T92" fmla="*/ 61 w 139"/>
                <a:gd name="T93" fmla="*/ 22 h 108"/>
                <a:gd name="T94" fmla="*/ 57 w 139"/>
                <a:gd name="T95" fmla="*/ 22 h 108"/>
                <a:gd name="T96" fmla="*/ 52 w 139"/>
                <a:gd name="T97" fmla="*/ 28 h 108"/>
                <a:gd name="T98" fmla="*/ 42 w 139"/>
                <a:gd name="T99" fmla="*/ 35 h 108"/>
                <a:gd name="T100" fmla="*/ 33 w 139"/>
                <a:gd name="T101" fmla="*/ 39 h 108"/>
                <a:gd name="T102" fmla="*/ 35 w 139"/>
                <a:gd name="T103" fmla="*/ 47 h 108"/>
                <a:gd name="T104" fmla="*/ 29 w 139"/>
                <a:gd name="T105" fmla="*/ 49 h 108"/>
                <a:gd name="T106" fmla="*/ 26 w 139"/>
                <a:gd name="T107" fmla="*/ 52 h 108"/>
                <a:gd name="T108" fmla="*/ 22 w 139"/>
                <a:gd name="T109" fmla="*/ 56 h 108"/>
                <a:gd name="T110" fmla="*/ 16 w 139"/>
                <a:gd name="T111" fmla="*/ 58 h 108"/>
                <a:gd name="T112" fmla="*/ 13 w 139"/>
                <a:gd name="T113" fmla="*/ 62 h 108"/>
                <a:gd name="T114" fmla="*/ 9 w 139"/>
                <a:gd name="T115" fmla="*/ 65 h 108"/>
                <a:gd name="T116" fmla="*/ 5 w 139"/>
                <a:gd name="T117" fmla="*/ 69 h 108"/>
                <a:gd name="T118" fmla="*/ 0 w 139"/>
                <a:gd name="T119" fmla="*/ 69 h 108"/>
                <a:gd name="T120" fmla="*/ 5 w 139"/>
                <a:gd name="T121" fmla="*/ 7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108">
                  <a:moveTo>
                    <a:pt x="5" y="76"/>
                  </a:moveTo>
                  <a:lnTo>
                    <a:pt x="7" y="76"/>
                  </a:lnTo>
                  <a:lnTo>
                    <a:pt x="9" y="84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9" y="91"/>
                  </a:lnTo>
                  <a:lnTo>
                    <a:pt x="11" y="95"/>
                  </a:lnTo>
                  <a:lnTo>
                    <a:pt x="7" y="99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11" y="106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4" y="104"/>
                  </a:lnTo>
                  <a:lnTo>
                    <a:pt x="28" y="101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1" y="101"/>
                  </a:lnTo>
                  <a:lnTo>
                    <a:pt x="29" y="103"/>
                  </a:lnTo>
                  <a:lnTo>
                    <a:pt x="31" y="106"/>
                  </a:lnTo>
                  <a:lnTo>
                    <a:pt x="35" y="106"/>
                  </a:lnTo>
                  <a:lnTo>
                    <a:pt x="39" y="104"/>
                  </a:lnTo>
                  <a:lnTo>
                    <a:pt x="42" y="104"/>
                  </a:lnTo>
                  <a:lnTo>
                    <a:pt x="46" y="101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52" y="91"/>
                  </a:lnTo>
                  <a:lnTo>
                    <a:pt x="54" y="90"/>
                  </a:lnTo>
                  <a:lnTo>
                    <a:pt x="55" y="86"/>
                  </a:lnTo>
                  <a:lnTo>
                    <a:pt x="59" y="86"/>
                  </a:lnTo>
                  <a:lnTo>
                    <a:pt x="61" y="82"/>
                  </a:lnTo>
                  <a:lnTo>
                    <a:pt x="61" y="80"/>
                  </a:lnTo>
                  <a:lnTo>
                    <a:pt x="63" y="82"/>
                  </a:lnTo>
                  <a:lnTo>
                    <a:pt x="67" y="84"/>
                  </a:lnTo>
                  <a:lnTo>
                    <a:pt x="70" y="80"/>
                  </a:lnTo>
                  <a:lnTo>
                    <a:pt x="74" y="80"/>
                  </a:lnTo>
                  <a:lnTo>
                    <a:pt x="76" y="76"/>
                  </a:lnTo>
                  <a:lnTo>
                    <a:pt x="76" y="76"/>
                  </a:lnTo>
                  <a:lnTo>
                    <a:pt x="80" y="73"/>
                  </a:lnTo>
                  <a:lnTo>
                    <a:pt x="82" y="69"/>
                  </a:lnTo>
                  <a:lnTo>
                    <a:pt x="85" y="69"/>
                  </a:lnTo>
                  <a:lnTo>
                    <a:pt x="85" y="69"/>
                  </a:lnTo>
                  <a:lnTo>
                    <a:pt x="87" y="69"/>
                  </a:lnTo>
                  <a:lnTo>
                    <a:pt x="91" y="69"/>
                  </a:lnTo>
                  <a:lnTo>
                    <a:pt x="95" y="67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6" y="63"/>
                  </a:lnTo>
                  <a:lnTo>
                    <a:pt x="111" y="63"/>
                  </a:lnTo>
                  <a:lnTo>
                    <a:pt x="119" y="60"/>
                  </a:lnTo>
                  <a:lnTo>
                    <a:pt x="122" y="60"/>
                  </a:lnTo>
                  <a:lnTo>
                    <a:pt x="128" y="60"/>
                  </a:lnTo>
                  <a:lnTo>
                    <a:pt x="130" y="58"/>
                  </a:lnTo>
                  <a:lnTo>
                    <a:pt x="136" y="56"/>
                  </a:lnTo>
                  <a:lnTo>
                    <a:pt x="139" y="52"/>
                  </a:lnTo>
                  <a:lnTo>
                    <a:pt x="139" y="50"/>
                  </a:lnTo>
                  <a:lnTo>
                    <a:pt x="139" y="47"/>
                  </a:lnTo>
                  <a:lnTo>
                    <a:pt x="137" y="45"/>
                  </a:lnTo>
                  <a:lnTo>
                    <a:pt x="137" y="45"/>
                  </a:lnTo>
                  <a:lnTo>
                    <a:pt x="137" y="39"/>
                  </a:lnTo>
                  <a:lnTo>
                    <a:pt x="136" y="35"/>
                  </a:lnTo>
                  <a:lnTo>
                    <a:pt x="137" y="34"/>
                  </a:lnTo>
                  <a:lnTo>
                    <a:pt x="137" y="26"/>
                  </a:lnTo>
                  <a:lnTo>
                    <a:pt x="132" y="21"/>
                  </a:lnTo>
                  <a:lnTo>
                    <a:pt x="130" y="19"/>
                  </a:lnTo>
                  <a:lnTo>
                    <a:pt x="128" y="17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9"/>
                  </a:lnTo>
                  <a:lnTo>
                    <a:pt x="119" y="17"/>
                  </a:lnTo>
                  <a:lnTo>
                    <a:pt x="115" y="15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06" y="9"/>
                  </a:lnTo>
                  <a:lnTo>
                    <a:pt x="104" y="8"/>
                  </a:lnTo>
                  <a:lnTo>
                    <a:pt x="102" y="6"/>
                  </a:lnTo>
                  <a:lnTo>
                    <a:pt x="104" y="2"/>
                  </a:lnTo>
                  <a:lnTo>
                    <a:pt x="95" y="0"/>
                  </a:lnTo>
                  <a:lnTo>
                    <a:pt x="87" y="2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69" y="2"/>
                  </a:lnTo>
                  <a:lnTo>
                    <a:pt x="67" y="2"/>
                  </a:lnTo>
                  <a:lnTo>
                    <a:pt x="61" y="4"/>
                  </a:lnTo>
                  <a:lnTo>
                    <a:pt x="59" y="6"/>
                  </a:lnTo>
                  <a:lnTo>
                    <a:pt x="61" y="8"/>
                  </a:lnTo>
                  <a:lnTo>
                    <a:pt x="59" y="9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61" y="22"/>
                  </a:lnTo>
                  <a:lnTo>
                    <a:pt x="59" y="22"/>
                  </a:lnTo>
                  <a:lnTo>
                    <a:pt x="57" y="22"/>
                  </a:lnTo>
                  <a:lnTo>
                    <a:pt x="52" y="26"/>
                  </a:lnTo>
                  <a:lnTo>
                    <a:pt x="52" y="28"/>
                  </a:lnTo>
                  <a:lnTo>
                    <a:pt x="46" y="30"/>
                  </a:lnTo>
                  <a:lnTo>
                    <a:pt x="42" y="35"/>
                  </a:lnTo>
                  <a:lnTo>
                    <a:pt x="37" y="39"/>
                  </a:lnTo>
                  <a:lnTo>
                    <a:pt x="33" y="39"/>
                  </a:lnTo>
                  <a:lnTo>
                    <a:pt x="33" y="43"/>
                  </a:lnTo>
                  <a:lnTo>
                    <a:pt x="35" y="47"/>
                  </a:lnTo>
                  <a:lnTo>
                    <a:pt x="35" y="49"/>
                  </a:lnTo>
                  <a:lnTo>
                    <a:pt x="29" y="49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6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5" y="69"/>
                  </a:lnTo>
                  <a:lnTo>
                    <a:pt x="3" y="71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5" y="7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1" name="Freeform 6458">
              <a:extLst>
                <a:ext uri="{FF2B5EF4-FFF2-40B4-BE49-F238E27FC236}">
                  <a16:creationId xmlns:a16="http://schemas.microsoft.com/office/drawing/2014/main" id="{7E514772-EC32-4ECB-9F8F-31DD8BA38D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6" y="1307"/>
              <a:ext cx="17" cy="11"/>
            </a:xfrm>
            <a:custGeom>
              <a:avLst/>
              <a:gdLst>
                <a:gd name="T0" fmla="*/ 3 w 9"/>
                <a:gd name="T1" fmla="*/ 0 h 6"/>
                <a:gd name="T2" fmla="*/ 2 w 9"/>
                <a:gd name="T3" fmla="*/ 1 h 6"/>
                <a:gd name="T4" fmla="*/ 1 w 9"/>
                <a:gd name="T5" fmla="*/ 1 h 6"/>
                <a:gd name="T6" fmla="*/ 0 w 9"/>
                <a:gd name="T7" fmla="*/ 1 h 6"/>
                <a:gd name="T8" fmla="*/ 0 w 9"/>
                <a:gd name="T9" fmla="*/ 2 h 6"/>
                <a:gd name="T10" fmla="*/ 1 w 9"/>
                <a:gd name="T11" fmla="*/ 3 h 6"/>
                <a:gd name="T12" fmla="*/ 1 w 9"/>
                <a:gd name="T13" fmla="*/ 3 h 6"/>
                <a:gd name="T14" fmla="*/ 2 w 9"/>
                <a:gd name="T15" fmla="*/ 4 h 6"/>
                <a:gd name="T16" fmla="*/ 3 w 9"/>
                <a:gd name="T17" fmla="*/ 6 h 6"/>
                <a:gd name="T18" fmla="*/ 4 w 9"/>
                <a:gd name="T19" fmla="*/ 6 h 6"/>
                <a:gd name="T20" fmla="*/ 6 w 9"/>
                <a:gd name="T21" fmla="*/ 6 h 6"/>
                <a:gd name="T22" fmla="*/ 7 w 9"/>
                <a:gd name="T23" fmla="*/ 5 h 6"/>
                <a:gd name="T24" fmla="*/ 9 w 9"/>
                <a:gd name="T25" fmla="*/ 4 h 6"/>
                <a:gd name="T26" fmla="*/ 8 w 9"/>
                <a:gd name="T27" fmla="*/ 3 h 6"/>
                <a:gd name="T28" fmla="*/ 8 w 9"/>
                <a:gd name="T29" fmla="*/ 2 h 6"/>
                <a:gd name="T30" fmla="*/ 6 w 9"/>
                <a:gd name="T31" fmla="*/ 1 h 6"/>
                <a:gd name="T32" fmla="*/ 5 w 9"/>
                <a:gd name="T33" fmla="*/ 1 h 6"/>
                <a:gd name="T34" fmla="*/ 3 w 9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2" name="Freeform 6459">
              <a:extLst>
                <a:ext uri="{FF2B5EF4-FFF2-40B4-BE49-F238E27FC236}">
                  <a16:creationId xmlns:a16="http://schemas.microsoft.com/office/drawing/2014/main" id="{79B943C0-439C-475D-A68D-E6FDD7837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0" y="1274"/>
              <a:ext cx="50" cy="31"/>
            </a:xfrm>
            <a:custGeom>
              <a:avLst/>
              <a:gdLst>
                <a:gd name="T0" fmla="*/ 5 w 50"/>
                <a:gd name="T1" fmla="*/ 7 h 31"/>
                <a:gd name="T2" fmla="*/ 3 w 50"/>
                <a:gd name="T3" fmla="*/ 9 h 31"/>
                <a:gd name="T4" fmla="*/ 2 w 50"/>
                <a:gd name="T5" fmla="*/ 13 h 31"/>
                <a:gd name="T6" fmla="*/ 0 w 50"/>
                <a:gd name="T7" fmla="*/ 15 h 31"/>
                <a:gd name="T8" fmla="*/ 2 w 50"/>
                <a:gd name="T9" fmla="*/ 18 h 31"/>
                <a:gd name="T10" fmla="*/ 2 w 50"/>
                <a:gd name="T11" fmla="*/ 22 h 31"/>
                <a:gd name="T12" fmla="*/ 3 w 50"/>
                <a:gd name="T13" fmla="*/ 22 h 31"/>
                <a:gd name="T14" fmla="*/ 5 w 50"/>
                <a:gd name="T15" fmla="*/ 24 h 31"/>
                <a:gd name="T16" fmla="*/ 7 w 50"/>
                <a:gd name="T17" fmla="*/ 26 h 31"/>
                <a:gd name="T18" fmla="*/ 5 w 50"/>
                <a:gd name="T19" fmla="*/ 28 h 31"/>
                <a:gd name="T20" fmla="*/ 7 w 50"/>
                <a:gd name="T21" fmla="*/ 31 h 31"/>
                <a:gd name="T22" fmla="*/ 11 w 50"/>
                <a:gd name="T23" fmla="*/ 29 h 31"/>
                <a:gd name="T24" fmla="*/ 15 w 50"/>
                <a:gd name="T25" fmla="*/ 31 h 31"/>
                <a:gd name="T26" fmla="*/ 15 w 50"/>
                <a:gd name="T27" fmla="*/ 29 h 31"/>
                <a:gd name="T28" fmla="*/ 18 w 50"/>
                <a:gd name="T29" fmla="*/ 31 h 31"/>
                <a:gd name="T30" fmla="*/ 22 w 50"/>
                <a:gd name="T31" fmla="*/ 31 h 31"/>
                <a:gd name="T32" fmla="*/ 24 w 50"/>
                <a:gd name="T33" fmla="*/ 31 h 31"/>
                <a:gd name="T34" fmla="*/ 28 w 50"/>
                <a:gd name="T35" fmla="*/ 31 h 31"/>
                <a:gd name="T36" fmla="*/ 29 w 50"/>
                <a:gd name="T37" fmla="*/ 28 h 31"/>
                <a:gd name="T38" fmla="*/ 29 w 50"/>
                <a:gd name="T39" fmla="*/ 28 h 31"/>
                <a:gd name="T40" fmla="*/ 31 w 50"/>
                <a:gd name="T41" fmla="*/ 26 h 31"/>
                <a:gd name="T42" fmla="*/ 33 w 50"/>
                <a:gd name="T43" fmla="*/ 24 h 31"/>
                <a:gd name="T44" fmla="*/ 37 w 50"/>
                <a:gd name="T45" fmla="*/ 20 h 31"/>
                <a:gd name="T46" fmla="*/ 35 w 50"/>
                <a:gd name="T47" fmla="*/ 16 h 31"/>
                <a:gd name="T48" fmla="*/ 33 w 50"/>
                <a:gd name="T49" fmla="*/ 16 h 31"/>
                <a:gd name="T50" fmla="*/ 31 w 50"/>
                <a:gd name="T51" fmla="*/ 16 h 31"/>
                <a:gd name="T52" fmla="*/ 35 w 50"/>
                <a:gd name="T53" fmla="*/ 15 h 31"/>
                <a:gd name="T54" fmla="*/ 37 w 50"/>
                <a:gd name="T55" fmla="*/ 15 h 31"/>
                <a:gd name="T56" fmla="*/ 42 w 50"/>
                <a:gd name="T57" fmla="*/ 13 h 31"/>
                <a:gd name="T58" fmla="*/ 46 w 50"/>
                <a:gd name="T59" fmla="*/ 13 h 31"/>
                <a:gd name="T60" fmla="*/ 50 w 50"/>
                <a:gd name="T61" fmla="*/ 7 h 31"/>
                <a:gd name="T62" fmla="*/ 48 w 50"/>
                <a:gd name="T63" fmla="*/ 5 h 31"/>
                <a:gd name="T64" fmla="*/ 44 w 50"/>
                <a:gd name="T65" fmla="*/ 3 h 31"/>
                <a:gd name="T66" fmla="*/ 44 w 50"/>
                <a:gd name="T67" fmla="*/ 3 h 31"/>
                <a:gd name="T68" fmla="*/ 41 w 50"/>
                <a:gd name="T69" fmla="*/ 2 h 31"/>
                <a:gd name="T70" fmla="*/ 37 w 50"/>
                <a:gd name="T71" fmla="*/ 2 h 31"/>
                <a:gd name="T72" fmla="*/ 37 w 50"/>
                <a:gd name="T73" fmla="*/ 2 h 31"/>
                <a:gd name="T74" fmla="*/ 31 w 50"/>
                <a:gd name="T75" fmla="*/ 0 h 31"/>
                <a:gd name="T76" fmla="*/ 29 w 50"/>
                <a:gd name="T77" fmla="*/ 2 h 31"/>
                <a:gd name="T78" fmla="*/ 28 w 50"/>
                <a:gd name="T79" fmla="*/ 2 h 31"/>
                <a:gd name="T80" fmla="*/ 26 w 50"/>
                <a:gd name="T81" fmla="*/ 0 h 31"/>
                <a:gd name="T82" fmla="*/ 22 w 50"/>
                <a:gd name="T83" fmla="*/ 0 h 31"/>
                <a:gd name="T84" fmla="*/ 22 w 50"/>
                <a:gd name="T85" fmla="*/ 0 h 31"/>
                <a:gd name="T86" fmla="*/ 15 w 50"/>
                <a:gd name="T87" fmla="*/ 0 h 31"/>
                <a:gd name="T88" fmla="*/ 13 w 50"/>
                <a:gd name="T89" fmla="*/ 0 h 31"/>
                <a:gd name="T90" fmla="*/ 9 w 50"/>
                <a:gd name="T91" fmla="*/ 2 h 31"/>
                <a:gd name="T92" fmla="*/ 5 w 50"/>
                <a:gd name="T93" fmla="*/ 3 h 31"/>
                <a:gd name="T94" fmla="*/ 5 w 50"/>
                <a:gd name="T9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31">
                  <a:moveTo>
                    <a:pt x="5" y="7"/>
                  </a:moveTo>
                  <a:lnTo>
                    <a:pt x="3" y="9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4"/>
                  </a:lnTo>
                  <a:lnTo>
                    <a:pt x="7" y="26"/>
                  </a:lnTo>
                  <a:lnTo>
                    <a:pt x="5" y="28"/>
                  </a:lnTo>
                  <a:lnTo>
                    <a:pt x="7" y="31"/>
                  </a:lnTo>
                  <a:lnTo>
                    <a:pt x="11" y="29"/>
                  </a:lnTo>
                  <a:lnTo>
                    <a:pt x="15" y="31"/>
                  </a:lnTo>
                  <a:lnTo>
                    <a:pt x="15" y="29"/>
                  </a:lnTo>
                  <a:lnTo>
                    <a:pt x="18" y="31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26"/>
                  </a:lnTo>
                  <a:lnTo>
                    <a:pt x="33" y="24"/>
                  </a:lnTo>
                  <a:lnTo>
                    <a:pt x="37" y="20"/>
                  </a:lnTo>
                  <a:lnTo>
                    <a:pt x="35" y="16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50" y="7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2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5" y="3"/>
                  </a:lnTo>
                  <a:lnTo>
                    <a:pt x="5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3" name="Freeform 6460">
              <a:extLst>
                <a:ext uri="{FF2B5EF4-FFF2-40B4-BE49-F238E27FC236}">
                  <a16:creationId xmlns:a16="http://schemas.microsoft.com/office/drawing/2014/main" id="{BFFD9AE5-08C8-45F6-84D2-07D1D10BBA6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3" y="1298"/>
              <a:ext cx="9" cy="5"/>
            </a:xfrm>
            <a:custGeom>
              <a:avLst/>
              <a:gdLst>
                <a:gd name="T0" fmla="*/ 6 w 9"/>
                <a:gd name="T1" fmla="*/ 5 h 5"/>
                <a:gd name="T2" fmla="*/ 9 w 9"/>
                <a:gd name="T3" fmla="*/ 0 h 5"/>
                <a:gd name="T4" fmla="*/ 2 w 9"/>
                <a:gd name="T5" fmla="*/ 2 h 5"/>
                <a:gd name="T6" fmla="*/ 0 w 9"/>
                <a:gd name="T7" fmla="*/ 4 h 5"/>
                <a:gd name="T8" fmla="*/ 4 w 9"/>
                <a:gd name="T9" fmla="*/ 5 h 5"/>
                <a:gd name="T10" fmla="*/ 6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lnTo>
                    <a:pt x="9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4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4" name="Freeform 6461">
              <a:extLst>
                <a:ext uri="{FF2B5EF4-FFF2-40B4-BE49-F238E27FC236}">
                  <a16:creationId xmlns:a16="http://schemas.microsoft.com/office/drawing/2014/main" id="{F08E8E5E-BE6E-42D0-B30E-7B43A66A79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4" y="1264"/>
              <a:ext cx="15" cy="17"/>
            </a:xfrm>
            <a:custGeom>
              <a:avLst/>
              <a:gdLst>
                <a:gd name="T0" fmla="*/ 4 w 15"/>
                <a:gd name="T1" fmla="*/ 15 h 17"/>
                <a:gd name="T2" fmla="*/ 6 w 15"/>
                <a:gd name="T3" fmla="*/ 17 h 17"/>
                <a:gd name="T4" fmla="*/ 9 w 15"/>
                <a:gd name="T5" fmla="*/ 15 h 17"/>
                <a:gd name="T6" fmla="*/ 13 w 15"/>
                <a:gd name="T7" fmla="*/ 13 h 17"/>
                <a:gd name="T8" fmla="*/ 13 w 15"/>
                <a:gd name="T9" fmla="*/ 10 h 17"/>
                <a:gd name="T10" fmla="*/ 13 w 15"/>
                <a:gd name="T11" fmla="*/ 8 h 17"/>
                <a:gd name="T12" fmla="*/ 13 w 15"/>
                <a:gd name="T13" fmla="*/ 6 h 17"/>
                <a:gd name="T14" fmla="*/ 15 w 15"/>
                <a:gd name="T15" fmla="*/ 0 h 17"/>
                <a:gd name="T16" fmla="*/ 9 w 15"/>
                <a:gd name="T17" fmla="*/ 2 h 17"/>
                <a:gd name="T18" fmla="*/ 9 w 15"/>
                <a:gd name="T19" fmla="*/ 2 h 17"/>
                <a:gd name="T20" fmla="*/ 6 w 15"/>
                <a:gd name="T21" fmla="*/ 0 h 17"/>
                <a:gd name="T22" fmla="*/ 4 w 15"/>
                <a:gd name="T23" fmla="*/ 2 h 17"/>
                <a:gd name="T24" fmla="*/ 2 w 15"/>
                <a:gd name="T25" fmla="*/ 2 h 17"/>
                <a:gd name="T26" fmla="*/ 0 w 15"/>
                <a:gd name="T27" fmla="*/ 6 h 17"/>
                <a:gd name="T28" fmla="*/ 2 w 15"/>
                <a:gd name="T29" fmla="*/ 8 h 17"/>
                <a:gd name="T30" fmla="*/ 0 w 15"/>
                <a:gd name="T31" fmla="*/ 12 h 17"/>
                <a:gd name="T32" fmla="*/ 4 w 15"/>
                <a:gd name="T3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7">
                  <a:moveTo>
                    <a:pt x="4" y="15"/>
                  </a:moveTo>
                  <a:lnTo>
                    <a:pt x="6" y="17"/>
                  </a:lnTo>
                  <a:lnTo>
                    <a:pt x="9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5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8"/>
                  </a:lnTo>
                  <a:lnTo>
                    <a:pt x="0" y="12"/>
                  </a:lnTo>
                  <a:lnTo>
                    <a:pt x="4" y="1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5" name="Freeform 6462">
              <a:extLst>
                <a:ext uri="{FF2B5EF4-FFF2-40B4-BE49-F238E27FC236}">
                  <a16:creationId xmlns:a16="http://schemas.microsoft.com/office/drawing/2014/main" id="{782CC1F7-8677-4A5B-ADE7-26F3E530B2E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89" y="1322"/>
              <a:ext cx="138" cy="86"/>
            </a:xfrm>
            <a:custGeom>
              <a:avLst/>
              <a:gdLst>
                <a:gd name="T0" fmla="*/ 75 w 138"/>
                <a:gd name="T1" fmla="*/ 49 h 86"/>
                <a:gd name="T2" fmla="*/ 75 w 138"/>
                <a:gd name="T3" fmla="*/ 45 h 86"/>
                <a:gd name="T4" fmla="*/ 75 w 138"/>
                <a:gd name="T5" fmla="*/ 34 h 86"/>
                <a:gd name="T6" fmla="*/ 75 w 138"/>
                <a:gd name="T7" fmla="*/ 22 h 86"/>
                <a:gd name="T8" fmla="*/ 71 w 138"/>
                <a:gd name="T9" fmla="*/ 15 h 86"/>
                <a:gd name="T10" fmla="*/ 62 w 138"/>
                <a:gd name="T11" fmla="*/ 15 h 86"/>
                <a:gd name="T12" fmla="*/ 63 w 138"/>
                <a:gd name="T13" fmla="*/ 4 h 86"/>
                <a:gd name="T14" fmla="*/ 45 w 138"/>
                <a:gd name="T15" fmla="*/ 2 h 86"/>
                <a:gd name="T16" fmla="*/ 43 w 138"/>
                <a:gd name="T17" fmla="*/ 9 h 86"/>
                <a:gd name="T18" fmla="*/ 34 w 138"/>
                <a:gd name="T19" fmla="*/ 9 h 86"/>
                <a:gd name="T20" fmla="*/ 28 w 138"/>
                <a:gd name="T21" fmla="*/ 19 h 86"/>
                <a:gd name="T22" fmla="*/ 24 w 138"/>
                <a:gd name="T23" fmla="*/ 21 h 86"/>
                <a:gd name="T24" fmla="*/ 15 w 138"/>
                <a:gd name="T25" fmla="*/ 32 h 86"/>
                <a:gd name="T26" fmla="*/ 28 w 138"/>
                <a:gd name="T27" fmla="*/ 34 h 86"/>
                <a:gd name="T28" fmla="*/ 26 w 138"/>
                <a:gd name="T29" fmla="*/ 36 h 86"/>
                <a:gd name="T30" fmla="*/ 13 w 138"/>
                <a:gd name="T31" fmla="*/ 36 h 86"/>
                <a:gd name="T32" fmla="*/ 2 w 138"/>
                <a:gd name="T33" fmla="*/ 41 h 86"/>
                <a:gd name="T34" fmla="*/ 4 w 138"/>
                <a:gd name="T35" fmla="*/ 49 h 86"/>
                <a:gd name="T36" fmla="*/ 13 w 138"/>
                <a:gd name="T37" fmla="*/ 54 h 86"/>
                <a:gd name="T38" fmla="*/ 19 w 138"/>
                <a:gd name="T39" fmla="*/ 56 h 86"/>
                <a:gd name="T40" fmla="*/ 26 w 138"/>
                <a:gd name="T41" fmla="*/ 62 h 86"/>
                <a:gd name="T42" fmla="*/ 34 w 138"/>
                <a:gd name="T43" fmla="*/ 56 h 86"/>
                <a:gd name="T44" fmla="*/ 41 w 138"/>
                <a:gd name="T45" fmla="*/ 62 h 86"/>
                <a:gd name="T46" fmla="*/ 50 w 138"/>
                <a:gd name="T47" fmla="*/ 60 h 86"/>
                <a:gd name="T48" fmla="*/ 58 w 138"/>
                <a:gd name="T49" fmla="*/ 64 h 86"/>
                <a:gd name="T50" fmla="*/ 54 w 138"/>
                <a:gd name="T51" fmla="*/ 65 h 86"/>
                <a:gd name="T52" fmla="*/ 41 w 138"/>
                <a:gd name="T53" fmla="*/ 64 h 86"/>
                <a:gd name="T54" fmla="*/ 28 w 138"/>
                <a:gd name="T55" fmla="*/ 65 h 86"/>
                <a:gd name="T56" fmla="*/ 19 w 138"/>
                <a:gd name="T57" fmla="*/ 73 h 86"/>
                <a:gd name="T58" fmla="*/ 28 w 138"/>
                <a:gd name="T59" fmla="*/ 84 h 86"/>
                <a:gd name="T60" fmla="*/ 43 w 138"/>
                <a:gd name="T61" fmla="*/ 84 h 86"/>
                <a:gd name="T62" fmla="*/ 50 w 138"/>
                <a:gd name="T63" fmla="*/ 84 h 86"/>
                <a:gd name="T64" fmla="*/ 60 w 138"/>
                <a:gd name="T65" fmla="*/ 80 h 86"/>
                <a:gd name="T66" fmla="*/ 65 w 138"/>
                <a:gd name="T67" fmla="*/ 77 h 86"/>
                <a:gd name="T68" fmla="*/ 75 w 138"/>
                <a:gd name="T69" fmla="*/ 78 h 86"/>
                <a:gd name="T70" fmla="*/ 84 w 138"/>
                <a:gd name="T71" fmla="*/ 75 h 86"/>
                <a:gd name="T72" fmla="*/ 84 w 138"/>
                <a:gd name="T73" fmla="*/ 78 h 86"/>
                <a:gd name="T74" fmla="*/ 93 w 138"/>
                <a:gd name="T75" fmla="*/ 77 h 86"/>
                <a:gd name="T76" fmla="*/ 97 w 138"/>
                <a:gd name="T77" fmla="*/ 82 h 86"/>
                <a:gd name="T78" fmla="*/ 110 w 138"/>
                <a:gd name="T79" fmla="*/ 80 h 86"/>
                <a:gd name="T80" fmla="*/ 116 w 138"/>
                <a:gd name="T81" fmla="*/ 78 h 86"/>
                <a:gd name="T82" fmla="*/ 121 w 138"/>
                <a:gd name="T83" fmla="*/ 73 h 86"/>
                <a:gd name="T84" fmla="*/ 127 w 138"/>
                <a:gd name="T85" fmla="*/ 65 h 86"/>
                <a:gd name="T86" fmla="*/ 138 w 138"/>
                <a:gd name="T87" fmla="*/ 54 h 86"/>
                <a:gd name="T88" fmla="*/ 132 w 138"/>
                <a:gd name="T89" fmla="*/ 41 h 86"/>
                <a:gd name="T90" fmla="*/ 121 w 138"/>
                <a:gd name="T91" fmla="*/ 50 h 86"/>
                <a:gd name="T92" fmla="*/ 121 w 138"/>
                <a:gd name="T93" fmla="*/ 50 h 86"/>
                <a:gd name="T94" fmla="*/ 116 w 138"/>
                <a:gd name="T95" fmla="*/ 45 h 86"/>
                <a:gd name="T96" fmla="*/ 116 w 138"/>
                <a:gd name="T97" fmla="*/ 43 h 86"/>
                <a:gd name="T98" fmla="*/ 112 w 138"/>
                <a:gd name="T99" fmla="*/ 37 h 86"/>
                <a:gd name="T100" fmla="*/ 119 w 138"/>
                <a:gd name="T101" fmla="*/ 24 h 86"/>
                <a:gd name="T102" fmla="*/ 119 w 138"/>
                <a:gd name="T103" fmla="*/ 15 h 86"/>
                <a:gd name="T104" fmla="*/ 123 w 138"/>
                <a:gd name="T105" fmla="*/ 9 h 86"/>
                <a:gd name="T106" fmla="*/ 110 w 138"/>
                <a:gd name="T107" fmla="*/ 11 h 86"/>
                <a:gd name="T108" fmla="*/ 104 w 138"/>
                <a:gd name="T109" fmla="*/ 15 h 86"/>
                <a:gd name="T110" fmla="*/ 97 w 138"/>
                <a:gd name="T111" fmla="*/ 24 h 86"/>
                <a:gd name="T112" fmla="*/ 99 w 138"/>
                <a:gd name="T113" fmla="*/ 36 h 86"/>
                <a:gd name="T114" fmla="*/ 90 w 138"/>
                <a:gd name="T115" fmla="*/ 39 h 86"/>
                <a:gd name="T116" fmla="*/ 93 w 138"/>
                <a:gd name="T117" fmla="*/ 50 h 86"/>
                <a:gd name="T118" fmla="*/ 82 w 138"/>
                <a:gd name="T119" fmla="*/ 5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" h="86">
                  <a:moveTo>
                    <a:pt x="80" y="50"/>
                  </a:moveTo>
                  <a:lnTo>
                    <a:pt x="80" y="49"/>
                  </a:lnTo>
                  <a:lnTo>
                    <a:pt x="76" y="47"/>
                  </a:lnTo>
                  <a:lnTo>
                    <a:pt x="75" y="49"/>
                  </a:lnTo>
                  <a:lnTo>
                    <a:pt x="73" y="50"/>
                  </a:lnTo>
                  <a:lnTo>
                    <a:pt x="73" y="49"/>
                  </a:lnTo>
                  <a:lnTo>
                    <a:pt x="73" y="45"/>
                  </a:lnTo>
                  <a:lnTo>
                    <a:pt x="75" y="45"/>
                  </a:lnTo>
                  <a:lnTo>
                    <a:pt x="76" y="37"/>
                  </a:lnTo>
                  <a:lnTo>
                    <a:pt x="73" y="37"/>
                  </a:lnTo>
                  <a:lnTo>
                    <a:pt x="73" y="36"/>
                  </a:lnTo>
                  <a:lnTo>
                    <a:pt x="75" y="34"/>
                  </a:lnTo>
                  <a:lnTo>
                    <a:pt x="75" y="28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5" y="22"/>
                  </a:lnTo>
                  <a:lnTo>
                    <a:pt x="75" y="21"/>
                  </a:lnTo>
                  <a:lnTo>
                    <a:pt x="73" y="19"/>
                  </a:lnTo>
                  <a:lnTo>
                    <a:pt x="73" y="17"/>
                  </a:lnTo>
                  <a:lnTo>
                    <a:pt x="71" y="15"/>
                  </a:lnTo>
                  <a:lnTo>
                    <a:pt x="69" y="15"/>
                  </a:lnTo>
                  <a:lnTo>
                    <a:pt x="67" y="13"/>
                  </a:lnTo>
                  <a:lnTo>
                    <a:pt x="65" y="15"/>
                  </a:lnTo>
                  <a:lnTo>
                    <a:pt x="62" y="15"/>
                  </a:lnTo>
                  <a:lnTo>
                    <a:pt x="60" y="13"/>
                  </a:lnTo>
                  <a:lnTo>
                    <a:pt x="62" y="11"/>
                  </a:lnTo>
                  <a:lnTo>
                    <a:pt x="65" y="9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45" y="2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5"/>
                  </a:lnTo>
                  <a:lnTo>
                    <a:pt x="28" y="19"/>
                  </a:lnTo>
                  <a:lnTo>
                    <a:pt x="34" y="21"/>
                  </a:lnTo>
                  <a:lnTo>
                    <a:pt x="32" y="21"/>
                  </a:lnTo>
                  <a:lnTo>
                    <a:pt x="26" y="22"/>
                  </a:lnTo>
                  <a:lnTo>
                    <a:pt x="24" y="21"/>
                  </a:lnTo>
                  <a:lnTo>
                    <a:pt x="22" y="22"/>
                  </a:lnTo>
                  <a:lnTo>
                    <a:pt x="19" y="26"/>
                  </a:lnTo>
                  <a:lnTo>
                    <a:pt x="13" y="30"/>
                  </a:lnTo>
                  <a:lnTo>
                    <a:pt x="15" y="32"/>
                  </a:lnTo>
                  <a:lnTo>
                    <a:pt x="19" y="32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24" y="37"/>
                  </a:lnTo>
                  <a:lnTo>
                    <a:pt x="21" y="37"/>
                  </a:lnTo>
                  <a:lnTo>
                    <a:pt x="17" y="36"/>
                  </a:lnTo>
                  <a:lnTo>
                    <a:pt x="13" y="36"/>
                  </a:lnTo>
                  <a:lnTo>
                    <a:pt x="11" y="34"/>
                  </a:lnTo>
                  <a:lnTo>
                    <a:pt x="8" y="36"/>
                  </a:lnTo>
                  <a:lnTo>
                    <a:pt x="0" y="39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4" y="49"/>
                  </a:lnTo>
                  <a:lnTo>
                    <a:pt x="8" y="52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3" y="54"/>
                  </a:lnTo>
                  <a:lnTo>
                    <a:pt x="13" y="58"/>
                  </a:lnTo>
                  <a:lnTo>
                    <a:pt x="17" y="60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19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8" y="60"/>
                  </a:lnTo>
                  <a:lnTo>
                    <a:pt x="32" y="58"/>
                  </a:lnTo>
                  <a:lnTo>
                    <a:pt x="34" y="54"/>
                  </a:lnTo>
                  <a:lnTo>
                    <a:pt x="34" y="56"/>
                  </a:lnTo>
                  <a:lnTo>
                    <a:pt x="34" y="60"/>
                  </a:lnTo>
                  <a:lnTo>
                    <a:pt x="37" y="62"/>
                  </a:lnTo>
                  <a:lnTo>
                    <a:pt x="41" y="62"/>
                  </a:lnTo>
                  <a:lnTo>
                    <a:pt x="41" y="62"/>
                  </a:lnTo>
                  <a:lnTo>
                    <a:pt x="45" y="62"/>
                  </a:lnTo>
                  <a:lnTo>
                    <a:pt x="49" y="62"/>
                  </a:lnTo>
                  <a:lnTo>
                    <a:pt x="49" y="60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2"/>
                  </a:lnTo>
                  <a:lnTo>
                    <a:pt x="58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56" y="64"/>
                  </a:lnTo>
                  <a:lnTo>
                    <a:pt x="54" y="65"/>
                  </a:lnTo>
                  <a:lnTo>
                    <a:pt x="52" y="65"/>
                  </a:lnTo>
                  <a:lnTo>
                    <a:pt x="49" y="65"/>
                  </a:lnTo>
                  <a:lnTo>
                    <a:pt x="45" y="64"/>
                  </a:lnTo>
                  <a:lnTo>
                    <a:pt x="41" y="64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4" y="65"/>
                  </a:lnTo>
                  <a:lnTo>
                    <a:pt x="19" y="65"/>
                  </a:lnTo>
                  <a:lnTo>
                    <a:pt x="19" y="71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1" y="80"/>
                  </a:lnTo>
                  <a:lnTo>
                    <a:pt x="24" y="82"/>
                  </a:lnTo>
                  <a:lnTo>
                    <a:pt x="28" y="84"/>
                  </a:lnTo>
                  <a:lnTo>
                    <a:pt x="32" y="86"/>
                  </a:lnTo>
                  <a:lnTo>
                    <a:pt x="36" y="86"/>
                  </a:lnTo>
                  <a:lnTo>
                    <a:pt x="39" y="84"/>
                  </a:lnTo>
                  <a:lnTo>
                    <a:pt x="43" y="84"/>
                  </a:lnTo>
                  <a:lnTo>
                    <a:pt x="43" y="86"/>
                  </a:lnTo>
                  <a:lnTo>
                    <a:pt x="47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4" y="84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3" y="78"/>
                  </a:lnTo>
                  <a:lnTo>
                    <a:pt x="65" y="77"/>
                  </a:lnTo>
                  <a:lnTo>
                    <a:pt x="65" y="78"/>
                  </a:lnTo>
                  <a:lnTo>
                    <a:pt x="69" y="78"/>
                  </a:lnTo>
                  <a:lnTo>
                    <a:pt x="71" y="78"/>
                  </a:lnTo>
                  <a:lnTo>
                    <a:pt x="75" y="78"/>
                  </a:lnTo>
                  <a:lnTo>
                    <a:pt x="76" y="77"/>
                  </a:lnTo>
                  <a:lnTo>
                    <a:pt x="80" y="75"/>
                  </a:lnTo>
                  <a:lnTo>
                    <a:pt x="82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8"/>
                  </a:lnTo>
                  <a:lnTo>
                    <a:pt x="88" y="80"/>
                  </a:lnTo>
                  <a:lnTo>
                    <a:pt x="91" y="78"/>
                  </a:lnTo>
                  <a:lnTo>
                    <a:pt x="91" y="77"/>
                  </a:lnTo>
                  <a:lnTo>
                    <a:pt x="93" y="77"/>
                  </a:lnTo>
                  <a:lnTo>
                    <a:pt x="93" y="77"/>
                  </a:lnTo>
                  <a:lnTo>
                    <a:pt x="91" y="78"/>
                  </a:lnTo>
                  <a:lnTo>
                    <a:pt x="93" y="82"/>
                  </a:lnTo>
                  <a:lnTo>
                    <a:pt x="97" y="82"/>
                  </a:lnTo>
                  <a:lnTo>
                    <a:pt x="103" y="82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0" y="80"/>
                  </a:lnTo>
                  <a:lnTo>
                    <a:pt x="112" y="82"/>
                  </a:lnTo>
                  <a:lnTo>
                    <a:pt x="116" y="80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7" y="78"/>
                  </a:lnTo>
                  <a:lnTo>
                    <a:pt x="119" y="77"/>
                  </a:lnTo>
                  <a:lnTo>
                    <a:pt x="119" y="75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7" y="67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30" y="64"/>
                  </a:lnTo>
                  <a:lnTo>
                    <a:pt x="134" y="62"/>
                  </a:lnTo>
                  <a:lnTo>
                    <a:pt x="138" y="54"/>
                  </a:lnTo>
                  <a:lnTo>
                    <a:pt x="138" y="50"/>
                  </a:lnTo>
                  <a:lnTo>
                    <a:pt x="138" y="49"/>
                  </a:lnTo>
                  <a:lnTo>
                    <a:pt x="136" y="43"/>
                  </a:lnTo>
                  <a:lnTo>
                    <a:pt x="132" y="41"/>
                  </a:lnTo>
                  <a:lnTo>
                    <a:pt x="129" y="41"/>
                  </a:lnTo>
                  <a:lnTo>
                    <a:pt x="125" y="45"/>
                  </a:lnTo>
                  <a:lnTo>
                    <a:pt x="123" y="47"/>
                  </a:lnTo>
                  <a:lnTo>
                    <a:pt x="121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45"/>
                  </a:lnTo>
                  <a:lnTo>
                    <a:pt x="117" y="43"/>
                  </a:lnTo>
                  <a:lnTo>
                    <a:pt x="116" y="45"/>
                  </a:lnTo>
                  <a:lnTo>
                    <a:pt x="112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6" y="43"/>
                  </a:lnTo>
                  <a:lnTo>
                    <a:pt x="119" y="39"/>
                  </a:lnTo>
                  <a:lnTo>
                    <a:pt x="117" y="36"/>
                  </a:lnTo>
                  <a:lnTo>
                    <a:pt x="112" y="36"/>
                  </a:lnTo>
                  <a:lnTo>
                    <a:pt x="112" y="37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9" y="32"/>
                  </a:lnTo>
                  <a:lnTo>
                    <a:pt x="119" y="24"/>
                  </a:lnTo>
                  <a:lnTo>
                    <a:pt x="117" y="22"/>
                  </a:lnTo>
                  <a:lnTo>
                    <a:pt x="117" y="21"/>
                  </a:lnTo>
                  <a:lnTo>
                    <a:pt x="119" y="17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23" y="15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3" y="8"/>
                  </a:lnTo>
                  <a:lnTo>
                    <a:pt x="119" y="6"/>
                  </a:lnTo>
                  <a:lnTo>
                    <a:pt x="116" y="6"/>
                  </a:lnTo>
                  <a:lnTo>
                    <a:pt x="110" y="11"/>
                  </a:lnTo>
                  <a:lnTo>
                    <a:pt x="106" y="11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3" y="15"/>
                  </a:lnTo>
                  <a:lnTo>
                    <a:pt x="99" y="17"/>
                  </a:lnTo>
                  <a:lnTo>
                    <a:pt x="97" y="21"/>
                  </a:lnTo>
                  <a:lnTo>
                    <a:pt x="97" y="24"/>
                  </a:lnTo>
                  <a:lnTo>
                    <a:pt x="97" y="28"/>
                  </a:lnTo>
                  <a:lnTo>
                    <a:pt x="99" y="30"/>
                  </a:lnTo>
                  <a:lnTo>
                    <a:pt x="101" y="32"/>
                  </a:lnTo>
                  <a:lnTo>
                    <a:pt x="99" y="36"/>
                  </a:lnTo>
                  <a:lnTo>
                    <a:pt x="97" y="36"/>
                  </a:lnTo>
                  <a:lnTo>
                    <a:pt x="93" y="36"/>
                  </a:lnTo>
                  <a:lnTo>
                    <a:pt x="91" y="36"/>
                  </a:lnTo>
                  <a:lnTo>
                    <a:pt x="90" y="39"/>
                  </a:lnTo>
                  <a:lnTo>
                    <a:pt x="91" y="41"/>
                  </a:lnTo>
                  <a:lnTo>
                    <a:pt x="91" y="43"/>
                  </a:lnTo>
                  <a:lnTo>
                    <a:pt x="93" y="47"/>
                  </a:lnTo>
                  <a:lnTo>
                    <a:pt x="93" y="50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5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6" name="Freeform 6463">
              <a:extLst>
                <a:ext uri="{FF2B5EF4-FFF2-40B4-BE49-F238E27FC236}">
                  <a16:creationId xmlns:a16="http://schemas.microsoft.com/office/drawing/2014/main" id="{1A9D3E99-C88A-405D-9A3A-2CC90A19F5A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56" y="1274"/>
              <a:ext cx="109" cy="59"/>
            </a:xfrm>
            <a:custGeom>
              <a:avLst/>
              <a:gdLst>
                <a:gd name="T0" fmla="*/ 3 w 109"/>
                <a:gd name="T1" fmla="*/ 46 h 59"/>
                <a:gd name="T2" fmla="*/ 11 w 109"/>
                <a:gd name="T3" fmla="*/ 44 h 59"/>
                <a:gd name="T4" fmla="*/ 16 w 109"/>
                <a:gd name="T5" fmla="*/ 48 h 59"/>
                <a:gd name="T6" fmla="*/ 13 w 109"/>
                <a:gd name="T7" fmla="*/ 54 h 59"/>
                <a:gd name="T8" fmla="*/ 18 w 109"/>
                <a:gd name="T9" fmla="*/ 52 h 59"/>
                <a:gd name="T10" fmla="*/ 22 w 109"/>
                <a:gd name="T11" fmla="*/ 48 h 59"/>
                <a:gd name="T12" fmla="*/ 24 w 109"/>
                <a:gd name="T13" fmla="*/ 44 h 59"/>
                <a:gd name="T14" fmla="*/ 28 w 109"/>
                <a:gd name="T15" fmla="*/ 44 h 59"/>
                <a:gd name="T16" fmla="*/ 24 w 109"/>
                <a:gd name="T17" fmla="*/ 52 h 59"/>
                <a:gd name="T18" fmla="*/ 24 w 109"/>
                <a:gd name="T19" fmla="*/ 59 h 59"/>
                <a:gd name="T20" fmla="*/ 28 w 109"/>
                <a:gd name="T21" fmla="*/ 57 h 59"/>
                <a:gd name="T22" fmla="*/ 35 w 109"/>
                <a:gd name="T23" fmla="*/ 54 h 59"/>
                <a:gd name="T24" fmla="*/ 39 w 109"/>
                <a:gd name="T25" fmla="*/ 48 h 59"/>
                <a:gd name="T26" fmla="*/ 42 w 109"/>
                <a:gd name="T27" fmla="*/ 46 h 59"/>
                <a:gd name="T28" fmla="*/ 46 w 109"/>
                <a:gd name="T29" fmla="*/ 52 h 59"/>
                <a:gd name="T30" fmla="*/ 50 w 109"/>
                <a:gd name="T31" fmla="*/ 46 h 59"/>
                <a:gd name="T32" fmla="*/ 55 w 109"/>
                <a:gd name="T33" fmla="*/ 37 h 59"/>
                <a:gd name="T34" fmla="*/ 55 w 109"/>
                <a:gd name="T35" fmla="*/ 37 h 59"/>
                <a:gd name="T36" fmla="*/ 65 w 109"/>
                <a:gd name="T37" fmla="*/ 28 h 59"/>
                <a:gd name="T38" fmla="*/ 69 w 109"/>
                <a:gd name="T39" fmla="*/ 28 h 59"/>
                <a:gd name="T40" fmla="*/ 67 w 109"/>
                <a:gd name="T41" fmla="*/ 33 h 59"/>
                <a:gd name="T42" fmla="*/ 65 w 109"/>
                <a:gd name="T43" fmla="*/ 39 h 59"/>
                <a:gd name="T44" fmla="*/ 57 w 109"/>
                <a:gd name="T45" fmla="*/ 46 h 59"/>
                <a:gd name="T46" fmla="*/ 61 w 109"/>
                <a:gd name="T47" fmla="*/ 54 h 59"/>
                <a:gd name="T48" fmla="*/ 70 w 109"/>
                <a:gd name="T49" fmla="*/ 52 h 59"/>
                <a:gd name="T50" fmla="*/ 72 w 109"/>
                <a:gd name="T51" fmla="*/ 44 h 59"/>
                <a:gd name="T52" fmla="*/ 76 w 109"/>
                <a:gd name="T53" fmla="*/ 43 h 59"/>
                <a:gd name="T54" fmla="*/ 82 w 109"/>
                <a:gd name="T55" fmla="*/ 43 h 59"/>
                <a:gd name="T56" fmla="*/ 89 w 109"/>
                <a:gd name="T57" fmla="*/ 35 h 59"/>
                <a:gd name="T58" fmla="*/ 93 w 109"/>
                <a:gd name="T59" fmla="*/ 29 h 59"/>
                <a:gd name="T60" fmla="*/ 98 w 109"/>
                <a:gd name="T61" fmla="*/ 26 h 59"/>
                <a:gd name="T62" fmla="*/ 98 w 109"/>
                <a:gd name="T63" fmla="*/ 20 h 59"/>
                <a:gd name="T64" fmla="*/ 104 w 109"/>
                <a:gd name="T65" fmla="*/ 18 h 59"/>
                <a:gd name="T66" fmla="*/ 109 w 109"/>
                <a:gd name="T67" fmla="*/ 13 h 59"/>
                <a:gd name="T68" fmla="*/ 109 w 109"/>
                <a:gd name="T69" fmla="*/ 3 h 59"/>
                <a:gd name="T70" fmla="*/ 100 w 109"/>
                <a:gd name="T71" fmla="*/ 2 h 59"/>
                <a:gd name="T72" fmla="*/ 100 w 109"/>
                <a:gd name="T73" fmla="*/ 9 h 59"/>
                <a:gd name="T74" fmla="*/ 96 w 109"/>
                <a:gd name="T75" fmla="*/ 7 h 59"/>
                <a:gd name="T76" fmla="*/ 95 w 109"/>
                <a:gd name="T77" fmla="*/ 3 h 59"/>
                <a:gd name="T78" fmla="*/ 89 w 109"/>
                <a:gd name="T79" fmla="*/ 2 h 59"/>
                <a:gd name="T80" fmla="*/ 82 w 109"/>
                <a:gd name="T81" fmla="*/ 2 h 59"/>
                <a:gd name="T82" fmla="*/ 70 w 109"/>
                <a:gd name="T83" fmla="*/ 5 h 59"/>
                <a:gd name="T84" fmla="*/ 67 w 109"/>
                <a:gd name="T85" fmla="*/ 5 h 59"/>
                <a:gd name="T86" fmla="*/ 55 w 109"/>
                <a:gd name="T87" fmla="*/ 13 h 59"/>
                <a:gd name="T88" fmla="*/ 46 w 109"/>
                <a:gd name="T89" fmla="*/ 18 h 59"/>
                <a:gd name="T90" fmla="*/ 41 w 109"/>
                <a:gd name="T91" fmla="*/ 20 h 59"/>
                <a:gd name="T92" fmla="*/ 35 w 109"/>
                <a:gd name="T93" fmla="*/ 20 h 59"/>
                <a:gd name="T94" fmla="*/ 26 w 109"/>
                <a:gd name="T95" fmla="*/ 26 h 59"/>
                <a:gd name="T96" fmla="*/ 13 w 109"/>
                <a:gd name="T97" fmla="*/ 31 h 59"/>
                <a:gd name="T98" fmla="*/ 3 w 109"/>
                <a:gd name="T99" fmla="*/ 37 h 59"/>
                <a:gd name="T100" fmla="*/ 1 w 109"/>
                <a:gd name="T101" fmla="*/ 37 h 59"/>
                <a:gd name="T102" fmla="*/ 3 w 109"/>
                <a:gd name="T103" fmla="*/ 43 h 59"/>
                <a:gd name="T104" fmla="*/ 7 w 109"/>
                <a:gd name="T105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" h="59">
                  <a:moveTo>
                    <a:pt x="3" y="43"/>
                  </a:moveTo>
                  <a:lnTo>
                    <a:pt x="3" y="43"/>
                  </a:lnTo>
                  <a:lnTo>
                    <a:pt x="3" y="46"/>
                  </a:lnTo>
                  <a:lnTo>
                    <a:pt x="7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5" y="44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2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20" y="52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6" y="44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2" y="56"/>
                  </a:lnTo>
                  <a:lnTo>
                    <a:pt x="24" y="59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7"/>
                  </a:lnTo>
                  <a:lnTo>
                    <a:pt x="29" y="59"/>
                  </a:lnTo>
                  <a:lnTo>
                    <a:pt x="33" y="56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9" y="50"/>
                  </a:lnTo>
                  <a:lnTo>
                    <a:pt x="39" y="48"/>
                  </a:lnTo>
                  <a:lnTo>
                    <a:pt x="41" y="48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8"/>
                  </a:lnTo>
                  <a:lnTo>
                    <a:pt x="42" y="52"/>
                  </a:lnTo>
                  <a:lnTo>
                    <a:pt x="46" y="52"/>
                  </a:lnTo>
                  <a:lnTo>
                    <a:pt x="48" y="50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2" y="44"/>
                  </a:lnTo>
                  <a:lnTo>
                    <a:pt x="54" y="41"/>
                  </a:lnTo>
                  <a:lnTo>
                    <a:pt x="55" y="37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7"/>
                  </a:lnTo>
                  <a:lnTo>
                    <a:pt x="63" y="33"/>
                  </a:lnTo>
                  <a:lnTo>
                    <a:pt x="63" y="29"/>
                  </a:lnTo>
                  <a:lnTo>
                    <a:pt x="65" y="28"/>
                  </a:lnTo>
                  <a:lnTo>
                    <a:pt x="67" y="28"/>
                  </a:lnTo>
                  <a:lnTo>
                    <a:pt x="67" y="26"/>
                  </a:lnTo>
                  <a:lnTo>
                    <a:pt x="69" y="28"/>
                  </a:lnTo>
                  <a:lnTo>
                    <a:pt x="70" y="26"/>
                  </a:lnTo>
                  <a:lnTo>
                    <a:pt x="70" y="29"/>
                  </a:lnTo>
                  <a:lnTo>
                    <a:pt x="67" y="33"/>
                  </a:lnTo>
                  <a:lnTo>
                    <a:pt x="67" y="35"/>
                  </a:lnTo>
                  <a:lnTo>
                    <a:pt x="65" y="37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61" y="54"/>
                  </a:lnTo>
                  <a:lnTo>
                    <a:pt x="65" y="56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70" y="48"/>
                  </a:lnTo>
                  <a:lnTo>
                    <a:pt x="70" y="46"/>
                  </a:lnTo>
                  <a:lnTo>
                    <a:pt x="72" y="44"/>
                  </a:lnTo>
                  <a:lnTo>
                    <a:pt x="74" y="43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78" y="43"/>
                  </a:lnTo>
                  <a:lnTo>
                    <a:pt x="80" y="43"/>
                  </a:lnTo>
                  <a:lnTo>
                    <a:pt x="82" y="43"/>
                  </a:lnTo>
                  <a:lnTo>
                    <a:pt x="87" y="43"/>
                  </a:lnTo>
                  <a:lnTo>
                    <a:pt x="89" y="39"/>
                  </a:lnTo>
                  <a:lnTo>
                    <a:pt x="89" y="35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6" y="31"/>
                  </a:lnTo>
                  <a:lnTo>
                    <a:pt x="98" y="29"/>
                  </a:lnTo>
                  <a:lnTo>
                    <a:pt x="98" y="2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8" y="20"/>
                  </a:lnTo>
                  <a:lnTo>
                    <a:pt x="100" y="20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8" y="18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0" y="2"/>
                  </a:lnTo>
                  <a:lnTo>
                    <a:pt x="100" y="5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8" y="7"/>
                  </a:lnTo>
                  <a:lnTo>
                    <a:pt x="96" y="7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5" y="3"/>
                  </a:lnTo>
                  <a:lnTo>
                    <a:pt x="91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5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67" y="5"/>
                  </a:lnTo>
                  <a:lnTo>
                    <a:pt x="59" y="11"/>
                  </a:lnTo>
                  <a:lnTo>
                    <a:pt x="57" y="13"/>
                  </a:lnTo>
                  <a:lnTo>
                    <a:pt x="55" y="13"/>
                  </a:lnTo>
                  <a:lnTo>
                    <a:pt x="52" y="15"/>
                  </a:lnTo>
                  <a:lnTo>
                    <a:pt x="50" y="16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2" y="18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7" y="20"/>
                  </a:lnTo>
                  <a:lnTo>
                    <a:pt x="35" y="20"/>
                  </a:lnTo>
                  <a:lnTo>
                    <a:pt x="31" y="24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15" y="28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7" y="33"/>
                  </a:lnTo>
                  <a:lnTo>
                    <a:pt x="3" y="37"/>
                  </a:lnTo>
                  <a:lnTo>
                    <a:pt x="7" y="37"/>
                  </a:lnTo>
                  <a:lnTo>
                    <a:pt x="5" y="39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3"/>
                  </a:lnTo>
                  <a:close/>
                  <a:moveTo>
                    <a:pt x="7" y="41"/>
                  </a:move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7" name="Freeform 6464">
              <a:extLst>
                <a:ext uri="{FF2B5EF4-FFF2-40B4-BE49-F238E27FC236}">
                  <a16:creationId xmlns:a16="http://schemas.microsoft.com/office/drawing/2014/main" id="{22B5850F-D1ED-4667-A923-898A464282A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64" y="2066"/>
              <a:ext cx="5" cy="7"/>
            </a:xfrm>
            <a:custGeom>
              <a:avLst/>
              <a:gdLst>
                <a:gd name="T0" fmla="*/ 0 w 3"/>
                <a:gd name="T1" fmla="*/ 3 h 4"/>
                <a:gd name="T2" fmla="*/ 0 w 3"/>
                <a:gd name="T3" fmla="*/ 3 h 4"/>
                <a:gd name="T4" fmla="*/ 1 w 3"/>
                <a:gd name="T5" fmla="*/ 4 h 4"/>
                <a:gd name="T6" fmla="*/ 1 w 3"/>
                <a:gd name="T7" fmla="*/ 4 h 4"/>
                <a:gd name="T8" fmla="*/ 2 w 3"/>
                <a:gd name="T9" fmla="*/ 3 h 4"/>
                <a:gd name="T10" fmla="*/ 3 w 3"/>
                <a:gd name="T11" fmla="*/ 2 h 4"/>
                <a:gd name="T12" fmla="*/ 3 w 3"/>
                <a:gd name="T13" fmla="*/ 0 h 4"/>
                <a:gd name="T14" fmla="*/ 1 w 3"/>
                <a:gd name="T15" fmla="*/ 1 h 4"/>
                <a:gd name="T16" fmla="*/ 0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8" name="Freeform 6465">
              <a:extLst>
                <a:ext uri="{FF2B5EF4-FFF2-40B4-BE49-F238E27FC236}">
                  <a16:creationId xmlns:a16="http://schemas.microsoft.com/office/drawing/2014/main" id="{87FF620F-E891-4687-BD6E-4C0E13A017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9" y="2075"/>
              <a:ext cx="89" cy="97"/>
            </a:xfrm>
            <a:custGeom>
              <a:avLst/>
              <a:gdLst>
                <a:gd name="T0" fmla="*/ 38 w 48"/>
                <a:gd name="T1" fmla="*/ 20 h 52"/>
                <a:gd name="T2" fmla="*/ 36 w 48"/>
                <a:gd name="T3" fmla="*/ 20 h 52"/>
                <a:gd name="T4" fmla="*/ 36 w 48"/>
                <a:gd name="T5" fmla="*/ 23 h 52"/>
                <a:gd name="T6" fmla="*/ 34 w 48"/>
                <a:gd name="T7" fmla="*/ 23 h 52"/>
                <a:gd name="T8" fmla="*/ 30 w 48"/>
                <a:gd name="T9" fmla="*/ 22 h 52"/>
                <a:gd name="T10" fmla="*/ 30 w 48"/>
                <a:gd name="T11" fmla="*/ 19 h 52"/>
                <a:gd name="T12" fmla="*/ 29 w 48"/>
                <a:gd name="T13" fmla="*/ 16 h 52"/>
                <a:gd name="T14" fmla="*/ 25 w 48"/>
                <a:gd name="T15" fmla="*/ 16 h 52"/>
                <a:gd name="T16" fmla="*/ 23 w 48"/>
                <a:gd name="T17" fmla="*/ 17 h 52"/>
                <a:gd name="T18" fmla="*/ 26 w 48"/>
                <a:gd name="T19" fmla="*/ 12 h 52"/>
                <a:gd name="T20" fmla="*/ 30 w 48"/>
                <a:gd name="T21" fmla="*/ 8 h 52"/>
                <a:gd name="T22" fmla="*/ 30 w 48"/>
                <a:gd name="T23" fmla="*/ 4 h 52"/>
                <a:gd name="T24" fmla="*/ 34 w 48"/>
                <a:gd name="T25" fmla="*/ 3 h 52"/>
                <a:gd name="T26" fmla="*/ 30 w 48"/>
                <a:gd name="T27" fmla="*/ 1 h 52"/>
                <a:gd name="T28" fmla="*/ 23 w 48"/>
                <a:gd name="T29" fmla="*/ 5 h 52"/>
                <a:gd name="T30" fmla="*/ 22 w 48"/>
                <a:gd name="T31" fmla="*/ 7 h 52"/>
                <a:gd name="T32" fmla="*/ 18 w 48"/>
                <a:gd name="T33" fmla="*/ 12 h 52"/>
                <a:gd name="T34" fmla="*/ 15 w 48"/>
                <a:gd name="T35" fmla="*/ 16 h 52"/>
                <a:gd name="T36" fmla="*/ 11 w 48"/>
                <a:gd name="T37" fmla="*/ 22 h 52"/>
                <a:gd name="T38" fmla="*/ 9 w 48"/>
                <a:gd name="T39" fmla="*/ 25 h 52"/>
                <a:gd name="T40" fmla="*/ 9 w 48"/>
                <a:gd name="T41" fmla="*/ 23 h 52"/>
                <a:gd name="T42" fmla="*/ 4 w 48"/>
                <a:gd name="T43" fmla="*/ 31 h 52"/>
                <a:gd name="T44" fmla="*/ 5 w 48"/>
                <a:gd name="T45" fmla="*/ 32 h 52"/>
                <a:gd name="T46" fmla="*/ 0 w 48"/>
                <a:gd name="T47" fmla="*/ 37 h 52"/>
                <a:gd name="T48" fmla="*/ 6 w 48"/>
                <a:gd name="T49" fmla="*/ 39 h 52"/>
                <a:gd name="T50" fmla="*/ 14 w 48"/>
                <a:gd name="T51" fmla="*/ 39 h 52"/>
                <a:gd name="T52" fmla="*/ 19 w 48"/>
                <a:gd name="T53" fmla="*/ 40 h 52"/>
                <a:gd name="T54" fmla="*/ 22 w 48"/>
                <a:gd name="T55" fmla="*/ 39 h 52"/>
                <a:gd name="T56" fmla="*/ 25 w 48"/>
                <a:gd name="T57" fmla="*/ 41 h 52"/>
                <a:gd name="T58" fmla="*/ 29 w 48"/>
                <a:gd name="T59" fmla="*/ 40 h 52"/>
                <a:gd name="T60" fmla="*/ 27 w 48"/>
                <a:gd name="T61" fmla="*/ 43 h 52"/>
                <a:gd name="T62" fmla="*/ 23 w 48"/>
                <a:gd name="T63" fmla="*/ 45 h 52"/>
                <a:gd name="T64" fmla="*/ 26 w 48"/>
                <a:gd name="T65" fmla="*/ 47 h 52"/>
                <a:gd name="T66" fmla="*/ 29 w 48"/>
                <a:gd name="T67" fmla="*/ 46 h 52"/>
                <a:gd name="T68" fmla="*/ 35 w 48"/>
                <a:gd name="T69" fmla="*/ 42 h 52"/>
                <a:gd name="T70" fmla="*/ 36 w 48"/>
                <a:gd name="T71" fmla="*/ 38 h 52"/>
                <a:gd name="T72" fmla="*/ 37 w 48"/>
                <a:gd name="T73" fmla="*/ 42 h 52"/>
                <a:gd name="T74" fmla="*/ 35 w 48"/>
                <a:gd name="T75" fmla="*/ 48 h 52"/>
                <a:gd name="T76" fmla="*/ 38 w 48"/>
                <a:gd name="T77" fmla="*/ 48 h 52"/>
                <a:gd name="T78" fmla="*/ 41 w 48"/>
                <a:gd name="T79" fmla="*/ 49 h 52"/>
                <a:gd name="T80" fmla="*/ 45 w 48"/>
                <a:gd name="T81" fmla="*/ 49 h 52"/>
                <a:gd name="T82" fmla="*/ 46 w 48"/>
                <a:gd name="T83" fmla="*/ 44 h 52"/>
                <a:gd name="T84" fmla="*/ 46 w 48"/>
                <a:gd name="T85" fmla="*/ 39 h 52"/>
                <a:gd name="T86" fmla="*/ 44 w 48"/>
                <a:gd name="T87" fmla="*/ 39 h 52"/>
                <a:gd name="T88" fmla="*/ 45 w 48"/>
                <a:gd name="T89" fmla="*/ 36 h 52"/>
                <a:gd name="T90" fmla="*/ 42 w 48"/>
                <a:gd name="T91" fmla="*/ 35 h 52"/>
                <a:gd name="T92" fmla="*/ 46 w 48"/>
                <a:gd name="T93" fmla="*/ 32 h 52"/>
                <a:gd name="T94" fmla="*/ 44 w 48"/>
                <a:gd name="T95" fmla="*/ 30 h 52"/>
                <a:gd name="T96" fmla="*/ 41 w 48"/>
                <a:gd name="T97" fmla="*/ 31 h 52"/>
                <a:gd name="T98" fmla="*/ 42 w 48"/>
                <a:gd name="T99" fmla="*/ 27 h 52"/>
                <a:gd name="T100" fmla="*/ 43 w 48"/>
                <a:gd name="T101" fmla="*/ 23 h 52"/>
                <a:gd name="T102" fmla="*/ 39 w 48"/>
                <a:gd name="T103" fmla="*/ 22 h 52"/>
                <a:gd name="T104" fmla="*/ 42 w 48"/>
                <a:gd name="T105" fmla="*/ 38 h 52"/>
                <a:gd name="T106" fmla="*/ 39 w 48"/>
                <a:gd name="T107" fmla="*/ 3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52">
                  <a:moveTo>
                    <a:pt x="41" y="19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lnTo>
                    <a:pt x="41" y="19"/>
                  </a:lnTo>
                  <a:close/>
                  <a:moveTo>
                    <a:pt x="39" y="22"/>
                  </a:moveTo>
                  <a:cubicBezTo>
                    <a:pt x="39" y="22"/>
                    <a:pt x="40" y="22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lose/>
                  <a:moveTo>
                    <a:pt x="41" y="37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40" y="38"/>
                    <a:pt x="40" y="38"/>
                    <a:pt x="40" y="38"/>
                  </a:cubicBezTo>
                  <a:lnTo>
                    <a:pt x="41" y="3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9" name="Freeform 6466">
              <a:extLst>
                <a:ext uri="{FF2B5EF4-FFF2-40B4-BE49-F238E27FC236}">
                  <a16:creationId xmlns:a16="http://schemas.microsoft.com/office/drawing/2014/main" id="{04F22314-31CF-46AC-BD6D-6EC01AF7158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1307"/>
              <a:ext cx="17" cy="15"/>
            </a:xfrm>
            <a:custGeom>
              <a:avLst/>
              <a:gdLst>
                <a:gd name="T0" fmla="*/ 13 w 17"/>
                <a:gd name="T1" fmla="*/ 0 h 15"/>
                <a:gd name="T2" fmla="*/ 7 w 17"/>
                <a:gd name="T3" fmla="*/ 0 h 15"/>
                <a:gd name="T4" fmla="*/ 2 w 17"/>
                <a:gd name="T5" fmla="*/ 0 h 15"/>
                <a:gd name="T6" fmla="*/ 2 w 17"/>
                <a:gd name="T7" fmla="*/ 4 h 15"/>
                <a:gd name="T8" fmla="*/ 0 w 17"/>
                <a:gd name="T9" fmla="*/ 8 h 15"/>
                <a:gd name="T10" fmla="*/ 4 w 17"/>
                <a:gd name="T11" fmla="*/ 10 h 15"/>
                <a:gd name="T12" fmla="*/ 5 w 17"/>
                <a:gd name="T13" fmla="*/ 13 h 15"/>
                <a:gd name="T14" fmla="*/ 9 w 17"/>
                <a:gd name="T15" fmla="*/ 13 h 15"/>
                <a:gd name="T16" fmla="*/ 11 w 17"/>
                <a:gd name="T17" fmla="*/ 13 h 15"/>
                <a:gd name="T18" fmla="*/ 13 w 17"/>
                <a:gd name="T19" fmla="*/ 15 h 15"/>
                <a:gd name="T20" fmla="*/ 17 w 17"/>
                <a:gd name="T21" fmla="*/ 13 h 15"/>
                <a:gd name="T22" fmla="*/ 17 w 17"/>
                <a:gd name="T23" fmla="*/ 10 h 15"/>
                <a:gd name="T24" fmla="*/ 17 w 17"/>
                <a:gd name="T25" fmla="*/ 6 h 15"/>
                <a:gd name="T26" fmla="*/ 13 w 17"/>
                <a:gd name="T2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3" y="0"/>
                  </a:moveTo>
                  <a:lnTo>
                    <a:pt x="7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3" y="15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7" y="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0" name="Freeform 6467">
              <a:extLst>
                <a:ext uri="{FF2B5EF4-FFF2-40B4-BE49-F238E27FC236}">
                  <a16:creationId xmlns:a16="http://schemas.microsoft.com/office/drawing/2014/main" id="{B0C4CB01-E0CD-44E9-8EC7-812492A3F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92" y="1238"/>
              <a:ext cx="62" cy="86"/>
            </a:xfrm>
            <a:custGeom>
              <a:avLst/>
              <a:gdLst>
                <a:gd name="T0" fmla="*/ 6 w 62"/>
                <a:gd name="T1" fmla="*/ 52 h 86"/>
                <a:gd name="T2" fmla="*/ 9 w 62"/>
                <a:gd name="T3" fmla="*/ 51 h 86"/>
                <a:gd name="T4" fmla="*/ 17 w 62"/>
                <a:gd name="T5" fmla="*/ 52 h 86"/>
                <a:gd name="T6" fmla="*/ 15 w 62"/>
                <a:gd name="T7" fmla="*/ 52 h 86"/>
                <a:gd name="T8" fmla="*/ 11 w 62"/>
                <a:gd name="T9" fmla="*/ 58 h 86"/>
                <a:gd name="T10" fmla="*/ 17 w 62"/>
                <a:gd name="T11" fmla="*/ 56 h 86"/>
                <a:gd name="T12" fmla="*/ 19 w 62"/>
                <a:gd name="T13" fmla="*/ 54 h 86"/>
                <a:gd name="T14" fmla="*/ 24 w 62"/>
                <a:gd name="T15" fmla="*/ 58 h 86"/>
                <a:gd name="T16" fmla="*/ 24 w 62"/>
                <a:gd name="T17" fmla="*/ 60 h 86"/>
                <a:gd name="T18" fmla="*/ 24 w 62"/>
                <a:gd name="T19" fmla="*/ 64 h 86"/>
                <a:gd name="T20" fmla="*/ 28 w 62"/>
                <a:gd name="T21" fmla="*/ 62 h 86"/>
                <a:gd name="T22" fmla="*/ 30 w 62"/>
                <a:gd name="T23" fmla="*/ 64 h 86"/>
                <a:gd name="T24" fmla="*/ 30 w 62"/>
                <a:gd name="T25" fmla="*/ 65 h 86"/>
                <a:gd name="T26" fmla="*/ 24 w 62"/>
                <a:gd name="T27" fmla="*/ 77 h 86"/>
                <a:gd name="T28" fmla="*/ 28 w 62"/>
                <a:gd name="T29" fmla="*/ 86 h 86"/>
                <a:gd name="T30" fmla="*/ 34 w 62"/>
                <a:gd name="T31" fmla="*/ 86 h 86"/>
                <a:gd name="T32" fmla="*/ 41 w 62"/>
                <a:gd name="T33" fmla="*/ 82 h 86"/>
                <a:gd name="T34" fmla="*/ 43 w 62"/>
                <a:gd name="T35" fmla="*/ 80 h 86"/>
                <a:gd name="T36" fmla="*/ 47 w 62"/>
                <a:gd name="T37" fmla="*/ 73 h 86"/>
                <a:gd name="T38" fmla="*/ 50 w 62"/>
                <a:gd name="T39" fmla="*/ 65 h 86"/>
                <a:gd name="T40" fmla="*/ 48 w 62"/>
                <a:gd name="T41" fmla="*/ 64 h 86"/>
                <a:gd name="T42" fmla="*/ 50 w 62"/>
                <a:gd name="T43" fmla="*/ 58 h 86"/>
                <a:gd name="T44" fmla="*/ 54 w 62"/>
                <a:gd name="T45" fmla="*/ 56 h 86"/>
                <a:gd name="T46" fmla="*/ 60 w 62"/>
                <a:gd name="T47" fmla="*/ 51 h 86"/>
                <a:gd name="T48" fmla="*/ 62 w 62"/>
                <a:gd name="T49" fmla="*/ 47 h 86"/>
                <a:gd name="T50" fmla="*/ 60 w 62"/>
                <a:gd name="T51" fmla="*/ 41 h 86"/>
                <a:gd name="T52" fmla="*/ 58 w 62"/>
                <a:gd name="T53" fmla="*/ 38 h 86"/>
                <a:gd name="T54" fmla="*/ 52 w 62"/>
                <a:gd name="T55" fmla="*/ 36 h 86"/>
                <a:gd name="T56" fmla="*/ 52 w 62"/>
                <a:gd name="T57" fmla="*/ 36 h 86"/>
                <a:gd name="T58" fmla="*/ 58 w 62"/>
                <a:gd name="T59" fmla="*/ 30 h 86"/>
                <a:gd name="T60" fmla="*/ 56 w 62"/>
                <a:gd name="T61" fmla="*/ 24 h 86"/>
                <a:gd name="T62" fmla="*/ 54 w 62"/>
                <a:gd name="T63" fmla="*/ 19 h 86"/>
                <a:gd name="T64" fmla="*/ 47 w 62"/>
                <a:gd name="T65" fmla="*/ 21 h 86"/>
                <a:gd name="T66" fmla="*/ 45 w 62"/>
                <a:gd name="T67" fmla="*/ 23 h 86"/>
                <a:gd name="T68" fmla="*/ 45 w 62"/>
                <a:gd name="T69" fmla="*/ 13 h 86"/>
                <a:gd name="T70" fmla="*/ 43 w 62"/>
                <a:gd name="T71" fmla="*/ 8 h 86"/>
                <a:gd name="T72" fmla="*/ 37 w 62"/>
                <a:gd name="T73" fmla="*/ 4 h 86"/>
                <a:gd name="T74" fmla="*/ 32 w 62"/>
                <a:gd name="T75" fmla="*/ 4 h 86"/>
                <a:gd name="T76" fmla="*/ 26 w 62"/>
                <a:gd name="T77" fmla="*/ 6 h 86"/>
                <a:gd name="T78" fmla="*/ 26 w 62"/>
                <a:gd name="T79" fmla="*/ 0 h 86"/>
                <a:gd name="T80" fmla="*/ 21 w 62"/>
                <a:gd name="T81" fmla="*/ 6 h 86"/>
                <a:gd name="T82" fmla="*/ 17 w 62"/>
                <a:gd name="T83" fmla="*/ 10 h 86"/>
                <a:gd name="T84" fmla="*/ 15 w 62"/>
                <a:gd name="T85" fmla="*/ 17 h 86"/>
                <a:gd name="T86" fmla="*/ 19 w 62"/>
                <a:gd name="T87" fmla="*/ 17 h 86"/>
                <a:gd name="T88" fmla="*/ 19 w 62"/>
                <a:gd name="T89" fmla="*/ 19 h 86"/>
                <a:gd name="T90" fmla="*/ 13 w 62"/>
                <a:gd name="T91" fmla="*/ 24 h 86"/>
                <a:gd name="T92" fmla="*/ 19 w 62"/>
                <a:gd name="T93" fmla="*/ 26 h 86"/>
                <a:gd name="T94" fmla="*/ 22 w 62"/>
                <a:gd name="T95" fmla="*/ 23 h 86"/>
                <a:gd name="T96" fmla="*/ 26 w 62"/>
                <a:gd name="T97" fmla="*/ 23 h 86"/>
                <a:gd name="T98" fmla="*/ 24 w 62"/>
                <a:gd name="T99" fmla="*/ 24 h 86"/>
                <a:gd name="T100" fmla="*/ 19 w 62"/>
                <a:gd name="T101" fmla="*/ 30 h 86"/>
                <a:gd name="T102" fmla="*/ 24 w 62"/>
                <a:gd name="T103" fmla="*/ 32 h 86"/>
                <a:gd name="T104" fmla="*/ 22 w 62"/>
                <a:gd name="T105" fmla="*/ 34 h 86"/>
                <a:gd name="T106" fmla="*/ 17 w 62"/>
                <a:gd name="T107" fmla="*/ 34 h 86"/>
                <a:gd name="T108" fmla="*/ 19 w 62"/>
                <a:gd name="T109" fmla="*/ 39 h 86"/>
                <a:gd name="T110" fmla="*/ 15 w 62"/>
                <a:gd name="T111" fmla="*/ 43 h 86"/>
                <a:gd name="T112" fmla="*/ 11 w 62"/>
                <a:gd name="T113" fmla="*/ 38 h 86"/>
                <a:gd name="T114" fmla="*/ 2 w 62"/>
                <a:gd name="T115" fmla="*/ 38 h 86"/>
                <a:gd name="T116" fmla="*/ 0 w 62"/>
                <a:gd name="T117" fmla="*/ 45 h 86"/>
                <a:gd name="T118" fmla="*/ 2 w 62"/>
                <a:gd name="T119" fmla="*/ 51 h 86"/>
                <a:gd name="T120" fmla="*/ 21 w 62"/>
                <a:gd name="T121" fmla="*/ 52 h 86"/>
                <a:gd name="T122" fmla="*/ 21 w 62"/>
                <a:gd name="T123" fmla="*/ 5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" h="86">
                  <a:moveTo>
                    <a:pt x="2" y="51"/>
                  </a:moveTo>
                  <a:lnTo>
                    <a:pt x="6" y="52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13" y="52"/>
                  </a:lnTo>
                  <a:lnTo>
                    <a:pt x="17" y="52"/>
                  </a:lnTo>
                  <a:lnTo>
                    <a:pt x="19" y="52"/>
                  </a:lnTo>
                  <a:lnTo>
                    <a:pt x="15" y="52"/>
                  </a:lnTo>
                  <a:lnTo>
                    <a:pt x="11" y="54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4"/>
                  </a:lnTo>
                  <a:lnTo>
                    <a:pt x="19" y="58"/>
                  </a:lnTo>
                  <a:lnTo>
                    <a:pt x="24" y="58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30" y="69"/>
                  </a:lnTo>
                  <a:lnTo>
                    <a:pt x="24" y="77"/>
                  </a:lnTo>
                  <a:lnTo>
                    <a:pt x="26" y="82"/>
                  </a:lnTo>
                  <a:lnTo>
                    <a:pt x="28" y="86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7" y="86"/>
                  </a:lnTo>
                  <a:lnTo>
                    <a:pt x="41" y="82"/>
                  </a:lnTo>
                  <a:lnTo>
                    <a:pt x="41" y="80"/>
                  </a:lnTo>
                  <a:lnTo>
                    <a:pt x="43" y="80"/>
                  </a:lnTo>
                  <a:lnTo>
                    <a:pt x="47" y="77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50" y="65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4" y="56"/>
                  </a:lnTo>
                  <a:lnTo>
                    <a:pt x="58" y="54"/>
                  </a:lnTo>
                  <a:lnTo>
                    <a:pt x="60" y="51"/>
                  </a:lnTo>
                  <a:lnTo>
                    <a:pt x="60" y="49"/>
                  </a:lnTo>
                  <a:lnTo>
                    <a:pt x="62" y="47"/>
                  </a:lnTo>
                  <a:lnTo>
                    <a:pt x="62" y="43"/>
                  </a:lnTo>
                  <a:lnTo>
                    <a:pt x="60" y="41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6" y="24"/>
                  </a:lnTo>
                  <a:lnTo>
                    <a:pt x="56" y="23"/>
                  </a:lnTo>
                  <a:lnTo>
                    <a:pt x="54" y="19"/>
                  </a:lnTo>
                  <a:lnTo>
                    <a:pt x="50" y="19"/>
                  </a:lnTo>
                  <a:lnTo>
                    <a:pt x="47" y="21"/>
                  </a:lnTo>
                  <a:lnTo>
                    <a:pt x="43" y="23"/>
                  </a:lnTo>
                  <a:lnTo>
                    <a:pt x="45" y="23"/>
                  </a:lnTo>
                  <a:lnTo>
                    <a:pt x="45" y="17"/>
                  </a:lnTo>
                  <a:lnTo>
                    <a:pt x="45" y="13"/>
                  </a:lnTo>
                  <a:lnTo>
                    <a:pt x="45" y="10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1" y="6"/>
                  </a:lnTo>
                  <a:lnTo>
                    <a:pt x="19" y="6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5" y="17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3" y="24"/>
                  </a:lnTo>
                  <a:lnTo>
                    <a:pt x="13" y="28"/>
                  </a:lnTo>
                  <a:lnTo>
                    <a:pt x="19" y="26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1" y="28"/>
                  </a:lnTo>
                  <a:lnTo>
                    <a:pt x="19" y="30"/>
                  </a:lnTo>
                  <a:lnTo>
                    <a:pt x="21" y="34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2" y="34"/>
                  </a:lnTo>
                  <a:lnTo>
                    <a:pt x="21" y="36"/>
                  </a:lnTo>
                  <a:lnTo>
                    <a:pt x="17" y="34"/>
                  </a:lnTo>
                  <a:lnTo>
                    <a:pt x="17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49"/>
                  </a:lnTo>
                  <a:lnTo>
                    <a:pt x="2" y="51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9" y="52"/>
                  </a:lnTo>
                  <a:lnTo>
                    <a:pt x="21" y="5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1" name="Freeform 6468">
              <a:extLst>
                <a:ext uri="{FF2B5EF4-FFF2-40B4-BE49-F238E27FC236}">
                  <a16:creationId xmlns:a16="http://schemas.microsoft.com/office/drawing/2014/main" id="{C14331E2-964C-4AEE-9DA2-0BE5C8A1414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7" y="1352"/>
              <a:ext cx="19" cy="9"/>
            </a:xfrm>
            <a:custGeom>
              <a:avLst/>
              <a:gdLst>
                <a:gd name="T0" fmla="*/ 2 w 10"/>
                <a:gd name="T1" fmla="*/ 4 h 5"/>
                <a:gd name="T2" fmla="*/ 3 w 10"/>
                <a:gd name="T3" fmla="*/ 3 h 5"/>
                <a:gd name="T4" fmla="*/ 4 w 10"/>
                <a:gd name="T5" fmla="*/ 4 h 5"/>
                <a:gd name="T6" fmla="*/ 7 w 10"/>
                <a:gd name="T7" fmla="*/ 2 h 5"/>
                <a:gd name="T8" fmla="*/ 8 w 10"/>
                <a:gd name="T9" fmla="*/ 2 h 5"/>
                <a:gd name="T10" fmla="*/ 10 w 10"/>
                <a:gd name="T11" fmla="*/ 1 h 5"/>
                <a:gd name="T12" fmla="*/ 9 w 10"/>
                <a:gd name="T13" fmla="*/ 0 h 5"/>
                <a:gd name="T14" fmla="*/ 6 w 10"/>
                <a:gd name="T15" fmla="*/ 0 h 5"/>
                <a:gd name="T16" fmla="*/ 5 w 10"/>
                <a:gd name="T17" fmla="*/ 0 h 5"/>
                <a:gd name="T18" fmla="*/ 4 w 10"/>
                <a:gd name="T19" fmla="*/ 0 h 5"/>
                <a:gd name="T20" fmla="*/ 3 w 10"/>
                <a:gd name="T21" fmla="*/ 1 h 5"/>
                <a:gd name="T22" fmla="*/ 2 w 10"/>
                <a:gd name="T23" fmla="*/ 1 h 5"/>
                <a:gd name="T24" fmla="*/ 2 w 10"/>
                <a:gd name="T25" fmla="*/ 1 h 5"/>
                <a:gd name="T26" fmla="*/ 1 w 10"/>
                <a:gd name="T27" fmla="*/ 1 h 5"/>
                <a:gd name="T28" fmla="*/ 0 w 10"/>
                <a:gd name="T29" fmla="*/ 2 h 5"/>
                <a:gd name="T30" fmla="*/ 0 w 10"/>
                <a:gd name="T31" fmla="*/ 3 h 5"/>
                <a:gd name="T32" fmla="*/ 1 w 10"/>
                <a:gd name="T33" fmla="*/ 5 h 5"/>
                <a:gd name="T34" fmla="*/ 2 w 10"/>
                <a:gd name="T3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5">
                  <a:moveTo>
                    <a:pt x="2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2" name="Freeform 6469">
              <a:extLst>
                <a:ext uri="{FF2B5EF4-FFF2-40B4-BE49-F238E27FC236}">
                  <a16:creationId xmlns:a16="http://schemas.microsoft.com/office/drawing/2014/main" id="{9330BBC2-7CA8-4EC1-9A12-43D9899A2F7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00" y="1186"/>
              <a:ext cx="95" cy="153"/>
            </a:xfrm>
            <a:custGeom>
              <a:avLst/>
              <a:gdLst>
                <a:gd name="T0" fmla="*/ 11 w 95"/>
                <a:gd name="T1" fmla="*/ 144 h 153"/>
                <a:gd name="T2" fmla="*/ 22 w 95"/>
                <a:gd name="T3" fmla="*/ 144 h 153"/>
                <a:gd name="T4" fmla="*/ 28 w 95"/>
                <a:gd name="T5" fmla="*/ 144 h 153"/>
                <a:gd name="T6" fmla="*/ 32 w 95"/>
                <a:gd name="T7" fmla="*/ 151 h 153"/>
                <a:gd name="T8" fmla="*/ 41 w 95"/>
                <a:gd name="T9" fmla="*/ 144 h 153"/>
                <a:gd name="T10" fmla="*/ 41 w 95"/>
                <a:gd name="T11" fmla="*/ 151 h 153"/>
                <a:gd name="T12" fmla="*/ 47 w 95"/>
                <a:gd name="T13" fmla="*/ 142 h 153"/>
                <a:gd name="T14" fmla="*/ 48 w 95"/>
                <a:gd name="T15" fmla="*/ 132 h 153"/>
                <a:gd name="T16" fmla="*/ 61 w 95"/>
                <a:gd name="T17" fmla="*/ 127 h 153"/>
                <a:gd name="T18" fmla="*/ 69 w 95"/>
                <a:gd name="T19" fmla="*/ 121 h 153"/>
                <a:gd name="T20" fmla="*/ 76 w 95"/>
                <a:gd name="T21" fmla="*/ 125 h 153"/>
                <a:gd name="T22" fmla="*/ 82 w 95"/>
                <a:gd name="T23" fmla="*/ 117 h 153"/>
                <a:gd name="T24" fmla="*/ 91 w 95"/>
                <a:gd name="T25" fmla="*/ 110 h 153"/>
                <a:gd name="T26" fmla="*/ 88 w 95"/>
                <a:gd name="T27" fmla="*/ 95 h 153"/>
                <a:gd name="T28" fmla="*/ 88 w 95"/>
                <a:gd name="T29" fmla="*/ 84 h 153"/>
                <a:gd name="T30" fmla="*/ 93 w 95"/>
                <a:gd name="T31" fmla="*/ 65 h 153"/>
                <a:gd name="T32" fmla="*/ 91 w 95"/>
                <a:gd name="T33" fmla="*/ 54 h 153"/>
                <a:gd name="T34" fmla="*/ 82 w 95"/>
                <a:gd name="T35" fmla="*/ 49 h 153"/>
                <a:gd name="T36" fmla="*/ 76 w 95"/>
                <a:gd name="T37" fmla="*/ 43 h 153"/>
                <a:gd name="T38" fmla="*/ 78 w 95"/>
                <a:gd name="T39" fmla="*/ 22 h 153"/>
                <a:gd name="T40" fmla="*/ 73 w 95"/>
                <a:gd name="T41" fmla="*/ 6 h 153"/>
                <a:gd name="T42" fmla="*/ 61 w 95"/>
                <a:gd name="T43" fmla="*/ 0 h 153"/>
                <a:gd name="T44" fmla="*/ 61 w 95"/>
                <a:gd name="T45" fmla="*/ 11 h 153"/>
                <a:gd name="T46" fmla="*/ 69 w 95"/>
                <a:gd name="T47" fmla="*/ 15 h 153"/>
                <a:gd name="T48" fmla="*/ 54 w 95"/>
                <a:gd name="T49" fmla="*/ 15 h 153"/>
                <a:gd name="T50" fmla="*/ 52 w 95"/>
                <a:gd name="T51" fmla="*/ 17 h 153"/>
                <a:gd name="T52" fmla="*/ 45 w 95"/>
                <a:gd name="T53" fmla="*/ 30 h 153"/>
                <a:gd name="T54" fmla="*/ 48 w 95"/>
                <a:gd name="T55" fmla="*/ 39 h 153"/>
                <a:gd name="T56" fmla="*/ 41 w 95"/>
                <a:gd name="T57" fmla="*/ 35 h 153"/>
                <a:gd name="T58" fmla="*/ 37 w 95"/>
                <a:gd name="T59" fmla="*/ 30 h 153"/>
                <a:gd name="T60" fmla="*/ 34 w 95"/>
                <a:gd name="T61" fmla="*/ 39 h 153"/>
                <a:gd name="T62" fmla="*/ 26 w 95"/>
                <a:gd name="T63" fmla="*/ 35 h 153"/>
                <a:gd name="T64" fmla="*/ 24 w 95"/>
                <a:gd name="T65" fmla="*/ 49 h 153"/>
                <a:gd name="T66" fmla="*/ 35 w 95"/>
                <a:gd name="T67" fmla="*/ 58 h 153"/>
                <a:gd name="T68" fmla="*/ 26 w 95"/>
                <a:gd name="T69" fmla="*/ 58 h 153"/>
                <a:gd name="T70" fmla="*/ 17 w 95"/>
                <a:gd name="T71" fmla="*/ 56 h 153"/>
                <a:gd name="T72" fmla="*/ 13 w 95"/>
                <a:gd name="T73" fmla="*/ 62 h 153"/>
                <a:gd name="T74" fmla="*/ 11 w 95"/>
                <a:gd name="T75" fmla="*/ 76 h 153"/>
                <a:gd name="T76" fmla="*/ 6 w 95"/>
                <a:gd name="T77" fmla="*/ 88 h 153"/>
                <a:gd name="T78" fmla="*/ 11 w 95"/>
                <a:gd name="T79" fmla="*/ 95 h 153"/>
                <a:gd name="T80" fmla="*/ 19 w 95"/>
                <a:gd name="T81" fmla="*/ 95 h 153"/>
                <a:gd name="T82" fmla="*/ 28 w 95"/>
                <a:gd name="T83" fmla="*/ 101 h 153"/>
                <a:gd name="T84" fmla="*/ 17 w 95"/>
                <a:gd name="T85" fmla="*/ 101 h 153"/>
                <a:gd name="T86" fmla="*/ 4 w 95"/>
                <a:gd name="T87" fmla="*/ 112 h 153"/>
                <a:gd name="T88" fmla="*/ 4 w 95"/>
                <a:gd name="T89" fmla="*/ 125 h 153"/>
                <a:gd name="T90" fmla="*/ 86 w 95"/>
                <a:gd name="T91" fmla="*/ 60 h 153"/>
                <a:gd name="T92" fmla="*/ 84 w 95"/>
                <a:gd name="T93" fmla="*/ 65 h 153"/>
                <a:gd name="T94" fmla="*/ 84 w 95"/>
                <a:gd name="T95" fmla="*/ 67 h 153"/>
                <a:gd name="T96" fmla="*/ 80 w 95"/>
                <a:gd name="T97" fmla="*/ 90 h 153"/>
                <a:gd name="T98" fmla="*/ 71 w 95"/>
                <a:gd name="T99" fmla="*/ 117 h 153"/>
                <a:gd name="T100" fmla="*/ 71 w 95"/>
                <a:gd name="T101" fmla="*/ 117 h 153"/>
                <a:gd name="T102" fmla="*/ 48 w 95"/>
                <a:gd name="T103" fmla="*/ 127 h 153"/>
                <a:gd name="T104" fmla="*/ 32 w 95"/>
                <a:gd name="T105" fmla="*/ 10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" h="153">
                  <a:moveTo>
                    <a:pt x="2" y="142"/>
                  </a:moveTo>
                  <a:lnTo>
                    <a:pt x="6" y="138"/>
                  </a:lnTo>
                  <a:lnTo>
                    <a:pt x="6" y="140"/>
                  </a:lnTo>
                  <a:lnTo>
                    <a:pt x="6" y="144"/>
                  </a:lnTo>
                  <a:lnTo>
                    <a:pt x="11" y="144"/>
                  </a:lnTo>
                  <a:lnTo>
                    <a:pt x="17" y="149"/>
                  </a:lnTo>
                  <a:lnTo>
                    <a:pt x="21" y="147"/>
                  </a:lnTo>
                  <a:lnTo>
                    <a:pt x="21" y="144"/>
                  </a:lnTo>
                  <a:lnTo>
                    <a:pt x="21" y="142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5"/>
                  </a:lnTo>
                  <a:lnTo>
                    <a:pt x="22" y="151"/>
                  </a:lnTo>
                  <a:lnTo>
                    <a:pt x="26" y="149"/>
                  </a:lnTo>
                  <a:lnTo>
                    <a:pt x="28" y="144"/>
                  </a:lnTo>
                  <a:lnTo>
                    <a:pt x="28" y="147"/>
                  </a:lnTo>
                  <a:lnTo>
                    <a:pt x="28" y="149"/>
                  </a:lnTo>
                  <a:lnTo>
                    <a:pt x="28" y="151"/>
                  </a:lnTo>
                  <a:lnTo>
                    <a:pt x="30" y="153"/>
                  </a:lnTo>
                  <a:lnTo>
                    <a:pt x="32" y="151"/>
                  </a:lnTo>
                  <a:lnTo>
                    <a:pt x="34" y="147"/>
                  </a:lnTo>
                  <a:lnTo>
                    <a:pt x="39" y="144"/>
                  </a:lnTo>
                  <a:lnTo>
                    <a:pt x="39" y="142"/>
                  </a:lnTo>
                  <a:lnTo>
                    <a:pt x="39" y="144"/>
                  </a:lnTo>
                  <a:lnTo>
                    <a:pt x="41" y="144"/>
                  </a:lnTo>
                  <a:lnTo>
                    <a:pt x="41" y="144"/>
                  </a:lnTo>
                  <a:lnTo>
                    <a:pt x="39" y="145"/>
                  </a:lnTo>
                  <a:lnTo>
                    <a:pt x="37" y="147"/>
                  </a:lnTo>
                  <a:lnTo>
                    <a:pt x="37" y="151"/>
                  </a:lnTo>
                  <a:lnTo>
                    <a:pt x="41" y="151"/>
                  </a:lnTo>
                  <a:lnTo>
                    <a:pt x="43" y="149"/>
                  </a:lnTo>
                  <a:lnTo>
                    <a:pt x="45" y="147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47" y="142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2"/>
                  </a:lnTo>
                  <a:lnTo>
                    <a:pt x="50" y="134"/>
                  </a:lnTo>
                  <a:lnTo>
                    <a:pt x="50" y="138"/>
                  </a:lnTo>
                  <a:lnTo>
                    <a:pt x="54" y="136"/>
                  </a:lnTo>
                  <a:lnTo>
                    <a:pt x="56" y="131"/>
                  </a:lnTo>
                  <a:lnTo>
                    <a:pt x="61" y="127"/>
                  </a:lnTo>
                  <a:lnTo>
                    <a:pt x="63" y="123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23"/>
                  </a:lnTo>
                  <a:lnTo>
                    <a:pt x="69" y="121"/>
                  </a:lnTo>
                  <a:lnTo>
                    <a:pt x="65" y="125"/>
                  </a:lnTo>
                  <a:lnTo>
                    <a:pt x="67" y="127"/>
                  </a:lnTo>
                  <a:lnTo>
                    <a:pt x="69" y="129"/>
                  </a:lnTo>
                  <a:lnTo>
                    <a:pt x="75" y="127"/>
                  </a:lnTo>
                  <a:lnTo>
                    <a:pt x="76" y="125"/>
                  </a:lnTo>
                  <a:lnTo>
                    <a:pt x="80" y="125"/>
                  </a:lnTo>
                  <a:lnTo>
                    <a:pt x="82" y="123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82" y="117"/>
                  </a:lnTo>
                  <a:lnTo>
                    <a:pt x="84" y="117"/>
                  </a:lnTo>
                  <a:lnTo>
                    <a:pt x="86" y="116"/>
                  </a:lnTo>
                  <a:lnTo>
                    <a:pt x="89" y="114"/>
                  </a:lnTo>
                  <a:lnTo>
                    <a:pt x="91" y="112"/>
                  </a:lnTo>
                  <a:lnTo>
                    <a:pt x="91" y="110"/>
                  </a:lnTo>
                  <a:lnTo>
                    <a:pt x="91" y="106"/>
                  </a:lnTo>
                  <a:lnTo>
                    <a:pt x="89" y="104"/>
                  </a:lnTo>
                  <a:lnTo>
                    <a:pt x="91" y="103"/>
                  </a:lnTo>
                  <a:lnTo>
                    <a:pt x="89" y="95"/>
                  </a:lnTo>
                  <a:lnTo>
                    <a:pt x="88" y="95"/>
                  </a:lnTo>
                  <a:lnTo>
                    <a:pt x="84" y="91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6" y="84"/>
                  </a:lnTo>
                  <a:lnTo>
                    <a:pt x="88" y="84"/>
                  </a:lnTo>
                  <a:lnTo>
                    <a:pt x="91" y="76"/>
                  </a:lnTo>
                  <a:lnTo>
                    <a:pt x="93" y="73"/>
                  </a:lnTo>
                  <a:lnTo>
                    <a:pt x="91" y="71"/>
                  </a:lnTo>
                  <a:lnTo>
                    <a:pt x="93" y="69"/>
                  </a:lnTo>
                  <a:lnTo>
                    <a:pt x="93" y="65"/>
                  </a:lnTo>
                  <a:lnTo>
                    <a:pt x="95" y="63"/>
                  </a:lnTo>
                  <a:lnTo>
                    <a:pt x="95" y="60"/>
                  </a:lnTo>
                  <a:lnTo>
                    <a:pt x="95" y="58"/>
                  </a:lnTo>
                  <a:lnTo>
                    <a:pt x="95" y="56"/>
                  </a:lnTo>
                  <a:lnTo>
                    <a:pt x="91" y="54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2"/>
                  </a:lnTo>
                  <a:lnTo>
                    <a:pt x="86" y="49"/>
                  </a:lnTo>
                  <a:lnTo>
                    <a:pt x="82" y="49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76" y="50"/>
                  </a:lnTo>
                  <a:lnTo>
                    <a:pt x="78" y="47"/>
                  </a:lnTo>
                  <a:lnTo>
                    <a:pt x="76" y="43"/>
                  </a:lnTo>
                  <a:lnTo>
                    <a:pt x="76" y="37"/>
                  </a:lnTo>
                  <a:lnTo>
                    <a:pt x="76" y="34"/>
                  </a:lnTo>
                  <a:lnTo>
                    <a:pt x="78" y="32"/>
                  </a:lnTo>
                  <a:lnTo>
                    <a:pt x="78" y="26"/>
                  </a:lnTo>
                  <a:lnTo>
                    <a:pt x="78" y="22"/>
                  </a:lnTo>
                  <a:lnTo>
                    <a:pt x="80" y="19"/>
                  </a:lnTo>
                  <a:lnTo>
                    <a:pt x="80" y="15"/>
                  </a:lnTo>
                  <a:lnTo>
                    <a:pt x="78" y="11"/>
                  </a:lnTo>
                  <a:lnTo>
                    <a:pt x="76" y="9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67" y="2"/>
                  </a:lnTo>
                  <a:lnTo>
                    <a:pt x="65" y="2"/>
                  </a:lnTo>
                  <a:lnTo>
                    <a:pt x="65" y="4"/>
                  </a:lnTo>
                  <a:lnTo>
                    <a:pt x="61" y="0"/>
                  </a:lnTo>
                  <a:lnTo>
                    <a:pt x="58" y="2"/>
                  </a:lnTo>
                  <a:lnTo>
                    <a:pt x="58" y="6"/>
                  </a:lnTo>
                  <a:lnTo>
                    <a:pt x="56" y="9"/>
                  </a:lnTo>
                  <a:lnTo>
                    <a:pt x="58" y="11"/>
                  </a:lnTo>
                  <a:lnTo>
                    <a:pt x="61" y="11"/>
                  </a:lnTo>
                  <a:lnTo>
                    <a:pt x="63" y="11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1" y="17"/>
                  </a:lnTo>
                  <a:lnTo>
                    <a:pt x="60" y="17"/>
                  </a:lnTo>
                  <a:lnTo>
                    <a:pt x="54" y="15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2"/>
                  </a:lnTo>
                  <a:lnTo>
                    <a:pt x="52" y="17"/>
                  </a:lnTo>
                  <a:lnTo>
                    <a:pt x="47" y="21"/>
                  </a:lnTo>
                  <a:lnTo>
                    <a:pt x="45" y="24"/>
                  </a:lnTo>
                  <a:lnTo>
                    <a:pt x="43" y="26"/>
                  </a:lnTo>
                  <a:lnTo>
                    <a:pt x="43" y="28"/>
                  </a:lnTo>
                  <a:lnTo>
                    <a:pt x="45" y="30"/>
                  </a:lnTo>
                  <a:lnTo>
                    <a:pt x="47" y="32"/>
                  </a:lnTo>
                  <a:lnTo>
                    <a:pt x="48" y="34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1" y="35"/>
                  </a:lnTo>
                  <a:lnTo>
                    <a:pt x="45" y="35"/>
                  </a:lnTo>
                  <a:lnTo>
                    <a:pt x="43" y="32"/>
                  </a:lnTo>
                  <a:lnTo>
                    <a:pt x="41" y="32"/>
                  </a:lnTo>
                  <a:lnTo>
                    <a:pt x="39" y="30"/>
                  </a:lnTo>
                  <a:lnTo>
                    <a:pt x="37" y="30"/>
                  </a:lnTo>
                  <a:lnTo>
                    <a:pt x="35" y="32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4" y="35"/>
                  </a:lnTo>
                  <a:lnTo>
                    <a:pt x="34" y="39"/>
                  </a:lnTo>
                  <a:lnTo>
                    <a:pt x="34" y="41"/>
                  </a:lnTo>
                  <a:lnTo>
                    <a:pt x="32" y="39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2" y="39"/>
                  </a:lnTo>
                  <a:lnTo>
                    <a:pt x="24" y="41"/>
                  </a:lnTo>
                  <a:lnTo>
                    <a:pt x="22" y="45"/>
                  </a:lnTo>
                  <a:lnTo>
                    <a:pt x="24" y="49"/>
                  </a:lnTo>
                  <a:lnTo>
                    <a:pt x="28" y="50"/>
                  </a:lnTo>
                  <a:lnTo>
                    <a:pt x="24" y="50"/>
                  </a:lnTo>
                  <a:lnTo>
                    <a:pt x="30" y="54"/>
                  </a:lnTo>
                  <a:lnTo>
                    <a:pt x="32" y="56"/>
                  </a:lnTo>
                  <a:lnTo>
                    <a:pt x="35" y="58"/>
                  </a:lnTo>
                  <a:lnTo>
                    <a:pt x="39" y="58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4" y="60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19" y="52"/>
                  </a:lnTo>
                  <a:lnTo>
                    <a:pt x="17" y="56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3" y="62"/>
                  </a:lnTo>
                  <a:lnTo>
                    <a:pt x="13" y="67"/>
                  </a:lnTo>
                  <a:lnTo>
                    <a:pt x="11" y="67"/>
                  </a:lnTo>
                  <a:lnTo>
                    <a:pt x="11" y="75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7" y="80"/>
                  </a:lnTo>
                  <a:lnTo>
                    <a:pt x="6" y="84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6" y="88"/>
                  </a:lnTo>
                  <a:lnTo>
                    <a:pt x="6" y="90"/>
                  </a:lnTo>
                  <a:lnTo>
                    <a:pt x="7" y="93"/>
                  </a:lnTo>
                  <a:lnTo>
                    <a:pt x="9" y="91"/>
                  </a:lnTo>
                  <a:lnTo>
                    <a:pt x="13" y="91"/>
                  </a:lnTo>
                  <a:lnTo>
                    <a:pt x="11" y="95"/>
                  </a:lnTo>
                  <a:lnTo>
                    <a:pt x="13" y="97"/>
                  </a:lnTo>
                  <a:lnTo>
                    <a:pt x="15" y="97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4" y="101"/>
                  </a:lnTo>
                  <a:lnTo>
                    <a:pt x="26" y="101"/>
                  </a:lnTo>
                  <a:lnTo>
                    <a:pt x="28" y="101"/>
                  </a:lnTo>
                  <a:lnTo>
                    <a:pt x="24" y="103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3" y="103"/>
                  </a:lnTo>
                  <a:lnTo>
                    <a:pt x="11" y="103"/>
                  </a:lnTo>
                  <a:lnTo>
                    <a:pt x="7" y="104"/>
                  </a:lnTo>
                  <a:lnTo>
                    <a:pt x="6" y="106"/>
                  </a:lnTo>
                  <a:lnTo>
                    <a:pt x="4" y="112"/>
                  </a:lnTo>
                  <a:lnTo>
                    <a:pt x="6" y="112"/>
                  </a:lnTo>
                  <a:lnTo>
                    <a:pt x="4" y="112"/>
                  </a:lnTo>
                  <a:lnTo>
                    <a:pt x="2" y="119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0" y="125"/>
                  </a:lnTo>
                  <a:lnTo>
                    <a:pt x="0" y="131"/>
                  </a:lnTo>
                  <a:lnTo>
                    <a:pt x="2" y="134"/>
                  </a:lnTo>
                  <a:lnTo>
                    <a:pt x="2" y="142"/>
                  </a:lnTo>
                  <a:close/>
                  <a:moveTo>
                    <a:pt x="86" y="60"/>
                  </a:moveTo>
                  <a:lnTo>
                    <a:pt x="86" y="58"/>
                  </a:lnTo>
                  <a:lnTo>
                    <a:pt x="86" y="58"/>
                  </a:lnTo>
                  <a:lnTo>
                    <a:pt x="88" y="58"/>
                  </a:lnTo>
                  <a:lnTo>
                    <a:pt x="86" y="62"/>
                  </a:lnTo>
                  <a:lnTo>
                    <a:pt x="84" y="65"/>
                  </a:lnTo>
                  <a:lnTo>
                    <a:pt x="86" y="67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65"/>
                  </a:lnTo>
                  <a:lnTo>
                    <a:pt x="86" y="60"/>
                  </a:lnTo>
                  <a:close/>
                  <a:moveTo>
                    <a:pt x="78" y="90"/>
                  </a:moveTo>
                  <a:lnTo>
                    <a:pt x="80" y="90"/>
                  </a:lnTo>
                  <a:lnTo>
                    <a:pt x="80" y="90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6" y="90"/>
                  </a:lnTo>
                  <a:lnTo>
                    <a:pt x="78" y="90"/>
                  </a:lnTo>
                  <a:close/>
                  <a:moveTo>
                    <a:pt x="71" y="117"/>
                  </a:moveTo>
                  <a:lnTo>
                    <a:pt x="73" y="117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71" y="119"/>
                  </a:lnTo>
                  <a:lnTo>
                    <a:pt x="71" y="117"/>
                  </a:lnTo>
                  <a:close/>
                  <a:moveTo>
                    <a:pt x="48" y="125"/>
                  </a:moveTo>
                  <a:lnTo>
                    <a:pt x="52" y="123"/>
                  </a:lnTo>
                  <a:lnTo>
                    <a:pt x="48" y="127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5"/>
                  </a:lnTo>
                  <a:close/>
                  <a:moveTo>
                    <a:pt x="30" y="101"/>
                  </a:moveTo>
                  <a:lnTo>
                    <a:pt x="32" y="103"/>
                  </a:lnTo>
                  <a:lnTo>
                    <a:pt x="34" y="103"/>
                  </a:lnTo>
                  <a:lnTo>
                    <a:pt x="32" y="103"/>
                  </a:lnTo>
                  <a:lnTo>
                    <a:pt x="28" y="101"/>
                  </a:lnTo>
                  <a:lnTo>
                    <a:pt x="30" y="10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3" name="Freeform 6470">
              <a:extLst>
                <a:ext uri="{FF2B5EF4-FFF2-40B4-BE49-F238E27FC236}">
                  <a16:creationId xmlns:a16="http://schemas.microsoft.com/office/drawing/2014/main" id="{2739CAC3-4DAB-4162-BA5E-A3B3ED2082F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1" y="1225"/>
              <a:ext cx="17" cy="24"/>
            </a:xfrm>
            <a:custGeom>
              <a:avLst/>
              <a:gdLst>
                <a:gd name="T0" fmla="*/ 4 w 17"/>
                <a:gd name="T1" fmla="*/ 13 h 24"/>
                <a:gd name="T2" fmla="*/ 6 w 17"/>
                <a:gd name="T3" fmla="*/ 13 h 24"/>
                <a:gd name="T4" fmla="*/ 6 w 17"/>
                <a:gd name="T5" fmla="*/ 13 h 24"/>
                <a:gd name="T6" fmla="*/ 4 w 17"/>
                <a:gd name="T7" fmla="*/ 17 h 24"/>
                <a:gd name="T8" fmla="*/ 4 w 17"/>
                <a:gd name="T9" fmla="*/ 19 h 24"/>
                <a:gd name="T10" fmla="*/ 4 w 17"/>
                <a:gd name="T11" fmla="*/ 21 h 24"/>
                <a:gd name="T12" fmla="*/ 6 w 17"/>
                <a:gd name="T13" fmla="*/ 24 h 24"/>
                <a:gd name="T14" fmla="*/ 10 w 17"/>
                <a:gd name="T15" fmla="*/ 21 h 24"/>
                <a:gd name="T16" fmla="*/ 12 w 17"/>
                <a:gd name="T17" fmla="*/ 15 h 24"/>
                <a:gd name="T18" fmla="*/ 13 w 17"/>
                <a:gd name="T19" fmla="*/ 13 h 24"/>
                <a:gd name="T20" fmla="*/ 15 w 17"/>
                <a:gd name="T21" fmla="*/ 11 h 24"/>
                <a:gd name="T22" fmla="*/ 17 w 17"/>
                <a:gd name="T23" fmla="*/ 8 h 24"/>
                <a:gd name="T24" fmla="*/ 17 w 17"/>
                <a:gd name="T25" fmla="*/ 4 h 24"/>
                <a:gd name="T26" fmla="*/ 13 w 17"/>
                <a:gd name="T27" fmla="*/ 4 h 24"/>
                <a:gd name="T28" fmla="*/ 12 w 17"/>
                <a:gd name="T29" fmla="*/ 4 h 24"/>
                <a:gd name="T30" fmla="*/ 13 w 17"/>
                <a:gd name="T31" fmla="*/ 0 h 24"/>
                <a:gd name="T32" fmla="*/ 10 w 17"/>
                <a:gd name="T33" fmla="*/ 0 h 24"/>
                <a:gd name="T34" fmla="*/ 8 w 17"/>
                <a:gd name="T35" fmla="*/ 4 h 24"/>
                <a:gd name="T36" fmla="*/ 2 w 17"/>
                <a:gd name="T37" fmla="*/ 6 h 24"/>
                <a:gd name="T38" fmla="*/ 2 w 17"/>
                <a:gd name="T39" fmla="*/ 8 h 24"/>
                <a:gd name="T40" fmla="*/ 0 w 17"/>
                <a:gd name="T41" fmla="*/ 10 h 24"/>
                <a:gd name="T42" fmla="*/ 0 w 17"/>
                <a:gd name="T43" fmla="*/ 13 h 24"/>
                <a:gd name="T44" fmla="*/ 4 w 17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4">
                  <a:moveTo>
                    <a:pt x="4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6" y="24"/>
                  </a:lnTo>
                  <a:lnTo>
                    <a:pt x="10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5" y="11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4" name="Freeform 6471">
              <a:extLst>
                <a:ext uri="{FF2B5EF4-FFF2-40B4-BE49-F238E27FC236}">
                  <a16:creationId xmlns:a16="http://schemas.microsoft.com/office/drawing/2014/main" id="{2E21C001-204C-487D-A071-14FD5C6D3DF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8" y="1283"/>
              <a:ext cx="37" cy="48"/>
            </a:xfrm>
            <a:custGeom>
              <a:avLst/>
              <a:gdLst>
                <a:gd name="T0" fmla="*/ 6 w 37"/>
                <a:gd name="T1" fmla="*/ 22 h 48"/>
                <a:gd name="T2" fmla="*/ 4 w 37"/>
                <a:gd name="T3" fmla="*/ 22 h 48"/>
                <a:gd name="T4" fmla="*/ 4 w 37"/>
                <a:gd name="T5" fmla="*/ 26 h 48"/>
                <a:gd name="T6" fmla="*/ 7 w 37"/>
                <a:gd name="T7" fmla="*/ 28 h 48"/>
                <a:gd name="T8" fmla="*/ 9 w 37"/>
                <a:gd name="T9" fmla="*/ 32 h 48"/>
                <a:gd name="T10" fmla="*/ 9 w 37"/>
                <a:gd name="T11" fmla="*/ 32 h 48"/>
                <a:gd name="T12" fmla="*/ 7 w 37"/>
                <a:gd name="T13" fmla="*/ 30 h 48"/>
                <a:gd name="T14" fmla="*/ 2 w 37"/>
                <a:gd name="T15" fmla="*/ 30 h 48"/>
                <a:gd name="T16" fmla="*/ 0 w 37"/>
                <a:gd name="T17" fmla="*/ 34 h 48"/>
                <a:gd name="T18" fmla="*/ 4 w 37"/>
                <a:gd name="T19" fmla="*/ 35 h 48"/>
                <a:gd name="T20" fmla="*/ 4 w 37"/>
                <a:gd name="T21" fmla="*/ 39 h 48"/>
                <a:gd name="T22" fmla="*/ 4 w 37"/>
                <a:gd name="T23" fmla="*/ 39 h 48"/>
                <a:gd name="T24" fmla="*/ 4 w 37"/>
                <a:gd name="T25" fmla="*/ 41 h 48"/>
                <a:gd name="T26" fmla="*/ 4 w 37"/>
                <a:gd name="T27" fmla="*/ 47 h 48"/>
                <a:gd name="T28" fmla="*/ 7 w 37"/>
                <a:gd name="T29" fmla="*/ 45 h 48"/>
                <a:gd name="T30" fmla="*/ 7 w 37"/>
                <a:gd name="T31" fmla="*/ 43 h 48"/>
                <a:gd name="T32" fmla="*/ 9 w 37"/>
                <a:gd name="T33" fmla="*/ 43 h 48"/>
                <a:gd name="T34" fmla="*/ 9 w 37"/>
                <a:gd name="T35" fmla="*/ 47 h 48"/>
                <a:gd name="T36" fmla="*/ 11 w 37"/>
                <a:gd name="T37" fmla="*/ 47 h 48"/>
                <a:gd name="T38" fmla="*/ 15 w 37"/>
                <a:gd name="T39" fmla="*/ 45 h 48"/>
                <a:gd name="T40" fmla="*/ 19 w 37"/>
                <a:gd name="T41" fmla="*/ 47 h 48"/>
                <a:gd name="T42" fmla="*/ 20 w 37"/>
                <a:gd name="T43" fmla="*/ 45 h 48"/>
                <a:gd name="T44" fmla="*/ 22 w 37"/>
                <a:gd name="T45" fmla="*/ 45 h 48"/>
                <a:gd name="T46" fmla="*/ 22 w 37"/>
                <a:gd name="T47" fmla="*/ 47 h 48"/>
                <a:gd name="T48" fmla="*/ 24 w 37"/>
                <a:gd name="T49" fmla="*/ 48 h 48"/>
                <a:gd name="T50" fmla="*/ 26 w 37"/>
                <a:gd name="T51" fmla="*/ 47 h 48"/>
                <a:gd name="T52" fmla="*/ 32 w 37"/>
                <a:gd name="T53" fmla="*/ 43 h 48"/>
                <a:gd name="T54" fmla="*/ 32 w 37"/>
                <a:gd name="T55" fmla="*/ 39 h 48"/>
                <a:gd name="T56" fmla="*/ 32 w 37"/>
                <a:gd name="T57" fmla="*/ 34 h 48"/>
                <a:gd name="T58" fmla="*/ 32 w 37"/>
                <a:gd name="T59" fmla="*/ 35 h 48"/>
                <a:gd name="T60" fmla="*/ 33 w 37"/>
                <a:gd name="T61" fmla="*/ 34 h 48"/>
                <a:gd name="T62" fmla="*/ 37 w 37"/>
                <a:gd name="T63" fmla="*/ 30 h 48"/>
                <a:gd name="T64" fmla="*/ 35 w 37"/>
                <a:gd name="T65" fmla="*/ 24 h 48"/>
                <a:gd name="T66" fmla="*/ 35 w 37"/>
                <a:gd name="T67" fmla="*/ 22 h 48"/>
                <a:gd name="T68" fmla="*/ 35 w 37"/>
                <a:gd name="T69" fmla="*/ 20 h 48"/>
                <a:gd name="T70" fmla="*/ 32 w 37"/>
                <a:gd name="T71" fmla="*/ 20 h 48"/>
                <a:gd name="T72" fmla="*/ 32 w 37"/>
                <a:gd name="T73" fmla="*/ 17 h 48"/>
                <a:gd name="T74" fmla="*/ 30 w 37"/>
                <a:gd name="T75" fmla="*/ 15 h 48"/>
                <a:gd name="T76" fmla="*/ 30 w 37"/>
                <a:gd name="T77" fmla="*/ 15 h 48"/>
                <a:gd name="T78" fmla="*/ 28 w 37"/>
                <a:gd name="T79" fmla="*/ 11 h 48"/>
                <a:gd name="T80" fmla="*/ 28 w 37"/>
                <a:gd name="T81" fmla="*/ 11 h 48"/>
                <a:gd name="T82" fmla="*/ 26 w 37"/>
                <a:gd name="T83" fmla="*/ 9 h 48"/>
                <a:gd name="T84" fmla="*/ 26 w 37"/>
                <a:gd name="T85" fmla="*/ 7 h 48"/>
                <a:gd name="T86" fmla="*/ 26 w 37"/>
                <a:gd name="T87" fmla="*/ 6 h 48"/>
                <a:gd name="T88" fmla="*/ 22 w 37"/>
                <a:gd name="T89" fmla="*/ 0 h 48"/>
                <a:gd name="T90" fmla="*/ 19 w 37"/>
                <a:gd name="T91" fmla="*/ 0 h 48"/>
                <a:gd name="T92" fmla="*/ 15 w 37"/>
                <a:gd name="T93" fmla="*/ 4 h 48"/>
                <a:gd name="T94" fmla="*/ 13 w 37"/>
                <a:gd name="T95" fmla="*/ 6 h 48"/>
                <a:gd name="T96" fmla="*/ 11 w 37"/>
                <a:gd name="T97" fmla="*/ 9 h 48"/>
                <a:gd name="T98" fmla="*/ 11 w 37"/>
                <a:gd name="T99" fmla="*/ 9 h 48"/>
                <a:gd name="T100" fmla="*/ 9 w 37"/>
                <a:gd name="T101" fmla="*/ 9 h 48"/>
                <a:gd name="T102" fmla="*/ 7 w 37"/>
                <a:gd name="T103" fmla="*/ 13 h 48"/>
                <a:gd name="T104" fmla="*/ 6 w 37"/>
                <a:gd name="T105" fmla="*/ 19 h 48"/>
                <a:gd name="T106" fmla="*/ 4 w 37"/>
                <a:gd name="T107" fmla="*/ 20 h 48"/>
                <a:gd name="T108" fmla="*/ 6 w 37"/>
                <a:gd name="T10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48">
                  <a:moveTo>
                    <a:pt x="6" y="22"/>
                  </a:moveTo>
                  <a:lnTo>
                    <a:pt x="4" y="22"/>
                  </a:lnTo>
                  <a:lnTo>
                    <a:pt x="4" y="26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7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47"/>
                  </a:lnTo>
                  <a:lnTo>
                    <a:pt x="7" y="45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9" y="47"/>
                  </a:lnTo>
                  <a:lnTo>
                    <a:pt x="11" y="47"/>
                  </a:lnTo>
                  <a:lnTo>
                    <a:pt x="15" y="45"/>
                  </a:lnTo>
                  <a:lnTo>
                    <a:pt x="19" y="47"/>
                  </a:lnTo>
                  <a:lnTo>
                    <a:pt x="20" y="45"/>
                  </a:lnTo>
                  <a:lnTo>
                    <a:pt x="22" y="45"/>
                  </a:lnTo>
                  <a:lnTo>
                    <a:pt x="22" y="47"/>
                  </a:lnTo>
                  <a:lnTo>
                    <a:pt x="24" y="48"/>
                  </a:lnTo>
                  <a:lnTo>
                    <a:pt x="26" y="47"/>
                  </a:lnTo>
                  <a:lnTo>
                    <a:pt x="32" y="43"/>
                  </a:lnTo>
                  <a:lnTo>
                    <a:pt x="32" y="39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7" y="30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2" y="20"/>
                  </a:lnTo>
                  <a:lnTo>
                    <a:pt x="32" y="17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7" y="13"/>
                  </a:lnTo>
                  <a:lnTo>
                    <a:pt x="6" y="19"/>
                  </a:lnTo>
                  <a:lnTo>
                    <a:pt x="4" y="20"/>
                  </a:lnTo>
                  <a:lnTo>
                    <a:pt x="6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5" name="Freeform 6472">
              <a:extLst>
                <a:ext uri="{FF2B5EF4-FFF2-40B4-BE49-F238E27FC236}">
                  <a16:creationId xmlns:a16="http://schemas.microsoft.com/office/drawing/2014/main" id="{0005409E-FAD5-4673-B248-CD04C893E8B9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9" y="1354"/>
              <a:ext cx="17" cy="18"/>
            </a:xfrm>
            <a:custGeom>
              <a:avLst/>
              <a:gdLst>
                <a:gd name="T0" fmla="*/ 5 w 17"/>
                <a:gd name="T1" fmla="*/ 2 h 18"/>
                <a:gd name="T2" fmla="*/ 4 w 17"/>
                <a:gd name="T3" fmla="*/ 5 h 18"/>
                <a:gd name="T4" fmla="*/ 4 w 17"/>
                <a:gd name="T5" fmla="*/ 7 h 18"/>
                <a:gd name="T6" fmla="*/ 4 w 17"/>
                <a:gd name="T7" fmla="*/ 11 h 18"/>
                <a:gd name="T8" fmla="*/ 4 w 17"/>
                <a:gd name="T9" fmla="*/ 13 h 18"/>
                <a:gd name="T10" fmla="*/ 4 w 17"/>
                <a:gd name="T11" fmla="*/ 13 h 18"/>
                <a:gd name="T12" fmla="*/ 4 w 17"/>
                <a:gd name="T13" fmla="*/ 9 h 18"/>
                <a:gd name="T14" fmla="*/ 0 w 17"/>
                <a:gd name="T15" fmla="*/ 11 h 18"/>
                <a:gd name="T16" fmla="*/ 0 w 17"/>
                <a:gd name="T17" fmla="*/ 13 h 18"/>
                <a:gd name="T18" fmla="*/ 0 w 17"/>
                <a:gd name="T19" fmla="*/ 17 h 18"/>
                <a:gd name="T20" fmla="*/ 4 w 17"/>
                <a:gd name="T21" fmla="*/ 18 h 18"/>
                <a:gd name="T22" fmla="*/ 5 w 17"/>
                <a:gd name="T23" fmla="*/ 17 h 18"/>
                <a:gd name="T24" fmla="*/ 5 w 17"/>
                <a:gd name="T25" fmla="*/ 15 h 18"/>
                <a:gd name="T26" fmla="*/ 7 w 17"/>
                <a:gd name="T27" fmla="*/ 17 h 18"/>
                <a:gd name="T28" fmla="*/ 11 w 17"/>
                <a:gd name="T29" fmla="*/ 17 h 18"/>
                <a:gd name="T30" fmla="*/ 15 w 17"/>
                <a:gd name="T31" fmla="*/ 15 h 18"/>
                <a:gd name="T32" fmla="*/ 17 w 17"/>
                <a:gd name="T33" fmla="*/ 9 h 18"/>
                <a:gd name="T34" fmla="*/ 17 w 17"/>
                <a:gd name="T35" fmla="*/ 7 h 18"/>
                <a:gd name="T36" fmla="*/ 17 w 17"/>
                <a:gd name="T37" fmla="*/ 5 h 18"/>
                <a:gd name="T38" fmla="*/ 17 w 17"/>
                <a:gd name="T39" fmla="*/ 5 h 18"/>
                <a:gd name="T40" fmla="*/ 15 w 17"/>
                <a:gd name="T41" fmla="*/ 2 h 18"/>
                <a:gd name="T42" fmla="*/ 13 w 17"/>
                <a:gd name="T43" fmla="*/ 2 h 18"/>
                <a:gd name="T44" fmla="*/ 11 w 17"/>
                <a:gd name="T45" fmla="*/ 0 h 18"/>
                <a:gd name="T46" fmla="*/ 7 w 17"/>
                <a:gd name="T47" fmla="*/ 0 h 18"/>
                <a:gd name="T48" fmla="*/ 5 w 17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" h="18">
                  <a:moveTo>
                    <a:pt x="5" y="2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5"/>
                  </a:lnTo>
                  <a:lnTo>
                    <a:pt x="7" y="17"/>
                  </a:lnTo>
                  <a:lnTo>
                    <a:pt x="11" y="17"/>
                  </a:lnTo>
                  <a:lnTo>
                    <a:pt x="15" y="15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6" name="Freeform 6473">
              <a:extLst>
                <a:ext uri="{FF2B5EF4-FFF2-40B4-BE49-F238E27FC236}">
                  <a16:creationId xmlns:a16="http://schemas.microsoft.com/office/drawing/2014/main" id="{0378991D-0E6D-4808-BE0E-FE441DB22D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784" y="1852"/>
              <a:ext cx="11" cy="16"/>
            </a:xfrm>
            <a:custGeom>
              <a:avLst/>
              <a:gdLst>
                <a:gd name="T0" fmla="*/ 2 w 11"/>
                <a:gd name="T1" fmla="*/ 7 h 16"/>
                <a:gd name="T2" fmla="*/ 0 w 11"/>
                <a:gd name="T3" fmla="*/ 7 h 16"/>
                <a:gd name="T4" fmla="*/ 0 w 11"/>
                <a:gd name="T5" fmla="*/ 11 h 16"/>
                <a:gd name="T6" fmla="*/ 2 w 11"/>
                <a:gd name="T7" fmla="*/ 13 h 16"/>
                <a:gd name="T8" fmla="*/ 4 w 11"/>
                <a:gd name="T9" fmla="*/ 13 h 16"/>
                <a:gd name="T10" fmla="*/ 5 w 11"/>
                <a:gd name="T11" fmla="*/ 15 h 16"/>
                <a:gd name="T12" fmla="*/ 5 w 11"/>
                <a:gd name="T13" fmla="*/ 15 h 16"/>
                <a:gd name="T14" fmla="*/ 7 w 11"/>
                <a:gd name="T15" fmla="*/ 16 h 16"/>
                <a:gd name="T16" fmla="*/ 9 w 11"/>
                <a:gd name="T17" fmla="*/ 16 h 16"/>
                <a:gd name="T18" fmla="*/ 9 w 11"/>
                <a:gd name="T19" fmla="*/ 15 h 16"/>
                <a:gd name="T20" fmla="*/ 11 w 11"/>
                <a:gd name="T21" fmla="*/ 15 h 16"/>
                <a:gd name="T22" fmla="*/ 11 w 11"/>
                <a:gd name="T23" fmla="*/ 13 h 16"/>
                <a:gd name="T24" fmla="*/ 11 w 11"/>
                <a:gd name="T25" fmla="*/ 11 h 16"/>
                <a:gd name="T26" fmla="*/ 11 w 11"/>
                <a:gd name="T27" fmla="*/ 9 h 16"/>
                <a:gd name="T28" fmla="*/ 11 w 11"/>
                <a:gd name="T29" fmla="*/ 9 h 16"/>
                <a:gd name="T30" fmla="*/ 11 w 11"/>
                <a:gd name="T31" fmla="*/ 7 h 16"/>
                <a:gd name="T32" fmla="*/ 11 w 11"/>
                <a:gd name="T33" fmla="*/ 5 h 16"/>
                <a:gd name="T34" fmla="*/ 9 w 11"/>
                <a:gd name="T35" fmla="*/ 3 h 16"/>
                <a:gd name="T36" fmla="*/ 9 w 11"/>
                <a:gd name="T37" fmla="*/ 1 h 16"/>
                <a:gd name="T38" fmla="*/ 7 w 11"/>
                <a:gd name="T39" fmla="*/ 0 h 16"/>
                <a:gd name="T40" fmla="*/ 5 w 11"/>
                <a:gd name="T41" fmla="*/ 1 h 16"/>
                <a:gd name="T42" fmla="*/ 5 w 11"/>
                <a:gd name="T43" fmla="*/ 3 h 16"/>
                <a:gd name="T44" fmla="*/ 5 w 11"/>
                <a:gd name="T45" fmla="*/ 5 h 16"/>
                <a:gd name="T46" fmla="*/ 5 w 11"/>
                <a:gd name="T47" fmla="*/ 5 h 16"/>
                <a:gd name="T48" fmla="*/ 7 w 11"/>
                <a:gd name="T49" fmla="*/ 7 h 16"/>
                <a:gd name="T50" fmla="*/ 4 w 11"/>
                <a:gd name="T51" fmla="*/ 7 h 16"/>
                <a:gd name="T52" fmla="*/ 2 w 11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" h="16">
                  <a:moveTo>
                    <a:pt x="2" y="7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9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4" y="7"/>
                  </a:lnTo>
                  <a:lnTo>
                    <a:pt x="2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7" name="Freeform 6474">
              <a:extLst>
                <a:ext uri="{FF2B5EF4-FFF2-40B4-BE49-F238E27FC236}">
                  <a16:creationId xmlns:a16="http://schemas.microsoft.com/office/drawing/2014/main" id="{39661C36-F4D2-486A-9A9D-219A20FA083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1878"/>
              <a:ext cx="11" cy="11"/>
            </a:xfrm>
            <a:custGeom>
              <a:avLst/>
              <a:gdLst>
                <a:gd name="T0" fmla="*/ 11 w 11"/>
                <a:gd name="T1" fmla="*/ 0 h 11"/>
                <a:gd name="T2" fmla="*/ 6 w 11"/>
                <a:gd name="T3" fmla="*/ 0 h 11"/>
                <a:gd name="T4" fmla="*/ 4 w 11"/>
                <a:gd name="T5" fmla="*/ 3 h 11"/>
                <a:gd name="T6" fmla="*/ 4 w 11"/>
                <a:gd name="T7" fmla="*/ 5 h 11"/>
                <a:gd name="T8" fmla="*/ 2 w 11"/>
                <a:gd name="T9" fmla="*/ 5 h 11"/>
                <a:gd name="T10" fmla="*/ 0 w 11"/>
                <a:gd name="T11" fmla="*/ 9 h 11"/>
                <a:gd name="T12" fmla="*/ 2 w 11"/>
                <a:gd name="T13" fmla="*/ 11 h 11"/>
                <a:gd name="T14" fmla="*/ 4 w 11"/>
                <a:gd name="T15" fmla="*/ 11 h 11"/>
                <a:gd name="T16" fmla="*/ 6 w 11"/>
                <a:gd name="T17" fmla="*/ 9 h 11"/>
                <a:gd name="T18" fmla="*/ 7 w 11"/>
                <a:gd name="T19" fmla="*/ 9 h 11"/>
                <a:gd name="T20" fmla="*/ 9 w 11"/>
                <a:gd name="T21" fmla="*/ 7 h 11"/>
                <a:gd name="T22" fmla="*/ 11 w 11"/>
                <a:gd name="T23" fmla="*/ 5 h 11"/>
                <a:gd name="T24" fmla="*/ 11 w 11"/>
                <a:gd name="T25" fmla="*/ 3 h 11"/>
                <a:gd name="T26" fmla="*/ 11 w 11"/>
                <a:gd name="T27" fmla="*/ 3 h 11"/>
                <a:gd name="T28" fmla="*/ 11 w 11"/>
                <a:gd name="T29" fmla="*/ 2 h 11"/>
                <a:gd name="T30" fmla="*/ 11 w 11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6" y="0"/>
                  </a:lnTo>
                  <a:lnTo>
                    <a:pt x="4" y="3"/>
                  </a:lnTo>
                  <a:lnTo>
                    <a:pt x="4" y="5"/>
                  </a:lnTo>
                  <a:lnTo>
                    <a:pt x="2" y="5"/>
                  </a:lnTo>
                  <a:lnTo>
                    <a:pt x="0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6" y="9"/>
                  </a:lnTo>
                  <a:lnTo>
                    <a:pt x="7" y="9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8" name="Freeform 6475">
              <a:extLst>
                <a:ext uri="{FF2B5EF4-FFF2-40B4-BE49-F238E27FC236}">
                  <a16:creationId xmlns:a16="http://schemas.microsoft.com/office/drawing/2014/main" id="{7AE1E259-49DB-4A4E-9979-A36ECA55CC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0" y="1820"/>
              <a:ext cx="14" cy="9"/>
            </a:xfrm>
            <a:custGeom>
              <a:avLst/>
              <a:gdLst>
                <a:gd name="T0" fmla="*/ 9 w 14"/>
                <a:gd name="T1" fmla="*/ 4 h 9"/>
                <a:gd name="T2" fmla="*/ 7 w 14"/>
                <a:gd name="T3" fmla="*/ 0 h 9"/>
                <a:gd name="T4" fmla="*/ 3 w 14"/>
                <a:gd name="T5" fmla="*/ 0 h 9"/>
                <a:gd name="T6" fmla="*/ 0 w 14"/>
                <a:gd name="T7" fmla="*/ 2 h 9"/>
                <a:gd name="T8" fmla="*/ 5 w 14"/>
                <a:gd name="T9" fmla="*/ 4 h 9"/>
                <a:gd name="T10" fmla="*/ 7 w 14"/>
                <a:gd name="T11" fmla="*/ 5 h 9"/>
                <a:gd name="T12" fmla="*/ 9 w 14"/>
                <a:gd name="T13" fmla="*/ 5 h 9"/>
                <a:gd name="T14" fmla="*/ 14 w 14"/>
                <a:gd name="T15" fmla="*/ 9 h 9"/>
                <a:gd name="T16" fmla="*/ 13 w 14"/>
                <a:gd name="T17" fmla="*/ 4 h 9"/>
                <a:gd name="T18" fmla="*/ 9 w 14"/>
                <a:gd name="T1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9">
                  <a:moveTo>
                    <a:pt x="9" y="4"/>
                  </a:moveTo>
                  <a:lnTo>
                    <a:pt x="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5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14" y="9"/>
                  </a:lnTo>
                  <a:lnTo>
                    <a:pt x="13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9" name="Freeform 6476">
              <a:extLst>
                <a:ext uri="{FF2B5EF4-FFF2-40B4-BE49-F238E27FC236}">
                  <a16:creationId xmlns:a16="http://schemas.microsoft.com/office/drawing/2014/main" id="{8D49BCD9-D267-4C55-AD0E-77E0ED2D9CF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4" y="1822"/>
              <a:ext cx="13" cy="11"/>
            </a:xfrm>
            <a:custGeom>
              <a:avLst/>
              <a:gdLst>
                <a:gd name="T0" fmla="*/ 6 w 13"/>
                <a:gd name="T1" fmla="*/ 9 h 11"/>
                <a:gd name="T2" fmla="*/ 8 w 13"/>
                <a:gd name="T3" fmla="*/ 9 h 11"/>
                <a:gd name="T4" fmla="*/ 10 w 13"/>
                <a:gd name="T5" fmla="*/ 11 h 11"/>
                <a:gd name="T6" fmla="*/ 11 w 13"/>
                <a:gd name="T7" fmla="*/ 9 h 11"/>
                <a:gd name="T8" fmla="*/ 11 w 13"/>
                <a:gd name="T9" fmla="*/ 9 h 11"/>
                <a:gd name="T10" fmla="*/ 13 w 13"/>
                <a:gd name="T11" fmla="*/ 9 h 11"/>
                <a:gd name="T12" fmla="*/ 13 w 13"/>
                <a:gd name="T13" fmla="*/ 5 h 11"/>
                <a:gd name="T14" fmla="*/ 11 w 13"/>
                <a:gd name="T15" fmla="*/ 3 h 11"/>
                <a:gd name="T16" fmla="*/ 10 w 13"/>
                <a:gd name="T17" fmla="*/ 3 h 11"/>
                <a:gd name="T18" fmla="*/ 8 w 13"/>
                <a:gd name="T19" fmla="*/ 2 h 11"/>
                <a:gd name="T20" fmla="*/ 6 w 13"/>
                <a:gd name="T21" fmla="*/ 2 h 11"/>
                <a:gd name="T22" fmla="*/ 4 w 13"/>
                <a:gd name="T23" fmla="*/ 0 h 11"/>
                <a:gd name="T24" fmla="*/ 0 w 13"/>
                <a:gd name="T25" fmla="*/ 2 h 11"/>
                <a:gd name="T26" fmla="*/ 2 w 13"/>
                <a:gd name="T27" fmla="*/ 3 h 11"/>
                <a:gd name="T28" fmla="*/ 6 w 13"/>
                <a:gd name="T29" fmla="*/ 5 h 11"/>
                <a:gd name="T30" fmla="*/ 6 w 13"/>
                <a:gd name="T31" fmla="*/ 5 h 11"/>
                <a:gd name="T32" fmla="*/ 6 w 13"/>
                <a:gd name="T33" fmla="*/ 5 h 11"/>
                <a:gd name="T34" fmla="*/ 6 w 13"/>
                <a:gd name="T3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11">
                  <a:moveTo>
                    <a:pt x="6" y="9"/>
                  </a:moveTo>
                  <a:lnTo>
                    <a:pt x="8" y="9"/>
                  </a:lnTo>
                  <a:lnTo>
                    <a:pt x="10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0" name="Freeform 6477">
              <a:extLst>
                <a:ext uri="{FF2B5EF4-FFF2-40B4-BE49-F238E27FC236}">
                  <a16:creationId xmlns:a16="http://schemas.microsoft.com/office/drawing/2014/main" id="{64CD1825-1FB5-48AC-A03C-011C8E5DC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2439" y="1583"/>
              <a:ext cx="4" cy="8"/>
            </a:xfrm>
            <a:custGeom>
              <a:avLst/>
              <a:gdLst>
                <a:gd name="T0" fmla="*/ 2 w 4"/>
                <a:gd name="T1" fmla="*/ 4 h 8"/>
                <a:gd name="T2" fmla="*/ 0 w 4"/>
                <a:gd name="T3" fmla="*/ 6 h 8"/>
                <a:gd name="T4" fmla="*/ 4 w 4"/>
                <a:gd name="T5" fmla="*/ 8 h 8"/>
                <a:gd name="T6" fmla="*/ 4 w 4"/>
                <a:gd name="T7" fmla="*/ 4 h 8"/>
                <a:gd name="T8" fmla="*/ 4 w 4"/>
                <a:gd name="T9" fmla="*/ 0 h 8"/>
                <a:gd name="T10" fmla="*/ 2 w 4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2" y="4"/>
                  </a:moveTo>
                  <a:lnTo>
                    <a:pt x="0" y="6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1" name="Freeform 6478">
              <a:extLst>
                <a:ext uri="{FF2B5EF4-FFF2-40B4-BE49-F238E27FC236}">
                  <a16:creationId xmlns:a16="http://schemas.microsoft.com/office/drawing/2014/main" id="{9761D162-193E-4544-945C-98A7B5C8D49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71"/>
              <a:ext cx="6" cy="9"/>
            </a:xfrm>
            <a:custGeom>
              <a:avLst/>
              <a:gdLst>
                <a:gd name="T0" fmla="*/ 2 w 6"/>
                <a:gd name="T1" fmla="*/ 9 h 9"/>
                <a:gd name="T2" fmla="*/ 4 w 6"/>
                <a:gd name="T3" fmla="*/ 7 h 9"/>
                <a:gd name="T4" fmla="*/ 4 w 6"/>
                <a:gd name="T5" fmla="*/ 5 h 9"/>
                <a:gd name="T6" fmla="*/ 6 w 6"/>
                <a:gd name="T7" fmla="*/ 5 h 9"/>
                <a:gd name="T8" fmla="*/ 6 w 6"/>
                <a:gd name="T9" fmla="*/ 2 h 9"/>
                <a:gd name="T10" fmla="*/ 4 w 6"/>
                <a:gd name="T11" fmla="*/ 2 h 9"/>
                <a:gd name="T12" fmla="*/ 2 w 6"/>
                <a:gd name="T13" fmla="*/ 0 h 9"/>
                <a:gd name="T14" fmla="*/ 0 w 6"/>
                <a:gd name="T15" fmla="*/ 3 h 9"/>
                <a:gd name="T16" fmla="*/ 2 w 6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2" name="Freeform 6479">
              <a:extLst>
                <a:ext uri="{FF2B5EF4-FFF2-40B4-BE49-F238E27FC236}">
                  <a16:creationId xmlns:a16="http://schemas.microsoft.com/office/drawing/2014/main" id="{9173E378-C3CD-4294-BF58-5B08BFBF23D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6" y="1684"/>
              <a:ext cx="17" cy="13"/>
            </a:xfrm>
            <a:custGeom>
              <a:avLst/>
              <a:gdLst>
                <a:gd name="T0" fmla="*/ 13 w 17"/>
                <a:gd name="T1" fmla="*/ 5 h 13"/>
                <a:gd name="T2" fmla="*/ 11 w 17"/>
                <a:gd name="T3" fmla="*/ 4 h 13"/>
                <a:gd name="T4" fmla="*/ 9 w 17"/>
                <a:gd name="T5" fmla="*/ 4 h 13"/>
                <a:gd name="T6" fmla="*/ 8 w 17"/>
                <a:gd name="T7" fmla="*/ 0 h 13"/>
                <a:gd name="T8" fmla="*/ 6 w 17"/>
                <a:gd name="T9" fmla="*/ 2 h 13"/>
                <a:gd name="T10" fmla="*/ 4 w 17"/>
                <a:gd name="T11" fmla="*/ 4 h 13"/>
                <a:gd name="T12" fmla="*/ 4 w 17"/>
                <a:gd name="T13" fmla="*/ 4 h 13"/>
                <a:gd name="T14" fmla="*/ 2 w 17"/>
                <a:gd name="T15" fmla="*/ 4 h 13"/>
                <a:gd name="T16" fmla="*/ 0 w 17"/>
                <a:gd name="T17" fmla="*/ 5 h 13"/>
                <a:gd name="T18" fmla="*/ 2 w 17"/>
                <a:gd name="T19" fmla="*/ 7 h 13"/>
                <a:gd name="T20" fmla="*/ 2 w 17"/>
                <a:gd name="T21" fmla="*/ 11 h 13"/>
                <a:gd name="T22" fmla="*/ 4 w 17"/>
                <a:gd name="T23" fmla="*/ 13 h 13"/>
                <a:gd name="T24" fmla="*/ 6 w 17"/>
                <a:gd name="T25" fmla="*/ 13 h 13"/>
                <a:gd name="T26" fmla="*/ 8 w 17"/>
                <a:gd name="T27" fmla="*/ 13 h 13"/>
                <a:gd name="T28" fmla="*/ 9 w 17"/>
                <a:gd name="T29" fmla="*/ 13 h 13"/>
                <a:gd name="T30" fmla="*/ 11 w 17"/>
                <a:gd name="T31" fmla="*/ 13 h 13"/>
                <a:gd name="T32" fmla="*/ 15 w 17"/>
                <a:gd name="T33" fmla="*/ 13 h 13"/>
                <a:gd name="T34" fmla="*/ 17 w 17"/>
                <a:gd name="T35" fmla="*/ 11 h 13"/>
                <a:gd name="T36" fmla="*/ 15 w 17"/>
                <a:gd name="T37" fmla="*/ 9 h 13"/>
                <a:gd name="T38" fmla="*/ 15 w 17"/>
                <a:gd name="T39" fmla="*/ 5 h 13"/>
                <a:gd name="T40" fmla="*/ 13 w 17"/>
                <a:gd name="T4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3">
                  <a:moveTo>
                    <a:pt x="13" y="5"/>
                  </a:moveTo>
                  <a:lnTo>
                    <a:pt x="11" y="4"/>
                  </a:lnTo>
                  <a:lnTo>
                    <a:pt x="9" y="4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1"/>
                  </a:lnTo>
                  <a:lnTo>
                    <a:pt x="15" y="9"/>
                  </a:lnTo>
                  <a:lnTo>
                    <a:pt x="15" y="5"/>
                  </a:lnTo>
                  <a:lnTo>
                    <a:pt x="13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3" name="Freeform 6480">
              <a:extLst>
                <a:ext uri="{FF2B5EF4-FFF2-40B4-BE49-F238E27FC236}">
                  <a16:creationId xmlns:a16="http://schemas.microsoft.com/office/drawing/2014/main" id="{FE3CB18F-99E4-466F-873C-9AEF27CADE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4" y="1784"/>
              <a:ext cx="7" cy="4"/>
            </a:xfrm>
            <a:custGeom>
              <a:avLst/>
              <a:gdLst>
                <a:gd name="T0" fmla="*/ 7 w 7"/>
                <a:gd name="T1" fmla="*/ 2 h 4"/>
                <a:gd name="T2" fmla="*/ 5 w 7"/>
                <a:gd name="T3" fmla="*/ 0 h 4"/>
                <a:gd name="T4" fmla="*/ 1 w 7"/>
                <a:gd name="T5" fmla="*/ 0 h 4"/>
                <a:gd name="T6" fmla="*/ 0 w 7"/>
                <a:gd name="T7" fmla="*/ 4 h 4"/>
                <a:gd name="T8" fmla="*/ 5 w 7"/>
                <a:gd name="T9" fmla="*/ 4 h 4"/>
                <a:gd name="T10" fmla="*/ 7 w 7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lnTo>
                    <a:pt x="5" y="0"/>
                  </a:lnTo>
                  <a:lnTo>
                    <a:pt x="1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4" name="Freeform 6481">
              <a:extLst>
                <a:ext uri="{FF2B5EF4-FFF2-40B4-BE49-F238E27FC236}">
                  <a16:creationId xmlns:a16="http://schemas.microsoft.com/office/drawing/2014/main" id="{6AD04FFB-45D1-47B8-BED6-95DD3330F5B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7" y="1663"/>
              <a:ext cx="6" cy="8"/>
            </a:xfrm>
            <a:custGeom>
              <a:avLst/>
              <a:gdLst>
                <a:gd name="T0" fmla="*/ 0 w 6"/>
                <a:gd name="T1" fmla="*/ 8 h 8"/>
                <a:gd name="T2" fmla="*/ 4 w 6"/>
                <a:gd name="T3" fmla="*/ 8 h 8"/>
                <a:gd name="T4" fmla="*/ 4 w 6"/>
                <a:gd name="T5" fmla="*/ 6 h 8"/>
                <a:gd name="T6" fmla="*/ 6 w 6"/>
                <a:gd name="T7" fmla="*/ 2 h 8"/>
                <a:gd name="T8" fmla="*/ 4 w 6"/>
                <a:gd name="T9" fmla="*/ 0 h 8"/>
                <a:gd name="T10" fmla="*/ 0 w 6"/>
                <a:gd name="T11" fmla="*/ 0 h 8"/>
                <a:gd name="T12" fmla="*/ 0 w 6"/>
                <a:gd name="T13" fmla="*/ 4 h 8"/>
                <a:gd name="T14" fmla="*/ 0 w 6"/>
                <a:gd name="T15" fmla="*/ 6 h 8"/>
                <a:gd name="T16" fmla="*/ 0 w 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4" y="8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5" name="Freeform 6482">
              <a:extLst>
                <a:ext uri="{FF2B5EF4-FFF2-40B4-BE49-F238E27FC236}">
                  <a16:creationId xmlns:a16="http://schemas.microsoft.com/office/drawing/2014/main" id="{3DE8368F-9616-45D1-95D0-EA2F247F2F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4" y="1676"/>
              <a:ext cx="32" cy="30"/>
            </a:xfrm>
            <a:custGeom>
              <a:avLst/>
              <a:gdLst>
                <a:gd name="T0" fmla="*/ 15 w 32"/>
                <a:gd name="T1" fmla="*/ 2 h 30"/>
                <a:gd name="T2" fmla="*/ 13 w 32"/>
                <a:gd name="T3" fmla="*/ 4 h 30"/>
                <a:gd name="T4" fmla="*/ 10 w 32"/>
                <a:gd name="T5" fmla="*/ 10 h 30"/>
                <a:gd name="T6" fmla="*/ 6 w 32"/>
                <a:gd name="T7" fmla="*/ 10 h 30"/>
                <a:gd name="T8" fmla="*/ 6 w 32"/>
                <a:gd name="T9" fmla="*/ 13 h 30"/>
                <a:gd name="T10" fmla="*/ 0 w 32"/>
                <a:gd name="T11" fmla="*/ 17 h 30"/>
                <a:gd name="T12" fmla="*/ 0 w 32"/>
                <a:gd name="T13" fmla="*/ 25 h 30"/>
                <a:gd name="T14" fmla="*/ 2 w 32"/>
                <a:gd name="T15" fmla="*/ 25 h 30"/>
                <a:gd name="T16" fmla="*/ 0 w 32"/>
                <a:gd name="T17" fmla="*/ 28 h 30"/>
                <a:gd name="T18" fmla="*/ 2 w 32"/>
                <a:gd name="T19" fmla="*/ 30 h 30"/>
                <a:gd name="T20" fmla="*/ 4 w 32"/>
                <a:gd name="T21" fmla="*/ 30 h 30"/>
                <a:gd name="T22" fmla="*/ 6 w 32"/>
                <a:gd name="T23" fmla="*/ 30 h 30"/>
                <a:gd name="T24" fmla="*/ 10 w 32"/>
                <a:gd name="T25" fmla="*/ 30 h 30"/>
                <a:gd name="T26" fmla="*/ 12 w 32"/>
                <a:gd name="T27" fmla="*/ 30 h 30"/>
                <a:gd name="T28" fmla="*/ 15 w 32"/>
                <a:gd name="T29" fmla="*/ 30 h 30"/>
                <a:gd name="T30" fmla="*/ 17 w 32"/>
                <a:gd name="T31" fmla="*/ 28 h 30"/>
                <a:gd name="T32" fmla="*/ 17 w 32"/>
                <a:gd name="T33" fmla="*/ 28 h 30"/>
                <a:gd name="T34" fmla="*/ 21 w 32"/>
                <a:gd name="T35" fmla="*/ 26 h 30"/>
                <a:gd name="T36" fmla="*/ 23 w 32"/>
                <a:gd name="T37" fmla="*/ 26 h 30"/>
                <a:gd name="T38" fmla="*/ 28 w 32"/>
                <a:gd name="T39" fmla="*/ 17 h 30"/>
                <a:gd name="T40" fmla="*/ 28 w 32"/>
                <a:gd name="T41" fmla="*/ 15 h 30"/>
                <a:gd name="T42" fmla="*/ 30 w 32"/>
                <a:gd name="T43" fmla="*/ 13 h 30"/>
                <a:gd name="T44" fmla="*/ 32 w 32"/>
                <a:gd name="T45" fmla="*/ 12 h 30"/>
                <a:gd name="T46" fmla="*/ 32 w 32"/>
                <a:gd name="T47" fmla="*/ 8 h 30"/>
                <a:gd name="T48" fmla="*/ 32 w 32"/>
                <a:gd name="T49" fmla="*/ 6 h 30"/>
                <a:gd name="T50" fmla="*/ 28 w 32"/>
                <a:gd name="T51" fmla="*/ 2 h 30"/>
                <a:gd name="T52" fmla="*/ 28 w 32"/>
                <a:gd name="T53" fmla="*/ 2 h 30"/>
                <a:gd name="T54" fmla="*/ 27 w 32"/>
                <a:gd name="T55" fmla="*/ 0 h 30"/>
                <a:gd name="T56" fmla="*/ 23 w 32"/>
                <a:gd name="T57" fmla="*/ 0 h 30"/>
                <a:gd name="T58" fmla="*/ 21 w 32"/>
                <a:gd name="T59" fmla="*/ 0 h 30"/>
                <a:gd name="T60" fmla="*/ 19 w 32"/>
                <a:gd name="T61" fmla="*/ 0 h 30"/>
                <a:gd name="T62" fmla="*/ 17 w 32"/>
                <a:gd name="T63" fmla="*/ 2 h 30"/>
                <a:gd name="T64" fmla="*/ 15 w 32"/>
                <a:gd name="T6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0">
                  <a:moveTo>
                    <a:pt x="15" y="2"/>
                  </a:moveTo>
                  <a:lnTo>
                    <a:pt x="13" y="4"/>
                  </a:lnTo>
                  <a:lnTo>
                    <a:pt x="10" y="10"/>
                  </a:lnTo>
                  <a:lnTo>
                    <a:pt x="6" y="10"/>
                  </a:lnTo>
                  <a:lnTo>
                    <a:pt x="6" y="13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30" y="13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6" name="Freeform 6483">
              <a:extLst>
                <a:ext uri="{FF2B5EF4-FFF2-40B4-BE49-F238E27FC236}">
                  <a16:creationId xmlns:a16="http://schemas.microsoft.com/office/drawing/2014/main" id="{9896E0A1-E419-4C82-8D4D-814803C612F5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1" y="1648"/>
              <a:ext cx="10" cy="10"/>
            </a:xfrm>
            <a:custGeom>
              <a:avLst/>
              <a:gdLst>
                <a:gd name="T0" fmla="*/ 8 w 10"/>
                <a:gd name="T1" fmla="*/ 8 h 10"/>
                <a:gd name="T2" fmla="*/ 10 w 10"/>
                <a:gd name="T3" fmla="*/ 8 h 10"/>
                <a:gd name="T4" fmla="*/ 10 w 10"/>
                <a:gd name="T5" fmla="*/ 4 h 10"/>
                <a:gd name="T6" fmla="*/ 10 w 10"/>
                <a:gd name="T7" fmla="*/ 0 h 10"/>
                <a:gd name="T8" fmla="*/ 6 w 10"/>
                <a:gd name="T9" fmla="*/ 0 h 10"/>
                <a:gd name="T10" fmla="*/ 4 w 10"/>
                <a:gd name="T11" fmla="*/ 0 h 10"/>
                <a:gd name="T12" fmla="*/ 2 w 10"/>
                <a:gd name="T13" fmla="*/ 2 h 10"/>
                <a:gd name="T14" fmla="*/ 0 w 10"/>
                <a:gd name="T15" fmla="*/ 4 h 10"/>
                <a:gd name="T16" fmla="*/ 2 w 10"/>
                <a:gd name="T17" fmla="*/ 10 h 10"/>
                <a:gd name="T18" fmla="*/ 6 w 10"/>
                <a:gd name="T19" fmla="*/ 10 h 10"/>
                <a:gd name="T20" fmla="*/ 8 w 10"/>
                <a:gd name="T2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0">
                  <a:moveTo>
                    <a:pt x="8" y="8"/>
                  </a:moveTo>
                  <a:lnTo>
                    <a:pt x="10" y="8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7" name="Freeform 6484">
              <a:extLst>
                <a:ext uri="{FF2B5EF4-FFF2-40B4-BE49-F238E27FC236}">
                  <a16:creationId xmlns:a16="http://schemas.microsoft.com/office/drawing/2014/main" id="{32219C80-2A58-417C-A841-2E39A8ACFFA5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45"/>
              <a:ext cx="21" cy="16"/>
            </a:xfrm>
            <a:custGeom>
              <a:avLst/>
              <a:gdLst>
                <a:gd name="T0" fmla="*/ 11 w 21"/>
                <a:gd name="T1" fmla="*/ 5 h 16"/>
                <a:gd name="T2" fmla="*/ 10 w 21"/>
                <a:gd name="T3" fmla="*/ 5 h 16"/>
                <a:gd name="T4" fmla="*/ 6 w 21"/>
                <a:gd name="T5" fmla="*/ 5 h 16"/>
                <a:gd name="T6" fmla="*/ 4 w 21"/>
                <a:gd name="T7" fmla="*/ 7 h 16"/>
                <a:gd name="T8" fmla="*/ 2 w 21"/>
                <a:gd name="T9" fmla="*/ 9 h 16"/>
                <a:gd name="T10" fmla="*/ 0 w 21"/>
                <a:gd name="T11" fmla="*/ 11 h 16"/>
                <a:gd name="T12" fmla="*/ 2 w 21"/>
                <a:gd name="T13" fmla="*/ 16 h 16"/>
                <a:gd name="T14" fmla="*/ 4 w 21"/>
                <a:gd name="T15" fmla="*/ 15 h 16"/>
                <a:gd name="T16" fmla="*/ 6 w 21"/>
                <a:gd name="T17" fmla="*/ 15 h 16"/>
                <a:gd name="T18" fmla="*/ 8 w 21"/>
                <a:gd name="T19" fmla="*/ 15 h 16"/>
                <a:gd name="T20" fmla="*/ 13 w 21"/>
                <a:gd name="T21" fmla="*/ 11 h 16"/>
                <a:gd name="T22" fmla="*/ 15 w 21"/>
                <a:gd name="T23" fmla="*/ 9 h 16"/>
                <a:gd name="T24" fmla="*/ 17 w 21"/>
                <a:gd name="T25" fmla="*/ 9 h 16"/>
                <a:gd name="T26" fmla="*/ 19 w 21"/>
                <a:gd name="T27" fmla="*/ 7 h 16"/>
                <a:gd name="T28" fmla="*/ 21 w 21"/>
                <a:gd name="T29" fmla="*/ 5 h 16"/>
                <a:gd name="T30" fmla="*/ 21 w 21"/>
                <a:gd name="T31" fmla="*/ 2 h 16"/>
                <a:gd name="T32" fmla="*/ 19 w 21"/>
                <a:gd name="T33" fmla="*/ 0 h 16"/>
                <a:gd name="T34" fmla="*/ 15 w 21"/>
                <a:gd name="T35" fmla="*/ 0 h 16"/>
                <a:gd name="T36" fmla="*/ 15 w 21"/>
                <a:gd name="T37" fmla="*/ 2 h 16"/>
                <a:gd name="T38" fmla="*/ 15 w 21"/>
                <a:gd name="T39" fmla="*/ 2 h 16"/>
                <a:gd name="T40" fmla="*/ 11 w 21"/>
                <a:gd name="T4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6">
                  <a:moveTo>
                    <a:pt x="11" y="5"/>
                  </a:moveTo>
                  <a:lnTo>
                    <a:pt x="10" y="5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8" name="Freeform 6485">
              <a:extLst>
                <a:ext uri="{FF2B5EF4-FFF2-40B4-BE49-F238E27FC236}">
                  <a16:creationId xmlns:a16="http://schemas.microsoft.com/office/drawing/2014/main" id="{35D3B304-DE85-40EB-A1F3-6B6AB429148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8" y="1635"/>
              <a:ext cx="13" cy="10"/>
            </a:xfrm>
            <a:custGeom>
              <a:avLst/>
              <a:gdLst>
                <a:gd name="T0" fmla="*/ 9 w 13"/>
                <a:gd name="T1" fmla="*/ 0 h 10"/>
                <a:gd name="T2" fmla="*/ 8 w 13"/>
                <a:gd name="T3" fmla="*/ 2 h 10"/>
                <a:gd name="T4" fmla="*/ 6 w 13"/>
                <a:gd name="T5" fmla="*/ 2 h 10"/>
                <a:gd name="T6" fmla="*/ 4 w 13"/>
                <a:gd name="T7" fmla="*/ 6 h 10"/>
                <a:gd name="T8" fmla="*/ 0 w 13"/>
                <a:gd name="T9" fmla="*/ 10 h 10"/>
                <a:gd name="T10" fmla="*/ 4 w 13"/>
                <a:gd name="T11" fmla="*/ 8 h 10"/>
                <a:gd name="T12" fmla="*/ 8 w 13"/>
                <a:gd name="T13" fmla="*/ 8 h 10"/>
                <a:gd name="T14" fmla="*/ 9 w 13"/>
                <a:gd name="T15" fmla="*/ 6 h 10"/>
                <a:gd name="T16" fmla="*/ 13 w 13"/>
                <a:gd name="T17" fmla="*/ 6 h 10"/>
                <a:gd name="T18" fmla="*/ 13 w 13"/>
                <a:gd name="T19" fmla="*/ 2 h 10"/>
                <a:gd name="T20" fmla="*/ 11 w 13"/>
                <a:gd name="T21" fmla="*/ 0 h 10"/>
                <a:gd name="T22" fmla="*/ 9 w 13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0">
                  <a:moveTo>
                    <a:pt x="9" y="0"/>
                  </a:moveTo>
                  <a:lnTo>
                    <a:pt x="8" y="2"/>
                  </a:lnTo>
                  <a:lnTo>
                    <a:pt x="6" y="2"/>
                  </a:lnTo>
                  <a:lnTo>
                    <a:pt x="4" y="6"/>
                  </a:lnTo>
                  <a:lnTo>
                    <a:pt x="0" y="10"/>
                  </a:lnTo>
                  <a:lnTo>
                    <a:pt x="4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13" y="6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9" name="Freeform 6486">
              <a:extLst>
                <a:ext uri="{FF2B5EF4-FFF2-40B4-BE49-F238E27FC236}">
                  <a16:creationId xmlns:a16="http://schemas.microsoft.com/office/drawing/2014/main" id="{240FC546-FED7-49DA-B02F-9A6396794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6" y="2090"/>
              <a:ext cx="4" cy="4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2 w 4"/>
                <a:gd name="T5" fmla="*/ 4 h 4"/>
                <a:gd name="T6" fmla="*/ 2 w 4"/>
                <a:gd name="T7" fmla="*/ 4 h 4"/>
                <a:gd name="T8" fmla="*/ 4 w 4"/>
                <a:gd name="T9" fmla="*/ 4 h 4"/>
                <a:gd name="T10" fmla="*/ 4 w 4"/>
                <a:gd name="T11" fmla="*/ 0 h 4"/>
                <a:gd name="T12" fmla="*/ 2 w 4"/>
                <a:gd name="T13" fmla="*/ 0 h 4"/>
                <a:gd name="T14" fmla="*/ 0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0" name="Freeform 6487">
              <a:extLst>
                <a:ext uri="{FF2B5EF4-FFF2-40B4-BE49-F238E27FC236}">
                  <a16:creationId xmlns:a16="http://schemas.microsoft.com/office/drawing/2014/main" id="{7B166605-F6A0-4FCB-ABA0-106BA962D52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" y="1794"/>
              <a:ext cx="4" cy="5"/>
            </a:xfrm>
            <a:custGeom>
              <a:avLst/>
              <a:gdLst>
                <a:gd name="T0" fmla="*/ 2 w 4"/>
                <a:gd name="T1" fmla="*/ 5 h 5"/>
                <a:gd name="T2" fmla="*/ 4 w 4"/>
                <a:gd name="T3" fmla="*/ 5 h 5"/>
                <a:gd name="T4" fmla="*/ 4 w 4"/>
                <a:gd name="T5" fmla="*/ 2 h 5"/>
                <a:gd name="T6" fmla="*/ 2 w 4"/>
                <a:gd name="T7" fmla="*/ 0 h 5"/>
                <a:gd name="T8" fmla="*/ 0 w 4"/>
                <a:gd name="T9" fmla="*/ 4 h 5"/>
                <a:gd name="T10" fmla="*/ 2 w 4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lnTo>
                    <a:pt x="4" y="5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1" name="Freeform 6488">
              <a:extLst>
                <a:ext uri="{FF2B5EF4-FFF2-40B4-BE49-F238E27FC236}">
                  <a16:creationId xmlns:a16="http://schemas.microsoft.com/office/drawing/2014/main" id="{C972BC0C-614C-40CE-A4D8-6C32713176DA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4" y="2154"/>
              <a:ext cx="8" cy="16"/>
            </a:xfrm>
            <a:custGeom>
              <a:avLst/>
              <a:gdLst>
                <a:gd name="T0" fmla="*/ 6 w 8"/>
                <a:gd name="T1" fmla="*/ 16 h 16"/>
                <a:gd name="T2" fmla="*/ 8 w 8"/>
                <a:gd name="T3" fmla="*/ 13 h 16"/>
                <a:gd name="T4" fmla="*/ 8 w 8"/>
                <a:gd name="T5" fmla="*/ 9 h 16"/>
                <a:gd name="T6" fmla="*/ 4 w 8"/>
                <a:gd name="T7" fmla="*/ 11 h 16"/>
                <a:gd name="T8" fmla="*/ 6 w 8"/>
                <a:gd name="T9" fmla="*/ 9 h 16"/>
                <a:gd name="T10" fmla="*/ 4 w 8"/>
                <a:gd name="T11" fmla="*/ 9 h 16"/>
                <a:gd name="T12" fmla="*/ 4 w 8"/>
                <a:gd name="T13" fmla="*/ 7 h 16"/>
                <a:gd name="T14" fmla="*/ 4 w 8"/>
                <a:gd name="T15" fmla="*/ 7 h 16"/>
                <a:gd name="T16" fmla="*/ 4 w 8"/>
                <a:gd name="T17" fmla="*/ 7 h 16"/>
                <a:gd name="T18" fmla="*/ 4 w 8"/>
                <a:gd name="T19" fmla="*/ 3 h 16"/>
                <a:gd name="T20" fmla="*/ 4 w 8"/>
                <a:gd name="T21" fmla="*/ 3 h 16"/>
                <a:gd name="T22" fmla="*/ 4 w 8"/>
                <a:gd name="T23" fmla="*/ 0 h 16"/>
                <a:gd name="T24" fmla="*/ 0 w 8"/>
                <a:gd name="T25" fmla="*/ 3 h 16"/>
                <a:gd name="T26" fmla="*/ 0 w 8"/>
                <a:gd name="T27" fmla="*/ 3 h 16"/>
                <a:gd name="T28" fmla="*/ 0 w 8"/>
                <a:gd name="T29" fmla="*/ 7 h 16"/>
                <a:gd name="T30" fmla="*/ 0 w 8"/>
                <a:gd name="T31" fmla="*/ 9 h 16"/>
                <a:gd name="T32" fmla="*/ 0 w 8"/>
                <a:gd name="T33" fmla="*/ 11 h 16"/>
                <a:gd name="T34" fmla="*/ 2 w 8"/>
                <a:gd name="T35" fmla="*/ 13 h 16"/>
                <a:gd name="T36" fmla="*/ 4 w 8"/>
                <a:gd name="T37" fmla="*/ 13 h 16"/>
                <a:gd name="T38" fmla="*/ 4 w 8"/>
                <a:gd name="T39" fmla="*/ 13 h 16"/>
                <a:gd name="T40" fmla="*/ 6 w 8"/>
                <a:gd name="T4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lnTo>
                    <a:pt x="8" y="13"/>
                  </a:lnTo>
                  <a:lnTo>
                    <a:pt x="8" y="9"/>
                  </a:lnTo>
                  <a:lnTo>
                    <a:pt x="4" y="11"/>
                  </a:lnTo>
                  <a:lnTo>
                    <a:pt x="6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2" name="Freeform 6489">
              <a:extLst>
                <a:ext uri="{FF2B5EF4-FFF2-40B4-BE49-F238E27FC236}">
                  <a16:creationId xmlns:a16="http://schemas.microsoft.com/office/drawing/2014/main" id="{80AE21B3-F424-45F7-83FB-B4ACD981E5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681" y="1145"/>
              <a:ext cx="384" cy="287"/>
            </a:xfrm>
            <a:custGeom>
              <a:avLst/>
              <a:gdLst>
                <a:gd name="T0" fmla="*/ 63 w 206"/>
                <a:gd name="T1" fmla="*/ 26 h 154"/>
                <a:gd name="T2" fmla="*/ 63 w 206"/>
                <a:gd name="T3" fmla="*/ 38 h 154"/>
                <a:gd name="T4" fmla="*/ 63 w 206"/>
                <a:gd name="T5" fmla="*/ 48 h 154"/>
                <a:gd name="T6" fmla="*/ 73 w 206"/>
                <a:gd name="T7" fmla="*/ 56 h 154"/>
                <a:gd name="T8" fmla="*/ 96 w 206"/>
                <a:gd name="T9" fmla="*/ 61 h 154"/>
                <a:gd name="T10" fmla="*/ 108 w 206"/>
                <a:gd name="T11" fmla="*/ 59 h 154"/>
                <a:gd name="T12" fmla="*/ 100 w 206"/>
                <a:gd name="T13" fmla="*/ 64 h 154"/>
                <a:gd name="T14" fmla="*/ 80 w 206"/>
                <a:gd name="T15" fmla="*/ 74 h 154"/>
                <a:gd name="T16" fmla="*/ 70 w 206"/>
                <a:gd name="T17" fmla="*/ 58 h 154"/>
                <a:gd name="T18" fmla="*/ 61 w 206"/>
                <a:gd name="T19" fmla="*/ 74 h 154"/>
                <a:gd name="T20" fmla="*/ 57 w 206"/>
                <a:gd name="T21" fmla="*/ 92 h 154"/>
                <a:gd name="T22" fmla="*/ 35 w 206"/>
                <a:gd name="T23" fmla="*/ 99 h 154"/>
                <a:gd name="T24" fmla="*/ 45 w 206"/>
                <a:gd name="T25" fmla="*/ 108 h 154"/>
                <a:gd name="T26" fmla="*/ 40 w 206"/>
                <a:gd name="T27" fmla="*/ 118 h 154"/>
                <a:gd name="T28" fmla="*/ 28 w 206"/>
                <a:gd name="T29" fmla="*/ 110 h 154"/>
                <a:gd name="T30" fmla="*/ 27 w 206"/>
                <a:gd name="T31" fmla="*/ 124 h 154"/>
                <a:gd name="T32" fmla="*/ 10 w 206"/>
                <a:gd name="T33" fmla="*/ 127 h 154"/>
                <a:gd name="T34" fmla="*/ 1 w 206"/>
                <a:gd name="T35" fmla="*/ 130 h 154"/>
                <a:gd name="T36" fmla="*/ 12 w 206"/>
                <a:gd name="T37" fmla="*/ 140 h 154"/>
                <a:gd name="T38" fmla="*/ 23 w 206"/>
                <a:gd name="T39" fmla="*/ 146 h 154"/>
                <a:gd name="T40" fmla="*/ 33 w 206"/>
                <a:gd name="T41" fmla="*/ 141 h 154"/>
                <a:gd name="T42" fmla="*/ 44 w 206"/>
                <a:gd name="T43" fmla="*/ 144 h 154"/>
                <a:gd name="T44" fmla="*/ 47 w 206"/>
                <a:gd name="T45" fmla="*/ 152 h 154"/>
                <a:gd name="T46" fmla="*/ 60 w 206"/>
                <a:gd name="T47" fmla="*/ 150 h 154"/>
                <a:gd name="T48" fmla="*/ 62 w 206"/>
                <a:gd name="T49" fmla="*/ 139 h 154"/>
                <a:gd name="T50" fmla="*/ 78 w 206"/>
                <a:gd name="T51" fmla="*/ 126 h 154"/>
                <a:gd name="T52" fmla="*/ 88 w 206"/>
                <a:gd name="T53" fmla="*/ 121 h 154"/>
                <a:gd name="T54" fmla="*/ 96 w 206"/>
                <a:gd name="T55" fmla="*/ 116 h 154"/>
                <a:gd name="T56" fmla="*/ 105 w 206"/>
                <a:gd name="T57" fmla="*/ 105 h 154"/>
                <a:gd name="T58" fmla="*/ 102 w 206"/>
                <a:gd name="T59" fmla="*/ 99 h 154"/>
                <a:gd name="T60" fmla="*/ 100 w 206"/>
                <a:gd name="T61" fmla="*/ 93 h 154"/>
                <a:gd name="T62" fmla="*/ 108 w 206"/>
                <a:gd name="T63" fmla="*/ 92 h 154"/>
                <a:gd name="T64" fmla="*/ 120 w 206"/>
                <a:gd name="T65" fmla="*/ 90 h 154"/>
                <a:gd name="T66" fmla="*/ 136 w 206"/>
                <a:gd name="T67" fmla="*/ 82 h 154"/>
                <a:gd name="T68" fmla="*/ 155 w 206"/>
                <a:gd name="T69" fmla="*/ 71 h 154"/>
                <a:gd name="T70" fmla="*/ 179 w 206"/>
                <a:gd name="T71" fmla="*/ 56 h 154"/>
                <a:gd name="T72" fmla="*/ 171 w 206"/>
                <a:gd name="T73" fmla="*/ 52 h 154"/>
                <a:gd name="T74" fmla="*/ 197 w 206"/>
                <a:gd name="T75" fmla="*/ 47 h 154"/>
                <a:gd name="T76" fmla="*/ 198 w 206"/>
                <a:gd name="T77" fmla="*/ 34 h 154"/>
                <a:gd name="T78" fmla="*/ 197 w 206"/>
                <a:gd name="T79" fmla="*/ 22 h 154"/>
                <a:gd name="T80" fmla="*/ 185 w 206"/>
                <a:gd name="T81" fmla="*/ 24 h 154"/>
                <a:gd name="T82" fmla="*/ 183 w 206"/>
                <a:gd name="T83" fmla="*/ 15 h 154"/>
                <a:gd name="T84" fmla="*/ 177 w 206"/>
                <a:gd name="T85" fmla="*/ 8 h 154"/>
                <a:gd name="T86" fmla="*/ 159 w 206"/>
                <a:gd name="T87" fmla="*/ 6 h 154"/>
                <a:gd name="T88" fmla="*/ 145 w 206"/>
                <a:gd name="T89" fmla="*/ 1 h 154"/>
                <a:gd name="T90" fmla="*/ 140 w 206"/>
                <a:gd name="T91" fmla="*/ 3 h 154"/>
                <a:gd name="T92" fmla="*/ 128 w 206"/>
                <a:gd name="T93" fmla="*/ 1 h 154"/>
                <a:gd name="T94" fmla="*/ 125 w 206"/>
                <a:gd name="T95" fmla="*/ 10 h 154"/>
                <a:gd name="T96" fmla="*/ 120 w 206"/>
                <a:gd name="T97" fmla="*/ 15 h 154"/>
                <a:gd name="T98" fmla="*/ 113 w 206"/>
                <a:gd name="T99" fmla="*/ 10 h 154"/>
                <a:gd name="T100" fmla="*/ 105 w 206"/>
                <a:gd name="T101" fmla="*/ 12 h 154"/>
                <a:gd name="T102" fmla="*/ 93 w 206"/>
                <a:gd name="T103" fmla="*/ 11 h 154"/>
                <a:gd name="T104" fmla="*/ 88 w 206"/>
                <a:gd name="T105" fmla="*/ 16 h 154"/>
                <a:gd name="T106" fmla="*/ 76 w 206"/>
                <a:gd name="T107" fmla="*/ 18 h 154"/>
                <a:gd name="T108" fmla="*/ 60 w 206"/>
                <a:gd name="T109" fmla="*/ 20 h 154"/>
                <a:gd name="T110" fmla="*/ 41 w 206"/>
                <a:gd name="T111" fmla="*/ 120 h 154"/>
                <a:gd name="T112" fmla="*/ 48 w 206"/>
                <a:gd name="T113" fmla="*/ 122 h 154"/>
                <a:gd name="T114" fmla="*/ 56 w 206"/>
                <a:gd name="T115" fmla="*/ 128 h 154"/>
                <a:gd name="T116" fmla="*/ 70 w 206"/>
                <a:gd name="T117" fmla="*/ 95 h 154"/>
                <a:gd name="T118" fmla="*/ 115 w 206"/>
                <a:gd name="T119" fmla="*/ 84 h 154"/>
                <a:gd name="T120" fmla="*/ 132 w 206"/>
                <a:gd name="T121" fmla="*/ 81 h 154"/>
                <a:gd name="T122" fmla="*/ 80 w 206"/>
                <a:gd name="T123" fmla="*/ 39 h 154"/>
                <a:gd name="T124" fmla="*/ 74 w 206"/>
                <a:gd name="T125" fmla="*/ 4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154">
                  <a:moveTo>
                    <a:pt x="60" y="23"/>
                  </a:moveTo>
                  <a:cubicBezTo>
                    <a:pt x="60" y="24"/>
                    <a:pt x="60" y="24"/>
                    <a:pt x="60" y="24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7" y="57"/>
                    <a:pt x="107" y="57"/>
                    <a:pt x="107" y="57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68" y="57"/>
                    <a:pt x="68" y="57"/>
                    <a:pt x="68" y="57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1" y="91"/>
                    <a:pt x="51" y="91"/>
                    <a:pt x="51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2" y="111"/>
                    <a:pt x="42" y="111"/>
                    <a:pt x="42" y="111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9" y="120"/>
                    <a:pt x="39" y="120"/>
                    <a:pt x="39" y="120"/>
                  </a:cubicBezTo>
                  <a:cubicBezTo>
                    <a:pt x="39" y="121"/>
                    <a:pt x="39" y="121"/>
                    <a:pt x="39" y="121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19"/>
                    <a:pt x="37" y="119"/>
                    <a:pt x="37" y="119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8" y="147"/>
                    <a:pt x="28" y="147"/>
                    <a:pt x="28" y="147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7" y="146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8" y="149"/>
                    <a:pt x="48" y="149"/>
                    <a:pt x="48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3"/>
                    <a:pt x="43" y="153"/>
                    <a:pt x="44" y="153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3" y="150"/>
                    <a:pt x="63" y="150"/>
                    <a:pt x="63" y="150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5" y="148"/>
                    <a:pt x="65" y="148"/>
                    <a:pt x="65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9" y="131"/>
                    <a:pt x="69" y="131"/>
                    <a:pt x="69" y="131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3" y="131"/>
                    <a:pt x="73" y="131"/>
                    <a:pt x="73" y="131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8" y="126"/>
                    <a:pt x="78" y="126"/>
                    <a:pt x="78" y="126"/>
                  </a:cubicBezTo>
                  <a:cubicBezTo>
                    <a:pt x="78" y="124"/>
                    <a:pt x="78" y="124"/>
                    <a:pt x="78" y="124"/>
                  </a:cubicBezTo>
                  <a:cubicBezTo>
                    <a:pt x="77" y="124"/>
                    <a:pt x="77" y="124"/>
                    <a:pt x="77" y="124"/>
                  </a:cubicBezTo>
                  <a:cubicBezTo>
                    <a:pt x="77" y="123"/>
                    <a:pt x="77" y="123"/>
                    <a:pt x="77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3" y="122"/>
                    <a:pt x="83" y="122"/>
                    <a:pt x="83" y="122"/>
                  </a:cubicBezTo>
                  <a:cubicBezTo>
                    <a:pt x="86" y="122"/>
                    <a:pt x="86" y="122"/>
                    <a:pt x="86" y="122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1" y="118"/>
                    <a:pt x="91" y="118"/>
                    <a:pt x="91" y="118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7" y="116"/>
                    <a:pt x="97" y="116"/>
                    <a:pt x="97" y="116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100"/>
                    <a:pt x="101" y="100"/>
                    <a:pt x="101" y="10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7"/>
                    <a:pt x="109" y="97"/>
                    <a:pt x="109" y="97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4" y="94"/>
                    <a:pt x="104" y="94"/>
                    <a:pt x="104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5" y="92"/>
                    <a:pt x="105" y="92"/>
                    <a:pt x="105" y="92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1" y="91"/>
                    <a:pt x="111" y="91"/>
                    <a:pt x="111" y="91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8" y="91"/>
                    <a:pt x="118" y="91"/>
                    <a:pt x="118" y="91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8"/>
                    <a:pt x="119" y="88"/>
                    <a:pt x="119" y="88"/>
                  </a:cubicBezTo>
                  <a:cubicBezTo>
                    <a:pt x="120" y="90"/>
                    <a:pt x="120" y="90"/>
                    <a:pt x="120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5" y="85"/>
                    <a:pt x="135" y="85"/>
                    <a:pt x="135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8" y="82"/>
                    <a:pt x="138" y="82"/>
                    <a:pt x="138" y="82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4" y="78"/>
                    <a:pt x="144" y="78"/>
                    <a:pt x="144" y="78"/>
                  </a:cubicBezTo>
                  <a:cubicBezTo>
                    <a:pt x="145" y="77"/>
                    <a:pt x="145" y="77"/>
                    <a:pt x="145" y="77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60" y="68"/>
                    <a:pt x="160" y="68"/>
                    <a:pt x="160" y="68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8" y="65"/>
                    <a:pt x="168" y="65"/>
                    <a:pt x="168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78" y="59"/>
                    <a:pt x="178" y="59"/>
                    <a:pt x="178" y="59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5" y="58"/>
                    <a:pt x="165" y="58"/>
                    <a:pt x="165" y="58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3"/>
                    <a:pt x="182" y="53"/>
                    <a:pt x="182" y="53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6" y="53"/>
                    <a:pt x="186" y="53"/>
                    <a:pt x="186" y="53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9" y="51"/>
                    <a:pt x="189" y="51"/>
                    <a:pt x="189" y="51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7" y="46"/>
                    <a:pt x="197" y="46"/>
                    <a:pt x="197" y="46"/>
                  </a:cubicBezTo>
                  <a:cubicBezTo>
                    <a:pt x="198" y="46"/>
                    <a:pt x="198" y="46"/>
                    <a:pt x="198" y="46"/>
                  </a:cubicBezTo>
                  <a:cubicBezTo>
                    <a:pt x="199" y="47"/>
                    <a:pt x="199" y="47"/>
                    <a:pt x="199" y="47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4" y="33"/>
                    <a:pt x="204" y="33"/>
                    <a:pt x="204" y="33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1" y="31"/>
                    <a:pt x="201" y="31"/>
                    <a:pt x="201" y="31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200" y="31"/>
                    <a:pt x="200" y="31"/>
                    <a:pt x="200" y="31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3" y="23"/>
                    <a:pt x="183" y="23"/>
                    <a:pt x="183" y="23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2" y="17"/>
                    <a:pt x="192" y="17"/>
                    <a:pt x="192" y="17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7" y="15"/>
                    <a:pt x="187" y="15"/>
                    <a:pt x="187" y="15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3" y="15"/>
                    <a:pt x="183" y="15"/>
                    <a:pt x="183" y="15"/>
                  </a:cubicBezTo>
                  <a:cubicBezTo>
                    <a:pt x="183" y="14"/>
                    <a:pt x="183" y="14"/>
                    <a:pt x="183" y="14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7" y="8"/>
                    <a:pt x="177" y="8"/>
                    <a:pt x="177" y="8"/>
                  </a:cubicBezTo>
                  <a:cubicBezTo>
                    <a:pt x="175" y="7"/>
                    <a:pt x="175" y="7"/>
                    <a:pt x="175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6"/>
                    <a:pt x="167" y="6"/>
                    <a:pt x="167" y="6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4" y="5"/>
                    <a:pt x="164" y="5"/>
                    <a:pt x="164" y="5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59" y="9"/>
                    <a:pt x="159" y="9"/>
                    <a:pt x="159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4"/>
                    <a:pt x="158" y="4"/>
                    <a:pt x="158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7" y="4"/>
                    <a:pt x="157" y="4"/>
                    <a:pt x="157" y="4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30" y="11"/>
                    <a:pt x="130" y="11"/>
                    <a:pt x="130" y="11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9"/>
                    <a:pt x="113" y="9"/>
                    <a:pt x="113" y="9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10"/>
                    <a:pt x="112" y="10"/>
                    <a:pt x="112" y="10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8"/>
                    <a:pt x="86" y="18"/>
                    <a:pt x="86" y="18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3"/>
                    <a:pt x="60" y="23"/>
                    <a:pt x="60" y="23"/>
                  </a:cubicBezTo>
                  <a:close/>
                  <a:moveTo>
                    <a:pt x="66" y="30"/>
                  </a:moveTo>
                  <a:cubicBezTo>
                    <a:pt x="65" y="30"/>
                    <a:pt x="65" y="30"/>
                    <a:pt x="65" y="30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lnTo>
                    <a:pt x="66" y="30"/>
                  </a:lnTo>
                  <a:close/>
                  <a:moveTo>
                    <a:pt x="5" y="135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5" y="135"/>
                    <a:pt x="5" y="135"/>
                    <a:pt x="5" y="135"/>
                  </a:cubicBezTo>
                  <a:close/>
                  <a:moveTo>
                    <a:pt x="41" y="119"/>
                  </a:moveTo>
                  <a:cubicBezTo>
                    <a:pt x="42" y="119"/>
                    <a:pt x="42" y="119"/>
                    <a:pt x="42" y="119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41" y="119"/>
                  </a:lnTo>
                  <a:close/>
                  <a:moveTo>
                    <a:pt x="46" y="123"/>
                  </a:moveTo>
                  <a:cubicBezTo>
                    <a:pt x="45" y="123"/>
                    <a:pt x="45" y="123"/>
                    <a:pt x="45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8" y="122"/>
                    <a:pt x="48" y="122"/>
                    <a:pt x="48" y="122"/>
                  </a:cubicBezTo>
                  <a:lnTo>
                    <a:pt x="46" y="123"/>
                  </a:lnTo>
                  <a:close/>
                  <a:moveTo>
                    <a:pt x="54" y="130"/>
                  </a:moveTo>
                  <a:cubicBezTo>
                    <a:pt x="53" y="130"/>
                    <a:pt x="53" y="130"/>
                    <a:pt x="53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30"/>
                    <a:pt x="54" y="130"/>
                  </a:cubicBezTo>
                  <a:close/>
                  <a:moveTo>
                    <a:pt x="56" y="129"/>
                  </a:moveTo>
                  <a:cubicBezTo>
                    <a:pt x="55" y="129"/>
                    <a:pt x="55" y="129"/>
                    <a:pt x="55" y="129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7" y="130"/>
                    <a:pt x="57" y="130"/>
                    <a:pt x="57" y="130"/>
                  </a:cubicBezTo>
                  <a:lnTo>
                    <a:pt x="56" y="129"/>
                  </a:lnTo>
                  <a:close/>
                  <a:moveTo>
                    <a:pt x="63" y="95"/>
                  </a:move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65" y="95"/>
                    <a:pt x="65" y="95"/>
                    <a:pt x="65" y="95"/>
                  </a:cubicBezTo>
                  <a:lnTo>
                    <a:pt x="63" y="95"/>
                  </a:lnTo>
                  <a:close/>
                  <a:moveTo>
                    <a:pt x="70" y="95"/>
                  </a:move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70" y="94"/>
                    <a:pt x="70" y="94"/>
                    <a:pt x="70" y="94"/>
                  </a:cubicBezTo>
                  <a:lnTo>
                    <a:pt x="70" y="95"/>
                  </a:lnTo>
                  <a:close/>
                  <a:moveTo>
                    <a:pt x="103" y="88"/>
                  </a:moveTo>
                  <a:cubicBezTo>
                    <a:pt x="101" y="88"/>
                    <a:pt x="101" y="88"/>
                    <a:pt x="101" y="88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89"/>
                    <a:pt x="104" y="89"/>
                    <a:pt x="104" y="89"/>
                  </a:cubicBezTo>
                  <a:lnTo>
                    <a:pt x="103" y="88"/>
                  </a:lnTo>
                  <a:close/>
                  <a:moveTo>
                    <a:pt x="116" y="85"/>
                  </a:moveTo>
                  <a:cubicBezTo>
                    <a:pt x="115" y="84"/>
                    <a:pt x="115" y="84"/>
                    <a:pt x="115" y="84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5"/>
                    <a:pt x="116" y="85"/>
                    <a:pt x="116" y="85"/>
                  </a:cubicBezTo>
                  <a:close/>
                  <a:moveTo>
                    <a:pt x="151" y="58"/>
                  </a:moveTo>
                  <a:cubicBezTo>
                    <a:pt x="152" y="58"/>
                    <a:pt x="152" y="58"/>
                    <a:pt x="152" y="58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1" y="59"/>
                    <a:pt x="151" y="59"/>
                    <a:pt x="151" y="59"/>
                  </a:cubicBezTo>
                  <a:lnTo>
                    <a:pt x="151" y="58"/>
                  </a:lnTo>
                  <a:close/>
                  <a:moveTo>
                    <a:pt x="132" y="81"/>
                  </a:moveTo>
                  <a:cubicBezTo>
                    <a:pt x="133" y="81"/>
                    <a:pt x="133" y="81"/>
                    <a:pt x="133" y="81"/>
                  </a:cubicBezTo>
                  <a:cubicBezTo>
                    <a:pt x="131" y="81"/>
                    <a:pt x="131" y="81"/>
                    <a:pt x="131" y="81"/>
                  </a:cubicBezTo>
                  <a:lnTo>
                    <a:pt x="132" y="81"/>
                  </a:lnTo>
                  <a:close/>
                  <a:moveTo>
                    <a:pt x="94" y="20"/>
                  </a:moveTo>
                  <a:cubicBezTo>
                    <a:pt x="95" y="20"/>
                    <a:pt x="95" y="20"/>
                    <a:pt x="95" y="20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19"/>
                    <a:pt x="94" y="19"/>
                    <a:pt x="94" y="19"/>
                  </a:cubicBezTo>
                  <a:lnTo>
                    <a:pt x="94" y="20"/>
                  </a:lnTo>
                  <a:close/>
                  <a:moveTo>
                    <a:pt x="80" y="39"/>
                  </a:moveTo>
                  <a:cubicBezTo>
                    <a:pt x="81" y="39"/>
                    <a:pt x="81" y="39"/>
                    <a:pt x="81" y="3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lnTo>
                    <a:pt x="80" y="39"/>
                  </a:lnTo>
                  <a:close/>
                  <a:moveTo>
                    <a:pt x="76" y="44"/>
                  </a:moveTo>
                  <a:cubicBezTo>
                    <a:pt x="77" y="43"/>
                    <a:pt x="77" y="43"/>
                    <a:pt x="77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5" y="45"/>
                    <a:pt x="75" y="45"/>
                    <a:pt x="75" y="45"/>
                  </a:cubicBezTo>
                  <a:lnTo>
                    <a:pt x="76" y="44"/>
                  </a:lnTo>
                  <a:close/>
                  <a:moveTo>
                    <a:pt x="73" y="41"/>
                  </a:moveTo>
                  <a:cubicBezTo>
                    <a:pt x="74" y="40"/>
                    <a:pt x="74" y="40"/>
                    <a:pt x="74" y="40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lose/>
                  <a:moveTo>
                    <a:pt x="69" y="28"/>
                  </a:move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8" y="28"/>
                    <a:pt x="68" y="28"/>
                    <a:pt x="68" y="28"/>
                  </a:cubicBezTo>
                  <a:lnTo>
                    <a:pt x="69" y="2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3" name="Freeform 6490">
              <a:extLst>
                <a:ext uri="{FF2B5EF4-FFF2-40B4-BE49-F238E27FC236}">
                  <a16:creationId xmlns:a16="http://schemas.microsoft.com/office/drawing/2014/main" id="{AADB2C46-F6D5-4F7E-9CC1-EF3ED5BEA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2" y="1919"/>
              <a:ext cx="4" cy="7"/>
            </a:xfrm>
            <a:custGeom>
              <a:avLst/>
              <a:gdLst>
                <a:gd name="T0" fmla="*/ 4 w 4"/>
                <a:gd name="T1" fmla="*/ 0 h 7"/>
                <a:gd name="T2" fmla="*/ 0 w 4"/>
                <a:gd name="T3" fmla="*/ 2 h 7"/>
                <a:gd name="T4" fmla="*/ 2 w 4"/>
                <a:gd name="T5" fmla="*/ 7 h 7"/>
                <a:gd name="T6" fmla="*/ 4 w 4"/>
                <a:gd name="T7" fmla="*/ 5 h 7"/>
                <a:gd name="T8" fmla="*/ 4 w 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lnTo>
                    <a:pt x="0" y="2"/>
                  </a:lnTo>
                  <a:lnTo>
                    <a:pt x="2" y="7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4" name="Freeform 6491">
              <a:extLst>
                <a:ext uri="{FF2B5EF4-FFF2-40B4-BE49-F238E27FC236}">
                  <a16:creationId xmlns:a16="http://schemas.microsoft.com/office/drawing/2014/main" id="{C4A57A15-A8A4-48C4-9FEB-4D1D45CDB57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5" y="1794"/>
              <a:ext cx="15" cy="11"/>
            </a:xfrm>
            <a:custGeom>
              <a:avLst/>
              <a:gdLst>
                <a:gd name="T0" fmla="*/ 4 w 15"/>
                <a:gd name="T1" fmla="*/ 5 h 11"/>
                <a:gd name="T2" fmla="*/ 4 w 15"/>
                <a:gd name="T3" fmla="*/ 5 h 11"/>
                <a:gd name="T4" fmla="*/ 4 w 15"/>
                <a:gd name="T5" fmla="*/ 7 h 11"/>
                <a:gd name="T6" fmla="*/ 6 w 15"/>
                <a:gd name="T7" fmla="*/ 7 h 11"/>
                <a:gd name="T8" fmla="*/ 6 w 15"/>
                <a:gd name="T9" fmla="*/ 9 h 11"/>
                <a:gd name="T10" fmla="*/ 8 w 15"/>
                <a:gd name="T11" fmla="*/ 11 h 11"/>
                <a:gd name="T12" fmla="*/ 10 w 15"/>
                <a:gd name="T13" fmla="*/ 11 h 11"/>
                <a:gd name="T14" fmla="*/ 10 w 15"/>
                <a:gd name="T15" fmla="*/ 11 h 11"/>
                <a:gd name="T16" fmla="*/ 13 w 15"/>
                <a:gd name="T17" fmla="*/ 11 h 11"/>
                <a:gd name="T18" fmla="*/ 13 w 15"/>
                <a:gd name="T19" fmla="*/ 9 h 11"/>
                <a:gd name="T20" fmla="*/ 13 w 15"/>
                <a:gd name="T21" fmla="*/ 9 h 11"/>
                <a:gd name="T22" fmla="*/ 15 w 15"/>
                <a:gd name="T23" fmla="*/ 7 h 11"/>
                <a:gd name="T24" fmla="*/ 13 w 15"/>
                <a:gd name="T25" fmla="*/ 7 h 11"/>
                <a:gd name="T26" fmla="*/ 13 w 15"/>
                <a:gd name="T27" fmla="*/ 7 h 11"/>
                <a:gd name="T28" fmla="*/ 13 w 15"/>
                <a:gd name="T29" fmla="*/ 5 h 11"/>
                <a:gd name="T30" fmla="*/ 12 w 15"/>
                <a:gd name="T31" fmla="*/ 2 h 11"/>
                <a:gd name="T32" fmla="*/ 10 w 15"/>
                <a:gd name="T33" fmla="*/ 2 h 11"/>
                <a:gd name="T34" fmla="*/ 8 w 15"/>
                <a:gd name="T35" fmla="*/ 0 h 11"/>
                <a:gd name="T36" fmla="*/ 6 w 15"/>
                <a:gd name="T37" fmla="*/ 0 h 11"/>
                <a:gd name="T38" fmla="*/ 6 w 15"/>
                <a:gd name="T39" fmla="*/ 0 h 11"/>
                <a:gd name="T40" fmla="*/ 2 w 15"/>
                <a:gd name="T41" fmla="*/ 0 h 11"/>
                <a:gd name="T42" fmla="*/ 0 w 15"/>
                <a:gd name="T43" fmla="*/ 2 h 11"/>
                <a:gd name="T44" fmla="*/ 2 w 15"/>
                <a:gd name="T45" fmla="*/ 5 h 11"/>
                <a:gd name="T46" fmla="*/ 4 w 15"/>
                <a:gd name="T4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" h="11">
                  <a:moveTo>
                    <a:pt x="4" y="5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5" name="Freeform 6492">
              <a:extLst>
                <a:ext uri="{FF2B5EF4-FFF2-40B4-BE49-F238E27FC236}">
                  <a16:creationId xmlns:a16="http://schemas.microsoft.com/office/drawing/2014/main" id="{3CC84C62-8B40-48B9-99FA-095CACA85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0" y="1796"/>
              <a:ext cx="15" cy="15"/>
            </a:xfrm>
            <a:custGeom>
              <a:avLst/>
              <a:gdLst>
                <a:gd name="T0" fmla="*/ 15 w 15"/>
                <a:gd name="T1" fmla="*/ 5 h 15"/>
                <a:gd name="T2" fmla="*/ 14 w 15"/>
                <a:gd name="T3" fmla="*/ 3 h 15"/>
                <a:gd name="T4" fmla="*/ 10 w 15"/>
                <a:gd name="T5" fmla="*/ 3 h 15"/>
                <a:gd name="T6" fmla="*/ 6 w 15"/>
                <a:gd name="T7" fmla="*/ 0 h 15"/>
                <a:gd name="T8" fmla="*/ 6 w 15"/>
                <a:gd name="T9" fmla="*/ 2 h 15"/>
                <a:gd name="T10" fmla="*/ 4 w 15"/>
                <a:gd name="T11" fmla="*/ 2 h 15"/>
                <a:gd name="T12" fmla="*/ 2 w 15"/>
                <a:gd name="T13" fmla="*/ 0 h 15"/>
                <a:gd name="T14" fmla="*/ 0 w 15"/>
                <a:gd name="T15" fmla="*/ 3 h 15"/>
                <a:gd name="T16" fmla="*/ 0 w 15"/>
                <a:gd name="T17" fmla="*/ 7 h 15"/>
                <a:gd name="T18" fmla="*/ 4 w 15"/>
                <a:gd name="T19" fmla="*/ 7 h 15"/>
                <a:gd name="T20" fmla="*/ 4 w 15"/>
                <a:gd name="T21" fmla="*/ 11 h 15"/>
                <a:gd name="T22" fmla="*/ 6 w 15"/>
                <a:gd name="T23" fmla="*/ 11 h 15"/>
                <a:gd name="T24" fmla="*/ 6 w 15"/>
                <a:gd name="T25" fmla="*/ 13 h 15"/>
                <a:gd name="T26" fmla="*/ 8 w 15"/>
                <a:gd name="T27" fmla="*/ 15 h 15"/>
                <a:gd name="T28" fmla="*/ 10 w 15"/>
                <a:gd name="T29" fmla="*/ 15 h 15"/>
                <a:gd name="T30" fmla="*/ 12 w 15"/>
                <a:gd name="T31" fmla="*/ 13 h 15"/>
                <a:gd name="T32" fmla="*/ 14 w 15"/>
                <a:gd name="T33" fmla="*/ 13 h 15"/>
                <a:gd name="T34" fmla="*/ 15 w 15"/>
                <a:gd name="T35" fmla="*/ 13 h 15"/>
                <a:gd name="T36" fmla="*/ 15 w 15"/>
                <a:gd name="T37" fmla="*/ 11 h 15"/>
                <a:gd name="T38" fmla="*/ 15 w 15"/>
                <a:gd name="T39" fmla="*/ 9 h 15"/>
                <a:gd name="T40" fmla="*/ 15 w 15"/>
                <a:gd name="T4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15">
                  <a:moveTo>
                    <a:pt x="15" y="5"/>
                  </a:moveTo>
                  <a:lnTo>
                    <a:pt x="14" y="3"/>
                  </a:lnTo>
                  <a:lnTo>
                    <a:pt x="10" y="3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6" name="Freeform 6493">
              <a:extLst>
                <a:ext uri="{FF2B5EF4-FFF2-40B4-BE49-F238E27FC236}">
                  <a16:creationId xmlns:a16="http://schemas.microsoft.com/office/drawing/2014/main" id="{A7D13110-3E09-4AB1-B733-1C16FE5188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1606"/>
              <a:ext cx="7" cy="5"/>
            </a:xfrm>
            <a:custGeom>
              <a:avLst/>
              <a:gdLst>
                <a:gd name="T0" fmla="*/ 2 w 7"/>
                <a:gd name="T1" fmla="*/ 0 h 5"/>
                <a:gd name="T2" fmla="*/ 0 w 7"/>
                <a:gd name="T3" fmla="*/ 1 h 5"/>
                <a:gd name="T4" fmla="*/ 2 w 7"/>
                <a:gd name="T5" fmla="*/ 5 h 5"/>
                <a:gd name="T6" fmla="*/ 3 w 7"/>
                <a:gd name="T7" fmla="*/ 5 h 5"/>
                <a:gd name="T8" fmla="*/ 5 w 7"/>
                <a:gd name="T9" fmla="*/ 5 h 5"/>
                <a:gd name="T10" fmla="*/ 7 w 7"/>
                <a:gd name="T11" fmla="*/ 1 h 5"/>
                <a:gd name="T12" fmla="*/ 5 w 7"/>
                <a:gd name="T13" fmla="*/ 0 h 5"/>
                <a:gd name="T14" fmla="*/ 2 w 7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lnTo>
                    <a:pt x="0" y="1"/>
                  </a:lnTo>
                  <a:lnTo>
                    <a:pt x="2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7" y="1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7" name="Freeform 6494">
              <a:extLst>
                <a:ext uri="{FF2B5EF4-FFF2-40B4-BE49-F238E27FC236}">
                  <a16:creationId xmlns:a16="http://schemas.microsoft.com/office/drawing/2014/main" id="{4832B574-F6F2-4486-9D03-267CBA8B50B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7" y="1606"/>
              <a:ext cx="15" cy="13"/>
            </a:xfrm>
            <a:custGeom>
              <a:avLst/>
              <a:gdLst>
                <a:gd name="T0" fmla="*/ 7 w 8"/>
                <a:gd name="T1" fmla="*/ 5 h 7"/>
                <a:gd name="T2" fmla="*/ 8 w 8"/>
                <a:gd name="T3" fmla="*/ 4 h 7"/>
                <a:gd name="T4" fmla="*/ 8 w 8"/>
                <a:gd name="T5" fmla="*/ 2 h 7"/>
                <a:gd name="T6" fmla="*/ 6 w 8"/>
                <a:gd name="T7" fmla="*/ 2 h 7"/>
                <a:gd name="T8" fmla="*/ 5 w 8"/>
                <a:gd name="T9" fmla="*/ 0 h 7"/>
                <a:gd name="T10" fmla="*/ 3 w 8"/>
                <a:gd name="T11" fmla="*/ 0 h 7"/>
                <a:gd name="T12" fmla="*/ 3 w 8"/>
                <a:gd name="T13" fmla="*/ 1 h 7"/>
                <a:gd name="T14" fmla="*/ 0 w 8"/>
                <a:gd name="T15" fmla="*/ 1 h 7"/>
                <a:gd name="T16" fmla="*/ 2 w 8"/>
                <a:gd name="T17" fmla="*/ 3 h 7"/>
                <a:gd name="T18" fmla="*/ 2 w 8"/>
                <a:gd name="T19" fmla="*/ 4 h 7"/>
                <a:gd name="T20" fmla="*/ 4 w 8"/>
                <a:gd name="T21" fmla="*/ 4 h 7"/>
                <a:gd name="T22" fmla="*/ 4 w 8"/>
                <a:gd name="T23" fmla="*/ 4 h 7"/>
                <a:gd name="T24" fmla="*/ 4 w 8"/>
                <a:gd name="T25" fmla="*/ 4 h 7"/>
                <a:gd name="T26" fmla="*/ 5 w 8"/>
                <a:gd name="T27" fmla="*/ 5 h 7"/>
                <a:gd name="T28" fmla="*/ 7 w 8"/>
                <a:gd name="T29" fmla="*/ 7 h 7"/>
                <a:gd name="T30" fmla="*/ 7 w 8"/>
                <a:gd name="T31" fmla="*/ 5 h 7"/>
                <a:gd name="T32" fmla="*/ 7 w 8"/>
                <a:gd name="T3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8" name="Freeform 6495">
              <a:extLst>
                <a:ext uri="{FF2B5EF4-FFF2-40B4-BE49-F238E27FC236}">
                  <a16:creationId xmlns:a16="http://schemas.microsoft.com/office/drawing/2014/main" id="{6094FDFF-79D7-4710-8746-FB7F03E8AF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62" y="1589"/>
              <a:ext cx="56" cy="50"/>
            </a:xfrm>
            <a:custGeom>
              <a:avLst/>
              <a:gdLst>
                <a:gd name="T0" fmla="*/ 28 w 30"/>
                <a:gd name="T1" fmla="*/ 14 h 27"/>
                <a:gd name="T2" fmla="*/ 30 w 30"/>
                <a:gd name="T3" fmla="*/ 10 h 27"/>
                <a:gd name="T4" fmla="*/ 26 w 30"/>
                <a:gd name="T5" fmla="*/ 10 h 27"/>
                <a:gd name="T6" fmla="*/ 24 w 30"/>
                <a:gd name="T7" fmla="*/ 9 h 27"/>
                <a:gd name="T8" fmla="*/ 21 w 30"/>
                <a:gd name="T9" fmla="*/ 8 h 27"/>
                <a:gd name="T10" fmla="*/ 20 w 30"/>
                <a:gd name="T11" fmla="*/ 6 h 27"/>
                <a:gd name="T12" fmla="*/ 20 w 30"/>
                <a:gd name="T13" fmla="*/ 4 h 27"/>
                <a:gd name="T14" fmla="*/ 20 w 30"/>
                <a:gd name="T15" fmla="*/ 0 h 27"/>
                <a:gd name="T16" fmla="*/ 14 w 30"/>
                <a:gd name="T17" fmla="*/ 3 h 27"/>
                <a:gd name="T18" fmla="*/ 13 w 30"/>
                <a:gd name="T19" fmla="*/ 6 h 27"/>
                <a:gd name="T20" fmla="*/ 11 w 30"/>
                <a:gd name="T21" fmla="*/ 7 h 27"/>
                <a:gd name="T22" fmla="*/ 11 w 30"/>
                <a:gd name="T23" fmla="*/ 9 h 27"/>
                <a:gd name="T24" fmla="*/ 9 w 30"/>
                <a:gd name="T25" fmla="*/ 10 h 27"/>
                <a:gd name="T26" fmla="*/ 6 w 30"/>
                <a:gd name="T27" fmla="*/ 11 h 27"/>
                <a:gd name="T28" fmla="*/ 4 w 30"/>
                <a:gd name="T29" fmla="*/ 11 h 27"/>
                <a:gd name="T30" fmla="*/ 1 w 30"/>
                <a:gd name="T31" fmla="*/ 15 h 27"/>
                <a:gd name="T32" fmla="*/ 5 w 30"/>
                <a:gd name="T33" fmla="*/ 17 h 27"/>
                <a:gd name="T34" fmla="*/ 7 w 30"/>
                <a:gd name="T35" fmla="*/ 20 h 27"/>
                <a:gd name="T36" fmla="*/ 9 w 30"/>
                <a:gd name="T37" fmla="*/ 22 h 27"/>
                <a:gd name="T38" fmla="*/ 11 w 30"/>
                <a:gd name="T39" fmla="*/ 24 h 27"/>
                <a:gd name="T40" fmla="*/ 13 w 30"/>
                <a:gd name="T41" fmla="*/ 25 h 27"/>
                <a:gd name="T42" fmla="*/ 17 w 30"/>
                <a:gd name="T43" fmla="*/ 26 h 27"/>
                <a:gd name="T44" fmla="*/ 20 w 30"/>
                <a:gd name="T45" fmla="*/ 25 h 27"/>
                <a:gd name="T46" fmla="*/ 22 w 30"/>
                <a:gd name="T47" fmla="*/ 24 h 27"/>
                <a:gd name="T48" fmla="*/ 24 w 30"/>
                <a:gd name="T49" fmla="*/ 24 h 27"/>
                <a:gd name="T50" fmla="*/ 27 w 30"/>
                <a:gd name="T51" fmla="*/ 20 h 27"/>
                <a:gd name="T52" fmla="*/ 24 w 30"/>
                <a:gd name="T53" fmla="*/ 20 h 27"/>
                <a:gd name="T54" fmla="*/ 26 w 30"/>
                <a:gd name="T55" fmla="*/ 15 h 27"/>
                <a:gd name="T56" fmla="*/ 24 w 30"/>
                <a:gd name="T57" fmla="*/ 14 h 27"/>
                <a:gd name="T58" fmla="*/ 25 w 30"/>
                <a:gd name="T59" fmla="*/ 12 h 27"/>
                <a:gd name="T60" fmla="*/ 25 w 30"/>
                <a:gd name="T61" fmla="*/ 13 h 27"/>
                <a:gd name="T62" fmla="*/ 26 w 30"/>
                <a:gd name="T63" fmla="*/ 14 h 27"/>
                <a:gd name="T64" fmla="*/ 24 w 30"/>
                <a:gd name="T65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" h="27">
                  <a:moveTo>
                    <a:pt x="26" y="15"/>
                  </a:moveTo>
                  <a:cubicBezTo>
                    <a:pt x="28" y="14"/>
                    <a:pt x="28" y="14"/>
                    <a:pt x="28" y="14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6" y="18"/>
                    <a:pt x="26" y="18"/>
                    <a:pt x="26" y="18"/>
                  </a:cubicBezTo>
                  <a:lnTo>
                    <a:pt x="26" y="15"/>
                  </a:lnTo>
                  <a:close/>
                  <a:moveTo>
                    <a:pt x="24" y="16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4"/>
                    <a:pt x="25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5"/>
                    <a:pt x="26" y="15"/>
                    <a:pt x="26" y="15"/>
                  </a:cubicBezTo>
                  <a:lnTo>
                    <a:pt x="24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9" name="Freeform 6496">
              <a:extLst>
                <a:ext uri="{FF2B5EF4-FFF2-40B4-BE49-F238E27FC236}">
                  <a16:creationId xmlns:a16="http://schemas.microsoft.com/office/drawing/2014/main" id="{B197E285-9809-4863-9CFD-C38B8FD795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79" y="1436"/>
              <a:ext cx="186" cy="177"/>
            </a:xfrm>
            <a:custGeom>
              <a:avLst/>
              <a:gdLst>
                <a:gd name="T0" fmla="*/ 181 w 186"/>
                <a:gd name="T1" fmla="*/ 134 h 177"/>
                <a:gd name="T2" fmla="*/ 172 w 186"/>
                <a:gd name="T3" fmla="*/ 112 h 177"/>
                <a:gd name="T4" fmla="*/ 160 w 186"/>
                <a:gd name="T5" fmla="*/ 99 h 177"/>
                <a:gd name="T6" fmla="*/ 172 w 186"/>
                <a:gd name="T7" fmla="*/ 87 h 177"/>
                <a:gd name="T8" fmla="*/ 175 w 186"/>
                <a:gd name="T9" fmla="*/ 63 h 177"/>
                <a:gd name="T10" fmla="*/ 183 w 186"/>
                <a:gd name="T11" fmla="*/ 46 h 177"/>
                <a:gd name="T12" fmla="*/ 177 w 186"/>
                <a:gd name="T13" fmla="*/ 24 h 177"/>
                <a:gd name="T14" fmla="*/ 160 w 186"/>
                <a:gd name="T15" fmla="*/ 18 h 177"/>
                <a:gd name="T16" fmla="*/ 151 w 186"/>
                <a:gd name="T17" fmla="*/ 41 h 177"/>
                <a:gd name="T18" fmla="*/ 144 w 186"/>
                <a:gd name="T19" fmla="*/ 60 h 177"/>
                <a:gd name="T20" fmla="*/ 140 w 186"/>
                <a:gd name="T21" fmla="*/ 74 h 177"/>
                <a:gd name="T22" fmla="*/ 132 w 186"/>
                <a:gd name="T23" fmla="*/ 80 h 177"/>
                <a:gd name="T24" fmla="*/ 136 w 186"/>
                <a:gd name="T25" fmla="*/ 60 h 177"/>
                <a:gd name="T26" fmla="*/ 142 w 186"/>
                <a:gd name="T27" fmla="*/ 37 h 177"/>
                <a:gd name="T28" fmla="*/ 129 w 186"/>
                <a:gd name="T29" fmla="*/ 30 h 177"/>
                <a:gd name="T30" fmla="*/ 127 w 186"/>
                <a:gd name="T31" fmla="*/ 45 h 177"/>
                <a:gd name="T32" fmla="*/ 114 w 186"/>
                <a:gd name="T33" fmla="*/ 39 h 177"/>
                <a:gd name="T34" fmla="*/ 108 w 186"/>
                <a:gd name="T35" fmla="*/ 41 h 177"/>
                <a:gd name="T36" fmla="*/ 119 w 186"/>
                <a:gd name="T37" fmla="*/ 28 h 177"/>
                <a:gd name="T38" fmla="*/ 99 w 186"/>
                <a:gd name="T39" fmla="*/ 18 h 177"/>
                <a:gd name="T40" fmla="*/ 88 w 186"/>
                <a:gd name="T41" fmla="*/ 24 h 177"/>
                <a:gd name="T42" fmla="*/ 99 w 186"/>
                <a:gd name="T43" fmla="*/ 9 h 177"/>
                <a:gd name="T44" fmla="*/ 71 w 186"/>
                <a:gd name="T45" fmla="*/ 5 h 177"/>
                <a:gd name="T46" fmla="*/ 36 w 186"/>
                <a:gd name="T47" fmla="*/ 28 h 177"/>
                <a:gd name="T48" fmla="*/ 15 w 186"/>
                <a:gd name="T49" fmla="*/ 46 h 177"/>
                <a:gd name="T50" fmla="*/ 25 w 186"/>
                <a:gd name="T51" fmla="*/ 58 h 177"/>
                <a:gd name="T52" fmla="*/ 39 w 186"/>
                <a:gd name="T53" fmla="*/ 56 h 177"/>
                <a:gd name="T54" fmla="*/ 30 w 186"/>
                <a:gd name="T55" fmla="*/ 61 h 177"/>
                <a:gd name="T56" fmla="*/ 11 w 186"/>
                <a:gd name="T57" fmla="*/ 74 h 177"/>
                <a:gd name="T58" fmla="*/ 17 w 186"/>
                <a:gd name="T59" fmla="*/ 84 h 177"/>
                <a:gd name="T60" fmla="*/ 30 w 186"/>
                <a:gd name="T61" fmla="*/ 87 h 177"/>
                <a:gd name="T62" fmla="*/ 45 w 186"/>
                <a:gd name="T63" fmla="*/ 89 h 177"/>
                <a:gd name="T64" fmla="*/ 58 w 186"/>
                <a:gd name="T65" fmla="*/ 95 h 177"/>
                <a:gd name="T66" fmla="*/ 69 w 186"/>
                <a:gd name="T67" fmla="*/ 106 h 177"/>
                <a:gd name="T68" fmla="*/ 58 w 186"/>
                <a:gd name="T69" fmla="*/ 108 h 177"/>
                <a:gd name="T70" fmla="*/ 45 w 186"/>
                <a:gd name="T71" fmla="*/ 102 h 177"/>
                <a:gd name="T72" fmla="*/ 25 w 186"/>
                <a:gd name="T73" fmla="*/ 97 h 177"/>
                <a:gd name="T74" fmla="*/ 2 w 186"/>
                <a:gd name="T75" fmla="*/ 114 h 177"/>
                <a:gd name="T76" fmla="*/ 11 w 186"/>
                <a:gd name="T77" fmla="*/ 130 h 177"/>
                <a:gd name="T78" fmla="*/ 26 w 186"/>
                <a:gd name="T79" fmla="*/ 134 h 177"/>
                <a:gd name="T80" fmla="*/ 23 w 186"/>
                <a:gd name="T81" fmla="*/ 147 h 177"/>
                <a:gd name="T82" fmla="*/ 23 w 186"/>
                <a:gd name="T83" fmla="*/ 162 h 177"/>
                <a:gd name="T84" fmla="*/ 39 w 186"/>
                <a:gd name="T85" fmla="*/ 164 h 177"/>
                <a:gd name="T86" fmla="*/ 54 w 186"/>
                <a:gd name="T87" fmla="*/ 164 h 177"/>
                <a:gd name="T88" fmla="*/ 65 w 186"/>
                <a:gd name="T89" fmla="*/ 166 h 177"/>
                <a:gd name="T90" fmla="*/ 82 w 186"/>
                <a:gd name="T91" fmla="*/ 158 h 177"/>
                <a:gd name="T92" fmla="*/ 105 w 186"/>
                <a:gd name="T93" fmla="*/ 153 h 177"/>
                <a:gd name="T94" fmla="*/ 110 w 186"/>
                <a:gd name="T95" fmla="*/ 147 h 177"/>
                <a:gd name="T96" fmla="*/ 108 w 186"/>
                <a:gd name="T97" fmla="*/ 158 h 177"/>
                <a:gd name="T98" fmla="*/ 118 w 186"/>
                <a:gd name="T99" fmla="*/ 164 h 177"/>
                <a:gd name="T100" fmla="*/ 129 w 186"/>
                <a:gd name="T101" fmla="*/ 171 h 177"/>
                <a:gd name="T102" fmla="*/ 140 w 186"/>
                <a:gd name="T103" fmla="*/ 173 h 177"/>
                <a:gd name="T104" fmla="*/ 151 w 186"/>
                <a:gd name="T105" fmla="*/ 175 h 177"/>
                <a:gd name="T106" fmla="*/ 160 w 186"/>
                <a:gd name="T107" fmla="*/ 171 h 177"/>
                <a:gd name="T108" fmla="*/ 160 w 186"/>
                <a:gd name="T109" fmla="*/ 160 h 177"/>
                <a:gd name="T110" fmla="*/ 151 w 186"/>
                <a:gd name="T111" fmla="*/ 156 h 177"/>
                <a:gd name="T112" fmla="*/ 159 w 186"/>
                <a:gd name="T113" fmla="*/ 155 h 177"/>
                <a:gd name="T114" fmla="*/ 168 w 186"/>
                <a:gd name="T115" fmla="*/ 153 h 177"/>
                <a:gd name="T116" fmla="*/ 170 w 186"/>
                <a:gd name="T117" fmla="*/ 158 h 177"/>
                <a:gd name="T118" fmla="*/ 177 w 186"/>
                <a:gd name="T119" fmla="*/ 162 h 177"/>
                <a:gd name="T120" fmla="*/ 185 w 186"/>
                <a:gd name="T121" fmla="*/ 147 h 177"/>
                <a:gd name="T122" fmla="*/ 26 w 186"/>
                <a:gd name="T123" fmla="*/ 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6" h="177">
                  <a:moveTo>
                    <a:pt x="185" y="145"/>
                  </a:moveTo>
                  <a:lnTo>
                    <a:pt x="185" y="142"/>
                  </a:lnTo>
                  <a:lnTo>
                    <a:pt x="186" y="140"/>
                  </a:lnTo>
                  <a:lnTo>
                    <a:pt x="185" y="138"/>
                  </a:lnTo>
                  <a:lnTo>
                    <a:pt x="183" y="138"/>
                  </a:lnTo>
                  <a:lnTo>
                    <a:pt x="181" y="138"/>
                  </a:lnTo>
                  <a:lnTo>
                    <a:pt x="183" y="136"/>
                  </a:lnTo>
                  <a:lnTo>
                    <a:pt x="181" y="134"/>
                  </a:lnTo>
                  <a:lnTo>
                    <a:pt x="177" y="134"/>
                  </a:lnTo>
                  <a:lnTo>
                    <a:pt x="177" y="132"/>
                  </a:lnTo>
                  <a:lnTo>
                    <a:pt x="175" y="130"/>
                  </a:lnTo>
                  <a:lnTo>
                    <a:pt x="175" y="130"/>
                  </a:lnTo>
                  <a:lnTo>
                    <a:pt x="173" y="125"/>
                  </a:lnTo>
                  <a:lnTo>
                    <a:pt x="173" y="123"/>
                  </a:lnTo>
                  <a:lnTo>
                    <a:pt x="175" y="119"/>
                  </a:lnTo>
                  <a:lnTo>
                    <a:pt x="172" y="112"/>
                  </a:lnTo>
                  <a:lnTo>
                    <a:pt x="170" y="117"/>
                  </a:lnTo>
                  <a:lnTo>
                    <a:pt x="166" y="115"/>
                  </a:lnTo>
                  <a:lnTo>
                    <a:pt x="166" y="110"/>
                  </a:lnTo>
                  <a:lnTo>
                    <a:pt x="164" y="110"/>
                  </a:lnTo>
                  <a:lnTo>
                    <a:pt x="164" y="106"/>
                  </a:lnTo>
                  <a:lnTo>
                    <a:pt x="162" y="102"/>
                  </a:lnTo>
                  <a:lnTo>
                    <a:pt x="162" y="101"/>
                  </a:lnTo>
                  <a:lnTo>
                    <a:pt x="160" y="99"/>
                  </a:lnTo>
                  <a:lnTo>
                    <a:pt x="160" y="99"/>
                  </a:lnTo>
                  <a:lnTo>
                    <a:pt x="162" y="99"/>
                  </a:lnTo>
                  <a:lnTo>
                    <a:pt x="164" y="95"/>
                  </a:lnTo>
                  <a:lnTo>
                    <a:pt x="164" y="95"/>
                  </a:lnTo>
                  <a:lnTo>
                    <a:pt x="166" y="97"/>
                  </a:lnTo>
                  <a:lnTo>
                    <a:pt x="168" y="95"/>
                  </a:lnTo>
                  <a:lnTo>
                    <a:pt x="168" y="91"/>
                  </a:lnTo>
                  <a:lnTo>
                    <a:pt x="172" y="87"/>
                  </a:lnTo>
                  <a:lnTo>
                    <a:pt x="172" y="84"/>
                  </a:lnTo>
                  <a:lnTo>
                    <a:pt x="172" y="82"/>
                  </a:lnTo>
                  <a:lnTo>
                    <a:pt x="170" y="76"/>
                  </a:lnTo>
                  <a:lnTo>
                    <a:pt x="170" y="74"/>
                  </a:lnTo>
                  <a:lnTo>
                    <a:pt x="172" y="74"/>
                  </a:lnTo>
                  <a:lnTo>
                    <a:pt x="172" y="71"/>
                  </a:lnTo>
                  <a:lnTo>
                    <a:pt x="175" y="67"/>
                  </a:lnTo>
                  <a:lnTo>
                    <a:pt x="175" y="63"/>
                  </a:lnTo>
                  <a:lnTo>
                    <a:pt x="177" y="61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54"/>
                  </a:lnTo>
                  <a:lnTo>
                    <a:pt x="183" y="50"/>
                  </a:lnTo>
                  <a:lnTo>
                    <a:pt x="181" y="46"/>
                  </a:lnTo>
                  <a:lnTo>
                    <a:pt x="181" y="46"/>
                  </a:lnTo>
                  <a:lnTo>
                    <a:pt x="183" y="46"/>
                  </a:lnTo>
                  <a:lnTo>
                    <a:pt x="185" y="43"/>
                  </a:lnTo>
                  <a:lnTo>
                    <a:pt x="183" y="39"/>
                  </a:lnTo>
                  <a:lnTo>
                    <a:pt x="183" y="37"/>
                  </a:lnTo>
                  <a:lnTo>
                    <a:pt x="183" y="35"/>
                  </a:lnTo>
                  <a:lnTo>
                    <a:pt x="181" y="33"/>
                  </a:lnTo>
                  <a:lnTo>
                    <a:pt x="179" y="32"/>
                  </a:lnTo>
                  <a:lnTo>
                    <a:pt x="181" y="30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2" y="26"/>
                  </a:lnTo>
                  <a:lnTo>
                    <a:pt x="168" y="20"/>
                  </a:lnTo>
                  <a:lnTo>
                    <a:pt x="166" y="20"/>
                  </a:lnTo>
                  <a:lnTo>
                    <a:pt x="164" y="18"/>
                  </a:lnTo>
                  <a:lnTo>
                    <a:pt x="160" y="18"/>
                  </a:lnTo>
                  <a:lnTo>
                    <a:pt x="162" y="22"/>
                  </a:lnTo>
                  <a:lnTo>
                    <a:pt x="159" y="22"/>
                  </a:lnTo>
                  <a:lnTo>
                    <a:pt x="157" y="26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3" y="35"/>
                  </a:lnTo>
                  <a:lnTo>
                    <a:pt x="153" y="39"/>
                  </a:lnTo>
                  <a:lnTo>
                    <a:pt x="151" y="41"/>
                  </a:lnTo>
                  <a:lnTo>
                    <a:pt x="151" y="43"/>
                  </a:lnTo>
                  <a:lnTo>
                    <a:pt x="151" y="45"/>
                  </a:lnTo>
                  <a:lnTo>
                    <a:pt x="151" y="46"/>
                  </a:lnTo>
                  <a:lnTo>
                    <a:pt x="149" y="48"/>
                  </a:lnTo>
                  <a:lnTo>
                    <a:pt x="149" y="54"/>
                  </a:lnTo>
                  <a:lnTo>
                    <a:pt x="147" y="54"/>
                  </a:lnTo>
                  <a:lnTo>
                    <a:pt x="146" y="54"/>
                  </a:lnTo>
                  <a:lnTo>
                    <a:pt x="144" y="60"/>
                  </a:lnTo>
                  <a:lnTo>
                    <a:pt x="144" y="61"/>
                  </a:lnTo>
                  <a:lnTo>
                    <a:pt x="144" y="63"/>
                  </a:lnTo>
                  <a:lnTo>
                    <a:pt x="144" y="65"/>
                  </a:lnTo>
                  <a:lnTo>
                    <a:pt x="140" y="69"/>
                  </a:lnTo>
                  <a:lnTo>
                    <a:pt x="142" y="71"/>
                  </a:lnTo>
                  <a:lnTo>
                    <a:pt x="142" y="71"/>
                  </a:lnTo>
                  <a:lnTo>
                    <a:pt x="138" y="71"/>
                  </a:lnTo>
                  <a:lnTo>
                    <a:pt x="140" y="74"/>
                  </a:lnTo>
                  <a:lnTo>
                    <a:pt x="142" y="74"/>
                  </a:lnTo>
                  <a:lnTo>
                    <a:pt x="140" y="76"/>
                  </a:lnTo>
                  <a:lnTo>
                    <a:pt x="138" y="76"/>
                  </a:lnTo>
                  <a:lnTo>
                    <a:pt x="136" y="76"/>
                  </a:lnTo>
                  <a:lnTo>
                    <a:pt x="134" y="78"/>
                  </a:lnTo>
                  <a:lnTo>
                    <a:pt x="134" y="82"/>
                  </a:lnTo>
                  <a:lnTo>
                    <a:pt x="134" y="82"/>
                  </a:lnTo>
                  <a:lnTo>
                    <a:pt x="132" y="80"/>
                  </a:lnTo>
                  <a:lnTo>
                    <a:pt x="132" y="78"/>
                  </a:lnTo>
                  <a:lnTo>
                    <a:pt x="134" y="76"/>
                  </a:lnTo>
                  <a:lnTo>
                    <a:pt x="132" y="74"/>
                  </a:lnTo>
                  <a:lnTo>
                    <a:pt x="132" y="71"/>
                  </a:lnTo>
                  <a:lnTo>
                    <a:pt x="134" y="67"/>
                  </a:lnTo>
                  <a:lnTo>
                    <a:pt x="134" y="65"/>
                  </a:lnTo>
                  <a:lnTo>
                    <a:pt x="136" y="63"/>
                  </a:lnTo>
                  <a:lnTo>
                    <a:pt x="136" y="60"/>
                  </a:lnTo>
                  <a:lnTo>
                    <a:pt x="138" y="52"/>
                  </a:lnTo>
                  <a:lnTo>
                    <a:pt x="142" y="52"/>
                  </a:lnTo>
                  <a:lnTo>
                    <a:pt x="142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2" y="45"/>
                  </a:lnTo>
                  <a:lnTo>
                    <a:pt x="142" y="37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6" y="24"/>
                  </a:lnTo>
                  <a:lnTo>
                    <a:pt x="131" y="26"/>
                  </a:lnTo>
                  <a:lnTo>
                    <a:pt x="129" y="30"/>
                  </a:lnTo>
                  <a:lnTo>
                    <a:pt x="132" y="33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3"/>
                  </a:lnTo>
                  <a:lnTo>
                    <a:pt x="127" y="41"/>
                  </a:lnTo>
                  <a:lnTo>
                    <a:pt x="127" y="45"/>
                  </a:lnTo>
                  <a:lnTo>
                    <a:pt x="127" y="45"/>
                  </a:lnTo>
                  <a:lnTo>
                    <a:pt x="127" y="41"/>
                  </a:lnTo>
                  <a:lnTo>
                    <a:pt x="123" y="43"/>
                  </a:lnTo>
                  <a:lnTo>
                    <a:pt x="125" y="41"/>
                  </a:lnTo>
                  <a:lnTo>
                    <a:pt x="121" y="39"/>
                  </a:lnTo>
                  <a:lnTo>
                    <a:pt x="118" y="41"/>
                  </a:lnTo>
                  <a:lnTo>
                    <a:pt x="116" y="43"/>
                  </a:lnTo>
                  <a:lnTo>
                    <a:pt x="114" y="39"/>
                  </a:lnTo>
                  <a:lnTo>
                    <a:pt x="110" y="41"/>
                  </a:lnTo>
                  <a:lnTo>
                    <a:pt x="110" y="43"/>
                  </a:lnTo>
                  <a:lnTo>
                    <a:pt x="108" y="43"/>
                  </a:lnTo>
                  <a:lnTo>
                    <a:pt x="106" y="41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6" y="39"/>
                  </a:lnTo>
                  <a:lnTo>
                    <a:pt x="108" y="41"/>
                  </a:lnTo>
                  <a:lnTo>
                    <a:pt x="114" y="39"/>
                  </a:lnTo>
                  <a:lnTo>
                    <a:pt x="114" y="37"/>
                  </a:lnTo>
                  <a:lnTo>
                    <a:pt x="114" y="37"/>
                  </a:lnTo>
                  <a:lnTo>
                    <a:pt x="116" y="37"/>
                  </a:lnTo>
                  <a:lnTo>
                    <a:pt x="119" y="35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19" y="28"/>
                  </a:lnTo>
                  <a:lnTo>
                    <a:pt x="116" y="24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08" y="17"/>
                  </a:lnTo>
                  <a:lnTo>
                    <a:pt x="108" y="15"/>
                  </a:lnTo>
                  <a:lnTo>
                    <a:pt x="105" y="15"/>
                  </a:lnTo>
                  <a:lnTo>
                    <a:pt x="101" y="17"/>
                  </a:lnTo>
                  <a:lnTo>
                    <a:pt x="99" y="18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5" y="26"/>
                  </a:lnTo>
                  <a:lnTo>
                    <a:pt x="93" y="26"/>
                  </a:lnTo>
                  <a:lnTo>
                    <a:pt x="93" y="24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90" y="22"/>
                  </a:lnTo>
                  <a:lnTo>
                    <a:pt x="92" y="22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7" y="15"/>
                  </a:lnTo>
                  <a:lnTo>
                    <a:pt x="99" y="9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1" y="5"/>
                  </a:lnTo>
                  <a:lnTo>
                    <a:pt x="58" y="11"/>
                  </a:lnTo>
                  <a:lnTo>
                    <a:pt x="54" y="13"/>
                  </a:lnTo>
                  <a:lnTo>
                    <a:pt x="47" y="15"/>
                  </a:lnTo>
                  <a:lnTo>
                    <a:pt x="38" y="20"/>
                  </a:lnTo>
                  <a:lnTo>
                    <a:pt x="34" y="24"/>
                  </a:lnTo>
                  <a:lnTo>
                    <a:pt x="32" y="26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2" y="28"/>
                  </a:lnTo>
                  <a:lnTo>
                    <a:pt x="28" y="32"/>
                  </a:lnTo>
                  <a:lnTo>
                    <a:pt x="25" y="32"/>
                  </a:lnTo>
                  <a:lnTo>
                    <a:pt x="21" y="33"/>
                  </a:lnTo>
                  <a:lnTo>
                    <a:pt x="21" y="37"/>
                  </a:lnTo>
                  <a:lnTo>
                    <a:pt x="17" y="39"/>
                  </a:lnTo>
                  <a:lnTo>
                    <a:pt x="15" y="41"/>
                  </a:lnTo>
                  <a:lnTo>
                    <a:pt x="15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7" y="48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4"/>
                  </a:lnTo>
                  <a:lnTo>
                    <a:pt x="25" y="58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6" y="58"/>
                  </a:lnTo>
                  <a:lnTo>
                    <a:pt x="30" y="58"/>
                  </a:lnTo>
                  <a:lnTo>
                    <a:pt x="36" y="58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5" y="58"/>
                  </a:lnTo>
                  <a:lnTo>
                    <a:pt x="43" y="58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4" y="61"/>
                  </a:lnTo>
                  <a:lnTo>
                    <a:pt x="32" y="61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17" y="61"/>
                  </a:lnTo>
                  <a:lnTo>
                    <a:pt x="17" y="63"/>
                  </a:lnTo>
                  <a:lnTo>
                    <a:pt x="11" y="63"/>
                  </a:lnTo>
                  <a:lnTo>
                    <a:pt x="10" y="67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8"/>
                  </a:lnTo>
                  <a:lnTo>
                    <a:pt x="10" y="80"/>
                  </a:lnTo>
                  <a:lnTo>
                    <a:pt x="11" y="82"/>
                  </a:lnTo>
                  <a:lnTo>
                    <a:pt x="13" y="84"/>
                  </a:lnTo>
                  <a:lnTo>
                    <a:pt x="15" y="84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1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6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4" y="87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49" y="89"/>
                  </a:lnTo>
                  <a:lnTo>
                    <a:pt x="52" y="89"/>
                  </a:lnTo>
                  <a:lnTo>
                    <a:pt x="54" y="89"/>
                  </a:lnTo>
                  <a:lnTo>
                    <a:pt x="54" y="91"/>
                  </a:lnTo>
                  <a:lnTo>
                    <a:pt x="56" y="91"/>
                  </a:lnTo>
                  <a:lnTo>
                    <a:pt x="56" y="93"/>
                  </a:lnTo>
                  <a:lnTo>
                    <a:pt x="58" y="93"/>
                  </a:lnTo>
                  <a:lnTo>
                    <a:pt x="58" y="95"/>
                  </a:lnTo>
                  <a:lnTo>
                    <a:pt x="60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9"/>
                  </a:lnTo>
                  <a:lnTo>
                    <a:pt x="65" y="101"/>
                  </a:lnTo>
                  <a:lnTo>
                    <a:pt x="67" y="101"/>
                  </a:lnTo>
                  <a:lnTo>
                    <a:pt x="67" y="104"/>
                  </a:lnTo>
                  <a:lnTo>
                    <a:pt x="69" y="106"/>
                  </a:lnTo>
                  <a:lnTo>
                    <a:pt x="73" y="108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67" y="108"/>
                  </a:lnTo>
                  <a:lnTo>
                    <a:pt x="64" y="108"/>
                  </a:lnTo>
                  <a:lnTo>
                    <a:pt x="62" y="108"/>
                  </a:lnTo>
                  <a:lnTo>
                    <a:pt x="60" y="108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2" y="104"/>
                  </a:lnTo>
                  <a:lnTo>
                    <a:pt x="51" y="102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5" y="102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1" y="99"/>
                  </a:lnTo>
                  <a:lnTo>
                    <a:pt x="39" y="99"/>
                  </a:lnTo>
                  <a:lnTo>
                    <a:pt x="36" y="99"/>
                  </a:lnTo>
                  <a:lnTo>
                    <a:pt x="34" y="97"/>
                  </a:lnTo>
                  <a:lnTo>
                    <a:pt x="28" y="99"/>
                  </a:lnTo>
                  <a:lnTo>
                    <a:pt x="25" y="97"/>
                  </a:lnTo>
                  <a:lnTo>
                    <a:pt x="23" y="97"/>
                  </a:lnTo>
                  <a:lnTo>
                    <a:pt x="11" y="97"/>
                  </a:lnTo>
                  <a:lnTo>
                    <a:pt x="10" y="97"/>
                  </a:lnTo>
                  <a:lnTo>
                    <a:pt x="6" y="99"/>
                  </a:lnTo>
                  <a:lnTo>
                    <a:pt x="4" y="101"/>
                  </a:lnTo>
                  <a:lnTo>
                    <a:pt x="4" y="104"/>
                  </a:lnTo>
                  <a:lnTo>
                    <a:pt x="0" y="110"/>
                  </a:lnTo>
                  <a:lnTo>
                    <a:pt x="2" y="114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4" y="125"/>
                  </a:lnTo>
                  <a:lnTo>
                    <a:pt x="6" y="127"/>
                  </a:lnTo>
                  <a:lnTo>
                    <a:pt x="6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5" y="132"/>
                  </a:lnTo>
                  <a:lnTo>
                    <a:pt x="15" y="134"/>
                  </a:lnTo>
                  <a:lnTo>
                    <a:pt x="19" y="134"/>
                  </a:lnTo>
                  <a:lnTo>
                    <a:pt x="21" y="132"/>
                  </a:lnTo>
                  <a:lnTo>
                    <a:pt x="23" y="132"/>
                  </a:lnTo>
                  <a:lnTo>
                    <a:pt x="25" y="134"/>
                  </a:lnTo>
                  <a:lnTo>
                    <a:pt x="26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8" y="140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6" y="143"/>
                  </a:lnTo>
                  <a:lnTo>
                    <a:pt x="26" y="145"/>
                  </a:lnTo>
                  <a:lnTo>
                    <a:pt x="23" y="147"/>
                  </a:lnTo>
                  <a:lnTo>
                    <a:pt x="23" y="149"/>
                  </a:lnTo>
                  <a:lnTo>
                    <a:pt x="21" y="151"/>
                  </a:lnTo>
                  <a:lnTo>
                    <a:pt x="23" y="153"/>
                  </a:lnTo>
                  <a:lnTo>
                    <a:pt x="23" y="155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1" y="160"/>
                  </a:lnTo>
                  <a:lnTo>
                    <a:pt x="23" y="162"/>
                  </a:lnTo>
                  <a:lnTo>
                    <a:pt x="28" y="164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2" y="164"/>
                  </a:lnTo>
                  <a:lnTo>
                    <a:pt x="34" y="162"/>
                  </a:lnTo>
                  <a:lnTo>
                    <a:pt x="34" y="162"/>
                  </a:lnTo>
                  <a:lnTo>
                    <a:pt x="36" y="164"/>
                  </a:lnTo>
                  <a:lnTo>
                    <a:pt x="39" y="164"/>
                  </a:lnTo>
                  <a:lnTo>
                    <a:pt x="43" y="166"/>
                  </a:lnTo>
                  <a:lnTo>
                    <a:pt x="45" y="164"/>
                  </a:lnTo>
                  <a:lnTo>
                    <a:pt x="49" y="164"/>
                  </a:lnTo>
                  <a:lnTo>
                    <a:pt x="49" y="164"/>
                  </a:lnTo>
                  <a:lnTo>
                    <a:pt x="51" y="166"/>
                  </a:lnTo>
                  <a:lnTo>
                    <a:pt x="52" y="164"/>
                  </a:lnTo>
                  <a:lnTo>
                    <a:pt x="52" y="164"/>
                  </a:lnTo>
                  <a:lnTo>
                    <a:pt x="54" y="164"/>
                  </a:lnTo>
                  <a:lnTo>
                    <a:pt x="54" y="166"/>
                  </a:lnTo>
                  <a:lnTo>
                    <a:pt x="56" y="166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62" y="168"/>
                  </a:lnTo>
                  <a:lnTo>
                    <a:pt x="62" y="166"/>
                  </a:lnTo>
                  <a:lnTo>
                    <a:pt x="65" y="166"/>
                  </a:lnTo>
                  <a:lnTo>
                    <a:pt x="67" y="164"/>
                  </a:lnTo>
                  <a:lnTo>
                    <a:pt x="69" y="164"/>
                  </a:lnTo>
                  <a:lnTo>
                    <a:pt x="71" y="164"/>
                  </a:lnTo>
                  <a:lnTo>
                    <a:pt x="75" y="160"/>
                  </a:lnTo>
                  <a:lnTo>
                    <a:pt x="77" y="160"/>
                  </a:lnTo>
                  <a:lnTo>
                    <a:pt x="80" y="158"/>
                  </a:lnTo>
                  <a:lnTo>
                    <a:pt x="80" y="158"/>
                  </a:lnTo>
                  <a:lnTo>
                    <a:pt x="82" y="158"/>
                  </a:lnTo>
                  <a:lnTo>
                    <a:pt x="84" y="158"/>
                  </a:lnTo>
                  <a:lnTo>
                    <a:pt x="86" y="158"/>
                  </a:lnTo>
                  <a:lnTo>
                    <a:pt x="88" y="158"/>
                  </a:lnTo>
                  <a:lnTo>
                    <a:pt x="93" y="158"/>
                  </a:lnTo>
                  <a:lnTo>
                    <a:pt x="101" y="155"/>
                  </a:lnTo>
                  <a:lnTo>
                    <a:pt x="101" y="155"/>
                  </a:lnTo>
                  <a:lnTo>
                    <a:pt x="103" y="155"/>
                  </a:lnTo>
                  <a:lnTo>
                    <a:pt x="105" y="153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2" y="147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0" y="151"/>
                  </a:lnTo>
                  <a:lnTo>
                    <a:pt x="110" y="153"/>
                  </a:lnTo>
                  <a:lnTo>
                    <a:pt x="110" y="155"/>
                  </a:lnTo>
                  <a:lnTo>
                    <a:pt x="108" y="155"/>
                  </a:lnTo>
                  <a:lnTo>
                    <a:pt x="108" y="158"/>
                  </a:lnTo>
                  <a:lnTo>
                    <a:pt x="110" y="158"/>
                  </a:lnTo>
                  <a:lnTo>
                    <a:pt x="114" y="160"/>
                  </a:lnTo>
                  <a:lnTo>
                    <a:pt x="114" y="158"/>
                  </a:lnTo>
                  <a:lnTo>
                    <a:pt x="116" y="158"/>
                  </a:lnTo>
                  <a:lnTo>
                    <a:pt x="118" y="160"/>
                  </a:lnTo>
                  <a:lnTo>
                    <a:pt x="118" y="162"/>
                  </a:lnTo>
                  <a:lnTo>
                    <a:pt x="119" y="164"/>
                  </a:lnTo>
                  <a:lnTo>
                    <a:pt x="118" y="164"/>
                  </a:lnTo>
                  <a:lnTo>
                    <a:pt x="116" y="166"/>
                  </a:lnTo>
                  <a:lnTo>
                    <a:pt x="118" y="168"/>
                  </a:lnTo>
                  <a:lnTo>
                    <a:pt x="119" y="168"/>
                  </a:lnTo>
                  <a:lnTo>
                    <a:pt x="119" y="170"/>
                  </a:lnTo>
                  <a:lnTo>
                    <a:pt x="123" y="171"/>
                  </a:lnTo>
                  <a:lnTo>
                    <a:pt x="125" y="170"/>
                  </a:lnTo>
                  <a:lnTo>
                    <a:pt x="127" y="170"/>
                  </a:lnTo>
                  <a:lnTo>
                    <a:pt x="129" y="171"/>
                  </a:lnTo>
                  <a:lnTo>
                    <a:pt x="131" y="173"/>
                  </a:lnTo>
                  <a:lnTo>
                    <a:pt x="132" y="171"/>
                  </a:lnTo>
                  <a:lnTo>
                    <a:pt x="132" y="171"/>
                  </a:lnTo>
                  <a:lnTo>
                    <a:pt x="134" y="173"/>
                  </a:lnTo>
                  <a:lnTo>
                    <a:pt x="136" y="173"/>
                  </a:lnTo>
                  <a:lnTo>
                    <a:pt x="138" y="175"/>
                  </a:lnTo>
                  <a:lnTo>
                    <a:pt x="140" y="175"/>
                  </a:lnTo>
                  <a:lnTo>
                    <a:pt x="140" y="173"/>
                  </a:lnTo>
                  <a:lnTo>
                    <a:pt x="142" y="173"/>
                  </a:lnTo>
                  <a:lnTo>
                    <a:pt x="142" y="173"/>
                  </a:lnTo>
                  <a:lnTo>
                    <a:pt x="142" y="175"/>
                  </a:lnTo>
                  <a:lnTo>
                    <a:pt x="144" y="177"/>
                  </a:lnTo>
                  <a:lnTo>
                    <a:pt x="147" y="175"/>
                  </a:lnTo>
                  <a:lnTo>
                    <a:pt x="147" y="173"/>
                  </a:lnTo>
                  <a:lnTo>
                    <a:pt x="149" y="175"/>
                  </a:lnTo>
                  <a:lnTo>
                    <a:pt x="151" y="175"/>
                  </a:lnTo>
                  <a:lnTo>
                    <a:pt x="153" y="175"/>
                  </a:lnTo>
                  <a:lnTo>
                    <a:pt x="153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60" y="171"/>
                  </a:lnTo>
                  <a:lnTo>
                    <a:pt x="159" y="170"/>
                  </a:lnTo>
                  <a:lnTo>
                    <a:pt x="160" y="170"/>
                  </a:lnTo>
                  <a:lnTo>
                    <a:pt x="160" y="168"/>
                  </a:lnTo>
                  <a:lnTo>
                    <a:pt x="162" y="166"/>
                  </a:lnTo>
                  <a:lnTo>
                    <a:pt x="162" y="162"/>
                  </a:lnTo>
                  <a:lnTo>
                    <a:pt x="160" y="162"/>
                  </a:lnTo>
                  <a:lnTo>
                    <a:pt x="159" y="162"/>
                  </a:lnTo>
                  <a:lnTo>
                    <a:pt x="160" y="160"/>
                  </a:lnTo>
                  <a:lnTo>
                    <a:pt x="162" y="160"/>
                  </a:lnTo>
                  <a:lnTo>
                    <a:pt x="162" y="156"/>
                  </a:lnTo>
                  <a:lnTo>
                    <a:pt x="159" y="155"/>
                  </a:lnTo>
                  <a:lnTo>
                    <a:pt x="157" y="155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1" y="156"/>
                  </a:lnTo>
                  <a:lnTo>
                    <a:pt x="151" y="153"/>
                  </a:lnTo>
                  <a:lnTo>
                    <a:pt x="151" y="153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53"/>
                  </a:lnTo>
                  <a:lnTo>
                    <a:pt x="153" y="155"/>
                  </a:lnTo>
                  <a:lnTo>
                    <a:pt x="155" y="155"/>
                  </a:lnTo>
                  <a:lnTo>
                    <a:pt x="159" y="155"/>
                  </a:lnTo>
                  <a:lnTo>
                    <a:pt x="160" y="149"/>
                  </a:lnTo>
                  <a:lnTo>
                    <a:pt x="162" y="149"/>
                  </a:lnTo>
                  <a:lnTo>
                    <a:pt x="164" y="147"/>
                  </a:lnTo>
                  <a:lnTo>
                    <a:pt x="164" y="147"/>
                  </a:lnTo>
                  <a:lnTo>
                    <a:pt x="166" y="147"/>
                  </a:lnTo>
                  <a:lnTo>
                    <a:pt x="166" y="147"/>
                  </a:lnTo>
                  <a:lnTo>
                    <a:pt x="166" y="153"/>
                  </a:lnTo>
                  <a:lnTo>
                    <a:pt x="168" y="153"/>
                  </a:lnTo>
                  <a:lnTo>
                    <a:pt x="166" y="155"/>
                  </a:lnTo>
                  <a:lnTo>
                    <a:pt x="170" y="155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3" y="155"/>
                  </a:lnTo>
                  <a:lnTo>
                    <a:pt x="175" y="156"/>
                  </a:lnTo>
                  <a:lnTo>
                    <a:pt x="172" y="156"/>
                  </a:lnTo>
                  <a:lnTo>
                    <a:pt x="170" y="158"/>
                  </a:lnTo>
                  <a:lnTo>
                    <a:pt x="172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6"/>
                  </a:lnTo>
                  <a:lnTo>
                    <a:pt x="173" y="166"/>
                  </a:lnTo>
                  <a:lnTo>
                    <a:pt x="173" y="164"/>
                  </a:lnTo>
                  <a:lnTo>
                    <a:pt x="175" y="164"/>
                  </a:lnTo>
                  <a:lnTo>
                    <a:pt x="177" y="162"/>
                  </a:lnTo>
                  <a:lnTo>
                    <a:pt x="177" y="160"/>
                  </a:lnTo>
                  <a:lnTo>
                    <a:pt x="175" y="158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7" y="156"/>
                  </a:lnTo>
                  <a:lnTo>
                    <a:pt x="179" y="155"/>
                  </a:lnTo>
                  <a:lnTo>
                    <a:pt x="183" y="151"/>
                  </a:lnTo>
                  <a:lnTo>
                    <a:pt x="185" y="147"/>
                  </a:lnTo>
                  <a:lnTo>
                    <a:pt x="185" y="145"/>
                  </a:lnTo>
                  <a:close/>
                  <a:moveTo>
                    <a:pt x="26" y="50"/>
                  </a:moveTo>
                  <a:lnTo>
                    <a:pt x="25" y="50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50"/>
                  </a:lnTo>
                  <a:close/>
                  <a:moveTo>
                    <a:pt x="49" y="58"/>
                  </a:moveTo>
                  <a:lnTo>
                    <a:pt x="47" y="58"/>
                  </a:lnTo>
                  <a:lnTo>
                    <a:pt x="49" y="58"/>
                  </a:lnTo>
                  <a:lnTo>
                    <a:pt x="51" y="58"/>
                  </a:lnTo>
                  <a:lnTo>
                    <a:pt x="52" y="60"/>
                  </a:lnTo>
                  <a:lnTo>
                    <a:pt x="49" y="5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0" name="Freeform 6497">
              <a:extLst>
                <a:ext uri="{FF2B5EF4-FFF2-40B4-BE49-F238E27FC236}">
                  <a16:creationId xmlns:a16="http://schemas.microsoft.com/office/drawing/2014/main" id="{13DD203D-E2B2-47B0-89EE-210636E061C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47" y="1606"/>
              <a:ext cx="15" cy="16"/>
            </a:xfrm>
            <a:custGeom>
              <a:avLst/>
              <a:gdLst>
                <a:gd name="T0" fmla="*/ 0 w 8"/>
                <a:gd name="T1" fmla="*/ 7 h 9"/>
                <a:gd name="T2" fmla="*/ 2 w 8"/>
                <a:gd name="T3" fmla="*/ 9 h 9"/>
                <a:gd name="T4" fmla="*/ 3 w 8"/>
                <a:gd name="T5" fmla="*/ 8 h 9"/>
                <a:gd name="T6" fmla="*/ 3 w 8"/>
                <a:gd name="T7" fmla="*/ 7 h 9"/>
                <a:gd name="T8" fmla="*/ 5 w 8"/>
                <a:gd name="T9" fmla="*/ 6 h 9"/>
                <a:gd name="T10" fmla="*/ 6 w 8"/>
                <a:gd name="T11" fmla="*/ 4 h 9"/>
                <a:gd name="T12" fmla="*/ 6 w 8"/>
                <a:gd name="T13" fmla="*/ 5 h 9"/>
                <a:gd name="T14" fmla="*/ 7 w 8"/>
                <a:gd name="T15" fmla="*/ 4 h 9"/>
                <a:gd name="T16" fmla="*/ 7 w 8"/>
                <a:gd name="T17" fmla="*/ 4 h 9"/>
                <a:gd name="T18" fmla="*/ 7 w 8"/>
                <a:gd name="T19" fmla="*/ 3 h 9"/>
                <a:gd name="T20" fmla="*/ 8 w 8"/>
                <a:gd name="T21" fmla="*/ 2 h 9"/>
                <a:gd name="T22" fmla="*/ 7 w 8"/>
                <a:gd name="T23" fmla="*/ 0 h 9"/>
                <a:gd name="T24" fmla="*/ 6 w 8"/>
                <a:gd name="T25" fmla="*/ 0 h 9"/>
                <a:gd name="T26" fmla="*/ 4 w 8"/>
                <a:gd name="T27" fmla="*/ 2 h 9"/>
                <a:gd name="T28" fmla="*/ 4 w 8"/>
                <a:gd name="T29" fmla="*/ 2 h 9"/>
                <a:gd name="T30" fmla="*/ 3 w 8"/>
                <a:gd name="T31" fmla="*/ 1 h 9"/>
                <a:gd name="T32" fmla="*/ 2 w 8"/>
                <a:gd name="T33" fmla="*/ 3 h 9"/>
                <a:gd name="T34" fmla="*/ 2 w 8"/>
                <a:gd name="T35" fmla="*/ 4 h 9"/>
                <a:gd name="T36" fmla="*/ 0 w 8"/>
                <a:gd name="T37" fmla="*/ 6 h 9"/>
                <a:gd name="T38" fmla="*/ 0 w 8"/>
                <a:gd name="T39" fmla="*/ 7 h 9"/>
                <a:gd name="T40" fmla="*/ 5 w 8"/>
                <a:gd name="T41" fmla="*/ 3 h 9"/>
                <a:gd name="T42" fmla="*/ 5 w 8"/>
                <a:gd name="T43" fmla="*/ 4 h 9"/>
                <a:gd name="T44" fmla="*/ 5 w 8"/>
                <a:gd name="T45" fmla="*/ 3 h 9"/>
                <a:gd name="T46" fmla="*/ 4 w 8"/>
                <a:gd name="T47" fmla="*/ 3 h 9"/>
                <a:gd name="T48" fmla="*/ 5 w 8"/>
                <a:gd name="T4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0" y="7"/>
                  </a:lnTo>
                  <a:close/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5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1" name="Freeform 6498">
              <a:extLst>
                <a:ext uri="{FF2B5EF4-FFF2-40B4-BE49-F238E27FC236}">
                  <a16:creationId xmlns:a16="http://schemas.microsoft.com/office/drawing/2014/main" id="{18FDD054-FC21-477E-93A4-A00287A384C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19"/>
              <a:ext cx="3" cy="8"/>
            </a:xfrm>
            <a:custGeom>
              <a:avLst/>
              <a:gdLst>
                <a:gd name="T0" fmla="*/ 3 w 3"/>
                <a:gd name="T1" fmla="*/ 6 h 8"/>
                <a:gd name="T2" fmla="*/ 3 w 3"/>
                <a:gd name="T3" fmla="*/ 0 h 8"/>
                <a:gd name="T4" fmla="*/ 2 w 3"/>
                <a:gd name="T5" fmla="*/ 0 h 8"/>
                <a:gd name="T6" fmla="*/ 0 w 3"/>
                <a:gd name="T7" fmla="*/ 2 h 8"/>
                <a:gd name="T8" fmla="*/ 0 w 3"/>
                <a:gd name="T9" fmla="*/ 6 h 8"/>
                <a:gd name="T10" fmla="*/ 3 w 3"/>
                <a:gd name="T11" fmla="*/ 8 h 8"/>
                <a:gd name="T12" fmla="*/ 3 w 3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3" y="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8"/>
                  </a:lnTo>
                  <a:lnTo>
                    <a:pt x="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2" name="Freeform 6499">
              <a:extLst>
                <a:ext uri="{FF2B5EF4-FFF2-40B4-BE49-F238E27FC236}">
                  <a16:creationId xmlns:a16="http://schemas.microsoft.com/office/drawing/2014/main" id="{A9B25695-BAF9-4789-841F-D7DC2910D94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723"/>
              <a:ext cx="6" cy="15"/>
            </a:xfrm>
            <a:custGeom>
              <a:avLst/>
              <a:gdLst>
                <a:gd name="T0" fmla="*/ 6 w 6"/>
                <a:gd name="T1" fmla="*/ 0 h 15"/>
                <a:gd name="T2" fmla="*/ 2 w 6"/>
                <a:gd name="T3" fmla="*/ 0 h 15"/>
                <a:gd name="T4" fmla="*/ 0 w 6"/>
                <a:gd name="T5" fmla="*/ 2 h 15"/>
                <a:gd name="T6" fmla="*/ 0 w 6"/>
                <a:gd name="T7" fmla="*/ 7 h 15"/>
                <a:gd name="T8" fmla="*/ 0 w 6"/>
                <a:gd name="T9" fmla="*/ 9 h 15"/>
                <a:gd name="T10" fmla="*/ 0 w 6"/>
                <a:gd name="T11" fmla="*/ 9 h 15"/>
                <a:gd name="T12" fmla="*/ 0 w 6"/>
                <a:gd name="T13" fmla="*/ 15 h 15"/>
                <a:gd name="T14" fmla="*/ 4 w 6"/>
                <a:gd name="T15" fmla="*/ 13 h 15"/>
                <a:gd name="T16" fmla="*/ 6 w 6"/>
                <a:gd name="T17" fmla="*/ 7 h 15"/>
                <a:gd name="T18" fmla="*/ 6 w 6"/>
                <a:gd name="T19" fmla="*/ 6 h 15"/>
                <a:gd name="T20" fmla="*/ 6 w 6"/>
                <a:gd name="T21" fmla="*/ 4 h 15"/>
                <a:gd name="T22" fmla="*/ 6 w 6"/>
                <a:gd name="T23" fmla="*/ 4 h 15"/>
                <a:gd name="T24" fmla="*/ 6 w 6"/>
                <a:gd name="T2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3" name="Freeform 6500">
              <a:extLst>
                <a:ext uri="{FF2B5EF4-FFF2-40B4-BE49-F238E27FC236}">
                  <a16:creationId xmlns:a16="http://schemas.microsoft.com/office/drawing/2014/main" id="{7E52CEAB-8D43-495B-B35E-2B28A01663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47"/>
              <a:ext cx="7" cy="6"/>
            </a:xfrm>
            <a:custGeom>
              <a:avLst/>
              <a:gdLst>
                <a:gd name="T0" fmla="*/ 2 w 7"/>
                <a:gd name="T1" fmla="*/ 6 h 6"/>
                <a:gd name="T2" fmla="*/ 7 w 7"/>
                <a:gd name="T3" fmla="*/ 4 h 6"/>
                <a:gd name="T4" fmla="*/ 5 w 7"/>
                <a:gd name="T5" fmla="*/ 0 h 6"/>
                <a:gd name="T6" fmla="*/ 3 w 7"/>
                <a:gd name="T7" fmla="*/ 2 h 6"/>
                <a:gd name="T8" fmla="*/ 2 w 7"/>
                <a:gd name="T9" fmla="*/ 2 h 6"/>
                <a:gd name="T10" fmla="*/ 0 w 7"/>
                <a:gd name="T11" fmla="*/ 6 h 6"/>
                <a:gd name="T12" fmla="*/ 2 w 7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lnTo>
                    <a:pt x="7" y="4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4" name="Freeform 6501">
              <a:extLst>
                <a:ext uri="{FF2B5EF4-FFF2-40B4-BE49-F238E27FC236}">
                  <a16:creationId xmlns:a16="http://schemas.microsoft.com/office/drawing/2014/main" id="{313F7757-65A0-4161-8A31-9B8F9FD669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0" y="1805"/>
              <a:ext cx="31" cy="22"/>
            </a:xfrm>
            <a:custGeom>
              <a:avLst/>
              <a:gdLst>
                <a:gd name="T0" fmla="*/ 14 w 17"/>
                <a:gd name="T1" fmla="*/ 6 h 12"/>
                <a:gd name="T2" fmla="*/ 16 w 17"/>
                <a:gd name="T3" fmla="*/ 5 h 12"/>
                <a:gd name="T4" fmla="*/ 16 w 17"/>
                <a:gd name="T5" fmla="*/ 3 h 12"/>
                <a:gd name="T6" fmla="*/ 17 w 17"/>
                <a:gd name="T7" fmla="*/ 2 h 12"/>
                <a:gd name="T8" fmla="*/ 16 w 17"/>
                <a:gd name="T9" fmla="*/ 1 h 12"/>
                <a:gd name="T10" fmla="*/ 15 w 17"/>
                <a:gd name="T11" fmla="*/ 1 h 12"/>
                <a:gd name="T12" fmla="*/ 14 w 17"/>
                <a:gd name="T13" fmla="*/ 0 h 12"/>
                <a:gd name="T14" fmla="*/ 13 w 17"/>
                <a:gd name="T15" fmla="*/ 0 h 12"/>
                <a:gd name="T16" fmla="*/ 12 w 17"/>
                <a:gd name="T17" fmla="*/ 1 h 12"/>
                <a:gd name="T18" fmla="*/ 11 w 17"/>
                <a:gd name="T19" fmla="*/ 0 h 12"/>
                <a:gd name="T20" fmla="*/ 10 w 17"/>
                <a:gd name="T21" fmla="*/ 1 h 12"/>
                <a:gd name="T22" fmla="*/ 10 w 17"/>
                <a:gd name="T23" fmla="*/ 2 h 12"/>
                <a:gd name="T24" fmla="*/ 9 w 17"/>
                <a:gd name="T25" fmla="*/ 1 h 12"/>
                <a:gd name="T26" fmla="*/ 8 w 17"/>
                <a:gd name="T27" fmla="*/ 0 h 12"/>
                <a:gd name="T28" fmla="*/ 7 w 17"/>
                <a:gd name="T29" fmla="*/ 0 h 12"/>
                <a:gd name="T30" fmla="*/ 6 w 17"/>
                <a:gd name="T31" fmla="*/ 1 h 12"/>
                <a:gd name="T32" fmla="*/ 4 w 17"/>
                <a:gd name="T33" fmla="*/ 3 h 12"/>
                <a:gd name="T34" fmla="*/ 4 w 17"/>
                <a:gd name="T35" fmla="*/ 4 h 12"/>
                <a:gd name="T36" fmla="*/ 4 w 17"/>
                <a:gd name="T37" fmla="*/ 4 h 12"/>
                <a:gd name="T38" fmla="*/ 1 w 17"/>
                <a:gd name="T39" fmla="*/ 5 h 12"/>
                <a:gd name="T40" fmla="*/ 0 w 17"/>
                <a:gd name="T41" fmla="*/ 6 h 12"/>
                <a:gd name="T42" fmla="*/ 1 w 17"/>
                <a:gd name="T43" fmla="*/ 7 h 12"/>
                <a:gd name="T44" fmla="*/ 1 w 17"/>
                <a:gd name="T45" fmla="*/ 8 h 12"/>
                <a:gd name="T46" fmla="*/ 1 w 17"/>
                <a:gd name="T47" fmla="*/ 9 h 12"/>
                <a:gd name="T48" fmla="*/ 1 w 17"/>
                <a:gd name="T49" fmla="*/ 10 h 12"/>
                <a:gd name="T50" fmla="*/ 2 w 17"/>
                <a:gd name="T51" fmla="*/ 11 h 12"/>
                <a:gd name="T52" fmla="*/ 2 w 17"/>
                <a:gd name="T53" fmla="*/ 12 h 12"/>
                <a:gd name="T54" fmla="*/ 3 w 17"/>
                <a:gd name="T55" fmla="*/ 11 h 12"/>
                <a:gd name="T56" fmla="*/ 4 w 17"/>
                <a:gd name="T57" fmla="*/ 10 h 12"/>
                <a:gd name="T58" fmla="*/ 5 w 17"/>
                <a:gd name="T59" fmla="*/ 9 h 12"/>
                <a:gd name="T60" fmla="*/ 5 w 17"/>
                <a:gd name="T61" fmla="*/ 10 h 12"/>
                <a:gd name="T62" fmla="*/ 5 w 17"/>
                <a:gd name="T63" fmla="*/ 10 h 12"/>
                <a:gd name="T64" fmla="*/ 7 w 17"/>
                <a:gd name="T65" fmla="*/ 11 h 12"/>
                <a:gd name="T66" fmla="*/ 9 w 17"/>
                <a:gd name="T67" fmla="*/ 9 h 12"/>
                <a:gd name="T68" fmla="*/ 10 w 17"/>
                <a:gd name="T69" fmla="*/ 9 h 12"/>
                <a:gd name="T70" fmla="*/ 12 w 17"/>
                <a:gd name="T71" fmla="*/ 8 h 12"/>
                <a:gd name="T72" fmla="*/ 13 w 17"/>
                <a:gd name="T73" fmla="*/ 6 h 12"/>
                <a:gd name="T74" fmla="*/ 14 w 17"/>
                <a:gd name="T7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" h="12">
                  <a:moveTo>
                    <a:pt x="14" y="6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4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5" name="Freeform 6502">
              <a:extLst>
                <a:ext uri="{FF2B5EF4-FFF2-40B4-BE49-F238E27FC236}">
                  <a16:creationId xmlns:a16="http://schemas.microsoft.com/office/drawing/2014/main" id="{8593D7FB-2A31-474F-A6D3-B2BD4AC9506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2101"/>
              <a:ext cx="35" cy="21"/>
            </a:xfrm>
            <a:custGeom>
              <a:avLst/>
              <a:gdLst>
                <a:gd name="T0" fmla="*/ 35 w 35"/>
                <a:gd name="T1" fmla="*/ 21 h 21"/>
                <a:gd name="T2" fmla="*/ 35 w 35"/>
                <a:gd name="T3" fmla="*/ 17 h 21"/>
                <a:gd name="T4" fmla="*/ 34 w 35"/>
                <a:gd name="T5" fmla="*/ 15 h 21"/>
                <a:gd name="T6" fmla="*/ 34 w 35"/>
                <a:gd name="T7" fmla="*/ 15 h 21"/>
                <a:gd name="T8" fmla="*/ 32 w 35"/>
                <a:gd name="T9" fmla="*/ 13 h 21"/>
                <a:gd name="T10" fmla="*/ 30 w 35"/>
                <a:gd name="T11" fmla="*/ 12 h 21"/>
                <a:gd name="T12" fmla="*/ 28 w 35"/>
                <a:gd name="T13" fmla="*/ 10 h 21"/>
                <a:gd name="T14" fmla="*/ 24 w 35"/>
                <a:gd name="T15" fmla="*/ 8 h 21"/>
                <a:gd name="T16" fmla="*/ 22 w 35"/>
                <a:gd name="T17" fmla="*/ 8 h 21"/>
                <a:gd name="T18" fmla="*/ 20 w 35"/>
                <a:gd name="T19" fmla="*/ 4 h 21"/>
                <a:gd name="T20" fmla="*/ 17 w 35"/>
                <a:gd name="T21" fmla="*/ 4 h 21"/>
                <a:gd name="T22" fmla="*/ 13 w 35"/>
                <a:gd name="T23" fmla="*/ 2 h 21"/>
                <a:gd name="T24" fmla="*/ 7 w 35"/>
                <a:gd name="T25" fmla="*/ 0 h 21"/>
                <a:gd name="T26" fmla="*/ 4 w 35"/>
                <a:gd name="T27" fmla="*/ 0 h 21"/>
                <a:gd name="T28" fmla="*/ 0 w 35"/>
                <a:gd name="T29" fmla="*/ 2 h 21"/>
                <a:gd name="T30" fmla="*/ 2 w 35"/>
                <a:gd name="T31" fmla="*/ 6 h 21"/>
                <a:gd name="T32" fmla="*/ 4 w 35"/>
                <a:gd name="T33" fmla="*/ 6 h 21"/>
                <a:gd name="T34" fmla="*/ 9 w 35"/>
                <a:gd name="T35" fmla="*/ 10 h 21"/>
                <a:gd name="T36" fmla="*/ 9 w 35"/>
                <a:gd name="T37" fmla="*/ 12 h 21"/>
                <a:gd name="T38" fmla="*/ 9 w 35"/>
                <a:gd name="T39" fmla="*/ 13 h 21"/>
                <a:gd name="T40" fmla="*/ 11 w 35"/>
                <a:gd name="T41" fmla="*/ 13 h 21"/>
                <a:gd name="T42" fmla="*/ 17 w 35"/>
                <a:gd name="T43" fmla="*/ 17 h 21"/>
                <a:gd name="T44" fmla="*/ 20 w 35"/>
                <a:gd name="T45" fmla="*/ 17 h 21"/>
                <a:gd name="T46" fmla="*/ 24 w 35"/>
                <a:gd name="T47" fmla="*/ 19 h 21"/>
                <a:gd name="T48" fmla="*/ 26 w 35"/>
                <a:gd name="T49" fmla="*/ 21 h 21"/>
                <a:gd name="T50" fmla="*/ 28 w 35"/>
                <a:gd name="T51" fmla="*/ 21 h 21"/>
                <a:gd name="T52" fmla="*/ 30 w 35"/>
                <a:gd name="T53" fmla="*/ 21 h 21"/>
                <a:gd name="T54" fmla="*/ 35 w 35"/>
                <a:gd name="T5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1">
                  <a:moveTo>
                    <a:pt x="35" y="21"/>
                  </a:moveTo>
                  <a:lnTo>
                    <a:pt x="35" y="17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2" y="13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2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6"/>
                  </a:lnTo>
                  <a:lnTo>
                    <a:pt x="4" y="6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4" y="19"/>
                  </a:lnTo>
                  <a:lnTo>
                    <a:pt x="26" y="21"/>
                  </a:lnTo>
                  <a:lnTo>
                    <a:pt x="28" y="21"/>
                  </a:lnTo>
                  <a:lnTo>
                    <a:pt x="30" y="21"/>
                  </a:lnTo>
                  <a:lnTo>
                    <a:pt x="35" y="2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6" name="Freeform 6503">
              <a:extLst>
                <a:ext uri="{FF2B5EF4-FFF2-40B4-BE49-F238E27FC236}">
                  <a16:creationId xmlns:a16="http://schemas.microsoft.com/office/drawing/2014/main" id="{F07D984D-93F2-43EB-ACE8-F49D2F7C670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1" y="2023"/>
              <a:ext cx="18" cy="15"/>
            </a:xfrm>
            <a:custGeom>
              <a:avLst/>
              <a:gdLst>
                <a:gd name="T0" fmla="*/ 9 w 18"/>
                <a:gd name="T1" fmla="*/ 9 h 15"/>
                <a:gd name="T2" fmla="*/ 11 w 18"/>
                <a:gd name="T3" fmla="*/ 11 h 15"/>
                <a:gd name="T4" fmla="*/ 18 w 18"/>
                <a:gd name="T5" fmla="*/ 13 h 15"/>
                <a:gd name="T6" fmla="*/ 18 w 18"/>
                <a:gd name="T7" fmla="*/ 9 h 15"/>
                <a:gd name="T8" fmla="*/ 18 w 18"/>
                <a:gd name="T9" fmla="*/ 8 h 15"/>
                <a:gd name="T10" fmla="*/ 18 w 18"/>
                <a:gd name="T11" fmla="*/ 4 h 15"/>
                <a:gd name="T12" fmla="*/ 15 w 18"/>
                <a:gd name="T13" fmla="*/ 2 h 15"/>
                <a:gd name="T14" fmla="*/ 13 w 18"/>
                <a:gd name="T15" fmla="*/ 2 h 15"/>
                <a:gd name="T16" fmla="*/ 11 w 18"/>
                <a:gd name="T17" fmla="*/ 0 h 15"/>
                <a:gd name="T18" fmla="*/ 7 w 18"/>
                <a:gd name="T19" fmla="*/ 0 h 15"/>
                <a:gd name="T20" fmla="*/ 5 w 18"/>
                <a:gd name="T21" fmla="*/ 2 h 15"/>
                <a:gd name="T22" fmla="*/ 5 w 18"/>
                <a:gd name="T23" fmla="*/ 4 h 15"/>
                <a:gd name="T24" fmla="*/ 3 w 18"/>
                <a:gd name="T25" fmla="*/ 4 h 15"/>
                <a:gd name="T26" fmla="*/ 0 w 18"/>
                <a:gd name="T27" fmla="*/ 8 h 15"/>
                <a:gd name="T28" fmla="*/ 1 w 18"/>
                <a:gd name="T29" fmla="*/ 9 h 15"/>
                <a:gd name="T30" fmla="*/ 3 w 18"/>
                <a:gd name="T31" fmla="*/ 9 h 15"/>
                <a:gd name="T32" fmla="*/ 3 w 18"/>
                <a:gd name="T33" fmla="*/ 9 h 15"/>
                <a:gd name="T34" fmla="*/ 9 w 18"/>
                <a:gd name="T35" fmla="*/ 15 h 15"/>
                <a:gd name="T36" fmla="*/ 7 w 18"/>
                <a:gd name="T37" fmla="*/ 9 h 15"/>
                <a:gd name="T38" fmla="*/ 7 w 18"/>
                <a:gd name="T39" fmla="*/ 9 h 15"/>
                <a:gd name="T40" fmla="*/ 9 w 18"/>
                <a:gd name="T4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15">
                  <a:moveTo>
                    <a:pt x="9" y="9"/>
                  </a:moveTo>
                  <a:lnTo>
                    <a:pt x="11" y="11"/>
                  </a:lnTo>
                  <a:lnTo>
                    <a:pt x="18" y="13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4"/>
                  </a:lnTo>
                  <a:lnTo>
                    <a:pt x="3" y="4"/>
                  </a:lnTo>
                  <a:lnTo>
                    <a:pt x="0" y="8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9" y="15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7" name="Freeform 6504">
              <a:extLst>
                <a:ext uri="{FF2B5EF4-FFF2-40B4-BE49-F238E27FC236}">
                  <a16:creationId xmlns:a16="http://schemas.microsoft.com/office/drawing/2014/main" id="{1AB22FC9-94FA-474C-B305-4EC42ACC1C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2146"/>
              <a:ext cx="8" cy="9"/>
            </a:xfrm>
            <a:custGeom>
              <a:avLst/>
              <a:gdLst>
                <a:gd name="T0" fmla="*/ 6 w 8"/>
                <a:gd name="T1" fmla="*/ 2 h 9"/>
                <a:gd name="T2" fmla="*/ 6 w 8"/>
                <a:gd name="T3" fmla="*/ 0 h 9"/>
                <a:gd name="T4" fmla="*/ 4 w 8"/>
                <a:gd name="T5" fmla="*/ 4 h 9"/>
                <a:gd name="T6" fmla="*/ 0 w 8"/>
                <a:gd name="T7" fmla="*/ 6 h 9"/>
                <a:gd name="T8" fmla="*/ 2 w 8"/>
                <a:gd name="T9" fmla="*/ 9 h 9"/>
                <a:gd name="T10" fmla="*/ 4 w 8"/>
                <a:gd name="T11" fmla="*/ 9 h 9"/>
                <a:gd name="T12" fmla="*/ 6 w 8"/>
                <a:gd name="T13" fmla="*/ 8 h 9"/>
                <a:gd name="T14" fmla="*/ 6 w 8"/>
                <a:gd name="T15" fmla="*/ 8 h 9"/>
                <a:gd name="T16" fmla="*/ 8 w 8"/>
                <a:gd name="T17" fmla="*/ 2 h 9"/>
                <a:gd name="T18" fmla="*/ 8 w 8"/>
                <a:gd name="T19" fmla="*/ 2 h 9"/>
                <a:gd name="T20" fmla="*/ 8 w 8"/>
                <a:gd name="T21" fmla="*/ 0 h 9"/>
                <a:gd name="T22" fmla="*/ 6 w 8"/>
                <a:gd name="T2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lnTo>
                    <a:pt x="6" y="0"/>
                  </a:lnTo>
                  <a:lnTo>
                    <a:pt x="4" y="4"/>
                  </a:lnTo>
                  <a:lnTo>
                    <a:pt x="0" y="6"/>
                  </a:lnTo>
                  <a:lnTo>
                    <a:pt x="2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8" name="Freeform 6505">
              <a:extLst>
                <a:ext uri="{FF2B5EF4-FFF2-40B4-BE49-F238E27FC236}">
                  <a16:creationId xmlns:a16="http://schemas.microsoft.com/office/drawing/2014/main" id="{3E41A885-9BB5-45BD-A98C-9DCFB10BFEA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9" y="1818"/>
              <a:ext cx="18" cy="26"/>
            </a:xfrm>
            <a:custGeom>
              <a:avLst/>
              <a:gdLst>
                <a:gd name="T0" fmla="*/ 18 w 18"/>
                <a:gd name="T1" fmla="*/ 7 h 26"/>
                <a:gd name="T2" fmla="*/ 17 w 18"/>
                <a:gd name="T3" fmla="*/ 6 h 26"/>
                <a:gd name="T4" fmla="*/ 17 w 18"/>
                <a:gd name="T5" fmla="*/ 4 h 26"/>
                <a:gd name="T6" fmla="*/ 15 w 18"/>
                <a:gd name="T7" fmla="*/ 2 h 26"/>
                <a:gd name="T8" fmla="*/ 13 w 18"/>
                <a:gd name="T9" fmla="*/ 2 h 26"/>
                <a:gd name="T10" fmla="*/ 13 w 18"/>
                <a:gd name="T11" fmla="*/ 2 h 26"/>
                <a:gd name="T12" fmla="*/ 13 w 18"/>
                <a:gd name="T13" fmla="*/ 2 h 26"/>
                <a:gd name="T14" fmla="*/ 9 w 18"/>
                <a:gd name="T15" fmla="*/ 0 h 26"/>
                <a:gd name="T16" fmla="*/ 9 w 18"/>
                <a:gd name="T17" fmla="*/ 2 h 26"/>
                <a:gd name="T18" fmla="*/ 5 w 18"/>
                <a:gd name="T19" fmla="*/ 6 h 26"/>
                <a:gd name="T20" fmla="*/ 5 w 18"/>
                <a:gd name="T21" fmla="*/ 6 h 26"/>
                <a:gd name="T22" fmla="*/ 4 w 18"/>
                <a:gd name="T23" fmla="*/ 7 h 26"/>
                <a:gd name="T24" fmla="*/ 2 w 18"/>
                <a:gd name="T25" fmla="*/ 9 h 26"/>
                <a:gd name="T26" fmla="*/ 4 w 18"/>
                <a:gd name="T27" fmla="*/ 11 h 26"/>
                <a:gd name="T28" fmla="*/ 2 w 18"/>
                <a:gd name="T29" fmla="*/ 13 h 26"/>
                <a:gd name="T30" fmla="*/ 0 w 18"/>
                <a:gd name="T31" fmla="*/ 15 h 26"/>
                <a:gd name="T32" fmla="*/ 2 w 18"/>
                <a:gd name="T33" fmla="*/ 17 h 26"/>
                <a:gd name="T34" fmla="*/ 0 w 18"/>
                <a:gd name="T35" fmla="*/ 19 h 26"/>
                <a:gd name="T36" fmla="*/ 2 w 18"/>
                <a:gd name="T37" fmla="*/ 21 h 26"/>
                <a:gd name="T38" fmla="*/ 4 w 18"/>
                <a:gd name="T39" fmla="*/ 21 h 26"/>
                <a:gd name="T40" fmla="*/ 4 w 18"/>
                <a:gd name="T41" fmla="*/ 22 h 26"/>
                <a:gd name="T42" fmla="*/ 4 w 18"/>
                <a:gd name="T43" fmla="*/ 22 h 26"/>
                <a:gd name="T44" fmla="*/ 5 w 18"/>
                <a:gd name="T45" fmla="*/ 26 h 26"/>
                <a:gd name="T46" fmla="*/ 7 w 18"/>
                <a:gd name="T47" fmla="*/ 26 h 26"/>
                <a:gd name="T48" fmla="*/ 9 w 18"/>
                <a:gd name="T49" fmla="*/ 24 h 26"/>
                <a:gd name="T50" fmla="*/ 9 w 18"/>
                <a:gd name="T51" fmla="*/ 22 h 26"/>
                <a:gd name="T52" fmla="*/ 9 w 18"/>
                <a:gd name="T53" fmla="*/ 22 h 26"/>
                <a:gd name="T54" fmla="*/ 9 w 18"/>
                <a:gd name="T55" fmla="*/ 19 h 26"/>
                <a:gd name="T56" fmla="*/ 9 w 18"/>
                <a:gd name="T57" fmla="*/ 19 h 26"/>
                <a:gd name="T58" fmla="*/ 11 w 18"/>
                <a:gd name="T59" fmla="*/ 17 h 26"/>
                <a:gd name="T60" fmla="*/ 13 w 18"/>
                <a:gd name="T61" fmla="*/ 15 h 26"/>
                <a:gd name="T62" fmla="*/ 15 w 18"/>
                <a:gd name="T63" fmla="*/ 15 h 26"/>
                <a:gd name="T64" fmla="*/ 17 w 18"/>
                <a:gd name="T65" fmla="*/ 13 h 26"/>
                <a:gd name="T66" fmla="*/ 15 w 18"/>
                <a:gd name="T67" fmla="*/ 11 h 26"/>
                <a:gd name="T68" fmla="*/ 17 w 18"/>
                <a:gd name="T69" fmla="*/ 9 h 26"/>
                <a:gd name="T70" fmla="*/ 18 w 18"/>
                <a:gd name="T71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6">
                  <a:moveTo>
                    <a:pt x="18" y="7"/>
                  </a:moveTo>
                  <a:lnTo>
                    <a:pt x="17" y="6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9" y="0"/>
                  </a:lnTo>
                  <a:lnTo>
                    <a:pt x="9" y="2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1" y="17"/>
                  </a:lnTo>
                  <a:lnTo>
                    <a:pt x="13" y="15"/>
                  </a:lnTo>
                  <a:lnTo>
                    <a:pt x="15" y="15"/>
                  </a:lnTo>
                  <a:lnTo>
                    <a:pt x="17" y="13"/>
                  </a:lnTo>
                  <a:lnTo>
                    <a:pt x="15" y="11"/>
                  </a:lnTo>
                  <a:lnTo>
                    <a:pt x="17" y="9"/>
                  </a:lnTo>
                  <a:lnTo>
                    <a:pt x="1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9" name="Freeform 6506">
              <a:extLst>
                <a:ext uri="{FF2B5EF4-FFF2-40B4-BE49-F238E27FC236}">
                  <a16:creationId xmlns:a16="http://schemas.microsoft.com/office/drawing/2014/main" id="{F6BFB71D-8939-45CE-873D-BDEDC7EA9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9" y="1725"/>
              <a:ext cx="78" cy="74"/>
            </a:xfrm>
            <a:custGeom>
              <a:avLst/>
              <a:gdLst>
                <a:gd name="T0" fmla="*/ 41 w 42"/>
                <a:gd name="T1" fmla="*/ 33 h 40"/>
                <a:gd name="T2" fmla="*/ 40 w 42"/>
                <a:gd name="T3" fmla="*/ 29 h 40"/>
                <a:gd name="T4" fmla="*/ 37 w 42"/>
                <a:gd name="T5" fmla="*/ 30 h 40"/>
                <a:gd name="T6" fmla="*/ 35 w 42"/>
                <a:gd name="T7" fmla="*/ 30 h 40"/>
                <a:gd name="T8" fmla="*/ 33 w 42"/>
                <a:gd name="T9" fmla="*/ 30 h 40"/>
                <a:gd name="T10" fmla="*/ 36 w 42"/>
                <a:gd name="T11" fmla="*/ 27 h 40"/>
                <a:gd name="T12" fmla="*/ 36 w 42"/>
                <a:gd name="T13" fmla="*/ 25 h 40"/>
                <a:gd name="T14" fmla="*/ 35 w 42"/>
                <a:gd name="T15" fmla="*/ 22 h 40"/>
                <a:gd name="T16" fmla="*/ 30 w 42"/>
                <a:gd name="T17" fmla="*/ 16 h 40"/>
                <a:gd name="T18" fmla="*/ 29 w 42"/>
                <a:gd name="T19" fmla="*/ 14 h 40"/>
                <a:gd name="T20" fmla="*/ 24 w 42"/>
                <a:gd name="T21" fmla="*/ 12 h 40"/>
                <a:gd name="T22" fmla="*/ 25 w 42"/>
                <a:gd name="T23" fmla="*/ 9 h 40"/>
                <a:gd name="T24" fmla="*/ 22 w 42"/>
                <a:gd name="T25" fmla="*/ 7 h 40"/>
                <a:gd name="T26" fmla="*/ 20 w 42"/>
                <a:gd name="T27" fmla="*/ 10 h 40"/>
                <a:gd name="T28" fmla="*/ 19 w 42"/>
                <a:gd name="T29" fmla="*/ 7 h 40"/>
                <a:gd name="T30" fmla="*/ 21 w 42"/>
                <a:gd name="T31" fmla="*/ 6 h 40"/>
                <a:gd name="T32" fmla="*/ 19 w 42"/>
                <a:gd name="T33" fmla="*/ 3 h 40"/>
                <a:gd name="T34" fmla="*/ 16 w 42"/>
                <a:gd name="T35" fmla="*/ 2 h 40"/>
                <a:gd name="T36" fmla="*/ 12 w 42"/>
                <a:gd name="T37" fmla="*/ 8 h 40"/>
                <a:gd name="T38" fmla="*/ 11 w 42"/>
                <a:gd name="T39" fmla="*/ 11 h 40"/>
                <a:gd name="T40" fmla="*/ 9 w 42"/>
                <a:gd name="T41" fmla="*/ 15 h 40"/>
                <a:gd name="T42" fmla="*/ 7 w 42"/>
                <a:gd name="T43" fmla="*/ 19 h 40"/>
                <a:gd name="T44" fmla="*/ 6 w 42"/>
                <a:gd name="T45" fmla="*/ 23 h 40"/>
                <a:gd name="T46" fmla="*/ 3 w 42"/>
                <a:gd name="T47" fmla="*/ 26 h 40"/>
                <a:gd name="T48" fmla="*/ 0 w 42"/>
                <a:gd name="T49" fmla="*/ 31 h 40"/>
                <a:gd name="T50" fmla="*/ 2 w 42"/>
                <a:gd name="T51" fmla="*/ 33 h 40"/>
                <a:gd name="T52" fmla="*/ 4 w 42"/>
                <a:gd name="T53" fmla="*/ 32 h 40"/>
                <a:gd name="T54" fmla="*/ 6 w 42"/>
                <a:gd name="T55" fmla="*/ 32 h 40"/>
                <a:gd name="T56" fmla="*/ 5 w 42"/>
                <a:gd name="T57" fmla="*/ 34 h 40"/>
                <a:gd name="T58" fmla="*/ 5 w 42"/>
                <a:gd name="T59" fmla="*/ 38 h 40"/>
                <a:gd name="T60" fmla="*/ 7 w 42"/>
                <a:gd name="T61" fmla="*/ 40 h 40"/>
                <a:gd name="T62" fmla="*/ 11 w 42"/>
                <a:gd name="T63" fmla="*/ 39 h 40"/>
                <a:gd name="T64" fmla="*/ 13 w 42"/>
                <a:gd name="T65" fmla="*/ 38 h 40"/>
                <a:gd name="T66" fmla="*/ 16 w 42"/>
                <a:gd name="T67" fmla="*/ 34 h 40"/>
                <a:gd name="T68" fmla="*/ 17 w 42"/>
                <a:gd name="T69" fmla="*/ 34 h 40"/>
                <a:gd name="T70" fmla="*/ 20 w 42"/>
                <a:gd name="T71" fmla="*/ 33 h 40"/>
                <a:gd name="T72" fmla="*/ 22 w 42"/>
                <a:gd name="T73" fmla="*/ 28 h 40"/>
                <a:gd name="T74" fmla="*/ 24 w 42"/>
                <a:gd name="T75" fmla="*/ 28 h 40"/>
                <a:gd name="T76" fmla="*/ 25 w 42"/>
                <a:gd name="T77" fmla="*/ 27 h 40"/>
                <a:gd name="T78" fmla="*/ 24 w 42"/>
                <a:gd name="T79" fmla="*/ 30 h 40"/>
                <a:gd name="T80" fmla="*/ 28 w 42"/>
                <a:gd name="T81" fmla="*/ 31 h 40"/>
                <a:gd name="T82" fmla="*/ 27 w 42"/>
                <a:gd name="T83" fmla="*/ 33 h 40"/>
                <a:gd name="T84" fmla="*/ 29 w 42"/>
                <a:gd name="T85" fmla="*/ 36 h 40"/>
                <a:gd name="T86" fmla="*/ 31 w 42"/>
                <a:gd name="T87" fmla="*/ 36 h 40"/>
                <a:gd name="T88" fmla="*/ 33 w 42"/>
                <a:gd name="T89" fmla="*/ 38 h 40"/>
                <a:gd name="T90" fmla="*/ 37 w 42"/>
                <a:gd name="T91" fmla="*/ 38 h 40"/>
                <a:gd name="T92" fmla="*/ 40 w 42"/>
                <a:gd name="T93" fmla="*/ 35 h 40"/>
                <a:gd name="T94" fmla="*/ 41 w 42"/>
                <a:gd name="T95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40">
                  <a:moveTo>
                    <a:pt x="41" y="33"/>
                  </a:move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" y="33"/>
                    <a:pt x="1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3"/>
                    <a:pt x="42" y="33"/>
                    <a:pt x="42" y="33"/>
                  </a:cubicBezTo>
                  <a:lnTo>
                    <a:pt x="41" y="3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0" name="Freeform 6507">
              <a:extLst>
                <a:ext uri="{FF2B5EF4-FFF2-40B4-BE49-F238E27FC236}">
                  <a16:creationId xmlns:a16="http://schemas.microsoft.com/office/drawing/2014/main" id="{95104D3A-4C99-4E01-843B-9EEC3EC3FE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2" y="1954"/>
              <a:ext cx="22" cy="19"/>
            </a:xfrm>
            <a:custGeom>
              <a:avLst/>
              <a:gdLst>
                <a:gd name="T0" fmla="*/ 8 w 12"/>
                <a:gd name="T1" fmla="*/ 8 h 10"/>
                <a:gd name="T2" fmla="*/ 9 w 12"/>
                <a:gd name="T3" fmla="*/ 7 h 10"/>
                <a:gd name="T4" fmla="*/ 9 w 12"/>
                <a:gd name="T5" fmla="*/ 7 h 10"/>
                <a:gd name="T6" fmla="*/ 10 w 12"/>
                <a:gd name="T7" fmla="*/ 7 h 10"/>
                <a:gd name="T8" fmla="*/ 10 w 12"/>
                <a:gd name="T9" fmla="*/ 7 h 10"/>
                <a:gd name="T10" fmla="*/ 11 w 12"/>
                <a:gd name="T11" fmla="*/ 6 h 10"/>
                <a:gd name="T12" fmla="*/ 12 w 12"/>
                <a:gd name="T13" fmla="*/ 4 h 10"/>
                <a:gd name="T14" fmla="*/ 11 w 12"/>
                <a:gd name="T15" fmla="*/ 4 h 10"/>
                <a:gd name="T16" fmla="*/ 11 w 12"/>
                <a:gd name="T17" fmla="*/ 4 h 10"/>
                <a:gd name="T18" fmla="*/ 10 w 12"/>
                <a:gd name="T19" fmla="*/ 2 h 10"/>
                <a:gd name="T20" fmla="*/ 10 w 12"/>
                <a:gd name="T21" fmla="*/ 2 h 10"/>
                <a:gd name="T22" fmla="*/ 9 w 12"/>
                <a:gd name="T23" fmla="*/ 1 h 10"/>
                <a:gd name="T24" fmla="*/ 10 w 12"/>
                <a:gd name="T25" fmla="*/ 1 h 10"/>
                <a:gd name="T26" fmla="*/ 9 w 12"/>
                <a:gd name="T27" fmla="*/ 0 h 10"/>
                <a:gd name="T28" fmla="*/ 7 w 12"/>
                <a:gd name="T29" fmla="*/ 0 h 10"/>
                <a:gd name="T30" fmla="*/ 8 w 12"/>
                <a:gd name="T31" fmla="*/ 1 h 10"/>
                <a:gd name="T32" fmla="*/ 7 w 12"/>
                <a:gd name="T33" fmla="*/ 2 h 10"/>
                <a:gd name="T34" fmla="*/ 7 w 12"/>
                <a:gd name="T35" fmla="*/ 2 h 10"/>
                <a:gd name="T36" fmla="*/ 6 w 12"/>
                <a:gd name="T37" fmla="*/ 1 h 10"/>
                <a:gd name="T38" fmla="*/ 5 w 12"/>
                <a:gd name="T39" fmla="*/ 2 h 10"/>
                <a:gd name="T40" fmla="*/ 7 w 12"/>
                <a:gd name="T41" fmla="*/ 0 h 10"/>
                <a:gd name="T42" fmla="*/ 4 w 12"/>
                <a:gd name="T43" fmla="*/ 2 h 10"/>
                <a:gd name="T44" fmla="*/ 3 w 12"/>
                <a:gd name="T45" fmla="*/ 2 h 10"/>
                <a:gd name="T46" fmla="*/ 2 w 12"/>
                <a:gd name="T47" fmla="*/ 2 h 10"/>
                <a:gd name="T48" fmla="*/ 2 w 12"/>
                <a:gd name="T49" fmla="*/ 3 h 10"/>
                <a:gd name="T50" fmla="*/ 1 w 12"/>
                <a:gd name="T51" fmla="*/ 3 h 10"/>
                <a:gd name="T52" fmla="*/ 0 w 12"/>
                <a:gd name="T53" fmla="*/ 5 h 10"/>
                <a:gd name="T54" fmla="*/ 1 w 12"/>
                <a:gd name="T55" fmla="*/ 6 h 10"/>
                <a:gd name="T56" fmla="*/ 2 w 12"/>
                <a:gd name="T57" fmla="*/ 5 h 10"/>
                <a:gd name="T58" fmla="*/ 4 w 12"/>
                <a:gd name="T59" fmla="*/ 4 h 10"/>
                <a:gd name="T60" fmla="*/ 2 w 12"/>
                <a:gd name="T61" fmla="*/ 6 h 10"/>
                <a:gd name="T62" fmla="*/ 2 w 12"/>
                <a:gd name="T63" fmla="*/ 7 h 10"/>
                <a:gd name="T64" fmla="*/ 1 w 12"/>
                <a:gd name="T65" fmla="*/ 8 h 10"/>
                <a:gd name="T66" fmla="*/ 1 w 12"/>
                <a:gd name="T67" fmla="*/ 10 h 10"/>
                <a:gd name="T68" fmla="*/ 2 w 12"/>
                <a:gd name="T69" fmla="*/ 10 h 10"/>
                <a:gd name="T70" fmla="*/ 4 w 12"/>
                <a:gd name="T71" fmla="*/ 10 h 10"/>
                <a:gd name="T72" fmla="*/ 5 w 12"/>
                <a:gd name="T73" fmla="*/ 9 h 10"/>
                <a:gd name="T74" fmla="*/ 5 w 12"/>
                <a:gd name="T75" fmla="*/ 9 h 10"/>
                <a:gd name="T76" fmla="*/ 5 w 12"/>
                <a:gd name="T77" fmla="*/ 10 h 10"/>
                <a:gd name="T78" fmla="*/ 8 w 12"/>
                <a:gd name="T7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" h="10">
                  <a:moveTo>
                    <a:pt x="8" y="8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1" name="Freeform 6508">
              <a:extLst>
                <a:ext uri="{FF2B5EF4-FFF2-40B4-BE49-F238E27FC236}">
                  <a16:creationId xmlns:a16="http://schemas.microsoft.com/office/drawing/2014/main" id="{5B5EB484-A92E-4256-9532-7D28D6E49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45" y="2595"/>
              <a:ext cx="7" cy="6"/>
            </a:xfrm>
            <a:custGeom>
              <a:avLst/>
              <a:gdLst>
                <a:gd name="T0" fmla="*/ 0 w 7"/>
                <a:gd name="T1" fmla="*/ 6 h 6"/>
                <a:gd name="T2" fmla="*/ 6 w 7"/>
                <a:gd name="T3" fmla="*/ 4 h 6"/>
                <a:gd name="T4" fmla="*/ 7 w 7"/>
                <a:gd name="T5" fmla="*/ 0 h 6"/>
                <a:gd name="T6" fmla="*/ 2 w 7"/>
                <a:gd name="T7" fmla="*/ 0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lnTo>
                    <a:pt x="6" y="4"/>
                  </a:lnTo>
                  <a:lnTo>
                    <a:pt x="7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2" name="Freeform 6509">
              <a:extLst>
                <a:ext uri="{FF2B5EF4-FFF2-40B4-BE49-F238E27FC236}">
                  <a16:creationId xmlns:a16="http://schemas.microsoft.com/office/drawing/2014/main" id="{72393F64-E06D-473C-8C45-7CB6A78003E5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6" y="2609"/>
              <a:ext cx="33" cy="14"/>
            </a:xfrm>
            <a:custGeom>
              <a:avLst/>
              <a:gdLst>
                <a:gd name="T0" fmla="*/ 28 w 33"/>
                <a:gd name="T1" fmla="*/ 3 h 14"/>
                <a:gd name="T2" fmla="*/ 26 w 33"/>
                <a:gd name="T3" fmla="*/ 0 h 14"/>
                <a:gd name="T4" fmla="*/ 15 w 33"/>
                <a:gd name="T5" fmla="*/ 0 h 14"/>
                <a:gd name="T6" fmla="*/ 9 w 33"/>
                <a:gd name="T7" fmla="*/ 0 h 14"/>
                <a:gd name="T8" fmla="*/ 6 w 33"/>
                <a:gd name="T9" fmla="*/ 0 h 14"/>
                <a:gd name="T10" fmla="*/ 4 w 33"/>
                <a:gd name="T11" fmla="*/ 0 h 14"/>
                <a:gd name="T12" fmla="*/ 0 w 33"/>
                <a:gd name="T13" fmla="*/ 3 h 14"/>
                <a:gd name="T14" fmla="*/ 4 w 33"/>
                <a:gd name="T15" fmla="*/ 7 h 14"/>
                <a:gd name="T16" fmla="*/ 6 w 33"/>
                <a:gd name="T17" fmla="*/ 7 h 14"/>
                <a:gd name="T18" fmla="*/ 7 w 33"/>
                <a:gd name="T19" fmla="*/ 7 h 14"/>
                <a:gd name="T20" fmla="*/ 9 w 33"/>
                <a:gd name="T21" fmla="*/ 9 h 14"/>
                <a:gd name="T22" fmla="*/ 11 w 33"/>
                <a:gd name="T23" fmla="*/ 13 h 14"/>
                <a:gd name="T24" fmla="*/ 15 w 33"/>
                <a:gd name="T25" fmla="*/ 13 h 14"/>
                <a:gd name="T26" fmla="*/ 17 w 33"/>
                <a:gd name="T27" fmla="*/ 13 h 14"/>
                <a:gd name="T28" fmla="*/ 20 w 33"/>
                <a:gd name="T29" fmla="*/ 14 h 14"/>
                <a:gd name="T30" fmla="*/ 22 w 33"/>
                <a:gd name="T31" fmla="*/ 11 h 14"/>
                <a:gd name="T32" fmla="*/ 22 w 33"/>
                <a:gd name="T33" fmla="*/ 11 h 14"/>
                <a:gd name="T34" fmla="*/ 24 w 33"/>
                <a:gd name="T35" fmla="*/ 13 h 14"/>
                <a:gd name="T36" fmla="*/ 26 w 33"/>
                <a:gd name="T37" fmla="*/ 11 h 14"/>
                <a:gd name="T38" fmla="*/ 26 w 33"/>
                <a:gd name="T39" fmla="*/ 9 h 14"/>
                <a:gd name="T40" fmla="*/ 28 w 33"/>
                <a:gd name="T41" fmla="*/ 11 h 14"/>
                <a:gd name="T42" fmla="*/ 33 w 33"/>
                <a:gd name="T43" fmla="*/ 11 h 14"/>
                <a:gd name="T44" fmla="*/ 33 w 33"/>
                <a:gd name="T45" fmla="*/ 7 h 14"/>
                <a:gd name="T46" fmla="*/ 32 w 33"/>
                <a:gd name="T47" fmla="*/ 5 h 14"/>
                <a:gd name="T48" fmla="*/ 28 w 33"/>
                <a:gd name="T4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14">
                  <a:moveTo>
                    <a:pt x="28" y="3"/>
                  </a:moveTo>
                  <a:lnTo>
                    <a:pt x="26" y="0"/>
                  </a:lnTo>
                  <a:lnTo>
                    <a:pt x="15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3"/>
                  </a:lnTo>
                  <a:lnTo>
                    <a:pt x="4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20" y="14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8" y="11"/>
                  </a:lnTo>
                  <a:lnTo>
                    <a:pt x="33" y="11"/>
                  </a:lnTo>
                  <a:lnTo>
                    <a:pt x="33" y="7"/>
                  </a:lnTo>
                  <a:lnTo>
                    <a:pt x="32" y="5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3" name="Freeform 6510">
              <a:extLst>
                <a:ext uri="{FF2B5EF4-FFF2-40B4-BE49-F238E27FC236}">
                  <a16:creationId xmlns:a16="http://schemas.microsoft.com/office/drawing/2014/main" id="{E577C155-6AC5-4BB6-B06C-FF5DBE5F4E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2601"/>
              <a:ext cx="9" cy="8"/>
            </a:xfrm>
            <a:custGeom>
              <a:avLst/>
              <a:gdLst>
                <a:gd name="T0" fmla="*/ 9 w 9"/>
                <a:gd name="T1" fmla="*/ 8 h 8"/>
                <a:gd name="T2" fmla="*/ 7 w 9"/>
                <a:gd name="T3" fmla="*/ 2 h 8"/>
                <a:gd name="T4" fmla="*/ 3 w 9"/>
                <a:gd name="T5" fmla="*/ 0 h 8"/>
                <a:gd name="T6" fmla="*/ 0 w 9"/>
                <a:gd name="T7" fmla="*/ 2 h 8"/>
                <a:gd name="T8" fmla="*/ 1 w 9"/>
                <a:gd name="T9" fmla="*/ 4 h 8"/>
                <a:gd name="T10" fmla="*/ 9 w 9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lnTo>
                    <a:pt x="7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1" y="4"/>
                  </a:lnTo>
                  <a:lnTo>
                    <a:pt x="9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4" name="Freeform 6511">
              <a:extLst>
                <a:ext uri="{FF2B5EF4-FFF2-40B4-BE49-F238E27FC236}">
                  <a16:creationId xmlns:a16="http://schemas.microsoft.com/office/drawing/2014/main" id="{E67A8E08-6A92-4848-8563-0B494B50E9E7}"/>
                </a:ext>
              </a:extLst>
            </p:cNvPr>
            <p:cNvSpPr>
              <a:spLocks/>
            </p:cNvSpPr>
            <p:nvPr/>
          </p:nvSpPr>
          <p:spPr bwMode="gray">
            <a:xfrm>
              <a:off x="2398" y="2538"/>
              <a:ext cx="151" cy="54"/>
            </a:xfrm>
            <a:custGeom>
              <a:avLst/>
              <a:gdLst>
                <a:gd name="T0" fmla="*/ 136 w 151"/>
                <a:gd name="T1" fmla="*/ 52 h 54"/>
                <a:gd name="T2" fmla="*/ 138 w 151"/>
                <a:gd name="T3" fmla="*/ 52 h 54"/>
                <a:gd name="T4" fmla="*/ 146 w 151"/>
                <a:gd name="T5" fmla="*/ 50 h 54"/>
                <a:gd name="T6" fmla="*/ 151 w 151"/>
                <a:gd name="T7" fmla="*/ 46 h 54"/>
                <a:gd name="T8" fmla="*/ 148 w 151"/>
                <a:gd name="T9" fmla="*/ 43 h 54"/>
                <a:gd name="T10" fmla="*/ 138 w 151"/>
                <a:gd name="T11" fmla="*/ 37 h 54"/>
                <a:gd name="T12" fmla="*/ 133 w 151"/>
                <a:gd name="T13" fmla="*/ 37 h 54"/>
                <a:gd name="T14" fmla="*/ 131 w 151"/>
                <a:gd name="T15" fmla="*/ 31 h 54"/>
                <a:gd name="T16" fmla="*/ 125 w 151"/>
                <a:gd name="T17" fmla="*/ 31 h 54"/>
                <a:gd name="T18" fmla="*/ 120 w 151"/>
                <a:gd name="T19" fmla="*/ 29 h 54"/>
                <a:gd name="T20" fmla="*/ 112 w 151"/>
                <a:gd name="T21" fmla="*/ 24 h 54"/>
                <a:gd name="T22" fmla="*/ 112 w 151"/>
                <a:gd name="T23" fmla="*/ 24 h 54"/>
                <a:gd name="T24" fmla="*/ 108 w 151"/>
                <a:gd name="T25" fmla="*/ 24 h 54"/>
                <a:gd name="T26" fmla="*/ 101 w 151"/>
                <a:gd name="T27" fmla="*/ 22 h 54"/>
                <a:gd name="T28" fmla="*/ 95 w 151"/>
                <a:gd name="T29" fmla="*/ 16 h 54"/>
                <a:gd name="T30" fmla="*/ 82 w 151"/>
                <a:gd name="T31" fmla="*/ 15 h 54"/>
                <a:gd name="T32" fmla="*/ 81 w 151"/>
                <a:gd name="T33" fmla="*/ 11 h 54"/>
                <a:gd name="T34" fmla="*/ 73 w 151"/>
                <a:gd name="T35" fmla="*/ 7 h 54"/>
                <a:gd name="T36" fmla="*/ 62 w 151"/>
                <a:gd name="T37" fmla="*/ 3 h 54"/>
                <a:gd name="T38" fmla="*/ 54 w 151"/>
                <a:gd name="T39" fmla="*/ 5 h 54"/>
                <a:gd name="T40" fmla="*/ 45 w 151"/>
                <a:gd name="T41" fmla="*/ 0 h 54"/>
                <a:gd name="T42" fmla="*/ 36 w 151"/>
                <a:gd name="T43" fmla="*/ 3 h 54"/>
                <a:gd name="T44" fmla="*/ 23 w 151"/>
                <a:gd name="T45" fmla="*/ 5 h 54"/>
                <a:gd name="T46" fmla="*/ 15 w 151"/>
                <a:gd name="T47" fmla="*/ 9 h 54"/>
                <a:gd name="T48" fmla="*/ 10 w 151"/>
                <a:gd name="T49" fmla="*/ 13 h 54"/>
                <a:gd name="T50" fmla="*/ 10 w 151"/>
                <a:gd name="T51" fmla="*/ 18 h 54"/>
                <a:gd name="T52" fmla="*/ 4 w 151"/>
                <a:gd name="T53" fmla="*/ 20 h 54"/>
                <a:gd name="T54" fmla="*/ 0 w 151"/>
                <a:gd name="T55" fmla="*/ 22 h 54"/>
                <a:gd name="T56" fmla="*/ 8 w 151"/>
                <a:gd name="T57" fmla="*/ 22 h 54"/>
                <a:gd name="T58" fmla="*/ 13 w 151"/>
                <a:gd name="T59" fmla="*/ 22 h 54"/>
                <a:gd name="T60" fmla="*/ 17 w 151"/>
                <a:gd name="T61" fmla="*/ 18 h 54"/>
                <a:gd name="T62" fmla="*/ 23 w 151"/>
                <a:gd name="T63" fmla="*/ 18 h 54"/>
                <a:gd name="T64" fmla="*/ 28 w 151"/>
                <a:gd name="T65" fmla="*/ 18 h 54"/>
                <a:gd name="T66" fmla="*/ 34 w 151"/>
                <a:gd name="T67" fmla="*/ 13 h 54"/>
                <a:gd name="T68" fmla="*/ 40 w 151"/>
                <a:gd name="T69" fmla="*/ 11 h 54"/>
                <a:gd name="T70" fmla="*/ 47 w 151"/>
                <a:gd name="T71" fmla="*/ 13 h 54"/>
                <a:gd name="T72" fmla="*/ 47 w 151"/>
                <a:gd name="T73" fmla="*/ 13 h 54"/>
                <a:gd name="T74" fmla="*/ 41 w 151"/>
                <a:gd name="T75" fmla="*/ 15 h 54"/>
                <a:gd name="T76" fmla="*/ 53 w 151"/>
                <a:gd name="T77" fmla="*/ 18 h 54"/>
                <a:gd name="T78" fmla="*/ 56 w 151"/>
                <a:gd name="T79" fmla="*/ 18 h 54"/>
                <a:gd name="T80" fmla="*/ 64 w 151"/>
                <a:gd name="T81" fmla="*/ 20 h 54"/>
                <a:gd name="T82" fmla="*/ 66 w 151"/>
                <a:gd name="T83" fmla="*/ 20 h 54"/>
                <a:gd name="T84" fmla="*/ 67 w 151"/>
                <a:gd name="T85" fmla="*/ 22 h 54"/>
                <a:gd name="T86" fmla="*/ 77 w 151"/>
                <a:gd name="T87" fmla="*/ 26 h 54"/>
                <a:gd name="T88" fmla="*/ 81 w 151"/>
                <a:gd name="T89" fmla="*/ 28 h 54"/>
                <a:gd name="T90" fmla="*/ 84 w 151"/>
                <a:gd name="T91" fmla="*/ 28 h 54"/>
                <a:gd name="T92" fmla="*/ 90 w 151"/>
                <a:gd name="T93" fmla="*/ 26 h 54"/>
                <a:gd name="T94" fmla="*/ 97 w 151"/>
                <a:gd name="T95" fmla="*/ 41 h 54"/>
                <a:gd name="T96" fmla="*/ 101 w 151"/>
                <a:gd name="T97" fmla="*/ 39 h 54"/>
                <a:gd name="T98" fmla="*/ 108 w 151"/>
                <a:gd name="T99" fmla="*/ 41 h 54"/>
                <a:gd name="T100" fmla="*/ 110 w 151"/>
                <a:gd name="T101" fmla="*/ 43 h 54"/>
                <a:gd name="T102" fmla="*/ 107 w 151"/>
                <a:gd name="T103" fmla="*/ 44 h 54"/>
                <a:gd name="T104" fmla="*/ 101 w 151"/>
                <a:gd name="T105" fmla="*/ 54 h 54"/>
                <a:gd name="T106" fmla="*/ 110 w 151"/>
                <a:gd name="T107" fmla="*/ 52 h 54"/>
                <a:gd name="T108" fmla="*/ 120 w 151"/>
                <a:gd name="T109" fmla="*/ 52 h 54"/>
                <a:gd name="T110" fmla="*/ 129 w 151"/>
                <a:gd name="T1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" h="54">
                  <a:moveTo>
                    <a:pt x="129" y="54"/>
                  </a:moveTo>
                  <a:lnTo>
                    <a:pt x="136" y="52"/>
                  </a:lnTo>
                  <a:lnTo>
                    <a:pt x="136" y="52"/>
                  </a:lnTo>
                  <a:lnTo>
                    <a:pt x="138" y="52"/>
                  </a:lnTo>
                  <a:lnTo>
                    <a:pt x="140" y="50"/>
                  </a:lnTo>
                  <a:lnTo>
                    <a:pt x="146" y="50"/>
                  </a:lnTo>
                  <a:lnTo>
                    <a:pt x="149" y="50"/>
                  </a:lnTo>
                  <a:lnTo>
                    <a:pt x="151" y="46"/>
                  </a:lnTo>
                  <a:lnTo>
                    <a:pt x="149" y="43"/>
                  </a:lnTo>
                  <a:lnTo>
                    <a:pt x="148" y="43"/>
                  </a:lnTo>
                  <a:lnTo>
                    <a:pt x="146" y="39"/>
                  </a:lnTo>
                  <a:lnTo>
                    <a:pt x="138" y="37"/>
                  </a:lnTo>
                  <a:lnTo>
                    <a:pt x="131" y="37"/>
                  </a:lnTo>
                  <a:lnTo>
                    <a:pt x="133" y="37"/>
                  </a:lnTo>
                  <a:lnTo>
                    <a:pt x="133" y="31"/>
                  </a:lnTo>
                  <a:lnTo>
                    <a:pt x="131" y="31"/>
                  </a:lnTo>
                  <a:lnTo>
                    <a:pt x="127" y="31"/>
                  </a:lnTo>
                  <a:lnTo>
                    <a:pt x="125" y="31"/>
                  </a:lnTo>
                  <a:lnTo>
                    <a:pt x="120" y="28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2" y="24"/>
                  </a:lnTo>
                  <a:lnTo>
                    <a:pt x="110" y="26"/>
                  </a:lnTo>
                  <a:lnTo>
                    <a:pt x="112" y="24"/>
                  </a:lnTo>
                  <a:lnTo>
                    <a:pt x="108" y="24"/>
                  </a:lnTo>
                  <a:lnTo>
                    <a:pt x="108" y="24"/>
                  </a:lnTo>
                  <a:lnTo>
                    <a:pt x="107" y="24"/>
                  </a:lnTo>
                  <a:lnTo>
                    <a:pt x="101" y="22"/>
                  </a:lnTo>
                  <a:lnTo>
                    <a:pt x="97" y="18"/>
                  </a:lnTo>
                  <a:lnTo>
                    <a:pt x="95" y="16"/>
                  </a:lnTo>
                  <a:lnTo>
                    <a:pt x="92" y="15"/>
                  </a:lnTo>
                  <a:lnTo>
                    <a:pt x="82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77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62" y="3"/>
                  </a:lnTo>
                  <a:lnTo>
                    <a:pt x="58" y="5"/>
                  </a:lnTo>
                  <a:lnTo>
                    <a:pt x="54" y="5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40" y="2"/>
                  </a:lnTo>
                  <a:lnTo>
                    <a:pt x="36" y="3"/>
                  </a:lnTo>
                  <a:lnTo>
                    <a:pt x="28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15" y="9"/>
                  </a:lnTo>
                  <a:lnTo>
                    <a:pt x="13" y="11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4" y="20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8" y="26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18"/>
                  </a:lnTo>
                  <a:lnTo>
                    <a:pt x="21" y="18"/>
                  </a:lnTo>
                  <a:lnTo>
                    <a:pt x="23" y="18"/>
                  </a:lnTo>
                  <a:lnTo>
                    <a:pt x="25" y="18"/>
                  </a:lnTo>
                  <a:lnTo>
                    <a:pt x="28" y="18"/>
                  </a:lnTo>
                  <a:lnTo>
                    <a:pt x="32" y="13"/>
                  </a:lnTo>
                  <a:lnTo>
                    <a:pt x="34" y="13"/>
                  </a:lnTo>
                  <a:lnTo>
                    <a:pt x="36" y="11"/>
                  </a:lnTo>
                  <a:lnTo>
                    <a:pt x="40" y="11"/>
                  </a:lnTo>
                  <a:lnTo>
                    <a:pt x="41" y="11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5" y="13"/>
                  </a:lnTo>
                  <a:lnTo>
                    <a:pt x="41" y="15"/>
                  </a:lnTo>
                  <a:lnTo>
                    <a:pt x="45" y="18"/>
                  </a:lnTo>
                  <a:lnTo>
                    <a:pt x="53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20"/>
                  </a:lnTo>
                  <a:lnTo>
                    <a:pt x="64" y="20"/>
                  </a:lnTo>
                  <a:lnTo>
                    <a:pt x="66" y="20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7" y="22"/>
                  </a:lnTo>
                  <a:lnTo>
                    <a:pt x="71" y="26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81" y="28"/>
                  </a:lnTo>
                  <a:lnTo>
                    <a:pt x="82" y="26"/>
                  </a:lnTo>
                  <a:lnTo>
                    <a:pt x="84" y="28"/>
                  </a:lnTo>
                  <a:lnTo>
                    <a:pt x="88" y="26"/>
                  </a:lnTo>
                  <a:lnTo>
                    <a:pt x="90" y="26"/>
                  </a:lnTo>
                  <a:lnTo>
                    <a:pt x="92" y="33"/>
                  </a:lnTo>
                  <a:lnTo>
                    <a:pt x="97" y="41"/>
                  </a:lnTo>
                  <a:lnTo>
                    <a:pt x="99" y="41"/>
                  </a:lnTo>
                  <a:lnTo>
                    <a:pt x="101" y="39"/>
                  </a:lnTo>
                  <a:lnTo>
                    <a:pt x="103" y="41"/>
                  </a:lnTo>
                  <a:lnTo>
                    <a:pt x="108" y="41"/>
                  </a:lnTo>
                  <a:lnTo>
                    <a:pt x="108" y="43"/>
                  </a:lnTo>
                  <a:lnTo>
                    <a:pt x="110" y="43"/>
                  </a:lnTo>
                  <a:lnTo>
                    <a:pt x="110" y="44"/>
                  </a:lnTo>
                  <a:lnTo>
                    <a:pt x="107" y="44"/>
                  </a:lnTo>
                  <a:lnTo>
                    <a:pt x="101" y="50"/>
                  </a:lnTo>
                  <a:lnTo>
                    <a:pt x="101" y="54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4"/>
                  </a:lnTo>
                  <a:lnTo>
                    <a:pt x="120" y="52"/>
                  </a:lnTo>
                  <a:lnTo>
                    <a:pt x="123" y="52"/>
                  </a:lnTo>
                  <a:lnTo>
                    <a:pt x="129" y="5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5" name="Freeform 6512">
              <a:extLst>
                <a:ext uri="{FF2B5EF4-FFF2-40B4-BE49-F238E27FC236}">
                  <a16:creationId xmlns:a16="http://schemas.microsoft.com/office/drawing/2014/main" id="{54680AB8-7760-41D2-B4DA-CD37AB66DD1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" y="2558"/>
              <a:ext cx="11" cy="9"/>
            </a:xfrm>
            <a:custGeom>
              <a:avLst/>
              <a:gdLst>
                <a:gd name="T0" fmla="*/ 1 w 11"/>
                <a:gd name="T1" fmla="*/ 8 h 9"/>
                <a:gd name="T2" fmla="*/ 5 w 11"/>
                <a:gd name="T3" fmla="*/ 9 h 9"/>
                <a:gd name="T4" fmla="*/ 9 w 11"/>
                <a:gd name="T5" fmla="*/ 8 h 9"/>
                <a:gd name="T6" fmla="*/ 11 w 11"/>
                <a:gd name="T7" fmla="*/ 4 h 9"/>
                <a:gd name="T8" fmla="*/ 7 w 11"/>
                <a:gd name="T9" fmla="*/ 0 h 9"/>
                <a:gd name="T10" fmla="*/ 3 w 11"/>
                <a:gd name="T11" fmla="*/ 0 h 9"/>
                <a:gd name="T12" fmla="*/ 1 w 11"/>
                <a:gd name="T13" fmla="*/ 2 h 9"/>
                <a:gd name="T14" fmla="*/ 3 w 11"/>
                <a:gd name="T15" fmla="*/ 6 h 9"/>
                <a:gd name="T16" fmla="*/ 0 w 11"/>
                <a:gd name="T17" fmla="*/ 2 h 9"/>
                <a:gd name="T18" fmla="*/ 1 w 11"/>
                <a:gd name="T1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1" y="8"/>
                  </a:moveTo>
                  <a:lnTo>
                    <a:pt x="5" y="9"/>
                  </a:lnTo>
                  <a:lnTo>
                    <a:pt x="9" y="8"/>
                  </a:lnTo>
                  <a:lnTo>
                    <a:pt x="11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6" name="Freeform 6513">
              <a:extLst>
                <a:ext uri="{FF2B5EF4-FFF2-40B4-BE49-F238E27FC236}">
                  <a16:creationId xmlns:a16="http://schemas.microsoft.com/office/drawing/2014/main" id="{B0E1C3D7-A5FD-47D1-A1E6-2DA6F720FFC1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41"/>
              <a:ext cx="11" cy="13"/>
            </a:xfrm>
            <a:custGeom>
              <a:avLst/>
              <a:gdLst>
                <a:gd name="T0" fmla="*/ 7 w 11"/>
                <a:gd name="T1" fmla="*/ 4 h 13"/>
                <a:gd name="T2" fmla="*/ 5 w 11"/>
                <a:gd name="T3" fmla="*/ 4 h 13"/>
                <a:gd name="T4" fmla="*/ 1 w 11"/>
                <a:gd name="T5" fmla="*/ 0 h 13"/>
                <a:gd name="T6" fmla="*/ 0 w 11"/>
                <a:gd name="T7" fmla="*/ 4 h 13"/>
                <a:gd name="T8" fmla="*/ 3 w 11"/>
                <a:gd name="T9" fmla="*/ 8 h 13"/>
                <a:gd name="T10" fmla="*/ 5 w 11"/>
                <a:gd name="T11" fmla="*/ 8 h 13"/>
                <a:gd name="T12" fmla="*/ 3 w 11"/>
                <a:gd name="T13" fmla="*/ 10 h 13"/>
                <a:gd name="T14" fmla="*/ 1 w 11"/>
                <a:gd name="T15" fmla="*/ 10 h 13"/>
                <a:gd name="T16" fmla="*/ 1 w 11"/>
                <a:gd name="T17" fmla="*/ 13 h 13"/>
                <a:gd name="T18" fmla="*/ 5 w 11"/>
                <a:gd name="T19" fmla="*/ 13 h 13"/>
                <a:gd name="T20" fmla="*/ 11 w 11"/>
                <a:gd name="T21" fmla="*/ 10 h 13"/>
                <a:gd name="T22" fmla="*/ 11 w 11"/>
                <a:gd name="T23" fmla="*/ 6 h 13"/>
                <a:gd name="T24" fmla="*/ 11 w 11"/>
                <a:gd name="T25" fmla="*/ 4 h 13"/>
                <a:gd name="T26" fmla="*/ 7 w 11"/>
                <a:gd name="T2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3">
                  <a:moveTo>
                    <a:pt x="7" y="4"/>
                  </a:moveTo>
                  <a:lnTo>
                    <a:pt x="5" y="4"/>
                  </a:lnTo>
                  <a:lnTo>
                    <a:pt x="1" y="0"/>
                  </a:lnTo>
                  <a:lnTo>
                    <a:pt x="0" y="4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7" name="Freeform 6514">
              <a:extLst>
                <a:ext uri="{FF2B5EF4-FFF2-40B4-BE49-F238E27FC236}">
                  <a16:creationId xmlns:a16="http://schemas.microsoft.com/office/drawing/2014/main" id="{D33FD54C-8FF8-4EFC-8C79-50C6FCE8AC3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2" y="2517"/>
              <a:ext cx="12" cy="30"/>
            </a:xfrm>
            <a:custGeom>
              <a:avLst/>
              <a:gdLst>
                <a:gd name="T0" fmla="*/ 8 w 12"/>
                <a:gd name="T1" fmla="*/ 11 h 30"/>
                <a:gd name="T2" fmla="*/ 6 w 12"/>
                <a:gd name="T3" fmla="*/ 6 h 30"/>
                <a:gd name="T4" fmla="*/ 4 w 12"/>
                <a:gd name="T5" fmla="*/ 4 h 30"/>
                <a:gd name="T6" fmla="*/ 0 w 12"/>
                <a:gd name="T7" fmla="*/ 0 h 30"/>
                <a:gd name="T8" fmla="*/ 0 w 12"/>
                <a:gd name="T9" fmla="*/ 4 h 30"/>
                <a:gd name="T10" fmla="*/ 2 w 12"/>
                <a:gd name="T11" fmla="*/ 6 h 30"/>
                <a:gd name="T12" fmla="*/ 2 w 12"/>
                <a:gd name="T13" fmla="*/ 9 h 30"/>
                <a:gd name="T14" fmla="*/ 0 w 12"/>
                <a:gd name="T15" fmla="*/ 11 h 30"/>
                <a:gd name="T16" fmla="*/ 2 w 12"/>
                <a:gd name="T17" fmla="*/ 13 h 30"/>
                <a:gd name="T18" fmla="*/ 4 w 12"/>
                <a:gd name="T19" fmla="*/ 13 h 30"/>
                <a:gd name="T20" fmla="*/ 4 w 12"/>
                <a:gd name="T21" fmla="*/ 19 h 30"/>
                <a:gd name="T22" fmla="*/ 4 w 12"/>
                <a:gd name="T23" fmla="*/ 21 h 30"/>
                <a:gd name="T24" fmla="*/ 2 w 12"/>
                <a:gd name="T25" fmla="*/ 23 h 30"/>
                <a:gd name="T26" fmla="*/ 6 w 12"/>
                <a:gd name="T27" fmla="*/ 26 h 30"/>
                <a:gd name="T28" fmla="*/ 8 w 12"/>
                <a:gd name="T29" fmla="*/ 30 h 30"/>
                <a:gd name="T30" fmla="*/ 12 w 12"/>
                <a:gd name="T31" fmla="*/ 30 h 30"/>
                <a:gd name="T32" fmla="*/ 10 w 12"/>
                <a:gd name="T33" fmla="*/ 24 h 30"/>
                <a:gd name="T34" fmla="*/ 8 w 12"/>
                <a:gd name="T35" fmla="*/ 21 h 30"/>
                <a:gd name="T36" fmla="*/ 4 w 12"/>
                <a:gd name="T37" fmla="*/ 13 h 30"/>
                <a:gd name="T38" fmla="*/ 8 w 12"/>
                <a:gd name="T39" fmla="*/ 13 h 30"/>
                <a:gd name="T40" fmla="*/ 8 w 12"/>
                <a:gd name="T41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30">
                  <a:moveTo>
                    <a:pt x="8" y="11"/>
                  </a:moveTo>
                  <a:lnTo>
                    <a:pt x="6" y="6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2" y="23"/>
                  </a:lnTo>
                  <a:lnTo>
                    <a:pt x="6" y="26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0" y="24"/>
                  </a:lnTo>
                  <a:lnTo>
                    <a:pt x="8" y="21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8" y="1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8" name="Freeform 6515">
              <a:extLst>
                <a:ext uri="{FF2B5EF4-FFF2-40B4-BE49-F238E27FC236}">
                  <a16:creationId xmlns:a16="http://schemas.microsoft.com/office/drawing/2014/main" id="{FEB343B9-EAB0-4B1F-A793-D2F76A89C0B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5" y="2530"/>
              <a:ext cx="6" cy="6"/>
            </a:xfrm>
            <a:custGeom>
              <a:avLst/>
              <a:gdLst>
                <a:gd name="T0" fmla="*/ 0 w 6"/>
                <a:gd name="T1" fmla="*/ 6 h 6"/>
                <a:gd name="T2" fmla="*/ 6 w 6"/>
                <a:gd name="T3" fmla="*/ 6 h 6"/>
                <a:gd name="T4" fmla="*/ 2 w 6"/>
                <a:gd name="T5" fmla="*/ 0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6" y="6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9" name="Freeform 6516">
              <a:extLst>
                <a:ext uri="{FF2B5EF4-FFF2-40B4-BE49-F238E27FC236}">
                  <a16:creationId xmlns:a16="http://schemas.microsoft.com/office/drawing/2014/main" id="{DBD2C89A-0367-41B0-9545-EC0A009070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2" y="2551"/>
              <a:ext cx="10" cy="5"/>
            </a:xfrm>
            <a:custGeom>
              <a:avLst/>
              <a:gdLst>
                <a:gd name="T0" fmla="*/ 4 w 10"/>
                <a:gd name="T1" fmla="*/ 3 h 5"/>
                <a:gd name="T2" fmla="*/ 8 w 10"/>
                <a:gd name="T3" fmla="*/ 5 h 5"/>
                <a:gd name="T4" fmla="*/ 10 w 10"/>
                <a:gd name="T5" fmla="*/ 2 h 5"/>
                <a:gd name="T6" fmla="*/ 4 w 10"/>
                <a:gd name="T7" fmla="*/ 0 h 5"/>
                <a:gd name="T8" fmla="*/ 0 w 10"/>
                <a:gd name="T9" fmla="*/ 2 h 5"/>
                <a:gd name="T10" fmla="*/ 2 w 10"/>
                <a:gd name="T11" fmla="*/ 3 h 5"/>
                <a:gd name="T12" fmla="*/ 4 w 10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4" y="3"/>
                  </a:moveTo>
                  <a:lnTo>
                    <a:pt x="8" y="5"/>
                  </a:lnTo>
                  <a:lnTo>
                    <a:pt x="10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0" name="Freeform 6517">
              <a:extLst>
                <a:ext uri="{FF2B5EF4-FFF2-40B4-BE49-F238E27FC236}">
                  <a16:creationId xmlns:a16="http://schemas.microsoft.com/office/drawing/2014/main" id="{58B74E3F-90D2-4214-9EA7-DA0D78576665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25"/>
              <a:ext cx="5" cy="7"/>
            </a:xfrm>
            <a:custGeom>
              <a:avLst/>
              <a:gdLst>
                <a:gd name="T0" fmla="*/ 0 w 5"/>
                <a:gd name="T1" fmla="*/ 5 h 7"/>
                <a:gd name="T2" fmla="*/ 3 w 5"/>
                <a:gd name="T3" fmla="*/ 7 h 7"/>
                <a:gd name="T4" fmla="*/ 5 w 5"/>
                <a:gd name="T5" fmla="*/ 3 h 7"/>
                <a:gd name="T6" fmla="*/ 3 w 5"/>
                <a:gd name="T7" fmla="*/ 0 h 7"/>
                <a:gd name="T8" fmla="*/ 0 w 5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lnTo>
                    <a:pt x="3" y="7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1" name="Freeform 6518">
              <a:extLst>
                <a:ext uri="{FF2B5EF4-FFF2-40B4-BE49-F238E27FC236}">
                  <a16:creationId xmlns:a16="http://schemas.microsoft.com/office/drawing/2014/main" id="{FE17F8D2-ED15-430B-95B5-0C7B371CC8E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3" y="2562"/>
              <a:ext cx="15" cy="15"/>
            </a:xfrm>
            <a:custGeom>
              <a:avLst/>
              <a:gdLst>
                <a:gd name="T0" fmla="*/ 2 w 15"/>
                <a:gd name="T1" fmla="*/ 9 h 15"/>
                <a:gd name="T2" fmla="*/ 0 w 15"/>
                <a:gd name="T3" fmla="*/ 15 h 15"/>
                <a:gd name="T4" fmla="*/ 9 w 15"/>
                <a:gd name="T5" fmla="*/ 13 h 15"/>
                <a:gd name="T6" fmla="*/ 13 w 15"/>
                <a:gd name="T7" fmla="*/ 9 h 15"/>
                <a:gd name="T8" fmla="*/ 13 w 15"/>
                <a:gd name="T9" fmla="*/ 5 h 15"/>
                <a:gd name="T10" fmla="*/ 15 w 15"/>
                <a:gd name="T11" fmla="*/ 7 h 15"/>
                <a:gd name="T12" fmla="*/ 15 w 15"/>
                <a:gd name="T13" fmla="*/ 0 h 15"/>
                <a:gd name="T14" fmla="*/ 9 w 15"/>
                <a:gd name="T15" fmla="*/ 4 h 15"/>
                <a:gd name="T16" fmla="*/ 11 w 15"/>
                <a:gd name="T17" fmla="*/ 5 h 15"/>
                <a:gd name="T18" fmla="*/ 9 w 15"/>
                <a:gd name="T19" fmla="*/ 5 h 15"/>
                <a:gd name="T20" fmla="*/ 9 w 15"/>
                <a:gd name="T21" fmla="*/ 7 h 15"/>
                <a:gd name="T22" fmla="*/ 6 w 15"/>
                <a:gd name="T23" fmla="*/ 5 h 15"/>
                <a:gd name="T24" fmla="*/ 2 w 15"/>
                <a:gd name="T2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5">
                  <a:moveTo>
                    <a:pt x="2" y="9"/>
                  </a:moveTo>
                  <a:lnTo>
                    <a:pt x="0" y="15"/>
                  </a:lnTo>
                  <a:lnTo>
                    <a:pt x="9" y="13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5" y="0"/>
                  </a:lnTo>
                  <a:lnTo>
                    <a:pt x="9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6" y="5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2" name="Freeform 6519">
              <a:extLst>
                <a:ext uri="{FF2B5EF4-FFF2-40B4-BE49-F238E27FC236}">
                  <a16:creationId xmlns:a16="http://schemas.microsoft.com/office/drawing/2014/main" id="{4D25F280-DE8B-44C3-B209-9FFD28FA3B9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1" y="2506"/>
              <a:ext cx="10" cy="13"/>
            </a:xfrm>
            <a:custGeom>
              <a:avLst/>
              <a:gdLst>
                <a:gd name="T0" fmla="*/ 0 w 10"/>
                <a:gd name="T1" fmla="*/ 0 h 13"/>
                <a:gd name="T2" fmla="*/ 0 w 10"/>
                <a:gd name="T3" fmla="*/ 4 h 13"/>
                <a:gd name="T4" fmla="*/ 4 w 10"/>
                <a:gd name="T5" fmla="*/ 6 h 13"/>
                <a:gd name="T6" fmla="*/ 6 w 10"/>
                <a:gd name="T7" fmla="*/ 7 h 13"/>
                <a:gd name="T8" fmla="*/ 4 w 10"/>
                <a:gd name="T9" fmla="*/ 9 h 13"/>
                <a:gd name="T10" fmla="*/ 2 w 10"/>
                <a:gd name="T11" fmla="*/ 9 h 13"/>
                <a:gd name="T12" fmla="*/ 4 w 10"/>
                <a:gd name="T13" fmla="*/ 13 h 13"/>
                <a:gd name="T14" fmla="*/ 8 w 10"/>
                <a:gd name="T15" fmla="*/ 13 h 13"/>
                <a:gd name="T16" fmla="*/ 10 w 10"/>
                <a:gd name="T17" fmla="*/ 7 h 13"/>
                <a:gd name="T18" fmla="*/ 6 w 10"/>
                <a:gd name="T19" fmla="*/ 4 h 13"/>
                <a:gd name="T20" fmla="*/ 0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10" y="7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3" name="Freeform 6520">
              <a:extLst>
                <a:ext uri="{FF2B5EF4-FFF2-40B4-BE49-F238E27FC236}">
                  <a16:creationId xmlns:a16="http://schemas.microsoft.com/office/drawing/2014/main" id="{3A2F0937-1D23-4EBE-BBC3-F060BD18563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5" y="2510"/>
              <a:ext cx="13" cy="24"/>
            </a:xfrm>
            <a:custGeom>
              <a:avLst/>
              <a:gdLst>
                <a:gd name="T0" fmla="*/ 8 w 13"/>
                <a:gd name="T1" fmla="*/ 13 h 24"/>
                <a:gd name="T2" fmla="*/ 11 w 13"/>
                <a:gd name="T3" fmla="*/ 11 h 24"/>
                <a:gd name="T4" fmla="*/ 10 w 13"/>
                <a:gd name="T5" fmla="*/ 5 h 24"/>
                <a:gd name="T6" fmla="*/ 8 w 13"/>
                <a:gd name="T7" fmla="*/ 2 h 24"/>
                <a:gd name="T8" fmla="*/ 6 w 13"/>
                <a:gd name="T9" fmla="*/ 0 h 24"/>
                <a:gd name="T10" fmla="*/ 4 w 13"/>
                <a:gd name="T11" fmla="*/ 5 h 24"/>
                <a:gd name="T12" fmla="*/ 0 w 13"/>
                <a:gd name="T13" fmla="*/ 9 h 24"/>
                <a:gd name="T14" fmla="*/ 4 w 13"/>
                <a:gd name="T15" fmla="*/ 13 h 24"/>
                <a:gd name="T16" fmla="*/ 6 w 13"/>
                <a:gd name="T17" fmla="*/ 11 h 24"/>
                <a:gd name="T18" fmla="*/ 6 w 13"/>
                <a:gd name="T19" fmla="*/ 15 h 24"/>
                <a:gd name="T20" fmla="*/ 8 w 13"/>
                <a:gd name="T21" fmla="*/ 15 h 24"/>
                <a:gd name="T22" fmla="*/ 8 w 13"/>
                <a:gd name="T23" fmla="*/ 15 h 24"/>
                <a:gd name="T24" fmla="*/ 4 w 13"/>
                <a:gd name="T25" fmla="*/ 16 h 24"/>
                <a:gd name="T26" fmla="*/ 6 w 13"/>
                <a:gd name="T27" fmla="*/ 16 h 24"/>
                <a:gd name="T28" fmla="*/ 6 w 13"/>
                <a:gd name="T29" fmla="*/ 20 h 24"/>
                <a:gd name="T30" fmla="*/ 8 w 13"/>
                <a:gd name="T31" fmla="*/ 24 h 24"/>
                <a:gd name="T32" fmla="*/ 11 w 13"/>
                <a:gd name="T33" fmla="*/ 24 h 24"/>
                <a:gd name="T34" fmla="*/ 13 w 13"/>
                <a:gd name="T35" fmla="*/ 20 h 24"/>
                <a:gd name="T36" fmla="*/ 13 w 13"/>
                <a:gd name="T37" fmla="*/ 18 h 24"/>
                <a:gd name="T38" fmla="*/ 13 w 13"/>
                <a:gd name="T39" fmla="*/ 16 h 24"/>
                <a:gd name="T40" fmla="*/ 11 w 13"/>
                <a:gd name="T41" fmla="*/ 15 h 24"/>
                <a:gd name="T42" fmla="*/ 13 w 13"/>
                <a:gd name="T43" fmla="*/ 11 h 24"/>
                <a:gd name="T44" fmla="*/ 8 w 13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24">
                  <a:moveTo>
                    <a:pt x="8" y="13"/>
                  </a:moveTo>
                  <a:lnTo>
                    <a:pt x="11" y="11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5"/>
                  </a:lnTo>
                  <a:lnTo>
                    <a:pt x="0" y="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8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4" name="Freeform 6521">
              <a:extLst>
                <a:ext uri="{FF2B5EF4-FFF2-40B4-BE49-F238E27FC236}">
                  <a16:creationId xmlns:a16="http://schemas.microsoft.com/office/drawing/2014/main" id="{E2D8D96C-A047-42C9-9338-1EF1B97DB6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6" y="2510"/>
              <a:ext cx="10" cy="5"/>
            </a:xfrm>
            <a:custGeom>
              <a:avLst/>
              <a:gdLst>
                <a:gd name="T0" fmla="*/ 8 w 10"/>
                <a:gd name="T1" fmla="*/ 5 h 5"/>
                <a:gd name="T2" fmla="*/ 10 w 10"/>
                <a:gd name="T3" fmla="*/ 2 h 5"/>
                <a:gd name="T4" fmla="*/ 6 w 10"/>
                <a:gd name="T5" fmla="*/ 0 h 5"/>
                <a:gd name="T6" fmla="*/ 0 w 10"/>
                <a:gd name="T7" fmla="*/ 3 h 5"/>
                <a:gd name="T8" fmla="*/ 4 w 10"/>
                <a:gd name="T9" fmla="*/ 5 h 5"/>
                <a:gd name="T10" fmla="*/ 8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lnTo>
                    <a:pt x="10" y="2"/>
                  </a:lnTo>
                  <a:lnTo>
                    <a:pt x="6" y="0"/>
                  </a:lnTo>
                  <a:lnTo>
                    <a:pt x="0" y="3"/>
                  </a:lnTo>
                  <a:lnTo>
                    <a:pt x="4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5" name="Freeform 6522">
              <a:extLst>
                <a:ext uri="{FF2B5EF4-FFF2-40B4-BE49-F238E27FC236}">
                  <a16:creationId xmlns:a16="http://schemas.microsoft.com/office/drawing/2014/main" id="{C1D6B7E2-0CE0-47AF-8373-3C13B5AA9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1" y="2484"/>
              <a:ext cx="18" cy="20"/>
            </a:xfrm>
            <a:custGeom>
              <a:avLst/>
              <a:gdLst>
                <a:gd name="T0" fmla="*/ 18 w 18"/>
                <a:gd name="T1" fmla="*/ 5 h 20"/>
                <a:gd name="T2" fmla="*/ 17 w 18"/>
                <a:gd name="T3" fmla="*/ 5 h 20"/>
                <a:gd name="T4" fmla="*/ 17 w 18"/>
                <a:gd name="T5" fmla="*/ 1 h 20"/>
                <a:gd name="T6" fmla="*/ 11 w 18"/>
                <a:gd name="T7" fmla="*/ 0 h 20"/>
                <a:gd name="T8" fmla="*/ 0 w 18"/>
                <a:gd name="T9" fmla="*/ 0 h 20"/>
                <a:gd name="T10" fmla="*/ 9 w 18"/>
                <a:gd name="T11" fmla="*/ 1 h 20"/>
                <a:gd name="T12" fmla="*/ 11 w 18"/>
                <a:gd name="T13" fmla="*/ 5 h 20"/>
                <a:gd name="T14" fmla="*/ 13 w 18"/>
                <a:gd name="T15" fmla="*/ 7 h 20"/>
                <a:gd name="T16" fmla="*/ 11 w 18"/>
                <a:gd name="T17" fmla="*/ 9 h 20"/>
                <a:gd name="T18" fmla="*/ 13 w 18"/>
                <a:gd name="T19" fmla="*/ 13 h 20"/>
                <a:gd name="T20" fmla="*/ 11 w 18"/>
                <a:gd name="T21" fmla="*/ 20 h 20"/>
                <a:gd name="T22" fmla="*/ 17 w 18"/>
                <a:gd name="T23" fmla="*/ 15 h 20"/>
                <a:gd name="T24" fmla="*/ 17 w 18"/>
                <a:gd name="T25" fmla="*/ 13 h 20"/>
                <a:gd name="T26" fmla="*/ 18 w 18"/>
                <a:gd name="T27" fmla="*/ 11 h 20"/>
                <a:gd name="T28" fmla="*/ 18 w 18"/>
                <a:gd name="T2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20">
                  <a:moveTo>
                    <a:pt x="18" y="5"/>
                  </a:moveTo>
                  <a:lnTo>
                    <a:pt x="17" y="5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9" y="1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13" y="13"/>
                  </a:lnTo>
                  <a:lnTo>
                    <a:pt x="11" y="20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8" y="11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6" name="Freeform 6523">
              <a:extLst>
                <a:ext uri="{FF2B5EF4-FFF2-40B4-BE49-F238E27FC236}">
                  <a16:creationId xmlns:a16="http://schemas.microsoft.com/office/drawing/2014/main" id="{CAF200D7-B81A-484A-84D5-FF7E0C48C861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8" y="2484"/>
              <a:ext cx="22" cy="9"/>
            </a:xfrm>
            <a:custGeom>
              <a:avLst/>
              <a:gdLst>
                <a:gd name="T0" fmla="*/ 9 w 22"/>
                <a:gd name="T1" fmla="*/ 3 h 9"/>
                <a:gd name="T2" fmla="*/ 7 w 22"/>
                <a:gd name="T3" fmla="*/ 1 h 9"/>
                <a:gd name="T4" fmla="*/ 0 w 22"/>
                <a:gd name="T5" fmla="*/ 1 h 9"/>
                <a:gd name="T6" fmla="*/ 5 w 22"/>
                <a:gd name="T7" fmla="*/ 7 h 9"/>
                <a:gd name="T8" fmla="*/ 9 w 22"/>
                <a:gd name="T9" fmla="*/ 9 h 9"/>
                <a:gd name="T10" fmla="*/ 15 w 22"/>
                <a:gd name="T11" fmla="*/ 5 h 9"/>
                <a:gd name="T12" fmla="*/ 17 w 22"/>
                <a:gd name="T13" fmla="*/ 5 h 9"/>
                <a:gd name="T14" fmla="*/ 22 w 22"/>
                <a:gd name="T15" fmla="*/ 5 h 9"/>
                <a:gd name="T16" fmla="*/ 17 w 22"/>
                <a:gd name="T17" fmla="*/ 0 h 9"/>
                <a:gd name="T18" fmla="*/ 13 w 22"/>
                <a:gd name="T19" fmla="*/ 0 h 9"/>
                <a:gd name="T20" fmla="*/ 9 w 22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9">
                  <a:moveTo>
                    <a:pt x="9" y="3"/>
                  </a:moveTo>
                  <a:lnTo>
                    <a:pt x="7" y="1"/>
                  </a:lnTo>
                  <a:lnTo>
                    <a:pt x="0" y="1"/>
                  </a:lnTo>
                  <a:lnTo>
                    <a:pt x="5" y="7"/>
                  </a:lnTo>
                  <a:lnTo>
                    <a:pt x="9" y="9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22" y="5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7" name="Freeform 6524">
              <a:extLst>
                <a:ext uri="{FF2B5EF4-FFF2-40B4-BE49-F238E27FC236}">
                  <a16:creationId xmlns:a16="http://schemas.microsoft.com/office/drawing/2014/main" id="{5D611C64-C5ED-4DC7-94BA-24BAF643F2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3" y="3651"/>
              <a:ext cx="28" cy="24"/>
            </a:xfrm>
            <a:custGeom>
              <a:avLst/>
              <a:gdLst>
                <a:gd name="T0" fmla="*/ 19 w 28"/>
                <a:gd name="T1" fmla="*/ 18 h 24"/>
                <a:gd name="T2" fmla="*/ 22 w 28"/>
                <a:gd name="T3" fmla="*/ 16 h 24"/>
                <a:gd name="T4" fmla="*/ 22 w 28"/>
                <a:gd name="T5" fmla="*/ 13 h 24"/>
                <a:gd name="T6" fmla="*/ 26 w 28"/>
                <a:gd name="T7" fmla="*/ 11 h 24"/>
                <a:gd name="T8" fmla="*/ 28 w 28"/>
                <a:gd name="T9" fmla="*/ 7 h 24"/>
                <a:gd name="T10" fmla="*/ 26 w 28"/>
                <a:gd name="T11" fmla="*/ 3 h 24"/>
                <a:gd name="T12" fmla="*/ 24 w 28"/>
                <a:gd name="T13" fmla="*/ 3 h 24"/>
                <a:gd name="T14" fmla="*/ 21 w 28"/>
                <a:gd name="T15" fmla="*/ 0 h 24"/>
                <a:gd name="T16" fmla="*/ 11 w 28"/>
                <a:gd name="T17" fmla="*/ 2 h 24"/>
                <a:gd name="T18" fmla="*/ 9 w 28"/>
                <a:gd name="T19" fmla="*/ 2 h 24"/>
                <a:gd name="T20" fmla="*/ 13 w 28"/>
                <a:gd name="T21" fmla="*/ 7 h 24"/>
                <a:gd name="T22" fmla="*/ 15 w 28"/>
                <a:gd name="T23" fmla="*/ 5 h 24"/>
                <a:gd name="T24" fmla="*/ 15 w 28"/>
                <a:gd name="T25" fmla="*/ 7 h 24"/>
                <a:gd name="T26" fmla="*/ 13 w 28"/>
                <a:gd name="T27" fmla="*/ 7 h 24"/>
                <a:gd name="T28" fmla="*/ 9 w 28"/>
                <a:gd name="T29" fmla="*/ 5 h 24"/>
                <a:gd name="T30" fmla="*/ 8 w 28"/>
                <a:gd name="T31" fmla="*/ 7 h 24"/>
                <a:gd name="T32" fmla="*/ 11 w 28"/>
                <a:gd name="T33" fmla="*/ 13 h 24"/>
                <a:gd name="T34" fmla="*/ 11 w 28"/>
                <a:gd name="T35" fmla="*/ 13 h 24"/>
                <a:gd name="T36" fmla="*/ 9 w 28"/>
                <a:gd name="T37" fmla="*/ 15 h 24"/>
                <a:gd name="T38" fmla="*/ 9 w 28"/>
                <a:gd name="T39" fmla="*/ 15 h 24"/>
                <a:gd name="T40" fmla="*/ 6 w 28"/>
                <a:gd name="T41" fmla="*/ 15 h 24"/>
                <a:gd name="T42" fmla="*/ 4 w 28"/>
                <a:gd name="T43" fmla="*/ 13 h 24"/>
                <a:gd name="T44" fmla="*/ 0 w 28"/>
                <a:gd name="T45" fmla="*/ 15 h 24"/>
                <a:gd name="T46" fmla="*/ 4 w 28"/>
                <a:gd name="T47" fmla="*/ 18 h 24"/>
                <a:gd name="T48" fmla="*/ 9 w 28"/>
                <a:gd name="T49" fmla="*/ 15 h 24"/>
                <a:gd name="T50" fmla="*/ 9 w 28"/>
                <a:gd name="T51" fmla="*/ 16 h 24"/>
                <a:gd name="T52" fmla="*/ 8 w 28"/>
                <a:gd name="T53" fmla="*/ 18 h 24"/>
                <a:gd name="T54" fmla="*/ 6 w 28"/>
                <a:gd name="T55" fmla="*/ 18 h 24"/>
                <a:gd name="T56" fmla="*/ 4 w 28"/>
                <a:gd name="T57" fmla="*/ 20 h 24"/>
                <a:gd name="T58" fmla="*/ 9 w 28"/>
                <a:gd name="T59" fmla="*/ 22 h 24"/>
                <a:gd name="T60" fmla="*/ 11 w 28"/>
                <a:gd name="T61" fmla="*/ 22 h 24"/>
                <a:gd name="T62" fmla="*/ 13 w 28"/>
                <a:gd name="T63" fmla="*/ 24 h 24"/>
                <a:gd name="T64" fmla="*/ 17 w 28"/>
                <a:gd name="T65" fmla="*/ 18 h 24"/>
                <a:gd name="T66" fmla="*/ 15 w 28"/>
                <a:gd name="T67" fmla="*/ 18 h 24"/>
                <a:gd name="T68" fmla="*/ 15 w 28"/>
                <a:gd name="T69" fmla="*/ 18 h 24"/>
                <a:gd name="T70" fmla="*/ 19 w 28"/>
                <a:gd name="T71" fmla="*/ 18 h 24"/>
                <a:gd name="T72" fmla="*/ 13 w 28"/>
                <a:gd name="T73" fmla="*/ 2 h 24"/>
                <a:gd name="T74" fmla="*/ 22 w 28"/>
                <a:gd name="T75" fmla="*/ 5 h 24"/>
                <a:gd name="T76" fmla="*/ 21 w 28"/>
                <a:gd name="T77" fmla="*/ 5 h 24"/>
                <a:gd name="T78" fmla="*/ 21 w 28"/>
                <a:gd name="T79" fmla="*/ 5 h 24"/>
                <a:gd name="T80" fmla="*/ 19 w 28"/>
                <a:gd name="T81" fmla="*/ 3 h 24"/>
                <a:gd name="T82" fmla="*/ 19 w 28"/>
                <a:gd name="T83" fmla="*/ 5 h 24"/>
                <a:gd name="T84" fmla="*/ 13 w 28"/>
                <a:gd name="T8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24">
                  <a:moveTo>
                    <a:pt x="19" y="18"/>
                  </a:moveTo>
                  <a:lnTo>
                    <a:pt x="22" y="16"/>
                  </a:lnTo>
                  <a:lnTo>
                    <a:pt x="22" y="13"/>
                  </a:lnTo>
                  <a:lnTo>
                    <a:pt x="26" y="11"/>
                  </a:lnTo>
                  <a:lnTo>
                    <a:pt x="28" y="7"/>
                  </a:lnTo>
                  <a:lnTo>
                    <a:pt x="26" y="3"/>
                  </a:lnTo>
                  <a:lnTo>
                    <a:pt x="24" y="3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9" y="5"/>
                  </a:lnTo>
                  <a:lnTo>
                    <a:pt x="8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0" y="15"/>
                  </a:lnTo>
                  <a:lnTo>
                    <a:pt x="4" y="18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3" y="24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9" y="18"/>
                  </a:lnTo>
                  <a:close/>
                  <a:moveTo>
                    <a:pt x="13" y="2"/>
                  </a:moveTo>
                  <a:lnTo>
                    <a:pt x="22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3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8" name="Freeform 6525">
              <a:extLst>
                <a:ext uri="{FF2B5EF4-FFF2-40B4-BE49-F238E27FC236}">
                  <a16:creationId xmlns:a16="http://schemas.microsoft.com/office/drawing/2014/main" id="{D4225B37-8FE0-472C-B99F-43DFAF307376}"/>
                </a:ext>
              </a:extLst>
            </p:cNvPr>
            <p:cNvSpPr>
              <a:spLocks/>
            </p:cNvSpPr>
            <p:nvPr/>
          </p:nvSpPr>
          <p:spPr bwMode="gray">
            <a:xfrm>
              <a:off x="3097" y="3695"/>
              <a:ext cx="20" cy="15"/>
            </a:xfrm>
            <a:custGeom>
              <a:avLst/>
              <a:gdLst>
                <a:gd name="T0" fmla="*/ 8 w 11"/>
                <a:gd name="T1" fmla="*/ 5 h 8"/>
                <a:gd name="T2" fmla="*/ 8 w 11"/>
                <a:gd name="T3" fmla="*/ 3 h 8"/>
                <a:gd name="T4" fmla="*/ 7 w 11"/>
                <a:gd name="T5" fmla="*/ 3 h 8"/>
                <a:gd name="T6" fmla="*/ 6 w 11"/>
                <a:gd name="T7" fmla="*/ 2 h 8"/>
                <a:gd name="T8" fmla="*/ 5 w 11"/>
                <a:gd name="T9" fmla="*/ 2 h 8"/>
                <a:gd name="T10" fmla="*/ 5 w 11"/>
                <a:gd name="T11" fmla="*/ 1 h 8"/>
                <a:gd name="T12" fmla="*/ 3 w 11"/>
                <a:gd name="T13" fmla="*/ 0 h 8"/>
                <a:gd name="T14" fmla="*/ 0 w 11"/>
                <a:gd name="T15" fmla="*/ 1 h 8"/>
                <a:gd name="T16" fmla="*/ 0 w 11"/>
                <a:gd name="T17" fmla="*/ 2 h 8"/>
                <a:gd name="T18" fmla="*/ 2 w 11"/>
                <a:gd name="T19" fmla="*/ 2 h 8"/>
                <a:gd name="T20" fmla="*/ 3 w 11"/>
                <a:gd name="T21" fmla="*/ 3 h 8"/>
                <a:gd name="T22" fmla="*/ 4 w 11"/>
                <a:gd name="T23" fmla="*/ 4 h 8"/>
                <a:gd name="T24" fmla="*/ 4 w 11"/>
                <a:gd name="T25" fmla="*/ 5 h 8"/>
                <a:gd name="T26" fmla="*/ 5 w 11"/>
                <a:gd name="T27" fmla="*/ 5 h 8"/>
                <a:gd name="T28" fmla="*/ 6 w 11"/>
                <a:gd name="T29" fmla="*/ 7 h 8"/>
                <a:gd name="T30" fmla="*/ 6 w 11"/>
                <a:gd name="T31" fmla="*/ 8 h 8"/>
                <a:gd name="T32" fmla="*/ 8 w 11"/>
                <a:gd name="T33" fmla="*/ 8 h 8"/>
                <a:gd name="T34" fmla="*/ 8 w 11"/>
                <a:gd name="T35" fmla="*/ 7 h 8"/>
                <a:gd name="T36" fmla="*/ 9 w 11"/>
                <a:gd name="T37" fmla="*/ 7 h 8"/>
                <a:gd name="T38" fmla="*/ 11 w 11"/>
                <a:gd name="T39" fmla="*/ 5 h 8"/>
                <a:gd name="T40" fmla="*/ 9 w 11"/>
                <a:gd name="T41" fmla="*/ 5 h 8"/>
                <a:gd name="T42" fmla="*/ 8 w 11"/>
                <a:gd name="T4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8">
                  <a:moveTo>
                    <a:pt x="8" y="5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5"/>
                    <a:pt x="9" y="5"/>
                    <a:pt x="9" y="5"/>
                  </a:cubicBez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9" name="Freeform 6526">
              <a:extLst>
                <a:ext uri="{FF2B5EF4-FFF2-40B4-BE49-F238E27FC236}">
                  <a16:creationId xmlns:a16="http://schemas.microsoft.com/office/drawing/2014/main" id="{EFDF07BB-590D-4C6C-8A17-1688E2579C85}"/>
                </a:ext>
              </a:extLst>
            </p:cNvPr>
            <p:cNvSpPr>
              <a:spLocks/>
            </p:cNvSpPr>
            <p:nvPr/>
          </p:nvSpPr>
          <p:spPr bwMode="gray">
            <a:xfrm>
              <a:off x="2814" y="3653"/>
              <a:ext cx="26" cy="22"/>
            </a:xfrm>
            <a:custGeom>
              <a:avLst/>
              <a:gdLst>
                <a:gd name="T0" fmla="*/ 22 w 26"/>
                <a:gd name="T1" fmla="*/ 3 h 22"/>
                <a:gd name="T2" fmla="*/ 18 w 26"/>
                <a:gd name="T3" fmla="*/ 1 h 22"/>
                <a:gd name="T4" fmla="*/ 15 w 26"/>
                <a:gd name="T5" fmla="*/ 3 h 22"/>
                <a:gd name="T6" fmla="*/ 15 w 26"/>
                <a:gd name="T7" fmla="*/ 3 h 22"/>
                <a:gd name="T8" fmla="*/ 15 w 26"/>
                <a:gd name="T9" fmla="*/ 3 h 22"/>
                <a:gd name="T10" fmla="*/ 15 w 26"/>
                <a:gd name="T11" fmla="*/ 1 h 22"/>
                <a:gd name="T12" fmla="*/ 9 w 26"/>
                <a:gd name="T13" fmla="*/ 0 h 22"/>
                <a:gd name="T14" fmla="*/ 9 w 26"/>
                <a:gd name="T15" fmla="*/ 1 h 22"/>
                <a:gd name="T16" fmla="*/ 5 w 26"/>
                <a:gd name="T17" fmla="*/ 3 h 22"/>
                <a:gd name="T18" fmla="*/ 7 w 26"/>
                <a:gd name="T19" fmla="*/ 5 h 22"/>
                <a:gd name="T20" fmla="*/ 5 w 26"/>
                <a:gd name="T21" fmla="*/ 7 h 22"/>
                <a:gd name="T22" fmla="*/ 7 w 26"/>
                <a:gd name="T23" fmla="*/ 9 h 22"/>
                <a:gd name="T24" fmla="*/ 5 w 26"/>
                <a:gd name="T25" fmla="*/ 9 h 22"/>
                <a:gd name="T26" fmla="*/ 0 w 26"/>
                <a:gd name="T27" fmla="*/ 18 h 22"/>
                <a:gd name="T28" fmla="*/ 1 w 26"/>
                <a:gd name="T29" fmla="*/ 18 h 22"/>
                <a:gd name="T30" fmla="*/ 5 w 26"/>
                <a:gd name="T31" fmla="*/ 22 h 22"/>
                <a:gd name="T32" fmla="*/ 7 w 26"/>
                <a:gd name="T33" fmla="*/ 22 h 22"/>
                <a:gd name="T34" fmla="*/ 9 w 26"/>
                <a:gd name="T35" fmla="*/ 20 h 22"/>
                <a:gd name="T36" fmla="*/ 7 w 26"/>
                <a:gd name="T37" fmla="*/ 18 h 22"/>
                <a:gd name="T38" fmla="*/ 9 w 26"/>
                <a:gd name="T39" fmla="*/ 20 h 22"/>
                <a:gd name="T40" fmla="*/ 11 w 26"/>
                <a:gd name="T41" fmla="*/ 18 h 22"/>
                <a:gd name="T42" fmla="*/ 9 w 26"/>
                <a:gd name="T43" fmla="*/ 16 h 22"/>
                <a:gd name="T44" fmla="*/ 11 w 26"/>
                <a:gd name="T45" fmla="*/ 16 h 22"/>
                <a:gd name="T46" fmla="*/ 15 w 26"/>
                <a:gd name="T47" fmla="*/ 14 h 22"/>
                <a:gd name="T48" fmla="*/ 15 w 26"/>
                <a:gd name="T49" fmla="*/ 13 h 22"/>
                <a:gd name="T50" fmla="*/ 18 w 26"/>
                <a:gd name="T51" fmla="*/ 13 h 22"/>
                <a:gd name="T52" fmla="*/ 20 w 26"/>
                <a:gd name="T53" fmla="*/ 11 h 22"/>
                <a:gd name="T54" fmla="*/ 24 w 26"/>
                <a:gd name="T55" fmla="*/ 11 h 22"/>
                <a:gd name="T56" fmla="*/ 22 w 26"/>
                <a:gd name="T57" fmla="*/ 7 h 22"/>
                <a:gd name="T58" fmla="*/ 22 w 26"/>
                <a:gd name="T59" fmla="*/ 7 h 22"/>
                <a:gd name="T60" fmla="*/ 26 w 26"/>
                <a:gd name="T61" fmla="*/ 7 h 22"/>
                <a:gd name="T62" fmla="*/ 22 w 26"/>
                <a:gd name="T63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22">
                  <a:moveTo>
                    <a:pt x="22" y="3"/>
                  </a:moveTo>
                  <a:lnTo>
                    <a:pt x="18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7" y="9"/>
                  </a:lnTo>
                  <a:lnTo>
                    <a:pt x="5" y="9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9" y="20"/>
                  </a:lnTo>
                  <a:lnTo>
                    <a:pt x="7" y="18"/>
                  </a:lnTo>
                  <a:lnTo>
                    <a:pt x="9" y="20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8" y="13"/>
                  </a:lnTo>
                  <a:lnTo>
                    <a:pt x="20" y="11"/>
                  </a:lnTo>
                  <a:lnTo>
                    <a:pt x="24" y="11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0" name="Freeform 6527">
              <a:extLst>
                <a:ext uri="{FF2B5EF4-FFF2-40B4-BE49-F238E27FC236}">
                  <a16:creationId xmlns:a16="http://schemas.microsoft.com/office/drawing/2014/main" id="{526C1477-38A2-4BB0-8F81-7324A8BF08A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494" y="1361"/>
              <a:ext cx="1593" cy="2390"/>
            </a:xfrm>
            <a:custGeom>
              <a:avLst/>
              <a:gdLst>
                <a:gd name="T0" fmla="*/ 743 w 856"/>
                <a:gd name="T1" fmla="*/ 809 h 1282"/>
                <a:gd name="T2" fmla="*/ 662 w 856"/>
                <a:gd name="T3" fmla="*/ 741 h 1282"/>
                <a:gd name="T4" fmla="*/ 552 w 856"/>
                <a:gd name="T5" fmla="*/ 737 h 1282"/>
                <a:gd name="T6" fmla="*/ 457 w 856"/>
                <a:gd name="T7" fmla="*/ 689 h 1282"/>
                <a:gd name="T8" fmla="*/ 398 w 856"/>
                <a:gd name="T9" fmla="*/ 617 h 1282"/>
                <a:gd name="T10" fmla="*/ 492 w 856"/>
                <a:gd name="T11" fmla="*/ 580 h 1282"/>
                <a:gd name="T12" fmla="*/ 561 w 856"/>
                <a:gd name="T13" fmla="*/ 537 h 1282"/>
                <a:gd name="T14" fmla="*/ 609 w 856"/>
                <a:gd name="T15" fmla="*/ 478 h 1282"/>
                <a:gd name="T16" fmla="*/ 672 w 856"/>
                <a:gd name="T17" fmla="*/ 448 h 1282"/>
                <a:gd name="T18" fmla="*/ 660 w 856"/>
                <a:gd name="T19" fmla="*/ 418 h 1282"/>
                <a:gd name="T20" fmla="*/ 713 w 856"/>
                <a:gd name="T21" fmla="*/ 387 h 1282"/>
                <a:gd name="T22" fmla="*/ 708 w 856"/>
                <a:gd name="T23" fmla="*/ 326 h 1282"/>
                <a:gd name="T24" fmla="*/ 660 w 856"/>
                <a:gd name="T25" fmla="*/ 293 h 1282"/>
                <a:gd name="T26" fmla="*/ 600 w 856"/>
                <a:gd name="T27" fmla="*/ 292 h 1282"/>
                <a:gd name="T28" fmla="*/ 562 w 856"/>
                <a:gd name="T29" fmla="*/ 333 h 1282"/>
                <a:gd name="T30" fmla="*/ 526 w 856"/>
                <a:gd name="T31" fmla="*/ 227 h 1282"/>
                <a:gd name="T32" fmla="*/ 597 w 856"/>
                <a:gd name="T33" fmla="*/ 196 h 1282"/>
                <a:gd name="T34" fmla="*/ 611 w 856"/>
                <a:gd name="T35" fmla="*/ 139 h 1282"/>
                <a:gd name="T36" fmla="*/ 575 w 856"/>
                <a:gd name="T37" fmla="*/ 142 h 1282"/>
                <a:gd name="T38" fmla="*/ 609 w 856"/>
                <a:gd name="T39" fmla="*/ 71 h 1282"/>
                <a:gd name="T40" fmla="*/ 559 w 856"/>
                <a:gd name="T41" fmla="*/ 135 h 1282"/>
                <a:gd name="T42" fmla="*/ 513 w 856"/>
                <a:gd name="T43" fmla="*/ 155 h 1282"/>
                <a:gd name="T44" fmla="*/ 454 w 856"/>
                <a:gd name="T45" fmla="*/ 160 h 1282"/>
                <a:gd name="T46" fmla="*/ 392 w 856"/>
                <a:gd name="T47" fmla="*/ 91 h 1282"/>
                <a:gd name="T48" fmla="*/ 326 w 856"/>
                <a:gd name="T49" fmla="*/ 79 h 1282"/>
                <a:gd name="T50" fmla="*/ 261 w 856"/>
                <a:gd name="T51" fmla="*/ 44 h 1282"/>
                <a:gd name="T52" fmla="*/ 188 w 856"/>
                <a:gd name="T53" fmla="*/ 10 h 1282"/>
                <a:gd name="T54" fmla="*/ 95 w 856"/>
                <a:gd name="T55" fmla="*/ 76 h 1282"/>
                <a:gd name="T56" fmla="*/ 72 w 856"/>
                <a:gd name="T57" fmla="*/ 130 h 1282"/>
                <a:gd name="T58" fmla="*/ 60 w 856"/>
                <a:gd name="T59" fmla="*/ 203 h 1282"/>
                <a:gd name="T60" fmla="*/ 1 w 856"/>
                <a:gd name="T61" fmla="*/ 257 h 1282"/>
                <a:gd name="T62" fmla="*/ 65 w 856"/>
                <a:gd name="T63" fmla="*/ 240 h 1282"/>
                <a:gd name="T64" fmla="*/ 138 w 856"/>
                <a:gd name="T65" fmla="*/ 187 h 1282"/>
                <a:gd name="T66" fmla="*/ 174 w 856"/>
                <a:gd name="T67" fmla="*/ 203 h 1282"/>
                <a:gd name="T68" fmla="*/ 216 w 856"/>
                <a:gd name="T69" fmla="*/ 274 h 1282"/>
                <a:gd name="T70" fmla="*/ 235 w 856"/>
                <a:gd name="T71" fmla="*/ 298 h 1282"/>
                <a:gd name="T72" fmla="*/ 231 w 856"/>
                <a:gd name="T73" fmla="*/ 357 h 1282"/>
                <a:gd name="T74" fmla="*/ 245 w 856"/>
                <a:gd name="T75" fmla="*/ 404 h 1282"/>
                <a:gd name="T76" fmla="*/ 264 w 856"/>
                <a:gd name="T77" fmla="*/ 555 h 1282"/>
                <a:gd name="T78" fmla="*/ 297 w 856"/>
                <a:gd name="T79" fmla="*/ 601 h 1282"/>
                <a:gd name="T80" fmla="*/ 331 w 856"/>
                <a:gd name="T81" fmla="*/ 633 h 1282"/>
                <a:gd name="T82" fmla="*/ 467 w 856"/>
                <a:gd name="T83" fmla="*/ 716 h 1282"/>
                <a:gd name="T84" fmla="*/ 536 w 856"/>
                <a:gd name="T85" fmla="*/ 785 h 1282"/>
                <a:gd name="T86" fmla="*/ 554 w 856"/>
                <a:gd name="T87" fmla="*/ 920 h 1282"/>
                <a:gd name="T88" fmla="*/ 592 w 856"/>
                <a:gd name="T89" fmla="*/ 1088 h 1282"/>
                <a:gd name="T90" fmla="*/ 594 w 856"/>
                <a:gd name="T91" fmla="*/ 1165 h 1282"/>
                <a:gd name="T92" fmla="*/ 592 w 856"/>
                <a:gd name="T93" fmla="*/ 1207 h 1282"/>
                <a:gd name="T94" fmla="*/ 622 w 856"/>
                <a:gd name="T95" fmla="*/ 1256 h 1282"/>
                <a:gd name="T96" fmla="*/ 635 w 856"/>
                <a:gd name="T97" fmla="*/ 1270 h 1282"/>
                <a:gd name="T98" fmla="*/ 648 w 856"/>
                <a:gd name="T99" fmla="*/ 1239 h 1282"/>
                <a:gd name="T100" fmla="*/ 655 w 856"/>
                <a:gd name="T101" fmla="*/ 1142 h 1282"/>
                <a:gd name="T102" fmla="*/ 738 w 856"/>
                <a:gd name="T103" fmla="*/ 1053 h 1282"/>
                <a:gd name="T104" fmla="*/ 830 w 856"/>
                <a:gd name="T105" fmla="*/ 903 h 1282"/>
                <a:gd name="T106" fmla="*/ 624 w 856"/>
                <a:gd name="T107" fmla="*/ 143 h 1282"/>
                <a:gd name="T108" fmla="*/ 72 w 856"/>
                <a:gd name="T109" fmla="*/ 131 h 1282"/>
                <a:gd name="T110" fmla="*/ 220 w 856"/>
                <a:gd name="T111" fmla="*/ 263 h 1282"/>
                <a:gd name="T112" fmla="*/ 231 w 856"/>
                <a:gd name="T113" fmla="*/ 276 h 1282"/>
                <a:gd name="T114" fmla="*/ 238 w 856"/>
                <a:gd name="T115" fmla="*/ 284 h 1282"/>
                <a:gd name="T116" fmla="*/ 245 w 856"/>
                <a:gd name="T117" fmla="*/ 350 h 1282"/>
                <a:gd name="T118" fmla="*/ 344 w 856"/>
                <a:gd name="T119" fmla="*/ 82 h 1282"/>
                <a:gd name="T120" fmla="*/ 602 w 856"/>
                <a:gd name="T121" fmla="*/ 1167 h 1282"/>
                <a:gd name="T122" fmla="*/ 620 w 856"/>
                <a:gd name="T123" fmla="*/ 1241 h 1282"/>
                <a:gd name="T124" fmla="*/ 647 w 856"/>
                <a:gd name="T125" fmla="*/ 1259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56" h="1282">
                  <a:moveTo>
                    <a:pt x="856" y="863"/>
                  </a:moveTo>
                  <a:cubicBezTo>
                    <a:pt x="856" y="859"/>
                    <a:pt x="856" y="859"/>
                    <a:pt x="856" y="859"/>
                  </a:cubicBezTo>
                  <a:cubicBezTo>
                    <a:pt x="855" y="858"/>
                    <a:pt x="855" y="858"/>
                    <a:pt x="855" y="858"/>
                  </a:cubicBezTo>
                  <a:cubicBezTo>
                    <a:pt x="855" y="857"/>
                    <a:pt x="855" y="857"/>
                    <a:pt x="855" y="857"/>
                  </a:cubicBezTo>
                  <a:cubicBezTo>
                    <a:pt x="852" y="851"/>
                    <a:pt x="852" y="851"/>
                    <a:pt x="852" y="851"/>
                  </a:cubicBezTo>
                  <a:cubicBezTo>
                    <a:pt x="852" y="850"/>
                    <a:pt x="852" y="850"/>
                    <a:pt x="852" y="850"/>
                  </a:cubicBezTo>
                  <a:cubicBezTo>
                    <a:pt x="852" y="847"/>
                    <a:pt x="852" y="847"/>
                    <a:pt x="852" y="847"/>
                  </a:cubicBezTo>
                  <a:cubicBezTo>
                    <a:pt x="847" y="845"/>
                    <a:pt x="847" y="845"/>
                    <a:pt x="847" y="845"/>
                  </a:cubicBezTo>
                  <a:cubicBezTo>
                    <a:pt x="844" y="845"/>
                    <a:pt x="844" y="845"/>
                    <a:pt x="844" y="845"/>
                  </a:cubicBezTo>
                  <a:cubicBezTo>
                    <a:pt x="842" y="845"/>
                    <a:pt x="842" y="845"/>
                    <a:pt x="842" y="845"/>
                  </a:cubicBezTo>
                  <a:cubicBezTo>
                    <a:pt x="841" y="844"/>
                    <a:pt x="841" y="844"/>
                    <a:pt x="841" y="844"/>
                  </a:cubicBezTo>
                  <a:cubicBezTo>
                    <a:pt x="839" y="843"/>
                    <a:pt x="839" y="843"/>
                    <a:pt x="839" y="843"/>
                  </a:cubicBezTo>
                  <a:cubicBezTo>
                    <a:pt x="838" y="842"/>
                    <a:pt x="838" y="842"/>
                    <a:pt x="838" y="842"/>
                  </a:cubicBezTo>
                  <a:cubicBezTo>
                    <a:pt x="835" y="841"/>
                    <a:pt x="835" y="841"/>
                    <a:pt x="835" y="841"/>
                  </a:cubicBezTo>
                  <a:cubicBezTo>
                    <a:pt x="834" y="840"/>
                    <a:pt x="834" y="840"/>
                    <a:pt x="834" y="840"/>
                  </a:cubicBezTo>
                  <a:cubicBezTo>
                    <a:pt x="831" y="837"/>
                    <a:pt x="831" y="837"/>
                    <a:pt x="831" y="837"/>
                  </a:cubicBezTo>
                  <a:cubicBezTo>
                    <a:pt x="828" y="833"/>
                    <a:pt x="828" y="833"/>
                    <a:pt x="828" y="833"/>
                  </a:cubicBezTo>
                  <a:cubicBezTo>
                    <a:pt x="826" y="833"/>
                    <a:pt x="826" y="833"/>
                    <a:pt x="826" y="833"/>
                  </a:cubicBezTo>
                  <a:cubicBezTo>
                    <a:pt x="825" y="831"/>
                    <a:pt x="825" y="831"/>
                    <a:pt x="825" y="831"/>
                  </a:cubicBezTo>
                  <a:cubicBezTo>
                    <a:pt x="823" y="831"/>
                    <a:pt x="823" y="831"/>
                    <a:pt x="823" y="831"/>
                  </a:cubicBezTo>
                  <a:cubicBezTo>
                    <a:pt x="818" y="828"/>
                    <a:pt x="818" y="828"/>
                    <a:pt x="818" y="828"/>
                  </a:cubicBezTo>
                  <a:cubicBezTo>
                    <a:pt x="816" y="828"/>
                    <a:pt x="816" y="828"/>
                    <a:pt x="816" y="828"/>
                  </a:cubicBezTo>
                  <a:cubicBezTo>
                    <a:pt x="814" y="827"/>
                    <a:pt x="814" y="827"/>
                    <a:pt x="814" y="827"/>
                  </a:cubicBezTo>
                  <a:cubicBezTo>
                    <a:pt x="812" y="828"/>
                    <a:pt x="812" y="828"/>
                    <a:pt x="812" y="828"/>
                  </a:cubicBezTo>
                  <a:cubicBezTo>
                    <a:pt x="810" y="828"/>
                    <a:pt x="810" y="828"/>
                    <a:pt x="810" y="828"/>
                  </a:cubicBezTo>
                  <a:cubicBezTo>
                    <a:pt x="809" y="827"/>
                    <a:pt x="809" y="827"/>
                    <a:pt x="809" y="827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7" y="829"/>
                    <a:pt x="807" y="829"/>
                    <a:pt x="807" y="829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4" y="826"/>
                    <a:pt x="804" y="826"/>
                    <a:pt x="804" y="826"/>
                  </a:cubicBezTo>
                  <a:cubicBezTo>
                    <a:pt x="804" y="827"/>
                    <a:pt x="804" y="827"/>
                    <a:pt x="804" y="827"/>
                  </a:cubicBezTo>
                  <a:cubicBezTo>
                    <a:pt x="803" y="826"/>
                    <a:pt x="803" y="826"/>
                    <a:pt x="803" y="826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7"/>
                    <a:pt x="802" y="827"/>
                    <a:pt x="802" y="827"/>
                  </a:cubicBezTo>
                  <a:cubicBezTo>
                    <a:pt x="799" y="826"/>
                    <a:pt x="799" y="826"/>
                    <a:pt x="799" y="826"/>
                  </a:cubicBezTo>
                  <a:cubicBezTo>
                    <a:pt x="800" y="827"/>
                    <a:pt x="800" y="827"/>
                    <a:pt x="800" y="827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97" y="827"/>
                    <a:pt x="797" y="827"/>
                    <a:pt x="797" y="827"/>
                  </a:cubicBezTo>
                  <a:cubicBezTo>
                    <a:pt x="796" y="826"/>
                    <a:pt x="796" y="826"/>
                    <a:pt x="796" y="826"/>
                  </a:cubicBezTo>
                  <a:cubicBezTo>
                    <a:pt x="791" y="824"/>
                    <a:pt x="791" y="824"/>
                    <a:pt x="791" y="824"/>
                  </a:cubicBezTo>
                  <a:cubicBezTo>
                    <a:pt x="789" y="825"/>
                    <a:pt x="789" y="825"/>
                    <a:pt x="789" y="825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8" y="826"/>
                    <a:pt x="788" y="826"/>
                    <a:pt x="788" y="826"/>
                  </a:cubicBezTo>
                  <a:cubicBezTo>
                    <a:pt x="788" y="827"/>
                    <a:pt x="788" y="827"/>
                    <a:pt x="788" y="827"/>
                  </a:cubicBezTo>
                  <a:cubicBezTo>
                    <a:pt x="786" y="827"/>
                    <a:pt x="786" y="827"/>
                    <a:pt x="786" y="827"/>
                  </a:cubicBezTo>
                  <a:cubicBezTo>
                    <a:pt x="786" y="828"/>
                    <a:pt x="786" y="828"/>
                    <a:pt x="786" y="828"/>
                  </a:cubicBezTo>
                  <a:cubicBezTo>
                    <a:pt x="785" y="827"/>
                    <a:pt x="785" y="827"/>
                    <a:pt x="785" y="827"/>
                  </a:cubicBezTo>
                  <a:cubicBezTo>
                    <a:pt x="784" y="828"/>
                    <a:pt x="784" y="828"/>
                    <a:pt x="784" y="828"/>
                  </a:cubicBezTo>
                  <a:cubicBezTo>
                    <a:pt x="784" y="826"/>
                    <a:pt x="784" y="826"/>
                    <a:pt x="784" y="826"/>
                  </a:cubicBezTo>
                  <a:cubicBezTo>
                    <a:pt x="785" y="826"/>
                    <a:pt x="785" y="826"/>
                    <a:pt x="785" y="826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5" y="823"/>
                    <a:pt x="785" y="823"/>
                    <a:pt x="785" y="823"/>
                  </a:cubicBezTo>
                  <a:cubicBezTo>
                    <a:pt x="782" y="821"/>
                    <a:pt x="782" y="821"/>
                    <a:pt x="782" y="821"/>
                  </a:cubicBezTo>
                  <a:cubicBezTo>
                    <a:pt x="781" y="819"/>
                    <a:pt x="781" y="819"/>
                    <a:pt x="781" y="819"/>
                  </a:cubicBezTo>
                  <a:cubicBezTo>
                    <a:pt x="780" y="819"/>
                    <a:pt x="780" y="819"/>
                    <a:pt x="780" y="819"/>
                  </a:cubicBezTo>
                  <a:cubicBezTo>
                    <a:pt x="778" y="819"/>
                    <a:pt x="778" y="819"/>
                    <a:pt x="778" y="819"/>
                  </a:cubicBezTo>
                  <a:cubicBezTo>
                    <a:pt x="777" y="820"/>
                    <a:pt x="777" y="820"/>
                    <a:pt x="777" y="820"/>
                  </a:cubicBezTo>
                  <a:cubicBezTo>
                    <a:pt x="776" y="820"/>
                    <a:pt x="776" y="820"/>
                    <a:pt x="776" y="820"/>
                  </a:cubicBezTo>
                  <a:cubicBezTo>
                    <a:pt x="776" y="819"/>
                    <a:pt x="776" y="819"/>
                    <a:pt x="776" y="819"/>
                  </a:cubicBezTo>
                  <a:cubicBezTo>
                    <a:pt x="775" y="819"/>
                    <a:pt x="775" y="819"/>
                    <a:pt x="775" y="819"/>
                  </a:cubicBezTo>
                  <a:cubicBezTo>
                    <a:pt x="775" y="818"/>
                    <a:pt x="775" y="818"/>
                    <a:pt x="775" y="818"/>
                  </a:cubicBezTo>
                  <a:cubicBezTo>
                    <a:pt x="774" y="817"/>
                    <a:pt x="774" y="817"/>
                    <a:pt x="774" y="817"/>
                  </a:cubicBezTo>
                  <a:cubicBezTo>
                    <a:pt x="773" y="817"/>
                    <a:pt x="773" y="817"/>
                    <a:pt x="773" y="817"/>
                  </a:cubicBezTo>
                  <a:cubicBezTo>
                    <a:pt x="772" y="816"/>
                    <a:pt x="772" y="816"/>
                    <a:pt x="772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0" y="816"/>
                    <a:pt x="770" y="816"/>
                    <a:pt x="770" y="816"/>
                  </a:cubicBezTo>
                  <a:cubicBezTo>
                    <a:pt x="769" y="814"/>
                    <a:pt x="769" y="814"/>
                    <a:pt x="769" y="814"/>
                  </a:cubicBezTo>
                  <a:cubicBezTo>
                    <a:pt x="768" y="815"/>
                    <a:pt x="768" y="815"/>
                    <a:pt x="768" y="815"/>
                  </a:cubicBezTo>
                  <a:cubicBezTo>
                    <a:pt x="767" y="815"/>
                    <a:pt x="767" y="815"/>
                    <a:pt x="767" y="815"/>
                  </a:cubicBezTo>
                  <a:cubicBezTo>
                    <a:pt x="765" y="813"/>
                    <a:pt x="765" y="813"/>
                    <a:pt x="765" y="813"/>
                  </a:cubicBezTo>
                  <a:cubicBezTo>
                    <a:pt x="763" y="813"/>
                    <a:pt x="763" y="813"/>
                    <a:pt x="763" y="813"/>
                  </a:cubicBezTo>
                  <a:cubicBezTo>
                    <a:pt x="763" y="814"/>
                    <a:pt x="763" y="814"/>
                    <a:pt x="763" y="814"/>
                  </a:cubicBezTo>
                  <a:cubicBezTo>
                    <a:pt x="762" y="813"/>
                    <a:pt x="762" y="813"/>
                    <a:pt x="762" y="813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60" y="814"/>
                    <a:pt x="760" y="814"/>
                    <a:pt x="760" y="814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58" y="813"/>
                    <a:pt x="758" y="813"/>
                    <a:pt x="758" y="813"/>
                  </a:cubicBezTo>
                  <a:cubicBezTo>
                    <a:pt x="756" y="814"/>
                    <a:pt x="756" y="814"/>
                    <a:pt x="756" y="814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4" y="818"/>
                    <a:pt x="754" y="818"/>
                    <a:pt x="754" y="818"/>
                  </a:cubicBezTo>
                  <a:cubicBezTo>
                    <a:pt x="752" y="819"/>
                    <a:pt x="752" y="819"/>
                    <a:pt x="752" y="819"/>
                  </a:cubicBezTo>
                  <a:cubicBezTo>
                    <a:pt x="752" y="817"/>
                    <a:pt x="752" y="817"/>
                    <a:pt x="752" y="817"/>
                  </a:cubicBezTo>
                  <a:cubicBezTo>
                    <a:pt x="754" y="815"/>
                    <a:pt x="754" y="815"/>
                    <a:pt x="754" y="815"/>
                  </a:cubicBezTo>
                  <a:cubicBezTo>
                    <a:pt x="754" y="813"/>
                    <a:pt x="754" y="813"/>
                    <a:pt x="754" y="813"/>
                  </a:cubicBezTo>
                  <a:cubicBezTo>
                    <a:pt x="755" y="812"/>
                    <a:pt x="755" y="812"/>
                    <a:pt x="755" y="812"/>
                  </a:cubicBezTo>
                  <a:cubicBezTo>
                    <a:pt x="755" y="810"/>
                    <a:pt x="755" y="810"/>
                    <a:pt x="755" y="810"/>
                  </a:cubicBezTo>
                  <a:cubicBezTo>
                    <a:pt x="753" y="810"/>
                    <a:pt x="753" y="810"/>
                    <a:pt x="753" y="810"/>
                  </a:cubicBezTo>
                  <a:cubicBezTo>
                    <a:pt x="751" y="809"/>
                    <a:pt x="751" y="809"/>
                    <a:pt x="751" y="809"/>
                  </a:cubicBezTo>
                  <a:cubicBezTo>
                    <a:pt x="749" y="809"/>
                    <a:pt x="749" y="809"/>
                    <a:pt x="749" y="809"/>
                  </a:cubicBezTo>
                  <a:cubicBezTo>
                    <a:pt x="748" y="809"/>
                    <a:pt x="748" y="809"/>
                    <a:pt x="748" y="809"/>
                  </a:cubicBezTo>
                  <a:cubicBezTo>
                    <a:pt x="749" y="808"/>
                    <a:pt x="749" y="808"/>
                    <a:pt x="749" y="808"/>
                  </a:cubicBezTo>
                  <a:cubicBezTo>
                    <a:pt x="747" y="807"/>
                    <a:pt x="747" y="807"/>
                    <a:pt x="747" y="807"/>
                  </a:cubicBezTo>
                  <a:cubicBezTo>
                    <a:pt x="746" y="807"/>
                    <a:pt x="746" y="807"/>
                    <a:pt x="746" y="807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6" y="810"/>
                    <a:pt x="746" y="810"/>
                    <a:pt x="746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5" y="810"/>
                    <a:pt x="745" y="810"/>
                    <a:pt x="745" y="810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0" y="809"/>
                    <a:pt x="740" y="809"/>
                    <a:pt x="740" y="809"/>
                  </a:cubicBezTo>
                  <a:cubicBezTo>
                    <a:pt x="740" y="808"/>
                    <a:pt x="740" y="808"/>
                    <a:pt x="740" y="808"/>
                  </a:cubicBezTo>
                  <a:cubicBezTo>
                    <a:pt x="741" y="808"/>
                    <a:pt x="741" y="808"/>
                    <a:pt x="741" y="808"/>
                  </a:cubicBezTo>
                  <a:cubicBezTo>
                    <a:pt x="743" y="808"/>
                    <a:pt x="743" y="808"/>
                    <a:pt x="743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5" y="806"/>
                    <a:pt x="745" y="806"/>
                    <a:pt x="745" y="806"/>
                  </a:cubicBezTo>
                  <a:cubicBezTo>
                    <a:pt x="744" y="805"/>
                    <a:pt x="744" y="805"/>
                    <a:pt x="744" y="805"/>
                  </a:cubicBezTo>
                  <a:cubicBezTo>
                    <a:pt x="742" y="806"/>
                    <a:pt x="742" y="806"/>
                    <a:pt x="742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2" y="805"/>
                    <a:pt x="742" y="805"/>
                    <a:pt x="742" y="805"/>
                  </a:cubicBezTo>
                  <a:cubicBezTo>
                    <a:pt x="743" y="804"/>
                    <a:pt x="743" y="804"/>
                    <a:pt x="743" y="804"/>
                  </a:cubicBezTo>
                  <a:cubicBezTo>
                    <a:pt x="744" y="802"/>
                    <a:pt x="744" y="802"/>
                    <a:pt x="744" y="802"/>
                  </a:cubicBezTo>
                  <a:cubicBezTo>
                    <a:pt x="742" y="802"/>
                    <a:pt x="742" y="802"/>
                    <a:pt x="742" y="802"/>
                  </a:cubicBezTo>
                  <a:cubicBezTo>
                    <a:pt x="741" y="803"/>
                    <a:pt x="741" y="803"/>
                    <a:pt x="741" y="803"/>
                  </a:cubicBezTo>
                  <a:cubicBezTo>
                    <a:pt x="740" y="803"/>
                    <a:pt x="740" y="803"/>
                    <a:pt x="740" y="803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39" y="806"/>
                    <a:pt x="739" y="806"/>
                    <a:pt x="739" y="806"/>
                  </a:cubicBezTo>
                  <a:cubicBezTo>
                    <a:pt x="738" y="806"/>
                    <a:pt x="738" y="806"/>
                    <a:pt x="738" y="806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7" y="808"/>
                    <a:pt x="737" y="808"/>
                    <a:pt x="737" y="808"/>
                  </a:cubicBezTo>
                  <a:cubicBezTo>
                    <a:pt x="736" y="808"/>
                    <a:pt x="736" y="808"/>
                    <a:pt x="736" y="808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4" y="810"/>
                    <a:pt x="734" y="810"/>
                    <a:pt x="734" y="810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2" y="812"/>
                    <a:pt x="732" y="812"/>
                    <a:pt x="732" y="812"/>
                  </a:cubicBezTo>
                  <a:cubicBezTo>
                    <a:pt x="733" y="810"/>
                    <a:pt x="733" y="810"/>
                    <a:pt x="733" y="810"/>
                  </a:cubicBezTo>
                  <a:cubicBezTo>
                    <a:pt x="733" y="809"/>
                    <a:pt x="733" y="809"/>
                    <a:pt x="733" y="809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6" y="807"/>
                    <a:pt x="736" y="807"/>
                    <a:pt x="736" y="807"/>
                  </a:cubicBezTo>
                  <a:cubicBezTo>
                    <a:pt x="738" y="807"/>
                    <a:pt x="738" y="807"/>
                    <a:pt x="738" y="807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43" y="801"/>
                    <a:pt x="743" y="801"/>
                    <a:pt x="743" y="801"/>
                  </a:cubicBezTo>
                  <a:cubicBezTo>
                    <a:pt x="743" y="800"/>
                    <a:pt x="743" y="800"/>
                    <a:pt x="743" y="800"/>
                  </a:cubicBezTo>
                  <a:cubicBezTo>
                    <a:pt x="744" y="799"/>
                    <a:pt x="744" y="799"/>
                    <a:pt x="744" y="799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4" y="797"/>
                    <a:pt x="744" y="797"/>
                    <a:pt x="744" y="797"/>
                  </a:cubicBezTo>
                  <a:cubicBezTo>
                    <a:pt x="744" y="795"/>
                    <a:pt x="744" y="795"/>
                    <a:pt x="744" y="795"/>
                  </a:cubicBezTo>
                  <a:cubicBezTo>
                    <a:pt x="742" y="794"/>
                    <a:pt x="742" y="794"/>
                    <a:pt x="742" y="794"/>
                  </a:cubicBezTo>
                  <a:cubicBezTo>
                    <a:pt x="741" y="794"/>
                    <a:pt x="741" y="794"/>
                    <a:pt x="741" y="794"/>
                  </a:cubicBezTo>
                  <a:cubicBezTo>
                    <a:pt x="742" y="793"/>
                    <a:pt x="742" y="793"/>
                    <a:pt x="742" y="793"/>
                  </a:cubicBezTo>
                  <a:cubicBezTo>
                    <a:pt x="740" y="791"/>
                    <a:pt x="740" y="791"/>
                    <a:pt x="740" y="791"/>
                  </a:cubicBezTo>
                  <a:cubicBezTo>
                    <a:pt x="739" y="789"/>
                    <a:pt x="739" y="789"/>
                    <a:pt x="739" y="789"/>
                  </a:cubicBezTo>
                  <a:cubicBezTo>
                    <a:pt x="738" y="790"/>
                    <a:pt x="738" y="790"/>
                    <a:pt x="738" y="790"/>
                  </a:cubicBezTo>
                  <a:cubicBezTo>
                    <a:pt x="737" y="787"/>
                    <a:pt x="737" y="787"/>
                    <a:pt x="737" y="787"/>
                  </a:cubicBezTo>
                  <a:cubicBezTo>
                    <a:pt x="735" y="785"/>
                    <a:pt x="735" y="785"/>
                    <a:pt x="735" y="785"/>
                  </a:cubicBezTo>
                  <a:cubicBezTo>
                    <a:pt x="734" y="782"/>
                    <a:pt x="734" y="782"/>
                    <a:pt x="734" y="782"/>
                  </a:cubicBezTo>
                  <a:cubicBezTo>
                    <a:pt x="734" y="781"/>
                    <a:pt x="734" y="781"/>
                    <a:pt x="734" y="781"/>
                  </a:cubicBezTo>
                  <a:cubicBezTo>
                    <a:pt x="734" y="779"/>
                    <a:pt x="734" y="779"/>
                    <a:pt x="734" y="779"/>
                  </a:cubicBezTo>
                  <a:cubicBezTo>
                    <a:pt x="733" y="779"/>
                    <a:pt x="733" y="779"/>
                    <a:pt x="733" y="779"/>
                  </a:cubicBezTo>
                  <a:cubicBezTo>
                    <a:pt x="733" y="777"/>
                    <a:pt x="733" y="777"/>
                    <a:pt x="733" y="777"/>
                  </a:cubicBezTo>
                  <a:cubicBezTo>
                    <a:pt x="732" y="775"/>
                    <a:pt x="732" y="775"/>
                    <a:pt x="732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29" y="773"/>
                    <a:pt x="729" y="773"/>
                    <a:pt x="729" y="773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3"/>
                    <a:pt x="728" y="773"/>
                    <a:pt x="728" y="773"/>
                  </a:cubicBezTo>
                  <a:cubicBezTo>
                    <a:pt x="725" y="770"/>
                    <a:pt x="725" y="770"/>
                    <a:pt x="725" y="770"/>
                  </a:cubicBezTo>
                  <a:cubicBezTo>
                    <a:pt x="724" y="769"/>
                    <a:pt x="724" y="769"/>
                    <a:pt x="724" y="769"/>
                  </a:cubicBezTo>
                  <a:cubicBezTo>
                    <a:pt x="723" y="768"/>
                    <a:pt x="723" y="768"/>
                    <a:pt x="723" y="768"/>
                  </a:cubicBezTo>
                  <a:cubicBezTo>
                    <a:pt x="718" y="767"/>
                    <a:pt x="718" y="767"/>
                    <a:pt x="718" y="767"/>
                  </a:cubicBezTo>
                  <a:cubicBezTo>
                    <a:pt x="716" y="766"/>
                    <a:pt x="716" y="766"/>
                    <a:pt x="716" y="766"/>
                  </a:cubicBezTo>
                  <a:cubicBezTo>
                    <a:pt x="714" y="765"/>
                    <a:pt x="714" y="765"/>
                    <a:pt x="714" y="765"/>
                  </a:cubicBezTo>
                  <a:cubicBezTo>
                    <a:pt x="713" y="766"/>
                    <a:pt x="713" y="766"/>
                    <a:pt x="713" y="766"/>
                  </a:cubicBezTo>
                  <a:cubicBezTo>
                    <a:pt x="713" y="764"/>
                    <a:pt x="713" y="764"/>
                    <a:pt x="713" y="764"/>
                  </a:cubicBezTo>
                  <a:cubicBezTo>
                    <a:pt x="711" y="764"/>
                    <a:pt x="711" y="764"/>
                    <a:pt x="711" y="764"/>
                  </a:cubicBezTo>
                  <a:cubicBezTo>
                    <a:pt x="709" y="763"/>
                    <a:pt x="709" y="763"/>
                    <a:pt x="709" y="763"/>
                  </a:cubicBezTo>
                  <a:cubicBezTo>
                    <a:pt x="706" y="762"/>
                    <a:pt x="706" y="762"/>
                    <a:pt x="706" y="762"/>
                  </a:cubicBezTo>
                  <a:cubicBezTo>
                    <a:pt x="704" y="762"/>
                    <a:pt x="704" y="762"/>
                    <a:pt x="704" y="762"/>
                  </a:cubicBezTo>
                  <a:cubicBezTo>
                    <a:pt x="703" y="763"/>
                    <a:pt x="703" y="763"/>
                    <a:pt x="703" y="763"/>
                  </a:cubicBezTo>
                  <a:cubicBezTo>
                    <a:pt x="701" y="763"/>
                    <a:pt x="701" y="763"/>
                    <a:pt x="701" y="763"/>
                  </a:cubicBezTo>
                  <a:cubicBezTo>
                    <a:pt x="698" y="763"/>
                    <a:pt x="698" y="763"/>
                    <a:pt x="698" y="763"/>
                  </a:cubicBezTo>
                  <a:cubicBezTo>
                    <a:pt x="696" y="762"/>
                    <a:pt x="696" y="762"/>
                    <a:pt x="696" y="762"/>
                  </a:cubicBezTo>
                  <a:cubicBezTo>
                    <a:pt x="692" y="762"/>
                    <a:pt x="692" y="762"/>
                    <a:pt x="692" y="762"/>
                  </a:cubicBezTo>
                  <a:cubicBezTo>
                    <a:pt x="690" y="763"/>
                    <a:pt x="690" y="763"/>
                    <a:pt x="690" y="763"/>
                  </a:cubicBezTo>
                  <a:cubicBezTo>
                    <a:pt x="690" y="762"/>
                    <a:pt x="690" y="762"/>
                    <a:pt x="690" y="762"/>
                  </a:cubicBezTo>
                  <a:cubicBezTo>
                    <a:pt x="690" y="761"/>
                    <a:pt x="690" y="761"/>
                    <a:pt x="690" y="761"/>
                  </a:cubicBezTo>
                  <a:cubicBezTo>
                    <a:pt x="687" y="760"/>
                    <a:pt x="687" y="760"/>
                    <a:pt x="687" y="760"/>
                  </a:cubicBezTo>
                  <a:cubicBezTo>
                    <a:pt x="684" y="757"/>
                    <a:pt x="684" y="757"/>
                    <a:pt x="684" y="757"/>
                  </a:cubicBezTo>
                  <a:cubicBezTo>
                    <a:pt x="683" y="756"/>
                    <a:pt x="683" y="756"/>
                    <a:pt x="683" y="756"/>
                  </a:cubicBezTo>
                  <a:cubicBezTo>
                    <a:pt x="681" y="757"/>
                    <a:pt x="681" y="757"/>
                    <a:pt x="681" y="757"/>
                  </a:cubicBezTo>
                  <a:cubicBezTo>
                    <a:pt x="680" y="757"/>
                    <a:pt x="680" y="757"/>
                    <a:pt x="680" y="757"/>
                  </a:cubicBezTo>
                  <a:cubicBezTo>
                    <a:pt x="679" y="758"/>
                    <a:pt x="679" y="758"/>
                    <a:pt x="679" y="758"/>
                  </a:cubicBezTo>
                  <a:cubicBezTo>
                    <a:pt x="679" y="757"/>
                    <a:pt x="679" y="757"/>
                    <a:pt x="679" y="757"/>
                  </a:cubicBezTo>
                  <a:cubicBezTo>
                    <a:pt x="680" y="755"/>
                    <a:pt x="680" y="755"/>
                    <a:pt x="680" y="755"/>
                  </a:cubicBezTo>
                  <a:cubicBezTo>
                    <a:pt x="679" y="752"/>
                    <a:pt x="679" y="752"/>
                    <a:pt x="679" y="752"/>
                  </a:cubicBezTo>
                  <a:cubicBezTo>
                    <a:pt x="678" y="751"/>
                    <a:pt x="678" y="751"/>
                    <a:pt x="678" y="751"/>
                  </a:cubicBezTo>
                  <a:cubicBezTo>
                    <a:pt x="675" y="750"/>
                    <a:pt x="675" y="750"/>
                    <a:pt x="675" y="750"/>
                  </a:cubicBezTo>
                  <a:cubicBezTo>
                    <a:pt x="673" y="748"/>
                    <a:pt x="673" y="748"/>
                    <a:pt x="673" y="748"/>
                  </a:cubicBezTo>
                  <a:cubicBezTo>
                    <a:pt x="673" y="746"/>
                    <a:pt x="673" y="746"/>
                    <a:pt x="673" y="746"/>
                  </a:cubicBezTo>
                  <a:cubicBezTo>
                    <a:pt x="671" y="745"/>
                    <a:pt x="671" y="745"/>
                    <a:pt x="671" y="745"/>
                  </a:cubicBezTo>
                  <a:cubicBezTo>
                    <a:pt x="670" y="745"/>
                    <a:pt x="670" y="745"/>
                    <a:pt x="670" y="745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6" y="743"/>
                    <a:pt x="666" y="743"/>
                    <a:pt x="666" y="743"/>
                  </a:cubicBezTo>
                  <a:cubicBezTo>
                    <a:pt x="665" y="743"/>
                    <a:pt x="665" y="743"/>
                    <a:pt x="665" y="743"/>
                  </a:cubicBezTo>
                  <a:cubicBezTo>
                    <a:pt x="664" y="743"/>
                    <a:pt x="664" y="743"/>
                    <a:pt x="664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0" y="743"/>
                    <a:pt x="660" y="743"/>
                    <a:pt x="660" y="743"/>
                  </a:cubicBezTo>
                  <a:cubicBezTo>
                    <a:pt x="659" y="743"/>
                    <a:pt x="659" y="743"/>
                    <a:pt x="659" y="743"/>
                  </a:cubicBezTo>
                  <a:cubicBezTo>
                    <a:pt x="660" y="742"/>
                    <a:pt x="660" y="742"/>
                    <a:pt x="660" y="742"/>
                  </a:cubicBezTo>
                  <a:cubicBezTo>
                    <a:pt x="662" y="741"/>
                    <a:pt x="662" y="741"/>
                    <a:pt x="662" y="741"/>
                  </a:cubicBezTo>
                  <a:cubicBezTo>
                    <a:pt x="662" y="740"/>
                    <a:pt x="662" y="740"/>
                    <a:pt x="662" y="740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7"/>
                    <a:pt x="661" y="737"/>
                    <a:pt x="661" y="737"/>
                  </a:cubicBezTo>
                  <a:cubicBezTo>
                    <a:pt x="658" y="736"/>
                    <a:pt x="658" y="736"/>
                    <a:pt x="658" y="736"/>
                  </a:cubicBezTo>
                  <a:cubicBezTo>
                    <a:pt x="656" y="736"/>
                    <a:pt x="656" y="736"/>
                    <a:pt x="656" y="736"/>
                  </a:cubicBezTo>
                  <a:cubicBezTo>
                    <a:pt x="655" y="735"/>
                    <a:pt x="655" y="735"/>
                    <a:pt x="655" y="735"/>
                  </a:cubicBezTo>
                  <a:cubicBezTo>
                    <a:pt x="654" y="734"/>
                    <a:pt x="654" y="734"/>
                    <a:pt x="654" y="734"/>
                  </a:cubicBezTo>
                  <a:cubicBezTo>
                    <a:pt x="653" y="734"/>
                    <a:pt x="653" y="734"/>
                    <a:pt x="653" y="734"/>
                  </a:cubicBezTo>
                  <a:cubicBezTo>
                    <a:pt x="652" y="734"/>
                    <a:pt x="652" y="734"/>
                    <a:pt x="652" y="734"/>
                  </a:cubicBezTo>
                  <a:cubicBezTo>
                    <a:pt x="651" y="733"/>
                    <a:pt x="651" y="733"/>
                    <a:pt x="651" y="733"/>
                  </a:cubicBezTo>
                  <a:cubicBezTo>
                    <a:pt x="649" y="733"/>
                    <a:pt x="649" y="733"/>
                    <a:pt x="649" y="733"/>
                  </a:cubicBezTo>
                  <a:cubicBezTo>
                    <a:pt x="649" y="732"/>
                    <a:pt x="649" y="732"/>
                    <a:pt x="649" y="732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51" y="731"/>
                    <a:pt x="651" y="731"/>
                    <a:pt x="651" y="731"/>
                  </a:cubicBezTo>
                  <a:cubicBezTo>
                    <a:pt x="652" y="730"/>
                    <a:pt x="652" y="730"/>
                    <a:pt x="652" y="730"/>
                  </a:cubicBezTo>
                  <a:cubicBezTo>
                    <a:pt x="654" y="730"/>
                    <a:pt x="654" y="730"/>
                    <a:pt x="654" y="730"/>
                  </a:cubicBezTo>
                  <a:cubicBezTo>
                    <a:pt x="655" y="727"/>
                    <a:pt x="655" y="727"/>
                    <a:pt x="655" y="727"/>
                  </a:cubicBezTo>
                  <a:cubicBezTo>
                    <a:pt x="652" y="728"/>
                    <a:pt x="652" y="728"/>
                    <a:pt x="652" y="728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6" y="727"/>
                    <a:pt x="646" y="727"/>
                    <a:pt x="646" y="727"/>
                  </a:cubicBezTo>
                  <a:cubicBezTo>
                    <a:pt x="645" y="727"/>
                    <a:pt x="645" y="727"/>
                    <a:pt x="645" y="727"/>
                  </a:cubicBezTo>
                  <a:cubicBezTo>
                    <a:pt x="641" y="728"/>
                    <a:pt x="641" y="728"/>
                    <a:pt x="641" y="728"/>
                  </a:cubicBezTo>
                  <a:cubicBezTo>
                    <a:pt x="640" y="728"/>
                    <a:pt x="640" y="728"/>
                    <a:pt x="640" y="728"/>
                  </a:cubicBezTo>
                  <a:cubicBezTo>
                    <a:pt x="639" y="728"/>
                    <a:pt x="639" y="728"/>
                    <a:pt x="639" y="728"/>
                  </a:cubicBezTo>
                  <a:cubicBezTo>
                    <a:pt x="636" y="730"/>
                    <a:pt x="636" y="730"/>
                    <a:pt x="636" y="730"/>
                  </a:cubicBezTo>
                  <a:cubicBezTo>
                    <a:pt x="634" y="730"/>
                    <a:pt x="634" y="730"/>
                    <a:pt x="634" y="730"/>
                  </a:cubicBezTo>
                  <a:cubicBezTo>
                    <a:pt x="633" y="731"/>
                    <a:pt x="633" y="731"/>
                    <a:pt x="633" y="731"/>
                  </a:cubicBezTo>
                  <a:cubicBezTo>
                    <a:pt x="632" y="732"/>
                    <a:pt x="632" y="732"/>
                    <a:pt x="632" y="732"/>
                  </a:cubicBezTo>
                  <a:cubicBezTo>
                    <a:pt x="630" y="732"/>
                    <a:pt x="630" y="732"/>
                    <a:pt x="630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5" y="729"/>
                    <a:pt x="625" y="729"/>
                    <a:pt x="625" y="729"/>
                  </a:cubicBezTo>
                  <a:cubicBezTo>
                    <a:pt x="623" y="729"/>
                    <a:pt x="623" y="729"/>
                    <a:pt x="623" y="729"/>
                  </a:cubicBezTo>
                  <a:cubicBezTo>
                    <a:pt x="620" y="729"/>
                    <a:pt x="620" y="729"/>
                    <a:pt x="620" y="729"/>
                  </a:cubicBezTo>
                  <a:cubicBezTo>
                    <a:pt x="613" y="730"/>
                    <a:pt x="613" y="730"/>
                    <a:pt x="613" y="730"/>
                  </a:cubicBezTo>
                  <a:cubicBezTo>
                    <a:pt x="610" y="730"/>
                    <a:pt x="610" y="730"/>
                    <a:pt x="610" y="730"/>
                  </a:cubicBezTo>
                  <a:cubicBezTo>
                    <a:pt x="609" y="729"/>
                    <a:pt x="609" y="729"/>
                    <a:pt x="609" y="729"/>
                  </a:cubicBezTo>
                  <a:cubicBezTo>
                    <a:pt x="608" y="729"/>
                    <a:pt x="608" y="729"/>
                    <a:pt x="608" y="729"/>
                  </a:cubicBezTo>
                  <a:cubicBezTo>
                    <a:pt x="608" y="728"/>
                    <a:pt x="608" y="728"/>
                    <a:pt x="608" y="728"/>
                  </a:cubicBezTo>
                  <a:cubicBezTo>
                    <a:pt x="609" y="728"/>
                    <a:pt x="609" y="728"/>
                    <a:pt x="609" y="728"/>
                  </a:cubicBezTo>
                  <a:cubicBezTo>
                    <a:pt x="609" y="726"/>
                    <a:pt x="609" y="726"/>
                    <a:pt x="609" y="726"/>
                  </a:cubicBezTo>
                  <a:cubicBezTo>
                    <a:pt x="607" y="724"/>
                    <a:pt x="607" y="724"/>
                    <a:pt x="607" y="724"/>
                  </a:cubicBezTo>
                  <a:cubicBezTo>
                    <a:pt x="605" y="723"/>
                    <a:pt x="605" y="723"/>
                    <a:pt x="605" y="723"/>
                  </a:cubicBezTo>
                  <a:cubicBezTo>
                    <a:pt x="602" y="723"/>
                    <a:pt x="602" y="723"/>
                    <a:pt x="602" y="723"/>
                  </a:cubicBezTo>
                  <a:cubicBezTo>
                    <a:pt x="601" y="723"/>
                    <a:pt x="601" y="723"/>
                    <a:pt x="601" y="723"/>
                  </a:cubicBezTo>
                  <a:cubicBezTo>
                    <a:pt x="599" y="722"/>
                    <a:pt x="599" y="722"/>
                    <a:pt x="599" y="722"/>
                  </a:cubicBezTo>
                  <a:cubicBezTo>
                    <a:pt x="598" y="723"/>
                    <a:pt x="598" y="723"/>
                    <a:pt x="598" y="723"/>
                  </a:cubicBezTo>
                  <a:cubicBezTo>
                    <a:pt x="597" y="721"/>
                    <a:pt x="597" y="721"/>
                    <a:pt x="597" y="721"/>
                  </a:cubicBezTo>
                  <a:cubicBezTo>
                    <a:pt x="597" y="719"/>
                    <a:pt x="597" y="719"/>
                    <a:pt x="597" y="719"/>
                  </a:cubicBezTo>
                  <a:cubicBezTo>
                    <a:pt x="597" y="717"/>
                    <a:pt x="597" y="717"/>
                    <a:pt x="597" y="717"/>
                  </a:cubicBezTo>
                  <a:cubicBezTo>
                    <a:pt x="596" y="716"/>
                    <a:pt x="596" y="716"/>
                    <a:pt x="596" y="716"/>
                  </a:cubicBezTo>
                  <a:cubicBezTo>
                    <a:pt x="593" y="717"/>
                    <a:pt x="593" y="717"/>
                    <a:pt x="593" y="717"/>
                  </a:cubicBezTo>
                  <a:cubicBezTo>
                    <a:pt x="591" y="720"/>
                    <a:pt x="591" y="720"/>
                    <a:pt x="591" y="720"/>
                  </a:cubicBezTo>
                  <a:cubicBezTo>
                    <a:pt x="591" y="722"/>
                    <a:pt x="591" y="722"/>
                    <a:pt x="591" y="722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4"/>
                    <a:pt x="592" y="724"/>
                    <a:pt x="592" y="724"/>
                  </a:cubicBezTo>
                  <a:cubicBezTo>
                    <a:pt x="591" y="724"/>
                    <a:pt x="591" y="724"/>
                    <a:pt x="591" y="724"/>
                  </a:cubicBezTo>
                  <a:cubicBezTo>
                    <a:pt x="587" y="725"/>
                    <a:pt x="587" y="725"/>
                    <a:pt x="587" y="725"/>
                  </a:cubicBezTo>
                  <a:cubicBezTo>
                    <a:pt x="584" y="726"/>
                    <a:pt x="584" y="726"/>
                    <a:pt x="584" y="726"/>
                  </a:cubicBezTo>
                  <a:cubicBezTo>
                    <a:pt x="583" y="728"/>
                    <a:pt x="583" y="728"/>
                    <a:pt x="583" y="728"/>
                  </a:cubicBezTo>
                  <a:cubicBezTo>
                    <a:pt x="582" y="727"/>
                    <a:pt x="582" y="727"/>
                    <a:pt x="582" y="727"/>
                  </a:cubicBezTo>
                  <a:cubicBezTo>
                    <a:pt x="582" y="726"/>
                    <a:pt x="582" y="726"/>
                    <a:pt x="582" y="726"/>
                  </a:cubicBezTo>
                  <a:cubicBezTo>
                    <a:pt x="582" y="725"/>
                    <a:pt x="582" y="725"/>
                    <a:pt x="582" y="725"/>
                  </a:cubicBezTo>
                  <a:cubicBezTo>
                    <a:pt x="581" y="724"/>
                    <a:pt x="581" y="724"/>
                    <a:pt x="581" y="724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2" y="722"/>
                    <a:pt x="582" y="722"/>
                    <a:pt x="582" y="722"/>
                  </a:cubicBezTo>
                  <a:cubicBezTo>
                    <a:pt x="584" y="722"/>
                    <a:pt x="584" y="722"/>
                    <a:pt x="584" y="722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7" y="719"/>
                    <a:pt x="587" y="719"/>
                    <a:pt x="587" y="719"/>
                  </a:cubicBezTo>
                  <a:cubicBezTo>
                    <a:pt x="587" y="718"/>
                    <a:pt x="587" y="718"/>
                    <a:pt x="587" y="718"/>
                  </a:cubicBezTo>
                  <a:cubicBezTo>
                    <a:pt x="586" y="716"/>
                    <a:pt x="586" y="716"/>
                    <a:pt x="586" y="716"/>
                  </a:cubicBezTo>
                  <a:cubicBezTo>
                    <a:pt x="583" y="715"/>
                    <a:pt x="583" y="715"/>
                    <a:pt x="583" y="715"/>
                  </a:cubicBezTo>
                  <a:cubicBezTo>
                    <a:pt x="582" y="715"/>
                    <a:pt x="582" y="715"/>
                    <a:pt x="582" y="715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0" y="716"/>
                    <a:pt x="580" y="716"/>
                    <a:pt x="580" y="716"/>
                  </a:cubicBezTo>
                  <a:cubicBezTo>
                    <a:pt x="580" y="717"/>
                    <a:pt x="580" y="717"/>
                    <a:pt x="580" y="717"/>
                  </a:cubicBezTo>
                  <a:cubicBezTo>
                    <a:pt x="579" y="716"/>
                    <a:pt x="579" y="716"/>
                    <a:pt x="579" y="716"/>
                  </a:cubicBezTo>
                  <a:cubicBezTo>
                    <a:pt x="577" y="717"/>
                    <a:pt x="577" y="717"/>
                    <a:pt x="577" y="717"/>
                  </a:cubicBezTo>
                  <a:cubicBezTo>
                    <a:pt x="576" y="718"/>
                    <a:pt x="576" y="718"/>
                    <a:pt x="576" y="718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5" y="720"/>
                    <a:pt x="575" y="720"/>
                    <a:pt x="575" y="720"/>
                  </a:cubicBezTo>
                  <a:cubicBezTo>
                    <a:pt x="572" y="721"/>
                    <a:pt x="572" y="721"/>
                    <a:pt x="572" y="721"/>
                  </a:cubicBezTo>
                  <a:cubicBezTo>
                    <a:pt x="571" y="723"/>
                    <a:pt x="571" y="723"/>
                    <a:pt x="571" y="723"/>
                  </a:cubicBezTo>
                  <a:cubicBezTo>
                    <a:pt x="569" y="723"/>
                    <a:pt x="569" y="723"/>
                    <a:pt x="569" y="723"/>
                  </a:cubicBezTo>
                  <a:cubicBezTo>
                    <a:pt x="567" y="723"/>
                    <a:pt x="567" y="723"/>
                    <a:pt x="567" y="723"/>
                  </a:cubicBezTo>
                  <a:cubicBezTo>
                    <a:pt x="564" y="723"/>
                    <a:pt x="564" y="723"/>
                    <a:pt x="564" y="723"/>
                  </a:cubicBezTo>
                  <a:cubicBezTo>
                    <a:pt x="562" y="724"/>
                    <a:pt x="562" y="724"/>
                    <a:pt x="562" y="724"/>
                  </a:cubicBezTo>
                  <a:cubicBezTo>
                    <a:pt x="562" y="725"/>
                    <a:pt x="562" y="725"/>
                    <a:pt x="562" y="725"/>
                  </a:cubicBezTo>
                  <a:cubicBezTo>
                    <a:pt x="562" y="726"/>
                    <a:pt x="562" y="726"/>
                    <a:pt x="562" y="726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559" y="725"/>
                    <a:pt x="559" y="725"/>
                    <a:pt x="559" y="725"/>
                  </a:cubicBezTo>
                  <a:cubicBezTo>
                    <a:pt x="558" y="725"/>
                    <a:pt x="558" y="725"/>
                    <a:pt x="558" y="725"/>
                  </a:cubicBezTo>
                  <a:cubicBezTo>
                    <a:pt x="555" y="726"/>
                    <a:pt x="555" y="726"/>
                    <a:pt x="555" y="726"/>
                  </a:cubicBezTo>
                  <a:cubicBezTo>
                    <a:pt x="555" y="727"/>
                    <a:pt x="555" y="727"/>
                    <a:pt x="555" y="727"/>
                  </a:cubicBezTo>
                  <a:cubicBezTo>
                    <a:pt x="553" y="729"/>
                    <a:pt x="553" y="729"/>
                    <a:pt x="553" y="729"/>
                  </a:cubicBezTo>
                  <a:cubicBezTo>
                    <a:pt x="551" y="733"/>
                    <a:pt x="551" y="733"/>
                    <a:pt x="551" y="733"/>
                  </a:cubicBezTo>
                  <a:cubicBezTo>
                    <a:pt x="550" y="735"/>
                    <a:pt x="550" y="735"/>
                    <a:pt x="550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6"/>
                    <a:pt x="552" y="736"/>
                    <a:pt x="552" y="736"/>
                  </a:cubicBezTo>
                  <a:cubicBezTo>
                    <a:pt x="552" y="737"/>
                    <a:pt x="552" y="737"/>
                    <a:pt x="552" y="737"/>
                  </a:cubicBezTo>
                  <a:cubicBezTo>
                    <a:pt x="551" y="737"/>
                    <a:pt x="551" y="737"/>
                    <a:pt x="551" y="737"/>
                  </a:cubicBezTo>
                  <a:cubicBezTo>
                    <a:pt x="550" y="737"/>
                    <a:pt x="550" y="737"/>
                    <a:pt x="550" y="737"/>
                  </a:cubicBezTo>
                  <a:cubicBezTo>
                    <a:pt x="548" y="738"/>
                    <a:pt x="548" y="738"/>
                    <a:pt x="548" y="738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4" y="742"/>
                    <a:pt x="544" y="742"/>
                    <a:pt x="544" y="742"/>
                  </a:cubicBezTo>
                  <a:cubicBezTo>
                    <a:pt x="541" y="742"/>
                    <a:pt x="541" y="742"/>
                    <a:pt x="541" y="742"/>
                  </a:cubicBezTo>
                  <a:cubicBezTo>
                    <a:pt x="542" y="744"/>
                    <a:pt x="542" y="744"/>
                    <a:pt x="542" y="744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3" y="747"/>
                    <a:pt x="543" y="747"/>
                    <a:pt x="543" y="747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2" y="748"/>
                    <a:pt x="542" y="748"/>
                    <a:pt x="542" y="748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1" y="746"/>
                    <a:pt x="541" y="746"/>
                    <a:pt x="541" y="746"/>
                  </a:cubicBezTo>
                  <a:cubicBezTo>
                    <a:pt x="541" y="744"/>
                    <a:pt x="541" y="744"/>
                    <a:pt x="541" y="744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7" y="742"/>
                    <a:pt x="537" y="742"/>
                    <a:pt x="537" y="742"/>
                  </a:cubicBezTo>
                  <a:cubicBezTo>
                    <a:pt x="537" y="741"/>
                    <a:pt x="537" y="741"/>
                    <a:pt x="537" y="741"/>
                  </a:cubicBezTo>
                  <a:cubicBezTo>
                    <a:pt x="536" y="739"/>
                    <a:pt x="536" y="739"/>
                    <a:pt x="536" y="739"/>
                  </a:cubicBezTo>
                  <a:cubicBezTo>
                    <a:pt x="532" y="738"/>
                    <a:pt x="532" y="738"/>
                    <a:pt x="532" y="738"/>
                  </a:cubicBezTo>
                  <a:cubicBezTo>
                    <a:pt x="530" y="737"/>
                    <a:pt x="530" y="737"/>
                    <a:pt x="530" y="737"/>
                  </a:cubicBezTo>
                  <a:cubicBezTo>
                    <a:pt x="527" y="737"/>
                    <a:pt x="527" y="737"/>
                    <a:pt x="527" y="737"/>
                  </a:cubicBezTo>
                  <a:cubicBezTo>
                    <a:pt x="526" y="737"/>
                    <a:pt x="526" y="737"/>
                    <a:pt x="526" y="737"/>
                  </a:cubicBezTo>
                  <a:cubicBezTo>
                    <a:pt x="526" y="736"/>
                    <a:pt x="526" y="736"/>
                    <a:pt x="526" y="736"/>
                  </a:cubicBezTo>
                  <a:cubicBezTo>
                    <a:pt x="525" y="736"/>
                    <a:pt x="525" y="736"/>
                    <a:pt x="525" y="736"/>
                  </a:cubicBezTo>
                  <a:cubicBezTo>
                    <a:pt x="524" y="736"/>
                    <a:pt x="524" y="736"/>
                    <a:pt x="524" y="736"/>
                  </a:cubicBezTo>
                  <a:cubicBezTo>
                    <a:pt x="521" y="737"/>
                    <a:pt x="521" y="737"/>
                    <a:pt x="521" y="737"/>
                  </a:cubicBezTo>
                  <a:cubicBezTo>
                    <a:pt x="519" y="738"/>
                    <a:pt x="519" y="738"/>
                    <a:pt x="519" y="738"/>
                  </a:cubicBezTo>
                  <a:cubicBezTo>
                    <a:pt x="515" y="740"/>
                    <a:pt x="515" y="740"/>
                    <a:pt x="515" y="740"/>
                  </a:cubicBezTo>
                  <a:cubicBezTo>
                    <a:pt x="513" y="741"/>
                    <a:pt x="513" y="741"/>
                    <a:pt x="513" y="741"/>
                  </a:cubicBezTo>
                  <a:cubicBezTo>
                    <a:pt x="512" y="741"/>
                    <a:pt x="512" y="741"/>
                    <a:pt x="512" y="741"/>
                  </a:cubicBezTo>
                  <a:cubicBezTo>
                    <a:pt x="510" y="741"/>
                    <a:pt x="510" y="741"/>
                    <a:pt x="510" y="741"/>
                  </a:cubicBezTo>
                  <a:cubicBezTo>
                    <a:pt x="507" y="740"/>
                    <a:pt x="507" y="740"/>
                    <a:pt x="507" y="740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4" y="739"/>
                    <a:pt x="504" y="739"/>
                    <a:pt x="504" y="739"/>
                  </a:cubicBezTo>
                  <a:cubicBezTo>
                    <a:pt x="503" y="739"/>
                    <a:pt x="503" y="739"/>
                    <a:pt x="503" y="739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7"/>
                    <a:pt x="502" y="737"/>
                    <a:pt x="502" y="737"/>
                  </a:cubicBezTo>
                  <a:cubicBezTo>
                    <a:pt x="501" y="737"/>
                    <a:pt x="501" y="737"/>
                    <a:pt x="501" y="737"/>
                  </a:cubicBezTo>
                  <a:cubicBezTo>
                    <a:pt x="500" y="736"/>
                    <a:pt x="500" y="736"/>
                    <a:pt x="500" y="736"/>
                  </a:cubicBezTo>
                  <a:cubicBezTo>
                    <a:pt x="499" y="735"/>
                    <a:pt x="499" y="735"/>
                    <a:pt x="499" y="735"/>
                  </a:cubicBezTo>
                  <a:cubicBezTo>
                    <a:pt x="498" y="735"/>
                    <a:pt x="498" y="735"/>
                    <a:pt x="498" y="735"/>
                  </a:cubicBezTo>
                  <a:cubicBezTo>
                    <a:pt x="498" y="733"/>
                    <a:pt x="498" y="733"/>
                    <a:pt x="498" y="733"/>
                  </a:cubicBezTo>
                  <a:cubicBezTo>
                    <a:pt x="496" y="732"/>
                    <a:pt x="496" y="732"/>
                    <a:pt x="496" y="732"/>
                  </a:cubicBezTo>
                  <a:cubicBezTo>
                    <a:pt x="495" y="731"/>
                    <a:pt x="495" y="731"/>
                    <a:pt x="495" y="731"/>
                  </a:cubicBezTo>
                  <a:cubicBezTo>
                    <a:pt x="495" y="729"/>
                    <a:pt x="495" y="729"/>
                    <a:pt x="495" y="729"/>
                  </a:cubicBezTo>
                  <a:cubicBezTo>
                    <a:pt x="494" y="727"/>
                    <a:pt x="494" y="727"/>
                    <a:pt x="494" y="727"/>
                  </a:cubicBezTo>
                  <a:cubicBezTo>
                    <a:pt x="493" y="727"/>
                    <a:pt x="493" y="727"/>
                    <a:pt x="493" y="727"/>
                  </a:cubicBezTo>
                  <a:cubicBezTo>
                    <a:pt x="493" y="726"/>
                    <a:pt x="493" y="726"/>
                    <a:pt x="493" y="726"/>
                  </a:cubicBezTo>
                  <a:cubicBezTo>
                    <a:pt x="492" y="725"/>
                    <a:pt x="492" y="725"/>
                    <a:pt x="492" y="725"/>
                  </a:cubicBezTo>
                  <a:cubicBezTo>
                    <a:pt x="492" y="724"/>
                    <a:pt x="492" y="724"/>
                    <a:pt x="492" y="724"/>
                  </a:cubicBezTo>
                  <a:cubicBezTo>
                    <a:pt x="493" y="723"/>
                    <a:pt x="493" y="723"/>
                    <a:pt x="493" y="723"/>
                  </a:cubicBezTo>
                  <a:cubicBezTo>
                    <a:pt x="493" y="721"/>
                    <a:pt x="493" y="721"/>
                    <a:pt x="493" y="721"/>
                  </a:cubicBezTo>
                  <a:cubicBezTo>
                    <a:pt x="493" y="718"/>
                    <a:pt x="493" y="718"/>
                    <a:pt x="493" y="718"/>
                  </a:cubicBezTo>
                  <a:cubicBezTo>
                    <a:pt x="494" y="718"/>
                    <a:pt x="494" y="718"/>
                    <a:pt x="494" y="718"/>
                  </a:cubicBezTo>
                  <a:cubicBezTo>
                    <a:pt x="495" y="717"/>
                    <a:pt x="495" y="717"/>
                    <a:pt x="495" y="717"/>
                  </a:cubicBezTo>
                  <a:cubicBezTo>
                    <a:pt x="495" y="713"/>
                    <a:pt x="495" y="713"/>
                    <a:pt x="495" y="713"/>
                  </a:cubicBezTo>
                  <a:cubicBezTo>
                    <a:pt x="495" y="710"/>
                    <a:pt x="495" y="710"/>
                    <a:pt x="495" y="710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6"/>
                    <a:pt x="496" y="706"/>
                    <a:pt x="496" y="706"/>
                  </a:cubicBezTo>
                  <a:cubicBezTo>
                    <a:pt x="498" y="705"/>
                    <a:pt x="498" y="705"/>
                    <a:pt x="498" y="705"/>
                  </a:cubicBezTo>
                  <a:cubicBezTo>
                    <a:pt x="498" y="704"/>
                    <a:pt x="498" y="704"/>
                    <a:pt x="498" y="704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1"/>
                    <a:pt x="498" y="701"/>
                    <a:pt x="498" y="701"/>
                  </a:cubicBezTo>
                  <a:cubicBezTo>
                    <a:pt x="498" y="699"/>
                    <a:pt x="498" y="699"/>
                    <a:pt x="498" y="699"/>
                  </a:cubicBezTo>
                  <a:cubicBezTo>
                    <a:pt x="498" y="698"/>
                    <a:pt x="498" y="698"/>
                    <a:pt x="498" y="698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9" y="696"/>
                    <a:pt x="499" y="696"/>
                    <a:pt x="499" y="696"/>
                  </a:cubicBezTo>
                  <a:cubicBezTo>
                    <a:pt x="500" y="695"/>
                    <a:pt x="500" y="695"/>
                    <a:pt x="500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7" y="693"/>
                    <a:pt x="497" y="693"/>
                    <a:pt x="497" y="693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3" y="691"/>
                    <a:pt x="493" y="691"/>
                    <a:pt x="493" y="691"/>
                  </a:cubicBezTo>
                  <a:cubicBezTo>
                    <a:pt x="491" y="690"/>
                    <a:pt x="491" y="690"/>
                    <a:pt x="491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88" y="690"/>
                    <a:pt x="488" y="690"/>
                    <a:pt x="488" y="690"/>
                  </a:cubicBezTo>
                  <a:cubicBezTo>
                    <a:pt x="487" y="689"/>
                    <a:pt x="487" y="689"/>
                    <a:pt x="487" y="689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6" y="690"/>
                    <a:pt x="486" y="690"/>
                    <a:pt x="486" y="690"/>
                  </a:cubicBezTo>
                  <a:cubicBezTo>
                    <a:pt x="483" y="689"/>
                    <a:pt x="483" y="689"/>
                    <a:pt x="483" y="689"/>
                  </a:cubicBezTo>
                  <a:cubicBezTo>
                    <a:pt x="480" y="689"/>
                    <a:pt x="480" y="689"/>
                    <a:pt x="480" y="689"/>
                  </a:cubicBezTo>
                  <a:cubicBezTo>
                    <a:pt x="478" y="688"/>
                    <a:pt x="478" y="688"/>
                    <a:pt x="478" y="688"/>
                  </a:cubicBezTo>
                  <a:cubicBezTo>
                    <a:pt x="476" y="687"/>
                    <a:pt x="476" y="687"/>
                    <a:pt x="476" y="687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4" y="689"/>
                    <a:pt x="474" y="689"/>
                    <a:pt x="474" y="689"/>
                  </a:cubicBezTo>
                  <a:cubicBezTo>
                    <a:pt x="473" y="689"/>
                    <a:pt x="473" y="689"/>
                    <a:pt x="473" y="689"/>
                  </a:cubicBezTo>
                  <a:cubicBezTo>
                    <a:pt x="471" y="690"/>
                    <a:pt x="471" y="690"/>
                    <a:pt x="471" y="690"/>
                  </a:cubicBezTo>
                  <a:cubicBezTo>
                    <a:pt x="468" y="689"/>
                    <a:pt x="468" y="689"/>
                    <a:pt x="468" y="689"/>
                  </a:cubicBezTo>
                  <a:cubicBezTo>
                    <a:pt x="463" y="689"/>
                    <a:pt x="463" y="689"/>
                    <a:pt x="463" y="689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58" y="689"/>
                    <a:pt x="458" y="689"/>
                    <a:pt x="458" y="689"/>
                  </a:cubicBezTo>
                  <a:cubicBezTo>
                    <a:pt x="458" y="690"/>
                    <a:pt x="458" y="690"/>
                    <a:pt x="458" y="690"/>
                  </a:cubicBezTo>
                  <a:cubicBezTo>
                    <a:pt x="457" y="689"/>
                    <a:pt x="457" y="689"/>
                    <a:pt x="457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7" y="688"/>
                    <a:pt x="457" y="688"/>
                    <a:pt x="457" y="688"/>
                  </a:cubicBezTo>
                  <a:cubicBezTo>
                    <a:pt x="457" y="687"/>
                    <a:pt x="457" y="687"/>
                    <a:pt x="457" y="687"/>
                  </a:cubicBezTo>
                  <a:cubicBezTo>
                    <a:pt x="458" y="688"/>
                    <a:pt x="458" y="688"/>
                    <a:pt x="458" y="688"/>
                  </a:cubicBezTo>
                  <a:cubicBezTo>
                    <a:pt x="461" y="685"/>
                    <a:pt x="461" y="685"/>
                    <a:pt x="461" y="685"/>
                  </a:cubicBezTo>
                  <a:cubicBezTo>
                    <a:pt x="462" y="682"/>
                    <a:pt x="462" y="682"/>
                    <a:pt x="462" y="682"/>
                  </a:cubicBezTo>
                  <a:cubicBezTo>
                    <a:pt x="462" y="680"/>
                    <a:pt x="462" y="680"/>
                    <a:pt x="462" y="680"/>
                  </a:cubicBezTo>
                  <a:cubicBezTo>
                    <a:pt x="461" y="679"/>
                    <a:pt x="461" y="679"/>
                    <a:pt x="461" y="679"/>
                  </a:cubicBezTo>
                  <a:cubicBezTo>
                    <a:pt x="461" y="677"/>
                    <a:pt x="461" y="677"/>
                    <a:pt x="461" y="677"/>
                  </a:cubicBezTo>
                  <a:cubicBezTo>
                    <a:pt x="462" y="676"/>
                    <a:pt x="462" y="676"/>
                    <a:pt x="462" y="676"/>
                  </a:cubicBezTo>
                  <a:cubicBezTo>
                    <a:pt x="462" y="672"/>
                    <a:pt x="462" y="672"/>
                    <a:pt x="462" y="672"/>
                  </a:cubicBezTo>
                  <a:cubicBezTo>
                    <a:pt x="462" y="671"/>
                    <a:pt x="462" y="671"/>
                    <a:pt x="462" y="671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4" y="671"/>
                    <a:pt x="464" y="671"/>
                    <a:pt x="464" y="671"/>
                  </a:cubicBezTo>
                  <a:cubicBezTo>
                    <a:pt x="465" y="673"/>
                    <a:pt x="465" y="673"/>
                    <a:pt x="465" y="673"/>
                  </a:cubicBezTo>
                  <a:cubicBezTo>
                    <a:pt x="466" y="672"/>
                    <a:pt x="466" y="672"/>
                    <a:pt x="466" y="672"/>
                  </a:cubicBezTo>
                  <a:cubicBezTo>
                    <a:pt x="467" y="670"/>
                    <a:pt x="467" y="670"/>
                    <a:pt x="467" y="670"/>
                  </a:cubicBezTo>
                  <a:cubicBezTo>
                    <a:pt x="468" y="665"/>
                    <a:pt x="468" y="665"/>
                    <a:pt x="468" y="665"/>
                  </a:cubicBezTo>
                  <a:cubicBezTo>
                    <a:pt x="470" y="663"/>
                    <a:pt x="470" y="663"/>
                    <a:pt x="470" y="663"/>
                  </a:cubicBezTo>
                  <a:cubicBezTo>
                    <a:pt x="468" y="663"/>
                    <a:pt x="468" y="663"/>
                    <a:pt x="468" y="663"/>
                  </a:cubicBezTo>
                  <a:cubicBezTo>
                    <a:pt x="469" y="662"/>
                    <a:pt x="469" y="662"/>
                    <a:pt x="469" y="662"/>
                  </a:cubicBezTo>
                  <a:cubicBezTo>
                    <a:pt x="469" y="660"/>
                    <a:pt x="469" y="660"/>
                    <a:pt x="469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9" y="659"/>
                    <a:pt x="469" y="659"/>
                    <a:pt x="469" y="659"/>
                  </a:cubicBezTo>
                  <a:cubicBezTo>
                    <a:pt x="469" y="657"/>
                    <a:pt x="469" y="657"/>
                    <a:pt x="469" y="657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72" y="653"/>
                    <a:pt x="472" y="653"/>
                    <a:pt x="472" y="653"/>
                  </a:cubicBezTo>
                  <a:cubicBezTo>
                    <a:pt x="476" y="649"/>
                    <a:pt x="476" y="649"/>
                    <a:pt x="476" y="649"/>
                  </a:cubicBezTo>
                  <a:cubicBezTo>
                    <a:pt x="475" y="647"/>
                    <a:pt x="475" y="647"/>
                    <a:pt x="475" y="647"/>
                  </a:cubicBezTo>
                  <a:cubicBezTo>
                    <a:pt x="473" y="644"/>
                    <a:pt x="473" y="644"/>
                    <a:pt x="473" y="644"/>
                  </a:cubicBezTo>
                  <a:cubicBezTo>
                    <a:pt x="470" y="644"/>
                    <a:pt x="470" y="644"/>
                    <a:pt x="470" y="644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67" y="644"/>
                    <a:pt x="467" y="644"/>
                    <a:pt x="467" y="644"/>
                  </a:cubicBezTo>
                  <a:cubicBezTo>
                    <a:pt x="464" y="644"/>
                    <a:pt x="464" y="644"/>
                    <a:pt x="464" y="644"/>
                  </a:cubicBezTo>
                  <a:cubicBezTo>
                    <a:pt x="464" y="645"/>
                    <a:pt x="464" y="645"/>
                    <a:pt x="464" y="645"/>
                  </a:cubicBezTo>
                  <a:cubicBezTo>
                    <a:pt x="463" y="646"/>
                    <a:pt x="463" y="646"/>
                    <a:pt x="463" y="646"/>
                  </a:cubicBezTo>
                  <a:cubicBezTo>
                    <a:pt x="462" y="645"/>
                    <a:pt x="462" y="645"/>
                    <a:pt x="462" y="645"/>
                  </a:cubicBezTo>
                  <a:cubicBezTo>
                    <a:pt x="460" y="645"/>
                    <a:pt x="460" y="645"/>
                    <a:pt x="460" y="645"/>
                  </a:cubicBezTo>
                  <a:cubicBezTo>
                    <a:pt x="459" y="647"/>
                    <a:pt x="459" y="647"/>
                    <a:pt x="459" y="647"/>
                  </a:cubicBezTo>
                  <a:cubicBezTo>
                    <a:pt x="453" y="647"/>
                    <a:pt x="453" y="647"/>
                    <a:pt x="453" y="647"/>
                  </a:cubicBezTo>
                  <a:cubicBezTo>
                    <a:pt x="447" y="648"/>
                    <a:pt x="447" y="648"/>
                    <a:pt x="447" y="648"/>
                  </a:cubicBezTo>
                  <a:cubicBezTo>
                    <a:pt x="447" y="650"/>
                    <a:pt x="447" y="650"/>
                    <a:pt x="447" y="650"/>
                  </a:cubicBezTo>
                  <a:cubicBezTo>
                    <a:pt x="448" y="650"/>
                    <a:pt x="448" y="650"/>
                    <a:pt x="448" y="650"/>
                  </a:cubicBezTo>
                  <a:cubicBezTo>
                    <a:pt x="446" y="652"/>
                    <a:pt x="446" y="652"/>
                    <a:pt x="446" y="652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3" y="660"/>
                    <a:pt x="443" y="660"/>
                    <a:pt x="443" y="660"/>
                  </a:cubicBezTo>
                  <a:cubicBezTo>
                    <a:pt x="443" y="663"/>
                    <a:pt x="443" y="663"/>
                    <a:pt x="443" y="663"/>
                  </a:cubicBezTo>
                  <a:cubicBezTo>
                    <a:pt x="442" y="664"/>
                    <a:pt x="442" y="664"/>
                    <a:pt x="442" y="664"/>
                  </a:cubicBezTo>
                  <a:cubicBezTo>
                    <a:pt x="441" y="664"/>
                    <a:pt x="441" y="664"/>
                    <a:pt x="441" y="664"/>
                  </a:cubicBezTo>
                  <a:cubicBezTo>
                    <a:pt x="437" y="666"/>
                    <a:pt x="437" y="666"/>
                    <a:pt x="437" y="666"/>
                  </a:cubicBezTo>
                  <a:cubicBezTo>
                    <a:pt x="438" y="668"/>
                    <a:pt x="438" y="668"/>
                    <a:pt x="438" y="668"/>
                  </a:cubicBezTo>
                  <a:cubicBezTo>
                    <a:pt x="439" y="667"/>
                    <a:pt x="439" y="667"/>
                    <a:pt x="439" y="667"/>
                  </a:cubicBezTo>
                  <a:cubicBezTo>
                    <a:pt x="438" y="669"/>
                    <a:pt x="438" y="669"/>
                    <a:pt x="438" y="669"/>
                  </a:cubicBezTo>
                  <a:cubicBezTo>
                    <a:pt x="437" y="670"/>
                    <a:pt x="437" y="670"/>
                    <a:pt x="437" y="670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6" y="671"/>
                    <a:pt x="436" y="671"/>
                    <a:pt x="436" y="671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7" y="668"/>
                    <a:pt x="437" y="668"/>
                    <a:pt x="437" y="668"/>
                  </a:cubicBezTo>
                  <a:cubicBezTo>
                    <a:pt x="433" y="667"/>
                    <a:pt x="433" y="667"/>
                    <a:pt x="433" y="667"/>
                  </a:cubicBezTo>
                  <a:cubicBezTo>
                    <a:pt x="433" y="668"/>
                    <a:pt x="433" y="668"/>
                    <a:pt x="433" y="668"/>
                  </a:cubicBezTo>
                  <a:cubicBezTo>
                    <a:pt x="431" y="668"/>
                    <a:pt x="431" y="668"/>
                    <a:pt x="431" y="668"/>
                  </a:cubicBezTo>
                  <a:cubicBezTo>
                    <a:pt x="429" y="668"/>
                    <a:pt x="429" y="668"/>
                    <a:pt x="429" y="668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3" y="669"/>
                    <a:pt x="423" y="669"/>
                    <a:pt x="423" y="669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19" y="671"/>
                    <a:pt x="419" y="671"/>
                    <a:pt x="419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5" y="672"/>
                    <a:pt x="415" y="672"/>
                    <a:pt x="415" y="672"/>
                  </a:cubicBezTo>
                  <a:cubicBezTo>
                    <a:pt x="414" y="671"/>
                    <a:pt x="414" y="671"/>
                    <a:pt x="414" y="671"/>
                  </a:cubicBezTo>
                  <a:cubicBezTo>
                    <a:pt x="412" y="668"/>
                    <a:pt x="412" y="668"/>
                    <a:pt x="412" y="668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07" y="666"/>
                    <a:pt x="407" y="666"/>
                    <a:pt x="407" y="666"/>
                  </a:cubicBezTo>
                  <a:cubicBezTo>
                    <a:pt x="407" y="667"/>
                    <a:pt x="407" y="667"/>
                    <a:pt x="407" y="667"/>
                  </a:cubicBezTo>
                  <a:cubicBezTo>
                    <a:pt x="403" y="662"/>
                    <a:pt x="403" y="662"/>
                    <a:pt x="403" y="662"/>
                  </a:cubicBezTo>
                  <a:cubicBezTo>
                    <a:pt x="403" y="661"/>
                    <a:pt x="403" y="661"/>
                    <a:pt x="403" y="661"/>
                  </a:cubicBezTo>
                  <a:cubicBezTo>
                    <a:pt x="403" y="660"/>
                    <a:pt x="403" y="660"/>
                    <a:pt x="403" y="660"/>
                  </a:cubicBezTo>
                  <a:cubicBezTo>
                    <a:pt x="402" y="658"/>
                    <a:pt x="402" y="658"/>
                    <a:pt x="402" y="658"/>
                  </a:cubicBezTo>
                  <a:cubicBezTo>
                    <a:pt x="401" y="657"/>
                    <a:pt x="401" y="657"/>
                    <a:pt x="401" y="657"/>
                  </a:cubicBezTo>
                  <a:cubicBezTo>
                    <a:pt x="397" y="652"/>
                    <a:pt x="397" y="652"/>
                    <a:pt x="397" y="652"/>
                  </a:cubicBezTo>
                  <a:cubicBezTo>
                    <a:pt x="396" y="651"/>
                    <a:pt x="396" y="651"/>
                    <a:pt x="396" y="651"/>
                  </a:cubicBezTo>
                  <a:cubicBezTo>
                    <a:pt x="396" y="650"/>
                    <a:pt x="396" y="650"/>
                    <a:pt x="396" y="650"/>
                  </a:cubicBezTo>
                  <a:cubicBezTo>
                    <a:pt x="396" y="649"/>
                    <a:pt x="396" y="649"/>
                    <a:pt x="396" y="649"/>
                  </a:cubicBezTo>
                  <a:cubicBezTo>
                    <a:pt x="396" y="648"/>
                    <a:pt x="396" y="648"/>
                    <a:pt x="396" y="648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4"/>
                    <a:pt x="396" y="644"/>
                    <a:pt x="396" y="644"/>
                  </a:cubicBezTo>
                  <a:cubicBezTo>
                    <a:pt x="394" y="641"/>
                    <a:pt x="394" y="641"/>
                    <a:pt x="394" y="641"/>
                  </a:cubicBezTo>
                  <a:cubicBezTo>
                    <a:pt x="395" y="640"/>
                    <a:pt x="395" y="640"/>
                    <a:pt x="395" y="640"/>
                  </a:cubicBezTo>
                  <a:cubicBezTo>
                    <a:pt x="394" y="637"/>
                    <a:pt x="394" y="637"/>
                    <a:pt x="394" y="637"/>
                  </a:cubicBezTo>
                  <a:cubicBezTo>
                    <a:pt x="394" y="636"/>
                    <a:pt x="394" y="636"/>
                    <a:pt x="394" y="636"/>
                  </a:cubicBezTo>
                  <a:cubicBezTo>
                    <a:pt x="395" y="635"/>
                    <a:pt x="395" y="635"/>
                    <a:pt x="395" y="635"/>
                  </a:cubicBezTo>
                  <a:cubicBezTo>
                    <a:pt x="395" y="631"/>
                    <a:pt x="395" y="631"/>
                    <a:pt x="395" y="631"/>
                  </a:cubicBezTo>
                  <a:cubicBezTo>
                    <a:pt x="395" y="629"/>
                    <a:pt x="395" y="629"/>
                    <a:pt x="395" y="629"/>
                  </a:cubicBezTo>
                  <a:cubicBezTo>
                    <a:pt x="396" y="625"/>
                    <a:pt x="396" y="625"/>
                    <a:pt x="396" y="625"/>
                  </a:cubicBezTo>
                  <a:cubicBezTo>
                    <a:pt x="396" y="624"/>
                    <a:pt x="396" y="624"/>
                    <a:pt x="396" y="624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7" y="621"/>
                    <a:pt x="397" y="621"/>
                    <a:pt x="397" y="621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6"/>
                    <a:pt x="398" y="616"/>
                    <a:pt x="398" y="616"/>
                  </a:cubicBezTo>
                  <a:cubicBezTo>
                    <a:pt x="399" y="616"/>
                    <a:pt x="399" y="616"/>
                    <a:pt x="399" y="616"/>
                  </a:cubicBezTo>
                  <a:cubicBezTo>
                    <a:pt x="399" y="614"/>
                    <a:pt x="399" y="614"/>
                    <a:pt x="399" y="614"/>
                  </a:cubicBezTo>
                  <a:cubicBezTo>
                    <a:pt x="400" y="613"/>
                    <a:pt x="400" y="613"/>
                    <a:pt x="400" y="613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09"/>
                    <a:pt x="401" y="609"/>
                    <a:pt x="401" y="609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1" y="604"/>
                    <a:pt x="401" y="604"/>
                    <a:pt x="401" y="604"/>
                  </a:cubicBezTo>
                  <a:cubicBezTo>
                    <a:pt x="401" y="601"/>
                    <a:pt x="401" y="601"/>
                    <a:pt x="401" y="601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3" y="597"/>
                    <a:pt x="403" y="597"/>
                    <a:pt x="403" y="597"/>
                  </a:cubicBezTo>
                  <a:cubicBezTo>
                    <a:pt x="404" y="595"/>
                    <a:pt x="404" y="595"/>
                    <a:pt x="404" y="595"/>
                  </a:cubicBezTo>
                  <a:cubicBezTo>
                    <a:pt x="404" y="594"/>
                    <a:pt x="404" y="594"/>
                    <a:pt x="404" y="594"/>
                  </a:cubicBezTo>
                  <a:cubicBezTo>
                    <a:pt x="405" y="593"/>
                    <a:pt x="405" y="593"/>
                    <a:pt x="405" y="593"/>
                  </a:cubicBezTo>
                  <a:cubicBezTo>
                    <a:pt x="406" y="591"/>
                    <a:pt x="406" y="591"/>
                    <a:pt x="406" y="591"/>
                  </a:cubicBezTo>
                  <a:cubicBezTo>
                    <a:pt x="409" y="589"/>
                    <a:pt x="409" y="589"/>
                    <a:pt x="409" y="589"/>
                  </a:cubicBezTo>
                  <a:cubicBezTo>
                    <a:pt x="411" y="588"/>
                    <a:pt x="411" y="588"/>
                    <a:pt x="411" y="588"/>
                  </a:cubicBezTo>
                  <a:cubicBezTo>
                    <a:pt x="413" y="587"/>
                    <a:pt x="413" y="587"/>
                    <a:pt x="413" y="587"/>
                  </a:cubicBezTo>
                  <a:cubicBezTo>
                    <a:pt x="414" y="587"/>
                    <a:pt x="414" y="587"/>
                    <a:pt x="414" y="587"/>
                  </a:cubicBezTo>
                  <a:cubicBezTo>
                    <a:pt x="417" y="586"/>
                    <a:pt x="417" y="586"/>
                    <a:pt x="417" y="586"/>
                  </a:cubicBezTo>
                  <a:cubicBezTo>
                    <a:pt x="419" y="584"/>
                    <a:pt x="419" y="584"/>
                    <a:pt x="419" y="584"/>
                  </a:cubicBezTo>
                  <a:cubicBezTo>
                    <a:pt x="420" y="584"/>
                    <a:pt x="420" y="584"/>
                    <a:pt x="420" y="584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1" y="581"/>
                    <a:pt x="421" y="581"/>
                    <a:pt x="421" y="581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78"/>
                    <a:pt x="422" y="578"/>
                    <a:pt x="422" y="578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80"/>
                    <a:pt x="422" y="580"/>
                    <a:pt x="422" y="580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5" y="581"/>
                    <a:pt x="425" y="581"/>
                    <a:pt x="425" y="581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427" y="580"/>
                    <a:pt x="427" y="580"/>
                    <a:pt x="427" y="580"/>
                  </a:cubicBezTo>
                  <a:cubicBezTo>
                    <a:pt x="428" y="579"/>
                    <a:pt x="428" y="579"/>
                    <a:pt x="428" y="579"/>
                  </a:cubicBezTo>
                  <a:cubicBezTo>
                    <a:pt x="430" y="578"/>
                    <a:pt x="430" y="578"/>
                    <a:pt x="430" y="578"/>
                  </a:cubicBezTo>
                  <a:cubicBezTo>
                    <a:pt x="432" y="578"/>
                    <a:pt x="432" y="578"/>
                    <a:pt x="432" y="578"/>
                  </a:cubicBezTo>
                  <a:cubicBezTo>
                    <a:pt x="435" y="579"/>
                    <a:pt x="435" y="579"/>
                    <a:pt x="435" y="579"/>
                  </a:cubicBezTo>
                  <a:cubicBezTo>
                    <a:pt x="436" y="580"/>
                    <a:pt x="436" y="580"/>
                    <a:pt x="436" y="580"/>
                  </a:cubicBezTo>
                  <a:cubicBezTo>
                    <a:pt x="441" y="580"/>
                    <a:pt x="441" y="580"/>
                    <a:pt x="441" y="580"/>
                  </a:cubicBezTo>
                  <a:cubicBezTo>
                    <a:pt x="443" y="580"/>
                    <a:pt x="443" y="580"/>
                    <a:pt x="443" y="580"/>
                  </a:cubicBezTo>
                  <a:cubicBezTo>
                    <a:pt x="442" y="579"/>
                    <a:pt x="442" y="579"/>
                    <a:pt x="442" y="579"/>
                  </a:cubicBezTo>
                  <a:cubicBezTo>
                    <a:pt x="442" y="578"/>
                    <a:pt x="442" y="578"/>
                    <a:pt x="442" y="578"/>
                  </a:cubicBezTo>
                  <a:cubicBezTo>
                    <a:pt x="443" y="578"/>
                    <a:pt x="443" y="578"/>
                    <a:pt x="443" y="578"/>
                  </a:cubicBezTo>
                  <a:cubicBezTo>
                    <a:pt x="443" y="579"/>
                    <a:pt x="443" y="579"/>
                    <a:pt x="443" y="579"/>
                  </a:cubicBezTo>
                  <a:cubicBezTo>
                    <a:pt x="444" y="580"/>
                    <a:pt x="444" y="580"/>
                    <a:pt x="444" y="580"/>
                  </a:cubicBezTo>
                  <a:cubicBezTo>
                    <a:pt x="445" y="579"/>
                    <a:pt x="445" y="579"/>
                    <a:pt x="445" y="579"/>
                  </a:cubicBezTo>
                  <a:cubicBezTo>
                    <a:pt x="445" y="580"/>
                    <a:pt x="445" y="580"/>
                    <a:pt x="445" y="580"/>
                  </a:cubicBezTo>
                  <a:cubicBezTo>
                    <a:pt x="446" y="581"/>
                    <a:pt x="446" y="581"/>
                    <a:pt x="446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2"/>
                    <a:pt x="447" y="582"/>
                    <a:pt x="447" y="582"/>
                  </a:cubicBezTo>
                  <a:cubicBezTo>
                    <a:pt x="446" y="583"/>
                    <a:pt x="446" y="583"/>
                    <a:pt x="446" y="583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52" y="585"/>
                    <a:pt x="452" y="585"/>
                    <a:pt x="452" y="585"/>
                  </a:cubicBezTo>
                  <a:cubicBezTo>
                    <a:pt x="453" y="584"/>
                    <a:pt x="453" y="584"/>
                    <a:pt x="453" y="584"/>
                  </a:cubicBezTo>
                  <a:cubicBezTo>
                    <a:pt x="453" y="583"/>
                    <a:pt x="453" y="583"/>
                    <a:pt x="453" y="583"/>
                  </a:cubicBezTo>
                  <a:cubicBezTo>
                    <a:pt x="454" y="584"/>
                    <a:pt x="454" y="584"/>
                    <a:pt x="454" y="584"/>
                  </a:cubicBezTo>
                  <a:cubicBezTo>
                    <a:pt x="455" y="585"/>
                    <a:pt x="455" y="585"/>
                    <a:pt x="455" y="585"/>
                  </a:cubicBezTo>
                  <a:cubicBezTo>
                    <a:pt x="457" y="584"/>
                    <a:pt x="457" y="584"/>
                    <a:pt x="457" y="584"/>
                  </a:cubicBezTo>
                  <a:cubicBezTo>
                    <a:pt x="457" y="582"/>
                    <a:pt x="457" y="582"/>
                    <a:pt x="457" y="582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8" y="583"/>
                    <a:pt x="458" y="583"/>
                    <a:pt x="458" y="583"/>
                  </a:cubicBezTo>
                  <a:cubicBezTo>
                    <a:pt x="459" y="583"/>
                    <a:pt x="459" y="583"/>
                    <a:pt x="459" y="583"/>
                  </a:cubicBezTo>
                  <a:cubicBezTo>
                    <a:pt x="460" y="584"/>
                    <a:pt x="460" y="584"/>
                    <a:pt x="460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8"/>
                    <a:pt x="461" y="588"/>
                    <a:pt x="461" y="588"/>
                  </a:cubicBezTo>
                  <a:cubicBezTo>
                    <a:pt x="463" y="585"/>
                    <a:pt x="463" y="585"/>
                    <a:pt x="463" y="585"/>
                  </a:cubicBezTo>
                  <a:cubicBezTo>
                    <a:pt x="464" y="585"/>
                    <a:pt x="464" y="585"/>
                    <a:pt x="464" y="585"/>
                  </a:cubicBezTo>
                  <a:cubicBezTo>
                    <a:pt x="464" y="583"/>
                    <a:pt x="464" y="583"/>
                    <a:pt x="464" y="583"/>
                  </a:cubicBezTo>
                  <a:cubicBezTo>
                    <a:pt x="462" y="582"/>
                    <a:pt x="462" y="582"/>
                    <a:pt x="462" y="582"/>
                  </a:cubicBezTo>
                  <a:cubicBezTo>
                    <a:pt x="460" y="581"/>
                    <a:pt x="460" y="581"/>
                    <a:pt x="460" y="581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61" y="579"/>
                    <a:pt x="461" y="579"/>
                    <a:pt x="461" y="579"/>
                  </a:cubicBezTo>
                  <a:cubicBezTo>
                    <a:pt x="463" y="578"/>
                    <a:pt x="463" y="578"/>
                    <a:pt x="463" y="578"/>
                  </a:cubicBezTo>
                  <a:cubicBezTo>
                    <a:pt x="461" y="577"/>
                    <a:pt x="461" y="577"/>
                    <a:pt x="461" y="577"/>
                  </a:cubicBezTo>
                  <a:cubicBezTo>
                    <a:pt x="460" y="576"/>
                    <a:pt x="460" y="576"/>
                    <a:pt x="460" y="576"/>
                  </a:cubicBezTo>
                  <a:cubicBezTo>
                    <a:pt x="459" y="576"/>
                    <a:pt x="459" y="576"/>
                    <a:pt x="459" y="576"/>
                  </a:cubicBezTo>
                  <a:cubicBezTo>
                    <a:pt x="461" y="575"/>
                    <a:pt x="461" y="575"/>
                    <a:pt x="461" y="575"/>
                  </a:cubicBezTo>
                  <a:cubicBezTo>
                    <a:pt x="463" y="574"/>
                    <a:pt x="463" y="574"/>
                    <a:pt x="463" y="574"/>
                  </a:cubicBezTo>
                  <a:cubicBezTo>
                    <a:pt x="467" y="573"/>
                    <a:pt x="467" y="573"/>
                    <a:pt x="467" y="573"/>
                  </a:cubicBezTo>
                  <a:cubicBezTo>
                    <a:pt x="469" y="573"/>
                    <a:pt x="469" y="573"/>
                    <a:pt x="469" y="573"/>
                  </a:cubicBezTo>
                  <a:cubicBezTo>
                    <a:pt x="470" y="573"/>
                    <a:pt x="470" y="573"/>
                    <a:pt x="470" y="573"/>
                  </a:cubicBezTo>
                  <a:cubicBezTo>
                    <a:pt x="471" y="573"/>
                    <a:pt x="471" y="573"/>
                    <a:pt x="471" y="573"/>
                  </a:cubicBezTo>
                  <a:cubicBezTo>
                    <a:pt x="472" y="572"/>
                    <a:pt x="472" y="572"/>
                    <a:pt x="472" y="572"/>
                  </a:cubicBezTo>
                  <a:cubicBezTo>
                    <a:pt x="472" y="571"/>
                    <a:pt x="472" y="571"/>
                    <a:pt x="472" y="571"/>
                  </a:cubicBezTo>
                  <a:cubicBezTo>
                    <a:pt x="472" y="573"/>
                    <a:pt x="472" y="573"/>
                    <a:pt x="472" y="573"/>
                  </a:cubicBezTo>
                  <a:cubicBezTo>
                    <a:pt x="474" y="574"/>
                    <a:pt x="474" y="574"/>
                    <a:pt x="474" y="574"/>
                  </a:cubicBezTo>
                  <a:cubicBezTo>
                    <a:pt x="475" y="574"/>
                    <a:pt x="475" y="574"/>
                    <a:pt x="475" y="574"/>
                  </a:cubicBezTo>
                  <a:cubicBezTo>
                    <a:pt x="477" y="574"/>
                    <a:pt x="477" y="574"/>
                    <a:pt x="477" y="574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9" y="574"/>
                    <a:pt x="479" y="574"/>
                    <a:pt x="479" y="574"/>
                  </a:cubicBezTo>
                  <a:cubicBezTo>
                    <a:pt x="481" y="574"/>
                    <a:pt x="481" y="574"/>
                    <a:pt x="481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5" y="574"/>
                    <a:pt x="485" y="574"/>
                    <a:pt x="485" y="574"/>
                  </a:cubicBezTo>
                  <a:cubicBezTo>
                    <a:pt x="486" y="574"/>
                    <a:pt x="486" y="574"/>
                    <a:pt x="486" y="574"/>
                  </a:cubicBezTo>
                  <a:cubicBezTo>
                    <a:pt x="488" y="575"/>
                    <a:pt x="488" y="575"/>
                    <a:pt x="488" y="575"/>
                  </a:cubicBezTo>
                  <a:cubicBezTo>
                    <a:pt x="491" y="577"/>
                    <a:pt x="491" y="577"/>
                    <a:pt x="491" y="577"/>
                  </a:cubicBezTo>
                  <a:cubicBezTo>
                    <a:pt x="491" y="578"/>
                    <a:pt x="491" y="578"/>
                    <a:pt x="491" y="578"/>
                  </a:cubicBezTo>
                  <a:cubicBezTo>
                    <a:pt x="491" y="579"/>
                    <a:pt x="491" y="579"/>
                    <a:pt x="491" y="579"/>
                  </a:cubicBezTo>
                  <a:cubicBezTo>
                    <a:pt x="492" y="580"/>
                    <a:pt x="492" y="580"/>
                    <a:pt x="492" y="580"/>
                  </a:cubicBezTo>
                  <a:cubicBezTo>
                    <a:pt x="496" y="579"/>
                    <a:pt x="496" y="579"/>
                    <a:pt x="496" y="579"/>
                  </a:cubicBezTo>
                  <a:cubicBezTo>
                    <a:pt x="497" y="577"/>
                    <a:pt x="497" y="577"/>
                    <a:pt x="497" y="577"/>
                  </a:cubicBezTo>
                  <a:cubicBezTo>
                    <a:pt x="498" y="578"/>
                    <a:pt x="498" y="578"/>
                    <a:pt x="498" y="578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6"/>
                    <a:pt x="499" y="576"/>
                    <a:pt x="499" y="576"/>
                  </a:cubicBezTo>
                  <a:cubicBezTo>
                    <a:pt x="500" y="576"/>
                    <a:pt x="500" y="576"/>
                    <a:pt x="500" y="576"/>
                  </a:cubicBezTo>
                  <a:cubicBezTo>
                    <a:pt x="501" y="577"/>
                    <a:pt x="501" y="577"/>
                    <a:pt x="501" y="577"/>
                  </a:cubicBezTo>
                  <a:cubicBezTo>
                    <a:pt x="503" y="577"/>
                    <a:pt x="503" y="577"/>
                    <a:pt x="503" y="577"/>
                  </a:cubicBezTo>
                  <a:cubicBezTo>
                    <a:pt x="503" y="579"/>
                    <a:pt x="503" y="579"/>
                    <a:pt x="503" y="579"/>
                  </a:cubicBezTo>
                  <a:cubicBezTo>
                    <a:pt x="504" y="580"/>
                    <a:pt x="504" y="580"/>
                    <a:pt x="504" y="580"/>
                  </a:cubicBezTo>
                  <a:cubicBezTo>
                    <a:pt x="505" y="580"/>
                    <a:pt x="505" y="580"/>
                    <a:pt x="505" y="580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9" y="585"/>
                    <a:pt x="509" y="585"/>
                    <a:pt x="509" y="585"/>
                  </a:cubicBezTo>
                  <a:cubicBezTo>
                    <a:pt x="509" y="586"/>
                    <a:pt x="509" y="586"/>
                    <a:pt x="509" y="586"/>
                  </a:cubicBezTo>
                  <a:cubicBezTo>
                    <a:pt x="509" y="587"/>
                    <a:pt x="509" y="587"/>
                    <a:pt x="509" y="587"/>
                  </a:cubicBezTo>
                  <a:cubicBezTo>
                    <a:pt x="508" y="591"/>
                    <a:pt x="508" y="591"/>
                    <a:pt x="508" y="591"/>
                  </a:cubicBezTo>
                  <a:cubicBezTo>
                    <a:pt x="507" y="593"/>
                    <a:pt x="507" y="593"/>
                    <a:pt x="507" y="593"/>
                  </a:cubicBezTo>
                  <a:cubicBezTo>
                    <a:pt x="507" y="595"/>
                    <a:pt x="507" y="595"/>
                    <a:pt x="507" y="595"/>
                  </a:cubicBezTo>
                  <a:cubicBezTo>
                    <a:pt x="508" y="597"/>
                    <a:pt x="508" y="597"/>
                    <a:pt x="508" y="597"/>
                  </a:cubicBezTo>
                  <a:cubicBezTo>
                    <a:pt x="509" y="596"/>
                    <a:pt x="509" y="596"/>
                    <a:pt x="509" y="596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08" y="598"/>
                    <a:pt x="508" y="598"/>
                    <a:pt x="508" y="598"/>
                  </a:cubicBezTo>
                  <a:cubicBezTo>
                    <a:pt x="509" y="599"/>
                    <a:pt x="509" y="599"/>
                    <a:pt x="509" y="599"/>
                  </a:cubicBezTo>
                  <a:cubicBezTo>
                    <a:pt x="509" y="600"/>
                    <a:pt x="509" y="600"/>
                    <a:pt x="509" y="600"/>
                  </a:cubicBezTo>
                  <a:cubicBezTo>
                    <a:pt x="510" y="601"/>
                    <a:pt x="510" y="601"/>
                    <a:pt x="510" y="601"/>
                  </a:cubicBezTo>
                  <a:cubicBezTo>
                    <a:pt x="510" y="603"/>
                    <a:pt x="510" y="603"/>
                    <a:pt x="510" y="603"/>
                  </a:cubicBezTo>
                  <a:cubicBezTo>
                    <a:pt x="511" y="602"/>
                    <a:pt x="511" y="602"/>
                    <a:pt x="511" y="602"/>
                  </a:cubicBezTo>
                  <a:cubicBezTo>
                    <a:pt x="511" y="604"/>
                    <a:pt x="511" y="604"/>
                    <a:pt x="511" y="604"/>
                  </a:cubicBezTo>
                  <a:cubicBezTo>
                    <a:pt x="512" y="603"/>
                    <a:pt x="512" y="603"/>
                    <a:pt x="512" y="603"/>
                  </a:cubicBezTo>
                  <a:cubicBezTo>
                    <a:pt x="512" y="604"/>
                    <a:pt x="512" y="604"/>
                    <a:pt x="512" y="604"/>
                  </a:cubicBezTo>
                  <a:cubicBezTo>
                    <a:pt x="512" y="605"/>
                    <a:pt x="512" y="605"/>
                    <a:pt x="512" y="605"/>
                  </a:cubicBezTo>
                  <a:cubicBezTo>
                    <a:pt x="512" y="606"/>
                    <a:pt x="512" y="606"/>
                    <a:pt x="512" y="606"/>
                  </a:cubicBezTo>
                  <a:cubicBezTo>
                    <a:pt x="514" y="607"/>
                    <a:pt x="514" y="607"/>
                    <a:pt x="514" y="607"/>
                  </a:cubicBezTo>
                  <a:cubicBezTo>
                    <a:pt x="514" y="608"/>
                    <a:pt x="514" y="608"/>
                    <a:pt x="514" y="608"/>
                  </a:cubicBezTo>
                  <a:cubicBezTo>
                    <a:pt x="514" y="611"/>
                    <a:pt x="514" y="611"/>
                    <a:pt x="514" y="611"/>
                  </a:cubicBezTo>
                  <a:cubicBezTo>
                    <a:pt x="515" y="611"/>
                    <a:pt x="515" y="611"/>
                    <a:pt x="515" y="611"/>
                  </a:cubicBezTo>
                  <a:cubicBezTo>
                    <a:pt x="516" y="611"/>
                    <a:pt x="516" y="611"/>
                    <a:pt x="516" y="611"/>
                  </a:cubicBezTo>
                  <a:cubicBezTo>
                    <a:pt x="516" y="612"/>
                    <a:pt x="516" y="612"/>
                    <a:pt x="516" y="612"/>
                  </a:cubicBezTo>
                  <a:cubicBezTo>
                    <a:pt x="516" y="613"/>
                    <a:pt x="516" y="613"/>
                    <a:pt x="516" y="613"/>
                  </a:cubicBezTo>
                  <a:cubicBezTo>
                    <a:pt x="517" y="614"/>
                    <a:pt x="517" y="614"/>
                    <a:pt x="517" y="614"/>
                  </a:cubicBezTo>
                  <a:cubicBezTo>
                    <a:pt x="516" y="615"/>
                    <a:pt x="516" y="615"/>
                    <a:pt x="516" y="615"/>
                  </a:cubicBezTo>
                  <a:cubicBezTo>
                    <a:pt x="519" y="616"/>
                    <a:pt x="519" y="616"/>
                    <a:pt x="519" y="616"/>
                  </a:cubicBezTo>
                  <a:cubicBezTo>
                    <a:pt x="519" y="617"/>
                    <a:pt x="519" y="617"/>
                    <a:pt x="519" y="617"/>
                  </a:cubicBezTo>
                  <a:cubicBezTo>
                    <a:pt x="521" y="617"/>
                    <a:pt x="521" y="617"/>
                    <a:pt x="521" y="617"/>
                  </a:cubicBezTo>
                  <a:cubicBezTo>
                    <a:pt x="524" y="616"/>
                    <a:pt x="524" y="616"/>
                    <a:pt x="524" y="616"/>
                  </a:cubicBezTo>
                  <a:cubicBezTo>
                    <a:pt x="524" y="614"/>
                    <a:pt x="524" y="614"/>
                    <a:pt x="524" y="614"/>
                  </a:cubicBezTo>
                  <a:cubicBezTo>
                    <a:pt x="525" y="613"/>
                    <a:pt x="525" y="613"/>
                    <a:pt x="525" y="613"/>
                  </a:cubicBezTo>
                  <a:cubicBezTo>
                    <a:pt x="526" y="611"/>
                    <a:pt x="526" y="611"/>
                    <a:pt x="526" y="611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27" y="607"/>
                    <a:pt x="527" y="607"/>
                    <a:pt x="527" y="607"/>
                  </a:cubicBezTo>
                  <a:cubicBezTo>
                    <a:pt x="528" y="607"/>
                    <a:pt x="528" y="607"/>
                    <a:pt x="528" y="607"/>
                  </a:cubicBezTo>
                  <a:cubicBezTo>
                    <a:pt x="528" y="604"/>
                    <a:pt x="528" y="604"/>
                    <a:pt x="528" y="604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0"/>
                    <a:pt x="528" y="600"/>
                    <a:pt x="528" y="600"/>
                  </a:cubicBezTo>
                  <a:cubicBezTo>
                    <a:pt x="526" y="599"/>
                    <a:pt x="526" y="599"/>
                    <a:pt x="526" y="599"/>
                  </a:cubicBezTo>
                  <a:cubicBezTo>
                    <a:pt x="526" y="595"/>
                    <a:pt x="526" y="595"/>
                    <a:pt x="526" y="595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6" y="590"/>
                    <a:pt x="526" y="590"/>
                    <a:pt x="526" y="590"/>
                  </a:cubicBezTo>
                  <a:cubicBezTo>
                    <a:pt x="525" y="589"/>
                    <a:pt x="525" y="589"/>
                    <a:pt x="525" y="589"/>
                  </a:cubicBezTo>
                  <a:cubicBezTo>
                    <a:pt x="524" y="587"/>
                    <a:pt x="524" y="587"/>
                    <a:pt x="524" y="587"/>
                  </a:cubicBezTo>
                  <a:cubicBezTo>
                    <a:pt x="524" y="584"/>
                    <a:pt x="524" y="584"/>
                    <a:pt x="524" y="584"/>
                  </a:cubicBezTo>
                  <a:cubicBezTo>
                    <a:pt x="523" y="583"/>
                    <a:pt x="523" y="583"/>
                    <a:pt x="523" y="583"/>
                  </a:cubicBezTo>
                  <a:cubicBezTo>
                    <a:pt x="523" y="579"/>
                    <a:pt x="523" y="579"/>
                    <a:pt x="523" y="579"/>
                  </a:cubicBezTo>
                  <a:cubicBezTo>
                    <a:pt x="522" y="577"/>
                    <a:pt x="522" y="577"/>
                    <a:pt x="522" y="577"/>
                  </a:cubicBezTo>
                  <a:cubicBezTo>
                    <a:pt x="522" y="574"/>
                    <a:pt x="522" y="574"/>
                    <a:pt x="522" y="574"/>
                  </a:cubicBezTo>
                  <a:cubicBezTo>
                    <a:pt x="522" y="572"/>
                    <a:pt x="522" y="572"/>
                    <a:pt x="522" y="572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2" y="566"/>
                    <a:pt x="522" y="566"/>
                    <a:pt x="522" y="566"/>
                  </a:cubicBezTo>
                  <a:cubicBezTo>
                    <a:pt x="523" y="564"/>
                    <a:pt x="523" y="564"/>
                    <a:pt x="523" y="564"/>
                  </a:cubicBezTo>
                  <a:cubicBezTo>
                    <a:pt x="525" y="562"/>
                    <a:pt x="525" y="562"/>
                    <a:pt x="525" y="562"/>
                  </a:cubicBezTo>
                  <a:cubicBezTo>
                    <a:pt x="526" y="562"/>
                    <a:pt x="526" y="562"/>
                    <a:pt x="526" y="562"/>
                  </a:cubicBezTo>
                  <a:cubicBezTo>
                    <a:pt x="526" y="561"/>
                    <a:pt x="526" y="561"/>
                    <a:pt x="526" y="561"/>
                  </a:cubicBezTo>
                  <a:cubicBezTo>
                    <a:pt x="527" y="561"/>
                    <a:pt x="527" y="561"/>
                    <a:pt x="527" y="561"/>
                  </a:cubicBezTo>
                  <a:cubicBezTo>
                    <a:pt x="528" y="559"/>
                    <a:pt x="528" y="559"/>
                    <a:pt x="528" y="559"/>
                  </a:cubicBezTo>
                  <a:cubicBezTo>
                    <a:pt x="529" y="557"/>
                    <a:pt x="529" y="557"/>
                    <a:pt x="529" y="557"/>
                  </a:cubicBezTo>
                  <a:cubicBezTo>
                    <a:pt x="530" y="557"/>
                    <a:pt x="530" y="557"/>
                    <a:pt x="530" y="557"/>
                  </a:cubicBezTo>
                  <a:cubicBezTo>
                    <a:pt x="530" y="556"/>
                    <a:pt x="530" y="556"/>
                    <a:pt x="530" y="556"/>
                  </a:cubicBezTo>
                  <a:cubicBezTo>
                    <a:pt x="532" y="557"/>
                    <a:pt x="532" y="557"/>
                    <a:pt x="532" y="557"/>
                  </a:cubicBezTo>
                  <a:cubicBezTo>
                    <a:pt x="532" y="556"/>
                    <a:pt x="532" y="556"/>
                    <a:pt x="532" y="556"/>
                  </a:cubicBezTo>
                  <a:cubicBezTo>
                    <a:pt x="534" y="555"/>
                    <a:pt x="534" y="555"/>
                    <a:pt x="534" y="555"/>
                  </a:cubicBezTo>
                  <a:cubicBezTo>
                    <a:pt x="535" y="554"/>
                    <a:pt x="535" y="554"/>
                    <a:pt x="535" y="554"/>
                  </a:cubicBezTo>
                  <a:cubicBezTo>
                    <a:pt x="537" y="555"/>
                    <a:pt x="537" y="555"/>
                    <a:pt x="537" y="555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8" y="554"/>
                    <a:pt x="538" y="554"/>
                    <a:pt x="538" y="554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1" y="552"/>
                    <a:pt x="541" y="552"/>
                    <a:pt x="541" y="552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5" y="546"/>
                    <a:pt x="545" y="546"/>
                    <a:pt x="545" y="546"/>
                  </a:cubicBezTo>
                  <a:cubicBezTo>
                    <a:pt x="546" y="545"/>
                    <a:pt x="546" y="545"/>
                    <a:pt x="546" y="545"/>
                  </a:cubicBezTo>
                  <a:cubicBezTo>
                    <a:pt x="548" y="545"/>
                    <a:pt x="548" y="545"/>
                    <a:pt x="548" y="545"/>
                  </a:cubicBezTo>
                  <a:cubicBezTo>
                    <a:pt x="549" y="545"/>
                    <a:pt x="549" y="545"/>
                    <a:pt x="549" y="545"/>
                  </a:cubicBezTo>
                  <a:cubicBezTo>
                    <a:pt x="550" y="545"/>
                    <a:pt x="550" y="545"/>
                    <a:pt x="550" y="545"/>
                  </a:cubicBezTo>
                  <a:cubicBezTo>
                    <a:pt x="551" y="543"/>
                    <a:pt x="551" y="543"/>
                    <a:pt x="551" y="543"/>
                  </a:cubicBezTo>
                  <a:cubicBezTo>
                    <a:pt x="555" y="540"/>
                    <a:pt x="555" y="540"/>
                    <a:pt x="555" y="540"/>
                  </a:cubicBezTo>
                  <a:cubicBezTo>
                    <a:pt x="558" y="538"/>
                    <a:pt x="558" y="538"/>
                    <a:pt x="558" y="538"/>
                  </a:cubicBezTo>
                  <a:cubicBezTo>
                    <a:pt x="560" y="538"/>
                    <a:pt x="560" y="538"/>
                    <a:pt x="560" y="538"/>
                  </a:cubicBezTo>
                  <a:cubicBezTo>
                    <a:pt x="560" y="537"/>
                    <a:pt x="560" y="537"/>
                    <a:pt x="560" y="537"/>
                  </a:cubicBezTo>
                  <a:cubicBezTo>
                    <a:pt x="561" y="537"/>
                    <a:pt x="561" y="537"/>
                    <a:pt x="561" y="537"/>
                  </a:cubicBezTo>
                  <a:cubicBezTo>
                    <a:pt x="561" y="538"/>
                    <a:pt x="561" y="538"/>
                    <a:pt x="561" y="538"/>
                  </a:cubicBezTo>
                  <a:cubicBezTo>
                    <a:pt x="563" y="538"/>
                    <a:pt x="563" y="538"/>
                    <a:pt x="563" y="538"/>
                  </a:cubicBezTo>
                  <a:cubicBezTo>
                    <a:pt x="565" y="535"/>
                    <a:pt x="565" y="535"/>
                    <a:pt x="565" y="535"/>
                  </a:cubicBezTo>
                  <a:cubicBezTo>
                    <a:pt x="564" y="535"/>
                    <a:pt x="564" y="535"/>
                    <a:pt x="564" y="535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2" y="532"/>
                    <a:pt x="562" y="532"/>
                    <a:pt x="562" y="532"/>
                  </a:cubicBezTo>
                  <a:cubicBezTo>
                    <a:pt x="563" y="532"/>
                    <a:pt x="563" y="532"/>
                    <a:pt x="563" y="532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4" y="532"/>
                    <a:pt x="564" y="532"/>
                    <a:pt x="564" y="532"/>
                  </a:cubicBezTo>
                  <a:cubicBezTo>
                    <a:pt x="565" y="533"/>
                    <a:pt x="565" y="533"/>
                    <a:pt x="565" y="533"/>
                  </a:cubicBezTo>
                  <a:cubicBezTo>
                    <a:pt x="566" y="532"/>
                    <a:pt x="566" y="532"/>
                    <a:pt x="566" y="532"/>
                  </a:cubicBezTo>
                  <a:cubicBezTo>
                    <a:pt x="567" y="531"/>
                    <a:pt x="567" y="531"/>
                    <a:pt x="567" y="531"/>
                  </a:cubicBezTo>
                  <a:cubicBezTo>
                    <a:pt x="568" y="530"/>
                    <a:pt x="568" y="530"/>
                    <a:pt x="568" y="530"/>
                  </a:cubicBezTo>
                  <a:cubicBezTo>
                    <a:pt x="569" y="530"/>
                    <a:pt x="569" y="530"/>
                    <a:pt x="569" y="530"/>
                  </a:cubicBezTo>
                  <a:cubicBezTo>
                    <a:pt x="569" y="528"/>
                    <a:pt x="569" y="528"/>
                    <a:pt x="569" y="528"/>
                  </a:cubicBezTo>
                  <a:cubicBezTo>
                    <a:pt x="569" y="526"/>
                    <a:pt x="569" y="526"/>
                    <a:pt x="569" y="526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7" y="528"/>
                    <a:pt x="567" y="528"/>
                    <a:pt x="567" y="528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6" y="526"/>
                    <a:pt x="566" y="526"/>
                    <a:pt x="566" y="526"/>
                  </a:cubicBezTo>
                  <a:cubicBezTo>
                    <a:pt x="564" y="526"/>
                    <a:pt x="564" y="526"/>
                    <a:pt x="564" y="526"/>
                  </a:cubicBezTo>
                  <a:cubicBezTo>
                    <a:pt x="565" y="526"/>
                    <a:pt x="565" y="526"/>
                    <a:pt x="565" y="526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8" y="525"/>
                    <a:pt x="568" y="525"/>
                    <a:pt x="568" y="525"/>
                  </a:cubicBezTo>
                  <a:cubicBezTo>
                    <a:pt x="569" y="524"/>
                    <a:pt x="569" y="524"/>
                    <a:pt x="569" y="524"/>
                  </a:cubicBezTo>
                  <a:cubicBezTo>
                    <a:pt x="568" y="522"/>
                    <a:pt x="568" y="522"/>
                    <a:pt x="568" y="522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8"/>
                    <a:pt x="569" y="518"/>
                    <a:pt x="569" y="518"/>
                  </a:cubicBezTo>
                  <a:cubicBezTo>
                    <a:pt x="568" y="517"/>
                    <a:pt x="568" y="517"/>
                    <a:pt x="568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8" y="516"/>
                    <a:pt x="568" y="516"/>
                    <a:pt x="568" y="516"/>
                  </a:cubicBezTo>
                  <a:cubicBezTo>
                    <a:pt x="567" y="515"/>
                    <a:pt x="567" y="515"/>
                    <a:pt x="567" y="515"/>
                  </a:cubicBezTo>
                  <a:cubicBezTo>
                    <a:pt x="567" y="514"/>
                    <a:pt x="567" y="514"/>
                    <a:pt x="567" y="514"/>
                  </a:cubicBezTo>
                  <a:cubicBezTo>
                    <a:pt x="568" y="513"/>
                    <a:pt x="568" y="513"/>
                    <a:pt x="568" y="513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8" y="510"/>
                    <a:pt x="568" y="510"/>
                    <a:pt x="568" y="510"/>
                  </a:cubicBezTo>
                  <a:cubicBezTo>
                    <a:pt x="567" y="508"/>
                    <a:pt x="567" y="508"/>
                    <a:pt x="567" y="508"/>
                  </a:cubicBezTo>
                  <a:cubicBezTo>
                    <a:pt x="566" y="507"/>
                    <a:pt x="566" y="507"/>
                    <a:pt x="566" y="507"/>
                  </a:cubicBezTo>
                  <a:cubicBezTo>
                    <a:pt x="567" y="507"/>
                    <a:pt x="567" y="507"/>
                    <a:pt x="567" y="507"/>
                  </a:cubicBezTo>
                  <a:cubicBezTo>
                    <a:pt x="567" y="504"/>
                    <a:pt x="567" y="504"/>
                    <a:pt x="567" y="504"/>
                  </a:cubicBezTo>
                  <a:cubicBezTo>
                    <a:pt x="567" y="505"/>
                    <a:pt x="567" y="505"/>
                    <a:pt x="567" y="505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70" y="508"/>
                    <a:pt x="570" y="508"/>
                    <a:pt x="570" y="508"/>
                  </a:cubicBezTo>
                  <a:cubicBezTo>
                    <a:pt x="570" y="509"/>
                    <a:pt x="570" y="509"/>
                    <a:pt x="570" y="509"/>
                  </a:cubicBezTo>
                  <a:cubicBezTo>
                    <a:pt x="570" y="510"/>
                    <a:pt x="570" y="510"/>
                    <a:pt x="570" y="510"/>
                  </a:cubicBezTo>
                  <a:cubicBezTo>
                    <a:pt x="570" y="511"/>
                    <a:pt x="570" y="511"/>
                    <a:pt x="570" y="511"/>
                  </a:cubicBezTo>
                  <a:cubicBezTo>
                    <a:pt x="569" y="512"/>
                    <a:pt x="569" y="512"/>
                    <a:pt x="569" y="512"/>
                  </a:cubicBezTo>
                  <a:cubicBezTo>
                    <a:pt x="569" y="514"/>
                    <a:pt x="569" y="514"/>
                    <a:pt x="569" y="514"/>
                  </a:cubicBezTo>
                  <a:cubicBezTo>
                    <a:pt x="569" y="517"/>
                    <a:pt x="569" y="517"/>
                    <a:pt x="569" y="517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571" y="515"/>
                    <a:pt x="571" y="515"/>
                    <a:pt x="571" y="515"/>
                  </a:cubicBezTo>
                  <a:cubicBezTo>
                    <a:pt x="571" y="513"/>
                    <a:pt x="571" y="513"/>
                    <a:pt x="571" y="513"/>
                  </a:cubicBezTo>
                  <a:cubicBezTo>
                    <a:pt x="571" y="514"/>
                    <a:pt x="571" y="514"/>
                    <a:pt x="571" y="514"/>
                  </a:cubicBezTo>
                  <a:cubicBezTo>
                    <a:pt x="573" y="513"/>
                    <a:pt x="573" y="513"/>
                    <a:pt x="573" y="513"/>
                  </a:cubicBezTo>
                  <a:cubicBezTo>
                    <a:pt x="573" y="512"/>
                    <a:pt x="573" y="512"/>
                    <a:pt x="573" y="512"/>
                  </a:cubicBezTo>
                  <a:cubicBezTo>
                    <a:pt x="574" y="510"/>
                    <a:pt x="574" y="510"/>
                    <a:pt x="574" y="510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6" y="507"/>
                    <a:pt x="576" y="507"/>
                    <a:pt x="576" y="507"/>
                  </a:cubicBezTo>
                  <a:cubicBezTo>
                    <a:pt x="578" y="504"/>
                    <a:pt x="578" y="504"/>
                    <a:pt x="578" y="504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81" y="498"/>
                    <a:pt x="581" y="498"/>
                    <a:pt x="581" y="498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3" y="497"/>
                    <a:pt x="583" y="497"/>
                    <a:pt x="583" y="497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4" y="494"/>
                    <a:pt x="584" y="494"/>
                    <a:pt x="584" y="494"/>
                  </a:cubicBezTo>
                  <a:cubicBezTo>
                    <a:pt x="585" y="493"/>
                    <a:pt x="585" y="493"/>
                    <a:pt x="585" y="493"/>
                  </a:cubicBezTo>
                  <a:cubicBezTo>
                    <a:pt x="586" y="493"/>
                    <a:pt x="586" y="493"/>
                    <a:pt x="586" y="493"/>
                  </a:cubicBezTo>
                  <a:cubicBezTo>
                    <a:pt x="586" y="492"/>
                    <a:pt x="586" y="492"/>
                    <a:pt x="586" y="492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8" y="487"/>
                    <a:pt x="588" y="487"/>
                    <a:pt x="588" y="487"/>
                  </a:cubicBezTo>
                  <a:cubicBezTo>
                    <a:pt x="588" y="486"/>
                    <a:pt x="588" y="486"/>
                    <a:pt x="588" y="486"/>
                  </a:cubicBezTo>
                  <a:cubicBezTo>
                    <a:pt x="588" y="485"/>
                    <a:pt x="588" y="485"/>
                    <a:pt x="588" y="485"/>
                  </a:cubicBezTo>
                  <a:cubicBezTo>
                    <a:pt x="590" y="484"/>
                    <a:pt x="590" y="484"/>
                    <a:pt x="590" y="484"/>
                  </a:cubicBezTo>
                  <a:cubicBezTo>
                    <a:pt x="591" y="484"/>
                    <a:pt x="591" y="484"/>
                    <a:pt x="591" y="484"/>
                  </a:cubicBezTo>
                  <a:cubicBezTo>
                    <a:pt x="592" y="484"/>
                    <a:pt x="592" y="484"/>
                    <a:pt x="592" y="484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6" y="483"/>
                    <a:pt x="596" y="483"/>
                    <a:pt x="596" y="483"/>
                  </a:cubicBezTo>
                  <a:cubicBezTo>
                    <a:pt x="598" y="483"/>
                    <a:pt x="598" y="483"/>
                    <a:pt x="598" y="483"/>
                  </a:cubicBezTo>
                  <a:cubicBezTo>
                    <a:pt x="600" y="483"/>
                    <a:pt x="600" y="483"/>
                    <a:pt x="600" y="483"/>
                  </a:cubicBezTo>
                  <a:cubicBezTo>
                    <a:pt x="600" y="482"/>
                    <a:pt x="600" y="482"/>
                    <a:pt x="600" y="482"/>
                  </a:cubicBezTo>
                  <a:cubicBezTo>
                    <a:pt x="601" y="482"/>
                    <a:pt x="601" y="482"/>
                    <a:pt x="601" y="482"/>
                  </a:cubicBezTo>
                  <a:cubicBezTo>
                    <a:pt x="603" y="482"/>
                    <a:pt x="603" y="482"/>
                    <a:pt x="603" y="482"/>
                  </a:cubicBezTo>
                  <a:cubicBezTo>
                    <a:pt x="606" y="479"/>
                    <a:pt x="606" y="479"/>
                    <a:pt x="606" y="479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4" y="479"/>
                    <a:pt x="604" y="479"/>
                    <a:pt x="604" y="479"/>
                  </a:cubicBezTo>
                  <a:cubicBezTo>
                    <a:pt x="607" y="478"/>
                    <a:pt x="607" y="478"/>
                    <a:pt x="607" y="478"/>
                  </a:cubicBezTo>
                  <a:cubicBezTo>
                    <a:pt x="609" y="478"/>
                    <a:pt x="609" y="478"/>
                    <a:pt x="609" y="478"/>
                  </a:cubicBezTo>
                  <a:cubicBezTo>
                    <a:pt x="610" y="478"/>
                    <a:pt x="610" y="478"/>
                    <a:pt x="610" y="478"/>
                  </a:cubicBezTo>
                  <a:cubicBezTo>
                    <a:pt x="612" y="476"/>
                    <a:pt x="612" y="476"/>
                    <a:pt x="612" y="476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2" y="477"/>
                    <a:pt x="612" y="477"/>
                    <a:pt x="612" y="477"/>
                  </a:cubicBezTo>
                  <a:cubicBezTo>
                    <a:pt x="611" y="477"/>
                    <a:pt x="611" y="477"/>
                    <a:pt x="611" y="477"/>
                  </a:cubicBezTo>
                  <a:cubicBezTo>
                    <a:pt x="612" y="479"/>
                    <a:pt x="612" y="479"/>
                    <a:pt x="612" y="479"/>
                  </a:cubicBezTo>
                  <a:cubicBezTo>
                    <a:pt x="614" y="479"/>
                    <a:pt x="614" y="479"/>
                    <a:pt x="614" y="479"/>
                  </a:cubicBezTo>
                  <a:cubicBezTo>
                    <a:pt x="614" y="478"/>
                    <a:pt x="614" y="478"/>
                    <a:pt x="614" y="478"/>
                  </a:cubicBezTo>
                  <a:cubicBezTo>
                    <a:pt x="617" y="478"/>
                    <a:pt x="617" y="478"/>
                    <a:pt x="617" y="478"/>
                  </a:cubicBezTo>
                  <a:cubicBezTo>
                    <a:pt x="615" y="477"/>
                    <a:pt x="615" y="477"/>
                    <a:pt x="615" y="477"/>
                  </a:cubicBezTo>
                  <a:cubicBezTo>
                    <a:pt x="618" y="475"/>
                    <a:pt x="618" y="475"/>
                    <a:pt x="618" y="475"/>
                  </a:cubicBezTo>
                  <a:cubicBezTo>
                    <a:pt x="620" y="473"/>
                    <a:pt x="620" y="473"/>
                    <a:pt x="620" y="473"/>
                  </a:cubicBezTo>
                  <a:cubicBezTo>
                    <a:pt x="619" y="470"/>
                    <a:pt x="619" y="470"/>
                    <a:pt x="619" y="470"/>
                  </a:cubicBezTo>
                  <a:cubicBezTo>
                    <a:pt x="617" y="470"/>
                    <a:pt x="617" y="470"/>
                    <a:pt x="617" y="470"/>
                  </a:cubicBezTo>
                  <a:cubicBezTo>
                    <a:pt x="617" y="472"/>
                    <a:pt x="617" y="472"/>
                    <a:pt x="617" y="472"/>
                  </a:cubicBezTo>
                  <a:cubicBezTo>
                    <a:pt x="617" y="473"/>
                    <a:pt x="617" y="473"/>
                    <a:pt x="617" y="473"/>
                  </a:cubicBezTo>
                  <a:cubicBezTo>
                    <a:pt x="615" y="473"/>
                    <a:pt x="615" y="473"/>
                    <a:pt x="615" y="473"/>
                  </a:cubicBezTo>
                  <a:cubicBezTo>
                    <a:pt x="615" y="472"/>
                    <a:pt x="615" y="472"/>
                    <a:pt x="615" y="472"/>
                  </a:cubicBezTo>
                  <a:cubicBezTo>
                    <a:pt x="614" y="470"/>
                    <a:pt x="614" y="470"/>
                    <a:pt x="614" y="470"/>
                  </a:cubicBezTo>
                  <a:cubicBezTo>
                    <a:pt x="613" y="469"/>
                    <a:pt x="613" y="469"/>
                    <a:pt x="613" y="469"/>
                  </a:cubicBezTo>
                  <a:cubicBezTo>
                    <a:pt x="615" y="466"/>
                    <a:pt x="615" y="466"/>
                    <a:pt x="615" y="466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4" y="464"/>
                    <a:pt x="614" y="464"/>
                    <a:pt x="614" y="464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5" y="463"/>
                    <a:pt x="615" y="463"/>
                    <a:pt x="615" y="463"/>
                  </a:cubicBezTo>
                  <a:cubicBezTo>
                    <a:pt x="616" y="462"/>
                    <a:pt x="616" y="462"/>
                    <a:pt x="616" y="462"/>
                  </a:cubicBezTo>
                  <a:cubicBezTo>
                    <a:pt x="617" y="459"/>
                    <a:pt x="617" y="459"/>
                    <a:pt x="617" y="459"/>
                  </a:cubicBezTo>
                  <a:cubicBezTo>
                    <a:pt x="620" y="457"/>
                    <a:pt x="620" y="457"/>
                    <a:pt x="620" y="457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2" y="455"/>
                    <a:pt x="622" y="455"/>
                    <a:pt x="622" y="455"/>
                  </a:cubicBezTo>
                  <a:cubicBezTo>
                    <a:pt x="623" y="455"/>
                    <a:pt x="623" y="455"/>
                    <a:pt x="623" y="455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6" y="454"/>
                    <a:pt x="626" y="454"/>
                    <a:pt x="626" y="454"/>
                  </a:cubicBezTo>
                  <a:cubicBezTo>
                    <a:pt x="627" y="453"/>
                    <a:pt x="627" y="453"/>
                    <a:pt x="627" y="453"/>
                  </a:cubicBezTo>
                  <a:cubicBezTo>
                    <a:pt x="627" y="454"/>
                    <a:pt x="627" y="454"/>
                    <a:pt x="627" y="454"/>
                  </a:cubicBezTo>
                  <a:cubicBezTo>
                    <a:pt x="628" y="453"/>
                    <a:pt x="628" y="453"/>
                    <a:pt x="628" y="453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1" y="451"/>
                    <a:pt x="631" y="451"/>
                    <a:pt x="631" y="451"/>
                  </a:cubicBezTo>
                  <a:cubicBezTo>
                    <a:pt x="633" y="451"/>
                    <a:pt x="633" y="451"/>
                    <a:pt x="633" y="451"/>
                  </a:cubicBezTo>
                  <a:cubicBezTo>
                    <a:pt x="634" y="449"/>
                    <a:pt x="634" y="449"/>
                    <a:pt x="634" y="449"/>
                  </a:cubicBezTo>
                  <a:cubicBezTo>
                    <a:pt x="635" y="449"/>
                    <a:pt x="635" y="449"/>
                    <a:pt x="635" y="449"/>
                  </a:cubicBezTo>
                  <a:cubicBezTo>
                    <a:pt x="635" y="451"/>
                    <a:pt x="635" y="451"/>
                    <a:pt x="635" y="451"/>
                  </a:cubicBezTo>
                  <a:cubicBezTo>
                    <a:pt x="637" y="451"/>
                    <a:pt x="637" y="451"/>
                    <a:pt x="637" y="451"/>
                  </a:cubicBezTo>
                  <a:cubicBezTo>
                    <a:pt x="638" y="449"/>
                    <a:pt x="638" y="449"/>
                    <a:pt x="638" y="449"/>
                  </a:cubicBezTo>
                  <a:cubicBezTo>
                    <a:pt x="639" y="450"/>
                    <a:pt x="639" y="450"/>
                    <a:pt x="639" y="450"/>
                  </a:cubicBezTo>
                  <a:cubicBezTo>
                    <a:pt x="640" y="449"/>
                    <a:pt x="640" y="449"/>
                    <a:pt x="640" y="449"/>
                  </a:cubicBezTo>
                  <a:cubicBezTo>
                    <a:pt x="642" y="448"/>
                    <a:pt x="642" y="448"/>
                    <a:pt x="642" y="448"/>
                  </a:cubicBezTo>
                  <a:cubicBezTo>
                    <a:pt x="643" y="449"/>
                    <a:pt x="643" y="449"/>
                    <a:pt x="643" y="449"/>
                  </a:cubicBezTo>
                  <a:cubicBezTo>
                    <a:pt x="644" y="448"/>
                    <a:pt x="644" y="448"/>
                    <a:pt x="644" y="448"/>
                  </a:cubicBezTo>
                  <a:cubicBezTo>
                    <a:pt x="645" y="448"/>
                    <a:pt x="645" y="448"/>
                    <a:pt x="645" y="448"/>
                  </a:cubicBezTo>
                  <a:cubicBezTo>
                    <a:pt x="646" y="448"/>
                    <a:pt x="646" y="448"/>
                    <a:pt x="646" y="448"/>
                  </a:cubicBezTo>
                  <a:cubicBezTo>
                    <a:pt x="648" y="446"/>
                    <a:pt x="648" y="446"/>
                    <a:pt x="648" y="446"/>
                  </a:cubicBezTo>
                  <a:cubicBezTo>
                    <a:pt x="646" y="445"/>
                    <a:pt x="646" y="445"/>
                    <a:pt x="646" y="445"/>
                  </a:cubicBezTo>
                  <a:cubicBezTo>
                    <a:pt x="645" y="446"/>
                    <a:pt x="645" y="446"/>
                    <a:pt x="645" y="446"/>
                  </a:cubicBezTo>
                  <a:cubicBezTo>
                    <a:pt x="645" y="445"/>
                    <a:pt x="645" y="445"/>
                    <a:pt x="645" y="445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7" y="444"/>
                    <a:pt x="647" y="444"/>
                    <a:pt x="647" y="444"/>
                  </a:cubicBezTo>
                  <a:cubicBezTo>
                    <a:pt x="648" y="444"/>
                    <a:pt x="648" y="444"/>
                    <a:pt x="648" y="444"/>
                  </a:cubicBezTo>
                  <a:cubicBezTo>
                    <a:pt x="649" y="444"/>
                    <a:pt x="649" y="444"/>
                    <a:pt x="649" y="444"/>
                  </a:cubicBezTo>
                  <a:cubicBezTo>
                    <a:pt x="651" y="444"/>
                    <a:pt x="651" y="444"/>
                    <a:pt x="651" y="444"/>
                  </a:cubicBezTo>
                  <a:cubicBezTo>
                    <a:pt x="651" y="443"/>
                    <a:pt x="651" y="443"/>
                    <a:pt x="651" y="443"/>
                  </a:cubicBezTo>
                  <a:cubicBezTo>
                    <a:pt x="652" y="444"/>
                    <a:pt x="652" y="444"/>
                    <a:pt x="652" y="444"/>
                  </a:cubicBezTo>
                  <a:cubicBezTo>
                    <a:pt x="656" y="443"/>
                    <a:pt x="656" y="443"/>
                    <a:pt x="656" y="443"/>
                  </a:cubicBezTo>
                  <a:cubicBezTo>
                    <a:pt x="657" y="442"/>
                    <a:pt x="657" y="442"/>
                    <a:pt x="657" y="442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2"/>
                    <a:pt x="659" y="442"/>
                    <a:pt x="659" y="442"/>
                  </a:cubicBezTo>
                  <a:cubicBezTo>
                    <a:pt x="657" y="444"/>
                    <a:pt x="657" y="444"/>
                    <a:pt x="657" y="444"/>
                  </a:cubicBezTo>
                  <a:cubicBezTo>
                    <a:pt x="654" y="445"/>
                    <a:pt x="654" y="445"/>
                    <a:pt x="654" y="445"/>
                  </a:cubicBezTo>
                  <a:cubicBezTo>
                    <a:pt x="651" y="446"/>
                    <a:pt x="651" y="446"/>
                    <a:pt x="651" y="446"/>
                  </a:cubicBezTo>
                  <a:cubicBezTo>
                    <a:pt x="651" y="448"/>
                    <a:pt x="651" y="448"/>
                    <a:pt x="651" y="448"/>
                  </a:cubicBezTo>
                  <a:cubicBezTo>
                    <a:pt x="649" y="449"/>
                    <a:pt x="649" y="449"/>
                    <a:pt x="649" y="449"/>
                  </a:cubicBezTo>
                  <a:cubicBezTo>
                    <a:pt x="648" y="451"/>
                    <a:pt x="648" y="451"/>
                    <a:pt x="648" y="451"/>
                  </a:cubicBezTo>
                  <a:cubicBezTo>
                    <a:pt x="648" y="453"/>
                    <a:pt x="648" y="453"/>
                    <a:pt x="648" y="453"/>
                  </a:cubicBezTo>
                  <a:cubicBezTo>
                    <a:pt x="648" y="455"/>
                    <a:pt x="648" y="455"/>
                    <a:pt x="648" y="455"/>
                  </a:cubicBezTo>
                  <a:cubicBezTo>
                    <a:pt x="648" y="457"/>
                    <a:pt x="648" y="457"/>
                    <a:pt x="648" y="457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8"/>
                    <a:pt x="650" y="458"/>
                    <a:pt x="650" y="458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3" y="460"/>
                    <a:pt x="653" y="460"/>
                    <a:pt x="653" y="460"/>
                  </a:cubicBezTo>
                  <a:cubicBezTo>
                    <a:pt x="655" y="458"/>
                    <a:pt x="655" y="458"/>
                    <a:pt x="655" y="458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6" y="457"/>
                    <a:pt x="656" y="457"/>
                    <a:pt x="656" y="457"/>
                  </a:cubicBezTo>
                  <a:cubicBezTo>
                    <a:pt x="657" y="456"/>
                    <a:pt x="657" y="456"/>
                    <a:pt x="657" y="456"/>
                  </a:cubicBezTo>
                  <a:cubicBezTo>
                    <a:pt x="659" y="456"/>
                    <a:pt x="659" y="456"/>
                    <a:pt x="659" y="456"/>
                  </a:cubicBezTo>
                  <a:cubicBezTo>
                    <a:pt x="661" y="453"/>
                    <a:pt x="661" y="453"/>
                    <a:pt x="661" y="453"/>
                  </a:cubicBezTo>
                  <a:cubicBezTo>
                    <a:pt x="664" y="451"/>
                    <a:pt x="664" y="451"/>
                    <a:pt x="664" y="451"/>
                  </a:cubicBezTo>
                  <a:cubicBezTo>
                    <a:pt x="663" y="450"/>
                    <a:pt x="663" y="450"/>
                    <a:pt x="663" y="450"/>
                  </a:cubicBezTo>
                  <a:cubicBezTo>
                    <a:pt x="664" y="449"/>
                    <a:pt x="664" y="449"/>
                    <a:pt x="664" y="449"/>
                  </a:cubicBezTo>
                  <a:cubicBezTo>
                    <a:pt x="665" y="449"/>
                    <a:pt x="665" y="449"/>
                    <a:pt x="665" y="449"/>
                  </a:cubicBezTo>
                  <a:cubicBezTo>
                    <a:pt x="665" y="448"/>
                    <a:pt x="665" y="448"/>
                    <a:pt x="665" y="448"/>
                  </a:cubicBezTo>
                  <a:cubicBezTo>
                    <a:pt x="666" y="450"/>
                    <a:pt x="666" y="450"/>
                    <a:pt x="666" y="450"/>
                  </a:cubicBezTo>
                  <a:cubicBezTo>
                    <a:pt x="669" y="450"/>
                    <a:pt x="669" y="450"/>
                    <a:pt x="669" y="450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72" y="448"/>
                    <a:pt x="672" y="448"/>
                    <a:pt x="672" y="448"/>
                  </a:cubicBezTo>
                  <a:cubicBezTo>
                    <a:pt x="674" y="448"/>
                    <a:pt x="674" y="448"/>
                    <a:pt x="674" y="448"/>
                  </a:cubicBezTo>
                  <a:cubicBezTo>
                    <a:pt x="676" y="447"/>
                    <a:pt x="676" y="447"/>
                    <a:pt x="676" y="447"/>
                  </a:cubicBezTo>
                  <a:cubicBezTo>
                    <a:pt x="678" y="447"/>
                    <a:pt x="678" y="447"/>
                    <a:pt x="678" y="447"/>
                  </a:cubicBezTo>
                  <a:cubicBezTo>
                    <a:pt x="681" y="445"/>
                    <a:pt x="681" y="445"/>
                    <a:pt x="681" y="445"/>
                  </a:cubicBezTo>
                  <a:cubicBezTo>
                    <a:pt x="683" y="444"/>
                    <a:pt x="683" y="444"/>
                    <a:pt x="683" y="444"/>
                  </a:cubicBezTo>
                  <a:cubicBezTo>
                    <a:pt x="685" y="444"/>
                    <a:pt x="685" y="444"/>
                    <a:pt x="685" y="444"/>
                  </a:cubicBezTo>
                  <a:cubicBezTo>
                    <a:pt x="686" y="445"/>
                    <a:pt x="686" y="445"/>
                    <a:pt x="686" y="445"/>
                  </a:cubicBezTo>
                  <a:cubicBezTo>
                    <a:pt x="688" y="444"/>
                    <a:pt x="688" y="444"/>
                    <a:pt x="688" y="444"/>
                  </a:cubicBezTo>
                  <a:cubicBezTo>
                    <a:pt x="686" y="442"/>
                    <a:pt x="686" y="442"/>
                    <a:pt x="686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1"/>
                    <a:pt x="685" y="441"/>
                    <a:pt x="685" y="441"/>
                  </a:cubicBezTo>
                  <a:cubicBezTo>
                    <a:pt x="686" y="441"/>
                    <a:pt x="686" y="441"/>
                    <a:pt x="686" y="441"/>
                  </a:cubicBezTo>
                  <a:cubicBezTo>
                    <a:pt x="687" y="443"/>
                    <a:pt x="687" y="443"/>
                    <a:pt x="687" y="443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688" y="441"/>
                    <a:pt x="688" y="441"/>
                    <a:pt x="688" y="441"/>
                  </a:cubicBezTo>
                  <a:cubicBezTo>
                    <a:pt x="689" y="441"/>
                    <a:pt x="689" y="441"/>
                    <a:pt x="689" y="441"/>
                  </a:cubicBezTo>
                  <a:cubicBezTo>
                    <a:pt x="690" y="441"/>
                    <a:pt x="690" y="441"/>
                    <a:pt x="690" y="441"/>
                  </a:cubicBezTo>
                  <a:cubicBezTo>
                    <a:pt x="693" y="440"/>
                    <a:pt x="693" y="440"/>
                    <a:pt x="693" y="440"/>
                  </a:cubicBezTo>
                  <a:cubicBezTo>
                    <a:pt x="695" y="439"/>
                    <a:pt x="695" y="439"/>
                    <a:pt x="695" y="439"/>
                  </a:cubicBezTo>
                  <a:cubicBezTo>
                    <a:pt x="696" y="439"/>
                    <a:pt x="696" y="439"/>
                    <a:pt x="696" y="439"/>
                  </a:cubicBezTo>
                  <a:cubicBezTo>
                    <a:pt x="698" y="438"/>
                    <a:pt x="698" y="438"/>
                    <a:pt x="698" y="438"/>
                  </a:cubicBezTo>
                  <a:cubicBezTo>
                    <a:pt x="697" y="437"/>
                    <a:pt x="697" y="437"/>
                    <a:pt x="697" y="437"/>
                  </a:cubicBezTo>
                  <a:cubicBezTo>
                    <a:pt x="697" y="435"/>
                    <a:pt x="697" y="435"/>
                    <a:pt x="697" y="435"/>
                  </a:cubicBezTo>
                  <a:cubicBezTo>
                    <a:pt x="695" y="434"/>
                    <a:pt x="695" y="434"/>
                    <a:pt x="695" y="434"/>
                  </a:cubicBezTo>
                  <a:cubicBezTo>
                    <a:pt x="693" y="435"/>
                    <a:pt x="693" y="435"/>
                    <a:pt x="693" y="435"/>
                  </a:cubicBezTo>
                  <a:cubicBezTo>
                    <a:pt x="693" y="434"/>
                    <a:pt x="693" y="434"/>
                    <a:pt x="693" y="434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4" y="430"/>
                    <a:pt x="694" y="430"/>
                    <a:pt x="694" y="430"/>
                  </a:cubicBezTo>
                  <a:cubicBezTo>
                    <a:pt x="694" y="429"/>
                    <a:pt x="694" y="429"/>
                    <a:pt x="694" y="429"/>
                  </a:cubicBezTo>
                  <a:cubicBezTo>
                    <a:pt x="693" y="429"/>
                    <a:pt x="693" y="429"/>
                    <a:pt x="693" y="429"/>
                  </a:cubicBezTo>
                  <a:cubicBezTo>
                    <a:pt x="694" y="428"/>
                    <a:pt x="694" y="428"/>
                    <a:pt x="694" y="428"/>
                  </a:cubicBezTo>
                  <a:cubicBezTo>
                    <a:pt x="693" y="427"/>
                    <a:pt x="693" y="427"/>
                    <a:pt x="693" y="427"/>
                  </a:cubicBezTo>
                  <a:cubicBezTo>
                    <a:pt x="691" y="427"/>
                    <a:pt x="691" y="427"/>
                    <a:pt x="691" y="427"/>
                  </a:cubicBezTo>
                  <a:cubicBezTo>
                    <a:pt x="691" y="428"/>
                    <a:pt x="691" y="428"/>
                    <a:pt x="691" y="428"/>
                  </a:cubicBezTo>
                  <a:cubicBezTo>
                    <a:pt x="689" y="430"/>
                    <a:pt x="689" y="430"/>
                    <a:pt x="689" y="430"/>
                  </a:cubicBezTo>
                  <a:cubicBezTo>
                    <a:pt x="688" y="431"/>
                    <a:pt x="688" y="431"/>
                    <a:pt x="688" y="431"/>
                  </a:cubicBezTo>
                  <a:cubicBezTo>
                    <a:pt x="687" y="432"/>
                    <a:pt x="687" y="432"/>
                    <a:pt x="687" y="432"/>
                  </a:cubicBezTo>
                  <a:cubicBezTo>
                    <a:pt x="686" y="434"/>
                    <a:pt x="686" y="434"/>
                    <a:pt x="686" y="434"/>
                  </a:cubicBezTo>
                  <a:cubicBezTo>
                    <a:pt x="684" y="435"/>
                    <a:pt x="684" y="435"/>
                    <a:pt x="684" y="435"/>
                  </a:cubicBezTo>
                  <a:cubicBezTo>
                    <a:pt x="683" y="437"/>
                    <a:pt x="683" y="437"/>
                    <a:pt x="683" y="437"/>
                  </a:cubicBezTo>
                  <a:cubicBezTo>
                    <a:pt x="684" y="438"/>
                    <a:pt x="684" y="438"/>
                    <a:pt x="684" y="438"/>
                  </a:cubicBezTo>
                  <a:cubicBezTo>
                    <a:pt x="684" y="440"/>
                    <a:pt x="684" y="440"/>
                    <a:pt x="684" y="440"/>
                  </a:cubicBezTo>
                  <a:cubicBezTo>
                    <a:pt x="683" y="439"/>
                    <a:pt x="683" y="439"/>
                    <a:pt x="683" y="439"/>
                  </a:cubicBezTo>
                  <a:cubicBezTo>
                    <a:pt x="681" y="439"/>
                    <a:pt x="681" y="439"/>
                    <a:pt x="681" y="439"/>
                  </a:cubicBezTo>
                  <a:cubicBezTo>
                    <a:pt x="681" y="437"/>
                    <a:pt x="681" y="437"/>
                    <a:pt x="681" y="437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6" y="439"/>
                    <a:pt x="676" y="439"/>
                    <a:pt x="676" y="439"/>
                  </a:cubicBezTo>
                  <a:cubicBezTo>
                    <a:pt x="676" y="438"/>
                    <a:pt x="676" y="438"/>
                    <a:pt x="676" y="438"/>
                  </a:cubicBezTo>
                  <a:cubicBezTo>
                    <a:pt x="673" y="437"/>
                    <a:pt x="673" y="437"/>
                    <a:pt x="673" y="437"/>
                  </a:cubicBezTo>
                  <a:cubicBezTo>
                    <a:pt x="672" y="438"/>
                    <a:pt x="672" y="438"/>
                    <a:pt x="672" y="438"/>
                  </a:cubicBezTo>
                  <a:cubicBezTo>
                    <a:pt x="671" y="437"/>
                    <a:pt x="671" y="437"/>
                    <a:pt x="671" y="437"/>
                  </a:cubicBezTo>
                  <a:cubicBezTo>
                    <a:pt x="669" y="437"/>
                    <a:pt x="669" y="437"/>
                    <a:pt x="669" y="437"/>
                  </a:cubicBezTo>
                  <a:cubicBezTo>
                    <a:pt x="668" y="436"/>
                    <a:pt x="668" y="436"/>
                    <a:pt x="668" y="436"/>
                  </a:cubicBezTo>
                  <a:cubicBezTo>
                    <a:pt x="669" y="436"/>
                    <a:pt x="669" y="436"/>
                    <a:pt x="669" y="436"/>
                  </a:cubicBezTo>
                  <a:cubicBezTo>
                    <a:pt x="670" y="434"/>
                    <a:pt x="670" y="434"/>
                    <a:pt x="670" y="434"/>
                  </a:cubicBezTo>
                  <a:cubicBezTo>
                    <a:pt x="671" y="435"/>
                    <a:pt x="671" y="435"/>
                    <a:pt x="671" y="435"/>
                  </a:cubicBezTo>
                  <a:cubicBezTo>
                    <a:pt x="674" y="435"/>
                    <a:pt x="674" y="435"/>
                    <a:pt x="674" y="435"/>
                  </a:cubicBezTo>
                  <a:cubicBezTo>
                    <a:pt x="674" y="436"/>
                    <a:pt x="674" y="436"/>
                    <a:pt x="674" y="436"/>
                  </a:cubicBezTo>
                  <a:cubicBezTo>
                    <a:pt x="676" y="437"/>
                    <a:pt x="676" y="437"/>
                    <a:pt x="676" y="437"/>
                  </a:cubicBezTo>
                  <a:cubicBezTo>
                    <a:pt x="678" y="437"/>
                    <a:pt x="678" y="437"/>
                    <a:pt x="678" y="437"/>
                  </a:cubicBezTo>
                  <a:cubicBezTo>
                    <a:pt x="679" y="435"/>
                    <a:pt x="679" y="435"/>
                    <a:pt x="679" y="435"/>
                  </a:cubicBezTo>
                  <a:cubicBezTo>
                    <a:pt x="678" y="434"/>
                    <a:pt x="678" y="434"/>
                    <a:pt x="678" y="434"/>
                  </a:cubicBezTo>
                  <a:cubicBezTo>
                    <a:pt x="679" y="433"/>
                    <a:pt x="679" y="433"/>
                    <a:pt x="679" y="433"/>
                  </a:cubicBezTo>
                  <a:cubicBezTo>
                    <a:pt x="680" y="433"/>
                    <a:pt x="680" y="433"/>
                    <a:pt x="680" y="433"/>
                  </a:cubicBezTo>
                  <a:cubicBezTo>
                    <a:pt x="682" y="431"/>
                    <a:pt x="682" y="431"/>
                    <a:pt x="682" y="431"/>
                  </a:cubicBezTo>
                  <a:cubicBezTo>
                    <a:pt x="678" y="431"/>
                    <a:pt x="678" y="431"/>
                    <a:pt x="678" y="431"/>
                  </a:cubicBezTo>
                  <a:cubicBezTo>
                    <a:pt x="677" y="431"/>
                    <a:pt x="677" y="431"/>
                    <a:pt x="677" y="431"/>
                  </a:cubicBezTo>
                  <a:cubicBezTo>
                    <a:pt x="676" y="432"/>
                    <a:pt x="676" y="432"/>
                    <a:pt x="676" y="432"/>
                  </a:cubicBezTo>
                  <a:cubicBezTo>
                    <a:pt x="675" y="432"/>
                    <a:pt x="675" y="432"/>
                    <a:pt x="675" y="432"/>
                  </a:cubicBezTo>
                  <a:cubicBezTo>
                    <a:pt x="674" y="431"/>
                    <a:pt x="674" y="431"/>
                    <a:pt x="674" y="431"/>
                  </a:cubicBezTo>
                  <a:cubicBezTo>
                    <a:pt x="673" y="431"/>
                    <a:pt x="673" y="431"/>
                    <a:pt x="673" y="431"/>
                  </a:cubicBezTo>
                  <a:cubicBezTo>
                    <a:pt x="671" y="430"/>
                    <a:pt x="671" y="430"/>
                    <a:pt x="671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29"/>
                    <a:pt x="669" y="429"/>
                    <a:pt x="669" y="429"/>
                  </a:cubicBezTo>
                  <a:cubicBezTo>
                    <a:pt x="668" y="428"/>
                    <a:pt x="668" y="428"/>
                    <a:pt x="668" y="428"/>
                  </a:cubicBezTo>
                  <a:cubicBezTo>
                    <a:pt x="670" y="427"/>
                    <a:pt x="670" y="427"/>
                    <a:pt x="670" y="427"/>
                  </a:cubicBezTo>
                  <a:cubicBezTo>
                    <a:pt x="669" y="425"/>
                    <a:pt x="669" y="425"/>
                    <a:pt x="669" y="425"/>
                  </a:cubicBezTo>
                  <a:cubicBezTo>
                    <a:pt x="665" y="427"/>
                    <a:pt x="665" y="427"/>
                    <a:pt x="665" y="427"/>
                  </a:cubicBezTo>
                  <a:cubicBezTo>
                    <a:pt x="665" y="429"/>
                    <a:pt x="665" y="429"/>
                    <a:pt x="665" y="429"/>
                  </a:cubicBezTo>
                  <a:cubicBezTo>
                    <a:pt x="665" y="430"/>
                    <a:pt x="665" y="430"/>
                    <a:pt x="665" y="430"/>
                  </a:cubicBezTo>
                  <a:cubicBezTo>
                    <a:pt x="666" y="430"/>
                    <a:pt x="666" y="430"/>
                    <a:pt x="666" y="430"/>
                  </a:cubicBezTo>
                  <a:cubicBezTo>
                    <a:pt x="667" y="430"/>
                    <a:pt x="667" y="430"/>
                    <a:pt x="667" y="430"/>
                  </a:cubicBezTo>
                  <a:cubicBezTo>
                    <a:pt x="667" y="431"/>
                    <a:pt x="667" y="431"/>
                    <a:pt x="667" y="431"/>
                  </a:cubicBezTo>
                  <a:cubicBezTo>
                    <a:pt x="668" y="432"/>
                    <a:pt x="668" y="432"/>
                    <a:pt x="668" y="432"/>
                  </a:cubicBezTo>
                  <a:cubicBezTo>
                    <a:pt x="668" y="433"/>
                    <a:pt x="668" y="433"/>
                    <a:pt x="668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4"/>
                    <a:pt x="669" y="434"/>
                    <a:pt x="669" y="434"/>
                  </a:cubicBezTo>
                  <a:cubicBezTo>
                    <a:pt x="667" y="434"/>
                    <a:pt x="667" y="434"/>
                    <a:pt x="667" y="434"/>
                  </a:cubicBezTo>
                  <a:cubicBezTo>
                    <a:pt x="666" y="433"/>
                    <a:pt x="666" y="433"/>
                    <a:pt x="666" y="433"/>
                  </a:cubicBezTo>
                  <a:cubicBezTo>
                    <a:pt x="665" y="433"/>
                    <a:pt x="665" y="433"/>
                    <a:pt x="665" y="433"/>
                  </a:cubicBezTo>
                  <a:cubicBezTo>
                    <a:pt x="664" y="432"/>
                    <a:pt x="664" y="432"/>
                    <a:pt x="664" y="432"/>
                  </a:cubicBezTo>
                  <a:cubicBezTo>
                    <a:pt x="664" y="431"/>
                    <a:pt x="664" y="431"/>
                    <a:pt x="664" y="431"/>
                  </a:cubicBezTo>
                  <a:cubicBezTo>
                    <a:pt x="663" y="430"/>
                    <a:pt x="663" y="430"/>
                    <a:pt x="663" y="430"/>
                  </a:cubicBezTo>
                  <a:cubicBezTo>
                    <a:pt x="664" y="428"/>
                    <a:pt x="664" y="428"/>
                    <a:pt x="664" y="428"/>
                  </a:cubicBezTo>
                  <a:cubicBezTo>
                    <a:pt x="663" y="427"/>
                    <a:pt x="663" y="427"/>
                    <a:pt x="663" y="427"/>
                  </a:cubicBezTo>
                  <a:cubicBezTo>
                    <a:pt x="663" y="426"/>
                    <a:pt x="663" y="426"/>
                    <a:pt x="663" y="426"/>
                  </a:cubicBezTo>
                  <a:cubicBezTo>
                    <a:pt x="663" y="425"/>
                    <a:pt x="663" y="425"/>
                    <a:pt x="663" y="425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4" y="421"/>
                    <a:pt x="664" y="421"/>
                    <a:pt x="664" y="421"/>
                  </a:cubicBezTo>
                  <a:cubicBezTo>
                    <a:pt x="666" y="420"/>
                    <a:pt x="666" y="420"/>
                    <a:pt x="666" y="420"/>
                  </a:cubicBezTo>
                  <a:cubicBezTo>
                    <a:pt x="665" y="418"/>
                    <a:pt x="665" y="418"/>
                    <a:pt x="665" y="418"/>
                  </a:cubicBezTo>
                  <a:cubicBezTo>
                    <a:pt x="664" y="418"/>
                    <a:pt x="664" y="418"/>
                    <a:pt x="664" y="418"/>
                  </a:cubicBezTo>
                  <a:cubicBezTo>
                    <a:pt x="664" y="417"/>
                    <a:pt x="664" y="417"/>
                    <a:pt x="664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0" y="418"/>
                    <a:pt x="660" y="418"/>
                    <a:pt x="660" y="418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8" y="417"/>
                    <a:pt x="658" y="417"/>
                    <a:pt x="658" y="417"/>
                  </a:cubicBezTo>
                  <a:cubicBezTo>
                    <a:pt x="656" y="416"/>
                    <a:pt x="656" y="416"/>
                    <a:pt x="656" y="416"/>
                  </a:cubicBezTo>
                  <a:cubicBezTo>
                    <a:pt x="657" y="416"/>
                    <a:pt x="657" y="416"/>
                    <a:pt x="657" y="416"/>
                  </a:cubicBezTo>
                  <a:cubicBezTo>
                    <a:pt x="658" y="416"/>
                    <a:pt x="658" y="416"/>
                    <a:pt x="658" y="416"/>
                  </a:cubicBezTo>
                  <a:cubicBezTo>
                    <a:pt x="660" y="417"/>
                    <a:pt x="660" y="417"/>
                    <a:pt x="660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65" y="416"/>
                    <a:pt x="665" y="416"/>
                    <a:pt x="665" y="416"/>
                  </a:cubicBezTo>
                  <a:cubicBezTo>
                    <a:pt x="666" y="414"/>
                    <a:pt x="666" y="414"/>
                    <a:pt x="666" y="414"/>
                  </a:cubicBezTo>
                  <a:cubicBezTo>
                    <a:pt x="668" y="414"/>
                    <a:pt x="668" y="414"/>
                    <a:pt x="668" y="414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69" y="411"/>
                    <a:pt x="669" y="411"/>
                    <a:pt x="669" y="411"/>
                  </a:cubicBezTo>
                  <a:cubicBezTo>
                    <a:pt x="670" y="410"/>
                    <a:pt x="670" y="410"/>
                    <a:pt x="670" y="410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7"/>
                    <a:pt x="669" y="407"/>
                    <a:pt x="669" y="407"/>
                  </a:cubicBezTo>
                  <a:cubicBezTo>
                    <a:pt x="665" y="405"/>
                    <a:pt x="665" y="405"/>
                    <a:pt x="665" y="405"/>
                  </a:cubicBezTo>
                  <a:cubicBezTo>
                    <a:pt x="663" y="404"/>
                    <a:pt x="663" y="404"/>
                    <a:pt x="663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6" y="405"/>
                    <a:pt x="656" y="405"/>
                    <a:pt x="656" y="405"/>
                  </a:cubicBezTo>
                  <a:cubicBezTo>
                    <a:pt x="654" y="405"/>
                    <a:pt x="654" y="405"/>
                    <a:pt x="654" y="405"/>
                  </a:cubicBezTo>
                  <a:cubicBezTo>
                    <a:pt x="650" y="407"/>
                    <a:pt x="650" y="407"/>
                    <a:pt x="650" y="407"/>
                  </a:cubicBezTo>
                  <a:cubicBezTo>
                    <a:pt x="646" y="407"/>
                    <a:pt x="646" y="407"/>
                    <a:pt x="646" y="407"/>
                  </a:cubicBezTo>
                  <a:cubicBezTo>
                    <a:pt x="644" y="408"/>
                    <a:pt x="644" y="408"/>
                    <a:pt x="644" y="408"/>
                  </a:cubicBezTo>
                  <a:cubicBezTo>
                    <a:pt x="642" y="409"/>
                    <a:pt x="642" y="409"/>
                    <a:pt x="642" y="409"/>
                  </a:cubicBezTo>
                  <a:cubicBezTo>
                    <a:pt x="638" y="411"/>
                    <a:pt x="638" y="411"/>
                    <a:pt x="638" y="411"/>
                  </a:cubicBezTo>
                  <a:cubicBezTo>
                    <a:pt x="633" y="414"/>
                    <a:pt x="633" y="414"/>
                    <a:pt x="633" y="414"/>
                  </a:cubicBezTo>
                  <a:cubicBezTo>
                    <a:pt x="629" y="418"/>
                    <a:pt x="629" y="418"/>
                    <a:pt x="629" y="418"/>
                  </a:cubicBezTo>
                  <a:cubicBezTo>
                    <a:pt x="628" y="418"/>
                    <a:pt x="628" y="418"/>
                    <a:pt x="628" y="418"/>
                  </a:cubicBezTo>
                  <a:cubicBezTo>
                    <a:pt x="626" y="420"/>
                    <a:pt x="626" y="420"/>
                    <a:pt x="626" y="420"/>
                  </a:cubicBezTo>
                  <a:cubicBezTo>
                    <a:pt x="625" y="422"/>
                    <a:pt x="625" y="422"/>
                    <a:pt x="625" y="422"/>
                  </a:cubicBezTo>
                  <a:cubicBezTo>
                    <a:pt x="622" y="424"/>
                    <a:pt x="622" y="424"/>
                    <a:pt x="622" y="424"/>
                  </a:cubicBezTo>
                  <a:cubicBezTo>
                    <a:pt x="620" y="425"/>
                    <a:pt x="620" y="425"/>
                    <a:pt x="620" y="425"/>
                  </a:cubicBezTo>
                  <a:cubicBezTo>
                    <a:pt x="624" y="423"/>
                    <a:pt x="624" y="423"/>
                    <a:pt x="624" y="423"/>
                  </a:cubicBezTo>
                  <a:cubicBezTo>
                    <a:pt x="625" y="421"/>
                    <a:pt x="625" y="421"/>
                    <a:pt x="625" y="421"/>
                  </a:cubicBezTo>
                  <a:cubicBezTo>
                    <a:pt x="625" y="419"/>
                    <a:pt x="625" y="419"/>
                    <a:pt x="625" y="419"/>
                  </a:cubicBezTo>
                  <a:cubicBezTo>
                    <a:pt x="627" y="419"/>
                    <a:pt x="627" y="419"/>
                    <a:pt x="627" y="419"/>
                  </a:cubicBezTo>
                  <a:cubicBezTo>
                    <a:pt x="628" y="417"/>
                    <a:pt x="628" y="417"/>
                    <a:pt x="628" y="417"/>
                  </a:cubicBezTo>
                  <a:cubicBezTo>
                    <a:pt x="630" y="416"/>
                    <a:pt x="630" y="416"/>
                    <a:pt x="630" y="416"/>
                  </a:cubicBezTo>
                  <a:cubicBezTo>
                    <a:pt x="631" y="414"/>
                    <a:pt x="631" y="414"/>
                    <a:pt x="631" y="414"/>
                  </a:cubicBezTo>
                  <a:cubicBezTo>
                    <a:pt x="634" y="412"/>
                    <a:pt x="634" y="412"/>
                    <a:pt x="634" y="412"/>
                  </a:cubicBezTo>
                  <a:cubicBezTo>
                    <a:pt x="636" y="410"/>
                    <a:pt x="636" y="410"/>
                    <a:pt x="636" y="410"/>
                  </a:cubicBezTo>
                  <a:cubicBezTo>
                    <a:pt x="637" y="410"/>
                    <a:pt x="637" y="410"/>
                    <a:pt x="637" y="410"/>
                  </a:cubicBezTo>
                  <a:cubicBezTo>
                    <a:pt x="637" y="409"/>
                    <a:pt x="637" y="409"/>
                    <a:pt x="637" y="409"/>
                  </a:cubicBezTo>
                  <a:cubicBezTo>
                    <a:pt x="638" y="408"/>
                    <a:pt x="638" y="408"/>
                    <a:pt x="638" y="408"/>
                  </a:cubicBezTo>
                  <a:cubicBezTo>
                    <a:pt x="640" y="407"/>
                    <a:pt x="640" y="407"/>
                    <a:pt x="640" y="407"/>
                  </a:cubicBezTo>
                  <a:cubicBezTo>
                    <a:pt x="641" y="406"/>
                    <a:pt x="641" y="406"/>
                    <a:pt x="641" y="406"/>
                  </a:cubicBezTo>
                  <a:cubicBezTo>
                    <a:pt x="641" y="405"/>
                    <a:pt x="641" y="405"/>
                    <a:pt x="641" y="405"/>
                  </a:cubicBezTo>
                  <a:cubicBezTo>
                    <a:pt x="642" y="406"/>
                    <a:pt x="642" y="406"/>
                    <a:pt x="642" y="406"/>
                  </a:cubicBezTo>
                  <a:cubicBezTo>
                    <a:pt x="643" y="406"/>
                    <a:pt x="643" y="406"/>
                    <a:pt x="643" y="406"/>
                  </a:cubicBezTo>
                  <a:cubicBezTo>
                    <a:pt x="644" y="404"/>
                    <a:pt x="644" y="404"/>
                    <a:pt x="644" y="404"/>
                  </a:cubicBezTo>
                  <a:cubicBezTo>
                    <a:pt x="647" y="404"/>
                    <a:pt x="647" y="404"/>
                    <a:pt x="647" y="404"/>
                  </a:cubicBezTo>
                  <a:cubicBezTo>
                    <a:pt x="648" y="403"/>
                    <a:pt x="648" y="403"/>
                    <a:pt x="648" y="403"/>
                  </a:cubicBezTo>
                  <a:cubicBezTo>
                    <a:pt x="650" y="403"/>
                    <a:pt x="650" y="403"/>
                    <a:pt x="650" y="403"/>
                  </a:cubicBezTo>
                  <a:cubicBezTo>
                    <a:pt x="652" y="402"/>
                    <a:pt x="652" y="402"/>
                    <a:pt x="652" y="402"/>
                  </a:cubicBezTo>
                  <a:cubicBezTo>
                    <a:pt x="652" y="400"/>
                    <a:pt x="652" y="400"/>
                    <a:pt x="652" y="400"/>
                  </a:cubicBezTo>
                  <a:cubicBezTo>
                    <a:pt x="652" y="399"/>
                    <a:pt x="652" y="399"/>
                    <a:pt x="652" y="399"/>
                  </a:cubicBezTo>
                  <a:cubicBezTo>
                    <a:pt x="653" y="398"/>
                    <a:pt x="653" y="398"/>
                    <a:pt x="653" y="398"/>
                  </a:cubicBezTo>
                  <a:cubicBezTo>
                    <a:pt x="654" y="398"/>
                    <a:pt x="654" y="398"/>
                    <a:pt x="654" y="398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58" y="395"/>
                    <a:pt x="658" y="395"/>
                    <a:pt x="658" y="395"/>
                  </a:cubicBezTo>
                  <a:cubicBezTo>
                    <a:pt x="659" y="394"/>
                    <a:pt x="659" y="394"/>
                    <a:pt x="659" y="394"/>
                  </a:cubicBezTo>
                  <a:cubicBezTo>
                    <a:pt x="658" y="393"/>
                    <a:pt x="658" y="393"/>
                    <a:pt x="658" y="393"/>
                  </a:cubicBezTo>
                  <a:cubicBezTo>
                    <a:pt x="659" y="393"/>
                    <a:pt x="659" y="393"/>
                    <a:pt x="659" y="393"/>
                  </a:cubicBezTo>
                  <a:cubicBezTo>
                    <a:pt x="659" y="392"/>
                    <a:pt x="659" y="392"/>
                    <a:pt x="659" y="392"/>
                  </a:cubicBezTo>
                  <a:cubicBezTo>
                    <a:pt x="660" y="393"/>
                    <a:pt x="660" y="393"/>
                    <a:pt x="660" y="393"/>
                  </a:cubicBezTo>
                  <a:cubicBezTo>
                    <a:pt x="663" y="394"/>
                    <a:pt x="663" y="394"/>
                    <a:pt x="663" y="394"/>
                  </a:cubicBezTo>
                  <a:cubicBezTo>
                    <a:pt x="666" y="394"/>
                    <a:pt x="666" y="394"/>
                    <a:pt x="666" y="394"/>
                  </a:cubicBezTo>
                  <a:cubicBezTo>
                    <a:pt x="668" y="395"/>
                    <a:pt x="668" y="395"/>
                    <a:pt x="668" y="395"/>
                  </a:cubicBezTo>
                  <a:cubicBezTo>
                    <a:pt x="669" y="394"/>
                    <a:pt x="669" y="394"/>
                    <a:pt x="669" y="394"/>
                  </a:cubicBezTo>
                  <a:cubicBezTo>
                    <a:pt x="670" y="395"/>
                    <a:pt x="670" y="395"/>
                    <a:pt x="670" y="395"/>
                  </a:cubicBezTo>
                  <a:cubicBezTo>
                    <a:pt x="671" y="394"/>
                    <a:pt x="671" y="394"/>
                    <a:pt x="671" y="394"/>
                  </a:cubicBezTo>
                  <a:cubicBezTo>
                    <a:pt x="672" y="395"/>
                    <a:pt x="672" y="395"/>
                    <a:pt x="672" y="395"/>
                  </a:cubicBezTo>
                  <a:cubicBezTo>
                    <a:pt x="674" y="395"/>
                    <a:pt x="674" y="395"/>
                    <a:pt x="674" y="395"/>
                  </a:cubicBezTo>
                  <a:cubicBezTo>
                    <a:pt x="675" y="394"/>
                    <a:pt x="675" y="394"/>
                    <a:pt x="675" y="394"/>
                  </a:cubicBezTo>
                  <a:cubicBezTo>
                    <a:pt x="677" y="395"/>
                    <a:pt x="677" y="395"/>
                    <a:pt x="677" y="395"/>
                  </a:cubicBezTo>
                  <a:cubicBezTo>
                    <a:pt x="679" y="395"/>
                    <a:pt x="679" y="395"/>
                    <a:pt x="679" y="395"/>
                  </a:cubicBezTo>
                  <a:cubicBezTo>
                    <a:pt x="680" y="394"/>
                    <a:pt x="680" y="394"/>
                    <a:pt x="680" y="394"/>
                  </a:cubicBezTo>
                  <a:cubicBezTo>
                    <a:pt x="681" y="394"/>
                    <a:pt x="681" y="394"/>
                    <a:pt x="681" y="394"/>
                  </a:cubicBezTo>
                  <a:cubicBezTo>
                    <a:pt x="682" y="395"/>
                    <a:pt x="682" y="395"/>
                    <a:pt x="682" y="395"/>
                  </a:cubicBezTo>
                  <a:cubicBezTo>
                    <a:pt x="684" y="396"/>
                    <a:pt x="684" y="396"/>
                    <a:pt x="684" y="396"/>
                  </a:cubicBezTo>
                  <a:cubicBezTo>
                    <a:pt x="684" y="395"/>
                    <a:pt x="684" y="395"/>
                    <a:pt x="684" y="395"/>
                  </a:cubicBezTo>
                  <a:cubicBezTo>
                    <a:pt x="687" y="396"/>
                    <a:pt x="687" y="396"/>
                    <a:pt x="687" y="396"/>
                  </a:cubicBezTo>
                  <a:cubicBezTo>
                    <a:pt x="688" y="396"/>
                    <a:pt x="688" y="396"/>
                    <a:pt x="688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7"/>
                    <a:pt x="689" y="397"/>
                    <a:pt x="689" y="397"/>
                  </a:cubicBezTo>
                  <a:cubicBezTo>
                    <a:pt x="691" y="397"/>
                    <a:pt x="691" y="397"/>
                    <a:pt x="691" y="397"/>
                  </a:cubicBezTo>
                  <a:cubicBezTo>
                    <a:pt x="695" y="396"/>
                    <a:pt x="695" y="396"/>
                    <a:pt x="695" y="396"/>
                  </a:cubicBezTo>
                  <a:cubicBezTo>
                    <a:pt x="696" y="396"/>
                    <a:pt x="696" y="396"/>
                    <a:pt x="696" y="396"/>
                  </a:cubicBezTo>
                  <a:cubicBezTo>
                    <a:pt x="697" y="396"/>
                    <a:pt x="697" y="396"/>
                    <a:pt x="697" y="396"/>
                  </a:cubicBezTo>
                  <a:cubicBezTo>
                    <a:pt x="698" y="396"/>
                    <a:pt x="698" y="396"/>
                    <a:pt x="698" y="396"/>
                  </a:cubicBezTo>
                  <a:cubicBezTo>
                    <a:pt x="700" y="396"/>
                    <a:pt x="700" y="396"/>
                    <a:pt x="700" y="396"/>
                  </a:cubicBezTo>
                  <a:cubicBezTo>
                    <a:pt x="701" y="397"/>
                    <a:pt x="701" y="397"/>
                    <a:pt x="701" y="397"/>
                  </a:cubicBezTo>
                  <a:cubicBezTo>
                    <a:pt x="703" y="396"/>
                    <a:pt x="703" y="396"/>
                    <a:pt x="703" y="396"/>
                  </a:cubicBezTo>
                  <a:cubicBezTo>
                    <a:pt x="703" y="395"/>
                    <a:pt x="703" y="395"/>
                    <a:pt x="703" y="395"/>
                  </a:cubicBezTo>
                  <a:cubicBezTo>
                    <a:pt x="704" y="395"/>
                    <a:pt x="704" y="395"/>
                    <a:pt x="704" y="395"/>
                  </a:cubicBezTo>
                  <a:cubicBezTo>
                    <a:pt x="705" y="395"/>
                    <a:pt x="705" y="395"/>
                    <a:pt x="705" y="395"/>
                  </a:cubicBezTo>
                  <a:cubicBezTo>
                    <a:pt x="706" y="395"/>
                    <a:pt x="706" y="395"/>
                    <a:pt x="706" y="395"/>
                  </a:cubicBezTo>
                  <a:cubicBezTo>
                    <a:pt x="707" y="393"/>
                    <a:pt x="707" y="393"/>
                    <a:pt x="707" y="393"/>
                  </a:cubicBezTo>
                  <a:cubicBezTo>
                    <a:pt x="708" y="393"/>
                    <a:pt x="708" y="393"/>
                    <a:pt x="708" y="393"/>
                  </a:cubicBezTo>
                  <a:cubicBezTo>
                    <a:pt x="709" y="392"/>
                    <a:pt x="709" y="392"/>
                    <a:pt x="709" y="392"/>
                  </a:cubicBezTo>
                  <a:cubicBezTo>
                    <a:pt x="710" y="392"/>
                    <a:pt x="710" y="392"/>
                    <a:pt x="710" y="392"/>
                  </a:cubicBezTo>
                  <a:cubicBezTo>
                    <a:pt x="711" y="390"/>
                    <a:pt x="711" y="390"/>
                    <a:pt x="711" y="390"/>
                  </a:cubicBezTo>
                  <a:cubicBezTo>
                    <a:pt x="711" y="389"/>
                    <a:pt x="711" y="389"/>
                    <a:pt x="711" y="389"/>
                  </a:cubicBezTo>
                  <a:cubicBezTo>
                    <a:pt x="712" y="389"/>
                    <a:pt x="712" y="389"/>
                    <a:pt x="712" y="389"/>
                  </a:cubicBezTo>
                  <a:cubicBezTo>
                    <a:pt x="713" y="388"/>
                    <a:pt x="713" y="388"/>
                    <a:pt x="713" y="388"/>
                  </a:cubicBezTo>
                  <a:cubicBezTo>
                    <a:pt x="713" y="387"/>
                    <a:pt x="713" y="387"/>
                    <a:pt x="713" y="387"/>
                  </a:cubicBezTo>
                  <a:cubicBezTo>
                    <a:pt x="714" y="387"/>
                    <a:pt x="714" y="387"/>
                    <a:pt x="714" y="387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8" y="386"/>
                    <a:pt x="718" y="386"/>
                    <a:pt x="718" y="386"/>
                  </a:cubicBezTo>
                  <a:cubicBezTo>
                    <a:pt x="720" y="385"/>
                    <a:pt x="720" y="385"/>
                    <a:pt x="720" y="385"/>
                  </a:cubicBezTo>
                  <a:cubicBezTo>
                    <a:pt x="720" y="386"/>
                    <a:pt x="720" y="386"/>
                    <a:pt x="720" y="386"/>
                  </a:cubicBezTo>
                  <a:cubicBezTo>
                    <a:pt x="721" y="386"/>
                    <a:pt x="721" y="386"/>
                    <a:pt x="721" y="386"/>
                  </a:cubicBezTo>
                  <a:cubicBezTo>
                    <a:pt x="722" y="385"/>
                    <a:pt x="722" y="385"/>
                    <a:pt x="722" y="385"/>
                  </a:cubicBezTo>
                  <a:cubicBezTo>
                    <a:pt x="723" y="386"/>
                    <a:pt x="723" y="386"/>
                    <a:pt x="723" y="386"/>
                  </a:cubicBezTo>
                  <a:cubicBezTo>
                    <a:pt x="725" y="386"/>
                    <a:pt x="725" y="386"/>
                    <a:pt x="725" y="386"/>
                  </a:cubicBezTo>
                  <a:cubicBezTo>
                    <a:pt x="725" y="385"/>
                    <a:pt x="725" y="385"/>
                    <a:pt x="725" y="385"/>
                  </a:cubicBezTo>
                  <a:cubicBezTo>
                    <a:pt x="726" y="385"/>
                    <a:pt x="726" y="385"/>
                    <a:pt x="726" y="385"/>
                  </a:cubicBezTo>
                  <a:cubicBezTo>
                    <a:pt x="727" y="384"/>
                    <a:pt x="727" y="384"/>
                    <a:pt x="727" y="384"/>
                  </a:cubicBezTo>
                  <a:cubicBezTo>
                    <a:pt x="728" y="384"/>
                    <a:pt x="728" y="384"/>
                    <a:pt x="728" y="384"/>
                  </a:cubicBezTo>
                  <a:cubicBezTo>
                    <a:pt x="729" y="383"/>
                    <a:pt x="729" y="383"/>
                    <a:pt x="729" y="383"/>
                  </a:cubicBezTo>
                  <a:cubicBezTo>
                    <a:pt x="731" y="383"/>
                    <a:pt x="731" y="383"/>
                    <a:pt x="731" y="383"/>
                  </a:cubicBezTo>
                  <a:cubicBezTo>
                    <a:pt x="733" y="381"/>
                    <a:pt x="733" y="381"/>
                    <a:pt x="733" y="381"/>
                  </a:cubicBezTo>
                  <a:cubicBezTo>
                    <a:pt x="734" y="380"/>
                    <a:pt x="734" y="380"/>
                    <a:pt x="734" y="380"/>
                  </a:cubicBezTo>
                  <a:cubicBezTo>
                    <a:pt x="735" y="380"/>
                    <a:pt x="735" y="380"/>
                    <a:pt x="735" y="380"/>
                  </a:cubicBezTo>
                  <a:cubicBezTo>
                    <a:pt x="735" y="378"/>
                    <a:pt x="735" y="378"/>
                    <a:pt x="735" y="378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5" y="376"/>
                    <a:pt x="735" y="376"/>
                    <a:pt x="735" y="376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4" y="374"/>
                    <a:pt x="734" y="374"/>
                    <a:pt x="734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4" y="373"/>
                    <a:pt x="734" y="373"/>
                    <a:pt x="734" y="373"/>
                  </a:cubicBezTo>
                  <a:cubicBezTo>
                    <a:pt x="734" y="372"/>
                    <a:pt x="734" y="372"/>
                    <a:pt x="734" y="372"/>
                  </a:cubicBezTo>
                  <a:cubicBezTo>
                    <a:pt x="735" y="372"/>
                    <a:pt x="735" y="372"/>
                    <a:pt x="735" y="372"/>
                  </a:cubicBezTo>
                  <a:cubicBezTo>
                    <a:pt x="736" y="370"/>
                    <a:pt x="736" y="370"/>
                    <a:pt x="736" y="370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5" y="369"/>
                    <a:pt x="735" y="369"/>
                    <a:pt x="735" y="369"/>
                  </a:cubicBezTo>
                  <a:cubicBezTo>
                    <a:pt x="737" y="368"/>
                    <a:pt x="737" y="368"/>
                    <a:pt x="737" y="368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6" y="364"/>
                    <a:pt x="736" y="364"/>
                    <a:pt x="736" y="364"/>
                  </a:cubicBezTo>
                  <a:cubicBezTo>
                    <a:pt x="734" y="363"/>
                    <a:pt x="734" y="363"/>
                    <a:pt x="734" y="363"/>
                  </a:cubicBezTo>
                  <a:cubicBezTo>
                    <a:pt x="732" y="363"/>
                    <a:pt x="732" y="363"/>
                    <a:pt x="732" y="363"/>
                  </a:cubicBezTo>
                  <a:cubicBezTo>
                    <a:pt x="733" y="362"/>
                    <a:pt x="733" y="362"/>
                    <a:pt x="733" y="362"/>
                  </a:cubicBezTo>
                  <a:cubicBezTo>
                    <a:pt x="732" y="361"/>
                    <a:pt x="732" y="361"/>
                    <a:pt x="732" y="361"/>
                  </a:cubicBezTo>
                  <a:cubicBezTo>
                    <a:pt x="730" y="361"/>
                    <a:pt x="730" y="361"/>
                    <a:pt x="730" y="361"/>
                  </a:cubicBezTo>
                  <a:cubicBezTo>
                    <a:pt x="728" y="362"/>
                    <a:pt x="728" y="362"/>
                    <a:pt x="728" y="362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7" y="364"/>
                    <a:pt x="727" y="364"/>
                    <a:pt x="727" y="364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6" y="363"/>
                    <a:pt x="726" y="363"/>
                    <a:pt x="726" y="363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9" y="361"/>
                    <a:pt x="729" y="361"/>
                    <a:pt x="729" y="361"/>
                  </a:cubicBezTo>
                  <a:cubicBezTo>
                    <a:pt x="729" y="359"/>
                    <a:pt x="729" y="359"/>
                    <a:pt x="729" y="359"/>
                  </a:cubicBezTo>
                  <a:cubicBezTo>
                    <a:pt x="728" y="356"/>
                    <a:pt x="728" y="356"/>
                    <a:pt x="728" y="356"/>
                  </a:cubicBezTo>
                  <a:cubicBezTo>
                    <a:pt x="725" y="356"/>
                    <a:pt x="725" y="356"/>
                    <a:pt x="725" y="356"/>
                  </a:cubicBezTo>
                  <a:cubicBezTo>
                    <a:pt x="721" y="356"/>
                    <a:pt x="721" y="356"/>
                    <a:pt x="721" y="356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7"/>
                    <a:pt x="720" y="357"/>
                    <a:pt x="720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5"/>
                    <a:pt x="720" y="355"/>
                    <a:pt x="720" y="355"/>
                  </a:cubicBezTo>
                  <a:cubicBezTo>
                    <a:pt x="722" y="355"/>
                    <a:pt x="722" y="355"/>
                    <a:pt x="722" y="355"/>
                  </a:cubicBezTo>
                  <a:cubicBezTo>
                    <a:pt x="723" y="355"/>
                    <a:pt x="723" y="355"/>
                    <a:pt x="723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4"/>
                    <a:pt x="726" y="354"/>
                    <a:pt x="726" y="354"/>
                  </a:cubicBezTo>
                  <a:cubicBezTo>
                    <a:pt x="730" y="354"/>
                    <a:pt x="730" y="354"/>
                    <a:pt x="730" y="354"/>
                  </a:cubicBezTo>
                  <a:cubicBezTo>
                    <a:pt x="727" y="352"/>
                    <a:pt x="727" y="352"/>
                    <a:pt x="727" y="352"/>
                  </a:cubicBezTo>
                  <a:cubicBezTo>
                    <a:pt x="725" y="351"/>
                    <a:pt x="725" y="351"/>
                    <a:pt x="725" y="351"/>
                  </a:cubicBezTo>
                  <a:cubicBezTo>
                    <a:pt x="726" y="349"/>
                    <a:pt x="726" y="349"/>
                    <a:pt x="726" y="349"/>
                  </a:cubicBezTo>
                  <a:cubicBezTo>
                    <a:pt x="724" y="348"/>
                    <a:pt x="724" y="348"/>
                    <a:pt x="724" y="348"/>
                  </a:cubicBezTo>
                  <a:cubicBezTo>
                    <a:pt x="722" y="349"/>
                    <a:pt x="722" y="349"/>
                    <a:pt x="722" y="349"/>
                  </a:cubicBezTo>
                  <a:cubicBezTo>
                    <a:pt x="721" y="350"/>
                    <a:pt x="721" y="350"/>
                    <a:pt x="721" y="350"/>
                  </a:cubicBezTo>
                  <a:cubicBezTo>
                    <a:pt x="720" y="349"/>
                    <a:pt x="720" y="349"/>
                    <a:pt x="720" y="349"/>
                  </a:cubicBezTo>
                  <a:cubicBezTo>
                    <a:pt x="719" y="349"/>
                    <a:pt x="719" y="349"/>
                    <a:pt x="719" y="349"/>
                  </a:cubicBezTo>
                  <a:cubicBezTo>
                    <a:pt x="719" y="346"/>
                    <a:pt x="719" y="346"/>
                    <a:pt x="719" y="346"/>
                  </a:cubicBezTo>
                  <a:cubicBezTo>
                    <a:pt x="720" y="344"/>
                    <a:pt x="720" y="344"/>
                    <a:pt x="720" y="344"/>
                  </a:cubicBezTo>
                  <a:cubicBezTo>
                    <a:pt x="718" y="345"/>
                    <a:pt x="718" y="345"/>
                    <a:pt x="718" y="345"/>
                  </a:cubicBezTo>
                  <a:cubicBezTo>
                    <a:pt x="717" y="345"/>
                    <a:pt x="717" y="345"/>
                    <a:pt x="717" y="345"/>
                  </a:cubicBezTo>
                  <a:cubicBezTo>
                    <a:pt x="716" y="345"/>
                    <a:pt x="716" y="345"/>
                    <a:pt x="716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3"/>
                    <a:pt x="715" y="343"/>
                    <a:pt x="715" y="343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1" y="343"/>
                    <a:pt x="711" y="343"/>
                    <a:pt x="711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2" y="342"/>
                    <a:pt x="712" y="342"/>
                    <a:pt x="712" y="342"/>
                  </a:cubicBezTo>
                  <a:cubicBezTo>
                    <a:pt x="711" y="340"/>
                    <a:pt x="711" y="340"/>
                    <a:pt x="711" y="340"/>
                  </a:cubicBezTo>
                  <a:cubicBezTo>
                    <a:pt x="711" y="339"/>
                    <a:pt x="711" y="339"/>
                    <a:pt x="711" y="339"/>
                  </a:cubicBezTo>
                  <a:cubicBezTo>
                    <a:pt x="710" y="338"/>
                    <a:pt x="710" y="338"/>
                    <a:pt x="710" y="338"/>
                  </a:cubicBezTo>
                  <a:cubicBezTo>
                    <a:pt x="709" y="340"/>
                    <a:pt x="709" y="340"/>
                    <a:pt x="709" y="340"/>
                  </a:cubicBezTo>
                  <a:cubicBezTo>
                    <a:pt x="709" y="337"/>
                    <a:pt x="709" y="337"/>
                    <a:pt x="709" y="337"/>
                  </a:cubicBezTo>
                  <a:cubicBezTo>
                    <a:pt x="708" y="337"/>
                    <a:pt x="708" y="337"/>
                    <a:pt x="708" y="337"/>
                  </a:cubicBezTo>
                  <a:cubicBezTo>
                    <a:pt x="707" y="337"/>
                    <a:pt x="707" y="337"/>
                    <a:pt x="707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5" y="335"/>
                    <a:pt x="705" y="335"/>
                    <a:pt x="705" y="335"/>
                  </a:cubicBezTo>
                  <a:cubicBezTo>
                    <a:pt x="705" y="333"/>
                    <a:pt x="705" y="333"/>
                    <a:pt x="705" y="333"/>
                  </a:cubicBezTo>
                  <a:cubicBezTo>
                    <a:pt x="704" y="333"/>
                    <a:pt x="704" y="333"/>
                    <a:pt x="704" y="333"/>
                  </a:cubicBezTo>
                  <a:cubicBezTo>
                    <a:pt x="703" y="333"/>
                    <a:pt x="703" y="333"/>
                    <a:pt x="703" y="333"/>
                  </a:cubicBezTo>
                  <a:cubicBezTo>
                    <a:pt x="703" y="332"/>
                    <a:pt x="703" y="332"/>
                    <a:pt x="703" y="332"/>
                  </a:cubicBezTo>
                  <a:cubicBezTo>
                    <a:pt x="702" y="331"/>
                    <a:pt x="702" y="331"/>
                    <a:pt x="702" y="331"/>
                  </a:cubicBezTo>
                  <a:cubicBezTo>
                    <a:pt x="701" y="330"/>
                    <a:pt x="701" y="330"/>
                    <a:pt x="701" y="330"/>
                  </a:cubicBezTo>
                  <a:cubicBezTo>
                    <a:pt x="701" y="329"/>
                    <a:pt x="701" y="329"/>
                    <a:pt x="701" y="329"/>
                  </a:cubicBezTo>
                  <a:cubicBezTo>
                    <a:pt x="702" y="330"/>
                    <a:pt x="702" y="330"/>
                    <a:pt x="702" y="330"/>
                  </a:cubicBezTo>
                  <a:cubicBezTo>
                    <a:pt x="705" y="329"/>
                    <a:pt x="705" y="329"/>
                    <a:pt x="705" y="329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706" y="326"/>
                    <a:pt x="706" y="326"/>
                    <a:pt x="706" y="326"/>
                  </a:cubicBezTo>
                  <a:cubicBezTo>
                    <a:pt x="708" y="326"/>
                    <a:pt x="708" y="326"/>
                    <a:pt x="708" y="326"/>
                  </a:cubicBezTo>
                  <a:cubicBezTo>
                    <a:pt x="708" y="324"/>
                    <a:pt x="708" y="324"/>
                    <a:pt x="708" y="324"/>
                  </a:cubicBezTo>
                  <a:cubicBezTo>
                    <a:pt x="706" y="322"/>
                    <a:pt x="706" y="322"/>
                    <a:pt x="706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6" y="320"/>
                    <a:pt x="706" y="320"/>
                    <a:pt x="706" y="320"/>
                  </a:cubicBezTo>
                  <a:cubicBezTo>
                    <a:pt x="705" y="319"/>
                    <a:pt x="705" y="319"/>
                    <a:pt x="705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5" y="318"/>
                    <a:pt x="705" y="318"/>
                    <a:pt x="705" y="318"/>
                  </a:cubicBezTo>
                  <a:cubicBezTo>
                    <a:pt x="705" y="315"/>
                    <a:pt x="705" y="315"/>
                    <a:pt x="705" y="315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1"/>
                    <a:pt x="703" y="311"/>
                    <a:pt x="703" y="311"/>
                  </a:cubicBezTo>
                  <a:cubicBezTo>
                    <a:pt x="701" y="310"/>
                    <a:pt x="701" y="310"/>
                    <a:pt x="701" y="310"/>
                  </a:cubicBezTo>
                  <a:cubicBezTo>
                    <a:pt x="700" y="311"/>
                    <a:pt x="700" y="311"/>
                    <a:pt x="700" y="311"/>
                  </a:cubicBezTo>
                  <a:cubicBezTo>
                    <a:pt x="698" y="311"/>
                    <a:pt x="698" y="311"/>
                    <a:pt x="698" y="311"/>
                  </a:cubicBezTo>
                  <a:cubicBezTo>
                    <a:pt x="699" y="310"/>
                    <a:pt x="699" y="310"/>
                    <a:pt x="699" y="310"/>
                  </a:cubicBezTo>
                  <a:cubicBezTo>
                    <a:pt x="700" y="310"/>
                    <a:pt x="700" y="310"/>
                    <a:pt x="700" y="310"/>
                  </a:cubicBezTo>
                  <a:cubicBezTo>
                    <a:pt x="702" y="309"/>
                    <a:pt x="702" y="309"/>
                    <a:pt x="702" y="309"/>
                  </a:cubicBezTo>
                  <a:cubicBezTo>
                    <a:pt x="702" y="308"/>
                    <a:pt x="702" y="308"/>
                    <a:pt x="702" y="308"/>
                  </a:cubicBezTo>
                  <a:cubicBezTo>
                    <a:pt x="703" y="307"/>
                    <a:pt x="703" y="307"/>
                    <a:pt x="703" y="307"/>
                  </a:cubicBezTo>
                  <a:cubicBezTo>
                    <a:pt x="702" y="306"/>
                    <a:pt x="702" y="306"/>
                    <a:pt x="702" y="306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698" y="307"/>
                    <a:pt x="698" y="307"/>
                    <a:pt x="698" y="307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702" y="305"/>
                    <a:pt x="702" y="305"/>
                    <a:pt x="702" y="305"/>
                  </a:cubicBezTo>
                  <a:cubicBezTo>
                    <a:pt x="702" y="302"/>
                    <a:pt x="702" y="302"/>
                    <a:pt x="702" y="302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1" y="302"/>
                    <a:pt x="701" y="302"/>
                    <a:pt x="701" y="302"/>
                  </a:cubicBezTo>
                  <a:cubicBezTo>
                    <a:pt x="701" y="300"/>
                    <a:pt x="701" y="300"/>
                    <a:pt x="701" y="300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700" y="297"/>
                    <a:pt x="700" y="297"/>
                    <a:pt x="700" y="297"/>
                  </a:cubicBezTo>
                  <a:cubicBezTo>
                    <a:pt x="699" y="297"/>
                    <a:pt x="699" y="297"/>
                    <a:pt x="699" y="297"/>
                  </a:cubicBezTo>
                  <a:cubicBezTo>
                    <a:pt x="699" y="295"/>
                    <a:pt x="699" y="295"/>
                    <a:pt x="699" y="295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8" y="295"/>
                    <a:pt x="698" y="295"/>
                    <a:pt x="698" y="295"/>
                  </a:cubicBezTo>
                  <a:cubicBezTo>
                    <a:pt x="698" y="293"/>
                    <a:pt x="698" y="293"/>
                    <a:pt x="698" y="293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8" y="290"/>
                    <a:pt x="698" y="290"/>
                    <a:pt x="698" y="290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6"/>
                    <a:pt x="697" y="286"/>
                    <a:pt x="697" y="286"/>
                  </a:cubicBezTo>
                  <a:cubicBezTo>
                    <a:pt x="696" y="286"/>
                    <a:pt x="696" y="286"/>
                    <a:pt x="696" y="286"/>
                  </a:cubicBezTo>
                  <a:cubicBezTo>
                    <a:pt x="697" y="285"/>
                    <a:pt x="697" y="285"/>
                    <a:pt x="697" y="285"/>
                  </a:cubicBezTo>
                  <a:cubicBezTo>
                    <a:pt x="696" y="284"/>
                    <a:pt x="696" y="284"/>
                    <a:pt x="696" y="284"/>
                  </a:cubicBezTo>
                  <a:cubicBezTo>
                    <a:pt x="696" y="283"/>
                    <a:pt x="696" y="283"/>
                    <a:pt x="696" y="283"/>
                  </a:cubicBezTo>
                  <a:cubicBezTo>
                    <a:pt x="698" y="283"/>
                    <a:pt x="698" y="283"/>
                    <a:pt x="698" y="283"/>
                  </a:cubicBezTo>
                  <a:cubicBezTo>
                    <a:pt x="697" y="282"/>
                    <a:pt x="697" y="282"/>
                    <a:pt x="697" y="282"/>
                  </a:cubicBezTo>
                  <a:cubicBezTo>
                    <a:pt x="697" y="281"/>
                    <a:pt x="697" y="281"/>
                    <a:pt x="697" y="281"/>
                  </a:cubicBezTo>
                  <a:cubicBezTo>
                    <a:pt x="696" y="280"/>
                    <a:pt x="696" y="280"/>
                    <a:pt x="696" y="280"/>
                  </a:cubicBezTo>
                  <a:cubicBezTo>
                    <a:pt x="694" y="281"/>
                    <a:pt x="694" y="281"/>
                    <a:pt x="694" y="281"/>
                  </a:cubicBezTo>
                  <a:cubicBezTo>
                    <a:pt x="692" y="283"/>
                    <a:pt x="692" y="283"/>
                    <a:pt x="692" y="283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5"/>
                    <a:pt x="692" y="285"/>
                    <a:pt x="692" y="285"/>
                  </a:cubicBezTo>
                  <a:cubicBezTo>
                    <a:pt x="690" y="287"/>
                    <a:pt x="690" y="287"/>
                    <a:pt x="690" y="287"/>
                  </a:cubicBezTo>
                  <a:cubicBezTo>
                    <a:pt x="690" y="288"/>
                    <a:pt x="690" y="288"/>
                    <a:pt x="690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8" y="289"/>
                    <a:pt x="688" y="289"/>
                    <a:pt x="688" y="289"/>
                  </a:cubicBezTo>
                  <a:cubicBezTo>
                    <a:pt x="687" y="291"/>
                    <a:pt x="687" y="291"/>
                    <a:pt x="687" y="291"/>
                  </a:cubicBezTo>
                  <a:cubicBezTo>
                    <a:pt x="687" y="293"/>
                    <a:pt x="687" y="293"/>
                    <a:pt x="687" y="293"/>
                  </a:cubicBezTo>
                  <a:cubicBezTo>
                    <a:pt x="686" y="294"/>
                    <a:pt x="686" y="294"/>
                    <a:pt x="686" y="294"/>
                  </a:cubicBezTo>
                  <a:cubicBezTo>
                    <a:pt x="685" y="295"/>
                    <a:pt x="685" y="295"/>
                    <a:pt x="685" y="295"/>
                  </a:cubicBezTo>
                  <a:cubicBezTo>
                    <a:pt x="684" y="296"/>
                    <a:pt x="684" y="296"/>
                    <a:pt x="684" y="296"/>
                  </a:cubicBezTo>
                  <a:cubicBezTo>
                    <a:pt x="684" y="298"/>
                    <a:pt x="684" y="298"/>
                    <a:pt x="684" y="298"/>
                  </a:cubicBezTo>
                  <a:cubicBezTo>
                    <a:pt x="683" y="298"/>
                    <a:pt x="683" y="298"/>
                    <a:pt x="683" y="298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1"/>
                    <a:pt x="681" y="301"/>
                    <a:pt x="681" y="301"/>
                  </a:cubicBezTo>
                  <a:cubicBezTo>
                    <a:pt x="680" y="300"/>
                    <a:pt x="680" y="300"/>
                    <a:pt x="680" y="300"/>
                  </a:cubicBezTo>
                  <a:cubicBezTo>
                    <a:pt x="677" y="301"/>
                    <a:pt x="677" y="301"/>
                    <a:pt x="677" y="301"/>
                  </a:cubicBezTo>
                  <a:cubicBezTo>
                    <a:pt x="676" y="303"/>
                    <a:pt x="676" y="303"/>
                    <a:pt x="676" y="303"/>
                  </a:cubicBezTo>
                  <a:cubicBezTo>
                    <a:pt x="676" y="304"/>
                    <a:pt x="676" y="304"/>
                    <a:pt x="676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3" y="304"/>
                    <a:pt x="673" y="304"/>
                    <a:pt x="673" y="304"/>
                  </a:cubicBezTo>
                  <a:cubicBezTo>
                    <a:pt x="672" y="305"/>
                    <a:pt x="672" y="305"/>
                    <a:pt x="672" y="305"/>
                  </a:cubicBezTo>
                  <a:cubicBezTo>
                    <a:pt x="670" y="305"/>
                    <a:pt x="670" y="305"/>
                    <a:pt x="670" y="305"/>
                  </a:cubicBezTo>
                  <a:cubicBezTo>
                    <a:pt x="668" y="307"/>
                    <a:pt x="668" y="307"/>
                    <a:pt x="668" y="307"/>
                  </a:cubicBezTo>
                  <a:cubicBezTo>
                    <a:pt x="668" y="305"/>
                    <a:pt x="668" y="305"/>
                    <a:pt x="668" y="305"/>
                  </a:cubicBezTo>
                  <a:cubicBezTo>
                    <a:pt x="669" y="303"/>
                    <a:pt x="669" y="303"/>
                    <a:pt x="669" y="303"/>
                  </a:cubicBezTo>
                  <a:cubicBezTo>
                    <a:pt x="667" y="302"/>
                    <a:pt x="667" y="302"/>
                    <a:pt x="667" y="302"/>
                  </a:cubicBezTo>
                  <a:cubicBezTo>
                    <a:pt x="666" y="304"/>
                    <a:pt x="666" y="304"/>
                    <a:pt x="666" y="304"/>
                  </a:cubicBezTo>
                  <a:cubicBezTo>
                    <a:pt x="666" y="303"/>
                    <a:pt x="666" y="303"/>
                    <a:pt x="666" y="303"/>
                  </a:cubicBezTo>
                  <a:cubicBezTo>
                    <a:pt x="666" y="301"/>
                    <a:pt x="666" y="301"/>
                    <a:pt x="666" y="301"/>
                  </a:cubicBezTo>
                  <a:cubicBezTo>
                    <a:pt x="665" y="299"/>
                    <a:pt x="665" y="299"/>
                    <a:pt x="665" y="299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4" y="297"/>
                    <a:pt x="664" y="297"/>
                    <a:pt x="664" y="297"/>
                  </a:cubicBezTo>
                  <a:cubicBezTo>
                    <a:pt x="662" y="297"/>
                    <a:pt x="662" y="297"/>
                    <a:pt x="662" y="297"/>
                  </a:cubicBezTo>
                  <a:cubicBezTo>
                    <a:pt x="662" y="296"/>
                    <a:pt x="662" y="296"/>
                    <a:pt x="662" y="296"/>
                  </a:cubicBezTo>
                  <a:cubicBezTo>
                    <a:pt x="663" y="295"/>
                    <a:pt x="663" y="295"/>
                    <a:pt x="663" y="295"/>
                  </a:cubicBezTo>
                  <a:cubicBezTo>
                    <a:pt x="661" y="292"/>
                    <a:pt x="661" y="292"/>
                    <a:pt x="661" y="292"/>
                  </a:cubicBezTo>
                  <a:cubicBezTo>
                    <a:pt x="661" y="293"/>
                    <a:pt x="661" y="293"/>
                    <a:pt x="661" y="293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2"/>
                    <a:pt x="660" y="292"/>
                    <a:pt x="660" y="292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2" y="289"/>
                    <a:pt x="662" y="289"/>
                    <a:pt x="662" y="289"/>
                  </a:cubicBezTo>
                  <a:cubicBezTo>
                    <a:pt x="662" y="286"/>
                    <a:pt x="662" y="286"/>
                    <a:pt x="662" y="286"/>
                  </a:cubicBezTo>
                  <a:cubicBezTo>
                    <a:pt x="660" y="285"/>
                    <a:pt x="660" y="285"/>
                    <a:pt x="660" y="285"/>
                  </a:cubicBezTo>
                  <a:cubicBezTo>
                    <a:pt x="661" y="285"/>
                    <a:pt x="661" y="285"/>
                    <a:pt x="661" y="285"/>
                  </a:cubicBezTo>
                  <a:cubicBezTo>
                    <a:pt x="661" y="283"/>
                    <a:pt x="661" y="283"/>
                    <a:pt x="661" y="283"/>
                  </a:cubicBezTo>
                  <a:cubicBezTo>
                    <a:pt x="662" y="285"/>
                    <a:pt x="662" y="285"/>
                    <a:pt x="662" y="285"/>
                  </a:cubicBezTo>
                  <a:cubicBezTo>
                    <a:pt x="663" y="282"/>
                    <a:pt x="663" y="282"/>
                    <a:pt x="663" y="282"/>
                  </a:cubicBezTo>
                  <a:cubicBezTo>
                    <a:pt x="663" y="278"/>
                    <a:pt x="663" y="278"/>
                    <a:pt x="663" y="278"/>
                  </a:cubicBezTo>
                  <a:cubicBezTo>
                    <a:pt x="664" y="277"/>
                    <a:pt x="664" y="277"/>
                    <a:pt x="664" y="277"/>
                  </a:cubicBezTo>
                  <a:cubicBezTo>
                    <a:pt x="666" y="276"/>
                    <a:pt x="666" y="276"/>
                    <a:pt x="666" y="276"/>
                  </a:cubicBezTo>
                  <a:cubicBezTo>
                    <a:pt x="667" y="273"/>
                    <a:pt x="667" y="273"/>
                    <a:pt x="667" y="273"/>
                  </a:cubicBezTo>
                  <a:cubicBezTo>
                    <a:pt x="666" y="270"/>
                    <a:pt x="666" y="270"/>
                    <a:pt x="666" y="270"/>
                  </a:cubicBezTo>
                  <a:cubicBezTo>
                    <a:pt x="664" y="270"/>
                    <a:pt x="664" y="270"/>
                    <a:pt x="664" y="270"/>
                  </a:cubicBezTo>
                  <a:cubicBezTo>
                    <a:pt x="664" y="273"/>
                    <a:pt x="664" y="273"/>
                    <a:pt x="664" y="273"/>
                  </a:cubicBezTo>
                  <a:cubicBezTo>
                    <a:pt x="663" y="274"/>
                    <a:pt x="663" y="274"/>
                    <a:pt x="663" y="274"/>
                  </a:cubicBezTo>
                  <a:cubicBezTo>
                    <a:pt x="663" y="273"/>
                    <a:pt x="663" y="273"/>
                    <a:pt x="663" y="273"/>
                  </a:cubicBezTo>
                  <a:cubicBezTo>
                    <a:pt x="663" y="270"/>
                    <a:pt x="663" y="270"/>
                    <a:pt x="663" y="270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59" y="270"/>
                    <a:pt x="659" y="270"/>
                    <a:pt x="659" y="270"/>
                  </a:cubicBezTo>
                  <a:cubicBezTo>
                    <a:pt x="658" y="269"/>
                    <a:pt x="658" y="269"/>
                    <a:pt x="658" y="269"/>
                  </a:cubicBezTo>
                  <a:cubicBezTo>
                    <a:pt x="657" y="270"/>
                    <a:pt x="657" y="270"/>
                    <a:pt x="657" y="270"/>
                  </a:cubicBezTo>
                  <a:cubicBezTo>
                    <a:pt x="655" y="268"/>
                    <a:pt x="655" y="268"/>
                    <a:pt x="655" y="268"/>
                  </a:cubicBezTo>
                  <a:cubicBezTo>
                    <a:pt x="654" y="268"/>
                    <a:pt x="654" y="268"/>
                    <a:pt x="654" y="268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3" y="266"/>
                    <a:pt x="653" y="266"/>
                    <a:pt x="653" y="266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5" y="265"/>
                    <a:pt x="655" y="265"/>
                    <a:pt x="655" y="265"/>
                  </a:cubicBezTo>
                  <a:cubicBezTo>
                    <a:pt x="653" y="262"/>
                    <a:pt x="653" y="262"/>
                    <a:pt x="653" y="262"/>
                  </a:cubicBezTo>
                  <a:cubicBezTo>
                    <a:pt x="652" y="263"/>
                    <a:pt x="652" y="263"/>
                    <a:pt x="652" y="263"/>
                  </a:cubicBezTo>
                  <a:cubicBezTo>
                    <a:pt x="651" y="261"/>
                    <a:pt x="651" y="261"/>
                    <a:pt x="651" y="261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50" y="258"/>
                    <a:pt x="650" y="258"/>
                    <a:pt x="650" y="258"/>
                  </a:cubicBezTo>
                  <a:cubicBezTo>
                    <a:pt x="650" y="255"/>
                    <a:pt x="650" y="255"/>
                    <a:pt x="650" y="255"/>
                  </a:cubicBezTo>
                  <a:cubicBezTo>
                    <a:pt x="648" y="255"/>
                    <a:pt x="648" y="255"/>
                    <a:pt x="648" y="255"/>
                  </a:cubicBezTo>
                  <a:cubicBezTo>
                    <a:pt x="647" y="254"/>
                    <a:pt x="647" y="254"/>
                    <a:pt x="647" y="254"/>
                  </a:cubicBezTo>
                  <a:cubicBezTo>
                    <a:pt x="647" y="253"/>
                    <a:pt x="647" y="253"/>
                    <a:pt x="647" y="253"/>
                  </a:cubicBezTo>
                  <a:cubicBezTo>
                    <a:pt x="644" y="250"/>
                    <a:pt x="644" y="250"/>
                    <a:pt x="644" y="250"/>
                  </a:cubicBezTo>
                  <a:cubicBezTo>
                    <a:pt x="641" y="251"/>
                    <a:pt x="641" y="251"/>
                    <a:pt x="641" y="251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6" y="252"/>
                    <a:pt x="636" y="252"/>
                    <a:pt x="636" y="252"/>
                  </a:cubicBezTo>
                  <a:cubicBezTo>
                    <a:pt x="635" y="251"/>
                    <a:pt x="635" y="251"/>
                    <a:pt x="635" y="251"/>
                  </a:cubicBezTo>
                  <a:cubicBezTo>
                    <a:pt x="633" y="251"/>
                    <a:pt x="633" y="251"/>
                    <a:pt x="633" y="251"/>
                  </a:cubicBezTo>
                  <a:cubicBezTo>
                    <a:pt x="632" y="252"/>
                    <a:pt x="632" y="252"/>
                    <a:pt x="632" y="252"/>
                  </a:cubicBezTo>
                  <a:cubicBezTo>
                    <a:pt x="632" y="250"/>
                    <a:pt x="632" y="250"/>
                    <a:pt x="632" y="250"/>
                  </a:cubicBezTo>
                  <a:cubicBezTo>
                    <a:pt x="630" y="250"/>
                    <a:pt x="630" y="250"/>
                    <a:pt x="630" y="250"/>
                  </a:cubicBezTo>
                  <a:cubicBezTo>
                    <a:pt x="624" y="247"/>
                    <a:pt x="624" y="247"/>
                    <a:pt x="624" y="247"/>
                  </a:cubicBezTo>
                  <a:cubicBezTo>
                    <a:pt x="622" y="247"/>
                    <a:pt x="622" y="247"/>
                    <a:pt x="622" y="247"/>
                  </a:cubicBezTo>
                  <a:cubicBezTo>
                    <a:pt x="621" y="246"/>
                    <a:pt x="621" y="246"/>
                    <a:pt x="621" y="246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20" y="247"/>
                    <a:pt x="620" y="247"/>
                  </a:cubicBezTo>
                  <a:cubicBezTo>
                    <a:pt x="620" y="246"/>
                    <a:pt x="620" y="246"/>
                    <a:pt x="620" y="246"/>
                  </a:cubicBezTo>
                  <a:cubicBezTo>
                    <a:pt x="617" y="245"/>
                    <a:pt x="617" y="245"/>
                    <a:pt x="617" y="245"/>
                  </a:cubicBezTo>
                  <a:cubicBezTo>
                    <a:pt x="616" y="246"/>
                    <a:pt x="616" y="246"/>
                    <a:pt x="616" y="246"/>
                  </a:cubicBezTo>
                  <a:cubicBezTo>
                    <a:pt x="617" y="247"/>
                    <a:pt x="617" y="247"/>
                    <a:pt x="617" y="247"/>
                  </a:cubicBezTo>
                  <a:cubicBezTo>
                    <a:pt x="618" y="247"/>
                    <a:pt x="618" y="247"/>
                    <a:pt x="618" y="247"/>
                  </a:cubicBezTo>
                  <a:cubicBezTo>
                    <a:pt x="617" y="248"/>
                    <a:pt x="617" y="248"/>
                    <a:pt x="617" y="248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6" y="248"/>
                    <a:pt x="616" y="248"/>
                    <a:pt x="616" y="248"/>
                  </a:cubicBezTo>
                  <a:cubicBezTo>
                    <a:pt x="614" y="249"/>
                    <a:pt x="614" y="249"/>
                    <a:pt x="614" y="249"/>
                  </a:cubicBezTo>
                  <a:cubicBezTo>
                    <a:pt x="614" y="251"/>
                    <a:pt x="614" y="251"/>
                    <a:pt x="614" y="251"/>
                  </a:cubicBezTo>
                  <a:cubicBezTo>
                    <a:pt x="613" y="253"/>
                    <a:pt x="613" y="253"/>
                    <a:pt x="613" y="253"/>
                  </a:cubicBezTo>
                  <a:cubicBezTo>
                    <a:pt x="613" y="257"/>
                    <a:pt x="613" y="257"/>
                    <a:pt x="613" y="257"/>
                  </a:cubicBezTo>
                  <a:cubicBezTo>
                    <a:pt x="614" y="258"/>
                    <a:pt x="614" y="258"/>
                    <a:pt x="614" y="258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6" y="259"/>
                    <a:pt x="616" y="259"/>
                    <a:pt x="616" y="259"/>
                  </a:cubicBezTo>
                  <a:cubicBezTo>
                    <a:pt x="616" y="260"/>
                    <a:pt x="616" y="260"/>
                    <a:pt x="616" y="260"/>
                  </a:cubicBezTo>
                  <a:cubicBezTo>
                    <a:pt x="616" y="261"/>
                    <a:pt x="616" y="261"/>
                    <a:pt x="616" y="261"/>
                  </a:cubicBezTo>
                  <a:cubicBezTo>
                    <a:pt x="614" y="261"/>
                    <a:pt x="614" y="261"/>
                    <a:pt x="614" y="261"/>
                  </a:cubicBezTo>
                  <a:cubicBezTo>
                    <a:pt x="614" y="263"/>
                    <a:pt x="614" y="263"/>
                    <a:pt x="614" y="263"/>
                  </a:cubicBezTo>
                  <a:cubicBezTo>
                    <a:pt x="612" y="265"/>
                    <a:pt x="612" y="265"/>
                    <a:pt x="612" y="265"/>
                  </a:cubicBezTo>
                  <a:cubicBezTo>
                    <a:pt x="609" y="268"/>
                    <a:pt x="609" y="268"/>
                    <a:pt x="609" y="268"/>
                  </a:cubicBezTo>
                  <a:cubicBezTo>
                    <a:pt x="609" y="270"/>
                    <a:pt x="609" y="270"/>
                    <a:pt x="609" y="270"/>
                  </a:cubicBezTo>
                  <a:cubicBezTo>
                    <a:pt x="610" y="270"/>
                    <a:pt x="610" y="270"/>
                    <a:pt x="610" y="270"/>
                  </a:cubicBezTo>
                  <a:cubicBezTo>
                    <a:pt x="612" y="270"/>
                    <a:pt x="612" y="270"/>
                    <a:pt x="612" y="270"/>
                  </a:cubicBezTo>
                  <a:cubicBezTo>
                    <a:pt x="611" y="272"/>
                    <a:pt x="611" y="272"/>
                    <a:pt x="611" y="272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0" y="275"/>
                    <a:pt x="610" y="275"/>
                    <a:pt x="610" y="275"/>
                  </a:cubicBezTo>
                  <a:cubicBezTo>
                    <a:pt x="611" y="276"/>
                    <a:pt x="611" y="276"/>
                    <a:pt x="611" y="276"/>
                  </a:cubicBezTo>
                  <a:cubicBezTo>
                    <a:pt x="611" y="277"/>
                    <a:pt x="611" y="277"/>
                    <a:pt x="611" y="277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9"/>
                    <a:pt x="610" y="279"/>
                    <a:pt x="610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3" y="280"/>
                    <a:pt x="613" y="280"/>
                    <a:pt x="613" y="280"/>
                  </a:cubicBezTo>
                  <a:cubicBezTo>
                    <a:pt x="611" y="282"/>
                    <a:pt x="611" y="282"/>
                    <a:pt x="611" y="282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9" y="284"/>
                    <a:pt x="609" y="284"/>
                    <a:pt x="609" y="284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7" y="283"/>
                    <a:pt x="607" y="283"/>
                    <a:pt x="607" y="283"/>
                  </a:cubicBezTo>
                  <a:cubicBezTo>
                    <a:pt x="606" y="285"/>
                    <a:pt x="606" y="285"/>
                    <a:pt x="606" y="285"/>
                  </a:cubicBezTo>
                  <a:cubicBezTo>
                    <a:pt x="606" y="286"/>
                    <a:pt x="606" y="286"/>
                    <a:pt x="606" y="286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8"/>
                    <a:pt x="606" y="288"/>
                    <a:pt x="606" y="288"/>
                  </a:cubicBezTo>
                  <a:cubicBezTo>
                    <a:pt x="604" y="288"/>
                    <a:pt x="604" y="288"/>
                    <a:pt x="604" y="288"/>
                  </a:cubicBezTo>
                  <a:cubicBezTo>
                    <a:pt x="600" y="292"/>
                    <a:pt x="600" y="292"/>
                    <a:pt x="600" y="292"/>
                  </a:cubicBezTo>
                  <a:cubicBezTo>
                    <a:pt x="599" y="293"/>
                    <a:pt x="599" y="293"/>
                    <a:pt x="599" y="293"/>
                  </a:cubicBezTo>
                  <a:cubicBezTo>
                    <a:pt x="598" y="296"/>
                    <a:pt x="598" y="296"/>
                    <a:pt x="598" y="296"/>
                  </a:cubicBezTo>
                  <a:cubicBezTo>
                    <a:pt x="598" y="298"/>
                    <a:pt x="598" y="298"/>
                    <a:pt x="598" y="298"/>
                  </a:cubicBezTo>
                  <a:cubicBezTo>
                    <a:pt x="600" y="298"/>
                    <a:pt x="600" y="298"/>
                    <a:pt x="600" y="298"/>
                  </a:cubicBezTo>
                  <a:cubicBezTo>
                    <a:pt x="600" y="299"/>
                    <a:pt x="600" y="299"/>
                    <a:pt x="600" y="299"/>
                  </a:cubicBezTo>
                  <a:cubicBezTo>
                    <a:pt x="602" y="301"/>
                    <a:pt x="602" y="301"/>
                    <a:pt x="602" y="301"/>
                  </a:cubicBezTo>
                  <a:cubicBezTo>
                    <a:pt x="604" y="304"/>
                    <a:pt x="604" y="304"/>
                    <a:pt x="604" y="304"/>
                  </a:cubicBezTo>
                  <a:cubicBezTo>
                    <a:pt x="605" y="307"/>
                    <a:pt x="605" y="307"/>
                    <a:pt x="605" y="307"/>
                  </a:cubicBezTo>
                  <a:cubicBezTo>
                    <a:pt x="604" y="312"/>
                    <a:pt x="604" y="312"/>
                    <a:pt x="604" y="312"/>
                  </a:cubicBezTo>
                  <a:cubicBezTo>
                    <a:pt x="606" y="314"/>
                    <a:pt x="606" y="314"/>
                    <a:pt x="606" y="314"/>
                  </a:cubicBezTo>
                  <a:cubicBezTo>
                    <a:pt x="605" y="316"/>
                    <a:pt x="605" y="316"/>
                    <a:pt x="605" y="316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3" y="322"/>
                    <a:pt x="603" y="322"/>
                    <a:pt x="603" y="322"/>
                  </a:cubicBezTo>
                  <a:cubicBezTo>
                    <a:pt x="603" y="325"/>
                    <a:pt x="603" y="325"/>
                    <a:pt x="603" y="325"/>
                  </a:cubicBezTo>
                  <a:cubicBezTo>
                    <a:pt x="605" y="325"/>
                    <a:pt x="605" y="325"/>
                    <a:pt x="605" y="325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6" y="325"/>
                    <a:pt x="606" y="325"/>
                    <a:pt x="606" y="325"/>
                  </a:cubicBezTo>
                  <a:cubicBezTo>
                    <a:pt x="605" y="326"/>
                    <a:pt x="605" y="326"/>
                    <a:pt x="605" y="326"/>
                  </a:cubicBezTo>
                  <a:cubicBezTo>
                    <a:pt x="604" y="326"/>
                    <a:pt x="604" y="326"/>
                    <a:pt x="604" y="326"/>
                  </a:cubicBezTo>
                  <a:cubicBezTo>
                    <a:pt x="604" y="325"/>
                    <a:pt x="604" y="325"/>
                    <a:pt x="604" y="325"/>
                  </a:cubicBezTo>
                  <a:cubicBezTo>
                    <a:pt x="602" y="325"/>
                    <a:pt x="602" y="325"/>
                    <a:pt x="602" y="325"/>
                  </a:cubicBezTo>
                  <a:cubicBezTo>
                    <a:pt x="600" y="329"/>
                    <a:pt x="600" y="329"/>
                    <a:pt x="600" y="329"/>
                  </a:cubicBezTo>
                  <a:cubicBezTo>
                    <a:pt x="598" y="329"/>
                    <a:pt x="598" y="329"/>
                    <a:pt x="598" y="329"/>
                  </a:cubicBezTo>
                  <a:cubicBezTo>
                    <a:pt x="598" y="331"/>
                    <a:pt x="598" y="331"/>
                    <a:pt x="598" y="331"/>
                  </a:cubicBezTo>
                  <a:cubicBezTo>
                    <a:pt x="595" y="332"/>
                    <a:pt x="595" y="332"/>
                    <a:pt x="595" y="332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89" y="335"/>
                    <a:pt x="589" y="335"/>
                    <a:pt x="589" y="335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4" y="337"/>
                    <a:pt x="584" y="337"/>
                    <a:pt x="584" y="337"/>
                  </a:cubicBezTo>
                  <a:cubicBezTo>
                    <a:pt x="582" y="338"/>
                    <a:pt x="582" y="338"/>
                    <a:pt x="582" y="338"/>
                  </a:cubicBezTo>
                  <a:cubicBezTo>
                    <a:pt x="580" y="339"/>
                    <a:pt x="580" y="339"/>
                    <a:pt x="580" y="339"/>
                  </a:cubicBezTo>
                  <a:cubicBezTo>
                    <a:pt x="577" y="340"/>
                    <a:pt x="577" y="340"/>
                    <a:pt x="577" y="340"/>
                  </a:cubicBezTo>
                  <a:cubicBezTo>
                    <a:pt x="578" y="341"/>
                    <a:pt x="578" y="341"/>
                    <a:pt x="578" y="341"/>
                  </a:cubicBezTo>
                  <a:cubicBezTo>
                    <a:pt x="578" y="342"/>
                    <a:pt x="578" y="342"/>
                    <a:pt x="578" y="342"/>
                  </a:cubicBezTo>
                  <a:cubicBezTo>
                    <a:pt x="578" y="344"/>
                    <a:pt x="578" y="344"/>
                    <a:pt x="578" y="344"/>
                  </a:cubicBezTo>
                  <a:cubicBezTo>
                    <a:pt x="578" y="345"/>
                    <a:pt x="578" y="345"/>
                    <a:pt x="578" y="345"/>
                  </a:cubicBezTo>
                  <a:cubicBezTo>
                    <a:pt x="579" y="346"/>
                    <a:pt x="579" y="346"/>
                    <a:pt x="579" y="346"/>
                  </a:cubicBezTo>
                  <a:cubicBezTo>
                    <a:pt x="578" y="346"/>
                    <a:pt x="578" y="346"/>
                    <a:pt x="578" y="346"/>
                  </a:cubicBezTo>
                  <a:cubicBezTo>
                    <a:pt x="579" y="348"/>
                    <a:pt x="579" y="348"/>
                    <a:pt x="579" y="348"/>
                  </a:cubicBezTo>
                  <a:cubicBezTo>
                    <a:pt x="578" y="348"/>
                    <a:pt x="578" y="348"/>
                    <a:pt x="578" y="348"/>
                  </a:cubicBezTo>
                  <a:cubicBezTo>
                    <a:pt x="579" y="349"/>
                    <a:pt x="579" y="349"/>
                    <a:pt x="579" y="349"/>
                  </a:cubicBezTo>
                  <a:cubicBezTo>
                    <a:pt x="578" y="349"/>
                    <a:pt x="578" y="349"/>
                    <a:pt x="578" y="349"/>
                  </a:cubicBezTo>
                  <a:cubicBezTo>
                    <a:pt x="579" y="351"/>
                    <a:pt x="579" y="351"/>
                    <a:pt x="579" y="351"/>
                  </a:cubicBezTo>
                  <a:cubicBezTo>
                    <a:pt x="578" y="352"/>
                    <a:pt x="578" y="352"/>
                    <a:pt x="578" y="352"/>
                  </a:cubicBezTo>
                  <a:cubicBezTo>
                    <a:pt x="578" y="354"/>
                    <a:pt x="578" y="354"/>
                    <a:pt x="578" y="354"/>
                  </a:cubicBezTo>
                  <a:cubicBezTo>
                    <a:pt x="578" y="356"/>
                    <a:pt x="578" y="356"/>
                    <a:pt x="578" y="356"/>
                  </a:cubicBezTo>
                  <a:cubicBezTo>
                    <a:pt x="577" y="359"/>
                    <a:pt x="577" y="359"/>
                    <a:pt x="577" y="359"/>
                  </a:cubicBezTo>
                  <a:cubicBezTo>
                    <a:pt x="577" y="361"/>
                    <a:pt x="577" y="361"/>
                    <a:pt x="577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2"/>
                    <a:pt x="578" y="362"/>
                    <a:pt x="578" y="362"/>
                  </a:cubicBezTo>
                  <a:cubicBezTo>
                    <a:pt x="577" y="363"/>
                    <a:pt x="577" y="363"/>
                    <a:pt x="577" y="363"/>
                  </a:cubicBezTo>
                  <a:cubicBezTo>
                    <a:pt x="577" y="366"/>
                    <a:pt x="577" y="366"/>
                    <a:pt x="577" y="366"/>
                  </a:cubicBezTo>
                  <a:cubicBezTo>
                    <a:pt x="578" y="366"/>
                    <a:pt x="578" y="366"/>
                    <a:pt x="578" y="366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7" y="370"/>
                    <a:pt x="577" y="370"/>
                    <a:pt x="577" y="370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5" y="371"/>
                    <a:pt x="575" y="371"/>
                    <a:pt x="575" y="371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5"/>
                    <a:pt x="575" y="375"/>
                    <a:pt x="575" y="375"/>
                  </a:cubicBezTo>
                  <a:cubicBezTo>
                    <a:pt x="574" y="377"/>
                    <a:pt x="574" y="377"/>
                    <a:pt x="574" y="377"/>
                  </a:cubicBezTo>
                  <a:cubicBezTo>
                    <a:pt x="574" y="375"/>
                    <a:pt x="574" y="375"/>
                    <a:pt x="574" y="375"/>
                  </a:cubicBezTo>
                  <a:cubicBezTo>
                    <a:pt x="573" y="375"/>
                    <a:pt x="573" y="375"/>
                    <a:pt x="573" y="375"/>
                  </a:cubicBezTo>
                  <a:cubicBezTo>
                    <a:pt x="573" y="374"/>
                    <a:pt x="573" y="374"/>
                    <a:pt x="573" y="374"/>
                  </a:cubicBezTo>
                  <a:cubicBezTo>
                    <a:pt x="574" y="373"/>
                    <a:pt x="574" y="373"/>
                    <a:pt x="574" y="373"/>
                  </a:cubicBezTo>
                  <a:cubicBezTo>
                    <a:pt x="572" y="373"/>
                    <a:pt x="572" y="373"/>
                    <a:pt x="572" y="373"/>
                  </a:cubicBezTo>
                  <a:cubicBezTo>
                    <a:pt x="569" y="376"/>
                    <a:pt x="569" y="376"/>
                    <a:pt x="569" y="376"/>
                  </a:cubicBezTo>
                  <a:cubicBezTo>
                    <a:pt x="569" y="377"/>
                    <a:pt x="569" y="377"/>
                    <a:pt x="569" y="377"/>
                  </a:cubicBezTo>
                  <a:cubicBezTo>
                    <a:pt x="569" y="378"/>
                    <a:pt x="569" y="378"/>
                    <a:pt x="569" y="378"/>
                  </a:cubicBezTo>
                  <a:cubicBezTo>
                    <a:pt x="568" y="378"/>
                    <a:pt x="568" y="378"/>
                    <a:pt x="568" y="378"/>
                  </a:cubicBezTo>
                  <a:cubicBezTo>
                    <a:pt x="567" y="377"/>
                    <a:pt x="567" y="377"/>
                    <a:pt x="567" y="377"/>
                  </a:cubicBezTo>
                  <a:cubicBezTo>
                    <a:pt x="565" y="376"/>
                    <a:pt x="565" y="376"/>
                    <a:pt x="565" y="376"/>
                  </a:cubicBezTo>
                  <a:cubicBezTo>
                    <a:pt x="564" y="376"/>
                    <a:pt x="564" y="376"/>
                    <a:pt x="564" y="376"/>
                  </a:cubicBezTo>
                  <a:cubicBezTo>
                    <a:pt x="565" y="375"/>
                    <a:pt x="565" y="375"/>
                    <a:pt x="565" y="375"/>
                  </a:cubicBezTo>
                  <a:cubicBezTo>
                    <a:pt x="564" y="374"/>
                    <a:pt x="564" y="374"/>
                    <a:pt x="564" y="374"/>
                  </a:cubicBezTo>
                  <a:cubicBezTo>
                    <a:pt x="564" y="371"/>
                    <a:pt x="564" y="371"/>
                    <a:pt x="564" y="371"/>
                  </a:cubicBezTo>
                  <a:cubicBezTo>
                    <a:pt x="563" y="370"/>
                    <a:pt x="563" y="370"/>
                    <a:pt x="563" y="370"/>
                  </a:cubicBezTo>
                  <a:cubicBezTo>
                    <a:pt x="563" y="369"/>
                    <a:pt x="563" y="369"/>
                    <a:pt x="563" y="369"/>
                  </a:cubicBezTo>
                  <a:cubicBezTo>
                    <a:pt x="562" y="369"/>
                    <a:pt x="562" y="369"/>
                    <a:pt x="562" y="369"/>
                  </a:cubicBezTo>
                  <a:cubicBezTo>
                    <a:pt x="561" y="368"/>
                    <a:pt x="561" y="368"/>
                    <a:pt x="561" y="368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59" y="366"/>
                    <a:pt x="559" y="366"/>
                    <a:pt x="559" y="366"/>
                  </a:cubicBezTo>
                  <a:cubicBezTo>
                    <a:pt x="560" y="365"/>
                    <a:pt x="560" y="365"/>
                    <a:pt x="560" y="365"/>
                  </a:cubicBezTo>
                  <a:cubicBezTo>
                    <a:pt x="559" y="363"/>
                    <a:pt x="559" y="363"/>
                    <a:pt x="559" y="363"/>
                  </a:cubicBezTo>
                  <a:cubicBezTo>
                    <a:pt x="558" y="363"/>
                    <a:pt x="558" y="363"/>
                    <a:pt x="558" y="363"/>
                  </a:cubicBezTo>
                  <a:cubicBezTo>
                    <a:pt x="558" y="361"/>
                    <a:pt x="558" y="361"/>
                    <a:pt x="558" y="361"/>
                  </a:cubicBezTo>
                  <a:cubicBezTo>
                    <a:pt x="556" y="360"/>
                    <a:pt x="556" y="360"/>
                    <a:pt x="556" y="360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556" y="357"/>
                    <a:pt x="556" y="357"/>
                    <a:pt x="556" y="357"/>
                  </a:cubicBezTo>
                  <a:cubicBezTo>
                    <a:pt x="558" y="355"/>
                    <a:pt x="558" y="355"/>
                    <a:pt x="558" y="355"/>
                  </a:cubicBezTo>
                  <a:cubicBezTo>
                    <a:pt x="558" y="353"/>
                    <a:pt x="558" y="353"/>
                    <a:pt x="558" y="353"/>
                  </a:cubicBezTo>
                  <a:cubicBezTo>
                    <a:pt x="558" y="352"/>
                    <a:pt x="558" y="352"/>
                    <a:pt x="558" y="352"/>
                  </a:cubicBezTo>
                  <a:cubicBezTo>
                    <a:pt x="560" y="349"/>
                    <a:pt x="560" y="349"/>
                    <a:pt x="560" y="349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4"/>
                    <a:pt x="560" y="344"/>
                    <a:pt x="560" y="344"/>
                  </a:cubicBezTo>
                  <a:cubicBezTo>
                    <a:pt x="561" y="342"/>
                    <a:pt x="561" y="342"/>
                    <a:pt x="561" y="342"/>
                  </a:cubicBezTo>
                  <a:cubicBezTo>
                    <a:pt x="562" y="341"/>
                    <a:pt x="562" y="341"/>
                    <a:pt x="562" y="341"/>
                  </a:cubicBezTo>
                  <a:cubicBezTo>
                    <a:pt x="562" y="339"/>
                    <a:pt x="562" y="339"/>
                    <a:pt x="562" y="339"/>
                  </a:cubicBezTo>
                  <a:cubicBezTo>
                    <a:pt x="564" y="336"/>
                    <a:pt x="564" y="336"/>
                    <a:pt x="564" y="336"/>
                  </a:cubicBezTo>
                  <a:cubicBezTo>
                    <a:pt x="563" y="333"/>
                    <a:pt x="563" y="333"/>
                    <a:pt x="563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1" y="333"/>
                    <a:pt x="561" y="333"/>
                    <a:pt x="561" y="333"/>
                  </a:cubicBezTo>
                  <a:cubicBezTo>
                    <a:pt x="559" y="333"/>
                    <a:pt x="559" y="333"/>
                    <a:pt x="559" y="333"/>
                  </a:cubicBezTo>
                  <a:cubicBezTo>
                    <a:pt x="556" y="333"/>
                    <a:pt x="556" y="333"/>
                    <a:pt x="556" y="333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3" y="331"/>
                    <a:pt x="553" y="331"/>
                    <a:pt x="553" y="331"/>
                  </a:cubicBezTo>
                  <a:cubicBezTo>
                    <a:pt x="549" y="331"/>
                    <a:pt x="549" y="331"/>
                    <a:pt x="549" y="331"/>
                  </a:cubicBezTo>
                  <a:cubicBezTo>
                    <a:pt x="548" y="332"/>
                    <a:pt x="548" y="332"/>
                    <a:pt x="548" y="332"/>
                  </a:cubicBezTo>
                  <a:cubicBezTo>
                    <a:pt x="547" y="331"/>
                    <a:pt x="547" y="331"/>
                    <a:pt x="547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3" y="329"/>
                    <a:pt x="543" y="329"/>
                    <a:pt x="543" y="329"/>
                  </a:cubicBezTo>
                  <a:cubicBezTo>
                    <a:pt x="543" y="328"/>
                    <a:pt x="543" y="328"/>
                    <a:pt x="543" y="328"/>
                  </a:cubicBezTo>
                  <a:cubicBezTo>
                    <a:pt x="540" y="325"/>
                    <a:pt x="540" y="325"/>
                    <a:pt x="540" y="325"/>
                  </a:cubicBezTo>
                  <a:cubicBezTo>
                    <a:pt x="539" y="325"/>
                    <a:pt x="539" y="325"/>
                    <a:pt x="539" y="325"/>
                  </a:cubicBezTo>
                  <a:cubicBezTo>
                    <a:pt x="537" y="323"/>
                    <a:pt x="537" y="323"/>
                    <a:pt x="537" y="323"/>
                  </a:cubicBezTo>
                  <a:cubicBezTo>
                    <a:pt x="536" y="323"/>
                    <a:pt x="536" y="323"/>
                    <a:pt x="536" y="323"/>
                  </a:cubicBezTo>
                  <a:cubicBezTo>
                    <a:pt x="533" y="321"/>
                    <a:pt x="533" y="321"/>
                    <a:pt x="533" y="321"/>
                  </a:cubicBezTo>
                  <a:cubicBezTo>
                    <a:pt x="532" y="320"/>
                    <a:pt x="532" y="320"/>
                    <a:pt x="532" y="320"/>
                  </a:cubicBezTo>
                  <a:cubicBezTo>
                    <a:pt x="531" y="320"/>
                    <a:pt x="531" y="320"/>
                    <a:pt x="531" y="320"/>
                  </a:cubicBezTo>
                  <a:cubicBezTo>
                    <a:pt x="530" y="318"/>
                    <a:pt x="530" y="318"/>
                    <a:pt x="530" y="318"/>
                  </a:cubicBezTo>
                  <a:cubicBezTo>
                    <a:pt x="529" y="317"/>
                    <a:pt x="529" y="317"/>
                    <a:pt x="529" y="317"/>
                  </a:cubicBezTo>
                  <a:cubicBezTo>
                    <a:pt x="529" y="315"/>
                    <a:pt x="529" y="315"/>
                    <a:pt x="529" y="315"/>
                  </a:cubicBezTo>
                  <a:cubicBezTo>
                    <a:pt x="528" y="315"/>
                    <a:pt x="528" y="315"/>
                    <a:pt x="528" y="315"/>
                  </a:cubicBezTo>
                  <a:cubicBezTo>
                    <a:pt x="527" y="312"/>
                    <a:pt x="527" y="312"/>
                    <a:pt x="527" y="312"/>
                  </a:cubicBezTo>
                  <a:cubicBezTo>
                    <a:pt x="525" y="312"/>
                    <a:pt x="525" y="312"/>
                    <a:pt x="525" y="312"/>
                  </a:cubicBezTo>
                  <a:cubicBezTo>
                    <a:pt x="523" y="310"/>
                    <a:pt x="523" y="310"/>
                    <a:pt x="523" y="310"/>
                  </a:cubicBezTo>
                  <a:cubicBezTo>
                    <a:pt x="522" y="309"/>
                    <a:pt x="522" y="309"/>
                    <a:pt x="522" y="309"/>
                  </a:cubicBezTo>
                  <a:cubicBezTo>
                    <a:pt x="521" y="309"/>
                    <a:pt x="521" y="309"/>
                    <a:pt x="521" y="309"/>
                  </a:cubicBezTo>
                  <a:cubicBezTo>
                    <a:pt x="518" y="308"/>
                    <a:pt x="518" y="308"/>
                    <a:pt x="518" y="308"/>
                  </a:cubicBezTo>
                  <a:cubicBezTo>
                    <a:pt x="515" y="306"/>
                    <a:pt x="515" y="306"/>
                    <a:pt x="515" y="306"/>
                  </a:cubicBezTo>
                  <a:cubicBezTo>
                    <a:pt x="512" y="303"/>
                    <a:pt x="512" y="303"/>
                    <a:pt x="512" y="303"/>
                  </a:cubicBezTo>
                  <a:cubicBezTo>
                    <a:pt x="509" y="304"/>
                    <a:pt x="509" y="304"/>
                    <a:pt x="509" y="304"/>
                  </a:cubicBezTo>
                  <a:cubicBezTo>
                    <a:pt x="499" y="307"/>
                    <a:pt x="499" y="307"/>
                    <a:pt x="499" y="307"/>
                  </a:cubicBezTo>
                  <a:cubicBezTo>
                    <a:pt x="503" y="303"/>
                    <a:pt x="503" y="303"/>
                    <a:pt x="503" y="303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504" y="298"/>
                    <a:pt x="504" y="298"/>
                    <a:pt x="504" y="298"/>
                  </a:cubicBezTo>
                  <a:cubicBezTo>
                    <a:pt x="503" y="297"/>
                    <a:pt x="503" y="297"/>
                    <a:pt x="503" y="297"/>
                  </a:cubicBezTo>
                  <a:cubicBezTo>
                    <a:pt x="504" y="294"/>
                    <a:pt x="504" y="294"/>
                    <a:pt x="504" y="294"/>
                  </a:cubicBezTo>
                  <a:cubicBezTo>
                    <a:pt x="504" y="291"/>
                    <a:pt x="504" y="291"/>
                    <a:pt x="504" y="291"/>
                  </a:cubicBezTo>
                  <a:cubicBezTo>
                    <a:pt x="503" y="289"/>
                    <a:pt x="503" y="289"/>
                    <a:pt x="503" y="289"/>
                  </a:cubicBezTo>
                  <a:cubicBezTo>
                    <a:pt x="503" y="287"/>
                    <a:pt x="503" y="287"/>
                    <a:pt x="503" y="287"/>
                  </a:cubicBezTo>
                  <a:cubicBezTo>
                    <a:pt x="503" y="286"/>
                    <a:pt x="503" y="286"/>
                    <a:pt x="503" y="286"/>
                  </a:cubicBezTo>
                  <a:cubicBezTo>
                    <a:pt x="504" y="284"/>
                    <a:pt x="504" y="284"/>
                    <a:pt x="504" y="284"/>
                  </a:cubicBezTo>
                  <a:cubicBezTo>
                    <a:pt x="502" y="283"/>
                    <a:pt x="502" y="283"/>
                    <a:pt x="502" y="283"/>
                  </a:cubicBezTo>
                  <a:cubicBezTo>
                    <a:pt x="497" y="283"/>
                    <a:pt x="497" y="283"/>
                    <a:pt x="497" y="283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5" y="284"/>
                    <a:pt x="495" y="284"/>
                    <a:pt x="495" y="284"/>
                  </a:cubicBezTo>
                  <a:cubicBezTo>
                    <a:pt x="495" y="283"/>
                    <a:pt x="495" y="283"/>
                    <a:pt x="495" y="283"/>
                  </a:cubicBezTo>
                  <a:cubicBezTo>
                    <a:pt x="495" y="282"/>
                    <a:pt x="495" y="282"/>
                    <a:pt x="495" y="282"/>
                  </a:cubicBezTo>
                  <a:cubicBezTo>
                    <a:pt x="495" y="281"/>
                    <a:pt x="495" y="281"/>
                    <a:pt x="495" y="281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4" y="279"/>
                    <a:pt x="494" y="279"/>
                    <a:pt x="494" y="279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6" y="277"/>
                    <a:pt x="496" y="277"/>
                    <a:pt x="496" y="277"/>
                  </a:cubicBezTo>
                  <a:cubicBezTo>
                    <a:pt x="497" y="275"/>
                    <a:pt x="497" y="275"/>
                    <a:pt x="497" y="275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69"/>
                    <a:pt x="497" y="269"/>
                    <a:pt x="497" y="269"/>
                  </a:cubicBezTo>
                  <a:cubicBezTo>
                    <a:pt x="499" y="269"/>
                    <a:pt x="499" y="269"/>
                    <a:pt x="499" y="269"/>
                  </a:cubicBezTo>
                  <a:cubicBezTo>
                    <a:pt x="499" y="267"/>
                    <a:pt x="499" y="267"/>
                    <a:pt x="499" y="267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1" y="263"/>
                    <a:pt x="501" y="263"/>
                    <a:pt x="501" y="263"/>
                  </a:cubicBezTo>
                  <a:cubicBezTo>
                    <a:pt x="502" y="261"/>
                    <a:pt x="502" y="261"/>
                    <a:pt x="502" y="261"/>
                  </a:cubicBezTo>
                  <a:cubicBezTo>
                    <a:pt x="502" y="260"/>
                    <a:pt x="502" y="260"/>
                    <a:pt x="502" y="260"/>
                  </a:cubicBezTo>
                  <a:cubicBezTo>
                    <a:pt x="503" y="260"/>
                    <a:pt x="503" y="260"/>
                    <a:pt x="503" y="260"/>
                  </a:cubicBezTo>
                  <a:cubicBezTo>
                    <a:pt x="505" y="259"/>
                    <a:pt x="505" y="259"/>
                    <a:pt x="505" y="259"/>
                  </a:cubicBezTo>
                  <a:cubicBezTo>
                    <a:pt x="505" y="258"/>
                    <a:pt x="505" y="258"/>
                    <a:pt x="505" y="258"/>
                  </a:cubicBezTo>
                  <a:cubicBezTo>
                    <a:pt x="506" y="257"/>
                    <a:pt x="506" y="257"/>
                    <a:pt x="506" y="257"/>
                  </a:cubicBezTo>
                  <a:cubicBezTo>
                    <a:pt x="508" y="255"/>
                    <a:pt x="508" y="255"/>
                    <a:pt x="508" y="255"/>
                  </a:cubicBezTo>
                  <a:cubicBezTo>
                    <a:pt x="510" y="254"/>
                    <a:pt x="510" y="254"/>
                    <a:pt x="510" y="254"/>
                  </a:cubicBezTo>
                  <a:cubicBezTo>
                    <a:pt x="510" y="253"/>
                    <a:pt x="510" y="253"/>
                    <a:pt x="510" y="253"/>
                  </a:cubicBezTo>
                  <a:cubicBezTo>
                    <a:pt x="510" y="252"/>
                    <a:pt x="510" y="252"/>
                    <a:pt x="510" y="252"/>
                  </a:cubicBezTo>
                  <a:cubicBezTo>
                    <a:pt x="511" y="252"/>
                    <a:pt x="511" y="252"/>
                    <a:pt x="511" y="252"/>
                  </a:cubicBezTo>
                  <a:cubicBezTo>
                    <a:pt x="512" y="251"/>
                    <a:pt x="512" y="251"/>
                    <a:pt x="512" y="251"/>
                  </a:cubicBezTo>
                  <a:cubicBezTo>
                    <a:pt x="511" y="250"/>
                    <a:pt x="511" y="250"/>
                    <a:pt x="511" y="250"/>
                  </a:cubicBezTo>
                  <a:cubicBezTo>
                    <a:pt x="513" y="249"/>
                    <a:pt x="513" y="249"/>
                    <a:pt x="513" y="249"/>
                  </a:cubicBezTo>
                  <a:cubicBezTo>
                    <a:pt x="514" y="247"/>
                    <a:pt x="514" y="247"/>
                    <a:pt x="514" y="247"/>
                  </a:cubicBezTo>
                  <a:cubicBezTo>
                    <a:pt x="515" y="248"/>
                    <a:pt x="515" y="248"/>
                    <a:pt x="515" y="248"/>
                  </a:cubicBezTo>
                  <a:cubicBezTo>
                    <a:pt x="515" y="246"/>
                    <a:pt x="515" y="246"/>
                    <a:pt x="515" y="246"/>
                  </a:cubicBezTo>
                  <a:cubicBezTo>
                    <a:pt x="516" y="245"/>
                    <a:pt x="516" y="245"/>
                    <a:pt x="516" y="245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3"/>
                    <a:pt x="515" y="243"/>
                    <a:pt x="515" y="243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7" y="245"/>
                    <a:pt x="517" y="245"/>
                    <a:pt x="517" y="245"/>
                  </a:cubicBezTo>
                  <a:cubicBezTo>
                    <a:pt x="517" y="246"/>
                    <a:pt x="517" y="246"/>
                    <a:pt x="517" y="246"/>
                  </a:cubicBezTo>
                  <a:cubicBezTo>
                    <a:pt x="519" y="245"/>
                    <a:pt x="519" y="245"/>
                    <a:pt x="519" y="245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9" y="242"/>
                    <a:pt x="519" y="242"/>
                    <a:pt x="519" y="242"/>
                  </a:cubicBezTo>
                  <a:cubicBezTo>
                    <a:pt x="520" y="242"/>
                    <a:pt x="520" y="242"/>
                    <a:pt x="520" y="242"/>
                  </a:cubicBezTo>
                  <a:cubicBezTo>
                    <a:pt x="521" y="242"/>
                    <a:pt x="521" y="242"/>
                    <a:pt x="521" y="242"/>
                  </a:cubicBezTo>
                  <a:cubicBezTo>
                    <a:pt x="522" y="243"/>
                    <a:pt x="522" y="243"/>
                    <a:pt x="522" y="243"/>
                  </a:cubicBezTo>
                  <a:cubicBezTo>
                    <a:pt x="522" y="242"/>
                    <a:pt x="522" y="242"/>
                    <a:pt x="522" y="242"/>
                  </a:cubicBezTo>
                  <a:cubicBezTo>
                    <a:pt x="523" y="243"/>
                    <a:pt x="523" y="243"/>
                    <a:pt x="523" y="243"/>
                  </a:cubicBezTo>
                  <a:cubicBezTo>
                    <a:pt x="525" y="240"/>
                    <a:pt x="525" y="240"/>
                    <a:pt x="525" y="240"/>
                  </a:cubicBezTo>
                  <a:cubicBezTo>
                    <a:pt x="525" y="239"/>
                    <a:pt x="525" y="239"/>
                    <a:pt x="525" y="239"/>
                  </a:cubicBezTo>
                  <a:cubicBezTo>
                    <a:pt x="524" y="238"/>
                    <a:pt x="524" y="238"/>
                    <a:pt x="524" y="238"/>
                  </a:cubicBezTo>
                  <a:cubicBezTo>
                    <a:pt x="528" y="239"/>
                    <a:pt x="528" y="239"/>
                    <a:pt x="528" y="239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8" y="237"/>
                    <a:pt x="528" y="237"/>
                    <a:pt x="528" y="237"/>
                  </a:cubicBezTo>
                  <a:cubicBezTo>
                    <a:pt x="530" y="236"/>
                    <a:pt x="530" y="236"/>
                    <a:pt x="530" y="236"/>
                  </a:cubicBezTo>
                  <a:cubicBezTo>
                    <a:pt x="528" y="233"/>
                    <a:pt x="528" y="233"/>
                    <a:pt x="528" y="233"/>
                  </a:cubicBezTo>
                  <a:cubicBezTo>
                    <a:pt x="527" y="230"/>
                    <a:pt x="527" y="230"/>
                    <a:pt x="527" y="230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9" y="232"/>
                    <a:pt x="529" y="232"/>
                    <a:pt x="529" y="232"/>
                  </a:cubicBezTo>
                  <a:cubicBezTo>
                    <a:pt x="532" y="233"/>
                    <a:pt x="532" y="233"/>
                    <a:pt x="532" y="233"/>
                  </a:cubicBezTo>
                  <a:cubicBezTo>
                    <a:pt x="533" y="234"/>
                    <a:pt x="533" y="234"/>
                    <a:pt x="533" y="234"/>
                  </a:cubicBezTo>
                  <a:cubicBezTo>
                    <a:pt x="535" y="234"/>
                    <a:pt x="535" y="234"/>
                    <a:pt x="535" y="234"/>
                  </a:cubicBezTo>
                  <a:cubicBezTo>
                    <a:pt x="536" y="233"/>
                    <a:pt x="536" y="233"/>
                    <a:pt x="536" y="233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40" y="231"/>
                    <a:pt x="540" y="231"/>
                    <a:pt x="540" y="231"/>
                  </a:cubicBezTo>
                  <a:cubicBezTo>
                    <a:pt x="540" y="227"/>
                    <a:pt x="540" y="227"/>
                    <a:pt x="540" y="227"/>
                  </a:cubicBezTo>
                  <a:cubicBezTo>
                    <a:pt x="537" y="224"/>
                    <a:pt x="537" y="224"/>
                    <a:pt x="537" y="224"/>
                  </a:cubicBezTo>
                  <a:cubicBezTo>
                    <a:pt x="537" y="222"/>
                    <a:pt x="537" y="222"/>
                    <a:pt x="537" y="222"/>
                  </a:cubicBezTo>
                  <a:cubicBezTo>
                    <a:pt x="536" y="221"/>
                    <a:pt x="536" y="221"/>
                    <a:pt x="536" y="221"/>
                  </a:cubicBezTo>
                  <a:cubicBezTo>
                    <a:pt x="537" y="221"/>
                    <a:pt x="537" y="221"/>
                    <a:pt x="537" y="221"/>
                  </a:cubicBezTo>
                  <a:cubicBezTo>
                    <a:pt x="538" y="223"/>
                    <a:pt x="538" y="223"/>
                    <a:pt x="538" y="223"/>
                  </a:cubicBezTo>
                  <a:cubicBezTo>
                    <a:pt x="539" y="224"/>
                    <a:pt x="539" y="224"/>
                    <a:pt x="539" y="224"/>
                  </a:cubicBezTo>
                  <a:cubicBezTo>
                    <a:pt x="539" y="225"/>
                    <a:pt x="539" y="225"/>
                    <a:pt x="539" y="225"/>
                  </a:cubicBezTo>
                  <a:cubicBezTo>
                    <a:pt x="541" y="225"/>
                    <a:pt x="541" y="225"/>
                    <a:pt x="541" y="225"/>
                  </a:cubicBezTo>
                  <a:cubicBezTo>
                    <a:pt x="542" y="227"/>
                    <a:pt x="542" y="227"/>
                    <a:pt x="542" y="227"/>
                  </a:cubicBezTo>
                  <a:cubicBezTo>
                    <a:pt x="543" y="224"/>
                    <a:pt x="543" y="224"/>
                    <a:pt x="543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6" y="225"/>
                    <a:pt x="546" y="225"/>
                    <a:pt x="546" y="225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1" y="217"/>
                    <a:pt x="551" y="217"/>
                    <a:pt x="551" y="217"/>
                  </a:cubicBezTo>
                  <a:cubicBezTo>
                    <a:pt x="549" y="219"/>
                    <a:pt x="549" y="219"/>
                    <a:pt x="549" y="219"/>
                  </a:cubicBezTo>
                  <a:cubicBezTo>
                    <a:pt x="551" y="219"/>
                    <a:pt x="551" y="219"/>
                    <a:pt x="551" y="219"/>
                  </a:cubicBezTo>
                  <a:cubicBezTo>
                    <a:pt x="551" y="221"/>
                    <a:pt x="551" y="221"/>
                    <a:pt x="551" y="221"/>
                  </a:cubicBezTo>
                  <a:cubicBezTo>
                    <a:pt x="552" y="219"/>
                    <a:pt x="552" y="219"/>
                    <a:pt x="552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5" y="222"/>
                    <a:pt x="555" y="222"/>
                    <a:pt x="555" y="222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7" y="221"/>
                    <a:pt x="557" y="221"/>
                    <a:pt x="557" y="221"/>
                  </a:cubicBezTo>
                  <a:cubicBezTo>
                    <a:pt x="559" y="221"/>
                    <a:pt x="559" y="221"/>
                    <a:pt x="559" y="221"/>
                  </a:cubicBezTo>
                  <a:cubicBezTo>
                    <a:pt x="560" y="219"/>
                    <a:pt x="560" y="219"/>
                    <a:pt x="560" y="219"/>
                  </a:cubicBezTo>
                  <a:cubicBezTo>
                    <a:pt x="562" y="218"/>
                    <a:pt x="562" y="218"/>
                    <a:pt x="562" y="218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67" y="212"/>
                    <a:pt x="567" y="212"/>
                    <a:pt x="567" y="212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70" y="210"/>
                    <a:pt x="570" y="210"/>
                    <a:pt x="570" y="210"/>
                  </a:cubicBezTo>
                  <a:cubicBezTo>
                    <a:pt x="571" y="209"/>
                    <a:pt x="571" y="209"/>
                    <a:pt x="571" y="209"/>
                  </a:cubicBezTo>
                  <a:cubicBezTo>
                    <a:pt x="573" y="208"/>
                    <a:pt x="573" y="208"/>
                    <a:pt x="573" y="208"/>
                  </a:cubicBezTo>
                  <a:cubicBezTo>
                    <a:pt x="574" y="207"/>
                    <a:pt x="574" y="207"/>
                    <a:pt x="574" y="207"/>
                  </a:cubicBezTo>
                  <a:cubicBezTo>
                    <a:pt x="574" y="205"/>
                    <a:pt x="574" y="205"/>
                    <a:pt x="574" y="205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65" y="203"/>
                    <a:pt x="565" y="203"/>
                    <a:pt x="565" y="203"/>
                  </a:cubicBezTo>
                  <a:cubicBezTo>
                    <a:pt x="563" y="202"/>
                    <a:pt x="563" y="202"/>
                    <a:pt x="563" y="202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0" y="197"/>
                    <a:pt x="560" y="197"/>
                    <a:pt x="560" y="197"/>
                  </a:cubicBezTo>
                  <a:cubicBezTo>
                    <a:pt x="559" y="196"/>
                    <a:pt x="559" y="196"/>
                    <a:pt x="559" y="196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60" y="194"/>
                    <a:pt x="560" y="194"/>
                    <a:pt x="560" y="194"/>
                  </a:cubicBezTo>
                  <a:cubicBezTo>
                    <a:pt x="560" y="193"/>
                    <a:pt x="560" y="193"/>
                    <a:pt x="560" y="193"/>
                  </a:cubicBezTo>
                  <a:cubicBezTo>
                    <a:pt x="561" y="194"/>
                    <a:pt x="561" y="194"/>
                    <a:pt x="561" y="194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3" y="199"/>
                    <a:pt x="563" y="199"/>
                    <a:pt x="563" y="199"/>
                  </a:cubicBezTo>
                  <a:cubicBezTo>
                    <a:pt x="566" y="200"/>
                    <a:pt x="566" y="200"/>
                    <a:pt x="566" y="200"/>
                  </a:cubicBezTo>
                  <a:cubicBezTo>
                    <a:pt x="566" y="201"/>
                    <a:pt x="566" y="201"/>
                    <a:pt x="566" y="201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73" y="204"/>
                    <a:pt x="573" y="204"/>
                    <a:pt x="573" y="204"/>
                  </a:cubicBezTo>
                  <a:cubicBezTo>
                    <a:pt x="574" y="203"/>
                    <a:pt x="574" y="203"/>
                    <a:pt x="574" y="203"/>
                  </a:cubicBezTo>
                  <a:cubicBezTo>
                    <a:pt x="575" y="202"/>
                    <a:pt x="575" y="202"/>
                    <a:pt x="575" y="202"/>
                  </a:cubicBezTo>
                  <a:cubicBezTo>
                    <a:pt x="576" y="201"/>
                    <a:pt x="576" y="201"/>
                    <a:pt x="576" y="201"/>
                  </a:cubicBezTo>
                  <a:cubicBezTo>
                    <a:pt x="577" y="202"/>
                    <a:pt x="577" y="202"/>
                    <a:pt x="577" y="202"/>
                  </a:cubicBezTo>
                  <a:cubicBezTo>
                    <a:pt x="580" y="197"/>
                    <a:pt x="580" y="197"/>
                    <a:pt x="580" y="197"/>
                  </a:cubicBezTo>
                  <a:cubicBezTo>
                    <a:pt x="584" y="195"/>
                    <a:pt x="584" y="195"/>
                    <a:pt x="584" y="195"/>
                  </a:cubicBezTo>
                  <a:cubicBezTo>
                    <a:pt x="585" y="195"/>
                    <a:pt x="585" y="195"/>
                    <a:pt x="585" y="195"/>
                  </a:cubicBezTo>
                  <a:cubicBezTo>
                    <a:pt x="586" y="192"/>
                    <a:pt x="586" y="192"/>
                    <a:pt x="586" y="192"/>
                  </a:cubicBezTo>
                  <a:cubicBezTo>
                    <a:pt x="585" y="190"/>
                    <a:pt x="585" y="190"/>
                    <a:pt x="585" y="190"/>
                  </a:cubicBezTo>
                  <a:cubicBezTo>
                    <a:pt x="583" y="190"/>
                    <a:pt x="583" y="190"/>
                    <a:pt x="583" y="190"/>
                  </a:cubicBezTo>
                  <a:cubicBezTo>
                    <a:pt x="583" y="189"/>
                    <a:pt x="583" y="189"/>
                    <a:pt x="583" y="189"/>
                  </a:cubicBezTo>
                  <a:cubicBezTo>
                    <a:pt x="583" y="188"/>
                    <a:pt x="583" y="188"/>
                    <a:pt x="583" y="188"/>
                  </a:cubicBezTo>
                  <a:cubicBezTo>
                    <a:pt x="584" y="188"/>
                    <a:pt x="584" y="188"/>
                    <a:pt x="584" y="188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4" y="187"/>
                    <a:pt x="584" y="187"/>
                    <a:pt x="584" y="187"/>
                  </a:cubicBezTo>
                  <a:cubicBezTo>
                    <a:pt x="585" y="187"/>
                    <a:pt x="585" y="187"/>
                    <a:pt x="585" y="187"/>
                  </a:cubicBezTo>
                  <a:cubicBezTo>
                    <a:pt x="587" y="188"/>
                    <a:pt x="587" y="188"/>
                    <a:pt x="587" y="188"/>
                  </a:cubicBezTo>
                  <a:cubicBezTo>
                    <a:pt x="588" y="188"/>
                    <a:pt x="588" y="188"/>
                    <a:pt x="588" y="188"/>
                  </a:cubicBezTo>
                  <a:cubicBezTo>
                    <a:pt x="590" y="187"/>
                    <a:pt x="590" y="187"/>
                    <a:pt x="590" y="187"/>
                  </a:cubicBezTo>
                  <a:cubicBezTo>
                    <a:pt x="590" y="188"/>
                    <a:pt x="590" y="188"/>
                    <a:pt x="590" y="188"/>
                  </a:cubicBezTo>
                  <a:cubicBezTo>
                    <a:pt x="591" y="188"/>
                    <a:pt x="591" y="188"/>
                    <a:pt x="591" y="188"/>
                  </a:cubicBezTo>
                  <a:cubicBezTo>
                    <a:pt x="590" y="190"/>
                    <a:pt x="590" y="190"/>
                    <a:pt x="590" y="190"/>
                  </a:cubicBezTo>
                  <a:cubicBezTo>
                    <a:pt x="590" y="192"/>
                    <a:pt x="590" y="192"/>
                    <a:pt x="590" y="192"/>
                  </a:cubicBezTo>
                  <a:cubicBezTo>
                    <a:pt x="591" y="191"/>
                    <a:pt x="591" y="191"/>
                    <a:pt x="591" y="191"/>
                  </a:cubicBezTo>
                  <a:cubicBezTo>
                    <a:pt x="591" y="192"/>
                    <a:pt x="591" y="192"/>
                    <a:pt x="591" y="192"/>
                  </a:cubicBezTo>
                  <a:cubicBezTo>
                    <a:pt x="593" y="192"/>
                    <a:pt x="593" y="192"/>
                    <a:pt x="593" y="192"/>
                  </a:cubicBezTo>
                  <a:cubicBezTo>
                    <a:pt x="594" y="193"/>
                    <a:pt x="594" y="193"/>
                    <a:pt x="594" y="193"/>
                  </a:cubicBezTo>
                  <a:cubicBezTo>
                    <a:pt x="594" y="194"/>
                    <a:pt x="594" y="194"/>
                    <a:pt x="594" y="194"/>
                  </a:cubicBezTo>
                  <a:cubicBezTo>
                    <a:pt x="594" y="196"/>
                    <a:pt x="594" y="196"/>
                    <a:pt x="594" y="196"/>
                  </a:cubicBezTo>
                  <a:cubicBezTo>
                    <a:pt x="595" y="197"/>
                    <a:pt x="595" y="197"/>
                    <a:pt x="595" y="197"/>
                  </a:cubicBezTo>
                  <a:cubicBezTo>
                    <a:pt x="595" y="198"/>
                    <a:pt x="595" y="198"/>
                    <a:pt x="595" y="198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6" y="200"/>
                    <a:pt x="596" y="200"/>
                    <a:pt x="596" y="200"/>
                  </a:cubicBezTo>
                  <a:cubicBezTo>
                    <a:pt x="597" y="200"/>
                    <a:pt x="597" y="200"/>
                    <a:pt x="597" y="200"/>
                  </a:cubicBezTo>
                  <a:cubicBezTo>
                    <a:pt x="597" y="202"/>
                    <a:pt x="597" y="202"/>
                    <a:pt x="597" y="202"/>
                  </a:cubicBezTo>
                  <a:cubicBezTo>
                    <a:pt x="599" y="202"/>
                    <a:pt x="599" y="202"/>
                    <a:pt x="599" y="202"/>
                  </a:cubicBezTo>
                  <a:cubicBezTo>
                    <a:pt x="600" y="202"/>
                    <a:pt x="600" y="202"/>
                    <a:pt x="600" y="202"/>
                  </a:cubicBezTo>
                  <a:cubicBezTo>
                    <a:pt x="601" y="199"/>
                    <a:pt x="601" y="199"/>
                    <a:pt x="601" y="199"/>
                  </a:cubicBezTo>
                  <a:cubicBezTo>
                    <a:pt x="599" y="199"/>
                    <a:pt x="599" y="199"/>
                    <a:pt x="599" y="199"/>
                  </a:cubicBezTo>
                  <a:cubicBezTo>
                    <a:pt x="598" y="199"/>
                    <a:pt x="598" y="199"/>
                    <a:pt x="598" y="199"/>
                  </a:cubicBezTo>
                  <a:cubicBezTo>
                    <a:pt x="598" y="197"/>
                    <a:pt x="598" y="197"/>
                    <a:pt x="598" y="197"/>
                  </a:cubicBezTo>
                  <a:cubicBezTo>
                    <a:pt x="597" y="196"/>
                    <a:pt x="597" y="196"/>
                    <a:pt x="597" y="196"/>
                  </a:cubicBezTo>
                  <a:cubicBezTo>
                    <a:pt x="597" y="195"/>
                    <a:pt x="597" y="195"/>
                    <a:pt x="597" y="195"/>
                  </a:cubicBezTo>
                  <a:cubicBezTo>
                    <a:pt x="596" y="194"/>
                    <a:pt x="596" y="194"/>
                    <a:pt x="596" y="194"/>
                  </a:cubicBezTo>
                  <a:cubicBezTo>
                    <a:pt x="595" y="193"/>
                    <a:pt x="595" y="193"/>
                    <a:pt x="595" y="193"/>
                  </a:cubicBezTo>
                  <a:cubicBezTo>
                    <a:pt x="595" y="192"/>
                    <a:pt x="595" y="192"/>
                    <a:pt x="595" y="192"/>
                  </a:cubicBezTo>
                  <a:cubicBezTo>
                    <a:pt x="598" y="194"/>
                    <a:pt x="598" y="194"/>
                    <a:pt x="598" y="194"/>
                  </a:cubicBezTo>
                  <a:cubicBezTo>
                    <a:pt x="600" y="194"/>
                    <a:pt x="600" y="194"/>
                    <a:pt x="600" y="194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599" y="192"/>
                    <a:pt x="599" y="192"/>
                    <a:pt x="599" y="192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2" y="193"/>
                    <a:pt x="602" y="193"/>
                    <a:pt x="602" y="193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3" y="194"/>
                    <a:pt x="603" y="194"/>
                    <a:pt x="603" y="194"/>
                  </a:cubicBezTo>
                  <a:cubicBezTo>
                    <a:pt x="605" y="195"/>
                    <a:pt x="605" y="195"/>
                    <a:pt x="605" y="195"/>
                  </a:cubicBezTo>
                  <a:cubicBezTo>
                    <a:pt x="605" y="193"/>
                    <a:pt x="605" y="193"/>
                    <a:pt x="605" y="193"/>
                  </a:cubicBezTo>
                  <a:cubicBezTo>
                    <a:pt x="604" y="192"/>
                    <a:pt x="604" y="192"/>
                    <a:pt x="604" y="192"/>
                  </a:cubicBezTo>
                  <a:cubicBezTo>
                    <a:pt x="603" y="192"/>
                    <a:pt x="603" y="192"/>
                    <a:pt x="603" y="192"/>
                  </a:cubicBezTo>
                  <a:cubicBezTo>
                    <a:pt x="605" y="192"/>
                    <a:pt x="605" y="192"/>
                    <a:pt x="605" y="192"/>
                  </a:cubicBezTo>
                  <a:cubicBezTo>
                    <a:pt x="606" y="190"/>
                    <a:pt x="606" y="190"/>
                    <a:pt x="606" y="190"/>
                  </a:cubicBezTo>
                  <a:cubicBezTo>
                    <a:pt x="607" y="190"/>
                    <a:pt x="607" y="190"/>
                    <a:pt x="607" y="190"/>
                  </a:cubicBezTo>
                  <a:cubicBezTo>
                    <a:pt x="608" y="191"/>
                    <a:pt x="608" y="191"/>
                    <a:pt x="608" y="191"/>
                  </a:cubicBezTo>
                  <a:cubicBezTo>
                    <a:pt x="610" y="188"/>
                    <a:pt x="610" y="188"/>
                    <a:pt x="610" y="188"/>
                  </a:cubicBezTo>
                  <a:cubicBezTo>
                    <a:pt x="611" y="188"/>
                    <a:pt x="611" y="188"/>
                    <a:pt x="611" y="188"/>
                  </a:cubicBezTo>
                  <a:cubicBezTo>
                    <a:pt x="612" y="187"/>
                    <a:pt x="612" y="187"/>
                    <a:pt x="612" y="187"/>
                  </a:cubicBezTo>
                  <a:cubicBezTo>
                    <a:pt x="613" y="186"/>
                    <a:pt x="613" y="186"/>
                    <a:pt x="613" y="186"/>
                  </a:cubicBezTo>
                  <a:cubicBezTo>
                    <a:pt x="614" y="185"/>
                    <a:pt x="614" y="185"/>
                    <a:pt x="614" y="185"/>
                  </a:cubicBezTo>
                  <a:cubicBezTo>
                    <a:pt x="614" y="184"/>
                    <a:pt x="614" y="184"/>
                    <a:pt x="614" y="184"/>
                  </a:cubicBezTo>
                  <a:cubicBezTo>
                    <a:pt x="616" y="184"/>
                    <a:pt x="616" y="184"/>
                    <a:pt x="616" y="184"/>
                  </a:cubicBezTo>
                  <a:cubicBezTo>
                    <a:pt x="618" y="185"/>
                    <a:pt x="618" y="185"/>
                    <a:pt x="618" y="18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2"/>
                    <a:pt x="619" y="182"/>
                    <a:pt x="619" y="182"/>
                  </a:cubicBezTo>
                  <a:cubicBezTo>
                    <a:pt x="621" y="181"/>
                    <a:pt x="621" y="181"/>
                    <a:pt x="621" y="181"/>
                  </a:cubicBezTo>
                  <a:cubicBezTo>
                    <a:pt x="621" y="180"/>
                    <a:pt x="621" y="180"/>
                    <a:pt x="621" y="180"/>
                  </a:cubicBezTo>
                  <a:cubicBezTo>
                    <a:pt x="621" y="179"/>
                    <a:pt x="621" y="179"/>
                    <a:pt x="621" y="179"/>
                  </a:cubicBezTo>
                  <a:cubicBezTo>
                    <a:pt x="622" y="177"/>
                    <a:pt x="622" y="177"/>
                    <a:pt x="622" y="177"/>
                  </a:cubicBezTo>
                  <a:cubicBezTo>
                    <a:pt x="620" y="174"/>
                    <a:pt x="620" y="174"/>
                    <a:pt x="620" y="174"/>
                  </a:cubicBezTo>
                  <a:cubicBezTo>
                    <a:pt x="620" y="173"/>
                    <a:pt x="620" y="173"/>
                    <a:pt x="620" y="173"/>
                  </a:cubicBezTo>
                  <a:cubicBezTo>
                    <a:pt x="619" y="171"/>
                    <a:pt x="619" y="171"/>
                    <a:pt x="619" y="171"/>
                  </a:cubicBezTo>
                  <a:cubicBezTo>
                    <a:pt x="618" y="170"/>
                    <a:pt x="618" y="170"/>
                    <a:pt x="618" y="170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21" y="169"/>
                    <a:pt x="621" y="169"/>
                    <a:pt x="621" y="169"/>
                  </a:cubicBezTo>
                  <a:cubicBezTo>
                    <a:pt x="621" y="167"/>
                    <a:pt x="621" y="167"/>
                    <a:pt x="621" y="167"/>
                  </a:cubicBezTo>
                  <a:cubicBezTo>
                    <a:pt x="620" y="166"/>
                    <a:pt x="620" y="166"/>
                    <a:pt x="620" y="166"/>
                  </a:cubicBezTo>
                  <a:cubicBezTo>
                    <a:pt x="619" y="167"/>
                    <a:pt x="619" y="167"/>
                    <a:pt x="619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19" y="165"/>
                    <a:pt x="619" y="165"/>
                    <a:pt x="619" y="165"/>
                  </a:cubicBezTo>
                  <a:cubicBezTo>
                    <a:pt x="620" y="164"/>
                    <a:pt x="620" y="164"/>
                    <a:pt x="620" y="164"/>
                  </a:cubicBezTo>
                  <a:cubicBezTo>
                    <a:pt x="619" y="163"/>
                    <a:pt x="619" y="163"/>
                    <a:pt x="619" y="163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20" y="162"/>
                    <a:pt x="620" y="162"/>
                    <a:pt x="620" y="162"/>
                  </a:cubicBezTo>
                  <a:cubicBezTo>
                    <a:pt x="622" y="164"/>
                    <a:pt x="622" y="164"/>
                    <a:pt x="622" y="164"/>
                  </a:cubicBezTo>
                  <a:cubicBezTo>
                    <a:pt x="623" y="164"/>
                    <a:pt x="623" y="164"/>
                    <a:pt x="623" y="164"/>
                  </a:cubicBezTo>
                  <a:cubicBezTo>
                    <a:pt x="624" y="163"/>
                    <a:pt x="624" y="163"/>
                    <a:pt x="624" y="163"/>
                  </a:cubicBezTo>
                  <a:cubicBezTo>
                    <a:pt x="625" y="164"/>
                    <a:pt x="625" y="164"/>
                    <a:pt x="625" y="164"/>
                  </a:cubicBezTo>
                  <a:cubicBezTo>
                    <a:pt x="627" y="163"/>
                    <a:pt x="627" y="163"/>
                    <a:pt x="627" y="163"/>
                  </a:cubicBezTo>
                  <a:cubicBezTo>
                    <a:pt x="630" y="161"/>
                    <a:pt x="630" y="161"/>
                    <a:pt x="630" y="161"/>
                  </a:cubicBezTo>
                  <a:cubicBezTo>
                    <a:pt x="629" y="160"/>
                    <a:pt x="629" y="160"/>
                    <a:pt x="629" y="160"/>
                  </a:cubicBezTo>
                  <a:cubicBezTo>
                    <a:pt x="630" y="159"/>
                    <a:pt x="630" y="159"/>
                    <a:pt x="630" y="159"/>
                  </a:cubicBezTo>
                  <a:cubicBezTo>
                    <a:pt x="629" y="158"/>
                    <a:pt x="629" y="158"/>
                    <a:pt x="629" y="158"/>
                  </a:cubicBezTo>
                  <a:cubicBezTo>
                    <a:pt x="628" y="158"/>
                    <a:pt x="628" y="158"/>
                    <a:pt x="628" y="158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30" y="155"/>
                    <a:pt x="630" y="155"/>
                    <a:pt x="630" y="155"/>
                  </a:cubicBezTo>
                  <a:cubicBezTo>
                    <a:pt x="631" y="153"/>
                    <a:pt x="631" y="153"/>
                    <a:pt x="631" y="153"/>
                  </a:cubicBezTo>
                  <a:cubicBezTo>
                    <a:pt x="631" y="152"/>
                    <a:pt x="631" y="152"/>
                    <a:pt x="631" y="152"/>
                  </a:cubicBezTo>
                  <a:cubicBezTo>
                    <a:pt x="630" y="152"/>
                    <a:pt x="630" y="152"/>
                    <a:pt x="630" y="152"/>
                  </a:cubicBezTo>
                  <a:cubicBezTo>
                    <a:pt x="630" y="151"/>
                    <a:pt x="630" y="151"/>
                    <a:pt x="630" y="151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5" y="148"/>
                    <a:pt x="625" y="148"/>
                    <a:pt x="625" y="148"/>
                  </a:cubicBezTo>
                  <a:cubicBezTo>
                    <a:pt x="626" y="147"/>
                    <a:pt x="626" y="147"/>
                    <a:pt x="626" y="147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8" y="150"/>
                    <a:pt x="628" y="150"/>
                    <a:pt x="628" y="150"/>
                  </a:cubicBezTo>
                  <a:cubicBezTo>
                    <a:pt x="629" y="150"/>
                    <a:pt x="629" y="150"/>
                    <a:pt x="629" y="150"/>
                  </a:cubicBezTo>
                  <a:cubicBezTo>
                    <a:pt x="631" y="151"/>
                    <a:pt x="631" y="151"/>
                    <a:pt x="631" y="151"/>
                  </a:cubicBezTo>
                  <a:cubicBezTo>
                    <a:pt x="631" y="149"/>
                    <a:pt x="631" y="149"/>
                    <a:pt x="631" y="149"/>
                  </a:cubicBezTo>
                  <a:cubicBezTo>
                    <a:pt x="630" y="148"/>
                    <a:pt x="630" y="148"/>
                    <a:pt x="630" y="148"/>
                  </a:cubicBezTo>
                  <a:cubicBezTo>
                    <a:pt x="631" y="147"/>
                    <a:pt x="631" y="147"/>
                    <a:pt x="631" y="147"/>
                  </a:cubicBezTo>
                  <a:cubicBezTo>
                    <a:pt x="628" y="146"/>
                    <a:pt x="628" y="146"/>
                    <a:pt x="628" y="146"/>
                  </a:cubicBezTo>
                  <a:cubicBezTo>
                    <a:pt x="628" y="147"/>
                    <a:pt x="628" y="147"/>
                    <a:pt x="628" y="147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27" y="142"/>
                    <a:pt x="627" y="142"/>
                    <a:pt x="627" y="142"/>
                  </a:cubicBezTo>
                  <a:cubicBezTo>
                    <a:pt x="626" y="142"/>
                    <a:pt x="626" y="142"/>
                    <a:pt x="626" y="142"/>
                  </a:cubicBezTo>
                  <a:cubicBezTo>
                    <a:pt x="626" y="141"/>
                    <a:pt x="626" y="141"/>
                    <a:pt x="626" y="141"/>
                  </a:cubicBezTo>
                  <a:cubicBezTo>
                    <a:pt x="624" y="141"/>
                    <a:pt x="624" y="141"/>
                    <a:pt x="624" y="141"/>
                  </a:cubicBezTo>
                  <a:cubicBezTo>
                    <a:pt x="623" y="142"/>
                    <a:pt x="623" y="142"/>
                    <a:pt x="623" y="142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621" y="142"/>
                    <a:pt x="621" y="142"/>
                    <a:pt x="621" y="142"/>
                  </a:cubicBezTo>
                  <a:cubicBezTo>
                    <a:pt x="621" y="140"/>
                    <a:pt x="621" y="140"/>
                    <a:pt x="621" y="140"/>
                  </a:cubicBezTo>
                  <a:cubicBezTo>
                    <a:pt x="620" y="140"/>
                    <a:pt x="620" y="140"/>
                    <a:pt x="620" y="140"/>
                  </a:cubicBezTo>
                  <a:cubicBezTo>
                    <a:pt x="617" y="139"/>
                    <a:pt x="617" y="139"/>
                    <a:pt x="617" y="139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8" y="141"/>
                    <a:pt x="618" y="141"/>
                    <a:pt x="618" y="141"/>
                  </a:cubicBezTo>
                  <a:cubicBezTo>
                    <a:pt x="618" y="140"/>
                    <a:pt x="618" y="140"/>
                    <a:pt x="618" y="140"/>
                  </a:cubicBezTo>
                  <a:cubicBezTo>
                    <a:pt x="616" y="139"/>
                    <a:pt x="616" y="139"/>
                    <a:pt x="616" y="139"/>
                  </a:cubicBezTo>
                  <a:cubicBezTo>
                    <a:pt x="613" y="139"/>
                    <a:pt x="613" y="139"/>
                    <a:pt x="613" y="139"/>
                  </a:cubicBezTo>
                  <a:cubicBezTo>
                    <a:pt x="612" y="139"/>
                    <a:pt x="612" y="139"/>
                    <a:pt x="612" y="139"/>
                  </a:cubicBezTo>
                  <a:cubicBezTo>
                    <a:pt x="611" y="139"/>
                    <a:pt x="611" y="139"/>
                    <a:pt x="611" y="139"/>
                  </a:cubicBezTo>
                  <a:cubicBezTo>
                    <a:pt x="611" y="138"/>
                    <a:pt x="611" y="138"/>
                    <a:pt x="611" y="138"/>
                  </a:cubicBezTo>
                  <a:cubicBezTo>
                    <a:pt x="608" y="138"/>
                    <a:pt x="608" y="138"/>
                    <a:pt x="608" y="138"/>
                  </a:cubicBezTo>
                  <a:cubicBezTo>
                    <a:pt x="609" y="140"/>
                    <a:pt x="609" y="140"/>
                    <a:pt x="609" y="140"/>
                  </a:cubicBezTo>
                  <a:cubicBezTo>
                    <a:pt x="610" y="140"/>
                    <a:pt x="610" y="140"/>
                    <a:pt x="610" y="140"/>
                  </a:cubicBezTo>
                  <a:cubicBezTo>
                    <a:pt x="609" y="141"/>
                    <a:pt x="609" y="141"/>
                    <a:pt x="609" y="141"/>
                  </a:cubicBezTo>
                  <a:cubicBezTo>
                    <a:pt x="608" y="141"/>
                    <a:pt x="608" y="141"/>
                    <a:pt x="608" y="141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7" y="143"/>
                    <a:pt x="607" y="143"/>
                    <a:pt x="607" y="143"/>
                  </a:cubicBezTo>
                  <a:cubicBezTo>
                    <a:pt x="607" y="144"/>
                    <a:pt x="607" y="144"/>
                    <a:pt x="607" y="144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6"/>
                    <a:pt x="607" y="146"/>
                    <a:pt x="607" y="146"/>
                  </a:cubicBezTo>
                  <a:cubicBezTo>
                    <a:pt x="606" y="147"/>
                    <a:pt x="606" y="147"/>
                    <a:pt x="606" y="147"/>
                  </a:cubicBezTo>
                  <a:cubicBezTo>
                    <a:pt x="606" y="150"/>
                    <a:pt x="606" y="150"/>
                    <a:pt x="606" y="150"/>
                  </a:cubicBezTo>
                  <a:cubicBezTo>
                    <a:pt x="607" y="150"/>
                    <a:pt x="607" y="150"/>
                    <a:pt x="607" y="150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7" y="152"/>
                    <a:pt x="607" y="152"/>
                    <a:pt x="607" y="152"/>
                  </a:cubicBezTo>
                  <a:cubicBezTo>
                    <a:pt x="607" y="153"/>
                    <a:pt x="607" y="153"/>
                    <a:pt x="607" y="153"/>
                  </a:cubicBezTo>
                  <a:cubicBezTo>
                    <a:pt x="606" y="152"/>
                    <a:pt x="606" y="152"/>
                    <a:pt x="606" y="152"/>
                  </a:cubicBezTo>
                  <a:cubicBezTo>
                    <a:pt x="604" y="152"/>
                    <a:pt x="604" y="152"/>
                    <a:pt x="604" y="152"/>
                  </a:cubicBezTo>
                  <a:cubicBezTo>
                    <a:pt x="603" y="154"/>
                    <a:pt x="603" y="154"/>
                    <a:pt x="603" y="154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4" y="155"/>
                    <a:pt x="604" y="155"/>
                    <a:pt x="604" y="155"/>
                  </a:cubicBezTo>
                  <a:cubicBezTo>
                    <a:pt x="603" y="155"/>
                    <a:pt x="603" y="155"/>
                    <a:pt x="603" y="155"/>
                  </a:cubicBezTo>
                  <a:cubicBezTo>
                    <a:pt x="602" y="154"/>
                    <a:pt x="602" y="154"/>
                    <a:pt x="602" y="154"/>
                  </a:cubicBezTo>
                  <a:cubicBezTo>
                    <a:pt x="600" y="155"/>
                    <a:pt x="600" y="155"/>
                    <a:pt x="600" y="155"/>
                  </a:cubicBezTo>
                  <a:cubicBezTo>
                    <a:pt x="599" y="158"/>
                    <a:pt x="599" y="158"/>
                    <a:pt x="599" y="158"/>
                  </a:cubicBezTo>
                  <a:cubicBezTo>
                    <a:pt x="597" y="161"/>
                    <a:pt x="597" y="161"/>
                    <a:pt x="597" y="161"/>
                  </a:cubicBezTo>
                  <a:cubicBezTo>
                    <a:pt x="596" y="164"/>
                    <a:pt x="596" y="164"/>
                    <a:pt x="596" y="164"/>
                  </a:cubicBezTo>
                  <a:cubicBezTo>
                    <a:pt x="593" y="166"/>
                    <a:pt x="593" y="166"/>
                    <a:pt x="593" y="166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1" y="166"/>
                    <a:pt x="591" y="166"/>
                    <a:pt x="591" y="166"/>
                  </a:cubicBezTo>
                  <a:cubicBezTo>
                    <a:pt x="592" y="166"/>
                    <a:pt x="592" y="166"/>
                    <a:pt x="592" y="166"/>
                  </a:cubicBezTo>
                  <a:cubicBezTo>
                    <a:pt x="592" y="164"/>
                    <a:pt x="592" y="164"/>
                    <a:pt x="592" y="164"/>
                  </a:cubicBezTo>
                  <a:cubicBezTo>
                    <a:pt x="593" y="163"/>
                    <a:pt x="593" y="163"/>
                    <a:pt x="593" y="163"/>
                  </a:cubicBezTo>
                  <a:cubicBezTo>
                    <a:pt x="593" y="161"/>
                    <a:pt x="593" y="161"/>
                    <a:pt x="593" y="161"/>
                  </a:cubicBezTo>
                  <a:cubicBezTo>
                    <a:pt x="592" y="160"/>
                    <a:pt x="592" y="160"/>
                    <a:pt x="592" y="160"/>
                  </a:cubicBezTo>
                  <a:cubicBezTo>
                    <a:pt x="589" y="163"/>
                    <a:pt x="589" y="163"/>
                    <a:pt x="589" y="163"/>
                  </a:cubicBezTo>
                  <a:cubicBezTo>
                    <a:pt x="589" y="164"/>
                    <a:pt x="589" y="164"/>
                    <a:pt x="589" y="164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7" y="168"/>
                    <a:pt x="587" y="168"/>
                    <a:pt x="587" y="168"/>
                  </a:cubicBezTo>
                  <a:cubicBezTo>
                    <a:pt x="588" y="169"/>
                    <a:pt x="588" y="169"/>
                    <a:pt x="588" y="169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91" y="168"/>
                    <a:pt x="591" y="168"/>
                    <a:pt x="591" y="168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89" y="170"/>
                    <a:pt x="589" y="170"/>
                    <a:pt x="589" y="170"/>
                  </a:cubicBezTo>
                  <a:cubicBezTo>
                    <a:pt x="589" y="172"/>
                    <a:pt x="589" y="172"/>
                    <a:pt x="589" y="172"/>
                  </a:cubicBezTo>
                  <a:cubicBezTo>
                    <a:pt x="588" y="173"/>
                    <a:pt x="588" y="173"/>
                    <a:pt x="588" y="173"/>
                  </a:cubicBezTo>
                  <a:cubicBezTo>
                    <a:pt x="587" y="174"/>
                    <a:pt x="587" y="174"/>
                    <a:pt x="587" y="174"/>
                  </a:cubicBezTo>
                  <a:cubicBezTo>
                    <a:pt x="587" y="173"/>
                    <a:pt x="587" y="173"/>
                    <a:pt x="587" y="173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3" y="172"/>
                    <a:pt x="583" y="172"/>
                    <a:pt x="583" y="172"/>
                  </a:cubicBezTo>
                  <a:cubicBezTo>
                    <a:pt x="582" y="167"/>
                    <a:pt x="582" y="167"/>
                    <a:pt x="582" y="167"/>
                  </a:cubicBezTo>
                  <a:cubicBezTo>
                    <a:pt x="582" y="165"/>
                    <a:pt x="582" y="165"/>
                    <a:pt x="582" y="165"/>
                  </a:cubicBezTo>
                  <a:cubicBezTo>
                    <a:pt x="581" y="164"/>
                    <a:pt x="581" y="164"/>
                    <a:pt x="581" y="164"/>
                  </a:cubicBezTo>
                  <a:cubicBezTo>
                    <a:pt x="582" y="162"/>
                    <a:pt x="582" y="162"/>
                    <a:pt x="582" y="162"/>
                  </a:cubicBezTo>
                  <a:cubicBezTo>
                    <a:pt x="583" y="161"/>
                    <a:pt x="583" y="161"/>
                    <a:pt x="583" y="161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4" y="159"/>
                    <a:pt x="584" y="159"/>
                    <a:pt x="584" y="159"/>
                  </a:cubicBezTo>
                  <a:cubicBezTo>
                    <a:pt x="586" y="158"/>
                    <a:pt x="586" y="158"/>
                    <a:pt x="586" y="158"/>
                  </a:cubicBezTo>
                  <a:cubicBezTo>
                    <a:pt x="587" y="156"/>
                    <a:pt x="587" y="156"/>
                    <a:pt x="587" y="156"/>
                  </a:cubicBezTo>
                  <a:cubicBezTo>
                    <a:pt x="586" y="153"/>
                    <a:pt x="586" y="153"/>
                    <a:pt x="586" y="153"/>
                  </a:cubicBezTo>
                  <a:cubicBezTo>
                    <a:pt x="587" y="152"/>
                    <a:pt x="587" y="152"/>
                    <a:pt x="587" y="152"/>
                  </a:cubicBezTo>
                  <a:cubicBezTo>
                    <a:pt x="587" y="150"/>
                    <a:pt x="587" y="150"/>
                    <a:pt x="587" y="150"/>
                  </a:cubicBezTo>
                  <a:cubicBezTo>
                    <a:pt x="586" y="148"/>
                    <a:pt x="586" y="148"/>
                    <a:pt x="586" y="148"/>
                  </a:cubicBezTo>
                  <a:cubicBezTo>
                    <a:pt x="585" y="147"/>
                    <a:pt x="585" y="147"/>
                    <a:pt x="585" y="147"/>
                  </a:cubicBezTo>
                  <a:cubicBezTo>
                    <a:pt x="584" y="144"/>
                    <a:pt x="584" y="144"/>
                    <a:pt x="584" y="144"/>
                  </a:cubicBezTo>
                  <a:cubicBezTo>
                    <a:pt x="584" y="143"/>
                    <a:pt x="584" y="143"/>
                    <a:pt x="584" y="143"/>
                  </a:cubicBezTo>
                  <a:cubicBezTo>
                    <a:pt x="583" y="142"/>
                    <a:pt x="583" y="142"/>
                    <a:pt x="583" y="142"/>
                  </a:cubicBezTo>
                  <a:cubicBezTo>
                    <a:pt x="582" y="142"/>
                    <a:pt x="582" y="142"/>
                    <a:pt x="582" y="142"/>
                  </a:cubicBezTo>
                  <a:cubicBezTo>
                    <a:pt x="581" y="144"/>
                    <a:pt x="581" y="144"/>
                    <a:pt x="581" y="144"/>
                  </a:cubicBezTo>
                  <a:cubicBezTo>
                    <a:pt x="579" y="146"/>
                    <a:pt x="579" y="146"/>
                    <a:pt x="579" y="146"/>
                  </a:cubicBezTo>
                  <a:cubicBezTo>
                    <a:pt x="577" y="148"/>
                    <a:pt x="577" y="148"/>
                    <a:pt x="577" y="148"/>
                  </a:cubicBezTo>
                  <a:cubicBezTo>
                    <a:pt x="577" y="149"/>
                    <a:pt x="577" y="149"/>
                    <a:pt x="577" y="149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6" y="151"/>
                    <a:pt x="576" y="151"/>
                    <a:pt x="576" y="151"/>
                  </a:cubicBezTo>
                  <a:cubicBezTo>
                    <a:pt x="574" y="153"/>
                    <a:pt x="574" y="153"/>
                    <a:pt x="574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3" y="154"/>
                    <a:pt x="573" y="154"/>
                    <a:pt x="573" y="154"/>
                  </a:cubicBezTo>
                  <a:cubicBezTo>
                    <a:pt x="572" y="155"/>
                    <a:pt x="572" y="155"/>
                    <a:pt x="572" y="155"/>
                  </a:cubicBezTo>
                  <a:cubicBezTo>
                    <a:pt x="572" y="156"/>
                    <a:pt x="572" y="156"/>
                    <a:pt x="572" y="156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3" y="152"/>
                    <a:pt x="573" y="152"/>
                    <a:pt x="573" y="152"/>
                  </a:cubicBezTo>
                  <a:cubicBezTo>
                    <a:pt x="573" y="150"/>
                    <a:pt x="573" y="150"/>
                    <a:pt x="573" y="150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4" y="149"/>
                    <a:pt x="574" y="149"/>
                    <a:pt x="574" y="149"/>
                  </a:cubicBezTo>
                  <a:cubicBezTo>
                    <a:pt x="574" y="147"/>
                    <a:pt x="574" y="147"/>
                    <a:pt x="574" y="147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73" y="143"/>
                    <a:pt x="573" y="143"/>
                    <a:pt x="573" y="143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2"/>
                    <a:pt x="574" y="142"/>
                    <a:pt x="574" y="142"/>
                  </a:cubicBezTo>
                  <a:cubicBezTo>
                    <a:pt x="575" y="142"/>
                    <a:pt x="575" y="142"/>
                    <a:pt x="575" y="142"/>
                  </a:cubicBezTo>
                  <a:cubicBezTo>
                    <a:pt x="575" y="143"/>
                    <a:pt x="575" y="143"/>
                    <a:pt x="575" y="143"/>
                  </a:cubicBezTo>
                  <a:cubicBezTo>
                    <a:pt x="576" y="144"/>
                    <a:pt x="576" y="144"/>
                    <a:pt x="576" y="144"/>
                  </a:cubicBezTo>
                  <a:cubicBezTo>
                    <a:pt x="577" y="143"/>
                    <a:pt x="577" y="143"/>
                    <a:pt x="577" y="143"/>
                  </a:cubicBezTo>
                  <a:cubicBezTo>
                    <a:pt x="578" y="142"/>
                    <a:pt x="578" y="142"/>
                    <a:pt x="578" y="142"/>
                  </a:cubicBezTo>
                  <a:cubicBezTo>
                    <a:pt x="579" y="142"/>
                    <a:pt x="579" y="142"/>
                    <a:pt x="579" y="142"/>
                  </a:cubicBezTo>
                  <a:cubicBezTo>
                    <a:pt x="579" y="140"/>
                    <a:pt x="579" y="140"/>
                    <a:pt x="579" y="140"/>
                  </a:cubicBezTo>
                  <a:cubicBezTo>
                    <a:pt x="578" y="139"/>
                    <a:pt x="578" y="139"/>
                    <a:pt x="578" y="139"/>
                  </a:cubicBezTo>
                  <a:cubicBezTo>
                    <a:pt x="579" y="138"/>
                    <a:pt x="579" y="138"/>
                    <a:pt x="579" y="138"/>
                  </a:cubicBezTo>
                  <a:cubicBezTo>
                    <a:pt x="577" y="137"/>
                    <a:pt x="577" y="137"/>
                    <a:pt x="577" y="137"/>
                  </a:cubicBezTo>
                  <a:cubicBezTo>
                    <a:pt x="575" y="138"/>
                    <a:pt x="575" y="138"/>
                    <a:pt x="575" y="138"/>
                  </a:cubicBezTo>
                  <a:cubicBezTo>
                    <a:pt x="575" y="137"/>
                    <a:pt x="575" y="137"/>
                    <a:pt x="575" y="137"/>
                  </a:cubicBezTo>
                  <a:cubicBezTo>
                    <a:pt x="574" y="137"/>
                    <a:pt x="574" y="137"/>
                    <a:pt x="574" y="137"/>
                  </a:cubicBezTo>
                  <a:cubicBezTo>
                    <a:pt x="575" y="136"/>
                    <a:pt x="575" y="136"/>
                    <a:pt x="575" y="136"/>
                  </a:cubicBezTo>
                  <a:cubicBezTo>
                    <a:pt x="574" y="135"/>
                    <a:pt x="574" y="135"/>
                    <a:pt x="574" y="135"/>
                  </a:cubicBezTo>
                  <a:cubicBezTo>
                    <a:pt x="572" y="136"/>
                    <a:pt x="572" y="136"/>
                    <a:pt x="572" y="136"/>
                  </a:cubicBezTo>
                  <a:cubicBezTo>
                    <a:pt x="571" y="137"/>
                    <a:pt x="571" y="137"/>
                    <a:pt x="571" y="137"/>
                  </a:cubicBezTo>
                  <a:cubicBezTo>
                    <a:pt x="570" y="137"/>
                    <a:pt x="570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9" y="135"/>
                    <a:pt x="569" y="135"/>
                    <a:pt x="569" y="135"/>
                  </a:cubicBezTo>
                  <a:cubicBezTo>
                    <a:pt x="568" y="134"/>
                    <a:pt x="568" y="134"/>
                    <a:pt x="568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8" y="132"/>
                    <a:pt x="568" y="132"/>
                    <a:pt x="568" y="132"/>
                  </a:cubicBezTo>
                  <a:cubicBezTo>
                    <a:pt x="572" y="129"/>
                    <a:pt x="572" y="129"/>
                    <a:pt x="572" y="129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6"/>
                    <a:pt x="572" y="126"/>
                    <a:pt x="572" y="126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4" y="127"/>
                    <a:pt x="574" y="127"/>
                    <a:pt x="574" y="127"/>
                  </a:cubicBezTo>
                  <a:cubicBezTo>
                    <a:pt x="576" y="128"/>
                    <a:pt x="576" y="128"/>
                    <a:pt x="576" y="128"/>
                  </a:cubicBezTo>
                  <a:cubicBezTo>
                    <a:pt x="577" y="127"/>
                    <a:pt x="577" y="127"/>
                    <a:pt x="577" y="127"/>
                  </a:cubicBezTo>
                  <a:cubicBezTo>
                    <a:pt x="577" y="125"/>
                    <a:pt x="577" y="125"/>
                    <a:pt x="577" y="125"/>
                  </a:cubicBezTo>
                  <a:cubicBezTo>
                    <a:pt x="576" y="123"/>
                    <a:pt x="576" y="123"/>
                    <a:pt x="576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6" y="121"/>
                    <a:pt x="576" y="121"/>
                    <a:pt x="576" y="121"/>
                  </a:cubicBezTo>
                  <a:cubicBezTo>
                    <a:pt x="575" y="120"/>
                    <a:pt x="575" y="120"/>
                    <a:pt x="575" y="120"/>
                  </a:cubicBezTo>
                  <a:cubicBezTo>
                    <a:pt x="576" y="120"/>
                    <a:pt x="576" y="120"/>
                    <a:pt x="576" y="120"/>
                  </a:cubicBezTo>
                  <a:cubicBezTo>
                    <a:pt x="576" y="118"/>
                    <a:pt x="576" y="118"/>
                    <a:pt x="576" y="118"/>
                  </a:cubicBezTo>
                  <a:cubicBezTo>
                    <a:pt x="574" y="117"/>
                    <a:pt x="574" y="117"/>
                    <a:pt x="574" y="117"/>
                  </a:cubicBezTo>
                  <a:cubicBezTo>
                    <a:pt x="575" y="115"/>
                    <a:pt x="575" y="115"/>
                    <a:pt x="575" y="115"/>
                  </a:cubicBezTo>
                  <a:cubicBezTo>
                    <a:pt x="574" y="114"/>
                    <a:pt x="574" y="114"/>
                    <a:pt x="574" y="114"/>
                  </a:cubicBezTo>
                  <a:cubicBezTo>
                    <a:pt x="575" y="114"/>
                    <a:pt x="575" y="114"/>
                    <a:pt x="575" y="114"/>
                  </a:cubicBezTo>
                  <a:cubicBezTo>
                    <a:pt x="575" y="112"/>
                    <a:pt x="575" y="112"/>
                    <a:pt x="575" y="112"/>
                  </a:cubicBezTo>
                  <a:cubicBezTo>
                    <a:pt x="576" y="110"/>
                    <a:pt x="576" y="110"/>
                    <a:pt x="576" y="110"/>
                  </a:cubicBezTo>
                  <a:cubicBezTo>
                    <a:pt x="576" y="109"/>
                    <a:pt x="576" y="109"/>
                    <a:pt x="576" y="109"/>
                  </a:cubicBezTo>
                  <a:cubicBezTo>
                    <a:pt x="577" y="108"/>
                    <a:pt x="577" y="108"/>
                    <a:pt x="577" y="108"/>
                  </a:cubicBezTo>
                  <a:cubicBezTo>
                    <a:pt x="577" y="106"/>
                    <a:pt x="577" y="106"/>
                    <a:pt x="577" y="106"/>
                  </a:cubicBezTo>
                  <a:cubicBezTo>
                    <a:pt x="576" y="106"/>
                    <a:pt x="576" y="106"/>
                    <a:pt x="576" y="106"/>
                  </a:cubicBezTo>
                  <a:cubicBezTo>
                    <a:pt x="577" y="104"/>
                    <a:pt x="577" y="104"/>
                    <a:pt x="577" y="104"/>
                  </a:cubicBezTo>
                  <a:cubicBezTo>
                    <a:pt x="576" y="102"/>
                    <a:pt x="576" y="102"/>
                    <a:pt x="576" y="102"/>
                  </a:cubicBezTo>
                  <a:cubicBezTo>
                    <a:pt x="575" y="101"/>
                    <a:pt x="575" y="101"/>
                    <a:pt x="575" y="101"/>
                  </a:cubicBezTo>
                  <a:cubicBezTo>
                    <a:pt x="575" y="100"/>
                    <a:pt x="575" y="100"/>
                    <a:pt x="575" y="100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6" y="97"/>
                    <a:pt x="576" y="97"/>
                    <a:pt x="576" y="97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4" y="95"/>
                    <a:pt x="574" y="95"/>
                    <a:pt x="574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3"/>
                    <a:pt x="573" y="93"/>
                    <a:pt x="573" y="93"/>
                  </a:cubicBezTo>
                  <a:cubicBezTo>
                    <a:pt x="570" y="92"/>
                    <a:pt x="570" y="92"/>
                    <a:pt x="570" y="92"/>
                  </a:cubicBezTo>
                  <a:cubicBezTo>
                    <a:pt x="569" y="92"/>
                    <a:pt x="569" y="92"/>
                    <a:pt x="569" y="92"/>
                  </a:cubicBezTo>
                  <a:cubicBezTo>
                    <a:pt x="572" y="92"/>
                    <a:pt x="572" y="92"/>
                    <a:pt x="572" y="92"/>
                  </a:cubicBezTo>
                  <a:cubicBezTo>
                    <a:pt x="573" y="92"/>
                    <a:pt x="573" y="92"/>
                    <a:pt x="573" y="92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9" y="90"/>
                    <a:pt x="579" y="90"/>
                    <a:pt x="579" y="90"/>
                  </a:cubicBezTo>
                  <a:cubicBezTo>
                    <a:pt x="579" y="89"/>
                    <a:pt x="579" y="89"/>
                    <a:pt x="579" y="89"/>
                  </a:cubicBezTo>
                  <a:cubicBezTo>
                    <a:pt x="580" y="88"/>
                    <a:pt x="580" y="88"/>
                    <a:pt x="580" y="88"/>
                  </a:cubicBezTo>
                  <a:cubicBezTo>
                    <a:pt x="581" y="89"/>
                    <a:pt x="581" y="89"/>
                    <a:pt x="581" y="89"/>
                  </a:cubicBezTo>
                  <a:cubicBezTo>
                    <a:pt x="582" y="87"/>
                    <a:pt x="582" y="87"/>
                    <a:pt x="582" y="87"/>
                  </a:cubicBezTo>
                  <a:cubicBezTo>
                    <a:pt x="583" y="87"/>
                    <a:pt x="583" y="87"/>
                    <a:pt x="583" y="87"/>
                  </a:cubicBezTo>
                  <a:cubicBezTo>
                    <a:pt x="584" y="85"/>
                    <a:pt x="584" y="85"/>
                    <a:pt x="584" y="85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5" y="80"/>
                    <a:pt x="585" y="80"/>
                    <a:pt x="585" y="80"/>
                  </a:cubicBezTo>
                  <a:cubicBezTo>
                    <a:pt x="586" y="80"/>
                    <a:pt x="586" y="80"/>
                    <a:pt x="586" y="80"/>
                  </a:cubicBezTo>
                  <a:cubicBezTo>
                    <a:pt x="587" y="80"/>
                    <a:pt x="587" y="80"/>
                    <a:pt x="587" y="80"/>
                  </a:cubicBezTo>
                  <a:cubicBezTo>
                    <a:pt x="588" y="80"/>
                    <a:pt x="588" y="80"/>
                    <a:pt x="588" y="80"/>
                  </a:cubicBezTo>
                  <a:cubicBezTo>
                    <a:pt x="588" y="81"/>
                    <a:pt x="588" y="81"/>
                    <a:pt x="588" y="81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2" y="84"/>
                    <a:pt x="592" y="84"/>
                    <a:pt x="592" y="84"/>
                  </a:cubicBezTo>
                  <a:cubicBezTo>
                    <a:pt x="594" y="83"/>
                    <a:pt x="594" y="83"/>
                    <a:pt x="594" y="83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9" y="80"/>
                    <a:pt x="599" y="80"/>
                    <a:pt x="599" y="80"/>
                  </a:cubicBezTo>
                  <a:cubicBezTo>
                    <a:pt x="601" y="78"/>
                    <a:pt x="601" y="78"/>
                    <a:pt x="601" y="78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3" y="76"/>
                    <a:pt x="603" y="76"/>
                    <a:pt x="603" y="76"/>
                  </a:cubicBezTo>
                  <a:cubicBezTo>
                    <a:pt x="605" y="74"/>
                    <a:pt x="605" y="74"/>
                    <a:pt x="605" y="74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9" y="71"/>
                    <a:pt x="609" y="71"/>
                    <a:pt x="609" y="71"/>
                  </a:cubicBezTo>
                  <a:cubicBezTo>
                    <a:pt x="610" y="69"/>
                    <a:pt x="610" y="69"/>
                    <a:pt x="610" y="69"/>
                  </a:cubicBezTo>
                  <a:cubicBezTo>
                    <a:pt x="612" y="67"/>
                    <a:pt x="612" y="67"/>
                    <a:pt x="612" y="67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5" y="67"/>
                    <a:pt x="615" y="67"/>
                    <a:pt x="615" y="67"/>
                  </a:cubicBezTo>
                  <a:cubicBezTo>
                    <a:pt x="614" y="64"/>
                    <a:pt x="614" y="64"/>
                    <a:pt x="614" y="64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3" y="62"/>
                    <a:pt x="613" y="62"/>
                    <a:pt x="613" y="62"/>
                  </a:cubicBezTo>
                  <a:cubicBezTo>
                    <a:pt x="611" y="60"/>
                    <a:pt x="611" y="60"/>
                    <a:pt x="611" y="60"/>
                  </a:cubicBezTo>
                  <a:cubicBezTo>
                    <a:pt x="607" y="60"/>
                    <a:pt x="607" y="60"/>
                    <a:pt x="607" y="60"/>
                  </a:cubicBezTo>
                  <a:cubicBezTo>
                    <a:pt x="605" y="60"/>
                    <a:pt x="605" y="60"/>
                    <a:pt x="605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59"/>
                    <a:pt x="604" y="59"/>
                    <a:pt x="604" y="59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2" y="57"/>
                    <a:pt x="602" y="57"/>
                    <a:pt x="602" y="57"/>
                  </a:cubicBezTo>
                  <a:cubicBezTo>
                    <a:pt x="601" y="57"/>
                    <a:pt x="601" y="57"/>
                    <a:pt x="601" y="57"/>
                  </a:cubicBezTo>
                  <a:cubicBezTo>
                    <a:pt x="600" y="55"/>
                    <a:pt x="600" y="55"/>
                    <a:pt x="600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5" y="55"/>
                    <a:pt x="595" y="55"/>
                    <a:pt x="595" y="55"/>
                  </a:cubicBezTo>
                  <a:cubicBezTo>
                    <a:pt x="594" y="54"/>
                    <a:pt x="594" y="54"/>
                    <a:pt x="594" y="54"/>
                  </a:cubicBezTo>
                  <a:cubicBezTo>
                    <a:pt x="593" y="55"/>
                    <a:pt x="593" y="55"/>
                    <a:pt x="593" y="55"/>
                  </a:cubicBezTo>
                  <a:cubicBezTo>
                    <a:pt x="591" y="55"/>
                    <a:pt x="591" y="55"/>
                    <a:pt x="591" y="55"/>
                  </a:cubicBezTo>
                  <a:cubicBezTo>
                    <a:pt x="587" y="55"/>
                    <a:pt x="587" y="55"/>
                    <a:pt x="587" y="55"/>
                  </a:cubicBezTo>
                  <a:cubicBezTo>
                    <a:pt x="586" y="58"/>
                    <a:pt x="586" y="58"/>
                    <a:pt x="586" y="58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5" y="60"/>
                    <a:pt x="585" y="60"/>
                    <a:pt x="585" y="60"/>
                  </a:cubicBezTo>
                  <a:cubicBezTo>
                    <a:pt x="585" y="59"/>
                    <a:pt x="585" y="59"/>
                    <a:pt x="585" y="59"/>
                  </a:cubicBezTo>
                  <a:cubicBezTo>
                    <a:pt x="583" y="59"/>
                    <a:pt x="583" y="59"/>
                    <a:pt x="583" y="59"/>
                  </a:cubicBezTo>
                  <a:cubicBezTo>
                    <a:pt x="582" y="61"/>
                    <a:pt x="582" y="61"/>
                    <a:pt x="582" y="61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1" y="63"/>
                    <a:pt x="581" y="63"/>
                    <a:pt x="581" y="63"/>
                  </a:cubicBezTo>
                  <a:cubicBezTo>
                    <a:pt x="580" y="65"/>
                    <a:pt x="580" y="65"/>
                    <a:pt x="580" y="65"/>
                  </a:cubicBezTo>
                  <a:cubicBezTo>
                    <a:pt x="579" y="67"/>
                    <a:pt x="579" y="67"/>
                    <a:pt x="579" y="67"/>
                  </a:cubicBezTo>
                  <a:cubicBezTo>
                    <a:pt x="578" y="68"/>
                    <a:pt x="578" y="68"/>
                    <a:pt x="578" y="68"/>
                  </a:cubicBezTo>
                  <a:cubicBezTo>
                    <a:pt x="577" y="71"/>
                    <a:pt x="577" y="71"/>
                    <a:pt x="577" y="71"/>
                  </a:cubicBezTo>
                  <a:cubicBezTo>
                    <a:pt x="576" y="72"/>
                    <a:pt x="576" y="72"/>
                    <a:pt x="576" y="72"/>
                  </a:cubicBezTo>
                  <a:cubicBezTo>
                    <a:pt x="576" y="73"/>
                    <a:pt x="576" y="73"/>
                    <a:pt x="576" y="73"/>
                  </a:cubicBezTo>
                  <a:cubicBezTo>
                    <a:pt x="575" y="74"/>
                    <a:pt x="575" y="74"/>
                    <a:pt x="575" y="74"/>
                  </a:cubicBezTo>
                  <a:cubicBezTo>
                    <a:pt x="574" y="77"/>
                    <a:pt x="574" y="77"/>
                    <a:pt x="574" y="77"/>
                  </a:cubicBezTo>
                  <a:cubicBezTo>
                    <a:pt x="574" y="78"/>
                    <a:pt x="574" y="78"/>
                    <a:pt x="574" y="78"/>
                  </a:cubicBezTo>
                  <a:cubicBezTo>
                    <a:pt x="573" y="80"/>
                    <a:pt x="573" y="80"/>
                    <a:pt x="573" y="80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3" y="83"/>
                    <a:pt x="573" y="83"/>
                    <a:pt x="573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0" y="88"/>
                    <a:pt x="570" y="88"/>
                    <a:pt x="570" y="88"/>
                  </a:cubicBezTo>
                  <a:cubicBezTo>
                    <a:pt x="571" y="89"/>
                    <a:pt x="571" y="89"/>
                    <a:pt x="571" y="89"/>
                  </a:cubicBezTo>
                  <a:cubicBezTo>
                    <a:pt x="570" y="89"/>
                    <a:pt x="570" y="89"/>
                    <a:pt x="570" y="89"/>
                  </a:cubicBezTo>
                  <a:cubicBezTo>
                    <a:pt x="569" y="91"/>
                    <a:pt x="569" y="91"/>
                    <a:pt x="569" y="91"/>
                  </a:cubicBezTo>
                  <a:cubicBezTo>
                    <a:pt x="568" y="91"/>
                    <a:pt x="568" y="91"/>
                    <a:pt x="568" y="91"/>
                  </a:cubicBezTo>
                  <a:cubicBezTo>
                    <a:pt x="567" y="92"/>
                    <a:pt x="567" y="92"/>
                    <a:pt x="567" y="92"/>
                  </a:cubicBezTo>
                  <a:cubicBezTo>
                    <a:pt x="567" y="93"/>
                    <a:pt x="567" y="93"/>
                    <a:pt x="567" y="93"/>
                  </a:cubicBezTo>
                  <a:cubicBezTo>
                    <a:pt x="565" y="94"/>
                    <a:pt x="565" y="94"/>
                    <a:pt x="565" y="94"/>
                  </a:cubicBezTo>
                  <a:cubicBezTo>
                    <a:pt x="564" y="95"/>
                    <a:pt x="564" y="95"/>
                    <a:pt x="564" y="95"/>
                  </a:cubicBezTo>
                  <a:cubicBezTo>
                    <a:pt x="563" y="95"/>
                    <a:pt x="563" y="95"/>
                    <a:pt x="563" y="95"/>
                  </a:cubicBezTo>
                  <a:cubicBezTo>
                    <a:pt x="561" y="97"/>
                    <a:pt x="561" y="97"/>
                    <a:pt x="561" y="97"/>
                  </a:cubicBezTo>
                  <a:cubicBezTo>
                    <a:pt x="562" y="99"/>
                    <a:pt x="562" y="99"/>
                    <a:pt x="562" y="99"/>
                  </a:cubicBezTo>
                  <a:cubicBezTo>
                    <a:pt x="563" y="99"/>
                    <a:pt x="563" y="99"/>
                    <a:pt x="563" y="99"/>
                  </a:cubicBezTo>
                  <a:cubicBezTo>
                    <a:pt x="564" y="99"/>
                    <a:pt x="564" y="99"/>
                    <a:pt x="564" y="99"/>
                  </a:cubicBezTo>
                  <a:cubicBezTo>
                    <a:pt x="563" y="102"/>
                    <a:pt x="563" y="102"/>
                    <a:pt x="563" y="102"/>
                  </a:cubicBezTo>
                  <a:cubicBezTo>
                    <a:pt x="562" y="103"/>
                    <a:pt x="562" y="103"/>
                    <a:pt x="562" y="103"/>
                  </a:cubicBezTo>
                  <a:cubicBezTo>
                    <a:pt x="562" y="102"/>
                    <a:pt x="562" y="102"/>
                    <a:pt x="562" y="102"/>
                  </a:cubicBezTo>
                  <a:cubicBezTo>
                    <a:pt x="562" y="100"/>
                    <a:pt x="562" y="100"/>
                    <a:pt x="562" y="100"/>
                  </a:cubicBezTo>
                  <a:cubicBezTo>
                    <a:pt x="561" y="99"/>
                    <a:pt x="561" y="99"/>
                    <a:pt x="561" y="99"/>
                  </a:cubicBezTo>
                  <a:cubicBezTo>
                    <a:pt x="558" y="100"/>
                    <a:pt x="558" y="100"/>
                    <a:pt x="558" y="100"/>
                  </a:cubicBezTo>
                  <a:cubicBezTo>
                    <a:pt x="557" y="101"/>
                    <a:pt x="557" y="101"/>
                    <a:pt x="557" y="101"/>
                  </a:cubicBezTo>
                  <a:cubicBezTo>
                    <a:pt x="556" y="101"/>
                    <a:pt x="556" y="101"/>
                    <a:pt x="556" y="101"/>
                  </a:cubicBezTo>
                  <a:cubicBezTo>
                    <a:pt x="556" y="100"/>
                    <a:pt x="556" y="100"/>
                    <a:pt x="556" y="100"/>
                  </a:cubicBezTo>
                  <a:cubicBezTo>
                    <a:pt x="555" y="100"/>
                    <a:pt x="555" y="100"/>
                    <a:pt x="555" y="100"/>
                  </a:cubicBezTo>
                  <a:cubicBezTo>
                    <a:pt x="554" y="102"/>
                    <a:pt x="554" y="102"/>
                    <a:pt x="554" y="102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6" y="103"/>
                    <a:pt x="556" y="103"/>
                    <a:pt x="556" y="103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4" y="104"/>
                    <a:pt x="554" y="104"/>
                    <a:pt x="554" y="104"/>
                  </a:cubicBezTo>
                  <a:cubicBezTo>
                    <a:pt x="553" y="106"/>
                    <a:pt x="553" y="106"/>
                    <a:pt x="553" y="106"/>
                  </a:cubicBezTo>
                  <a:cubicBezTo>
                    <a:pt x="551" y="109"/>
                    <a:pt x="551" y="109"/>
                    <a:pt x="551" y="109"/>
                  </a:cubicBezTo>
                  <a:cubicBezTo>
                    <a:pt x="551" y="110"/>
                    <a:pt x="551" y="110"/>
                    <a:pt x="551" y="110"/>
                  </a:cubicBezTo>
                  <a:cubicBezTo>
                    <a:pt x="551" y="112"/>
                    <a:pt x="551" y="112"/>
                    <a:pt x="551" y="112"/>
                  </a:cubicBezTo>
                  <a:cubicBezTo>
                    <a:pt x="551" y="113"/>
                    <a:pt x="551" y="113"/>
                    <a:pt x="551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3"/>
                    <a:pt x="553" y="113"/>
                    <a:pt x="553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2" y="114"/>
                    <a:pt x="552" y="114"/>
                    <a:pt x="552" y="114"/>
                  </a:cubicBezTo>
                  <a:cubicBezTo>
                    <a:pt x="550" y="115"/>
                    <a:pt x="550" y="115"/>
                    <a:pt x="550" y="115"/>
                  </a:cubicBezTo>
                  <a:cubicBezTo>
                    <a:pt x="548" y="117"/>
                    <a:pt x="548" y="117"/>
                    <a:pt x="548" y="117"/>
                  </a:cubicBezTo>
                  <a:cubicBezTo>
                    <a:pt x="547" y="118"/>
                    <a:pt x="547" y="118"/>
                    <a:pt x="547" y="118"/>
                  </a:cubicBezTo>
                  <a:cubicBezTo>
                    <a:pt x="546" y="122"/>
                    <a:pt x="546" y="122"/>
                    <a:pt x="546" y="122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6" y="126"/>
                    <a:pt x="546" y="126"/>
                    <a:pt x="546" y="126"/>
                  </a:cubicBezTo>
                  <a:cubicBezTo>
                    <a:pt x="547" y="127"/>
                    <a:pt x="547" y="127"/>
                    <a:pt x="547" y="127"/>
                  </a:cubicBezTo>
                  <a:cubicBezTo>
                    <a:pt x="547" y="128"/>
                    <a:pt x="547" y="128"/>
                    <a:pt x="547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30"/>
                    <a:pt x="549" y="130"/>
                    <a:pt x="549" y="130"/>
                  </a:cubicBezTo>
                  <a:cubicBezTo>
                    <a:pt x="551" y="130"/>
                    <a:pt x="551" y="130"/>
                    <a:pt x="551" y="130"/>
                  </a:cubicBezTo>
                  <a:cubicBezTo>
                    <a:pt x="551" y="132"/>
                    <a:pt x="551" y="132"/>
                    <a:pt x="551" y="132"/>
                  </a:cubicBezTo>
                  <a:cubicBezTo>
                    <a:pt x="553" y="132"/>
                    <a:pt x="553" y="132"/>
                    <a:pt x="553" y="132"/>
                  </a:cubicBezTo>
                  <a:cubicBezTo>
                    <a:pt x="554" y="134"/>
                    <a:pt x="554" y="134"/>
                    <a:pt x="554" y="134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7" y="135"/>
                    <a:pt x="557" y="135"/>
                    <a:pt x="557" y="135"/>
                  </a:cubicBezTo>
                  <a:cubicBezTo>
                    <a:pt x="558" y="135"/>
                    <a:pt x="558" y="135"/>
                    <a:pt x="558" y="135"/>
                  </a:cubicBezTo>
                  <a:cubicBezTo>
                    <a:pt x="559" y="135"/>
                    <a:pt x="559" y="135"/>
                    <a:pt x="559" y="135"/>
                  </a:cubicBezTo>
                  <a:cubicBezTo>
                    <a:pt x="559" y="136"/>
                    <a:pt x="559" y="136"/>
                    <a:pt x="559" y="136"/>
                  </a:cubicBezTo>
                  <a:cubicBezTo>
                    <a:pt x="559" y="137"/>
                    <a:pt x="559" y="137"/>
                    <a:pt x="559" y="137"/>
                  </a:cubicBezTo>
                  <a:cubicBezTo>
                    <a:pt x="556" y="136"/>
                    <a:pt x="556" y="136"/>
                    <a:pt x="556" y="136"/>
                  </a:cubicBezTo>
                  <a:cubicBezTo>
                    <a:pt x="554" y="136"/>
                    <a:pt x="554" y="136"/>
                    <a:pt x="554" y="136"/>
                  </a:cubicBezTo>
                  <a:cubicBezTo>
                    <a:pt x="553" y="138"/>
                    <a:pt x="553" y="138"/>
                    <a:pt x="553" y="138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2" y="140"/>
                    <a:pt x="552" y="140"/>
                    <a:pt x="552" y="140"/>
                  </a:cubicBezTo>
                  <a:cubicBezTo>
                    <a:pt x="551" y="141"/>
                    <a:pt x="551" y="141"/>
                    <a:pt x="551" y="141"/>
                  </a:cubicBezTo>
                  <a:cubicBezTo>
                    <a:pt x="550" y="141"/>
                    <a:pt x="550" y="141"/>
                    <a:pt x="550" y="141"/>
                  </a:cubicBezTo>
                  <a:cubicBezTo>
                    <a:pt x="549" y="144"/>
                    <a:pt x="549" y="144"/>
                    <a:pt x="549" y="144"/>
                  </a:cubicBezTo>
                  <a:cubicBezTo>
                    <a:pt x="549" y="145"/>
                    <a:pt x="549" y="145"/>
                    <a:pt x="549" y="145"/>
                  </a:cubicBezTo>
                  <a:cubicBezTo>
                    <a:pt x="551" y="145"/>
                    <a:pt x="551" y="145"/>
                    <a:pt x="551" y="145"/>
                  </a:cubicBezTo>
                  <a:cubicBezTo>
                    <a:pt x="551" y="146"/>
                    <a:pt x="551" y="146"/>
                    <a:pt x="551" y="146"/>
                  </a:cubicBezTo>
                  <a:cubicBezTo>
                    <a:pt x="553" y="145"/>
                    <a:pt x="553" y="145"/>
                    <a:pt x="553" y="145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4"/>
                    <a:pt x="555" y="144"/>
                    <a:pt x="555" y="144"/>
                  </a:cubicBezTo>
                  <a:cubicBezTo>
                    <a:pt x="554" y="145"/>
                    <a:pt x="554" y="145"/>
                    <a:pt x="554" y="145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3" y="149"/>
                    <a:pt x="553" y="149"/>
                    <a:pt x="553" y="149"/>
                  </a:cubicBezTo>
                  <a:cubicBezTo>
                    <a:pt x="551" y="149"/>
                    <a:pt x="551" y="149"/>
                    <a:pt x="551" y="149"/>
                  </a:cubicBezTo>
                  <a:cubicBezTo>
                    <a:pt x="550" y="151"/>
                    <a:pt x="550" y="151"/>
                    <a:pt x="550" y="151"/>
                  </a:cubicBezTo>
                  <a:cubicBezTo>
                    <a:pt x="548" y="151"/>
                    <a:pt x="548" y="151"/>
                    <a:pt x="548" y="151"/>
                  </a:cubicBezTo>
                  <a:cubicBezTo>
                    <a:pt x="548" y="152"/>
                    <a:pt x="548" y="152"/>
                    <a:pt x="548" y="152"/>
                  </a:cubicBezTo>
                  <a:cubicBezTo>
                    <a:pt x="548" y="153"/>
                    <a:pt x="548" y="153"/>
                    <a:pt x="548" y="153"/>
                  </a:cubicBezTo>
                  <a:cubicBezTo>
                    <a:pt x="545" y="154"/>
                    <a:pt x="545" y="154"/>
                    <a:pt x="545" y="154"/>
                  </a:cubicBezTo>
                  <a:cubicBezTo>
                    <a:pt x="544" y="156"/>
                    <a:pt x="544" y="156"/>
                    <a:pt x="544" y="156"/>
                  </a:cubicBezTo>
                  <a:cubicBezTo>
                    <a:pt x="543" y="156"/>
                    <a:pt x="543" y="156"/>
                    <a:pt x="543" y="156"/>
                  </a:cubicBezTo>
                  <a:cubicBezTo>
                    <a:pt x="543" y="155"/>
                    <a:pt x="543" y="155"/>
                    <a:pt x="543" y="155"/>
                  </a:cubicBezTo>
                  <a:cubicBezTo>
                    <a:pt x="542" y="155"/>
                    <a:pt x="542" y="155"/>
                    <a:pt x="542" y="155"/>
                  </a:cubicBezTo>
                  <a:cubicBezTo>
                    <a:pt x="541" y="154"/>
                    <a:pt x="541" y="154"/>
                    <a:pt x="541" y="154"/>
                  </a:cubicBezTo>
                  <a:cubicBezTo>
                    <a:pt x="540" y="155"/>
                    <a:pt x="540" y="155"/>
                    <a:pt x="540" y="155"/>
                  </a:cubicBezTo>
                  <a:cubicBezTo>
                    <a:pt x="540" y="154"/>
                    <a:pt x="540" y="154"/>
                    <a:pt x="540" y="154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7" y="158"/>
                    <a:pt x="537" y="158"/>
                    <a:pt x="537" y="158"/>
                  </a:cubicBezTo>
                  <a:cubicBezTo>
                    <a:pt x="536" y="160"/>
                    <a:pt x="536" y="160"/>
                    <a:pt x="536" y="160"/>
                  </a:cubicBezTo>
                  <a:cubicBezTo>
                    <a:pt x="535" y="161"/>
                    <a:pt x="535" y="161"/>
                    <a:pt x="535" y="161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5" y="164"/>
                    <a:pt x="535" y="164"/>
                    <a:pt x="535" y="164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6" y="166"/>
                    <a:pt x="536" y="166"/>
                    <a:pt x="536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70"/>
                    <a:pt x="534" y="170"/>
                    <a:pt x="534" y="170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3" y="167"/>
                    <a:pt x="533" y="167"/>
                    <a:pt x="533" y="167"/>
                  </a:cubicBezTo>
                  <a:cubicBezTo>
                    <a:pt x="535" y="165"/>
                    <a:pt x="535" y="165"/>
                    <a:pt x="535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3"/>
                    <a:pt x="532" y="163"/>
                    <a:pt x="532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1" y="162"/>
                    <a:pt x="531" y="162"/>
                    <a:pt x="531" y="162"/>
                  </a:cubicBezTo>
                  <a:cubicBezTo>
                    <a:pt x="532" y="160"/>
                    <a:pt x="532" y="160"/>
                    <a:pt x="532" y="160"/>
                  </a:cubicBezTo>
                  <a:cubicBezTo>
                    <a:pt x="532" y="159"/>
                    <a:pt x="532" y="159"/>
                    <a:pt x="532" y="159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7" y="155"/>
                    <a:pt x="537" y="155"/>
                    <a:pt x="537" y="155"/>
                  </a:cubicBezTo>
                  <a:cubicBezTo>
                    <a:pt x="537" y="154"/>
                    <a:pt x="537" y="154"/>
                    <a:pt x="537" y="154"/>
                  </a:cubicBezTo>
                  <a:cubicBezTo>
                    <a:pt x="537" y="153"/>
                    <a:pt x="537" y="153"/>
                    <a:pt x="537" y="153"/>
                  </a:cubicBezTo>
                  <a:cubicBezTo>
                    <a:pt x="539" y="153"/>
                    <a:pt x="539" y="153"/>
                    <a:pt x="539" y="153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37" y="151"/>
                    <a:pt x="537" y="151"/>
                    <a:pt x="537" y="151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4" y="152"/>
                    <a:pt x="534" y="152"/>
                    <a:pt x="534" y="152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2" y="151"/>
                    <a:pt x="532" y="151"/>
                    <a:pt x="532" y="151"/>
                  </a:cubicBezTo>
                  <a:cubicBezTo>
                    <a:pt x="531" y="150"/>
                    <a:pt x="531" y="150"/>
                    <a:pt x="531" y="150"/>
                  </a:cubicBezTo>
                  <a:cubicBezTo>
                    <a:pt x="532" y="150"/>
                    <a:pt x="532" y="150"/>
                    <a:pt x="532" y="150"/>
                  </a:cubicBezTo>
                  <a:cubicBezTo>
                    <a:pt x="532" y="148"/>
                    <a:pt x="532" y="148"/>
                    <a:pt x="532" y="148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27" y="145"/>
                    <a:pt x="527" y="145"/>
                    <a:pt x="527" y="145"/>
                  </a:cubicBezTo>
                  <a:cubicBezTo>
                    <a:pt x="527" y="146"/>
                    <a:pt x="527" y="146"/>
                    <a:pt x="527" y="146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4" y="145"/>
                    <a:pt x="524" y="145"/>
                    <a:pt x="524" y="145"/>
                  </a:cubicBezTo>
                  <a:cubicBezTo>
                    <a:pt x="522" y="145"/>
                    <a:pt x="522" y="145"/>
                    <a:pt x="522" y="145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8"/>
                    <a:pt x="522" y="148"/>
                    <a:pt x="522" y="148"/>
                  </a:cubicBezTo>
                  <a:cubicBezTo>
                    <a:pt x="522" y="149"/>
                    <a:pt x="522" y="149"/>
                    <a:pt x="522" y="149"/>
                  </a:cubicBezTo>
                  <a:cubicBezTo>
                    <a:pt x="521" y="149"/>
                    <a:pt x="521" y="149"/>
                    <a:pt x="521" y="149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49"/>
                    <a:pt x="519" y="149"/>
                    <a:pt x="519" y="149"/>
                  </a:cubicBezTo>
                  <a:cubicBezTo>
                    <a:pt x="516" y="149"/>
                    <a:pt x="516" y="149"/>
                    <a:pt x="516" y="149"/>
                  </a:cubicBezTo>
                  <a:cubicBezTo>
                    <a:pt x="516" y="151"/>
                    <a:pt x="516" y="151"/>
                    <a:pt x="516" y="151"/>
                  </a:cubicBezTo>
                  <a:cubicBezTo>
                    <a:pt x="517" y="152"/>
                    <a:pt x="517" y="152"/>
                    <a:pt x="517" y="152"/>
                  </a:cubicBezTo>
                  <a:cubicBezTo>
                    <a:pt x="518" y="152"/>
                    <a:pt x="518" y="152"/>
                    <a:pt x="518" y="152"/>
                  </a:cubicBezTo>
                  <a:cubicBezTo>
                    <a:pt x="518" y="154"/>
                    <a:pt x="518" y="154"/>
                    <a:pt x="518" y="154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20" y="156"/>
                    <a:pt x="520" y="156"/>
                    <a:pt x="520" y="156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16" y="155"/>
                    <a:pt x="516" y="155"/>
                    <a:pt x="516" y="155"/>
                  </a:cubicBezTo>
                  <a:cubicBezTo>
                    <a:pt x="515" y="156"/>
                    <a:pt x="515" y="156"/>
                    <a:pt x="515" y="156"/>
                  </a:cubicBezTo>
                  <a:cubicBezTo>
                    <a:pt x="514" y="155"/>
                    <a:pt x="514" y="155"/>
                    <a:pt x="514" y="155"/>
                  </a:cubicBezTo>
                  <a:cubicBezTo>
                    <a:pt x="513" y="155"/>
                    <a:pt x="513" y="155"/>
                    <a:pt x="513" y="155"/>
                  </a:cubicBezTo>
                  <a:cubicBezTo>
                    <a:pt x="511" y="153"/>
                    <a:pt x="511" y="153"/>
                    <a:pt x="511" y="153"/>
                  </a:cubicBezTo>
                  <a:cubicBezTo>
                    <a:pt x="508" y="153"/>
                    <a:pt x="508" y="153"/>
                    <a:pt x="508" y="153"/>
                  </a:cubicBezTo>
                  <a:cubicBezTo>
                    <a:pt x="508" y="152"/>
                    <a:pt x="508" y="152"/>
                    <a:pt x="508" y="152"/>
                  </a:cubicBezTo>
                  <a:cubicBezTo>
                    <a:pt x="507" y="152"/>
                    <a:pt x="507" y="152"/>
                    <a:pt x="507" y="152"/>
                  </a:cubicBezTo>
                  <a:cubicBezTo>
                    <a:pt x="504" y="153"/>
                    <a:pt x="504" y="153"/>
                    <a:pt x="504" y="153"/>
                  </a:cubicBezTo>
                  <a:cubicBezTo>
                    <a:pt x="504" y="154"/>
                    <a:pt x="504" y="154"/>
                    <a:pt x="504" y="154"/>
                  </a:cubicBezTo>
                  <a:cubicBezTo>
                    <a:pt x="501" y="154"/>
                    <a:pt x="501" y="154"/>
                    <a:pt x="501" y="154"/>
                  </a:cubicBezTo>
                  <a:cubicBezTo>
                    <a:pt x="500" y="155"/>
                    <a:pt x="500" y="155"/>
                    <a:pt x="500" y="155"/>
                  </a:cubicBezTo>
                  <a:cubicBezTo>
                    <a:pt x="499" y="154"/>
                    <a:pt x="499" y="154"/>
                    <a:pt x="499" y="154"/>
                  </a:cubicBezTo>
                  <a:cubicBezTo>
                    <a:pt x="498" y="153"/>
                    <a:pt x="498" y="153"/>
                    <a:pt x="498" y="153"/>
                  </a:cubicBezTo>
                  <a:cubicBezTo>
                    <a:pt x="497" y="152"/>
                    <a:pt x="497" y="152"/>
                    <a:pt x="497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4" y="150"/>
                    <a:pt x="494" y="150"/>
                    <a:pt x="494" y="150"/>
                  </a:cubicBezTo>
                  <a:cubicBezTo>
                    <a:pt x="494" y="149"/>
                    <a:pt x="494" y="149"/>
                    <a:pt x="494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4" y="148"/>
                    <a:pt x="494" y="148"/>
                    <a:pt x="494" y="148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2" y="147"/>
                    <a:pt x="492" y="147"/>
                    <a:pt x="492" y="147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1" y="145"/>
                    <a:pt x="491" y="145"/>
                    <a:pt x="491" y="145"/>
                  </a:cubicBezTo>
                  <a:cubicBezTo>
                    <a:pt x="489" y="146"/>
                    <a:pt x="489" y="146"/>
                    <a:pt x="489" y="146"/>
                  </a:cubicBezTo>
                  <a:cubicBezTo>
                    <a:pt x="488" y="146"/>
                    <a:pt x="488" y="146"/>
                    <a:pt x="488" y="146"/>
                  </a:cubicBezTo>
                  <a:cubicBezTo>
                    <a:pt x="487" y="144"/>
                    <a:pt x="487" y="144"/>
                    <a:pt x="487" y="144"/>
                  </a:cubicBezTo>
                  <a:cubicBezTo>
                    <a:pt x="487" y="145"/>
                    <a:pt x="487" y="145"/>
                    <a:pt x="487" y="145"/>
                  </a:cubicBezTo>
                  <a:cubicBezTo>
                    <a:pt x="486" y="144"/>
                    <a:pt x="486" y="144"/>
                    <a:pt x="486" y="144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4" y="144"/>
                    <a:pt x="484" y="144"/>
                    <a:pt x="484" y="144"/>
                  </a:cubicBezTo>
                  <a:cubicBezTo>
                    <a:pt x="485" y="143"/>
                    <a:pt x="485" y="143"/>
                    <a:pt x="485" y="143"/>
                  </a:cubicBezTo>
                  <a:cubicBezTo>
                    <a:pt x="486" y="142"/>
                    <a:pt x="486" y="142"/>
                    <a:pt x="486" y="142"/>
                  </a:cubicBezTo>
                  <a:cubicBezTo>
                    <a:pt x="486" y="140"/>
                    <a:pt x="486" y="140"/>
                    <a:pt x="486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4" y="136"/>
                    <a:pt x="484" y="136"/>
                    <a:pt x="484" y="136"/>
                  </a:cubicBezTo>
                  <a:cubicBezTo>
                    <a:pt x="484" y="135"/>
                    <a:pt x="484" y="135"/>
                    <a:pt x="484" y="135"/>
                  </a:cubicBezTo>
                  <a:cubicBezTo>
                    <a:pt x="483" y="134"/>
                    <a:pt x="483" y="134"/>
                    <a:pt x="483" y="134"/>
                  </a:cubicBezTo>
                  <a:cubicBezTo>
                    <a:pt x="484" y="134"/>
                    <a:pt x="484" y="134"/>
                    <a:pt x="484" y="134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83" y="129"/>
                    <a:pt x="483" y="129"/>
                    <a:pt x="483" y="129"/>
                  </a:cubicBezTo>
                  <a:cubicBezTo>
                    <a:pt x="482" y="129"/>
                    <a:pt x="482" y="129"/>
                    <a:pt x="482" y="12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481" y="127"/>
                    <a:pt x="481" y="127"/>
                    <a:pt x="481" y="127"/>
                  </a:cubicBezTo>
                  <a:cubicBezTo>
                    <a:pt x="479" y="128"/>
                    <a:pt x="479" y="128"/>
                    <a:pt x="479" y="128"/>
                  </a:cubicBezTo>
                  <a:cubicBezTo>
                    <a:pt x="478" y="128"/>
                    <a:pt x="478" y="128"/>
                    <a:pt x="478" y="128"/>
                  </a:cubicBezTo>
                  <a:cubicBezTo>
                    <a:pt x="474" y="129"/>
                    <a:pt x="474" y="129"/>
                    <a:pt x="474" y="129"/>
                  </a:cubicBezTo>
                  <a:cubicBezTo>
                    <a:pt x="469" y="129"/>
                    <a:pt x="469" y="129"/>
                    <a:pt x="469" y="129"/>
                  </a:cubicBezTo>
                  <a:cubicBezTo>
                    <a:pt x="467" y="129"/>
                    <a:pt x="467" y="129"/>
                    <a:pt x="467" y="129"/>
                  </a:cubicBezTo>
                  <a:cubicBezTo>
                    <a:pt x="465" y="129"/>
                    <a:pt x="465" y="129"/>
                    <a:pt x="465" y="129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62" y="132"/>
                    <a:pt x="462" y="132"/>
                    <a:pt x="462" y="132"/>
                  </a:cubicBezTo>
                  <a:cubicBezTo>
                    <a:pt x="461" y="134"/>
                    <a:pt x="461" y="134"/>
                    <a:pt x="461" y="134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3" y="137"/>
                    <a:pt x="463" y="137"/>
                    <a:pt x="463" y="137"/>
                  </a:cubicBezTo>
                  <a:cubicBezTo>
                    <a:pt x="465" y="137"/>
                    <a:pt x="465" y="137"/>
                    <a:pt x="465" y="137"/>
                  </a:cubicBezTo>
                  <a:cubicBezTo>
                    <a:pt x="465" y="138"/>
                    <a:pt x="465" y="138"/>
                    <a:pt x="465" y="138"/>
                  </a:cubicBezTo>
                  <a:cubicBezTo>
                    <a:pt x="468" y="138"/>
                    <a:pt x="468" y="138"/>
                    <a:pt x="468" y="138"/>
                  </a:cubicBezTo>
                  <a:cubicBezTo>
                    <a:pt x="468" y="136"/>
                    <a:pt x="468" y="136"/>
                    <a:pt x="468" y="136"/>
                  </a:cubicBezTo>
                  <a:cubicBezTo>
                    <a:pt x="467" y="135"/>
                    <a:pt x="467" y="135"/>
                    <a:pt x="467" y="135"/>
                  </a:cubicBezTo>
                  <a:cubicBezTo>
                    <a:pt x="468" y="135"/>
                    <a:pt x="468" y="135"/>
                    <a:pt x="468" y="135"/>
                  </a:cubicBezTo>
                  <a:cubicBezTo>
                    <a:pt x="470" y="136"/>
                    <a:pt x="470" y="136"/>
                    <a:pt x="470" y="136"/>
                  </a:cubicBezTo>
                  <a:cubicBezTo>
                    <a:pt x="472" y="136"/>
                    <a:pt x="472" y="136"/>
                    <a:pt x="472" y="136"/>
                  </a:cubicBezTo>
                  <a:cubicBezTo>
                    <a:pt x="472" y="135"/>
                    <a:pt x="472" y="135"/>
                    <a:pt x="472" y="135"/>
                  </a:cubicBezTo>
                  <a:cubicBezTo>
                    <a:pt x="473" y="137"/>
                    <a:pt x="473" y="137"/>
                    <a:pt x="473" y="137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4" y="135"/>
                    <a:pt x="474" y="135"/>
                    <a:pt x="474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9" y="133"/>
                    <a:pt x="479" y="133"/>
                    <a:pt x="479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1" y="133"/>
                    <a:pt x="481" y="133"/>
                    <a:pt x="481" y="133"/>
                  </a:cubicBezTo>
                  <a:cubicBezTo>
                    <a:pt x="480" y="134"/>
                    <a:pt x="480" y="134"/>
                    <a:pt x="480" y="134"/>
                  </a:cubicBezTo>
                  <a:cubicBezTo>
                    <a:pt x="481" y="135"/>
                    <a:pt x="481" y="135"/>
                    <a:pt x="481" y="135"/>
                  </a:cubicBezTo>
                  <a:cubicBezTo>
                    <a:pt x="480" y="136"/>
                    <a:pt x="480" y="136"/>
                    <a:pt x="480" y="136"/>
                  </a:cubicBezTo>
                  <a:cubicBezTo>
                    <a:pt x="479" y="135"/>
                    <a:pt x="479" y="135"/>
                    <a:pt x="479" y="135"/>
                  </a:cubicBezTo>
                  <a:cubicBezTo>
                    <a:pt x="478" y="136"/>
                    <a:pt x="478" y="136"/>
                    <a:pt x="478" y="136"/>
                  </a:cubicBezTo>
                  <a:cubicBezTo>
                    <a:pt x="477" y="136"/>
                    <a:pt x="477" y="136"/>
                    <a:pt x="477" y="136"/>
                  </a:cubicBezTo>
                  <a:cubicBezTo>
                    <a:pt x="476" y="135"/>
                    <a:pt x="476" y="135"/>
                    <a:pt x="476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1" y="139"/>
                    <a:pt x="471" y="139"/>
                    <a:pt x="471" y="139"/>
                  </a:cubicBezTo>
                  <a:cubicBezTo>
                    <a:pt x="470" y="140"/>
                    <a:pt x="470" y="140"/>
                    <a:pt x="470" y="140"/>
                  </a:cubicBezTo>
                  <a:cubicBezTo>
                    <a:pt x="470" y="139"/>
                    <a:pt x="470" y="139"/>
                    <a:pt x="470" y="139"/>
                  </a:cubicBezTo>
                  <a:cubicBezTo>
                    <a:pt x="468" y="139"/>
                    <a:pt x="468" y="139"/>
                    <a:pt x="468" y="139"/>
                  </a:cubicBezTo>
                  <a:cubicBezTo>
                    <a:pt x="467" y="140"/>
                    <a:pt x="467" y="140"/>
                    <a:pt x="467" y="140"/>
                  </a:cubicBezTo>
                  <a:cubicBezTo>
                    <a:pt x="466" y="141"/>
                    <a:pt x="466" y="141"/>
                    <a:pt x="466" y="141"/>
                  </a:cubicBezTo>
                  <a:cubicBezTo>
                    <a:pt x="466" y="140"/>
                    <a:pt x="466" y="140"/>
                    <a:pt x="466" y="140"/>
                  </a:cubicBezTo>
                  <a:cubicBezTo>
                    <a:pt x="464" y="140"/>
                    <a:pt x="464" y="140"/>
                    <a:pt x="464" y="140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2" y="142"/>
                    <a:pt x="462" y="142"/>
                    <a:pt x="462" y="142"/>
                  </a:cubicBezTo>
                  <a:cubicBezTo>
                    <a:pt x="460" y="143"/>
                    <a:pt x="460" y="143"/>
                    <a:pt x="460" y="143"/>
                  </a:cubicBezTo>
                  <a:cubicBezTo>
                    <a:pt x="460" y="144"/>
                    <a:pt x="460" y="144"/>
                    <a:pt x="460" y="144"/>
                  </a:cubicBezTo>
                  <a:cubicBezTo>
                    <a:pt x="460" y="145"/>
                    <a:pt x="460" y="145"/>
                    <a:pt x="460" y="145"/>
                  </a:cubicBezTo>
                  <a:cubicBezTo>
                    <a:pt x="459" y="149"/>
                    <a:pt x="459" y="149"/>
                    <a:pt x="459" y="149"/>
                  </a:cubicBezTo>
                  <a:cubicBezTo>
                    <a:pt x="459" y="152"/>
                    <a:pt x="459" y="152"/>
                    <a:pt x="459" y="152"/>
                  </a:cubicBezTo>
                  <a:cubicBezTo>
                    <a:pt x="458" y="153"/>
                    <a:pt x="458" y="153"/>
                    <a:pt x="458" y="153"/>
                  </a:cubicBezTo>
                  <a:cubicBezTo>
                    <a:pt x="460" y="154"/>
                    <a:pt x="460" y="154"/>
                    <a:pt x="460" y="154"/>
                  </a:cubicBezTo>
                  <a:cubicBezTo>
                    <a:pt x="458" y="154"/>
                    <a:pt x="458" y="154"/>
                    <a:pt x="458" y="154"/>
                  </a:cubicBezTo>
                  <a:cubicBezTo>
                    <a:pt x="458" y="155"/>
                    <a:pt x="458" y="155"/>
                    <a:pt x="458" y="155"/>
                  </a:cubicBezTo>
                  <a:cubicBezTo>
                    <a:pt x="456" y="155"/>
                    <a:pt x="456" y="155"/>
                    <a:pt x="456" y="155"/>
                  </a:cubicBezTo>
                  <a:cubicBezTo>
                    <a:pt x="454" y="159"/>
                    <a:pt x="454" y="159"/>
                    <a:pt x="454" y="159"/>
                  </a:cubicBezTo>
                  <a:cubicBezTo>
                    <a:pt x="454" y="160"/>
                    <a:pt x="454" y="160"/>
                    <a:pt x="454" y="160"/>
                  </a:cubicBezTo>
                  <a:cubicBezTo>
                    <a:pt x="453" y="159"/>
                    <a:pt x="453" y="159"/>
                    <a:pt x="453" y="159"/>
                  </a:cubicBezTo>
                  <a:cubicBezTo>
                    <a:pt x="454" y="158"/>
                    <a:pt x="454" y="158"/>
                    <a:pt x="454" y="158"/>
                  </a:cubicBezTo>
                  <a:cubicBezTo>
                    <a:pt x="454" y="156"/>
                    <a:pt x="454" y="156"/>
                    <a:pt x="454" y="156"/>
                  </a:cubicBezTo>
                  <a:cubicBezTo>
                    <a:pt x="455" y="155"/>
                    <a:pt x="455" y="155"/>
                    <a:pt x="455" y="155"/>
                  </a:cubicBezTo>
                  <a:cubicBezTo>
                    <a:pt x="455" y="154"/>
                    <a:pt x="455" y="154"/>
                    <a:pt x="455" y="154"/>
                  </a:cubicBezTo>
                  <a:cubicBezTo>
                    <a:pt x="457" y="153"/>
                    <a:pt x="457" y="153"/>
                    <a:pt x="457" y="153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7" y="151"/>
                    <a:pt x="457" y="151"/>
                    <a:pt x="457" y="151"/>
                  </a:cubicBezTo>
                  <a:cubicBezTo>
                    <a:pt x="456" y="151"/>
                    <a:pt x="456" y="151"/>
                    <a:pt x="456" y="151"/>
                  </a:cubicBezTo>
                  <a:cubicBezTo>
                    <a:pt x="456" y="150"/>
                    <a:pt x="456" y="150"/>
                    <a:pt x="456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4" y="151"/>
                    <a:pt x="454" y="151"/>
                    <a:pt x="454" y="151"/>
                  </a:cubicBezTo>
                  <a:cubicBezTo>
                    <a:pt x="453" y="152"/>
                    <a:pt x="453" y="152"/>
                    <a:pt x="453" y="152"/>
                  </a:cubicBezTo>
                  <a:cubicBezTo>
                    <a:pt x="453" y="151"/>
                    <a:pt x="453" y="151"/>
                    <a:pt x="453" y="151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5" y="145"/>
                    <a:pt x="455" y="145"/>
                    <a:pt x="455" y="145"/>
                  </a:cubicBezTo>
                  <a:cubicBezTo>
                    <a:pt x="454" y="145"/>
                    <a:pt x="454" y="145"/>
                    <a:pt x="454" y="145"/>
                  </a:cubicBezTo>
                  <a:cubicBezTo>
                    <a:pt x="453" y="146"/>
                    <a:pt x="453" y="146"/>
                    <a:pt x="453" y="146"/>
                  </a:cubicBezTo>
                  <a:cubicBezTo>
                    <a:pt x="453" y="148"/>
                    <a:pt x="453" y="148"/>
                    <a:pt x="453" y="148"/>
                  </a:cubicBezTo>
                  <a:cubicBezTo>
                    <a:pt x="452" y="148"/>
                    <a:pt x="452" y="148"/>
                    <a:pt x="452" y="148"/>
                  </a:cubicBezTo>
                  <a:cubicBezTo>
                    <a:pt x="452" y="147"/>
                    <a:pt x="452" y="147"/>
                    <a:pt x="452" y="147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144"/>
                    <a:pt x="453" y="144"/>
                    <a:pt x="453" y="144"/>
                  </a:cubicBezTo>
                  <a:cubicBezTo>
                    <a:pt x="452" y="142"/>
                    <a:pt x="452" y="142"/>
                    <a:pt x="452" y="142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2"/>
                    <a:pt x="451" y="142"/>
                    <a:pt x="451" y="142"/>
                  </a:cubicBezTo>
                  <a:cubicBezTo>
                    <a:pt x="451" y="140"/>
                    <a:pt x="451" y="140"/>
                    <a:pt x="451" y="140"/>
                  </a:cubicBezTo>
                  <a:cubicBezTo>
                    <a:pt x="450" y="140"/>
                    <a:pt x="450" y="140"/>
                    <a:pt x="450" y="140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138"/>
                    <a:pt x="450" y="138"/>
                    <a:pt x="450" y="138"/>
                  </a:cubicBezTo>
                  <a:cubicBezTo>
                    <a:pt x="454" y="137"/>
                    <a:pt x="454" y="137"/>
                    <a:pt x="454" y="137"/>
                  </a:cubicBezTo>
                  <a:cubicBezTo>
                    <a:pt x="453" y="136"/>
                    <a:pt x="453" y="136"/>
                    <a:pt x="453" y="136"/>
                  </a:cubicBezTo>
                  <a:cubicBezTo>
                    <a:pt x="451" y="135"/>
                    <a:pt x="451" y="135"/>
                    <a:pt x="451" y="135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48" y="137"/>
                    <a:pt x="448" y="137"/>
                    <a:pt x="448" y="137"/>
                  </a:cubicBezTo>
                  <a:cubicBezTo>
                    <a:pt x="444" y="139"/>
                    <a:pt x="444" y="139"/>
                    <a:pt x="444" y="139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39"/>
                    <a:pt x="442" y="139"/>
                    <a:pt x="442" y="139"/>
                  </a:cubicBezTo>
                  <a:cubicBezTo>
                    <a:pt x="441" y="139"/>
                    <a:pt x="441" y="139"/>
                    <a:pt x="441" y="139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8" y="139"/>
                    <a:pt x="438" y="139"/>
                    <a:pt x="438" y="139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5" y="139"/>
                    <a:pt x="435" y="139"/>
                    <a:pt x="435" y="139"/>
                  </a:cubicBezTo>
                  <a:cubicBezTo>
                    <a:pt x="433" y="139"/>
                    <a:pt x="433" y="139"/>
                    <a:pt x="433" y="139"/>
                  </a:cubicBezTo>
                  <a:cubicBezTo>
                    <a:pt x="433" y="140"/>
                    <a:pt x="433" y="140"/>
                    <a:pt x="433" y="140"/>
                  </a:cubicBezTo>
                  <a:cubicBezTo>
                    <a:pt x="432" y="140"/>
                    <a:pt x="432" y="140"/>
                    <a:pt x="432" y="140"/>
                  </a:cubicBezTo>
                  <a:cubicBezTo>
                    <a:pt x="429" y="138"/>
                    <a:pt x="429" y="138"/>
                    <a:pt x="429" y="138"/>
                  </a:cubicBezTo>
                  <a:cubicBezTo>
                    <a:pt x="427" y="138"/>
                    <a:pt x="427" y="138"/>
                    <a:pt x="427" y="138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6"/>
                    <a:pt x="423" y="136"/>
                    <a:pt x="423" y="136"/>
                  </a:cubicBezTo>
                  <a:cubicBezTo>
                    <a:pt x="420" y="134"/>
                    <a:pt x="420" y="134"/>
                    <a:pt x="420" y="134"/>
                  </a:cubicBezTo>
                  <a:cubicBezTo>
                    <a:pt x="419" y="135"/>
                    <a:pt x="419" y="135"/>
                    <a:pt x="419" y="135"/>
                  </a:cubicBezTo>
                  <a:cubicBezTo>
                    <a:pt x="419" y="134"/>
                    <a:pt x="419" y="134"/>
                    <a:pt x="419" y="134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9" y="132"/>
                    <a:pt x="419" y="132"/>
                    <a:pt x="419" y="132"/>
                  </a:cubicBezTo>
                  <a:cubicBezTo>
                    <a:pt x="419" y="130"/>
                    <a:pt x="419" y="130"/>
                    <a:pt x="419" y="130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3" y="129"/>
                    <a:pt x="423" y="129"/>
                    <a:pt x="423" y="129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5" y="128"/>
                    <a:pt x="425" y="128"/>
                    <a:pt x="425" y="128"/>
                  </a:cubicBezTo>
                  <a:cubicBezTo>
                    <a:pt x="429" y="129"/>
                    <a:pt x="429" y="129"/>
                    <a:pt x="429" y="129"/>
                  </a:cubicBezTo>
                  <a:cubicBezTo>
                    <a:pt x="430" y="128"/>
                    <a:pt x="430" y="128"/>
                    <a:pt x="430" y="128"/>
                  </a:cubicBezTo>
                  <a:cubicBezTo>
                    <a:pt x="431" y="126"/>
                    <a:pt x="431" y="126"/>
                    <a:pt x="431" y="126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1" y="122"/>
                    <a:pt x="431" y="122"/>
                    <a:pt x="431" y="122"/>
                  </a:cubicBezTo>
                  <a:cubicBezTo>
                    <a:pt x="430" y="121"/>
                    <a:pt x="430" y="121"/>
                    <a:pt x="430" y="121"/>
                  </a:cubicBezTo>
                  <a:cubicBezTo>
                    <a:pt x="430" y="119"/>
                    <a:pt x="430" y="119"/>
                    <a:pt x="430" y="119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8" y="117"/>
                    <a:pt x="428" y="117"/>
                    <a:pt x="428" y="117"/>
                  </a:cubicBezTo>
                  <a:cubicBezTo>
                    <a:pt x="428" y="116"/>
                    <a:pt x="428" y="116"/>
                    <a:pt x="428" y="116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4" y="114"/>
                    <a:pt x="424" y="114"/>
                    <a:pt x="424" y="114"/>
                  </a:cubicBezTo>
                  <a:cubicBezTo>
                    <a:pt x="424" y="115"/>
                    <a:pt x="424" y="115"/>
                    <a:pt x="424" y="115"/>
                  </a:cubicBezTo>
                  <a:cubicBezTo>
                    <a:pt x="423" y="114"/>
                    <a:pt x="423" y="114"/>
                    <a:pt x="423" y="114"/>
                  </a:cubicBezTo>
                  <a:cubicBezTo>
                    <a:pt x="420" y="113"/>
                    <a:pt x="420" y="113"/>
                    <a:pt x="420" y="113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21" y="115"/>
                    <a:pt x="421" y="115"/>
                    <a:pt x="421" y="115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18" y="114"/>
                    <a:pt x="418" y="114"/>
                    <a:pt x="418" y="114"/>
                  </a:cubicBezTo>
                  <a:cubicBezTo>
                    <a:pt x="417" y="112"/>
                    <a:pt x="417" y="112"/>
                    <a:pt x="417" y="112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5" y="112"/>
                    <a:pt x="415" y="112"/>
                    <a:pt x="415" y="112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1" y="109"/>
                    <a:pt x="411" y="109"/>
                    <a:pt x="411" y="109"/>
                  </a:cubicBezTo>
                  <a:cubicBezTo>
                    <a:pt x="409" y="108"/>
                    <a:pt x="409" y="108"/>
                    <a:pt x="409" y="108"/>
                  </a:cubicBezTo>
                  <a:cubicBezTo>
                    <a:pt x="408" y="106"/>
                    <a:pt x="408" y="106"/>
                    <a:pt x="408" y="106"/>
                  </a:cubicBezTo>
                  <a:cubicBezTo>
                    <a:pt x="402" y="103"/>
                    <a:pt x="402" y="103"/>
                    <a:pt x="402" y="103"/>
                  </a:cubicBezTo>
                  <a:cubicBezTo>
                    <a:pt x="401" y="100"/>
                    <a:pt x="401" y="100"/>
                    <a:pt x="401" y="100"/>
                  </a:cubicBezTo>
                  <a:cubicBezTo>
                    <a:pt x="401" y="99"/>
                    <a:pt x="401" y="99"/>
                    <a:pt x="401" y="99"/>
                  </a:cubicBezTo>
                  <a:cubicBezTo>
                    <a:pt x="399" y="95"/>
                    <a:pt x="399" y="95"/>
                    <a:pt x="399" y="95"/>
                  </a:cubicBezTo>
                  <a:cubicBezTo>
                    <a:pt x="399" y="93"/>
                    <a:pt x="399" y="93"/>
                    <a:pt x="399" y="93"/>
                  </a:cubicBezTo>
                  <a:cubicBezTo>
                    <a:pt x="398" y="93"/>
                    <a:pt x="398" y="93"/>
                    <a:pt x="398" y="93"/>
                  </a:cubicBezTo>
                  <a:cubicBezTo>
                    <a:pt x="396" y="92"/>
                    <a:pt x="396" y="92"/>
                    <a:pt x="396" y="92"/>
                  </a:cubicBezTo>
                  <a:cubicBezTo>
                    <a:pt x="395" y="92"/>
                    <a:pt x="395" y="92"/>
                    <a:pt x="395" y="92"/>
                  </a:cubicBezTo>
                  <a:cubicBezTo>
                    <a:pt x="393" y="91"/>
                    <a:pt x="393" y="91"/>
                    <a:pt x="393" y="91"/>
                  </a:cubicBezTo>
                  <a:cubicBezTo>
                    <a:pt x="392" y="91"/>
                    <a:pt x="392" y="91"/>
                    <a:pt x="392" y="91"/>
                  </a:cubicBezTo>
                  <a:cubicBezTo>
                    <a:pt x="391" y="90"/>
                    <a:pt x="391" y="90"/>
                    <a:pt x="391" y="90"/>
                  </a:cubicBezTo>
                  <a:cubicBezTo>
                    <a:pt x="389" y="90"/>
                    <a:pt x="389" y="90"/>
                    <a:pt x="389" y="90"/>
                  </a:cubicBezTo>
                  <a:cubicBezTo>
                    <a:pt x="387" y="92"/>
                    <a:pt x="387" y="92"/>
                    <a:pt x="387" y="92"/>
                  </a:cubicBezTo>
                  <a:cubicBezTo>
                    <a:pt x="386" y="95"/>
                    <a:pt x="386" y="95"/>
                    <a:pt x="386" y="95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3" y="96"/>
                    <a:pt x="383" y="96"/>
                    <a:pt x="383" y="96"/>
                  </a:cubicBezTo>
                  <a:cubicBezTo>
                    <a:pt x="382" y="96"/>
                    <a:pt x="382" y="96"/>
                    <a:pt x="382" y="96"/>
                  </a:cubicBezTo>
                  <a:cubicBezTo>
                    <a:pt x="381" y="95"/>
                    <a:pt x="381" y="95"/>
                    <a:pt x="381" y="95"/>
                  </a:cubicBezTo>
                  <a:cubicBezTo>
                    <a:pt x="379" y="95"/>
                    <a:pt x="379" y="95"/>
                    <a:pt x="379" y="95"/>
                  </a:cubicBezTo>
                  <a:cubicBezTo>
                    <a:pt x="378" y="95"/>
                    <a:pt x="378" y="95"/>
                    <a:pt x="378" y="95"/>
                  </a:cubicBezTo>
                  <a:cubicBezTo>
                    <a:pt x="379" y="93"/>
                    <a:pt x="379" y="93"/>
                    <a:pt x="379" y="93"/>
                  </a:cubicBezTo>
                  <a:cubicBezTo>
                    <a:pt x="380" y="93"/>
                    <a:pt x="380" y="93"/>
                    <a:pt x="380" y="93"/>
                  </a:cubicBezTo>
                  <a:cubicBezTo>
                    <a:pt x="382" y="92"/>
                    <a:pt x="382" y="92"/>
                    <a:pt x="382" y="92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3" y="90"/>
                    <a:pt x="383" y="90"/>
                    <a:pt x="383" y="90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82" y="89"/>
                    <a:pt x="382" y="89"/>
                    <a:pt x="382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4" y="85"/>
                    <a:pt x="384" y="85"/>
                    <a:pt x="384" y="85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384" y="82"/>
                    <a:pt x="384" y="82"/>
                    <a:pt x="384" y="82"/>
                  </a:cubicBezTo>
                  <a:cubicBezTo>
                    <a:pt x="385" y="82"/>
                    <a:pt x="385" y="82"/>
                    <a:pt x="385" y="82"/>
                  </a:cubicBezTo>
                  <a:cubicBezTo>
                    <a:pt x="385" y="81"/>
                    <a:pt x="385" y="81"/>
                    <a:pt x="385" y="81"/>
                  </a:cubicBezTo>
                  <a:cubicBezTo>
                    <a:pt x="387" y="80"/>
                    <a:pt x="387" y="80"/>
                    <a:pt x="387" y="80"/>
                  </a:cubicBezTo>
                  <a:cubicBezTo>
                    <a:pt x="383" y="80"/>
                    <a:pt x="383" y="80"/>
                    <a:pt x="383" y="80"/>
                  </a:cubicBezTo>
                  <a:cubicBezTo>
                    <a:pt x="382" y="81"/>
                    <a:pt x="382" y="81"/>
                    <a:pt x="382" y="81"/>
                  </a:cubicBezTo>
                  <a:cubicBezTo>
                    <a:pt x="383" y="82"/>
                    <a:pt x="383" y="82"/>
                    <a:pt x="383" y="82"/>
                  </a:cubicBezTo>
                  <a:cubicBezTo>
                    <a:pt x="381" y="82"/>
                    <a:pt x="381" y="82"/>
                    <a:pt x="381" y="82"/>
                  </a:cubicBezTo>
                  <a:cubicBezTo>
                    <a:pt x="381" y="84"/>
                    <a:pt x="381" y="84"/>
                    <a:pt x="381" y="84"/>
                  </a:cubicBezTo>
                  <a:cubicBezTo>
                    <a:pt x="379" y="85"/>
                    <a:pt x="379" y="85"/>
                    <a:pt x="379" y="85"/>
                  </a:cubicBezTo>
                  <a:cubicBezTo>
                    <a:pt x="376" y="85"/>
                    <a:pt x="376" y="85"/>
                    <a:pt x="376" y="85"/>
                  </a:cubicBezTo>
                  <a:cubicBezTo>
                    <a:pt x="378" y="88"/>
                    <a:pt x="378" y="88"/>
                    <a:pt x="378" y="88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3" y="89"/>
                    <a:pt x="373" y="89"/>
                    <a:pt x="373" y="89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3" y="90"/>
                    <a:pt x="373" y="90"/>
                    <a:pt x="373" y="90"/>
                  </a:cubicBezTo>
                  <a:cubicBezTo>
                    <a:pt x="371" y="91"/>
                    <a:pt x="371" y="91"/>
                    <a:pt x="371" y="91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0" y="92"/>
                    <a:pt x="370" y="92"/>
                    <a:pt x="370" y="92"/>
                  </a:cubicBezTo>
                  <a:cubicBezTo>
                    <a:pt x="369" y="90"/>
                    <a:pt x="369" y="90"/>
                    <a:pt x="369" y="90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71" y="81"/>
                    <a:pt x="371" y="81"/>
                    <a:pt x="371" y="81"/>
                  </a:cubicBezTo>
                  <a:cubicBezTo>
                    <a:pt x="371" y="77"/>
                    <a:pt x="371" y="77"/>
                    <a:pt x="371" y="77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1" y="70"/>
                    <a:pt x="371" y="70"/>
                    <a:pt x="371" y="70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4"/>
                    <a:pt x="371" y="64"/>
                    <a:pt x="371" y="64"/>
                  </a:cubicBezTo>
                  <a:cubicBezTo>
                    <a:pt x="369" y="65"/>
                    <a:pt x="369" y="65"/>
                    <a:pt x="369" y="65"/>
                  </a:cubicBezTo>
                  <a:cubicBezTo>
                    <a:pt x="367" y="67"/>
                    <a:pt x="367" y="67"/>
                    <a:pt x="367" y="67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6" y="70"/>
                    <a:pt x="366" y="70"/>
                    <a:pt x="366" y="70"/>
                  </a:cubicBezTo>
                  <a:cubicBezTo>
                    <a:pt x="367" y="71"/>
                    <a:pt x="367" y="71"/>
                    <a:pt x="367" y="71"/>
                  </a:cubicBezTo>
                  <a:cubicBezTo>
                    <a:pt x="366" y="72"/>
                    <a:pt x="366" y="72"/>
                    <a:pt x="366" y="72"/>
                  </a:cubicBezTo>
                  <a:cubicBezTo>
                    <a:pt x="367" y="74"/>
                    <a:pt x="367" y="74"/>
                    <a:pt x="367" y="74"/>
                  </a:cubicBezTo>
                  <a:cubicBezTo>
                    <a:pt x="367" y="75"/>
                    <a:pt x="367" y="75"/>
                    <a:pt x="367" y="75"/>
                  </a:cubicBezTo>
                  <a:cubicBezTo>
                    <a:pt x="366" y="75"/>
                    <a:pt x="366" y="75"/>
                    <a:pt x="366" y="75"/>
                  </a:cubicBezTo>
                  <a:cubicBezTo>
                    <a:pt x="365" y="74"/>
                    <a:pt x="365" y="74"/>
                    <a:pt x="365" y="74"/>
                  </a:cubicBezTo>
                  <a:cubicBezTo>
                    <a:pt x="364" y="75"/>
                    <a:pt x="364" y="75"/>
                    <a:pt x="364" y="75"/>
                  </a:cubicBezTo>
                  <a:cubicBezTo>
                    <a:pt x="364" y="76"/>
                    <a:pt x="364" y="76"/>
                    <a:pt x="364" y="76"/>
                  </a:cubicBezTo>
                  <a:cubicBezTo>
                    <a:pt x="363" y="75"/>
                    <a:pt x="363" y="75"/>
                    <a:pt x="363" y="75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62" y="77"/>
                    <a:pt x="362" y="77"/>
                    <a:pt x="362" y="77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58" y="79"/>
                    <a:pt x="358" y="79"/>
                    <a:pt x="358" y="79"/>
                  </a:cubicBezTo>
                  <a:cubicBezTo>
                    <a:pt x="357" y="79"/>
                    <a:pt x="357" y="79"/>
                    <a:pt x="357" y="79"/>
                  </a:cubicBezTo>
                  <a:cubicBezTo>
                    <a:pt x="358" y="77"/>
                    <a:pt x="358" y="77"/>
                    <a:pt x="358" y="77"/>
                  </a:cubicBezTo>
                  <a:cubicBezTo>
                    <a:pt x="356" y="77"/>
                    <a:pt x="356" y="77"/>
                    <a:pt x="356" y="77"/>
                  </a:cubicBezTo>
                  <a:cubicBezTo>
                    <a:pt x="355" y="78"/>
                    <a:pt x="355" y="78"/>
                    <a:pt x="355" y="78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79"/>
                    <a:pt x="350" y="79"/>
                    <a:pt x="350" y="79"/>
                  </a:cubicBezTo>
                  <a:cubicBezTo>
                    <a:pt x="348" y="79"/>
                    <a:pt x="348" y="79"/>
                    <a:pt x="348" y="79"/>
                  </a:cubicBezTo>
                  <a:cubicBezTo>
                    <a:pt x="349" y="78"/>
                    <a:pt x="349" y="78"/>
                    <a:pt x="349" y="78"/>
                  </a:cubicBezTo>
                  <a:cubicBezTo>
                    <a:pt x="351" y="77"/>
                    <a:pt x="351" y="77"/>
                    <a:pt x="351" y="77"/>
                  </a:cubicBezTo>
                  <a:cubicBezTo>
                    <a:pt x="355" y="76"/>
                    <a:pt x="355" y="76"/>
                    <a:pt x="355" y="76"/>
                  </a:cubicBezTo>
                  <a:cubicBezTo>
                    <a:pt x="355" y="75"/>
                    <a:pt x="355" y="75"/>
                    <a:pt x="355" y="75"/>
                  </a:cubicBezTo>
                  <a:cubicBezTo>
                    <a:pt x="356" y="75"/>
                    <a:pt x="356" y="75"/>
                    <a:pt x="356" y="75"/>
                  </a:cubicBezTo>
                  <a:cubicBezTo>
                    <a:pt x="357" y="74"/>
                    <a:pt x="357" y="74"/>
                    <a:pt x="357" y="74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6" y="71"/>
                    <a:pt x="356" y="71"/>
                    <a:pt x="356" y="71"/>
                  </a:cubicBezTo>
                  <a:cubicBezTo>
                    <a:pt x="354" y="70"/>
                    <a:pt x="354" y="70"/>
                    <a:pt x="354" y="70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351" y="71"/>
                    <a:pt x="351" y="71"/>
                    <a:pt x="351" y="71"/>
                  </a:cubicBezTo>
                  <a:cubicBezTo>
                    <a:pt x="349" y="71"/>
                    <a:pt x="349" y="71"/>
                    <a:pt x="349" y="71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4" y="73"/>
                    <a:pt x="344" y="73"/>
                    <a:pt x="344" y="73"/>
                  </a:cubicBezTo>
                  <a:cubicBezTo>
                    <a:pt x="343" y="74"/>
                    <a:pt x="343" y="74"/>
                    <a:pt x="343" y="74"/>
                  </a:cubicBezTo>
                  <a:cubicBezTo>
                    <a:pt x="339" y="75"/>
                    <a:pt x="339" y="75"/>
                    <a:pt x="339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2" y="75"/>
                    <a:pt x="332" y="75"/>
                    <a:pt x="332" y="75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0" y="76"/>
                    <a:pt x="330" y="76"/>
                    <a:pt x="330" y="76"/>
                  </a:cubicBezTo>
                  <a:cubicBezTo>
                    <a:pt x="329" y="77"/>
                    <a:pt x="329" y="77"/>
                    <a:pt x="329" y="77"/>
                  </a:cubicBezTo>
                  <a:cubicBezTo>
                    <a:pt x="328" y="79"/>
                    <a:pt x="328" y="79"/>
                    <a:pt x="328" y="79"/>
                  </a:cubicBezTo>
                  <a:cubicBezTo>
                    <a:pt x="327" y="79"/>
                    <a:pt x="327" y="79"/>
                    <a:pt x="327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4" y="78"/>
                    <a:pt x="324" y="78"/>
                    <a:pt x="324" y="78"/>
                  </a:cubicBezTo>
                  <a:cubicBezTo>
                    <a:pt x="322" y="79"/>
                    <a:pt x="322" y="79"/>
                    <a:pt x="322" y="79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0" y="80"/>
                    <a:pt x="320" y="80"/>
                    <a:pt x="320" y="80"/>
                  </a:cubicBezTo>
                  <a:cubicBezTo>
                    <a:pt x="319" y="80"/>
                    <a:pt x="319" y="80"/>
                    <a:pt x="319" y="80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4" y="77"/>
                    <a:pt x="324" y="77"/>
                    <a:pt x="324" y="77"/>
                  </a:cubicBezTo>
                  <a:cubicBezTo>
                    <a:pt x="326" y="74"/>
                    <a:pt x="326" y="74"/>
                    <a:pt x="326" y="74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2"/>
                    <a:pt x="323" y="72"/>
                    <a:pt x="323" y="72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0" y="74"/>
                    <a:pt x="320" y="74"/>
                    <a:pt x="320" y="74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6" y="74"/>
                    <a:pt x="316" y="74"/>
                    <a:pt x="316" y="74"/>
                  </a:cubicBezTo>
                  <a:cubicBezTo>
                    <a:pt x="317" y="74"/>
                    <a:pt x="317" y="74"/>
                    <a:pt x="317" y="74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7" y="73"/>
                    <a:pt x="317" y="73"/>
                    <a:pt x="317" y="73"/>
                  </a:cubicBezTo>
                  <a:cubicBezTo>
                    <a:pt x="318" y="70"/>
                    <a:pt x="318" y="70"/>
                    <a:pt x="318" y="70"/>
                  </a:cubicBezTo>
                  <a:cubicBezTo>
                    <a:pt x="317" y="70"/>
                    <a:pt x="317" y="70"/>
                    <a:pt x="317" y="70"/>
                  </a:cubicBezTo>
                  <a:cubicBezTo>
                    <a:pt x="316" y="70"/>
                    <a:pt x="316" y="70"/>
                    <a:pt x="316" y="70"/>
                  </a:cubicBezTo>
                  <a:cubicBezTo>
                    <a:pt x="316" y="70"/>
                    <a:pt x="316" y="71"/>
                    <a:pt x="315" y="71"/>
                  </a:cubicBezTo>
                  <a:cubicBezTo>
                    <a:pt x="316" y="71"/>
                    <a:pt x="316" y="71"/>
                    <a:pt x="316" y="71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4" y="75"/>
                    <a:pt x="314" y="75"/>
                    <a:pt x="314" y="75"/>
                  </a:cubicBezTo>
                  <a:cubicBezTo>
                    <a:pt x="313" y="77"/>
                    <a:pt x="313" y="77"/>
                    <a:pt x="313" y="77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2" y="75"/>
                    <a:pt x="312" y="75"/>
                    <a:pt x="312" y="75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09" y="77"/>
                    <a:pt x="309" y="77"/>
                    <a:pt x="309" y="77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6" y="81"/>
                    <a:pt x="306" y="81"/>
                    <a:pt x="306" y="81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1"/>
                    <a:pt x="303" y="81"/>
                    <a:pt x="303" y="81"/>
                  </a:cubicBezTo>
                  <a:cubicBezTo>
                    <a:pt x="301" y="80"/>
                    <a:pt x="301" y="80"/>
                    <a:pt x="301" y="80"/>
                  </a:cubicBezTo>
                  <a:cubicBezTo>
                    <a:pt x="301" y="81"/>
                    <a:pt x="301" y="81"/>
                    <a:pt x="301" y="81"/>
                  </a:cubicBezTo>
                  <a:cubicBezTo>
                    <a:pt x="300" y="80"/>
                    <a:pt x="300" y="80"/>
                    <a:pt x="300" y="80"/>
                  </a:cubicBezTo>
                  <a:cubicBezTo>
                    <a:pt x="298" y="78"/>
                    <a:pt x="298" y="78"/>
                    <a:pt x="298" y="78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3"/>
                    <a:pt x="297" y="73"/>
                    <a:pt x="297" y="73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295" y="72"/>
                    <a:pt x="295" y="72"/>
                    <a:pt x="295" y="72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5" y="70"/>
                    <a:pt x="295" y="70"/>
                    <a:pt x="295" y="70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8" y="67"/>
                    <a:pt x="298" y="67"/>
                    <a:pt x="298" y="67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4" y="63"/>
                    <a:pt x="294" y="63"/>
                    <a:pt x="294" y="63"/>
                  </a:cubicBezTo>
                  <a:cubicBezTo>
                    <a:pt x="293" y="65"/>
                    <a:pt x="293" y="65"/>
                    <a:pt x="293" y="65"/>
                  </a:cubicBezTo>
                  <a:cubicBezTo>
                    <a:pt x="293" y="66"/>
                    <a:pt x="293" y="66"/>
                    <a:pt x="293" y="66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1" y="64"/>
                    <a:pt x="291" y="64"/>
                    <a:pt x="291" y="64"/>
                  </a:cubicBezTo>
                  <a:cubicBezTo>
                    <a:pt x="290" y="63"/>
                    <a:pt x="290" y="63"/>
                    <a:pt x="290" y="63"/>
                  </a:cubicBezTo>
                  <a:cubicBezTo>
                    <a:pt x="288" y="62"/>
                    <a:pt x="288" y="62"/>
                    <a:pt x="288" y="62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7"/>
                    <a:pt x="281" y="57"/>
                    <a:pt x="281" y="57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79" y="57"/>
                    <a:pt x="279" y="57"/>
                    <a:pt x="279" y="57"/>
                  </a:cubicBezTo>
                  <a:cubicBezTo>
                    <a:pt x="279" y="54"/>
                    <a:pt x="279" y="54"/>
                    <a:pt x="279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5" y="48"/>
                    <a:pt x="275" y="48"/>
                    <a:pt x="275" y="48"/>
                  </a:cubicBezTo>
                  <a:cubicBezTo>
                    <a:pt x="272" y="48"/>
                    <a:pt x="272" y="48"/>
                    <a:pt x="272" y="48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8"/>
                    <a:pt x="266" y="48"/>
                    <a:pt x="266" y="48"/>
                  </a:cubicBezTo>
                  <a:cubicBezTo>
                    <a:pt x="265" y="47"/>
                    <a:pt x="265" y="47"/>
                    <a:pt x="265" y="47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3" y="46"/>
                    <a:pt x="263" y="46"/>
                    <a:pt x="263" y="46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0"/>
                    <a:pt x="255" y="40"/>
                    <a:pt x="255" y="40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3" y="40"/>
                    <a:pt x="253" y="40"/>
                    <a:pt x="253" y="40"/>
                  </a:cubicBezTo>
                  <a:cubicBezTo>
                    <a:pt x="252" y="39"/>
                    <a:pt x="252" y="39"/>
                    <a:pt x="252" y="39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7"/>
                    <a:pt x="251" y="37"/>
                    <a:pt x="251" y="37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6" y="34"/>
                    <a:pt x="246" y="34"/>
                    <a:pt x="246" y="34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7" y="33"/>
                    <a:pt x="247" y="33"/>
                    <a:pt x="247" y="33"/>
                  </a:cubicBezTo>
                  <a:cubicBezTo>
                    <a:pt x="247" y="31"/>
                    <a:pt x="247" y="31"/>
                    <a:pt x="247" y="31"/>
                  </a:cubicBezTo>
                  <a:cubicBezTo>
                    <a:pt x="244" y="29"/>
                    <a:pt x="244" y="29"/>
                    <a:pt x="244" y="29"/>
                  </a:cubicBezTo>
                  <a:cubicBezTo>
                    <a:pt x="242" y="29"/>
                    <a:pt x="242" y="29"/>
                    <a:pt x="242" y="29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4" y="32"/>
                    <a:pt x="234" y="32"/>
                    <a:pt x="234" y="32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4" y="29"/>
                    <a:pt x="234" y="29"/>
                    <a:pt x="234" y="29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2" y="26"/>
                    <a:pt x="232" y="26"/>
                    <a:pt x="232" y="26"/>
                  </a:cubicBezTo>
                  <a:cubicBezTo>
                    <a:pt x="233" y="26"/>
                    <a:pt x="233" y="26"/>
                    <a:pt x="233" y="26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4" y="24"/>
                    <a:pt x="234" y="24"/>
                    <a:pt x="234" y="24"/>
                  </a:cubicBezTo>
                  <a:cubicBezTo>
                    <a:pt x="231" y="22"/>
                    <a:pt x="231" y="22"/>
                    <a:pt x="231" y="22"/>
                  </a:cubicBezTo>
                  <a:cubicBezTo>
                    <a:pt x="230" y="22"/>
                    <a:pt x="230" y="22"/>
                    <a:pt x="230" y="22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0" y="15"/>
                    <a:pt x="230" y="15"/>
                    <a:pt x="230" y="15"/>
                  </a:cubicBezTo>
                  <a:cubicBezTo>
                    <a:pt x="229" y="15"/>
                    <a:pt x="229" y="15"/>
                    <a:pt x="229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5" y="14"/>
                    <a:pt x="225" y="14"/>
                    <a:pt x="225" y="14"/>
                  </a:cubicBezTo>
                  <a:cubicBezTo>
                    <a:pt x="224" y="14"/>
                    <a:pt x="224" y="14"/>
                    <a:pt x="224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3"/>
                    <a:pt x="222" y="13"/>
                    <a:pt x="222" y="13"/>
                  </a:cubicBezTo>
                  <a:cubicBezTo>
                    <a:pt x="222" y="12"/>
                    <a:pt x="222" y="12"/>
                    <a:pt x="222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2" y="7"/>
                    <a:pt x="222" y="7"/>
                    <a:pt x="222" y="7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16" y="11"/>
                    <a:pt x="216" y="11"/>
                    <a:pt x="216" y="11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4" y="11"/>
                    <a:pt x="214" y="11"/>
                    <a:pt x="214" y="11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7" y="9"/>
                    <a:pt x="217" y="9"/>
                    <a:pt x="217" y="9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3"/>
                    <a:pt x="218" y="3"/>
                    <a:pt x="218" y="3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198" y="5"/>
                    <a:pt x="198" y="5"/>
                    <a:pt x="198" y="5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7" y="8"/>
                    <a:pt x="187" y="8"/>
                    <a:pt x="187" y="8"/>
                  </a:cubicBezTo>
                  <a:cubicBezTo>
                    <a:pt x="187" y="10"/>
                    <a:pt x="187" y="10"/>
                    <a:pt x="187" y="10"/>
                  </a:cubicBezTo>
                  <a:cubicBezTo>
                    <a:pt x="188" y="10"/>
                    <a:pt x="188" y="10"/>
                    <a:pt x="188" y="10"/>
                  </a:cubicBezTo>
                  <a:cubicBezTo>
                    <a:pt x="186" y="10"/>
                    <a:pt x="186" y="10"/>
                    <a:pt x="186" y="10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6" y="9"/>
                    <a:pt x="176" y="9"/>
                    <a:pt x="176" y="9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1" y="11"/>
                    <a:pt x="171" y="11"/>
                    <a:pt x="171" y="11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6" y="20"/>
                    <a:pt x="156" y="20"/>
                    <a:pt x="156" y="20"/>
                  </a:cubicBezTo>
                  <a:cubicBezTo>
                    <a:pt x="150" y="26"/>
                    <a:pt x="150" y="26"/>
                    <a:pt x="150" y="26"/>
                  </a:cubicBezTo>
                  <a:cubicBezTo>
                    <a:pt x="147" y="27"/>
                    <a:pt x="147" y="27"/>
                    <a:pt x="147" y="27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3" y="80"/>
                    <a:pt x="123" y="80"/>
                    <a:pt x="123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3"/>
                    <a:pt x="126" y="83"/>
                    <a:pt x="126" y="83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0" y="72"/>
                    <a:pt x="110" y="72"/>
                    <a:pt x="110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7" y="71"/>
                    <a:pt x="107" y="71"/>
                    <a:pt x="107" y="71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7"/>
                    <a:pt x="106" y="107"/>
                    <a:pt x="106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0" y="108"/>
                    <a:pt x="110" y="108"/>
                    <a:pt x="110" y="108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6" y="110"/>
                    <a:pt x="106" y="110"/>
                    <a:pt x="106" y="110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3" y="120"/>
                    <a:pt x="103" y="120"/>
                    <a:pt x="103" y="120"/>
                  </a:cubicBezTo>
                  <a:cubicBezTo>
                    <a:pt x="102" y="122"/>
                    <a:pt x="102" y="122"/>
                    <a:pt x="102" y="122"/>
                  </a:cubicBezTo>
                  <a:cubicBezTo>
                    <a:pt x="103" y="122"/>
                    <a:pt x="103" y="122"/>
                    <a:pt x="103" y="122"/>
                  </a:cubicBezTo>
                  <a:cubicBezTo>
                    <a:pt x="103" y="123"/>
                    <a:pt x="103" y="123"/>
                    <a:pt x="103" y="123"/>
                  </a:cubicBezTo>
                  <a:cubicBezTo>
                    <a:pt x="103" y="124"/>
                    <a:pt x="103" y="124"/>
                    <a:pt x="103" y="124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0" y="127"/>
                    <a:pt x="100" y="127"/>
                    <a:pt x="100" y="127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2" y="127"/>
                    <a:pt x="92" y="127"/>
                    <a:pt x="92" y="127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7" y="128"/>
                    <a:pt x="87" y="128"/>
                    <a:pt x="87" y="128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78" y="132"/>
                    <a:pt x="78" y="132"/>
                    <a:pt x="78" y="132"/>
                  </a:cubicBezTo>
                  <a:cubicBezTo>
                    <a:pt x="76" y="132"/>
                    <a:pt x="76" y="132"/>
                    <a:pt x="76" y="132"/>
                  </a:cubicBezTo>
                  <a:cubicBezTo>
                    <a:pt x="76" y="131"/>
                    <a:pt x="76" y="131"/>
                    <a:pt x="76" y="131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3" y="137"/>
                    <a:pt x="63" y="137"/>
                    <a:pt x="63" y="137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6" y="162"/>
                    <a:pt x="46" y="162"/>
                    <a:pt x="46" y="162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6" y="165"/>
                    <a:pt x="46" y="165"/>
                    <a:pt x="46" y="165"/>
                  </a:cubicBezTo>
                  <a:cubicBezTo>
                    <a:pt x="46" y="167"/>
                    <a:pt x="46" y="167"/>
                    <a:pt x="46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3" y="167"/>
                    <a:pt x="43" y="167"/>
                    <a:pt x="43" y="167"/>
                  </a:cubicBezTo>
                  <a:cubicBezTo>
                    <a:pt x="43" y="169"/>
                    <a:pt x="43" y="169"/>
                    <a:pt x="43" y="169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3"/>
                    <a:pt x="43" y="173"/>
                    <a:pt x="43" y="173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4" y="181"/>
                    <a:pt x="44" y="181"/>
                    <a:pt x="44" y="181"/>
                  </a:cubicBezTo>
                  <a:cubicBezTo>
                    <a:pt x="50" y="184"/>
                    <a:pt x="50" y="184"/>
                    <a:pt x="50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9" y="180"/>
                    <a:pt x="59" y="180"/>
                    <a:pt x="59" y="180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7"/>
                    <a:pt x="59" y="177"/>
                    <a:pt x="59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0" y="181"/>
                    <a:pt x="60" y="181"/>
                    <a:pt x="60" y="181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6"/>
                    <a:pt x="58" y="186"/>
                    <a:pt x="58" y="186"/>
                  </a:cubicBezTo>
                  <a:cubicBezTo>
                    <a:pt x="58" y="187"/>
                    <a:pt x="58" y="187"/>
                    <a:pt x="58" y="187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90"/>
                    <a:pt x="58" y="190"/>
                    <a:pt x="58" y="190"/>
                  </a:cubicBezTo>
                  <a:cubicBezTo>
                    <a:pt x="56" y="191"/>
                    <a:pt x="56" y="191"/>
                    <a:pt x="56" y="191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4" y="192"/>
                    <a:pt x="54" y="192"/>
                    <a:pt x="54" y="192"/>
                  </a:cubicBezTo>
                  <a:cubicBezTo>
                    <a:pt x="53" y="193"/>
                    <a:pt x="53" y="193"/>
                    <a:pt x="53" y="193"/>
                  </a:cubicBezTo>
                  <a:cubicBezTo>
                    <a:pt x="54" y="195"/>
                    <a:pt x="54" y="195"/>
                    <a:pt x="54" y="195"/>
                  </a:cubicBezTo>
                  <a:cubicBezTo>
                    <a:pt x="54" y="197"/>
                    <a:pt x="54" y="197"/>
                    <a:pt x="54" y="197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54" y="198"/>
                    <a:pt x="54" y="198"/>
                    <a:pt x="54" y="198"/>
                  </a:cubicBezTo>
                  <a:cubicBezTo>
                    <a:pt x="54" y="199"/>
                    <a:pt x="54" y="199"/>
                    <a:pt x="54" y="199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55" y="201"/>
                    <a:pt x="55" y="201"/>
                    <a:pt x="55" y="201"/>
                  </a:cubicBezTo>
                  <a:cubicBezTo>
                    <a:pt x="54" y="201"/>
                    <a:pt x="54" y="201"/>
                    <a:pt x="54" y="201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51" y="202"/>
                    <a:pt x="51" y="202"/>
                    <a:pt x="51" y="202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54" y="205"/>
                    <a:pt x="54" y="205"/>
                    <a:pt x="54" y="205"/>
                  </a:cubicBezTo>
                  <a:cubicBezTo>
                    <a:pt x="55" y="203"/>
                    <a:pt x="55" y="203"/>
                    <a:pt x="55" y="203"/>
                  </a:cubicBezTo>
                  <a:cubicBezTo>
                    <a:pt x="58" y="201"/>
                    <a:pt x="58" y="201"/>
                    <a:pt x="58" y="201"/>
                  </a:cubicBezTo>
                  <a:cubicBezTo>
                    <a:pt x="59" y="202"/>
                    <a:pt x="59" y="202"/>
                    <a:pt x="59" y="202"/>
                  </a:cubicBezTo>
                  <a:cubicBezTo>
                    <a:pt x="56" y="203"/>
                    <a:pt x="56" y="203"/>
                    <a:pt x="56" y="203"/>
                  </a:cubicBezTo>
                  <a:cubicBezTo>
                    <a:pt x="56" y="205"/>
                    <a:pt x="56" y="205"/>
                    <a:pt x="56" y="205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1" y="201"/>
                    <a:pt x="61" y="201"/>
                    <a:pt x="61" y="201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3" y="203"/>
                    <a:pt x="63" y="203"/>
                    <a:pt x="63" y="203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4" y="205"/>
                    <a:pt x="64" y="205"/>
                    <a:pt x="64" y="205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8"/>
                    <a:pt x="67" y="208"/>
                    <a:pt x="67" y="208"/>
                  </a:cubicBezTo>
                  <a:cubicBezTo>
                    <a:pt x="67" y="209"/>
                    <a:pt x="67" y="209"/>
                    <a:pt x="67" y="209"/>
                  </a:cubicBezTo>
                  <a:cubicBezTo>
                    <a:pt x="68" y="211"/>
                    <a:pt x="68" y="211"/>
                    <a:pt x="68" y="211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70" y="209"/>
                    <a:pt x="70" y="209"/>
                    <a:pt x="70" y="209"/>
                  </a:cubicBezTo>
                  <a:cubicBezTo>
                    <a:pt x="70" y="208"/>
                    <a:pt x="70" y="208"/>
                    <a:pt x="70" y="208"/>
                  </a:cubicBezTo>
                  <a:cubicBezTo>
                    <a:pt x="71" y="206"/>
                    <a:pt x="71" y="206"/>
                    <a:pt x="71" y="206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8" y="208"/>
                    <a:pt x="78" y="208"/>
                    <a:pt x="78" y="208"/>
                  </a:cubicBezTo>
                  <a:cubicBezTo>
                    <a:pt x="81" y="207"/>
                    <a:pt x="81" y="207"/>
                    <a:pt x="81" y="207"/>
                  </a:cubicBezTo>
                  <a:cubicBezTo>
                    <a:pt x="82" y="206"/>
                    <a:pt x="82" y="206"/>
                    <a:pt x="82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4" y="206"/>
                    <a:pt x="84" y="206"/>
                    <a:pt x="84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3" y="207"/>
                    <a:pt x="83" y="207"/>
                    <a:pt x="83" y="207"/>
                  </a:cubicBezTo>
                  <a:cubicBezTo>
                    <a:pt x="82" y="208"/>
                    <a:pt x="82" y="208"/>
                    <a:pt x="82" y="208"/>
                  </a:cubicBezTo>
                  <a:cubicBezTo>
                    <a:pt x="78" y="210"/>
                    <a:pt x="78" y="210"/>
                    <a:pt x="78" y="210"/>
                  </a:cubicBezTo>
                  <a:cubicBezTo>
                    <a:pt x="76" y="212"/>
                    <a:pt x="76" y="212"/>
                    <a:pt x="76" y="212"/>
                  </a:cubicBezTo>
                  <a:cubicBezTo>
                    <a:pt x="75" y="214"/>
                    <a:pt x="75" y="214"/>
                    <a:pt x="75" y="214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2" y="229"/>
                    <a:pt x="62" y="229"/>
                    <a:pt x="62" y="229"/>
                  </a:cubicBezTo>
                  <a:cubicBezTo>
                    <a:pt x="59" y="232"/>
                    <a:pt x="59" y="232"/>
                    <a:pt x="59" y="232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7" y="232"/>
                    <a:pt x="57" y="232"/>
                    <a:pt x="57" y="232"/>
                  </a:cubicBezTo>
                  <a:cubicBezTo>
                    <a:pt x="54" y="234"/>
                    <a:pt x="54" y="234"/>
                    <a:pt x="54" y="234"/>
                  </a:cubicBezTo>
                  <a:cubicBezTo>
                    <a:pt x="53" y="235"/>
                    <a:pt x="53" y="235"/>
                    <a:pt x="53" y="235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7"/>
                    <a:pt x="50" y="237"/>
                    <a:pt x="50" y="237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46" y="239"/>
                    <a:pt x="46" y="239"/>
                    <a:pt x="46" y="239"/>
                  </a:cubicBezTo>
                  <a:cubicBezTo>
                    <a:pt x="42" y="240"/>
                    <a:pt x="42" y="240"/>
                    <a:pt x="42" y="240"/>
                  </a:cubicBezTo>
                  <a:cubicBezTo>
                    <a:pt x="40" y="242"/>
                    <a:pt x="40" y="242"/>
                    <a:pt x="40" y="242"/>
                  </a:cubicBezTo>
                  <a:cubicBezTo>
                    <a:pt x="39" y="244"/>
                    <a:pt x="39" y="244"/>
                    <a:pt x="39" y="244"/>
                  </a:cubicBezTo>
                  <a:cubicBezTo>
                    <a:pt x="39" y="245"/>
                    <a:pt x="39" y="245"/>
                    <a:pt x="39" y="245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5"/>
                    <a:pt x="37" y="245"/>
                    <a:pt x="37" y="245"/>
                  </a:cubicBezTo>
                  <a:cubicBezTo>
                    <a:pt x="36" y="244"/>
                    <a:pt x="36" y="244"/>
                    <a:pt x="36" y="244"/>
                  </a:cubicBezTo>
                  <a:cubicBezTo>
                    <a:pt x="34" y="244"/>
                    <a:pt x="34" y="244"/>
                    <a:pt x="34" y="244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6" y="253"/>
                    <a:pt x="16" y="253"/>
                    <a:pt x="16" y="253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5"/>
                    <a:pt x="9" y="255"/>
                    <a:pt x="9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3" y="257"/>
                    <a:pt x="3" y="257"/>
                    <a:pt x="3" y="257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1" y="257"/>
                    <a:pt x="1" y="257"/>
                    <a:pt x="1" y="257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8" y="261"/>
                    <a:pt x="8" y="261"/>
                    <a:pt x="8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5" y="260"/>
                    <a:pt x="15" y="260"/>
                    <a:pt x="15" y="260"/>
                  </a:cubicBezTo>
                  <a:cubicBezTo>
                    <a:pt x="15" y="259"/>
                    <a:pt x="15" y="259"/>
                    <a:pt x="15" y="259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6" y="258"/>
                    <a:pt x="16" y="258"/>
                    <a:pt x="16" y="258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7" y="257"/>
                    <a:pt x="17" y="257"/>
                    <a:pt x="17" y="257"/>
                  </a:cubicBezTo>
                  <a:cubicBezTo>
                    <a:pt x="19" y="257"/>
                    <a:pt x="19" y="257"/>
                    <a:pt x="19" y="257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0" y="260"/>
                    <a:pt x="20" y="260"/>
                    <a:pt x="20" y="260"/>
                  </a:cubicBezTo>
                  <a:cubicBezTo>
                    <a:pt x="22" y="258"/>
                    <a:pt x="22" y="258"/>
                    <a:pt x="22" y="258"/>
                  </a:cubicBezTo>
                  <a:cubicBezTo>
                    <a:pt x="21" y="257"/>
                    <a:pt x="21" y="257"/>
                    <a:pt x="21" y="257"/>
                  </a:cubicBezTo>
                  <a:cubicBezTo>
                    <a:pt x="22" y="257"/>
                    <a:pt x="22" y="257"/>
                    <a:pt x="22" y="257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4" y="257"/>
                    <a:pt x="24" y="257"/>
                    <a:pt x="24" y="257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30" y="251"/>
                    <a:pt x="30" y="251"/>
                    <a:pt x="30" y="251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50"/>
                    <a:pt x="31" y="250"/>
                    <a:pt x="31" y="250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31" y="254"/>
                    <a:pt x="31" y="254"/>
                    <a:pt x="31" y="254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1" y="256"/>
                    <a:pt x="31" y="256"/>
                    <a:pt x="31" y="256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34" y="257"/>
                    <a:pt x="34" y="257"/>
                    <a:pt x="34" y="257"/>
                  </a:cubicBezTo>
                  <a:cubicBezTo>
                    <a:pt x="34" y="256"/>
                    <a:pt x="34" y="256"/>
                    <a:pt x="34" y="256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9" y="255"/>
                    <a:pt x="39" y="255"/>
                    <a:pt x="39" y="255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6" y="253"/>
                    <a:pt x="36" y="254"/>
                    <a:pt x="36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3" y="253"/>
                    <a:pt x="33" y="253"/>
                    <a:pt x="33" y="253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2"/>
                    <a:pt x="34" y="252"/>
                    <a:pt x="34" y="252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5" y="251"/>
                    <a:pt x="35" y="251"/>
                    <a:pt x="35" y="251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7" y="252"/>
                    <a:pt x="37" y="252"/>
                    <a:pt x="37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1" y="251"/>
                    <a:pt x="41" y="251"/>
                    <a:pt x="41" y="251"/>
                  </a:cubicBezTo>
                  <a:cubicBezTo>
                    <a:pt x="42" y="249"/>
                    <a:pt x="42" y="249"/>
                    <a:pt x="42" y="249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4" y="248"/>
                    <a:pt x="44" y="248"/>
                    <a:pt x="44" y="248"/>
                  </a:cubicBezTo>
                  <a:cubicBezTo>
                    <a:pt x="44" y="249"/>
                    <a:pt x="44" y="249"/>
                    <a:pt x="44" y="249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42" y="252"/>
                    <a:pt x="42" y="252"/>
                    <a:pt x="42" y="252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3" y="253"/>
                    <a:pt x="43" y="253"/>
                    <a:pt x="43" y="253"/>
                  </a:cubicBezTo>
                  <a:cubicBezTo>
                    <a:pt x="46" y="251"/>
                    <a:pt x="46" y="251"/>
                    <a:pt x="46" y="251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7" y="249"/>
                    <a:pt x="47" y="249"/>
                    <a:pt x="47" y="249"/>
                  </a:cubicBezTo>
                  <a:cubicBezTo>
                    <a:pt x="48" y="249"/>
                    <a:pt x="48" y="249"/>
                    <a:pt x="48" y="249"/>
                  </a:cubicBezTo>
                  <a:cubicBezTo>
                    <a:pt x="50" y="249"/>
                    <a:pt x="50" y="249"/>
                    <a:pt x="50" y="249"/>
                  </a:cubicBezTo>
                  <a:cubicBezTo>
                    <a:pt x="51" y="247"/>
                    <a:pt x="51" y="247"/>
                    <a:pt x="51" y="247"/>
                  </a:cubicBezTo>
                  <a:cubicBezTo>
                    <a:pt x="52" y="248"/>
                    <a:pt x="52" y="248"/>
                    <a:pt x="52" y="248"/>
                  </a:cubicBezTo>
                  <a:cubicBezTo>
                    <a:pt x="53" y="246"/>
                    <a:pt x="53" y="246"/>
                    <a:pt x="53" y="246"/>
                  </a:cubicBezTo>
                  <a:cubicBezTo>
                    <a:pt x="53" y="248"/>
                    <a:pt x="53" y="248"/>
                    <a:pt x="53" y="248"/>
                  </a:cubicBezTo>
                  <a:cubicBezTo>
                    <a:pt x="55" y="247"/>
                    <a:pt x="55" y="247"/>
                    <a:pt x="55" y="247"/>
                  </a:cubicBezTo>
                  <a:cubicBezTo>
                    <a:pt x="56" y="246"/>
                    <a:pt x="56" y="246"/>
                    <a:pt x="56" y="246"/>
                  </a:cubicBezTo>
                  <a:cubicBezTo>
                    <a:pt x="56" y="245"/>
                    <a:pt x="56" y="245"/>
                    <a:pt x="56" y="245"/>
                  </a:cubicBezTo>
                  <a:cubicBezTo>
                    <a:pt x="57" y="245"/>
                    <a:pt x="57" y="245"/>
                    <a:pt x="57" y="245"/>
                  </a:cubicBezTo>
                  <a:cubicBezTo>
                    <a:pt x="57" y="243"/>
                    <a:pt x="57" y="243"/>
                    <a:pt x="57" y="243"/>
                  </a:cubicBezTo>
                  <a:cubicBezTo>
                    <a:pt x="56" y="243"/>
                    <a:pt x="56" y="243"/>
                    <a:pt x="56" y="243"/>
                  </a:cubicBezTo>
                  <a:cubicBezTo>
                    <a:pt x="58" y="242"/>
                    <a:pt x="58" y="242"/>
                    <a:pt x="58" y="242"/>
                  </a:cubicBezTo>
                  <a:cubicBezTo>
                    <a:pt x="61" y="242"/>
                    <a:pt x="61" y="242"/>
                    <a:pt x="61" y="242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62" y="240"/>
                    <a:pt x="62" y="240"/>
                    <a:pt x="62" y="240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7" y="243"/>
                    <a:pt x="67" y="243"/>
                    <a:pt x="67" y="243"/>
                  </a:cubicBezTo>
                  <a:cubicBezTo>
                    <a:pt x="69" y="242"/>
                    <a:pt x="69" y="242"/>
                    <a:pt x="69" y="242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5" y="240"/>
                    <a:pt x="65" y="240"/>
                    <a:pt x="65" y="240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8" y="239"/>
                    <a:pt x="68" y="239"/>
                    <a:pt x="68" y="239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1" y="236"/>
                    <a:pt x="71" y="236"/>
                    <a:pt x="71" y="236"/>
                  </a:cubicBezTo>
                  <a:cubicBezTo>
                    <a:pt x="72" y="237"/>
                    <a:pt x="72" y="237"/>
                    <a:pt x="72" y="237"/>
                  </a:cubicBezTo>
                  <a:cubicBezTo>
                    <a:pt x="73" y="235"/>
                    <a:pt x="73" y="235"/>
                    <a:pt x="73" y="235"/>
                  </a:cubicBezTo>
                  <a:cubicBezTo>
                    <a:pt x="73" y="236"/>
                    <a:pt x="73" y="236"/>
                    <a:pt x="73" y="236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7" y="233"/>
                    <a:pt x="77" y="233"/>
                    <a:pt x="77" y="233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0" y="230"/>
                    <a:pt x="80" y="230"/>
                    <a:pt x="80" y="230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4" y="227"/>
                    <a:pt x="84" y="227"/>
                    <a:pt x="84" y="227"/>
                  </a:cubicBezTo>
                  <a:cubicBezTo>
                    <a:pt x="84" y="226"/>
                    <a:pt x="84" y="226"/>
                    <a:pt x="84" y="226"/>
                  </a:cubicBezTo>
                  <a:cubicBezTo>
                    <a:pt x="85" y="226"/>
                    <a:pt x="85" y="226"/>
                    <a:pt x="85" y="226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7" y="227"/>
                    <a:pt x="87" y="227"/>
                    <a:pt x="87" y="227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4"/>
                    <a:pt x="90" y="224"/>
                    <a:pt x="90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4" y="224"/>
                    <a:pt x="94" y="224"/>
                    <a:pt x="94" y="224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9" y="220"/>
                    <a:pt x="99" y="220"/>
                    <a:pt x="99" y="220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99" y="219"/>
                    <a:pt x="99" y="219"/>
                    <a:pt x="99" y="219"/>
                  </a:cubicBezTo>
                  <a:cubicBezTo>
                    <a:pt x="100" y="220"/>
                    <a:pt x="100" y="220"/>
                    <a:pt x="100" y="220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1" y="218"/>
                    <a:pt x="101" y="218"/>
                    <a:pt x="101" y="218"/>
                  </a:cubicBezTo>
                  <a:cubicBezTo>
                    <a:pt x="102" y="216"/>
                    <a:pt x="102" y="216"/>
                    <a:pt x="102" y="216"/>
                  </a:cubicBezTo>
                  <a:cubicBezTo>
                    <a:pt x="104" y="216"/>
                    <a:pt x="104" y="216"/>
                    <a:pt x="104" y="216"/>
                  </a:cubicBezTo>
                  <a:cubicBezTo>
                    <a:pt x="106" y="215"/>
                    <a:pt x="106" y="215"/>
                    <a:pt x="106" y="215"/>
                  </a:cubicBezTo>
                  <a:cubicBezTo>
                    <a:pt x="107" y="215"/>
                    <a:pt x="107" y="215"/>
                    <a:pt x="107" y="215"/>
                  </a:cubicBezTo>
                  <a:cubicBezTo>
                    <a:pt x="109" y="213"/>
                    <a:pt x="109" y="213"/>
                    <a:pt x="109" y="213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7" y="208"/>
                    <a:pt x="107" y="208"/>
                    <a:pt x="107" y="208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6"/>
                    <a:pt x="105" y="206"/>
                    <a:pt x="105" y="206"/>
                  </a:cubicBezTo>
                  <a:cubicBezTo>
                    <a:pt x="106" y="205"/>
                    <a:pt x="106" y="205"/>
                    <a:pt x="106" y="205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10" y="203"/>
                    <a:pt x="110" y="203"/>
                    <a:pt x="110" y="203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13" y="203"/>
                    <a:pt x="113" y="203"/>
                    <a:pt x="113" y="203"/>
                  </a:cubicBezTo>
                  <a:cubicBezTo>
                    <a:pt x="114" y="202"/>
                    <a:pt x="114" y="202"/>
                    <a:pt x="114" y="202"/>
                  </a:cubicBezTo>
                  <a:cubicBezTo>
                    <a:pt x="115" y="204"/>
                    <a:pt x="115" y="204"/>
                    <a:pt x="115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7" y="200"/>
                    <a:pt x="117" y="200"/>
                    <a:pt x="117" y="200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21" y="199"/>
                    <a:pt x="121" y="199"/>
                    <a:pt x="121" y="199"/>
                  </a:cubicBezTo>
                  <a:cubicBezTo>
                    <a:pt x="122" y="197"/>
                    <a:pt x="122" y="197"/>
                    <a:pt x="122" y="197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3" y="195"/>
                    <a:pt x="123" y="195"/>
                    <a:pt x="123" y="195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7" y="191"/>
                    <a:pt x="127" y="191"/>
                    <a:pt x="127" y="191"/>
                  </a:cubicBezTo>
                  <a:cubicBezTo>
                    <a:pt x="124" y="194"/>
                    <a:pt x="124" y="194"/>
                    <a:pt x="124" y="194"/>
                  </a:cubicBezTo>
                  <a:cubicBezTo>
                    <a:pt x="127" y="194"/>
                    <a:pt x="127" y="194"/>
                    <a:pt x="127" y="194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9" y="191"/>
                    <a:pt x="129" y="191"/>
                    <a:pt x="129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30" y="189"/>
                    <a:pt x="130" y="189"/>
                    <a:pt x="130" y="189"/>
                  </a:cubicBezTo>
                  <a:cubicBezTo>
                    <a:pt x="131" y="189"/>
                    <a:pt x="131" y="189"/>
                    <a:pt x="131" y="189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8" y="185"/>
                    <a:pt x="138" y="185"/>
                    <a:pt x="138" y="185"/>
                  </a:cubicBezTo>
                  <a:cubicBezTo>
                    <a:pt x="141" y="183"/>
                    <a:pt x="141" y="183"/>
                    <a:pt x="141" y="183"/>
                  </a:cubicBezTo>
                  <a:cubicBezTo>
                    <a:pt x="143" y="182"/>
                    <a:pt x="143" y="182"/>
                    <a:pt x="143" y="182"/>
                  </a:cubicBezTo>
                  <a:cubicBezTo>
                    <a:pt x="144" y="181"/>
                    <a:pt x="144" y="181"/>
                    <a:pt x="144" y="181"/>
                  </a:cubicBezTo>
                  <a:cubicBezTo>
                    <a:pt x="144" y="183"/>
                    <a:pt x="144" y="183"/>
                    <a:pt x="144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6" y="183"/>
                    <a:pt x="146" y="183"/>
                    <a:pt x="146" y="183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5" y="187"/>
                    <a:pt x="145" y="187"/>
                    <a:pt x="145" y="187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2" y="188"/>
                    <a:pt x="142" y="188"/>
                    <a:pt x="142" y="188"/>
                  </a:cubicBezTo>
                  <a:cubicBezTo>
                    <a:pt x="142" y="186"/>
                    <a:pt x="142" y="186"/>
                    <a:pt x="142" y="186"/>
                  </a:cubicBezTo>
                  <a:cubicBezTo>
                    <a:pt x="139" y="187"/>
                    <a:pt x="139" y="187"/>
                    <a:pt x="139" y="187"/>
                  </a:cubicBezTo>
                  <a:cubicBezTo>
                    <a:pt x="138" y="187"/>
                    <a:pt x="138" y="187"/>
                    <a:pt x="138" y="187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2" y="190"/>
                    <a:pt x="132" y="190"/>
                    <a:pt x="132" y="190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2" y="193"/>
                    <a:pt x="132" y="193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9" y="196"/>
                    <a:pt x="129" y="196"/>
                    <a:pt x="129" y="196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23" y="203"/>
                    <a:pt x="123" y="203"/>
                    <a:pt x="123" y="203"/>
                  </a:cubicBezTo>
                  <a:cubicBezTo>
                    <a:pt x="123" y="204"/>
                    <a:pt x="123" y="204"/>
                    <a:pt x="123" y="204"/>
                  </a:cubicBezTo>
                  <a:cubicBezTo>
                    <a:pt x="125" y="207"/>
                    <a:pt x="125" y="207"/>
                    <a:pt x="125" y="207"/>
                  </a:cubicBezTo>
                  <a:cubicBezTo>
                    <a:pt x="124" y="208"/>
                    <a:pt x="124" y="208"/>
                    <a:pt x="124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7"/>
                    <a:pt x="122" y="207"/>
                    <a:pt x="122" y="207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18" y="209"/>
                    <a:pt x="118" y="209"/>
                    <a:pt x="118" y="209"/>
                  </a:cubicBezTo>
                  <a:cubicBezTo>
                    <a:pt x="118" y="211"/>
                    <a:pt x="118" y="211"/>
                    <a:pt x="118" y="211"/>
                  </a:cubicBezTo>
                  <a:cubicBezTo>
                    <a:pt x="121" y="214"/>
                    <a:pt x="121" y="214"/>
                    <a:pt x="121" y="214"/>
                  </a:cubicBezTo>
                  <a:cubicBezTo>
                    <a:pt x="122" y="214"/>
                    <a:pt x="122" y="214"/>
                    <a:pt x="122" y="214"/>
                  </a:cubicBezTo>
                  <a:cubicBezTo>
                    <a:pt x="122" y="213"/>
                    <a:pt x="122" y="213"/>
                    <a:pt x="122" y="213"/>
                  </a:cubicBezTo>
                  <a:cubicBezTo>
                    <a:pt x="123" y="214"/>
                    <a:pt x="123" y="214"/>
                    <a:pt x="123" y="214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4"/>
                    <a:pt x="124" y="214"/>
                    <a:pt x="124" y="214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7" y="211"/>
                    <a:pt x="127" y="211"/>
                    <a:pt x="127" y="211"/>
                  </a:cubicBezTo>
                  <a:cubicBezTo>
                    <a:pt x="129" y="210"/>
                    <a:pt x="129" y="210"/>
                    <a:pt x="129" y="210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2" y="210"/>
                    <a:pt x="132" y="210"/>
                    <a:pt x="132" y="210"/>
                  </a:cubicBezTo>
                  <a:cubicBezTo>
                    <a:pt x="134" y="208"/>
                    <a:pt x="134" y="208"/>
                    <a:pt x="134" y="208"/>
                  </a:cubicBezTo>
                  <a:cubicBezTo>
                    <a:pt x="135" y="208"/>
                    <a:pt x="135" y="208"/>
                    <a:pt x="135" y="208"/>
                  </a:cubicBezTo>
                  <a:cubicBezTo>
                    <a:pt x="136" y="209"/>
                    <a:pt x="136" y="209"/>
                    <a:pt x="136" y="209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7" y="207"/>
                    <a:pt x="137" y="207"/>
                    <a:pt x="137" y="207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9" y="207"/>
                    <a:pt x="139" y="207"/>
                    <a:pt x="139" y="207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1" y="206"/>
                    <a:pt x="141" y="206"/>
                    <a:pt x="141" y="206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5"/>
                    <a:pt x="143" y="205"/>
                    <a:pt x="143" y="205"/>
                  </a:cubicBezTo>
                  <a:cubicBezTo>
                    <a:pt x="145" y="206"/>
                    <a:pt x="145" y="206"/>
                    <a:pt x="145" y="206"/>
                  </a:cubicBezTo>
                  <a:cubicBezTo>
                    <a:pt x="146" y="206"/>
                    <a:pt x="146" y="206"/>
                    <a:pt x="146" y="206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4"/>
                    <a:pt x="148" y="204"/>
                    <a:pt x="148" y="204"/>
                  </a:cubicBezTo>
                  <a:cubicBezTo>
                    <a:pt x="150" y="204"/>
                    <a:pt x="150" y="204"/>
                    <a:pt x="150" y="204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54" y="204"/>
                    <a:pt x="154" y="204"/>
                    <a:pt x="154" y="204"/>
                  </a:cubicBezTo>
                  <a:cubicBezTo>
                    <a:pt x="155" y="202"/>
                    <a:pt x="155" y="202"/>
                    <a:pt x="155" y="202"/>
                  </a:cubicBezTo>
                  <a:cubicBezTo>
                    <a:pt x="156" y="201"/>
                    <a:pt x="156" y="201"/>
                    <a:pt x="156" y="201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7" y="198"/>
                    <a:pt x="157" y="198"/>
                    <a:pt x="157" y="198"/>
                  </a:cubicBezTo>
                  <a:cubicBezTo>
                    <a:pt x="156" y="198"/>
                    <a:pt x="156" y="198"/>
                    <a:pt x="156" y="198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4" y="198"/>
                    <a:pt x="154" y="198"/>
                    <a:pt x="154" y="198"/>
                  </a:cubicBezTo>
                  <a:cubicBezTo>
                    <a:pt x="155" y="196"/>
                    <a:pt x="155" y="196"/>
                    <a:pt x="155" y="196"/>
                  </a:cubicBezTo>
                  <a:cubicBezTo>
                    <a:pt x="153" y="196"/>
                    <a:pt x="153" y="196"/>
                    <a:pt x="153" y="196"/>
                  </a:cubicBezTo>
                  <a:cubicBezTo>
                    <a:pt x="154" y="195"/>
                    <a:pt x="154" y="195"/>
                    <a:pt x="154" y="195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2" y="193"/>
                    <a:pt x="152" y="193"/>
                    <a:pt x="152" y="193"/>
                  </a:cubicBezTo>
                  <a:cubicBezTo>
                    <a:pt x="151" y="193"/>
                    <a:pt x="151" y="193"/>
                    <a:pt x="151" y="193"/>
                  </a:cubicBezTo>
                  <a:cubicBezTo>
                    <a:pt x="151" y="192"/>
                    <a:pt x="151" y="192"/>
                    <a:pt x="151" y="192"/>
                  </a:cubicBezTo>
                  <a:cubicBezTo>
                    <a:pt x="153" y="192"/>
                    <a:pt x="153" y="192"/>
                    <a:pt x="153" y="192"/>
                  </a:cubicBezTo>
                  <a:cubicBezTo>
                    <a:pt x="154" y="192"/>
                    <a:pt x="154" y="192"/>
                    <a:pt x="154" y="192"/>
                  </a:cubicBezTo>
                  <a:cubicBezTo>
                    <a:pt x="155" y="192"/>
                    <a:pt x="155" y="192"/>
                    <a:pt x="155" y="192"/>
                  </a:cubicBezTo>
                  <a:cubicBezTo>
                    <a:pt x="155" y="191"/>
                    <a:pt x="155" y="191"/>
                    <a:pt x="155" y="191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2"/>
                    <a:pt x="157" y="192"/>
                    <a:pt x="157" y="192"/>
                  </a:cubicBezTo>
                  <a:cubicBezTo>
                    <a:pt x="156" y="191"/>
                    <a:pt x="156" y="191"/>
                    <a:pt x="156" y="191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6" y="196"/>
                    <a:pt x="156" y="196"/>
                    <a:pt x="156" y="196"/>
                  </a:cubicBezTo>
                  <a:cubicBezTo>
                    <a:pt x="158" y="194"/>
                    <a:pt x="158" y="194"/>
                    <a:pt x="158" y="194"/>
                  </a:cubicBezTo>
                  <a:cubicBezTo>
                    <a:pt x="157" y="193"/>
                    <a:pt x="157" y="193"/>
                    <a:pt x="157" y="193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8" y="195"/>
                    <a:pt x="158" y="195"/>
                    <a:pt x="158" y="195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60" y="193"/>
                    <a:pt x="160" y="193"/>
                    <a:pt x="160" y="193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1" y="194"/>
                    <a:pt x="161" y="194"/>
                    <a:pt x="161" y="194"/>
                  </a:cubicBezTo>
                  <a:cubicBezTo>
                    <a:pt x="163" y="195"/>
                    <a:pt x="163" y="195"/>
                    <a:pt x="163" y="195"/>
                  </a:cubicBezTo>
                  <a:cubicBezTo>
                    <a:pt x="165" y="194"/>
                    <a:pt x="165" y="194"/>
                    <a:pt x="165" y="194"/>
                  </a:cubicBezTo>
                  <a:cubicBezTo>
                    <a:pt x="165" y="195"/>
                    <a:pt x="165" y="195"/>
                    <a:pt x="165" y="195"/>
                  </a:cubicBezTo>
                  <a:cubicBezTo>
                    <a:pt x="164" y="195"/>
                    <a:pt x="164" y="195"/>
                    <a:pt x="164" y="195"/>
                  </a:cubicBezTo>
                  <a:cubicBezTo>
                    <a:pt x="164" y="197"/>
                    <a:pt x="164" y="197"/>
                    <a:pt x="164" y="197"/>
                  </a:cubicBezTo>
                  <a:cubicBezTo>
                    <a:pt x="165" y="198"/>
                    <a:pt x="165" y="198"/>
                    <a:pt x="165" y="198"/>
                  </a:cubicBezTo>
                  <a:cubicBezTo>
                    <a:pt x="165" y="199"/>
                    <a:pt x="165" y="199"/>
                    <a:pt x="165" y="199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6" y="201"/>
                    <a:pt x="166" y="201"/>
                    <a:pt x="166" y="201"/>
                  </a:cubicBezTo>
                  <a:cubicBezTo>
                    <a:pt x="166" y="202"/>
                    <a:pt x="166" y="202"/>
                    <a:pt x="166" y="202"/>
                  </a:cubicBezTo>
                  <a:cubicBezTo>
                    <a:pt x="168" y="202"/>
                    <a:pt x="168" y="202"/>
                    <a:pt x="168" y="202"/>
                  </a:cubicBezTo>
                  <a:cubicBezTo>
                    <a:pt x="169" y="202"/>
                    <a:pt x="169" y="202"/>
                    <a:pt x="169" y="202"/>
                  </a:cubicBezTo>
                  <a:cubicBezTo>
                    <a:pt x="170" y="203"/>
                    <a:pt x="170" y="203"/>
                    <a:pt x="170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3" y="204"/>
                    <a:pt x="173" y="204"/>
                    <a:pt x="173" y="204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7"/>
                    <a:pt x="174" y="207"/>
                    <a:pt x="174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8"/>
                    <a:pt x="175" y="208"/>
                    <a:pt x="175" y="208"/>
                  </a:cubicBezTo>
                  <a:cubicBezTo>
                    <a:pt x="176" y="209"/>
                    <a:pt x="176" y="209"/>
                    <a:pt x="176" y="209"/>
                  </a:cubicBezTo>
                  <a:cubicBezTo>
                    <a:pt x="174" y="209"/>
                    <a:pt x="174" y="209"/>
                    <a:pt x="174" y="209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3" y="210"/>
                    <a:pt x="173" y="210"/>
                    <a:pt x="173" y="210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1" y="214"/>
                    <a:pt x="171" y="214"/>
                    <a:pt x="171" y="214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9" y="212"/>
                    <a:pt x="179" y="212"/>
                    <a:pt x="179" y="212"/>
                  </a:cubicBezTo>
                  <a:cubicBezTo>
                    <a:pt x="180" y="212"/>
                    <a:pt x="180" y="212"/>
                    <a:pt x="180" y="212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5" y="212"/>
                    <a:pt x="185" y="212"/>
                    <a:pt x="185" y="212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3"/>
                    <a:pt x="186" y="213"/>
                    <a:pt x="186" y="213"/>
                  </a:cubicBezTo>
                  <a:cubicBezTo>
                    <a:pt x="188" y="213"/>
                    <a:pt x="188" y="213"/>
                    <a:pt x="188" y="213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90" y="216"/>
                    <a:pt x="190" y="216"/>
                    <a:pt x="190" y="216"/>
                  </a:cubicBezTo>
                  <a:cubicBezTo>
                    <a:pt x="192" y="216"/>
                    <a:pt x="192" y="216"/>
                    <a:pt x="192" y="216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4" y="214"/>
                    <a:pt x="194" y="214"/>
                    <a:pt x="194" y="214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3" y="215"/>
                    <a:pt x="193" y="215"/>
                    <a:pt x="193" y="215"/>
                  </a:cubicBezTo>
                  <a:cubicBezTo>
                    <a:pt x="191" y="216"/>
                    <a:pt x="191" y="216"/>
                    <a:pt x="191" y="216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4" y="218"/>
                    <a:pt x="194" y="218"/>
                    <a:pt x="194" y="218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8" y="221"/>
                    <a:pt x="198" y="221"/>
                    <a:pt x="198" y="221"/>
                  </a:cubicBezTo>
                  <a:cubicBezTo>
                    <a:pt x="201" y="220"/>
                    <a:pt x="201" y="220"/>
                    <a:pt x="201" y="220"/>
                  </a:cubicBezTo>
                  <a:cubicBezTo>
                    <a:pt x="202" y="220"/>
                    <a:pt x="202" y="220"/>
                    <a:pt x="202" y="220"/>
                  </a:cubicBezTo>
                  <a:cubicBezTo>
                    <a:pt x="202" y="221"/>
                    <a:pt x="202" y="221"/>
                    <a:pt x="202" y="221"/>
                  </a:cubicBezTo>
                  <a:cubicBezTo>
                    <a:pt x="203" y="220"/>
                    <a:pt x="203" y="220"/>
                    <a:pt x="203" y="220"/>
                  </a:cubicBezTo>
                  <a:cubicBezTo>
                    <a:pt x="203" y="222"/>
                    <a:pt x="203" y="222"/>
                    <a:pt x="203" y="222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02" y="223"/>
                    <a:pt x="202" y="223"/>
                    <a:pt x="202" y="223"/>
                  </a:cubicBezTo>
                  <a:cubicBezTo>
                    <a:pt x="201" y="222"/>
                    <a:pt x="201" y="222"/>
                    <a:pt x="201" y="222"/>
                  </a:cubicBezTo>
                  <a:cubicBezTo>
                    <a:pt x="199" y="223"/>
                    <a:pt x="199" y="223"/>
                    <a:pt x="199" y="223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6"/>
                    <a:pt x="201" y="226"/>
                    <a:pt x="201" y="226"/>
                  </a:cubicBezTo>
                  <a:cubicBezTo>
                    <a:pt x="202" y="227"/>
                    <a:pt x="202" y="227"/>
                    <a:pt x="202" y="227"/>
                  </a:cubicBezTo>
                  <a:cubicBezTo>
                    <a:pt x="203" y="227"/>
                    <a:pt x="203" y="227"/>
                    <a:pt x="203" y="227"/>
                  </a:cubicBezTo>
                  <a:cubicBezTo>
                    <a:pt x="203" y="229"/>
                    <a:pt x="203" y="229"/>
                    <a:pt x="203" y="229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6" y="231"/>
                    <a:pt x="206" y="231"/>
                    <a:pt x="206" y="231"/>
                  </a:cubicBezTo>
                  <a:cubicBezTo>
                    <a:pt x="208" y="231"/>
                    <a:pt x="208" y="231"/>
                    <a:pt x="208" y="231"/>
                  </a:cubicBezTo>
                  <a:cubicBezTo>
                    <a:pt x="206" y="232"/>
                    <a:pt x="206" y="232"/>
                    <a:pt x="206" y="232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07" y="235"/>
                    <a:pt x="207" y="235"/>
                    <a:pt x="207" y="235"/>
                  </a:cubicBezTo>
                  <a:cubicBezTo>
                    <a:pt x="207" y="238"/>
                    <a:pt x="207" y="238"/>
                    <a:pt x="207" y="238"/>
                  </a:cubicBezTo>
                  <a:cubicBezTo>
                    <a:pt x="208" y="239"/>
                    <a:pt x="208" y="239"/>
                    <a:pt x="208" y="239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9" y="241"/>
                    <a:pt x="209" y="241"/>
                    <a:pt x="209" y="241"/>
                  </a:cubicBezTo>
                  <a:cubicBezTo>
                    <a:pt x="211" y="244"/>
                    <a:pt x="211" y="244"/>
                    <a:pt x="211" y="244"/>
                  </a:cubicBezTo>
                  <a:cubicBezTo>
                    <a:pt x="212" y="244"/>
                    <a:pt x="212" y="244"/>
                    <a:pt x="212" y="244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4" y="245"/>
                    <a:pt x="214" y="245"/>
                    <a:pt x="214" y="245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2" y="253"/>
                    <a:pt x="212" y="253"/>
                    <a:pt x="212" y="253"/>
                  </a:cubicBezTo>
                  <a:cubicBezTo>
                    <a:pt x="213" y="255"/>
                    <a:pt x="213" y="255"/>
                    <a:pt x="213" y="255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2" y="258"/>
                    <a:pt x="212" y="258"/>
                    <a:pt x="212" y="258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2" y="260"/>
                    <a:pt x="212" y="260"/>
                    <a:pt x="212" y="260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1" y="263"/>
                    <a:pt x="211" y="263"/>
                    <a:pt x="211" y="263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214" y="264"/>
                    <a:pt x="214" y="264"/>
                    <a:pt x="214" y="264"/>
                  </a:cubicBezTo>
                  <a:cubicBezTo>
                    <a:pt x="214" y="262"/>
                    <a:pt x="214" y="262"/>
                    <a:pt x="214" y="262"/>
                  </a:cubicBezTo>
                  <a:cubicBezTo>
                    <a:pt x="215" y="261"/>
                    <a:pt x="215" y="261"/>
                    <a:pt x="215" y="261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2"/>
                    <a:pt x="215" y="262"/>
                    <a:pt x="215" y="262"/>
                  </a:cubicBezTo>
                  <a:cubicBezTo>
                    <a:pt x="216" y="262"/>
                    <a:pt x="216" y="262"/>
                    <a:pt x="216" y="262"/>
                  </a:cubicBezTo>
                  <a:cubicBezTo>
                    <a:pt x="215" y="263"/>
                    <a:pt x="215" y="263"/>
                    <a:pt x="215" y="263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15" y="265"/>
                    <a:pt x="215" y="265"/>
                    <a:pt x="215" y="265"/>
                  </a:cubicBezTo>
                  <a:cubicBezTo>
                    <a:pt x="213" y="265"/>
                    <a:pt x="213" y="265"/>
                    <a:pt x="213" y="265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4" y="267"/>
                    <a:pt x="214" y="267"/>
                    <a:pt x="214" y="267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3" y="271"/>
                    <a:pt x="213" y="271"/>
                    <a:pt x="213" y="271"/>
                  </a:cubicBezTo>
                  <a:cubicBezTo>
                    <a:pt x="214" y="273"/>
                    <a:pt x="214" y="273"/>
                    <a:pt x="214" y="273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6"/>
                    <a:pt x="214" y="276"/>
                    <a:pt x="214" y="276"/>
                  </a:cubicBezTo>
                  <a:cubicBezTo>
                    <a:pt x="216" y="276"/>
                    <a:pt x="216" y="276"/>
                    <a:pt x="216" y="276"/>
                  </a:cubicBezTo>
                  <a:cubicBezTo>
                    <a:pt x="216" y="274"/>
                    <a:pt x="216" y="274"/>
                    <a:pt x="216" y="274"/>
                  </a:cubicBezTo>
                  <a:cubicBezTo>
                    <a:pt x="217" y="272"/>
                    <a:pt x="217" y="272"/>
                    <a:pt x="217" y="272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67"/>
                    <a:pt x="218" y="267"/>
                    <a:pt x="218" y="267"/>
                  </a:cubicBezTo>
                  <a:cubicBezTo>
                    <a:pt x="219" y="267"/>
                    <a:pt x="219" y="267"/>
                    <a:pt x="219" y="267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19" y="268"/>
                    <a:pt x="219" y="268"/>
                    <a:pt x="219" y="268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9" y="271"/>
                    <a:pt x="219" y="271"/>
                    <a:pt x="219" y="271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4"/>
                    <a:pt x="219" y="274"/>
                    <a:pt x="219" y="274"/>
                  </a:cubicBez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6"/>
                    <a:pt x="217" y="276"/>
                    <a:pt x="217" y="276"/>
                  </a:cubicBezTo>
                  <a:cubicBezTo>
                    <a:pt x="216" y="278"/>
                    <a:pt x="216" y="278"/>
                    <a:pt x="216" y="278"/>
                  </a:cubicBezTo>
                  <a:cubicBezTo>
                    <a:pt x="218" y="280"/>
                    <a:pt x="218" y="280"/>
                    <a:pt x="218" y="280"/>
                  </a:cubicBezTo>
                  <a:cubicBezTo>
                    <a:pt x="218" y="279"/>
                    <a:pt x="218" y="279"/>
                    <a:pt x="218" y="279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21" y="277"/>
                    <a:pt x="221" y="277"/>
                    <a:pt x="221" y="277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23" y="273"/>
                    <a:pt x="223" y="273"/>
                    <a:pt x="223" y="273"/>
                  </a:cubicBezTo>
                  <a:cubicBezTo>
                    <a:pt x="223" y="275"/>
                    <a:pt x="223" y="275"/>
                    <a:pt x="223" y="275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19" y="280"/>
                    <a:pt x="219" y="280"/>
                    <a:pt x="219" y="280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18" y="282"/>
                    <a:pt x="218" y="282"/>
                    <a:pt x="218" y="282"/>
                  </a:cubicBezTo>
                  <a:cubicBezTo>
                    <a:pt x="220" y="284"/>
                    <a:pt x="220" y="284"/>
                    <a:pt x="220" y="284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222" y="281"/>
                    <a:pt x="222" y="281"/>
                    <a:pt x="222" y="281"/>
                  </a:cubicBezTo>
                  <a:cubicBezTo>
                    <a:pt x="223" y="282"/>
                    <a:pt x="223" y="282"/>
                    <a:pt x="223" y="282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0" y="285"/>
                    <a:pt x="220" y="285"/>
                    <a:pt x="220" y="285"/>
                  </a:cubicBezTo>
                  <a:cubicBezTo>
                    <a:pt x="221" y="286"/>
                    <a:pt x="221" y="286"/>
                    <a:pt x="221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19" y="289"/>
                    <a:pt x="219" y="289"/>
                    <a:pt x="219" y="289"/>
                  </a:cubicBezTo>
                  <a:cubicBezTo>
                    <a:pt x="220" y="291"/>
                    <a:pt x="220" y="291"/>
                    <a:pt x="220" y="291"/>
                  </a:cubicBezTo>
                  <a:cubicBezTo>
                    <a:pt x="221" y="291"/>
                    <a:pt x="221" y="291"/>
                    <a:pt x="221" y="291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9" y="290"/>
                    <a:pt x="219" y="290"/>
                    <a:pt x="219" y="290"/>
                  </a:cubicBezTo>
                  <a:cubicBezTo>
                    <a:pt x="219" y="287"/>
                    <a:pt x="219" y="287"/>
                    <a:pt x="219" y="287"/>
                  </a:cubicBezTo>
                  <a:cubicBezTo>
                    <a:pt x="218" y="287"/>
                    <a:pt x="218" y="287"/>
                    <a:pt x="218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5" y="291"/>
                    <a:pt x="215" y="291"/>
                    <a:pt x="215" y="291"/>
                  </a:cubicBezTo>
                  <a:cubicBezTo>
                    <a:pt x="216" y="290"/>
                    <a:pt x="216" y="290"/>
                    <a:pt x="216" y="290"/>
                  </a:cubicBezTo>
                  <a:cubicBezTo>
                    <a:pt x="218" y="290"/>
                    <a:pt x="218" y="290"/>
                    <a:pt x="218" y="290"/>
                  </a:cubicBezTo>
                  <a:cubicBezTo>
                    <a:pt x="217" y="291"/>
                    <a:pt x="217" y="291"/>
                    <a:pt x="217" y="291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4"/>
                    <a:pt x="217" y="294"/>
                    <a:pt x="217" y="294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8" y="297"/>
                    <a:pt x="218" y="297"/>
                    <a:pt x="218" y="297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21" y="296"/>
                    <a:pt x="221" y="296"/>
                    <a:pt x="221" y="296"/>
                  </a:cubicBezTo>
                  <a:cubicBezTo>
                    <a:pt x="220" y="294"/>
                    <a:pt x="220" y="294"/>
                    <a:pt x="220" y="294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19" y="293"/>
                    <a:pt x="219" y="293"/>
                    <a:pt x="219" y="293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21" y="294"/>
                    <a:pt x="221" y="294"/>
                    <a:pt x="221" y="294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3" y="293"/>
                    <a:pt x="223" y="293"/>
                    <a:pt x="223" y="293"/>
                  </a:cubicBezTo>
                  <a:cubicBezTo>
                    <a:pt x="222" y="293"/>
                    <a:pt x="222" y="293"/>
                    <a:pt x="222" y="293"/>
                  </a:cubicBezTo>
                  <a:cubicBezTo>
                    <a:pt x="222" y="295"/>
                    <a:pt x="222" y="295"/>
                    <a:pt x="222" y="295"/>
                  </a:cubicBezTo>
                  <a:cubicBezTo>
                    <a:pt x="223" y="296"/>
                    <a:pt x="223" y="296"/>
                    <a:pt x="223" y="296"/>
                  </a:cubicBezTo>
                  <a:cubicBezTo>
                    <a:pt x="222" y="297"/>
                    <a:pt x="222" y="297"/>
                    <a:pt x="222" y="297"/>
                  </a:cubicBezTo>
                  <a:cubicBezTo>
                    <a:pt x="224" y="298"/>
                    <a:pt x="224" y="298"/>
                    <a:pt x="224" y="298"/>
                  </a:cubicBezTo>
                  <a:cubicBezTo>
                    <a:pt x="225" y="298"/>
                    <a:pt x="225" y="298"/>
                    <a:pt x="225" y="298"/>
                  </a:cubicBezTo>
                  <a:cubicBezTo>
                    <a:pt x="227" y="297"/>
                    <a:pt x="227" y="297"/>
                    <a:pt x="227" y="297"/>
                  </a:cubicBezTo>
                  <a:cubicBezTo>
                    <a:pt x="226" y="296"/>
                    <a:pt x="226" y="296"/>
                    <a:pt x="226" y="296"/>
                  </a:cubicBezTo>
                  <a:cubicBezTo>
                    <a:pt x="227" y="295"/>
                    <a:pt x="227" y="295"/>
                    <a:pt x="227" y="295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91"/>
                    <a:pt x="228" y="291"/>
                    <a:pt x="228" y="291"/>
                  </a:cubicBezTo>
                  <a:cubicBezTo>
                    <a:pt x="227" y="290"/>
                    <a:pt x="227" y="290"/>
                    <a:pt x="227" y="290"/>
                  </a:cubicBezTo>
                  <a:cubicBezTo>
                    <a:pt x="228" y="290"/>
                    <a:pt x="228" y="290"/>
                    <a:pt x="228" y="290"/>
                  </a:cubicBezTo>
                  <a:cubicBezTo>
                    <a:pt x="229" y="290"/>
                    <a:pt x="229" y="290"/>
                    <a:pt x="229" y="290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8" y="294"/>
                    <a:pt x="228" y="294"/>
                    <a:pt x="228" y="294"/>
                  </a:cubicBezTo>
                  <a:cubicBezTo>
                    <a:pt x="230" y="295"/>
                    <a:pt x="230" y="295"/>
                    <a:pt x="230" y="295"/>
                  </a:cubicBezTo>
                  <a:cubicBezTo>
                    <a:pt x="228" y="296"/>
                    <a:pt x="228" y="296"/>
                    <a:pt x="228" y="296"/>
                  </a:cubicBezTo>
                  <a:cubicBezTo>
                    <a:pt x="231" y="298"/>
                    <a:pt x="231" y="298"/>
                    <a:pt x="231" y="298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2" y="297"/>
                    <a:pt x="232" y="297"/>
                    <a:pt x="232" y="297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6" y="298"/>
                    <a:pt x="236" y="298"/>
                    <a:pt x="236" y="298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8" y="296"/>
                    <a:pt x="238" y="296"/>
                    <a:pt x="238" y="296"/>
                  </a:cubicBezTo>
                  <a:cubicBezTo>
                    <a:pt x="238" y="297"/>
                    <a:pt x="238" y="297"/>
                    <a:pt x="238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39" y="297"/>
                    <a:pt x="239" y="297"/>
                    <a:pt x="239" y="297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6" y="299"/>
                    <a:pt x="236" y="299"/>
                    <a:pt x="236" y="299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4" y="301"/>
                    <a:pt x="234" y="301"/>
                    <a:pt x="234" y="301"/>
                  </a:cubicBezTo>
                  <a:cubicBezTo>
                    <a:pt x="233" y="302"/>
                    <a:pt x="233" y="302"/>
                    <a:pt x="233" y="302"/>
                  </a:cubicBezTo>
                  <a:cubicBezTo>
                    <a:pt x="233" y="305"/>
                    <a:pt x="233" y="305"/>
                    <a:pt x="233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8"/>
                    <a:pt x="234" y="308"/>
                    <a:pt x="234" y="308"/>
                  </a:cubicBezTo>
                  <a:cubicBezTo>
                    <a:pt x="233" y="311"/>
                    <a:pt x="233" y="311"/>
                    <a:pt x="233" y="311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08"/>
                    <a:pt x="233" y="308"/>
                    <a:pt x="233" y="308"/>
                  </a:cubicBezTo>
                  <a:cubicBezTo>
                    <a:pt x="231" y="306"/>
                    <a:pt x="231" y="306"/>
                    <a:pt x="231" y="306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7" y="309"/>
                    <a:pt x="227" y="309"/>
                    <a:pt x="227" y="309"/>
                  </a:cubicBezTo>
                  <a:cubicBezTo>
                    <a:pt x="230" y="309"/>
                    <a:pt x="230" y="309"/>
                    <a:pt x="230" y="309"/>
                  </a:cubicBezTo>
                  <a:cubicBezTo>
                    <a:pt x="230" y="310"/>
                    <a:pt x="230" y="310"/>
                    <a:pt x="230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3"/>
                    <a:pt x="231" y="313"/>
                    <a:pt x="231" y="313"/>
                  </a:cubicBezTo>
                  <a:cubicBezTo>
                    <a:pt x="232" y="314"/>
                    <a:pt x="232" y="314"/>
                    <a:pt x="232" y="314"/>
                  </a:cubicBezTo>
                  <a:cubicBezTo>
                    <a:pt x="232" y="316"/>
                    <a:pt x="232" y="316"/>
                    <a:pt x="232" y="316"/>
                  </a:cubicBezTo>
                  <a:cubicBezTo>
                    <a:pt x="232" y="315"/>
                    <a:pt x="232" y="315"/>
                    <a:pt x="232" y="315"/>
                  </a:cubicBezTo>
                  <a:cubicBezTo>
                    <a:pt x="229" y="312"/>
                    <a:pt x="229" y="312"/>
                    <a:pt x="229" y="312"/>
                  </a:cubicBezTo>
                  <a:cubicBezTo>
                    <a:pt x="228" y="311"/>
                    <a:pt x="228" y="311"/>
                    <a:pt x="228" y="311"/>
                  </a:cubicBezTo>
                  <a:cubicBezTo>
                    <a:pt x="228" y="312"/>
                    <a:pt x="228" y="312"/>
                    <a:pt x="228" y="312"/>
                  </a:cubicBezTo>
                  <a:cubicBezTo>
                    <a:pt x="228" y="312"/>
                    <a:pt x="228" y="312"/>
                    <a:pt x="227" y="313"/>
                  </a:cubicBezTo>
                  <a:cubicBezTo>
                    <a:pt x="227" y="313"/>
                    <a:pt x="227" y="313"/>
                    <a:pt x="227" y="313"/>
                  </a:cubicBezTo>
                  <a:cubicBezTo>
                    <a:pt x="228" y="315"/>
                    <a:pt x="228" y="315"/>
                    <a:pt x="228" y="315"/>
                  </a:cubicBezTo>
                  <a:cubicBezTo>
                    <a:pt x="230" y="317"/>
                    <a:pt x="230" y="317"/>
                    <a:pt x="230" y="317"/>
                  </a:cubicBezTo>
                  <a:cubicBezTo>
                    <a:pt x="230" y="319"/>
                    <a:pt x="230" y="319"/>
                    <a:pt x="230" y="319"/>
                  </a:cubicBezTo>
                  <a:cubicBezTo>
                    <a:pt x="232" y="320"/>
                    <a:pt x="232" y="320"/>
                    <a:pt x="232" y="320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4" y="327"/>
                    <a:pt x="234" y="327"/>
                    <a:pt x="234" y="327"/>
                  </a:cubicBezTo>
                  <a:cubicBezTo>
                    <a:pt x="234" y="329"/>
                    <a:pt x="234" y="329"/>
                    <a:pt x="234" y="329"/>
                  </a:cubicBezTo>
                  <a:cubicBezTo>
                    <a:pt x="235" y="328"/>
                    <a:pt x="235" y="328"/>
                    <a:pt x="235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8"/>
                    <a:pt x="238" y="328"/>
                    <a:pt x="238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1" y="333"/>
                    <a:pt x="241" y="333"/>
                    <a:pt x="241" y="333"/>
                  </a:cubicBezTo>
                  <a:cubicBezTo>
                    <a:pt x="240" y="335"/>
                    <a:pt x="240" y="335"/>
                    <a:pt x="240" y="335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37" y="333"/>
                    <a:pt x="237" y="333"/>
                    <a:pt x="237" y="333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6" y="338"/>
                    <a:pt x="236" y="338"/>
                    <a:pt x="236" y="338"/>
                  </a:cubicBezTo>
                  <a:cubicBezTo>
                    <a:pt x="237" y="338"/>
                    <a:pt x="237" y="338"/>
                    <a:pt x="237" y="338"/>
                  </a:cubicBezTo>
                  <a:cubicBezTo>
                    <a:pt x="237" y="338"/>
                    <a:pt x="238" y="338"/>
                    <a:pt x="238" y="338"/>
                  </a:cubicBezTo>
                  <a:cubicBezTo>
                    <a:pt x="236" y="340"/>
                    <a:pt x="236" y="340"/>
                    <a:pt x="236" y="340"/>
                  </a:cubicBezTo>
                  <a:cubicBezTo>
                    <a:pt x="236" y="341"/>
                    <a:pt x="236" y="341"/>
                    <a:pt x="236" y="341"/>
                  </a:cubicBezTo>
                  <a:cubicBezTo>
                    <a:pt x="238" y="343"/>
                    <a:pt x="238" y="343"/>
                    <a:pt x="238" y="343"/>
                  </a:cubicBezTo>
                  <a:cubicBezTo>
                    <a:pt x="238" y="340"/>
                    <a:pt x="238" y="340"/>
                    <a:pt x="238" y="340"/>
                  </a:cubicBezTo>
                  <a:cubicBezTo>
                    <a:pt x="238" y="338"/>
                    <a:pt x="238" y="338"/>
                    <a:pt x="238" y="338"/>
                  </a:cubicBezTo>
                  <a:cubicBezTo>
                    <a:pt x="238" y="338"/>
                    <a:pt x="238" y="338"/>
                    <a:pt x="239" y="338"/>
                  </a:cubicBezTo>
                  <a:cubicBezTo>
                    <a:pt x="239" y="338"/>
                    <a:pt x="239" y="338"/>
                    <a:pt x="239" y="338"/>
                  </a:cubicBezTo>
                  <a:cubicBezTo>
                    <a:pt x="238" y="339"/>
                    <a:pt x="238" y="339"/>
                    <a:pt x="238" y="339"/>
                  </a:cubicBezTo>
                  <a:cubicBezTo>
                    <a:pt x="239" y="340"/>
                    <a:pt x="239" y="340"/>
                    <a:pt x="239" y="340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38" y="342"/>
                    <a:pt x="238" y="342"/>
                    <a:pt x="238" y="342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6"/>
                    <a:pt x="237" y="346"/>
                    <a:pt x="237" y="346"/>
                  </a:cubicBezTo>
                  <a:cubicBezTo>
                    <a:pt x="238" y="347"/>
                    <a:pt x="238" y="347"/>
                    <a:pt x="238" y="347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40" y="346"/>
                    <a:pt x="240" y="346"/>
                    <a:pt x="240" y="346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39" y="347"/>
                    <a:pt x="239" y="347"/>
                    <a:pt x="239" y="347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9" y="350"/>
                    <a:pt x="239" y="350"/>
                    <a:pt x="239" y="350"/>
                  </a:cubicBezTo>
                  <a:cubicBezTo>
                    <a:pt x="241" y="351"/>
                    <a:pt x="241" y="351"/>
                    <a:pt x="241" y="351"/>
                  </a:cubicBezTo>
                  <a:cubicBezTo>
                    <a:pt x="241" y="352"/>
                    <a:pt x="241" y="352"/>
                    <a:pt x="241" y="352"/>
                  </a:cubicBezTo>
                  <a:cubicBezTo>
                    <a:pt x="243" y="352"/>
                    <a:pt x="243" y="352"/>
                    <a:pt x="243" y="352"/>
                  </a:cubicBezTo>
                  <a:cubicBezTo>
                    <a:pt x="243" y="354"/>
                    <a:pt x="243" y="354"/>
                    <a:pt x="243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39" y="353"/>
                    <a:pt x="239" y="353"/>
                    <a:pt x="239" y="353"/>
                  </a:cubicBezTo>
                  <a:cubicBezTo>
                    <a:pt x="238" y="352"/>
                    <a:pt x="238" y="352"/>
                    <a:pt x="238" y="352"/>
                  </a:cubicBezTo>
                  <a:cubicBezTo>
                    <a:pt x="237" y="350"/>
                    <a:pt x="237" y="350"/>
                    <a:pt x="237" y="350"/>
                  </a:cubicBezTo>
                  <a:cubicBezTo>
                    <a:pt x="236" y="350"/>
                    <a:pt x="236" y="350"/>
                    <a:pt x="236" y="350"/>
                  </a:cubicBezTo>
                  <a:cubicBezTo>
                    <a:pt x="235" y="349"/>
                    <a:pt x="235" y="349"/>
                    <a:pt x="235" y="349"/>
                  </a:cubicBezTo>
                  <a:cubicBezTo>
                    <a:pt x="233" y="348"/>
                    <a:pt x="233" y="348"/>
                    <a:pt x="233" y="348"/>
                  </a:cubicBezTo>
                  <a:cubicBezTo>
                    <a:pt x="232" y="349"/>
                    <a:pt x="232" y="349"/>
                    <a:pt x="232" y="349"/>
                  </a:cubicBezTo>
                  <a:cubicBezTo>
                    <a:pt x="229" y="349"/>
                    <a:pt x="229" y="349"/>
                    <a:pt x="229" y="349"/>
                  </a:cubicBezTo>
                  <a:cubicBezTo>
                    <a:pt x="230" y="352"/>
                    <a:pt x="230" y="352"/>
                    <a:pt x="230" y="352"/>
                  </a:cubicBezTo>
                  <a:cubicBezTo>
                    <a:pt x="231" y="352"/>
                    <a:pt x="231" y="352"/>
                    <a:pt x="231" y="352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0" y="356"/>
                    <a:pt x="230" y="356"/>
                    <a:pt x="230" y="356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60"/>
                    <a:pt x="233" y="360"/>
                    <a:pt x="233" y="360"/>
                  </a:cubicBezTo>
                  <a:cubicBezTo>
                    <a:pt x="235" y="360"/>
                    <a:pt x="235" y="360"/>
                    <a:pt x="235" y="360"/>
                  </a:cubicBezTo>
                  <a:cubicBezTo>
                    <a:pt x="235" y="361"/>
                    <a:pt x="235" y="361"/>
                    <a:pt x="235" y="361"/>
                  </a:cubicBezTo>
                  <a:cubicBezTo>
                    <a:pt x="236" y="362"/>
                    <a:pt x="236" y="362"/>
                    <a:pt x="236" y="362"/>
                  </a:cubicBezTo>
                  <a:cubicBezTo>
                    <a:pt x="236" y="363"/>
                    <a:pt x="236" y="363"/>
                    <a:pt x="236" y="363"/>
                  </a:cubicBezTo>
                  <a:cubicBezTo>
                    <a:pt x="237" y="366"/>
                    <a:pt x="237" y="366"/>
                    <a:pt x="237" y="366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8"/>
                    <a:pt x="238" y="368"/>
                    <a:pt x="238" y="368"/>
                  </a:cubicBezTo>
                  <a:cubicBezTo>
                    <a:pt x="239" y="367"/>
                    <a:pt x="239" y="367"/>
                    <a:pt x="239" y="367"/>
                  </a:cubicBezTo>
                  <a:cubicBezTo>
                    <a:pt x="240" y="369"/>
                    <a:pt x="240" y="369"/>
                    <a:pt x="240" y="369"/>
                  </a:cubicBezTo>
                  <a:cubicBezTo>
                    <a:pt x="242" y="369"/>
                    <a:pt x="242" y="369"/>
                    <a:pt x="242" y="369"/>
                  </a:cubicBezTo>
                  <a:cubicBezTo>
                    <a:pt x="242" y="370"/>
                    <a:pt x="242" y="370"/>
                    <a:pt x="242" y="370"/>
                  </a:cubicBezTo>
                  <a:cubicBezTo>
                    <a:pt x="243" y="370"/>
                    <a:pt x="243" y="370"/>
                    <a:pt x="243" y="370"/>
                  </a:cubicBezTo>
                  <a:cubicBezTo>
                    <a:pt x="243" y="371"/>
                    <a:pt x="243" y="371"/>
                    <a:pt x="243" y="371"/>
                  </a:cubicBezTo>
                  <a:cubicBezTo>
                    <a:pt x="243" y="372"/>
                    <a:pt x="243" y="372"/>
                    <a:pt x="243" y="372"/>
                  </a:cubicBezTo>
                  <a:cubicBezTo>
                    <a:pt x="245" y="374"/>
                    <a:pt x="245" y="374"/>
                    <a:pt x="245" y="374"/>
                  </a:cubicBezTo>
                  <a:cubicBezTo>
                    <a:pt x="246" y="373"/>
                    <a:pt x="246" y="373"/>
                    <a:pt x="246" y="373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5" y="375"/>
                    <a:pt x="245" y="375"/>
                    <a:pt x="245" y="375"/>
                  </a:cubicBezTo>
                  <a:cubicBezTo>
                    <a:pt x="249" y="379"/>
                    <a:pt x="249" y="379"/>
                    <a:pt x="249" y="379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0" y="380"/>
                    <a:pt x="250" y="380"/>
                    <a:pt x="250" y="380"/>
                  </a:cubicBezTo>
                  <a:cubicBezTo>
                    <a:pt x="255" y="383"/>
                    <a:pt x="255" y="383"/>
                    <a:pt x="255" y="383"/>
                  </a:cubicBezTo>
                  <a:cubicBezTo>
                    <a:pt x="256" y="382"/>
                    <a:pt x="256" y="382"/>
                    <a:pt x="256" y="382"/>
                  </a:cubicBezTo>
                  <a:cubicBezTo>
                    <a:pt x="258" y="382"/>
                    <a:pt x="258" y="382"/>
                    <a:pt x="258" y="382"/>
                  </a:cubicBezTo>
                  <a:cubicBezTo>
                    <a:pt x="257" y="378"/>
                    <a:pt x="257" y="378"/>
                    <a:pt x="257" y="378"/>
                  </a:cubicBezTo>
                  <a:cubicBezTo>
                    <a:pt x="257" y="376"/>
                    <a:pt x="257" y="376"/>
                    <a:pt x="257" y="376"/>
                  </a:cubicBezTo>
                  <a:cubicBezTo>
                    <a:pt x="257" y="375"/>
                    <a:pt x="257" y="375"/>
                    <a:pt x="257" y="375"/>
                  </a:cubicBezTo>
                  <a:cubicBezTo>
                    <a:pt x="257" y="372"/>
                    <a:pt x="257" y="372"/>
                    <a:pt x="257" y="372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2" y="368"/>
                    <a:pt x="252" y="368"/>
                    <a:pt x="252" y="368"/>
                  </a:cubicBezTo>
                  <a:cubicBezTo>
                    <a:pt x="252" y="364"/>
                    <a:pt x="252" y="364"/>
                    <a:pt x="252" y="364"/>
                  </a:cubicBezTo>
                  <a:cubicBezTo>
                    <a:pt x="251" y="363"/>
                    <a:pt x="251" y="363"/>
                    <a:pt x="251" y="363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7" y="357"/>
                    <a:pt x="247" y="357"/>
                    <a:pt x="247" y="35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7" y="356"/>
                    <a:pt x="247" y="356"/>
                    <a:pt x="247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9" y="356"/>
                    <a:pt x="249" y="356"/>
                    <a:pt x="249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1" y="357"/>
                    <a:pt x="251" y="357"/>
                    <a:pt x="251" y="357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3" y="357"/>
                    <a:pt x="253" y="357"/>
                    <a:pt x="253" y="357"/>
                  </a:cubicBezTo>
                  <a:cubicBezTo>
                    <a:pt x="253" y="358"/>
                    <a:pt x="253" y="358"/>
                    <a:pt x="253" y="358"/>
                  </a:cubicBezTo>
                  <a:cubicBezTo>
                    <a:pt x="255" y="358"/>
                    <a:pt x="255" y="358"/>
                    <a:pt x="255" y="358"/>
                  </a:cubicBezTo>
                  <a:cubicBezTo>
                    <a:pt x="256" y="358"/>
                    <a:pt x="256" y="358"/>
                    <a:pt x="256" y="358"/>
                  </a:cubicBezTo>
                  <a:cubicBezTo>
                    <a:pt x="255" y="360"/>
                    <a:pt x="255" y="360"/>
                    <a:pt x="255" y="360"/>
                  </a:cubicBezTo>
                  <a:cubicBezTo>
                    <a:pt x="253" y="361"/>
                    <a:pt x="253" y="361"/>
                    <a:pt x="253" y="361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4" y="364"/>
                    <a:pt x="254" y="364"/>
                    <a:pt x="254" y="364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3" y="367"/>
                    <a:pt x="253" y="367"/>
                    <a:pt x="253" y="367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58" y="370"/>
                    <a:pt x="258" y="370"/>
                    <a:pt x="258" y="370"/>
                  </a:cubicBezTo>
                  <a:cubicBezTo>
                    <a:pt x="260" y="369"/>
                    <a:pt x="260" y="369"/>
                    <a:pt x="260" y="369"/>
                  </a:cubicBezTo>
                  <a:cubicBezTo>
                    <a:pt x="262" y="369"/>
                    <a:pt x="262" y="369"/>
                    <a:pt x="262" y="369"/>
                  </a:cubicBezTo>
                  <a:cubicBezTo>
                    <a:pt x="260" y="372"/>
                    <a:pt x="260" y="372"/>
                    <a:pt x="260" y="372"/>
                  </a:cubicBezTo>
                  <a:cubicBezTo>
                    <a:pt x="261" y="375"/>
                    <a:pt x="261" y="375"/>
                    <a:pt x="261" y="375"/>
                  </a:cubicBezTo>
                  <a:cubicBezTo>
                    <a:pt x="262" y="375"/>
                    <a:pt x="262" y="375"/>
                    <a:pt x="262" y="375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3" y="380"/>
                    <a:pt x="263" y="380"/>
                    <a:pt x="263" y="380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1" y="383"/>
                    <a:pt x="261" y="383"/>
                    <a:pt x="261" y="383"/>
                  </a:cubicBezTo>
                  <a:cubicBezTo>
                    <a:pt x="261" y="385"/>
                    <a:pt x="261" y="385"/>
                    <a:pt x="261" y="385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0" y="385"/>
                    <a:pt x="260" y="385"/>
                    <a:pt x="260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8" y="384"/>
                    <a:pt x="258" y="384"/>
                    <a:pt x="258" y="384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4" y="383"/>
                    <a:pt x="254" y="383"/>
                    <a:pt x="254" y="383"/>
                  </a:cubicBezTo>
                  <a:cubicBezTo>
                    <a:pt x="252" y="382"/>
                    <a:pt x="252" y="382"/>
                    <a:pt x="252" y="382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7" y="380"/>
                    <a:pt x="247" y="380"/>
                    <a:pt x="247" y="380"/>
                  </a:cubicBezTo>
                  <a:cubicBezTo>
                    <a:pt x="247" y="381"/>
                    <a:pt x="247" y="381"/>
                    <a:pt x="247" y="381"/>
                  </a:cubicBezTo>
                  <a:cubicBezTo>
                    <a:pt x="246" y="384"/>
                    <a:pt x="246" y="384"/>
                    <a:pt x="246" y="384"/>
                  </a:cubicBezTo>
                  <a:cubicBezTo>
                    <a:pt x="246" y="385"/>
                    <a:pt x="246" y="385"/>
                    <a:pt x="246" y="385"/>
                  </a:cubicBezTo>
                  <a:cubicBezTo>
                    <a:pt x="246" y="388"/>
                    <a:pt x="246" y="388"/>
                    <a:pt x="246" y="388"/>
                  </a:cubicBezTo>
                  <a:cubicBezTo>
                    <a:pt x="246" y="392"/>
                    <a:pt x="246" y="392"/>
                    <a:pt x="246" y="392"/>
                  </a:cubicBezTo>
                  <a:cubicBezTo>
                    <a:pt x="246" y="394"/>
                    <a:pt x="246" y="394"/>
                    <a:pt x="246" y="394"/>
                  </a:cubicBezTo>
                  <a:cubicBezTo>
                    <a:pt x="246" y="395"/>
                    <a:pt x="246" y="395"/>
                    <a:pt x="246" y="395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400"/>
                    <a:pt x="246" y="400"/>
                    <a:pt x="246" y="400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3"/>
                    <a:pt x="247" y="403"/>
                    <a:pt x="247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5" y="404"/>
                    <a:pt x="245" y="404"/>
                    <a:pt x="245" y="404"/>
                  </a:cubicBezTo>
                  <a:cubicBezTo>
                    <a:pt x="245" y="405"/>
                    <a:pt x="245" y="405"/>
                    <a:pt x="245" y="405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7"/>
                    <a:pt x="245" y="407"/>
                    <a:pt x="245" y="407"/>
                  </a:cubicBezTo>
                  <a:cubicBezTo>
                    <a:pt x="243" y="409"/>
                    <a:pt x="243" y="409"/>
                    <a:pt x="243" y="409"/>
                  </a:cubicBezTo>
                  <a:cubicBezTo>
                    <a:pt x="243" y="410"/>
                    <a:pt x="243" y="410"/>
                    <a:pt x="243" y="410"/>
                  </a:cubicBezTo>
                  <a:cubicBezTo>
                    <a:pt x="243" y="411"/>
                    <a:pt x="243" y="411"/>
                    <a:pt x="243" y="411"/>
                  </a:cubicBezTo>
                  <a:cubicBezTo>
                    <a:pt x="242" y="413"/>
                    <a:pt x="242" y="413"/>
                    <a:pt x="242" y="413"/>
                  </a:cubicBezTo>
                  <a:cubicBezTo>
                    <a:pt x="240" y="419"/>
                    <a:pt x="240" y="419"/>
                    <a:pt x="240" y="419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37" y="426"/>
                    <a:pt x="237" y="426"/>
                    <a:pt x="237" y="426"/>
                  </a:cubicBezTo>
                  <a:cubicBezTo>
                    <a:pt x="237" y="430"/>
                    <a:pt x="237" y="430"/>
                    <a:pt x="237" y="430"/>
                  </a:cubicBezTo>
                  <a:cubicBezTo>
                    <a:pt x="236" y="431"/>
                    <a:pt x="236" y="431"/>
                    <a:pt x="236" y="431"/>
                  </a:cubicBezTo>
                  <a:cubicBezTo>
                    <a:pt x="235" y="433"/>
                    <a:pt x="235" y="433"/>
                    <a:pt x="235" y="433"/>
                  </a:cubicBezTo>
                  <a:cubicBezTo>
                    <a:pt x="234" y="435"/>
                    <a:pt x="234" y="435"/>
                    <a:pt x="234" y="435"/>
                  </a:cubicBezTo>
                  <a:cubicBezTo>
                    <a:pt x="233" y="436"/>
                    <a:pt x="233" y="436"/>
                    <a:pt x="233" y="436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0" y="442"/>
                    <a:pt x="230" y="442"/>
                    <a:pt x="230" y="442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29" y="447"/>
                    <a:pt x="229" y="447"/>
                    <a:pt x="229" y="447"/>
                  </a:cubicBezTo>
                  <a:cubicBezTo>
                    <a:pt x="229" y="449"/>
                    <a:pt x="229" y="449"/>
                    <a:pt x="229" y="449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4"/>
                    <a:pt x="230" y="454"/>
                    <a:pt x="230" y="454"/>
                  </a:cubicBezTo>
                  <a:cubicBezTo>
                    <a:pt x="230" y="457"/>
                    <a:pt x="230" y="457"/>
                    <a:pt x="230" y="457"/>
                  </a:cubicBezTo>
                  <a:cubicBezTo>
                    <a:pt x="229" y="459"/>
                    <a:pt x="229" y="459"/>
                    <a:pt x="229" y="459"/>
                  </a:cubicBezTo>
                  <a:cubicBezTo>
                    <a:pt x="228" y="460"/>
                    <a:pt x="228" y="460"/>
                    <a:pt x="228" y="460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8" y="463"/>
                    <a:pt x="228" y="463"/>
                    <a:pt x="228" y="463"/>
                  </a:cubicBezTo>
                  <a:cubicBezTo>
                    <a:pt x="226" y="464"/>
                    <a:pt x="226" y="464"/>
                    <a:pt x="226" y="464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5" y="468"/>
                    <a:pt x="225" y="468"/>
                    <a:pt x="225" y="468"/>
                  </a:cubicBezTo>
                  <a:cubicBezTo>
                    <a:pt x="227" y="470"/>
                    <a:pt x="227" y="470"/>
                    <a:pt x="227" y="470"/>
                  </a:cubicBezTo>
                  <a:cubicBezTo>
                    <a:pt x="228" y="472"/>
                    <a:pt x="228" y="472"/>
                    <a:pt x="228" y="472"/>
                  </a:cubicBezTo>
                  <a:cubicBezTo>
                    <a:pt x="228" y="475"/>
                    <a:pt x="228" y="475"/>
                    <a:pt x="228" y="475"/>
                  </a:cubicBezTo>
                  <a:cubicBezTo>
                    <a:pt x="228" y="476"/>
                    <a:pt x="228" y="476"/>
                    <a:pt x="228" y="476"/>
                  </a:cubicBezTo>
                  <a:cubicBezTo>
                    <a:pt x="227" y="478"/>
                    <a:pt x="227" y="478"/>
                    <a:pt x="227" y="478"/>
                  </a:cubicBezTo>
                  <a:cubicBezTo>
                    <a:pt x="227" y="479"/>
                    <a:pt x="227" y="479"/>
                    <a:pt x="227" y="479"/>
                  </a:cubicBezTo>
                  <a:cubicBezTo>
                    <a:pt x="227" y="480"/>
                    <a:pt x="227" y="480"/>
                    <a:pt x="227" y="480"/>
                  </a:cubicBezTo>
                  <a:cubicBezTo>
                    <a:pt x="227" y="481"/>
                    <a:pt x="227" y="481"/>
                    <a:pt x="227" y="481"/>
                  </a:cubicBezTo>
                  <a:cubicBezTo>
                    <a:pt x="227" y="482"/>
                    <a:pt x="227" y="482"/>
                    <a:pt x="227" y="482"/>
                  </a:cubicBezTo>
                  <a:cubicBezTo>
                    <a:pt x="227" y="483"/>
                    <a:pt x="227" y="483"/>
                    <a:pt x="227" y="483"/>
                  </a:cubicBezTo>
                  <a:cubicBezTo>
                    <a:pt x="227" y="485"/>
                    <a:pt x="227" y="485"/>
                    <a:pt x="227" y="485"/>
                  </a:cubicBezTo>
                  <a:cubicBezTo>
                    <a:pt x="230" y="489"/>
                    <a:pt x="230" y="489"/>
                    <a:pt x="230" y="489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1"/>
                    <a:pt x="230" y="491"/>
                    <a:pt x="230" y="491"/>
                  </a:cubicBezTo>
                  <a:cubicBezTo>
                    <a:pt x="230" y="492"/>
                    <a:pt x="230" y="492"/>
                    <a:pt x="230" y="492"/>
                  </a:cubicBezTo>
                  <a:cubicBezTo>
                    <a:pt x="232" y="494"/>
                    <a:pt x="232" y="494"/>
                    <a:pt x="232" y="494"/>
                  </a:cubicBezTo>
                  <a:cubicBezTo>
                    <a:pt x="232" y="495"/>
                    <a:pt x="232" y="495"/>
                    <a:pt x="232" y="495"/>
                  </a:cubicBezTo>
                  <a:cubicBezTo>
                    <a:pt x="233" y="495"/>
                    <a:pt x="233" y="495"/>
                    <a:pt x="233" y="495"/>
                  </a:cubicBezTo>
                  <a:cubicBezTo>
                    <a:pt x="234" y="495"/>
                    <a:pt x="234" y="495"/>
                    <a:pt x="234" y="495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2" y="498"/>
                    <a:pt x="232" y="498"/>
                    <a:pt x="232" y="498"/>
                  </a:cubicBezTo>
                  <a:cubicBezTo>
                    <a:pt x="232" y="499"/>
                    <a:pt x="232" y="499"/>
                    <a:pt x="232" y="499"/>
                  </a:cubicBezTo>
                  <a:cubicBezTo>
                    <a:pt x="232" y="500"/>
                    <a:pt x="232" y="500"/>
                    <a:pt x="232" y="500"/>
                  </a:cubicBezTo>
                  <a:cubicBezTo>
                    <a:pt x="232" y="502"/>
                    <a:pt x="232" y="502"/>
                    <a:pt x="232" y="502"/>
                  </a:cubicBezTo>
                  <a:cubicBezTo>
                    <a:pt x="233" y="502"/>
                    <a:pt x="233" y="502"/>
                    <a:pt x="233" y="502"/>
                  </a:cubicBezTo>
                  <a:cubicBezTo>
                    <a:pt x="233" y="504"/>
                    <a:pt x="233" y="504"/>
                    <a:pt x="233" y="504"/>
                  </a:cubicBezTo>
                  <a:cubicBezTo>
                    <a:pt x="235" y="504"/>
                    <a:pt x="235" y="504"/>
                    <a:pt x="235" y="504"/>
                  </a:cubicBezTo>
                  <a:cubicBezTo>
                    <a:pt x="235" y="505"/>
                    <a:pt x="235" y="505"/>
                    <a:pt x="235" y="505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4" y="506"/>
                    <a:pt x="234" y="506"/>
                    <a:pt x="234" y="506"/>
                  </a:cubicBezTo>
                  <a:cubicBezTo>
                    <a:pt x="234" y="507"/>
                    <a:pt x="234" y="507"/>
                    <a:pt x="234" y="507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10"/>
                    <a:pt x="234" y="510"/>
                    <a:pt x="234" y="510"/>
                  </a:cubicBezTo>
                  <a:cubicBezTo>
                    <a:pt x="234" y="512"/>
                    <a:pt x="234" y="512"/>
                    <a:pt x="234" y="512"/>
                  </a:cubicBezTo>
                  <a:cubicBezTo>
                    <a:pt x="235" y="512"/>
                    <a:pt x="235" y="512"/>
                    <a:pt x="235" y="512"/>
                  </a:cubicBezTo>
                  <a:cubicBezTo>
                    <a:pt x="236" y="515"/>
                    <a:pt x="236" y="515"/>
                    <a:pt x="236" y="515"/>
                  </a:cubicBezTo>
                  <a:cubicBezTo>
                    <a:pt x="237" y="518"/>
                    <a:pt x="237" y="518"/>
                    <a:pt x="237" y="518"/>
                  </a:cubicBezTo>
                  <a:cubicBezTo>
                    <a:pt x="238" y="520"/>
                    <a:pt x="238" y="520"/>
                    <a:pt x="238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1"/>
                    <a:pt x="239" y="521"/>
                    <a:pt x="239" y="521"/>
                  </a:cubicBezTo>
                  <a:cubicBezTo>
                    <a:pt x="240" y="522"/>
                    <a:pt x="240" y="522"/>
                    <a:pt x="240" y="522"/>
                  </a:cubicBezTo>
                  <a:cubicBezTo>
                    <a:pt x="240" y="523"/>
                    <a:pt x="240" y="523"/>
                    <a:pt x="240" y="523"/>
                  </a:cubicBezTo>
                  <a:cubicBezTo>
                    <a:pt x="240" y="525"/>
                    <a:pt x="240" y="525"/>
                    <a:pt x="240" y="525"/>
                  </a:cubicBezTo>
                  <a:cubicBezTo>
                    <a:pt x="240" y="526"/>
                    <a:pt x="240" y="526"/>
                    <a:pt x="240" y="526"/>
                  </a:cubicBezTo>
                  <a:cubicBezTo>
                    <a:pt x="239" y="527"/>
                    <a:pt x="239" y="527"/>
                    <a:pt x="239" y="527"/>
                  </a:cubicBezTo>
                  <a:cubicBezTo>
                    <a:pt x="240" y="529"/>
                    <a:pt x="240" y="529"/>
                    <a:pt x="240" y="529"/>
                  </a:cubicBezTo>
                  <a:cubicBezTo>
                    <a:pt x="241" y="529"/>
                    <a:pt x="241" y="529"/>
                    <a:pt x="241" y="529"/>
                  </a:cubicBezTo>
                  <a:cubicBezTo>
                    <a:pt x="243" y="529"/>
                    <a:pt x="243" y="529"/>
                    <a:pt x="243" y="529"/>
                  </a:cubicBezTo>
                  <a:cubicBezTo>
                    <a:pt x="245" y="530"/>
                    <a:pt x="245" y="530"/>
                    <a:pt x="245" y="530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47" y="531"/>
                    <a:pt x="247" y="531"/>
                    <a:pt x="247" y="531"/>
                  </a:cubicBezTo>
                  <a:cubicBezTo>
                    <a:pt x="249" y="531"/>
                    <a:pt x="249" y="531"/>
                    <a:pt x="249" y="531"/>
                  </a:cubicBezTo>
                  <a:cubicBezTo>
                    <a:pt x="250" y="531"/>
                    <a:pt x="250" y="531"/>
                    <a:pt x="250" y="531"/>
                  </a:cubicBezTo>
                  <a:cubicBezTo>
                    <a:pt x="250" y="533"/>
                    <a:pt x="250" y="533"/>
                    <a:pt x="250" y="533"/>
                  </a:cubicBezTo>
                  <a:cubicBezTo>
                    <a:pt x="252" y="534"/>
                    <a:pt x="252" y="534"/>
                    <a:pt x="252" y="534"/>
                  </a:cubicBezTo>
                  <a:cubicBezTo>
                    <a:pt x="253" y="534"/>
                    <a:pt x="253" y="534"/>
                    <a:pt x="253" y="534"/>
                  </a:cubicBezTo>
                  <a:cubicBezTo>
                    <a:pt x="255" y="534"/>
                    <a:pt x="255" y="534"/>
                    <a:pt x="255" y="534"/>
                  </a:cubicBezTo>
                  <a:cubicBezTo>
                    <a:pt x="255" y="535"/>
                    <a:pt x="255" y="535"/>
                    <a:pt x="255" y="535"/>
                  </a:cubicBezTo>
                  <a:cubicBezTo>
                    <a:pt x="255" y="536"/>
                    <a:pt x="255" y="536"/>
                    <a:pt x="255" y="536"/>
                  </a:cubicBezTo>
                  <a:cubicBezTo>
                    <a:pt x="256" y="537"/>
                    <a:pt x="256" y="537"/>
                    <a:pt x="256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9" y="538"/>
                    <a:pt x="259" y="538"/>
                    <a:pt x="259" y="538"/>
                  </a:cubicBezTo>
                  <a:cubicBezTo>
                    <a:pt x="261" y="542"/>
                    <a:pt x="261" y="542"/>
                    <a:pt x="261" y="542"/>
                  </a:cubicBezTo>
                  <a:cubicBezTo>
                    <a:pt x="262" y="544"/>
                    <a:pt x="262" y="544"/>
                    <a:pt x="262" y="544"/>
                  </a:cubicBezTo>
                  <a:cubicBezTo>
                    <a:pt x="261" y="545"/>
                    <a:pt x="261" y="545"/>
                    <a:pt x="261" y="545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2" y="549"/>
                    <a:pt x="262" y="549"/>
                    <a:pt x="262" y="549"/>
                  </a:cubicBezTo>
                  <a:cubicBezTo>
                    <a:pt x="263" y="552"/>
                    <a:pt x="263" y="552"/>
                    <a:pt x="263" y="552"/>
                  </a:cubicBezTo>
                  <a:cubicBezTo>
                    <a:pt x="264" y="554"/>
                    <a:pt x="264" y="554"/>
                    <a:pt x="264" y="554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3" y="556"/>
                    <a:pt x="263" y="556"/>
                    <a:pt x="263" y="556"/>
                  </a:cubicBezTo>
                  <a:cubicBezTo>
                    <a:pt x="264" y="558"/>
                    <a:pt x="264" y="558"/>
                    <a:pt x="264" y="558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6" y="562"/>
                    <a:pt x="266" y="562"/>
                    <a:pt x="266" y="562"/>
                  </a:cubicBezTo>
                  <a:cubicBezTo>
                    <a:pt x="267" y="564"/>
                    <a:pt x="267" y="564"/>
                    <a:pt x="267" y="564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7"/>
                    <a:pt x="267" y="567"/>
                    <a:pt x="267" y="567"/>
                  </a:cubicBezTo>
                  <a:cubicBezTo>
                    <a:pt x="268" y="568"/>
                    <a:pt x="268" y="568"/>
                    <a:pt x="268" y="568"/>
                  </a:cubicBezTo>
                  <a:cubicBezTo>
                    <a:pt x="268" y="569"/>
                    <a:pt x="268" y="569"/>
                    <a:pt x="268" y="569"/>
                  </a:cubicBezTo>
                  <a:cubicBezTo>
                    <a:pt x="268" y="571"/>
                    <a:pt x="268" y="571"/>
                    <a:pt x="268" y="571"/>
                  </a:cubicBezTo>
                  <a:cubicBezTo>
                    <a:pt x="269" y="573"/>
                    <a:pt x="269" y="573"/>
                    <a:pt x="269" y="573"/>
                  </a:cubicBezTo>
                  <a:cubicBezTo>
                    <a:pt x="271" y="575"/>
                    <a:pt x="271" y="575"/>
                    <a:pt x="271" y="575"/>
                  </a:cubicBezTo>
                  <a:cubicBezTo>
                    <a:pt x="272" y="575"/>
                    <a:pt x="272" y="575"/>
                    <a:pt x="272" y="575"/>
                  </a:cubicBezTo>
                  <a:cubicBezTo>
                    <a:pt x="273" y="577"/>
                    <a:pt x="273" y="577"/>
                    <a:pt x="273" y="577"/>
                  </a:cubicBezTo>
                  <a:cubicBezTo>
                    <a:pt x="274" y="578"/>
                    <a:pt x="274" y="578"/>
                    <a:pt x="274" y="578"/>
                  </a:cubicBezTo>
                  <a:cubicBezTo>
                    <a:pt x="275" y="579"/>
                    <a:pt x="275" y="579"/>
                    <a:pt x="275" y="579"/>
                  </a:cubicBezTo>
                  <a:cubicBezTo>
                    <a:pt x="277" y="581"/>
                    <a:pt x="277" y="581"/>
                    <a:pt x="277" y="581"/>
                  </a:cubicBezTo>
                  <a:cubicBezTo>
                    <a:pt x="277" y="583"/>
                    <a:pt x="277" y="583"/>
                    <a:pt x="277" y="583"/>
                  </a:cubicBezTo>
                  <a:cubicBezTo>
                    <a:pt x="278" y="584"/>
                    <a:pt x="278" y="584"/>
                    <a:pt x="278" y="584"/>
                  </a:cubicBezTo>
                  <a:cubicBezTo>
                    <a:pt x="279" y="585"/>
                    <a:pt x="279" y="585"/>
                    <a:pt x="279" y="585"/>
                  </a:cubicBezTo>
                  <a:cubicBezTo>
                    <a:pt x="278" y="586"/>
                    <a:pt x="278" y="586"/>
                    <a:pt x="278" y="586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8"/>
                    <a:pt x="278" y="588"/>
                    <a:pt x="278" y="588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6" y="589"/>
                    <a:pt x="276" y="589"/>
                    <a:pt x="276" y="589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5" y="590"/>
                    <a:pt x="275" y="590"/>
                    <a:pt x="275" y="590"/>
                  </a:cubicBezTo>
                  <a:cubicBezTo>
                    <a:pt x="274" y="589"/>
                    <a:pt x="274" y="589"/>
                    <a:pt x="274" y="589"/>
                  </a:cubicBezTo>
                  <a:cubicBezTo>
                    <a:pt x="272" y="589"/>
                    <a:pt x="272" y="589"/>
                    <a:pt x="272" y="589"/>
                  </a:cubicBezTo>
                  <a:cubicBezTo>
                    <a:pt x="271" y="590"/>
                    <a:pt x="271" y="590"/>
                    <a:pt x="271" y="590"/>
                  </a:cubicBezTo>
                  <a:cubicBezTo>
                    <a:pt x="272" y="593"/>
                    <a:pt x="272" y="593"/>
                    <a:pt x="272" y="593"/>
                  </a:cubicBezTo>
                  <a:cubicBezTo>
                    <a:pt x="274" y="593"/>
                    <a:pt x="274" y="593"/>
                    <a:pt x="274" y="593"/>
                  </a:cubicBezTo>
                  <a:cubicBezTo>
                    <a:pt x="274" y="594"/>
                    <a:pt x="274" y="594"/>
                    <a:pt x="274" y="594"/>
                  </a:cubicBezTo>
                  <a:cubicBezTo>
                    <a:pt x="275" y="596"/>
                    <a:pt x="275" y="596"/>
                    <a:pt x="275" y="596"/>
                  </a:cubicBezTo>
                  <a:cubicBezTo>
                    <a:pt x="276" y="597"/>
                    <a:pt x="276" y="597"/>
                    <a:pt x="276" y="597"/>
                  </a:cubicBezTo>
                  <a:cubicBezTo>
                    <a:pt x="278" y="597"/>
                    <a:pt x="278" y="597"/>
                    <a:pt x="278" y="597"/>
                  </a:cubicBezTo>
                  <a:cubicBezTo>
                    <a:pt x="278" y="598"/>
                    <a:pt x="278" y="598"/>
                    <a:pt x="278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80" y="600"/>
                    <a:pt x="280" y="600"/>
                    <a:pt x="280" y="600"/>
                  </a:cubicBezTo>
                  <a:cubicBezTo>
                    <a:pt x="281" y="600"/>
                    <a:pt x="281" y="600"/>
                    <a:pt x="281" y="600"/>
                  </a:cubicBezTo>
                  <a:cubicBezTo>
                    <a:pt x="283" y="600"/>
                    <a:pt x="283" y="600"/>
                    <a:pt x="283" y="600"/>
                  </a:cubicBezTo>
                  <a:cubicBezTo>
                    <a:pt x="283" y="599"/>
                    <a:pt x="283" y="599"/>
                    <a:pt x="283" y="599"/>
                  </a:cubicBezTo>
                  <a:cubicBezTo>
                    <a:pt x="284" y="601"/>
                    <a:pt x="284" y="601"/>
                    <a:pt x="284" y="601"/>
                  </a:cubicBezTo>
                  <a:cubicBezTo>
                    <a:pt x="286" y="604"/>
                    <a:pt x="286" y="604"/>
                    <a:pt x="286" y="604"/>
                  </a:cubicBezTo>
                  <a:cubicBezTo>
                    <a:pt x="288" y="605"/>
                    <a:pt x="288" y="605"/>
                    <a:pt x="288" y="605"/>
                  </a:cubicBezTo>
                  <a:cubicBezTo>
                    <a:pt x="288" y="604"/>
                    <a:pt x="288" y="604"/>
                    <a:pt x="288" y="604"/>
                  </a:cubicBezTo>
                  <a:cubicBezTo>
                    <a:pt x="289" y="605"/>
                    <a:pt x="289" y="605"/>
                    <a:pt x="289" y="605"/>
                  </a:cubicBezTo>
                  <a:cubicBezTo>
                    <a:pt x="290" y="608"/>
                    <a:pt x="290" y="608"/>
                    <a:pt x="290" y="608"/>
                  </a:cubicBezTo>
                  <a:cubicBezTo>
                    <a:pt x="290" y="611"/>
                    <a:pt x="290" y="611"/>
                    <a:pt x="290" y="611"/>
                  </a:cubicBezTo>
                  <a:cubicBezTo>
                    <a:pt x="289" y="613"/>
                    <a:pt x="289" y="613"/>
                    <a:pt x="289" y="613"/>
                  </a:cubicBezTo>
                  <a:cubicBezTo>
                    <a:pt x="288" y="615"/>
                    <a:pt x="288" y="615"/>
                    <a:pt x="288" y="615"/>
                  </a:cubicBezTo>
                  <a:cubicBezTo>
                    <a:pt x="288" y="617"/>
                    <a:pt x="288" y="617"/>
                    <a:pt x="288" y="617"/>
                  </a:cubicBezTo>
                  <a:cubicBezTo>
                    <a:pt x="290" y="618"/>
                    <a:pt x="290" y="618"/>
                    <a:pt x="290" y="618"/>
                  </a:cubicBezTo>
                  <a:cubicBezTo>
                    <a:pt x="291" y="618"/>
                    <a:pt x="291" y="618"/>
                    <a:pt x="291" y="618"/>
                  </a:cubicBezTo>
                  <a:cubicBezTo>
                    <a:pt x="291" y="619"/>
                    <a:pt x="291" y="619"/>
                    <a:pt x="291" y="619"/>
                  </a:cubicBezTo>
                  <a:cubicBezTo>
                    <a:pt x="292" y="619"/>
                    <a:pt x="292" y="619"/>
                    <a:pt x="292" y="619"/>
                  </a:cubicBezTo>
                  <a:cubicBezTo>
                    <a:pt x="293" y="620"/>
                    <a:pt x="293" y="620"/>
                    <a:pt x="293" y="620"/>
                  </a:cubicBezTo>
                  <a:cubicBezTo>
                    <a:pt x="296" y="624"/>
                    <a:pt x="296" y="624"/>
                    <a:pt x="296" y="624"/>
                  </a:cubicBezTo>
                  <a:cubicBezTo>
                    <a:pt x="297" y="624"/>
                    <a:pt x="297" y="624"/>
                    <a:pt x="297" y="624"/>
                  </a:cubicBezTo>
                  <a:cubicBezTo>
                    <a:pt x="298" y="625"/>
                    <a:pt x="298" y="625"/>
                    <a:pt x="298" y="625"/>
                  </a:cubicBezTo>
                  <a:cubicBezTo>
                    <a:pt x="299" y="627"/>
                    <a:pt x="299" y="627"/>
                    <a:pt x="299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9"/>
                    <a:pt x="301" y="629"/>
                    <a:pt x="301" y="629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1"/>
                    <a:pt x="302" y="631"/>
                    <a:pt x="302" y="631"/>
                  </a:cubicBezTo>
                  <a:cubicBezTo>
                    <a:pt x="303" y="633"/>
                    <a:pt x="303" y="633"/>
                    <a:pt x="303" y="633"/>
                  </a:cubicBezTo>
                  <a:cubicBezTo>
                    <a:pt x="304" y="633"/>
                    <a:pt x="304" y="633"/>
                    <a:pt x="304" y="633"/>
                  </a:cubicBezTo>
                  <a:cubicBezTo>
                    <a:pt x="307" y="632"/>
                    <a:pt x="307" y="632"/>
                    <a:pt x="307" y="632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7" y="626"/>
                    <a:pt x="307" y="626"/>
                    <a:pt x="307" y="626"/>
                  </a:cubicBezTo>
                  <a:cubicBezTo>
                    <a:pt x="307" y="625"/>
                    <a:pt x="307" y="625"/>
                    <a:pt x="307" y="625"/>
                  </a:cubicBezTo>
                  <a:cubicBezTo>
                    <a:pt x="306" y="623"/>
                    <a:pt x="306" y="623"/>
                    <a:pt x="306" y="623"/>
                  </a:cubicBezTo>
                  <a:cubicBezTo>
                    <a:pt x="305" y="623"/>
                    <a:pt x="305" y="623"/>
                    <a:pt x="305" y="623"/>
                  </a:cubicBezTo>
                  <a:cubicBezTo>
                    <a:pt x="304" y="622"/>
                    <a:pt x="304" y="622"/>
                    <a:pt x="304" y="622"/>
                  </a:cubicBezTo>
                  <a:cubicBezTo>
                    <a:pt x="304" y="621"/>
                    <a:pt x="304" y="621"/>
                    <a:pt x="304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3" y="619"/>
                    <a:pt x="303" y="619"/>
                    <a:pt x="303" y="619"/>
                  </a:cubicBezTo>
                  <a:cubicBezTo>
                    <a:pt x="301" y="619"/>
                    <a:pt x="301" y="619"/>
                    <a:pt x="301" y="619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0"/>
                    <a:pt x="301" y="620"/>
                    <a:pt x="301" y="620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2" y="616"/>
                    <a:pt x="302" y="616"/>
                    <a:pt x="302" y="616"/>
                  </a:cubicBezTo>
                  <a:cubicBezTo>
                    <a:pt x="302" y="615"/>
                    <a:pt x="302" y="615"/>
                    <a:pt x="302" y="615"/>
                  </a:cubicBezTo>
                  <a:cubicBezTo>
                    <a:pt x="300" y="612"/>
                    <a:pt x="300" y="612"/>
                    <a:pt x="300" y="612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3"/>
                    <a:pt x="299" y="613"/>
                    <a:pt x="299" y="613"/>
                  </a:cubicBezTo>
                  <a:cubicBezTo>
                    <a:pt x="299" y="612"/>
                    <a:pt x="299" y="612"/>
                    <a:pt x="299" y="612"/>
                  </a:cubicBezTo>
                  <a:cubicBezTo>
                    <a:pt x="298" y="611"/>
                    <a:pt x="298" y="611"/>
                    <a:pt x="298" y="611"/>
                  </a:cubicBezTo>
                  <a:cubicBezTo>
                    <a:pt x="299" y="610"/>
                    <a:pt x="299" y="610"/>
                    <a:pt x="299" y="610"/>
                  </a:cubicBezTo>
                  <a:cubicBezTo>
                    <a:pt x="298" y="609"/>
                    <a:pt x="298" y="609"/>
                    <a:pt x="298" y="609"/>
                  </a:cubicBezTo>
                  <a:cubicBezTo>
                    <a:pt x="298" y="608"/>
                    <a:pt x="298" y="608"/>
                    <a:pt x="298" y="608"/>
                  </a:cubicBezTo>
                  <a:cubicBezTo>
                    <a:pt x="297" y="607"/>
                    <a:pt x="297" y="607"/>
                    <a:pt x="297" y="607"/>
                  </a:cubicBezTo>
                  <a:cubicBezTo>
                    <a:pt x="297" y="605"/>
                    <a:pt x="297" y="605"/>
                    <a:pt x="297" y="605"/>
                  </a:cubicBezTo>
                  <a:cubicBezTo>
                    <a:pt x="297" y="604"/>
                    <a:pt x="297" y="604"/>
                    <a:pt x="297" y="604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96" y="600"/>
                    <a:pt x="296" y="600"/>
                    <a:pt x="296" y="600"/>
                  </a:cubicBezTo>
                  <a:cubicBezTo>
                    <a:pt x="295" y="599"/>
                    <a:pt x="295" y="599"/>
                    <a:pt x="295" y="599"/>
                  </a:cubicBezTo>
                  <a:cubicBezTo>
                    <a:pt x="294" y="598"/>
                    <a:pt x="294" y="598"/>
                    <a:pt x="294" y="598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3" y="599"/>
                    <a:pt x="293" y="599"/>
                    <a:pt x="293" y="599"/>
                  </a:cubicBezTo>
                  <a:cubicBezTo>
                    <a:pt x="293" y="598"/>
                    <a:pt x="293" y="598"/>
                    <a:pt x="293" y="598"/>
                  </a:cubicBezTo>
                  <a:cubicBezTo>
                    <a:pt x="294" y="597"/>
                    <a:pt x="294" y="597"/>
                    <a:pt x="294" y="597"/>
                  </a:cubicBezTo>
                  <a:cubicBezTo>
                    <a:pt x="293" y="596"/>
                    <a:pt x="293" y="596"/>
                    <a:pt x="293" y="596"/>
                  </a:cubicBezTo>
                  <a:cubicBezTo>
                    <a:pt x="292" y="596"/>
                    <a:pt x="292" y="596"/>
                    <a:pt x="292" y="596"/>
                  </a:cubicBezTo>
                  <a:cubicBezTo>
                    <a:pt x="292" y="593"/>
                    <a:pt x="292" y="593"/>
                    <a:pt x="292" y="593"/>
                  </a:cubicBezTo>
                  <a:cubicBezTo>
                    <a:pt x="291" y="591"/>
                    <a:pt x="291" y="591"/>
                    <a:pt x="291" y="591"/>
                  </a:cubicBezTo>
                  <a:cubicBezTo>
                    <a:pt x="290" y="591"/>
                    <a:pt x="290" y="591"/>
                    <a:pt x="290" y="591"/>
                  </a:cubicBezTo>
                  <a:cubicBezTo>
                    <a:pt x="289" y="590"/>
                    <a:pt x="289" y="590"/>
                    <a:pt x="289" y="590"/>
                  </a:cubicBezTo>
                  <a:cubicBezTo>
                    <a:pt x="289" y="588"/>
                    <a:pt x="289" y="588"/>
                    <a:pt x="289" y="588"/>
                  </a:cubicBezTo>
                  <a:cubicBezTo>
                    <a:pt x="289" y="586"/>
                    <a:pt x="289" y="586"/>
                    <a:pt x="289" y="586"/>
                  </a:cubicBezTo>
                  <a:cubicBezTo>
                    <a:pt x="288" y="584"/>
                    <a:pt x="288" y="584"/>
                    <a:pt x="288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2"/>
                    <a:pt x="286" y="582"/>
                    <a:pt x="286" y="582"/>
                  </a:cubicBezTo>
                  <a:cubicBezTo>
                    <a:pt x="285" y="581"/>
                    <a:pt x="285" y="581"/>
                    <a:pt x="285" y="581"/>
                  </a:cubicBezTo>
                  <a:cubicBezTo>
                    <a:pt x="284" y="580"/>
                    <a:pt x="284" y="580"/>
                    <a:pt x="284" y="580"/>
                  </a:cubicBezTo>
                  <a:cubicBezTo>
                    <a:pt x="283" y="579"/>
                    <a:pt x="283" y="579"/>
                    <a:pt x="283" y="579"/>
                  </a:cubicBezTo>
                  <a:cubicBezTo>
                    <a:pt x="284" y="578"/>
                    <a:pt x="284" y="578"/>
                    <a:pt x="284" y="578"/>
                  </a:cubicBezTo>
                  <a:cubicBezTo>
                    <a:pt x="283" y="576"/>
                    <a:pt x="283" y="576"/>
                    <a:pt x="283" y="576"/>
                  </a:cubicBezTo>
                  <a:cubicBezTo>
                    <a:pt x="281" y="575"/>
                    <a:pt x="281" y="575"/>
                    <a:pt x="281" y="575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3"/>
                    <a:pt x="280" y="573"/>
                    <a:pt x="280" y="573"/>
                  </a:cubicBezTo>
                  <a:cubicBezTo>
                    <a:pt x="279" y="570"/>
                    <a:pt x="279" y="570"/>
                    <a:pt x="279" y="570"/>
                  </a:cubicBezTo>
                  <a:cubicBezTo>
                    <a:pt x="278" y="570"/>
                    <a:pt x="278" y="570"/>
                    <a:pt x="278" y="570"/>
                  </a:cubicBezTo>
                  <a:cubicBezTo>
                    <a:pt x="279" y="569"/>
                    <a:pt x="279" y="569"/>
                    <a:pt x="279" y="569"/>
                  </a:cubicBezTo>
                  <a:cubicBezTo>
                    <a:pt x="278" y="563"/>
                    <a:pt x="278" y="563"/>
                    <a:pt x="278" y="563"/>
                  </a:cubicBezTo>
                  <a:cubicBezTo>
                    <a:pt x="278" y="560"/>
                    <a:pt x="278" y="560"/>
                    <a:pt x="278" y="560"/>
                  </a:cubicBezTo>
                  <a:cubicBezTo>
                    <a:pt x="279" y="559"/>
                    <a:pt x="279" y="559"/>
                    <a:pt x="279" y="559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81" y="556"/>
                    <a:pt x="281" y="556"/>
                    <a:pt x="281" y="556"/>
                  </a:cubicBezTo>
                  <a:cubicBezTo>
                    <a:pt x="282" y="558"/>
                    <a:pt x="282" y="558"/>
                    <a:pt x="282" y="558"/>
                  </a:cubicBezTo>
                  <a:cubicBezTo>
                    <a:pt x="283" y="559"/>
                    <a:pt x="283" y="559"/>
                    <a:pt x="283" y="559"/>
                  </a:cubicBezTo>
                  <a:cubicBezTo>
                    <a:pt x="284" y="559"/>
                    <a:pt x="284" y="559"/>
                    <a:pt x="284" y="559"/>
                  </a:cubicBezTo>
                  <a:cubicBezTo>
                    <a:pt x="285" y="559"/>
                    <a:pt x="285" y="559"/>
                    <a:pt x="285" y="559"/>
                  </a:cubicBezTo>
                  <a:cubicBezTo>
                    <a:pt x="286" y="559"/>
                    <a:pt x="286" y="559"/>
                    <a:pt x="286" y="559"/>
                  </a:cubicBezTo>
                  <a:cubicBezTo>
                    <a:pt x="286" y="560"/>
                    <a:pt x="286" y="560"/>
                    <a:pt x="286" y="560"/>
                  </a:cubicBezTo>
                  <a:cubicBezTo>
                    <a:pt x="288" y="560"/>
                    <a:pt x="288" y="560"/>
                    <a:pt x="288" y="560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8" y="562"/>
                    <a:pt x="288" y="562"/>
                    <a:pt x="288" y="562"/>
                  </a:cubicBezTo>
                  <a:cubicBezTo>
                    <a:pt x="288" y="564"/>
                    <a:pt x="288" y="564"/>
                    <a:pt x="288" y="564"/>
                  </a:cubicBezTo>
                  <a:cubicBezTo>
                    <a:pt x="289" y="566"/>
                    <a:pt x="289" y="566"/>
                    <a:pt x="289" y="566"/>
                  </a:cubicBezTo>
                  <a:cubicBezTo>
                    <a:pt x="289" y="568"/>
                    <a:pt x="289" y="568"/>
                    <a:pt x="289" y="568"/>
                  </a:cubicBezTo>
                  <a:cubicBezTo>
                    <a:pt x="290" y="569"/>
                    <a:pt x="290" y="569"/>
                    <a:pt x="290" y="569"/>
                  </a:cubicBezTo>
                  <a:cubicBezTo>
                    <a:pt x="290" y="571"/>
                    <a:pt x="290" y="571"/>
                    <a:pt x="290" y="571"/>
                  </a:cubicBezTo>
                  <a:cubicBezTo>
                    <a:pt x="290" y="572"/>
                    <a:pt x="290" y="572"/>
                    <a:pt x="290" y="572"/>
                  </a:cubicBezTo>
                  <a:cubicBezTo>
                    <a:pt x="291" y="573"/>
                    <a:pt x="291" y="573"/>
                    <a:pt x="291" y="573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7"/>
                    <a:pt x="292" y="577"/>
                    <a:pt x="292" y="577"/>
                  </a:cubicBezTo>
                  <a:cubicBezTo>
                    <a:pt x="292" y="579"/>
                    <a:pt x="292" y="579"/>
                    <a:pt x="292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5" y="582"/>
                    <a:pt x="295" y="582"/>
                    <a:pt x="295" y="582"/>
                  </a:cubicBezTo>
                  <a:cubicBezTo>
                    <a:pt x="296" y="583"/>
                    <a:pt x="296" y="583"/>
                    <a:pt x="296" y="583"/>
                  </a:cubicBezTo>
                  <a:cubicBezTo>
                    <a:pt x="296" y="585"/>
                    <a:pt x="296" y="585"/>
                    <a:pt x="296" y="585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8" y="587"/>
                    <a:pt x="298" y="587"/>
                    <a:pt x="298" y="587"/>
                  </a:cubicBezTo>
                  <a:cubicBezTo>
                    <a:pt x="299" y="589"/>
                    <a:pt x="299" y="589"/>
                    <a:pt x="299" y="589"/>
                  </a:cubicBezTo>
                  <a:cubicBezTo>
                    <a:pt x="300" y="589"/>
                    <a:pt x="300" y="589"/>
                    <a:pt x="300" y="589"/>
                  </a:cubicBezTo>
                  <a:cubicBezTo>
                    <a:pt x="300" y="590"/>
                    <a:pt x="300" y="590"/>
                    <a:pt x="300" y="590"/>
                  </a:cubicBezTo>
                  <a:cubicBezTo>
                    <a:pt x="301" y="590"/>
                    <a:pt x="301" y="590"/>
                    <a:pt x="301" y="590"/>
                  </a:cubicBezTo>
                  <a:cubicBezTo>
                    <a:pt x="302" y="591"/>
                    <a:pt x="302" y="591"/>
                    <a:pt x="302" y="591"/>
                  </a:cubicBezTo>
                  <a:cubicBezTo>
                    <a:pt x="303" y="590"/>
                    <a:pt x="303" y="590"/>
                    <a:pt x="303" y="590"/>
                  </a:cubicBezTo>
                  <a:cubicBezTo>
                    <a:pt x="303" y="591"/>
                    <a:pt x="303" y="591"/>
                    <a:pt x="303" y="591"/>
                  </a:cubicBezTo>
                  <a:cubicBezTo>
                    <a:pt x="303" y="592"/>
                    <a:pt x="303" y="592"/>
                    <a:pt x="303" y="592"/>
                  </a:cubicBezTo>
                  <a:cubicBezTo>
                    <a:pt x="302" y="593"/>
                    <a:pt x="302" y="593"/>
                    <a:pt x="302" y="593"/>
                  </a:cubicBezTo>
                  <a:cubicBezTo>
                    <a:pt x="303" y="595"/>
                    <a:pt x="303" y="595"/>
                    <a:pt x="303" y="595"/>
                  </a:cubicBezTo>
                  <a:cubicBezTo>
                    <a:pt x="306" y="598"/>
                    <a:pt x="306" y="598"/>
                    <a:pt x="306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9"/>
                    <a:pt x="307" y="599"/>
                    <a:pt x="307" y="599"/>
                  </a:cubicBezTo>
                  <a:cubicBezTo>
                    <a:pt x="308" y="600"/>
                    <a:pt x="308" y="600"/>
                    <a:pt x="308" y="600"/>
                  </a:cubicBezTo>
                  <a:cubicBezTo>
                    <a:pt x="309" y="601"/>
                    <a:pt x="309" y="601"/>
                    <a:pt x="309" y="601"/>
                  </a:cubicBezTo>
                  <a:cubicBezTo>
                    <a:pt x="310" y="601"/>
                    <a:pt x="310" y="601"/>
                    <a:pt x="310" y="601"/>
                  </a:cubicBezTo>
                  <a:cubicBezTo>
                    <a:pt x="311" y="602"/>
                    <a:pt x="311" y="602"/>
                    <a:pt x="311" y="602"/>
                  </a:cubicBezTo>
                  <a:cubicBezTo>
                    <a:pt x="311" y="603"/>
                    <a:pt x="311" y="603"/>
                    <a:pt x="311" y="603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0" y="605"/>
                    <a:pt x="310" y="605"/>
                    <a:pt x="310" y="605"/>
                  </a:cubicBezTo>
                  <a:cubicBezTo>
                    <a:pt x="309" y="608"/>
                    <a:pt x="309" y="608"/>
                    <a:pt x="309" y="608"/>
                  </a:cubicBezTo>
                  <a:cubicBezTo>
                    <a:pt x="309" y="610"/>
                    <a:pt x="309" y="610"/>
                    <a:pt x="309" y="610"/>
                  </a:cubicBezTo>
                  <a:cubicBezTo>
                    <a:pt x="311" y="611"/>
                    <a:pt x="311" y="611"/>
                    <a:pt x="311" y="611"/>
                  </a:cubicBezTo>
                  <a:cubicBezTo>
                    <a:pt x="312" y="611"/>
                    <a:pt x="312" y="611"/>
                    <a:pt x="312" y="611"/>
                  </a:cubicBezTo>
                  <a:cubicBezTo>
                    <a:pt x="316" y="614"/>
                    <a:pt x="316" y="614"/>
                    <a:pt x="316" y="614"/>
                  </a:cubicBezTo>
                  <a:cubicBezTo>
                    <a:pt x="318" y="614"/>
                    <a:pt x="318" y="614"/>
                    <a:pt x="318" y="614"/>
                  </a:cubicBezTo>
                  <a:cubicBezTo>
                    <a:pt x="319" y="614"/>
                    <a:pt x="319" y="614"/>
                    <a:pt x="319" y="614"/>
                  </a:cubicBezTo>
                  <a:cubicBezTo>
                    <a:pt x="319" y="616"/>
                    <a:pt x="319" y="616"/>
                    <a:pt x="319" y="616"/>
                  </a:cubicBezTo>
                  <a:cubicBezTo>
                    <a:pt x="320" y="617"/>
                    <a:pt x="320" y="617"/>
                    <a:pt x="320" y="617"/>
                  </a:cubicBezTo>
                  <a:cubicBezTo>
                    <a:pt x="319" y="617"/>
                    <a:pt x="319" y="617"/>
                    <a:pt x="319" y="617"/>
                  </a:cubicBezTo>
                  <a:cubicBezTo>
                    <a:pt x="318" y="618"/>
                    <a:pt x="318" y="618"/>
                    <a:pt x="318" y="618"/>
                  </a:cubicBezTo>
                  <a:cubicBezTo>
                    <a:pt x="319" y="619"/>
                    <a:pt x="319" y="619"/>
                    <a:pt x="319" y="619"/>
                  </a:cubicBezTo>
                  <a:cubicBezTo>
                    <a:pt x="320" y="620"/>
                    <a:pt x="320" y="620"/>
                    <a:pt x="320" y="620"/>
                  </a:cubicBezTo>
                  <a:cubicBezTo>
                    <a:pt x="322" y="621"/>
                    <a:pt x="322" y="621"/>
                    <a:pt x="322" y="621"/>
                  </a:cubicBezTo>
                  <a:cubicBezTo>
                    <a:pt x="322" y="622"/>
                    <a:pt x="322" y="622"/>
                    <a:pt x="322" y="622"/>
                  </a:cubicBezTo>
                  <a:cubicBezTo>
                    <a:pt x="323" y="622"/>
                    <a:pt x="323" y="622"/>
                    <a:pt x="323" y="622"/>
                  </a:cubicBezTo>
                  <a:cubicBezTo>
                    <a:pt x="325" y="624"/>
                    <a:pt x="325" y="624"/>
                    <a:pt x="325" y="624"/>
                  </a:cubicBezTo>
                  <a:cubicBezTo>
                    <a:pt x="327" y="627"/>
                    <a:pt x="327" y="627"/>
                    <a:pt x="327" y="627"/>
                  </a:cubicBezTo>
                  <a:cubicBezTo>
                    <a:pt x="329" y="630"/>
                    <a:pt x="329" y="630"/>
                    <a:pt x="329" y="630"/>
                  </a:cubicBezTo>
                  <a:cubicBezTo>
                    <a:pt x="331" y="632"/>
                    <a:pt x="331" y="632"/>
                    <a:pt x="331" y="632"/>
                  </a:cubicBezTo>
                  <a:cubicBezTo>
                    <a:pt x="331" y="633"/>
                    <a:pt x="331" y="633"/>
                    <a:pt x="331" y="633"/>
                  </a:cubicBezTo>
                  <a:cubicBezTo>
                    <a:pt x="334" y="637"/>
                    <a:pt x="334" y="637"/>
                    <a:pt x="334" y="637"/>
                  </a:cubicBezTo>
                  <a:cubicBezTo>
                    <a:pt x="334" y="638"/>
                    <a:pt x="334" y="638"/>
                    <a:pt x="334" y="638"/>
                  </a:cubicBezTo>
                  <a:cubicBezTo>
                    <a:pt x="333" y="639"/>
                    <a:pt x="333" y="639"/>
                    <a:pt x="333" y="639"/>
                  </a:cubicBezTo>
                  <a:cubicBezTo>
                    <a:pt x="334" y="640"/>
                    <a:pt x="334" y="640"/>
                    <a:pt x="334" y="640"/>
                  </a:cubicBezTo>
                  <a:cubicBezTo>
                    <a:pt x="336" y="646"/>
                    <a:pt x="336" y="646"/>
                    <a:pt x="336" y="646"/>
                  </a:cubicBezTo>
                  <a:cubicBezTo>
                    <a:pt x="337" y="648"/>
                    <a:pt x="337" y="648"/>
                    <a:pt x="337" y="648"/>
                  </a:cubicBezTo>
                  <a:cubicBezTo>
                    <a:pt x="336" y="649"/>
                    <a:pt x="336" y="649"/>
                    <a:pt x="336" y="649"/>
                  </a:cubicBezTo>
                  <a:cubicBezTo>
                    <a:pt x="334" y="650"/>
                    <a:pt x="334" y="650"/>
                    <a:pt x="334" y="650"/>
                  </a:cubicBezTo>
                  <a:cubicBezTo>
                    <a:pt x="334" y="652"/>
                    <a:pt x="334" y="652"/>
                    <a:pt x="334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3"/>
                    <a:pt x="335" y="653"/>
                    <a:pt x="335" y="653"/>
                  </a:cubicBezTo>
                  <a:cubicBezTo>
                    <a:pt x="334" y="653"/>
                    <a:pt x="334" y="653"/>
                    <a:pt x="334" y="653"/>
                  </a:cubicBezTo>
                  <a:cubicBezTo>
                    <a:pt x="332" y="653"/>
                    <a:pt x="332" y="653"/>
                    <a:pt x="332" y="653"/>
                  </a:cubicBezTo>
                  <a:cubicBezTo>
                    <a:pt x="332" y="654"/>
                    <a:pt x="332" y="654"/>
                    <a:pt x="332" y="654"/>
                  </a:cubicBezTo>
                  <a:cubicBezTo>
                    <a:pt x="333" y="657"/>
                    <a:pt x="333" y="657"/>
                    <a:pt x="333" y="657"/>
                  </a:cubicBezTo>
                  <a:cubicBezTo>
                    <a:pt x="334" y="658"/>
                    <a:pt x="334" y="658"/>
                    <a:pt x="334" y="658"/>
                  </a:cubicBezTo>
                  <a:cubicBezTo>
                    <a:pt x="334" y="659"/>
                    <a:pt x="334" y="659"/>
                    <a:pt x="334" y="659"/>
                  </a:cubicBezTo>
                  <a:cubicBezTo>
                    <a:pt x="336" y="661"/>
                    <a:pt x="336" y="661"/>
                    <a:pt x="336" y="661"/>
                  </a:cubicBezTo>
                  <a:cubicBezTo>
                    <a:pt x="336" y="663"/>
                    <a:pt x="336" y="663"/>
                    <a:pt x="336" y="663"/>
                  </a:cubicBezTo>
                  <a:cubicBezTo>
                    <a:pt x="337" y="664"/>
                    <a:pt x="337" y="664"/>
                    <a:pt x="337" y="664"/>
                  </a:cubicBezTo>
                  <a:cubicBezTo>
                    <a:pt x="338" y="664"/>
                    <a:pt x="338" y="664"/>
                    <a:pt x="338" y="664"/>
                  </a:cubicBezTo>
                  <a:cubicBezTo>
                    <a:pt x="339" y="664"/>
                    <a:pt x="339" y="664"/>
                    <a:pt x="339" y="664"/>
                  </a:cubicBezTo>
                  <a:cubicBezTo>
                    <a:pt x="341" y="665"/>
                    <a:pt x="341" y="665"/>
                    <a:pt x="341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6"/>
                    <a:pt x="343" y="666"/>
                    <a:pt x="343" y="666"/>
                  </a:cubicBezTo>
                  <a:cubicBezTo>
                    <a:pt x="345" y="667"/>
                    <a:pt x="345" y="667"/>
                    <a:pt x="345" y="667"/>
                  </a:cubicBezTo>
                  <a:cubicBezTo>
                    <a:pt x="346" y="668"/>
                    <a:pt x="346" y="668"/>
                    <a:pt x="346" y="668"/>
                  </a:cubicBezTo>
                  <a:cubicBezTo>
                    <a:pt x="349" y="672"/>
                    <a:pt x="349" y="672"/>
                    <a:pt x="349" y="672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3" y="673"/>
                    <a:pt x="353" y="673"/>
                    <a:pt x="353" y="673"/>
                  </a:cubicBezTo>
                  <a:cubicBezTo>
                    <a:pt x="354" y="673"/>
                    <a:pt x="354" y="673"/>
                    <a:pt x="354" y="673"/>
                  </a:cubicBezTo>
                  <a:cubicBezTo>
                    <a:pt x="356" y="674"/>
                    <a:pt x="356" y="674"/>
                    <a:pt x="356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9" y="674"/>
                    <a:pt x="359" y="674"/>
                    <a:pt x="359" y="674"/>
                  </a:cubicBezTo>
                  <a:cubicBezTo>
                    <a:pt x="359" y="675"/>
                    <a:pt x="359" y="675"/>
                    <a:pt x="359" y="675"/>
                  </a:cubicBezTo>
                  <a:cubicBezTo>
                    <a:pt x="363" y="678"/>
                    <a:pt x="363" y="678"/>
                    <a:pt x="363" y="678"/>
                  </a:cubicBezTo>
                  <a:cubicBezTo>
                    <a:pt x="364" y="678"/>
                    <a:pt x="364" y="678"/>
                    <a:pt x="364" y="678"/>
                  </a:cubicBezTo>
                  <a:cubicBezTo>
                    <a:pt x="366" y="680"/>
                    <a:pt x="366" y="680"/>
                    <a:pt x="366" y="680"/>
                  </a:cubicBezTo>
                  <a:cubicBezTo>
                    <a:pt x="369" y="682"/>
                    <a:pt x="369" y="682"/>
                    <a:pt x="369" y="682"/>
                  </a:cubicBezTo>
                  <a:cubicBezTo>
                    <a:pt x="373" y="682"/>
                    <a:pt x="373" y="682"/>
                    <a:pt x="373" y="682"/>
                  </a:cubicBezTo>
                  <a:cubicBezTo>
                    <a:pt x="375" y="683"/>
                    <a:pt x="375" y="683"/>
                    <a:pt x="375" y="683"/>
                  </a:cubicBezTo>
                  <a:cubicBezTo>
                    <a:pt x="376" y="685"/>
                    <a:pt x="376" y="685"/>
                    <a:pt x="376" y="685"/>
                  </a:cubicBezTo>
                  <a:cubicBezTo>
                    <a:pt x="378" y="685"/>
                    <a:pt x="378" y="685"/>
                    <a:pt x="378" y="685"/>
                  </a:cubicBezTo>
                  <a:cubicBezTo>
                    <a:pt x="380" y="686"/>
                    <a:pt x="380" y="686"/>
                    <a:pt x="380" y="686"/>
                  </a:cubicBezTo>
                  <a:cubicBezTo>
                    <a:pt x="381" y="685"/>
                    <a:pt x="381" y="685"/>
                    <a:pt x="381" y="685"/>
                  </a:cubicBezTo>
                  <a:cubicBezTo>
                    <a:pt x="382" y="687"/>
                    <a:pt x="382" y="687"/>
                    <a:pt x="382" y="687"/>
                  </a:cubicBezTo>
                  <a:cubicBezTo>
                    <a:pt x="384" y="688"/>
                    <a:pt x="384" y="688"/>
                    <a:pt x="384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7" y="689"/>
                    <a:pt x="387" y="689"/>
                    <a:pt x="387" y="689"/>
                  </a:cubicBezTo>
                  <a:cubicBezTo>
                    <a:pt x="390" y="690"/>
                    <a:pt x="390" y="690"/>
                    <a:pt x="390" y="690"/>
                  </a:cubicBezTo>
                  <a:cubicBezTo>
                    <a:pt x="393" y="690"/>
                    <a:pt x="393" y="690"/>
                    <a:pt x="393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8" y="692"/>
                    <a:pt x="398" y="692"/>
                    <a:pt x="398" y="692"/>
                  </a:cubicBezTo>
                  <a:cubicBezTo>
                    <a:pt x="400" y="692"/>
                    <a:pt x="400" y="692"/>
                    <a:pt x="400" y="692"/>
                  </a:cubicBezTo>
                  <a:cubicBezTo>
                    <a:pt x="404" y="690"/>
                    <a:pt x="404" y="690"/>
                    <a:pt x="404" y="690"/>
                  </a:cubicBezTo>
                  <a:cubicBezTo>
                    <a:pt x="406" y="690"/>
                    <a:pt x="406" y="690"/>
                    <a:pt x="406" y="690"/>
                  </a:cubicBezTo>
                  <a:cubicBezTo>
                    <a:pt x="408" y="689"/>
                    <a:pt x="408" y="689"/>
                    <a:pt x="408" y="689"/>
                  </a:cubicBezTo>
                  <a:cubicBezTo>
                    <a:pt x="409" y="689"/>
                    <a:pt x="409" y="689"/>
                    <a:pt x="409" y="689"/>
                  </a:cubicBezTo>
                  <a:cubicBezTo>
                    <a:pt x="411" y="689"/>
                    <a:pt x="411" y="689"/>
                    <a:pt x="411" y="689"/>
                  </a:cubicBezTo>
                  <a:cubicBezTo>
                    <a:pt x="412" y="689"/>
                    <a:pt x="412" y="689"/>
                    <a:pt x="412" y="689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4" y="688"/>
                    <a:pt x="414" y="688"/>
                    <a:pt x="414" y="688"/>
                  </a:cubicBezTo>
                  <a:cubicBezTo>
                    <a:pt x="415" y="689"/>
                    <a:pt x="415" y="689"/>
                    <a:pt x="415" y="689"/>
                  </a:cubicBezTo>
                  <a:cubicBezTo>
                    <a:pt x="417" y="690"/>
                    <a:pt x="417" y="690"/>
                    <a:pt x="417" y="690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24" y="696"/>
                    <a:pt x="424" y="696"/>
                    <a:pt x="424" y="696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8" y="699"/>
                    <a:pt x="428" y="699"/>
                    <a:pt x="428" y="699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2"/>
                    <a:pt x="430" y="702"/>
                    <a:pt x="430" y="702"/>
                  </a:cubicBezTo>
                  <a:cubicBezTo>
                    <a:pt x="431" y="703"/>
                    <a:pt x="431" y="703"/>
                    <a:pt x="431" y="703"/>
                  </a:cubicBezTo>
                  <a:cubicBezTo>
                    <a:pt x="433" y="704"/>
                    <a:pt x="433" y="704"/>
                    <a:pt x="433" y="704"/>
                  </a:cubicBezTo>
                  <a:cubicBezTo>
                    <a:pt x="434" y="705"/>
                    <a:pt x="434" y="705"/>
                    <a:pt x="434" y="705"/>
                  </a:cubicBezTo>
                  <a:cubicBezTo>
                    <a:pt x="438" y="706"/>
                    <a:pt x="438" y="706"/>
                    <a:pt x="438" y="706"/>
                  </a:cubicBezTo>
                  <a:cubicBezTo>
                    <a:pt x="440" y="706"/>
                    <a:pt x="440" y="706"/>
                    <a:pt x="440" y="706"/>
                  </a:cubicBezTo>
                  <a:cubicBezTo>
                    <a:pt x="442" y="706"/>
                    <a:pt x="442" y="706"/>
                    <a:pt x="442" y="706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7" y="707"/>
                    <a:pt x="447" y="707"/>
                    <a:pt x="447" y="707"/>
                  </a:cubicBezTo>
                  <a:cubicBezTo>
                    <a:pt x="448" y="708"/>
                    <a:pt x="448" y="708"/>
                    <a:pt x="448" y="708"/>
                  </a:cubicBezTo>
                  <a:cubicBezTo>
                    <a:pt x="450" y="709"/>
                    <a:pt x="450" y="709"/>
                    <a:pt x="450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3" y="710"/>
                    <a:pt x="453" y="710"/>
                    <a:pt x="453" y="710"/>
                  </a:cubicBezTo>
                  <a:cubicBezTo>
                    <a:pt x="456" y="711"/>
                    <a:pt x="456" y="711"/>
                    <a:pt x="456" y="711"/>
                  </a:cubicBezTo>
                  <a:cubicBezTo>
                    <a:pt x="457" y="710"/>
                    <a:pt x="457" y="710"/>
                    <a:pt x="457" y="710"/>
                  </a:cubicBezTo>
                  <a:cubicBezTo>
                    <a:pt x="457" y="711"/>
                    <a:pt x="457" y="711"/>
                    <a:pt x="457" y="711"/>
                  </a:cubicBezTo>
                  <a:cubicBezTo>
                    <a:pt x="458" y="712"/>
                    <a:pt x="458" y="712"/>
                    <a:pt x="458" y="712"/>
                  </a:cubicBezTo>
                  <a:cubicBezTo>
                    <a:pt x="462" y="712"/>
                    <a:pt x="462" y="712"/>
                    <a:pt x="462" y="712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5" y="710"/>
                    <a:pt x="465" y="710"/>
                    <a:pt x="465" y="710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4" y="711"/>
                    <a:pt x="464" y="711"/>
                    <a:pt x="464" y="711"/>
                  </a:cubicBezTo>
                  <a:cubicBezTo>
                    <a:pt x="463" y="712"/>
                    <a:pt x="463" y="712"/>
                    <a:pt x="463" y="712"/>
                  </a:cubicBezTo>
                  <a:cubicBezTo>
                    <a:pt x="466" y="716"/>
                    <a:pt x="466" y="716"/>
                    <a:pt x="466" y="716"/>
                  </a:cubicBezTo>
                  <a:cubicBezTo>
                    <a:pt x="467" y="716"/>
                    <a:pt x="467" y="716"/>
                    <a:pt x="467" y="716"/>
                  </a:cubicBezTo>
                  <a:cubicBezTo>
                    <a:pt x="467" y="717"/>
                    <a:pt x="467" y="717"/>
                    <a:pt x="467" y="717"/>
                  </a:cubicBezTo>
                  <a:cubicBezTo>
                    <a:pt x="469" y="719"/>
                    <a:pt x="469" y="719"/>
                    <a:pt x="469" y="719"/>
                  </a:cubicBezTo>
                  <a:cubicBezTo>
                    <a:pt x="471" y="722"/>
                    <a:pt x="471" y="722"/>
                    <a:pt x="471" y="722"/>
                  </a:cubicBezTo>
                  <a:cubicBezTo>
                    <a:pt x="475" y="726"/>
                    <a:pt x="475" y="726"/>
                    <a:pt x="475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7"/>
                    <a:pt x="476" y="727"/>
                    <a:pt x="476" y="727"/>
                  </a:cubicBezTo>
                  <a:cubicBezTo>
                    <a:pt x="475" y="728"/>
                    <a:pt x="475" y="728"/>
                    <a:pt x="475" y="728"/>
                  </a:cubicBezTo>
                  <a:cubicBezTo>
                    <a:pt x="476" y="728"/>
                    <a:pt x="476" y="728"/>
                    <a:pt x="476" y="728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6" y="730"/>
                    <a:pt x="476" y="730"/>
                    <a:pt x="476" y="730"/>
                  </a:cubicBezTo>
                  <a:cubicBezTo>
                    <a:pt x="475" y="732"/>
                    <a:pt x="475" y="732"/>
                    <a:pt x="475" y="732"/>
                  </a:cubicBezTo>
                  <a:cubicBezTo>
                    <a:pt x="476" y="734"/>
                    <a:pt x="476" y="734"/>
                    <a:pt x="476" y="734"/>
                  </a:cubicBezTo>
                  <a:cubicBezTo>
                    <a:pt x="478" y="736"/>
                    <a:pt x="478" y="736"/>
                    <a:pt x="478" y="736"/>
                  </a:cubicBezTo>
                  <a:cubicBezTo>
                    <a:pt x="480" y="736"/>
                    <a:pt x="480" y="736"/>
                    <a:pt x="480" y="736"/>
                  </a:cubicBezTo>
                  <a:cubicBezTo>
                    <a:pt x="481" y="736"/>
                    <a:pt x="481" y="736"/>
                    <a:pt x="481" y="736"/>
                  </a:cubicBezTo>
                  <a:cubicBezTo>
                    <a:pt x="482" y="738"/>
                    <a:pt x="482" y="738"/>
                    <a:pt x="482" y="738"/>
                  </a:cubicBezTo>
                  <a:cubicBezTo>
                    <a:pt x="483" y="738"/>
                    <a:pt x="483" y="738"/>
                    <a:pt x="483" y="738"/>
                  </a:cubicBezTo>
                  <a:cubicBezTo>
                    <a:pt x="484" y="736"/>
                    <a:pt x="484" y="736"/>
                    <a:pt x="484" y="736"/>
                  </a:cubicBezTo>
                  <a:cubicBezTo>
                    <a:pt x="484" y="735"/>
                    <a:pt x="484" y="735"/>
                    <a:pt x="484" y="735"/>
                  </a:cubicBezTo>
                  <a:cubicBezTo>
                    <a:pt x="485" y="736"/>
                    <a:pt x="485" y="736"/>
                    <a:pt x="485" y="736"/>
                  </a:cubicBezTo>
                  <a:cubicBezTo>
                    <a:pt x="486" y="737"/>
                    <a:pt x="486" y="737"/>
                    <a:pt x="486" y="737"/>
                  </a:cubicBezTo>
                  <a:cubicBezTo>
                    <a:pt x="487" y="738"/>
                    <a:pt x="487" y="738"/>
                    <a:pt x="487" y="738"/>
                  </a:cubicBezTo>
                  <a:cubicBezTo>
                    <a:pt x="489" y="740"/>
                    <a:pt x="489" y="740"/>
                    <a:pt x="489" y="740"/>
                  </a:cubicBezTo>
                  <a:cubicBezTo>
                    <a:pt x="490" y="740"/>
                    <a:pt x="490" y="740"/>
                    <a:pt x="490" y="740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0" y="743"/>
                    <a:pt x="490" y="743"/>
                    <a:pt x="490" y="743"/>
                  </a:cubicBezTo>
                  <a:cubicBezTo>
                    <a:pt x="490" y="745"/>
                    <a:pt x="490" y="745"/>
                    <a:pt x="490" y="745"/>
                  </a:cubicBezTo>
                  <a:cubicBezTo>
                    <a:pt x="491" y="746"/>
                    <a:pt x="491" y="746"/>
                    <a:pt x="491" y="746"/>
                  </a:cubicBezTo>
                  <a:cubicBezTo>
                    <a:pt x="493" y="747"/>
                    <a:pt x="493" y="747"/>
                    <a:pt x="493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6" y="748"/>
                    <a:pt x="496" y="748"/>
                    <a:pt x="496" y="748"/>
                  </a:cubicBezTo>
                  <a:cubicBezTo>
                    <a:pt x="497" y="748"/>
                    <a:pt x="497" y="748"/>
                    <a:pt x="497" y="748"/>
                  </a:cubicBezTo>
                  <a:cubicBezTo>
                    <a:pt x="499" y="748"/>
                    <a:pt x="499" y="748"/>
                    <a:pt x="499" y="748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500" y="747"/>
                    <a:pt x="500" y="747"/>
                    <a:pt x="500" y="747"/>
                  </a:cubicBezTo>
                  <a:cubicBezTo>
                    <a:pt x="501" y="747"/>
                    <a:pt x="501" y="747"/>
                    <a:pt x="501" y="747"/>
                  </a:cubicBezTo>
                  <a:cubicBezTo>
                    <a:pt x="502" y="747"/>
                    <a:pt x="502" y="747"/>
                    <a:pt x="502" y="747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7"/>
                    <a:pt x="503" y="747"/>
                    <a:pt x="503" y="747"/>
                  </a:cubicBezTo>
                  <a:cubicBezTo>
                    <a:pt x="504" y="747"/>
                    <a:pt x="504" y="747"/>
                    <a:pt x="504" y="747"/>
                  </a:cubicBezTo>
                  <a:cubicBezTo>
                    <a:pt x="507" y="748"/>
                    <a:pt x="507" y="748"/>
                    <a:pt x="507" y="748"/>
                  </a:cubicBezTo>
                  <a:cubicBezTo>
                    <a:pt x="507" y="749"/>
                    <a:pt x="507" y="749"/>
                    <a:pt x="507" y="749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9" y="752"/>
                    <a:pt x="509" y="752"/>
                    <a:pt x="509" y="752"/>
                  </a:cubicBezTo>
                  <a:cubicBezTo>
                    <a:pt x="511" y="752"/>
                    <a:pt x="511" y="752"/>
                    <a:pt x="511" y="752"/>
                  </a:cubicBezTo>
                  <a:cubicBezTo>
                    <a:pt x="512" y="751"/>
                    <a:pt x="512" y="751"/>
                    <a:pt x="512" y="751"/>
                  </a:cubicBezTo>
                  <a:cubicBezTo>
                    <a:pt x="512" y="752"/>
                    <a:pt x="512" y="752"/>
                    <a:pt x="512" y="752"/>
                  </a:cubicBezTo>
                  <a:cubicBezTo>
                    <a:pt x="512" y="754"/>
                    <a:pt x="512" y="754"/>
                    <a:pt x="512" y="754"/>
                  </a:cubicBezTo>
                  <a:cubicBezTo>
                    <a:pt x="513" y="755"/>
                    <a:pt x="513" y="755"/>
                    <a:pt x="513" y="755"/>
                  </a:cubicBezTo>
                  <a:cubicBezTo>
                    <a:pt x="515" y="755"/>
                    <a:pt x="515" y="755"/>
                    <a:pt x="515" y="755"/>
                  </a:cubicBezTo>
                  <a:cubicBezTo>
                    <a:pt x="516" y="754"/>
                    <a:pt x="516" y="754"/>
                    <a:pt x="516" y="754"/>
                  </a:cubicBezTo>
                  <a:cubicBezTo>
                    <a:pt x="517" y="753"/>
                    <a:pt x="517" y="753"/>
                    <a:pt x="517" y="753"/>
                  </a:cubicBezTo>
                  <a:cubicBezTo>
                    <a:pt x="518" y="753"/>
                    <a:pt x="518" y="753"/>
                    <a:pt x="518" y="753"/>
                  </a:cubicBezTo>
                  <a:cubicBezTo>
                    <a:pt x="520" y="753"/>
                    <a:pt x="520" y="753"/>
                    <a:pt x="520" y="753"/>
                  </a:cubicBezTo>
                  <a:cubicBezTo>
                    <a:pt x="520" y="750"/>
                    <a:pt x="520" y="750"/>
                    <a:pt x="520" y="750"/>
                  </a:cubicBezTo>
                  <a:cubicBezTo>
                    <a:pt x="518" y="749"/>
                    <a:pt x="518" y="749"/>
                    <a:pt x="518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7"/>
                    <a:pt x="517" y="747"/>
                    <a:pt x="517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20" y="746"/>
                    <a:pt x="520" y="746"/>
                    <a:pt x="520" y="746"/>
                  </a:cubicBezTo>
                  <a:cubicBezTo>
                    <a:pt x="523" y="744"/>
                    <a:pt x="523" y="744"/>
                    <a:pt x="523" y="744"/>
                  </a:cubicBezTo>
                  <a:cubicBezTo>
                    <a:pt x="523" y="743"/>
                    <a:pt x="523" y="743"/>
                    <a:pt x="523" y="743"/>
                  </a:cubicBezTo>
                  <a:cubicBezTo>
                    <a:pt x="522" y="743"/>
                    <a:pt x="522" y="743"/>
                    <a:pt x="522" y="743"/>
                  </a:cubicBezTo>
                  <a:cubicBezTo>
                    <a:pt x="522" y="742"/>
                    <a:pt x="522" y="742"/>
                    <a:pt x="522" y="742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8" y="743"/>
                    <a:pt x="528" y="743"/>
                    <a:pt x="528" y="743"/>
                  </a:cubicBezTo>
                  <a:cubicBezTo>
                    <a:pt x="529" y="743"/>
                    <a:pt x="529" y="743"/>
                    <a:pt x="529" y="743"/>
                  </a:cubicBezTo>
                  <a:cubicBezTo>
                    <a:pt x="530" y="744"/>
                    <a:pt x="530" y="744"/>
                    <a:pt x="530" y="744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2" y="747"/>
                    <a:pt x="532" y="747"/>
                    <a:pt x="532" y="747"/>
                  </a:cubicBezTo>
                  <a:cubicBezTo>
                    <a:pt x="532" y="746"/>
                    <a:pt x="532" y="746"/>
                    <a:pt x="532" y="746"/>
                  </a:cubicBezTo>
                  <a:cubicBezTo>
                    <a:pt x="531" y="747"/>
                    <a:pt x="531" y="747"/>
                    <a:pt x="531" y="747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1" y="750"/>
                    <a:pt x="531" y="750"/>
                    <a:pt x="531" y="750"/>
                  </a:cubicBezTo>
                  <a:cubicBezTo>
                    <a:pt x="533" y="753"/>
                    <a:pt x="533" y="753"/>
                    <a:pt x="533" y="753"/>
                  </a:cubicBezTo>
                  <a:cubicBezTo>
                    <a:pt x="534" y="754"/>
                    <a:pt x="534" y="754"/>
                    <a:pt x="534" y="754"/>
                  </a:cubicBezTo>
                  <a:cubicBezTo>
                    <a:pt x="535" y="754"/>
                    <a:pt x="535" y="754"/>
                    <a:pt x="535" y="754"/>
                  </a:cubicBezTo>
                  <a:cubicBezTo>
                    <a:pt x="535" y="756"/>
                    <a:pt x="535" y="756"/>
                    <a:pt x="535" y="756"/>
                  </a:cubicBezTo>
                  <a:cubicBezTo>
                    <a:pt x="535" y="758"/>
                    <a:pt x="535" y="758"/>
                    <a:pt x="535" y="758"/>
                  </a:cubicBezTo>
                  <a:cubicBezTo>
                    <a:pt x="537" y="760"/>
                    <a:pt x="537" y="760"/>
                    <a:pt x="537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1"/>
                    <a:pt x="538" y="761"/>
                    <a:pt x="538" y="761"/>
                  </a:cubicBezTo>
                  <a:cubicBezTo>
                    <a:pt x="538" y="762"/>
                    <a:pt x="538" y="762"/>
                    <a:pt x="538" y="762"/>
                  </a:cubicBezTo>
                  <a:cubicBezTo>
                    <a:pt x="537" y="763"/>
                    <a:pt x="537" y="763"/>
                    <a:pt x="537" y="763"/>
                  </a:cubicBezTo>
                  <a:cubicBezTo>
                    <a:pt x="538" y="764"/>
                    <a:pt x="538" y="764"/>
                    <a:pt x="538" y="764"/>
                  </a:cubicBezTo>
                  <a:cubicBezTo>
                    <a:pt x="538" y="765"/>
                    <a:pt x="538" y="765"/>
                    <a:pt x="538" y="765"/>
                  </a:cubicBezTo>
                  <a:cubicBezTo>
                    <a:pt x="538" y="766"/>
                    <a:pt x="538" y="766"/>
                    <a:pt x="538" y="766"/>
                  </a:cubicBezTo>
                  <a:cubicBezTo>
                    <a:pt x="537" y="768"/>
                    <a:pt x="537" y="768"/>
                    <a:pt x="537" y="768"/>
                  </a:cubicBezTo>
                  <a:cubicBezTo>
                    <a:pt x="538" y="768"/>
                    <a:pt x="538" y="768"/>
                    <a:pt x="538" y="768"/>
                  </a:cubicBezTo>
                  <a:cubicBezTo>
                    <a:pt x="538" y="769"/>
                    <a:pt x="538" y="769"/>
                    <a:pt x="538" y="769"/>
                  </a:cubicBezTo>
                  <a:cubicBezTo>
                    <a:pt x="538" y="771"/>
                    <a:pt x="538" y="771"/>
                    <a:pt x="538" y="771"/>
                  </a:cubicBezTo>
                  <a:cubicBezTo>
                    <a:pt x="538" y="775"/>
                    <a:pt x="538" y="775"/>
                    <a:pt x="538" y="775"/>
                  </a:cubicBezTo>
                  <a:cubicBezTo>
                    <a:pt x="537" y="776"/>
                    <a:pt x="537" y="776"/>
                    <a:pt x="537" y="776"/>
                  </a:cubicBezTo>
                  <a:cubicBezTo>
                    <a:pt x="537" y="777"/>
                    <a:pt x="537" y="777"/>
                    <a:pt x="537" y="777"/>
                  </a:cubicBezTo>
                  <a:cubicBezTo>
                    <a:pt x="538" y="779"/>
                    <a:pt x="538" y="779"/>
                    <a:pt x="538" y="779"/>
                  </a:cubicBezTo>
                  <a:cubicBezTo>
                    <a:pt x="539" y="779"/>
                    <a:pt x="539" y="779"/>
                    <a:pt x="539" y="779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1"/>
                    <a:pt x="540" y="781"/>
                    <a:pt x="540" y="781"/>
                  </a:cubicBezTo>
                  <a:cubicBezTo>
                    <a:pt x="539" y="782"/>
                    <a:pt x="539" y="782"/>
                    <a:pt x="539" y="782"/>
                  </a:cubicBezTo>
                  <a:cubicBezTo>
                    <a:pt x="536" y="785"/>
                    <a:pt x="536" y="785"/>
                    <a:pt x="536" y="785"/>
                  </a:cubicBezTo>
                  <a:cubicBezTo>
                    <a:pt x="536" y="787"/>
                    <a:pt x="536" y="787"/>
                    <a:pt x="536" y="787"/>
                  </a:cubicBezTo>
                  <a:cubicBezTo>
                    <a:pt x="534" y="788"/>
                    <a:pt x="534" y="788"/>
                    <a:pt x="534" y="788"/>
                  </a:cubicBezTo>
                  <a:cubicBezTo>
                    <a:pt x="531" y="789"/>
                    <a:pt x="531" y="789"/>
                    <a:pt x="531" y="789"/>
                  </a:cubicBezTo>
                  <a:cubicBezTo>
                    <a:pt x="529" y="791"/>
                    <a:pt x="529" y="791"/>
                    <a:pt x="529" y="791"/>
                  </a:cubicBezTo>
                  <a:cubicBezTo>
                    <a:pt x="526" y="794"/>
                    <a:pt x="526" y="794"/>
                    <a:pt x="526" y="794"/>
                  </a:cubicBezTo>
                  <a:cubicBezTo>
                    <a:pt x="526" y="796"/>
                    <a:pt x="526" y="796"/>
                    <a:pt x="526" y="796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5" y="799"/>
                    <a:pt x="525" y="799"/>
                    <a:pt x="525" y="799"/>
                  </a:cubicBezTo>
                  <a:cubicBezTo>
                    <a:pt x="524" y="799"/>
                    <a:pt x="524" y="799"/>
                    <a:pt x="524" y="799"/>
                  </a:cubicBezTo>
                  <a:cubicBezTo>
                    <a:pt x="520" y="801"/>
                    <a:pt x="520" y="801"/>
                    <a:pt x="520" y="801"/>
                  </a:cubicBezTo>
                  <a:cubicBezTo>
                    <a:pt x="518" y="802"/>
                    <a:pt x="518" y="802"/>
                    <a:pt x="518" y="802"/>
                  </a:cubicBezTo>
                  <a:cubicBezTo>
                    <a:pt x="516" y="803"/>
                    <a:pt x="516" y="803"/>
                    <a:pt x="516" y="803"/>
                  </a:cubicBezTo>
                  <a:cubicBezTo>
                    <a:pt x="517" y="805"/>
                    <a:pt x="517" y="805"/>
                    <a:pt x="517" y="805"/>
                  </a:cubicBezTo>
                  <a:cubicBezTo>
                    <a:pt x="517" y="806"/>
                    <a:pt x="517" y="806"/>
                    <a:pt x="517" y="806"/>
                  </a:cubicBezTo>
                  <a:cubicBezTo>
                    <a:pt x="518" y="807"/>
                    <a:pt x="518" y="807"/>
                    <a:pt x="518" y="807"/>
                  </a:cubicBezTo>
                  <a:cubicBezTo>
                    <a:pt x="517" y="809"/>
                    <a:pt x="517" y="809"/>
                    <a:pt x="517" y="809"/>
                  </a:cubicBezTo>
                  <a:cubicBezTo>
                    <a:pt x="514" y="811"/>
                    <a:pt x="514" y="811"/>
                    <a:pt x="514" y="811"/>
                  </a:cubicBezTo>
                  <a:cubicBezTo>
                    <a:pt x="514" y="813"/>
                    <a:pt x="514" y="813"/>
                    <a:pt x="514" y="813"/>
                  </a:cubicBezTo>
                  <a:cubicBezTo>
                    <a:pt x="515" y="814"/>
                    <a:pt x="515" y="814"/>
                    <a:pt x="515" y="814"/>
                  </a:cubicBezTo>
                  <a:cubicBezTo>
                    <a:pt x="514" y="815"/>
                    <a:pt x="514" y="815"/>
                    <a:pt x="514" y="815"/>
                  </a:cubicBezTo>
                  <a:cubicBezTo>
                    <a:pt x="512" y="816"/>
                    <a:pt x="512" y="816"/>
                    <a:pt x="512" y="816"/>
                  </a:cubicBezTo>
                  <a:cubicBezTo>
                    <a:pt x="510" y="818"/>
                    <a:pt x="510" y="818"/>
                    <a:pt x="510" y="818"/>
                  </a:cubicBezTo>
                  <a:cubicBezTo>
                    <a:pt x="511" y="819"/>
                    <a:pt x="511" y="819"/>
                    <a:pt x="511" y="819"/>
                  </a:cubicBezTo>
                  <a:cubicBezTo>
                    <a:pt x="512" y="821"/>
                    <a:pt x="512" y="821"/>
                    <a:pt x="512" y="821"/>
                  </a:cubicBezTo>
                  <a:cubicBezTo>
                    <a:pt x="511" y="822"/>
                    <a:pt x="511" y="822"/>
                    <a:pt x="511" y="822"/>
                  </a:cubicBezTo>
                  <a:cubicBezTo>
                    <a:pt x="512" y="824"/>
                    <a:pt x="512" y="824"/>
                    <a:pt x="512" y="824"/>
                  </a:cubicBezTo>
                  <a:cubicBezTo>
                    <a:pt x="511" y="825"/>
                    <a:pt x="511" y="825"/>
                    <a:pt x="511" y="825"/>
                  </a:cubicBezTo>
                  <a:cubicBezTo>
                    <a:pt x="510" y="826"/>
                    <a:pt x="510" y="826"/>
                    <a:pt x="510" y="826"/>
                  </a:cubicBezTo>
                  <a:cubicBezTo>
                    <a:pt x="511" y="827"/>
                    <a:pt x="511" y="827"/>
                    <a:pt x="511" y="827"/>
                  </a:cubicBezTo>
                  <a:cubicBezTo>
                    <a:pt x="513" y="828"/>
                    <a:pt x="513" y="828"/>
                    <a:pt x="513" y="828"/>
                  </a:cubicBezTo>
                  <a:cubicBezTo>
                    <a:pt x="514" y="830"/>
                    <a:pt x="514" y="830"/>
                    <a:pt x="514" y="830"/>
                  </a:cubicBezTo>
                  <a:cubicBezTo>
                    <a:pt x="516" y="830"/>
                    <a:pt x="516" y="830"/>
                    <a:pt x="516" y="830"/>
                  </a:cubicBezTo>
                  <a:cubicBezTo>
                    <a:pt x="515" y="831"/>
                    <a:pt x="515" y="831"/>
                    <a:pt x="515" y="831"/>
                  </a:cubicBezTo>
                  <a:cubicBezTo>
                    <a:pt x="515" y="832"/>
                    <a:pt x="515" y="832"/>
                    <a:pt x="515" y="832"/>
                  </a:cubicBezTo>
                  <a:cubicBezTo>
                    <a:pt x="516" y="833"/>
                    <a:pt x="516" y="833"/>
                    <a:pt x="516" y="833"/>
                  </a:cubicBezTo>
                  <a:cubicBezTo>
                    <a:pt x="518" y="833"/>
                    <a:pt x="518" y="833"/>
                    <a:pt x="518" y="833"/>
                  </a:cubicBezTo>
                  <a:cubicBezTo>
                    <a:pt x="518" y="831"/>
                    <a:pt x="518" y="831"/>
                    <a:pt x="518" y="831"/>
                  </a:cubicBezTo>
                  <a:cubicBezTo>
                    <a:pt x="518" y="830"/>
                    <a:pt x="518" y="830"/>
                    <a:pt x="518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29"/>
                    <a:pt x="519" y="829"/>
                    <a:pt x="519" y="829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1"/>
                    <a:pt x="519" y="831"/>
                    <a:pt x="519" y="831"/>
                  </a:cubicBezTo>
                  <a:cubicBezTo>
                    <a:pt x="519" y="833"/>
                    <a:pt x="519" y="833"/>
                    <a:pt x="519" y="833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3" y="836"/>
                    <a:pt x="513" y="836"/>
                    <a:pt x="513" y="836"/>
                  </a:cubicBezTo>
                  <a:cubicBezTo>
                    <a:pt x="509" y="840"/>
                    <a:pt x="509" y="840"/>
                    <a:pt x="509" y="840"/>
                  </a:cubicBezTo>
                  <a:cubicBezTo>
                    <a:pt x="508" y="842"/>
                    <a:pt x="508" y="842"/>
                    <a:pt x="508" y="842"/>
                  </a:cubicBezTo>
                  <a:cubicBezTo>
                    <a:pt x="508" y="843"/>
                    <a:pt x="508" y="843"/>
                    <a:pt x="508" y="843"/>
                  </a:cubicBezTo>
                  <a:cubicBezTo>
                    <a:pt x="508" y="844"/>
                    <a:pt x="508" y="844"/>
                    <a:pt x="508" y="844"/>
                  </a:cubicBezTo>
                  <a:cubicBezTo>
                    <a:pt x="509" y="845"/>
                    <a:pt x="509" y="845"/>
                    <a:pt x="509" y="845"/>
                  </a:cubicBezTo>
                  <a:cubicBezTo>
                    <a:pt x="509" y="846"/>
                    <a:pt x="509" y="846"/>
                    <a:pt x="509" y="846"/>
                  </a:cubicBezTo>
                  <a:cubicBezTo>
                    <a:pt x="508" y="846"/>
                    <a:pt x="508" y="846"/>
                    <a:pt x="508" y="846"/>
                  </a:cubicBezTo>
                  <a:cubicBezTo>
                    <a:pt x="508" y="848"/>
                    <a:pt x="508" y="848"/>
                    <a:pt x="508" y="848"/>
                  </a:cubicBezTo>
                  <a:cubicBezTo>
                    <a:pt x="510" y="849"/>
                    <a:pt x="510" y="849"/>
                    <a:pt x="510" y="849"/>
                  </a:cubicBezTo>
                  <a:cubicBezTo>
                    <a:pt x="511" y="851"/>
                    <a:pt x="511" y="851"/>
                    <a:pt x="511" y="851"/>
                  </a:cubicBezTo>
                  <a:cubicBezTo>
                    <a:pt x="511" y="852"/>
                    <a:pt x="511" y="852"/>
                    <a:pt x="511" y="852"/>
                  </a:cubicBezTo>
                  <a:cubicBezTo>
                    <a:pt x="510" y="852"/>
                    <a:pt x="510" y="852"/>
                    <a:pt x="510" y="852"/>
                  </a:cubicBezTo>
                  <a:cubicBezTo>
                    <a:pt x="509" y="852"/>
                    <a:pt x="509" y="852"/>
                    <a:pt x="509" y="852"/>
                  </a:cubicBezTo>
                  <a:cubicBezTo>
                    <a:pt x="508" y="854"/>
                    <a:pt x="508" y="854"/>
                    <a:pt x="508" y="854"/>
                  </a:cubicBezTo>
                  <a:cubicBezTo>
                    <a:pt x="510" y="855"/>
                    <a:pt x="510" y="855"/>
                    <a:pt x="510" y="855"/>
                  </a:cubicBezTo>
                  <a:cubicBezTo>
                    <a:pt x="511" y="856"/>
                    <a:pt x="511" y="856"/>
                    <a:pt x="511" y="856"/>
                  </a:cubicBezTo>
                  <a:cubicBezTo>
                    <a:pt x="513" y="858"/>
                    <a:pt x="513" y="858"/>
                    <a:pt x="513" y="858"/>
                  </a:cubicBezTo>
                  <a:cubicBezTo>
                    <a:pt x="515" y="858"/>
                    <a:pt x="515" y="858"/>
                    <a:pt x="515" y="858"/>
                  </a:cubicBezTo>
                  <a:cubicBezTo>
                    <a:pt x="518" y="860"/>
                    <a:pt x="518" y="860"/>
                    <a:pt x="518" y="860"/>
                  </a:cubicBezTo>
                  <a:cubicBezTo>
                    <a:pt x="520" y="860"/>
                    <a:pt x="520" y="860"/>
                    <a:pt x="520" y="860"/>
                  </a:cubicBezTo>
                  <a:cubicBezTo>
                    <a:pt x="520" y="861"/>
                    <a:pt x="520" y="861"/>
                    <a:pt x="520" y="861"/>
                  </a:cubicBezTo>
                  <a:cubicBezTo>
                    <a:pt x="522" y="864"/>
                    <a:pt x="522" y="864"/>
                    <a:pt x="522" y="864"/>
                  </a:cubicBezTo>
                  <a:cubicBezTo>
                    <a:pt x="522" y="866"/>
                    <a:pt x="522" y="866"/>
                    <a:pt x="522" y="866"/>
                  </a:cubicBezTo>
                  <a:cubicBezTo>
                    <a:pt x="523" y="867"/>
                    <a:pt x="523" y="867"/>
                    <a:pt x="523" y="867"/>
                  </a:cubicBezTo>
                  <a:cubicBezTo>
                    <a:pt x="526" y="869"/>
                    <a:pt x="526" y="869"/>
                    <a:pt x="526" y="869"/>
                  </a:cubicBezTo>
                  <a:cubicBezTo>
                    <a:pt x="527" y="871"/>
                    <a:pt x="527" y="871"/>
                    <a:pt x="527" y="871"/>
                  </a:cubicBezTo>
                  <a:cubicBezTo>
                    <a:pt x="528" y="873"/>
                    <a:pt x="528" y="873"/>
                    <a:pt x="528" y="873"/>
                  </a:cubicBezTo>
                  <a:cubicBezTo>
                    <a:pt x="528" y="874"/>
                    <a:pt x="528" y="874"/>
                    <a:pt x="528" y="874"/>
                  </a:cubicBezTo>
                  <a:cubicBezTo>
                    <a:pt x="529" y="877"/>
                    <a:pt x="529" y="877"/>
                    <a:pt x="529" y="877"/>
                  </a:cubicBezTo>
                  <a:cubicBezTo>
                    <a:pt x="530" y="878"/>
                    <a:pt x="530" y="878"/>
                    <a:pt x="530" y="878"/>
                  </a:cubicBezTo>
                  <a:cubicBezTo>
                    <a:pt x="531" y="879"/>
                    <a:pt x="531" y="879"/>
                    <a:pt x="531" y="879"/>
                  </a:cubicBezTo>
                  <a:cubicBezTo>
                    <a:pt x="532" y="881"/>
                    <a:pt x="532" y="881"/>
                    <a:pt x="532" y="881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3" y="886"/>
                    <a:pt x="533" y="886"/>
                    <a:pt x="533" y="886"/>
                  </a:cubicBezTo>
                  <a:cubicBezTo>
                    <a:pt x="536" y="889"/>
                    <a:pt x="536" y="889"/>
                    <a:pt x="536" y="889"/>
                  </a:cubicBezTo>
                  <a:cubicBezTo>
                    <a:pt x="536" y="890"/>
                    <a:pt x="536" y="890"/>
                    <a:pt x="536" y="890"/>
                  </a:cubicBezTo>
                  <a:cubicBezTo>
                    <a:pt x="536" y="891"/>
                    <a:pt x="536" y="891"/>
                    <a:pt x="536" y="891"/>
                  </a:cubicBezTo>
                  <a:cubicBezTo>
                    <a:pt x="536" y="893"/>
                    <a:pt x="536" y="893"/>
                    <a:pt x="536" y="893"/>
                  </a:cubicBezTo>
                  <a:cubicBezTo>
                    <a:pt x="538" y="893"/>
                    <a:pt x="538" y="893"/>
                    <a:pt x="538" y="893"/>
                  </a:cubicBezTo>
                  <a:cubicBezTo>
                    <a:pt x="540" y="895"/>
                    <a:pt x="540" y="895"/>
                    <a:pt x="540" y="895"/>
                  </a:cubicBezTo>
                  <a:cubicBezTo>
                    <a:pt x="540" y="896"/>
                    <a:pt x="540" y="896"/>
                    <a:pt x="540" y="896"/>
                  </a:cubicBezTo>
                  <a:cubicBezTo>
                    <a:pt x="541" y="899"/>
                    <a:pt x="541" y="899"/>
                    <a:pt x="541" y="899"/>
                  </a:cubicBezTo>
                  <a:cubicBezTo>
                    <a:pt x="542" y="900"/>
                    <a:pt x="542" y="900"/>
                    <a:pt x="542" y="900"/>
                  </a:cubicBezTo>
                  <a:cubicBezTo>
                    <a:pt x="543" y="900"/>
                    <a:pt x="543" y="900"/>
                    <a:pt x="543" y="900"/>
                  </a:cubicBezTo>
                  <a:cubicBezTo>
                    <a:pt x="544" y="902"/>
                    <a:pt x="544" y="902"/>
                    <a:pt x="544" y="902"/>
                  </a:cubicBezTo>
                  <a:cubicBezTo>
                    <a:pt x="546" y="905"/>
                    <a:pt x="546" y="905"/>
                    <a:pt x="546" y="905"/>
                  </a:cubicBezTo>
                  <a:cubicBezTo>
                    <a:pt x="546" y="907"/>
                    <a:pt x="546" y="907"/>
                    <a:pt x="546" y="907"/>
                  </a:cubicBezTo>
                  <a:cubicBezTo>
                    <a:pt x="549" y="910"/>
                    <a:pt x="549" y="910"/>
                    <a:pt x="549" y="910"/>
                  </a:cubicBezTo>
                  <a:cubicBezTo>
                    <a:pt x="549" y="911"/>
                    <a:pt x="549" y="911"/>
                    <a:pt x="549" y="911"/>
                  </a:cubicBezTo>
                  <a:cubicBezTo>
                    <a:pt x="548" y="910"/>
                    <a:pt x="548" y="910"/>
                    <a:pt x="548" y="910"/>
                  </a:cubicBezTo>
                  <a:cubicBezTo>
                    <a:pt x="548" y="912"/>
                    <a:pt x="548" y="912"/>
                    <a:pt x="548" y="912"/>
                  </a:cubicBezTo>
                  <a:cubicBezTo>
                    <a:pt x="548" y="913"/>
                    <a:pt x="548" y="913"/>
                    <a:pt x="548" y="913"/>
                  </a:cubicBezTo>
                  <a:cubicBezTo>
                    <a:pt x="548" y="915"/>
                    <a:pt x="548" y="915"/>
                    <a:pt x="548" y="915"/>
                  </a:cubicBezTo>
                  <a:cubicBezTo>
                    <a:pt x="549" y="915"/>
                    <a:pt x="549" y="915"/>
                    <a:pt x="549" y="915"/>
                  </a:cubicBezTo>
                  <a:cubicBezTo>
                    <a:pt x="550" y="915"/>
                    <a:pt x="550" y="915"/>
                    <a:pt x="550" y="915"/>
                  </a:cubicBezTo>
                  <a:cubicBezTo>
                    <a:pt x="550" y="916"/>
                    <a:pt x="550" y="916"/>
                    <a:pt x="550" y="916"/>
                  </a:cubicBezTo>
                  <a:cubicBezTo>
                    <a:pt x="549" y="917"/>
                    <a:pt x="549" y="917"/>
                    <a:pt x="549" y="917"/>
                  </a:cubicBezTo>
                  <a:cubicBezTo>
                    <a:pt x="552" y="919"/>
                    <a:pt x="552" y="919"/>
                    <a:pt x="552" y="919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6" y="922"/>
                    <a:pt x="556" y="922"/>
                    <a:pt x="556" y="922"/>
                  </a:cubicBezTo>
                  <a:cubicBezTo>
                    <a:pt x="557" y="922"/>
                    <a:pt x="557" y="922"/>
                    <a:pt x="557" y="922"/>
                  </a:cubicBezTo>
                  <a:cubicBezTo>
                    <a:pt x="558" y="923"/>
                    <a:pt x="558" y="923"/>
                    <a:pt x="558" y="923"/>
                  </a:cubicBezTo>
                  <a:cubicBezTo>
                    <a:pt x="558" y="924"/>
                    <a:pt x="558" y="924"/>
                    <a:pt x="558" y="924"/>
                  </a:cubicBezTo>
                  <a:cubicBezTo>
                    <a:pt x="559" y="925"/>
                    <a:pt x="559" y="925"/>
                    <a:pt x="559" y="925"/>
                  </a:cubicBezTo>
                  <a:cubicBezTo>
                    <a:pt x="562" y="925"/>
                    <a:pt x="562" y="925"/>
                    <a:pt x="562" y="925"/>
                  </a:cubicBezTo>
                  <a:cubicBezTo>
                    <a:pt x="563" y="926"/>
                    <a:pt x="563" y="926"/>
                    <a:pt x="563" y="926"/>
                  </a:cubicBezTo>
                  <a:cubicBezTo>
                    <a:pt x="565" y="928"/>
                    <a:pt x="565" y="928"/>
                    <a:pt x="565" y="928"/>
                  </a:cubicBezTo>
                  <a:cubicBezTo>
                    <a:pt x="566" y="928"/>
                    <a:pt x="566" y="928"/>
                    <a:pt x="566" y="928"/>
                  </a:cubicBezTo>
                  <a:cubicBezTo>
                    <a:pt x="567" y="930"/>
                    <a:pt x="567" y="930"/>
                    <a:pt x="567" y="930"/>
                  </a:cubicBezTo>
                  <a:cubicBezTo>
                    <a:pt x="568" y="930"/>
                    <a:pt x="568" y="930"/>
                    <a:pt x="568" y="930"/>
                  </a:cubicBezTo>
                  <a:cubicBezTo>
                    <a:pt x="570" y="931"/>
                    <a:pt x="570" y="931"/>
                    <a:pt x="570" y="931"/>
                  </a:cubicBezTo>
                  <a:cubicBezTo>
                    <a:pt x="571" y="931"/>
                    <a:pt x="571" y="931"/>
                    <a:pt x="571" y="931"/>
                  </a:cubicBezTo>
                  <a:cubicBezTo>
                    <a:pt x="572" y="931"/>
                    <a:pt x="572" y="931"/>
                    <a:pt x="572" y="931"/>
                  </a:cubicBezTo>
                  <a:cubicBezTo>
                    <a:pt x="575" y="933"/>
                    <a:pt x="575" y="933"/>
                    <a:pt x="575" y="933"/>
                  </a:cubicBezTo>
                  <a:cubicBezTo>
                    <a:pt x="577" y="934"/>
                    <a:pt x="577" y="934"/>
                    <a:pt x="577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9" y="935"/>
                    <a:pt x="579" y="935"/>
                    <a:pt x="579" y="935"/>
                  </a:cubicBezTo>
                  <a:cubicBezTo>
                    <a:pt x="581" y="936"/>
                    <a:pt x="581" y="936"/>
                    <a:pt x="581" y="936"/>
                  </a:cubicBezTo>
                  <a:cubicBezTo>
                    <a:pt x="582" y="937"/>
                    <a:pt x="582" y="937"/>
                    <a:pt x="582" y="937"/>
                  </a:cubicBezTo>
                  <a:cubicBezTo>
                    <a:pt x="584" y="939"/>
                    <a:pt x="584" y="939"/>
                    <a:pt x="584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40"/>
                    <a:pt x="585" y="940"/>
                    <a:pt x="585" y="940"/>
                  </a:cubicBezTo>
                  <a:cubicBezTo>
                    <a:pt x="585" y="942"/>
                    <a:pt x="585" y="942"/>
                    <a:pt x="585" y="942"/>
                  </a:cubicBezTo>
                  <a:cubicBezTo>
                    <a:pt x="587" y="942"/>
                    <a:pt x="587" y="942"/>
                    <a:pt x="587" y="942"/>
                  </a:cubicBezTo>
                  <a:cubicBezTo>
                    <a:pt x="588" y="943"/>
                    <a:pt x="588" y="943"/>
                    <a:pt x="588" y="943"/>
                  </a:cubicBezTo>
                  <a:cubicBezTo>
                    <a:pt x="590" y="945"/>
                    <a:pt x="590" y="945"/>
                    <a:pt x="590" y="945"/>
                  </a:cubicBezTo>
                  <a:cubicBezTo>
                    <a:pt x="592" y="946"/>
                    <a:pt x="592" y="946"/>
                    <a:pt x="592" y="946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9"/>
                    <a:pt x="594" y="949"/>
                    <a:pt x="594" y="949"/>
                  </a:cubicBezTo>
                  <a:cubicBezTo>
                    <a:pt x="594" y="951"/>
                    <a:pt x="594" y="951"/>
                    <a:pt x="594" y="951"/>
                  </a:cubicBezTo>
                  <a:cubicBezTo>
                    <a:pt x="595" y="953"/>
                    <a:pt x="595" y="953"/>
                    <a:pt x="595" y="953"/>
                  </a:cubicBezTo>
                  <a:cubicBezTo>
                    <a:pt x="596" y="958"/>
                    <a:pt x="596" y="958"/>
                    <a:pt x="596" y="958"/>
                  </a:cubicBezTo>
                  <a:cubicBezTo>
                    <a:pt x="596" y="960"/>
                    <a:pt x="596" y="960"/>
                    <a:pt x="596" y="960"/>
                  </a:cubicBezTo>
                  <a:cubicBezTo>
                    <a:pt x="595" y="961"/>
                    <a:pt x="595" y="961"/>
                    <a:pt x="595" y="961"/>
                  </a:cubicBezTo>
                  <a:cubicBezTo>
                    <a:pt x="595" y="962"/>
                    <a:pt x="595" y="962"/>
                    <a:pt x="595" y="962"/>
                  </a:cubicBezTo>
                  <a:cubicBezTo>
                    <a:pt x="595" y="965"/>
                    <a:pt x="595" y="965"/>
                    <a:pt x="595" y="965"/>
                  </a:cubicBezTo>
                  <a:cubicBezTo>
                    <a:pt x="596" y="968"/>
                    <a:pt x="596" y="968"/>
                    <a:pt x="596" y="968"/>
                  </a:cubicBezTo>
                  <a:cubicBezTo>
                    <a:pt x="597" y="970"/>
                    <a:pt x="597" y="970"/>
                    <a:pt x="597" y="970"/>
                  </a:cubicBezTo>
                  <a:cubicBezTo>
                    <a:pt x="597" y="974"/>
                    <a:pt x="597" y="974"/>
                    <a:pt x="597" y="974"/>
                  </a:cubicBezTo>
                  <a:cubicBezTo>
                    <a:pt x="596" y="976"/>
                    <a:pt x="596" y="976"/>
                    <a:pt x="596" y="976"/>
                  </a:cubicBezTo>
                  <a:cubicBezTo>
                    <a:pt x="597" y="981"/>
                    <a:pt x="597" y="981"/>
                    <a:pt x="597" y="981"/>
                  </a:cubicBezTo>
                  <a:cubicBezTo>
                    <a:pt x="597" y="982"/>
                    <a:pt x="597" y="982"/>
                    <a:pt x="597" y="982"/>
                  </a:cubicBezTo>
                  <a:cubicBezTo>
                    <a:pt x="594" y="983"/>
                    <a:pt x="594" y="983"/>
                    <a:pt x="594" y="983"/>
                  </a:cubicBezTo>
                  <a:cubicBezTo>
                    <a:pt x="595" y="987"/>
                    <a:pt x="595" y="987"/>
                    <a:pt x="595" y="987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95"/>
                    <a:pt x="596" y="995"/>
                    <a:pt x="596" y="995"/>
                  </a:cubicBezTo>
                  <a:cubicBezTo>
                    <a:pt x="597" y="998"/>
                    <a:pt x="597" y="998"/>
                    <a:pt x="597" y="998"/>
                  </a:cubicBezTo>
                  <a:cubicBezTo>
                    <a:pt x="597" y="1000"/>
                    <a:pt x="597" y="1000"/>
                    <a:pt x="597" y="1000"/>
                  </a:cubicBezTo>
                  <a:cubicBezTo>
                    <a:pt x="597" y="1002"/>
                    <a:pt x="597" y="1002"/>
                    <a:pt x="597" y="1002"/>
                  </a:cubicBezTo>
                  <a:cubicBezTo>
                    <a:pt x="596" y="1004"/>
                    <a:pt x="596" y="1004"/>
                    <a:pt x="596" y="1004"/>
                  </a:cubicBezTo>
                  <a:cubicBezTo>
                    <a:pt x="596" y="1006"/>
                    <a:pt x="596" y="1006"/>
                    <a:pt x="596" y="1006"/>
                  </a:cubicBezTo>
                  <a:cubicBezTo>
                    <a:pt x="597" y="1009"/>
                    <a:pt x="597" y="1009"/>
                    <a:pt x="597" y="1009"/>
                  </a:cubicBezTo>
                  <a:cubicBezTo>
                    <a:pt x="597" y="1010"/>
                    <a:pt x="597" y="1010"/>
                    <a:pt x="597" y="1010"/>
                  </a:cubicBezTo>
                  <a:cubicBezTo>
                    <a:pt x="597" y="1014"/>
                    <a:pt x="597" y="1014"/>
                    <a:pt x="597" y="1014"/>
                  </a:cubicBezTo>
                  <a:cubicBezTo>
                    <a:pt x="596" y="1015"/>
                    <a:pt x="596" y="1015"/>
                    <a:pt x="596" y="1015"/>
                  </a:cubicBezTo>
                  <a:cubicBezTo>
                    <a:pt x="596" y="1017"/>
                    <a:pt x="596" y="1017"/>
                    <a:pt x="596" y="1017"/>
                  </a:cubicBezTo>
                  <a:cubicBezTo>
                    <a:pt x="596" y="1018"/>
                    <a:pt x="596" y="1018"/>
                    <a:pt x="596" y="1018"/>
                  </a:cubicBezTo>
                  <a:cubicBezTo>
                    <a:pt x="596" y="1019"/>
                    <a:pt x="596" y="1019"/>
                    <a:pt x="596" y="1019"/>
                  </a:cubicBezTo>
                  <a:cubicBezTo>
                    <a:pt x="595" y="1021"/>
                    <a:pt x="595" y="1021"/>
                    <a:pt x="595" y="1021"/>
                  </a:cubicBezTo>
                  <a:cubicBezTo>
                    <a:pt x="595" y="1023"/>
                    <a:pt x="595" y="1023"/>
                    <a:pt x="595" y="1023"/>
                  </a:cubicBezTo>
                  <a:cubicBezTo>
                    <a:pt x="594" y="1024"/>
                    <a:pt x="594" y="1024"/>
                    <a:pt x="594" y="1024"/>
                  </a:cubicBezTo>
                  <a:cubicBezTo>
                    <a:pt x="594" y="1026"/>
                    <a:pt x="594" y="1026"/>
                    <a:pt x="594" y="1026"/>
                  </a:cubicBezTo>
                  <a:cubicBezTo>
                    <a:pt x="594" y="1027"/>
                    <a:pt x="594" y="1027"/>
                    <a:pt x="594" y="1027"/>
                  </a:cubicBezTo>
                  <a:cubicBezTo>
                    <a:pt x="593" y="1030"/>
                    <a:pt x="593" y="1030"/>
                    <a:pt x="593" y="1030"/>
                  </a:cubicBezTo>
                  <a:cubicBezTo>
                    <a:pt x="593" y="1031"/>
                    <a:pt x="593" y="1031"/>
                    <a:pt x="593" y="1031"/>
                  </a:cubicBezTo>
                  <a:cubicBezTo>
                    <a:pt x="594" y="1033"/>
                    <a:pt x="594" y="1033"/>
                    <a:pt x="594" y="1033"/>
                  </a:cubicBezTo>
                  <a:cubicBezTo>
                    <a:pt x="595" y="1035"/>
                    <a:pt x="595" y="1035"/>
                    <a:pt x="595" y="1035"/>
                  </a:cubicBezTo>
                  <a:cubicBezTo>
                    <a:pt x="595" y="1036"/>
                    <a:pt x="595" y="1036"/>
                    <a:pt x="595" y="1036"/>
                  </a:cubicBezTo>
                  <a:cubicBezTo>
                    <a:pt x="594" y="1037"/>
                    <a:pt x="594" y="1037"/>
                    <a:pt x="594" y="1037"/>
                  </a:cubicBezTo>
                  <a:cubicBezTo>
                    <a:pt x="594" y="1039"/>
                    <a:pt x="594" y="1039"/>
                    <a:pt x="594" y="1039"/>
                  </a:cubicBezTo>
                  <a:cubicBezTo>
                    <a:pt x="595" y="1040"/>
                    <a:pt x="595" y="1040"/>
                    <a:pt x="595" y="1040"/>
                  </a:cubicBezTo>
                  <a:cubicBezTo>
                    <a:pt x="594" y="1041"/>
                    <a:pt x="594" y="1041"/>
                    <a:pt x="594" y="1041"/>
                  </a:cubicBezTo>
                  <a:cubicBezTo>
                    <a:pt x="593" y="1041"/>
                    <a:pt x="593" y="1041"/>
                    <a:pt x="593" y="1041"/>
                  </a:cubicBezTo>
                  <a:cubicBezTo>
                    <a:pt x="593" y="1044"/>
                    <a:pt x="593" y="1044"/>
                    <a:pt x="593" y="1044"/>
                  </a:cubicBezTo>
                  <a:cubicBezTo>
                    <a:pt x="593" y="1045"/>
                    <a:pt x="593" y="1045"/>
                    <a:pt x="593" y="1045"/>
                  </a:cubicBezTo>
                  <a:cubicBezTo>
                    <a:pt x="593" y="1047"/>
                    <a:pt x="593" y="1047"/>
                    <a:pt x="593" y="1047"/>
                  </a:cubicBezTo>
                  <a:cubicBezTo>
                    <a:pt x="595" y="1051"/>
                    <a:pt x="595" y="1051"/>
                    <a:pt x="595" y="1051"/>
                  </a:cubicBezTo>
                  <a:cubicBezTo>
                    <a:pt x="595" y="1053"/>
                    <a:pt x="595" y="1053"/>
                    <a:pt x="595" y="1053"/>
                  </a:cubicBezTo>
                  <a:cubicBezTo>
                    <a:pt x="594" y="1054"/>
                    <a:pt x="594" y="1054"/>
                    <a:pt x="594" y="1054"/>
                  </a:cubicBezTo>
                  <a:cubicBezTo>
                    <a:pt x="594" y="1056"/>
                    <a:pt x="594" y="1056"/>
                    <a:pt x="594" y="1056"/>
                  </a:cubicBezTo>
                  <a:cubicBezTo>
                    <a:pt x="596" y="1058"/>
                    <a:pt x="596" y="1058"/>
                    <a:pt x="596" y="1058"/>
                  </a:cubicBezTo>
                  <a:cubicBezTo>
                    <a:pt x="596" y="1060"/>
                    <a:pt x="596" y="1060"/>
                    <a:pt x="596" y="1060"/>
                  </a:cubicBezTo>
                  <a:cubicBezTo>
                    <a:pt x="595" y="1062"/>
                    <a:pt x="595" y="1062"/>
                    <a:pt x="595" y="1062"/>
                  </a:cubicBezTo>
                  <a:cubicBezTo>
                    <a:pt x="595" y="1063"/>
                    <a:pt x="595" y="1063"/>
                    <a:pt x="595" y="1063"/>
                  </a:cubicBezTo>
                  <a:cubicBezTo>
                    <a:pt x="596" y="1064"/>
                    <a:pt x="596" y="1064"/>
                    <a:pt x="596" y="1064"/>
                  </a:cubicBezTo>
                  <a:cubicBezTo>
                    <a:pt x="596" y="1065"/>
                    <a:pt x="596" y="1065"/>
                    <a:pt x="596" y="1065"/>
                  </a:cubicBezTo>
                  <a:cubicBezTo>
                    <a:pt x="595" y="1067"/>
                    <a:pt x="595" y="1067"/>
                    <a:pt x="595" y="1067"/>
                  </a:cubicBezTo>
                  <a:cubicBezTo>
                    <a:pt x="596" y="1068"/>
                    <a:pt x="596" y="1068"/>
                    <a:pt x="596" y="1068"/>
                  </a:cubicBezTo>
                  <a:cubicBezTo>
                    <a:pt x="597" y="1070"/>
                    <a:pt x="597" y="1070"/>
                    <a:pt x="597" y="1070"/>
                  </a:cubicBezTo>
                  <a:cubicBezTo>
                    <a:pt x="598" y="1071"/>
                    <a:pt x="598" y="1071"/>
                    <a:pt x="598" y="1071"/>
                  </a:cubicBezTo>
                  <a:cubicBezTo>
                    <a:pt x="597" y="1072"/>
                    <a:pt x="597" y="1072"/>
                    <a:pt x="597" y="1072"/>
                  </a:cubicBezTo>
                  <a:cubicBezTo>
                    <a:pt x="596" y="1072"/>
                    <a:pt x="596" y="1072"/>
                    <a:pt x="596" y="1072"/>
                  </a:cubicBezTo>
                  <a:cubicBezTo>
                    <a:pt x="595" y="1074"/>
                    <a:pt x="595" y="1074"/>
                    <a:pt x="595" y="1074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7"/>
                    <a:pt x="595" y="1077"/>
                    <a:pt x="595" y="1077"/>
                  </a:cubicBezTo>
                  <a:cubicBezTo>
                    <a:pt x="594" y="1078"/>
                    <a:pt x="594" y="1078"/>
                    <a:pt x="594" y="1078"/>
                  </a:cubicBezTo>
                  <a:cubicBezTo>
                    <a:pt x="594" y="1080"/>
                    <a:pt x="594" y="1080"/>
                    <a:pt x="594" y="1080"/>
                  </a:cubicBezTo>
                  <a:cubicBezTo>
                    <a:pt x="594" y="1082"/>
                    <a:pt x="594" y="1082"/>
                    <a:pt x="594" y="1082"/>
                  </a:cubicBezTo>
                  <a:cubicBezTo>
                    <a:pt x="593" y="1083"/>
                    <a:pt x="593" y="1083"/>
                    <a:pt x="593" y="1083"/>
                  </a:cubicBezTo>
                  <a:cubicBezTo>
                    <a:pt x="593" y="1084"/>
                    <a:pt x="593" y="1084"/>
                    <a:pt x="593" y="1084"/>
                  </a:cubicBezTo>
                  <a:cubicBezTo>
                    <a:pt x="593" y="1085"/>
                    <a:pt x="593" y="1085"/>
                    <a:pt x="593" y="1085"/>
                  </a:cubicBezTo>
                  <a:cubicBezTo>
                    <a:pt x="593" y="1087"/>
                    <a:pt x="593" y="1087"/>
                    <a:pt x="593" y="1087"/>
                  </a:cubicBezTo>
                  <a:cubicBezTo>
                    <a:pt x="592" y="1088"/>
                    <a:pt x="592" y="1088"/>
                    <a:pt x="592" y="1088"/>
                  </a:cubicBezTo>
                  <a:cubicBezTo>
                    <a:pt x="592" y="1089"/>
                    <a:pt x="592" y="1089"/>
                    <a:pt x="592" y="1089"/>
                  </a:cubicBezTo>
                  <a:cubicBezTo>
                    <a:pt x="592" y="1090"/>
                    <a:pt x="592" y="1090"/>
                    <a:pt x="592" y="1090"/>
                  </a:cubicBezTo>
                  <a:cubicBezTo>
                    <a:pt x="591" y="1091"/>
                    <a:pt x="591" y="1091"/>
                    <a:pt x="591" y="1091"/>
                  </a:cubicBezTo>
                  <a:cubicBezTo>
                    <a:pt x="591" y="1093"/>
                    <a:pt x="591" y="1093"/>
                    <a:pt x="591" y="1093"/>
                  </a:cubicBezTo>
                  <a:cubicBezTo>
                    <a:pt x="591" y="1094"/>
                    <a:pt x="591" y="1094"/>
                    <a:pt x="591" y="1094"/>
                  </a:cubicBezTo>
                  <a:cubicBezTo>
                    <a:pt x="590" y="1094"/>
                    <a:pt x="590" y="1094"/>
                    <a:pt x="590" y="1094"/>
                  </a:cubicBezTo>
                  <a:cubicBezTo>
                    <a:pt x="590" y="1096"/>
                    <a:pt x="590" y="1096"/>
                    <a:pt x="590" y="1096"/>
                  </a:cubicBezTo>
                  <a:cubicBezTo>
                    <a:pt x="590" y="1097"/>
                    <a:pt x="590" y="1097"/>
                    <a:pt x="590" y="1097"/>
                  </a:cubicBezTo>
                  <a:cubicBezTo>
                    <a:pt x="590" y="1098"/>
                    <a:pt x="590" y="1098"/>
                    <a:pt x="590" y="1098"/>
                  </a:cubicBezTo>
                  <a:cubicBezTo>
                    <a:pt x="590" y="1099"/>
                    <a:pt x="590" y="1099"/>
                    <a:pt x="590" y="1099"/>
                  </a:cubicBezTo>
                  <a:cubicBezTo>
                    <a:pt x="590" y="1100"/>
                    <a:pt x="590" y="1100"/>
                    <a:pt x="590" y="1100"/>
                  </a:cubicBezTo>
                  <a:cubicBezTo>
                    <a:pt x="590" y="1101"/>
                    <a:pt x="590" y="1101"/>
                    <a:pt x="590" y="1101"/>
                  </a:cubicBezTo>
                  <a:cubicBezTo>
                    <a:pt x="589" y="1101"/>
                    <a:pt x="589" y="1101"/>
                    <a:pt x="589" y="1101"/>
                  </a:cubicBezTo>
                  <a:cubicBezTo>
                    <a:pt x="588" y="1101"/>
                    <a:pt x="588" y="1101"/>
                    <a:pt x="588" y="1101"/>
                  </a:cubicBezTo>
                  <a:cubicBezTo>
                    <a:pt x="586" y="1101"/>
                    <a:pt x="586" y="1101"/>
                    <a:pt x="586" y="1101"/>
                  </a:cubicBezTo>
                  <a:cubicBezTo>
                    <a:pt x="586" y="1102"/>
                    <a:pt x="586" y="1102"/>
                    <a:pt x="586" y="1102"/>
                  </a:cubicBezTo>
                  <a:cubicBezTo>
                    <a:pt x="587" y="1104"/>
                    <a:pt x="587" y="1104"/>
                    <a:pt x="587" y="1104"/>
                  </a:cubicBezTo>
                  <a:cubicBezTo>
                    <a:pt x="587" y="1106"/>
                    <a:pt x="587" y="1106"/>
                    <a:pt x="587" y="1106"/>
                  </a:cubicBezTo>
                  <a:cubicBezTo>
                    <a:pt x="588" y="1108"/>
                    <a:pt x="588" y="1108"/>
                    <a:pt x="588" y="1108"/>
                  </a:cubicBezTo>
                  <a:cubicBezTo>
                    <a:pt x="589" y="1109"/>
                    <a:pt x="589" y="1109"/>
                    <a:pt x="589" y="1109"/>
                  </a:cubicBezTo>
                  <a:cubicBezTo>
                    <a:pt x="589" y="1110"/>
                    <a:pt x="589" y="1110"/>
                    <a:pt x="589" y="1110"/>
                  </a:cubicBezTo>
                  <a:cubicBezTo>
                    <a:pt x="589" y="1113"/>
                    <a:pt x="589" y="1113"/>
                    <a:pt x="589" y="1113"/>
                  </a:cubicBezTo>
                  <a:cubicBezTo>
                    <a:pt x="591" y="1116"/>
                    <a:pt x="591" y="1116"/>
                    <a:pt x="591" y="1116"/>
                  </a:cubicBezTo>
                  <a:cubicBezTo>
                    <a:pt x="592" y="1117"/>
                    <a:pt x="592" y="1117"/>
                    <a:pt x="592" y="1117"/>
                  </a:cubicBezTo>
                  <a:cubicBezTo>
                    <a:pt x="593" y="1118"/>
                    <a:pt x="593" y="1118"/>
                    <a:pt x="593" y="1118"/>
                  </a:cubicBezTo>
                  <a:cubicBezTo>
                    <a:pt x="593" y="1120"/>
                    <a:pt x="593" y="1120"/>
                    <a:pt x="593" y="1120"/>
                  </a:cubicBezTo>
                  <a:cubicBezTo>
                    <a:pt x="592" y="1123"/>
                    <a:pt x="592" y="1123"/>
                    <a:pt x="592" y="1123"/>
                  </a:cubicBezTo>
                  <a:cubicBezTo>
                    <a:pt x="591" y="1124"/>
                    <a:pt x="591" y="1124"/>
                    <a:pt x="591" y="1124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0" y="1125"/>
                    <a:pt x="590" y="1125"/>
                    <a:pt x="590" y="1125"/>
                  </a:cubicBezTo>
                  <a:cubicBezTo>
                    <a:pt x="590" y="1127"/>
                    <a:pt x="590" y="1127"/>
                    <a:pt x="590" y="1127"/>
                  </a:cubicBezTo>
                  <a:cubicBezTo>
                    <a:pt x="590" y="1129"/>
                    <a:pt x="590" y="1129"/>
                    <a:pt x="590" y="1129"/>
                  </a:cubicBezTo>
                  <a:cubicBezTo>
                    <a:pt x="591" y="1130"/>
                    <a:pt x="591" y="1130"/>
                    <a:pt x="591" y="1130"/>
                  </a:cubicBezTo>
                  <a:cubicBezTo>
                    <a:pt x="590" y="1132"/>
                    <a:pt x="590" y="1132"/>
                    <a:pt x="590" y="1132"/>
                  </a:cubicBezTo>
                  <a:cubicBezTo>
                    <a:pt x="590" y="1134"/>
                    <a:pt x="590" y="1134"/>
                    <a:pt x="590" y="1134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6"/>
                    <a:pt x="590" y="1136"/>
                    <a:pt x="590" y="1136"/>
                  </a:cubicBezTo>
                  <a:cubicBezTo>
                    <a:pt x="590" y="1137"/>
                    <a:pt x="590" y="1137"/>
                    <a:pt x="590" y="1137"/>
                  </a:cubicBezTo>
                  <a:cubicBezTo>
                    <a:pt x="593" y="1141"/>
                    <a:pt x="593" y="1141"/>
                    <a:pt x="593" y="1141"/>
                  </a:cubicBezTo>
                  <a:cubicBezTo>
                    <a:pt x="594" y="1142"/>
                    <a:pt x="594" y="1142"/>
                    <a:pt x="594" y="1142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1" y="1143"/>
                    <a:pt x="591" y="1143"/>
                    <a:pt x="591" y="1143"/>
                  </a:cubicBezTo>
                  <a:cubicBezTo>
                    <a:pt x="590" y="1144"/>
                    <a:pt x="590" y="1144"/>
                    <a:pt x="590" y="1144"/>
                  </a:cubicBezTo>
                  <a:cubicBezTo>
                    <a:pt x="590" y="1145"/>
                    <a:pt x="590" y="1145"/>
                    <a:pt x="590" y="1145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7"/>
                    <a:pt x="590" y="1147"/>
                    <a:pt x="590" y="1147"/>
                  </a:cubicBezTo>
                  <a:cubicBezTo>
                    <a:pt x="589" y="1149"/>
                    <a:pt x="589" y="1149"/>
                    <a:pt x="589" y="1149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1" y="1152"/>
                    <a:pt x="591" y="1152"/>
                    <a:pt x="591" y="1152"/>
                  </a:cubicBezTo>
                  <a:cubicBezTo>
                    <a:pt x="591" y="1156"/>
                    <a:pt x="591" y="1156"/>
                    <a:pt x="591" y="1156"/>
                  </a:cubicBezTo>
                  <a:cubicBezTo>
                    <a:pt x="590" y="1158"/>
                    <a:pt x="590" y="1158"/>
                    <a:pt x="590" y="1158"/>
                  </a:cubicBezTo>
                  <a:cubicBezTo>
                    <a:pt x="592" y="1159"/>
                    <a:pt x="592" y="1159"/>
                    <a:pt x="592" y="1159"/>
                  </a:cubicBezTo>
                  <a:cubicBezTo>
                    <a:pt x="596" y="1159"/>
                    <a:pt x="596" y="1159"/>
                    <a:pt x="596" y="1159"/>
                  </a:cubicBezTo>
                  <a:cubicBezTo>
                    <a:pt x="596" y="1157"/>
                    <a:pt x="596" y="1157"/>
                    <a:pt x="596" y="1157"/>
                  </a:cubicBezTo>
                  <a:cubicBezTo>
                    <a:pt x="595" y="1156"/>
                    <a:pt x="595" y="1156"/>
                    <a:pt x="595" y="1156"/>
                  </a:cubicBezTo>
                  <a:cubicBezTo>
                    <a:pt x="596" y="1156"/>
                    <a:pt x="596" y="1156"/>
                    <a:pt x="596" y="1156"/>
                  </a:cubicBezTo>
                  <a:cubicBezTo>
                    <a:pt x="597" y="1156"/>
                    <a:pt x="597" y="1156"/>
                    <a:pt x="597" y="1156"/>
                  </a:cubicBezTo>
                  <a:cubicBezTo>
                    <a:pt x="598" y="1155"/>
                    <a:pt x="598" y="1155"/>
                    <a:pt x="598" y="1155"/>
                  </a:cubicBezTo>
                  <a:cubicBezTo>
                    <a:pt x="596" y="1154"/>
                    <a:pt x="596" y="1154"/>
                    <a:pt x="596" y="1154"/>
                  </a:cubicBezTo>
                  <a:cubicBezTo>
                    <a:pt x="597" y="1153"/>
                    <a:pt x="597" y="1153"/>
                    <a:pt x="597" y="1153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7" y="1152"/>
                    <a:pt x="597" y="1152"/>
                    <a:pt x="597" y="1152"/>
                  </a:cubicBezTo>
                  <a:cubicBezTo>
                    <a:pt x="597" y="1151"/>
                    <a:pt x="597" y="1151"/>
                    <a:pt x="597" y="1151"/>
                  </a:cubicBezTo>
                  <a:cubicBezTo>
                    <a:pt x="597" y="1150"/>
                    <a:pt x="597" y="1150"/>
                    <a:pt x="597" y="1150"/>
                  </a:cubicBezTo>
                  <a:cubicBezTo>
                    <a:pt x="597" y="1148"/>
                    <a:pt x="597" y="1148"/>
                    <a:pt x="597" y="1148"/>
                  </a:cubicBezTo>
                  <a:cubicBezTo>
                    <a:pt x="596" y="1147"/>
                    <a:pt x="596" y="1147"/>
                    <a:pt x="596" y="1147"/>
                  </a:cubicBezTo>
                  <a:cubicBezTo>
                    <a:pt x="597" y="1145"/>
                    <a:pt x="597" y="1145"/>
                    <a:pt x="597" y="1145"/>
                  </a:cubicBezTo>
                  <a:cubicBezTo>
                    <a:pt x="595" y="1144"/>
                    <a:pt x="595" y="1144"/>
                    <a:pt x="595" y="1144"/>
                  </a:cubicBezTo>
                  <a:cubicBezTo>
                    <a:pt x="597" y="1144"/>
                    <a:pt x="597" y="1144"/>
                    <a:pt x="597" y="1144"/>
                  </a:cubicBezTo>
                  <a:cubicBezTo>
                    <a:pt x="599" y="1144"/>
                    <a:pt x="599" y="1144"/>
                    <a:pt x="599" y="1144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600" y="1141"/>
                    <a:pt x="600" y="1141"/>
                    <a:pt x="600" y="1141"/>
                  </a:cubicBezTo>
                  <a:cubicBezTo>
                    <a:pt x="601" y="1143"/>
                    <a:pt x="601" y="1143"/>
                    <a:pt x="601" y="1143"/>
                  </a:cubicBezTo>
                  <a:cubicBezTo>
                    <a:pt x="600" y="1144"/>
                    <a:pt x="600" y="1144"/>
                    <a:pt x="600" y="1144"/>
                  </a:cubicBezTo>
                  <a:cubicBezTo>
                    <a:pt x="600" y="1145"/>
                    <a:pt x="600" y="1145"/>
                    <a:pt x="600" y="1145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7"/>
                    <a:pt x="602" y="1147"/>
                    <a:pt x="602" y="1147"/>
                  </a:cubicBezTo>
                  <a:cubicBezTo>
                    <a:pt x="601" y="1147"/>
                    <a:pt x="601" y="1147"/>
                    <a:pt x="601" y="1147"/>
                  </a:cubicBezTo>
                  <a:cubicBezTo>
                    <a:pt x="600" y="1148"/>
                    <a:pt x="600" y="1148"/>
                    <a:pt x="600" y="1148"/>
                  </a:cubicBezTo>
                  <a:cubicBezTo>
                    <a:pt x="601" y="1149"/>
                    <a:pt x="601" y="1149"/>
                    <a:pt x="601" y="1149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1" y="1151"/>
                    <a:pt x="601" y="1151"/>
                    <a:pt x="601" y="1151"/>
                  </a:cubicBezTo>
                  <a:cubicBezTo>
                    <a:pt x="601" y="1154"/>
                    <a:pt x="601" y="1154"/>
                    <a:pt x="601" y="1154"/>
                  </a:cubicBezTo>
                  <a:cubicBezTo>
                    <a:pt x="602" y="1154"/>
                    <a:pt x="602" y="1154"/>
                    <a:pt x="602" y="1154"/>
                  </a:cubicBezTo>
                  <a:cubicBezTo>
                    <a:pt x="601" y="1155"/>
                    <a:pt x="601" y="1155"/>
                    <a:pt x="601" y="1155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0" y="1158"/>
                    <a:pt x="600" y="1158"/>
                    <a:pt x="600" y="1158"/>
                  </a:cubicBezTo>
                  <a:cubicBezTo>
                    <a:pt x="600" y="1160"/>
                    <a:pt x="600" y="1160"/>
                    <a:pt x="600" y="1160"/>
                  </a:cubicBezTo>
                  <a:cubicBezTo>
                    <a:pt x="602" y="1160"/>
                    <a:pt x="602" y="1160"/>
                    <a:pt x="602" y="1160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7" y="1162"/>
                    <a:pt x="597" y="1162"/>
                    <a:pt x="597" y="1162"/>
                  </a:cubicBezTo>
                  <a:cubicBezTo>
                    <a:pt x="598" y="1162"/>
                    <a:pt x="598" y="1162"/>
                    <a:pt x="598" y="1162"/>
                  </a:cubicBezTo>
                  <a:cubicBezTo>
                    <a:pt x="594" y="1161"/>
                    <a:pt x="594" y="1161"/>
                    <a:pt x="594" y="1161"/>
                  </a:cubicBezTo>
                  <a:cubicBezTo>
                    <a:pt x="593" y="1162"/>
                    <a:pt x="593" y="1162"/>
                    <a:pt x="593" y="1162"/>
                  </a:cubicBezTo>
                  <a:cubicBezTo>
                    <a:pt x="594" y="1164"/>
                    <a:pt x="594" y="1164"/>
                    <a:pt x="594" y="1164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3" y="1165"/>
                    <a:pt x="593" y="1165"/>
                    <a:pt x="593" y="1165"/>
                  </a:cubicBezTo>
                  <a:cubicBezTo>
                    <a:pt x="592" y="1167"/>
                    <a:pt x="592" y="1167"/>
                    <a:pt x="592" y="1167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1" y="1168"/>
                    <a:pt x="591" y="1168"/>
                    <a:pt x="591" y="1168"/>
                  </a:cubicBezTo>
                  <a:cubicBezTo>
                    <a:pt x="590" y="1170"/>
                    <a:pt x="590" y="1170"/>
                    <a:pt x="590" y="1170"/>
                  </a:cubicBezTo>
                  <a:cubicBezTo>
                    <a:pt x="591" y="1172"/>
                    <a:pt x="591" y="1172"/>
                    <a:pt x="591" y="1172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3" y="1171"/>
                    <a:pt x="593" y="1171"/>
                    <a:pt x="593" y="1171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4" y="1173"/>
                  </a:cubicBezTo>
                  <a:cubicBezTo>
                    <a:pt x="595" y="1173"/>
                    <a:pt x="595" y="1173"/>
                    <a:pt x="595" y="1173"/>
                  </a:cubicBezTo>
                  <a:cubicBezTo>
                    <a:pt x="595" y="1172"/>
                    <a:pt x="595" y="1172"/>
                    <a:pt x="595" y="1172"/>
                  </a:cubicBezTo>
                  <a:cubicBezTo>
                    <a:pt x="597" y="1172"/>
                    <a:pt x="597" y="1172"/>
                    <a:pt x="597" y="1172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9" y="1171"/>
                    <a:pt x="599" y="1171"/>
                    <a:pt x="599" y="1171"/>
                  </a:cubicBezTo>
                  <a:cubicBezTo>
                    <a:pt x="599" y="1172"/>
                    <a:pt x="599" y="1172"/>
                    <a:pt x="599" y="1172"/>
                  </a:cubicBezTo>
                  <a:cubicBezTo>
                    <a:pt x="600" y="1174"/>
                    <a:pt x="600" y="1174"/>
                    <a:pt x="600" y="1174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1" y="1175"/>
                    <a:pt x="601" y="1175"/>
                    <a:pt x="601" y="1175"/>
                  </a:cubicBezTo>
                  <a:cubicBezTo>
                    <a:pt x="602" y="1177"/>
                    <a:pt x="602" y="1177"/>
                    <a:pt x="602" y="1177"/>
                  </a:cubicBezTo>
                  <a:cubicBezTo>
                    <a:pt x="601" y="1177"/>
                    <a:pt x="601" y="1177"/>
                    <a:pt x="601" y="1177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80"/>
                    <a:pt x="601" y="1180"/>
                    <a:pt x="601" y="1180"/>
                  </a:cubicBezTo>
                  <a:cubicBezTo>
                    <a:pt x="600" y="1182"/>
                    <a:pt x="600" y="1182"/>
                    <a:pt x="600" y="1182"/>
                  </a:cubicBezTo>
                  <a:cubicBezTo>
                    <a:pt x="600" y="1183"/>
                    <a:pt x="600" y="1183"/>
                    <a:pt x="600" y="1183"/>
                  </a:cubicBezTo>
                  <a:cubicBezTo>
                    <a:pt x="599" y="1183"/>
                    <a:pt x="599" y="1183"/>
                    <a:pt x="599" y="1183"/>
                  </a:cubicBezTo>
                  <a:cubicBezTo>
                    <a:pt x="598" y="1184"/>
                    <a:pt x="598" y="1184"/>
                    <a:pt x="598" y="1184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600" y="1178"/>
                    <a:pt x="600" y="1178"/>
                    <a:pt x="600" y="1178"/>
                  </a:cubicBezTo>
                  <a:cubicBezTo>
                    <a:pt x="599" y="1178"/>
                    <a:pt x="599" y="1178"/>
                    <a:pt x="599" y="1178"/>
                  </a:cubicBezTo>
                  <a:cubicBezTo>
                    <a:pt x="600" y="1177"/>
                    <a:pt x="600" y="1177"/>
                    <a:pt x="600" y="1177"/>
                  </a:cubicBezTo>
                  <a:cubicBezTo>
                    <a:pt x="599" y="1174"/>
                    <a:pt x="599" y="1174"/>
                    <a:pt x="599" y="1174"/>
                  </a:cubicBezTo>
                  <a:cubicBezTo>
                    <a:pt x="598" y="1174"/>
                    <a:pt x="598" y="1174"/>
                    <a:pt x="598" y="1174"/>
                  </a:cubicBezTo>
                  <a:cubicBezTo>
                    <a:pt x="598" y="1173"/>
                    <a:pt x="598" y="1173"/>
                    <a:pt x="598" y="1173"/>
                  </a:cubicBezTo>
                  <a:cubicBezTo>
                    <a:pt x="596" y="1173"/>
                    <a:pt x="596" y="1173"/>
                    <a:pt x="596" y="1173"/>
                  </a:cubicBezTo>
                  <a:cubicBezTo>
                    <a:pt x="593" y="1174"/>
                    <a:pt x="593" y="1174"/>
                    <a:pt x="593" y="1174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6"/>
                    <a:pt x="595" y="1176"/>
                    <a:pt x="595" y="1176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4" y="1177"/>
                    <a:pt x="594" y="1177"/>
                    <a:pt x="594" y="1177"/>
                  </a:cubicBezTo>
                  <a:cubicBezTo>
                    <a:pt x="594" y="1178"/>
                    <a:pt x="594" y="1178"/>
                    <a:pt x="594" y="1178"/>
                  </a:cubicBezTo>
                  <a:cubicBezTo>
                    <a:pt x="594" y="1179"/>
                    <a:pt x="594" y="1179"/>
                    <a:pt x="594" y="1179"/>
                  </a:cubicBezTo>
                  <a:cubicBezTo>
                    <a:pt x="592" y="1179"/>
                    <a:pt x="592" y="1179"/>
                    <a:pt x="592" y="1179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0" y="1181"/>
                    <a:pt x="590" y="1181"/>
                    <a:pt x="590" y="1181"/>
                  </a:cubicBezTo>
                  <a:cubicBezTo>
                    <a:pt x="590" y="1183"/>
                    <a:pt x="590" y="1183"/>
                    <a:pt x="590" y="1183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1" y="1187"/>
                    <a:pt x="591" y="1187"/>
                    <a:pt x="591" y="1187"/>
                  </a:cubicBezTo>
                  <a:cubicBezTo>
                    <a:pt x="590" y="1187"/>
                    <a:pt x="590" y="1187"/>
                    <a:pt x="590" y="1187"/>
                  </a:cubicBezTo>
                  <a:cubicBezTo>
                    <a:pt x="589" y="1188"/>
                    <a:pt x="589" y="1188"/>
                    <a:pt x="589" y="1188"/>
                  </a:cubicBezTo>
                  <a:cubicBezTo>
                    <a:pt x="587" y="1190"/>
                    <a:pt x="587" y="1190"/>
                    <a:pt x="587" y="1190"/>
                  </a:cubicBezTo>
                  <a:cubicBezTo>
                    <a:pt x="587" y="1191"/>
                    <a:pt x="587" y="1191"/>
                    <a:pt x="587" y="1191"/>
                  </a:cubicBezTo>
                  <a:cubicBezTo>
                    <a:pt x="589" y="1194"/>
                    <a:pt x="589" y="1194"/>
                    <a:pt x="589" y="1194"/>
                  </a:cubicBezTo>
                  <a:cubicBezTo>
                    <a:pt x="591" y="1194"/>
                    <a:pt x="591" y="1194"/>
                    <a:pt x="591" y="1194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1" y="1190"/>
                    <a:pt x="591" y="1190"/>
                    <a:pt x="591" y="1190"/>
                  </a:cubicBezTo>
                  <a:cubicBezTo>
                    <a:pt x="592" y="1190"/>
                    <a:pt x="592" y="1190"/>
                    <a:pt x="592" y="1190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4" y="1192"/>
                    <a:pt x="594" y="1192"/>
                    <a:pt x="594" y="1192"/>
                  </a:cubicBezTo>
                  <a:cubicBezTo>
                    <a:pt x="596" y="1192"/>
                    <a:pt x="596" y="1192"/>
                    <a:pt x="596" y="1192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8" y="1192"/>
                    <a:pt x="598" y="1192"/>
                    <a:pt x="598" y="1192"/>
                  </a:cubicBezTo>
                  <a:cubicBezTo>
                    <a:pt x="600" y="1193"/>
                    <a:pt x="600" y="1193"/>
                    <a:pt x="600" y="1193"/>
                  </a:cubicBezTo>
                  <a:cubicBezTo>
                    <a:pt x="599" y="1194"/>
                    <a:pt x="599" y="1194"/>
                    <a:pt x="599" y="1194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7" y="1197"/>
                    <a:pt x="597" y="1197"/>
                    <a:pt x="597" y="1197"/>
                  </a:cubicBezTo>
                  <a:cubicBezTo>
                    <a:pt x="597" y="1199"/>
                    <a:pt x="597" y="1199"/>
                    <a:pt x="597" y="1199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9" y="1201"/>
                    <a:pt x="599" y="1201"/>
                    <a:pt x="599" y="1201"/>
                  </a:cubicBezTo>
                  <a:cubicBezTo>
                    <a:pt x="601" y="1202"/>
                    <a:pt x="601" y="1202"/>
                    <a:pt x="601" y="1202"/>
                  </a:cubicBezTo>
                  <a:cubicBezTo>
                    <a:pt x="600" y="1202"/>
                    <a:pt x="600" y="1202"/>
                    <a:pt x="600" y="1202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8" y="1203"/>
                    <a:pt x="598" y="1203"/>
                    <a:pt x="598" y="1203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6" y="1201"/>
                    <a:pt x="596" y="1201"/>
                    <a:pt x="596" y="1201"/>
                  </a:cubicBezTo>
                  <a:cubicBezTo>
                    <a:pt x="595" y="1202"/>
                    <a:pt x="595" y="1202"/>
                    <a:pt x="595" y="1202"/>
                  </a:cubicBezTo>
                  <a:cubicBezTo>
                    <a:pt x="594" y="1203"/>
                    <a:pt x="594" y="1203"/>
                    <a:pt x="594" y="1203"/>
                  </a:cubicBezTo>
                  <a:cubicBezTo>
                    <a:pt x="593" y="1203"/>
                    <a:pt x="593" y="1203"/>
                    <a:pt x="593" y="1203"/>
                  </a:cubicBezTo>
                  <a:cubicBezTo>
                    <a:pt x="592" y="1204"/>
                    <a:pt x="592" y="1204"/>
                    <a:pt x="592" y="1204"/>
                  </a:cubicBezTo>
                  <a:cubicBezTo>
                    <a:pt x="592" y="1205"/>
                    <a:pt x="592" y="1205"/>
                    <a:pt x="592" y="1205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10"/>
                    <a:pt x="592" y="1210"/>
                    <a:pt x="592" y="1210"/>
                  </a:cubicBezTo>
                  <a:cubicBezTo>
                    <a:pt x="593" y="1210"/>
                    <a:pt x="593" y="1210"/>
                    <a:pt x="593" y="1210"/>
                  </a:cubicBezTo>
                  <a:cubicBezTo>
                    <a:pt x="593" y="1211"/>
                    <a:pt x="593" y="1211"/>
                    <a:pt x="593" y="1211"/>
                  </a:cubicBezTo>
                  <a:cubicBezTo>
                    <a:pt x="594" y="1211"/>
                    <a:pt x="594" y="1211"/>
                    <a:pt x="594" y="1211"/>
                  </a:cubicBezTo>
                  <a:cubicBezTo>
                    <a:pt x="593" y="1212"/>
                    <a:pt x="593" y="1212"/>
                    <a:pt x="593" y="1212"/>
                  </a:cubicBezTo>
                  <a:cubicBezTo>
                    <a:pt x="594" y="1215"/>
                    <a:pt x="594" y="1215"/>
                    <a:pt x="594" y="1215"/>
                  </a:cubicBezTo>
                  <a:cubicBezTo>
                    <a:pt x="594" y="1216"/>
                    <a:pt x="594" y="1216"/>
                    <a:pt x="594" y="1216"/>
                  </a:cubicBezTo>
                  <a:cubicBezTo>
                    <a:pt x="596" y="1217"/>
                    <a:pt x="596" y="1217"/>
                    <a:pt x="596" y="1217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5"/>
                    <a:pt x="597" y="1215"/>
                    <a:pt x="597" y="1215"/>
                  </a:cubicBezTo>
                  <a:cubicBezTo>
                    <a:pt x="598" y="1216"/>
                    <a:pt x="598" y="1216"/>
                    <a:pt x="598" y="1216"/>
                  </a:cubicBezTo>
                  <a:cubicBezTo>
                    <a:pt x="596" y="1216"/>
                    <a:pt x="596" y="1216"/>
                    <a:pt x="596" y="1216"/>
                  </a:cubicBezTo>
                  <a:cubicBezTo>
                    <a:pt x="597" y="1218"/>
                    <a:pt x="597" y="1218"/>
                    <a:pt x="597" y="1218"/>
                  </a:cubicBezTo>
                  <a:cubicBezTo>
                    <a:pt x="594" y="1219"/>
                    <a:pt x="594" y="1219"/>
                    <a:pt x="594" y="1219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6" y="1223"/>
                    <a:pt x="596" y="1223"/>
                    <a:pt x="596" y="1223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598" y="1221"/>
                    <a:pt x="598" y="1221"/>
                    <a:pt x="598" y="1221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600" y="1223"/>
                    <a:pt x="600" y="1223"/>
                    <a:pt x="600" y="1223"/>
                  </a:cubicBezTo>
                  <a:cubicBezTo>
                    <a:pt x="601" y="1223"/>
                    <a:pt x="601" y="1223"/>
                    <a:pt x="601" y="1223"/>
                  </a:cubicBezTo>
                  <a:cubicBezTo>
                    <a:pt x="601" y="1224"/>
                    <a:pt x="601" y="1224"/>
                    <a:pt x="601" y="1224"/>
                  </a:cubicBezTo>
                  <a:cubicBezTo>
                    <a:pt x="602" y="1224"/>
                    <a:pt x="602" y="1224"/>
                    <a:pt x="602" y="1224"/>
                  </a:cubicBezTo>
                  <a:cubicBezTo>
                    <a:pt x="600" y="1224"/>
                    <a:pt x="600" y="1224"/>
                    <a:pt x="600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5"/>
                    <a:pt x="599" y="1225"/>
                    <a:pt x="599" y="1225"/>
                  </a:cubicBezTo>
                  <a:cubicBezTo>
                    <a:pt x="598" y="1226"/>
                    <a:pt x="598" y="1226"/>
                    <a:pt x="598" y="1226"/>
                  </a:cubicBezTo>
                  <a:cubicBezTo>
                    <a:pt x="599" y="1227"/>
                    <a:pt x="599" y="1227"/>
                    <a:pt x="599" y="1227"/>
                  </a:cubicBezTo>
                  <a:cubicBezTo>
                    <a:pt x="599" y="1228"/>
                    <a:pt x="599" y="1228"/>
                    <a:pt x="599" y="1228"/>
                  </a:cubicBezTo>
                  <a:cubicBezTo>
                    <a:pt x="598" y="1228"/>
                    <a:pt x="598" y="1228"/>
                    <a:pt x="598" y="1228"/>
                  </a:cubicBezTo>
                  <a:cubicBezTo>
                    <a:pt x="598" y="1231"/>
                    <a:pt x="598" y="1231"/>
                    <a:pt x="598" y="1231"/>
                  </a:cubicBezTo>
                  <a:cubicBezTo>
                    <a:pt x="601" y="1229"/>
                    <a:pt x="601" y="1229"/>
                    <a:pt x="601" y="1229"/>
                  </a:cubicBezTo>
                  <a:cubicBezTo>
                    <a:pt x="601" y="1230"/>
                    <a:pt x="601" y="1230"/>
                    <a:pt x="601" y="1230"/>
                  </a:cubicBezTo>
                  <a:cubicBezTo>
                    <a:pt x="602" y="1233"/>
                    <a:pt x="602" y="1233"/>
                    <a:pt x="602" y="1233"/>
                  </a:cubicBezTo>
                  <a:cubicBezTo>
                    <a:pt x="603" y="1232"/>
                    <a:pt x="603" y="1232"/>
                    <a:pt x="603" y="1232"/>
                  </a:cubicBezTo>
                  <a:cubicBezTo>
                    <a:pt x="603" y="1233"/>
                    <a:pt x="603" y="1233"/>
                    <a:pt x="603" y="1233"/>
                  </a:cubicBezTo>
                  <a:cubicBezTo>
                    <a:pt x="604" y="1234"/>
                    <a:pt x="604" y="1234"/>
                    <a:pt x="604" y="1234"/>
                  </a:cubicBezTo>
                  <a:cubicBezTo>
                    <a:pt x="603" y="1234"/>
                    <a:pt x="603" y="1234"/>
                    <a:pt x="603" y="1234"/>
                  </a:cubicBezTo>
                  <a:cubicBezTo>
                    <a:pt x="601" y="1235"/>
                    <a:pt x="601" y="1235"/>
                    <a:pt x="601" y="1235"/>
                  </a:cubicBezTo>
                  <a:cubicBezTo>
                    <a:pt x="602" y="1236"/>
                    <a:pt x="602" y="1236"/>
                    <a:pt x="602" y="1236"/>
                  </a:cubicBezTo>
                  <a:cubicBezTo>
                    <a:pt x="602" y="1237"/>
                    <a:pt x="602" y="1237"/>
                    <a:pt x="602" y="1237"/>
                  </a:cubicBezTo>
                  <a:cubicBezTo>
                    <a:pt x="601" y="1238"/>
                    <a:pt x="601" y="1238"/>
                    <a:pt x="601" y="1238"/>
                  </a:cubicBezTo>
                  <a:cubicBezTo>
                    <a:pt x="602" y="1239"/>
                    <a:pt x="602" y="1239"/>
                    <a:pt x="602" y="1239"/>
                  </a:cubicBezTo>
                  <a:cubicBezTo>
                    <a:pt x="604" y="1239"/>
                    <a:pt x="604" y="1239"/>
                    <a:pt x="604" y="1239"/>
                  </a:cubicBezTo>
                  <a:cubicBezTo>
                    <a:pt x="606" y="1239"/>
                    <a:pt x="606" y="1239"/>
                    <a:pt x="606" y="1239"/>
                  </a:cubicBezTo>
                  <a:cubicBezTo>
                    <a:pt x="606" y="1238"/>
                    <a:pt x="606" y="1238"/>
                    <a:pt x="606" y="1238"/>
                  </a:cubicBezTo>
                  <a:cubicBezTo>
                    <a:pt x="608" y="1238"/>
                    <a:pt x="608" y="1238"/>
                    <a:pt x="608" y="1238"/>
                  </a:cubicBezTo>
                  <a:cubicBezTo>
                    <a:pt x="608" y="1237"/>
                    <a:pt x="608" y="1237"/>
                    <a:pt x="608" y="1237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7" y="1234"/>
                    <a:pt x="607" y="1234"/>
                    <a:pt x="607" y="1234"/>
                  </a:cubicBezTo>
                  <a:cubicBezTo>
                    <a:pt x="606" y="1233"/>
                    <a:pt x="606" y="1233"/>
                    <a:pt x="606" y="1233"/>
                  </a:cubicBezTo>
                  <a:cubicBezTo>
                    <a:pt x="608" y="1234"/>
                    <a:pt x="608" y="1234"/>
                    <a:pt x="608" y="1234"/>
                  </a:cubicBezTo>
                  <a:cubicBezTo>
                    <a:pt x="608" y="1235"/>
                    <a:pt x="608" y="1235"/>
                    <a:pt x="608" y="1235"/>
                  </a:cubicBezTo>
                  <a:cubicBezTo>
                    <a:pt x="609" y="1235"/>
                    <a:pt x="609" y="1235"/>
                    <a:pt x="609" y="1235"/>
                  </a:cubicBezTo>
                  <a:cubicBezTo>
                    <a:pt x="610" y="1235"/>
                    <a:pt x="610" y="1235"/>
                    <a:pt x="610" y="1235"/>
                  </a:cubicBezTo>
                  <a:cubicBezTo>
                    <a:pt x="610" y="1236"/>
                    <a:pt x="610" y="1236"/>
                    <a:pt x="610" y="1236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0" y="1239"/>
                    <a:pt x="610" y="1239"/>
                    <a:pt x="610" y="1239"/>
                  </a:cubicBezTo>
                  <a:cubicBezTo>
                    <a:pt x="609" y="1239"/>
                    <a:pt x="609" y="1239"/>
                    <a:pt x="609" y="1239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7" y="1240"/>
                    <a:pt x="607" y="1240"/>
                    <a:pt x="607" y="1240"/>
                  </a:cubicBezTo>
                  <a:cubicBezTo>
                    <a:pt x="607" y="1241"/>
                    <a:pt x="607" y="1241"/>
                    <a:pt x="607" y="1241"/>
                  </a:cubicBezTo>
                  <a:cubicBezTo>
                    <a:pt x="606" y="1240"/>
                    <a:pt x="606" y="1240"/>
                    <a:pt x="606" y="1240"/>
                  </a:cubicBezTo>
                  <a:cubicBezTo>
                    <a:pt x="604" y="1240"/>
                    <a:pt x="604" y="1240"/>
                    <a:pt x="604" y="1240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3"/>
                    <a:pt x="604" y="1243"/>
                    <a:pt x="604" y="1243"/>
                  </a:cubicBezTo>
                  <a:cubicBezTo>
                    <a:pt x="604" y="1244"/>
                    <a:pt x="604" y="1244"/>
                    <a:pt x="604" y="1244"/>
                  </a:cubicBezTo>
                  <a:cubicBezTo>
                    <a:pt x="605" y="1245"/>
                    <a:pt x="605" y="1245"/>
                    <a:pt x="605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9"/>
                    <a:pt x="607" y="1249"/>
                    <a:pt x="607" y="1249"/>
                  </a:cubicBezTo>
                  <a:cubicBezTo>
                    <a:pt x="609" y="1248"/>
                    <a:pt x="609" y="1248"/>
                    <a:pt x="609" y="1248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08" y="1245"/>
                    <a:pt x="608" y="1245"/>
                    <a:pt x="608" y="1245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1" y="1245"/>
                    <a:pt x="611" y="1245"/>
                    <a:pt x="611" y="1245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11" y="1247"/>
                    <a:pt x="611" y="1247"/>
                    <a:pt x="611" y="1247"/>
                  </a:cubicBezTo>
                  <a:cubicBezTo>
                    <a:pt x="613" y="1249"/>
                    <a:pt x="613" y="1249"/>
                    <a:pt x="613" y="1249"/>
                  </a:cubicBezTo>
                  <a:cubicBezTo>
                    <a:pt x="612" y="1249"/>
                    <a:pt x="612" y="1249"/>
                    <a:pt x="612" y="1249"/>
                  </a:cubicBezTo>
                  <a:cubicBezTo>
                    <a:pt x="610" y="1250"/>
                    <a:pt x="610" y="1250"/>
                    <a:pt x="610" y="1250"/>
                  </a:cubicBezTo>
                  <a:cubicBezTo>
                    <a:pt x="611" y="1251"/>
                    <a:pt x="611" y="1251"/>
                    <a:pt x="611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4" y="1252"/>
                    <a:pt x="614" y="1252"/>
                    <a:pt x="614" y="1252"/>
                  </a:cubicBezTo>
                  <a:cubicBezTo>
                    <a:pt x="615" y="1253"/>
                    <a:pt x="615" y="1253"/>
                    <a:pt x="615" y="1253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7" y="1253"/>
                    <a:pt x="617" y="1253"/>
                    <a:pt x="617" y="1253"/>
                  </a:cubicBezTo>
                  <a:cubicBezTo>
                    <a:pt x="616" y="1253"/>
                    <a:pt x="616" y="1253"/>
                    <a:pt x="616" y="1253"/>
                  </a:cubicBezTo>
                  <a:cubicBezTo>
                    <a:pt x="617" y="1255"/>
                    <a:pt x="617" y="1255"/>
                    <a:pt x="617" y="1255"/>
                  </a:cubicBezTo>
                  <a:cubicBezTo>
                    <a:pt x="619" y="1255"/>
                    <a:pt x="619" y="1255"/>
                    <a:pt x="619" y="1255"/>
                  </a:cubicBezTo>
                  <a:cubicBezTo>
                    <a:pt x="621" y="1256"/>
                    <a:pt x="621" y="1256"/>
                    <a:pt x="621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4" y="1259"/>
                    <a:pt x="624" y="1259"/>
                    <a:pt x="624" y="1259"/>
                  </a:cubicBezTo>
                  <a:cubicBezTo>
                    <a:pt x="626" y="1260"/>
                    <a:pt x="626" y="1260"/>
                    <a:pt x="626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8" y="1260"/>
                    <a:pt x="628" y="1260"/>
                    <a:pt x="628" y="1260"/>
                  </a:cubicBezTo>
                  <a:cubicBezTo>
                    <a:pt x="630" y="1262"/>
                    <a:pt x="630" y="1262"/>
                    <a:pt x="630" y="1262"/>
                  </a:cubicBezTo>
                  <a:cubicBezTo>
                    <a:pt x="629" y="1262"/>
                    <a:pt x="629" y="1262"/>
                    <a:pt x="629" y="1262"/>
                  </a:cubicBezTo>
                  <a:cubicBezTo>
                    <a:pt x="628" y="1262"/>
                    <a:pt x="628" y="1262"/>
                    <a:pt x="628" y="1262"/>
                  </a:cubicBezTo>
                  <a:cubicBezTo>
                    <a:pt x="627" y="1262"/>
                    <a:pt x="627" y="1262"/>
                    <a:pt x="627" y="1262"/>
                  </a:cubicBezTo>
                  <a:cubicBezTo>
                    <a:pt x="626" y="1261"/>
                    <a:pt x="626" y="1261"/>
                    <a:pt x="626" y="1261"/>
                  </a:cubicBezTo>
                  <a:cubicBezTo>
                    <a:pt x="624" y="1260"/>
                    <a:pt x="624" y="1260"/>
                    <a:pt x="624" y="1260"/>
                  </a:cubicBezTo>
                  <a:cubicBezTo>
                    <a:pt x="623" y="1260"/>
                    <a:pt x="623" y="1260"/>
                    <a:pt x="623" y="1260"/>
                  </a:cubicBezTo>
                  <a:cubicBezTo>
                    <a:pt x="623" y="1259"/>
                    <a:pt x="623" y="1259"/>
                    <a:pt x="623" y="1259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1" y="1258"/>
                    <a:pt x="621" y="1258"/>
                    <a:pt x="621" y="1258"/>
                  </a:cubicBezTo>
                  <a:cubicBezTo>
                    <a:pt x="620" y="1257"/>
                    <a:pt x="620" y="1257"/>
                    <a:pt x="620" y="1257"/>
                  </a:cubicBezTo>
                  <a:cubicBezTo>
                    <a:pt x="619" y="1257"/>
                    <a:pt x="619" y="1257"/>
                    <a:pt x="619" y="1257"/>
                  </a:cubicBezTo>
                  <a:cubicBezTo>
                    <a:pt x="618" y="1257"/>
                    <a:pt x="618" y="1257"/>
                    <a:pt x="618" y="1257"/>
                  </a:cubicBezTo>
                  <a:cubicBezTo>
                    <a:pt x="616" y="1256"/>
                    <a:pt x="616" y="1256"/>
                    <a:pt x="616" y="1256"/>
                  </a:cubicBezTo>
                  <a:cubicBezTo>
                    <a:pt x="615" y="1255"/>
                    <a:pt x="615" y="1255"/>
                    <a:pt x="615" y="1255"/>
                  </a:cubicBezTo>
                  <a:cubicBezTo>
                    <a:pt x="614" y="1255"/>
                    <a:pt x="614" y="1255"/>
                    <a:pt x="614" y="1255"/>
                  </a:cubicBezTo>
                  <a:cubicBezTo>
                    <a:pt x="613" y="1255"/>
                    <a:pt x="613" y="1255"/>
                    <a:pt x="613" y="1255"/>
                  </a:cubicBezTo>
                  <a:cubicBezTo>
                    <a:pt x="612" y="1253"/>
                    <a:pt x="612" y="1253"/>
                    <a:pt x="612" y="1253"/>
                  </a:cubicBezTo>
                  <a:cubicBezTo>
                    <a:pt x="610" y="1252"/>
                    <a:pt x="610" y="1252"/>
                    <a:pt x="610" y="1252"/>
                  </a:cubicBezTo>
                  <a:cubicBezTo>
                    <a:pt x="609" y="1254"/>
                    <a:pt x="609" y="1254"/>
                    <a:pt x="609" y="1254"/>
                  </a:cubicBezTo>
                  <a:cubicBezTo>
                    <a:pt x="610" y="1255"/>
                    <a:pt x="610" y="1255"/>
                    <a:pt x="610" y="1255"/>
                  </a:cubicBezTo>
                  <a:cubicBezTo>
                    <a:pt x="611" y="1257"/>
                    <a:pt x="611" y="1257"/>
                    <a:pt x="611" y="1257"/>
                  </a:cubicBezTo>
                  <a:cubicBezTo>
                    <a:pt x="613" y="1258"/>
                    <a:pt x="613" y="1258"/>
                    <a:pt x="613" y="1258"/>
                  </a:cubicBezTo>
                  <a:cubicBezTo>
                    <a:pt x="614" y="1258"/>
                    <a:pt x="614" y="1258"/>
                    <a:pt x="614" y="1258"/>
                  </a:cubicBezTo>
                  <a:cubicBezTo>
                    <a:pt x="615" y="1260"/>
                    <a:pt x="615" y="1260"/>
                    <a:pt x="615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59"/>
                    <a:pt x="617" y="1259"/>
                    <a:pt x="617" y="1259"/>
                  </a:cubicBezTo>
                  <a:cubicBezTo>
                    <a:pt x="618" y="1260"/>
                    <a:pt x="618" y="1260"/>
                    <a:pt x="618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62"/>
                    <a:pt x="617" y="1262"/>
                    <a:pt x="617" y="1262"/>
                  </a:cubicBezTo>
                  <a:cubicBezTo>
                    <a:pt x="619" y="1262"/>
                    <a:pt x="619" y="1262"/>
                    <a:pt x="619" y="1262"/>
                  </a:cubicBezTo>
                  <a:cubicBezTo>
                    <a:pt x="620" y="1264"/>
                    <a:pt x="620" y="1264"/>
                    <a:pt x="620" y="1264"/>
                  </a:cubicBezTo>
                  <a:cubicBezTo>
                    <a:pt x="621" y="1264"/>
                    <a:pt x="621" y="1264"/>
                    <a:pt x="621" y="1264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4" y="1266"/>
                    <a:pt x="624" y="1266"/>
                    <a:pt x="624" y="1266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5" y="1268"/>
                    <a:pt x="625" y="1268"/>
                    <a:pt x="625" y="1268"/>
                  </a:cubicBezTo>
                  <a:cubicBezTo>
                    <a:pt x="626" y="1267"/>
                    <a:pt x="626" y="1267"/>
                    <a:pt x="626" y="1267"/>
                  </a:cubicBezTo>
                  <a:cubicBezTo>
                    <a:pt x="627" y="1268"/>
                    <a:pt x="627" y="1268"/>
                    <a:pt x="627" y="1268"/>
                  </a:cubicBezTo>
                  <a:cubicBezTo>
                    <a:pt x="629" y="1268"/>
                    <a:pt x="629" y="1268"/>
                    <a:pt x="629" y="1268"/>
                  </a:cubicBezTo>
                  <a:cubicBezTo>
                    <a:pt x="629" y="1269"/>
                    <a:pt x="629" y="1269"/>
                    <a:pt x="629" y="1269"/>
                  </a:cubicBezTo>
                  <a:cubicBezTo>
                    <a:pt x="631" y="1269"/>
                    <a:pt x="631" y="1269"/>
                    <a:pt x="631" y="1269"/>
                  </a:cubicBezTo>
                  <a:cubicBezTo>
                    <a:pt x="632" y="1267"/>
                    <a:pt x="632" y="1267"/>
                    <a:pt x="632" y="1267"/>
                  </a:cubicBezTo>
                  <a:cubicBezTo>
                    <a:pt x="632" y="1268"/>
                    <a:pt x="632" y="1268"/>
                    <a:pt x="632" y="1268"/>
                  </a:cubicBezTo>
                  <a:cubicBezTo>
                    <a:pt x="633" y="1267"/>
                    <a:pt x="633" y="1267"/>
                    <a:pt x="633" y="1267"/>
                  </a:cubicBezTo>
                  <a:cubicBezTo>
                    <a:pt x="634" y="1267"/>
                    <a:pt x="634" y="1267"/>
                    <a:pt x="634" y="1267"/>
                  </a:cubicBezTo>
                  <a:cubicBezTo>
                    <a:pt x="635" y="1268"/>
                    <a:pt x="635" y="1268"/>
                    <a:pt x="635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8" y="1269"/>
                    <a:pt x="638" y="1269"/>
                    <a:pt x="638" y="1269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7"/>
                    <a:pt x="639" y="1267"/>
                    <a:pt x="639" y="1267"/>
                  </a:cubicBezTo>
                  <a:cubicBezTo>
                    <a:pt x="639" y="1265"/>
                    <a:pt x="639" y="1265"/>
                    <a:pt x="639" y="1265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7" y="1264"/>
                    <a:pt x="637" y="1264"/>
                    <a:pt x="637" y="1264"/>
                  </a:cubicBezTo>
                  <a:cubicBezTo>
                    <a:pt x="638" y="1262"/>
                    <a:pt x="638" y="1262"/>
                    <a:pt x="638" y="1262"/>
                  </a:cubicBezTo>
                  <a:cubicBezTo>
                    <a:pt x="637" y="1259"/>
                    <a:pt x="637" y="1259"/>
                    <a:pt x="637" y="1259"/>
                  </a:cubicBezTo>
                  <a:cubicBezTo>
                    <a:pt x="638" y="1258"/>
                    <a:pt x="638" y="1258"/>
                    <a:pt x="638" y="1258"/>
                  </a:cubicBezTo>
                  <a:cubicBezTo>
                    <a:pt x="638" y="1257"/>
                    <a:pt x="638" y="1257"/>
                    <a:pt x="638" y="1257"/>
                  </a:cubicBezTo>
                  <a:cubicBezTo>
                    <a:pt x="638" y="1255"/>
                    <a:pt x="638" y="1255"/>
                    <a:pt x="638" y="1255"/>
                  </a:cubicBezTo>
                  <a:cubicBezTo>
                    <a:pt x="638" y="1253"/>
                    <a:pt x="638" y="1253"/>
                    <a:pt x="638" y="1253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38" y="1251"/>
                    <a:pt x="638" y="1251"/>
                    <a:pt x="638" y="1251"/>
                  </a:cubicBezTo>
                  <a:cubicBezTo>
                    <a:pt x="639" y="1250"/>
                    <a:pt x="639" y="1250"/>
                    <a:pt x="639" y="1250"/>
                  </a:cubicBezTo>
                  <a:cubicBezTo>
                    <a:pt x="641" y="1248"/>
                    <a:pt x="641" y="1248"/>
                    <a:pt x="641" y="1248"/>
                  </a:cubicBezTo>
                  <a:cubicBezTo>
                    <a:pt x="642" y="1248"/>
                    <a:pt x="642" y="1248"/>
                    <a:pt x="642" y="1248"/>
                  </a:cubicBezTo>
                  <a:cubicBezTo>
                    <a:pt x="643" y="1248"/>
                    <a:pt x="643" y="1248"/>
                    <a:pt x="643" y="1248"/>
                  </a:cubicBezTo>
                  <a:cubicBezTo>
                    <a:pt x="644" y="1249"/>
                    <a:pt x="644" y="1249"/>
                    <a:pt x="644" y="1249"/>
                  </a:cubicBezTo>
                  <a:cubicBezTo>
                    <a:pt x="644" y="1250"/>
                    <a:pt x="644" y="1250"/>
                    <a:pt x="644" y="1250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1" y="1250"/>
                    <a:pt x="641" y="1250"/>
                    <a:pt x="641" y="1250"/>
                  </a:cubicBezTo>
                  <a:cubicBezTo>
                    <a:pt x="640" y="1250"/>
                    <a:pt x="640" y="1250"/>
                    <a:pt x="640" y="1250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39" y="1255"/>
                    <a:pt x="639" y="1255"/>
                    <a:pt x="639" y="1255"/>
                  </a:cubicBezTo>
                  <a:cubicBezTo>
                    <a:pt x="640" y="1256"/>
                    <a:pt x="640" y="1256"/>
                    <a:pt x="640" y="1256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39" y="1257"/>
                    <a:pt x="639" y="1257"/>
                    <a:pt x="639" y="1257"/>
                  </a:cubicBezTo>
                  <a:cubicBezTo>
                    <a:pt x="639" y="1259"/>
                    <a:pt x="639" y="1259"/>
                    <a:pt x="639" y="1259"/>
                  </a:cubicBezTo>
                  <a:cubicBezTo>
                    <a:pt x="638" y="1261"/>
                    <a:pt x="638" y="1261"/>
                    <a:pt x="638" y="1261"/>
                  </a:cubicBezTo>
                  <a:cubicBezTo>
                    <a:pt x="639" y="1262"/>
                    <a:pt x="639" y="1262"/>
                    <a:pt x="639" y="1262"/>
                  </a:cubicBezTo>
                  <a:cubicBezTo>
                    <a:pt x="638" y="1263"/>
                    <a:pt x="638" y="1263"/>
                    <a:pt x="638" y="1263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39" y="1266"/>
                    <a:pt x="639" y="1266"/>
                    <a:pt x="639" y="1266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9"/>
                    <a:pt x="639" y="1269"/>
                    <a:pt x="639" y="1269"/>
                  </a:cubicBezTo>
                  <a:cubicBezTo>
                    <a:pt x="636" y="1269"/>
                    <a:pt x="636" y="1269"/>
                    <a:pt x="636" y="1269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3" y="1271"/>
                    <a:pt x="633" y="1271"/>
                    <a:pt x="633" y="1271"/>
                  </a:cubicBezTo>
                  <a:cubicBezTo>
                    <a:pt x="633" y="1272"/>
                    <a:pt x="633" y="1272"/>
                    <a:pt x="633" y="1272"/>
                  </a:cubicBezTo>
                  <a:cubicBezTo>
                    <a:pt x="635" y="1273"/>
                    <a:pt x="635" y="1273"/>
                    <a:pt x="635" y="1273"/>
                  </a:cubicBezTo>
                  <a:cubicBezTo>
                    <a:pt x="637" y="1273"/>
                    <a:pt x="637" y="1273"/>
                    <a:pt x="637" y="1273"/>
                  </a:cubicBezTo>
                  <a:cubicBezTo>
                    <a:pt x="636" y="1274"/>
                    <a:pt x="636" y="1274"/>
                    <a:pt x="636" y="1274"/>
                  </a:cubicBezTo>
                  <a:cubicBezTo>
                    <a:pt x="637" y="1275"/>
                    <a:pt x="637" y="1275"/>
                    <a:pt x="637" y="1275"/>
                  </a:cubicBezTo>
                  <a:cubicBezTo>
                    <a:pt x="636" y="1276"/>
                    <a:pt x="636" y="1276"/>
                    <a:pt x="636" y="1276"/>
                  </a:cubicBezTo>
                  <a:cubicBezTo>
                    <a:pt x="638" y="1278"/>
                    <a:pt x="638" y="1278"/>
                    <a:pt x="638" y="1278"/>
                  </a:cubicBezTo>
                  <a:cubicBezTo>
                    <a:pt x="640" y="1276"/>
                    <a:pt x="640" y="1276"/>
                    <a:pt x="640" y="1276"/>
                  </a:cubicBezTo>
                  <a:cubicBezTo>
                    <a:pt x="641" y="1277"/>
                    <a:pt x="641" y="1277"/>
                    <a:pt x="641" y="1277"/>
                  </a:cubicBezTo>
                  <a:cubicBezTo>
                    <a:pt x="642" y="1277"/>
                    <a:pt x="642" y="1277"/>
                    <a:pt x="642" y="1277"/>
                  </a:cubicBezTo>
                  <a:cubicBezTo>
                    <a:pt x="643" y="1278"/>
                    <a:pt x="643" y="1278"/>
                    <a:pt x="643" y="1278"/>
                  </a:cubicBezTo>
                  <a:cubicBezTo>
                    <a:pt x="644" y="1279"/>
                    <a:pt x="644" y="1279"/>
                    <a:pt x="644" y="1279"/>
                  </a:cubicBezTo>
                  <a:cubicBezTo>
                    <a:pt x="645" y="1279"/>
                    <a:pt x="645" y="1279"/>
                    <a:pt x="645" y="1279"/>
                  </a:cubicBezTo>
                  <a:cubicBezTo>
                    <a:pt x="646" y="1278"/>
                    <a:pt x="646" y="1278"/>
                    <a:pt x="646" y="1278"/>
                  </a:cubicBezTo>
                  <a:cubicBezTo>
                    <a:pt x="645" y="1277"/>
                    <a:pt x="645" y="1277"/>
                    <a:pt x="645" y="1277"/>
                  </a:cubicBezTo>
                  <a:cubicBezTo>
                    <a:pt x="644" y="1277"/>
                    <a:pt x="644" y="1277"/>
                    <a:pt x="644" y="1277"/>
                  </a:cubicBezTo>
                  <a:cubicBezTo>
                    <a:pt x="645" y="1276"/>
                    <a:pt x="645" y="1276"/>
                    <a:pt x="645" y="1276"/>
                  </a:cubicBezTo>
                  <a:cubicBezTo>
                    <a:pt x="646" y="1274"/>
                    <a:pt x="646" y="1274"/>
                    <a:pt x="646" y="1274"/>
                  </a:cubicBezTo>
                  <a:cubicBezTo>
                    <a:pt x="645" y="1274"/>
                    <a:pt x="645" y="1274"/>
                    <a:pt x="645" y="1274"/>
                  </a:cubicBezTo>
                  <a:cubicBezTo>
                    <a:pt x="647" y="1273"/>
                    <a:pt x="647" y="1273"/>
                    <a:pt x="647" y="1273"/>
                  </a:cubicBezTo>
                  <a:cubicBezTo>
                    <a:pt x="648" y="1273"/>
                    <a:pt x="648" y="1273"/>
                    <a:pt x="648" y="1273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49" y="1274"/>
                    <a:pt x="649" y="1274"/>
                    <a:pt x="649" y="1274"/>
                  </a:cubicBezTo>
                  <a:cubicBezTo>
                    <a:pt x="647" y="1275"/>
                    <a:pt x="647" y="1275"/>
                    <a:pt x="647" y="1275"/>
                  </a:cubicBezTo>
                  <a:cubicBezTo>
                    <a:pt x="649" y="1276"/>
                    <a:pt x="649" y="1276"/>
                    <a:pt x="649" y="1276"/>
                  </a:cubicBezTo>
                  <a:cubicBezTo>
                    <a:pt x="647" y="1277"/>
                    <a:pt x="647" y="1277"/>
                    <a:pt x="647" y="1277"/>
                  </a:cubicBezTo>
                  <a:cubicBezTo>
                    <a:pt x="647" y="1278"/>
                    <a:pt x="647" y="1278"/>
                    <a:pt x="647" y="1278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50" y="1280"/>
                    <a:pt x="650" y="1280"/>
                    <a:pt x="650" y="1280"/>
                  </a:cubicBezTo>
                  <a:cubicBezTo>
                    <a:pt x="651" y="1281"/>
                    <a:pt x="651" y="1281"/>
                    <a:pt x="651" y="1281"/>
                  </a:cubicBezTo>
                  <a:cubicBezTo>
                    <a:pt x="652" y="1280"/>
                    <a:pt x="652" y="1280"/>
                    <a:pt x="652" y="1280"/>
                  </a:cubicBezTo>
                  <a:cubicBezTo>
                    <a:pt x="654" y="1281"/>
                    <a:pt x="654" y="1281"/>
                    <a:pt x="654" y="1281"/>
                  </a:cubicBezTo>
                  <a:cubicBezTo>
                    <a:pt x="655" y="1281"/>
                    <a:pt x="655" y="1281"/>
                    <a:pt x="655" y="1281"/>
                  </a:cubicBezTo>
                  <a:cubicBezTo>
                    <a:pt x="655" y="1279"/>
                    <a:pt x="655" y="1279"/>
                    <a:pt x="655" y="1279"/>
                  </a:cubicBezTo>
                  <a:cubicBezTo>
                    <a:pt x="657" y="1280"/>
                    <a:pt x="657" y="1280"/>
                    <a:pt x="657" y="1280"/>
                  </a:cubicBezTo>
                  <a:cubicBezTo>
                    <a:pt x="658" y="1280"/>
                    <a:pt x="658" y="1280"/>
                    <a:pt x="658" y="1280"/>
                  </a:cubicBezTo>
                  <a:cubicBezTo>
                    <a:pt x="659" y="1280"/>
                    <a:pt x="659" y="1280"/>
                    <a:pt x="659" y="1280"/>
                  </a:cubicBezTo>
                  <a:cubicBezTo>
                    <a:pt x="660" y="1281"/>
                    <a:pt x="660" y="1281"/>
                    <a:pt x="660" y="1281"/>
                  </a:cubicBezTo>
                  <a:cubicBezTo>
                    <a:pt x="662" y="1282"/>
                    <a:pt x="662" y="1282"/>
                    <a:pt x="662" y="1282"/>
                  </a:cubicBezTo>
                  <a:cubicBezTo>
                    <a:pt x="662" y="1279"/>
                    <a:pt x="662" y="1279"/>
                    <a:pt x="662" y="1279"/>
                  </a:cubicBezTo>
                  <a:cubicBezTo>
                    <a:pt x="660" y="1278"/>
                    <a:pt x="660" y="1278"/>
                    <a:pt x="660" y="1278"/>
                  </a:cubicBezTo>
                  <a:cubicBezTo>
                    <a:pt x="659" y="1278"/>
                    <a:pt x="659" y="1278"/>
                    <a:pt x="659" y="1278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58" y="1276"/>
                    <a:pt x="658" y="1276"/>
                    <a:pt x="658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60" y="1276"/>
                    <a:pt x="660" y="1276"/>
                    <a:pt x="660" y="1276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63" y="1277"/>
                    <a:pt x="663" y="1277"/>
                    <a:pt x="663" y="1277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5" y="1277"/>
                    <a:pt x="665" y="1277"/>
                    <a:pt x="665" y="1277"/>
                  </a:cubicBezTo>
                  <a:cubicBezTo>
                    <a:pt x="667" y="1276"/>
                    <a:pt x="667" y="1276"/>
                    <a:pt x="667" y="1276"/>
                  </a:cubicBezTo>
                  <a:cubicBezTo>
                    <a:pt x="668" y="1275"/>
                    <a:pt x="668" y="1275"/>
                    <a:pt x="668" y="1275"/>
                  </a:cubicBezTo>
                  <a:cubicBezTo>
                    <a:pt x="667" y="1274"/>
                    <a:pt x="667" y="1274"/>
                    <a:pt x="667" y="1274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5" y="1272"/>
                    <a:pt x="665" y="1272"/>
                    <a:pt x="665" y="1272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9" y="1273"/>
                    <a:pt x="669" y="1273"/>
                    <a:pt x="669" y="1273"/>
                  </a:cubicBezTo>
                  <a:cubicBezTo>
                    <a:pt x="671" y="1274"/>
                    <a:pt x="671" y="1274"/>
                    <a:pt x="671" y="1274"/>
                  </a:cubicBezTo>
                  <a:cubicBezTo>
                    <a:pt x="673" y="1274"/>
                    <a:pt x="673" y="1274"/>
                    <a:pt x="673" y="1274"/>
                  </a:cubicBezTo>
                  <a:cubicBezTo>
                    <a:pt x="675" y="1272"/>
                    <a:pt x="675" y="1272"/>
                    <a:pt x="675" y="1272"/>
                  </a:cubicBezTo>
                  <a:cubicBezTo>
                    <a:pt x="675" y="1271"/>
                    <a:pt x="675" y="1271"/>
                    <a:pt x="675" y="1271"/>
                  </a:cubicBezTo>
                  <a:cubicBezTo>
                    <a:pt x="676" y="1271"/>
                    <a:pt x="676" y="1271"/>
                    <a:pt x="676" y="1271"/>
                  </a:cubicBezTo>
                  <a:cubicBezTo>
                    <a:pt x="677" y="1271"/>
                    <a:pt x="677" y="1271"/>
                    <a:pt x="677" y="1271"/>
                  </a:cubicBezTo>
                  <a:cubicBezTo>
                    <a:pt x="679" y="1270"/>
                    <a:pt x="679" y="1270"/>
                    <a:pt x="679" y="1270"/>
                  </a:cubicBezTo>
                  <a:cubicBezTo>
                    <a:pt x="679" y="1268"/>
                    <a:pt x="679" y="1268"/>
                    <a:pt x="679" y="1268"/>
                  </a:cubicBezTo>
                  <a:cubicBezTo>
                    <a:pt x="677" y="1267"/>
                    <a:pt x="677" y="1267"/>
                    <a:pt x="677" y="1267"/>
                  </a:cubicBezTo>
                  <a:cubicBezTo>
                    <a:pt x="674" y="1268"/>
                    <a:pt x="674" y="1268"/>
                    <a:pt x="674" y="1268"/>
                  </a:cubicBezTo>
                  <a:cubicBezTo>
                    <a:pt x="673" y="1268"/>
                    <a:pt x="673" y="1268"/>
                    <a:pt x="673" y="1268"/>
                  </a:cubicBezTo>
                  <a:cubicBezTo>
                    <a:pt x="671" y="1266"/>
                    <a:pt x="671" y="1266"/>
                    <a:pt x="671" y="1266"/>
                  </a:cubicBezTo>
                  <a:cubicBezTo>
                    <a:pt x="669" y="1265"/>
                    <a:pt x="669" y="1265"/>
                    <a:pt x="669" y="1265"/>
                  </a:cubicBezTo>
                  <a:cubicBezTo>
                    <a:pt x="668" y="1265"/>
                    <a:pt x="668" y="1265"/>
                    <a:pt x="668" y="1265"/>
                  </a:cubicBezTo>
                  <a:cubicBezTo>
                    <a:pt x="661" y="1262"/>
                    <a:pt x="661" y="1262"/>
                    <a:pt x="661" y="1262"/>
                  </a:cubicBezTo>
                  <a:cubicBezTo>
                    <a:pt x="661" y="1261"/>
                    <a:pt x="661" y="1261"/>
                    <a:pt x="661" y="1261"/>
                  </a:cubicBezTo>
                  <a:cubicBezTo>
                    <a:pt x="659" y="1259"/>
                    <a:pt x="659" y="1259"/>
                    <a:pt x="659" y="1259"/>
                  </a:cubicBezTo>
                  <a:cubicBezTo>
                    <a:pt x="657" y="1259"/>
                    <a:pt x="657" y="1259"/>
                    <a:pt x="657" y="1259"/>
                  </a:cubicBezTo>
                  <a:cubicBezTo>
                    <a:pt x="656" y="1257"/>
                    <a:pt x="656" y="1257"/>
                    <a:pt x="656" y="1257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4" y="1250"/>
                    <a:pt x="654" y="1250"/>
                    <a:pt x="654" y="1250"/>
                  </a:cubicBezTo>
                  <a:cubicBezTo>
                    <a:pt x="651" y="1248"/>
                    <a:pt x="651" y="1248"/>
                    <a:pt x="651" y="1248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6" y="1247"/>
                    <a:pt x="646" y="1247"/>
                    <a:pt x="646" y="1247"/>
                  </a:cubicBezTo>
                  <a:cubicBezTo>
                    <a:pt x="644" y="1246"/>
                    <a:pt x="644" y="1246"/>
                    <a:pt x="644" y="1246"/>
                  </a:cubicBezTo>
                  <a:cubicBezTo>
                    <a:pt x="644" y="1245"/>
                    <a:pt x="644" y="1245"/>
                    <a:pt x="644" y="1245"/>
                  </a:cubicBezTo>
                  <a:cubicBezTo>
                    <a:pt x="645" y="1245"/>
                    <a:pt x="645" y="1245"/>
                    <a:pt x="645" y="1245"/>
                  </a:cubicBezTo>
                  <a:cubicBezTo>
                    <a:pt x="646" y="1244"/>
                    <a:pt x="646" y="1244"/>
                    <a:pt x="646" y="1244"/>
                  </a:cubicBezTo>
                  <a:cubicBezTo>
                    <a:pt x="648" y="1245"/>
                    <a:pt x="648" y="1245"/>
                    <a:pt x="648" y="1245"/>
                  </a:cubicBezTo>
                  <a:cubicBezTo>
                    <a:pt x="649" y="1245"/>
                    <a:pt x="649" y="1245"/>
                    <a:pt x="649" y="1245"/>
                  </a:cubicBezTo>
                  <a:cubicBezTo>
                    <a:pt x="650" y="1245"/>
                    <a:pt x="650" y="1245"/>
                    <a:pt x="650" y="1245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3"/>
                    <a:pt x="652" y="1243"/>
                    <a:pt x="652" y="1243"/>
                  </a:cubicBezTo>
                  <a:cubicBezTo>
                    <a:pt x="650" y="1242"/>
                    <a:pt x="650" y="1242"/>
                    <a:pt x="650" y="1242"/>
                  </a:cubicBezTo>
                  <a:cubicBezTo>
                    <a:pt x="648" y="1241"/>
                    <a:pt x="648" y="1241"/>
                    <a:pt x="648" y="1241"/>
                  </a:cubicBezTo>
                  <a:cubicBezTo>
                    <a:pt x="648" y="1239"/>
                    <a:pt x="648" y="1239"/>
                    <a:pt x="648" y="1239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5" y="1238"/>
                    <a:pt x="645" y="1238"/>
                    <a:pt x="645" y="1238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5"/>
                    <a:pt x="646" y="1235"/>
                    <a:pt x="646" y="1235"/>
                  </a:cubicBezTo>
                  <a:cubicBezTo>
                    <a:pt x="644" y="1232"/>
                    <a:pt x="644" y="1232"/>
                    <a:pt x="644" y="1232"/>
                  </a:cubicBezTo>
                  <a:cubicBezTo>
                    <a:pt x="643" y="1229"/>
                    <a:pt x="643" y="1229"/>
                    <a:pt x="643" y="1229"/>
                  </a:cubicBezTo>
                  <a:cubicBezTo>
                    <a:pt x="643" y="1228"/>
                    <a:pt x="643" y="1228"/>
                    <a:pt x="643" y="1228"/>
                  </a:cubicBezTo>
                  <a:cubicBezTo>
                    <a:pt x="644" y="1225"/>
                    <a:pt x="644" y="1225"/>
                    <a:pt x="644" y="1225"/>
                  </a:cubicBezTo>
                  <a:cubicBezTo>
                    <a:pt x="645" y="1224"/>
                    <a:pt x="645" y="1224"/>
                    <a:pt x="645" y="1224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1"/>
                    <a:pt x="646" y="1221"/>
                    <a:pt x="646" y="1221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8" y="1222"/>
                    <a:pt x="648" y="1222"/>
                    <a:pt x="648" y="1222"/>
                  </a:cubicBezTo>
                  <a:cubicBezTo>
                    <a:pt x="649" y="1221"/>
                    <a:pt x="649" y="1221"/>
                    <a:pt x="649" y="1221"/>
                  </a:cubicBezTo>
                  <a:cubicBezTo>
                    <a:pt x="650" y="1220"/>
                    <a:pt x="650" y="1220"/>
                    <a:pt x="650" y="1220"/>
                  </a:cubicBezTo>
                  <a:cubicBezTo>
                    <a:pt x="651" y="1218"/>
                    <a:pt x="651" y="1218"/>
                    <a:pt x="651" y="1218"/>
                  </a:cubicBezTo>
                  <a:cubicBezTo>
                    <a:pt x="652" y="1217"/>
                    <a:pt x="652" y="1217"/>
                    <a:pt x="652" y="1217"/>
                  </a:cubicBezTo>
                  <a:cubicBezTo>
                    <a:pt x="651" y="1214"/>
                    <a:pt x="651" y="1214"/>
                    <a:pt x="651" y="1214"/>
                  </a:cubicBezTo>
                  <a:cubicBezTo>
                    <a:pt x="650" y="1214"/>
                    <a:pt x="650" y="1214"/>
                    <a:pt x="650" y="1214"/>
                  </a:cubicBezTo>
                  <a:cubicBezTo>
                    <a:pt x="651" y="1213"/>
                    <a:pt x="651" y="1213"/>
                    <a:pt x="651" y="1213"/>
                  </a:cubicBezTo>
                  <a:cubicBezTo>
                    <a:pt x="651" y="1211"/>
                    <a:pt x="651" y="1211"/>
                    <a:pt x="651" y="1211"/>
                  </a:cubicBezTo>
                  <a:cubicBezTo>
                    <a:pt x="652" y="1210"/>
                    <a:pt x="652" y="1210"/>
                    <a:pt x="652" y="1210"/>
                  </a:cubicBezTo>
                  <a:cubicBezTo>
                    <a:pt x="653" y="1208"/>
                    <a:pt x="653" y="1208"/>
                    <a:pt x="653" y="1208"/>
                  </a:cubicBezTo>
                  <a:cubicBezTo>
                    <a:pt x="655" y="1208"/>
                    <a:pt x="655" y="1208"/>
                    <a:pt x="655" y="1208"/>
                  </a:cubicBezTo>
                  <a:cubicBezTo>
                    <a:pt x="655" y="1206"/>
                    <a:pt x="655" y="1206"/>
                    <a:pt x="655" y="1206"/>
                  </a:cubicBezTo>
                  <a:cubicBezTo>
                    <a:pt x="656" y="1205"/>
                    <a:pt x="656" y="1205"/>
                    <a:pt x="656" y="1205"/>
                  </a:cubicBezTo>
                  <a:cubicBezTo>
                    <a:pt x="657" y="1205"/>
                    <a:pt x="657" y="1205"/>
                    <a:pt x="657" y="1205"/>
                  </a:cubicBezTo>
                  <a:cubicBezTo>
                    <a:pt x="657" y="1204"/>
                    <a:pt x="657" y="1204"/>
                    <a:pt x="657" y="1204"/>
                  </a:cubicBezTo>
                  <a:cubicBezTo>
                    <a:pt x="658" y="1203"/>
                    <a:pt x="658" y="1203"/>
                    <a:pt x="658" y="1203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0"/>
                    <a:pt x="660" y="1200"/>
                    <a:pt x="660" y="1200"/>
                  </a:cubicBezTo>
                  <a:cubicBezTo>
                    <a:pt x="661" y="1199"/>
                    <a:pt x="661" y="1199"/>
                    <a:pt x="661" y="1199"/>
                  </a:cubicBezTo>
                  <a:cubicBezTo>
                    <a:pt x="659" y="1198"/>
                    <a:pt x="659" y="1198"/>
                    <a:pt x="659" y="1198"/>
                  </a:cubicBezTo>
                  <a:cubicBezTo>
                    <a:pt x="660" y="1197"/>
                    <a:pt x="660" y="1197"/>
                    <a:pt x="660" y="1197"/>
                  </a:cubicBezTo>
                  <a:cubicBezTo>
                    <a:pt x="660" y="1196"/>
                    <a:pt x="660" y="1196"/>
                    <a:pt x="660" y="1196"/>
                  </a:cubicBezTo>
                  <a:cubicBezTo>
                    <a:pt x="659" y="1194"/>
                    <a:pt x="659" y="1194"/>
                    <a:pt x="659" y="1194"/>
                  </a:cubicBezTo>
                  <a:cubicBezTo>
                    <a:pt x="659" y="1193"/>
                    <a:pt x="659" y="1193"/>
                    <a:pt x="659" y="1193"/>
                  </a:cubicBezTo>
                  <a:cubicBezTo>
                    <a:pt x="660" y="1193"/>
                    <a:pt x="660" y="1193"/>
                    <a:pt x="660" y="1193"/>
                  </a:cubicBezTo>
                  <a:cubicBezTo>
                    <a:pt x="659" y="1191"/>
                    <a:pt x="659" y="1191"/>
                    <a:pt x="659" y="1191"/>
                  </a:cubicBezTo>
                  <a:cubicBezTo>
                    <a:pt x="657" y="1191"/>
                    <a:pt x="657" y="1191"/>
                    <a:pt x="657" y="1191"/>
                  </a:cubicBezTo>
                  <a:cubicBezTo>
                    <a:pt x="656" y="1191"/>
                    <a:pt x="656" y="1191"/>
                    <a:pt x="656" y="1191"/>
                  </a:cubicBezTo>
                  <a:cubicBezTo>
                    <a:pt x="655" y="1191"/>
                    <a:pt x="655" y="1191"/>
                    <a:pt x="655" y="1191"/>
                  </a:cubicBezTo>
                  <a:cubicBezTo>
                    <a:pt x="653" y="1191"/>
                    <a:pt x="653" y="1191"/>
                    <a:pt x="653" y="1191"/>
                  </a:cubicBezTo>
                  <a:cubicBezTo>
                    <a:pt x="650" y="1189"/>
                    <a:pt x="650" y="1189"/>
                    <a:pt x="650" y="1189"/>
                  </a:cubicBezTo>
                  <a:cubicBezTo>
                    <a:pt x="648" y="1187"/>
                    <a:pt x="648" y="1187"/>
                    <a:pt x="648" y="1187"/>
                  </a:cubicBezTo>
                  <a:cubicBezTo>
                    <a:pt x="647" y="1187"/>
                    <a:pt x="647" y="1187"/>
                    <a:pt x="647" y="1187"/>
                  </a:cubicBezTo>
                  <a:cubicBezTo>
                    <a:pt x="646" y="1186"/>
                    <a:pt x="646" y="1186"/>
                    <a:pt x="646" y="1186"/>
                  </a:cubicBezTo>
                  <a:cubicBezTo>
                    <a:pt x="644" y="1183"/>
                    <a:pt x="644" y="1183"/>
                    <a:pt x="644" y="1183"/>
                  </a:cubicBezTo>
                  <a:cubicBezTo>
                    <a:pt x="644" y="1182"/>
                    <a:pt x="644" y="1182"/>
                    <a:pt x="644" y="1182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5" y="1179"/>
                    <a:pt x="645" y="1179"/>
                    <a:pt x="645" y="1179"/>
                  </a:cubicBezTo>
                  <a:cubicBezTo>
                    <a:pt x="646" y="1177"/>
                    <a:pt x="646" y="1177"/>
                    <a:pt x="646" y="1177"/>
                  </a:cubicBezTo>
                  <a:cubicBezTo>
                    <a:pt x="646" y="1176"/>
                    <a:pt x="646" y="1176"/>
                    <a:pt x="646" y="1176"/>
                  </a:cubicBezTo>
                  <a:cubicBezTo>
                    <a:pt x="647" y="1176"/>
                    <a:pt x="647" y="1176"/>
                    <a:pt x="647" y="1176"/>
                  </a:cubicBezTo>
                  <a:cubicBezTo>
                    <a:pt x="648" y="1175"/>
                    <a:pt x="648" y="1175"/>
                    <a:pt x="648" y="1175"/>
                  </a:cubicBezTo>
                  <a:cubicBezTo>
                    <a:pt x="650" y="1174"/>
                    <a:pt x="650" y="1174"/>
                    <a:pt x="650" y="1174"/>
                  </a:cubicBezTo>
                  <a:cubicBezTo>
                    <a:pt x="651" y="1173"/>
                    <a:pt x="651" y="1173"/>
                    <a:pt x="651" y="1173"/>
                  </a:cubicBezTo>
                  <a:cubicBezTo>
                    <a:pt x="653" y="1173"/>
                    <a:pt x="653" y="1173"/>
                    <a:pt x="653" y="1173"/>
                  </a:cubicBezTo>
                  <a:cubicBezTo>
                    <a:pt x="654" y="1173"/>
                    <a:pt x="654" y="1173"/>
                    <a:pt x="654" y="1173"/>
                  </a:cubicBezTo>
                  <a:cubicBezTo>
                    <a:pt x="657" y="1172"/>
                    <a:pt x="657" y="1172"/>
                    <a:pt x="657" y="1172"/>
                  </a:cubicBezTo>
                  <a:cubicBezTo>
                    <a:pt x="657" y="1171"/>
                    <a:pt x="657" y="1171"/>
                    <a:pt x="657" y="1171"/>
                  </a:cubicBezTo>
                  <a:cubicBezTo>
                    <a:pt x="657" y="1170"/>
                    <a:pt x="657" y="1170"/>
                    <a:pt x="657" y="1170"/>
                  </a:cubicBezTo>
                  <a:cubicBezTo>
                    <a:pt x="655" y="1170"/>
                    <a:pt x="655" y="1170"/>
                    <a:pt x="655" y="1170"/>
                  </a:cubicBezTo>
                  <a:cubicBezTo>
                    <a:pt x="656" y="1169"/>
                    <a:pt x="656" y="1169"/>
                    <a:pt x="656" y="1169"/>
                  </a:cubicBezTo>
                  <a:cubicBezTo>
                    <a:pt x="658" y="1167"/>
                    <a:pt x="658" y="1167"/>
                    <a:pt x="658" y="1167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5"/>
                    <a:pt x="658" y="1165"/>
                    <a:pt x="658" y="1165"/>
                  </a:cubicBezTo>
                  <a:cubicBezTo>
                    <a:pt x="656" y="1163"/>
                    <a:pt x="656" y="1163"/>
                    <a:pt x="656" y="1163"/>
                  </a:cubicBezTo>
                  <a:cubicBezTo>
                    <a:pt x="657" y="1162"/>
                    <a:pt x="657" y="1162"/>
                    <a:pt x="657" y="1162"/>
                  </a:cubicBezTo>
                  <a:cubicBezTo>
                    <a:pt x="657" y="1161"/>
                    <a:pt x="657" y="1161"/>
                    <a:pt x="657" y="1161"/>
                  </a:cubicBezTo>
                  <a:cubicBezTo>
                    <a:pt x="656" y="1160"/>
                    <a:pt x="656" y="1160"/>
                    <a:pt x="656" y="1160"/>
                  </a:cubicBezTo>
                  <a:cubicBezTo>
                    <a:pt x="656" y="1159"/>
                    <a:pt x="656" y="1159"/>
                    <a:pt x="656" y="1159"/>
                  </a:cubicBezTo>
                  <a:cubicBezTo>
                    <a:pt x="657" y="1158"/>
                    <a:pt x="657" y="1158"/>
                    <a:pt x="657" y="1158"/>
                  </a:cubicBezTo>
                  <a:cubicBezTo>
                    <a:pt x="658" y="1156"/>
                    <a:pt x="658" y="1156"/>
                    <a:pt x="658" y="1156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60" y="1154"/>
                    <a:pt x="660" y="1154"/>
                    <a:pt x="660" y="1154"/>
                  </a:cubicBezTo>
                  <a:cubicBezTo>
                    <a:pt x="662" y="1152"/>
                    <a:pt x="662" y="1152"/>
                    <a:pt x="662" y="1152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59" y="1150"/>
                    <a:pt x="659" y="1150"/>
                    <a:pt x="659" y="1150"/>
                  </a:cubicBezTo>
                  <a:cubicBezTo>
                    <a:pt x="658" y="1150"/>
                    <a:pt x="658" y="1150"/>
                    <a:pt x="658" y="1150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9" y="1148"/>
                    <a:pt x="659" y="1148"/>
                    <a:pt x="659" y="1148"/>
                  </a:cubicBezTo>
                  <a:cubicBezTo>
                    <a:pt x="660" y="1148"/>
                    <a:pt x="660" y="1148"/>
                    <a:pt x="660" y="1148"/>
                  </a:cubicBezTo>
                  <a:cubicBezTo>
                    <a:pt x="661" y="1148"/>
                    <a:pt x="661" y="1148"/>
                    <a:pt x="661" y="1148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64" y="1152"/>
                    <a:pt x="664" y="1152"/>
                    <a:pt x="664" y="1152"/>
                  </a:cubicBezTo>
                  <a:cubicBezTo>
                    <a:pt x="667" y="1150"/>
                    <a:pt x="667" y="1150"/>
                    <a:pt x="667" y="1150"/>
                  </a:cubicBezTo>
                  <a:cubicBezTo>
                    <a:pt x="667" y="1148"/>
                    <a:pt x="667" y="1148"/>
                    <a:pt x="667" y="1148"/>
                  </a:cubicBezTo>
                  <a:cubicBezTo>
                    <a:pt x="667" y="1146"/>
                    <a:pt x="667" y="1146"/>
                    <a:pt x="667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7" y="1144"/>
                    <a:pt x="667" y="1144"/>
                    <a:pt x="667" y="1144"/>
                  </a:cubicBezTo>
                  <a:cubicBezTo>
                    <a:pt x="665" y="1142"/>
                    <a:pt x="665" y="1142"/>
                    <a:pt x="665" y="1142"/>
                  </a:cubicBezTo>
                  <a:cubicBezTo>
                    <a:pt x="664" y="1142"/>
                    <a:pt x="664" y="1142"/>
                    <a:pt x="664" y="1142"/>
                  </a:cubicBezTo>
                  <a:cubicBezTo>
                    <a:pt x="662" y="1143"/>
                    <a:pt x="662" y="1143"/>
                    <a:pt x="662" y="1143"/>
                  </a:cubicBezTo>
                  <a:cubicBezTo>
                    <a:pt x="661" y="1143"/>
                    <a:pt x="661" y="1143"/>
                    <a:pt x="661" y="1143"/>
                  </a:cubicBezTo>
                  <a:cubicBezTo>
                    <a:pt x="660" y="1144"/>
                    <a:pt x="660" y="1144"/>
                    <a:pt x="660" y="1144"/>
                  </a:cubicBezTo>
                  <a:cubicBezTo>
                    <a:pt x="659" y="1143"/>
                    <a:pt x="659" y="1143"/>
                    <a:pt x="659" y="1143"/>
                  </a:cubicBezTo>
                  <a:cubicBezTo>
                    <a:pt x="657" y="1143"/>
                    <a:pt x="657" y="1143"/>
                    <a:pt x="657" y="1143"/>
                  </a:cubicBezTo>
                  <a:cubicBezTo>
                    <a:pt x="656" y="1143"/>
                    <a:pt x="656" y="1143"/>
                    <a:pt x="656" y="1143"/>
                  </a:cubicBezTo>
                  <a:cubicBezTo>
                    <a:pt x="655" y="1142"/>
                    <a:pt x="655" y="1142"/>
                    <a:pt x="655" y="1142"/>
                  </a:cubicBezTo>
                  <a:cubicBezTo>
                    <a:pt x="655" y="1138"/>
                    <a:pt x="655" y="1138"/>
                    <a:pt x="655" y="1138"/>
                  </a:cubicBezTo>
                  <a:cubicBezTo>
                    <a:pt x="655" y="1135"/>
                    <a:pt x="655" y="1135"/>
                    <a:pt x="655" y="1135"/>
                  </a:cubicBezTo>
                  <a:cubicBezTo>
                    <a:pt x="653" y="1134"/>
                    <a:pt x="653" y="1134"/>
                    <a:pt x="653" y="1134"/>
                  </a:cubicBezTo>
                  <a:cubicBezTo>
                    <a:pt x="653" y="1132"/>
                    <a:pt x="653" y="1132"/>
                    <a:pt x="653" y="1132"/>
                  </a:cubicBezTo>
                  <a:cubicBezTo>
                    <a:pt x="654" y="1131"/>
                    <a:pt x="654" y="1131"/>
                    <a:pt x="654" y="1131"/>
                  </a:cubicBezTo>
                  <a:cubicBezTo>
                    <a:pt x="655" y="1132"/>
                    <a:pt x="655" y="1132"/>
                    <a:pt x="655" y="1132"/>
                  </a:cubicBezTo>
                  <a:cubicBezTo>
                    <a:pt x="657" y="1132"/>
                    <a:pt x="657" y="1132"/>
                    <a:pt x="657" y="1132"/>
                  </a:cubicBezTo>
                  <a:cubicBezTo>
                    <a:pt x="660" y="1133"/>
                    <a:pt x="660" y="1133"/>
                    <a:pt x="660" y="1133"/>
                  </a:cubicBezTo>
                  <a:cubicBezTo>
                    <a:pt x="662" y="1135"/>
                    <a:pt x="662" y="1135"/>
                    <a:pt x="662" y="1135"/>
                  </a:cubicBezTo>
                  <a:cubicBezTo>
                    <a:pt x="665" y="1135"/>
                    <a:pt x="665" y="1135"/>
                    <a:pt x="665" y="1135"/>
                  </a:cubicBezTo>
                  <a:cubicBezTo>
                    <a:pt x="669" y="1135"/>
                    <a:pt x="669" y="1135"/>
                    <a:pt x="669" y="1135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3" y="1132"/>
                    <a:pt x="673" y="1132"/>
                    <a:pt x="673" y="1132"/>
                  </a:cubicBezTo>
                  <a:cubicBezTo>
                    <a:pt x="674" y="1130"/>
                    <a:pt x="674" y="1130"/>
                    <a:pt x="674" y="1130"/>
                  </a:cubicBezTo>
                  <a:cubicBezTo>
                    <a:pt x="674" y="1129"/>
                    <a:pt x="674" y="1129"/>
                    <a:pt x="674" y="1129"/>
                  </a:cubicBezTo>
                  <a:cubicBezTo>
                    <a:pt x="674" y="1128"/>
                    <a:pt x="674" y="1128"/>
                    <a:pt x="674" y="1128"/>
                  </a:cubicBezTo>
                  <a:cubicBezTo>
                    <a:pt x="674" y="1127"/>
                    <a:pt x="674" y="1127"/>
                    <a:pt x="674" y="1127"/>
                  </a:cubicBezTo>
                  <a:cubicBezTo>
                    <a:pt x="673" y="1126"/>
                    <a:pt x="673" y="1126"/>
                    <a:pt x="673" y="1126"/>
                  </a:cubicBezTo>
                  <a:cubicBezTo>
                    <a:pt x="672" y="1125"/>
                    <a:pt x="672" y="1125"/>
                    <a:pt x="672" y="1125"/>
                  </a:cubicBezTo>
                  <a:cubicBezTo>
                    <a:pt x="672" y="1124"/>
                    <a:pt x="672" y="1124"/>
                    <a:pt x="672" y="1124"/>
                  </a:cubicBezTo>
                  <a:cubicBezTo>
                    <a:pt x="673" y="1123"/>
                    <a:pt x="673" y="1123"/>
                    <a:pt x="673" y="1123"/>
                  </a:cubicBezTo>
                  <a:cubicBezTo>
                    <a:pt x="672" y="1122"/>
                    <a:pt x="672" y="1122"/>
                    <a:pt x="672" y="1122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19"/>
                    <a:pt x="674" y="1119"/>
                    <a:pt x="674" y="1119"/>
                  </a:cubicBezTo>
                  <a:cubicBezTo>
                    <a:pt x="674" y="1117"/>
                    <a:pt x="674" y="1117"/>
                    <a:pt x="674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2" y="1116"/>
                    <a:pt x="672" y="1116"/>
                    <a:pt x="672" y="1116"/>
                  </a:cubicBezTo>
                  <a:cubicBezTo>
                    <a:pt x="672" y="1114"/>
                    <a:pt x="672" y="1114"/>
                    <a:pt x="672" y="1114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2" y="1112"/>
                    <a:pt x="672" y="1112"/>
                    <a:pt x="672" y="1112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3" y="1113"/>
                    <a:pt x="673" y="1113"/>
                    <a:pt x="673" y="1113"/>
                  </a:cubicBezTo>
                  <a:cubicBezTo>
                    <a:pt x="675" y="1113"/>
                    <a:pt x="675" y="1113"/>
                    <a:pt x="675" y="1113"/>
                  </a:cubicBezTo>
                  <a:cubicBezTo>
                    <a:pt x="677" y="1114"/>
                    <a:pt x="677" y="1114"/>
                    <a:pt x="677" y="1114"/>
                  </a:cubicBezTo>
                  <a:cubicBezTo>
                    <a:pt x="679" y="1114"/>
                    <a:pt x="679" y="1114"/>
                    <a:pt x="679" y="1114"/>
                  </a:cubicBezTo>
                  <a:cubicBezTo>
                    <a:pt x="681" y="1114"/>
                    <a:pt x="681" y="1114"/>
                    <a:pt x="681" y="1114"/>
                  </a:cubicBezTo>
                  <a:cubicBezTo>
                    <a:pt x="683" y="1114"/>
                    <a:pt x="683" y="1114"/>
                    <a:pt x="683" y="1114"/>
                  </a:cubicBezTo>
                  <a:cubicBezTo>
                    <a:pt x="687" y="1114"/>
                    <a:pt x="687" y="1114"/>
                    <a:pt x="687" y="1114"/>
                  </a:cubicBezTo>
                  <a:cubicBezTo>
                    <a:pt x="692" y="1113"/>
                    <a:pt x="692" y="1113"/>
                    <a:pt x="692" y="1113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701" y="1110"/>
                    <a:pt x="701" y="1110"/>
                    <a:pt x="701" y="1110"/>
                  </a:cubicBezTo>
                  <a:cubicBezTo>
                    <a:pt x="705" y="1107"/>
                    <a:pt x="705" y="1107"/>
                    <a:pt x="705" y="1107"/>
                  </a:cubicBezTo>
                  <a:cubicBezTo>
                    <a:pt x="706" y="1105"/>
                    <a:pt x="706" y="1105"/>
                    <a:pt x="706" y="1105"/>
                  </a:cubicBezTo>
                  <a:cubicBezTo>
                    <a:pt x="705" y="1104"/>
                    <a:pt x="705" y="1104"/>
                    <a:pt x="705" y="1104"/>
                  </a:cubicBezTo>
                  <a:cubicBezTo>
                    <a:pt x="706" y="1102"/>
                    <a:pt x="706" y="1102"/>
                    <a:pt x="706" y="1102"/>
                  </a:cubicBezTo>
                  <a:cubicBezTo>
                    <a:pt x="706" y="1103"/>
                    <a:pt x="706" y="1103"/>
                    <a:pt x="706" y="1103"/>
                  </a:cubicBezTo>
                  <a:cubicBezTo>
                    <a:pt x="707" y="1101"/>
                    <a:pt x="707" y="1101"/>
                    <a:pt x="707" y="1101"/>
                  </a:cubicBezTo>
                  <a:cubicBezTo>
                    <a:pt x="708" y="1099"/>
                    <a:pt x="708" y="1099"/>
                    <a:pt x="708" y="1099"/>
                  </a:cubicBezTo>
                  <a:cubicBezTo>
                    <a:pt x="709" y="1097"/>
                    <a:pt x="709" y="1097"/>
                    <a:pt x="709" y="1097"/>
                  </a:cubicBezTo>
                  <a:cubicBezTo>
                    <a:pt x="709" y="1095"/>
                    <a:pt x="709" y="1095"/>
                    <a:pt x="709" y="1095"/>
                  </a:cubicBezTo>
                  <a:cubicBezTo>
                    <a:pt x="709" y="1092"/>
                    <a:pt x="709" y="1092"/>
                    <a:pt x="709" y="1092"/>
                  </a:cubicBezTo>
                  <a:cubicBezTo>
                    <a:pt x="709" y="1090"/>
                    <a:pt x="709" y="1090"/>
                    <a:pt x="709" y="1090"/>
                  </a:cubicBezTo>
                  <a:cubicBezTo>
                    <a:pt x="708" y="1090"/>
                    <a:pt x="708" y="1090"/>
                    <a:pt x="708" y="1090"/>
                  </a:cubicBezTo>
                  <a:cubicBezTo>
                    <a:pt x="707" y="1091"/>
                    <a:pt x="707" y="1091"/>
                    <a:pt x="707" y="1091"/>
                  </a:cubicBezTo>
                  <a:cubicBezTo>
                    <a:pt x="706" y="1091"/>
                    <a:pt x="706" y="1091"/>
                    <a:pt x="706" y="1091"/>
                  </a:cubicBezTo>
                  <a:cubicBezTo>
                    <a:pt x="704" y="1090"/>
                    <a:pt x="704" y="1090"/>
                    <a:pt x="704" y="1090"/>
                  </a:cubicBezTo>
                  <a:cubicBezTo>
                    <a:pt x="703" y="1088"/>
                    <a:pt x="703" y="1088"/>
                    <a:pt x="703" y="1088"/>
                  </a:cubicBezTo>
                  <a:cubicBezTo>
                    <a:pt x="703" y="1087"/>
                    <a:pt x="703" y="1087"/>
                    <a:pt x="703" y="1087"/>
                  </a:cubicBezTo>
                  <a:cubicBezTo>
                    <a:pt x="705" y="1084"/>
                    <a:pt x="705" y="1084"/>
                    <a:pt x="705" y="1084"/>
                  </a:cubicBezTo>
                  <a:cubicBezTo>
                    <a:pt x="705" y="1082"/>
                    <a:pt x="705" y="1082"/>
                    <a:pt x="705" y="1082"/>
                  </a:cubicBezTo>
                  <a:cubicBezTo>
                    <a:pt x="704" y="1081"/>
                    <a:pt x="704" y="1081"/>
                    <a:pt x="704" y="1081"/>
                  </a:cubicBezTo>
                  <a:cubicBezTo>
                    <a:pt x="700" y="1078"/>
                    <a:pt x="700" y="1078"/>
                    <a:pt x="700" y="1078"/>
                  </a:cubicBezTo>
                  <a:cubicBezTo>
                    <a:pt x="697" y="1076"/>
                    <a:pt x="697" y="1076"/>
                    <a:pt x="697" y="1076"/>
                  </a:cubicBezTo>
                  <a:cubicBezTo>
                    <a:pt x="694" y="1074"/>
                    <a:pt x="694" y="1074"/>
                    <a:pt x="694" y="1074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1"/>
                    <a:pt x="694" y="1071"/>
                    <a:pt x="694" y="1071"/>
                  </a:cubicBezTo>
                  <a:cubicBezTo>
                    <a:pt x="695" y="1074"/>
                    <a:pt x="695" y="1074"/>
                    <a:pt x="695" y="1074"/>
                  </a:cubicBezTo>
                  <a:cubicBezTo>
                    <a:pt x="696" y="1074"/>
                    <a:pt x="696" y="1074"/>
                    <a:pt x="696" y="1074"/>
                  </a:cubicBezTo>
                  <a:cubicBezTo>
                    <a:pt x="698" y="1076"/>
                    <a:pt x="698" y="1076"/>
                    <a:pt x="698" y="1076"/>
                  </a:cubicBezTo>
                  <a:cubicBezTo>
                    <a:pt x="700" y="1076"/>
                    <a:pt x="700" y="1076"/>
                    <a:pt x="700" y="1076"/>
                  </a:cubicBezTo>
                  <a:cubicBezTo>
                    <a:pt x="703" y="1076"/>
                    <a:pt x="703" y="1076"/>
                    <a:pt x="703" y="1076"/>
                  </a:cubicBezTo>
                  <a:cubicBezTo>
                    <a:pt x="705" y="1076"/>
                    <a:pt x="705" y="1076"/>
                    <a:pt x="705" y="1076"/>
                  </a:cubicBezTo>
                  <a:cubicBezTo>
                    <a:pt x="706" y="1077"/>
                    <a:pt x="706" y="1077"/>
                    <a:pt x="706" y="1077"/>
                  </a:cubicBezTo>
                  <a:cubicBezTo>
                    <a:pt x="708" y="1077"/>
                    <a:pt x="708" y="1077"/>
                    <a:pt x="708" y="1077"/>
                  </a:cubicBezTo>
                  <a:cubicBezTo>
                    <a:pt x="709" y="1077"/>
                    <a:pt x="709" y="1077"/>
                    <a:pt x="709" y="1077"/>
                  </a:cubicBezTo>
                  <a:cubicBezTo>
                    <a:pt x="708" y="1079"/>
                    <a:pt x="708" y="1079"/>
                    <a:pt x="708" y="1079"/>
                  </a:cubicBezTo>
                  <a:cubicBezTo>
                    <a:pt x="711" y="1079"/>
                    <a:pt x="711" y="1079"/>
                    <a:pt x="711" y="1079"/>
                  </a:cubicBezTo>
                  <a:cubicBezTo>
                    <a:pt x="712" y="1078"/>
                    <a:pt x="712" y="1078"/>
                    <a:pt x="712" y="1078"/>
                  </a:cubicBezTo>
                  <a:cubicBezTo>
                    <a:pt x="714" y="1078"/>
                    <a:pt x="714" y="1078"/>
                    <a:pt x="714" y="1078"/>
                  </a:cubicBezTo>
                  <a:cubicBezTo>
                    <a:pt x="715" y="1078"/>
                    <a:pt x="715" y="1078"/>
                    <a:pt x="715" y="1078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8" y="1079"/>
                    <a:pt x="718" y="1079"/>
                    <a:pt x="718" y="1079"/>
                  </a:cubicBezTo>
                  <a:cubicBezTo>
                    <a:pt x="720" y="1079"/>
                    <a:pt x="720" y="1079"/>
                    <a:pt x="720" y="1079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5" y="1077"/>
                    <a:pt x="725" y="1077"/>
                    <a:pt x="725" y="1077"/>
                  </a:cubicBezTo>
                  <a:cubicBezTo>
                    <a:pt x="727" y="1075"/>
                    <a:pt x="727" y="1075"/>
                    <a:pt x="727" y="1075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8" y="1073"/>
                    <a:pt x="728" y="1073"/>
                    <a:pt x="728" y="1073"/>
                  </a:cubicBezTo>
                  <a:cubicBezTo>
                    <a:pt x="729" y="1071"/>
                    <a:pt x="729" y="1071"/>
                    <a:pt x="729" y="1071"/>
                  </a:cubicBezTo>
                  <a:cubicBezTo>
                    <a:pt x="729" y="1069"/>
                    <a:pt x="729" y="1069"/>
                    <a:pt x="729" y="1069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1" y="1068"/>
                    <a:pt x="731" y="1068"/>
                    <a:pt x="731" y="1068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4" y="1065"/>
                    <a:pt x="734" y="1065"/>
                    <a:pt x="734" y="1065"/>
                  </a:cubicBezTo>
                  <a:cubicBezTo>
                    <a:pt x="735" y="1063"/>
                    <a:pt x="735" y="1063"/>
                    <a:pt x="735" y="1063"/>
                  </a:cubicBezTo>
                  <a:cubicBezTo>
                    <a:pt x="736" y="1058"/>
                    <a:pt x="736" y="1058"/>
                    <a:pt x="736" y="1058"/>
                  </a:cubicBezTo>
                  <a:cubicBezTo>
                    <a:pt x="737" y="1054"/>
                    <a:pt x="737" y="1054"/>
                    <a:pt x="737" y="1054"/>
                  </a:cubicBezTo>
                  <a:cubicBezTo>
                    <a:pt x="738" y="1053"/>
                    <a:pt x="738" y="1053"/>
                    <a:pt x="738" y="1053"/>
                  </a:cubicBezTo>
                  <a:cubicBezTo>
                    <a:pt x="737" y="1053"/>
                    <a:pt x="737" y="1053"/>
                    <a:pt x="737" y="1053"/>
                  </a:cubicBezTo>
                  <a:cubicBezTo>
                    <a:pt x="739" y="1053"/>
                    <a:pt x="739" y="1053"/>
                    <a:pt x="739" y="1053"/>
                  </a:cubicBezTo>
                  <a:cubicBezTo>
                    <a:pt x="744" y="1049"/>
                    <a:pt x="744" y="1049"/>
                    <a:pt x="744" y="1049"/>
                  </a:cubicBezTo>
                  <a:cubicBezTo>
                    <a:pt x="746" y="1046"/>
                    <a:pt x="746" y="1046"/>
                    <a:pt x="746" y="1046"/>
                  </a:cubicBezTo>
                  <a:cubicBezTo>
                    <a:pt x="750" y="1041"/>
                    <a:pt x="750" y="1041"/>
                    <a:pt x="750" y="1041"/>
                  </a:cubicBezTo>
                  <a:cubicBezTo>
                    <a:pt x="751" y="1038"/>
                    <a:pt x="751" y="1038"/>
                    <a:pt x="751" y="1038"/>
                  </a:cubicBezTo>
                  <a:cubicBezTo>
                    <a:pt x="752" y="1034"/>
                    <a:pt x="752" y="1034"/>
                    <a:pt x="752" y="1034"/>
                  </a:cubicBezTo>
                  <a:cubicBezTo>
                    <a:pt x="756" y="1028"/>
                    <a:pt x="756" y="1028"/>
                    <a:pt x="756" y="1028"/>
                  </a:cubicBezTo>
                  <a:cubicBezTo>
                    <a:pt x="759" y="1024"/>
                    <a:pt x="759" y="1024"/>
                    <a:pt x="759" y="1024"/>
                  </a:cubicBezTo>
                  <a:cubicBezTo>
                    <a:pt x="760" y="1022"/>
                    <a:pt x="760" y="1022"/>
                    <a:pt x="760" y="1022"/>
                  </a:cubicBezTo>
                  <a:cubicBezTo>
                    <a:pt x="759" y="1022"/>
                    <a:pt x="759" y="1022"/>
                    <a:pt x="759" y="1022"/>
                  </a:cubicBezTo>
                  <a:cubicBezTo>
                    <a:pt x="759" y="1021"/>
                    <a:pt x="759" y="1021"/>
                    <a:pt x="759" y="1021"/>
                  </a:cubicBezTo>
                  <a:cubicBezTo>
                    <a:pt x="760" y="1021"/>
                    <a:pt x="760" y="1021"/>
                    <a:pt x="760" y="1021"/>
                  </a:cubicBezTo>
                  <a:cubicBezTo>
                    <a:pt x="761" y="1020"/>
                    <a:pt x="761" y="1020"/>
                    <a:pt x="761" y="1020"/>
                  </a:cubicBezTo>
                  <a:cubicBezTo>
                    <a:pt x="762" y="1019"/>
                    <a:pt x="762" y="1019"/>
                    <a:pt x="762" y="1019"/>
                  </a:cubicBezTo>
                  <a:cubicBezTo>
                    <a:pt x="761" y="1017"/>
                    <a:pt x="761" y="1017"/>
                    <a:pt x="761" y="1017"/>
                  </a:cubicBezTo>
                  <a:cubicBezTo>
                    <a:pt x="762" y="1016"/>
                    <a:pt x="762" y="1016"/>
                    <a:pt x="762" y="1016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4"/>
                    <a:pt x="761" y="1014"/>
                    <a:pt x="761" y="1014"/>
                  </a:cubicBezTo>
                  <a:cubicBezTo>
                    <a:pt x="759" y="1012"/>
                    <a:pt x="759" y="1012"/>
                    <a:pt x="759" y="1012"/>
                  </a:cubicBezTo>
                  <a:cubicBezTo>
                    <a:pt x="759" y="1011"/>
                    <a:pt x="759" y="1011"/>
                    <a:pt x="759" y="1011"/>
                  </a:cubicBezTo>
                  <a:cubicBezTo>
                    <a:pt x="760" y="1010"/>
                    <a:pt x="760" y="1010"/>
                    <a:pt x="760" y="1010"/>
                  </a:cubicBezTo>
                  <a:cubicBezTo>
                    <a:pt x="759" y="1007"/>
                    <a:pt x="759" y="1007"/>
                    <a:pt x="759" y="1007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61" y="1005"/>
                    <a:pt x="761" y="1005"/>
                    <a:pt x="761" y="1005"/>
                  </a:cubicBezTo>
                  <a:cubicBezTo>
                    <a:pt x="760" y="1003"/>
                    <a:pt x="760" y="1003"/>
                    <a:pt x="760" y="1003"/>
                  </a:cubicBezTo>
                  <a:cubicBezTo>
                    <a:pt x="761" y="1002"/>
                    <a:pt x="761" y="1002"/>
                    <a:pt x="761" y="1002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999"/>
                    <a:pt x="761" y="999"/>
                    <a:pt x="761" y="999"/>
                  </a:cubicBezTo>
                  <a:cubicBezTo>
                    <a:pt x="762" y="999"/>
                    <a:pt x="762" y="999"/>
                    <a:pt x="762" y="999"/>
                  </a:cubicBezTo>
                  <a:cubicBezTo>
                    <a:pt x="765" y="997"/>
                    <a:pt x="765" y="997"/>
                    <a:pt x="765" y="997"/>
                  </a:cubicBezTo>
                  <a:cubicBezTo>
                    <a:pt x="766" y="996"/>
                    <a:pt x="766" y="996"/>
                    <a:pt x="766" y="996"/>
                  </a:cubicBezTo>
                  <a:cubicBezTo>
                    <a:pt x="766" y="995"/>
                    <a:pt x="766" y="995"/>
                    <a:pt x="766" y="995"/>
                  </a:cubicBezTo>
                  <a:cubicBezTo>
                    <a:pt x="768" y="994"/>
                    <a:pt x="768" y="994"/>
                    <a:pt x="768" y="994"/>
                  </a:cubicBezTo>
                  <a:cubicBezTo>
                    <a:pt x="770" y="992"/>
                    <a:pt x="770" y="992"/>
                    <a:pt x="770" y="992"/>
                  </a:cubicBezTo>
                  <a:cubicBezTo>
                    <a:pt x="773" y="989"/>
                    <a:pt x="773" y="989"/>
                    <a:pt x="773" y="989"/>
                  </a:cubicBezTo>
                  <a:cubicBezTo>
                    <a:pt x="776" y="989"/>
                    <a:pt x="776" y="989"/>
                    <a:pt x="776" y="989"/>
                  </a:cubicBezTo>
                  <a:cubicBezTo>
                    <a:pt x="777" y="987"/>
                    <a:pt x="777" y="987"/>
                    <a:pt x="777" y="987"/>
                  </a:cubicBezTo>
                  <a:cubicBezTo>
                    <a:pt x="779" y="986"/>
                    <a:pt x="779" y="986"/>
                    <a:pt x="779" y="986"/>
                  </a:cubicBezTo>
                  <a:cubicBezTo>
                    <a:pt x="780" y="986"/>
                    <a:pt x="780" y="986"/>
                    <a:pt x="780" y="986"/>
                  </a:cubicBezTo>
                  <a:cubicBezTo>
                    <a:pt x="781" y="987"/>
                    <a:pt x="781" y="987"/>
                    <a:pt x="781" y="987"/>
                  </a:cubicBezTo>
                  <a:cubicBezTo>
                    <a:pt x="783" y="987"/>
                    <a:pt x="783" y="987"/>
                    <a:pt x="783" y="987"/>
                  </a:cubicBezTo>
                  <a:cubicBezTo>
                    <a:pt x="783" y="986"/>
                    <a:pt x="783" y="986"/>
                    <a:pt x="783" y="986"/>
                  </a:cubicBezTo>
                  <a:cubicBezTo>
                    <a:pt x="784" y="984"/>
                    <a:pt x="784" y="984"/>
                    <a:pt x="784" y="984"/>
                  </a:cubicBezTo>
                  <a:cubicBezTo>
                    <a:pt x="787" y="982"/>
                    <a:pt x="787" y="982"/>
                    <a:pt x="787" y="982"/>
                  </a:cubicBezTo>
                  <a:cubicBezTo>
                    <a:pt x="788" y="982"/>
                    <a:pt x="788" y="982"/>
                    <a:pt x="788" y="982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87" y="980"/>
                    <a:pt x="787" y="980"/>
                    <a:pt x="787" y="980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9" y="978"/>
                    <a:pt x="789" y="978"/>
                    <a:pt x="789" y="978"/>
                  </a:cubicBezTo>
                  <a:cubicBezTo>
                    <a:pt x="790" y="978"/>
                    <a:pt x="790" y="978"/>
                    <a:pt x="790" y="978"/>
                  </a:cubicBezTo>
                  <a:cubicBezTo>
                    <a:pt x="789" y="979"/>
                    <a:pt x="789" y="979"/>
                    <a:pt x="789" y="979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90" y="981"/>
                    <a:pt x="790" y="981"/>
                    <a:pt x="790" y="981"/>
                  </a:cubicBezTo>
                  <a:cubicBezTo>
                    <a:pt x="797" y="978"/>
                    <a:pt x="797" y="978"/>
                    <a:pt x="797" y="978"/>
                  </a:cubicBezTo>
                  <a:cubicBezTo>
                    <a:pt x="797" y="979"/>
                    <a:pt x="797" y="979"/>
                    <a:pt x="797" y="979"/>
                  </a:cubicBezTo>
                  <a:cubicBezTo>
                    <a:pt x="797" y="979"/>
                    <a:pt x="797" y="979"/>
                    <a:pt x="800" y="979"/>
                  </a:cubicBezTo>
                  <a:cubicBezTo>
                    <a:pt x="800" y="979"/>
                    <a:pt x="800" y="979"/>
                    <a:pt x="800" y="979"/>
                  </a:cubicBezTo>
                  <a:cubicBezTo>
                    <a:pt x="801" y="979"/>
                    <a:pt x="801" y="979"/>
                    <a:pt x="801" y="979"/>
                  </a:cubicBezTo>
                  <a:cubicBezTo>
                    <a:pt x="803" y="979"/>
                    <a:pt x="803" y="979"/>
                    <a:pt x="803" y="979"/>
                  </a:cubicBezTo>
                  <a:cubicBezTo>
                    <a:pt x="805" y="979"/>
                    <a:pt x="805" y="979"/>
                    <a:pt x="805" y="979"/>
                  </a:cubicBezTo>
                  <a:cubicBezTo>
                    <a:pt x="807" y="978"/>
                    <a:pt x="807" y="978"/>
                    <a:pt x="807" y="978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10" y="974"/>
                    <a:pt x="810" y="974"/>
                    <a:pt x="810" y="974"/>
                  </a:cubicBezTo>
                  <a:cubicBezTo>
                    <a:pt x="813" y="973"/>
                    <a:pt x="813" y="973"/>
                    <a:pt x="813" y="973"/>
                  </a:cubicBezTo>
                  <a:cubicBezTo>
                    <a:pt x="815" y="972"/>
                    <a:pt x="815" y="972"/>
                    <a:pt x="815" y="972"/>
                  </a:cubicBezTo>
                  <a:cubicBezTo>
                    <a:pt x="815" y="971"/>
                    <a:pt x="815" y="971"/>
                    <a:pt x="815" y="971"/>
                  </a:cubicBezTo>
                  <a:cubicBezTo>
                    <a:pt x="815" y="970"/>
                    <a:pt x="815" y="970"/>
                    <a:pt x="815" y="970"/>
                  </a:cubicBezTo>
                  <a:cubicBezTo>
                    <a:pt x="814" y="967"/>
                    <a:pt x="814" y="967"/>
                    <a:pt x="814" y="967"/>
                  </a:cubicBezTo>
                  <a:cubicBezTo>
                    <a:pt x="815" y="966"/>
                    <a:pt x="815" y="966"/>
                    <a:pt x="815" y="966"/>
                  </a:cubicBezTo>
                  <a:cubicBezTo>
                    <a:pt x="816" y="964"/>
                    <a:pt x="816" y="964"/>
                    <a:pt x="816" y="964"/>
                  </a:cubicBezTo>
                  <a:cubicBezTo>
                    <a:pt x="816" y="963"/>
                    <a:pt x="816" y="963"/>
                    <a:pt x="816" y="963"/>
                  </a:cubicBezTo>
                  <a:cubicBezTo>
                    <a:pt x="818" y="962"/>
                    <a:pt x="818" y="962"/>
                    <a:pt x="818" y="962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20" y="957"/>
                    <a:pt x="820" y="957"/>
                    <a:pt x="820" y="957"/>
                  </a:cubicBezTo>
                  <a:cubicBezTo>
                    <a:pt x="822" y="953"/>
                    <a:pt x="822" y="953"/>
                    <a:pt x="822" y="953"/>
                  </a:cubicBezTo>
                  <a:cubicBezTo>
                    <a:pt x="823" y="952"/>
                    <a:pt x="823" y="952"/>
                    <a:pt x="823" y="952"/>
                  </a:cubicBezTo>
                  <a:cubicBezTo>
                    <a:pt x="822" y="947"/>
                    <a:pt x="822" y="947"/>
                    <a:pt x="822" y="947"/>
                  </a:cubicBezTo>
                  <a:cubicBezTo>
                    <a:pt x="822" y="946"/>
                    <a:pt x="822" y="946"/>
                    <a:pt x="822" y="946"/>
                  </a:cubicBezTo>
                  <a:cubicBezTo>
                    <a:pt x="822" y="944"/>
                    <a:pt x="822" y="944"/>
                    <a:pt x="822" y="944"/>
                  </a:cubicBezTo>
                  <a:cubicBezTo>
                    <a:pt x="823" y="943"/>
                    <a:pt x="823" y="943"/>
                    <a:pt x="823" y="943"/>
                  </a:cubicBezTo>
                  <a:cubicBezTo>
                    <a:pt x="823" y="942"/>
                    <a:pt x="823" y="942"/>
                    <a:pt x="823" y="942"/>
                  </a:cubicBezTo>
                  <a:cubicBezTo>
                    <a:pt x="825" y="940"/>
                    <a:pt x="825" y="940"/>
                    <a:pt x="825" y="940"/>
                  </a:cubicBezTo>
                  <a:cubicBezTo>
                    <a:pt x="826" y="939"/>
                    <a:pt x="826" y="939"/>
                    <a:pt x="826" y="939"/>
                  </a:cubicBezTo>
                  <a:cubicBezTo>
                    <a:pt x="825" y="936"/>
                    <a:pt x="825" y="936"/>
                    <a:pt x="825" y="936"/>
                  </a:cubicBezTo>
                  <a:cubicBezTo>
                    <a:pt x="826" y="933"/>
                    <a:pt x="826" y="933"/>
                    <a:pt x="826" y="933"/>
                  </a:cubicBezTo>
                  <a:cubicBezTo>
                    <a:pt x="826" y="930"/>
                    <a:pt x="826" y="930"/>
                    <a:pt x="826" y="930"/>
                  </a:cubicBezTo>
                  <a:cubicBezTo>
                    <a:pt x="827" y="929"/>
                    <a:pt x="827" y="929"/>
                    <a:pt x="827" y="929"/>
                  </a:cubicBezTo>
                  <a:cubicBezTo>
                    <a:pt x="826" y="928"/>
                    <a:pt x="826" y="928"/>
                    <a:pt x="826" y="928"/>
                  </a:cubicBezTo>
                  <a:cubicBezTo>
                    <a:pt x="827" y="925"/>
                    <a:pt x="827" y="925"/>
                    <a:pt x="827" y="925"/>
                  </a:cubicBezTo>
                  <a:cubicBezTo>
                    <a:pt x="826" y="915"/>
                    <a:pt x="826" y="915"/>
                    <a:pt x="826" y="915"/>
                  </a:cubicBezTo>
                  <a:cubicBezTo>
                    <a:pt x="826" y="913"/>
                    <a:pt x="826" y="913"/>
                    <a:pt x="826" y="913"/>
                  </a:cubicBezTo>
                  <a:cubicBezTo>
                    <a:pt x="827" y="912"/>
                    <a:pt x="827" y="912"/>
                    <a:pt x="827" y="912"/>
                  </a:cubicBezTo>
                  <a:cubicBezTo>
                    <a:pt x="827" y="909"/>
                    <a:pt x="827" y="909"/>
                    <a:pt x="827" y="909"/>
                  </a:cubicBezTo>
                  <a:cubicBezTo>
                    <a:pt x="826" y="910"/>
                    <a:pt x="826" y="910"/>
                    <a:pt x="826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6" y="908"/>
                    <a:pt x="826" y="908"/>
                    <a:pt x="826" y="908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9" y="905"/>
                    <a:pt x="829" y="905"/>
                    <a:pt x="829" y="905"/>
                  </a:cubicBezTo>
                  <a:cubicBezTo>
                    <a:pt x="830" y="903"/>
                    <a:pt x="830" y="903"/>
                    <a:pt x="830" y="903"/>
                  </a:cubicBezTo>
                  <a:cubicBezTo>
                    <a:pt x="832" y="902"/>
                    <a:pt x="832" y="902"/>
                    <a:pt x="832" y="902"/>
                  </a:cubicBezTo>
                  <a:cubicBezTo>
                    <a:pt x="835" y="898"/>
                    <a:pt x="835" y="898"/>
                    <a:pt x="835" y="898"/>
                  </a:cubicBezTo>
                  <a:cubicBezTo>
                    <a:pt x="836" y="895"/>
                    <a:pt x="836" y="895"/>
                    <a:pt x="836" y="895"/>
                  </a:cubicBezTo>
                  <a:cubicBezTo>
                    <a:pt x="836" y="894"/>
                    <a:pt x="836" y="894"/>
                    <a:pt x="836" y="894"/>
                  </a:cubicBezTo>
                  <a:cubicBezTo>
                    <a:pt x="837" y="893"/>
                    <a:pt x="837" y="893"/>
                    <a:pt x="837" y="893"/>
                  </a:cubicBezTo>
                  <a:cubicBezTo>
                    <a:pt x="838" y="891"/>
                    <a:pt x="838" y="891"/>
                    <a:pt x="838" y="891"/>
                  </a:cubicBezTo>
                  <a:cubicBezTo>
                    <a:pt x="839" y="889"/>
                    <a:pt x="839" y="889"/>
                    <a:pt x="839" y="889"/>
                  </a:cubicBezTo>
                  <a:cubicBezTo>
                    <a:pt x="843" y="886"/>
                    <a:pt x="843" y="886"/>
                    <a:pt x="843" y="886"/>
                  </a:cubicBezTo>
                  <a:cubicBezTo>
                    <a:pt x="844" y="885"/>
                    <a:pt x="844" y="885"/>
                    <a:pt x="844" y="885"/>
                  </a:cubicBezTo>
                  <a:cubicBezTo>
                    <a:pt x="845" y="884"/>
                    <a:pt x="845" y="884"/>
                    <a:pt x="845" y="884"/>
                  </a:cubicBezTo>
                  <a:cubicBezTo>
                    <a:pt x="846" y="883"/>
                    <a:pt x="846" y="883"/>
                    <a:pt x="846" y="883"/>
                  </a:cubicBezTo>
                  <a:cubicBezTo>
                    <a:pt x="849" y="880"/>
                    <a:pt x="849" y="880"/>
                    <a:pt x="849" y="880"/>
                  </a:cubicBezTo>
                  <a:cubicBezTo>
                    <a:pt x="852" y="876"/>
                    <a:pt x="852" y="876"/>
                    <a:pt x="852" y="876"/>
                  </a:cubicBezTo>
                  <a:cubicBezTo>
                    <a:pt x="853" y="875"/>
                    <a:pt x="853" y="875"/>
                    <a:pt x="853" y="875"/>
                  </a:cubicBezTo>
                  <a:cubicBezTo>
                    <a:pt x="855" y="871"/>
                    <a:pt x="855" y="871"/>
                    <a:pt x="855" y="871"/>
                  </a:cubicBezTo>
                  <a:cubicBezTo>
                    <a:pt x="855" y="869"/>
                    <a:pt x="855" y="869"/>
                    <a:pt x="855" y="869"/>
                  </a:cubicBezTo>
                  <a:cubicBezTo>
                    <a:pt x="856" y="868"/>
                    <a:pt x="856" y="868"/>
                    <a:pt x="856" y="868"/>
                  </a:cubicBezTo>
                  <a:cubicBezTo>
                    <a:pt x="856" y="866"/>
                    <a:pt x="856" y="866"/>
                    <a:pt x="856" y="866"/>
                  </a:cubicBezTo>
                  <a:cubicBezTo>
                    <a:pt x="855" y="865"/>
                    <a:pt x="855" y="865"/>
                    <a:pt x="855" y="865"/>
                  </a:cubicBezTo>
                  <a:cubicBezTo>
                    <a:pt x="855" y="864"/>
                    <a:pt x="855" y="864"/>
                    <a:pt x="855" y="864"/>
                  </a:cubicBezTo>
                  <a:lnTo>
                    <a:pt x="856" y="863"/>
                  </a:lnTo>
                  <a:close/>
                  <a:moveTo>
                    <a:pt x="461" y="670"/>
                  </a:moveTo>
                  <a:cubicBezTo>
                    <a:pt x="463" y="668"/>
                    <a:pt x="463" y="668"/>
                    <a:pt x="463" y="668"/>
                  </a:cubicBezTo>
                  <a:cubicBezTo>
                    <a:pt x="463" y="669"/>
                    <a:pt x="463" y="669"/>
                    <a:pt x="463" y="669"/>
                  </a:cubicBezTo>
                  <a:cubicBezTo>
                    <a:pt x="462" y="669"/>
                    <a:pt x="462" y="669"/>
                    <a:pt x="462" y="669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1" y="670"/>
                    <a:pt x="461" y="670"/>
                    <a:pt x="461" y="670"/>
                  </a:cubicBezTo>
                  <a:close/>
                  <a:moveTo>
                    <a:pt x="662" y="442"/>
                  </a:moveTo>
                  <a:cubicBezTo>
                    <a:pt x="663" y="442"/>
                    <a:pt x="663" y="442"/>
                    <a:pt x="663" y="442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5" y="442"/>
                    <a:pt x="665" y="442"/>
                    <a:pt x="665" y="442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2" y="442"/>
                    <a:pt x="662" y="442"/>
                    <a:pt x="662" y="442"/>
                  </a:cubicBezTo>
                  <a:cubicBezTo>
                    <a:pt x="662" y="442"/>
                    <a:pt x="662" y="442"/>
                    <a:pt x="662" y="442"/>
                  </a:cubicBezTo>
                  <a:close/>
                  <a:moveTo>
                    <a:pt x="708" y="364"/>
                  </a:moveTo>
                  <a:cubicBezTo>
                    <a:pt x="707" y="363"/>
                    <a:pt x="707" y="363"/>
                    <a:pt x="707" y="363"/>
                  </a:cubicBezTo>
                  <a:cubicBezTo>
                    <a:pt x="708" y="362"/>
                    <a:pt x="708" y="362"/>
                    <a:pt x="708" y="362"/>
                  </a:cubicBezTo>
                  <a:cubicBezTo>
                    <a:pt x="709" y="361"/>
                    <a:pt x="709" y="361"/>
                    <a:pt x="709" y="361"/>
                  </a:cubicBezTo>
                  <a:cubicBezTo>
                    <a:pt x="710" y="361"/>
                    <a:pt x="710" y="361"/>
                    <a:pt x="710" y="361"/>
                  </a:cubicBezTo>
                  <a:cubicBezTo>
                    <a:pt x="711" y="360"/>
                    <a:pt x="711" y="360"/>
                    <a:pt x="711" y="360"/>
                  </a:cubicBezTo>
                  <a:cubicBezTo>
                    <a:pt x="713" y="359"/>
                    <a:pt x="713" y="359"/>
                    <a:pt x="713" y="359"/>
                  </a:cubicBezTo>
                  <a:cubicBezTo>
                    <a:pt x="716" y="358"/>
                    <a:pt x="716" y="358"/>
                    <a:pt x="716" y="358"/>
                  </a:cubicBezTo>
                  <a:cubicBezTo>
                    <a:pt x="718" y="358"/>
                    <a:pt x="718" y="358"/>
                    <a:pt x="718" y="358"/>
                  </a:cubicBezTo>
                  <a:cubicBezTo>
                    <a:pt x="717" y="358"/>
                    <a:pt x="717" y="358"/>
                    <a:pt x="717" y="358"/>
                  </a:cubicBezTo>
                  <a:cubicBezTo>
                    <a:pt x="715" y="359"/>
                    <a:pt x="715" y="359"/>
                    <a:pt x="715" y="359"/>
                  </a:cubicBezTo>
                  <a:cubicBezTo>
                    <a:pt x="714" y="360"/>
                    <a:pt x="714" y="360"/>
                    <a:pt x="714" y="360"/>
                  </a:cubicBezTo>
                  <a:cubicBezTo>
                    <a:pt x="713" y="361"/>
                    <a:pt x="713" y="361"/>
                    <a:pt x="713" y="361"/>
                  </a:cubicBezTo>
                  <a:cubicBezTo>
                    <a:pt x="712" y="362"/>
                    <a:pt x="712" y="362"/>
                    <a:pt x="712" y="362"/>
                  </a:cubicBezTo>
                  <a:cubicBezTo>
                    <a:pt x="711" y="363"/>
                    <a:pt x="711" y="363"/>
                    <a:pt x="711" y="363"/>
                  </a:cubicBezTo>
                  <a:cubicBezTo>
                    <a:pt x="708" y="363"/>
                    <a:pt x="708" y="363"/>
                    <a:pt x="708" y="363"/>
                  </a:cubicBezTo>
                  <a:cubicBezTo>
                    <a:pt x="707" y="365"/>
                    <a:pt x="707" y="365"/>
                    <a:pt x="707" y="365"/>
                  </a:cubicBezTo>
                  <a:cubicBezTo>
                    <a:pt x="707" y="365"/>
                    <a:pt x="707" y="365"/>
                    <a:pt x="707" y="365"/>
                  </a:cubicBezTo>
                  <a:lnTo>
                    <a:pt x="708" y="364"/>
                  </a:lnTo>
                  <a:close/>
                  <a:moveTo>
                    <a:pt x="661" y="295"/>
                  </a:moveTo>
                  <a:cubicBezTo>
                    <a:pt x="661" y="295"/>
                    <a:pt x="661" y="295"/>
                    <a:pt x="661" y="295"/>
                  </a:cubicBezTo>
                  <a:cubicBezTo>
                    <a:pt x="661" y="296"/>
                    <a:pt x="661" y="296"/>
                    <a:pt x="661" y="296"/>
                  </a:cubicBezTo>
                  <a:cubicBezTo>
                    <a:pt x="660" y="295"/>
                    <a:pt x="660" y="295"/>
                    <a:pt x="660" y="295"/>
                  </a:cubicBezTo>
                  <a:lnTo>
                    <a:pt x="661" y="295"/>
                  </a:lnTo>
                  <a:close/>
                  <a:moveTo>
                    <a:pt x="619" y="247"/>
                  </a:move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lose/>
                  <a:moveTo>
                    <a:pt x="593" y="480"/>
                  </a:moveTo>
                  <a:cubicBezTo>
                    <a:pt x="595" y="480"/>
                    <a:pt x="595" y="480"/>
                    <a:pt x="595" y="480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8" y="479"/>
                    <a:pt x="598" y="479"/>
                    <a:pt x="598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599" y="480"/>
                    <a:pt x="599" y="480"/>
                    <a:pt x="599" y="480"/>
                  </a:cubicBezTo>
                  <a:cubicBezTo>
                    <a:pt x="597" y="480"/>
                    <a:pt x="597" y="480"/>
                    <a:pt x="597" y="480"/>
                  </a:cubicBezTo>
                  <a:cubicBezTo>
                    <a:pt x="595" y="481"/>
                    <a:pt x="595" y="481"/>
                    <a:pt x="595" y="481"/>
                  </a:cubicBezTo>
                  <a:cubicBezTo>
                    <a:pt x="593" y="480"/>
                    <a:pt x="593" y="480"/>
                    <a:pt x="593" y="480"/>
                  </a:cubicBezTo>
                  <a:cubicBezTo>
                    <a:pt x="591" y="481"/>
                    <a:pt x="591" y="481"/>
                    <a:pt x="591" y="481"/>
                  </a:cubicBezTo>
                  <a:lnTo>
                    <a:pt x="593" y="480"/>
                  </a:lnTo>
                  <a:close/>
                  <a:moveTo>
                    <a:pt x="588" y="484"/>
                  </a:moveTo>
                  <a:cubicBezTo>
                    <a:pt x="588" y="484"/>
                    <a:pt x="588" y="484"/>
                    <a:pt x="588" y="484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4"/>
                    <a:pt x="587" y="484"/>
                    <a:pt x="587" y="484"/>
                  </a:cubicBezTo>
                  <a:lnTo>
                    <a:pt x="588" y="484"/>
                  </a:lnTo>
                  <a:close/>
                  <a:moveTo>
                    <a:pt x="577" y="498"/>
                  </a:moveTo>
                  <a:cubicBezTo>
                    <a:pt x="578" y="498"/>
                    <a:pt x="578" y="498"/>
                    <a:pt x="578" y="498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77" y="501"/>
                    <a:pt x="577" y="501"/>
                    <a:pt x="577" y="501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6" y="498"/>
                    <a:pt x="576" y="498"/>
                    <a:pt x="576" y="498"/>
                  </a:cubicBezTo>
                  <a:cubicBezTo>
                    <a:pt x="576" y="496"/>
                    <a:pt x="576" y="496"/>
                    <a:pt x="576" y="496"/>
                  </a:cubicBezTo>
                  <a:lnTo>
                    <a:pt x="577" y="498"/>
                  </a:lnTo>
                  <a:close/>
                  <a:moveTo>
                    <a:pt x="567" y="499"/>
                  </a:moveTo>
                  <a:cubicBezTo>
                    <a:pt x="567" y="498"/>
                    <a:pt x="567" y="498"/>
                    <a:pt x="567" y="498"/>
                  </a:cubicBezTo>
                  <a:cubicBezTo>
                    <a:pt x="569" y="500"/>
                    <a:pt x="569" y="500"/>
                    <a:pt x="569" y="500"/>
                  </a:cubicBezTo>
                  <a:cubicBezTo>
                    <a:pt x="568" y="502"/>
                    <a:pt x="568" y="502"/>
                    <a:pt x="568" y="502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2"/>
                    <a:pt x="567" y="502"/>
                    <a:pt x="567" y="502"/>
                  </a:cubicBezTo>
                  <a:cubicBezTo>
                    <a:pt x="567" y="501"/>
                    <a:pt x="567" y="501"/>
                    <a:pt x="567" y="501"/>
                  </a:cubicBezTo>
                  <a:lnTo>
                    <a:pt x="567" y="499"/>
                  </a:lnTo>
                  <a:close/>
                  <a:moveTo>
                    <a:pt x="629" y="148"/>
                  </a:moveTo>
                  <a:cubicBezTo>
                    <a:pt x="628" y="148"/>
                    <a:pt x="628" y="148"/>
                    <a:pt x="628" y="148"/>
                  </a:cubicBezTo>
                  <a:cubicBezTo>
                    <a:pt x="629" y="148"/>
                    <a:pt x="629" y="148"/>
                    <a:pt x="629" y="148"/>
                  </a:cubicBezTo>
                  <a:cubicBezTo>
                    <a:pt x="628" y="147"/>
                    <a:pt x="628" y="147"/>
                    <a:pt x="628" y="147"/>
                  </a:cubicBezTo>
                  <a:lnTo>
                    <a:pt x="629" y="148"/>
                  </a:lnTo>
                  <a:close/>
                  <a:moveTo>
                    <a:pt x="626" y="146"/>
                  </a:move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lose/>
                  <a:moveTo>
                    <a:pt x="624" y="143"/>
                  </a:move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lose/>
                  <a:moveTo>
                    <a:pt x="620" y="143"/>
                  </a:moveTo>
                  <a:cubicBezTo>
                    <a:pt x="621" y="142"/>
                    <a:pt x="621" y="142"/>
                    <a:pt x="621" y="142"/>
                  </a:cubicBezTo>
                  <a:cubicBezTo>
                    <a:pt x="622" y="143"/>
                    <a:pt x="622" y="143"/>
                    <a:pt x="622" y="143"/>
                  </a:cubicBezTo>
                  <a:cubicBezTo>
                    <a:pt x="621" y="143"/>
                    <a:pt x="621" y="143"/>
                    <a:pt x="621" y="143"/>
                  </a:cubicBezTo>
                  <a:cubicBezTo>
                    <a:pt x="620" y="142"/>
                    <a:pt x="620" y="142"/>
                    <a:pt x="620" y="142"/>
                  </a:cubicBezTo>
                  <a:lnTo>
                    <a:pt x="620" y="143"/>
                  </a:lnTo>
                  <a:close/>
                  <a:moveTo>
                    <a:pt x="598" y="181"/>
                  </a:moveTo>
                  <a:cubicBezTo>
                    <a:pt x="598" y="183"/>
                    <a:pt x="598" y="183"/>
                    <a:pt x="598" y="183"/>
                  </a:cubicBezTo>
                  <a:cubicBezTo>
                    <a:pt x="599" y="183"/>
                    <a:pt x="599" y="183"/>
                    <a:pt x="599" y="183"/>
                  </a:cubicBezTo>
                  <a:cubicBezTo>
                    <a:pt x="599" y="185"/>
                    <a:pt x="599" y="185"/>
                    <a:pt x="599" y="185"/>
                  </a:cubicBezTo>
                  <a:cubicBezTo>
                    <a:pt x="598" y="184"/>
                    <a:pt x="598" y="184"/>
                    <a:pt x="598" y="184"/>
                  </a:cubicBezTo>
                  <a:cubicBezTo>
                    <a:pt x="597" y="183"/>
                    <a:pt x="597" y="183"/>
                    <a:pt x="597" y="183"/>
                  </a:cubicBezTo>
                  <a:cubicBezTo>
                    <a:pt x="597" y="182"/>
                    <a:pt x="597" y="182"/>
                    <a:pt x="597" y="182"/>
                  </a:cubicBezTo>
                  <a:cubicBezTo>
                    <a:pt x="597" y="182"/>
                    <a:pt x="597" y="182"/>
                    <a:pt x="597" y="182"/>
                  </a:cubicBezTo>
                  <a:lnTo>
                    <a:pt x="598" y="181"/>
                  </a:lnTo>
                  <a:close/>
                  <a:moveTo>
                    <a:pt x="576" y="140"/>
                  </a:moveTo>
                  <a:cubicBezTo>
                    <a:pt x="576" y="140"/>
                    <a:pt x="576" y="140"/>
                    <a:pt x="576" y="140"/>
                  </a:cubicBezTo>
                  <a:cubicBezTo>
                    <a:pt x="576" y="140"/>
                    <a:pt x="576" y="140"/>
                    <a:pt x="576" y="140"/>
                  </a:cubicBezTo>
                  <a:close/>
                  <a:moveTo>
                    <a:pt x="527" y="169"/>
                  </a:move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7" y="170"/>
                    <a:pt x="527" y="170"/>
                    <a:pt x="527" y="170"/>
                  </a:cubicBezTo>
                  <a:lnTo>
                    <a:pt x="527" y="169"/>
                  </a:lnTo>
                  <a:close/>
                  <a:moveTo>
                    <a:pt x="458" y="158"/>
                  </a:moveTo>
                  <a:cubicBezTo>
                    <a:pt x="458" y="158"/>
                    <a:pt x="458" y="158"/>
                    <a:pt x="458" y="158"/>
                  </a:cubicBezTo>
                  <a:cubicBezTo>
                    <a:pt x="458" y="156"/>
                    <a:pt x="458" y="156"/>
                    <a:pt x="458" y="156"/>
                  </a:cubicBezTo>
                  <a:cubicBezTo>
                    <a:pt x="459" y="157"/>
                    <a:pt x="459" y="157"/>
                    <a:pt x="459" y="157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8" y="158"/>
                    <a:pt x="458" y="158"/>
                    <a:pt x="458" y="158"/>
                  </a:cubicBezTo>
                  <a:close/>
                  <a:moveTo>
                    <a:pt x="453" y="152"/>
                  </a:moveTo>
                  <a:cubicBezTo>
                    <a:pt x="453" y="154"/>
                    <a:pt x="453" y="154"/>
                    <a:pt x="453" y="154"/>
                  </a:cubicBezTo>
                  <a:cubicBezTo>
                    <a:pt x="453" y="154"/>
                    <a:pt x="453" y="154"/>
                    <a:pt x="453" y="154"/>
                  </a:cubicBezTo>
                  <a:lnTo>
                    <a:pt x="453" y="152"/>
                  </a:lnTo>
                  <a:close/>
                  <a:moveTo>
                    <a:pt x="409" y="588"/>
                  </a:moveTo>
                  <a:cubicBezTo>
                    <a:pt x="409" y="588"/>
                    <a:pt x="409" y="588"/>
                    <a:pt x="409" y="588"/>
                  </a:cubicBezTo>
                  <a:cubicBezTo>
                    <a:pt x="409" y="588"/>
                    <a:pt x="409" y="588"/>
                    <a:pt x="409" y="588"/>
                  </a:cubicBezTo>
                  <a:close/>
                  <a:moveTo>
                    <a:pt x="407" y="589"/>
                  </a:moveTo>
                  <a:cubicBezTo>
                    <a:pt x="408" y="588"/>
                    <a:pt x="408" y="588"/>
                    <a:pt x="408" y="588"/>
                  </a:cubicBezTo>
                  <a:cubicBezTo>
                    <a:pt x="407" y="589"/>
                    <a:pt x="407" y="589"/>
                    <a:pt x="407" y="589"/>
                  </a:cubicBezTo>
                  <a:cubicBezTo>
                    <a:pt x="407" y="589"/>
                    <a:pt x="407" y="589"/>
                    <a:pt x="407" y="589"/>
                  </a:cubicBezTo>
                  <a:close/>
                  <a:moveTo>
                    <a:pt x="404" y="590"/>
                  </a:moveTo>
                  <a:cubicBezTo>
                    <a:pt x="405" y="590"/>
                    <a:pt x="405" y="590"/>
                    <a:pt x="405" y="590"/>
                  </a:cubicBezTo>
                  <a:cubicBezTo>
                    <a:pt x="405" y="590"/>
                    <a:pt x="405" y="590"/>
                    <a:pt x="405" y="590"/>
                  </a:cubicBezTo>
                  <a:cubicBezTo>
                    <a:pt x="404" y="592"/>
                    <a:pt x="404" y="592"/>
                    <a:pt x="404" y="592"/>
                  </a:cubicBezTo>
                  <a:cubicBezTo>
                    <a:pt x="404" y="591"/>
                    <a:pt x="404" y="591"/>
                    <a:pt x="404" y="591"/>
                  </a:cubicBezTo>
                  <a:lnTo>
                    <a:pt x="404" y="590"/>
                  </a:lnTo>
                  <a:close/>
                  <a:moveTo>
                    <a:pt x="402" y="595"/>
                  </a:moveTo>
                  <a:cubicBezTo>
                    <a:pt x="402" y="595"/>
                    <a:pt x="402" y="595"/>
                    <a:pt x="402" y="595"/>
                  </a:cubicBezTo>
                  <a:cubicBezTo>
                    <a:pt x="402" y="595"/>
                    <a:pt x="402" y="595"/>
                    <a:pt x="402" y="595"/>
                  </a:cubicBezTo>
                  <a:close/>
                  <a:moveTo>
                    <a:pt x="403" y="594"/>
                  </a:moveTo>
                  <a:cubicBezTo>
                    <a:pt x="403" y="593"/>
                    <a:pt x="403" y="593"/>
                    <a:pt x="403" y="593"/>
                  </a:cubicBezTo>
                  <a:cubicBezTo>
                    <a:pt x="403" y="594"/>
                    <a:pt x="403" y="594"/>
                    <a:pt x="403" y="594"/>
                  </a:cubicBezTo>
                  <a:cubicBezTo>
                    <a:pt x="402" y="595"/>
                    <a:pt x="402" y="595"/>
                    <a:pt x="402" y="595"/>
                  </a:cubicBezTo>
                  <a:cubicBezTo>
                    <a:pt x="402" y="594"/>
                    <a:pt x="402" y="594"/>
                    <a:pt x="402" y="594"/>
                  </a:cubicBezTo>
                  <a:lnTo>
                    <a:pt x="403" y="594"/>
                  </a:lnTo>
                  <a:close/>
                  <a:moveTo>
                    <a:pt x="400" y="606"/>
                  </a:moveTo>
                  <a:cubicBezTo>
                    <a:pt x="400" y="606"/>
                    <a:pt x="401" y="607"/>
                    <a:pt x="401" y="607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8"/>
                    <a:pt x="400" y="608"/>
                    <a:pt x="400" y="608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6"/>
                    <a:pt x="400" y="606"/>
                    <a:pt x="400" y="606"/>
                  </a:cubicBezTo>
                  <a:close/>
                  <a:moveTo>
                    <a:pt x="400" y="601"/>
                  </a:moveTo>
                  <a:cubicBezTo>
                    <a:pt x="400" y="602"/>
                    <a:pt x="400" y="602"/>
                    <a:pt x="400" y="602"/>
                  </a:cubicBezTo>
                  <a:cubicBezTo>
                    <a:pt x="400" y="602"/>
                    <a:pt x="400" y="602"/>
                    <a:pt x="400" y="602"/>
                  </a:cubicBezTo>
                  <a:lnTo>
                    <a:pt x="400" y="601"/>
                  </a:lnTo>
                  <a:close/>
                  <a:moveTo>
                    <a:pt x="397" y="616"/>
                  </a:moveTo>
                  <a:cubicBezTo>
                    <a:pt x="397" y="616"/>
                    <a:pt x="397" y="616"/>
                    <a:pt x="397" y="616"/>
                  </a:cubicBezTo>
                  <a:cubicBezTo>
                    <a:pt x="397" y="616"/>
                    <a:pt x="397" y="616"/>
                    <a:pt x="397" y="616"/>
                  </a:cubicBezTo>
                  <a:close/>
                  <a:moveTo>
                    <a:pt x="55" y="169"/>
                  </a:moveTo>
                  <a:cubicBezTo>
                    <a:pt x="55" y="169"/>
                    <a:pt x="55" y="169"/>
                    <a:pt x="55" y="169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7"/>
                    <a:pt x="54" y="167"/>
                    <a:pt x="54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2" y="165"/>
                    <a:pt x="52" y="165"/>
                    <a:pt x="52" y="165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4" y="166"/>
                    <a:pt x="54" y="166"/>
                    <a:pt x="54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7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7" y="168"/>
                  </a:cubicBezTo>
                  <a:lnTo>
                    <a:pt x="55" y="169"/>
                  </a:ln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0" y="139"/>
                  </a:moveTo>
                  <a:cubicBezTo>
                    <a:pt x="69" y="138"/>
                    <a:pt x="69" y="138"/>
                    <a:pt x="69" y="138"/>
                  </a:cubicBezTo>
                  <a:cubicBezTo>
                    <a:pt x="70" y="139"/>
                    <a:pt x="70" y="139"/>
                    <a:pt x="70" y="139"/>
                  </a:cubicBezTo>
                  <a:close/>
                  <a:moveTo>
                    <a:pt x="71" y="136"/>
                  </a:moveTo>
                  <a:cubicBezTo>
                    <a:pt x="70" y="137"/>
                    <a:pt x="70" y="137"/>
                    <a:pt x="70" y="137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5"/>
                    <a:pt x="71" y="135"/>
                    <a:pt x="71" y="135"/>
                  </a:cubicBezTo>
                  <a:lnTo>
                    <a:pt x="71" y="136"/>
                  </a:lnTo>
                  <a:close/>
                  <a:moveTo>
                    <a:pt x="72" y="132"/>
                  </a:moveTo>
                  <a:cubicBezTo>
                    <a:pt x="72" y="132"/>
                    <a:pt x="71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1"/>
                    <a:pt x="72" y="131"/>
                    <a:pt x="72" y="131"/>
                  </a:cubicBezTo>
                  <a:cubicBezTo>
                    <a:pt x="72" y="132"/>
                    <a:pt x="72" y="132"/>
                    <a:pt x="72" y="132"/>
                  </a:cubicBezTo>
                  <a:close/>
                  <a:moveTo>
                    <a:pt x="14" y="257"/>
                  </a:move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lose/>
                  <a:moveTo>
                    <a:pt x="126" y="78"/>
                  </a:moveTo>
                  <a:cubicBezTo>
                    <a:pt x="125" y="77"/>
                    <a:pt x="125" y="77"/>
                    <a:pt x="125" y="7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7" y="78"/>
                    <a:pt x="127" y="78"/>
                  </a:cubicBezTo>
                  <a:lnTo>
                    <a:pt x="126" y="78"/>
                  </a:lnTo>
                  <a:close/>
                  <a:moveTo>
                    <a:pt x="136" y="82"/>
                  </a:moveTo>
                  <a:cubicBezTo>
                    <a:pt x="136" y="83"/>
                    <a:pt x="136" y="83"/>
                    <a:pt x="136" y="83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6" y="79"/>
                    <a:pt x="136" y="79"/>
                    <a:pt x="136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5" y="80"/>
                    <a:pt x="135" y="80"/>
                    <a:pt x="135" y="80"/>
                  </a:cubicBezTo>
                  <a:lnTo>
                    <a:pt x="136" y="82"/>
                  </a:lnTo>
                  <a:close/>
                  <a:moveTo>
                    <a:pt x="126" y="206"/>
                  </a:move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29" y="205"/>
                    <a:pt x="129" y="205"/>
                    <a:pt x="129" y="205"/>
                  </a:cubicBezTo>
                  <a:lnTo>
                    <a:pt x="126" y="206"/>
                  </a:lnTo>
                  <a:close/>
                  <a:moveTo>
                    <a:pt x="163" y="192"/>
                  </a:moveTo>
                  <a:cubicBezTo>
                    <a:pt x="163" y="192"/>
                    <a:pt x="163" y="192"/>
                    <a:pt x="163" y="192"/>
                  </a:cubicBezTo>
                  <a:cubicBezTo>
                    <a:pt x="163" y="193"/>
                    <a:pt x="163" y="193"/>
                    <a:pt x="163" y="193"/>
                  </a:cubicBezTo>
                  <a:lnTo>
                    <a:pt x="163" y="192"/>
                  </a:lnTo>
                  <a:close/>
                  <a:moveTo>
                    <a:pt x="167" y="192"/>
                  </a:moveTo>
                  <a:cubicBezTo>
                    <a:pt x="166" y="192"/>
                    <a:pt x="166" y="192"/>
                    <a:pt x="166" y="192"/>
                  </a:cubicBezTo>
                  <a:cubicBezTo>
                    <a:pt x="165" y="193"/>
                    <a:pt x="165" y="193"/>
                    <a:pt x="165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8" y="191"/>
                    <a:pt x="168" y="191"/>
                    <a:pt x="168" y="191"/>
                  </a:cubicBezTo>
                  <a:lnTo>
                    <a:pt x="167" y="192"/>
                  </a:lnTo>
                  <a:close/>
                  <a:moveTo>
                    <a:pt x="182" y="15"/>
                  </a:moveTo>
                  <a:cubicBezTo>
                    <a:pt x="182" y="16"/>
                    <a:pt x="182" y="16"/>
                    <a:pt x="182" y="16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3" y="14"/>
                    <a:pt x="183" y="14"/>
                    <a:pt x="183" y="14"/>
                  </a:cubicBezTo>
                  <a:lnTo>
                    <a:pt x="182" y="15"/>
                  </a:lnTo>
                  <a:close/>
                  <a:moveTo>
                    <a:pt x="222" y="292"/>
                  </a:moveTo>
                  <a:cubicBezTo>
                    <a:pt x="221" y="291"/>
                    <a:pt x="221" y="291"/>
                    <a:pt x="221" y="291"/>
                  </a:cubicBezTo>
                  <a:cubicBezTo>
                    <a:pt x="222" y="292"/>
                    <a:pt x="222" y="292"/>
                    <a:pt x="222" y="292"/>
                  </a:cubicBezTo>
                  <a:close/>
                  <a:moveTo>
                    <a:pt x="234" y="278"/>
                  </a:moveTo>
                  <a:cubicBezTo>
                    <a:pt x="233" y="278"/>
                    <a:pt x="233" y="278"/>
                    <a:pt x="233" y="278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4" y="278"/>
                    <a:pt x="234" y="278"/>
                    <a:pt x="234" y="278"/>
                  </a:cubicBezTo>
                  <a:close/>
                  <a:moveTo>
                    <a:pt x="229" y="250"/>
                  </a:moveTo>
                  <a:cubicBezTo>
                    <a:pt x="229" y="251"/>
                    <a:pt x="229" y="251"/>
                    <a:pt x="229" y="251"/>
                  </a:cubicBezTo>
                  <a:cubicBezTo>
                    <a:pt x="228" y="250"/>
                    <a:pt x="228" y="250"/>
                    <a:pt x="228" y="250"/>
                  </a:cubicBezTo>
                  <a:lnTo>
                    <a:pt x="229" y="250"/>
                  </a:lnTo>
                  <a:close/>
                  <a:moveTo>
                    <a:pt x="225" y="244"/>
                  </a:moveTo>
                  <a:cubicBezTo>
                    <a:pt x="226" y="243"/>
                    <a:pt x="226" y="243"/>
                    <a:pt x="226" y="243"/>
                  </a:cubicBezTo>
                  <a:cubicBezTo>
                    <a:pt x="226" y="240"/>
                    <a:pt x="226" y="240"/>
                    <a:pt x="226" y="240"/>
                  </a:cubicBezTo>
                  <a:cubicBezTo>
                    <a:pt x="227" y="237"/>
                    <a:pt x="227" y="237"/>
                    <a:pt x="227" y="237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8" y="233"/>
                    <a:pt x="228" y="233"/>
                    <a:pt x="228" y="233"/>
                  </a:cubicBezTo>
                  <a:cubicBezTo>
                    <a:pt x="228" y="234"/>
                    <a:pt x="228" y="234"/>
                    <a:pt x="228" y="234"/>
                  </a:cubicBezTo>
                  <a:cubicBezTo>
                    <a:pt x="228" y="236"/>
                    <a:pt x="228" y="236"/>
                    <a:pt x="228" y="236"/>
                  </a:cubicBezTo>
                  <a:cubicBezTo>
                    <a:pt x="227" y="238"/>
                    <a:pt x="227" y="238"/>
                    <a:pt x="227" y="238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6" y="244"/>
                    <a:pt x="226" y="244"/>
                    <a:pt x="226" y="244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6" y="249"/>
                    <a:pt x="226" y="249"/>
                    <a:pt x="226" y="249"/>
                  </a:cubicBezTo>
                  <a:cubicBezTo>
                    <a:pt x="226" y="248"/>
                    <a:pt x="226" y="248"/>
                    <a:pt x="226" y="248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5" y="246"/>
                    <a:pt x="225" y="246"/>
                    <a:pt x="225" y="246"/>
                  </a:cubicBezTo>
                  <a:lnTo>
                    <a:pt x="225" y="244"/>
                  </a:lnTo>
                  <a:close/>
                  <a:moveTo>
                    <a:pt x="217" y="247"/>
                  </a:moveTo>
                  <a:cubicBezTo>
                    <a:pt x="216" y="247"/>
                    <a:pt x="216" y="247"/>
                    <a:pt x="216" y="247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7" y="245"/>
                    <a:pt x="217" y="245"/>
                    <a:pt x="217" y="245"/>
                  </a:cubicBezTo>
                  <a:cubicBezTo>
                    <a:pt x="215" y="246"/>
                    <a:pt x="215" y="246"/>
                    <a:pt x="215" y="246"/>
                  </a:cubicBezTo>
                  <a:lnTo>
                    <a:pt x="217" y="247"/>
                  </a:lnTo>
                  <a:close/>
                  <a:moveTo>
                    <a:pt x="217" y="259"/>
                  </a:moveTo>
                  <a:cubicBezTo>
                    <a:pt x="217" y="258"/>
                    <a:pt x="217" y="258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8" y="259"/>
                    <a:pt x="218" y="259"/>
                    <a:pt x="218" y="259"/>
                  </a:cubicBezTo>
                  <a:lnTo>
                    <a:pt x="217" y="259"/>
                  </a:lnTo>
                  <a:close/>
                  <a:moveTo>
                    <a:pt x="219" y="260"/>
                  </a:moveTo>
                  <a:cubicBezTo>
                    <a:pt x="219" y="259"/>
                    <a:pt x="219" y="259"/>
                    <a:pt x="219" y="259"/>
                  </a:cubicBezTo>
                  <a:cubicBezTo>
                    <a:pt x="219" y="260"/>
                    <a:pt x="219" y="260"/>
                    <a:pt x="219" y="260"/>
                  </a:cubicBezTo>
                  <a:close/>
                  <a:moveTo>
                    <a:pt x="220" y="262"/>
                  </a:moveTo>
                  <a:cubicBezTo>
                    <a:pt x="219" y="263"/>
                    <a:pt x="219" y="263"/>
                    <a:pt x="219" y="263"/>
                  </a:cubicBezTo>
                  <a:cubicBezTo>
                    <a:pt x="219" y="262"/>
                    <a:pt x="219" y="262"/>
                    <a:pt x="219" y="262"/>
                  </a:cubicBezTo>
                  <a:cubicBezTo>
                    <a:pt x="220" y="263"/>
                    <a:pt x="220" y="263"/>
                    <a:pt x="220" y="263"/>
                  </a:cubicBezTo>
                  <a:cubicBezTo>
                    <a:pt x="220" y="262"/>
                    <a:pt x="220" y="262"/>
                    <a:pt x="220" y="262"/>
                  </a:cubicBezTo>
                  <a:close/>
                  <a:moveTo>
                    <a:pt x="219" y="254"/>
                  </a:moveTo>
                  <a:cubicBezTo>
                    <a:pt x="219" y="254"/>
                    <a:pt x="219" y="254"/>
                    <a:pt x="219" y="254"/>
                  </a:cubicBezTo>
                  <a:cubicBezTo>
                    <a:pt x="219" y="254"/>
                    <a:pt x="219" y="254"/>
                    <a:pt x="219" y="254"/>
                  </a:cubicBezTo>
                  <a:cubicBezTo>
                    <a:pt x="221" y="255"/>
                    <a:pt x="221" y="255"/>
                    <a:pt x="221" y="255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8"/>
                    <a:pt x="220" y="248"/>
                    <a:pt x="220" y="248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3"/>
                    <a:pt x="218" y="243"/>
                    <a:pt x="218" y="243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16" y="241"/>
                    <a:pt x="216" y="241"/>
                    <a:pt x="216" y="241"/>
                  </a:cubicBezTo>
                  <a:cubicBezTo>
                    <a:pt x="216" y="240"/>
                    <a:pt x="216" y="240"/>
                    <a:pt x="216" y="240"/>
                  </a:cubicBezTo>
                  <a:cubicBezTo>
                    <a:pt x="216" y="239"/>
                    <a:pt x="216" y="239"/>
                    <a:pt x="216" y="239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6" y="238"/>
                    <a:pt x="216" y="238"/>
                    <a:pt x="216" y="238"/>
                  </a:cubicBezTo>
                  <a:cubicBezTo>
                    <a:pt x="217" y="237"/>
                    <a:pt x="217" y="237"/>
                    <a:pt x="217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7" y="239"/>
                    <a:pt x="217" y="239"/>
                    <a:pt x="217" y="239"/>
                  </a:cubicBezTo>
                  <a:cubicBezTo>
                    <a:pt x="217" y="240"/>
                    <a:pt x="217" y="240"/>
                    <a:pt x="217" y="240"/>
                  </a:cubicBezTo>
                  <a:cubicBezTo>
                    <a:pt x="219" y="241"/>
                    <a:pt x="219" y="241"/>
                    <a:pt x="219" y="241"/>
                  </a:cubicBezTo>
                  <a:cubicBezTo>
                    <a:pt x="219" y="242"/>
                    <a:pt x="219" y="242"/>
                    <a:pt x="219" y="242"/>
                  </a:cubicBezTo>
                  <a:cubicBezTo>
                    <a:pt x="219" y="243"/>
                    <a:pt x="219" y="243"/>
                    <a:pt x="219" y="243"/>
                  </a:cubicBezTo>
                  <a:cubicBezTo>
                    <a:pt x="218" y="245"/>
                    <a:pt x="218" y="245"/>
                    <a:pt x="218" y="245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21" y="247"/>
                    <a:pt x="221" y="247"/>
                    <a:pt x="221" y="247"/>
                  </a:cubicBezTo>
                  <a:cubicBezTo>
                    <a:pt x="222" y="248"/>
                    <a:pt x="222" y="248"/>
                    <a:pt x="222" y="248"/>
                  </a:cubicBezTo>
                  <a:cubicBezTo>
                    <a:pt x="223" y="249"/>
                    <a:pt x="223" y="249"/>
                    <a:pt x="223" y="249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4" y="249"/>
                    <a:pt x="224" y="249"/>
                    <a:pt x="224" y="249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2" y="255"/>
                    <a:pt x="222" y="255"/>
                    <a:pt x="222" y="255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21" y="255"/>
                    <a:pt x="221" y="255"/>
                    <a:pt x="221" y="255"/>
                  </a:cubicBezTo>
                  <a:lnTo>
                    <a:pt x="219" y="254"/>
                  </a:lnTo>
                  <a:close/>
                  <a:moveTo>
                    <a:pt x="222" y="260"/>
                  </a:move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57"/>
                    <a:pt x="221" y="257"/>
                    <a:pt x="221" y="257"/>
                  </a:cubicBezTo>
                  <a:cubicBezTo>
                    <a:pt x="222" y="257"/>
                    <a:pt x="222" y="257"/>
                    <a:pt x="222" y="257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22" y="259"/>
                    <a:pt x="222" y="259"/>
                    <a:pt x="222" y="259"/>
                  </a:cubicBezTo>
                  <a:cubicBezTo>
                    <a:pt x="222" y="259"/>
                    <a:pt x="222" y="259"/>
                    <a:pt x="222" y="259"/>
                  </a:cubicBezTo>
                  <a:lnTo>
                    <a:pt x="222" y="260"/>
                  </a:lnTo>
                  <a:close/>
                  <a:moveTo>
                    <a:pt x="222" y="266"/>
                  </a:moveTo>
                  <a:cubicBezTo>
                    <a:pt x="221" y="266"/>
                    <a:pt x="221" y="266"/>
                    <a:pt x="221" y="266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4" y="263"/>
                    <a:pt x="224" y="263"/>
                    <a:pt x="224" y="263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0"/>
                    <a:pt x="227" y="260"/>
                    <a:pt x="227" y="260"/>
                  </a:cubicBezTo>
                  <a:cubicBezTo>
                    <a:pt x="227" y="259"/>
                    <a:pt x="227" y="259"/>
                    <a:pt x="227" y="259"/>
                  </a:cubicBezTo>
                  <a:cubicBezTo>
                    <a:pt x="228" y="260"/>
                    <a:pt x="228" y="260"/>
                    <a:pt x="228" y="260"/>
                  </a:cubicBezTo>
                  <a:cubicBezTo>
                    <a:pt x="229" y="257"/>
                    <a:pt x="229" y="257"/>
                    <a:pt x="229" y="257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231" y="253"/>
                    <a:pt x="231" y="253"/>
                    <a:pt x="231" y="253"/>
                  </a:cubicBezTo>
                  <a:cubicBezTo>
                    <a:pt x="232" y="252"/>
                    <a:pt x="232" y="252"/>
                    <a:pt x="232" y="252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2" y="254"/>
                    <a:pt x="232" y="254"/>
                    <a:pt x="232" y="254"/>
                  </a:cubicBezTo>
                  <a:cubicBezTo>
                    <a:pt x="233" y="255"/>
                    <a:pt x="233" y="255"/>
                    <a:pt x="233" y="255"/>
                  </a:cubicBezTo>
                  <a:cubicBezTo>
                    <a:pt x="231" y="255"/>
                    <a:pt x="231" y="255"/>
                    <a:pt x="231" y="255"/>
                  </a:cubicBezTo>
                  <a:cubicBezTo>
                    <a:pt x="231" y="256"/>
                    <a:pt x="231" y="256"/>
                    <a:pt x="231" y="256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2" y="259"/>
                    <a:pt x="232" y="259"/>
                    <a:pt x="232" y="259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1" y="257"/>
                    <a:pt x="231" y="257"/>
                    <a:pt x="231" y="257"/>
                  </a:cubicBezTo>
                  <a:cubicBezTo>
                    <a:pt x="230" y="258"/>
                    <a:pt x="230" y="258"/>
                    <a:pt x="230" y="258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29" y="260"/>
                    <a:pt x="229" y="260"/>
                    <a:pt x="229" y="260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63"/>
                    <a:pt x="228" y="263"/>
                    <a:pt x="228" y="263"/>
                  </a:cubicBezTo>
                  <a:cubicBezTo>
                    <a:pt x="228" y="264"/>
                    <a:pt x="228" y="264"/>
                    <a:pt x="228" y="264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29" y="265"/>
                    <a:pt x="229" y="265"/>
                    <a:pt x="229" y="265"/>
                  </a:cubicBezTo>
                  <a:cubicBezTo>
                    <a:pt x="230" y="265"/>
                    <a:pt x="230" y="265"/>
                    <a:pt x="230" y="265"/>
                  </a:cubicBezTo>
                  <a:cubicBezTo>
                    <a:pt x="230" y="266"/>
                    <a:pt x="230" y="266"/>
                    <a:pt x="230" y="266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2" y="270"/>
                    <a:pt x="232" y="270"/>
                    <a:pt x="232" y="270"/>
                  </a:cubicBezTo>
                  <a:cubicBezTo>
                    <a:pt x="233" y="271"/>
                    <a:pt x="233" y="271"/>
                    <a:pt x="233" y="271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2" y="275"/>
                    <a:pt x="232" y="275"/>
                    <a:pt x="232" y="275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2" y="276"/>
                    <a:pt x="232" y="276"/>
                    <a:pt x="232" y="276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1" y="276"/>
                    <a:pt x="231" y="276"/>
                    <a:pt x="231" y="276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1" y="275"/>
                    <a:pt x="231" y="275"/>
                    <a:pt x="231" y="275"/>
                  </a:cubicBezTo>
                  <a:cubicBezTo>
                    <a:pt x="230" y="275"/>
                    <a:pt x="230" y="275"/>
                    <a:pt x="230" y="275"/>
                  </a:cubicBezTo>
                  <a:cubicBezTo>
                    <a:pt x="231" y="274"/>
                    <a:pt x="231" y="274"/>
                    <a:pt x="231" y="274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0" y="270"/>
                    <a:pt x="230" y="270"/>
                    <a:pt x="230" y="270"/>
                  </a:cubicBezTo>
                  <a:cubicBezTo>
                    <a:pt x="230" y="268"/>
                    <a:pt x="230" y="268"/>
                    <a:pt x="230" y="268"/>
                  </a:cubicBezTo>
                  <a:cubicBezTo>
                    <a:pt x="229" y="266"/>
                    <a:pt x="229" y="266"/>
                    <a:pt x="229" y="266"/>
                  </a:cubicBezTo>
                  <a:cubicBezTo>
                    <a:pt x="227" y="266"/>
                    <a:pt x="227" y="266"/>
                    <a:pt x="227" y="266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23" y="265"/>
                    <a:pt x="223" y="265"/>
                    <a:pt x="223" y="265"/>
                  </a:cubicBezTo>
                  <a:cubicBezTo>
                    <a:pt x="223" y="266"/>
                    <a:pt x="223" y="266"/>
                    <a:pt x="223" y="266"/>
                  </a:cubicBezTo>
                  <a:cubicBezTo>
                    <a:pt x="224" y="267"/>
                    <a:pt x="224" y="267"/>
                    <a:pt x="224" y="267"/>
                  </a:cubicBezTo>
                  <a:cubicBezTo>
                    <a:pt x="223" y="268"/>
                    <a:pt x="223" y="268"/>
                    <a:pt x="223" y="268"/>
                  </a:cubicBezTo>
                  <a:lnTo>
                    <a:pt x="222" y="266"/>
                  </a:lnTo>
                  <a:close/>
                  <a:moveTo>
                    <a:pt x="232" y="281"/>
                  </a:moveTo>
                  <a:cubicBezTo>
                    <a:pt x="231" y="281"/>
                    <a:pt x="231" y="281"/>
                    <a:pt x="231" y="281"/>
                  </a:cubicBezTo>
                  <a:cubicBezTo>
                    <a:pt x="231" y="280"/>
                    <a:pt x="231" y="280"/>
                    <a:pt x="231" y="280"/>
                  </a:cubicBezTo>
                  <a:lnTo>
                    <a:pt x="232" y="281"/>
                  </a:lnTo>
                  <a:close/>
                  <a:moveTo>
                    <a:pt x="224" y="269"/>
                  </a:move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lose/>
                  <a:moveTo>
                    <a:pt x="229" y="288"/>
                  </a:moveTo>
                  <a:cubicBezTo>
                    <a:pt x="229" y="288"/>
                    <a:pt x="229" y="288"/>
                    <a:pt x="229" y="288"/>
                  </a:cubicBezTo>
                  <a:cubicBezTo>
                    <a:pt x="228" y="289"/>
                    <a:pt x="228" y="289"/>
                    <a:pt x="228" y="289"/>
                  </a:cubicBezTo>
                  <a:cubicBezTo>
                    <a:pt x="227" y="288"/>
                    <a:pt x="227" y="288"/>
                    <a:pt x="227" y="288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8" y="287"/>
                    <a:pt x="228" y="287"/>
                    <a:pt x="228" y="287"/>
                  </a:cubicBezTo>
                  <a:cubicBezTo>
                    <a:pt x="228" y="285"/>
                    <a:pt x="228" y="285"/>
                    <a:pt x="228" y="285"/>
                  </a:cubicBezTo>
                  <a:cubicBezTo>
                    <a:pt x="227" y="284"/>
                    <a:pt x="227" y="284"/>
                    <a:pt x="227" y="284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1"/>
                    <a:pt x="228" y="281"/>
                    <a:pt x="228" y="281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79"/>
                    <a:pt x="225" y="279"/>
                    <a:pt x="225" y="279"/>
                  </a:cubicBezTo>
                  <a:cubicBezTo>
                    <a:pt x="226" y="278"/>
                    <a:pt x="226" y="278"/>
                    <a:pt x="226" y="278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4" y="276"/>
                    <a:pt x="224" y="276"/>
                    <a:pt x="224" y="276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7" y="272"/>
                    <a:pt x="227" y="272"/>
                    <a:pt x="227" y="272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8" y="275"/>
                    <a:pt x="228" y="275"/>
                    <a:pt x="228" y="275"/>
                  </a:cubicBezTo>
                  <a:cubicBezTo>
                    <a:pt x="227" y="275"/>
                    <a:pt x="227" y="275"/>
                    <a:pt x="227" y="275"/>
                  </a:cubicBezTo>
                  <a:cubicBezTo>
                    <a:pt x="226" y="276"/>
                    <a:pt x="226" y="276"/>
                    <a:pt x="226" y="276"/>
                  </a:cubicBezTo>
                  <a:cubicBezTo>
                    <a:pt x="227" y="278"/>
                    <a:pt x="227" y="278"/>
                    <a:pt x="227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9" y="281"/>
                    <a:pt x="229" y="281"/>
                    <a:pt x="229" y="281"/>
                  </a:cubicBezTo>
                  <a:cubicBezTo>
                    <a:pt x="228" y="282"/>
                    <a:pt x="228" y="282"/>
                    <a:pt x="228" y="282"/>
                  </a:cubicBezTo>
                  <a:cubicBezTo>
                    <a:pt x="230" y="282"/>
                    <a:pt x="230" y="282"/>
                    <a:pt x="230" y="282"/>
                  </a:cubicBezTo>
                  <a:cubicBezTo>
                    <a:pt x="231" y="282"/>
                    <a:pt x="231" y="282"/>
                    <a:pt x="231" y="282"/>
                  </a:cubicBezTo>
                  <a:cubicBezTo>
                    <a:pt x="230" y="283"/>
                    <a:pt x="230" y="283"/>
                    <a:pt x="230" y="283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6"/>
                    <a:pt x="228" y="286"/>
                    <a:pt x="228" y="286"/>
                  </a:cubicBezTo>
                  <a:lnTo>
                    <a:pt x="229" y="288"/>
                  </a:lnTo>
                  <a:close/>
                  <a:moveTo>
                    <a:pt x="230" y="288"/>
                  </a:moveTo>
                  <a:cubicBezTo>
                    <a:pt x="231" y="286"/>
                    <a:pt x="231" y="286"/>
                    <a:pt x="231" y="286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3" y="284"/>
                    <a:pt x="233" y="284"/>
                    <a:pt x="233" y="284"/>
                  </a:cubicBezTo>
                  <a:cubicBezTo>
                    <a:pt x="234" y="283"/>
                    <a:pt x="234" y="283"/>
                    <a:pt x="234" y="283"/>
                  </a:cubicBezTo>
                  <a:cubicBezTo>
                    <a:pt x="234" y="284"/>
                    <a:pt x="234" y="284"/>
                    <a:pt x="234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0" y="288"/>
                    <a:pt x="230" y="288"/>
                    <a:pt x="230" y="288"/>
                  </a:cubicBezTo>
                  <a:cubicBezTo>
                    <a:pt x="231" y="289"/>
                    <a:pt x="231" y="289"/>
                    <a:pt x="231" y="289"/>
                  </a:cubicBezTo>
                  <a:lnTo>
                    <a:pt x="230" y="288"/>
                  </a:lnTo>
                  <a:close/>
                  <a:moveTo>
                    <a:pt x="231" y="290"/>
                  </a:moveTo>
                  <a:cubicBezTo>
                    <a:pt x="232" y="290"/>
                    <a:pt x="232" y="290"/>
                    <a:pt x="232" y="290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0"/>
                    <a:pt x="231" y="290"/>
                    <a:pt x="231" y="290"/>
                  </a:cubicBezTo>
                  <a:close/>
                  <a:moveTo>
                    <a:pt x="234" y="294"/>
                  </a:moveTo>
                  <a:cubicBezTo>
                    <a:pt x="232" y="295"/>
                    <a:pt x="232" y="295"/>
                    <a:pt x="232" y="295"/>
                  </a:cubicBezTo>
                  <a:cubicBezTo>
                    <a:pt x="232" y="295"/>
                    <a:pt x="232" y="295"/>
                    <a:pt x="232" y="295"/>
                  </a:cubicBezTo>
                  <a:cubicBezTo>
                    <a:pt x="231" y="295"/>
                    <a:pt x="231" y="295"/>
                    <a:pt x="231" y="295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3" y="292"/>
                    <a:pt x="233" y="292"/>
                    <a:pt x="233" y="292"/>
                  </a:cubicBezTo>
                  <a:cubicBezTo>
                    <a:pt x="233" y="293"/>
                    <a:pt x="233" y="293"/>
                    <a:pt x="233" y="293"/>
                  </a:cubicBezTo>
                  <a:cubicBezTo>
                    <a:pt x="233" y="294"/>
                    <a:pt x="233" y="294"/>
                    <a:pt x="233" y="294"/>
                  </a:cubicBezTo>
                  <a:cubicBezTo>
                    <a:pt x="234" y="294"/>
                    <a:pt x="234" y="294"/>
                    <a:pt x="234" y="294"/>
                  </a:cubicBezTo>
                  <a:close/>
                  <a:moveTo>
                    <a:pt x="236" y="291"/>
                  </a:moveTo>
                  <a:cubicBezTo>
                    <a:pt x="234" y="291"/>
                    <a:pt x="234" y="291"/>
                    <a:pt x="234" y="291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6" y="290"/>
                    <a:pt x="236" y="290"/>
                    <a:pt x="236" y="290"/>
                  </a:cubicBezTo>
                  <a:cubicBezTo>
                    <a:pt x="235" y="290"/>
                    <a:pt x="235" y="290"/>
                    <a:pt x="235" y="290"/>
                  </a:cubicBezTo>
                  <a:cubicBezTo>
                    <a:pt x="236" y="291"/>
                    <a:pt x="236" y="291"/>
                    <a:pt x="236" y="291"/>
                  </a:cubicBezTo>
                  <a:close/>
                  <a:moveTo>
                    <a:pt x="236" y="283"/>
                  </a:moveTo>
                  <a:cubicBezTo>
                    <a:pt x="234" y="283"/>
                    <a:pt x="234" y="283"/>
                    <a:pt x="234" y="283"/>
                  </a:cubicBezTo>
                  <a:cubicBezTo>
                    <a:pt x="235" y="282"/>
                    <a:pt x="235" y="282"/>
                    <a:pt x="235" y="282"/>
                  </a:cubicBezTo>
                  <a:cubicBezTo>
                    <a:pt x="235" y="283"/>
                    <a:pt x="235" y="283"/>
                    <a:pt x="235" y="283"/>
                  </a:cubicBezTo>
                  <a:cubicBezTo>
                    <a:pt x="236" y="282"/>
                    <a:pt x="236" y="282"/>
                    <a:pt x="236" y="282"/>
                  </a:cubicBezTo>
                  <a:lnTo>
                    <a:pt x="236" y="283"/>
                  </a:lnTo>
                  <a:close/>
                  <a:moveTo>
                    <a:pt x="237" y="285"/>
                  </a:moveTo>
                  <a:cubicBezTo>
                    <a:pt x="237" y="284"/>
                    <a:pt x="237" y="284"/>
                    <a:pt x="237" y="284"/>
                  </a:cubicBezTo>
                  <a:cubicBezTo>
                    <a:pt x="238" y="284"/>
                    <a:pt x="238" y="284"/>
                    <a:pt x="238" y="284"/>
                  </a:cubicBezTo>
                  <a:lnTo>
                    <a:pt x="237" y="285"/>
                  </a:lnTo>
                  <a:close/>
                  <a:moveTo>
                    <a:pt x="233" y="317"/>
                  </a:moveTo>
                  <a:cubicBezTo>
                    <a:pt x="233" y="317"/>
                    <a:pt x="233" y="317"/>
                    <a:pt x="233" y="317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3" y="317"/>
                    <a:pt x="233" y="317"/>
                    <a:pt x="233" y="317"/>
                  </a:cubicBezTo>
                  <a:close/>
                  <a:moveTo>
                    <a:pt x="234" y="322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4" y="322"/>
                    <a:pt x="234" y="322"/>
                    <a:pt x="234" y="322"/>
                  </a:cubicBezTo>
                  <a:close/>
                  <a:moveTo>
                    <a:pt x="235" y="324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5" y="323"/>
                    <a:pt x="235" y="323"/>
                    <a:pt x="235" y="323"/>
                  </a:cubicBezTo>
                  <a:cubicBezTo>
                    <a:pt x="235" y="323"/>
                    <a:pt x="235" y="323"/>
                    <a:pt x="235" y="323"/>
                  </a:cubicBezTo>
                  <a:lnTo>
                    <a:pt x="235" y="324"/>
                  </a:lnTo>
                  <a:close/>
                  <a:moveTo>
                    <a:pt x="234" y="319"/>
                  </a:moveTo>
                  <a:cubicBezTo>
                    <a:pt x="235" y="320"/>
                    <a:pt x="235" y="320"/>
                    <a:pt x="235" y="320"/>
                  </a:cubicBezTo>
                  <a:cubicBezTo>
                    <a:pt x="235" y="321"/>
                    <a:pt x="235" y="321"/>
                    <a:pt x="235" y="321"/>
                  </a:cubicBezTo>
                  <a:lnTo>
                    <a:pt x="234" y="319"/>
                  </a:lnTo>
                  <a:close/>
                  <a:moveTo>
                    <a:pt x="235" y="327"/>
                  </a:moveTo>
                  <a:cubicBezTo>
                    <a:pt x="236" y="326"/>
                    <a:pt x="236" y="326"/>
                    <a:pt x="236" y="326"/>
                  </a:cubicBezTo>
                  <a:cubicBezTo>
                    <a:pt x="235" y="325"/>
                    <a:pt x="235" y="325"/>
                    <a:pt x="235" y="325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7" y="326"/>
                    <a:pt x="237" y="326"/>
                    <a:pt x="237" y="326"/>
                  </a:cubicBezTo>
                  <a:lnTo>
                    <a:pt x="235" y="327"/>
                  </a:lnTo>
                  <a:close/>
                  <a:moveTo>
                    <a:pt x="238" y="327"/>
                  </a:moveTo>
                  <a:cubicBezTo>
                    <a:pt x="238" y="326"/>
                    <a:pt x="238" y="326"/>
                    <a:pt x="238" y="326"/>
                  </a:cubicBezTo>
                  <a:cubicBezTo>
                    <a:pt x="238" y="326"/>
                    <a:pt x="238" y="326"/>
                    <a:pt x="238" y="326"/>
                  </a:cubicBezTo>
                  <a:lnTo>
                    <a:pt x="238" y="327"/>
                  </a:lnTo>
                  <a:close/>
                  <a:moveTo>
                    <a:pt x="240" y="324"/>
                  </a:moveTo>
                  <a:cubicBezTo>
                    <a:pt x="240" y="324"/>
                    <a:pt x="240" y="324"/>
                    <a:pt x="240" y="324"/>
                  </a:cubicBezTo>
                  <a:cubicBezTo>
                    <a:pt x="240" y="324"/>
                    <a:pt x="240" y="324"/>
                    <a:pt x="240" y="324"/>
                  </a:cubicBezTo>
                  <a:close/>
                  <a:moveTo>
                    <a:pt x="239" y="317"/>
                  </a:moveTo>
                  <a:cubicBezTo>
                    <a:pt x="239" y="318"/>
                    <a:pt x="239" y="318"/>
                    <a:pt x="239" y="318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8" y="319"/>
                    <a:pt x="238" y="319"/>
                    <a:pt x="238" y="319"/>
                  </a:cubicBezTo>
                  <a:cubicBezTo>
                    <a:pt x="236" y="320"/>
                    <a:pt x="236" y="320"/>
                    <a:pt x="236" y="320"/>
                  </a:cubicBezTo>
                  <a:cubicBezTo>
                    <a:pt x="237" y="319"/>
                    <a:pt x="237" y="319"/>
                    <a:pt x="237" y="319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7" y="316"/>
                    <a:pt x="237" y="316"/>
                    <a:pt x="237" y="316"/>
                  </a:cubicBezTo>
                  <a:cubicBezTo>
                    <a:pt x="236" y="318"/>
                    <a:pt x="236" y="318"/>
                    <a:pt x="236" y="318"/>
                  </a:cubicBezTo>
                  <a:cubicBezTo>
                    <a:pt x="239" y="316"/>
                    <a:pt x="239" y="316"/>
                    <a:pt x="239" y="316"/>
                  </a:cubicBezTo>
                  <a:cubicBezTo>
                    <a:pt x="240" y="316"/>
                    <a:pt x="240" y="316"/>
                    <a:pt x="240" y="316"/>
                  </a:cubicBezTo>
                  <a:cubicBezTo>
                    <a:pt x="240" y="315"/>
                    <a:pt x="240" y="315"/>
                    <a:pt x="240" y="315"/>
                  </a:cubicBezTo>
                  <a:cubicBezTo>
                    <a:pt x="241" y="316"/>
                    <a:pt x="241" y="316"/>
                    <a:pt x="241" y="316"/>
                  </a:cubicBezTo>
                  <a:cubicBezTo>
                    <a:pt x="242" y="317"/>
                    <a:pt x="242" y="317"/>
                    <a:pt x="242" y="317"/>
                  </a:cubicBezTo>
                  <a:lnTo>
                    <a:pt x="239" y="317"/>
                  </a:lnTo>
                  <a:close/>
                  <a:moveTo>
                    <a:pt x="240" y="327"/>
                  </a:moveTo>
                  <a:cubicBezTo>
                    <a:pt x="240" y="327"/>
                    <a:pt x="240" y="327"/>
                    <a:pt x="240" y="327"/>
                  </a:cubicBezTo>
                  <a:cubicBezTo>
                    <a:pt x="241" y="327"/>
                    <a:pt x="241" y="327"/>
                    <a:pt x="241" y="327"/>
                  </a:cubicBezTo>
                  <a:cubicBezTo>
                    <a:pt x="240" y="325"/>
                    <a:pt x="240" y="325"/>
                    <a:pt x="240" y="325"/>
                  </a:cubicBezTo>
                  <a:cubicBezTo>
                    <a:pt x="241" y="325"/>
                    <a:pt x="241" y="325"/>
                    <a:pt x="241" y="325"/>
                  </a:cubicBezTo>
                  <a:cubicBezTo>
                    <a:pt x="242" y="325"/>
                    <a:pt x="242" y="325"/>
                    <a:pt x="242" y="325"/>
                  </a:cubicBezTo>
                  <a:cubicBezTo>
                    <a:pt x="242" y="326"/>
                    <a:pt x="242" y="326"/>
                    <a:pt x="242" y="326"/>
                  </a:cubicBezTo>
                  <a:cubicBezTo>
                    <a:pt x="243" y="327"/>
                    <a:pt x="243" y="327"/>
                    <a:pt x="243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1" y="327"/>
                    <a:pt x="241" y="327"/>
                    <a:pt x="241" y="327"/>
                  </a:cubicBezTo>
                  <a:lnTo>
                    <a:pt x="240" y="327"/>
                  </a:lnTo>
                  <a:close/>
                  <a:moveTo>
                    <a:pt x="239" y="337"/>
                  </a:moveTo>
                  <a:cubicBezTo>
                    <a:pt x="240" y="336"/>
                    <a:pt x="240" y="336"/>
                    <a:pt x="240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lnTo>
                    <a:pt x="239" y="337"/>
                  </a:lnTo>
                  <a:close/>
                  <a:moveTo>
                    <a:pt x="241" y="342"/>
                  </a:moveTo>
                  <a:cubicBezTo>
                    <a:pt x="241" y="342"/>
                    <a:pt x="241" y="342"/>
                    <a:pt x="241" y="342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2"/>
                    <a:pt x="241" y="342"/>
                    <a:pt x="241" y="342"/>
                  </a:cubicBezTo>
                  <a:cubicBezTo>
                    <a:pt x="241" y="342"/>
                    <a:pt x="241" y="342"/>
                    <a:pt x="241" y="342"/>
                  </a:cubicBezTo>
                  <a:close/>
                  <a:moveTo>
                    <a:pt x="242" y="351"/>
                  </a:moveTo>
                  <a:cubicBezTo>
                    <a:pt x="242" y="350"/>
                    <a:pt x="242" y="350"/>
                    <a:pt x="242" y="350"/>
                  </a:cubicBezTo>
                  <a:cubicBezTo>
                    <a:pt x="242" y="350"/>
                    <a:pt x="242" y="350"/>
                    <a:pt x="242" y="350"/>
                  </a:cubicBezTo>
                  <a:cubicBezTo>
                    <a:pt x="243" y="350"/>
                    <a:pt x="243" y="350"/>
                    <a:pt x="243" y="350"/>
                  </a:cubicBezTo>
                  <a:lnTo>
                    <a:pt x="242" y="351"/>
                  </a:lnTo>
                  <a:close/>
                  <a:moveTo>
                    <a:pt x="243" y="333"/>
                  </a:moveTo>
                  <a:cubicBezTo>
                    <a:pt x="242" y="333"/>
                    <a:pt x="242" y="333"/>
                    <a:pt x="242" y="333"/>
                  </a:cubicBezTo>
                  <a:cubicBezTo>
                    <a:pt x="243" y="333"/>
                    <a:pt x="243" y="333"/>
                    <a:pt x="243" y="333"/>
                  </a:cubicBezTo>
                  <a:close/>
                  <a:moveTo>
                    <a:pt x="242" y="313"/>
                  </a:moveTo>
                  <a:cubicBezTo>
                    <a:pt x="242" y="313"/>
                    <a:pt x="242" y="313"/>
                    <a:pt x="242" y="313"/>
                  </a:cubicBezTo>
                  <a:cubicBezTo>
                    <a:pt x="241" y="314"/>
                    <a:pt x="241" y="314"/>
                    <a:pt x="241" y="314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40" y="313"/>
                    <a:pt x="240" y="313"/>
                    <a:pt x="240" y="313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3" y="311"/>
                    <a:pt x="243" y="311"/>
                    <a:pt x="243" y="311"/>
                  </a:cubicBezTo>
                  <a:cubicBezTo>
                    <a:pt x="243" y="312"/>
                    <a:pt x="243" y="312"/>
                    <a:pt x="243" y="312"/>
                  </a:cubicBezTo>
                  <a:lnTo>
                    <a:pt x="242" y="313"/>
                  </a:lnTo>
                  <a:close/>
                  <a:moveTo>
                    <a:pt x="246" y="332"/>
                  </a:moveTo>
                  <a:cubicBezTo>
                    <a:pt x="247" y="332"/>
                    <a:pt x="247" y="332"/>
                    <a:pt x="247" y="332"/>
                  </a:cubicBezTo>
                  <a:cubicBezTo>
                    <a:pt x="246" y="332"/>
                    <a:pt x="246" y="332"/>
                    <a:pt x="246" y="332"/>
                  </a:cubicBezTo>
                  <a:close/>
                  <a:moveTo>
                    <a:pt x="246" y="352"/>
                  </a:moveTo>
                  <a:cubicBezTo>
                    <a:pt x="246" y="352"/>
                    <a:pt x="246" y="352"/>
                    <a:pt x="246" y="352"/>
                  </a:cubicBezTo>
                  <a:cubicBezTo>
                    <a:pt x="246" y="352"/>
                    <a:pt x="246" y="352"/>
                    <a:pt x="246" y="352"/>
                  </a:cubicBezTo>
                  <a:close/>
                  <a:moveTo>
                    <a:pt x="246" y="331"/>
                  </a:move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lose/>
                  <a:moveTo>
                    <a:pt x="243" y="356"/>
                  </a:moveTo>
                  <a:cubicBezTo>
                    <a:pt x="242" y="355"/>
                    <a:pt x="242" y="355"/>
                    <a:pt x="242" y="355"/>
                  </a:cubicBezTo>
                  <a:cubicBezTo>
                    <a:pt x="242" y="355"/>
                    <a:pt x="242" y="355"/>
                    <a:pt x="242" y="355"/>
                  </a:cubicBezTo>
                  <a:cubicBezTo>
                    <a:pt x="244" y="356"/>
                    <a:pt x="244" y="356"/>
                    <a:pt x="244" y="356"/>
                  </a:cubicBezTo>
                  <a:lnTo>
                    <a:pt x="243" y="356"/>
                  </a:lnTo>
                  <a:close/>
                  <a:moveTo>
                    <a:pt x="245" y="351"/>
                  </a:moveTo>
                  <a:cubicBezTo>
                    <a:pt x="244" y="352"/>
                    <a:pt x="244" y="352"/>
                    <a:pt x="244" y="352"/>
                  </a:cubicBezTo>
                  <a:cubicBezTo>
                    <a:pt x="244" y="351"/>
                    <a:pt x="244" y="351"/>
                    <a:pt x="244" y="351"/>
                  </a:cubicBezTo>
                  <a:cubicBezTo>
                    <a:pt x="245" y="350"/>
                    <a:pt x="245" y="350"/>
                    <a:pt x="245" y="350"/>
                  </a:cubicBezTo>
                  <a:lnTo>
                    <a:pt x="245" y="351"/>
                  </a:lnTo>
                  <a:close/>
                  <a:moveTo>
                    <a:pt x="246" y="353"/>
                  </a:moveTo>
                  <a:cubicBezTo>
                    <a:pt x="245" y="354"/>
                    <a:pt x="245" y="354"/>
                    <a:pt x="245" y="354"/>
                  </a:cubicBezTo>
                  <a:cubicBezTo>
                    <a:pt x="245" y="354"/>
                    <a:pt x="245" y="354"/>
                    <a:pt x="245" y="354"/>
                  </a:cubicBezTo>
                  <a:cubicBezTo>
                    <a:pt x="246" y="353"/>
                    <a:pt x="246" y="353"/>
                    <a:pt x="246" y="353"/>
                  </a:cubicBezTo>
                  <a:cubicBezTo>
                    <a:pt x="247" y="353"/>
                    <a:pt x="247" y="353"/>
                    <a:pt x="247" y="353"/>
                  </a:cubicBezTo>
                  <a:lnTo>
                    <a:pt x="246" y="353"/>
                  </a:lnTo>
                  <a:close/>
                  <a:moveTo>
                    <a:pt x="256" y="367"/>
                  </a:moveTo>
                  <a:cubicBezTo>
                    <a:pt x="256" y="366"/>
                    <a:pt x="256" y="366"/>
                    <a:pt x="256" y="366"/>
                  </a:cubicBezTo>
                  <a:cubicBezTo>
                    <a:pt x="255" y="365"/>
                    <a:pt x="255" y="365"/>
                    <a:pt x="255" y="365"/>
                  </a:cubicBezTo>
                  <a:cubicBezTo>
                    <a:pt x="256" y="366"/>
                    <a:pt x="256" y="366"/>
                    <a:pt x="256" y="366"/>
                  </a:cubicBezTo>
                  <a:cubicBezTo>
                    <a:pt x="256" y="366"/>
                    <a:pt x="256" y="366"/>
                    <a:pt x="256" y="366"/>
                  </a:cubicBezTo>
                  <a:lnTo>
                    <a:pt x="256" y="367"/>
                  </a:lnTo>
                  <a:close/>
                  <a:moveTo>
                    <a:pt x="258" y="395"/>
                  </a:moveTo>
                  <a:cubicBezTo>
                    <a:pt x="257" y="395"/>
                    <a:pt x="257" y="395"/>
                    <a:pt x="257" y="395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5"/>
                    <a:pt x="257" y="395"/>
                    <a:pt x="257" y="395"/>
                  </a:cubicBezTo>
                  <a:cubicBezTo>
                    <a:pt x="258" y="394"/>
                    <a:pt x="258" y="394"/>
                    <a:pt x="258" y="394"/>
                  </a:cubicBezTo>
                  <a:cubicBezTo>
                    <a:pt x="258" y="395"/>
                    <a:pt x="258" y="395"/>
                    <a:pt x="258" y="395"/>
                  </a:cubicBezTo>
                  <a:close/>
                  <a:moveTo>
                    <a:pt x="264" y="382"/>
                  </a:moveTo>
                  <a:cubicBezTo>
                    <a:pt x="264" y="382"/>
                    <a:pt x="264" y="382"/>
                    <a:pt x="264" y="382"/>
                  </a:cubicBezTo>
                  <a:cubicBezTo>
                    <a:pt x="264" y="382"/>
                    <a:pt x="264" y="382"/>
                    <a:pt x="264" y="382"/>
                  </a:cubicBezTo>
                  <a:close/>
                  <a:moveTo>
                    <a:pt x="263" y="383"/>
                  </a:moveTo>
                  <a:cubicBezTo>
                    <a:pt x="263" y="383"/>
                    <a:pt x="263" y="383"/>
                    <a:pt x="263" y="383"/>
                  </a:cubicBezTo>
                  <a:cubicBezTo>
                    <a:pt x="263" y="384"/>
                    <a:pt x="263" y="384"/>
                    <a:pt x="263" y="384"/>
                  </a:cubicBezTo>
                  <a:lnTo>
                    <a:pt x="263" y="383"/>
                  </a:lnTo>
                  <a:close/>
                  <a:moveTo>
                    <a:pt x="262" y="388"/>
                  </a:moveTo>
                  <a:cubicBezTo>
                    <a:pt x="262" y="387"/>
                    <a:pt x="262" y="387"/>
                    <a:pt x="262" y="387"/>
                  </a:cubicBezTo>
                  <a:cubicBezTo>
                    <a:pt x="262" y="388"/>
                    <a:pt x="262" y="388"/>
                    <a:pt x="262" y="388"/>
                  </a:cubicBezTo>
                  <a:close/>
                  <a:moveTo>
                    <a:pt x="263" y="387"/>
                  </a:moveTo>
                  <a:cubicBezTo>
                    <a:pt x="263" y="384"/>
                    <a:pt x="263" y="384"/>
                    <a:pt x="263" y="384"/>
                  </a:cubicBezTo>
                  <a:cubicBezTo>
                    <a:pt x="263" y="385"/>
                    <a:pt x="263" y="385"/>
                    <a:pt x="263" y="385"/>
                  </a:cubicBezTo>
                  <a:cubicBezTo>
                    <a:pt x="263" y="386"/>
                    <a:pt x="263" y="386"/>
                    <a:pt x="263" y="386"/>
                  </a:cubicBezTo>
                  <a:cubicBezTo>
                    <a:pt x="264" y="386"/>
                    <a:pt x="264" y="386"/>
                    <a:pt x="264" y="386"/>
                  </a:cubicBezTo>
                  <a:lnTo>
                    <a:pt x="263" y="387"/>
                  </a:lnTo>
                  <a:close/>
                  <a:moveTo>
                    <a:pt x="302" y="621"/>
                  </a:move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lnTo>
                    <a:pt x="302" y="621"/>
                  </a:lnTo>
                  <a:close/>
                  <a:moveTo>
                    <a:pt x="306" y="86"/>
                  </a:moveTo>
                  <a:cubicBezTo>
                    <a:pt x="306" y="85"/>
                    <a:pt x="306" y="85"/>
                    <a:pt x="306" y="85"/>
                  </a:cubicBezTo>
                  <a:cubicBezTo>
                    <a:pt x="306" y="86"/>
                    <a:pt x="306" y="86"/>
                    <a:pt x="306" y="86"/>
                  </a:cubicBezTo>
                  <a:close/>
                  <a:moveTo>
                    <a:pt x="308" y="83"/>
                  </a:moveTo>
                  <a:cubicBezTo>
                    <a:pt x="308" y="83"/>
                    <a:pt x="308" y="83"/>
                    <a:pt x="308" y="83"/>
                  </a:cubicBezTo>
                  <a:cubicBezTo>
                    <a:pt x="309" y="82"/>
                    <a:pt x="309" y="82"/>
                    <a:pt x="309" y="82"/>
                  </a:cubicBezTo>
                  <a:cubicBezTo>
                    <a:pt x="309" y="82"/>
                    <a:pt x="309" y="82"/>
                    <a:pt x="309" y="82"/>
                  </a:cubicBezTo>
                  <a:lnTo>
                    <a:pt x="308" y="83"/>
                  </a:lnTo>
                  <a:close/>
                  <a:moveTo>
                    <a:pt x="313" y="92"/>
                  </a:moveTo>
                  <a:cubicBezTo>
                    <a:pt x="312" y="93"/>
                    <a:pt x="312" y="93"/>
                    <a:pt x="312" y="93"/>
                  </a:cubicBezTo>
                  <a:cubicBezTo>
                    <a:pt x="312" y="93"/>
                    <a:pt x="312" y="93"/>
                    <a:pt x="312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12" y="90"/>
                    <a:pt x="312" y="90"/>
                    <a:pt x="312" y="90"/>
                  </a:cubicBezTo>
                  <a:cubicBezTo>
                    <a:pt x="311" y="87"/>
                    <a:pt x="311" y="87"/>
                    <a:pt x="311" y="87"/>
                  </a:cubicBezTo>
                  <a:cubicBezTo>
                    <a:pt x="311" y="85"/>
                    <a:pt x="311" y="85"/>
                    <a:pt x="311" y="85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2" y="84"/>
                    <a:pt x="312" y="84"/>
                    <a:pt x="312" y="84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3" y="85"/>
                    <a:pt x="313" y="85"/>
                    <a:pt x="313" y="85"/>
                  </a:cubicBezTo>
                  <a:cubicBezTo>
                    <a:pt x="312" y="88"/>
                    <a:pt x="312" y="88"/>
                    <a:pt x="312" y="88"/>
                  </a:cubicBezTo>
                  <a:lnTo>
                    <a:pt x="313" y="92"/>
                  </a:lnTo>
                  <a:close/>
                  <a:moveTo>
                    <a:pt x="315" y="83"/>
                  </a:moveTo>
                  <a:cubicBezTo>
                    <a:pt x="315" y="83"/>
                    <a:pt x="315" y="83"/>
                    <a:pt x="315" y="83"/>
                  </a:cubicBezTo>
                  <a:cubicBezTo>
                    <a:pt x="315" y="83"/>
                    <a:pt x="315" y="83"/>
                    <a:pt x="315" y="83"/>
                  </a:cubicBezTo>
                  <a:close/>
                  <a:moveTo>
                    <a:pt x="324" y="88"/>
                  </a:moveTo>
                  <a:cubicBezTo>
                    <a:pt x="324" y="89"/>
                    <a:pt x="324" y="89"/>
                    <a:pt x="324" y="89"/>
                  </a:cubicBezTo>
                  <a:cubicBezTo>
                    <a:pt x="324" y="89"/>
                    <a:pt x="324" y="89"/>
                    <a:pt x="324" y="89"/>
                  </a:cubicBezTo>
                  <a:cubicBezTo>
                    <a:pt x="323" y="89"/>
                    <a:pt x="323" y="89"/>
                    <a:pt x="323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2" y="89"/>
                    <a:pt x="322" y="89"/>
                    <a:pt x="322" y="89"/>
                  </a:cubicBezTo>
                  <a:cubicBezTo>
                    <a:pt x="323" y="87"/>
                    <a:pt x="323" y="87"/>
                    <a:pt x="323" y="87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5" y="87"/>
                    <a:pt x="325" y="87"/>
                    <a:pt x="325" y="87"/>
                  </a:cubicBezTo>
                  <a:cubicBezTo>
                    <a:pt x="325" y="87"/>
                    <a:pt x="325" y="87"/>
                    <a:pt x="325" y="87"/>
                  </a:cubicBezTo>
                  <a:lnTo>
                    <a:pt x="324" y="88"/>
                  </a:lnTo>
                  <a:close/>
                  <a:moveTo>
                    <a:pt x="344" y="82"/>
                  </a:moveTo>
                  <a:cubicBezTo>
                    <a:pt x="342" y="82"/>
                    <a:pt x="342" y="82"/>
                    <a:pt x="342" y="82"/>
                  </a:cubicBezTo>
                  <a:cubicBezTo>
                    <a:pt x="342" y="82"/>
                    <a:pt x="342" y="82"/>
                    <a:pt x="342" y="82"/>
                  </a:cubicBezTo>
                  <a:cubicBezTo>
                    <a:pt x="341" y="80"/>
                    <a:pt x="341" y="80"/>
                    <a:pt x="341" y="80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39" y="81"/>
                    <a:pt x="339" y="81"/>
                    <a:pt x="339" y="81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6" y="81"/>
                    <a:pt x="336" y="81"/>
                    <a:pt x="336" y="81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3" y="83"/>
                    <a:pt x="333" y="83"/>
                    <a:pt x="333" y="83"/>
                  </a:cubicBezTo>
                  <a:cubicBezTo>
                    <a:pt x="330" y="85"/>
                    <a:pt x="330" y="85"/>
                    <a:pt x="330" y="85"/>
                  </a:cubicBezTo>
                  <a:cubicBezTo>
                    <a:pt x="329" y="85"/>
                    <a:pt x="329" y="85"/>
                    <a:pt x="329" y="85"/>
                  </a:cubicBezTo>
                  <a:cubicBezTo>
                    <a:pt x="327" y="86"/>
                    <a:pt x="327" y="86"/>
                    <a:pt x="327" y="86"/>
                  </a:cubicBezTo>
                  <a:cubicBezTo>
                    <a:pt x="327" y="85"/>
                    <a:pt x="327" y="85"/>
                    <a:pt x="327" y="85"/>
                  </a:cubicBezTo>
                  <a:cubicBezTo>
                    <a:pt x="328" y="84"/>
                    <a:pt x="328" y="84"/>
                    <a:pt x="328" y="84"/>
                  </a:cubicBezTo>
                  <a:cubicBezTo>
                    <a:pt x="328" y="85"/>
                    <a:pt x="328" y="85"/>
                    <a:pt x="328" y="85"/>
                  </a:cubicBezTo>
                  <a:cubicBezTo>
                    <a:pt x="332" y="83"/>
                    <a:pt x="332" y="83"/>
                    <a:pt x="332" y="83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4" y="81"/>
                    <a:pt x="334" y="81"/>
                    <a:pt x="334" y="81"/>
                  </a:cubicBezTo>
                  <a:cubicBezTo>
                    <a:pt x="337" y="81"/>
                    <a:pt x="337" y="81"/>
                    <a:pt x="337" y="81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40" y="81"/>
                    <a:pt x="340" y="81"/>
                    <a:pt x="340" y="81"/>
                  </a:cubicBezTo>
                  <a:cubicBezTo>
                    <a:pt x="342" y="80"/>
                    <a:pt x="342" y="80"/>
                    <a:pt x="342" y="80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6" y="80"/>
                    <a:pt x="346" y="80"/>
                    <a:pt x="346" y="80"/>
                  </a:cubicBezTo>
                  <a:cubicBezTo>
                    <a:pt x="347" y="80"/>
                    <a:pt x="347" y="80"/>
                    <a:pt x="347" y="80"/>
                  </a:cubicBezTo>
                  <a:lnTo>
                    <a:pt x="344" y="82"/>
                  </a:lnTo>
                  <a:close/>
                  <a:moveTo>
                    <a:pt x="356" y="81"/>
                  </a:moveTo>
                  <a:cubicBezTo>
                    <a:pt x="356" y="80"/>
                    <a:pt x="356" y="80"/>
                    <a:pt x="356" y="80"/>
                  </a:cubicBezTo>
                  <a:cubicBezTo>
                    <a:pt x="356" y="80"/>
                    <a:pt x="356" y="80"/>
                    <a:pt x="356" y="80"/>
                  </a:cubicBezTo>
                  <a:cubicBezTo>
                    <a:pt x="357" y="80"/>
                    <a:pt x="357" y="80"/>
                    <a:pt x="357" y="80"/>
                  </a:cubicBezTo>
                  <a:lnTo>
                    <a:pt x="356" y="81"/>
                  </a:lnTo>
                  <a:close/>
                  <a:moveTo>
                    <a:pt x="490" y="693"/>
                  </a:moveTo>
                  <a:cubicBezTo>
                    <a:pt x="490" y="692"/>
                    <a:pt x="490" y="692"/>
                    <a:pt x="490" y="692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4"/>
                    <a:pt x="494" y="694"/>
                    <a:pt x="494" y="694"/>
                  </a:cubicBezTo>
                  <a:cubicBezTo>
                    <a:pt x="492" y="694"/>
                    <a:pt x="492" y="694"/>
                    <a:pt x="492" y="694"/>
                  </a:cubicBezTo>
                  <a:cubicBezTo>
                    <a:pt x="491" y="693"/>
                    <a:pt x="491" y="693"/>
                    <a:pt x="491" y="693"/>
                  </a:cubicBezTo>
                  <a:lnTo>
                    <a:pt x="490" y="693"/>
                  </a:lnTo>
                  <a:close/>
                  <a:moveTo>
                    <a:pt x="517" y="829"/>
                  </a:moveTo>
                  <a:cubicBezTo>
                    <a:pt x="518" y="828"/>
                    <a:pt x="518" y="828"/>
                    <a:pt x="518" y="828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8"/>
                    <a:pt x="518" y="828"/>
                    <a:pt x="518" y="828"/>
                  </a:cubicBezTo>
                  <a:lnTo>
                    <a:pt x="517" y="829"/>
                  </a:lnTo>
                  <a:close/>
                  <a:moveTo>
                    <a:pt x="584" y="739"/>
                  </a:moveTo>
                  <a:cubicBezTo>
                    <a:pt x="581" y="740"/>
                    <a:pt x="581" y="740"/>
                    <a:pt x="581" y="740"/>
                  </a:cubicBezTo>
                  <a:cubicBezTo>
                    <a:pt x="581" y="740"/>
                    <a:pt x="581" y="740"/>
                    <a:pt x="581" y="740"/>
                  </a:cubicBezTo>
                  <a:cubicBezTo>
                    <a:pt x="581" y="738"/>
                    <a:pt x="581" y="738"/>
                    <a:pt x="581" y="738"/>
                  </a:cubicBezTo>
                  <a:cubicBezTo>
                    <a:pt x="579" y="737"/>
                    <a:pt x="579" y="737"/>
                    <a:pt x="579" y="737"/>
                  </a:cubicBezTo>
                  <a:cubicBezTo>
                    <a:pt x="579" y="736"/>
                    <a:pt x="579" y="736"/>
                    <a:pt x="579" y="736"/>
                  </a:cubicBezTo>
                  <a:cubicBezTo>
                    <a:pt x="580" y="735"/>
                    <a:pt x="580" y="735"/>
                    <a:pt x="580" y="735"/>
                  </a:cubicBezTo>
                  <a:cubicBezTo>
                    <a:pt x="580" y="734"/>
                    <a:pt x="580" y="734"/>
                    <a:pt x="580" y="734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0"/>
                    <a:pt x="583" y="730"/>
                    <a:pt x="583" y="730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4"/>
                    <a:pt x="583" y="734"/>
                    <a:pt x="583" y="734"/>
                  </a:cubicBezTo>
                  <a:cubicBezTo>
                    <a:pt x="584" y="736"/>
                    <a:pt x="584" y="736"/>
                    <a:pt x="584" y="736"/>
                  </a:cubicBezTo>
                  <a:cubicBezTo>
                    <a:pt x="584" y="737"/>
                    <a:pt x="584" y="737"/>
                    <a:pt x="584" y="737"/>
                  </a:cubicBezTo>
                  <a:lnTo>
                    <a:pt x="584" y="739"/>
                  </a:lnTo>
                  <a:close/>
                  <a:moveTo>
                    <a:pt x="596" y="723"/>
                  </a:moveTo>
                  <a:cubicBezTo>
                    <a:pt x="595" y="723"/>
                    <a:pt x="595" y="723"/>
                    <a:pt x="595" y="723"/>
                  </a:cubicBezTo>
                  <a:cubicBezTo>
                    <a:pt x="594" y="723"/>
                    <a:pt x="594" y="723"/>
                    <a:pt x="594" y="723"/>
                  </a:cubicBezTo>
                  <a:cubicBezTo>
                    <a:pt x="593" y="722"/>
                    <a:pt x="593" y="722"/>
                    <a:pt x="593" y="722"/>
                  </a:cubicBezTo>
                  <a:cubicBezTo>
                    <a:pt x="594" y="722"/>
                    <a:pt x="594" y="722"/>
                    <a:pt x="594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3"/>
                    <a:pt x="596" y="723"/>
                    <a:pt x="596" y="723"/>
                  </a:cubicBezTo>
                  <a:close/>
                  <a:moveTo>
                    <a:pt x="595" y="1170"/>
                  </a:moveTo>
                  <a:cubicBezTo>
                    <a:pt x="596" y="1170"/>
                    <a:pt x="596" y="1170"/>
                    <a:pt x="596" y="1170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7" y="1170"/>
                    <a:pt x="597" y="1170"/>
                    <a:pt x="597" y="1170"/>
                  </a:cubicBezTo>
                  <a:lnTo>
                    <a:pt x="595" y="1170"/>
                  </a:lnTo>
                  <a:close/>
                  <a:moveTo>
                    <a:pt x="600" y="1168"/>
                  </a:moveTo>
                  <a:cubicBezTo>
                    <a:pt x="600" y="1168"/>
                    <a:pt x="600" y="1168"/>
                    <a:pt x="600" y="1168"/>
                  </a:cubicBezTo>
                  <a:cubicBezTo>
                    <a:pt x="599" y="1170"/>
                    <a:pt x="599" y="1170"/>
                    <a:pt x="599" y="1170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8" y="1169"/>
                    <a:pt x="598" y="1169"/>
                    <a:pt x="598" y="1169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6" y="1165"/>
                    <a:pt x="596" y="1165"/>
                    <a:pt x="596" y="1165"/>
                  </a:cubicBezTo>
                  <a:cubicBezTo>
                    <a:pt x="595" y="1164"/>
                    <a:pt x="595" y="1164"/>
                    <a:pt x="595" y="1164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7" y="1164"/>
                    <a:pt x="597" y="1164"/>
                    <a:pt x="597" y="1164"/>
                  </a:cubicBezTo>
                  <a:cubicBezTo>
                    <a:pt x="597" y="1166"/>
                    <a:pt x="597" y="1166"/>
                    <a:pt x="597" y="1166"/>
                  </a:cubicBezTo>
                  <a:cubicBezTo>
                    <a:pt x="599" y="1165"/>
                    <a:pt x="599" y="1165"/>
                    <a:pt x="599" y="1165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4"/>
                    <a:pt x="600" y="1164"/>
                    <a:pt x="600" y="1164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599" y="1166"/>
                    <a:pt x="599" y="1166"/>
                    <a:pt x="599" y="1166"/>
                  </a:cubicBezTo>
                  <a:lnTo>
                    <a:pt x="600" y="1168"/>
                  </a:lnTo>
                  <a:close/>
                  <a:moveTo>
                    <a:pt x="594" y="1181"/>
                  </a:moveTo>
                  <a:cubicBezTo>
                    <a:pt x="594" y="1181"/>
                    <a:pt x="594" y="1181"/>
                    <a:pt x="594" y="1181"/>
                  </a:cubicBezTo>
                  <a:cubicBezTo>
                    <a:pt x="595" y="1181"/>
                    <a:pt x="595" y="1181"/>
                    <a:pt x="595" y="1181"/>
                  </a:cubicBezTo>
                  <a:lnTo>
                    <a:pt x="594" y="1181"/>
                  </a:lnTo>
                  <a:close/>
                  <a:moveTo>
                    <a:pt x="595" y="1179"/>
                  </a:moveTo>
                  <a:cubicBezTo>
                    <a:pt x="595" y="1178"/>
                    <a:pt x="595" y="1178"/>
                    <a:pt x="595" y="1178"/>
                  </a:cubicBezTo>
                  <a:cubicBezTo>
                    <a:pt x="595" y="1179"/>
                    <a:pt x="595" y="1179"/>
                    <a:pt x="595" y="1179"/>
                  </a:cubicBezTo>
                  <a:close/>
                  <a:moveTo>
                    <a:pt x="597" y="1179"/>
                  </a:moveTo>
                  <a:cubicBezTo>
                    <a:pt x="597" y="1178"/>
                    <a:pt x="597" y="1178"/>
                    <a:pt x="597" y="1178"/>
                  </a:cubicBezTo>
                  <a:cubicBezTo>
                    <a:pt x="597" y="1178"/>
                    <a:pt x="597" y="1178"/>
                    <a:pt x="597" y="1178"/>
                  </a:cubicBezTo>
                  <a:cubicBezTo>
                    <a:pt x="597" y="1179"/>
                    <a:pt x="597" y="1179"/>
                    <a:pt x="597" y="1179"/>
                  </a:cubicBezTo>
                  <a:close/>
                  <a:moveTo>
                    <a:pt x="596" y="1211"/>
                  </a:moveTo>
                  <a:cubicBezTo>
                    <a:pt x="595" y="1211"/>
                    <a:pt x="595" y="1211"/>
                    <a:pt x="595" y="1211"/>
                  </a:cubicBezTo>
                  <a:cubicBezTo>
                    <a:pt x="597" y="1212"/>
                    <a:pt x="597" y="1212"/>
                    <a:pt x="597" y="1212"/>
                  </a:cubicBezTo>
                  <a:lnTo>
                    <a:pt x="596" y="1211"/>
                  </a:lnTo>
                  <a:close/>
                  <a:moveTo>
                    <a:pt x="597" y="1207"/>
                  </a:moveTo>
                  <a:cubicBezTo>
                    <a:pt x="595" y="1204"/>
                    <a:pt x="595" y="1204"/>
                    <a:pt x="595" y="1204"/>
                  </a:cubicBezTo>
                  <a:cubicBezTo>
                    <a:pt x="595" y="1205"/>
                    <a:pt x="595" y="1205"/>
                    <a:pt x="595" y="1205"/>
                  </a:cubicBezTo>
                  <a:cubicBezTo>
                    <a:pt x="597" y="1207"/>
                    <a:pt x="597" y="1207"/>
                    <a:pt x="597" y="1207"/>
                  </a:cubicBezTo>
                  <a:close/>
                  <a:moveTo>
                    <a:pt x="598" y="1210"/>
                  </a:moveTo>
                  <a:cubicBezTo>
                    <a:pt x="598" y="1210"/>
                    <a:pt x="598" y="1210"/>
                    <a:pt x="598" y="1210"/>
                  </a:cubicBezTo>
                  <a:cubicBezTo>
                    <a:pt x="598" y="1210"/>
                    <a:pt x="598" y="1210"/>
                    <a:pt x="598" y="1210"/>
                  </a:cubicBezTo>
                  <a:close/>
                  <a:moveTo>
                    <a:pt x="605" y="1169"/>
                  </a:moveTo>
                  <a:cubicBezTo>
                    <a:pt x="605" y="1169"/>
                    <a:pt x="605" y="1169"/>
                    <a:pt x="605" y="1169"/>
                  </a:cubicBezTo>
                  <a:cubicBezTo>
                    <a:pt x="605" y="1170"/>
                    <a:pt x="605" y="1170"/>
                    <a:pt x="605" y="1170"/>
                  </a:cubicBezTo>
                  <a:cubicBezTo>
                    <a:pt x="604" y="1169"/>
                    <a:pt x="604" y="1169"/>
                    <a:pt x="604" y="1169"/>
                  </a:cubicBezTo>
                  <a:cubicBezTo>
                    <a:pt x="604" y="1168"/>
                    <a:pt x="604" y="1168"/>
                    <a:pt x="604" y="1168"/>
                  </a:cubicBezTo>
                  <a:lnTo>
                    <a:pt x="605" y="1169"/>
                  </a:lnTo>
                  <a:close/>
                  <a:moveTo>
                    <a:pt x="605" y="1171"/>
                  </a:moveTo>
                  <a:cubicBezTo>
                    <a:pt x="605" y="1171"/>
                    <a:pt x="605" y="1171"/>
                    <a:pt x="605" y="1171"/>
                  </a:cubicBezTo>
                  <a:cubicBezTo>
                    <a:pt x="604" y="1172"/>
                    <a:pt x="604" y="1172"/>
                    <a:pt x="604" y="1172"/>
                  </a:cubicBezTo>
                  <a:cubicBezTo>
                    <a:pt x="605" y="1172"/>
                    <a:pt x="605" y="1172"/>
                    <a:pt x="605" y="1172"/>
                  </a:cubicBezTo>
                  <a:lnTo>
                    <a:pt x="605" y="1171"/>
                  </a:lnTo>
                  <a:close/>
                  <a:moveTo>
                    <a:pt x="602" y="1167"/>
                  </a:moveTo>
                  <a:cubicBezTo>
                    <a:pt x="602" y="1166"/>
                    <a:pt x="602" y="1166"/>
                    <a:pt x="602" y="1166"/>
                  </a:cubicBezTo>
                  <a:cubicBezTo>
                    <a:pt x="603" y="1166"/>
                    <a:pt x="603" y="1166"/>
                    <a:pt x="603" y="1166"/>
                  </a:cubicBezTo>
                  <a:cubicBezTo>
                    <a:pt x="603" y="1167"/>
                    <a:pt x="603" y="1167"/>
                    <a:pt x="603" y="1167"/>
                  </a:cubicBezTo>
                  <a:cubicBezTo>
                    <a:pt x="603" y="1167"/>
                    <a:pt x="603" y="1167"/>
                    <a:pt x="603" y="1167"/>
                  </a:cubicBezTo>
                  <a:lnTo>
                    <a:pt x="602" y="1167"/>
                  </a:lnTo>
                  <a:close/>
                  <a:moveTo>
                    <a:pt x="603" y="1201"/>
                  </a:moveTo>
                  <a:cubicBezTo>
                    <a:pt x="604" y="1202"/>
                    <a:pt x="604" y="1202"/>
                    <a:pt x="604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3" y="1201"/>
                    <a:pt x="603" y="1201"/>
                    <a:pt x="603" y="1201"/>
                  </a:cubicBezTo>
                  <a:cubicBezTo>
                    <a:pt x="602" y="1201"/>
                    <a:pt x="602" y="1201"/>
                    <a:pt x="602" y="1201"/>
                  </a:cubicBezTo>
                  <a:lnTo>
                    <a:pt x="603" y="1201"/>
                  </a:lnTo>
                  <a:close/>
                  <a:moveTo>
                    <a:pt x="604" y="1221"/>
                  </a:moveTo>
                  <a:cubicBezTo>
                    <a:pt x="604" y="1222"/>
                    <a:pt x="604" y="1222"/>
                    <a:pt x="604" y="1222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1"/>
                    <a:pt x="604" y="1221"/>
                    <a:pt x="604" y="1221"/>
                  </a:cubicBezTo>
                  <a:cubicBezTo>
                    <a:pt x="603" y="1219"/>
                    <a:pt x="603" y="1219"/>
                    <a:pt x="603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5" y="1220"/>
                    <a:pt x="605" y="1220"/>
                    <a:pt x="605" y="1220"/>
                  </a:cubicBezTo>
                  <a:cubicBezTo>
                    <a:pt x="604" y="1220"/>
                    <a:pt x="604" y="1220"/>
                    <a:pt x="604" y="1220"/>
                  </a:cubicBezTo>
                  <a:lnTo>
                    <a:pt x="604" y="1221"/>
                  </a:lnTo>
                  <a:close/>
                  <a:moveTo>
                    <a:pt x="601" y="1210"/>
                  </a:moveTo>
                  <a:cubicBezTo>
                    <a:pt x="601" y="1210"/>
                    <a:pt x="601" y="1210"/>
                    <a:pt x="601" y="1210"/>
                  </a:cubicBezTo>
                  <a:cubicBezTo>
                    <a:pt x="599" y="1210"/>
                    <a:pt x="599" y="1210"/>
                    <a:pt x="599" y="1210"/>
                  </a:cubicBezTo>
                  <a:cubicBezTo>
                    <a:pt x="600" y="1210"/>
                    <a:pt x="600" y="1210"/>
                    <a:pt x="600" y="1210"/>
                  </a:cubicBezTo>
                  <a:cubicBezTo>
                    <a:pt x="601" y="1210"/>
                    <a:pt x="601" y="1210"/>
                    <a:pt x="601" y="1210"/>
                  </a:cubicBezTo>
                  <a:close/>
                  <a:moveTo>
                    <a:pt x="602" y="1210"/>
                  </a:moveTo>
                  <a:cubicBezTo>
                    <a:pt x="601" y="1207"/>
                    <a:pt x="601" y="1207"/>
                    <a:pt x="601" y="1207"/>
                  </a:cubicBezTo>
                  <a:cubicBezTo>
                    <a:pt x="600" y="1206"/>
                    <a:pt x="600" y="1206"/>
                    <a:pt x="600" y="1206"/>
                  </a:cubicBezTo>
                  <a:cubicBezTo>
                    <a:pt x="600" y="1205"/>
                    <a:pt x="600" y="1205"/>
                    <a:pt x="600" y="1205"/>
                  </a:cubicBezTo>
                  <a:cubicBezTo>
                    <a:pt x="601" y="1206"/>
                    <a:pt x="601" y="1206"/>
                    <a:pt x="601" y="1206"/>
                  </a:cubicBezTo>
                  <a:cubicBezTo>
                    <a:pt x="601" y="1207"/>
                    <a:pt x="601" y="1207"/>
                    <a:pt x="601" y="1207"/>
                  </a:cubicBezTo>
                  <a:cubicBezTo>
                    <a:pt x="603" y="1207"/>
                    <a:pt x="603" y="1207"/>
                    <a:pt x="603" y="1207"/>
                  </a:cubicBezTo>
                  <a:cubicBezTo>
                    <a:pt x="602" y="1208"/>
                    <a:pt x="602" y="1208"/>
                    <a:pt x="602" y="1208"/>
                  </a:cubicBezTo>
                  <a:cubicBezTo>
                    <a:pt x="602" y="1209"/>
                    <a:pt x="602" y="1209"/>
                    <a:pt x="602" y="1209"/>
                  </a:cubicBezTo>
                  <a:cubicBezTo>
                    <a:pt x="603" y="1209"/>
                    <a:pt x="603" y="1209"/>
                    <a:pt x="603" y="1209"/>
                  </a:cubicBezTo>
                  <a:cubicBezTo>
                    <a:pt x="602" y="1210"/>
                    <a:pt x="602" y="1210"/>
                    <a:pt x="602" y="1210"/>
                  </a:cubicBezTo>
                  <a:close/>
                  <a:moveTo>
                    <a:pt x="603" y="1231"/>
                  </a:moveTo>
                  <a:cubicBezTo>
                    <a:pt x="603" y="1230"/>
                    <a:pt x="603" y="1230"/>
                    <a:pt x="603" y="1230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3" y="1230"/>
                    <a:pt x="603" y="1230"/>
                    <a:pt x="603" y="1230"/>
                  </a:cubicBezTo>
                  <a:lnTo>
                    <a:pt x="603" y="1231"/>
                  </a:lnTo>
                  <a:close/>
                  <a:moveTo>
                    <a:pt x="605" y="1228"/>
                  </a:moveTo>
                  <a:cubicBezTo>
                    <a:pt x="604" y="1228"/>
                    <a:pt x="604" y="1228"/>
                    <a:pt x="604" y="1228"/>
                  </a:cubicBezTo>
                  <a:cubicBezTo>
                    <a:pt x="603" y="1228"/>
                    <a:pt x="603" y="1228"/>
                    <a:pt x="603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1" y="1228"/>
                    <a:pt x="601" y="1228"/>
                    <a:pt x="601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6"/>
                    <a:pt x="602" y="1226"/>
                    <a:pt x="602" y="1226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4"/>
                    <a:pt x="603" y="1224"/>
                    <a:pt x="603" y="1224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7"/>
                    <a:pt x="603" y="1227"/>
                    <a:pt x="603" y="1227"/>
                  </a:cubicBezTo>
                  <a:cubicBezTo>
                    <a:pt x="605" y="1228"/>
                    <a:pt x="605" y="1228"/>
                    <a:pt x="605" y="1228"/>
                  </a:cubicBezTo>
                  <a:cubicBezTo>
                    <a:pt x="605" y="1228"/>
                    <a:pt x="605" y="1228"/>
                    <a:pt x="605" y="1228"/>
                  </a:cubicBezTo>
                  <a:close/>
                  <a:moveTo>
                    <a:pt x="609" y="1233"/>
                  </a:moveTo>
                  <a:cubicBezTo>
                    <a:pt x="608" y="1233"/>
                    <a:pt x="608" y="1233"/>
                    <a:pt x="608" y="1233"/>
                  </a:cubicBezTo>
                  <a:cubicBezTo>
                    <a:pt x="607" y="1231"/>
                    <a:pt x="607" y="1231"/>
                    <a:pt x="607" y="1231"/>
                  </a:cubicBezTo>
                  <a:cubicBezTo>
                    <a:pt x="606" y="1229"/>
                    <a:pt x="606" y="1229"/>
                    <a:pt x="606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29"/>
                    <a:pt x="609" y="1229"/>
                    <a:pt x="609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32"/>
                    <a:pt x="609" y="1232"/>
                    <a:pt x="609" y="1232"/>
                  </a:cubicBezTo>
                  <a:cubicBezTo>
                    <a:pt x="609" y="1233"/>
                    <a:pt x="609" y="1233"/>
                    <a:pt x="609" y="1233"/>
                  </a:cubicBezTo>
                  <a:close/>
                  <a:moveTo>
                    <a:pt x="606" y="1243"/>
                  </a:moveTo>
                  <a:cubicBezTo>
                    <a:pt x="606" y="1243"/>
                    <a:pt x="606" y="1243"/>
                    <a:pt x="606" y="1243"/>
                  </a:cubicBezTo>
                  <a:cubicBezTo>
                    <a:pt x="606" y="1244"/>
                    <a:pt x="606" y="1244"/>
                    <a:pt x="606" y="1244"/>
                  </a:cubicBezTo>
                  <a:lnTo>
                    <a:pt x="606" y="1243"/>
                  </a:lnTo>
                  <a:close/>
                  <a:moveTo>
                    <a:pt x="607" y="1245"/>
                  </a:moveTo>
                  <a:cubicBezTo>
                    <a:pt x="607" y="1245"/>
                    <a:pt x="607" y="1245"/>
                    <a:pt x="607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8" y="1245"/>
                    <a:pt x="608" y="1245"/>
                    <a:pt x="608" y="1245"/>
                  </a:cubicBezTo>
                  <a:lnTo>
                    <a:pt x="607" y="1245"/>
                  </a:lnTo>
                  <a:close/>
                  <a:moveTo>
                    <a:pt x="611" y="1244"/>
                  </a:moveTo>
                  <a:cubicBezTo>
                    <a:pt x="611" y="1244"/>
                    <a:pt x="611" y="1244"/>
                    <a:pt x="611" y="1244"/>
                  </a:cubicBezTo>
                  <a:cubicBezTo>
                    <a:pt x="612" y="1244"/>
                    <a:pt x="612" y="1244"/>
                    <a:pt x="612" y="1244"/>
                  </a:cubicBezTo>
                  <a:lnTo>
                    <a:pt x="611" y="1244"/>
                  </a:lnTo>
                  <a:close/>
                  <a:moveTo>
                    <a:pt x="613" y="1244"/>
                  </a:moveTo>
                  <a:cubicBezTo>
                    <a:pt x="614" y="1244"/>
                    <a:pt x="614" y="1244"/>
                    <a:pt x="614" y="1244"/>
                  </a:cubicBezTo>
                  <a:cubicBezTo>
                    <a:pt x="615" y="1245"/>
                    <a:pt x="615" y="1245"/>
                    <a:pt x="615" y="1245"/>
                  </a:cubicBezTo>
                  <a:cubicBezTo>
                    <a:pt x="614" y="1245"/>
                    <a:pt x="614" y="1245"/>
                    <a:pt x="614" y="1245"/>
                  </a:cubicBezTo>
                  <a:lnTo>
                    <a:pt x="613" y="1244"/>
                  </a:lnTo>
                  <a:close/>
                  <a:moveTo>
                    <a:pt x="614" y="1249"/>
                  </a:moveTo>
                  <a:cubicBezTo>
                    <a:pt x="614" y="1249"/>
                    <a:pt x="614" y="1249"/>
                    <a:pt x="614" y="1249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5" y="1249"/>
                    <a:pt x="615" y="1249"/>
                    <a:pt x="615" y="1249"/>
                  </a:cubicBezTo>
                  <a:cubicBezTo>
                    <a:pt x="615" y="1249"/>
                    <a:pt x="615" y="1249"/>
                    <a:pt x="615" y="1249"/>
                  </a:cubicBezTo>
                  <a:lnTo>
                    <a:pt x="614" y="1249"/>
                  </a:lnTo>
                  <a:close/>
                  <a:moveTo>
                    <a:pt x="617" y="1245"/>
                  </a:moveTo>
                  <a:cubicBezTo>
                    <a:pt x="616" y="1243"/>
                    <a:pt x="616" y="1243"/>
                    <a:pt x="616" y="1243"/>
                  </a:cubicBezTo>
                  <a:cubicBezTo>
                    <a:pt x="616" y="1242"/>
                    <a:pt x="616" y="1242"/>
                    <a:pt x="616" y="1242"/>
                  </a:cubicBezTo>
                  <a:cubicBezTo>
                    <a:pt x="616" y="1243"/>
                    <a:pt x="616" y="1243"/>
                    <a:pt x="616" y="1243"/>
                  </a:cubicBezTo>
                  <a:cubicBezTo>
                    <a:pt x="617" y="1244"/>
                    <a:pt x="617" y="1244"/>
                    <a:pt x="617" y="1244"/>
                  </a:cubicBezTo>
                  <a:lnTo>
                    <a:pt x="617" y="1245"/>
                  </a:lnTo>
                  <a:close/>
                  <a:moveTo>
                    <a:pt x="621" y="1242"/>
                  </a:moveTo>
                  <a:cubicBezTo>
                    <a:pt x="621" y="1243"/>
                    <a:pt x="621" y="1243"/>
                    <a:pt x="621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19" y="1244"/>
                    <a:pt x="619" y="1244"/>
                    <a:pt x="619" y="1244"/>
                  </a:cubicBezTo>
                  <a:cubicBezTo>
                    <a:pt x="618" y="1244"/>
                    <a:pt x="618" y="1244"/>
                    <a:pt x="618" y="1244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2" y="1241"/>
                    <a:pt x="622" y="1241"/>
                    <a:pt x="622" y="1241"/>
                  </a:cubicBezTo>
                  <a:cubicBezTo>
                    <a:pt x="622" y="1241"/>
                    <a:pt x="622" y="1241"/>
                    <a:pt x="622" y="1241"/>
                  </a:cubicBezTo>
                  <a:lnTo>
                    <a:pt x="621" y="1242"/>
                  </a:lnTo>
                  <a:close/>
                  <a:moveTo>
                    <a:pt x="625" y="1252"/>
                  </a:moveTo>
                  <a:cubicBezTo>
                    <a:pt x="624" y="1252"/>
                    <a:pt x="624" y="1252"/>
                    <a:pt x="624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6" y="1251"/>
                    <a:pt x="626" y="1251"/>
                    <a:pt x="626" y="1251"/>
                  </a:cubicBezTo>
                  <a:cubicBezTo>
                    <a:pt x="626" y="1250"/>
                    <a:pt x="626" y="1250"/>
                    <a:pt x="626" y="1250"/>
                  </a:cubicBezTo>
                  <a:cubicBezTo>
                    <a:pt x="627" y="1249"/>
                    <a:pt x="627" y="1249"/>
                    <a:pt x="627" y="1249"/>
                  </a:cubicBezTo>
                  <a:cubicBezTo>
                    <a:pt x="628" y="1250"/>
                    <a:pt x="628" y="1250"/>
                    <a:pt x="628" y="1250"/>
                  </a:cubicBezTo>
                  <a:cubicBezTo>
                    <a:pt x="627" y="1250"/>
                    <a:pt x="627" y="1250"/>
                    <a:pt x="627" y="1250"/>
                  </a:cubicBezTo>
                  <a:lnTo>
                    <a:pt x="625" y="1252"/>
                  </a:lnTo>
                  <a:close/>
                  <a:moveTo>
                    <a:pt x="629" y="1257"/>
                  </a:moveTo>
                  <a:cubicBezTo>
                    <a:pt x="629" y="1257"/>
                    <a:pt x="629" y="1257"/>
                    <a:pt x="629" y="1257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9" y="1256"/>
                    <a:pt x="629" y="1256"/>
                    <a:pt x="629" y="1256"/>
                  </a:cubicBezTo>
                  <a:cubicBezTo>
                    <a:pt x="628" y="1255"/>
                    <a:pt x="628" y="1255"/>
                    <a:pt x="628" y="1255"/>
                  </a:cubicBezTo>
                  <a:cubicBezTo>
                    <a:pt x="630" y="1255"/>
                    <a:pt x="630" y="1255"/>
                    <a:pt x="630" y="1255"/>
                  </a:cubicBezTo>
                  <a:cubicBezTo>
                    <a:pt x="631" y="1254"/>
                    <a:pt x="631" y="1254"/>
                    <a:pt x="631" y="1254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3" y="1252"/>
                    <a:pt x="633" y="1252"/>
                    <a:pt x="633" y="1252"/>
                  </a:cubicBezTo>
                  <a:cubicBezTo>
                    <a:pt x="633" y="1254"/>
                    <a:pt x="633" y="1254"/>
                    <a:pt x="633" y="1254"/>
                  </a:cubicBezTo>
                  <a:cubicBezTo>
                    <a:pt x="632" y="1255"/>
                    <a:pt x="632" y="1255"/>
                    <a:pt x="632" y="1255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0" y="1256"/>
                    <a:pt x="630" y="1256"/>
                    <a:pt x="630" y="1256"/>
                  </a:cubicBezTo>
                  <a:lnTo>
                    <a:pt x="629" y="1257"/>
                  </a:lnTo>
                  <a:close/>
                  <a:moveTo>
                    <a:pt x="630" y="1266"/>
                  </a:moveTo>
                  <a:cubicBezTo>
                    <a:pt x="629" y="1267"/>
                    <a:pt x="629" y="1267"/>
                    <a:pt x="629" y="1267"/>
                  </a:cubicBezTo>
                  <a:cubicBezTo>
                    <a:pt x="629" y="1267"/>
                    <a:pt x="629" y="1267"/>
                    <a:pt x="629" y="1267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6"/>
                    <a:pt x="630" y="1266"/>
                    <a:pt x="630" y="1266"/>
                  </a:cubicBezTo>
                  <a:close/>
                  <a:moveTo>
                    <a:pt x="633" y="1264"/>
                  </a:moveTo>
                  <a:cubicBezTo>
                    <a:pt x="633" y="1264"/>
                    <a:pt x="633" y="1264"/>
                    <a:pt x="633" y="1264"/>
                  </a:cubicBezTo>
                  <a:cubicBezTo>
                    <a:pt x="631" y="1264"/>
                    <a:pt x="631" y="1264"/>
                    <a:pt x="631" y="1264"/>
                  </a:cubicBezTo>
                  <a:cubicBezTo>
                    <a:pt x="630" y="1263"/>
                    <a:pt x="630" y="1263"/>
                    <a:pt x="630" y="1263"/>
                  </a:cubicBezTo>
                  <a:cubicBezTo>
                    <a:pt x="633" y="1263"/>
                    <a:pt x="633" y="1263"/>
                    <a:pt x="633" y="1263"/>
                  </a:cubicBezTo>
                  <a:cubicBezTo>
                    <a:pt x="634" y="1264"/>
                    <a:pt x="634" y="1264"/>
                    <a:pt x="634" y="1264"/>
                  </a:cubicBezTo>
                  <a:lnTo>
                    <a:pt x="633" y="1264"/>
                  </a:lnTo>
                  <a:close/>
                  <a:moveTo>
                    <a:pt x="634" y="1264"/>
                  </a:moveTo>
                  <a:cubicBezTo>
                    <a:pt x="635" y="1264"/>
                    <a:pt x="635" y="1264"/>
                    <a:pt x="635" y="1264"/>
                  </a:cubicBezTo>
                  <a:cubicBezTo>
                    <a:pt x="636" y="1264"/>
                    <a:pt x="636" y="1264"/>
                    <a:pt x="636" y="1264"/>
                  </a:cubicBezTo>
                  <a:lnTo>
                    <a:pt x="634" y="1264"/>
                  </a:lnTo>
                  <a:close/>
                  <a:moveTo>
                    <a:pt x="640" y="1274"/>
                  </a:moveTo>
                  <a:cubicBezTo>
                    <a:pt x="640" y="1276"/>
                    <a:pt x="640" y="1276"/>
                    <a:pt x="640" y="1276"/>
                  </a:cubicBezTo>
                  <a:cubicBezTo>
                    <a:pt x="639" y="1275"/>
                    <a:pt x="639" y="1275"/>
                    <a:pt x="639" y="1275"/>
                  </a:cubicBezTo>
                  <a:cubicBezTo>
                    <a:pt x="639" y="1273"/>
                    <a:pt x="639" y="1273"/>
                    <a:pt x="639" y="1273"/>
                  </a:cubicBezTo>
                  <a:cubicBezTo>
                    <a:pt x="637" y="1272"/>
                    <a:pt x="637" y="1272"/>
                    <a:pt x="637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4"/>
                    <a:pt x="640" y="1274"/>
                    <a:pt x="640" y="1274"/>
                  </a:cubicBezTo>
                  <a:cubicBezTo>
                    <a:pt x="641" y="1274"/>
                    <a:pt x="641" y="1274"/>
                    <a:pt x="641" y="1274"/>
                  </a:cubicBezTo>
                  <a:lnTo>
                    <a:pt x="640" y="1274"/>
                  </a:lnTo>
                  <a:close/>
                  <a:moveTo>
                    <a:pt x="659" y="1272"/>
                  </a:moveTo>
                  <a:cubicBezTo>
                    <a:pt x="662" y="1272"/>
                    <a:pt x="662" y="1272"/>
                    <a:pt x="662" y="1272"/>
                  </a:cubicBezTo>
                  <a:cubicBezTo>
                    <a:pt x="661" y="1272"/>
                    <a:pt x="661" y="1272"/>
                    <a:pt x="661" y="1272"/>
                  </a:cubicBezTo>
                  <a:cubicBezTo>
                    <a:pt x="659" y="1272"/>
                    <a:pt x="659" y="1272"/>
                    <a:pt x="659" y="1272"/>
                  </a:cubicBezTo>
                  <a:close/>
                  <a:moveTo>
                    <a:pt x="656" y="1273"/>
                  </a:moveTo>
                  <a:cubicBezTo>
                    <a:pt x="657" y="1273"/>
                    <a:pt x="657" y="1273"/>
                    <a:pt x="657" y="1273"/>
                  </a:cubicBezTo>
                  <a:cubicBezTo>
                    <a:pt x="656" y="1273"/>
                    <a:pt x="656" y="1273"/>
                    <a:pt x="656" y="1273"/>
                  </a:cubicBezTo>
                  <a:cubicBezTo>
                    <a:pt x="655" y="1273"/>
                    <a:pt x="655" y="1273"/>
                    <a:pt x="655" y="1273"/>
                  </a:cubicBezTo>
                  <a:cubicBezTo>
                    <a:pt x="655" y="1273"/>
                    <a:pt x="655" y="1273"/>
                    <a:pt x="655" y="1273"/>
                  </a:cubicBezTo>
                  <a:lnTo>
                    <a:pt x="656" y="1273"/>
                  </a:lnTo>
                  <a:close/>
                  <a:moveTo>
                    <a:pt x="653" y="1254"/>
                  </a:moveTo>
                  <a:cubicBezTo>
                    <a:pt x="653" y="1254"/>
                    <a:pt x="653" y="1254"/>
                    <a:pt x="653" y="1254"/>
                  </a:cubicBezTo>
                  <a:cubicBezTo>
                    <a:pt x="654" y="1255"/>
                    <a:pt x="654" y="1255"/>
                    <a:pt x="654" y="1255"/>
                  </a:cubicBezTo>
                  <a:cubicBezTo>
                    <a:pt x="653" y="1255"/>
                    <a:pt x="653" y="1255"/>
                    <a:pt x="653" y="1255"/>
                  </a:cubicBezTo>
                  <a:cubicBezTo>
                    <a:pt x="652" y="1255"/>
                    <a:pt x="652" y="1255"/>
                    <a:pt x="652" y="1255"/>
                  </a:cubicBezTo>
                  <a:lnTo>
                    <a:pt x="653" y="1254"/>
                  </a:lnTo>
                  <a:close/>
                  <a:moveTo>
                    <a:pt x="645" y="1265"/>
                  </a:moveTo>
                  <a:cubicBezTo>
                    <a:pt x="644" y="1267"/>
                    <a:pt x="644" y="1267"/>
                    <a:pt x="644" y="1267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42" y="1266"/>
                    <a:pt x="642" y="1266"/>
                    <a:pt x="642" y="1266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2" y="1264"/>
                    <a:pt x="642" y="1264"/>
                    <a:pt x="642" y="1264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5" y="1266"/>
                    <a:pt x="645" y="1266"/>
                    <a:pt x="645" y="1266"/>
                  </a:cubicBezTo>
                  <a:lnTo>
                    <a:pt x="645" y="1265"/>
                  </a:lnTo>
                  <a:close/>
                  <a:moveTo>
                    <a:pt x="650" y="1267"/>
                  </a:moveTo>
                  <a:cubicBezTo>
                    <a:pt x="650" y="1267"/>
                    <a:pt x="650" y="1267"/>
                    <a:pt x="650" y="1267"/>
                  </a:cubicBezTo>
                  <a:cubicBezTo>
                    <a:pt x="647" y="1266"/>
                    <a:pt x="647" y="1266"/>
                    <a:pt x="647" y="1266"/>
                  </a:cubicBezTo>
                  <a:cubicBezTo>
                    <a:pt x="646" y="1266"/>
                    <a:pt x="646" y="1266"/>
                    <a:pt x="646" y="1266"/>
                  </a:cubicBezTo>
                  <a:cubicBezTo>
                    <a:pt x="647" y="1266"/>
                    <a:pt x="647" y="1266"/>
                    <a:pt x="647" y="1266"/>
                  </a:cubicBezTo>
                  <a:lnTo>
                    <a:pt x="650" y="1267"/>
                  </a:lnTo>
                  <a:close/>
                  <a:moveTo>
                    <a:pt x="646" y="1257"/>
                  </a:moveTo>
                  <a:cubicBezTo>
                    <a:pt x="647" y="1257"/>
                    <a:pt x="647" y="1257"/>
                    <a:pt x="647" y="1257"/>
                  </a:cubicBezTo>
                  <a:cubicBezTo>
                    <a:pt x="647" y="1258"/>
                    <a:pt x="647" y="1258"/>
                    <a:pt x="647" y="1258"/>
                  </a:cubicBezTo>
                  <a:cubicBezTo>
                    <a:pt x="647" y="1259"/>
                    <a:pt x="647" y="1259"/>
                    <a:pt x="647" y="1259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1" y="1259"/>
                    <a:pt x="641" y="1259"/>
                    <a:pt x="641" y="1259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3" y="1260"/>
                    <a:pt x="643" y="1260"/>
                    <a:pt x="643" y="1260"/>
                  </a:cubicBezTo>
                  <a:cubicBezTo>
                    <a:pt x="644" y="1258"/>
                    <a:pt x="644" y="1258"/>
                    <a:pt x="644" y="1258"/>
                  </a:cubicBezTo>
                  <a:lnTo>
                    <a:pt x="646" y="1257"/>
                  </a:lnTo>
                  <a:close/>
                  <a:moveTo>
                    <a:pt x="693" y="1070"/>
                  </a:moveTo>
                  <a:cubicBezTo>
                    <a:pt x="693" y="1070"/>
                    <a:pt x="693" y="1070"/>
                    <a:pt x="693" y="1070"/>
                  </a:cubicBezTo>
                  <a:cubicBezTo>
                    <a:pt x="694" y="1071"/>
                    <a:pt x="694" y="1071"/>
                    <a:pt x="694" y="1071"/>
                  </a:cubicBezTo>
                  <a:lnTo>
                    <a:pt x="693" y="1070"/>
                  </a:lnTo>
                  <a:close/>
                  <a:moveTo>
                    <a:pt x="734" y="814"/>
                  </a:moveTo>
                  <a:cubicBezTo>
                    <a:pt x="732" y="816"/>
                    <a:pt x="732" y="816"/>
                    <a:pt x="732" y="816"/>
                  </a:cubicBezTo>
                  <a:cubicBezTo>
                    <a:pt x="732" y="815"/>
                    <a:pt x="732" y="815"/>
                    <a:pt x="732" y="815"/>
                  </a:cubicBezTo>
                  <a:cubicBezTo>
                    <a:pt x="733" y="815"/>
                    <a:pt x="733" y="815"/>
                    <a:pt x="733" y="815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4" y="813"/>
                    <a:pt x="734" y="813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lnTo>
                    <a:pt x="734" y="814"/>
                  </a:lnTo>
                  <a:close/>
                  <a:moveTo>
                    <a:pt x="737" y="813"/>
                  </a:moveTo>
                  <a:cubicBezTo>
                    <a:pt x="737" y="812"/>
                    <a:pt x="737" y="812"/>
                    <a:pt x="737" y="812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8" y="813"/>
                    <a:pt x="738" y="813"/>
                    <a:pt x="738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6" y="813"/>
                    <a:pt x="736" y="813"/>
                    <a:pt x="736" y="813"/>
                  </a:cubicBezTo>
                  <a:lnTo>
                    <a:pt x="737" y="813"/>
                  </a:lnTo>
                  <a:close/>
                  <a:moveTo>
                    <a:pt x="746" y="1039"/>
                  </a:moveTo>
                  <a:cubicBezTo>
                    <a:pt x="746" y="1042"/>
                    <a:pt x="746" y="1042"/>
                    <a:pt x="746" y="1042"/>
                  </a:cubicBezTo>
                  <a:cubicBezTo>
                    <a:pt x="744" y="1045"/>
                    <a:pt x="744" y="1045"/>
                    <a:pt x="744" y="1045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0" y="1048"/>
                    <a:pt x="740" y="1048"/>
                    <a:pt x="740" y="1048"/>
                  </a:cubicBezTo>
                  <a:cubicBezTo>
                    <a:pt x="738" y="1049"/>
                    <a:pt x="738" y="1049"/>
                    <a:pt x="738" y="1049"/>
                  </a:cubicBezTo>
                  <a:cubicBezTo>
                    <a:pt x="738" y="1050"/>
                    <a:pt x="738" y="1050"/>
                    <a:pt x="738" y="1050"/>
                  </a:cubicBezTo>
                  <a:cubicBezTo>
                    <a:pt x="737" y="1050"/>
                    <a:pt x="737" y="1050"/>
                    <a:pt x="737" y="1050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2"/>
                    <a:pt x="736" y="1052"/>
                    <a:pt x="736" y="1052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0"/>
                    <a:pt x="736" y="1050"/>
                    <a:pt x="736" y="1050"/>
                  </a:cubicBezTo>
                  <a:cubicBezTo>
                    <a:pt x="737" y="1049"/>
                    <a:pt x="737" y="1049"/>
                    <a:pt x="737" y="1049"/>
                  </a:cubicBezTo>
                  <a:cubicBezTo>
                    <a:pt x="737" y="1048"/>
                    <a:pt x="737" y="1048"/>
                    <a:pt x="737" y="1048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40" y="1047"/>
                    <a:pt x="740" y="1047"/>
                    <a:pt x="740" y="1047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4"/>
                    <a:pt x="742" y="1044"/>
                    <a:pt x="742" y="1044"/>
                  </a:cubicBezTo>
                  <a:cubicBezTo>
                    <a:pt x="742" y="1043"/>
                    <a:pt x="742" y="1043"/>
                    <a:pt x="742" y="1043"/>
                  </a:cubicBezTo>
                  <a:cubicBezTo>
                    <a:pt x="742" y="1041"/>
                    <a:pt x="742" y="1041"/>
                    <a:pt x="742" y="1041"/>
                  </a:cubicBezTo>
                  <a:cubicBezTo>
                    <a:pt x="743" y="1041"/>
                    <a:pt x="743" y="1041"/>
                    <a:pt x="743" y="1041"/>
                  </a:cubicBezTo>
                  <a:cubicBezTo>
                    <a:pt x="744" y="1041"/>
                    <a:pt x="744" y="1041"/>
                    <a:pt x="744" y="1041"/>
                  </a:cubicBezTo>
                  <a:cubicBezTo>
                    <a:pt x="744" y="1039"/>
                    <a:pt x="744" y="1039"/>
                    <a:pt x="744" y="1039"/>
                  </a:cubicBezTo>
                  <a:cubicBezTo>
                    <a:pt x="744" y="1038"/>
                    <a:pt x="744" y="1038"/>
                    <a:pt x="744" y="1038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5" y="1039"/>
                    <a:pt x="745" y="1039"/>
                    <a:pt x="745" y="1039"/>
                  </a:cubicBezTo>
                  <a:cubicBezTo>
                    <a:pt x="746" y="1039"/>
                    <a:pt x="746" y="1039"/>
                    <a:pt x="746" y="1039"/>
                  </a:cubicBezTo>
                  <a:cubicBezTo>
                    <a:pt x="747" y="1039"/>
                    <a:pt x="747" y="1039"/>
                    <a:pt x="747" y="1039"/>
                  </a:cubicBezTo>
                  <a:cubicBezTo>
                    <a:pt x="747" y="1039"/>
                    <a:pt x="747" y="1039"/>
                    <a:pt x="747" y="1039"/>
                  </a:cubicBezTo>
                  <a:lnTo>
                    <a:pt x="746" y="1039"/>
                  </a:lnTo>
                  <a:close/>
                  <a:moveTo>
                    <a:pt x="749" y="820"/>
                  </a:moveTo>
                  <a:cubicBezTo>
                    <a:pt x="748" y="822"/>
                    <a:pt x="748" y="822"/>
                    <a:pt x="748" y="822"/>
                  </a:cubicBezTo>
                  <a:cubicBezTo>
                    <a:pt x="747" y="824"/>
                    <a:pt x="747" y="824"/>
                    <a:pt x="747" y="824"/>
                  </a:cubicBezTo>
                  <a:cubicBezTo>
                    <a:pt x="746" y="826"/>
                    <a:pt x="746" y="826"/>
                    <a:pt x="746" y="826"/>
                  </a:cubicBezTo>
                  <a:cubicBezTo>
                    <a:pt x="746" y="825"/>
                    <a:pt x="746" y="825"/>
                    <a:pt x="746" y="825"/>
                  </a:cubicBezTo>
                  <a:cubicBezTo>
                    <a:pt x="747" y="823"/>
                    <a:pt x="747" y="823"/>
                    <a:pt x="747" y="823"/>
                  </a:cubicBezTo>
                  <a:cubicBezTo>
                    <a:pt x="747" y="822"/>
                    <a:pt x="747" y="822"/>
                    <a:pt x="747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2" y="822"/>
                    <a:pt x="742" y="822"/>
                    <a:pt x="742" y="822"/>
                  </a:cubicBezTo>
                  <a:cubicBezTo>
                    <a:pt x="740" y="822"/>
                    <a:pt x="740" y="822"/>
                    <a:pt x="740" y="822"/>
                  </a:cubicBezTo>
                  <a:cubicBezTo>
                    <a:pt x="741" y="822"/>
                    <a:pt x="741" y="822"/>
                    <a:pt x="741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6" y="820"/>
                    <a:pt x="746" y="820"/>
                    <a:pt x="746" y="820"/>
                  </a:cubicBezTo>
                  <a:cubicBezTo>
                    <a:pt x="747" y="821"/>
                    <a:pt x="747" y="821"/>
                    <a:pt x="747" y="821"/>
                  </a:cubicBezTo>
                  <a:cubicBezTo>
                    <a:pt x="748" y="821"/>
                    <a:pt x="748" y="821"/>
                    <a:pt x="748" y="821"/>
                  </a:cubicBezTo>
                  <a:cubicBezTo>
                    <a:pt x="750" y="820"/>
                    <a:pt x="750" y="820"/>
                    <a:pt x="750" y="820"/>
                  </a:cubicBezTo>
                  <a:cubicBezTo>
                    <a:pt x="750" y="820"/>
                    <a:pt x="750" y="820"/>
                    <a:pt x="750" y="820"/>
                  </a:cubicBezTo>
                  <a:lnTo>
                    <a:pt x="749" y="820"/>
                  </a:lnTo>
                  <a:close/>
                  <a:moveTo>
                    <a:pt x="829" y="902"/>
                  </a:move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2"/>
                    <a:pt x="827" y="902"/>
                    <a:pt x="827" y="902"/>
                  </a:cubicBezTo>
                  <a:cubicBezTo>
                    <a:pt x="828" y="902"/>
                    <a:pt x="828" y="902"/>
                    <a:pt x="828" y="902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9" y="901"/>
                    <a:pt x="829" y="901"/>
                    <a:pt x="829" y="901"/>
                  </a:cubicBezTo>
                  <a:cubicBezTo>
                    <a:pt x="829" y="902"/>
                    <a:pt x="829" y="902"/>
                    <a:pt x="829" y="902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1" name="Freeform 6528">
              <a:extLst>
                <a:ext uri="{FF2B5EF4-FFF2-40B4-BE49-F238E27FC236}">
                  <a16:creationId xmlns:a16="http://schemas.microsoft.com/office/drawing/2014/main" id="{2916BE1E-4369-46B1-954E-5555BCFA7C3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20" y="2696"/>
              <a:ext cx="7" cy="8"/>
            </a:xfrm>
            <a:custGeom>
              <a:avLst/>
              <a:gdLst>
                <a:gd name="T0" fmla="*/ 0 w 7"/>
                <a:gd name="T1" fmla="*/ 0 h 8"/>
                <a:gd name="T2" fmla="*/ 2 w 7"/>
                <a:gd name="T3" fmla="*/ 4 h 8"/>
                <a:gd name="T4" fmla="*/ 4 w 7"/>
                <a:gd name="T5" fmla="*/ 4 h 8"/>
                <a:gd name="T6" fmla="*/ 6 w 7"/>
                <a:gd name="T7" fmla="*/ 8 h 8"/>
                <a:gd name="T8" fmla="*/ 7 w 7"/>
                <a:gd name="T9" fmla="*/ 2 h 8"/>
                <a:gd name="T10" fmla="*/ 4 w 7"/>
                <a:gd name="T11" fmla="*/ 0 h 8"/>
                <a:gd name="T12" fmla="*/ 0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8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2" name="Freeform 6529">
              <a:extLst>
                <a:ext uri="{FF2B5EF4-FFF2-40B4-BE49-F238E27FC236}">
                  <a16:creationId xmlns:a16="http://schemas.microsoft.com/office/drawing/2014/main" id="{8FF0A43B-183F-4320-ABE5-252AB6B15B9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2691"/>
              <a:ext cx="11" cy="5"/>
            </a:xfrm>
            <a:custGeom>
              <a:avLst/>
              <a:gdLst>
                <a:gd name="T0" fmla="*/ 0 w 11"/>
                <a:gd name="T1" fmla="*/ 0 h 5"/>
                <a:gd name="T2" fmla="*/ 4 w 11"/>
                <a:gd name="T3" fmla="*/ 5 h 5"/>
                <a:gd name="T4" fmla="*/ 11 w 11"/>
                <a:gd name="T5" fmla="*/ 5 h 5"/>
                <a:gd name="T6" fmla="*/ 5 w 11"/>
                <a:gd name="T7" fmla="*/ 1 h 5"/>
                <a:gd name="T8" fmla="*/ 0 w 1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lnTo>
                    <a:pt x="4" y="5"/>
                  </a:lnTo>
                  <a:lnTo>
                    <a:pt x="11" y="5"/>
                  </a:lnTo>
                  <a:lnTo>
                    <a:pt x="5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3" name="Freeform 6530">
              <a:extLst>
                <a:ext uri="{FF2B5EF4-FFF2-40B4-BE49-F238E27FC236}">
                  <a16:creationId xmlns:a16="http://schemas.microsoft.com/office/drawing/2014/main" id="{AB990FD7-0991-4263-8CC1-9EE386435DDC}"/>
                </a:ext>
              </a:extLst>
            </p:cNvPr>
            <p:cNvSpPr>
              <a:spLocks/>
            </p:cNvSpPr>
            <p:nvPr/>
          </p:nvSpPr>
          <p:spPr bwMode="gray">
            <a:xfrm>
              <a:off x="2676" y="2711"/>
              <a:ext cx="11" cy="8"/>
            </a:xfrm>
            <a:custGeom>
              <a:avLst/>
              <a:gdLst>
                <a:gd name="T0" fmla="*/ 1 w 6"/>
                <a:gd name="T1" fmla="*/ 4 h 4"/>
                <a:gd name="T2" fmla="*/ 1 w 6"/>
                <a:gd name="T3" fmla="*/ 4 h 4"/>
                <a:gd name="T4" fmla="*/ 3 w 6"/>
                <a:gd name="T5" fmla="*/ 3 h 4"/>
                <a:gd name="T6" fmla="*/ 5 w 6"/>
                <a:gd name="T7" fmla="*/ 4 h 4"/>
                <a:gd name="T8" fmla="*/ 6 w 6"/>
                <a:gd name="T9" fmla="*/ 2 h 4"/>
                <a:gd name="T10" fmla="*/ 5 w 6"/>
                <a:gd name="T11" fmla="*/ 0 h 4"/>
                <a:gd name="T12" fmla="*/ 3 w 6"/>
                <a:gd name="T13" fmla="*/ 2 h 4"/>
                <a:gd name="T14" fmla="*/ 2 w 6"/>
                <a:gd name="T15" fmla="*/ 1 h 4"/>
                <a:gd name="T16" fmla="*/ 0 w 6"/>
                <a:gd name="T17" fmla="*/ 2 h 4"/>
                <a:gd name="T18" fmla="*/ 0 w 6"/>
                <a:gd name="T19" fmla="*/ 2 h 4"/>
                <a:gd name="T20" fmla="*/ 1 w 6"/>
                <a:gd name="T21" fmla="*/ 3 h 4"/>
                <a:gd name="T22" fmla="*/ 0 w 6"/>
                <a:gd name="T23" fmla="*/ 3 h 4"/>
                <a:gd name="T24" fmla="*/ 1 w 6"/>
                <a:gd name="T2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4" name="Freeform 6531">
              <a:extLst>
                <a:ext uri="{FF2B5EF4-FFF2-40B4-BE49-F238E27FC236}">
                  <a16:creationId xmlns:a16="http://schemas.microsoft.com/office/drawing/2014/main" id="{A6BF13BD-EBCC-4186-89AD-50C8901485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611" y="2694"/>
              <a:ext cx="9" cy="8"/>
            </a:xfrm>
            <a:custGeom>
              <a:avLst/>
              <a:gdLst>
                <a:gd name="T0" fmla="*/ 2 w 9"/>
                <a:gd name="T1" fmla="*/ 0 h 8"/>
                <a:gd name="T2" fmla="*/ 0 w 9"/>
                <a:gd name="T3" fmla="*/ 2 h 8"/>
                <a:gd name="T4" fmla="*/ 2 w 9"/>
                <a:gd name="T5" fmla="*/ 6 h 8"/>
                <a:gd name="T6" fmla="*/ 5 w 9"/>
                <a:gd name="T7" fmla="*/ 8 h 8"/>
                <a:gd name="T8" fmla="*/ 9 w 9"/>
                <a:gd name="T9" fmla="*/ 4 h 8"/>
                <a:gd name="T10" fmla="*/ 3 w 9"/>
                <a:gd name="T11" fmla="*/ 4 h 8"/>
                <a:gd name="T12" fmla="*/ 2 w 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5" y="8"/>
                  </a:lnTo>
                  <a:lnTo>
                    <a:pt x="9" y="4"/>
                  </a:lnTo>
                  <a:lnTo>
                    <a:pt x="3" y="4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5" name="Freeform 6532">
              <a:extLst>
                <a:ext uri="{FF2B5EF4-FFF2-40B4-BE49-F238E27FC236}">
                  <a16:creationId xmlns:a16="http://schemas.microsoft.com/office/drawing/2014/main" id="{3AA0F5A6-1EE5-4FB1-AC9B-1A82B153CC1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3725"/>
              <a:ext cx="15" cy="8"/>
            </a:xfrm>
            <a:custGeom>
              <a:avLst/>
              <a:gdLst>
                <a:gd name="T0" fmla="*/ 6 w 15"/>
                <a:gd name="T1" fmla="*/ 2 h 8"/>
                <a:gd name="T2" fmla="*/ 4 w 15"/>
                <a:gd name="T3" fmla="*/ 2 h 8"/>
                <a:gd name="T4" fmla="*/ 0 w 15"/>
                <a:gd name="T5" fmla="*/ 4 h 8"/>
                <a:gd name="T6" fmla="*/ 4 w 15"/>
                <a:gd name="T7" fmla="*/ 8 h 8"/>
                <a:gd name="T8" fmla="*/ 8 w 15"/>
                <a:gd name="T9" fmla="*/ 4 h 8"/>
                <a:gd name="T10" fmla="*/ 10 w 15"/>
                <a:gd name="T11" fmla="*/ 4 h 8"/>
                <a:gd name="T12" fmla="*/ 15 w 15"/>
                <a:gd name="T13" fmla="*/ 0 h 8"/>
                <a:gd name="T14" fmla="*/ 8 w 15"/>
                <a:gd name="T15" fmla="*/ 0 h 8"/>
                <a:gd name="T16" fmla="*/ 6 w 15"/>
                <a:gd name="T1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2"/>
                  </a:moveTo>
                  <a:lnTo>
                    <a:pt x="4" y="2"/>
                  </a:lnTo>
                  <a:lnTo>
                    <a:pt x="0" y="4"/>
                  </a:lnTo>
                  <a:lnTo>
                    <a:pt x="4" y="8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5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6" name="Freeform 6533">
              <a:extLst>
                <a:ext uri="{FF2B5EF4-FFF2-40B4-BE49-F238E27FC236}">
                  <a16:creationId xmlns:a16="http://schemas.microsoft.com/office/drawing/2014/main" id="{1EC5E428-687F-4D66-9A35-E2F9A1AFFF1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3524"/>
              <a:ext cx="10" cy="5"/>
            </a:xfrm>
            <a:custGeom>
              <a:avLst/>
              <a:gdLst>
                <a:gd name="T0" fmla="*/ 10 w 10"/>
                <a:gd name="T1" fmla="*/ 4 h 5"/>
                <a:gd name="T2" fmla="*/ 6 w 10"/>
                <a:gd name="T3" fmla="*/ 0 h 5"/>
                <a:gd name="T4" fmla="*/ 2 w 10"/>
                <a:gd name="T5" fmla="*/ 0 h 5"/>
                <a:gd name="T6" fmla="*/ 0 w 10"/>
                <a:gd name="T7" fmla="*/ 2 h 5"/>
                <a:gd name="T8" fmla="*/ 4 w 10"/>
                <a:gd name="T9" fmla="*/ 5 h 5"/>
                <a:gd name="T10" fmla="*/ 10 w 10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7" name="Freeform 6534">
              <a:extLst>
                <a:ext uri="{FF2B5EF4-FFF2-40B4-BE49-F238E27FC236}">
                  <a16:creationId xmlns:a16="http://schemas.microsoft.com/office/drawing/2014/main" id="{FD8516ED-A8D4-482A-81A1-59595BA6F92D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" y="3543"/>
              <a:ext cx="8" cy="5"/>
            </a:xfrm>
            <a:custGeom>
              <a:avLst/>
              <a:gdLst>
                <a:gd name="T0" fmla="*/ 0 w 8"/>
                <a:gd name="T1" fmla="*/ 3 h 5"/>
                <a:gd name="T2" fmla="*/ 6 w 8"/>
                <a:gd name="T3" fmla="*/ 5 h 5"/>
                <a:gd name="T4" fmla="*/ 8 w 8"/>
                <a:gd name="T5" fmla="*/ 3 h 5"/>
                <a:gd name="T6" fmla="*/ 6 w 8"/>
                <a:gd name="T7" fmla="*/ 0 h 5"/>
                <a:gd name="T8" fmla="*/ 0 w 8"/>
                <a:gd name="T9" fmla="*/ 0 h 5"/>
                <a:gd name="T10" fmla="*/ 0 w 8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lnTo>
                    <a:pt x="6" y="5"/>
                  </a:lnTo>
                  <a:lnTo>
                    <a:pt x="8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8" name="Freeform 6535">
              <a:extLst>
                <a:ext uri="{FF2B5EF4-FFF2-40B4-BE49-F238E27FC236}">
                  <a16:creationId xmlns:a16="http://schemas.microsoft.com/office/drawing/2014/main" id="{F8AC6C2A-82BD-4689-8EEE-DC63E5993C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3" y="3708"/>
              <a:ext cx="11" cy="6"/>
            </a:xfrm>
            <a:custGeom>
              <a:avLst/>
              <a:gdLst>
                <a:gd name="T0" fmla="*/ 3 w 6"/>
                <a:gd name="T1" fmla="*/ 1 h 3"/>
                <a:gd name="T2" fmla="*/ 2 w 6"/>
                <a:gd name="T3" fmla="*/ 1 h 3"/>
                <a:gd name="T4" fmla="*/ 2 w 6"/>
                <a:gd name="T5" fmla="*/ 0 h 3"/>
                <a:gd name="T6" fmla="*/ 0 w 6"/>
                <a:gd name="T7" fmla="*/ 2 h 3"/>
                <a:gd name="T8" fmla="*/ 6 w 6"/>
                <a:gd name="T9" fmla="*/ 3 h 3"/>
                <a:gd name="T10" fmla="*/ 4 w 6"/>
                <a:gd name="T11" fmla="*/ 1 h 3"/>
                <a:gd name="T12" fmla="*/ 3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9" name="Freeform 6536">
              <a:extLst>
                <a:ext uri="{FF2B5EF4-FFF2-40B4-BE49-F238E27FC236}">
                  <a16:creationId xmlns:a16="http://schemas.microsoft.com/office/drawing/2014/main" id="{4B70B206-B871-4DBF-B261-9598E9CC0D7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8" y="3744"/>
              <a:ext cx="9" cy="11"/>
            </a:xfrm>
            <a:custGeom>
              <a:avLst/>
              <a:gdLst>
                <a:gd name="T0" fmla="*/ 2 w 5"/>
                <a:gd name="T1" fmla="*/ 0 h 6"/>
                <a:gd name="T2" fmla="*/ 3 w 5"/>
                <a:gd name="T3" fmla="*/ 2 h 6"/>
                <a:gd name="T4" fmla="*/ 2 w 5"/>
                <a:gd name="T5" fmla="*/ 3 h 6"/>
                <a:gd name="T6" fmla="*/ 3 w 5"/>
                <a:gd name="T7" fmla="*/ 4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4 h 6"/>
                <a:gd name="T14" fmla="*/ 0 w 5"/>
                <a:gd name="T15" fmla="*/ 3 h 6"/>
                <a:gd name="T16" fmla="*/ 1 w 5"/>
                <a:gd name="T17" fmla="*/ 5 h 6"/>
                <a:gd name="T18" fmla="*/ 2 w 5"/>
                <a:gd name="T19" fmla="*/ 6 h 6"/>
                <a:gd name="T20" fmla="*/ 3 w 5"/>
                <a:gd name="T21" fmla="*/ 5 h 6"/>
                <a:gd name="T22" fmla="*/ 3 w 5"/>
                <a:gd name="T23" fmla="*/ 5 h 6"/>
                <a:gd name="T24" fmla="*/ 5 w 5"/>
                <a:gd name="T25" fmla="*/ 5 h 6"/>
                <a:gd name="T26" fmla="*/ 5 w 5"/>
                <a:gd name="T27" fmla="*/ 3 h 6"/>
                <a:gd name="T28" fmla="*/ 5 w 5"/>
                <a:gd name="T29" fmla="*/ 1 h 6"/>
                <a:gd name="T30" fmla="*/ 2 w 5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0" name="Freeform 6537">
              <a:extLst>
                <a:ext uri="{FF2B5EF4-FFF2-40B4-BE49-F238E27FC236}">
                  <a16:creationId xmlns:a16="http://schemas.microsoft.com/office/drawing/2014/main" id="{16ECDCE9-B91F-4B38-9FD8-75D29C2465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5" y="3500"/>
              <a:ext cx="6" cy="5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0 h 5"/>
                <a:gd name="T4" fmla="*/ 0 w 6"/>
                <a:gd name="T5" fmla="*/ 2 h 5"/>
                <a:gd name="T6" fmla="*/ 4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1" name="Freeform 6538">
              <a:extLst>
                <a:ext uri="{FF2B5EF4-FFF2-40B4-BE49-F238E27FC236}">
                  <a16:creationId xmlns:a16="http://schemas.microsoft.com/office/drawing/2014/main" id="{6C0F5C9C-CB6C-450A-8242-00916B2DD10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631"/>
              <a:ext cx="6" cy="5"/>
            </a:xfrm>
            <a:custGeom>
              <a:avLst/>
              <a:gdLst>
                <a:gd name="T0" fmla="*/ 0 w 6"/>
                <a:gd name="T1" fmla="*/ 5 h 5"/>
                <a:gd name="T2" fmla="*/ 6 w 6"/>
                <a:gd name="T3" fmla="*/ 5 h 5"/>
                <a:gd name="T4" fmla="*/ 2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5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2" name="Freeform 6539">
              <a:extLst>
                <a:ext uri="{FF2B5EF4-FFF2-40B4-BE49-F238E27FC236}">
                  <a16:creationId xmlns:a16="http://schemas.microsoft.com/office/drawing/2014/main" id="{E437B6AE-ED43-45DB-B2B7-E6E611C9FB5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13" y="2635"/>
              <a:ext cx="13" cy="15"/>
            </a:xfrm>
            <a:custGeom>
              <a:avLst/>
              <a:gdLst>
                <a:gd name="T0" fmla="*/ 13 w 13"/>
                <a:gd name="T1" fmla="*/ 7 h 15"/>
                <a:gd name="T2" fmla="*/ 13 w 13"/>
                <a:gd name="T3" fmla="*/ 7 h 15"/>
                <a:gd name="T4" fmla="*/ 9 w 13"/>
                <a:gd name="T5" fmla="*/ 0 h 15"/>
                <a:gd name="T6" fmla="*/ 6 w 13"/>
                <a:gd name="T7" fmla="*/ 3 h 15"/>
                <a:gd name="T8" fmla="*/ 6 w 13"/>
                <a:gd name="T9" fmla="*/ 3 h 15"/>
                <a:gd name="T10" fmla="*/ 2 w 13"/>
                <a:gd name="T11" fmla="*/ 3 h 15"/>
                <a:gd name="T12" fmla="*/ 0 w 13"/>
                <a:gd name="T13" fmla="*/ 7 h 15"/>
                <a:gd name="T14" fmla="*/ 6 w 13"/>
                <a:gd name="T15" fmla="*/ 15 h 15"/>
                <a:gd name="T16" fmla="*/ 6 w 13"/>
                <a:gd name="T17" fmla="*/ 11 h 15"/>
                <a:gd name="T18" fmla="*/ 11 w 13"/>
                <a:gd name="T19" fmla="*/ 15 h 15"/>
                <a:gd name="T20" fmla="*/ 13 w 13"/>
                <a:gd name="T21" fmla="*/ 7 h 15"/>
                <a:gd name="T22" fmla="*/ 8 w 13"/>
                <a:gd name="T23" fmla="*/ 7 h 15"/>
                <a:gd name="T24" fmla="*/ 11 w 13"/>
                <a:gd name="T25" fmla="*/ 7 h 15"/>
                <a:gd name="T26" fmla="*/ 6 w 13"/>
                <a:gd name="T27" fmla="*/ 11 h 15"/>
                <a:gd name="T28" fmla="*/ 8 w 13"/>
                <a:gd name="T2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lnTo>
                    <a:pt x="13" y="7"/>
                  </a:lnTo>
                  <a:lnTo>
                    <a:pt x="9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2" y="3"/>
                  </a:lnTo>
                  <a:lnTo>
                    <a:pt x="0" y="7"/>
                  </a:lnTo>
                  <a:lnTo>
                    <a:pt x="6" y="15"/>
                  </a:lnTo>
                  <a:lnTo>
                    <a:pt x="6" y="11"/>
                  </a:lnTo>
                  <a:lnTo>
                    <a:pt x="11" y="15"/>
                  </a:lnTo>
                  <a:lnTo>
                    <a:pt x="13" y="7"/>
                  </a:lnTo>
                  <a:close/>
                  <a:moveTo>
                    <a:pt x="8" y="7"/>
                  </a:moveTo>
                  <a:lnTo>
                    <a:pt x="11" y="7"/>
                  </a:lnTo>
                  <a:lnTo>
                    <a:pt x="6" y="11"/>
                  </a:lnTo>
                  <a:lnTo>
                    <a:pt x="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3" name="Freeform 6540">
              <a:extLst>
                <a:ext uri="{FF2B5EF4-FFF2-40B4-BE49-F238E27FC236}">
                  <a16:creationId xmlns:a16="http://schemas.microsoft.com/office/drawing/2014/main" id="{1DADB7A5-CAA5-4414-A1A9-0A9A123452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9" y="2648"/>
              <a:ext cx="5" cy="11"/>
            </a:xfrm>
            <a:custGeom>
              <a:avLst/>
              <a:gdLst>
                <a:gd name="T0" fmla="*/ 1 w 3"/>
                <a:gd name="T1" fmla="*/ 1 h 6"/>
                <a:gd name="T2" fmla="*/ 0 w 3"/>
                <a:gd name="T3" fmla="*/ 2 h 6"/>
                <a:gd name="T4" fmla="*/ 0 w 3"/>
                <a:gd name="T5" fmla="*/ 3 h 6"/>
                <a:gd name="T6" fmla="*/ 0 w 3"/>
                <a:gd name="T7" fmla="*/ 6 h 6"/>
                <a:gd name="T8" fmla="*/ 3 w 3"/>
                <a:gd name="T9" fmla="*/ 5 h 6"/>
                <a:gd name="T10" fmla="*/ 3 w 3"/>
                <a:gd name="T11" fmla="*/ 2 h 6"/>
                <a:gd name="T12" fmla="*/ 1 w 3"/>
                <a:gd name="T13" fmla="*/ 0 h 6"/>
                <a:gd name="T14" fmla="*/ 1 w 3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4" name="Freeform 6541">
              <a:extLst>
                <a:ext uri="{FF2B5EF4-FFF2-40B4-BE49-F238E27FC236}">
                  <a16:creationId xmlns:a16="http://schemas.microsoft.com/office/drawing/2014/main" id="{3050B722-0397-446C-AA64-F5C77642AC1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3" y="2681"/>
              <a:ext cx="7" cy="8"/>
            </a:xfrm>
            <a:custGeom>
              <a:avLst/>
              <a:gdLst>
                <a:gd name="T0" fmla="*/ 0 w 7"/>
                <a:gd name="T1" fmla="*/ 4 h 8"/>
                <a:gd name="T2" fmla="*/ 2 w 7"/>
                <a:gd name="T3" fmla="*/ 8 h 8"/>
                <a:gd name="T4" fmla="*/ 7 w 7"/>
                <a:gd name="T5" fmla="*/ 8 h 8"/>
                <a:gd name="T6" fmla="*/ 7 w 7"/>
                <a:gd name="T7" fmla="*/ 4 h 8"/>
                <a:gd name="T8" fmla="*/ 4 w 7"/>
                <a:gd name="T9" fmla="*/ 0 h 8"/>
                <a:gd name="T10" fmla="*/ 0 w 7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lnTo>
                    <a:pt x="2" y="8"/>
                  </a:lnTo>
                  <a:lnTo>
                    <a:pt x="7" y="8"/>
                  </a:lnTo>
                  <a:lnTo>
                    <a:pt x="7" y="4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5" name="Freeform 6542">
              <a:extLst>
                <a:ext uri="{FF2B5EF4-FFF2-40B4-BE49-F238E27FC236}">
                  <a16:creationId xmlns:a16="http://schemas.microsoft.com/office/drawing/2014/main" id="{2A2E0AAA-0BED-4C07-B77C-25407D0C27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3" y="2659"/>
              <a:ext cx="15" cy="45"/>
            </a:xfrm>
            <a:custGeom>
              <a:avLst/>
              <a:gdLst>
                <a:gd name="T0" fmla="*/ 4 w 8"/>
                <a:gd name="T1" fmla="*/ 22 h 24"/>
                <a:gd name="T2" fmla="*/ 3 w 8"/>
                <a:gd name="T3" fmla="*/ 21 h 24"/>
                <a:gd name="T4" fmla="*/ 5 w 8"/>
                <a:gd name="T5" fmla="*/ 21 h 24"/>
                <a:gd name="T6" fmla="*/ 4 w 8"/>
                <a:gd name="T7" fmla="*/ 18 h 24"/>
                <a:gd name="T8" fmla="*/ 6 w 8"/>
                <a:gd name="T9" fmla="*/ 14 h 24"/>
                <a:gd name="T10" fmla="*/ 5 w 8"/>
                <a:gd name="T11" fmla="*/ 11 h 24"/>
                <a:gd name="T12" fmla="*/ 7 w 8"/>
                <a:gd name="T13" fmla="*/ 12 h 24"/>
                <a:gd name="T14" fmla="*/ 8 w 8"/>
                <a:gd name="T15" fmla="*/ 9 h 24"/>
                <a:gd name="T16" fmla="*/ 7 w 8"/>
                <a:gd name="T17" fmla="*/ 6 h 24"/>
                <a:gd name="T18" fmla="*/ 8 w 8"/>
                <a:gd name="T19" fmla="*/ 6 h 24"/>
                <a:gd name="T20" fmla="*/ 8 w 8"/>
                <a:gd name="T21" fmla="*/ 4 h 24"/>
                <a:gd name="T22" fmla="*/ 7 w 8"/>
                <a:gd name="T23" fmla="*/ 1 h 24"/>
                <a:gd name="T24" fmla="*/ 3 w 8"/>
                <a:gd name="T25" fmla="*/ 0 h 24"/>
                <a:gd name="T26" fmla="*/ 3 w 8"/>
                <a:gd name="T27" fmla="*/ 2 h 24"/>
                <a:gd name="T28" fmla="*/ 5 w 8"/>
                <a:gd name="T29" fmla="*/ 4 h 24"/>
                <a:gd name="T30" fmla="*/ 5 w 8"/>
                <a:gd name="T31" fmla="*/ 5 h 24"/>
                <a:gd name="T32" fmla="*/ 6 w 8"/>
                <a:gd name="T33" fmla="*/ 6 h 24"/>
                <a:gd name="T34" fmla="*/ 7 w 8"/>
                <a:gd name="T35" fmla="*/ 6 h 24"/>
                <a:gd name="T36" fmla="*/ 5 w 8"/>
                <a:gd name="T37" fmla="*/ 9 h 24"/>
                <a:gd name="T38" fmla="*/ 5 w 8"/>
                <a:gd name="T39" fmla="*/ 10 h 24"/>
                <a:gd name="T40" fmla="*/ 5 w 8"/>
                <a:gd name="T41" fmla="*/ 10 h 24"/>
                <a:gd name="T42" fmla="*/ 4 w 8"/>
                <a:gd name="T43" fmla="*/ 17 h 24"/>
                <a:gd name="T44" fmla="*/ 3 w 8"/>
                <a:gd name="T45" fmla="*/ 16 h 24"/>
                <a:gd name="T46" fmla="*/ 3 w 8"/>
                <a:gd name="T47" fmla="*/ 19 h 24"/>
                <a:gd name="T48" fmla="*/ 3 w 8"/>
                <a:gd name="T49" fmla="*/ 20 h 24"/>
                <a:gd name="T50" fmla="*/ 3 w 8"/>
                <a:gd name="T51" fmla="*/ 20 h 24"/>
                <a:gd name="T52" fmla="*/ 0 w 8"/>
                <a:gd name="T53" fmla="*/ 21 h 24"/>
                <a:gd name="T54" fmla="*/ 0 w 8"/>
                <a:gd name="T55" fmla="*/ 24 h 24"/>
                <a:gd name="T56" fmla="*/ 2 w 8"/>
                <a:gd name="T57" fmla="*/ 24 h 24"/>
                <a:gd name="T58" fmla="*/ 4 w 8"/>
                <a:gd name="T5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" h="24">
                  <a:moveTo>
                    <a:pt x="4" y="22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2" y="24"/>
                    <a:pt x="2" y="24"/>
                  </a:cubicBezTo>
                  <a:lnTo>
                    <a:pt x="4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6" name="Freeform 6543">
              <a:extLst>
                <a:ext uri="{FF2B5EF4-FFF2-40B4-BE49-F238E27FC236}">
                  <a16:creationId xmlns:a16="http://schemas.microsoft.com/office/drawing/2014/main" id="{AFFC33EB-761E-48D9-852B-394D2359D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711"/>
              <a:ext cx="25" cy="21"/>
            </a:xfrm>
            <a:custGeom>
              <a:avLst/>
              <a:gdLst>
                <a:gd name="T0" fmla="*/ 25 w 25"/>
                <a:gd name="T1" fmla="*/ 0 h 21"/>
                <a:gd name="T2" fmla="*/ 17 w 25"/>
                <a:gd name="T3" fmla="*/ 4 h 21"/>
                <a:gd name="T4" fmla="*/ 19 w 25"/>
                <a:gd name="T5" fmla="*/ 4 h 21"/>
                <a:gd name="T6" fmla="*/ 14 w 25"/>
                <a:gd name="T7" fmla="*/ 6 h 21"/>
                <a:gd name="T8" fmla="*/ 12 w 25"/>
                <a:gd name="T9" fmla="*/ 6 h 21"/>
                <a:gd name="T10" fmla="*/ 8 w 25"/>
                <a:gd name="T11" fmla="*/ 8 h 21"/>
                <a:gd name="T12" fmla="*/ 6 w 25"/>
                <a:gd name="T13" fmla="*/ 9 h 21"/>
                <a:gd name="T14" fmla="*/ 8 w 25"/>
                <a:gd name="T15" fmla="*/ 11 h 21"/>
                <a:gd name="T16" fmla="*/ 8 w 25"/>
                <a:gd name="T17" fmla="*/ 13 h 21"/>
                <a:gd name="T18" fmla="*/ 6 w 25"/>
                <a:gd name="T19" fmla="*/ 15 h 21"/>
                <a:gd name="T20" fmla="*/ 0 w 25"/>
                <a:gd name="T21" fmla="*/ 17 h 21"/>
                <a:gd name="T22" fmla="*/ 8 w 25"/>
                <a:gd name="T23" fmla="*/ 21 h 21"/>
                <a:gd name="T24" fmla="*/ 15 w 25"/>
                <a:gd name="T25" fmla="*/ 19 h 21"/>
                <a:gd name="T26" fmla="*/ 19 w 25"/>
                <a:gd name="T27" fmla="*/ 15 h 21"/>
                <a:gd name="T28" fmla="*/ 19 w 25"/>
                <a:gd name="T29" fmla="*/ 11 h 21"/>
                <a:gd name="T30" fmla="*/ 17 w 25"/>
                <a:gd name="T31" fmla="*/ 9 h 21"/>
                <a:gd name="T32" fmla="*/ 19 w 25"/>
                <a:gd name="T33" fmla="*/ 8 h 21"/>
                <a:gd name="T34" fmla="*/ 19 w 25"/>
                <a:gd name="T35" fmla="*/ 4 h 21"/>
                <a:gd name="T36" fmla="*/ 23 w 25"/>
                <a:gd name="T37" fmla="*/ 6 h 21"/>
                <a:gd name="T38" fmla="*/ 25 w 25"/>
                <a:gd name="T3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lnTo>
                    <a:pt x="17" y="4"/>
                  </a:lnTo>
                  <a:lnTo>
                    <a:pt x="19" y="4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8" y="8"/>
                  </a:lnTo>
                  <a:lnTo>
                    <a:pt x="6" y="9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6" y="15"/>
                  </a:lnTo>
                  <a:lnTo>
                    <a:pt x="0" y="17"/>
                  </a:lnTo>
                  <a:lnTo>
                    <a:pt x="8" y="21"/>
                  </a:lnTo>
                  <a:lnTo>
                    <a:pt x="15" y="19"/>
                  </a:lnTo>
                  <a:lnTo>
                    <a:pt x="19" y="15"/>
                  </a:lnTo>
                  <a:lnTo>
                    <a:pt x="19" y="11"/>
                  </a:lnTo>
                  <a:lnTo>
                    <a:pt x="17" y="9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23" y="6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</p:grpSp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13015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921055CA-2CAD-4AE8-BA8E-0837FA58624D}"/>
              </a:ext>
            </a:extLst>
          </p:cNvPr>
          <p:cNvGrpSpPr/>
          <p:nvPr userDrawn="1"/>
        </p:nvGrpSpPr>
        <p:grpSpPr>
          <a:xfrm>
            <a:off x="0" y="-1"/>
            <a:ext cx="12192000" cy="6858001"/>
            <a:chOff x="-2377440" y="-1"/>
            <a:chExt cx="9144000" cy="5143501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6C063006-C35C-4135-8D5C-5FA5C64D54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4CD0C11-5656-49A9-9905-F61686A5F88F}"/>
                </a:ext>
              </a:extLst>
            </p:cNvPr>
            <p:cNvSpPr/>
            <p:nvPr userDrawn="1"/>
          </p:nvSpPr>
          <p:spPr>
            <a:xfrm>
              <a:off x="-2377440" y="1"/>
              <a:ext cx="9144000" cy="5143499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alpha val="85000"/>
                  </a:schemeClr>
                </a:gs>
                <a:gs pos="65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3FAB58F-F429-4EC9-8F50-D8342B8FFF15}"/>
                </a:ext>
              </a:extLst>
            </p:cNvPr>
            <p:cNvSpPr/>
            <p:nvPr userDrawn="1"/>
          </p:nvSpPr>
          <p:spPr>
            <a:xfrm>
              <a:off x="-2377440" y="-1"/>
              <a:ext cx="9144000" cy="5143499"/>
            </a:xfrm>
            <a:prstGeom prst="rect">
              <a:avLst/>
            </a:prstGeom>
            <a:gradFill>
              <a:gsLst>
                <a:gs pos="0">
                  <a:schemeClr val="accent6">
                    <a:alpha val="35000"/>
                  </a:schemeClr>
                </a:gs>
                <a:gs pos="35000">
                  <a:schemeClr val="bg1">
                    <a:alpha val="63000"/>
                  </a:schemeClr>
                </a:gs>
                <a:gs pos="100000">
                  <a:srgbClr val="6E2486"/>
                </a:gs>
              </a:gsLst>
              <a:lin ang="2700000" scaled="0"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4637A5AC-125D-4036-A781-78E4237F47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pic>
          <p:nvPicPr>
            <p:cNvPr id="6" name="sparkles">
              <a:extLst>
                <a:ext uri="{FF2B5EF4-FFF2-40B4-BE49-F238E27FC236}">
                  <a16:creationId xmlns:a16="http://schemas.microsoft.com/office/drawing/2014/main" id="{436250BB-89BF-7A4B-92CB-0C29E13BF42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email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279DA7D-7FE5-4043-A0FD-F6B0A8546FC5}"/>
              </a:ext>
            </a:extLst>
          </p:cNvPr>
          <p:cNvSpPr txBox="1"/>
          <p:nvPr userDrawn="1"/>
        </p:nvSpPr>
        <p:spPr>
          <a:xfrm>
            <a:off x="5600137" y="6696353"/>
            <a:ext cx="1009892" cy="92398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l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67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© Copyright 2022 Dell Inc.</a:t>
            </a:r>
          </a:p>
        </p:txBody>
      </p:sp>
    </p:spTree>
    <p:extLst>
      <p:ext uri="{BB962C8B-B14F-4D97-AF65-F5344CB8AC3E}">
        <p14:creationId xmlns:p14="http://schemas.microsoft.com/office/powerpoint/2010/main" val="29754130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38621BF5-BE9E-704D-86E5-F9FA468FB5F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F7699C45-1F20-5748-9D42-998F4EC9551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574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194978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on blue gradient bkgd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3E6BA4F8-95D2-4AA1-B8CE-7B7D13FADEC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38200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accent6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B2D34198-AED4-4D80-9035-E654A42FC329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6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24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–"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▪"/>
              <a:defRPr sz="1467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2168027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Full Fa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7DF3775-FCED-4931-9BAC-0E7136464C5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99000">
                <a:schemeClr val="accent1">
                  <a:lumMod val="100000"/>
                </a:schemeClr>
              </a:gs>
              <a:gs pos="0">
                <a:schemeClr val="bg1"/>
              </a:gs>
            </a:gsLst>
            <a:lin ang="540000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AD0407AE-1928-433A-9C43-DB03FD3D125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5600700" y="6696443"/>
            <a:ext cx="1009892" cy="9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1219170" eaLnBrk="1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</a:pPr>
            <a:r>
              <a:rPr lang="en-US" altLang="en-US" sz="667">
                <a:solidFill>
                  <a:schemeClr val="tx2"/>
                </a:solidFill>
              </a:rPr>
              <a:t>© Copyright 2022 Dell Inc.</a:t>
            </a:r>
          </a:p>
        </p:txBody>
      </p:sp>
      <p:sp>
        <p:nvSpPr>
          <p:cNvPr id="6" name="TextBox 16">
            <a:extLst>
              <a:ext uri="{FF2B5EF4-FFF2-40B4-BE49-F238E27FC236}">
                <a16:creationId xmlns:a16="http://schemas.microsoft.com/office/drawing/2014/main" id="{94282260-E62A-4090-8B26-8A9234628739}"/>
              </a:ext>
            </a:extLst>
          </p:cNvPr>
          <p:cNvSpPr txBox="1"/>
          <p:nvPr userDrawn="1"/>
        </p:nvSpPr>
        <p:spPr>
          <a:xfrm>
            <a:off x="5276851" y="6697501"/>
            <a:ext cx="192360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bg1"/>
              </a:buClr>
              <a:defRPr/>
            </a:pPr>
            <a:r>
              <a:rPr lang="en-US" sz="667">
                <a:solidFill>
                  <a:schemeClr val="tx2"/>
                </a:solidFill>
                <a:latin typeface="Arial" panose="020B0604020202020204" pitchFamily="34" charset="0"/>
              </a:rPr>
              <a:t>of 20</a:t>
            </a:r>
          </a:p>
        </p:txBody>
      </p:sp>
      <p:pic>
        <p:nvPicPr>
          <p:cNvPr id="8" name="Picture 12" descr="A picture containing drawing, food&#10;&#10;Description automatically generated">
            <a:extLst>
              <a:ext uri="{FF2B5EF4-FFF2-40B4-BE49-F238E27FC236}">
                <a16:creationId xmlns:a16="http://schemas.microsoft.com/office/drawing/2014/main" id="{2BE83EB4-2971-49B5-BF57-BCC742C1591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99185" y="6449484"/>
            <a:ext cx="1441449" cy="1862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Box 19">
            <a:extLst>
              <a:ext uri="{FF2B5EF4-FFF2-40B4-BE49-F238E27FC236}">
                <a16:creationId xmlns:a16="http://schemas.microsoft.com/office/drawing/2014/main" id="{AFABFD45-DED9-483F-8FA1-0556431FCBFA}"/>
              </a:ext>
            </a:extLst>
          </p:cNvPr>
          <p:cNvSpPr txBox="1"/>
          <p:nvPr userDrawn="1"/>
        </p:nvSpPr>
        <p:spPr>
          <a:xfrm>
            <a:off x="5139302" y="6697501"/>
            <a:ext cx="105798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eaLnBrk="1" hangingPunct="1">
              <a:lnSpc>
                <a:spcPct val="90000"/>
              </a:lnSpc>
              <a:buClr>
                <a:schemeClr val="bg1"/>
              </a:buClr>
              <a:defRPr/>
            </a:pPr>
            <a:fld id="{A3EBEA3C-A547-440F-8D8E-B11EDE1F5773}" type="slidenum">
              <a:rPr lang="en-US" sz="667" smtClean="0">
                <a:solidFill>
                  <a:schemeClr val="tx2"/>
                </a:solidFill>
                <a:latin typeface="Arial" panose="020B0604020202020204" pitchFamily="34" charset="0"/>
              </a:rPr>
              <a:pPr algn="r" eaLnBrk="1" hangingPunct="1">
                <a:lnSpc>
                  <a:spcPct val="90000"/>
                </a:lnSpc>
                <a:buClr>
                  <a:schemeClr val="bg1"/>
                </a:buClr>
                <a:defRPr/>
              </a:pPr>
              <a:t>‹#›</a:t>
            </a:fld>
            <a:endParaRPr lang="en-US" sz="667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38200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5816971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559971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1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646292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88" y="857251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88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47" indent="-152392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20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98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0968623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0"/>
          </p:nvPr>
        </p:nvSpPr>
        <p:spPr>
          <a:xfrm>
            <a:off x="3810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42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1"/>
          </p:nvPr>
        </p:nvSpPr>
        <p:spPr>
          <a:xfrm>
            <a:off x="63246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42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8087693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06" indent="-23070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66" indent="-23070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826" indent="-22435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6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06" indent="-23070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66" indent="-23070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826" indent="-22435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42748917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2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Content Placeholder 9">
            <a:extLst>
              <a:ext uri="{FF2B5EF4-FFF2-40B4-BE49-F238E27FC236}">
                <a16:creationId xmlns:a16="http://schemas.microsoft.com/office/drawing/2014/main" id="{3C9CA1AB-E8E8-4338-8BB5-4C9F95D3899A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332838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9">
            <a:extLst>
              <a:ext uri="{FF2B5EF4-FFF2-40B4-BE49-F238E27FC236}">
                <a16:creationId xmlns:a16="http://schemas.microsoft.com/office/drawing/2014/main" id="{B6586213-13AB-4801-9939-C1924B01D7D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284231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069782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96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868260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&amp; Subtitle dark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rgbClr val="9FDDFF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5F47BF1-E8F3-128F-B5E5-89791A7524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2507A2F-675B-8174-CF75-DEE21B7BE36F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C8C9C7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299758E2-027C-59BE-41B9-F83F881B093C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C8C9C7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C8C9C7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5325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2">
            <a:extLst>
              <a:ext uri="{FF2B5EF4-FFF2-40B4-BE49-F238E27FC236}">
                <a16:creationId xmlns:a16="http://schemas.microsoft.com/office/drawing/2014/main" id="{1FCC1C7B-0630-0830-4A08-840519B8F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flipH="1">
            <a:off x="0" y="47662"/>
            <a:ext cx="12192000" cy="6850188"/>
          </a:xfrm>
          <a:custGeom>
            <a:avLst/>
            <a:gdLst>
              <a:gd name="connsiteX0" fmla="*/ 10986103 w 15732060"/>
              <a:gd name="connsiteY0" fmla="*/ 8468534 h 8839200"/>
              <a:gd name="connsiteX1" fmla="*/ 10972932 w 15732060"/>
              <a:gd name="connsiteY1" fmla="*/ 8473884 h 8839200"/>
              <a:gd name="connsiteX2" fmla="*/ 10972932 w 15732060"/>
              <a:gd name="connsiteY2" fmla="*/ 8500223 h 8839200"/>
              <a:gd name="connsiteX3" fmla="*/ 10997626 w 15732060"/>
              <a:gd name="connsiteY3" fmla="*/ 8501870 h 8839200"/>
              <a:gd name="connsiteX4" fmla="*/ 11103530 w 15732060"/>
              <a:gd name="connsiteY4" fmla="*/ 8607774 h 8839200"/>
              <a:gd name="connsiteX5" fmla="*/ 11103530 w 15732060"/>
              <a:gd name="connsiteY5" fmla="*/ 8765808 h 8839200"/>
              <a:gd name="connsiteX6" fmla="*/ 11087069 w 15732060"/>
              <a:gd name="connsiteY6" fmla="*/ 8784465 h 8839200"/>
              <a:gd name="connsiteX7" fmla="*/ 11105724 w 15732060"/>
              <a:gd name="connsiteY7" fmla="*/ 8803121 h 8839200"/>
              <a:gd name="connsiteX8" fmla="*/ 11124382 w 15732060"/>
              <a:gd name="connsiteY8" fmla="*/ 8784465 h 8839200"/>
              <a:gd name="connsiteX9" fmla="*/ 11119649 w 15732060"/>
              <a:gd name="connsiteY9" fmla="*/ 8771639 h 8839200"/>
              <a:gd name="connsiteX10" fmla="*/ 11108468 w 15732060"/>
              <a:gd name="connsiteY10" fmla="*/ 8766081 h 8839200"/>
              <a:gd name="connsiteX11" fmla="*/ 11108468 w 15732060"/>
              <a:gd name="connsiteY11" fmla="*/ 8766357 h 8839200"/>
              <a:gd name="connsiteX12" fmla="*/ 11107920 w 15732060"/>
              <a:gd name="connsiteY12" fmla="*/ 8765808 h 8839200"/>
              <a:gd name="connsiteX13" fmla="*/ 11108468 w 15732060"/>
              <a:gd name="connsiteY13" fmla="*/ 8766081 h 8839200"/>
              <a:gd name="connsiteX14" fmla="*/ 11108468 w 15732060"/>
              <a:gd name="connsiteY14" fmla="*/ 8606128 h 8839200"/>
              <a:gd name="connsiteX15" fmla="*/ 11000918 w 15732060"/>
              <a:gd name="connsiteY15" fmla="*/ 8498577 h 8839200"/>
              <a:gd name="connsiteX16" fmla="*/ 10999272 w 15732060"/>
              <a:gd name="connsiteY16" fmla="*/ 8473884 h 8839200"/>
              <a:gd name="connsiteX17" fmla="*/ 10986103 w 15732060"/>
              <a:gd name="connsiteY17" fmla="*/ 8468534 h 8839200"/>
              <a:gd name="connsiteX18" fmla="*/ 8224898 w 15732060"/>
              <a:gd name="connsiteY18" fmla="*/ 8413113 h 8839200"/>
              <a:gd name="connsiteX19" fmla="*/ 8211729 w 15732060"/>
              <a:gd name="connsiteY19" fmla="*/ 8418462 h 8839200"/>
              <a:gd name="connsiteX20" fmla="*/ 8211729 w 15732060"/>
              <a:gd name="connsiteY20" fmla="*/ 8444801 h 8839200"/>
              <a:gd name="connsiteX21" fmla="*/ 8236421 w 15732060"/>
              <a:gd name="connsiteY21" fmla="*/ 8446447 h 8839200"/>
              <a:gd name="connsiteX22" fmla="*/ 8332998 w 15732060"/>
              <a:gd name="connsiteY22" fmla="*/ 8543025 h 8839200"/>
              <a:gd name="connsiteX23" fmla="*/ 8332998 w 15732060"/>
              <a:gd name="connsiteY23" fmla="*/ 8766906 h 8839200"/>
              <a:gd name="connsiteX24" fmla="*/ 8316536 w 15732060"/>
              <a:gd name="connsiteY24" fmla="*/ 8785562 h 8839200"/>
              <a:gd name="connsiteX25" fmla="*/ 8335193 w 15732060"/>
              <a:gd name="connsiteY25" fmla="*/ 8804219 h 8839200"/>
              <a:gd name="connsiteX26" fmla="*/ 8353849 w 15732060"/>
              <a:gd name="connsiteY26" fmla="*/ 8785562 h 8839200"/>
              <a:gd name="connsiteX27" fmla="*/ 8337388 w 15732060"/>
              <a:gd name="connsiteY27" fmla="*/ 8766906 h 8839200"/>
              <a:gd name="connsiteX28" fmla="*/ 8337388 w 15732060"/>
              <a:gd name="connsiteY28" fmla="*/ 8766357 h 8839200"/>
              <a:gd name="connsiteX29" fmla="*/ 8337388 w 15732060"/>
              <a:gd name="connsiteY29" fmla="*/ 8540829 h 8839200"/>
              <a:gd name="connsiteX30" fmla="*/ 8239714 w 15732060"/>
              <a:gd name="connsiteY30" fmla="*/ 8443156 h 8839200"/>
              <a:gd name="connsiteX31" fmla="*/ 8238067 w 15732060"/>
              <a:gd name="connsiteY31" fmla="*/ 8418462 h 8839200"/>
              <a:gd name="connsiteX32" fmla="*/ 8224898 w 15732060"/>
              <a:gd name="connsiteY32" fmla="*/ 8413113 h 8839200"/>
              <a:gd name="connsiteX33" fmla="*/ 3962920 w 15732060"/>
              <a:gd name="connsiteY33" fmla="*/ 8307757 h 8839200"/>
              <a:gd name="connsiteX34" fmla="*/ 3949750 w 15732060"/>
              <a:gd name="connsiteY34" fmla="*/ 8313107 h 8839200"/>
              <a:gd name="connsiteX35" fmla="*/ 3948105 w 15732060"/>
              <a:gd name="connsiteY35" fmla="*/ 8337800 h 8839200"/>
              <a:gd name="connsiteX36" fmla="*/ 3837261 w 15732060"/>
              <a:gd name="connsiteY36" fmla="*/ 8448642 h 8839200"/>
              <a:gd name="connsiteX37" fmla="*/ 3672642 w 15732060"/>
              <a:gd name="connsiteY37" fmla="*/ 8448642 h 8839200"/>
              <a:gd name="connsiteX38" fmla="*/ 3363708 w 15732060"/>
              <a:gd name="connsiteY38" fmla="*/ 8757578 h 8839200"/>
              <a:gd name="connsiteX39" fmla="*/ 3339016 w 15732060"/>
              <a:gd name="connsiteY39" fmla="*/ 8759223 h 8839200"/>
              <a:gd name="connsiteX40" fmla="*/ 3339016 w 15732060"/>
              <a:gd name="connsiteY40" fmla="*/ 8785562 h 8839200"/>
              <a:gd name="connsiteX41" fmla="*/ 3365354 w 15732060"/>
              <a:gd name="connsiteY41" fmla="*/ 8785562 h 8839200"/>
              <a:gd name="connsiteX42" fmla="*/ 3367000 w 15732060"/>
              <a:gd name="connsiteY42" fmla="*/ 8760869 h 8839200"/>
              <a:gd name="connsiteX43" fmla="*/ 3674289 w 15732060"/>
              <a:gd name="connsiteY43" fmla="*/ 8453582 h 8839200"/>
              <a:gd name="connsiteX44" fmla="*/ 3838908 w 15732060"/>
              <a:gd name="connsiteY44" fmla="*/ 8453582 h 8839200"/>
              <a:gd name="connsiteX45" fmla="*/ 3951397 w 15732060"/>
              <a:gd name="connsiteY45" fmla="*/ 8341092 h 8839200"/>
              <a:gd name="connsiteX46" fmla="*/ 3976090 w 15732060"/>
              <a:gd name="connsiteY46" fmla="*/ 8339446 h 8839200"/>
              <a:gd name="connsiteX47" fmla="*/ 3976090 w 15732060"/>
              <a:gd name="connsiteY47" fmla="*/ 8313107 h 8839200"/>
              <a:gd name="connsiteX48" fmla="*/ 3962920 w 15732060"/>
              <a:gd name="connsiteY48" fmla="*/ 8307757 h 8839200"/>
              <a:gd name="connsiteX49" fmla="*/ 9268031 w 15732060"/>
              <a:gd name="connsiteY49" fmla="*/ 8282516 h 8839200"/>
              <a:gd name="connsiteX50" fmla="*/ 9254862 w 15732060"/>
              <a:gd name="connsiteY50" fmla="*/ 8287866 h 8839200"/>
              <a:gd name="connsiteX51" fmla="*/ 9254862 w 15732060"/>
              <a:gd name="connsiteY51" fmla="*/ 8314204 h 8839200"/>
              <a:gd name="connsiteX52" fmla="*/ 9279556 w 15732060"/>
              <a:gd name="connsiteY52" fmla="*/ 8315851 h 8839200"/>
              <a:gd name="connsiteX53" fmla="*/ 9328941 w 15732060"/>
              <a:gd name="connsiteY53" fmla="*/ 8365236 h 8839200"/>
              <a:gd name="connsiteX54" fmla="*/ 9328941 w 15732060"/>
              <a:gd name="connsiteY54" fmla="*/ 8753736 h 8839200"/>
              <a:gd name="connsiteX55" fmla="*/ 9312479 w 15732060"/>
              <a:gd name="connsiteY55" fmla="*/ 8772392 h 8839200"/>
              <a:gd name="connsiteX56" fmla="*/ 9331135 w 15732060"/>
              <a:gd name="connsiteY56" fmla="*/ 8791049 h 8839200"/>
              <a:gd name="connsiteX57" fmla="*/ 9349792 w 15732060"/>
              <a:gd name="connsiteY57" fmla="*/ 8772392 h 8839200"/>
              <a:gd name="connsiteX58" fmla="*/ 9333330 w 15732060"/>
              <a:gd name="connsiteY58" fmla="*/ 8753736 h 8839200"/>
              <a:gd name="connsiteX59" fmla="*/ 9333330 w 15732060"/>
              <a:gd name="connsiteY59" fmla="*/ 8363042 h 8839200"/>
              <a:gd name="connsiteX60" fmla="*/ 9282847 w 15732060"/>
              <a:gd name="connsiteY60" fmla="*/ 8312558 h 8839200"/>
              <a:gd name="connsiteX61" fmla="*/ 9281201 w 15732060"/>
              <a:gd name="connsiteY61" fmla="*/ 8287866 h 8839200"/>
              <a:gd name="connsiteX62" fmla="*/ 9268031 w 15732060"/>
              <a:gd name="connsiteY62" fmla="*/ 8282516 h 8839200"/>
              <a:gd name="connsiteX63" fmla="*/ 13399413 w 15732060"/>
              <a:gd name="connsiteY63" fmla="*/ 8163990 h 8839200"/>
              <a:gd name="connsiteX64" fmla="*/ 13386243 w 15732060"/>
              <a:gd name="connsiteY64" fmla="*/ 8169340 h 8839200"/>
              <a:gd name="connsiteX65" fmla="*/ 13386243 w 15732060"/>
              <a:gd name="connsiteY65" fmla="*/ 8195679 h 8839200"/>
              <a:gd name="connsiteX66" fmla="*/ 13410936 w 15732060"/>
              <a:gd name="connsiteY66" fmla="*/ 8197326 h 8839200"/>
              <a:gd name="connsiteX67" fmla="*/ 13824129 w 15732060"/>
              <a:gd name="connsiteY67" fmla="*/ 8610517 h 8839200"/>
              <a:gd name="connsiteX68" fmla="*/ 13824677 w 15732060"/>
              <a:gd name="connsiteY68" fmla="*/ 8610517 h 8839200"/>
              <a:gd name="connsiteX69" fmla="*/ 14476568 w 15732060"/>
              <a:gd name="connsiteY69" fmla="*/ 8611066 h 8839200"/>
              <a:gd name="connsiteX70" fmla="*/ 14643380 w 15732060"/>
              <a:gd name="connsiteY70" fmla="*/ 8777880 h 8839200"/>
              <a:gd name="connsiteX71" fmla="*/ 14645027 w 15732060"/>
              <a:gd name="connsiteY71" fmla="*/ 8802573 h 8839200"/>
              <a:gd name="connsiteX72" fmla="*/ 14671366 w 15732060"/>
              <a:gd name="connsiteY72" fmla="*/ 8802573 h 8839200"/>
              <a:gd name="connsiteX73" fmla="*/ 14671366 w 15732060"/>
              <a:gd name="connsiteY73" fmla="*/ 8776235 h 8839200"/>
              <a:gd name="connsiteX74" fmla="*/ 14646673 w 15732060"/>
              <a:gd name="connsiteY74" fmla="*/ 8774588 h 8839200"/>
              <a:gd name="connsiteX75" fmla="*/ 14479311 w 15732060"/>
              <a:gd name="connsiteY75" fmla="*/ 8607225 h 8839200"/>
              <a:gd name="connsiteX76" fmla="*/ 14478762 w 15732060"/>
              <a:gd name="connsiteY76" fmla="*/ 8607225 h 8839200"/>
              <a:gd name="connsiteX77" fmla="*/ 13826872 w 15732060"/>
              <a:gd name="connsiteY77" fmla="*/ 8606676 h 8839200"/>
              <a:gd name="connsiteX78" fmla="*/ 13414228 w 15732060"/>
              <a:gd name="connsiteY78" fmla="*/ 8194032 h 8839200"/>
              <a:gd name="connsiteX79" fmla="*/ 13412582 w 15732060"/>
              <a:gd name="connsiteY79" fmla="*/ 8169340 h 8839200"/>
              <a:gd name="connsiteX80" fmla="*/ 13399413 w 15732060"/>
              <a:gd name="connsiteY80" fmla="*/ 8163990 h 8839200"/>
              <a:gd name="connsiteX81" fmla="*/ 8317084 w 15732060"/>
              <a:gd name="connsiteY81" fmla="*/ 8068511 h 8839200"/>
              <a:gd name="connsiteX82" fmla="*/ 8303915 w 15732060"/>
              <a:gd name="connsiteY82" fmla="*/ 8073861 h 8839200"/>
              <a:gd name="connsiteX83" fmla="*/ 8303915 w 15732060"/>
              <a:gd name="connsiteY83" fmla="*/ 8100200 h 8839200"/>
              <a:gd name="connsiteX84" fmla="*/ 8328608 w 15732060"/>
              <a:gd name="connsiteY84" fmla="*/ 8101846 h 8839200"/>
              <a:gd name="connsiteX85" fmla="*/ 8425733 w 15732060"/>
              <a:gd name="connsiteY85" fmla="*/ 8198971 h 8839200"/>
              <a:gd name="connsiteX86" fmla="*/ 8426282 w 15732060"/>
              <a:gd name="connsiteY86" fmla="*/ 8198971 h 8839200"/>
              <a:gd name="connsiteX87" fmla="*/ 8649614 w 15732060"/>
              <a:gd name="connsiteY87" fmla="*/ 8199520 h 8839200"/>
              <a:gd name="connsiteX88" fmla="*/ 8891603 w 15732060"/>
              <a:gd name="connsiteY88" fmla="*/ 8441510 h 8839200"/>
              <a:gd name="connsiteX89" fmla="*/ 8891603 w 15732060"/>
              <a:gd name="connsiteY89" fmla="*/ 8753187 h 8839200"/>
              <a:gd name="connsiteX90" fmla="*/ 8875142 w 15732060"/>
              <a:gd name="connsiteY90" fmla="*/ 8771844 h 8839200"/>
              <a:gd name="connsiteX91" fmla="*/ 8893799 w 15732060"/>
              <a:gd name="connsiteY91" fmla="*/ 8790501 h 8839200"/>
              <a:gd name="connsiteX92" fmla="*/ 8912456 w 15732060"/>
              <a:gd name="connsiteY92" fmla="*/ 8771844 h 8839200"/>
              <a:gd name="connsiteX93" fmla="*/ 8907723 w 15732060"/>
              <a:gd name="connsiteY93" fmla="*/ 8759018 h 8839200"/>
              <a:gd name="connsiteX94" fmla="*/ 8896542 w 15732060"/>
              <a:gd name="connsiteY94" fmla="*/ 8753460 h 8839200"/>
              <a:gd name="connsiteX95" fmla="*/ 8896542 w 15732060"/>
              <a:gd name="connsiteY95" fmla="*/ 8753736 h 8839200"/>
              <a:gd name="connsiteX96" fmla="*/ 8895993 w 15732060"/>
              <a:gd name="connsiteY96" fmla="*/ 8753187 h 8839200"/>
              <a:gd name="connsiteX97" fmla="*/ 8896542 w 15732060"/>
              <a:gd name="connsiteY97" fmla="*/ 8753460 h 8839200"/>
              <a:gd name="connsiteX98" fmla="*/ 8896542 w 15732060"/>
              <a:gd name="connsiteY98" fmla="*/ 8439863 h 8839200"/>
              <a:gd name="connsiteX99" fmla="*/ 8652358 w 15732060"/>
              <a:gd name="connsiteY99" fmla="*/ 8195679 h 8839200"/>
              <a:gd name="connsiteX100" fmla="*/ 8651810 w 15732060"/>
              <a:gd name="connsiteY100" fmla="*/ 8195679 h 8839200"/>
              <a:gd name="connsiteX101" fmla="*/ 8428477 w 15732060"/>
              <a:gd name="connsiteY101" fmla="*/ 8195130 h 8839200"/>
              <a:gd name="connsiteX102" fmla="*/ 8331900 w 15732060"/>
              <a:gd name="connsiteY102" fmla="*/ 8098555 h 8839200"/>
              <a:gd name="connsiteX103" fmla="*/ 8330254 w 15732060"/>
              <a:gd name="connsiteY103" fmla="*/ 8073861 h 8839200"/>
              <a:gd name="connsiteX104" fmla="*/ 8317084 w 15732060"/>
              <a:gd name="connsiteY104" fmla="*/ 8068511 h 8839200"/>
              <a:gd name="connsiteX105" fmla="*/ 903206 w 15732060"/>
              <a:gd name="connsiteY105" fmla="*/ 7993746 h 8839200"/>
              <a:gd name="connsiteX106" fmla="*/ 884550 w 15732060"/>
              <a:gd name="connsiteY106" fmla="*/ 8010209 h 8839200"/>
              <a:gd name="connsiteX107" fmla="*/ 260646 w 15732060"/>
              <a:gd name="connsiteY107" fmla="*/ 8010209 h 8839200"/>
              <a:gd name="connsiteX108" fmla="*/ 133340 w 15732060"/>
              <a:gd name="connsiteY108" fmla="*/ 8137514 h 8839200"/>
              <a:gd name="connsiteX109" fmla="*/ 108648 w 15732060"/>
              <a:gd name="connsiteY109" fmla="*/ 8139160 h 8839200"/>
              <a:gd name="connsiteX110" fmla="*/ 108648 w 15732060"/>
              <a:gd name="connsiteY110" fmla="*/ 8165499 h 8839200"/>
              <a:gd name="connsiteX111" fmla="*/ 134986 w 15732060"/>
              <a:gd name="connsiteY111" fmla="*/ 8165499 h 8839200"/>
              <a:gd name="connsiteX112" fmla="*/ 136634 w 15732060"/>
              <a:gd name="connsiteY112" fmla="*/ 8140807 h 8839200"/>
              <a:gd name="connsiteX113" fmla="*/ 262840 w 15732060"/>
              <a:gd name="connsiteY113" fmla="*/ 8014598 h 8839200"/>
              <a:gd name="connsiteX114" fmla="*/ 884550 w 15732060"/>
              <a:gd name="connsiteY114" fmla="*/ 8014598 h 8839200"/>
              <a:gd name="connsiteX115" fmla="*/ 903206 w 15732060"/>
              <a:gd name="connsiteY115" fmla="*/ 8031060 h 8839200"/>
              <a:gd name="connsiteX116" fmla="*/ 921864 w 15732060"/>
              <a:gd name="connsiteY116" fmla="*/ 8012403 h 8839200"/>
              <a:gd name="connsiteX117" fmla="*/ 903206 w 15732060"/>
              <a:gd name="connsiteY117" fmla="*/ 7993746 h 8839200"/>
              <a:gd name="connsiteX118" fmla="*/ 4129185 w 15732060"/>
              <a:gd name="connsiteY118" fmla="*/ 7974541 h 8839200"/>
              <a:gd name="connsiteX119" fmla="*/ 4110528 w 15732060"/>
              <a:gd name="connsiteY119" fmla="*/ 7993198 h 8839200"/>
              <a:gd name="connsiteX120" fmla="*/ 4126990 w 15732060"/>
              <a:gd name="connsiteY120" fmla="*/ 8011855 h 8839200"/>
              <a:gd name="connsiteX121" fmla="*/ 4126990 w 15732060"/>
              <a:gd name="connsiteY121" fmla="*/ 8401452 h 8839200"/>
              <a:gd name="connsiteX122" fmla="*/ 3920119 w 15732060"/>
              <a:gd name="connsiteY122" fmla="*/ 8608323 h 8839200"/>
              <a:gd name="connsiteX123" fmla="*/ 3804337 w 15732060"/>
              <a:gd name="connsiteY123" fmla="*/ 8608323 h 8839200"/>
              <a:gd name="connsiteX124" fmla="*/ 3646852 w 15732060"/>
              <a:gd name="connsiteY124" fmla="*/ 8765808 h 8839200"/>
              <a:gd name="connsiteX125" fmla="*/ 3622159 w 15732060"/>
              <a:gd name="connsiteY125" fmla="*/ 8767454 h 8839200"/>
              <a:gd name="connsiteX126" fmla="*/ 3622159 w 15732060"/>
              <a:gd name="connsiteY126" fmla="*/ 8793793 h 8839200"/>
              <a:gd name="connsiteX127" fmla="*/ 3648498 w 15732060"/>
              <a:gd name="connsiteY127" fmla="*/ 8793793 h 8839200"/>
              <a:gd name="connsiteX128" fmla="*/ 3650144 w 15732060"/>
              <a:gd name="connsiteY128" fmla="*/ 8769101 h 8839200"/>
              <a:gd name="connsiteX129" fmla="*/ 3805984 w 15732060"/>
              <a:gd name="connsiteY129" fmla="*/ 8613261 h 8839200"/>
              <a:gd name="connsiteX130" fmla="*/ 3921766 w 15732060"/>
              <a:gd name="connsiteY130" fmla="*/ 8613261 h 8839200"/>
              <a:gd name="connsiteX131" fmla="*/ 4131380 w 15732060"/>
              <a:gd name="connsiteY131" fmla="*/ 8403648 h 8839200"/>
              <a:gd name="connsiteX132" fmla="*/ 4131380 w 15732060"/>
              <a:gd name="connsiteY132" fmla="*/ 8011855 h 8839200"/>
              <a:gd name="connsiteX133" fmla="*/ 4147842 w 15732060"/>
              <a:gd name="connsiteY133" fmla="*/ 7993198 h 8839200"/>
              <a:gd name="connsiteX134" fmla="*/ 4129185 w 15732060"/>
              <a:gd name="connsiteY134" fmla="*/ 7974541 h 8839200"/>
              <a:gd name="connsiteX135" fmla="*/ 9336828 w 15732060"/>
              <a:gd name="connsiteY135" fmla="*/ 7947997 h 8839200"/>
              <a:gd name="connsiteX136" fmla="*/ 9323453 w 15732060"/>
              <a:gd name="connsiteY136" fmla="*/ 7953141 h 8839200"/>
              <a:gd name="connsiteX137" fmla="*/ 9323453 w 15732060"/>
              <a:gd name="connsiteY137" fmla="*/ 7979480 h 8839200"/>
              <a:gd name="connsiteX138" fmla="*/ 9348147 w 15732060"/>
              <a:gd name="connsiteY138" fmla="*/ 7981126 h 8839200"/>
              <a:gd name="connsiteX139" fmla="*/ 9667506 w 15732060"/>
              <a:gd name="connsiteY139" fmla="*/ 8300486 h 8839200"/>
              <a:gd name="connsiteX140" fmla="*/ 9667506 w 15732060"/>
              <a:gd name="connsiteY140" fmla="*/ 8759772 h 8839200"/>
              <a:gd name="connsiteX141" fmla="*/ 9651044 w 15732060"/>
              <a:gd name="connsiteY141" fmla="*/ 8778429 h 8839200"/>
              <a:gd name="connsiteX142" fmla="*/ 9669701 w 15732060"/>
              <a:gd name="connsiteY142" fmla="*/ 8797086 h 8839200"/>
              <a:gd name="connsiteX143" fmla="*/ 9688358 w 15732060"/>
              <a:gd name="connsiteY143" fmla="*/ 8778429 h 8839200"/>
              <a:gd name="connsiteX144" fmla="*/ 9683626 w 15732060"/>
              <a:gd name="connsiteY144" fmla="*/ 8765603 h 8839200"/>
              <a:gd name="connsiteX145" fmla="*/ 9672445 w 15732060"/>
              <a:gd name="connsiteY145" fmla="*/ 8760045 h 8839200"/>
              <a:gd name="connsiteX146" fmla="*/ 9672445 w 15732060"/>
              <a:gd name="connsiteY146" fmla="*/ 8760321 h 8839200"/>
              <a:gd name="connsiteX147" fmla="*/ 9671897 w 15732060"/>
              <a:gd name="connsiteY147" fmla="*/ 8759772 h 8839200"/>
              <a:gd name="connsiteX148" fmla="*/ 9672445 w 15732060"/>
              <a:gd name="connsiteY148" fmla="*/ 8760045 h 8839200"/>
              <a:gd name="connsiteX149" fmla="*/ 9672445 w 15732060"/>
              <a:gd name="connsiteY149" fmla="*/ 8298840 h 8839200"/>
              <a:gd name="connsiteX150" fmla="*/ 9351439 w 15732060"/>
              <a:gd name="connsiteY150" fmla="*/ 7977834 h 8839200"/>
              <a:gd name="connsiteX151" fmla="*/ 9349792 w 15732060"/>
              <a:gd name="connsiteY151" fmla="*/ 7953141 h 8839200"/>
              <a:gd name="connsiteX152" fmla="*/ 9336828 w 15732060"/>
              <a:gd name="connsiteY152" fmla="*/ 7947997 h 8839200"/>
              <a:gd name="connsiteX153" fmla="*/ 7968642 w 15732060"/>
              <a:gd name="connsiteY153" fmla="*/ 7870832 h 8839200"/>
              <a:gd name="connsiteX154" fmla="*/ 7949984 w 15732060"/>
              <a:gd name="connsiteY154" fmla="*/ 7889488 h 8839200"/>
              <a:gd name="connsiteX155" fmla="*/ 7966447 w 15732060"/>
              <a:gd name="connsiteY155" fmla="*/ 7908145 h 8839200"/>
              <a:gd name="connsiteX156" fmla="*/ 7966447 w 15732060"/>
              <a:gd name="connsiteY156" fmla="*/ 8525465 h 8839200"/>
              <a:gd name="connsiteX157" fmla="*/ 7949984 w 15732060"/>
              <a:gd name="connsiteY157" fmla="*/ 8544122 h 8839200"/>
              <a:gd name="connsiteX158" fmla="*/ 7968642 w 15732060"/>
              <a:gd name="connsiteY158" fmla="*/ 8562779 h 8839200"/>
              <a:gd name="connsiteX159" fmla="*/ 7987298 w 15732060"/>
              <a:gd name="connsiteY159" fmla="*/ 8544122 h 8839200"/>
              <a:gd name="connsiteX160" fmla="*/ 7970837 w 15732060"/>
              <a:gd name="connsiteY160" fmla="*/ 8525465 h 8839200"/>
              <a:gd name="connsiteX161" fmla="*/ 7970837 w 15732060"/>
              <a:gd name="connsiteY161" fmla="*/ 7908145 h 8839200"/>
              <a:gd name="connsiteX162" fmla="*/ 7987298 w 15732060"/>
              <a:gd name="connsiteY162" fmla="*/ 7889488 h 8839200"/>
              <a:gd name="connsiteX163" fmla="*/ 7968642 w 15732060"/>
              <a:gd name="connsiteY163" fmla="*/ 7870832 h 8839200"/>
              <a:gd name="connsiteX164" fmla="*/ 4137965 w 15732060"/>
              <a:gd name="connsiteY164" fmla="*/ 7810060 h 8839200"/>
              <a:gd name="connsiteX165" fmla="*/ 4124796 w 15732060"/>
              <a:gd name="connsiteY165" fmla="*/ 7815410 h 8839200"/>
              <a:gd name="connsiteX166" fmla="*/ 4123149 w 15732060"/>
              <a:gd name="connsiteY166" fmla="*/ 7840103 h 8839200"/>
              <a:gd name="connsiteX167" fmla="*/ 4026024 w 15732060"/>
              <a:gd name="connsiteY167" fmla="*/ 7937228 h 8839200"/>
              <a:gd name="connsiteX168" fmla="*/ 4026024 w 15732060"/>
              <a:gd name="connsiteY168" fmla="*/ 8023926 h 8839200"/>
              <a:gd name="connsiteX169" fmla="*/ 3871282 w 15732060"/>
              <a:gd name="connsiteY169" fmla="*/ 8178669 h 8839200"/>
              <a:gd name="connsiteX170" fmla="*/ 3769218 w 15732060"/>
              <a:gd name="connsiteY170" fmla="*/ 8178669 h 8839200"/>
              <a:gd name="connsiteX171" fmla="*/ 3176592 w 15732060"/>
              <a:gd name="connsiteY171" fmla="*/ 8771295 h 8839200"/>
              <a:gd name="connsiteX172" fmla="*/ 3151898 w 15732060"/>
              <a:gd name="connsiteY172" fmla="*/ 8772941 h 8839200"/>
              <a:gd name="connsiteX173" fmla="*/ 3151898 w 15732060"/>
              <a:gd name="connsiteY173" fmla="*/ 8799281 h 8839200"/>
              <a:gd name="connsiteX174" fmla="*/ 3178238 w 15732060"/>
              <a:gd name="connsiteY174" fmla="*/ 8799281 h 8839200"/>
              <a:gd name="connsiteX175" fmla="*/ 3179883 w 15732060"/>
              <a:gd name="connsiteY175" fmla="*/ 8774588 h 8839200"/>
              <a:gd name="connsiteX176" fmla="*/ 3770865 w 15732060"/>
              <a:gd name="connsiteY176" fmla="*/ 8183607 h 8839200"/>
              <a:gd name="connsiteX177" fmla="*/ 3771414 w 15732060"/>
              <a:gd name="connsiteY177" fmla="*/ 8183058 h 8839200"/>
              <a:gd name="connsiteX178" fmla="*/ 3873478 w 15732060"/>
              <a:gd name="connsiteY178" fmla="*/ 8183058 h 8839200"/>
              <a:gd name="connsiteX179" fmla="*/ 4030963 w 15732060"/>
              <a:gd name="connsiteY179" fmla="*/ 8025573 h 8839200"/>
              <a:gd name="connsiteX180" fmla="*/ 4030963 w 15732060"/>
              <a:gd name="connsiteY180" fmla="*/ 7938874 h 8839200"/>
              <a:gd name="connsiteX181" fmla="*/ 4126441 w 15732060"/>
              <a:gd name="connsiteY181" fmla="*/ 7843396 h 8839200"/>
              <a:gd name="connsiteX182" fmla="*/ 4151134 w 15732060"/>
              <a:gd name="connsiteY182" fmla="*/ 7841749 h 8839200"/>
              <a:gd name="connsiteX183" fmla="*/ 4151134 w 15732060"/>
              <a:gd name="connsiteY183" fmla="*/ 7815410 h 8839200"/>
              <a:gd name="connsiteX184" fmla="*/ 4137965 w 15732060"/>
              <a:gd name="connsiteY184" fmla="*/ 7810060 h 8839200"/>
              <a:gd name="connsiteX185" fmla="*/ 6214904 w 15732060"/>
              <a:gd name="connsiteY185" fmla="*/ 7796754 h 8839200"/>
              <a:gd name="connsiteX186" fmla="*/ 6196247 w 15732060"/>
              <a:gd name="connsiteY186" fmla="*/ 7815410 h 8839200"/>
              <a:gd name="connsiteX187" fmla="*/ 6212710 w 15732060"/>
              <a:gd name="connsiteY187" fmla="*/ 7834067 h 8839200"/>
              <a:gd name="connsiteX188" fmla="*/ 6212710 w 15732060"/>
              <a:gd name="connsiteY188" fmla="*/ 8451386 h 8839200"/>
              <a:gd name="connsiteX189" fmla="*/ 6196247 w 15732060"/>
              <a:gd name="connsiteY189" fmla="*/ 8470043 h 8839200"/>
              <a:gd name="connsiteX190" fmla="*/ 6214904 w 15732060"/>
              <a:gd name="connsiteY190" fmla="*/ 8488700 h 8839200"/>
              <a:gd name="connsiteX191" fmla="*/ 6233560 w 15732060"/>
              <a:gd name="connsiteY191" fmla="*/ 8470043 h 8839200"/>
              <a:gd name="connsiteX192" fmla="*/ 6217099 w 15732060"/>
              <a:gd name="connsiteY192" fmla="*/ 8451386 h 8839200"/>
              <a:gd name="connsiteX193" fmla="*/ 6217099 w 15732060"/>
              <a:gd name="connsiteY193" fmla="*/ 7834067 h 8839200"/>
              <a:gd name="connsiteX194" fmla="*/ 6233560 w 15732060"/>
              <a:gd name="connsiteY194" fmla="*/ 7815410 h 8839200"/>
              <a:gd name="connsiteX195" fmla="*/ 6214904 w 15732060"/>
              <a:gd name="connsiteY195" fmla="*/ 7796754 h 8839200"/>
              <a:gd name="connsiteX196" fmla="*/ 2332097 w 15732060"/>
              <a:gd name="connsiteY196" fmla="*/ 7787974 h 8839200"/>
              <a:gd name="connsiteX197" fmla="*/ 2313440 w 15732060"/>
              <a:gd name="connsiteY197" fmla="*/ 7804435 h 8839200"/>
              <a:gd name="connsiteX198" fmla="*/ 1924392 w 15732060"/>
              <a:gd name="connsiteY198" fmla="*/ 7804435 h 8839200"/>
              <a:gd name="connsiteX199" fmla="*/ 1688987 w 15732060"/>
              <a:gd name="connsiteY199" fmla="*/ 8039840 h 8839200"/>
              <a:gd name="connsiteX200" fmla="*/ 1327375 w 15732060"/>
              <a:gd name="connsiteY200" fmla="*/ 8039840 h 8839200"/>
              <a:gd name="connsiteX201" fmla="*/ 596468 w 15732060"/>
              <a:gd name="connsiteY201" fmla="*/ 8770747 h 8839200"/>
              <a:gd name="connsiteX202" fmla="*/ 571774 w 15732060"/>
              <a:gd name="connsiteY202" fmla="*/ 8772392 h 8839200"/>
              <a:gd name="connsiteX203" fmla="*/ 571774 w 15732060"/>
              <a:gd name="connsiteY203" fmla="*/ 8798732 h 8839200"/>
              <a:gd name="connsiteX204" fmla="*/ 598114 w 15732060"/>
              <a:gd name="connsiteY204" fmla="*/ 8798732 h 8839200"/>
              <a:gd name="connsiteX205" fmla="*/ 599760 w 15732060"/>
              <a:gd name="connsiteY205" fmla="*/ 8774039 h 8839200"/>
              <a:gd name="connsiteX206" fmla="*/ 1329570 w 15732060"/>
              <a:gd name="connsiteY206" fmla="*/ 8044230 h 8839200"/>
              <a:gd name="connsiteX207" fmla="*/ 1691182 w 15732060"/>
              <a:gd name="connsiteY207" fmla="*/ 8044230 h 8839200"/>
              <a:gd name="connsiteX208" fmla="*/ 1926586 w 15732060"/>
              <a:gd name="connsiteY208" fmla="*/ 7808826 h 8839200"/>
              <a:gd name="connsiteX209" fmla="*/ 2313440 w 15732060"/>
              <a:gd name="connsiteY209" fmla="*/ 7808826 h 8839200"/>
              <a:gd name="connsiteX210" fmla="*/ 2332097 w 15732060"/>
              <a:gd name="connsiteY210" fmla="*/ 7825287 h 8839200"/>
              <a:gd name="connsiteX211" fmla="*/ 2350754 w 15732060"/>
              <a:gd name="connsiteY211" fmla="*/ 7806630 h 8839200"/>
              <a:gd name="connsiteX212" fmla="*/ 2332097 w 15732060"/>
              <a:gd name="connsiteY212" fmla="*/ 7787974 h 8839200"/>
              <a:gd name="connsiteX213" fmla="*/ 5800614 w 15732060"/>
              <a:gd name="connsiteY213" fmla="*/ 7665744 h 8839200"/>
              <a:gd name="connsiteX214" fmla="*/ 5787444 w 15732060"/>
              <a:gd name="connsiteY214" fmla="*/ 7671094 h 8839200"/>
              <a:gd name="connsiteX215" fmla="*/ 5785798 w 15732060"/>
              <a:gd name="connsiteY215" fmla="*/ 7695788 h 8839200"/>
              <a:gd name="connsiteX216" fmla="*/ 5719401 w 15732060"/>
              <a:gd name="connsiteY216" fmla="*/ 7762183 h 8839200"/>
              <a:gd name="connsiteX217" fmla="*/ 5719401 w 15732060"/>
              <a:gd name="connsiteY217" fmla="*/ 8747700 h 8839200"/>
              <a:gd name="connsiteX218" fmla="*/ 5702940 w 15732060"/>
              <a:gd name="connsiteY218" fmla="*/ 8766357 h 8839200"/>
              <a:gd name="connsiteX219" fmla="*/ 5721596 w 15732060"/>
              <a:gd name="connsiteY219" fmla="*/ 8785014 h 8839200"/>
              <a:gd name="connsiteX220" fmla="*/ 5740254 w 15732060"/>
              <a:gd name="connsiteY220" fmla="*/ 8766357 h 8839200"/>
              <a:gd name="connsiteX221" fmla="*/ 5723792 w 15732060"/>
              <a:gd name="connsiteY221" fmla="*/ 8747700 h 8839200"/>
              <a:gd name="connsiteX222" fmla="*/ 5723792 w 15732060"/>
              <a:gd name="connsiteY222" fmla="*/ 7764379 h 8839200"/>
              <a:gd name="connsiteX223" fmla="*/ 5789090 w 15732060"/>
              <a:gd name="connsiteY223" fmla="*/ 7699079 h 8839200"/>
              <a:gd name="connsiteX224" fmla="*/ 5813784 w 15732060"/>
              <a:gd name="connsiteY224" fmla="*/ 7697433 h 8839200"/>
              <a:gd name="connsiteX225" fmla="*/ 5813784 w 15732060"/>
              <a:gd name="connsiteY225" fmla="*/ 7671094 h 8839200"/>
              <a:gd name="connsiteX226" fmla="*/ 5800614 w 15732060"/>
              <a:gd name="connsiteY226" fmla="*/ 7665744 h 8839200"/>
              <a:gd name="connsiteX227" fmla="*/ 14789891 w 15732060"/>
              <a:gd name="connsiteY227" fmla="*/ 7554901 h 8839200"/>
              <a:gd name="connsiteX228" fmla="*/ 14776722 w 15732060"/>
              <a:gd name="connsiteY228" fmla="*/ 7560251 h 8839200"/>
              <a:gd name="connsiteX229" fmla="*/ 14776722 w 15732060"/>
              <a:gd name="connsiteY229" fmla="*/ 7586590 h 8839200"/>
              <a:gd name="connsiteX230" fmla="*/ 14801415 w 15732060"/>
              <a:gd name="connsiteY230" fmla="*/ 7588236 h 8839200"/>
              <a:gd name="connsiteX231" fmla="*/ 14851349 w 15732060"/>
              <a:gd name="connsiteY231" fmla="*/ 7638170 h 8839200"/>
              <a:gd name="connsiteX232" fmla="*/ 14851898 w 15732060"/>
              <a:gd name="connsiteY232" fmla="*/ 7638170 h 8839200"/>
              <a:gd name="connsiteX233" fmla="*/ 15503787 w 15732060"/>
              <a:gd name="connsiteY233" fmla="*/ 7638719 h 8839200"/>
              <a:gd name="connsiteX234" fmla="*/ 15670602 w 15732060"/>
              <a:gd name="connsiteY234" fmla="*/ 7805533 h 8839200"/>
              <a:gd name="connsiteX235" fmla="*/ 15672247 w 15732060"/>
              <a:gd name="connsiteY235" fmla="*/ 7830226 h 8839200"/>
              <a:gd name="connsiteX236" fmla="*/ 15698586 w 15732060"/>
              <a:gd name="connsiteY236" fmla="*/ 7830226 h 8839200"/>
              <a:gd name="connsiteX237" fmla="*/ 15698586 w 15732060"/>
              <a:gd name="connsiteY237" fmla="*/ 7803887 h 8839200"/>
              <a:gd name="connsiteX238" fmla="*/ 15673894 w 15732060"/>
              <a:gd name="connsiteY238" fmla="*/ 7802241 h 8839200"/>
              <a:gd name="connsiteX239" fmla="*/ 15506531 w 15732060"/>
              <a:gd name="connsiteY239" fmla="*/ 7634879 h 8839200"/>
              <a:gd name="connsiteX240" fmla="*/ 15505984 w 15732060"/>
              <a:gd name="connsiteY240" fmla="*/ 7634879 h 8839200"/>
              <a:gd name="connsiteX241" fmla="*/ 14854093 w 15732060"/>
              <a:gd name="connsiteY241" fmla="*/ 7634329 h 8839200"/>
              <a:gd name="connsiteX242" fmla="*/ 14804707 w 15732060"/>
              <a:gd name="connsiteY242" fmla="*/ 7584944 h 8839200"/>
              <a:gd name="connsiteX243" fmla="*/ 14803061 w 15732060"/>
              <a:gd name="connsiteY243" fmla="*/ 7560251 h 8839200"/>
              <a:gd name="connsiteX244" fmla="*/ 14789891 w 15732060"/>
              <a:gd name="connsiteY244" fmla="*/ 7554901 h 8839200"/>
              <a:gd name="connsiteX245" fmla="*/ 9237851 w 15732060"/>
              <a:gd name="connsiteY245" fmla="*/ 7538988 h 8839200"/>
              <a:gd name="connsiteX246" fmla="*/ 9224682 w 15732060"/>
              <a:gd name="connsiteY246" fmla="*/ 7544338 h 8839200"/>
              <a:gd name="connsiteX247" fmla="*/ 9224682 w 15732060"/>
              <a:gd name="connsiteY247" fmla="*/ 7570677 h 8839200"/>
              <a:gd name="connsiteX248" fmla="*/ 9249376 w 15732060"/>
              <a:gd name="connsiteY248" fmla="*/ 7572323 h 8839200"/>
              <a:gd name="connsiteX249" fmla="*/ 9346500 w 15732060"/>
              <a:gd name="connsiteY249" fmla="*/ 7669448 h 8839200"/>
              <a:gd name="connsiteX250" fmla="*/ 9347048 w 15732060"/>
              <a:gd name="connsiteY250" fmla="*/ 7669448 h 8839200"/>
              <a:gd name="connsiteX251" fmla="*/ 9570382 w 15732060"/>
              <a:gd name="connsiteY251" fmla="*/ 7669996 h 8839200"/>
              <a:gd name="connsiteX252" fmla="*/ 9755303 w 15732060"/>
              <a:gd name="connsiteY252" fmla="*/ 7854919 h 8839200"/>
              <a:gd name="connsiteX253" fmla="*/ 9756949 w 15732060"/>
              <a:gd name="connsiteY253" fmla="*/ 7879611 h 8839200"/>
              <a:gd name="connsiteX254" fmla="*/ 9783288 w 15732060"/>
              <a:gd name="connsiteY254" fmla="*/ 7879611 h 8839200"/>
              <a:gd name="connsiteX255" fmla="*/ 9783288 w 15732060"/>
              <a:gd name="connsiteY255" fmla="*/ 7853272 h 8839200"/>
              <a:gd name="connsiteX256" fmla="*/ 9758595 w 15732060"/>
              <a:gd name="connsiteY256" fmla="*/ 7851626 h 8839200"/>
              <a:gd name="connsiteX257" fmla="*/ 9573126 w 15732060"/>
              <a:gd name="connsiteY257" fmla="*/ 7666156 h 8839200"/>
              <a:gd name="connsiteX258" fmla="*/ 9572577 w 15732060"/>
              <a:gd name="connsiteY258" fmla="*/ 7666156 h 8839200"/>
              <a:gd name="connsiteX259" fmla="*/ 9349244 w 15732060"/>
              <a:gd name="connsiteY259" fmla="*/ 7665608 h 8839200"/>
              <a:gd name="connsiteX260" fmla="*/ 9252667 w 15732060"/>
              <a:gd name="connsiteY260" fmla="*/ 7569031 h 8839200"/>
              <a:gd name="connsiteX261" fmla="*/ 9251021 w 15732060"/>
              <a:gd name="connsiteY261" fmla="*/ 7544338 h 8839200"/>
              <a:gd name="connsiteX262" fmla="*/ 9237851 w 15732060"/>
              <a:gd name="connsiteY262" fmla="*/ 7538988 h 8839200"/>
              <a:gd name="connsiteX263" fmla="*/ 4765711 w 15732060"/>
              <a:gd name="connsiteY263" fmla="*/ 7500028 h 8839200"/>
              <a:gd name="connsiteX264" fmla="*/ 4752542 w 15732060"/>
              <a:gd name="connsiteY264" fmla="*/ 7505378 h 8839200"/>
              <a:gd name="connsiteX265" fmla="*/ 4750895 w 15732060"/>
              <a:gd name="connsiteY265" fmla="*/ 7530071 h 8839200"/>
              <a:gd name="connsiteX266" fmla="*/ 4653770 w 15732060"/>
              <a:gd name="connsiteY266" fmla="*/ 7627196 h 8839200"/>
              <a:gd name="connsiteX267" fmla="*/ 4653770 w 15732060"/>
              <a:gd name="connsiteY267" fmla="*/ 8470043 h 8839200"/>
              <a:gd name="connsiteX268" fmla="*/ 4499028 w 15732060"/>
              <a:gd name="connsiteY268" fmla="*/ 8624785 h 8839200"/>
              <a:gd name="connsiteX269" fmla="*/ 4302584 w 15732060"/>
              <a:gd name="connsiteY269" fmla="*/ 8624785 h 8839200"/>
              <a:gd name="connsiteX270" fmla="*/ 4153878 w 15732060"/>
              <a:gd name="connsiteY270" fmla="*/ 8773491 h 8839200"/>
              <a:gd name="connsiteX271" fmla="*/ 4129185 w 15732060"/>
              <a:gd name="connsiteY271" fmla="*/ 8775136 h 8839200"/>
              <a:gd name="connsiteX272" fmla="*/ 4129185 w 15732060"/>
              <a:gd name="connsiteY272" fmla="*/ 8801475 h 8839200"/>
              <a:gd name="connsiteX273" fmla="*/ 4155524 w 15732060"/>
              <a:gd name="connsiteY273" fmla="*/ 8801475 h 8839200"/>
              <a:gd name="connsiteX274" fmla="*/ 4157170 w 15732060"/>
              <a:gd name="connsiteY274" fmla="*/ 8776783 h 8839200"/>
              <a:gd name="connsiteX275" fmla="*/ 4304778 w 15732060"/>
              <a:gd name="connsiteY275" fmla="*/ 8629174 h 8839200"/>
              <a:gd name="connsiteX276" fmla="*/ 4501224 w 15732060"/>
              <a:gd name="connsiteY276" fmla="*/ 8629174 h 8839200"/>
              <a:gd name="connsiteX277" fmla="*/ 4658709 w 15732060"/>
              <a:gd name="connsiteY277" fmla="*/ 8471690 h 8839200"/>
              <a:gd name="connsiteX278" fmla="*/ 4658709 w 15732060"/>
              <a:gd name="connsiteY278" fmla="*/ 7628842 h 8839200"/>
              <a:gd name="connsiteX279" fmla="*/ 4754188 w 15732060"/>
              <a:gd name="connsiteY279" fmla="*/ 7533364 h 8839200"/>
              <a:gd name="connsiteX280" fmla="*/ 4778880 w 15732060"/>
              <a:gd name="connsiteY280" fmla="*/ 7531717 h 8839200"/>
              <a:gd name="connsiteX281" fmla="*/ 4778880 w 15732060"/>
              <a:gd name="connsiteY281" fmla="*/ 7505378 h 8839200"/>
              <a:gd name="connsiteX282" fmla="*/ 4765711 w 15732060"/>
              <a:gd name="connsiteY282" fmla="*/ 7500028 h 8839200"/>
              <a:gd name="connsiteX283" fmla="*/ 7883040 w 15732060"/>
              <a:gd name="connsiteY283" fmla="*/ 7437473 h 8839200"/>
              <a:gd name="connsiteX284" fmla="*/ 7869870 w 15732060"/>
              <a:gd name="connsiteY284" fmla="*/ 7442823 h 8839200"/>
              <a:gd name="connsiteX285" fmla="*/ 7869870 w 15732060"/>
              <a:gd name="connsiteY285" fmla="*/ 7443372 h 8839200"/>
              <a:gd name="connsiteX286" fmla="*/ 7868224 w 15732060"/>
              <a:gd name="connsiteY286" fmla="*/ 7468065 h 8839200"/>
              <a:gd name="connsiteX287" fmla="*/ 7801828 w 15732060"/>
              <a:gd name="connsiteY287" fmla="*/ 7534461 h 8839200"/>
              <a:gd name="connsiteX288" fmla="*/ 7801828 w 15732060"/>
              <a:gd name="connsiteY288" fmla="*/ 8728495 h 8839200"/>
              <a:gd name="connsiteX289" fmla="*/ 7785366 w 15732060"/>
              <a:gd name="connsiteY289" fmla="*/ 8747152 h 8839200"/>
              <a:gd name="connsiteX290" fmla="*/ 7804024 w 15732060"/>
              <a:gd name="connsiteY290" fmla="*/ 8765808 h 8839200"/>
              <a:gd name="connsiteX291" fmla="*/ 7822680 w 15732060"/>
              <a:gd name="connsiteY291" fmla="*/ 8747152 h 8839200"/>
              <a:gd name="connsiteX292" fmla="*/ 7806218 w 15732060"/>
              <a:gd name="connsiteY292" fmla="*/ 8728495 h 8839200"/>
              <a:gd name="connsiteX293" fmla="*/ 7806218 w 15732060"/>
              <a:gd name="connsiteY293" fmla="*/ 7536107 h 8839200"/>
              <a:gd name="connsiteX294" fmla="*/ 7871518 w 15732060"/>
              <a:gd name="connsiteY294" fmla="*/ 7470809 h 8839200"/>
              <a:gd name="connsiteX295" fmla="*/ 7896210 w 15732060"/>
              <a:gd name="connsiteY295" fmla="*/ 7469162 h 8839200"/>
              <a:gd name="connsiteX296" fmla="*/ 7896210 w 15732060"/>
              <a:gd name="connsiteY296" fmla="*/ 7442823 h 8839200"/>
              <a:gd name="connsiteX297" fmla="*/ 7883040 w 15732060"/>
              <a:gd name="connsiteY297" fmla="*/ 7437473 h 8839200"/>
              <a:gd name="connsiteX298" fmla="*/ 4495736 w 15732060"/>
              <a:gd name="connsiteY298" fmla="*/ 7399062 h 8839200"/>
              <a:gd name="connsiteX299" fmla="*/ 4482566 w 15732060"/>
              <a:gd name="connsiteY299" fmla="*/ 7404412 h 8839200"/>
              <a:gd name="connsiteX300" fmla="*/ 4480920 w 15732060"/>
              <a:gd name="connsiteY300" fmla="*/ 7429105 h 8839200"/>
              <a:gd name="connsiteX301" fmla="*/ 4359651 w 15732060"/>
              <a:gd name="connsiteY301" fmla="*/ 7550374 h 8839200"/>
              <a:gd name="connsiteX302" fmla="*/ 4359651 w 15732060"/>
              <a:gd name="connsiteY302" fmla="*/ 8397062 h 8839200"/>
              <a:gd name="connsiteX303" fmla="*/ 4343190 w 15732060"/>
              <a:gd name="connsiteY303" fmla="*/ 8415718 h 8839200"/>
              <a:gd name="connsiteX304" fmla="*/ 4361846 w 15732060"/>
              <a:gd name="connsiteY304" fmla="*/ 8434376 h 8839200"/>
              <a:gd name="connsiteX305" fmla="*/ 4380503 w 15732060"/>
              <a:gd name="connsiteY305" fmla="*/ 8415718 h 8839200"/>
              <a:gd name="connsiteX306" fmla="*/ 4364041 w 15732060"/>
              <a:gd name="connsiteY306" fmla="*/ 8397062 h 8839200"/>
              <a:gd name="connsiteX307" fmla="*/ 4364041 w 15732060"/>
              <a:gd name="connsiteY307" fmla="*/ 7552569 h 8839200"/>
              <a:gd name="connsiteX308" fmla="*/ 4484212 w 15732060"/>
              <a:gd name="connsiteY308" fmla="*/ 7432398 h 8839200"/>
              <a:gd name="connsiteX309" fmla="*/ 4508906 w 15732060"/>
              <a:gd name="connsiteY309" fmla="*/ 7430751 h 8839200"/>
              <a:gd name="connsiteX310" fmla="*/ 4508906 w 15732060"/>
              <a:gd name="connsiteY310" fmla="*/ 7404412 h 8839200"/>
              <a:gd name="connsiteX311" fmla="*/ 4495736 w 15732060"/>
              <a:gd name="connsiteY311" fmla="*/ 7399062 h 8839200"/>
              <a:gd name="connsiteX312" fmla="*/ 13091026 w 15732060"/>
              <a:gd name="connsiteY312" fmla="*/ 7353928 h 8839200"/>
              <a:gd name="connsiteX313" fmla="*/ 13072370 w 15732060"/>
              <a:gd name="connsiteY313" fmla="*/ 7372586 h 8839200"/>
              <a:gd name="connsiteX314" fmla="*/ 13091026 w 15732060"/>
              <a:gd name="connsiteY314" fmla="*/ 7391243 h 8839200"/>
              <a:gd name="connsiteX315" fmla="*/ 13109683 w 15732060"/>
              <a:gd name="connsiteY315" fmla="*/ 7374781 h 8839200"/>
              <a:gd name="connsiteX316" fmla="*/ 13554153 w 15732060"/>
              <a:gd name="connsiteY316" fmla="*/ 7374781 h 8839200"/>
              <a:gd name="connsiteX317" fmla="*/ 13897658 w 15732060"/>
              <a:gd name="connsiteY317" fmla="*/ 7718285 h 8839200"/>
              <a:gd name="connsiteX318" fmla="*/ 13898207 w 15732060"/>
              <a:gd name="connsiteY318" fmla="*/ 7718285 h 8839200"/>
              <a:gd name="connsiteX319" fmla="*/ 14586862 w 15732060"/>
              <a:gd name="connsiteY319" fmla="*/ 7718833 h 8839200"/>
              <a:gd name="connsiteX320" fmla="*/ 15130652 w 15732060"/>
              <a:gd name="connsiteY320" fmla="*/ 8262624 h 8839200"/>
              <a:gd name="connsiteX321" fmla="*/ 15131201 w 15732060"/>
              <a:gd name="connsiteY321" fmla="*/ 8262624 h 8839200"/>
              <a:gd name="connsiteX322" fmla="*/ 15676637 w 15732060"/>
              <a:gd name="connsiteY322" fmla="*/ 8263173 h 8839200"/>
              <a:gd name="connsiteX323" fmla="*/ 15695295 w 15732060"/>
              <a:gd name="connsiteY323" fmla="*/ 8279635 h 8839200"/>
              <a:gd name="connsiteX324" fmla="*/ 15713951 w 15732060"/>
              <a:gd name="connsiteY324" fmla="*/ 8260978 h 8839200"/>
              <a:gd name="connsiteX325" fmla="*/ 15695295 w 15732060"/>
              <a:gd name="connsiteY325" fmla="*/ 8242320 h 8839200"/>
              <a:gd name="connsiteX326" fmla="*/ 15676637 w 15732060"/>
              <a:gd name="connsiteY326" fmla="*/ 8258783 h 8839200"/>
              <a:gd name="connsiteX327" fmla="*/ 15133396 w 15732060"/>
              <a:gd name="connsiteY327" fmla="*/ 8258783 h 8839200"/>
              <a:gd name="connsiteX328" fmla="*/ 14589606 w 15732060"/>
              <a:gd name="connsiteY328" fmla="*/ 7714993 h 8839200"/>
              <a:gd name="connsiteX329" fmla="*/ 14589057 w 15732060"/>
              <a:gd name="connsiteY329" fmla="*/ 7714993 h 8839200"/>
              <a:gd name="connsiteX330" fmla="*/ 13900401 w 15732060"/>
              <a:gd name="connsiteY330" fmla="*/ 7714444 h 8839200"/>
              <a:gd name="connsiteX331" fmla="*/ 13556897 w 15732060"/>
              <a:gd name="connsiteY331" fmla="*/ 7370939 h 8839200"/>
              <a:gd name="connsiteX332" fmla="*/ 13556349 w 15732060"/>
              <a:gd name="connsiteY332" fmla="*/ 7370939 h 8839200"/>
              <a:gd name="connsiteX333" fmla="*/ 13109683 w 15732060"/>
              <a:gd name="connsiteY333" fmla="*/ 7370391 h 8839200"/>
              <a:gd name="connsiteX334" fmla="*/ 13091026 w 15732060"/>
              <a:gd name="connsiteY334" fmla="*/ 7353928 h 8839200"/>
              <a:gd name="connsiteX335" fmla="*/ 5186037 w 15732060"/>
              <a:gd name="connsiteY335" fmla="*/ 7283829 h 8839200"/>
              <a:gd name="connsiteX336" fmla="*/ 5172868 w 15732060"/>
              <a:gd name="connsiteY336" fmla="*/ 7289180 h 8839200"/>
              <a:gd name="connsiteX337" fmla="*/ 5171222 w 15732060"/>
              <a:gd name="connsiteY337" fmla="*/ 7313872 h 8839200"/>
              <a:gd name="connsiteX338" fmla="*/ 5074096 w 15732060"/>
              <a:gd name="connsiteY338" fmla="*/ 7410997 h 8839200"/>
              <a:gd name="connsiteX339" fmla="*/ 5074096 w 15732060"/>
              <a:gd name="connsiteY339" fmla="*/ 8546316 h 8839200"/>
              <a:gd name="connsiteX340" fmla="*/ 4859544 w 15732060"/>
              <a:gd name="connsiteY340" fmla="*/ 8760869 h 8839200"/>
              <a:gd name="connsiteX341" fmla="*/ 4834851 w 15732060"/>
              <a:gd name="connsiteY341" fmla="*/ 8762516 h 8839200"/>
              <a:gd name="connsiteX342" fmla="*/ 4834851 w 15732060"/>
              <a:gd name="connsiteY342" fmla="*/ 8788855 h 8839200"/>
              <a:gd name="connsiteX343" fmla="*/ 4861189 w 15732060"/>
              <a:gd name="connsiteY343" fmla="*/ 8788855 h 8839200"/>
              <a:gd name="connsiteX344" fmla="*/ 4862836 w 15732060"/>
              <a:gd name="connsiteY344" fmla="*/ 8764162 h 8839200"/>
              <a:gd name="connsiteX345" fmla="*/ 5079034 w 15732060"/>
              <a:gd name="connsiteY345" fmla="*/ 8547962 h 8839200"/>
              <a:gd name="connsiteX346" fmla="*/ 5079034 w 15732060"/>
              <a:gd name="connsiteY346" fmla="*/ 7412643 h 8839200"/>
              <a:gd name="connsiteX347" fmla="*/ 5174514 w 15732060"/>
              <a:gd name="connsiteY347" fmla="*/ 7317164 h 8839200"/>
              <a:gd name="connsiteX348" fmla="*/ 5199206 w 15732060"/>
              <a:gd name="connsiteY348" fmla="*/ 7315518 h 8839200"/>
              <a:gd name="connsiteX349" fmla="*/ 5199206 w 15732060"/>
              <a:gd name="connsiteY349" fmla="*/ 7289180 h 8839200"/>
              <a:gd name="connsiteX350" fmla="*/ 5186037 w 15732060"/>
              <a:gd name="connsiteY350" fmla="*/ 7283829 h 8839200"/>
              <a:gd name="connsiteX351" fmla="*/ 11921685 w 15732060"/>
              <a:gd name="connsiteY351" fmla="*/ 7261331 h 8839200"/>
              <a:gd name="connsiteX352" fmla="*/ 11908516 w 15732060"/>
              <a:gd name="connsiteY352" fmla="*/ 7266681 h 8839200"/>
              <a:gd name="connsiteX353" fmla="*/ 11908516 w 15732060"/>
              <a:gd name="connsiteY353" fmla="*/ 7293020 h 8839200"/>
              <a:gd name="connsiteX354" fmla="*/ 11933209 w 15732060"/>
              <a:gd name="connsiteY354" fmla="*/ 7294666 h 8839200"/>
              <a:gd name="connsiteX355" fmla="*/ 12029785 w 15732060"/>
              <a:gd name="connsiteY355" fmla="*/ 7391243 h 8839200"/>
              <a:gd name="connsiteX356" fmla="*/ 12029785 w 15732060"/>
              <a:gd name="connsiteY356" fmla="*/ 7614575 h 8839200"/>
              <a:gd name="connsiteX357" fmla="*/ 12427614 w 15732060"/>
              <a:gd name="connsiteY357" fmla="*/ 8012403 h 8839200"/>
              <a:gd name="connsiteX358" fmla="*/ 12428162 w 15732060"/>
              <a:gd name="connsiteY358" fmla="*/ 8012403 h 8839200"/>
              <a:gd name="connsiteX359" fmla="*/ 12693747 w 15732060"/>
              <a:gd name="connsiteY359" fmla="*/ 8012952 h 8839200"/>
              <a:gd name="connsiteX360" fmla="*/ 13437823 w 15732060"/>
              <a:gd name="connsiteY360" fmla="*/ 8757029 h 8839200"/>
              <a:gd name="connsiteX361" fmla="*/ 13439470 w 15732060"/>
              <a:gd name="connsiteY361" fmla="*/ 8781721 h 8839200"/>
              <a:gd name="connsiteX362" fmla="*/ 13465809 w 15732060"/>
              <a:gd name="connsiteY362" fmla="*/ 8781721 h 8839200"/>
              <a:gd name="connsiteX363" fmla="*/ 13465809 w 15732060"/>
              <a:gd name="connsiteY363" fmla="*/ 8755382 h 8839200"/>
              <a:gd name="connsiteX364" fmla="*/ 13441116 w 15732060"/>
              <a:gd name="connsiteY364" fmla="*/ 8753736 h 8839200"/>
              <a:gd name="connsiteX365" fmla="*/ 13440567 w 15732060"/>
              <a:gd name="connsiteY365" fmla="*/ 8753187 h 8839200"/>
              <a:gd name="connsiteX366" fmla="*/ 12695941 w 15732060"/>
              <a:gd name="connsiteY366" fmla="*/ 8008563 h 8839200"/>
              <a:gd name="connsiteX367" fmla="*/ 12695393 w 15732060"/>
              <a:gd name="connsiteY367" fmla="*/ 8008563 h 8839200"/>
              <a:gd name="connsiteX368" fmla="*/ 12429809 w 15732060"/>
              <a:gd name="connsiteY368" fmla="*/ 8008014 h 8839200"/>
              <a:gd name="connsiteX369" fmla="*/ 12034174 w 15732060"/>
              <a:gd name="connsiteY369" fmla="*/ 7612380 h 8839200"/>
              <a:gd name="connsiteX370" fmla="*/ 12034174 w 15732060"/>
              <a:gd name="connsiteY370" fmla="*/ 7389048 h 8839200"/>
              <a:gd name="connsiteX371" fmla="*/ 11936501 w 15732060"/>
              <a:gd name="connsiteY371" fmla="*/ 7291374 h 8839200"/>
              <a:gd name="connsiteX372" fmla="*/ 11934855 w 15732060"/>
              <a:gd name="connsiteY372" fmla="*/ 7266681 h 8839200"/>
              <a:gd name="connsiteX373" fmla="*/ 11921685 w 15732060"/>
              <a:gd name="connsiteY373" fmla="*/ 7261331 h 8839200"/>
              <a:gd name="connsiteX374" fmla="*/ 10926291 w 15732060"/>
              <a:gd name="connsiteY374" fmla="*/ 7069825 h 8839200"/>
              <a:gd name="connsiteX375" fmla="*/ 10913121 w 15732060"/>
              <a:gd name="connsiteY375" fmla="*/ 7075175 h 8839200"/>
              <a:gd name="connsiteX376" fmla="*/ 10913121 w 15732060"/>
              <a:gd name="connsiteY376" fmla="*/ 7101513 h 8839200"/>
              <a:gd name="connsiteX377" fmla="*/ 10937814 w 15732060"/>
              <a:gd name="connsiteY377" fmla="*/ 7103160 h 8839200"/>
              <a:gd name="connsiteX378" fmla="*/ 11034391 w 15732060"/>
              <a:gd name="connsiteY378" fmla="*/ 7199737 h 8839200"/>
              <a:gd name="connsiteX379" fmla="*/ 11034391 w 15732060"/>
              <a:gd name="connsiteY379" fmla="*/ 7423069 h 8839200"/>
              <a:gd name="connsiteX380" fmla="*/ 11431671 w 15732060"/>
              <a:gd name="connsiteY380" fmla="*/ 7820348 h 8839200"/>
              <a:gd name="connsiteX381" fmla="*/ 11431671 w 15732060"/>
              <a:gd name="connsiteY381" fmla="*/ 7986614 h 8839200"/>
              <a:gd name="connsiteX382" fmla="*/ 12207024 w 15732060"/>
              <a:gd name="connsiteY382" fmla="*/ 8761966 h 8839200"/>
              <a:gd name="connsiteX383" fmla="*/ 12208671 w 15732060"/>
              <a:gd name="connsiteY383" fmla="*/ 8786660 h 8839200"/>
              <a:gd name="connsiteX384" fmla="*/ 12235010 w 15732060"/>
              <a:gd name="connsiteY384" fmla="*/ 8786660 h 8839200"/>
              <a:gd name="connsiteX385" fmla="*/ 12235010 w 15732060"/>
              <a:gd name="connsiteY385" fmla="*/ 8760321 h 8839200"/>
              <a:gd name="connsiteX386" fmla="*/ 12210316 w 15732060"/>
              <a:gd name="connsiteY386" fmla="*/ 8758675 h 8839200"/>
              <a:gd name="connsiteX387" fmla="*/ 12209768 w 15732060"/>
              <a:gd name="connsiteY387" fmla="*/ 8758126 h 8839200"/>
              <a:gd name="connsiteX388" fmla="*/ 11436059 w 15732060"/>
              <a:gd name="connsiteY388" fmla="*/ 7984418 h 8839200"/>
              <a:gd name="connsiteX389" fmla="*/ 11436059 w 15732060"/>
              <a:gd name="connsiteY389" fmla="*/ 7818154 h 8839200"/>
              <a:gd name="connsiteX390" fmla="*/ 11038780 w 15732060"/>
              <a:gd name="connsiteY390" fmla="*/ 7420874 h 8839200"/>
              <a:gd name="connsiteX391" fmla="*/ 11038780 w 15732060"/>
              <a:gd name="connsiteY391" fmla="*/ 7197541 h 8839200"/>
              <a:gd name="connsiteX392" fmla="*/ 10941106 w 15732060"/>
              <a:gd name="connsiteY392" fmla="*/ 7099867 h 8839200"/>
              <a:gd name="connsiteX393" fmla="*/ 10939461 w 15732060"/>
              <a:gd name="connsiteY393" fmla="*/ 7075175 h 8839200"/>
              <a:gd name="connsiteX394" fmla="*/ 10926291 w 15732060"/>
              <a:gd name="connsiteY394" fmla="*/ 7069825 h 8839200"/>
              <a:gd name="connsiteX395" fmla="*/ 1211592 w 15732060"/>
              <a:gd name="connsiteY395" fmla="*/ 7065298 h 8839200"/>
              <a:gd name="connsiteX396" fmla="*/ 1192936 w 15732060"/>
              <a:gd name="connsiteY396" fmla="*/ 7081759 h 8839200"/>
              <a:gd name="connsiteX397" fmla="*/ 568482 w 15732060"/>
              <a:gd name="connsiteY397" fmla="*/ 7081759 h 8839200"/>
              <a:gd name="connsiteX398" fmla="*/ 427460 w 15732060"/>
              <a:gd name="connsiteY398" fmla="*/ 7222782 h 8839200"/>
              <a:gd name="connsiteX399" fmla="*/ 427460 w 15732060"/>
              <a:gd name="connsiteY399" fmla="*/ 7362709 h 8839200"/>
              <a:gd name="connsiteX400" fmla="*/ 317164 w 15732060"/>
              <a:gd name="connsiteY400" fmla="*/ 7473004 h 8839200"/>
              <a:gd name="connsiteX401" fmla="*/ 292472 w 15732060"/>
              <a:gd name="connsiteY401" fmla="*/ 7474650 h 8839200"/>
              <a:gd name="connsiteX402" fmla="*/ 292472 w 15732060"/>
              <a:gd name="connsiteY402" fmla="*/ 7500989 h 8839200"/>
              <a:gd name="connsiteX403" fmla="*/ 318810 w 15732060"/>
              <a:gd name="connsiteY403" fmla="*/ 7500989 h 8839200"/>
              <a:gd name="connsiteX404" fmla="*/ 320456 w 15732060"/>
              <a:gd name="connsiteY404" fmla="*/ 7476295 h 8839200"/>
              <a:gd name="connsiteX405" fmla="*/ 431848 w 15732060"/>
              <a:gd name="connsiteY405" fmla="*/ 7364903 h 8839200"/>
              <a:gd name="connsiteX406" fmla="*/ 431848 w 15732060"/>
              <a:gd name="connsiteY406" fmla="*/ 7224977 h 8839200"/>
              <a:gd name="connsiteX407" fmla="*/ 432398 w 15732060"/>
              <a:gd name="connsiteY407" fmla="*/ 7224429 h 8839200"/>
              <a:gd name="connsiteX408" fmla="*/ 570678 w 15732060"/>
              <a:gd name="connsiteY408" fmla="*/ 7086150 h 8839200"/>
              <a:gd name="connsiteX409" fmla="*/ 1192936 w 15732060"/>
              <a:gd name="connsiteY409" fmla="*/ 7086150 h 8839200"/>
              <a:gd name="connsiteX410" fmla="*/ 1211592 w 15732060"/>
              <a:gd name="connsiteY410" fmla="*/ 7102611 h 8839200"/>
              <a:gd name="connsiteX411" fmla="*/ 1230249 w 15732060"/>
              <a:gd name="connsiteY411" fmla="*/ 7083954 h 8839200"/>
              <a:gd name="connsiteX412" fmla="*/ 1211592 w 15732060"/>
              <a:gd name="connsiteY412" fmla="*/ 7065298 h 8839200"/>
              <a:gd name="connsiteX413" fmla="*/ 10149290 w 15732060"/>
              <a:gd name="connsiteY413" fmla="*/ 7048973 h 8839200"/>
              <a:gd name="connsiteX414" fmla="*/ 10136121 w 15732060"/>
              <a:gd name="connsiteY414" fmla="*/ 7054323 h 8839200"/>
              <a:gd name="connsiteX415" fmla="*/ 10136121 w 15732060"/>
              <a:gd name="connsiteY415" fmla="*/ 7080662 h 8839200"/>
              <a:gd name="connsiteX416" fmla="*/ 10160814 w 15732060"/>
              <a:gd name="connsiteY416" fmla="*/ 7082308 h 8839200"/>
              <a:gd name="connsiteX417" fmla="*/ 10562483 w 15732060"/>
              <a:gd name="connsiteY417" fmla="*/ 7483978 h 8839200"/>
              <a:gd name="connsiteX418" fmla="*/ 10562483 w 15732060"/>
              <a:gd name="connsiteY418" fmla="*/ 7778645 h 8839200"/>
              <a:gd name="connsiteX419" fmla="*/ 10879101 w 15732060"/>
              <a:gd name="connsiteY419" fmla="*/ 8095261 h 8839200"/>
              <a:gd name="connsiteX420" fmla="*/ 10880746 w 15732060"/>
              <a:gd name="connsiteY420" fmla="*/ 8119954 h 8839200"/>
              <a:gd name="connsiteX421" fmla="*/ 10907085 w 15732060"/>
              <a:gd name="connsiteY421" fmla="*/ 8119954 h 8839200"/>
              <a:gd name="connsiteX422" fmla="*/ 10907085 w 15732060"/>
              <a:gd name="connsiteY422" fmla="*/ 8093615 h 8839200"/>
              <a:gd name="connsiteX423" fmla="*/ 10882392 w 15732060"/>
              <a:gd name="connsiteY423" fmla="*/ 8091969 h 8839200"/>
              <a:gd name="connsiteX424" fmla="*/ 10566874 w 15732060"/>
              <a:gd name="connsiteY424" fmla="*/ 7776999 h 8839200"/>
              <a:gd name="connsiteX425" fmla="*/ 10566874 w 15732060"/>
              <a:gd name="connsiteY425" fmla="*/ 7482332 h 8839200"/>
              <a:gd name="connsiteX426" fmla="*/ 10164106 w 15732060"/>
              <a:gd name="connsiteY426" fmla="*/ 7079565 h 8839200"/>
              <a:gd name="connsiteX427" fmla="*/ 10162460 w 15732060"/>
              <a:gd name="connsiteY427" fmla="*/ 7054872 h 8839200"/>
              <a:gd name="connsiteX428" fmla="*/ 10162460 w 15732060"/>
              <a:gd name="connsiteY428" fmla="*/ 7054323 h 8839200"/>
              <a:gd name="connsiteX429" fmla="*/ 10149290 w 15732060"/>
              <a:gd name="connsiteY429" fmla="*/ 7048973 h 8839200"/>
              <a:gd name="connsiteX430" fmla="*/ 3696238 w 15732060"/>
              <a:gd name="connsiteY430" fmla="*/ 6827149 h 8839200"/>
              <a:gd name="connsiteX431" fmla="*/ 3677581 w 15732060"/>
              <a:gd name="connsiteY431" fmla="*/ 6843611 h 8839200"/>
              <a:gd name="connsiteX432" fmla="*/ 3053128 w 15732060"/>
              <a:gd name="connsiteY432" fmla="*/ 6843611 h 8839200"/>
              <a:gd name="connsiteX433" fmla="*/ 2962587 w 15732060"/>
              <a:gd name="connsiteY433" fmla="*/ 6934151 h 8839200"/>
              <a:gd name="connsiteX434" fmla="*/ 2937894 w 15732060"/>
              <a:gd name="connsiteY434" fmla="*/ 6935798 h 8839200"/>
              <a:gd name="connsiteX435" fmla="*/ 2937894 w 15732060"/>
              <a:gd name="connsiteY435" fmla="*/ 6962136 h 8839200"/>
              <a:gd name="connsiteX436" fmla="*/ 2964233 w 15732060"/>
              <a:gd name="connsiteY436" fmla="*/ 6962136 h 8839200"/>
              <a:gd name="connsiteX437" fmla="*/ 2965880 w 15732060"/>
              <a:gd name="connsiteY437" fmla="*/ 6937444 h 8839200"/>
              <a:gd name="connsiteX438" fmla="*/ 3054773 w 15732060"/>
              <a:gd name="connsiteY438" fmla="*/ 6848549 h 8839200"/>
              <a:gd name="connsiteX439" fmla="*/ 3677032 w 15732060"/>
              <a:gd name="connsiteY439" fmla="*/ 6848549 h 8839200"/>
              <a:gd name="connsiteX440" fmla="*/ 3677581 w 15732060"/>
              <a:gd name="connsiteY440" fmla="*/ 6848001 h 8839200"/>
              <a:gd name="connsiteX441" fmla="*/ 3696238 w 15732060"/>
              <a:gd name="connsiteY441" fmla="*/ 6864463 h 8839200"/>
              <a:gd name="connsiteX442" fmla="*/ 3714895 w 15732060"/>
              <a:gd name="connsiteY442" fmla="*/ 6845806 h 8839200"/>
              <a:gd name="connsiteX443" fmla="*/ 3696238 w 15732060"/>
              <a:gd name="connsiteY443" fmla="*/ 6827149 h 8839200"/>
              <a:gd name="connsiteX444" fmla="*/ 9514411 w 15732060"/>
              <a:gd name="connsiteY444" fmla="*/ 6708760 h 8839200"/>
              <a:gd name="connsiteX445" fmla="*/ 9501242 w 15732060"/>
              <a:gd name="connsiteY445" fmla="*/ 6714111 h 8839200"/>
              <a:gd name="connsiteX446" fmla="*/ 9501242 w 15732060"/>
              <a:gd name="connsiteY446" fmla="*/ 6740450 h 8839200"/>
              <a:gd name="connsiteX447" fmla="*/ 9525934 w 15732060"/>
              <a:gd name="connsiteY447" fmla="*/ 6742096 h 8839200"/>
              <a:gd name="connsiteX448" fmla="*/ 10158070 w 15732060"/>
              <a:gd name="connsiteY448" fmla="*/ 7374232 h 8839200"/>
              <a:gd name="connsiteX449" fmla="*/ 10158070 w 15732060"/>
              <a:gd name="connsiteY449" fmla="*/ 7897171 h 8839200"/>
              <a:gd name="connsiteX450" fmla="*/ 10566325 w 15732060"/>
              <a:gd name="connsiteY450" fmla="*/ 8305425 h 8839200"/>
              <a:gd name="connsiteX451" fmla="*/ 10566874 w 15732060"/>
              <a:gd name="connsiteY451" fmla="*/ 8305425 h 8839200"/>
              <a:gd name="connsiteX452" fmla="*/ 11109018 w 15732060"/>
              <a:gd name="connsiteY452" fmla="*/ 8305973 h 8839200"/>
              <a:gd name="connsiteX453" fmla="*/ 11354300 w 15732060"/>
              <a:gd name="connsiteY453" fmla="*/ 8551255 h 8839200"/>
              <a:gd name="connsiteX454" fmla="*/ 11354300 w 15732060"/>
              <a:gd name="connsiteY454" fmla="*/ 8765808 h 8839200"/>
              <a:gd name="connsiteX455" fmla="*/ 11337837 w 15732060"/>
              <a:gd name="connsiteY455" fmla="*/ 8784465 h 8839200"/>
              <a:gd name="connsiteX456" fmla="*/ 11356494 w 15732060"/>
              <a:gd name="connsiteY456" fmla="*/ 8803121 h 8839200"/>
              <a:gd name="connsiteX457" fmla="*/ 11375152 w 15732060"/>
              <a:gd name="connsiteY457" fmla="*/ 8784465 h 8839200"/>
              <a:gd name="connsiteX458" fmla="*/ 11370419 w 15732060"/>
              <a:gd name="connsiteY458" fmla="*/ 8771639 h 8839200"/>
              <a:gd name="connsiteX459" fmla="*/ 11359238 w 15732060"/>
              <a:gd name="connsiteY459" fmla="*/ 8766081 h 8839200"/>
              <a:gd name="connsiteX460" fmla="*/ 11359238 w 15732060"/>
              <a:gd name="connsiteY460" fmla="*/ 8766357 h 8839200"/>
              <a:gd name="connsiteX461" fmla="*/ 11358689 w 15732060"/>
              <a:gd name="connsiteY461" fmla="*/ 8765808 h 8839200"/>
              <a:gd name="connsiteX462" fmla="*/ 11359238 w 15732060"/>
              <a:gd name="connsiteY462" fmla="*/ 8766081 h 8839200"/>
              <a:gd name="connsiteX463" fmla="*/ 11359238 w 15732060"/>
              <a:gd name="connsiteY463" fmla="*/ 8549609 h 8839200"/>
              <a:gd name="connsiteX464" fmla="*/ 11111762 w 15732060"/>
              <a:gd name="connsiteY464" fmla="*/ 8302133 h 8839200"/>
              <a:gd name="connsiteX465" fmla="*/ 11111212 w 15732060"/>
              <a:gd name="connsiteY465" fmla="*/ 8302133 h 8839200"/>
              <a:gd name="connsiteX466" fmla="*/ 10569068 w 15732060"/>
              <a:gd name="connsiteY466" fmla="*/ 8301584 h 8839200"/>
              <a:gd name="connsiteX467" fmla="*/ 10163009 w 15732060"/>
              <a:gd name="connsiteY467" fmla="*/ 7895525 h 8839200"/>
              <a:gd name="connsiteX468" fmla="*/ 10163009 w 15732060"/>
              <a:gd name="connsiteY468" fmla="*/ 7372586 h 8839200"/>
              <a:gd name="connsiteX469" fmla="*/ 9529227 w 15732060"/>
              <a:gd name="connsiteY469" fmla="*/ 6738804 h 8839200"/>
              <a:gd name="connsiteX470" fmla="*/ 9527580 w 15732060"/>
              <a:gd name="connsiteY470" fmla="*/ 6714111 h 8839200"/>
              <a:gd name="connsiteX471" fmla="*/ 9514411 w 15732060"/>
              <a:gd name="connsiteY471" fmla="*/ 6708760 h 8839200"/>
              <a:gd name="connsiteX472" fmla="*/ 4474336 w 15732060"/>
              <a:gd name="connsiteY472" fmla="*/ 6454151 h 8839200"/>
              <a:gd name="connsiteX473" fmla="*/ 4461166 w 15732060"/>
              <a:gd name="connsiteY473" fmla="*/ 6459501 h 8839200"/>
              <a:gd name="connsiteX474" fmla="*/ 4459520 w 15732060"/>
              <a:gd name="connsiteY474" fmla="*/ 6484193 h 8839200"/>
              <a:gd name="connsiteX475" fmla="*/ 4294352 w 15732060"/>
              <a:gd name="connsiteY475" fmla="*/ 6649361 h 8839200"/>
              <a:gd name="connsiteX476" fmla="*/ 3558507 w 15732060"/>
              <a:gd name="connsiteY476" fmla="*/ 6649361 h 8839200"/>
              <a:gd name="connsiteX477" fmla="*/ 3539850 w 15732060"/>
              <a:gd name="connsiteY477" fmla="*/ 6632899 h 8839200"/>
              <a:gd name="connsiteX478" fmla="*/ 3521193 w 15732060"/>
              <a:gd name="connsiteY478" fmla="*/ 6651556 h 8839200"/>
              <a:gd name="connsiteX479" fmla="*/ 3539850 w 15732060"/>
              <a:gd name="connsiteY479" fmla="*/ 6670213 h 8839200"/>
              <a:gd name="connsiteX480" fmla="*/ 3558507 w 15732060"/>
              <a:gd name="connsiteY480" fmla="*/ 6653750 h 8839200"/>
              <a:gd name="connsiteX481" fmla="*/ 4296547 w 15732060"/>
              <a:gd name="connsiteY481" fmla="*/ 6653750 h 8839200"/>
              <a:gd name="connsiteX482" fmla="*/ 4462813 w 15732060"/>
              <a:gd name="connsiteY482" fmla="*/ 6487486 h 8839200"/>
              <a:gd name="connsiteX483" fmla="*/ 4462812 w 15732060"/>
              <a:gd name="connsiteY483" fmla="*/ 6487486 h 8839200"/>
              <a:gd name="connsiteX484" fmla="*/ 4463362 w 15732060"/>
              <a:gd name="connsiteY484" fmla="*/ 6486937 h 8839200"/>
              <a:gd name="connsiteX485" fmla="*/ 4462813 w 15732060"/>
              <a:gd name="connsiteY485" fmla="*/ 6487486 h 8839200"/>
              <a:gd name="connsiteX486" fmla="*/ 4475364 w 15732060"/>
              <a:gd name="connsiteY486" fmla="*/ 6491189 h 8839200"/>
              <a:gd name="connsiteX487" fmla="*/ 4487505 w 15732060"/>
              <a:gd name="connsiteY487" fmla="*/ 6485840 h 8839200"/>
              <a:gd name="connsiteX488" fmla="*/ 4487505 w 15732060"/>
              <a:gd name="connsiteY488" fmla="*/ 6459501 h 8839200"/>
              <a:gd name="connsiteX489" fmla="*/ 4474336 w 15732060"/>
              <a:gd name="connsiteY489" fmla="*/ 6454151 h 8839200"/>
              <a:gd name="connsiteX490" fmla="*/ 2861072 w 15732060"/>
              <a:gd name="connsiteY490" fmla="*/ 6399141 h 8839200"/>
              <a:gd name="connsiteX491" fmla="*/ 2842416 w 15732060"/>
              <a:gd name="connsiteY491" fmla="*/ 6417798 h 8839200"/>
              <a:gd name="connsiteX492" fmla="*/ 2858877 w 15732060"/>
              <a:gd name="connsiteY492" fmla="*/ 6436454 h 8839200"/>
              <a:gd name="connsiteX493" fmla="*/ 2858877 w 15732060"/>
              <a:gd name="connsiteY493" fmla="*/ 6778312 h 8839200"/>
              <a:gd name="connsiteX494" fmla="*/ 2574086 w 15732060"/>
              <a:gd name="connsiteY494" fmla="*/ 7063102 h 8839200"/>
              <a:gd name="connsiteX495" fmla="*/ 1833852 w 15732060"/>
              <a:gd name="connsiteY495" fmla="*/ 7063102 h 8839200"/>
              <a:gd name="connsiteX496" fmla="*/ 1090324 w 15732060"/>
              <a:gd name="connsiteY496" fmla="*/ 7806630 h 8839200"/>
              <a:gd name="connsiteX497" fmla="*/ 60908 w 15732060"/>
              <a:gd name="connsiteY497" fmla="*/ 7806630 h 8839200"/>
              <a:gd name="connsiteX498" fmla="*/ 42250 w 15732060"/>
              <a:gd name="connsiteY498" fmla="*/ 7790168 h 8839200"/>
              <a:gd name="connsiteX499" fmla="*/ 23594 w 15732060"/>
              <a:gd name="connsiteY499" fmla="*/ 7808826 h 8839200"/>
              <a:gd name="connsiteX500" fmla="*/ 42250 w 15732060"/>
              <a:gd name="connsiteY500" fmla="*/ 7827483 h 8839200"/>
              <a:gd name="connsiteX501" fmla="*/ 60908 w 15732060"/>
              <a:gd name="connsiteY501" fmla="*/ 7811020 h 8839200"/>
              <a:gd name="connsiteX502" fmla="*/ 1091970 w 15732060"/>
              <a:gd name="connsiteY502" fmla="*/ 7811020 h 8839200"/>
              <a:gd name="connsiteX503" fmla="*/ 1835498 w 15732060"/>
              <a:gd name="connsiteY503" fmla="*/ 7067493 h 8839200"/>
              <a:gd name="connsiteX504" fmla="*/ 1835498 w 15732060"/>
              <a:gd name="connsiteY504" fmla="*/ 7068042 h 8839200"/>
              <a:gd name="connsiteX505" fmla="*/ 2575733 w 15732060"/>
              <a:gd name="connsiteY505" fmla="*/ 7068042 h 8839200"/>
              <a:gd name="connsiteX506" fmla="*/ 2863267 w 15732060"/>
              <a:gd name="connsiteY506" fmla="*/ 6780507 h 8839200"/>
              <a:gd name="connsiteX507" fmla="*/ 2863267 w 15732060"/>
              <a:gd name="connsiteY507" fmla="*/ 6436454 h 8839200"/>
              <a:gd name="connsiteX508" fmla="*/ 2879729 w 15732060"/>
              <a:gd name="connsiteY508" fmla="*/ 6417798 h 8839200"/>
              <a:gd name="connsiteX509" fmla="*/ 2861072 w 15732060"/>
              <a:gd name="connsiteY509" fmla="*/ 6399141 h 8839200"/>
              <a:gd name="connsiteX510" fmla="*/ 3111561 w 15732060"/>
              <a:gd name="connsiteY510" fmla="*/ 6398704 h 8839200"/>
              <a:gd name="connsiteX511" fmla="*/ 3098603 w 15732060"/>
              <a:gd name="connsiteY511" fmla="*/ 6404009 h 8839200"/>
              <a:gd name="connsiteX512" fmla="*/ 3093184 w 15732060"/>
              <a:gd name="connsiteY512" fmla="*/ 6417246 h 8839200"/>
              <a:gd name="connsiteX513" fmla="*/ 3109647 w 15732060"/>
              <a:gd name="connsiteY513" fmla="*/ 6435904 h 8839200"/>
              <a:gd name="connsiteX514" fmla="*/ 3109647 w 15732060"/>
              <a:gd name="connsiteY514" fmla="*/ 6726181 h 8839200"/>
              <a:gd name="connsiteX515" fmla="*/ 2526348 w 15732060"/>
              <a:gd name="connsiteY515" fmla="*/ 7309480 h 8839200"/>
              <a:gd name="connsiteX516" fmla="*/ 2231680 w 15732060"/>
              <a:gd name="connsiteY516" fmla="*/ 7309480 h 8839200"/>
              <a:gd name="connsiteX517" fmla="*/ 2131812 w 15732060"/>
              <a:gd name="connsiteY517" fmla="*/ 7209611 h 8839200"/>
              <a:gd name="connsiteX518" fmla="*/ 2131263 w 15732060"/>
              <a:gd name="connsiteY518" fmla="*/ 7209611 h 8839200"/>
              <a:gd name="connsiteX519" fmla="*/ 2021516 w 15732060"/>
              <a:gd name="connsiteY519" fmla="*/ 7209063 h 8839200"/>
              <a:gd name="connsiteX520" fmla="*/ 1603934 w 15732060"/>
              <a:gd name="connsiteY520" fmla="*/ 7626645 h 8839200"/>
              <a:gd name="connsiteX521" fmla="*/ 1396514 w 15732060"/>
              <a:gd name="connsiteY521" fmla="*/ 7626645 h 8839200"/>
              <a:gd name="connsiteX522" fmla="*/ 557508 w 15732060"/>
              <a:gd name="connsiteY522" fmla="*/ 8465652 h 8839200"/>
              <a:gd name="connsiteX523" fmla="*/ 52676 w 15732060"/>
              <a:gd name="connsiteY523" fmla="*/ 8465652 h 8839200"/>
              <a:gd name="connsiteX524" fmla="*/ 34020 w 15732060"/>
              <a:gd name="connsiteY524" fmla="*/ 8449189 h 8839200"/>
              <a:gd name="connsiteX525" fmla="*/ 15364 w 15732060"/>
              <a:gd name="connsiteY525" fmla="*/ 8467846 h 8839200"/>
              <a:gd name="connsiteX526" fmla="*/ 34020 w 15732060"/>
              <a:gd name="connsiteY526" fmla="*/ 8486503 h 8839200"/>
              <a:gd name="connsiteX527" fmla="*/ 52676 w 15732060"/>
              <a:gd name="connsiteY527" fmla="*/ 8470042 h 8839200"/>
              <a:gd name="connsiteX528" fmla="*/ 559154 w 15732060"/>
              <a:gd name="connsiteY528" fmla="*/ 8470042 h 8839200"/>
              <a:gd name="connsiteX529" fmla="*/ 1398161 w 15732060"/>
              <a:gd name="connsiteY529" fmla="*/ 7631035 h 8839200"/>
              <a:gd name="connsiteX530" fmla="*/ 1605580 w 15732060"/>
              <a:gd name="connsiteY530" fmla="*/ 7631035 h 8839200"/>
              <a:gd name="connsiteX531" fmla="*/ 2023163 w 15732060"/>
              <a:gd name="connsiteY531" fmla="*/ 7213452 h 8839200"/>
              <a:gd name="connsiteX532" fmla="*/ 2128519 w 15732060"/>
              <a:gd name="connsiteY532" fmla="*/ 7213452 h 8839200"/>
              <a:gd name="connsiteX533" fmla="*/ 2228387 w 15732060"/>
              <a:gd name="connsiteY533" fmla="*/ 7313321 h 8839200"/>
              <a:gd name="connsiteX534" fmla="*/ 2228936 w 15732060"/>
              <a:gd name="connsiteY534" fmla="*/ 7313321 h 8839200"/>
              <a:gd name="connsiteX535" fmla="*/ 2527445 w 15732060"/>
              <a:gd name="connsiteY535" fmla="*/ 7313870 h 8839200"/>
              <a:gd name="connsiteX536" fmla="*/ 3113488 w 15732060"/>
              <a:gd name="connsiteY536" fmla="*/ 6727827 h 8839200"/>
              <a:gd name="connsiteX537" fmla="*/ 3113488 w 15732060"/>
              <a:gd name="connsiteY537" fmla="*/ 6435904 h 8839200"/>
              <a:gd name="connsiteX538" fmla="*/ 3129950 w 15732060"/>
              <a:gd name="connsiteY538" fmla="*/ 6417246 h 8839200"/>
              <a:gd name="connsiteX539" fmla="*/ 3124531 w 15732060"/>
              <a:gd name="connsiteY539" fmla="*/ 6404215 h 8839200"/>
              <a:gd name="connsiteX540" fmla="*/ 2945028 w 15732060"/>
              <a:gd name="connsiteY540" fmla="*/ 6398590 h 8839200"/>
              <a:gd name="connsiteX541" fmla="*/ 2926371 w 15732060"/>
              <a:gd name="connsiteY541" fmla="*/ 6417246 h 8839200"/>
              <a:gd name="connsiteX542" fmla="*/ 2942832 w 15732060"/>
              <a:gd name="connsiteY542" fmla="*/ 6435904 h 8839200"/>
              <a:gd name="connsiteX543" fmla="*/ 2942832 w 15732060"/>
              <a:gd name="connsiteY543" fmla="*/ 6599974 h 8839200"/>
              <a:gd name="connsiteX544" fmla="*/ 2926371 w 15732060"/>
              <a:gd name="connsiteY544" fmla="*/ 6618630 h 8839200"/>
              <a:gd name="connsiteX545" fmla="*/ 2945028 w 15732060"/>
              <a:gd name="connsiteY545" fmla="*/ 6637287 h 8839200"/>
              <a:gd name="connsiteX546" fmla="*/ 2963685 w 15732060"/>
              <a:gd name="connsiteY546" fmla="*/ 6618630 h 8839200"/>
              <a:gd name="connsiteX547" fmla="*/ 2947223 w 15732060"/>
              <a:gd name="connsiteY547" fmla="*/ 6599974 h 8839200"/>
              <a:gd name="connsiteX548" fmla="*/ 2947223 w 15732060"/>
              <a:gd name="connsiteY548" fmla="*/ 6435904 h 8839200"/>
              <a:gd name="connsiteX549" fmla="*/ 2963685 w 15732060"/>
              <a:gd name="connsiteY549" fmla="*/ 6417246 h 8839200"/>
              <a:gd name="connsiteX550" fmla="*/ 2945028 w 15732060"/>
              <a:gd name="connsiteY550" fmla="*/ 6398590 h 8839200"/>
              <a:gd name="connsiteX551" fmla="*/ 3028983 w 15732060"/>
              <a:gd name="connsiteY551" fmla="*/ 6398590 h 8839200"/>
              <a:gd name="connsiteX552" fmla="*/ 3010326 w 15732060"/>
              <a:gd name="connsiteY552" fmla="*/ 6417246 h 8839200"/>
              <a:gd name="connsiteX553" fmla="*/ 3026789 w 15732060"/>
              <a:gd name="connsiteY553" fmla="*/ 6435904 h 8839200"/>
              <a:gd name="connsiteX554" fmla="*/ 3026789 w 15732060"/>
              <a:gd name="connsiteY554" fmla="*/ 6710817 h 8839200"/>
              <a:gd name="connsiteX555" fmla="*/ 2603718 w 15732060"/>
              <a:gd name="connsiteY555" fmla="*/ 7133887 h 8839200"/>
              <a:gd name="connsiteX556" fmla="*/ 1999018 w 15732060"/>
              <a:gd name="connsiteY556" fmla="*/ 7133887 h 8839200"/>
              <a:gd name="connsiteX557" fmla="*/ 1713131 w 15732060"/>
              <a:gd name="connsiteY557" fmla="*/ 7419775 h 8839200"/>
              <a:gd name="connsiteX558" fmla="*/ 1688438 w 15732060"/>
              <a:gd name="connsiteY558" fmla="*/ 7421420 h 8839200"/>
              <a:gd name="connsiteX559" fmla="*/ 1688438 w 15732060"/>
              <a:gd name="connsiteY559" fmla="*/ 7447759 h 8839200"/>
              <a:gd name="connsiteX560" fmla="*/ 1714777 w 15732060"/>
              <a:gd name="connsiteY560" fmla="*/ 7447759 h 8839200"/>
              <a:gd name="connsiteX561" fmla="*/ 1716423 w 15732060"/>
              <a:gd name="connsiteY561" fmla="*/ 7423066 h 8839200"/>
              <a:gd name="connsiteX562" fmla="*/ 2000665 w 15732060"/>
              <a:gd name="connsiteY562" fmla="*/ 7138825 h 8839200"/>
              <a:gd name="connsiteX563" fmla="*/ 2604815 w 15732060"/>
              <a:gd name="connsiteY563" fmla="*/ 7138825 h 8839200"/>
              <a:gd name="connsiteX564" fmla="*/ 3031178 w 15732060"/>
              <a:gd name="connsiteY564" fmla="*/ 6712463 h 8839200"/>
              <a:gd name="connsiteX565" fmla="*/ 3031178 w 15732060"/>
              <a:gd name="connsiteY565" fmla="*/ 6435904 h 8839200"/>
              <a:gd name="connsiteX566" fmla="*/ 3047640 w 15732060"/>
              <a:gd name="connsiteY566" fmla="*/ 6417246 h 8839200"/>
              <a:gd name="connsiteX567" fmla="*/ 3028983 w 15732060"/>
              <a:gd name="connsiteY567" fmla="*/ 6398590 h 8839200"/>
              <a:gd name="connsiteX568" fmla="*/ 3111841 w 15732060"/>
              <a:gd name="connsiteY568" fmla="*/ 6398590 h 8839200"/>
              <a:gd name="connsiteX569" fmla="*/ 3111292 w 15732060"/>
              <a:gd name="connsiteY569" fmla="*/ 6398590 h 8839200"/>
              <a:gd name="connsiteX570" fmla="*/ 3111561 w 15732060"/>
              <a:gd name="connsiteY570" fmla="*/ 6398704 h 8839200"/>
              <a:gd name="connsiteX571" fmla="*/ 3195248 w 15732060"/>
              <a:gd name="connsiteY571" fmla="*/ 6398590 h 8839200"/>
              <a:gd name="connsiteX572" fmla="*/ 3176591 w 15732060"/>
              <a:gd name="connsiteY572" fmla="*/ 6417246 h 8839200"/>
              <a:gd name="connsiteX573" fmla="*/ 3193054 w 15732060"/>
              <a:gd name="connsiteY573" fmla="*/ 6435904 h 8839200"/>
              <a:gd name="connsiteX574" fmla="*/ 3193054 w 15732060"/>
              <a:gd name="connsiteY574" fmla="*/ 6599974 h 8839200"/>
              <a:gd name="connsiteX575" fmla="*/ 3176591 w 15732060"/>
              <a:gd name="connsiteY575" fmla="*/ 6618630 h 8839200"/>
              <a:gd name="connsiteX576" fmla="*/ 3195248 w 15732060"/>
              <a:gd name="connsiteY576" fmla="*/ 6637287 h 8839200"/>
              <a:gd name="connsiteX577" fmla="*/ 3213905 w 15732060"/>
              <a:gd name="connsiteY577" fmla="*/ 6618630 h 8839200"/>
              <a:gd name="connsiteX578" fmla="*/ 3197443 w 15732060"/>
              <a:gd name="connsiteY578" fmla="*/ 6599974 h 8839200"/>
              <a:gd name="connsiteX579" fmla="*/ 3197443 w 15732060"/>
              <a:gd name="connsiteY579" fmla="*/ 6435904 h 8839200"/>
              <a:gd name="connsiteX580" fmla="*/ 3213905 w 15732060"/>
              <a:gd name="connsiteY580" fmla="*/ 6417246 h 8839200"/>
              <a:gd name="connsiteX581" fmla="*/ 3195248 w 15732060"/>
              <a:gd name="connsiteY581" fmla="*/ 6398590 h 8839200"/>
              <a:gd name="connsiteX582" fmla="*/ 3278654 w 15732060"/>
              <a:gd name="connsiteY582" fmla="*/ 6398590 h 8839200"/>
              <a:gd name="connsiteX583" fmla="*/ 3259998 w 15732060"/>
              <a:gd name="connsiteY583" fmla="*/ 6417246 h 8839200"/>
              <a:gd name="connsiteX584" fmla="*/ 3276460 w 15732060"/>
              <a:gd name="connsiteY584" fmla="*/ 6435904 h 8839200"/>
              <a:gd name="connsiteX585" fmla="*/ 3276460 w 15732060"/>
              <a:gd name="connsiteY585" fmla="*/ 6619728 h 8839200"/>
              <a:gd name="connsiteX586" fmla="*/ 3437786 w 15732060"/>
              <a:gd name="connsiteY586" fmla="*/ 6781054 h 8839200"/>
              <a:gd name="connsiteX587" fmla="*/ 3438335 w 15732060"/>
              <a:gd name="connsiteY587" fmla="*/ 6781054 h 8839200"/>
              <a:gd name="connsiteX588" fmla="*/ 4190094 w 15732060"/>
              <a:gd name="connsiteY588" fmla="*/ 6781604 h 8839200"/>
              <a:gd name="connsiteX589" fmla="*/ 4208751 w 15732060"/>
              <a:gd name="connsiteY589" fmla="*/ 6798065 h 8839200"/>
              <a:gd name="connsiteX590" fmla="*/ 4227408 w 15732060"/>
              <a:gd name="connsiteY590" fmla="*/ 6779408 h 8839200"/>
              <a:gd name="connsiteX591" fmla="*/ 4208751 w 15732060"/>
              <a:gd name="connsiteY591" fmla="*/ 6760751 h 8839200"/>
              <a:gd name="connsiteX592" fmla="*/ 4208202 w 15732060"/>
              <a:gd name="connsiteY592" fmla="*/ 6760203 h 8839200"/>
              <a:gd name="connsiteX593" fmla="*/ 4189546 w 15732060"/>
              <a:gd name="connsiteY593" fmla="*/ 6776664 h 8839200"/>
              <a:gd name="connsiteX594" fmla="*/ 3439981 w 15732060"/>
              <a:gd name="connsiteY594" fmla="*/ 6776664 h 8839200"/>
              <a:gd name="connsiteX595" fmla="*/ 3280850 w 15732060"/>
              <a:gd name="connsiteY595" fmla="*/ 6617533 h 8839200"/>
              <a:gd name="connsiteX596" fmla="*/ 3280850 w 15732060"/>
              <a:gd name="connsiteY596" fmla="*/ 6435904 h 8839200"/>
              <a:gd name="connsiteX597" fmla="*/ 3297312 w 15732060"/>
              <a:gd name="connsiteY597" fmla="*/ 6417246 h 8839200"/>
              <a:gd name="connsiteX598" fmla="*/ 3278654 w 15732060"/>
              <a:gd name="connsiteY598" fmla="*/ 6398590 h 8839200"/>
              <a:gd name="connsiteX599" fmla="*/ 2805102 w 15732060"/>
              <a:gd name="connsiteY599" fmla="*/ 6343170 h 8839200"/>
              <a:gd name="connsiteX600" fmla="*/ 2786445 w 15732060"/>
              <a:gd name="connsiteY600" fmla="*/ 6359632 h 8839200"/>
              <a:gd name="connsiteX601" fmla="*/ 2069805 w 15732060"/>
              <a:gd name="connsiteY601" fmla="*/ 6359632 h 8839200"/>
              <a:gd name="connsiteX602" fmla="*/ 785230 w 15732060"/>
              <a:gd name="connsiteY602" fmla="*/ 7644207 h 8839200"/>
              <a:gd name="connsiteX603" fmla="*/ 50482 w 15732060"/>
              <a:gd name="connsiteY603" fmla="*/ 7644207 h 8839200"/>
              <a:gd name="connsiteX604" fmla="*/ 31826 w 15732060"/>
              <a:gd name="connsiteY604" fmla="*/ 7627744 h 8839200"/>
              <a:gd name="connsiteX605" fmla="*/ 13168 w 15732060"/>
              <a:gd name="connsiteY605" fmla="*/ 7646401 h 8839200"/>
              <a:gd name="connsiteX606" fmla="*/ 31826 w 15732060"/>
              <a:gd name="connsiteY606" fmla="*/ 7665059 h 8839200"/>
              <a:gd name="connsiteX607" fmla="*/ 50482 w 15732060"/>
              <a:gd name="connsiteY607" fmla="*/ 7648597 h 8839200"/>
              <a:gd name="connsiteX608" fmla="*/ 787426 w 15732060"/>
              <a:gd name="connsiteY608" fmla="*/ 7648597 h 8839200"/>
              <a:gd name="connsiteX609" fmla="*/ 2072000 w 15732060"/>
              <a:gd name="connsiteY609" fmla="*/ 6364021 h 8839200"/>
              <a:gd name="connsiteX610" fmla="*/ 2786445 w 15732060"/>
              <a:gd name="connsiteY610" fmla="*/ 6364021 h 8839200"/>
              <a:gd name="connsiteX611" fmla="*/ 2805102 w 15732060"/>
              <a:gd name="connsiteY611" fmla="*/ 6380484 h 8839200"/>
              <a:gd name="connsiteX612" fmla="*/ 2823759 w 15732060"/>
              <a:gd name="connsiteY612" fmla="*/ 6361827 h 8839200"/>
              <a:gd name="connsiteX613" fmla="*/ 2805102 w 15732060"/>
              <a:gd name="connsiteY613" fmla="*/ 6343170 h 8839200"/>
              <a:gd name="connsiteX614" fmla="*/ 4023829 w 15732060"/>
              <a:gd name="connsiteY614" fmla="*/ 6335623 h 8839200"/>
              <a:gd name="connsiteX615" fmla="*/ 4010660 w 15732060"/>
              <a:gd name="connsiteY615" fmla="*/ 6340973 h 8839200"/>
              <a:gd name="connsiteX616" fmla="*/ 4009014 w 15732060"/>
              <a:gd name="connsiteY616" fmla="*/ 6365667 h 8839200"/>
              <a:gd name="connsiteX617" fmla="*/ 3922314 w 15732060"/>
              <a:gd name="connsiteY617" fmla="*/ 6452366 h 8839200"/>
              <a:gd name="connsiteX618" fmla="*/ 3633134 w 15732060"/>
              <a:gd name="connsiteY618" fmla="*/ 6452366 h 8839200"/>
              <a:gd name="connsiteX619" fmla="*/ 3632584 w 15732060"/>
              <a:gd name="connsiteY619" fmla="*/ 6452914 h 8839200"/>
              <a:gd name="connsiteX620" fmla="*/ 3538753 w 15732060"/>
              <a:gd name="connsiteY620" fmla="*/ 6359082 h 8839200"/>
              <a:gd name="connsiteX621" fmla="*/ 3538203 w 15732060"/>
              <a:gd name="connsiteY621" fmla="*/ 6359082 h 8839200"/>
              <a:gd name="connsiteX622" fmla="*/ 3354379 w 15732060"/>
              <a:gd name="connsiteY622" fmla="*/ 6358532 h 8839200"/>
              <a:gd name="connsiteX623" fmla="*/ 3335723 w 15732060"/>
              <a:gd name="connsiteY623" fmla="*/ 6342071 h 8839200"/>
              <a:gd name="connsiteX624" fmla="*/ 3317066 w 15732060"/>
              <a:gd name="connsiteY624" fmla="*/ 6360727 h 8839200"/>
              <a:gd name="connsiteX625" fmla="*/ 3335723 w 15732060"/>
              <a:gd name="connsiteY625" fmla="*/ 6379384 h 8839200"/>
              <a:gd name="connsiteX626" fmla="*/ 3354379 w 15732060"/>
              <a:gd name="connsiteY626" fmla="*/ 6362923 h 8839200"/>
              <a:gd name="connsiteX627" fmla="*/ 3536009 w 15732060"/>
              <a:gd name="connsiteY627" fmla="*/ 6362923 h 8839200"/>
              <a:gd name="connsiteX628" fmla="*/ 3629842 w 15732060"/>
              <a:gd name="connsiteY628" fmla="*/ 6456755 h 8839200"/>
              <a:gd name="connsiteX629" fmla="*/ 3630390 w 15732060"/>
              <a:gd name="connsiteY629" fmla="*/ 6456755 h 8839200"/>
              <a:gd name="connsiteX630" fmla="*/ 3923960 w 15732060"/>
              <a:gd name="connsiteY630" fmla="*/ 6457304 h 8839200"/>
              <a:gd name="connsiteX631" fmla="*/ 4012306 w 15732060"/>
              <a:gd name="connsiteY631" fmla="*/ 6368958 h 8839200"/>
              <a:gd name="connsiteX632" fmla="*/ 4036998 w 15732060"/>
              <a:gd name="connsiteY632" fmla="*/ 6367312 h 8839200"/>
              <a:gd name="connsiteX633" fmla="*/ 4036998 w 15732060"/>
              <a:gd name="connsiteY633" fmla="*/ 6340973 h 8839200"/>
              <a:gd name="connsiteX634" fmla="*/ 4023829 w 15732060"/>
              <a:gd name="connsiteY634" fmla="*/ 6335623 h 8839200"/>
              <a:gd name="connsiteX635" fmla="*/ 5429672 w 15732060"/>
              <a:gd name="connsiteY635" fmla="*/ 6278558 h 8839200"/>
              <a:gd name="connsiteX636" fmla="*/ 5416503 w 15732060"/>
              <a:gd name="connsiteY636" fmla="*/ 6283907 h 8839200"/>
              <a:gd name="connsiteX637" fmla="*/ 5414856 w 15732060"/>
              <a:gd name="connsiteY637" fmla="*/ 6308601 h 8839200"/>
              <a:gd name="connsiteX638" fmla="*/ 4905088 w 15732060"/>
              <a:gd name="connsiteY638" fmla="*/ 6818369 h 8839200"/>
              <a:gd name="connsiteX639" fmla="*/ 4650477 w 15732060"/>
              <a:gd name="connsiteY639" fmla="*/ 6818369 h 8839200"/>
              <a:gd name="connsiteX640" fmla="*/ 4394770 w 15732060"/>
              <a:gd name="connsiteY640" fmla="*/ 7074077 h 8839200"/>
              <a:gd name="connsiteX641" fmla="*/ 4370077 w 15732060"/>
              <a:gd name="connsiteY641" fmla="*/ 7075724 h 8839200"/>
              <a:gd name="connsiteX642" fmla="*/ 4370077 w 15732060"/>
              <a:gd name="connsiteY642" fmla="*/ 7102062 h 8839200"/>
              <a:gd name="connsiteX643" fmla="*/ 4396416 w 15732060"/>
              <a:gd name="connsiteY643" fmla="*/ 7102062 h 8839200"/>
              <a:gd name="connsiteX644" fmla="*/ 4398062 w 15732060"/>
              <a:gd name="connsiteY644" fmla="*/ 7077370 h 8839200"/>
              <a:gd name="connsiteX645" fmla="*/ 4652124 w 15732060"/>
              <a:gd name="connsiteY645" fmla="*/ 6823309 h 8839200"/>
              <a:gd name="connsiteX646" fmla="*/ 4906734 w 15732060"/>
              <a:gd name="connsiteY646" fmla="*/ 6823309 h 8839200"/>
              <a:gd name="connsiteX647" fmla="*/ 5418150 w 15732060"/>
              <a:gd name="connsiteY647" fmla="*/ 6311892 h 8839200"/>
              <a:gd name="connsiteX648" fmla="*/ 5442842 w 15732060"/>
              <a:gd name="connsiteY648" fmla="*/ 6310246 h 8839200"/>
              <a:gd name="connsiteX649" fmla="*/ 5442842 w 15732060"/>
              <a:gd name="connsiteY649" fmla="*/ 6283907 h 8839200"/>
              <a:gd name="connsiteX650" fmla="*/ 5429672 w 15732060"/>
              <a:gd name="connsiteY650" fmla="*/ 6278558 h 8839200"/>
              <a:gd name="connsiteX651" fmla="*/ 2805102 w 15732060"/>
              <a:gd name="connsiteY651" fmla="*/ 6258664 h 8839200"/>
              <a:gd name="connsiteX652" fmla="*/ 2786445 w 15732060"/>
              <a:gd name="connsiteY652" fmla="*/ 6275126 h 8839200"/>
              <a:gd name="connsiteX653" fmla="*/ 2083523 w 15732060"/>
              <a:gd name="connsiteY653" fmla="*/ 6275126 h 8839200"/>
              <a:gd name="connsiteX654" fmla="*/ 1833851 w 15732060"/>
              <a:gd name="connsiteY654" fmla="*/ 6524798 h 8839200"/>
              <a:gd name="connsiteX655" fmla="*/ 1705448 w 15732060"/>
              <a:gd name="connsiteY655" fmla="*/ 6524798 h 8839200"/>
              <a:gd name="connsiteX656" fmla="*/ 1361944 w 15732060"/>
              <a:gd name="connsiteY656" fmla="*/ 6868302 h 8839200"/>
              <a:gd name="connsiteX657" fmla="*/ 696884 w 15732060"/>
              <a:gd name="connsiteY657" fmla="*/ 6868302 h 8839200"/>
              <a:gd name="connsiteX658" fmla="*/ 467516 w 15732060"/>
              <a:gd name="connsiteY658" fmla="*/ 7097670 h 8839200"/>
              <a:gd name="connsiteX659" fmla="*/ 37312 w 15732060"/>
              <a:gd name="connsiteY659" fmla="*/ 7097670 h 8839200"/>
              <a:gd name="connsiteX660" fmla="*/ 18656 w 15732060"/>
              <a:gd name="connsiteY660" fmla="*/ 7081209 h 8839200"/>
              <a:gd name="connsiteX661" fmla="*/ 0 w 15732060"/>
              <a:gd name="connsiteY661" fmla="*/ 7099866 h 8839200"/>
              <a:gd name="connsiteX662" fmla="*/ 18656 w 15732060"/>
              <a:gd name="connsiteY662" fmla="*/ 7118523 h 8839200"/>
              <a:gd name="connsiteX663" fmla="*/ 37312 w 15732060"/>
              <a:gd name="connsiteY663" fmla="*/ 7102060 h 8839200"/>
              <a:gd name="connsiteX664" fmla="*/ 469162 w 15732060"/>
              <a:gd name="connsiteY664" fmla="*/ 7102060 h 8839200"/>
              <a:gd name="connsiteX665" fmla="*/ 698532 w 15732060"/>
              <a:gd name="connsiteY665" fmla="*/ 6872692 h 8839200"/>
              <a:gd name="connsiteX666" fmla="*/ 1363590 w 15732060"/>
              <a:gd name="connsiteY666" fmla="*/ 6872692 h 8839200"/>
              <a:gd name="connsiteX667" fmla="*/ 1707095 w 15732060"/>
              <a:gd name="connsiteY667" fmla="*/ 6529187 h 8839200"/>
              <a:gd name="connsiteX668" fmla="*/ 1835498 w 15732060"/>
              <a:gd name="connsiteY668" fmla="*/ 6529187 h 8839200"/>
              <a:gd name="connsiteX669" fmla="*/ 2085169 w 15732060"/>
              <a:gd name="connsiteY669" fmla="*/ 6279516 h 8839200"/>
              <a:gd name="connsiteX670" fmla="*/ 2786445 w 15732060"/>
              <a:gd name="connsiteY670" fmla="*/ 6279516 h 8839200"/>
              <a:gd name="connsiteX671" fmla="*/ 2805102 w 15732060"/>
              <a:gd name="connsiteY671" fmla="*/ 6295978 h 8839200"/>
              <a:gd name="connsiteX672" fmla="*/ 2823759 w 15732060"/>
              <a:gd name="connsiteY672" fmla="*/ 6277321 h 8839200"/>
              <a:gd name="connsiteX673" fmla="*/ 2805102 w 15732060"/>
              <a:gd name="connsiteY673" fmla="*/ 6258664 h 8839200"/>
              <a:gd name="connsiteX674" fmla="*/ 2804554 w 15732060"/>
              <a:gd name="connsiteY674" fmla="*/ 6175257 h 8839200"/>
              <a:gd name="connsiteX675" fmla="*/ 2785897 w 15732060"/>
              <a:gd name="connsiteY675" fmla="*/ 6191720 h 8839200"/>
              <a:gd name="connsiteX676" fmla="*/ 2621826 w 15732060"/>
              <a:gd name="connsiteY676" fmla="*/ 6191720 h 8839200"/>
              <a:gd name="connsiteX677" fmla="*/ 2603170 w 15732060"/>
              <a:gd name="connsiteY677" fmla="*/ 6175257 h 8839200"/>
              <a:gd name="connsiteX678" fmla="*/ 2584513 w 15732060"/>
              <a:gd name="connsiteY678" fmla="*/ 6193914 h 8839200"/>
              <a:gd name="connsiteX679" fmla="*/ 2603170 w 15732060"/>
              <a:gd name="connsiteY679" fmla="*/ 6212571 h 8839200"/>
              <a:gd name="connsiteX680" fmla="*/ 2621826 w 15732060"/>
              <a:gd name="connsiteY680" fmla="*/ 6196109 h 8839200"/>
              <a:gd name="connsiteX681" fmla="*/ 2785897 w 15732060"/>
              <a:gd name="connsiteY681" fmla="*/ 6196109 h 8839200"/>
              <a:gd name="connsiteX682" fmla="*/ 2804554 w 15732060"/>
              <a:gd name="connsiteY682" fmla="*/ 6212571 h 8839200"/>
              <a:gd name="connsiteX683" fmla="*/ 2823210 w 15732060"/>
              <a:gd name="connsiteY683" fmla="*/ 6193914 h 8839200"/>
              <a:gd name="connsiteX684" fmla="*/ 2804554 w 15732060"/>
              <a:gd name="connsiteY684" fmla="*/ 6175257 h 8839200"/>
              <a:gd name="connsiteX685" fmla="*/ 5032942 w 15732060"/>
              <a:gd name="connsiteY685" fmla="*/ 6093636 h 8839200"/>
              <a:gd name="connsiteX686" fmla="*/ 5019772 w 15732060"/>
              <a:gd name="connsiteY686" fmla="*/ 6098986 h 8839200"/>
              <a:gd name="connsiteX687" fmla="*/ 5018126 w 15732060"/>
              <a:gd name="connsiteY687" fmla="*/ 6123679 h 8839200"/>
              <a:gd name="connsiteX688" fmla="*/ 4240576 w 15732060"/>
              <a:gd name="connsiteY688" fmla="*/ 6901227 h 8839200"/>
              <a:gd name="connsiteX689" fmla="*/ 3982126 w 15732060"/>
              <a:gd name="connsiteY689" fmla="*/ 6901227 h 8839200"/>
              <a:gd name="connsiteX690" fmla="*/ 3452054 w 15732060"/>
              <a:gd name="connsiteY690" fmla="*/ 7431300 h 8839200"/>
              <a:gd name="connsiteX691" fmla="*/ 2989475 w 15732060"/>
              <a:gd name="connsiteY691" fmla="*/ 7431300 h 8839200"/>
              <a:gd name="connsiteX692" fmla="*/ 1999568 w 15732060"/>
              <a:gd name="connsiteY692" fmla="*/ 8421206 h 8839200"/>
              <a:gd name="connsiteX693" fmla="*/ 1184156 w 15732060"/>
              <a:gd name="connsiteY693" fmla="*/ 8421206 h 8839200"/>
              <a:gd name="connsiteX694" fmla="*/ 807180 w 15732060"/>
              <a:gd name="connsiteY694" fmla="*/ 8798184 h 8839200"/>
              <a:gd name="connsiteX695" fmla="*/ 782486 w 15732060"/>
              <a:gd name="connsiteY695" fmla="*/ 8799830 h 8839200"/>
              <a:gd name="connsiteX696" fmla="*/ 782486 w 15732060"/>
              <a:gd name="connsiteY696" fmla="*/ 8826169 h 8839200"/>
              <a:gd name="connsiteX697" fmla="*/ 808826 w 15732060"/>
              <a:gd name="connsiteY697" fmla="*/ 8826169 h 8839200"/>
              <a:gd name="connsiteX698" fmla="*/ 810472 w 15732060"/>
              <a:gd name="connsiteY698" fmla="*/ 8801475 h 8839200"/>
              <a:gd name="connsiteX699" fmla="*/ 1185802 w 15732060"/>
              <a:gd name="connsiteY699" fmla="*/ 8426145 h 8839200"/>
              <a:gd name="connsiteX700" fmla="*/ 2001214 w 15732060"/>
              <a:gd name="connsiteY700" fmla="*/ 8426145 h 8839200"/>
              <a:gd name="connsiteX701" fmla="*/ 2991121 w 15732060"/>
              <a:gd name="connsiteY701" fmla="*/ 7436238 h 8839200"/>
              <a:gd name="connsiteX702" fmla="*/ 3453699 w 15732060"/>
              <a:gd name="connsiteY702" fmla="*/ 7436238 h 8839200"/>
              <a:gd name="connsiteX703" fmla="*/ 3983772 w 15732060"/>
              <a:gd name="connsiteY703" fmla="*/ 6906167 h 8839200"/>
              <a:gd name="connsiteX704" fmla="*/ 4242224 w 15732060"/>
              <a:gd name="connsiteY704" fmla="*/ 6906167 h 8839200"/>
              <a:gd name="connsiteX705" fmla="*/ 5021418 w 15732060"/>
              <a:gd name="connsiteY705" fmla="*/ 6126971 h 8839200"/>
              <a:gd name="connsiteX706" fmla="*/ 5046112 w 15732060"/>
              <a:gd name="connsiteY706" fmla="*/ 6125325 h 8839200"/>
              <a:gd name="connsiteX707" fmla="*/ 5046112 w 15732060"/>
              <a:gd name="connsiteY707" fmla="*/ 6098986 h 8839200"/>
              <a:gd name="connsiteX708" fmla="*/ 5032942 w 15732060"/>
              <a:gd name="connsiteY708" fmla="*/ 6093636 h 8839200"/>
              <a:gd name="connsiteX709" fmla="*/ 2804554 w 15732060"/>
              <a:gd name="connsiteY709" fmla="*/ 6091851 h 8839200"/>
              <a:gd name="connsiteX710" fmla="*/ 2785897 w 15732060"/>
              <a:gd name="connsiteY710" fmla="*/ 6108312 h 8839200"/>
              <a:gd name="connsiteX711" fmla="*/ 2039076 w 15732060"/>
              <a:gd name="connsiteY711" fmla="*/ 6108312 h 8839200"/>
              <a:gd name="connsiteX712" fmla="*/ 1539184 w 15732060"/>
              <a:gd name="connsiteY712" fmla="*/ 6608204 h 8839200"/>
              <a:gd name="connsiteX713" fmla="*/ 856016 w 15732060"/>
              <a:gd name="connsiteY713" fmla="*/ 6608204 h 8839200"/>
              <a:gd name="connsiteX714" fmla="*/ 609636 w 15732060"/>
              <a:gd name="connsiteY714" fmla="*/ 6854584 h 8839200"/>
              <a:gd name="connsiteX715" fmla="*/ 196444 w 15732060"/>
              <a:gd name="connsiteY715" fmla="*/ 6854584 h 8839200"/>
              <a:gd name="connsiteX716" fmla="*/ 177786 w 15732060"/>
              <a:gd name="connsiteY716" fmla="*/ 6838122 h 8839200"/>
              <a:gd name="connsiteX717" fmla="*/ 159130 w 15732060"/>
              <a:gd name="connsiteY717" fmla="*/ 6856778 h 8839200"/>
              <a:gd name="connsiteX718" fmla="*/ 177786 w 15732060"/>
              <a:gd name="connsiteY718" fmla="*/ 6875435 h 8839200"/>
              <a:gd name="connsiteX719" fmla="*/ 196444 w 15732060"/>
              <a:gd name="connsiteY719" fmla="*/ 6858974 h 8839200"/>
              <a:gd name="connsiteX720" fmla="*/ 611832 w 15732060"/>
              <a:gd name="connsiteY720" fmla="*/ 6858974 h 8839200"/>
              <a:gd name="connsiteX721" fmla="*/ 858212 w 15732060"/>
              <a:gd name="connsiteY721" fmla="*/ 6612594 h 8839200"/>
              <a:gd name="connsiteX722" fmla="*/ 1541379 w 15732060"/>
              <a:gd name="connsiteY722" fmla="*/ 6612594 h 8839200"/>
              <a:gd name="connsiteX723" fmla="*/ 2041271 w 15732060"/>
              <a:gd name="connsiteY723" fmla="*/ 6112703 h 8839200"/>
              <a:gd name="connsiteX724" fmla="*/ 2785897 w 15732060"/>
              <a:gd name="connsiteY724" fmla="*/ 6112703 h 8839200"/>
              <a:gd name="connsiteX725" fmla="*/ 2804554 w 15732060"/>
              <a:gd name="connsiteY725" fmla="*/ 6129164 h 8839200"/>
              <a:gd name="connsiteX726" fmla="*/ 2823210 w 15732060"/>
              <a:gd name="connsiteY726" fmla="*/ 6110508 h 8839200"/>
              <a:gd name="connsiteX727" fmla="*/ 2804554 w 15732060"/>
              <a:gd name="connsiteY727" fmla="*/ 6091851 h 8839200"/>
              <a:gd name="connsiteX728" fmla="*/ 3537106 w 15732060"/>
              <a:gd name="connsiteY728" fmla="*/ 6091851 h 8839200"/>
              <a:gd name="connsiteX729" fmla="*/ 3518449 w 15732060"/>
              <a:gd name="connsiteY729" fmla="*/ 6108312 h 8839200"/>
              <a:gd name="connsiteX730" fmla="*/ 3354379 w 15732060"/>
              <a:gd name="connsiteY730" fmla="*/ 6108312 h 8839200"/>
              <a:gd name="connsiteX731" fmla="*/ 3335723 w 15732060"/>
              <a:gd name="connsiteY731" fmla="*/ 6091851 h 8839200"/>
              <a:gd name="connsiteX732" fmla="*/ 3317066 w 15732060"/>
              <a:gd name="connsiteY732" fmla="*/ 6110508 h 8839200"/>
              <a:gd name="connsiteX733" fmla="*/ 3335723 w 15732060"/>
              <a:gd name="connsiteY733" fmla="*/ 6129164 h 8839200"/>
              <a:gd name="connsiteX734" fmla="*/ 3354379 w 15732060"/>
              <a:gd name="connsiteY734" fmla="*/ 6112703 h 8839200"/>
              <a:gd name="connsiteX735" fmla="*/ 3518449 w 15732060"/>
              <a:gd name="connsiteY735" fmla="*/ 6112703 h 8839200"/>
              <a:gd name="connsiteX736" fmla="*/ 3537106 w 15732060"/>
              <a:gd name="connsiteY736" fmla="*/ 6129164 h 8839200"/>
              <a:gd name="connsiteX737" fmla="*/ 3555763 w 15732060"/>
              <a:gd name="connsiteY737" fmla="*/ 6110508 h 8839200"/>
              <a:gd name="connsiteX738" fmla="*/ 3537106 w 15732060"/>
              <a:gd name="connsiteY738" fmla="*/ 6091851 h 8839200"/>
              <a:gd name="connsiteX739" fmla="*/ 12898423 w 15732060"/>
              <a:gd name="connsiteY739" fmla="*/ 6025593 h 8839200"/>
              <a:gd name="connsiteX740" fmla="*/ 12885254 w 15732060"/>
              <a:gd name="connsiteY740" fmla="*/ 6030944 h 8839200"/>
              <a:gd name="connsiteX741" fmla="*/ 12885254 w 15732060"/>
              <a:gd name="connsiteY741" fmla="*/ 6057283 h 8839200"/>
              <a:gd name="connsiteX742" fmla="*/ 12909946 w 15732060"/>
              <a:gd name="connsiteY742" fmla="*/ 6058928 h 8839200"/>
              <a:gd name="connsiteX743" fmla="*/ 12959881 w 15732060"/>
              <a:gd name="connsiteY743" fmla="*/ 6108862 h 8839200"/>
              <a:gd name="connsiteX744" fmla="*/ 12960428 w 15732060"/>
              <a:gd name="connsiteY744" fmla="*/ 6108862 h 8839200"/>
              <a:gd name="connsiteX745" fmla="*/ 14895795 w 15732060"/>
              <a:gd name="connsiteY745" fmla="*/ 6109412 h 8839200"/>
              <a:gd name="connsiteX746" fmla="*/ 15247532 w 15732060"/>
              <a:gd name="connsiteY746" fmla="*/ 6461147 h 8839200"/>
              <a:gd name="connsiteX747" fmla="*/ 15249178 w 15732060"/>
              <a:gd name="connsiteY747" fmla="*/ 6485840 h 8839200"/>
              <a:gd name="connsiteX748" fmla="*/ 15275517 w 15732060"/>
              <a:gd name="connsiteY748" fmla="*/ 6485840 h 8839200"/>
              <a:gd name="connsiteX749" fmla="*/ 15275517 w 15732060"/>
              <a:gd name="connsiteY749" fmla="*/ 6459501 h 8839200"/>
              <a:gd name="connsiteX750" fmla="*/ 15250825 w 15732060"/>
              <a:gd name="connsiteY750" fmla="*/ 6457855 h 8839200"/>
              <a:gd name="connsiteX751" fmla="*/ 14898539 w 15732060"/>
              <a:gd name="connsiteY751" fmla="*/ 6105571 h 8839200"/>
              <a:gd name="connsiteX752" fmla="*/ 14897992 w 15732060"/>
              <a:gd name="connsiteY752" fmla="*/ 6105571 h 8839200"/>
              <a:gd name="connsiteX753" fmla="*/ 12962625 w 15732060"/>
              <a:gd name="connsiteY753" fmla="*/ 6105022 h 8839200"/>
              <a:gd name="connsiteX754" fmla="*/ 12913239 w 15732060"/>
              <a:gd name="connsiteY754" fmla="*/ 6055636 h 8839200"/>
              <a:gd name="connsiteX755" fmla="*/ 12911593 w 15732060"/>
              <a:gd name="connsiteY755" fmla="*/ 6030944 h 8839200"/>
              <a:gd name="connsiteX756" fmla="*/ 12898423 w 15732060"/>
              <a:gd name="connsiteY756" fmla="*/ 6025593 h 8839200"/>
              <a:gd name="connsiteX757" fmla="*/ 2805102 w 15732060"/>
              <a:gd name="connsiteY757" fmla="*/ 6008444 h 8839200"/>
              <a:gd name="connsiteX758" fmla="*/ 2786445 w 15732060"/>
              <a:gd name="connsiteY758" fmla="*/ 6024906 h 8839200"/>
              <a:gd name="connsiteX759" fmla="*/ 2018774 w 15732060"/>
              <a:gd name="connsiteY759" fmla="*/ 6024906 h 8839200"/>
              <a:gd name="connsiteX760" fmla="*/ 1510650 w 15732060"/>
              <a:gd name="connsiteY760" fmla="*/ 6533028 h 8839200"/>
              <a:gd name="connsiteX761" fmla="*/ 1277989 w 15732060"/>
              <a:gd name="connsiteY761" fmla="*/ 6533028 h 8839200"/>
              <a:gd name="connsiteX762" fmla="*/ 1184156 w 15732060"/>
              <a:gd name="connsiteY762" fmla="*/ 6439196 h 8839200"/>
              <a:gd name="connsiteX763" fmla="*/ 1183608 w 15732060"/>
              <a:gd name="connsiteY763" fmla="*/ 6439196 h 8839200"/>
              <a:gd name="connsiteX764" fmla="*/ 931192 w 15732060"/>
              <a:gd name="connsiteY764" fmla="*/ 6438647 h 8839200"/>
              <a:gd name="connsiteX765" fmla="*/ 686458 w 15732060"/>
              <a:gd name="connsiteY765" fmla="*/ 6683380 h 8839200"/>
              <a:gd name="connsiteX766" fmla="*/ 171752 w 15732060"/>
              <a:gd name="connsiteY766" fmla="*/ 6683380 h 8839200"/>
              <a:gd name="connsiteX767" fmla="*/ 32374 w 15732060"/>
              <a:gd name="connsiteY767" fmla="*/ 6822757 h 8839200"/>
              <a:gd name="connsiteX768" fmla="*/ 7682 w 15732060"/>
              <a:gd name="connsiteY768" fmla="*/ 6824403 h 8839200"/>
              <a:gd name="connsiteX769" fmla="*/ 7682 w 15732060"/>
              <a:gd name="connsiteY769" fmla="*/ 6850743 h 8839200"/>
              <a:gd name="connsiteX770" fmla="*/ 34020 w 15732060"/>
              <a:gd name="connsiteY770" fmla="*/ 6850743 h 8839200"/>
              <a:gd name="connsiteX771" fmla="*/ 34568 w 15732060"/>
              <a:gd name="connsiteY771" fmla="*/ 6850743 h 8839200"/>
              <a:gd name="connsiteX772" fmla="*/ 36216 w 15732060"/>
              <a:gd name="connsiteY772" fmla="*/ 6826050 h 8839200"/>
              <a:gd name="connsiteX773" fmla="*/ 174494 w 15732060"/>
              <a:gd name="connsiteY773" fmla="*/ 6687770 h 8839200"/>
              <a:gd name="connsiteX774" fmla="*/ 688654 w 15732060"/>
              <a:gd name="connsiteY774" fmla="*/ 6687770 h 8839200"/>
              <a:gd name="connsiteX775" fmla="*/ 933388 w 15732060"/>
              <a:gd name="connsiteY775" fmla="*/ 6443037 h 8839200"/>
              <a:gd name="connsiteX776" fmla="*/ 1181412 w 15732060"/>
              <a:gd name="connsiteY776" fmla="*/ 6443037 h 8839200"/>
              <a:gd name="connsiteX777" fmla="*/ 1275245 w 15732060"/>
              <a:gd name="connsiteY777" fmla="*/ 6536870 h 8839200"/>
              <a:gd name="connsiteX778" fmla="*/ 1275794 w 15732060"/>
              <a:gd name="connsiteY778" fmla="*/ 6536870 h 8839200"/>
              <a:gd name="connsiteX779" fmla="*/ 1512845 w 15732060"/>
              <a:gd name="connsiteY779" fmla="*/ 6537419 h 8839200"/>
              <a:gd name="connsiteX780" fmla="*/ 2020968 w 15732060"/>
              <a:gd name="connsiteY780" fmla="*/ 6029295 h 8839200"/>
              <a:gd name="connsiteX781" fmla="*/ 2786445 w 15732060"/>
              <a:gd name="connsiteY781" fmla="*/ 6029295 h 8839200"/>
              <a:gd name="connsiteX782" fmla="*/ 2805102 w 15732060"/>
              <a:gd name="connsiteY782" fmla="*/ 6045757 h 8839200"/>
              <a:gd name="connsiteX783" fmla="*/ 2823759 w 15732060"/>
              <a:gd name="connsiteY783" fmla="*/ 6027101 h 8839200"/>
              <a:gd name="connsiteX784" fmla="*/ 2805102 w 15732060"/>
              <a:gd name="connsiteY784" fmla="*/ 6008444 h 8839200"/>
              <a:gd name="connsiteX785" fmla="*/ 4046876 w 15732060"/>
              <a:gd name="connsiteY785" fmla="*/ 6008444 h 8839200"/>
              <a:gd name="connsiteX786" fmla="*/ 4028219 w 15732060"/>
              <a:gd name="connsiteY786" fmla="*/ 6024906 h 8839200"/>
              <a:gd name="connsiteX787" fmla="*/ 3354379 w 15732060"/>
              <a:gd name="connsiteY787" fmla="*/ 6024906 h 8839200"/>
              <a:gd name="connsiteX788" fmla="*/ 3335723 w 15732060"/>
              <a:gd name="connsiteY788" fmla="*/ 6008444 h 8839200"/>
              <a:gd name="connsiteX789" fmla="*/ 3317066 w 15732060"/>
              <a:gd name="connsiteY789" fmla="*/ 6027101 h 8839200"/>
              <a:gd name="connsiteX790" fmla="*/ 3335723 w 15732060"/>
              <a:gd name="connsiteY790" fmla="*/ 6045757 h 8839200"/>
              <a:gd name="connsiteX791" fmla="*/ 3354379 w 15732060"/>
              <a:gd name="connsiteY791" fmla="*/ 6029295 h 8839200"/>
              <a:gd name="connsiteX792" fmla="*/ 4028219 w 15732060"/>
              <a:gd name="connsiteY792" fmla="*/ 6029295 h 8839200"/>
              <a:gd name="connsiteX793" fmla="*/ 4046876 w 15732060"/>
              <a:gd name="connsiteY793" fmla="*/ 6045757 h 8839200"/>
              <a:gd name="connsiteX794" fmla="*/ 4065533 w 15732060"/>
              <a:gd name="connsiteY794" fmla="*/ 6027101 h 8839200"/>
              <a:gd name="connsiteX795" fmla="*/ 4046876 w 15732060"/>
              <a:gd name="connsiteY795" fmla="*/ 6008444 h 8839200"/>
              <a:gd name="connsiteX796" fmla="*/ 2804004 w 15732060"/>
              <a:gd name="connsiteY796" fmla="*/ 5926136 h 8839200"/>
              <a:gd name="connsiteX797" fmla="*/ 2785348 w 15732060"/>
              <a:gd name="connsiteY797" fmla="*/ 5942599 h 8839200"/>
              <a:gd name="connsiteX798" fmla="*/ 1992983 w 15732060"/>
              <a:gd name="connsiteY798" fmla="*/ 5942599 h 8839200"/>
              <a:gd name="connsiteX799" fmla="*/ 1601739 w 15732060"/>
              <a:gd name="connsiteY799" fmla="*/ 6333841 h 8839200"/>
              <a:gd name="connsiteX800" fmla="*/ 932838 w 15732060"/>
              <a:gd name="connsiteY800" fmla="*/ 6333841 h 8839200"/>
              <a:gd name="connsiteX801" fmla="*/ 706762 w 15732060"/>
              <a:gd name="connsiteY801" fmla="*/ 6559919 h 8839200"/>
              <a:gd name="connsiteX802" fmla="*/ 441726 w 15732060"/>
              <a:gd name="connsiteY802" fmla="*/ 6559919 h 8839200"/>
              <a:gd name="connsiteX803" fmla="*/ 423070 w 15732060"/>
              <a:gd name="connsiteY803" fmla="*/ 6543456 h 8839200"/>
              <a:gd name="connsiteX804" fmla="*/ 404412 w 15732060"/>
              <a:gd name="connsiteY804" fmla="*/ 6562113 h 8839200"/>
              <a:gd name="connsiteX805" fmla="*/ 423070 w 15732060"/>
              <a:gd name="connsiteY805" fmla="*/ 6580770 h 8839200"/>
              <a:gd name="connsiteX806" fmla="*/ 441726 w 15732060"/>
              <a:gd name="connsiteY806" fmla="*/ 6564307 h 8839200"/>
              <a:gd name="connsiteX807" fmla="*/ 708958 w 15732060"/>
              <a:gd name="connsiteY807" fmla="*/ 6564307 h 8839200"/>
              <a:gd name="connsiteX808" fmla="*/ 935034 w 15732060"/>
              <a:gd name="connsiteY808" fmla="*/ 6338232 h 8839200"/>
              <a:gd name="connsiteX809" fmla="*/ 1603934 w 15732060"/>
              <a:gd name="connsiteY809" fmla="*/ 6338232 h 8839200"/>
              <a:gd name="connsiteX810" fmla="*/ 1995178 w 15732060"/>
              <a:gd name="connsiteY810" fmla="*/ 5946987 h 8839200"/>
              <a:gd name="connsiteX811" fmla="*/ 2785348 w 15732060"/>
              <a:gd name="connsiteY811" fmla="*/ 5946987 h 8839200"/>
              <a:gd name="connsiteX812" fmla="*/ 2804004 w 15732060"/>
              <a:gd name="connsiteY812" fmla="*/ 5963450 h 8839200"/>
              <a:gd name="connsiteX813" fmla="*/ 2822662 w 15732060"/>
              <a:gd name="connsiteY813" fmla="*/ 5944793 h 8839200"/>
              <a:gd name="connsiteX814" fmla="*/ 2804004 w 15732060"/>
              <a:gd name="connsiteY814" fmla="*/ 5926136 h 8839200"/>
              <a:gd name="connsiteX815" fmla="*/ 11466789 w 15732060"/>
              <a:gd name="connsiteY815" fmla="*/ 5863170 h 8839200"/>
              <a:gd name="connsiteX816" fmla="*/ 11453620 w 15732060"/>
              <a:gd name="connsiteY816" fmla="*/ 5868520 h 8839200"/>
              <a:gd name="connsiteX817" fmla="*/ 11453620 w 15732060"/>
              <a:gd name="connsiteY817" fmla="*/ 5894858 h 8839200"/>
              <a:gd name="connsiteX818" fmla="*/ 11478312 w 15732060"/>
              <a:gd name="connsiteY818" fmla="*/ 5896505 h 8839200"/>
              <a:gd name="connsiteX819" fmla="*/ 11798770 w 15732060"/>
              <a:gd name="connsiteY819" fmla="*/ 6216962 h 8839200"/>
              <a:gd name="connsiteX820" fmla="*/ 11799319 w 15732060"/>
              <a:gd name="connsiteY820" fmla="*/ 6216962 h 8839200"/>
              <a:gd name="connsiteX821" fmla="*/ 12278359 w 15732060"/>
              <a:gd name="connsiteY821" fmla="*/ 6217512 h 8839200"/>
              <a:gd name="connsiteX822" fmla="*/ 12570284 w 15732060"/>
              <a:gd name="connsiteY822" fmla="*/ 6509985 h 8839200"/>
              <a:gd name="connsiteX823" fmla="*/ 12570831 w 15732060"/>
              <a:gd name="connsiteY823" fmla="*/ 6509985 h 8839200"/>
              <a:gd name="connsiteX824" fmla="*/ 13854309 w 15732060"/>
              <a:gd name="connsiteY824" fmla="*/ 6510533 h 8839200"/>
              <a:gd name="connsiteX825" fmla="*/ 14513881 w 15732060"/>
              <a:gd name="connsiteY825" fmla="*/ 7170105 h 8839200"/>
              <a:gd name="connsiteX826" fmla="*/ 14514429 w 15732060"/>
              <a:gd name="connsiteY826" fmla="*/ 7170105 h 8839200"/>
              <a:gd name="connsiteX827" fmla="*/ 15260152 w 15732060"/>
              <a:gd name="connsiteY827" fmla="*/ 7170654 h 8839200"/>
              <a:gd name="connsiteX828" fmla="*/ 15528481 w 15732060"/>
              <a:gd name="connsiteY828" fmla="*/ 6902325 h 8839200"/>
              <a:gd name="connsiteX829" fmla="*/ 15694745 w 15732060"/>
              <a:gd name="connsiteY829" fmla="*/ 6902325 h 8839200"/>
              <a:gd name="connsiteX830" fmla="*/ 15713402 w 15732060"/>
              <a:gd name="connsiteY830" fmla="*/ 6918787 h 8839200"/>
              <a:gd name="connsiteX831" fmla="*/ 15732060 w 15732060"/>
              <a:gd name="connsiteY831" fmla="*/ 6900130 h 8839200"/>
              <a:gd name="connsiteX832" fmla="*/ 15713402 w 15732060"/>
              <a:gd name="connsiteY832" fmla="*/ 6881473 h 8839200"/>
              <a:gd name="connsiteX833" fmla="*/ 15712305 w 15732060"/>
              <a:gd name="connsiteY833" fmla="*/ 6880925 h 8839200"/>
              <a:gd name="connsiteX834" fmla="*/ 15693648 w 15732060"/>
              <a:gd name="connsiteY834" fmla="*/ 6897386 h 8839200"/>
              <a:gd name="connsiteX835" fmla="*/ 15525737 w 15732060"/>
              <a:gd name="connsiteY835" fmla="*/ 6897386 h 8839200"/>
              <a:gd name="connsiteX836" fmla="*/ 15257409 w 15732060"/>
              <a:gd name="connsiteY836" fmla="*/ 7165715 h 8839200"/>
              <a:gd name="connsiteX837" fmla="*/ 14516076 w 15732060"/>
              <a:gd name="connsiteY837" fmla="*/ 7165715 h 8839200"/>
              <a:gd name="connsiteX838" fmla="*/ 13856504 w 15732060"/>
              <a:gd name="connsiteY838" fmla="*/ 6506142 h 8839200"/>
              <a:gd name="connsiteX839" fmla="*/ 13855954 w 15732060"/>
              <a:gd name="connsiteY839" fmla="*/ 6506142 h 8839200"/>
              <a:gd name="connsiteX840" fmla="*/ 12572478 w 15732060"/>
              <a:gd name="connsiteY840" fmla="*/ 6505594 h 8839200"/>
              <a:gd name="connsiteX841" fmla="*/ 12280554 w 15732060"/>
              <a:gd name="connsiteY841" fmla="*/ 6213121 h 8839200"/>
              <a:gd name="connsiteX842" fmla="*/ 12280005 w 15732060"/>
              <a:gd name="connsiteY842" fmla="*/ 6213121 h 8839200"/>
              <a:gd name="connsiteX843" fmla="*/ 11800964 w 15732060"/>
              <a:gd name="connsiteY843" fmla="*/ 6212573 h 8839200"/>
              <a:gd name="connsiteX844" fmla="*/ 11481604 w 15732060"/>
              <a:gd name="connsiteY844" fmla="*/ 5893212 h 8839200"/>
              <a:gd name="connsiteX845" fmla="*/ 11479958 w 15732060"/>
              <a:gd name="connsiteY845" fmla="*/ 5868520 h 8839200"/>
              <a:gd name="connsiteX846" fmla="*/ 11466789 w 15732060"/>
              <a:gd name="connsiteY846" fmla="*/ 5863170 h 8839200"/>
              <a:gd name="connsiteX847" fmla="*/ 10306776 w 15732060"/>
              <a:gd name="connsiteY847" fmla="*/ 5831892 h 8839200"/>
              <a:gd name="connsiteX848" fmla="*/ 10293606 w 15732060"/>
              <a:gd name="connsiteY848" fmla="*/ 5837242 h 8839200"/>
              <a:gd name="connsiteX849" fmla="*/ 10293606 w 15732060"/>
              <a:gd name="connsiteY849" fmla="*/ 5863581 h 8839200"/>
              <a:gd name="connsiteX850" fmla="*/ 10318299 w 15732060"/>
              <a:gd name="connsiteY850" fmla="*/ 5865227 h 8839200"/>
              <a:gd name="connsiteX851" fmla="*/ 11084873 w 15732060"/>
              <a:gd name="connsiteY851" fmla="*/ 6631802 h 8839200"/>
              <a:gd name="connsiteX852" fmla="*/ 11085422 w 15732060"/>
              <a:gd name="connsiteY852" fmla="*/ 6631802 h 8839200"/>
              <a:gd name="connsiteX853" fmla="*/ 11608362 w 15732060"/>
              <a:gd name="connsiteY853" fmla="*/ 6632351 h 8839200"/>
              <a:gd name="connsiteX854" fmla="*/ 12314575 w 15732060"/>
              <a:gd name="connsiteY854" fmla="*/ 7338565 h 8839200"/>
              <a:gd name="connsiteX855" fmla="*/ 12315125 w 15732060"/>
              <a:gd name="connsiteY855" fmla="*/ 7338565 h 8839200"/>
              <a:gd name="connsiteX856" fmla="*/ 12698685 w 15732060"/>
              <a:gd name="connsiteY856" fmla="*/ 7339114 h 8839200"/>
              <a:gd name="connsiteX857" fmla="*/ 13217234 w 15732060"/>
              <a:gd name="connsiteY857" fmla="*/ 7857663 h 8839200"/>
              <a:gd name="connsiteX858" fmla="*/ 13217784 w 15732060"/>
              <a:gd name="connsiteY858" fmla="*/ 7857663 h 8839200"/>
              <a:gd name="connsiteX859" fmla="*/ 14276830 w 15732060"/>
              <a:gd name="connsiteY859" fmla="*/ 7858211 h 8839200"/>
              <a:gd name="connsiteX860" fmla="*/ 15188818 w 15732060"/>
              <a:gd name="connsiteY860" fmla="*/ 8770198 h 8839200"/>
              <a:gd name="connsiteX861" fmla="*/ 15190464 w 15732060"/>
              <a:gd name="connsiteY861" fmla="*/ 8794890 h 8839200"/>
              <a:gd name="connsiteX862" fmla="*/ 15216802 w 15732060"/>
              <a:gd name="connsiteY862" fmla="*/ 8794890 h 8839200"/>
              <a:gd name="connsiteX863" fmla="*/ 15216802 w 15732060"/>
              <a:gd name="connsiteY863" fmla="*/ 8768552 h 8839200"/>
              <a:gd name="connsiteX864" fmla="*/ 15192109 w 15732060"/>
              <a:gd name="connsiteY864" fmla="*/ 8766906 h 8839200"/>
              <a:gd name="connsiteX865" fmla="*/ 14279574 w 15732060"/>
              <a:gd name="connsiteY865" fmla="*/ 7854370 h 8839200"/>
              <a:gd name="connsiteX866" fmla="*/ 14279025 w 15732060"/>
              <a:gd name="connsiteY866" fmla="*/ 7854370 h 8839200"/>
              <a:gd name="connsiteX867" fmla="*/ 13219978 w 15732060"/>
              <a:gd name="connsiteY867" fmla="*/ 7853821 h 8839200"/>
              <a:gd name="connsiteX868" fmla="*/ 12701429 w 15732060"/>
              <a:gd name="connsiteY868" fmla="*/ 7335272 h 8839200"/>
              <a:gd name="connsiteX869" fmla="*/ 12700880 w 15732060"/>
              <a:gd name="connsiteY869" fmla="*/ 7335272 h 8839200"/>
              <a:gd name="connsiteX870" fmla="*/ 12317319 w 15732060"/>
              <a:gd name="connsiteY870" fmla="*/ 7334723 h 8839200"/>
              <a:gd name="connsiteX871" fmla="*/ 11611104 w 15732060"/>
              <a:gd name="connsiteY871" fmla="*/ 6628510 h 8839200"/>
              <a:gd name="connsiteX872" fmla="*/ 11610556 w 15732060"/>
              <a:gd name="connsiteY872" fmla="*/ 6628510 h 8839200"/>
              <a:gd name="connsiteX873" fmla="*/ 11087617 w 15732060"/>
              <a:gd name="connsiteY873" fmla="*/ 6627961 h 8839200"/>
              <a:gd name="connsiteX874" fmla="*/ 10321592 w 15732060"/>
              <a:gd name="connsiteY874" fmla="*/ 5861935 h 8839200"/>
              <a:gd name="connsiteX875" fmla="*/ 10319945 w 15732060"/>
              <a:gd name="connsiteY875" fmla="*/ 5837242 h 8839200"/>
              <a:gd name="connsiteX876" fmla="*/ 10306776 w 15732060"/>
              <a:gd name="connsiteY876" fmla="*/ 5831892 h 8839200"/>
              <a:gd name="connsiteX877" fmla="*/ 8942636 w 15732060"/>
              <a:gd name="connsiteY877" fmla="*/ 5819683 h 8839200"/>
              <a:gd name="connsiteX878" fmla="*/ 8923979 w 15732060"/>
              <a:gd name="connsiteY878" fmla="*/ 5838340 h 8839200"/>
              <a:gd name="connsiteX879" fmla="*/ 8940440 w 15732060"/>
              <a:gd name="connsiteY879" fmla="*/ 5856997 h 8839200"/>
              <a:gd name="connsiteX880" fmla="*/ 8940440 w 15732060"/>
              <a:gd name="connsiteY880" fmla="*/ 6048502 h 8839200"/>
              <a:gd name="connsiteX881" fmla="*/ 9310833 w 15732060"/>
              <a:gd name="connsiteY881" fmla="*/ 6418895 h 8839200"/>
              <a:gd name="connsiteX882" fmla="*/ 9310833 w 15732060"/>
              <a:gd name="connsiteY882" fmla="*/ 6624667 h 8839200"/>
              <a:gd name="connsiteX883" fmla="*/ 9294370 w 15732060"/>
              <a:gd name="connsiteY883" fmla="*/ 6643325 h 8839200"/>
              <a:gd name="connsiteX884" fmla="*/ 9313027 w 15732060"/>
              <a:gd name="connsiteY884" fmla="*/ 6661982 h 8839200"/>
              <a:gd name="connsiteX885" fmla="*/ 9331684 w 15732060"/>
              <a:gd name="connsiteY885" fmla="*/ 6643325 h 8839200"/>
              <a:gd name="connsiteX886" fmla="*/ 9315223 w 15732060"/>
              <a:gd name="connsiteY886" fmla="*/ 6624667 h 8839200"/>
              <a:gd name="connsiteX887" fmla="*/ 9315223 w 15732060"/>
              <a:gd name="connsiteY887" fmla="*/ 6416700 h 8839200"/>
              <a:gd name="connsiteX888" fmla="*/ 8944831 w 15732060"/>
              <a:gd name="connsiteY888" fmla="*/ 6046308 h 8839200"/>
              <a:gd name="connsiteX889" fmla="*/ 8944831 w 15732060"/>
              <a:gd name="connsiteY889" fmla="*/ 5856997 h 8839200"/>
              <a:gd name="connsiteX890" fmla="*/ 8961292 w 15732060"/>
              <a:gd name="connsiteY890" fmla="*/ 5838340 h 8839200"/>
              <a:gd name="connsiteX891" fmla="*/ 8942636 w 15732060"/>
              <a:gd name="connsiteY891" fmla="*/ 5819683 h 8839200"/>
              <a:gd name="connsiteX892" fmla="*/ 11741153 w 15732060"/>
              <a:gd name="connsiteY892" fmla="*/ 5795127 h 8839200"/>
              <a:gd name="connsiteX893" fmla="*/ 11727985 w 15732060"/>
              <a:gd name="connsiteY893" fmla="*/ 5800478 h 8839200"/>
              <a:gd name="connsiteX894" fmla="*/ 11727985 w 15732060"/>
              <a:gd name="connsiteY894" fmla="*/ 5826817 h 8839200"/>
              <a:gd name="connsiteX895" fmla="*/ 11752677 w 15732060"/>
              <a:gd name="connsiteY895" fmla="*/ 5828462 h 8839200"/>
              <a:gd name="connsiteX896" fmla="*/ 11802611 w 15732060"/>
              <a:gd name="connsiteY896" fmla="*/ 5878396 h 8839200"/>
              <a:gd name="connsiteX897" fmla="*/ 11803160 w 15732060"/>
              <a:gd name="connsiteY897" fmla="*/ 5878396 h 8839200"/>
              <a:gd name="connsiteX898" fmla="*/ 12455050 w 15732060"/>
              <a:gd name="connsiteY898" fmla="*/ 5878946 h 8839200"/>
              <a:gd name="connsiteX899" fmla="*/ 12555466 w 15732060"/>
              <a:gd name="connsiteY899" fmla="*/ 5979363 h 8839200"/>
              <a:gd name="connsiteX900" fmla="*/ 12556016 w 15732060"/>
              <a:gd name="connsiteY900" fmla="*/ 5979363 h 8839200"/>
              <a:gd name="connsiteX901" fmla="*/ 12677833 w 15732060"/>
              <a:gd name="connsiteY901" fmla="*/ 5979911 h 8839200"/>
              <a:gd name="connsiteX902" fmla="*/ 12696491 w 15732060"/>
              <a:gd name="connsiteY902" fmla="*/ 5996373 h 8839200"/>
              <a:gd name="connsiteX903" fmla="*/ 12715147 w 15732060"/>
              <a:gd name="connsiteY903" fmla="*/ 5977717 h 8839200"/>
              <a:gd name="connsiteX904" fmla="*/ 12696491 w 15732060"/>
              <a:gd name="connsiteY904" fmla="*/ 5959060 h 8839200"/>
              <a:gd name="connsiteX905" fmla="*/ 12677833 w 15732060"/>
              <a:gd name="connsiteY905" fmla="*/ 5975522 h 8839200"/>
              <a:gd name="connsiteX906" fmla="*/ 12558210 w 15732060"/>
              <a:gd name="connsiteY906" fmla="*/ 5975522 h 8839200"/>
              <a:gd name="connsiteX907" fmla="*/ 12457794 w 15732060"/>
              <a:gd name="connsiteY907" fmla="*/ 5875104 h 8839200"/>
              <a:gd name="connsiteX908" fmla="*/ 12457245 w 15732060"/>
              <a:gd name="connsiteY908" fmla="*/ 5875104 h 8839200"/>
              <a:gd name="connsiteX909" fmla="*/ 11805354 w 15732060"/>
              <a:gd name="connsiteY909" fmla="*/ 5874555 h 8839200"/>
              <a:gd name="connsiteX910" fmla="*/ 11755968 w 15732060"/>
              <a:gd name="connsiteY910" fmla="*/ 5825170 h 8839200"/>
              <a:gd name="connsiteX911" fmla="*/ 11754323 w 15732060"/>
              <a:gd name="connsiteY911" fmla="*/ 5800478 h 8839200"/>
              <a:gd name="connsiteX912" fmla="*/ 11741153 w 15732060"/>
              <a:gd name="connsiteY912" fmla="*/ 5795127 h 8839200"/>
              <a:gd name="connsiteX913" fmla="*/ 4557194 w 15732060"/>
              <a:gd name="connsiteY913" fmla="*/ 5784150 h 8839200"/>
              <a:gd name="connsiteX914" fmla="*/ 4544024 w 15732060"/>
              <a:gd name="connsiteY914" fmla="*/ 5789500 h 8839200"/>
              <a:gd name="connsiteX915" fmla="*/ 4543476 w 15732060"/>
              <a:gd name="connsiteY915" fmla="*/ 5789500 h 8839200"/>
              <a:gd name="connsiteX916" fmla="*/ 4541829 w 15732060"/>
              <a:gd name="connsiteY916" fmla="*/ 5814194 h 8839200"/>
              <a:gd name="connsiteX917" fmla="*/ 4081446 w 15732060"/>
              <a:gd name="connsiteY917" fmla="*/ 6275126 h 8839200"/>
              <a:gd name="connsiteX918" fmla="*/ 3354379 w 15732060"/>
              <a:gd name="connsiteY918" fmla="*/ 6275126 h 8839200"/>
              <a:gd name="connsiteX919" fmla="*/ 3335723 w 15732060"/>
              <a:gd name="connsiteY919" fmla="*/ 6258664 h 8839200"/>
              <a:gd name="connsiteX920" fmla="*/ 3317066 w 15732060"/>
              <a:gd name="connsiteY920" fmla="*/ 6277321 h 8839200"/>
              <a:gd name="connsiteX921" fmla="*/ 3335723 w 15732060"/>
              <a:gd name="connsiteY921" fmla="*/ 6295978 h 8839200"/>
              <a:gd name="connsiteX922" fmla="*/ 3354379 w 15732060"/>
              <a:gd name="connsiteY922" fmla="*/ 6279516 h 8839200"/>
              <a:gd name="connsiteX923" fmla="*/ 4083641 w 15732060"/>
              <a:gd name="connsiteY923" fmla="*/ 6279516 h 8839200"/>
              <a:gd name="connsiteX924" fmla="*/ 4545670 w 15732060"/>
              <a:gd name="connsiteY924" fmla="*/ 5817486 h 8839200"/>
              <a:gd name="connsiteX925" fmla="*/ 4570363 w 15732060"/>
              <a:gd name="connsiteY925" fmla="*/ 5815840 h 8839200"/>
              <a:gd name="connsiteX926" fmla="*/ 4570363 w 15732060"/>
              <a:gd name="connsiteY926" fmla="*/ 5789500 h 8839200"/>
              <a:gd name="connsiteX927" fmla="*/ 4557194 w 15732060"/>
              <a:gd name="connsiteY927" fmla="*/ 5784150 h 8839200"/>
              <a:gd name="connsiteX928" fmla="*/ 10997625 w 15732060"/>
              <a:gd name="connsiteY928" fmla="*/ 5764947 h 8839200"/>
              <a:gd name="connsiteX929" fmla="*/ 10984456 w 15732060"/>
              <a:gd name="connsiteY929" fmla="*/ 5770298 h 8839200"/>
              <a:gd name="connsiteX930" fmla="*/ 10984456 w 15732060"/>
              <a:gd name="connsiteY930" fmla="*/ 5796637 h 8839200"/>
              <a:gd name="connsiteX931" fmla="*/ 11009149 w 15732060"/>
              <a:gd name="connsiteY931" fmla="*/ 5798282 h 8839200"/>
              <a:gd name="connsiteX932" fmla="*/ 11105724 w 15732060"/>
              <a:gd name="connsiteY932" fmla="*/ 5894858 h 8839200"/>
              <a:gd name="connsiteX933" fmla="*/ 11105724 w 15732060"/>
              <a:gd name="connsiteY933" fmla="*/ 6118191 h 8839200"/>
              <a:gd name="connsiteX934" fmla="*/ 11291745 w 15732060"/>
              <a:gd name="connsiteY934" fmla="*/ 6304211 h 8839200"/>
              <a:gd name="connsiteX935" fmla="*/ 11293390 w 15732060"/>
              <a:gd name="connsiteY935" fmla="*/ 6328903 h 8839200"/>
              <a:gd name="connsiteX936" fmla="*/ 11319729 w 15732060"/>
              <a:gd name="connsiteY936" fmla="*/ 6328903 h 8839200"/>
              <a:gd name="connsiteX937" fmla="*/ 11319729 w 15732060"/>
              <a:gd name="connsiteY937" fmla="*/ 6302564 h 8839200"/>
              <a:gd name="connsiteX938" fmla="*/ 11295037 w 15732060"/>
              <a:gd name="connsiteY938" fmla="*/ 6300917 h 8839200"/>
              <a:gd name="connsiteX939" fmla="*/ 11110115 w 15732060"/>
              <a:gd name="connsiteY939" fmla="*/ 6115997 h 8839200"/>
              <a:gd name="connsiteX940" fmla="*/ 11110115 w 15732060"/>
              <a:gd name="connsiteY940" fmla="*/ 5892664 h 8839200"/>
              <a:gd name="connsiteX941" fmla="*/ 11012441 w 15732060"/>
              <a:gd name="connsiteY941" fmla="*/ 5794990 h 8839200"/>
              <a:gd name="connsiteX942" fmla="*/ 11010795 w 15732060"/>
              <a:gd name="connsiteY942" fmla="*/ 5770298 h 8839200"/>
              <a:gd name="connsiteX943" fmla="*/ 10997625 w 15732060"/>
              <a:gd name="connsiteY943" fmla="*/ 5764947 h 8839200"/>
              <a:gd name="connsiteX944" fmla="*/ 9271873 w 15732060"/>
              <a:gd name="connsiteY944" fmla="*/ 5704998 h 8839200"/>
              <a:gd name="connsiteX945" fmla="*/ 9253216 w 15732060"/>
              <a:gd name="connsiteY945" fmla="*/ 5723655 h 8839200"/>
              <a:gd name="connsiteX946" fmla="*/ 9271873 w 15732060"/>
              <a:gd name="connsiteY946" fmla="*/ 5742312 h 8839200"/>
              <a:gd name="connsiteX947" fmla="*/ 9290529 w 15732060"/>
              <a:gd name="connsiteY947" fmla="*/ 5725850 h 8839200"/>
              <a:gd name="connsiteX948" fmla="*/ 9462830 w 15732060"/>
              <a:gd name="connsiteY948" fmla="*/ 5725850 h 8839200"/>
              <a:gd name="connsiteX949" fmla="*/ 10563033 w 15732060"/>
              <a:gd name="connsiteY949" fmla="*/ 6826051 h 8839200"/>
              <a:gd name="connsiteX950" fmla="*/ 10563581 w 15732060"/>
              <a:gd name="connsiteY950" fmla="*/ 6826051 h 8839200"/>
              <a:gd name="connsiteX951" fmla="*/ 11033842 w 15732060"/>
              <a:gd name="connsiteY951" fmla="*/ 6826600 h 8839200"/>
              <a:gd name="connsiteX952" fmla="*/ 11462948 w 15732060"/>
              <a:gd name="connsiteY952" fmla="*/ 7255706 h 8839200"/>
              <a:gd name="connsiteX953" fmla="*/ 11462948 w 15732060"/>
              <a:gd name="connsiteY953" fmla="*/ 7500440 h 8839200"/>
              <a:gd name="connsiteX954" fmla="*/ 12370546 w 15732060"/>
              <a:gd name="connsiteY954" fmla="*/ 8408036 h 8839200"/>
              <a:gd name="connsiteX955" fmla="*/ 12370546 w 15732060"/>
              <a:gd name="connsiteY955" fmla="*/ 8759772 h 8839200"/>
              <a:gd name="connsiteX956" fmla="*/ 12354083 w 15732060"/>
              <a:gd name="connsiteY956" fmla="*/ 8778429 h 8839200"/>
              <a:gd name="connsiteX957" fmla="*/ 12372741 w 15732060"/>
              <a:gd name="connsiteY957" fmla="*/ 8797086 h 8839200"/>
              <a:gd name="connsiteX958" fmla="*/ 12391397 w 15732060"/>
              <a:gd name="connsiteY958" fmla="*/ 8778429 h 8839200"/>
              <a:gd name="connsiteX959" fmla="*/ 12374935 w 15732060"/>
              <a:gd name="connsiteY959" fmla="*/ 8759772 h 8839200"/>
              <a:gd name="connsiteX960" fmla="*/ 12374935 w 15732060"/>
              <a:gd name="connsiteY960" fmla="*/ 8406391 h 8839200"/>
              <a:gd name="connsiteX961" fmla="*/ 11467338 w 15732060"/>
              <a:gd name="connsiteY961" fmla="*/ 7498793 h 8839200"/>
              <a:gd name="connsiteX962" fmla="*/ 11467338 w 15732060"/>
              <a:gd name="connsiteY962" fmla="*/ 7254060 h 8839200"/>
              <a:gd name="connsiteX963" fmla="*/ 11036585 w 15732060"/>
              <a:gd name="connsiteY963" fmla="*/ 6822760 h 8839200"/>
              <a:gd name="connsiteX964" fmla="*/ 11036036 w 15732060"/>
              <a:gd name="connsiteY964" fmla="*/ 6822760 h 8839200"/>
              <a:gd name="connsiteX965" fmla="*/ 10565777 w 15732060"/>
              <a:gd name="connsiteY965" fmla="*/ 6822210 h 8839200"/>
              <a:gd name="connsiteX966" fmla="*/ 9465574 w 15732060"/>
              <a:gd name="connsiteY966" fmla="*/ 5722009 h 8839200"/>
              <a:gd name="connsiteX967" fmla="*/ 9465025 w 15732060"/>
              <a:gd name="connsiteY967" fmla="*/ 5722009 h 8839200"/>
              <a:gd name="connsiteX968" fmla="*/ 9290529 w 15732060"/>
              <a:gd name="connsiteY968" fmla="*/ 5721460 h 8839200"/>
              <a:gd name="connsiteX969" fmla="*/ 9271873 w 15732060"/>
              <a:gd name="connsiteY969" fmla="*/ 5704998 h 8839200"/>
              <a:gd name="connsiteX970" fmla="*/ 2945028 w 15732060"/>
              <a:gd name="connsiteY970" fmla="*/ 5666586 h 8839200"/>
              <a:gd name="connsiteX971" fmla="*/ 2926371 w 15732060"/>
              <a:gd name="connsiteY971" fmla="*/ 5685243 h 8839200"/>
              <a:gd name="connsiteX972" fmla="*/ 2942832 w 15732060"/>
              <a:gd name="connsiteY972" fmla="*/ 5703899 h 8839200"/>
              <a:gd name="connsiteX973" fmla="*/ 2942832 w 15732060"/>
              <a:gd name="connsiteY973" fmla="*/ 5867970 h 8839200"/>
              <a:gd name="connsiteX974" fmla="*/ 2926371 w 15732060"/>
              <a:gd name="connsiteY974" fmla="*/ 5886626 h 8839200"/>
              <a:gd name="connsiteX975" fmla="*/ 2945028 w 15732060"/>
              <a:gd name="connsiteY975" fmla="*/ 5905282 h 8839200"/>
              <a:gd name="connsiteX976" fmla="*/ 2963685 w 15732060"/>
              <a:gd name="connsiteY976" fmla="*/ 5886626 h 8839200"/>
              <a:gd name="connsiteX977" fmla="*/ 2947223 w 15732060"/>
              <a:gd name="connsiteY977" fmla="*/ 5867970 h 8839200"/>
              <a:gd name="connsiteX978" fmla="*/ 2947223 w 15732060"/>
              <a:gd name="connsiteY978" fmla="*/ 5703899 h 8839200"/>
              <a:gd name="connsiteX979" fmla="*/ 2963685 w 15732060"/>
              <a:gd name="connsiteY979" fmla="*/ 5685243 h 8839200"/>
              <a:gd name="connsiteX980" fmla="*/ 2945028 w 15732060"/>
              <a:gd name="connsiteY980" fmla="*/ 5666586 h 8839200"/>
              <a:gd name="connsiteX981" fmla="*/ 6933738 w 15732060"/>
              <a:gd name="connsiteY981" fmla="*/ 5600191 h 8839200"/>
              <a:gd name="connsiteX982" fmla="*/ 6928800 w 15732060"/>
              <a:gd name="connsiteY982" fmla="*/ 5600191 h 8839200"/>
              <a:gd name="connsiteX983" fmla="*/ 6928800 w 15732060"/>
              <a:gd name="connsiteY983" fmla="*/ 5827365 h 8839200"/>
              <a:gd name="connsiteX984" fmla="*/ 6482684 w 15732060"/>
              <a:gd name="connsiteY984" fmla="*/ 6273481 h 8839200"/>
              <a:gd name="connsiteX985" fmla="*/ 6035469 w 15732060"/>
              <a:gd name="connsiteY985" fmla="*/ 6273481 h 8839200"/>
              <a:gd name="connsiteX986" fmla="*/ 4939658 w 15732060"/>
              <a:gd name="connsiteY986" fmla="*/ 7369294 h 8839200"/>
              <a:gd name="connsiteX987" fmla="*/ 4939658 w 15732060"/>
              <a:gd name="connsiteY987" fmla="*/ 8352616 h 8839200"/>
              <a:gd name="connsiteX988" fmla="*/ 4530855 w 15732060"/>
              <a:gd name="connsiteY988" fmla="*/ 8761418 h 8839200"/>
              <a:gd name="connsiteX989" fmla="*/ 4506162 w 15732060"/>
              <a:gd name="connsiteY989" fmla="*/ 8763065 h 8839200"/>
              <a:gd name="connsiteX990" fmla="*/ 4506162 w 15732060"/>
              <a:gd name="connsiteY990" fmla="*/ 8789404 h 8839200"/>
              <a:gd name="connsiteX991" fmla="*/ 4532501 w 15732060"/>
              <a:gd name="connsiteY991" fmla="*/ 8789404 h 8839200"/>
              <a:gd name="connsiteX992" fmla="*/ 4534146 w 15732060"/>
              <a:gd name="connsiteY992" fmla="*/ 8764710 h 8839200"/>
              <a:gd name="connsiteX993" fmla="*/ 4944596 w 15732060"/>
              <a:gd name="connsiteY993" fmla="*/ 8354261 h 8839200"/>
              <a:gd name="connsiteX994" fmla="*/ 4944596 w 15732060"/>
              <a:gd name="connsiteY994" fmla="*/ 7371489 h 8839200"/>
              <a:gd name="connsiteX995" fmla="*/ 6037116 w 15732060"/>
              <a:gd name="connsiteY995" fmla="*/ 6278969 h 8839200"/>
              <a:gd name="connsiteX996" fmla="*/ 6484330 w 15732060"/>
              <a:gd name="connsiteY996" fmla="*/ 6278969 h 8839200"/>
              <a:gd name="connsiteX997" fmla="*/ 6933738 w 15732060"/>
              <a:gd name="connsiteY997" fmla="*/ 5829560 h 8839200"/>
              <a:gd name="connsiteX998" fmla="*/ 7517587 w 15732060"/>
              <a:gd name="connsiteY998" fmla="*/ 5600191 h 8839200"/>
              <a:gd name="connsiteX999" fmla="*/ 7512648 w 15732060"/>
              <a:gd name="connsiteY999" fmla="*/ 5600191 h 8839200"/>
              <a:gd name="connsiteX1000" fmla="*/ 7512648 w 15732060"/>
              <a:gd name="connsiteY1000" fmla="*/ 6661982 h 8839200"/>
              <a:gd name="connsiteX1001" fmla="*/ 7355162 w 15732060"/>
              <a:gd name="connsiteY1001" fmla="*/ 6819466 h 8839200"/>
              <a:gd name="connsiteX1002" fmla="*/ 7355162 w 15732060"/>
              <a:gd name="connsiteY1002" fmla="*/ 6975306 h 8839200"/>
              <a:gd name="connsiteX1003" fmla="*/ 6702174 w 15732060"/>
              <a:gd name="connsiteY1003" fmla="*/ 7628293 h 8839200"/>
              <a:gd name="connsiteX1004" fmla="*/ 6702174 w 15732060"/>
              <a:gd name="connsiteY1004" fmla="*/ 8766357 h 8839200"/>
              <a:gd name="connsiteX1005" fmla="*/ 6685713 w 15732060"/>
              <a:gd name="connsiteY1005" fmla="*/ 8785014 h 8839200"/>
              <a:gd name="connsiteX1006" fmla="*/ 6704370 w 15732060"/>
              <a:gd name="connsiteY1006" fmla="*/ 8803671 h 8839200"/>
              <a:gd name="connsiteX1007" fmla="*/ 6723026 w 15732060"/>
              <a:gd name="connsiteY1007" fmla="*/ 8785014 h 8839200"/>
              <a:gd name="connsiteX1008" fmla="*/ 6706565 w 15732060"/>
              <a:gd name="connsiteY1008" fmla="*/ 8766357 h 8839200"/>
              <a:gd name="connsiteX1009" fmla="*/ 6707114 w 15732060"/>
              <a:gd name="connsiteY1009" fmla="*/ 8766357 h 8839200"/>
              <a:gd name="connsiteX1010" fmla="*/ 6707114 w 15732060"/>
              <a:gd name="connsiteY1010" fmla="*/ 7630488 h 8839200"/>
              <a:gd name="connsiteX1011" fmla="*/ 7360101 w 15732060"/>
              <a:gd name="connsiteY1011" fmla="*/ 6977501 h 8839200"/>
              <a:gd name="connsiteX1012" fmla="*/ 7360101 w 15732060"/>
              <a:gd name="connsiteY1012" fmla="*/ 6821662 h 8839200"/>
              <a:gd name="connsiteX1013" fmla="*/ 7517587 w 15732060"/>
              <a:gd name="connsiteY1013" fmla="*/ 6664176 h 8839200"/>
              <a:gd name="connsiteX1014" fmla="*/ 7745858 w 15732060"/>
              <a:gd name="connsiteY1014" fmla="*/ 5600191 h 8839200"/>
              <a:gd name="connsiteX1015" fmla="*/ 7740920 w 15732060"/>
              <a:gd name="connsiteY1015" fmla="*/ 5600191 h 8839200"/>
              <a:gd name="connsiteX1016" fmla="*/ 7740920 w 15732060"/>
              <a:gd name="connsiteY1016" fmla="*/ 6817821 h 8839200"/>
              <a:gd name="connsiteX1017" fmla="*/ 7741468 w 15732060"/>
              <a:gd name="connsiteY1017" fmla="*/ 6817821 h 8839200"/>
              <a:gd name="connsiteX1018" fmla="*/ 7583982 w 15732060"/>
              <a:gd name="connsiteY1018" fmla="*/ 6975306 h 8839200"/>
              <a:gd name="connsiteX1019" fmla="*/ 7583982 w 15732060"/>
              <a:gd name="connsiteY1019" fmla="*/ 8008014 h 8839200"/>
              <a:gd name="connsiteX1020" fmla="*/ 7281634 w 15732060"/>
              <a:gd name="connsiteY1020" fmla="*/ 8310364 h 8839200"/>
              <a:gd name="connsiteX1021" fmla="*/ 7281634 w 15732060"/>
              <a:gd name="connsiteY1021" fmla="*/ 8747152 h 8839200"/>
              <a:gd name="connsiteX1022" fmla="*/ 7265172 w 15732060"/>
              <a:gd name="connsiteY1022" fmla="*/ 8765808 h 8839200"/>
              <a:gd name="connsiteX1023" fmla="*/ 7283828 w 15732060"/>
              <a:gd name="connsiteY1023" fmla="*/ 8784465 h 8839200"/>
              <a:gd name="connsiteX1024" fmla="*/ 7302484 w 15732060"/>
              <a:gd name="connsiteY1024" fmla="*/ 8765808 h 8839200"/>
              <a:gd name="connsiteX1025" fmla="*/ 7286023 w 15732060"/>
              <a:gd name="connsiteY1025" fmla="*/ 8747152 h 8839200"/>
              <a:gd name="connsiteX1026" fmla="*/ 7286023 w 15732060"/>
              <a:gd name="connsiteY1026" fmla="*/ 8312558 h 8839200"/>
              <a:gd name="connsiteX1027" fmla="*/ 7588372 w 15732060"/>
              <a:gd name="connsiteY1027" fmla="*/ 8010209 h 8839200"/>
              <a:gd name="connsiteX1028" fmla="*/ 7588372 w 15732060"/>
              <a:gd name="connsiteY1028" fmla="*/ 6977501 h 8839200"/>
              <a:gd name="connsiteX1029" fmla="*/ 7745858 w 15732060"/>
              <a:gd name="connsiteY1029" fmla="*/ 6820016 h 8839200"/>
              <a:gd name="connsiteX1030" fmla="*/ 2025358 w 15732060"/>
              <a:gd name="connsiteY1030" fmla="*/ 5590313 h 8839200"/>
              <a:gd name="connsiteX1031" fmla="*/ 1402002 w 15732060"/>
              <a:gd name="connsiteY1031" fmla="*/ 6213669 h 8839200"/>
              <a:gd name="connsiteX1032" fmla="*/ 422520 w 15732060"/>
              <a:gd name="connsiteY1032" fmla="*/ 6213669 h 8839200"/>
              <a:gd name="connsiteX1033" fmla="*/ 47190 w 15732060"/>
              <a:gd name="connsiteY1033" fmla="*/ 6588999 h 8839200"/>
              <a:gd name="connsiteX1034" fmla="*/ 22496 w 15732060"/>
              <a:gd name="connsiteY1034" fmla="*/ 6590645 h 8839200"/>
              <a:gd name="connsiteX1035" fmla="*/ 22496 w 15732060"/>
              <a:gd name="connsiteY1035" fmla="*/ 6616985 h 8839200"/>
              <a:gd name="connsiteX1036" fmla="*/ 48836 w 15732060"/>
              <a:gd name="connsiteY1036" fmla="*/ 6616985 h 8839200"/>
              <a:gd name="connsiteX1037" fmla="*/ 49384 w 15732060"/>
              <a:gd name="connsiteY1037" fmla="*/ 6616435 h 8839200"/>
              <a:gd name="connsiteX1038" fmla="*/ 51032 w 15732060"/>
              <a:gd name="connsiteY1038" fmla="*/ 6591742 h 8839200"/>
              <a:gd name="connsiteX1039" fmla="*/ 424716 w 15732060"/>
              <a:gd name="connsiteY1039" fmla="*/ 6218058 h 8839200"/>
              <a:gd name="connsiteX1040" fmla="*/ 1404745 w 15732060"/>
              <a:gd name="connsiteY1040" fmla="*/ 6218058 h 8839200"/>
              <a:gd name="connsiteX1041" fmla="*/ 2028101 w 15732060"/>
              <a:gd name="connsiteY1041" fmla="*/ 5594702 h 8839200"/>
              <a:gd name="connsiteX1042" fmla="*/ 2767788 w 15732060"/>
              <a:gd name="connsiteY1042" fmla="*/ 5594702 h 8839200"/>
              <a:gd name="connsiteX1043" fmla="*/ 2859426 w 15732060"/>
              <a:gd name="connsiteY1043" fmla="*/ 5686340 h 8839200"/>
              <a:gd name="connsiteX1044" fmla="*/ 2859426 w 15732060"/>
              <a:gd name="connsiteY1044" fmla="*/ 5863031 h 8839200"/>
              <a:gd name="connsiteX1045" fmla="*/ 2842964 w 15732060"/>
              <a:gd name="connsiteY1045" fmla="*/ 5881687 h 8839200"/>
              <a:gd name="connsiteX1046" fmla="*/ 2861621 w 15732060"/>
              <a:gd name="connsiteY1046" fmla="*/ 5900344 h 8839200"/>
              <a:gd name="connsiteX1047" fmla="*/ 2880278 w 15732060"/>
              <a:gd name="connsiteY1047" fmla="*/ 5881687 h 8839200"/>
              <a:gd name="connsiteX1048" fmla="*/ 2863816 w 15732060"/>
              <a:gd name="connsiteY1048" fmla="*/ 5863031 h 8839200"/>
              <a:gd name="connsiteX1049" fmla="*/ 2863816 w 15732060"/>
              <a:gd name="connsiteY1049" fmla="*/ 5684694 h 8839200"/>
              <a:gd name="connsiteX1050" fmla="*/ 2769983 w 15732060"/>
              <a:gd name="connsiteY1050" fmla="*/ 5590861 h 8839200"/>
              <a:gd name="connsiteX1051" fmla="*/ 2769434 w 15732060"/>
              <a:gd name="connsiteY1051" fmla="*/ 5590861 h 8839200"/>
              <a:gd name="connsiteX1052" fmla="*/ 2025358 w 15732060"/>
              <a:gd name="connsiteY1052" fmla="*/ 5590313 h 8839200"/>
              <a:gd name="connsiteX1053" fmla="*/ 7168594 w 15732060"/>
              <a:gd name="connsiteY1053" fmla="*/ 5555195 h 8839200"/>
              <a:gd name="connsiteX1054" fmla="*/ 7163657 w 15732060"/>
              <a:gd name="connsiteY1054" fmla="*/ 5555195 h 8839200"/>
              <a:gd name="connsiteX1055" fmla="*/ 7163657 w 15732060"/>
              <a:gd name="connsiteY1055" fmla="*/ 6259214 h 8839200"/>
              <a:gd name="connsiteX1056" fmla="*/ 6775156 w 15732060"/>
              <a:gd name="connsiteY1056" fmla="*/ 6647715 h 8839200"/>
              <a:gd name="connsiteX1057" fmla="*/ 6300506 w 15732060"/>
              <a:gd name="connsiteY1057" fmla="*/ 6647715 h 8839200"/>
              <a:gd name="connsiteX1058" fmla="*/ 5453817 w 15732060"/>
              <a:gd name="connsiteY1058" fmla="*/ 7494404 h 8839200"/>
              <a:gd name="connsiteX1059" fmla="*/ 5453817 w 15732060"/>
              <a:gd name="connsiteY1059" fmla="*/ 8703253 h 8839200"/>
              <a:gd name="connsiteX1060" fmla="*/ 5437356 w 15732060"/>
              <a:gd name="connsiteY1060" fmla="*/ 8721910 h 8839200"/>
              <a:gd name="connsiteX1061" fmla="*/ 5456011 w 15732060"/>
              <a:gd name="connsiteY1061" fmla="*/ 8740567 h 8839200"/>
              <a:gd name="connsiteX1062" fmla="*/ 5474668 w 15732060"/>
              <a:gd name="connsiteY1062" fmla="*/ 8721910 h 8839200"/>
              <a:gd name="connsiteX1063" fmla="*/ 5458206 w 15732060"/>
              <a:gd name="connsiteY1063" fmla="*/ 8703253 h 8839200"/>
              <a:gd name="connsiteX1064" fmla="*/ 5458206 w 15732060"/>
              <a:gd name="connsiteY1064" fmla="*/ 7496049 h 8839200"/>
              <a:gd name="connsiteX1065" fmla="*/ 6302152 w 15732060"/>
              <a:gd name="connsiteY1065" fmla="*/ 6652105 h 8839200"/>
              <a:gd name="connsiteX1066" fmla="*/ 6776803 w 15732060"/>
              <a:gd name="connsiteY1066" fmla="*/ 6652105 h 8839200"/>
              <a:gd name="connsiteX1067" fmla="*/ 7168046 w 15732060"/>
              <a:gd name="connsiteY1067" fmla="*/ 6260861 h 8839200"/>
              <a:gd name="connsiteX1068" fmla="*/ 7168594 w 15732060"/>
              <a:gd name="connsiteY1068" fmla="*/ 6261409 h 8839200"/>
              <a:gd name="connsiteX1069" fmla="*/ 8094301 w 15732060"/>
              <a:gd name="connsiteY1069" fmla="*/ 5550805 h 8839200"/>
              <a:gd name="connsiteX1070" fmla="*/ 8089362 w 15732060"/>
              <a:gd name="connsiteY1070" fmla="*/ 5550805 h 8839200"/>
              <a:gd name="connsiteX1071" fmla="*/ 8089362 w 15732060"/>
              <a:gd name="connsiteY1071" fmla="*/ 7186018 h 8839200"/>
              <a:gd name="connsiteX1072" fmla="*/ 8236421 w 15732060"/>
              <a:gd name="connsiteY1072" fmla="*/ 7333077 h 8839200"/>
              <a:gd name="connsiteX1073" fmla="*/ 8236421 w 15732060"/>
              <a:gd name="connsiteY1073" fmla="*/ 8138611 h 8839200"/>
              <a:gd name="connsiteX1074" fmla="*/ 8598033 w 15732060"/>
              <a:gd name="connsiteY1074" fmla="*/ 8500223 h 8839200"/>
              <a:gd name="connsiteX1075" fmla="*/ 8598033 w 15732060"/>
              <a:gd name="connsiteY1075" fmla="*/ 8747700 h 8839200"/>
              <a:gd name="connsiteX1076" fmla="*/ 8581572 w 15732060"/>
              <a:gd name="connsiteY1076" fmla="*/ 8766357 h 8839200"/>
              <a:gd name="connsiteX1077" fmla="*/ 8600229 w 15732060"/>
              <a:gd name="connsiteY1077" fmla="*/ 8785014 h 8839200"/>
              <a:gd name="connsiteX1078" fmla="*/ 8618886 w 15732060"/>
              <a:gd name="connsiteY1078" fmla="*/ 8766357 h 8839200"/>
              <a:gd name="connsiteX1079" fmla="*/ 8602423 w 15732060"/>
              <a:gd name="connsiteY1079" fmla="*/ 8747700 h 8839200"/>
              <a:gd name="connsiteX1080" fmla="*/ 8602972 w 15732060"/>
              <a:gd name="connsiteY1080" fmla="*/ 8747700 h 8839200"/>
              <a:gd name="connsiteX1081" fmla="*/ 8602972 w 15732060"/>
              <a:gd name="connsiteY1081" fmla="*/ 8498028 h 8839200"/>
              <a:gd name="connsiteX1082" fmla="*/ 8241360 w 15732060"/>
              <a:gd name="connsiteY1082" fmla="*/ 8136416 h 8839200"/>
              <a:gd name="connsiteX1083" fmla="*/ 8241360 w 15732060"/>
              <a:gd name="connsiteY1083" fmla="*/ 7330883 h 8839200"/>
              <a:gd name="connsiteX1084" fmla="*/ 8094301 w 15732060"/>
              <a:gd name="connsiteY1084" fmla="*/ 7183823 h 8839200"/>
              <a:gd name="connsiteX1085" fmla="*/ 8342874 w 15732060"/>
              <a:gd name="connsiteY1085" fmla="*/ 5550805 h 8839200"/>
              <a:gd name="connsiteX1086" fmla="*/ 8337936 w 15732060"/>
              <a:gd name="connsiteY1086" fmla="*/ 5550805 h 8839200"/>
              <a:gd name="connsiteX1087" fmla="*/ 8337936 w 15732060"/>
              <a:gd name="connsiteY1087" fmla="*/ 7063651 h 8839200"/>
              <a:gd name="connsiteX1088" fmla="*/ 8547002 w 15732060"/>
              <a:gd name="connsiteY1088" fmla="*/ 7272717 h 8839200"/>
              <a:gd name="connsiteX1089" fmla="*/ 8547002 w 15732060"/>
              <a:gd name="connsiteY1089" fmla="*/ 7628293 h 8839200"/>
              <a:gd name="connsiteX1090" fmla="*/ 9146763 w 15732060"/>
              <a:gd name="connsiteY1090" fmla="*/ 8228054 h 8839200"/>
              <a:gd name="connsiteX1091" fmla="*/ 9146763 w 15732060"/>
              <a:gd name="connsiteY1091" fmla="*/ 8759772 h 8839200"/>
              <a:gd name="connsiteX1092" fmla="*/ 9130300 w 15732060"/>
              <a:gd name="connsiteY1092" fmla="*/ 8778429 h 8839200"/>
              <a:gd name="connsiteX1093" fmla="*/ 9148958 w 15732060"/>
              <a:gd name="connsiteY1093" fmla="*/ 8797086 h 8839200"/>
              <a:gd name="connsiteX1094" fmla="*/ 9167615 w 15732060"/>
              <a:gd name="connsiteY1094" fmla="*/ 8778429 h 8839200"/>
              <a:gd name="connsiteX1095" fmla="*/ 9162881 w 15732060"/>
              <a:gd name="connsiteY1095" fmla="*/ 8765603 h 8839200"/>
              <a:gd name="connsiteX1096" fmla="*/ 9151701 w 15732060"/>
              <a:gd name="connsiteY1096" fmla="*/ 8760045 h 8839200"/>
              <a:gd name="connsiteX1097" fmla="*/ 9151701 w 15732060"/>
              <a:gd name="connsiteY1097" fmla="*/ 8760321 h 8839200"/>
              <a:gd name="connsiteX1098" fmla="*/ 9151152 w 15732060"/>
              <a:gd name="connsiteY1098" fmla="*/ 8759772 h 8839200"/>
              <a:gd name="connsiteX1099" fmla="*/ 9151701 w 15732060"/>
              <a:gd name="connsiteY1099" fmla="*/ 8760045 h 8839200"/>
              <a:gd name="connsiteX1100" fmla="*/ 9151701 w 15732060"/>
              <a:gd name="connsiteY1100" fmla="*/ 8226408 h 8839200"/>
              <a:gd name="connsiteX1101" fmla="*/ 8551940 w 15732060"/>
              <a:gd name="connsiteY1101" fmla="*/ 7626647 h 8839200"/>
              <a:gd name="connsiteX1102" fmla="*/ 8551940 w 15732060"/>
              <a:gd name="connsiteY1102" fmla="*/ 7271071 h 8839200"/>
              <a:gd name="connsiteX1103" fmla="*/ 8342874 w 15732060"/>
              <a:gd name="connsiteY1103" fmla="*/ 7062005 h 8839200"/>
              <a:gd name="connsiteX1104" fmla="*/ 8562915 w 15732060"/>
              <a:gd name="connsiteY1104" fmla="*/ 5550805 h 8839200"/>
              <a:gd name="connsiteX1105" fmla="*/ 8557977 w 15732060"/>
              <a:gd name="connsiteY1105" fmla="*/ 5550805 h 8839200"/>
              <a:gd name="connsiteX1106" fmla="*/ 8557977 w 15732060"/>
              <a:gd name="connsiteY1106" fmla="*/ 6582417 h 8839200"/>
              <a:gd name="connsiteX1107" fmla="*/ 8656199 w 15732060"/>
              <a:gd name="connsiteY1107" fmla="*/ 6680639 h 8839200"/>
              <a:gd name="connsiteX1108" fmla="*/ 8656199 w 15732060"/>
              <a:gd name="connsiteY1108" fmla="*/ 6911105 h 8839200"/>
              <a:gd name="connsiteX1109" fmla="*/ 8981595 w 15732060"/>
              <a:gd name="connsiteY1109" fmla="*/ 7236501 h 8839200"/>
              <a:gd name="connsiteX1110" fmla="*/ 8981595 w 15732060"/>
              <a:gd name="connsiteY1110" fmla="*/ 7821995 h 8839200"/>
              <a:gd name="connsiteX1111" fmla="*/ 9516057 w 15732060"/>
              <a:gd name="connsiteY1111" fmla="*/ 8356457 h 8839200"/>
              <a:gd name="connsiteX1112" fmla="*/ 9516057 w 15732060"/>
              <a:gd name="connsiteY1112" fmla="*/ 8760869 h 8839200"/>
              <a:gd name="connsiteX1113" fmla="*/ 9499596 w 15732060"/>
              <a:gd name="connsiteY1113" fmla="*/ 8779526 h 8839200"/>
              <a:gd name="connsiteX1114" fmla="*/ 9518252 w 15732060"/>
              <a:gd name="connsiteY1114" fmla="*/ 8798184 h 8839200"/>
              <a:gd name="connsiteX1115" fmla="*/ 9536909 w 15732060"/>
              <a:gd name="connsiteY1115" fmla="*/ 8779526 h 8839200"/>
              <a:gd name="connsiteX1116" fmla="*/ 9520448 w 15732060"/>
              <a:gd name="connsiteY1116" fmla="*/ 8760869 h 8839200"/>
              <a:gd name="connsiteX1117" fmla="*/ 9520996 w 15732060"/>
              <a:gd name="connsiteY1117" fmla="*/ 8760321 h 8839200"/>
              <a:gd name="connsiteX1118" fmla="*/ 9520996 w 15732060"/>
              <a:gd name="connsiteY1118" fmla="*/ 8354261 h 8839200"/>
              <a:gd name="connsiteX1119" fmla="*/ 8986534 w 15732060"/>
              <a:gd name="connsiteY1119" fmla="*/ 7819799 h 8839200"/>
              <a:gd name="connsiteX1120" fmla="*/ 8986534 w 15732060"/>
              <a:gd name="connsiteY1120" fmla="*/ 7234306 h 8839200"/>
              <a:gd name="connsiteX1121" fmla="*/ 8661137 w 15732060"/>
              <a:gd name="connsiteY1121" fmla="*/ 6908909 h 8839200"/>
              <a:gd name="connsiteX1122" fmla="*/ 8661137 w 15732060"/>
              <a:gd name="connsiteY1122" fmla="*/ 6678444 h 8839200"/>
              <a:gd name="connsiteX1123" fmla="*/ 8562915 w 15732060"/>
              <a:gd name="connsiteY1123" fmla="*/ 6580221 h 8839200"/>
              <a:gd name="connsiteX1124" fmla="*/ 7981263 w 15732060"/>
              <a:gd name="connsiteY1124" fmla="*/ 5550257 h 8839200"/>
              <a:gd name="connsiteX1125" fmla="*/ 7976324 w 15732060"/>
              <a:gd name="connsiteY1125" fmla="*/ 5550257 h 8839200"/>
              <a:gd name="connsiteX1126" fmla="*/ 7976324 w 15732060"/>
              <a:gd name="connsiteY1126" fmla="*/ 7449408 h 8839200"/>
              <a:gd name="connsiteX1127" fmla="*/ 8142588 w 15732060"/>
              <a:gd name="connsiteY1127" fmla="*/ 7615673 h 8839200"/>
              <a:gd name="connsiteX1128" fmla="*/ 8142588 w 15732060"/>
              <a:gd name="connsiteY1128" fmla="*/ 8734530 h 8839200"/>
              <a:gd name="connsiteX1129" fmla="*/ 8126127 w 15732060"/>
              <a:gd name="connsiteY1129" fmla="*/ 8753187 h 8839200"/>
              <a:gd name="connsiteX1130" fmla="*/ 8144784 w 15732060"/>
              <a:gd name="connsiteY1130" fmla="*/ 8771844 h 8839200"/>
              <a:gd name="connsiteX1131" fmla="*/ 8163440 w 15732060"/>
              <a:gd name="connsiteY1131" fmla="*/ 8753187 h 8839200"/>
              <a:gd name="connsiteX1132" fmla="*/ 8158707 w 15732060"/>
              <a:gd name="connsiteY1132" fmla="*/ 8740361 h 8839200"/>
              <a:gd name="connsiteX1133" fmla="*/ 8147526 w 15732060"/>
              <a:gd name="connsiteY1133" fmla="*/ 8734803 h 8839200"/>
              <a:gd name="connsiteX1134" fmla="*/ 8147526 w 15732060"/>
              <a:gd name="connsiteY1134" fmla="*/ 8735080 h 8839200"/>
              <a:gd name="connsiteX1135" fmla="*/ 8146978 w 15732060"/>
              <a:gd name="connsiteY1135" fmla="*/ 8734530 h 8839200"/>
              <a:gd name="connsiteX1136" fmla="*/ 8147526 w 15732060"/>
              <a:gd name="connsiteY1136" fmla="*/ 8734803 h 8839200"/>
              <a:gd name="connsiteX1137" fmla="*/ 8147526 w 15732060"/>
              <a:gd name="connsiteY1137" fmla="*/ 7614027 h 8839200"/>
              <a:gd name="connsiteX1138" fmla="*/ 7981263 w 15732060"/>
              <a:gd name="connsiteY1138" fmla="*/ 7447761 h 8839200"/>
              <a:gd name="connsiteX1139" fmla="*/ 8674855 w 15732060"/>
              <a:gd name="connsiteY1139" fmla="*/ 5545867 h 8839200"/>
              <a:gd name="connsiteX1140" fmla="*/ 8669918 w 15732060"/>
              <a:gd name="connsiteY1140" fmla="*/ 5545867 h 8839200"/>
              <a:gd name="connsiteX1141" fmla="*/ 8669918 w 15732060"/>
              <a:gd name="connsiteY1141" fmla="*/ 6403530 h 8839200"/>
              <a:gd name="connsiteX1142" fmla="*/ 8878983 w 15732060"/>
              <a:gd name="connsiteY1142" fmla="*/ 6612597 h 8839200"/>
              <a:gd name="connsiteX1143" fmla="*/ 8878983 w 15732060"/>
              <a:gd name="connsiteY1143" fmla="*/ 6976953 h 8839200"/>
              <a:gd name="connsiteX1144" fmla="*/ 9308089 w 15732060"/>
              <a:gd name="connsiteY1144" fmla="*/ 7406058 h 8839200"/>
              <a:gd name="connsiteX1145" fmla="*/ 9308638 w 15732060"/>
              <a:gd name="connsiteY1145" fmla="*/ 7406058 h 8839200"/>
              <a:gd name="connsiteX1146" fmla="*/ 9581356 w 15732060"/>
              <a:gd name="connsiteY1146" fmla="*/ 7406606 h 8839200"/>
              <a:gd name="connsiteX1147" fmla="*/ 9900716 w 15732060"/>
              <a:gd name="connsiteY1147" fmla="*/ 7725968 h 8839200"/>
              <a:gd name="connsiteX1148" fmla="*/ 9900716 w 15732060"/>
              <a:gd name="connsiteY1148" fmla="*/ 8574851 h 8839200"/>
              <a:gd name="connsiteX1149" fmla="*/ 10090577 w 15732060"/>
              <a:gd name="connsiteY1149" fmla="*/ 8764710 h 8839200"/>
              <a:gd name="connsiteX1150" fmla="*/ 10092222 w 15732060"/>
              <a:gd name="connsiteY1150" fmla="*/ 8789404 h 8839200"/>
              <a:gd name="connsiteX1151" fmla="*/ 10118562 w 15732060"/>
              <a:gd name="connsiteY1151" fmla="*/ 8789404 h 8839200"/>
              <a:gd name="connsiteX1152" fmla="*/ 10118562 w 15732060"/>
              <a:gd name="connsiteY1152" fmla="*/ 8763065 h 8839200"/>
              <a:gd name="connsiteX1153" fmla="*/ 10093869 w 15732060"/>
              <a:gd name="connsiteY1153" fmla="*/ 8761418 h 8839200"/>
              <a:gd name="connsiteX1154" fmla="*/ 10093869 w 15732060"/>
              <a:gd name="connsiteY1154" fmla="*/ 8760869 h 8839200"/>
              <a:gd name="connsiteX1155" fmla="*/ 9905655 w 15732060"/>
              <a:gd name="connsiteY1155" fmla="*/ 8572655 h 8839200"/>
              <a:gd name="connsiteX1156" fmla="*/ 9905655 w 15732060"/>
              <a:gd name="connsiteY1156" fmla="*/ 7723772 h 8839200"/>
              <a:gd name="connsiteX1157" fmla="*/ 9584099 w 15732060"/>
              <a:gd name="connsiteY1157" fmla="*/ 7402218 h 8839200"/>
              <a:gd name="connsiteX1158" fmla="*/ 9583551 w 15732060"/>
              <a:gd name="connsiteY1158" fmla="*/ 7402218 h 8839200"/>
              <a:gd name="connsiteX1159" fmla="*/ 9310833 w 15732060"/>
              <a:gd name="connsiteY1159" fmla="*/ 7401669 h 8839200"/>
              <a:gd name="connsiteX1160" fmla="*/ 8883922 w 15732060"/>
              <a:gd name="connsiteY1160" fmla="*/ 6974757 h 8839200"/>
              <a:gd name="connsiteX1161" fmla="*/ 8883922 w 15732060"/>
              <a:gd name="connsiteY1161" fmla="*/ 6610401 h 8839200"/>
              <a:gd name="connsiteX1162" fmla="*/ 8674855 w 15732060"/>
              <a:gd name="connsiteY1162" fmla="*/ 6401335 h 8839200"/>
              <a:gd name="connsiteX1163" fmla="*/ 5604168 w 15732060"/>
              <a:gd name="connsiteY1163" fmla="*/ 5531600 h 8839200"/>
              <a:gd name="connsiteX1164" fmla="*/ 5585512 w 15732060"/>
              <a:gd name="connsiteY1164" fmla="*/ 5548062 h 8839200"/>
              <a:gd name="connsiteX1165" fmla="*/ 4807962 w 15732060"/>
              <a:gd name="connsiteY1165" fmla="*/ 5548062 h 8839200"/>
              <a:gd name="connsiteX1166" fmla="*/ 4635662 w 15732060"/>
              <a:gd name="connsiteY1166" fmla="*/ 5720362 h 8839200"/>
              <a:gd name="connsiteX1167" fmla="*/ 4610969 w 15732060"/>
              <a:gd name="connsiteY1167" fmla="*/ 5722009 h 8839200"/>
              <a:gd name="connsiteX1168" fmla="*/ 4610969 w 15732060"/>
              <a:gd name="connsiteY1168" fmla="*/ 5748348 h 8839200"/>
              <a:gd name="connsiteX1169" fmla="*/ 4637308 w 15732060"/>
              <a:gd name="connsiteY1169" fmla="*/ 5748348 h 8839200"/>
              <a:gd name="connsiteX1170" fmla="*/ 4638954 w 15732060"/>
              <a:gd name="connsiteY1170" fmla="*/ 5723655 h 8839200"/>
              <a:gd name="connsiteX1171" fmla="*/ 4810158 w 15732060"/>
              <a:gd name="connsiteY1171" fmla="*/ 5552452 h 8839200"/>
              <a:gd name="connsiteX1172" fmla="*/ 5585512 w 15732060"/>
              <a:gd name="connsiteY1172" fmla="*/ 5552452 h 8839200"/>
              <a:gd name="connsiteX1173" fmla="*/ 5604168 w 15732060"/>
              <a:gd name="connsiteY1173" fmla="*/ 5568914 h 8839200"/>
              <a:gd name="connsiteX1174" fmla="*/ 5622826 w 15732060"/>
              <a:gd name="connsiteY1174" fmla="*/ 5550257 h 8839200"/>
              <a:gd name="connsiteX1175" fmla="*/ 5604168 w 15732060"/>
              <a:gd name="connsiteY1175" fmla="*/ 5531600 h 8839200"/>
              <a:gd name="connsiteX1176" fmla="*/ 7615808 w 15732060"/>
              <a:gd name="connsiteY1176" fmla="*/ 5518431 h 8839200"/>
              <a:gd name="connsiteX1177" fmla="*/ 7610870 w 15732060"/>
              <a:gd name="connsiteY1177" fmla="*/ 5518431 h 8839200"/>
              <a:gd name="connsiteX1178" fmla="*/ 7610870 w 15732060"/>
              <a:gd name="connsiteY1178" fmla="*/ 6798615 h 8839200"/>
              <a:gd name="connsiteX1179" fmla="*/ 7453385 w 15732060"/>
              <a:gd name="connsiteY1179" fmla="*/ 6956101 h 8839200"/>
              <a:gd name="connsiteX1180" fmla="*/ 7453385 w 15732060"/>
              <a:gd name="connsiteY1180" fmla="*/ 7533364 h 8839200"/>
              <a:gd name="connsiteX1181" fmla="*/ 7137866 w 15732060"/>
              <a:gd name="connsiteY1181" fmla="*/ 7848882 h 8839200"/>
              <a:gd name="connsiteX1182" fmla="*/ 7137866 w 15732060"/>
              <a:gd name="connsiteY1182" fmla="*/ 8652221 h 8839200"/>
              <a:gd name="connsiteX1183" fmla="*/ 7121404 w 15732060"/>
              <a:gd name="connsiteY1183" fmla="*/ 8670878 h 8839200"/>
              <a:gd name="connsiteX1184" fmla="*/ 7140061 w 15732060"/>
              <a:gd name="connsiteY1184" fmla="*/ 8689534 h 8839200"/>
              <a:gd name="connsiteX1185" fmla="*/ 7158718 w 15732060"/>
              <a:gd name="connsiteY1185" fmla="*/ 8670878 h 8839200"/>
              <a:gd name="connsiteX1186" fmla="*/ 7142256 w 15732060"/>
              <a:gd name="connsiteY1186" fmla="*/ 8652221 h 8839200"/>
              <a:gd name="connsiteX1187" fmla="*/ 7142805 w 15732060"/>
              <a:gd name="connsiteY1187" fmla="*/ 8651672 h 8839200"/>
              <a:gd name="connsiteX1188" fmla="*/ 7142805 w 15732060"/>
              <a:gd name="connsiteY1188" fmla="*/ 7850528 h 8839200"/>
              <a:gd name="connsiteX1189" fmla="*/ 7458324 w 15732060"/>
              <a:gd name="connsiteY1189" fmla="*/ 7535010 h 8839200"/>
              <a:gd name="connsiteX1190" fmla="*/ 7458324 w 15732060"/>
              <a:gd name="connsiteY1190" fmla="*/ 6957746 h 8839200"/>
              <a:gd name="connsiteX1191" fmla="*/ 7615808 w 15732060"/>
              <a:gd name="connsiteY1191" fmla="*/ 6800261 h 8839200"/>
              <a:gd name="connsiteX1192" fmla="*/ 9293557 w 15732060"/>
              <a:gd name="connsiteY1192" fmla="*/ 5506251 h 8839200"/>
              <a:gd name="connsiteX1193" fmla="*/ 9293273 w 15732060"/>
              <a:gd name="connsiteY1193" fmla="*/ 5506359 h 8839200"/>
              <a:gd name="connsiteX1194" fmla="*/ 9293822 w 15732060"/>
              <a:gd name="connsiteY1194" fmla="*/ 5506359 h 8839200"/>
              <a:gd name="connsiteX1195" fmla="*/ 2078585 w 15732060"/>
              <a:gd name="connsiteY1195" fmla="*/ 5497577 h 8839200"/>
              <a:gd name="connsiteX1196" fmla="*/ 2059928 w 15732060"/>
              <a:gd name="connsiteY1196" fmla="*/ 5516234 h 8839200"/>
              <a:gd name="connsiteX1197" fmla="*/ 2078585 w 15732060"/>
              <a:gd name="connsiteY1197" fmla="*/ 5534891 h 8839200"/>
              <a:gd name="connsiteX1198" fmla="*/ 2078585 w 15732060"/>
              <a:gd name="connsiteY1198" fmla="*/ 5535440 h 8839200"/>
              <a:gd name="connsiteX1199" fmla="*/ 2097241 w 15732060"/>
              <a:gd name="connsiteY1199" fmla="*/ 5518978 h 8839200"/>
              <a:gd name="connsiteX1200" fmla="*/ 2858877 w 15732060"/>
              <a:gd name="connsiteY1200" fmla="*/ 5518978 h 8839200"/>
              <a:gd name="connsiteX1201" fmla="*/ 3026239 w 15732060"/>
              <a:gd name="connsiteY1201" fmla="*/ 5686340 h 8839200"/>
              <a:gd name="connsiteX1202" fmla="*/ 3026239 w 15732060"/>
              <a:gd name="connsiteY1202" fmla="*/ 5870164 h 8839200"/>
              <a:gd name="connsiteX1203" fmla="*/ 3009778 w 15732060"/>
              <a:gd name="connsiteY1203" fmla="*/ 5888821 h 8839200"/>
              <a:gd name="connsiteX1204" fmla="*/ 3028434 w 15732060"/>
              <a:gd name="connsiteY1204" fmla="*/ 5907478 h 8839200"/>
              <a:gd name="connsiteX1205" fmla="*/ 3047091 w 15732060"/>
              <a:gd name="connsiteY1205" fmla="*/ 5888821 h 8839200"/>
              <a:gd name="connsiteX1206" fmla="*/ 3030629 w 15732060"/>
              <a:gd name="connsiteY1206" fmla="*/ 5870164 h 8839200"/>
              <a:gd name="connsiteX1207" fmla="*/ 3030629 w 15732060"/>
              <a:gd name="connsiteY1207" fmla="*/ 5684145 h 8839200"/>
              <a:gd name="connsiteX1208" fmla="*/ 2861073 w 15732060"/>
              <a:gd name="connsiteY1208" fmla="*/ 5514588 h 8839200"/>
              <a:gd name="connsiteX1209" fmla="*/ 2860523 w 15732060"/>
              <a:gd name="connsiteY1209" fmla="*/ 5514588 h 8839200"/>
              <a:gd name="connsiteX1210" fmla="*/ 2097241 w 15732060"/>
              <a:gd name="connsiteY1210" fmla="*/ 5514039 h 8839200"/>
              <a:gd name="connsiteX1211" fmla="*/ 2078585 w 15732060"/>
              <a:gd name="connsiteY1211" fmla="*/ 5497577 h 8839200"/>
              <a:gd name="connsiteX1212" fmla="*/ 9293822 w 15732060"/>
              <a:gd name="connsiteY1212" fmla="*/ 5469044 h 8839200"/>
              <a:gd name="connsiteX1213" fmla="*/ 9275165 w 15732060"/>
              <a:gd name="connsiteY1213" fmla="*/ 5487702 h 8839200"/>
              <a:gd name="connsiteX1214" fmla="*/ 9280584 w 15732060"/>
              <a:gd name="connsiteY1214" fmla="*/ 5500940 h 8839200"/>
              <a:gd name="connsiteX1215" fmla="*/ 9293557 w 15732060"/>
              <a:gd name="connsiteY1215" fmla="*/ 5506251 h 8839200"/>
              <a:gd name="connsiteX1216" fmla="*/ 9305688 w 15732060"/>
              <a:gd name="connsiteY1216" fmla="*/ 5501626 h 8839200"/>
              <a:gd name="connsiteX1217" fmla="*/ 9311930 w 15732060"/>
              <a:gd name="connsiteY1217" fmla="*/ 5489897 h 8839200"/>
              <a:gd name="connsiteX1218" fmla="*/ 9486426 w 15732060"/>
              <a:gd name="connsiteY1218" fmla="*/ 5489897 h 8839200"/>
              <a:gd name="connsiteX1219" fmla="*/ 9856270 w 15732060"/>
              <a:gd name="connsiteY1219" fmla="*/ 5859741 h 8839200"/>
              <a:gd name="connsiteX1220" fmla="*/ 9856818 w 15732060"/>
              <a:gd name="connsiteY1220" fmla="*/ 5859741 h 8839200"/>
              <a:gd name="connsiteX1221" fmla="*/ 10064786 w 15732060"/>
              <a:gd name="connsiteY1221" fmla="*/ 5860289 h 8839200"/>
              <a:gd name="connsiteX1222" fmla="*/ 10083443 w 15732060"/>
              <a:gd name="connsiteY1222" fmla="*/ 5876751 h 8839200"/>
              <a:gd name="connsiteX1223" fmla="*/ 10102100 w 15732060"/>
              <a:gd name="connsiteY1223" fmla="*/ 5858094 h 8839200"/>
              <a:gd name="connsiteX1224" fmla="*/ 10083443 w 15732060"/>
              <a:gd name="connsiteY1224" fmla="*/ 5839437 h 8839200"/>
              <a:gd name="connsiteX1225" fmla="*/ 10064786 w 15732060"/>
              <a:gd name="connsiteY1225" fmla="*/ 5855899 h 8839200"/>
              <a:gd name="connsiteX1226" fmla="*/ 9859012 w 15732060"/>
              <a:gd name="connsiteY1226" fmla="*/ 5855899 h 8839200"/>
              <a:gd name="connsiteX1227" fmla="*/ 9489169 w 15732060"/>
              <a:gd name="connsiteY1227" fmla="*/ 5486055 h 8839200"/>
              <a:gd name="connsiteX1228" fmla="*/ 9488621 w 15732060"/>
              <a:gd name="connsiteY1228" fmla="*/ 5486055 h 8839200"/>
              <a:gd name="connsiteX1229" fmla="*/ 9312479 w 15732060"/>
              <a:gd name="connsiteY1229" fmla="*/ 5485507 h 8839200"/>
              <a:gd name="connsiteX1230" fmla="*/ 9293822 w 15732060"/>
              <a:gd name="connsiteY1230" fmla="*/ 5469044 h 8839200"/>
              <a:gd name="connsiteX1231" fmla="*/ 9005740 w 15732060"/>
              <a:gd name="connsiteY1231" fmla="*/ 5334058 h 8839200"/>
              <a:gd name="connsiteX1232" fmla="*/ 9005740 w 15732060"/>
              <a:gd name="connsiteY1232" fmla="*/ 5338996 h 8839200"/>
              <a:gd name="connsiteX1233" fmla="*/ 9640070 w 15732060"/>
              <a:gd name="connsiteY1233" fmla="*/ 5338996 h 8839200"/>
              <a:gd name="connsiteX1234" fmla="*/ 9835417 w 15732060"/>
              <a:gd name="connsiteY1234" fmla="*/ 5534344 h 8839200"/>
              <a:gd name="connsiteX1235" fmla="*/ 9837064 w 15732060"/>
              <a:gd name="connsiteY1235" fmla="*/ 5559036 h 8839200"/>
              <a:gd name="connsiteX1236" fmla="*/ 9837064 w 15732060"/>
              <a:gd name="connsiteY1236" fmla="*/ 5558487 h 8839200"/>
              <a:gd name="connsiteX1237" fmla="*/ 9863403 w 15732060"/>
              <a:gd name="connsiteY1237" fmla="*/ 5558487 h 8839200"/>
              <a:gd name="connsiteX1238" fmla="*/ 9863403 w 15732060"/>
              <a:gd name="connsiteY1238" fmla="*/ 5532148 h 8839200"/>
              <a:gd name="connsiteX1239" fmla="*/ 9838710 w 15732060"/>
              <a:gd name="connsiteY1239" fmla="*/ 5530503 h 8839200"/>
              <a:gd name="connsiteX1240" fmla="*/ 9642814 w 15732060"/>
              <a:gd name="connsiteY1240" fmla="*/ 5334607 h 8839200"/>
              <a:gd name="connsiteX1241" fmla="*/ 9642265 w 15732060"/>
              <a:gd name="connsiteY1241" fmla="*/ 5334607 h 8839200"/>
              <a:gd name="connsiteX1242" fmla="*/ 9005740 w 15732060"/>
              <a:gd name="connsiteY1242" fmla="*/ 5334058 h 8839200"/>
              <a:gd name="connsiteX1243" fmla="*/ 6706565 w 15732060"/>
              <a:gd name="connsiteY1243" fmla="*/ 5332960 h 8839200"/>
              <a:gd name="connsiteX1244" fmla="*/ 6511218 w 15732060"/>
              <a:gd name="connsiteY1244" fmla="*/ 5332960 h 8839200"/>
              <a:gd name="connsiteX1245" fmla="*/ 4669134 w 15732060"/>
              <a:gd name="connsiteY1245" fmla="*/ 7175043 h 8839200"/>
              <a:gd name="connsiteX1246" fmla="*/ 4276793 w 15732060"/>
              <a:gd name="connsiteY1246" fmla="*/ 7175043 h 8839200"/>
              <a:gd name="connsiteX1247" fmla="*/ 3538204 w 15732060"/>
              <a:gd name="connsiteY1247" fmla="*/ 7913632 h 8839200"/>
              <a:gd name="connsiteX1248" fmla="*/ 3006485 w 15732060"/>
              <a:gd name="connsiteY1248" fmla="*/ 7913632 h 8839200"/>
              <a:gd name="connsiteX1249" fmla="*/ 2406176 w 15732060"/>
              <a:gd name="connsiteY1249" fmla="*/ 8513942 h 8839200"/>
              <a:gd name="connsiteX1250" fmla="*/ 1628078 w 15732060"/>
              <a:gd name="connsiteY1250" fmla="*/ 8513942 h 8839200"/>
              <a:gd name="connsiteX1251" fmla="*/ 1336154 w 15732060"/>
              <a:gd name="connsiteY1251" fmla="*/ 8805865 h 8839200"/>
              <a:gd name="connsiteX1252" fmla="*/ 1311462 w 15732060"/>
              <a:gd name="connsiteY1252" fmla="*/ 8807512 h 8839200"/>
              <a:gd name="connsiteX1253" fmla="*/ 1311462 w 15732060"/>
              <a:gd name="connsiteY1253" fmla="*/ 8833851 h 8839200"/>
              <a:gd name="connsiteX1254" fmla="*/ 1337801 w 15732060"/>
              <a:gd name="connsiteY1254" fmla="*/ 8833851 h 8839200"/>
              <a:gd name="connsiteX1255" fmla="*/ 1339446 w 15732060"/>
              <a:gd name="connsiteY1255" fmla="*/ 8809158 h 8839200"/>
              <a:gd name="connsiteX1256" fmla="*/ 1629724 w 15732060"/>
              <a:gd name="connsiteY1256" fmla="*/ 8518880 h 8839200"/>
              <a:gd name="connsiteX1257" fmla="*/ 2407822 w 15732060"/>
              <a:gd name="connsiteY1257" fmla="*/ 8518880 h 8839200"/>
              <a:gd name="connsiteX1258" fmla="*/ 3008132 w 15732060"/>
              <a:gd name="connsiteY1258" fmla="*/ 7918571 h 8839200"/>
              <a:gd name="connsiteX1259" fmla="*/ 3539850 w 15732060"/>
              <a:gd name="connsiteY1259" fmla="*/ 7918571 h 8839200"/>
              <a:gd name="connsiteX1260" fmla="*/ 4278440 w 15732060"/>
              <a:gd name="connsiteY1260" fmla="*/ 7179982 h 8839200"/>
              <a:gd name="connsiteX1261" fmla="*/ 4278988 w 15732060"/>
              <a:gd name="connsiteY1261" fmla="*/ 7179982 h 8839200"/>
              <a:gd name="connsiteX1262" fmla="*/ 4671330 w 15732060"/>
              <a:gd name="connsiteY1262" fmla="*/ 7179982 h 8839200"/>
              <a:gd name="connsiteX1263" fmla="*/ 6513413 w 15732060"/>
              <a:gd name="connsiteY1263" fmla="*/ 5337899 h 8839200"/>
              <a:gd name="connsiteX1264" fmla="*/ 6706565 w 15732060"/>
              <a:gd name="connsiteY1264" fmla="*/ 5337899 h 8839200"/>
              <a:gd name="connsiteX1265" fmla="*/ 3355477 w 15732060"/>
              <a:gd name="connsiteY1265" fmla="*/ 5325413 h 8839200"/>
              <a:gd name="connsiteX1266" fmla="*/ 3342308 w 15732060"/>
              <a:gd name="connsiteY1266" fmla="*/ 5330764 h 8839200"/>
              <a:gd name="connsiteX1267" fmla="*/ 3340661 w 15732060"/>
              <a:gd name="connsiteY1267" fmla="*/ 5355456 h 8839200"/>
              <a:gd name="connsiteX1268" fmla="*/ 3109647 w 15732060"/>
              <a:gd name="connsiteY1268" fmla="*/ 5586471 h 8839200"/>
              <a:gd name="connsiteX1269" fmla="*/ 3109647 w 15732060"/>
              <a:gd name="connsiteY1269" fmla="*/ 5867420 h 8839200"/>
              <a:gd name="connsiteX1270" fmla="*/ 3093184 w 15732060"/>
              <a:gd name="connsiteY1270" fmla="*/ 5886077 h 8839200"/>
              <a:gd name="connsiteX1271" fmla="*/ 3111841 w 15732060"/>
              <a:gd name="connsiteY1271" fmla="*/ 5904734 h 8839200"/>
              <a:gd name="connsiteX1272" fmla="*/ 3130498 w 15732060"/>
              <a:gd name="connsiteY1272" fmla="*/ 5886077 h 8839200"/>
              <a:gd name="connsiteX1273" fmla="*/ 3114036 w 15732060"/>
              <a:gd name="connsiteY1273" fmla="*/ 5867420 h 8839200"/>
              <a:gd name="connsiteX1274" fmla="*/ 3114036 w 15732060"/>
              <a:gd name="connsiteY1274" fmla="*/ 5588666 h 8839200"/>
              <a:gd name="connsiteX1275" fmla="*/ 3343954 w 15732060"/>
              <a:gd name="connsiteY1275" fmla="*/ 5358749 h 8839200"/>
              <a:gd name="connsiteX1276" fmla="*/ 3368646 w 15732060"/>
              <a:gd name="connsiteY1276" fmla="*/ 5357103 h 8839200"/>
              <a:gd name="connsiteX1277" fmla="*/ 3368646 w 15732060"/>
              <a:gd name="connsiteY1277" fmla="*/ 5330764 h 8839200"/>
              <a:gd name="connsiteX1278" fmla="*/ 3355477 w 15732060"/>
              <a:gd name="connsiteY1278" fmla="*/ 5325413 h 8839200"/>
              <a:gd name="connsiteX1279" fmla="*/ 3814214 w 15732060"/>
              <a:gd name="connsiteY1279" fmla="*/ 5323629 h 8839200"/>
              <a:gd name="connsiteX1280" fmla="*/ 3795558 w 15732060"/>
              <a:gd name="connsiteY1280" fmla="*/ 5340092 h 8839200"/>
              <a:gd name="connsiteX1281" fmla="*/ 3438884 w 15732060"/>
              <a:gd name="connsiteY1281" fmla="*/ 5340092 h 8839200"/>
              <a:gd name="connsiteX1282" fmla="*/ 3191955 w 15732060"/>
              <a:gd name="connsiteY1282" fmla="*/ 5587019 h 8839200"/>
              <a:gd name="connsiteX1283" fmla="*/ 3191955 w 15732060"/>
              <a:gd name="connsiteY1283" fmla="*/ 5867970 h 8839200"/>
              <a:gd name="connsiteX1284" fmla="*/ 3192504 w 15732060"/>
              <a:gd name="connsiteY1284" fmla="*/ 5867970 h 8839200"/>
              <a:gd name="connsiteX1285" fmla="*/ 3176042 w 15732060"/>
              <a:gd name="connsiteY1285" fmla="*/ 5886626 h 8839200"/>
              <a:gd name="connsiteX1286" fmla="*/ 3194699 w 15732060"/>
              <a:gd name="connsiteY1286" fmla="*/ 5905282 h 8839200"/>
              <a:gd name="connsiteX1287" fmla="*/ 3213356 w 15732060"/>
              <a:gd name="connsiteY1287" fmla="*/ 5886626 h 8839200"/>
              <a:gd name="connsiteX1288" fmla="*/ 3196894 w 15732060"/>
              <a:gd name="connsiteY1288" fmla="*/ 5867970 h 8839200"/>
              <a:gd name="connsiteX1289" fmla="*/ 3196894 w 15732060"/>
              <a:gd name="connsiteY1289" fmla="*/ 5588666 h 8839200"/>
              <a:gd name="connsiteX1290" fmla="*/ 3441079 w 15732060"/>
              <a:gd name="connsiteY1290" fmla="*/ 5344482 h 8839200"/>
              <a:gd name="connsiteX1291" fmla="*/ 3795558 w 15732060"/>
              <a:gd name="connsiteY1291" fmla="*/ 5344482 h 8839200"/>
              <a:gd name="connsiteX1292" fmla="*/ 3814214 w 15732060"/>
              <a:gd name="connsiteY1292" fmla="*/ 5360944 h 8839200"/>
              <a:gd name="connsiteX1293" fmla="*/ 3832872 w 15732060"/>
              <a:gd name="connsiteY1293" fmla="*/ 5342287 h 8839200"/>
              <a:gd name="connsiteX1294" fmla="*/ 3814214 w 15732060"/>
              <a:gd name="connsiteY1294" fmla="*/ 5323629 h 8839200"/>
              <a:gd name="connsiteX1295" fmla="*/ 13100904 w 15732060"/>
              <a:gd name="connsiteY1295" fmla="*/ 5298390 h 8839200"/>
              <a:gd name="connsiteX1296" fmla="*/ 13082246 w 15732060"/>
              <a:gd name="connsiteY1296" fmla="*/ 5317047 h 8839200"/>
              <a:gd name="connsiteX1297" fmla="*/ 13100904 w 15732060"/>
              <a:gd name="connsiteY1297" fmla="*/ 5335704 h 8839200"/>
              <a:gd name="connsiteX1298" fmla="*/ 13119561 w 15732060"/>
              <a:gd name="connsiteY1298" fmla="*/ 5319242 h 8839200"/>
              <a:gd name="connsiteX1299" fmla="*/ 14531440 w 15732060"/>
              <a:gd name="connsiteY1299" fmla="*/ 5319242 h 8839200"/>
              <a:gd name="connsiteX1300" fmla="*/ 14688925 w 15732060"/>
              <a:gd name="connsiteY1300" fmla="*/ 5476728 h 8839200"/>
              <a:gd name="connsiteX1301" fmla="*/ 14689474 w 15732060"/>
              <a:gd name="connsiteY1301" fmla="*/ 5476728 h 8839200"/>
              <a:gd name="connsiteX1302" fmla="*/ 15652493 w 15732060"/>
              <a:gd name="connsiteY1302" fmla="*/ 5477276 h 8839200"/>
              <a:gd name="connsiteX1303" fmla="*/ 15671150 w 15732060"/>
              <a:gd name="connsiteY1303" fmla="*/ 5493738 h 8839200"/>
              <a:gd name="connsiteX1304" fmla="*/ 15689808 w 15732060"/>
              <a:gd name="connsiteY1304" fmla="*/ 5475081 h 8839200"/>
              <a:gd name="connsiteX1305" fmla="*/ 15671150 w 15732060"/>
              <a:gd name="connsiteY1305" fmla="*/ 5456424 h 8839200"/>
              <a:gd name="connsiteX1306" fmla="*/ 15652493 w 15732060"/>
              <a:gd name="connsiteY1306" fmla="*/ 5472886 h 8839200"/>
              <a:gd name="connsiteX1307" fmla="*/ 14691668 w 15732060"/>
              <a:gd name="connsiteY1307" fmla="*/ 5472886 h 8839200"/>
              <a:gd name="connsiteX1308" fmla="*/ 14534184 w 15732060"/>
              <a:gd name="connsiteY1308" fmla="*/ 5315401 h 8839200"/>
              <a:gd name="connsiteX1309" fmla="*/ 14533634 w 15732060"/>
              <a:gd name="connsiteY1309" fmla="*/ 5315401 h 8839200"/>
              <a:gd name="connsiteX1310" fmla="*/ 13119561 w 15732060"/>
              <a:gd name="connsiteY1310" fmla="*/ 5314853 h 8839200"/>
              <a:gd name="connsiteX1311" fmla="*/ 13100904 w 15732060"/>
              <a:gd name="connsiteY1311" fmla="*/ 5298390 h 8839200"/>
              <a:gd name="connsiteX1312" fmla="*/ 2501654 w 15732060"/>
              <a:gd name="connsiteY1312" fmla="*/ 5222666 h 8839200"/>
              <a:gd name="connsiteX1313" fmla="*/ 2482998 w 15732060"/>
              <a:gd name="connsiteY1313" fmla="*/ 5239127 h 8839200"/>
              <a:gd name="connsiteX1314" fmla="*/ 1538086 w 15732060"/>
              <a:gd name="connsiteY1314" fmla="*/ 5239127 h 8839200"/>
              <a:gd name="connsiteX1315" fmla="*/ 1012404 w 15732060"/>
              <a:gd name="connsiteY1315" fmla="*/ 5764810 h 8839200"/>
              <a:gd name="connsiteX1316" fmla="*/ 373684 w 15732060"/>
              <a:gd name="connsiteY1316" fmla="*/ 5764810 h 8839200"/>
              <a:gd name="connsiteX1317" fmla="*/ 355028 w 15732060"/>
              <a:gd name="connsiteY1317" fmla="*/ 5748348 h 8839200"/>
              <a:gd name="connsiteX1318" fmla="*/ 336370 w 15732060"/>
              <a:gd name="connsiteY1318" fmla="*/ 5767005 h 8839200"/>
              <a:gd name="connsiteX1319" fmla="*/ 355028 w 15732060"/>
              <a:gd name="connsiteY1319" fmla="*/ 5785662 h 8839200"/>
              <a:gd name="connsiteX1320" fmla="*/ 373684 w 15732060"/>
              <a:gd name="connsiteY1320" fmla="*/ 5769200 h 8839200"/>
              <a:gd name="connsiteX1321" fmla="*/ 1014600 w 15732060"/>
              <a:gd name="connsiteY1321" fmla="*/ 5769200 h 8839200"/>
              <a:gd name="connsiteX1322" fmla="*/ 1540282 w 15732060"/>
              <a:gd name="connsiteY1322" fmla="*/ 5243518 h 8839200"/>
              <a:gd name="connsiteX1323" fmla="*/ 2482998 w 15732060"/>
              <a:gd name="connsiteY1323" fmla="*/ 5243518 h 8839200"/>
              <a:gd name="connsiteX1324" fmla="*/ 2501654 w 15732060"/>
              <a:gd name="connsiteY1324" fmla="*/ 5259979 h 8839200"/>
              <a:gd name="connsiteX1325" fmla="*/ 2520311 w 15732060"/>
              <a:gd name="connsiteY1325" fmla="*/ 5241322 h 8839200"/>
              <a:gd name="connsiteX1326" fmla="*/ 2501654 w 15732060"/>
              <a:gd name="connsiteY1326" fmla="*/ 5222666 h 8839200"/>
              <a:gd name="connsiteX1327" fmla="*/ 6731258 w 15732060"/>
              <a:gd name="connsiteY1327" fmla="*/ 5216629 h 8839200"/>
              <a:gd name="connsiteX1328" fmla="*/ 6337270 w 15732060"/>
              <a:gd name="connsiteY1328" fmla="*/ 5216629 h 8839200"/>
              <a:gd name="connsiteX1329" fmla="*/ 5447780 w 15732060"/>
              <a:gd name="connsiteY1329" fmla="*/ 6106119 h 8839200"/>
              <a:gd name="connsiteX1330" fmla="*/ 5184390 w 15732060"/>
              <a:gd name="connsiteY1330" fmla="*/ 6106119 h 8839200"/>
              <a:gd name="connsiteX1331" fmla="*/ 4126990 w 15732060"/>
              <a:gd name="connsiteY1331" fmla="*/ 7163520 h 8839200"/>
              <a:gd name="connsiteX1332" fmla="*/ 4102298 w 15732060"/>
              <a:gd name="connsiteY1332" fmla="*/ 7165166 h 8839200"/>
              <a:gd name="connsiteX1333" fmla="*/ 4102298 w 15732060"/>
              <a:gd name="connsiteY1333" fmla="*/ 7191505 h 8839200"/>
              <a:gd name="connsiteX1334" fmla="*/ 4128636 w 15732060"/>
              <a:gd name="connsiteY1334" fmla="*/ 7191505 h 8839200"/>
              <a:gd name="connsiteX1335" fmla="*/ 4130282 w 15732060"/>
              <a:gd name="connsiteY1335" fmla="*/ 7166813 h 8839200"/>
              <a:gd name="connsiteX1336" fmla="*/ 5186586 w 15732060"/>
              <a:gd name="connsiteY1336" fmla="*/ 6110509 h 8839200"/>
              <a:gd name="connsiteX1337" fmla="*/ 5449976 w 15732060"/>
              <a:gd name="connsiteY1337" fmla="*/ 6110509 h 8839200"/>
              <a:gd name="connsiteX1338" fmla="*/ 6338917 w 15732060"/>
              <a:gd name="connsiteY1338" fmla="*/ 5221568 h 8839200"/>
              <a:gd name="connsiteX1339" fmla="*/ 6338916 w 15732060"/>
              <a:gd name="connsiteY1339" fmla="*/ 5221568 h 8839200"/>
              <a:gd name="connsiteX1340" fmla="*/ 6339465 w 15732060"/>
              <a:gd name="connsiteY1340" fmla="*/ 5221020 h 8839200"/>
              <a:gd name="connsiteX1341" fmla="*/ 6338917 w 15732060"/>
              <a:gd name="connsiteY1341" fmla="*/ 5221568 h 8839200"/>
              <a:gd name="connsiteX1342" fmla="*/ 6731258 w 15732060"/>
              <a:gd name="connsiteY1342" fmla="*/ 5221568 h 8839200"/>
              <a:gd name="connsiteX1343" fmla="*/ 5903774 w 15732060"/>
              <a:gd name="connsiteY1343" fmla="*/ 5215121 h 8839200"/>
              <a:gd name="connsiteX1344" fmla="*/ 5890605 w 15732060"/>
              <a:gd name="connsiteY1344" fmla="*/ 5220470 h 8839200"/>
              <a:gd name="connsiteX1345" fmla="*/ 5888960 w 15732060"/>
              <a:gd name="connsiteY1345" fmla="*/ 5245164 h 8839200"/>
              <a:gd name="connsiteX1346" fmla="*/ 5719401 w 15732060"/>
              <a:gd name="connsiteY1346" fmla="*/ 5414721 h 8839200"/>
              <a:gd name="connsiteX1347" fmla="*/ 5389616 w 15732060"/>
              <a:gd name="connsiteY1347" fmla="*/ 5414721 h 8839200"/>
              <a:gd name="connsiteX1348" fmla="*/ 5283162 w 15732060"/>
              <a:gd name="connsiteY1348" fmla="*/ 5308268 h 8839200"/>
              <a:gd name="connsiteX1349" fmla="*/ 5282613 w 15732060"/>
              <a:gd name="connsiteY1349" fmla="*/ 5308268 h 8839200"/>
              <a:gd name="connsiteX1350" fmla="*/ 4879298 w 15732060"/>
              <a:gd name="connsiteY1350" fmla="*/ 5307719 h 8839200"/>
              <a:gd name="connsiteX1351" fmla="*/ 3998039 w 15732060"/>
              <a:gd name="connsiteY1351" fmla="*/ 6188977 h 8839200"/>
              <a:gd name="connsiteX1352" fmla="*/ 3354380 w 15732060"/>
              <a:gd name="connsiteY1352" fmla="*/ 6188977 h 8839200"/>
              <a:gd name="connsiteX1353" fmla="*/ 3335723 w 15732060"/>
              <a:gd name="connsiteY1353" fmla="*/ 6172516 h 8839200"/>
              <a:gd name="connsiteX1354" fmla="*/ 3317066 w 15732060"/>
              <a:gd name="connsiteY1354" fmla="*/ 6191172 h 8839200"/>
              <a:gd name="connsiteX1355" fmla="*/ 3335723 w 15732060"/>
              <a:gd name="connsiteY1355" fmla="*/ 6209829 h 8839200"/>
              <a:gd name="connsiteX1356" fmla="*/ 3354380 w 15732060"/>
              <a:gd name="connsiteY1356" fmla="*/ 6193367 h 8839200"/>
              <a:gd name="connsiteX1357" fmla="*/ 4000233 w 15732060"/>
              <a:gd name="connsiteY1357" fmla="*/ 6193367 h 8839200"/>
              <a:gd name="connsiteX1358" fmla="*/ 4881492 w 15732060"/>
              <a:gd name="connsiteY1358" fmla="*/ 5312109 h 8839200"/>
              <a:gd name="connsiteX1359" fmla="*/ 5280967 w 15732060"/>
              <a:gd name="connsiteY1359" fmla="*/ 5312109 h 8839200"/>
              <a:gd name="connsiteX1360" fmla="*/ 5387420 w 15732060"/>
              <a:gd name="connsiteY1360" fmla="*/ 5418562 h 8839200"/>
              <a:gd name="connsiteX1361" fmla="*/ 5387969 w 15732060"/>
              <a:gd name="connsiteY1361" fmla="*/ 5418562 h 8839200"/>
              <a:gd name="connsiteX1362" fmla="*/ 5721596 w 15732060"/>
              <a:gd name="connsiteY1362" fmla="*/ 5419110 h 8839200"/>
              <a:gd name="connsiteX1363" fmla="*/ 5892251 w 15732060"/>
              <a:gd name="connsiteY1363" fmla="*/ 5248456 h 8839200"/>
              <a:gd name="connsiteX1364" fmla="*/ 5892251 w 15732060"/>
              <a:gd name="connsiteY1364" fmla="*/ 5248456 h 8839200"/>
              <a:gd name="connsiteX1365" fmla="*/ 5892800 w 15732060"/>
              <a:gd name="connsiteY1365" fmla="*/ 5247907 h 8839200"/>
              <a:gd name="connsiteX1366" fmla="*/ 5892251 w 15732060"/>
              <a:gd name="connsiteY1366" fmla="*/ 5248456 h 8839200"/>
              <a:gd name="connsiteX1367" fmla="*/ 5904803 w 15732060"/>
              <a:gd name="connsiteY1367" fmla="*/ 5252160 h 8839200"/>
              <a:gd name="connsiteX1368" fmla="*/ 5916944 w 15732060"/>
              <a:gd name="connsiteY1368" fmla="*/ 5246809 h 8839200"/>
              <a:gd name="connsiteX1369" fmla="*/ 5916944 w 15732060"/>
              <a:gd name="connsiteY1369" fmla="*/ 5220470 h 8839200"/>
              <a:gd name="connsiteX1370" fmla="*/ 5903774 w 15732060"/>
              <a:gd name="connsiteY1370" fmla="*/ 5215121 h 8839200"/>
              <a:gd name="connsiteX1371" fmla="*/ 14162694 w 15732060"/>
              <a:gd name="connsiteY1371" fmla="*/ 5037332 h 8839200"/>
              <a:gd name="connsiteX1372" fmla="*/ 14149524 w 15732060"/>
              <a:gd name="connsiteY1372" fmla="*/ 5042682 h 8839200"/>
              <a:gd name="connsiteX1373" fmla="*/ 14149524 w 15732060"/>
              <a:gd name="connsiteY1373" fmla="*/ 5069021 h 8839200"/>
              <a:gd name="connsiteX1374" fmla="*/ 14174217 w 15732060"/>
              <a:gd name="connsiteY1374" fmla="*/ 5070668 h 8839200"/>
              <a:gd name="connsiteX1375" fmla="*/ 14224152 w 15732060"/>
              <a:gd name="connsiteY1375" fmla="*/ 5120602 h 8839200"/>
              <a:gd name="connsiteX1376" fmla="*/ 14224701 w 15732060"/>
              <a:gd name="connsiteY1376" fmla="*/ 5120602 h 8839200"/>
              <a:gd name="connsiteX1377" fmla="*/ 15006090 w 15732060"/>
              <a:gd name="connsiteY1377" fmla="*/ 5121151 h 8839200"/>
              <a:gd name="connsiteX1378" fmla="*/ 15196500 w 15732060"/>
              <a:gd name="connsiteY1378" fmla="*/ 5311560 h 8839200"/>
              <a:gd name="connsiteX1379" fmla="*/ 15197048 w 15732060"/>
              <a:gd name="connsiteY1379" fmla="*/ 5311560 h 8839200"/>
              <a:gd name="connsiteX1380" fmla="*/ 15565794 w 15732060"/>
              <a:gd name="connsiteY1380" fmla="*/ 5312109 h 8839200"/>
              <a:gd name="connsiteX1381" fmla="*/ 15584450 w 15732060"/>
              <a:gd name="connsiteY1381" fmla="*/ 5328570 h 8839200"/>
              <a:gd name="connsiteX1382" fmla="*/ 15603108 w 15732060"/>
              <a:gd name="connsiteY1382" fmla="*/ 5309913 h 8839200"/>
              <a:gd name="connsiteX1383" fmla="*/ 15584450 w 15732060"/>
              <a:gd name="connsiteY1383" fmla="*/ 5291257 h 8839200"/>
              <a:gd name="connsiteX1384" fmla="*/ 15565794 w 15732060"/>
              <a:gd name="connsiteY1384" fmla="*/ 5307719 h 8839200"/>
              <a:gd name="connsiteX1385" fmla="*/ 15199243 w 15732060"/>
              <a:gd name="connsiteY1385" fmla="*/ 5307719 h 8839200"/>
              <a:gd name="connsiteX1386" fmla="*/ 15008834 w 15732060"/>
              <a:gd name="connsiteY1386" fmla="*/ 5117310 h 8839200"/>
              <a:gd name="connsiteX1387" fmla="*/ 15008285 w 15732060"/>
              <a:gd name="connsiteY1387" fmla="*/ 5117310 h 8839200"/>
              <a:gd name="connsiteX1388" fmla="*/ 14226895 w 15732060"/>
              <a:gd name="connsiteY1388" fmla="*/ 5116761 h 8839200"/>
              <a:gd name="connsiteX1389" fmla="*/ 14177510 w 15732060"/>
              <a:gd name="connsiteY1389" fmla="*/ 5067376 h 8839200"/>
              <a:gd name="connsiteX1390" fmla="*/ 14175863 w 15732060"/>
              <a:gd name="connsiteY1390" fmla="*/ 5042682 h 8839200"/>
              <a:gd name="connsiteX1391" fmla="*/ 14162694 w 15732060"/>
              <a:gd name="connsiteY1391" fmla="*/ 5037332 h 8839200"/>
              <a:gd name="connsiteX1392" fmla="*/ 6701626 w 15732060"/>
              <a:gd name="connsiteY1392" fmla="*/ 4985066 h 8839200"/>
              <a:gd name="connsiteX1393" fmla="*/ 6314773 w 15732060"/>
              <a:gd name="connsiteY1393" fmla="*/ 4985066 h 8839200"/>
              <a:gd name="connsiteX1394" fmla="*/ 5641482 w 15732060"/>
              <a:gd name="connsiteY1394" fmla="*/ 5658905 h 8839200"/>
              <a:gd name="connsiteX1395" fmla="*/ 4869421 w 15732060"/>
              <a:gd name="connsiteY1395" fmla="*/ 5658905 h 8839200"/>
              <a:gd name="connsiteX1396" fmla="*/ 3998039 w 15732060"/>
              <a:gd name="connsiteY1396" fmla="*/ 6530287 h 8839200"/>
              <a:gd name="connsiteX1397" fmla="*/ 3561250 w 15732060"/>
              <a:gd name="connsiteY1397" fmla="*/ 6530287 h 8839200"/>
              <a:gd name="connsiteX1398" fmla="*/ 3542594 w 15732060"/>
              <a:gd name="connsiteY1398" fmla="*/ 6513825 h 8839200"/>
              <a:gd name="connsiteX1399" fmla="*/ 3523937 w 15732060"/>
              <a:gd name="connsiteY1399" fmla="*/ 6532481 h 8839200"/>
              <a:gd name="connsiteX1400" fmla="*/ 3542594 w 15732060"/>
              <a:gd name="connsiteY1400" fmla="*/ 6551138 h 8839200"/>
              <a:gd name="connsiteX1401" fmla="*/ 3561250 w 15732060"/>
              <a:gd name="connsiteY1401" fmla="*/ 6534677 h 8839200"/>
              <a:gd name="connsiteX1402" fmla="*/ 4000233 w 15732060"/>
              <a:gd name="connsiteY1402" fmla="*/ 6534677 h 8839200"/>
              <a:gd name="connsiteX1403" fmla="*/ 4871615 w 15732060"/>
              <a:gd name="connsiteY1403" fmla="*/ 5663295 h 8839200"/>
              <a:gd name="connsiteX1404" fmla="*/ 5643678 w 15732060"/>
              <a:gd name="connsiteY1404" fmla="*/ 5663295 h 8839200"/>
              <a:gd name="connsiteX1405" fmla="*/ 5643678 w 15732060"/>
              <a:gd name="connsiteY1405" fmla="*/ 5663843 h 8839200"/>
              <a:gd name="connsiteX1406" fmla="*/ 6316967 w 15732060"/>
              <a:gd name="connsiteY1406" fmla="*/ 4990004 h 8839200"/>
              <a:gd name="connsiteX1407" fmla="*/ 6701626 w 15732060"/>
              <a:gd name="connsiteY1407" fmla="*/ 4990004 h 8839200"/>
              <a:gd name="connsiteX1408" fmla="*/ 8990924 w 15732060"/>
              <a:gd name="connsiteY1408" fmla="*/ 4884100 h 8839200"/>
              <a:gd name="connsiteX1409" fmla="*/ 8990924 w 15732060"/>
              <a:gd name="connsiteY1409" fmla="*/ 4889039 h 8839200"/>
              <a:gd name="connsiteX1410" fmla="*/ 10502123 w 15732060"/>
              <a:gd name="connsiteY1410" fmla="*/ 4889039 h 8839200"/>
              <a:gd name="connsiteX1411" fmla="*/ 10710640 w 15732060"/>
              <a:gd name="connsiteY1411" fmla="*/ 5097556 h 8839200"/>
              <a:gd name="connsiteX1412" fmla="*/ 10711189 w 15732060"/>
              <a:gd name="connsiteY1412" fmla="*/ 5097556 h 8839200"/>
              <a:gd name="connsiteX1413" fmla="*/ 11067314 w 15732060"/>
              <a:gd name="connsiteY1413" fmla="*/ 5098104 h 8839200"/>
              <a:gd name="connsiteX1414" fmla="*/ 11665978 w 15732060"/>
              <a:gd name="connsiteY1414" fmla="*/ 5696767 h 8839200"/>
              <a:gd name="connsiteX1415" fmla="*/ 11666525 w 15732060"/>
              <a:gd name="connsiteY1415" fmla="*/ 5696767 h 8839200"/>
              <a:gd name="connsiteX1416" fmla="*/ 12664664 w 15732060"/>
              <a:gd name="connsiteY1416" fmla="*/ 5696767 h 8839200"/>
              <a:gd name="connsiteX1417" fmla="*/ 12683321 w 15732060"/>
              <a:gd name="connsiteY1417" fmla="*/ 5713229 h 8839200"/>
              <a:gd name="connsiteX1418" fmla="*/ 12701979 w 15732060"/>
              <a:gd name="connsiteY1418" fmla="*/ 5694572 h 8839200"/>
              <a:gd name="connsiteX1419" fmla="*/ 12683321 w 15732060"/>
              <a:gd name="connsiteY1419" fmla="*/ 5675916 h 8839200"/>
              <a:gd name="connsiteX1420" fmla="*/ 12664664 w 15732060"/>
              <a:gd name="connsiteY1420" fmla="*/ 5692378 h 8839200"/>
              <a:gd name="connsiteX1421" fmla="*/ 11668172 w 15732060"/>
              <a:gd name="connsiteY1421" fmla="*/ 5692378 h 8839200"/>
              <a:gd name="connsiteX1422" fmla="*/ 11069509 w 15732060"/>
              <a:gd name="connsiteY1422" fmla="*/ 5093715 h 8839200"/>
              <a:gd name="connsiteX1423" fmla="*/ 11068960 w 15732060"/>
              <a:gd name="connsiteY1423" fmla="*/ 5093715 h 8839200"/>
              <a:gd name="connsiteX1424" fmla="*/ 10712835 w 15732060"/>
              <a:gd name="connsiteY1424" fmla="*/ 5093165 h 8839200"/>
              <a:gd name="connsiteX1425" fmla="*/ 10504318 w 15732060"/>
              <a:gd name="connsiteY1425" fmla="*/ 4884648 h 8839200"/>
              <a:gd name="connsiteX1426" fmla="*/ 10503770 w 15732060"/>
              <a:gd name="connsiteY1426" fmla="*/ 4884648 h 8839200"/>
              <a:gd name="connsiteX1427" fmla="*/ 8990924 w 15732060"/>
              <a:gd name="connsiteY1427" fmla="*/ 4884100 h 8839200"/>
              <a:gd name="connsiteX1428" fmla="*/ 6691750 w 15732060"/>
              <a:gd name="connsiteY1428" fmla="*/ 4867090 h 8839200"/>
              <a:gd name="connsiteX1429" fmla="*/ 6359219 w 15732060"/>
              <a:gd name="connsiteY1429" fmla="*/ 4867090 h 8839200"/>
              <a:gd name="connsiteX1430" fmla="*/ 6139180 w 15732060"/>
              <a:gd name="connsiteY1430" fmla="*/ 5087130 h 8839200"/>
              <a:gd name="connsiteX1431" fmla="*/ 4979166 w 15732060"/>
              <a:gd name="connsiteY1431" fmla="*/ 5087130 h 8839200"/>
              <a:gd name="connsiteX1432" fmla="*/ 4126441 w 15732060"/>
              <a:gd name="connsiteY1432" fmla="*/ 5939855 h 8839200"/>
              <a:gd name="connsiteX1433" fmla="*/ 3354380 w 15732060"/>
              <a:gd name="connsiteY1433" fmla="*/ 5939855 h 8839200"/>
              <a:gd name="connsiteX1434" fmla="*/ 3335723 w 15732060"/>
              <a:gd name="connsiteY1434" fmla="*/ 5923392 h 8839200"/>
              <a:gd name="connsiteX1435" fmla="*/ 3317066 w 15732060"/>
              <a:gd name="connsiteY1435" fmla="*/ 5942050 h 8839200"/>
              <a:gd name="connsiteX1436" fmla="*/ 3335723 w 15732060"/>
              <a:gd name="connsiteY1436" fmla="*/ 5960706 h 8839200"/>
              <a:gd name="connsiteX1437" fmla="*/ 3354380 w 15732060"/>
              <a:gd name="connsiteY1437" fmla="*/ 5944244 h 8839200"/>
              <a:gd name="connsiteX1438" fmla="*/ 4128636 w 15732060"/>
              <a:gd name="connsiteY1438" fmla="*/ 5944244 h 8839200"/>
              <a:gd name="connsiteX1439" fmla="*/ 4981361 w 15732060"/>
              <a:gd name="connsiteY1439" fmla="*/ 5091519 h 8839200"/>
              <a:gd name="connsiteX1440" fmla="*/ 6141374 w 15732060"/>
              <a:gd name="connsiteY1440" fmla="*/ 5091519 h 8839200"/>
              <a:gd name="connsiteX1441" fmla="*/ 6361414 w 15732060"/>
              <a:gd name="connsiteY1441" fmla="*/ 4871479 h 8839200"/>
              <a:gd name="connsiteX1442" fmla="*/ 6360866 w 15732060"/>
              <a:gd name="connsiteY1442" fmla="*/ 4872028 h 8839200"/>
              <a:gd name="connsiteX1443" fmla="*/ 6691750 w 15732060"/>
              <a:gd name="connsiteY1443" fmla="*/ 4872028 h 8839200"/>
              <a:gd name="connsiteX1444" fmla="*/ 11528247 w 15732060"/>
              <a:gd name="connsiteY1444" fmla="*/ 4844729 h 8839200"/>
              <a:gd name="connsiteX1445" fmla="*/ 11515077 w 15732060"/>
              <a:gd name="connsiteY1445" fmla="*/ 4850079 h 8839200"/>
              <a:gd name="connsiteX1446" fmla="*/ 11515077 w 15732060"/>
              <a:gd name="connsiteY1446" fmla="*/ 4876418 h 8839200"/>
              <a:gd name="connsiteX1447" fmla="*/ 11539770 w 15732060"/>
              <a:gd name="connsiteY1447" fmla="*/ 4878064 h 8839200"/>
              <a:gd name="connsiteX1448" fmla="*/ 11636345 w 15732060"/>
              <a:gd name="connsiteY1448" fmla="*/ 4974640 h 8839200"/>
              <a:gd name="connsiteX1449" fmla="*/ 11636345 w 15732060"/>
              <a:gd name="connsiteY1449" fmla="*/ 5197973 h 8839200"/>
              <a:gd name="connsiteX1450" fmla="*/ 11880530 w 15732060"/>
              <a:gd name="connsiteY1450" fmla="*/ 5442157 h 8839200"/>
              <a:gd name="connsiteX1451" fmla="*/ 11881079 w 15732060"/>
              <a:gd name="connsiteY1451" fmla="*/ 5442157 h 8839200"/>
              <a:gd name="connsiteX1452" fmla="*/ 13668290 w 15732060"/>
              <a:gd name="connsiteY1452" fmla="*/ 5442705 h 8839200"/>
              <a:gd name="connsiteX1453" fmla="*/ 13953628 w 15732060"/>
              <a:gd name="connsiteY1453" fmla="*/ 5728046 h 8839200"/>
              <a:gd name="connsiteX1454" fmla="*/ 13954178 w 15732060"/>
              <a:gd name="connsiteY1454" fmla="*/ 5728046 h 8839200"/>
              <a:gd name="connsiteX1455" fmla="*/ 15683771 w 15732060"/>
              <a:gd name="connsiteY1455" fmla="*/ 5728594 h 8839200"/>
              <a:gd name="connsiteX1456" fmla="*/ 15702428 w 15732060"/>
              <a:gd name="connsiteY1456" fmla="*/ 5745056 h 8839200"/>
              <a:gd name="connsiteX1457" fmla="*/ 15702428 w 15732060"/>
              <a:gd name="connsiteY1457" fmla="*/ 5744507 h 8839200"/>
              <a:gd name="connsiteX1458" fmla="*/ 15721085 w 15732060"/>
              <a:gd name="connsiteY1458" fmla="*/ 5725850 h 8839200"/>
              <a:gd name="connsiteX1459" fmla="*/ 15702428 w 15732060"/>
              <a:gd name="connsiteY1459" fmla="*/ 5707193 h 8839200"/>
              <a:gd name="connsiteX1460" fmla="*/ 15683771 w 15732060"/>
              <a:gd name="connsiteY1460" fmla="*/ 5723655 h 8839200"/>
              <a:gd name="connsiteX1461" fmla="*/ 13955824 w 15732060"/>
              <a:gd name="connsiteY1461" fmla="*/ 5723655 h 8839200"/>
              <a:gd name="connsiteX1462" fmla="*/ 13670485 w 15732060"/>
              <a:gd name="connsiteY1462" fmla="*/ 5438316 h 8839200"/>
              <a:gd name="connsiteX1463" fmla="*/ 13669935 w 15732060"/>
              <a:gd name="connsiteY1463" fmla="*/ 5438316 h 8839200"/>
              <a:gd name="connsiteX1464" fmla="*/ 11882726 w 15732060"/>
              <a:gd name="connsiteY1464" fmla="*/ 5437767 h 8839200"/>
              <a:gd name="connsiteX1465" fmla="*/ 11640736 w 15732060"/>
              <a:gd name="connsiteY1465" fmla="*/ 5195778 h 8839200"/>
              <a:gd name="connsiteX1466" fmla="*/ 11640736 w 15732060"/>
              <a:gd name="connsiteY1466" fmla="*/ 4972445 h 8839200"/>
              <a:gd name="connsiteX1467" fmla="*/ 11543061 w 15732060"/>
              <a:gd name="connsiteY1467" fmla="*/ 4874772 h 8839200"/>
              <a:gd name="connsiteX1468" fmla="*/ 11541416 w 15732060"/>
              <a:gd name="connsiteY1468" fmla="*/ 4850079 h 8839200"/>
              <a:gd name="connsiteX1469" fmla="*/ 11528247 w 15732060"/>
              <a:gd name="connsiteY1469" fmla="*/ 4844729 h 8839200"/>
              <a:gd name="connsiteX1470" fmla="*/ 3694591 w 15732060"/>
              <a:gd name="connsiteY1470" fmla="*/ 4724420 h 8839200"/>
              <a:gd name="connsiteX1471" fmla="*/ 3675934 w 15732060"/>
              <a:gd name="connsiteY1471" fmla="*/ 4740882 h 8839200"/>
              <a:gd name="connsiteX1472" fmla="*/ 2397397 w 15732060"/>
              <a:gd name="connsiteY1472" fmla="*/ 4740882 h 8839200"/>
              <a:gd name="connsiteX1473" fmla="*/ 2225096 w 15732060"/>
              <a:gd name="connsiteY1473" fmla="*/ 4913183 h 8839200"/>
              <a:gd name="connsiteX1474" fmla="*/ 2200402 w 15732060"/>
              <a:gd name="connsiteY1474" fmla="*/ 4914828 h 8839200"/>
              <a:gd name="connsiteX1475" fmla="*/ 2200402 w 15732060"/>
              <a:gd name="connsiteY1475" fmla="*/ 4941167 h 8839200"/>
              <a:gd name="connsiteX1476" fmla="*/ 2226741 w 15732060"/>
              <a:gd name="connsiteY1476" fmla="*/ 4941167 h 8839200"/>
              <a:gd name="connsiteX1477" fmla="*/ 2228388 w 15732060"/>
              <a:gd name="connsiteY1477" fmla="*/ 4916475 h 8839200"/>
              <a:gd name="connsiteX1478" fmla="*/ 2399591 w 15732060"/>
              <a:gd name="connsiteY1478" fmla="*/ 4745271 h 8839200"/>
              <a:gd name="connsiteX1479" fmla="*/ 3675934 w 15732060"/>
              <a:gd name="connsiteY1479" fmla="*/ 4745271 h 8839200"/>
              <a:gd name="connsiteX1480" fmla="*/ 3694591 w 15732060"/>
              <a:gd name="connsiteY1480" fmla="*/ 4761734 h 8839200"/>
              <a:gd name="connsiteX1481" fmla="*/ 3713248 w 15732060"/>
              <a:gd name="connsiteY1481" fmla="*/ 4743076 h 8839200"/>
              <a:gd name="connsiteX1482" fmla="*/ 3694591 w 15732060"/>
              <a:gd name="connsiteY1482" fmla="*/ 4724420 h 8839200"/>
              <a:gd name="connsiteX1483" fmla="*/ 8991472 w 15732060"/>
              <a:gd name="connsiteY1483" fmla="*/ 4634977 h 8839200"/>
              <a:gd name="connsiteX1484" fmla="*/ 8991472 w 15732060"/>
              <a:gd name="connsiteY1484" fmla="*/ 4639915 h 8839200"/>
              <a:gd name="connsiteX1485" fmla="*/ 10625039 w 15732060"/>
              <a:gd name="connsiteY1485" fmla="*/ 4639915 h 8839200"/>
              <a:gd name="connsiteX1486" fmla="*/ 10771549 w 15732060"/>
              <a:gd name="connsiteY1486" fmla="*/ 4786426 h 8839200"/>
              <a:gd name="connsiteX1487" fmla="*/ 10772098 w 15732060"/>
              <a:gd name="connsiteY1487" fmla="*/ 4786426 h 8839200"/>
              <a:gd name="connsiteX1488" fmla="*/ 11577632 w 15732060"/>
              <a:gd name="connsiteY1488" fmla="*/ 4786975 h 8839200"/>
              <a:gd name="connsiteX1489" fmla="*/ 12118130 w 15732060"/>
              <a:gd name="connsiteY1489" fmla="*/ 5327473 h 8839200"/>
              <a:gd name="connsiteX1490" fmla="*/ 12118679 w 15732060"/>
              <a:gd name="connsiteY1490" fmla="*/ 5327473 h 8839200"/>
              <a:gd name="connsiteX1491" fmla="*/ 12693747 w 15732060"/>
              <a:gd name="connsiteY1491" fmla="*/ 5328022 h 8839200"/>
              <a:gd name="connsiteX1492" fmla="*/ 12712404 w 15732060"/>
              <a:gd name="connsiteY1492" fmla="*/ 5344484 h 8839200"/>
              <a:gd name="connsiteX1493" fmla="*/ 12731060 w 15732060"/>
              <a:gd name="connsiteY1493" fmla="*/ 5325826 h 8839200"/>
              <a:gd name="connsiteX1494" fmla="*/ 12712404 w 15732060"/>
              <a:gd name="connsiteY1494" fmla="*/ 5307169 h 8839200"/>
              <a:gd name="connsiteX1495" fmla="*/ 12693747 w 15732060"/>
              <a:gd name="connsiteY1495" fmla="*/ 5323632 h 8839200"/>
              <a:gd name="connsiteX1496" fmla="*/ 12693198 w 15732060"/>
              <a:gd name="connsiteY1496" fmla="*/ 5323083 h 8839200"/>
              <a:gd name="connsiteX1497" fmla="*/ 12120326 w 15732060"/>
              <a:gd name="connsiteY1497" fmla="*/ 5323083 h 8839200"/>
              <a:gd name="connsiteX1498" fmla="*/ 11579827 w 15732060"/>
              <a:gd name="connsiteY1498" fmla="*/ 4782585 h 8839200"/>
              <a:gd name="connsiteX1499" fmla="*/ 11579279 w 15732060"/>
              <a:gd name="connsiteY1499" fmla="*/ 4782585 h 8839200"/>
              <a:gd name="connsiteX1500" fmla="*/ 10773744 w 15732060"/>
              <a:gd name="connsiteY1500" fmla="*/ 4782036 h 8839200"/>
              <a:gd name="connsiteX1501" fmla="*/ 10627234 w 15732060"/>
              <a:gd name="connsiteY1501" fmla="*/ 4635526 h 8839200"/>
              <a:gd name="connsiteX1502" fmla="*/ 10626685 w 15732060"/>
              <a:gd name="connsiteY1502" fmla="*/ 4635526 h 8839200"/>
              <a:gd name="connsiteX1503" fmla="*/ 8991472 w 15732060"/>
              <a:gd name="connsiteY1503" fmla="*/ 4634977 h 8839200"/>
              <a:gd name="connsiteX1504" fmla="*/ 6695042 w 15732060"/>
              <a:gd name="connsiteY1504" fmla="*/ 4618513 h 8839200"/>
              <a:gd name="connsiteX1505" fmla="*/ 6676386 w 15732060"/>
              <a:gd name="connsiteY1505" fmla="*/ 4634975 h 8839200"/>
              <a:gd name="connsiteX1506" fmla="*/ 6045896 w 15732060"/>
              <a:gd name="connsiteY1506" fmla="*/ 4634975 h 8839200"/>
              <a:gd name="connsiteX1507" fmla="*/ 5800614 w 15732060"/>
              <a:gd name="connsiteY1507" fmla="*/ 4880257 h 8839200"/>
              <a:gd name="connsiteX1508" fmla="*/ 4406842 w 15732060"/>
              <a:gd name="connsiteY1508" fmla="*/ 4880257 h 8839200"/>
              <a:gd name="connsiteX1509" fmla="*/ 3872928 w 15732060"/>
              <a:gd name="connsiteY1509" fmla="*/ 5414171 h 8839200"/>
              <a:gd name="connsiteX1510" fmla="*/ 3545886 w 15732060"/>
              <a:gd name="connsiteY1510" fmla="*/ 5414171 h 8839200"/>
              <a:gd name="connsiteX1511" fmla="*/ 3275363 w 15732060"/>
              <a:gd name="connsiteY1511" fmla="*/ 5684694 h 8839200"/>
              <a:gd name="connsiteX1512" fmla="*/ 3275363 w 15732060"/>
              <a:gd name="connsiteY1512" fmla="*/ 5867970 h 8839200"/>
              <a:gd name="connsiteX1513" fmla="*/ 3258900 w 15732060"/>
              <a:gd name="connsiteY1513" fmla="*/ 5886626 h 8839200"/>
              <a:gd name="connsiteX1514" fmla="*/ 3277557 w 15732060"/>
              <a:gd name="connsiteY1514" fmla="*/ 5905282 h 8839200"/>
              <a:gd name="connsiteX1515" fmla="*/ 3296214 w 15732060"/>
              <a:gd name="connsiteY1515" fmla="*/ 5886626 h 8839200"/>
              <a:gd name="connsiteX1516" fmla="*/ 3279752 w 15732060"/>
              <a:gd name="connsiteY1516" fmla="*/ 5867970 h 8839200"/>
              <a:gd name="connsiteX1517" fmla="*/ 3279752 w 15732060"/>
              <a:gd name="connsiteY1517" fmla="*/ 5686888 h 8839200"/>
              <a:gd name="connsiteX1518" fmla="*/ 3546984 w 15732060"/>
              <a:gd name="connsiteY1518" fmla="*/ 5419657 h 8839200"/>
              <a:gd name="connsiteX1519" fmla="*/ 3874026 w 15732060"/>
              <a:gd name="connsiteY1519" fmla="*/ 5419657 h 8839200"/>
              <a:gd name="connsiteX1520" fmla="*/ 4407940 w 15732060"/>
              <a:gd name="connsiteY1520" fmla="*/ 4885744 h 8839200"/>
              <a:gd name="connsiteX1521" fmla="*/ 5801711 w 15732060"/>
              <a:gd name="connsiteY1521" fmla="*/ 4885744 h 8839200"/>
              <a:gd name="connsiteX1522" fmla="*/ 6046994 w 15732060"/>
              <a:gd name="connsiteY1522" fmla="*/ 4640462 h 8839200"/>
              <a:gd name="connsiteX1523" fmla="*/ 6675288 w 15732060"/>
              <a:gd name="connsiteY1523" fmla="*/ 4640462 h 8839200"/>
              <a:gd name="connsiteX1524" fmla="*/ 6693944 w 15732060"/>
              <a:gd name="connsiteY1524" fmla="*/ 4656924 h 8839200"/>
              <a:gd name="connsiteX1525" fmla="*/ 6712601 w 15732060"/>
              <a:gd name="connsiteY1525" fmla="*/ 4638267 h 8839200"/>
              <a:gd name="connsiteX1526" fmla="*/ 6693944 w 15732060"/>
              <a:gd name="connsiteY1526" fmla="*/ 4619610 h 8839200"/>
              <a:gd name="connsiteX1527" fmla="*/ 8991472 w 15732060"/>
              <a:gd name="connsiteY1527" fmla="*/ 4523584 h 8839200"/>
              <a:gd name="connsiteX1528" fmla="*/ 8991472 w 15732060"/>
              <a:gd name="connsiteY1528" fmla="*/ 4528523 h 8839200"/>
              <a:gd name="connsiteX1529" fmla="*/ 10888977 w 15732060"/>
              <a:gd name="connsiteY1529" fmla="*/ 4528523 h 8839200"/>
              <a:gd name="connsiteX1530" fmla="*/ 11054145 w 15732060"/>
              <a:gd name="connsiteY1530" fmla="*/ 4693691 h 8839200"/>
              <a:gd name="connsiteX1531" fmla="*/ 11054693 w 15732060"/>
              <a:gd name="connsiteY1531" fmla="*/ 4693691 h 8839200"/>
              <a:gd name="connsiteX1532" fmla="*/ 12657531 w 15732060"/>
              <a:gd name="connsiteY1532" fmla="*/ 4694240 h 8839200"/>
              <a:gd name="connsiteX1533" fmla="*/ 12816113 w 15732060"/>
              <a:gd name="connsiteY1533" fmla="*/ 4852823 h 8839200"/>
              <a:gd name="connsiteX1534" fmla="*/ 12816662 w 15732060"/>
              <a:gd name="connsiteY1534" fmla="*/ 4852823 h 8839200"/>
              <a:gd name="connsiteX1535" fmla="*/ 13567872 w 15732060"/>
              <a:gd name="connsiteY1535" fmla="*/ 4852823 h 8839200"/>
              <a:gd name="connsiteX1536" fmla="*/ 13586529 w 15732060"/>
              <a:gd name="connsiteY1536" fmla="*/ 4869284 h 8839200"/>
              <a:gd name="connsiteX1537" fmla="*/ 13605186 w 15732060"/>
              <a:gd name="connsiteY1537" fmla="*/ 4850627 h 8839200"/>
              <a:gd name="connsiteX1538" fmla="*/ 13586529 w 15732060"/>
              <a:gd name="connsiteY1538" fmla="*/ 4831970 h 8839200"/>
              <a:gd name="connsiteX1539" fmla="*/ 13567872 w 15732060"/>
              <a:gd name="connsiteY1539" fmla="*/ 4848433 h 8839200"/>
              <a:gd name="connsiteX1540" fmla="*/ 12818856 w 15732060"/>
              <a:gd name="connsiteY1540" fmla="*/ 4848433 h 8839200"/>
              <a:gd name="connsiteX1541" fmla="*/ 12660274 w 15732060"/>
              <a:gd name="connsiteY1541" fmla="*/ 4689849 h 8839200"/>
              <a:gd name="connsiteX1542" fmla="*/ 12659725 w 15732060"/>
              <a:gd name="connsiteY1542" fmla="*/ 4689849 h 8839200"/>
              <a:gd name="connsiteX1543" fmla="*/ 11056888 w 15732060"/>
              <a:gd name="connsiteY1543" fmla="*/ 4689301 h 8839200"/>
              <a:gd name="connsiteX1544" fmla="*/ 10891721 w 15732060"/>
              <a:gd name="connsiteY1544" fmla="*/ 4524134 h 8839200"/>
              <a:gd name="connsiteX1545" fmla="*/ 10891172 w 15732060"/>
              <a:gd name="connsiteY1545" fmla="*/ 4524134 h 8839200"/>
              <a:gd name="connsiteX1546" fmla="*/ 8991472 w 15732060"/>
              <a:gd name="connsiteY1546" fmla="*/ 4523584 h 8839200"/>
              <a:gd name="connsiteX1547" fmla="*/ 6703822 w 15732060"/>
              <a:gd name="connsiteY1547" fmla="*/ 4402864 h 8839200"/>
              <a:gd name="connsiteX1548" fmla="*/ 5683734 w 15732060"/>
              <a:gd name="connsiteY1548" fmla="*/ 4402864 h 8839200"/>
              <a:gd name="connsiteX1549" fmla="*/ 5552040 w 15732060"/>
              <a:gd name="connsiteY1549" fmla="*/ 4534559 h 8839200"/>
              <a:gd name="connsiteX1550" fmla="*/ 4131380 w 15732060"/>
              <a:gd name="connsiteY1550" fmla="*/ 4534559 h 8839200"/>
              <a:gd name="connsiteX1551" fmla="*/ 3723126 w 15732060"/>
              <a:gd name="connsiteY1551" fmla="*/ 4942814 h 8839200"/>
              <a:gd name="connsiteX1552" fmla="*/ 2970818 w 15732060"/>
              <a:gd name="connsiteY1552" fmla="*/ 4942814 h 8839200"/>
              <a:gd name="connsiteX1553" fmla="*/ 2818820 w 15732060"/>
              <a:gd name="connsiteY1553" fmla="*/ 5094812 h 8839200"/>
              <a:gd name="connsiteX1554" fmla="*/ 1509552 w 15732060"/>
              <a:gd name="connsiteY1554" fmla="*/ 5094812 h 8839200"/>
              <a:gd name="connsiteX1555" fmla="*/ 1163304 w 15732060"/>
              <a:gd name="connsiteY1555" fmla="*/ 5441060 h 8839200"/>
              <a:gd name="connsiteX1556" fmla="*/ 321006 w 15732060"/>
              <a:gd name="connsiteY1556" fmla="*/ 5441060 h 8839200"/>
              <a:gd name="connsiteX1557" fmla="*/ 59810 w 15732060"/>
              <a:gd name="connsiteY1557" fmla="*/ 5702254 h 8839200"/>
              <a:gd name="connsiteX1558" fmla="*/ 35118 w 15732060"/>
              <a:gd name="connsiteY1558" fmla="*/ 5703901 h 8839200"/>
              <a:gd name="connsiteX1559" fmla="*/ 35118 w 15732060"/>
              <a:gd name="connsiteY1559" fmla="*/ 5730240 h 8839200"/>
              <a:gd name="connsiteX1560" fmla="*/ 61458 w 15732060"/>
              <a:gd name="connsiteY1560" fmla="*/ 5730240 h 8839200"/>
              <a:gd name="connsiteX1561" fmla="*/ 63102 w 15732060"/>
              <a:gd name="connsiteY1561" fmla="*/ 5705547 h 8839200"/>
              <a:gd name="connsiteX1562" fmla="*/ 323200 w 15732060"/>
              <a:gd name="connsiteY1562" fmla="*/ 5445449 h 8839200"/>
              <a:gd name="connsiteX1563" fmla="*/ 1165500 w 15732060"/>
              <a:gd name="connsiteY1563" fmla="*/ 5445449 h 8839200"/>
              <a:gd name="connsiteX1564" fmla="*/ 1511748 w 15732060"/>
              <a:gd name="connsiteY1564" fmla="*/ 5099201 h 8839200"/>
              <a:gd name="connsiteX1565" fmla="*/ 2821015 w 15732060"/>
              <a:gd name="connsiteY1565" fmla="*/ 5099201 h 8839200"/>
              <a:gd name="connsiteX1566" fmla="*/ 2973012 w 15732060"/>
              <a:gd name="connsiteY1566" fmla="*/ 4947204 h 8839200"/>
              <a:gd name="connsiteX1567" fmla="*/ 3725320 w 15732060"/>
              <a:gd name="connsiteY1567" fmla="*/ 4947204 h 8839200"/>
              <a:gd name="connsiteX1568" fmla="*/ 3725320 w 15732060"/>
              <a:gd name="connsiteY1568" fmla="*/ 4947752 h 8839200"/>
              <a:gd name="connsiteX1569" fmla="*/ 4133575 w 15732060"/>
              <a:gd name="connsiteY1569" fmla="*/ 4539498 h 8839200"/>
              <a:gd name="connsiteX1570" fmla="*/ 5554234 w 15732060"/>
              <a:gd name="connsiteY1570" fmla="*/ 4539498 h 8839200"/>
              <a:gd name="connsiteX1571" fmla="*/ 5685930 w 15732060"/>
              <a:gd name="connsiteY1571" fmla="*/ 4407804 h 8839200"/>
              <a:gd name="connsiteX1572" fmla="*/ 6703822 w 15732060"/>
              <a:gd name="connsiteY1572" fmla="*/ 4407804 h 8839200"/>
              <a:gd name="connsiteX1573" fmla="*/ 2547199 w 15732060"/>
              <a:gd name="connsiteY1573" fmla="*/ 4266779 h 8839200"/>
              <a:gd name="connsiteX1574" fmla="*/ 2528542 w 15732060"/>
              <a:gd name="connsiteY1574" fmla="*/ 4283241 h 8839200"/>
              <a:gd name="connsiteX1575" fmla="*/ 2284358 w 15732060"/>
              <a:gd name="connsiteY1575" fmla="*/ 4283241 h 8839200"/>
              <a:gd name="connsiteX1576" fmla="*/ 1833302 w 15732060"/>
              <a:gd name="connsiteY1576" fmla="*/ 4734845 h 8839200"/>
              <a:gd name="connsiteX1577" fmla="*/ 518000 w 15732060"/>
              <a:gd name="connsiteY1577" fmla="*/ 4734845 h 8839200"/>
              <a:gd name="connsiteX1578" fmla="*/ 301800 w 15732060"/>
              <a:gd name="connsiteY1578" fmla="*/ 4951045 h 8839200"/>
              <a:gd name="connsiteX1579" fmla="*/ 47738 w 15732060"/>
              <a:gd name="connsiteY1579" fmla="*/ 4951045 h 8839200"/>
              <a:gd name="connsiteX1580" fmla="*/ 29082 w 15732060"/>
              <a:gd name="connsiteY1580" fmla="*/ 4934583 h 8839200"/>
              <a:gd name="connsiteX1581" fmla="*/ 10424 w 15732060"/>
              <a:gd name="connsiteY1581" fmla="*/ 4953239 h 8839200"/>
              <a:gd name="connsiteX1582" fmla="*/ 29082 w 15732060"/>
              <a:gd name="connsiteY1582" fmla="*/ 4971896 h 8839200"/>
              <a:gd name="connsiteX1583" fmla="*/ 29630 w 15732060"/>
              <a:gd name="connsiteY1583" fmla="*/ 4971348 h 8839200"/>
              <a:gd name="connsiteX1584" fmla="*/ 48288 w 15732060"/>
              <a:gd name="connsiteY1584" fmla="*/ 4954886 h 8839200"/>
              <a:gd name="connsiteX1585" fmla="*/ 303996 w 15732060"/>
              <a:gd name="connsiteY1585" fmla="*/ 4954886 h 8839200"/>
              <a:gd name="connsiteX1586" fmla="*/ 520194 w 15732060"/>
              <a:gd name="connsiteY1586" fmla="*/ 4738686 h 8839200"/>
              <a:gd name="connsiteX1587" fmla="*/ 1835498 w 15732060"/>
              <a:gd name="connsiteY1587" fmla="*/ 4738686 h 8839200"/>
              <a:gd name="connsiteX1588" fmla="*/ 2286553 w 15732060"/>
              <a:gd name="connsiteY1588" fmla="*/ 4287631 h 8839200"/>
              <a:gd name="connsiteX1589" fmla="*/ 2528542 w 15732060"/>
              <a:gd name="connsiteY1589" fmla="*/ 4287631 h 8839200"/>
              <a:gd name="connsiteX1590" fmla="*/ 2547199 w 15732060"/>
              <a:gd name="connsiteY1590" fmla="*/ 4304093 h 8839200"/>
              <a:gd name="connsiteX1591" fmla="*/ 2565856 w 15732060"/>
              <a:gd name="connsiteY1591" fmla="*/ 4285437 h 8839200"/>
              <a:gd name="connsiteX1592" fmla="*/ 2547199 w 15732060"/>
              <a:gd name="connsiteY1592" fmla="*/ 4266779 h 8839200"/>
              <a:gd name="connsiteX1593" fmla="*/ 42800 w 15732060"/>
              <a:gd name="connsiteY1593" fmla="*/ 4115331 h 8839200"/>
              <a:gd name="connsiteX1594" fmla="*/ 24144 w 15732060"/>
              <a:gd name="connsiteY1594" fmla="*/ 4133987 h 8839200"/>
              <a:gd name="connsiteX1595" fmla="*/ 42800 w 15732060"/>
              <a:gd name="connsiteY1595" fmla="*/ 4152644 h 8839200"/>
              <a:gd name="connsiteX1596" fmla="*/ 61458 w 15732060"/>
              <a:gd name="connsiteY1596" fmla="*/ 4136182 h 8839200"/>
              <a:gd name="connsiteX1597" fmla="*/ 351734 w 15732060"/>
              <a:gd name="connsiteY1597" fmla="*/ 4136182 h 8839200"/>
              <a:gd name="connsiteX1598" fmla="*/ 547630 w 15732060"/>
              <a:gd name="connsiteY1598" fmla="*/ 4332078 h 8839200"/>
              <a:gd name="connsiteX1599" fmla="*/ 1194034 w 15732060"/>
              <a:gd name="connsiteY1599" fmla="*/ 4332078 h 8839200"/>
              <a:gd name="connsiteX1600" fmla="*/ 1378955 w 15732060"/>
              <a:gd name="connsiteY1600" fmla="*/ 4147157 h 8839200"/>
              <a:gd name="connsiteX1601" fmla="*/ 2154310 w 15732060"/>
              <a:gd name="connsiteY1601" fmla="*/ 4147157 h 8839200"/>
              <a:gd name="connsiteX1602" fmla="*/ 2172966 w 15732060"/>
              <a:gd name="connsiteY1602" fmla="*/ 4163619 h 8839200"/>
              <a:gd name="connsiteX1603" fmla="*/ 2191623 w 15732060"/>
              <a:gd name="connsiteY1603" fmla="*/ 4144962 h 8839200"/>
              <a:gd name="connsiteX1604" fmla="*/ 2172966 w 15732060"/>
              <a:gd name="connsiteY1604" fmla="*/ 4126305 h 8839200"/>
              <a:gd name="connsiteX1605" fmla="*/ 2154310 w 15732060"/>
              <a:gd name="connsiteY1605" fmla="*/ 4142767 h 8839200"/>
              <a:gd name="connsiteX1606" fmla="*/ 1376760 w 15732060"/>
              <a:gd name="connsiteY1606" fmla="*/ 4142767 h 8839200"/>
              <a:gd name="connsiteX1607" fmla="*/ 1191838 w 15732060"/>
              <a:gd name="connsiteY1607" fmla="*/ 4327689 h 8839200"/>
              <a:gd name="connsiteX1608" fmla="*/ 549276 w 15732060"/>
              <a:gd name="connsiteY1608" fmla="*/ 4327689 h 8839200"/>
              <a:gd name="connsiteX1609" fmla="*/ 353380 w 15732060"/>
              <a:gd name="connsiteY1609" fmla="*/ 4131792 h 8839200"/>
              <a:gd name="connsiteX1610" fmla="*/ 61458 w 15732060"/>
              <a:gd name="connsiteY1610" fmla="*/ 4131792 h 8839200"/>
              <a:gd name="connsiteX1611" fmla="*/ 42800 w 15732060"/>
              <a:gd name="connsiteY1611" fmla="*/ 4115331 h 8839200"/>
              <a:gd name="connsiteX1612" fmla="*/ 15685417 w 15732060"/>
              <a:gd name="connsiteY1612" fmla="*/ 3827248 h 8839200"/>
              <a:gd name="connsiteX1613" fmla="*/ 15666760 w 15732060"/>
              <a:gd name="connsiteY1613" fmla="*/ 3843710 h 8839200"/>
              <a:gd name="connsiteX1614" fmla="*/ 15063708 w 15732060"/>
              <a:gd name="connsiteY1614" fmla="*/ 3843710 h 8839200"/>
              <a:gd name="connsiteX1615" fmla="*/ 14576985 w 15732060"/>
              <a:gd name="connsiteY1615" fmla="*/ 4330432 h 8839200"/>
              <a:gd name="connsiteX1616" fmla="*/ 14109469 w 15732060"/>
              <a:gd name="connsiteY1616" fmla="*/ 4330432 h 8839200"/>
              <a:gd name="connsiteX1617" fmla="*/ 14090811 w 15732060"/>
              <a:gd name="connsiteY1617" fmla="*/ 4313970 h 8839200"/>
              <a:gd name="connsiteX1618" fmla="*/ 14072154 w 15732060"/>
              <a:gd name="connsiteY1618" fmla="*/ 4332627 h 8839200"/>
              <a:gd name="connsiteX1619" fmla="*/ 14090811 w 15732060"/>
              <a:gd name="connsiteY1619" fmla="*/ 4351285 h 8839200"/>
              <a:gd name="connsiteX1620" fmla="*/ 14109469 w 15732060"/>
              <a:gd name="connsiteY1620" fmla="*/ 4334822 h 8839200"/>
              <a:gd name="connsiteX1621" fmla="*/ 14579180 w 15732060"/>
              <a:gd name="connsiteY1621" fmla="*/ 4334822 h 8839200"/>
              <a:gd name="connsiteX1622" fmla="*/ 15065902 w 15732060"/>
              <a:gd name="connsiteY1622" fmla="*/ 3848100 h 8839200"/>
              <a:gd name="connsiteX1623" fmla="*/ 15666760 w 15732060"/>
              <a:gd name="connsiteY1623" fmla="*/ 3848100 h 8839200"/>
              <a:gd name="connsiteX1624" fmla="*/ 15685417 w 15732060"/>
              <a:gd name="connsiteY1624" fmla="*/ 3864561 h 8839200"/>
              <a:gd name="connsiteX1625" fmla="*/ 15704074 w 15732060"/>
              <a:gd name="connsiteY1625" fmla="*/ 3845904 h 8839200"/>
              <a:gd name="connsiteX1626" fmla="*/ 15685417 w 15732060"/>
              <a:gd name="connsiteY1626" fmla="*/ 3827248 h 8839200"/>
              <a:gd name="connsiteX1627" fmla="*/ 77370 w 15732060"/>
              <a:gd name="connsiteY1627" fmla="*/ 3732318 h 8839200"/>
              <a:gd name="connsiteX1628" fmla="*/ 58714 w 15732060"/>
              <a:gd name="connsiteY1628" fmla="*/ 3750975 h 8839200"/>
              <a:gd name="connsiteX1629" fmla="*/ 77370 w 15732060"/>
              <a:gd name="connsiteY1629" fmla="*/ 3769631 h 8839200"/>
              <a:gd name="connsiteX1630" fmla="*/ 96026 w 15732060"/>
              <a:gd name="connsiteY1630" fmla="*/ 3753169 h 8839200"/>
              <a:gd name="connsiteX1631" fmla="*/ 340760 w 15732060"/>
              <a:gd name="connsiteY1631" fmla="*/ 3753169 h 8839200"/>
              <a:gd name="connsiteX1632" fmla="*/ 531168 w 15732060"/>
              <a:gd name="connsiteY1632" fmla="*/ 3943578 h 8839200"/>
              <a:gd name="connsiteX1633" fmla="*/ 2615241 w 15732060"/>
              <a:gd name="connsiteY1633" fmla="*/ 3943578 h 8839200"/>
              <a:gd name="connsiteX1634" fmla="*/ 2970818 w 15732060"/>
              <a:gd name="connsiteY1634" fmla="*/ 4299155 h 8839200"/>
              <a:gd name="connsiteX1635" fmla="*/ 2970818 w 15732060"/>
              <a:gd name="connsiteY1635" fmla="*/ 4299703 h 8839200"/>
              <a:gd name="connsiteX1636" fmla="*/ 3600210 w 15732060"/>
              <a:gd name="connsiteY1636" fmla="*/ 4299703 h 8839200"/>
              <a:gd name="connsiteX1637" fmla="*/ 3896524 w 15732060"/>
              <a:gd name="connsiteY1637" fmla="*/ 4003390 h 8839200"/>
              <a:gd name="connsiteX1638" fmla="*/ 4295998 w 15732060"/>
              <a:gd name="connsiteY1638" fmla="*/ 4003390 h 8839200"/>
              <a:gd name="connsiteX1639" fmla="*/ 4389282 w 15732060"/>
              <a:gd name="connsiteY1639" fmla="*/ 4096674 h 8839200"/>
              <a:gd name="connsiteX1640" fmla="*/ 4390928 w 15732060"/>
              <a:gd name="connsiteY1640" fmla="*/ 4121366 h 8839200"/>
              <a:gd name="connsiteX1641" fmla="*/ 4417268 w 15732060"/>
              <a:gd name="connsiteY1641" fmla="*/ 4121366 h 8839200"/>
              <a:gd name="connsiteX1642" fmla="*/ 4417268 w 15732060"/>
              <a:gd name="connsiteY1642" fmla="*/ 4095027 h 8839200"/>
              <a:gd name="connsiteX1643" fmla="*/ 4392575 w 15732060"/>
              <a:gd name="connsiteY1643" fmla="*/ 4093381 h 8839200"/>
              <a:gd name="connsiteX1644" fmla="*/ 4297645 w 15732060"/>
              <a:gd name="connsiteY1644" fmla="*/ 3998450 h 8839200"/>
              <a:gd name="connsiteX1645" fmla="*/ 3894328 w 15732060"/>
              <a:gd name="connsiteY1645" fmla="*/ 3998450 h 8839200"/>
              <a:gd name="connsiteX1646" fmla="*/ 3598016 w 15732060"/>
              <a:gd name="connsiteY1646" fmla="*/ 4294765 h 8839200"/>
              <a:gd name="connsiteX1647" fmla="*/ 2972464 w 15732060"/>
              <a:gd name="connsiteY1647" fmla="*/ 4294765 h 8839200"/>
              <a:gd name="connsiteX1648" fmla="*/ 2616888 w 15732060"/>
              <a:gd name="connsiteY1648" fmla="*/ 3939189 h 8839200"/>
              <a:gd name="connsiteX1649" fmla="*/ 533364 w 15732060"/>
              <a:gd name="connsiteY1649" fmla="*/ 3939189 h 8839200"/>
              <a:gd name="connsiteX1650" fmla="*/ 342954 w 15732060"/>
              <a:gd name="connsiteY1650" fmla="*/ 3748779 h 8839200"/>
              <a:gd name="connsiteX1651" fmla="*/ 96026 w 15732060"/>
              <a:gd name="connsiteY1651" fmla="*/ 3748779 h 8839200"/>
              <a:gd name="connsiteX1652" fmla="*/ 77370 w 15732060"/>
              <a:gd name="connsiteY1652" fmla="*/ 3732318 h 8839200"/>
              <a:gd name="connsiteX1653" fmla="*/ 15683771 w 15732060"/>
              <a:gd name="connsiteY1653" fmla="*/ 3693357 h 8839200"/>
              <a:gd name="connsiteX1654" fmla="*/ 15683222 w 15732060"/>
              <a:gd name="connsiteY1654" fmla="*/ 3693357 h 8839200"/>
              <a:gd name="connsiteX1655" fmla="*/ 15664565 w 15732060"/>
              <a:gd name="connsiteY1655" fmla="*/ 3709820 h 8839200"/>
              <a:gd name="connsiteX1656" fmla="*/ 14817329 w 15732060"/>
              <a:gd name="connsiteY1656" fmla="*/ 3709820 h 8839200"/>
              <a:gd name="connsiteX1657" fmla="*/ 14361884 w 15732060"/>
              <a:gd name="connsiteY1657" fmla="*/ 4165265 h 8839200"/>
              <a:gd name="connsiteX1658" fmla="*/ 12428711 w 15732060"/>
              <a:gd name="connsiteY1658" fmla="*/ 4165265 h 8839200"/>
              <a:gd name="connsiteX1659" fmla="*/ 12247081 w 15732060"/>
              <a:gd name="connsiteY1659" fmla="*/ 4346894 h 8839200"/>
              <a:gd name="connsiteX1660" fmla="*/ 11035488 w 15732060"/>
              <a:gd name="connsiteY1660" fmla="*/ 4346894 h 8839200"/>
              <a:gd name="connsiteX1661" fmla="*/ 10969092 w 15732060"/>
              <a:gd name="connsiteY1661" fmla="*/ 4413290 h 8839200"/>
              <a:gd name="connsiteX1662" fmla="*/ 10944399 w 15732060"/>
              <a:gd name="connsiteY1662" fmla="*/ 4414936 h 8839200"/>
              <a:gd name="connsiteX1663" fmla="*/ 10944399 w 15732060"/>
              <a:gd name="connsiteY1663" fmla="*/ 4441275 h 8839200"/>
              <a:gd name="connsiteX1664" fmla="*/ 10970738 w 15732060"/>
              <a:gd name="connsiteY1664" fmla="*/ 4441275 h 8839200"/>
              <a:gd name="connsiteX1665" fmla="*/ 10972384 w 15732060"/>
              <a:gd name="connsiteY1665" fmla="*/ 4416583 h 8839200"/>
              <a:gd name="connsiteX1666" fmla="*/ 11037683 w 15732060"/>
              <a:gd name="connsiteY1666" fmla="*/ 4351285 h 8839200"/>
              <a:gd name="connsiteX1667" fmla="*/ 12249277 w 15732060"/>
              <a:gd name="connsiteY1667" fmla="*/ 4351285 h 8839200"/>
              <a:gd name="connsiteX1668" fmla="*/ 12430906 w 15732060"/>
              <a:gd name="connsiteY1668" fmla="*/ 4169655 h 8839200"/>
              <a:gd name="connsiteX1669" fmla="*/ 14364078 w 15732060"/>
              <a:gd name="connsiteY1669" fmla="*/ 4169655 h 8839200"/>
              <a:gd name="connsiteX1670" fmla="*/ 14819523 w 15732060"/>
              <a:gd name="connsiteY1670" fmla="*/ 3714209 h 8839200"/>
              <a:gd name="connsiteX1671" fmla="*/ 15665115 w 15732060"/>
              <a:gd name="connsiteY1671" fmla="*/ 3714209 h 8839200"/>
              <a:gd name="connsiteX1672" fmla="*/ 15683771 w 15732060"/>
              <a:gd name="connsiteY1672" fmla="*/ 3730671 h 8839200"/>
              <a:gd name="connsiteX1673" fmla="*/ 15702428 w 15732060"/>
              <a:gd name="connsiteY1673" fmla="*/ 3712015 h 8839200"/>
              <a:gd name="connsiteX1674" fmla="*/ 15683771 w 15732060"/>
              <a:gd name="connsiteY1674" fmla="*/ 3693357 h 8839200"/>
              <a:gd name="connsiteX1675" fmla="*/ 12974696 w 15732060"/>
              <a:gd name="connsiteY1675" fmla="*/ 3689105 h 8839200"/>
              <a:gd name="connsiteX1676" fmla="*/ 12961526 w 15732060"/>
              <a:gd name="connsiteY1676" fmla="*/ 3694456 h 8839200"/>
              <a:gd name="connsiteX1677" fmla="*/ 12959881 w 15732060"/>
              <a:gd name="connsiteY1677" fmla="*/ 3719148 h 8839200"/>
              <a:gd name="connsiteX1678" fmla="*/ 12852330 w 15732060"/>
              <a:gd name="connsiteY1678" fmla="*/ 3826699 h 8839200"/>
              <a:gd name="connsiteX1679" fmla="*/ 11751031 w 15732060"/>
              <a:gd name="connsiteY1679" fmla="*/ 3826699 h 8839200"/>
              <a:gd name="connsiteX1680" fmla="*/ 11448681 w 15732060"/>
              <a:gd name="connsiteY1680" fmla="*/ 4129048 h 8839200"/>
              <a:gd name="connsiteX1681" fmla="*/ 10415972 w 15732060"/>
              <a:gd name="connsiteY1681" fmla="*/ 4129048 h 8839200"/>
              <a:gd name="connsiteX1682" fmla="*/ 10258488 w 15732060"/>
              <a:gd name="connsiteY1682" fmla="*/ 4286533 h 8839200"/>
              <a:gd name="connsiteX1683" fmla="*/ 10257938 w 15732060"/>
              <a:gd name="connsiteY1683" fmla="*/ 4286533 h 8839200"/>
              <a:gd name="connsiteX1684" fmla="*/ 9040309 w 15732060"/>
              <a:gd name="connsiteY1684" fmla="*/ 4286533 h 8839200"/>
              <a:gd name="connsiteX1685" fmla="*/ 9040309 w 15732060"/>
              <a:gd name="connsiteY1685" fmla="*/ 4291473 h 8839200"/>
              <a:gd name="connsiteX1686" fmla="*/ 10260134 w 15732060"/>
              <a:gd name="connsiteY1686" fmla="*/ 4291473 h 8839200"/>
              <a:gd name="connsiteX1687" fmla="*/ 10417619 w 15732060"/>
              <a:gd name="connsiteY1687" fmla="*/ 4133987 h 8839200"/>
              <a:gd name="connsiteX1688" fmla="*/ 11450327 w 15732060"/>
              <a:gd name="connsiteY1688" fmla="*/ 4133987 h 8839200"/>
              <a:gd name="connsiteX1689" fmla="*/ 11752677 w 15732060"/>
              <a:gd name="connsiteY1689" fmla="*/ 3831637 h 8839200"/>
              <a:gd name="connsiteX1690" fmla="*/ 12853976 w 15732060"/>
              <a:gd name="connsiteY1690" fmla="*/ 3831637 h 8839200"/>
              <a:gd name="connsiteX1691" fmla="*/ 12963172 w 15732060"/>
              <a:gd name="connsiteY1691" fmla="*/ 3722440 h 8839200"/>
              <a:gd name="connsiteX1692" fmla="*/ 12987866 w 15732060"/>
              <a:gd name="connsiteY1692" fmla="*/ 3720795 h 8839200"/>
              <a:gd name="connsiteX1693" fmla="*/ 12987866 w 15732060"/>
              <a:gd name="connsiteY1693" fmla="*/ 3694456 h 8839200"/>
              <a:gd name="connsiteX1694" fmla="*/ 12974696 w 15732060"/>
              <a:gd name="connsiteY1694" fmla="*/ 3689105 h 8839200"/>
              <a:gd name="connsiteX1695" fmla="*/ 12164772 w 15732060"/>
              <a:gd name="connsiteY1695" fmla="*/ 3515569 h 8839200"/>
              <a:gd name="connsiteX1696" fmla="*/ 12146116 w 15732060"/>
              <a:gd name="connsiteY1696" fmla="*/ 3534226 h 8839200"/>
              <a:gd name="connsiteX1697" fmla="*/ 12164772 w 15732060"/>
              <a:gd name="connsiteY1697" fmla="*/ 3552883 h 8839200"/>
              <a:gd name="connsiteX1698" fmla="*/ 12183430 w 15732060"/>
              <a:gd name="connsiteY1698" fmla="*/ 3536421 h 8839200"/>
              <a:gd name="connsiteX1699" fmla="*/ 13138217 w 15732060"/>
              <a:gd name="connsiteY1699" fmla="*/ 3536421 h 8839200"/>
              <a:gd name="connsiteX1700" fmla="*/ 13656218 w 15732060"/>
              <a:gd name="connsiteY1700" fmla="*/ 4054421 h 8839200"/>
              <a:gd name="connsiteX1701" fmla="*/ 14248295 w 15732060"/>
              <a:gd name="connsiteY1701" fmla="*/ 4054421 h 8839200"/>
              <a:gd name="connsiteX1702" fmla="*/ 14525953 w 15732060"/>
              <a:gd name="connsiteY1702" fmla="*/ 3776765 h 8839200"/>
              <a:gd name="connsiteX1703" fmla="*/ 14550645 w 15732060"/>
              <a:gd name="connsiteY1703" fmla="*/ 3775118 h 8839200"/>
              <a:gd name="connsiteX1704" fmla="*/ 14550645 w 15732060"/>
              <a:gd name="connsiteY1704" fmla="*/ 3748779 h 8839200"/>
              <a:gd name="connsiteX1705" fmla="*/ 14524306 w 15732060"/>
              <a:gd name="connsiteY1705" fmla="*/ 3748779 h 8839200"/>
              <a:gd name="connsiteX1706" fmla="*/ 14522660 w 15732060"/>
              <a:gd name="connsiteY1706" fmla="*/ 3773472 h 8839200"/>
              <a:gd name="connsiteX1707" fmla="*/ 14246650 w 15732060"/>
              <a:gd name="connsiteY1707" fmla="*/ 4049483 h 8839200"/>
              <a:gd name="connsiteX1708" fmla="*/ 13658961 w 15732060"/>
              <a:gd name="connsiteY1708" fmla="*/ 4049483 h 8839200"/>
              <a:gd name="connsiteX1709" fmla="*/ 13657864 w 15732060"/>
              <a:gd name="connsiteY1709" fmla="*/ 4050031 h 8839200"/>
              <a:gd name="connsiteX1710" fmla="*/ 13139863 w 15732060"/>
              <a:gd name="connsiteY1710" fmla="*/ 3532031 h 8839200"/>
              <a:gd name="connsiteX1711" fmla="*/ 12183430 w 15732060"/>
              <a:gd name="connsiteY1711" fmla="*/ 3532031 h 8839200"/>
              <a:gd name="connsiteX1712" fmla="*/ 12164772 w 15732060"/>
              <a:gd name="connsiteY1712" fmla="*/ 3515569 h 8839200"/>
              <a:gd name="connsiteX1713" fmla="*/ 12627351 w 15732060"/>
              <a:gd name="connsiteY1713" fmla="*/ 3354791 h 8839200"/>
              <a:gd name="connsiteX1714" fmla="*/ 12608695 w 15732060"/>
              <a:gd name="connsiteY1714" fmla="*/ 3371254 h 8839200"/>
              <a:gd name="connsiteX1715" fmla="*/ 12074781 w 15732060"/>
              <a:gd name="connsiteY1715" fmla="*/ 3371254 h 8839200"/>
              <a:gd name="connsiteX1716" fmla="*/ 11893151 w 15732060"/>
              <a:gd name="connsiteY1716" fmla="*/ 3552883 h 8839200"/>
              <a:gd name="connsiteX1717" fmla="*/ 10993784 w 15732060"/>
              <a:gd name="connsiteY1717" fmla="*/ 3552883 h 8839200"/>
              <a:gd name="connsiteX1718" fmla="*/ 10697472 w 15732060"/>
              <a:gd name="connsiteY1718" fmla="*/ 3849197 h 8839200"/>
              <a:gd name="connsiteX1719" fmla="*/ 10672778 w 15732060"/>
              <a:gd name="connsiteY1719" fmla="*/ 3850842 h 8839200"/>
              <a:gd name="connsiteX1720" fmla="*/ 10672778 w 15732060"/>
              <a:gd name="connsiteY1720" fmla="*/ 3877181 h 8839200"/>
              <a:gd name="connsiteX1721" fmla="*/ 10699117 w 15732060"/>
              <a:gd name="connsiteY1721" fmla="*/ 3877181 h 8839200"/>
              <a:gd name="connsiteX1722" fmla="*/ 10700763 w 15732060"/>
              <a:gd name="connsiteY1722" fmla="*/ 3852489 h 8839200"/>
              <a:gd name="connsiteX1723" fmla="*/ 10995430 w 15732060"/>
              <a:gd name="connsiteY1723" fmla="*/ 3557821 h 8839200"/>
              <a:gd name="connsiteX1724" fmla="*/ 11894797 w 15732060"/>
              <a:gd name="connsiteY1724" fmla="*/ 3557821 h 8839200"/>
              <a:gd name="connsiteX1725" fmla="*/ 12076427 w 15732060"/>
              <a:gd name="connsiteY1725" fmla="*/ 3376192 h 8839200"/>
              <a:gd name="connsiteX1726" fmla="*/ 12608145 w 15732060"/>
              <a:gd name="connsiteY1726" fmla="*/ 3376192 h 8839200"/>
              <a:gd name="connsiteX1727" fmla="*/ 12626801 w 15732060"/>
              <a:gd name="connsiteY1727" fmla="*/ 3392655 h 8839200"/>
              <a:gd name="connsiteX1728" fmla="*/ 12645459 w 15732060"/>
              <a:gd name="connsiteY1728" fmla="*/ 3373997 h 8839200"/>
              <a:gd name="connsiteX1729" fmla="*/ 12626801 w 15732060"/>
              <a:gd name="connsiteY1729" fmla="*/ 3355341 h 8839200"/>
              <a:gd name="connsiteX1730" fmla="*/ 4118210 w 15732060"/>
              <a:gd name="connsiteY1730" fmla="*/ 3273032 h 8839200"/>
              <a:gd name="connsiteX1731" fmla="*/ 4099554 w 15732060"/>
              <a:gd name="connsiteY1731" fmla="*/ 3291688 h 8839200"/>
              <a:gd name="connsiteX1732" fmla="*/ 4118210 w 15732060"/>
              <a:gd name="connsiteY1732" fmla="*/ 3310345 h 8839200"/>
              <a:gd name="connsiteX1733" fmla="*/ 4136867 w 15732060"/>
              <a:gd name="connsiteY1733" fmla="*/ 3293883 h 8839200"/>
              <a:gd name="connsiteX1734" fmla="*/ 4675719 w 15732060"/>
              <a:gd name="connsiteY1734" fmla="*/ 3293883 h 8839200"/>
              <a:gd name="connsiteX1735" fmla="*/ 5210181 w 15732060"/>
              <a:gd name="connsiteY1735" fmla="*/ 3828345 h 8839200"/>
              <a:gd name="connsiteX1736" fmla="*/ 5211826 w 15732060"/>
              <a:gd name="connsiteY1736" fmla="*/ 3853038 h 8839200"/>
              <a:gd name="connsiteX1737" fmla="*/ 5238166 w 15732060"/>
              <a:gd name="connsiteY1737" fmla="*/ 3853038 h 8839200"/>
              <a:gd name="connsiteX1738" fmla="*/ 5238166 w 15732060"/>
              <a:gd name="connsiteY1738" fmla="*/ 3826699 h 8839200"/>
              <a:gd name="connsiteX1739" fmla="*/ 5213474 w 15732060"/>
              <a:gd name="connsiteY1739" fmla="*/ 3825052 h 8839200"/>
              <a:gd name="connsiteX1740" fmla="*/ 4677366 w 15732060"/>
              <a:gd name="connsiteY1740" fmla="*/ 3288944 h 8839200"/>
              <a:gd name="connsiteX1741" fmla="*/ 4136585 w 15732060"/>
              <a:gd name="connsiteY1741" fmla="*/ 3288944 h 8839200"/>
              <a:gd name="connsiteX1742" fmla="*/ 4136867 w 15732060"/>
              <a:gd name="connsiteY1742" fmla="*/ 3289493 h 8839200"/>
              <a:gd name="connsiteX1743" fmla="*/ 4136319 w 15732060"/>
              <a:gd name="connsiteY1743" fmla="*/ 3288944 h 8839200"/>
              <a:gd name="connsiteX1744" fmla="*/ 4136585 w 15732060"/>
              <a:gd name="connsiteY1744" fmla="*/ 3288944 h 8839200"/>
              <a:gd name="connsiteX1745" fmla="*/ 4130831 w 15732060"/>
              <a:gd name="connsiteY1745" fmla="*/ 3277764 h 8839200"/>
              <a:gd name="connsiteX1746" fmla="*/ 4118210 w 15732060"/>
              <a:gd name="connsiteY1746" fmla="*/ 3273032 h 8839200"/>
              <a:gd name="connsiteX1747" fmla="*/ 4958864 w 15732060"/>
              <a:gd name="connsiteY1747" fmla="*/ 3183177 h 8839200"/>
              <a:gd name="connsiteX1748" fmla="*/ 4945694 w 15732060"/>
              <a:gd name="connsiteY1748" fmla="*/ 3188527 h 8839200"/>
              <a:gd name="connsiteX1749" fmla="*/ 4945694 w 15732060"/>
              <a:gd name="connsiteY1749" fmla="*/ 3214866 h 8839200"/>
              <a:gd name="connsiteX1750" fmla="*/ 4970386 w 15732060"/>
              <a:gd name="connsiteY1750" fmla="*/ 3216512 h 8839200"/>
              <a:gd name="connsiteX1751" fmla="*/ 5116348 w 15732060"/>
              <a:gd name="connsiteY1751" fmla="*/ 3362475 h 8839200"/>
              <a:gd name="connsiteX1752" fmla="*/ 5342424 w 15732060"/>
              <a:gd name="connsiteY1752" fmla="*/ 3362475 h 8839200"/>
              <a:gd name="connsiteX1753" fmla="*/ 5723792 w 15732060"/>
              <a:gd name="connsiteY1753" fmla="*/ 3743841 h 8839200"/>
              <a:gd name="connsiteX1754" fmla="*/ 5725438 w 15732060"/>
              <a:gd name="connsiteY1754" fmla="*/ 3768533 h 8839200"/>
              <a:gd name="connsiteX1755" fmla="*/ 5751776 w 15732060"/>
              <a:gd name="connsiteY1755" fmla="*/ 3768533 h 8839200"/>
              <a:gd name="connsiteX1756" fmla="*/ 5751776 w 15732060"/>
              <a:gd name="connsiteY1756" fmla="*/ 3742195 h 8839200"/>
              <a:gd name="connsiteX1757" fmla="*/ 5727084 w 15732060"/>
              <a:gd name="connsiteY1757" fmla="*/ 3740549 h 8839200"/>
              <a:gd name="connsiteX1758" fmla="*/ 5344071 w 15732060"/>
              <a:gd name="connsiteY1758" fmla="*/ 3357535 h 8839200"/>
              <a:gd name="connsiteX1759" fmla="*/ 5117995 w 15732060"/>
              <a:gd name="connsiteY1759" fmla="*/ 3357535 h 8839200"/>
              <a:gd name="connsiteX1760" fmla="*/ 4973678 w 15732060"/>
              <a:gd name="connsiteY1760" fmla="*/ 3213220 h 8839200"/>
              <a:gd name="connsiteX1761" fmla="*/ 4972033 w 15732060"/>
              <a:gd name="connsiteY1761" fmla="*/ 3188527 h 8839200"/>
              <a:gd name="connsiteX1762" fmla="*/ 4958864 w 15732060"/>
              <a:gd name="connsiteY1762" fmla="*/ 3183177 h 8839200"/>
              <a:gd name="connsiteX1763" fmla="*/ 55970 w 15732060"/>
              <a:gd name="connsiteY1763" fmla="*/ 2984400 h 8839200"/>
              <a:gd name="connsiteX1764" fmla="*/ 37312 w 15732060"/>
              <a:gd name="connsiteY1764" fmla="*/ 3003057 h 8839200"/>
              <a:gd name="connsiteX1765" fmla="*/ 55970 w 15732060"/>
              <a:gd name="connsiteY1765" fmla="*/ 3021714 h 8839200"/>
              <a:gd name="connsiteX1766" fmla="*/ 74626 w 15732060"/>
              <a:gd name="connsiteY1766" fmla="*/ 3005251 h 8839200"/>
              <a:gd name="connsiteX1767" fmla="*/ 544888 w 15732060"/>
              <a:gd name="connsiteY1767" fmla="*/ 3005251 h 8839200"/>
              <a:gd name="connsiteX1768" fmla="*/ 1083738 w 15732060"/>
              <a:gd name="connsiteY1768" fmla="*/ 3544103 h 8839200"/>
              <a:gd name="connsiteX1769" fmla="*/ 1490347 w 15732060"/>
              <a:gd name="connsiteY1769" fmla="*/ 3544103 h 8839200"/>
              <a:gd name="connsiteX1770" fmla="*/ 1594606 w 15732060"/>
              <a:gd name="connsiteY1770" fmla="*/ 3439845 h 8839200"/>
              <a:gd name="connsiteX1771" fmla="*/ 3079466 w 15732060"/>
              <a:gd name="connsiteY1771" fmla="*/ 3439845 h 8839200"/>
              <a:gd name="connsiteX1772" fmla="*/ 3098124 w 15732060"/>
              <a:gd name="connsiteY1772" fmla="*/ 3456306 h 8839200"/>
              <a:gd name="connsiteX1773" fmla="*/ 3116780 w 15732060"/>
              <a:gd name="connsiteY1773" fmla="*/ 3437650 h 8839200"/>
              <a:gd name="connsiteX1774" fmla="*/ 3098124 w 15732060"/>
              <a:gd name="connsiteY1774" fmla="*/ 3418993 h 8839200"/>
              <a:gd name="connsiteX1775" fmla="*/ 3079466 w 15732060"/>
              <a:gd name="connsiteY1775" fmla="*/ 3435455 h 8839200"/>
              <a:gd name="connsiteX1776" fmla="*/ 1592960 w 15732060"/>
              <a:gd name="connsiteY1776" fmla="*/ 3435455 h 8839200"/>
              <a:gd name="connsiteX1777" fmla="*/ 1488701 w 15732060"/>
              <a:gd name="connsiteY1777" fmla="*/ 3539714 h 8839200"/>
              <a:gd name="connsiteX1778" fmla="*/ 1085934 w 15732060"/>
              <a:gd name="connsiteY1778" fmla="*/ 3539714 h 8839200"/>
              <a:gd name="connsiteX1779" fmla="*/ 547082 w 15732060"/>
              <a:gd name="connsiteY1779" fmla="*/ 3000861 h 8839200"/>
              <a:gd name="connsiteX1780" fmla="*/ 74626 w 15732060"/>
              <a:gd name="connsiteY1780" fmla="*/ 3000861 h 8839200"/>
              <a:gd name="connsiteX1781" fmla="*/ 55970 w 15732060"/>
              <a:gd name="connsiteY1781" fmla="*/ 2984400 h 8839200"/>
              <a:gd name="connsiteX1782" fmla="*/ 15666760 w 15732060"/>
              <a:gd name="connsiteY1782" fmla="*/ 2930076 h 8839200"/>
              <a:gd name="connsiteX1783" fmla="*/ 15648104 w 15732060"/>
              <a:gd name="connsiteY1783" fmla="*/ 2946538 h 8839200"/>
              <a:gd name="connsiteX1784" fmla="*/ 15219546 w 15732060"/>
              <a:gd name="connsiteY1784" fmla="*/ 2946538 h 8839200"/>
              <a:gd name="connsiteX1785" fmla="*/ 14996213 w 15732060"/>
              <a:gd name="connsiteY1785" fmla="*/ 3169870 h 8839200"/>
              <a:gd name="connsiteX1786" fmla="*/ 14421694 w 15732060"/>
              <a:gd name="connsiteY1786" fmla="*/ 3169870 h 8839200"/>
              <a:gd name="connsiteX1787" fmla="*/ 14403039 w 15732060"/>
              <a:gd name="connsiteY1787" fmla="*/ 3153409 h 8839200"/>
              <a:gd name="connsiteX1788" fmla="*/ 14384381 w 15732060"/>
              <a:gd name="connsiteY1788" fmla="*/ 3172065 h 8839200"/>
              <a:gd name="connsiteX1789" fmla="*/ 14403039 w 15732060"/>
              <a:gd name="connsiteY1789" fmla="*/ 3190722 h 8839200"/>
              <a:gd name="connsiteX1790" fmla="*/ 14421694 w 15732060"/>
              <a:gd name="connsiteY1790" fmla="*/ 3174261 h 8839200"/>
              <a:gd name="connsiteX1791" fmla="*/ 14998409 w 15732060"/>
              <a:gd name="connsiteY1791" fmla="*/ 3174261 h 8839200"/>
              <a:gd name="connsiteX1792" fmla="*/ 15221742 w 15732060"/>
              <a:gd name="connsiteY1792" fmla="*/ 2950927 h 8839200"/>
              <a:gd name="connsiteX1793" fmla="*/ 15648104 w 15732060"/>
              <a:gd name="connsiteY1793" fmla="*/ 2950927 h 8839200"/>
              <a:gd name="connsiteX1794" fmla="*/ 15666760 w 15732060"/>
              <a:gd name="connsiteY1794" fmla="*/ 2967389 h 8839200"/>
              <a:gd name="connsiteX1795" fmla="*/ 15685417 w 15732060"/>
              <a:gd name="connsiteY1795" fmla="*/ 2948732 h 8839200"/>
              <a:gd name="connsiteX1796" fmla="*/ 15666760 w 15732060"/>
              <a:gd name="connsiteY1796" fmla="*/ 2930076 h 8839200"/>
              <a:gd name="connsiteX1797" fmla="*/ 3441628 w 15732060"/>
              <a:gd name="connsiteY1797" fmla="*/ 2777529 h 8839200"/>
              <a:gd name="connsiteX1798" fmla="*/ 3441079 w 15732060"/>
              <a:gd name="connsiteY1798" fmla="*/ 2777529 h 8839200"/>
              <a:gd name="connsiteX1799" fmla="*/ 3441344 w 15732060"/>
              <a:gd name="connsiteY1799" fmla="*/ 2777637 h 8839200"/>
              <a:gd name="connsiteX1800" fmla="*/ 11909613 w 15732060"/>
              <a:gd name="connsiteY1800" fmla="*/ 2741313 h 8839200"/>
              <a:gd name="connsiteX1801" fmla="*/ 11890957 w 15732060"/>
              <a:gd name="connsiteY1801" fmla="*/ 2757775 h 8839200"/>
              <a:gd name="connsiteX1802" fmla="*/ 11273637 w 15732060"/>
              <a:gd name="connsiteY1802" fmla="*/ 2757775 h 8839200"/>
              <a:gd name="connsiteX1803" fmla="*/ 11254979 w 15732060"/>
              <a:gd name="connsiteY1803" fmla="*/ 2741313 h 8839200"/>
              <a:gd name="connsiteX1804" fmla="*/ 11236322 w 15732060"/>
              <a:gd name="connsiteY1804" fmla="*/ 2759970 h 8839200"/>
              <a:gd name="connsiteX1805" fmla="*/ 11254979 w 15732060"/>
              <a:gd name="connsiteY1805" fmla="*/ 2778626 h 8839200"/>
              <a:gd name="connsiteX1806" fmla="*/ 11273637 w 15732060"/>
              <a:gd name="connsiteY1806" fmla="*/ 2762165 h 8839200"/>
              <a:gd name="connsiteX1807" fmla="*/ 11890957 w 15732060"/>
              <a:gd name="connsiteY1807" fmla="*/ 2762165 h 8839200"/>
              <a:gd name="connsiteX1808" fmla="*/ 11909613 w 15732060"/>
              <a:gd name="connsiteY1808" fmla="*/ 2778626 h 8839200"/>
              <a:gd name="connsiteX1809" fmla="*/ 11928271 w 15732060"/>
              <a:gd name="connsiteY1809" fmla="*/ 2759970 h 8839200"/>
              <a:gd name="connsiteX1810" fmla="*/ 11909613 w 15732060"/>
              <a:gd name="connsiteY1810" fmla="*/ 2741313 h 8839200"/>
              <a:gd name="connsiteX1811" fmla="*/ 9326745 w 15732060"/>
              <a:gd name="connsiteY1811" fmla="*/ 2650910 h 8839200"/>
              <a:gd name="connsiteX1812" fmla="*/ 9313576 w 15732060"/>
              <a:gd name="connsiteY1812" fmla="*/ 2656260 h 8839200"/>
              <a:gd name="connsiteX1813" fmla="*/ 9311930 w 15732060"/>
              <a:gd name="connsiteY1813" fmla="*/ 2680953 h 8839200"/>
              <a:gd name="connsiteX1814" fmla="*/ 9167066 w 15732060"/>
              <a:gd name="connsiteY1814" fmla="*/ 2825817 h 8839200"/>
              <a:gd name="connsiteX1815" fmla="*/ 9166518 w 15732060"/>
              <a:gd name="connsiteY1815" fmla="*/ 2825817 h 8839200"/>
              <a:gd name="connsiteX1816" fmla="*/ 9165968 w 15732060"/>
              <a:gd name="connsiteY1816" fmla="*/ 2827463 h 8839200"/>
              <a:gd name="connsiteX1817" fmla="*/ 9165968 w 15732060"/>
              <a:gd name="connsiteY1817" fmla="*/ 3018421 h 8839200"/>
              <a:gd name="connsiteX1818" fmla="*/ 8996411 w 15732060"/>
              <a:gd name="connsiteY1818" fmla="*/ 3187978 h 8839200"/>
              <a:gd name="connsiteX1819" fmla="*/ 8971718 w 15732060"/>
              <a:gd name="connsiteY1819" fmla="*/ 3189625 h 8839200"/>
              <a:gd name="connsiteX1820" fmla="*/ 8971718 w 15732060"/>
              <a:gd name="connsiteY1820" fmla="*/ 3215963 h 8839200"/>
              <a:gd name="connsiteX1821" fmla="*/ 8998057 w 15732060"/>
              <a:gd name="connsiteY1821" fmla="*/ 3215963 h 8839200"/>
              <a:gd name="connsiteX1822" fmla="*/ 8999703 w 15732060"/>
              <a:gd name="connsiteY1822" fmla="*/ 3191271 h 8839200"/>
              <a:gd name="connsiteX1823" fmla="*/ 9170358 w 15732060"/>
              <a:gd name="connsiteY1823" fmla="*/ 3020616 h 8839200"/>
              <a:gd name="connsiteX1824" fmla="*/ 9170906 w 15732060"/>
              <a:gd name="connsiteY1824" fmla="*/ 3020616 h 8839200"/>
              <a:gd name="connsiteX1825" fmla="*/ 9170906 w 15732060"/>
              <a:gd name="connsiteY1825" fmla="*/ 2828561 h 8839200"/>
              <a:gd name="connsiteX1826" fmla="*/ 9315223 w 15732060"/>
              <a:gd name="connsiteY1826" fmla="*/ 2684245 h 8839200"/>
              <a:gd name="connsiteX1827" fmla="*/ 9339916 w 15732060"/>
              <a:gd name="connsiteY1827" fmla="*/ 2682599 h 8839200"/>
              <a:gd name="connsiteX1828" fmla="*/ 9339916 w 15732060"/>
              <a:gd name="connsiteY1828" fmla="*/ 2656260 h 8839200"/>
              <a:gd name="connsiteX1829" fmla="*/ 9326745 w 15732060"/>
              <a:gd name="connsiteY1829" fmla="*/ 2650910 h 8839200"/>
              <a:gd name="connsiteX1830" fmla="*/ 2008896 w 15732060"/>
              <a:gd name="connsiteY1830" fmla="*/ 2464342 h 8839200"/>
              <a:gd name="connsiteX1831" fmla="*/ 1995727 w 15732060"/>
              <a:gd name="connsiteY1831" fmla="*/ 2469692 h 8839200"/>
              <a:gd name="connsiteX1832" fmla="*/ 1995727 w 15732060"/>
              <a:gd name="connsiteY1832" fmla="*/ 2496031 h 8839200"/>
              <a:gd name="connsiteX1833" fmla="*/ 2020419 w 15732060"/>
              <a:gd name="connsiteY1833" fmla="*/ 2497678 h 8839200"/>
              <a:gd name="connsiteX1834" fmla="*/ 2146627 w 15732060"/>
              <a:gd name="connsiteY1834" fmla="*/ 2623885 h 8839200"/>
              <a:gd name="connsiteX1835" fmla="*/ 2602621 w 15732060"/>
              <a:gd name="connsiteY1835" fmla="*/ 2623885 h 8839200"/>
              <a:gd name="connsiteX1836" fmla="*/ 2807846 w 15732060"/>
              <a:gd name="connsiteY1836" fmla="*/ 2829110 h 8839200"/>
              <a:gd name="connsiteX1837" fmla="*/ 2809492 w 15732060"/>
              <a:gd name="connsiteY1837" fmla="*/ 2853802 h 8839200"/>
              <a:gd name="connsiteX1838" fmla="*/ 2835831 w 15732060"/>
              <a:gd name="connsiteY1838" fmla="*/ 2853802 h 8839200"/>
              <a:gd name="connsiteX1839" fmla="*/ 2835831 w 15732060"/>
              <a:gd name="connsiteY1839" fmla="*/ 2827463 h 8839200"/>
              <a:gd name="connsiteX1840" fmla="*/ 2811138 w 15732060"/>
              <a:gd name="connsiteY1840" fmla="*/ 2825817 h 8839200"/>
              <a:gd name="connsiteX1841" fmla="*/ 2604266 w 15732060"/>
              <a:gd name="connsiteY1841" fmla="*/ 2618947 h 8839200"/>
              <a:gd name="connsiteX1842" fmla="*/ 2148273 w 15732060"/>
              <a:gd name="connsiteY1842" fmla="*/ 2618947 h 8839200"/>
              <a:gd name="connsiteX1843" fmla="*/ 2023712 w 15732060"/>
              <a:gd name="connsiteY1843" fmla="*/ 2494385 h 8839200"/>
              <a:gd name="connsiteX1844" fmla="*/ 2022066 w 15732060"/>
              <a:gd name="connsiteY1844" fmla="*/ 2469692 h 8839200"/>
              <a:gd name="connsiteX1845" fmla="*/ 2008896 w 15732060"/>
              <a:gd name="connsiteY1845" fmla="*/ 2464342 h 8839200"/>
              <a:gd name="connsiteX1846" fmla="*/ 77370 w 15732060"/>
              <a:gd name="connsiteY1846" fmla="*/ 2377506 h 8839200"/>
              <a:gd name="connsiteX1847" fmla="*/ 58714 w 15732060"/>
              <a:gd name="connsiteY1847" fmla="*/ 2396163 h 8839200"/>
              <a:gd name="connsiteX1848" fmla="*/ 77370 w 15732060"/>
              <a:gd name="connsiteY1848" fmla="*/ 2414820 h 8839200"/>
              <a:gd name="connsiteX1849" fmla="*/ 96026 w 15732060"/>
              <a:gd name="connsiteY1849" fmla="*/ 2398357 h 8839200"/>
              <a:gd name="connsiteX1850" fmla="*/ 935582 w 15732060"/>
              <a:gd name="connsiteY1850" fmla="*/ 2398357 h 8839200"/>
              <a:gd name="connsiteX1851" fmla="*/ 1728496 w 15732060"/>
              <a:gd name="connsiteY1851" fmla="*/ 3191271 h 8839200"/>
              <a:gd name="connsiteX1852" fmla="*/ 3514060 w 15732060"/>
              <a:gd name="connsiteY1852" fmla="*/ 3191271 h 8839200"/>
              <a:gd name="connsiteX1853" fmla="*/ 3938776 w 15732060"/>
              <a:gd name="connsiteY1853" fmla="*/ 3615987 h 8839200"/>
              <a:gd name="connsiteX1854" fmla="*/ 4752542 w 15732060"/>
              <a:gd name="connsiteY1854" fmla="*/ 3615987 h 8839200"/>
              <a:gd name="connsiteX1855" fmla="*/ 5081230 w 15732060"/>
              <a:gd name="connsiteY1855" fmla="*/ 3944675 h 8839200"/>
              <a:gd name="connsiteX1856" fmla="*/ 6690103 w 15732060"/>
              <a:gd name="connsiteY1856" fmla="*/ 3944675 h 8839200"/>
              <a:gd name="connsiteX1857" fmla="*/ 6690103 w 15732060"/>
              <a:gd name="connsiteY1857" fmla="*/ 3939737 h 8839200"/>
              <a:gd name="connsiteX1858" fmla="*/ 5082876 w 15732060"/>
              <a:gd name="connsiteY1858" fmla="*/ 3939737 h 8839200"/>
              <a:gd name="connsiteX1859" fmla="*/ 4754188 w 15732060"/>
              <a:gd name="connsiteY1859" fmla="*/ 3611049 h 8839200"/>
              <a:gd name="connsiteX1860" fmla="*/ 3940422 w 15732060"/>
              <a:gd name="connsiteY1860" fmla="*/ 3611049 h 8839200"/>
              <a:gd name="connsiteX1861" fmla="*/ 3515706 w 15732060"/>
              <a:gd name="connsiteY1861" fmla="*/ 3186331 h 8839200"/>
              <a:gd name="connsiteX1862" fmla="*/ 3515706 w 15732060"/>
              <a:gd name="connsiteY1862" fmla="*/ 3186881 h 8839200"/>
              <a:gd name="connsiteX1863" fmla="*/ 1730142 w 15732060"/>
              <a:gd name="connsiteY1863" fmla="*/ 3186881 h 8839200"/>
              <a:gd name="connsiteX1864" fmla="*/ 937228 w 15732060"/>
              <a:gd name="connsiteY1864" fmla="*/ 2393968 h 8839200"/>
              <a:gd name="connsiteX1865" fmla="*/ 96026 w 15732060"/>
              <a:gd name="connsiteY1865" fmla="*/ 2393968 h 8839200"/>
              <a:gd name="connsiteX1866" fmla="*/ 77370 w 15732060"/>
              <a:gd name="connsiteY1866" fmla="*/ 2377506 h 8839200"/>
              <a:gd name="connsiteX1867" fmla="*/ 12415254 w 15732060"/>
              <a:gd name="connsiteY1867" fmla="*/ 2285761 h 8839200"/>
              <a:gd name="connsiteX1868" fmla="*/ 12414993 w 15732060"/>
              <a:gd name="connsiteY1868" fmla="*/ 2285868 h 8839200"/>
              <a:gd name="connsiteX1869" fmla="*/ 12415540 w 15732060"/>
              <a:gd name="connsiteY1869" fmla="*/ 2285868 h 8839200"/>
              <a:gd name="connsiteX1870" fmla="*/ 12414993 w 15732060"/>
              <a:gd name="connsiteY1870" fmla="*/ 2248554 h 8839200"/>
              <a:gd name="connsiteX1871" fmla="*/ 12396335 w 15732060"/>
              <a:gd name="connsiteY1871" fmla="*/ 2265017 h 8839200"/>
              <a:gd name="connsiteX1872" fmla="*/ 11202302 w 15732060"/>
              <a:gd name="connsiteY1872" fmla="*/ 2265017 h 8839200"/>
              <a:gd name="connsiteX1873" fmla="*/ 11135905 w 15732060"/>
              <a:gd name="connsiteY1873" fmla="*/ 2331412 h 8839200"/>
              <a:gd name="connsiteX1874" fmla="*/ 11111212 w 15732060"/>
              <a:gd name="connsiteY1874" fmla="*/ 2333059 h 8839200"/>
              <a:gd name="connsiteX1875" fmla="*/ 11111212 w 15732060"/>
              <a:gd name="connsiteY1875" fmla="*/ 2359398 h 8839200"/>
              <a:gd name="connsiteX1876" fmla="*/ 11137551 w 15732060"/>
              <a:gd name="connsiteY1876" fmla="*/ 2359398 h 8839200"/>
              <a:gd name="connsiteX1877" fmla="*/ 11139198 w 15732060"/>
              <a:gd name="connsiteY1877" fmla="*/ 2334705 h 8839200"/>
              <a:gd name="connsiteX1878" fmla="*/ 11204496 w 15732060"/>
              <a:gd name="connsiteY1878" fmla="*/ 2269406 h 8839200"/>
              <a:gd name="connsiteX1879" fmla="*/ 12396885 w 15732060"/>
              <a:gd name="connsiteY1879" fmla="*/ 2269406 h 8839200"/>
              <a:gd name="connsiteX1880" fmla="*/ 12402921 w 15732060"/>
              <a:gd name="connsiteY1880" fmla="*/ 2281135 h 8839200"/>
              <a:gd name="connsiteX1881" fmla="*/ 12415254 w 15732060"/>
              <a:gd name="connsiteY1881" fmla="*/ 2285761 h 8839200"/>
              <a:gd name="connsiteX1882" fmla="*/ 12428230 w 15732060"/>
              <a:gd name="connsiteY1882" fmla="*/ 2280449 h 8839200"/>
              <a:gd name="connsiteX1883" fmla="*/ 12433649 w 15732060"/>
              <a:gd name="connsiteY1883" fmla="*/ 2267211 h 8839200"/>
              <a:gd name="connsiteX1884" fmla="*/ 12414993 w 15732060"/>
              <a:gd name="connsiteY1884" fmla="*/ 2248554 h 8839200"/>
              <a:gd name="connsiteX1885" fmla="*/ 3602405 w 15732060"/>
              <a:gd name="connsiteY1885" fmla="*/ 1914516 h 8839200"/>
              <a:gd name="connsiteX1886" fmla="*/ 3589235 w 15732060"/>
              <a:gd name="connsiteY1886" fmla="*/ 1919866 h 8839200"/>
              <a:gd name="connsiteX1887" fmla="*/ 3589235 w 15732060"/>
              <a:gd name="connsiteY1887" fmla="*/ 1946205 h 8839200"/>
              <a:gd name="connsiteX1888" fmla="*/ 3613928 w 15732060"/>
              <a:gd name="connsiteY1888" fmla="*/ 1947850 h 8839200"/>
              <a:gd name="connsiteX1889" fmla="*/ 3759891 w 15732060"/>
              <a:gd name="connsiteY1889" fmla="*/ 2093813 h 8839200"/>
              <a:gd name="connsiteX1890" fmla="*/ 3985967 w 15732060"/>
              <a:gd name="connsiteY1890" fmla="*/ 2093813 h 8839200"/>
              <a:gd name="connsiteX1891" fmla="*/ 4367334 w 15732060"/>
              <a:gd name="connsiteY1891" fmla="*/ 2475180 h 8839200"/>
              <a:gd name="connsiteX1892" fmla="*/ 4368980 w 15732060"/>
              <a:gd name="connsiteY1892" fmla="*/ 2499872 h 8839200"/>
              <a:gd name="connsiteX1893" fmla="*/ 4395319 w 15732060"/>
              <a:gd name="connsiteY1893" fmla="*/ 2499872 h 8839200"/>
              <a:gd name="connsiteX1894" fmla="*/ 4395319 w 15732060"/>
              <a:gd name="connsiteY1894" fmla="*/ 2473533 h 8839200"/>
              <a:gd name="connsiteX1895" fmla="*/ 4370626 w 15732060"/>
              <a:gd name="connsiteY1895" fmla="*/ 2471887 h 8839200"/>
              <a:gd name="connsiteX1896" fmla="*/ 3987613 w 15732060"/>
              <a:gd name="connsiteY1896" fmla="*/ 2088874 h 8839200"/>
              <a:gd name="connsiteX1897" fmla="*/ 3761536 w 15732060"/>
              <a:gd name="connsiteY1897" fmla="*/ 2088874 h 8839200"/>
              <a:gd name="connsiteX1898" fmla="*/ 3617221 w 15732060"/>
              <a:gd name="connsiteY1898" fmla="*/ 1944558 h 8839200"/>
              <a:gd name="connsiteX1899" fmla="*/ 3615574 w 15732060"/>
              <a:gd name="connsiteY1899" fmla="*/ 1919866 h 8839200"/>
              <a:gd name="connsiteX1900" fmla="*/ 3602405 w 15732060"/>
              <a:gd name="connsiteY1900" fmla="*/ 1914516 h 8839200"/>
              <a:gd name="connsiteX1901" fmla="*/ 15702977 w 15732060"/>
              <a:gd name="connsiteY1901" fmla="*/ 1721226 h 8839200"/>
              <a:gd name="connsiteX1902" fmla="*/ 15684320 w 15732060"/>
              <a:gd name="connsiteY1902" fmla="*/ 1737688 h 8839200"/>
              <a:gd name="connsiteX1903" fmla="*/ 15352887 w 15732060"/>
              <a:gd name="connsiteY1903" fmla="*/ 1737688 h 8839200"/>
              <a:gd name="connsiteX1904" fmla="*/ 13998624 w 15732060"/>
              <a:gd name="connsiteY1904" fmla="*/ 3091951 h 8839200"/>
              <a:gd name="connsiteX1905" fmla="*/ 13998624 w 15732060"/>
              <a:gd name="connsiteY1905" fmla="*/ 3091402 h 8839200"/>
              <a:gd name="connsiteX1906" fmla="*/ 12688260 w 15732060"/>
              <a:gd name="connsiteY1906" fmla="*/ 3091402 h 8839200"/>
              <a:gd name="connsiteX1907" fmla="*/ 12532421 w 15732060"/>
              <a:gd name="connsiteY1907" fmla="*/ 3247241 h 8839200"/>
              <a:gd name="connsiteX1908" fmla="*/ 11067863 w 15732060"/>
              <a:gd name="connsiteY1908" fmla="*/ 3247241 h 8839200"/>
              <a:gd name="connsiteX1909" fmla="*/ 10414875 w 15732060"/>
              <a:gd name="connsiteY1909" fmla="*/ 3900228 h 8839200"/>
              <a:gd name="connsiteX1910" fmla="*/ 10259037 w 15732060"/>
              <a:gd name="connsiteY1910" fmla="*/ 3900228 h 8839200"/>
              <a:gd name="connsiteX1911" fmla="*/ 10101551 w 15732060"/>
              <a:gd name="connsiteY1911" fmla="*/ 4057714 h 8839200"/>
              <a:gd name="connsiteX1912" fmla="*/ 9039760 w 15732060"/>
              <a:gd name="connsiteY1912" fmla="*/ 4057714 h 8839200"/>
              <a:gd name="connsiteX1913" fmla="*/ 9039760 w 15732060"/>
              <a:gd name="connsiteY1913" fmla="*/ 4062653 h 8839200"/>
              <a:gd name="connsiteX1914" fmla="*/ 10103746 w 15732060"/>
              <a:gd name="connsiteY1914" fmla="*/ 4062653 h 8839200"/>
              <a:gd name="connsiteX1915" fmla="*/ 10261232 w 15732060"/>
              <a:gd name="connsiteY1915" fmla="*/ 3905167 h 8839200"/>
              <a:gd name="connsiteX1916" fmla="*/ 10417070 w 15732060"/>
              <a:gd name="connsiteY1916" fmla="*/ 3905167 h 8839200"/>
              <a:gd name="connsiteX1917" fmla="*/ 11070058 w 15732060"/>
              <a:gd name="connsiteY1917" fmla="*/ 3252180 h 8839200"/>
              <a:gd name="connsiteX1918" fmla="*/ 12534616 w 15732060"/>
              <a:gd name="connsiteY1918" fmla="*/ 3252180 h 8839200"/>
              <a:gd name="connsiteX1919" fmla="*/ 12690455 w 15732060"/>
              <a:gd name="connsiteY1919" fmla="*/ 3096341 h 8839200"/>
              <a:gd name="connsiteX1920" fmla="*/ 14000819 w 15732060"/>
              <a:gd name="connsiteY1920" fmla="*/ 3096341 h 8839200"/>
              <a:gd name="connsiteX1921" fmla="*/ 15355083 w 15732060"/>
              <a:gd name="connsiteY1921" fmla="*/ 1742078 h 8839200"/>
              <a:gd name="connsiteX1922" fmla="*/ 15684320 w 15732060"/>
              <a:gd name="connsiteY1922" fmla="*/ 1742078 h 8839200"/>
              <a:gd name="connsiteX1923" fmla="*/ 15702977 w 15732060"/>
              <a:gd name="connsiteY1923" fmla="*/ 1758539 h 8839200"/>
              <a:gd name="connsiteX1924" fmla="*/ 15721633 w 15732060"/>
              <a:gd name="connsiteY1924" fmla="*/ 1739882 h 8839200"/>
              <a:gd name="connsiteX1925" fmla="*/ 15702977 w 15732060"/>
              <a:gd name="connsiteY1925" fmla="*/ 1721226 h 8839200"/>
              <a:gd name="connsiteX1926" fmla="*/ 12427065 w 15732060"/>
              <a:gd name="connsiteY1926" fmla="*/ 1718071 h 8839200"/>
              <a:gd name="connsiteX1927" fmla="*/ 12413896 w 15732060"/>
              <a:gd name="connsiteY1927" fmla="*/ 1723421 h 8839200"/>
              <a:gd name="connsiteX1928" fmla="*/ 12412249 w 15732060"/>
              <a:gd name="connsiteY1928" fmla="*/ 1748113 h 8839200"/>
              <a:gd name="connsiteX1929" fmla="*/ 12160931 w 15732060"/>
              <a:gd name="connsiteY1929" fmla="*/ 1999431 h 8839200"/>
              <a:gd name="connsiteX1930" fmla="*/ 10934521 w 15732060"/>
              <a:gd name="connsiteY1930" fmla="*/ 1999431 h 8839200"/>
              <a:gd name="connsiteX1931" fmla="*/ 10934521 w 15732060"/>
              <a:gd name="connsiteY1931" fmla="*/ 1998883 h 8839200"/>
              <a:gd name="connsiteX1932" fmla="*/ 10088382 w 15732060"/>
              <a:gd name="connsiteY1932" fmla="*/ 2845023 h 8839200"/>
              <a:gd name="connsiteX1933" fmla="*/ 10087833 w 15732060"/>
              <a:gd name="connsiteY1933" fmla="*/ 2845023 h 8839200"/>
              <a:gd name="connsiteX1934" fmla="*/ 10087833 w 15732060"/>
              <a:gd name="connsiteY1934" fmla="*/ 3320222 h 8839200"/>
              <a:gd name="connsiteX1935" fmla="*/ 9699333 w 15732060"/>
              <a:gd name="connsiteY1935" fmla="*/ 3708721 h 8839200"/>
              <a:gd name="connsiteX1936" fmla="*/ 8995314 w 15732060"/>
              <a:gd name="connsiteY1936" fmla="*/ 3708721 h 8839200"/>
              <a:gd name="connsiteX1937" fmla="*/ 8995314 w 15732060"/>
              <a:gd name="connsiteY1937" fmla="*/ 3713661 h 8839200"/>
              <a:gd name="connsiteX1938" fmla="*/ 9701528 w 15732060"/>
              <a:gd name="connsiteY1938" fmla="*/ 3713661 h 8839200"/>
              <a:gd name="connsiteX1939" fmla="*/ 10092222 w 15732060"/>
              <a:gd name="connsiteY1939" fmla="*/ 3322966 h 8839200"/>
              <a:gd name="connsiteX1940" fmla="*/ 10092771 w 15732060"/>
              <a:gd name="connsiteY1940" fmla="*/ 3322966 h 8839200"/>
              <a:gd name="connsiteX1941" fmla="*/ 10092771 w 15732060"/>
              <a:gd name="connsiteY1941" fmla="*/ 2847767 h 8839200"/>
              <a:gd name="connsiteX1942" fmla="*/ 10936717 w 15732060"/>
              <a:gd name="connsiteY1942" fmla="*/ 2003821 h 8839200"/>
              <a:gd name="connsiteX1943" fmla="*/ 12163125 w 15732060"/>
              <a:gd name="connsiteY1943" fmla="*/ 2003821 h 8839200"/>
              <a:gd name="connsiteX1944" fmla="*/ 12415540 w 15732060"/>
              <a:gd name="connsiteY1944" fmla="*/ 1751406 h 8839200"/>
              <a:gd name="connsiteX1945" fmla="*/ 12440234 w 15732060"/>
              <a:gd name="connsiteY1945" fmla="*/ 1749760 h 8839200"/>
              <a:gd name="connsiteX1946" fmla="*/ 12440234 w 15732060"/>
              <a:gd name="connsiteY1946" fmla="*/ 1723421 h 8839200"/>
              <a:gd name="connsiteX1947" fmla="*/ 12427065 w 15732060"/>
              <a:gd name="connsiteY1947" fmla="*/ 1718071 h 8839200"/>
              <a:gd name="connsiteX1948" fmla="*/ 3845149 w 15732060"/>
              <a:gd name="connsiteY1948" fmla="*/ 1685353 h 8839200"/>
              <a:gd name="connsiteX1949" fmla="*/ 3831774 w 15732060"/>
              <a:gd name="connsiteY1949" fmla="*/ 1690497 h 8839200"/>
              <a:gd name="connsiteX1950" fmla="*/ 3831774 w 15732060"/>
              <a:gd name="connsiteY1950" fmla="*/ 1716836 h 8839200"/>
              <a:gd name="connsiteX1951" fmla="*/ 3856466 w 15732060"/>
              <a:gd name="connsiteY1951" fmla="*/ 1718482 h 8839200"/>
              <a:gd name="connsiteX1952" fmla="*/ 4202166 w 15732060"/>
              <a:gd name="connsiteY1952" fmla="*/ 2064181 h 8839200"/>
              <a:gd name="connsiteX1953" fmla="*/ 4745408 w 15732060"/>
              <a:gd name="connsiteY1953" fmla="*/ 2064181 h 8839200"/>
              <a:gd name="connsiteX1954" fmla="*/ 5736961 w 15732060"/>
              <a:gd name="connsiteY1954" fmla="*/ 3055735 h 8839200"/>
              <a:gd name="connsiteX1955" fmla="*/ 5738606 w 15732060"/>
              <a:gd name="connsiteY1955" fmla="*/ 3080427 h 8839200"/>
              <a:gd name="connsiteX1956" fmla="*/ 5764946 w 15732060"/>
              <a:gd name="connsiteY1956" fmla="*/ 3080427 h 8839200"/>
              <a:gd name="connsiteX1957" fmla="*/ 5764946 w 15732060"/>
              <a:gd name="connsiteY1957" fmla="*/ 3054088 h 8839200"/>
              <a:gd name="connsiteX1958" fmla="*/ 5740254 w 15732060"/>
              <a:gd name="connsiteY1958" fmla="*/ 3052442 h 8839200"/>
              <a:gd name="connsiteX1959" fmla="*/ 4747054 w 15732060"/>
              <a:gd name="connsiteY1959" fmla="*/ 2059243 h 8839200"/>
              <a:gd name="connsiteX1960" fmla="*/ 4203812 w 15732060"/>
              <a:gd name="connsiteY1960" fmla="*/ 2059243 h 8839200"/>
              <a:gd name="connsiteX1961" fmla="*/ 3859759 w 15732060"/>
              <a:gd name="connsiteY1961" fmla="*/ 1715189 h 8839200"/>
              <a:gd name="connsiteX1962" fmla="*/ 3858113 w 15732060"/>
              <a:gd name="connsiteY1962" fmla="*/ 1690497 h 8839200"/>
              <a:gd name="connsiteX1963" fmla="*/ 3845149 w 15732060"/>
              <a:gd name="connsiteY1963" fmla="*/ 1685353 h 8839200"/>
              <a:gd name="connsiteX1964" fmla="*/ 13497086 w 15732060"/>
              <a:gd name="connsiteY1964" fmla="*/ 1506124 h 8839200"/>
              <a:gd name="connsiteX1965" fmla="*/ 13478430 w 15732060"/>
              <a:gd name="connsiteY1965" fmla="*/ 1522586 h 8839200"/>
              <a:gd name="connsiteX1966" fmla="*/ 12637776 w 15732060"/>
              <a:gd name="connsiteY1966" fmla="*/ 1522586 h 8839200"/>
              <a:gd name="connsiteX1967" fmla="*/ 12571381 w 15732060"/>
              <a:gd name="connsiteY1967" fmla="*/ 1588982 h 8839200"/>
              <a:gd name="connsiteX1968" fmla="*/ 12546688 w 15732060"/>
              <a:gd name="connsiteY1968" fmla="*/ 1590628 h 8839200"/>
              <a:gd name="connsiteX1969" fmla="*/ 12546688 w 15732060"/>
              <a:gd name="connsiteY1969" fmla="*/ 1616967 h 8839200"/>
              <a:gd name="connsiteX1970" fmla="*/ 12573027 w 15732060"/>
              <a:gd name="connsiteY1970" fmla="*/ 1616967 h 8839200"/>
              <a:gd name="connsiteX1971" fmla="*/ 12574673 w 15732060"/>
              <a:gd name="connsiteY1971" fmla="*/ 1592275 h 8839200"/>
              <a:gd name="connsiteX1972" fmla="*/ 12639972 w 15732060"/>
              <a:gd name="connsiteY1972" fmla="*/ 1526976 h 8839200"/>
              <a:gd name="connsiteX1973" fmla="*/ 13478430 w 15732060"/>
              <a:gd name="connsiteY1973" fmla="*/ 1526976 h 8839200"/>
              <a:gd name="connsiteX1974" fmla="*/ 13497086 w 15732060"/>
              <a:gd name="connsiteY1974" fmla="*/ 1543438 h 8839200"/>
              <a:gd name="connsiteX1975" fmla="*/ 13515743 w 15732060"/>
              <a:gd name="connsiteY1975" fmla="*/ 1524781 h 8839200"/>
              <a:gd name="connsiteX1976" fmla="*/ 13497086 w 15732060"/>
              <a:gd name="connsiteY1976" fmla="*/ 1506124 h 8839200"/>
              <a:gd name="connsiteX1977" fmla="*/ 6641266 w 15732060"/>
              <a:gd name="connsiteY1977" fmla="*/ 1485410 h 8839200"/>
              <a:gd name="connsiteX1978" fmla="*/ 6628097 w 15732060"/>
              <a:gd name="connsiteY1978" fmla="*/ 1490760 h 8839200"/>
              <a:gd name="connsiteX1979" fmla="*/ 6628097 w 15732060"/>
              <a:gd name="connsiteY1979" fmla="*/ 1517099 h 8839200"/>
              <a:gd name="connsiteX1980" fmla="*/ 6652789 w 15732060"/>
              <a:gd name="connsiteY1980" fmla="*/ 1518744 h 8839200"/>
              <a:gd name="connsiteX1981" fmla="*/ 6797106 w 15732060"/>
              <a:gd name="connsiteY1981" fmla="*/ 1663061 h 8839200"/>
              <a:gd name="connsiteX1982" fmla="*/ 6797106 w 15732060"/>
              <a:gd name="connsiteY1982" fmla="*/ 1889137 h 8839200"/>
              <a:gd name="connsiteX1983" fmla="*/ 7180118 w 15732060"/>
              <a:gd name="connsiteY1983" fmla="*/ 2272150 h 8839200"/>
              <a:gd name="connsiteX1984" fmla="*/ 7181764 w 15732060"/>
              <a:gd name="connsiteY1984" fmla="*/ 2296842 h 8839200"/>
              <a:gd name="connsiteX1985" fmla="*/ 7208103 w 15732060"/>
              <a:gd name="connsiteY1985" fmla="*/ 2296842 h 8839200"/>
              <a:gd name="connsiteX1986" fmla="*/ 7208103 w 15732060"/>
              <a:gd name="connsiteY1986" fmla="*/ 2270503 h 8839200"/>
              <a:gd name="connsiteX1987" fmla="*/ 7183411 w 15732060"/>
              <a:gd name="connsiteY1987" fmla="*/ 2268858 h 8839200"/>
              <a:gd name="connsiteX1988" fmla="*/ 6802044 w 15732060"/>
              <a:gd name="connsiteY1988" fmla="*/ 1887490 h 8839200"/>
              <a:gd name="connsiteX1989" fmla="*/ 6802044 w 15732060"/>
              <a:gd name="connsiteY1989" fmla="*/ 1661414 h 8839200"/>
              <a:gd name="connsiteX1990" fmla="*/ 6656082 w 15732060"/>
              <a:gd name="connsiteY1990" fmla="*/ 1515452 h 8839200"/>
              <a:gd name="connsiteX1991" fmla="*/ 6654436 w 15732060"/>
              <a:gd name="connsiteY1991" fmla="*/ 1490760 h 8839200"/>
              <a:gd name="connsiteX1992" fmla="*/ 6641266 w 15732060"/>
              <a:gd name="connsiteY1992" fmla="*/ 1485410 h 8839200"/>
              <a:gd name="connsiteX1993" fmla="*/ 33472 w 15732060"/>
              <a:gd name="connsiteY1993" fmla="*/ 1395830 h 8839200"/>
              <a:gd name="connsiteX1994" fmla="*/ 14814 w 15732060"/>
              <a:gd name="connsiteY1994" fmla="*/ 1414487 h 8839200"/>
              <a:gd name="connsiteX1995" fmla="*/ 33472 w 15732060"/>
              <a:gd name="connsiteY1995" fmla="*/ 1433143 h 8839200"/>
              <a:gd name="connsiteX1996" fmla="*/ 52128 w 15732060"/>
              <a:gd name="connsiteY1996" fmla="*/ 1416681 h 8839200"/>
              <a:gd name="connsiteX1997" fmla="*/ 219492 w 15732060"/>
              <a:gd name="connsiteY1997" fmla="*/ 1416681 h 8839200"/>
              <a:gd name="connsiteX1998" fmla="*/ 796206 w 15732060"/>
              <a:gd name="connsiteY1998" fmla="*/ 1993396 h 8839200"/>
              <a:gd name="connsiteX1999" fmla="*/ 1512845 w 15732060"/>
              <a:gd name="connsiteY1999" fmla="*/ 1993396 h 8839200"/>
              <a:gd name="connsiteX2000" fmla="*/ 1769651 w 15732060"/>
              <a:gd name="connsiteY2000" fmla="*/ 2250201 h 8839200"/>
              <a:gd name="connsiteX2001" fmla="*/ 2471474 w 15732060"/>
              <a:gd name="connsiteY2001" fmla="*/ 2250201 h 8839200"/>
              <a:gd name="connsiteX2002" fmla="*/ 3019655 w 15732060"/>
              <a:gd name="connsiteY2002" fmla="*/ 2798381 h 8839200"/>
              <a:gd name="connsiteX2003" fmla="*/ 3422422 w 15732060"/>
              <a:gd name="connsiteY2003" fmla="*/ 2798381 h 8839200"/>
              <a:gd name="connsiteX2004" fmla="*/ 3441079 w 15732060"/>
              <a:gd name="connsiteY2004" fmla="*/ 2814843 h 8839200"/>
              <a:gd name="connsiteX2005" fmla="*/ 3459736 w 15732060"/>
              <a:gd name="connsiteY2005" fmla="*/ 2796186 h 8839200"/>
              <a:gd name="connsiteX2006" fmla="*/ 3454317 w 15732060"/>
              <a:gd name="connsiteY2006" fmla="*/ 2782948 h 8839200"/>
              <a:gd name="connsiteX2007" fmla="*/ 3441344 w 15732060"/>
              <a:gd name="connsiteY2007" fmla="*/ 2777637 h 8839200"/>
              <a:gd name="connsiteX2008" fmla="*/ 3429212 w 15732060"/>
              <a:gd name="connsiteY2008" fmla="*/ 2782262 h 8839200"/>
              <a:gd name="connsiteX2009" fmla="*/ 3422971 w 15732060"/>
              <a:gd name="connsiteY2009" fmla="*/ 2793991 h 8839200"/>
              <a:gd name="connsiteX2010" fmla="*/ 3021849 w 15732060"/>
              <a:gd name="connsiteY2010" fmla="*/ 2793991 h 8839200"/>
              <a:gd name="connsiteX2011" fmla="*/ 2473670 w 15732060"/>
              <a:gd name="connsiteY2011" fmla="*/ 2245811 h 8839200"/>
              <a:gd name="connsiteX2012" fmla="*/ 1771845 w 15732060"/>
              <a:gd name="connsiteY2012" fmla="*/ 2245811 h 8839200"/>
              <a:gd name="connsiteX2013" fmla="*/ 1515040 w 15732060"/>
              <a:gd name="connsiteY2013" fmla="*/ 1989005 h 8839200"/>
              <a:gd name="connsiteX2014" fmla="*/ 798400 w 15732060"/>
              <a:gd name="connsiteY2014" fmla="*/ 1989005 h 8839200"/>
              <a:gd name="connsiteX2015" fmla="*/ 221686 w 15732060"/>
              <a:gd name="connsiteY2015" fmla="*/ 1412291 h 8839200"/>
              <a:gd name="connsiteX2016" fmla="*/ 52128 w 15732060"/>
              <a:gd name="connsiteY2016" fmla="*/ 1412291 h 8839200"/>
              <a:gd name="connsiteX2017" fmla="*/ 33472 w 15732060"/>
              <a:gd name="connsiteY2017" fmla="*/ 1395830 h 8839200"/>
              <a:gd name="connsiteX2018" fmla="*/ 9174747 w 15732060"/>
              <a:gd name="connsiteY2018" fmla="*/ 1151234 h 8839200"/>
              <a:gd name="connsiteX2019" fmla="*/ 9161578 w 15732060"/>
              <a:gd name="connsiteY2019" fmla="*/ 1156584 h 8839200"/>
              <a:gd name="connsiteX2020" fmla="*/ 9159932 w 15732060"/>
              <a:gd name="connsiteY2020" fmla="*/ 1181277 h 8839200"/>
              <a:gd name="connsiteX2021" fmla="*/ 8988180 w 15732060"/>
              <a:gd name="connsiteY2021" fmla="*/ 1353028 h 8839200"/>
              <a:gd name="connsiteX2022" fmla="*/ 8987631 w 15732060"/>
              <a:gd name="connsiteY2022" fmla="*/ 1353028 h 8839200"/>
              <a:gd name="connsiteX2023" fmla="*/ 8987631 w 15732060"/>
              <a:gd name="connsiteY2023" fmla="*/ 1353577 h 8839200"/>
              <a:gd name="connsiteX2024" fmla="*/ 8987631 w 15732060"/>
              <a:gd name="connsiteY2024" fmla="*/ 2131126 h 8839200"/>
              <a:gd name="connsiteX2025" fmla="*/ 8971169 w 15732060"/>
              <a:gd name="connsiteY2025" fmla="*/ 2149783 h 8839200"/>
              <a:gd name="connsiteX2026" fmla="*/ 8989826 w 15732060"/>
              <a:gd name="connsiteY2026" fmla="*/ 2168440 h 8839200"/>
              <a:gd name="connsiteX2027" fmla="*/ 9008483 w 15732060"/>
              <a:gd name="connsiteY2027" fmla="*/ 2149783 h 8839200"/>
              <a:gd name="connsiteX2028" fmla="*/ 8992021 w 15732060"/>
              <a:gd name="connsiteY2028" fmla="*/ 2131126 h 8839200"/>
              <a:gd name="connsiteX2029" fmla="*/ 8992021 w 15732060"/>
              <a:gd name="connsiteY2029" fmla="*/ 1355772 h 8839200"/>
              <a:gd name="connsiteX2030" fmla="*/ 9163224 w 15732060"/>
              <a:gd name="connsiteY2030" fmla="*/ 1184568 h 8839200"/>
              <a:gd name="connsiteX2031" fmla="*/ 9187917 w 15732060"/>
              <a:gd name="connsiteY2031" fmla="*/ 1182923 h 8839200"/>
              <a:gd name="connsiteX2032" fmla="*/ 9187917 w 15732060"/>
              <a:gd name="connsiteY2032" fmla="*/ 1156584 h 8839200"/>
              <a:gd name="connsiteX2033" fmla="*/ 9174747 w 15732060"/>
              <a:gd name="connsiteY2033" fmla="*/ 1151234 h 8839200"/>
              <a:gd name="connsiteX2034" fmla="*/ 15646457 w 15732060"/>
              <a:gd name="connsiteY2034" fmla="*/ 1093480 h 8839200"/>
              <a:gd name="connsiteX2035" fmla="*/ 15627801 w 15732060"/>
              <a:gd name="connsiteY2035" fmla="*/ 1109942 h 8839200"/>
              <a:gd name="connsiteX2036" fmla="*/ 15261799 w 15732060"/>
              <a:gd name="connsiteY2036" fmla="*/ 1109942 h 8839200"/>
              <a:gd name="connsiteX2037" fmla="*/ 14370115 w 15732060"/>
              <a:gd name="connsiteY2037" fmla="*/ 2001627 h 8839200"/>
              <a:gd name="connsiteX2038" fmla="*/ 12913787 w 15732060"/>
              <a:gd name="connsiteY2038" fmla="*/ 2001627 h 8839200"/>
              <a:gd name="connsiteX2039" fmla="*/ 12637776 w 15732060"/>
              <a:gd name="connsiteY2039" fmla="*/ 2277637 h 8839200"/>
              <a:gd name="connsiteX2040" fmla="*/ 12613083 w 15732060"/>
              <a:gd name="connsiteY2040" fmla="*/ 2279283 h 8839200"/>
              <a:gd name="connsiteX2041" fmla="*/ 12613083 w 15732060"/>
              <a:gd name="connsiteY2041" fmla="*/ 2305623 h 8839200"/>
              <a:gd name="connsiteX2042" fmla="*/ 12639422 w 15732060"/>
              <a:gd name="connsiteY2042" fmla="*/ 2305623 h 8839200"/>
              <a:gd name="connsiteX2043" fmla="*/ 12641069 w 15732060"/>
              <a:gd name="connsiteY2043" fmla="*/ 2280929 h 8839200"/>
              <a:gd name="connsiteX2044" fmla="*/ 12915982 w 15732060"/>
              <a:gd name="connsiteY2044" fmla="*/ 2006016 h 8839200"/>
              <a:gd name="connsiteX2045" fmla="*/ 14372309 w 15732060"/>
              <a:gd name="connsiteY2045" fmla="*/ 2006016 h 8839200"/>
              <a:gd name="connsiteX2046" fmla="*/ 15263994 w 15732060"/>
              <a:gd name="connsiteY2046" fmla="*/ 1114332 h 8839200"/>
              <a:gd name="connsiteX2047" fmla="*/ 15627801 w 15732060"/>
              <a:gd name="connsiteY2047" fmla="*/ 1114332 h 8839200"/>
              <a:gd name="connsiteX2048" fmla="*/ 15646457 w 15732060"/>
              <a:gd name="connsiteY2048" fmla="*/ 1130793 h 8839200"/>
              <a:gd name="connsiteX2049" fmla="*/ 15665115 w 15732060"/>
              <a:gd name="connsiteY2049" fmla="*/ 1112137 h 8839200"/>
              <a:gd name="connsiteX2050" fmla="*/ 15646457 w 15732060"/>
              <a:gd name="connsiteY2050" fmla="*/ 1093480 h 8839200"/>
              <a:gd name="connsiteX2051" fmla="*/ 10528462 w 15732060"/>
              <a:gd name="connsiteY2051" fmla="*/ 910342 h 8839200"/>
              <a:gd name="connsiteX2052" fmla="*/ 10515293 w 15732060"/>
              <a:gd name="connsiteY2052" fmla="*/ 915692 h 8839200"/>
              <a:gd name="connsiteX2053" fmla="*/ 10513647 w 15732060"/>
              <a:gd name="connsiteY2053" fmla="*/ 940385 h 8839200"/>
              <a:gd name="connsiteX2054" fmla="*/ 10258488 w 15732060"/>
              <a:gd name="connsiteY2054" fmla="*/ 1195543 h 8839200"/>
              <a:gd name="connsiteX2055" fmla="*/ 10258488 w 15732060"/>
              <a:gd name="connsiteY2055" fmla="*/ 1450154 h 8839200"/>
              <a:gd name="connsiteX2056" fmla="*/ 9748718 w 15732060"/>
              <a:gd name="connsiteY2056" fmla="*/ 1959923 h 8839200"/>
              <a:gd name="connsiteX2057" fmla="*/ 9724026 w 15732060"/>
              <a:gd name="connsiteY2057" fmla="*/ 1961569 h 8839200"/>
              <a:gd name="connsiteX2058" fmla="*/ 9724026 w 15732060"/>
              <a:gd name="connsiteY2058" fmla="*/ 1987908 h 8839200"/>
              <a:gd name="connsiteX2059" fmla="*/ 9750364 w 15732060"/>
              <a:gd name="connsiteY2059" fmla="*/ 1987908 h 8839200"/>
              <a:gd name="connsiteX2060" fmla="*/ 9752011 w 15732060"/>
              <a:gd name="connsiteY2060" fmla="*/ 1963215 h 8839200"/>
              <a:gd name="connsiteX2061" fmla="*/ 10262329 w 15732060"/>
              <a:gd name="connsiteY2061" fmla="*/ 1452897 h 8839200"/>
              <a:gd name="connsiteX2062" fmla="*/ 10262878 w 15732060"/>
              <a:gd name="connsiteY2062" fmla="*/ 1452897 h 8839200"/>
              <a:gd name="connsiteX2063" fmla="*/ 10262878 w 15732060"/>
              <a:gd name="connsiteY2063" fmla="*/ 1197738 h 8839200"/>
              <a:gd name="connsiteX2064" fmla="*/ 10516939 w 15732060"/>
              <a:gd name="connsiteY2064" fmla="*/ 943676 h 8839200"/>
              <a:gd name="connsiteX2065" fmla="*/ 10541632 w 15732060"/>
              <a:gd name="connsiteY2065" fmla="*/ 942031 h 8839200"/>
              <a:gd name="connsiteX2066" fmla="*/ 10541632 w 15732060"/>
              <a:gd name="connsiteY2066" fmla="*/ 915692 h 8839200"/>
              <a:gd name="connsiteX2067" fmla="*/ 10528462 w 15732060"/>
              <a:gd name="connsiteY2067" fmla="*/ 910342 h 8839200"/>
              <a:gd name="connsiteX2068" fmla="*/ 11855289 w 15732060"/>
              <a:gd name="connsiteY2068" fmla="*/ 888804 h 8839200"/>
              <a:gd name="connsiteX2069" fmla="*/ 11836631 w 15732060"/>
              <a:gd name="connsiteY2069" fmla="*/ 905266 h 8839200"/>
              <a:gd name="connsiteX2070" fmla="*/ 10989943 w 15732060"/>
              <a:gd name="connsiteY2070" fmla="*/ 905266 h 8839200"/>
              <a:gd name="connsiteX2071" fmla="*/ 10868674 w 15732060"/>
              <a:gd name="connsiteY2071" fmla="*/ 1026535 h 8839200"/>
              <a:gd name="connsiteX2072" fmla="*/ 10843981 w 15732060"/>
              <a:gd name="connsiteY2072" fmla="*/ 1028181 h 8839200"/>
              <a:gd name="connsiteX2073" fmla="*/ 10843981 w 15732060"/>
              <a:gd name="connsiteY2073" fmla="*/ 1054520 h 8839200"/>
              <a:gd name="connsiteX2074" fmla="*/ 10870320 w 15732060"/>
              <a:gd name="connsiteY2074" fmla="*/ 1054520 h 8839200"/>
              <a:gd name="connsiteX2075" fmla="*/ 10871966 w 15732060"/>
              <a:gd name="connsiteY2075" fmla="*/ 1029827 h 8839200"/>
              <a:gd name="connsiteX2076" fmla="*/ 10992139 w 15732060"/>
              <a:gd name="connsiteY2076" fmla="*/ 909655 h 8839200"/>
              <a:gd name="connsiteX2077" fmla="*/ 11836631 w 15732060"/>
              <a:gd name="connsiteY2077" fmla="*/ 909655 h 8839200"/>
              <a:gd name="connsiteX2078" fmla="*/ 11855289 w 15732060"/>
              <a:gd name="connsiteY2078" fmla="*/ 926118 h 8839200"/>
              <a:gd name="connsiteX2079" fmla="*/ 11873946 w 15732060"/>
              <a:gd name="connsiteY2079" fmla="*/ 907461 h 8839200"/>
              <a:gd name="connsiteX2080" fmla="*/ 11855289 w 15732060"/>
              <a:gd name="connsiteY2080" fmla="*/ 888804 h 8839200"/>
              <a:gd name="connsiteX2081" fmla="*/ 2058830 w 15732060"/>
              <a:gd name="connsiteY2081" fmla="*/ 752856 h 8839200"/>
              <a:gd name="connsiteX2082" fmla="*/ 2045661 w 15732060"/>
              <a:gd name="connsiteY2082" fmla="*/ 758206 h 8839200"/>
              <a:gd name="connsiteX2083" fmla="*/ 2045661 w 15732060"/>
              <a:gd name="connsiteY2083" fmla="*/ 784545 h 8839200"/>
              <a:gd name="connsiteX2084" fmla="*/ 2070354 w 15732060"/>
              <a:gd name="connsiteY2084" fmla="*/ 786192 h 8839200"/>
              <a:gd name="connsiteX2085" fmla="*/ 2323318 w 15732060"/>
              <a:gd name="connsiteY2085" fmla="*/ 1039156 h 8839200"/>
              <a:gd name="connsiteX2086" fmla="*/ 3025142 w 15732060"/>
              <a:gd name="connsiteY2086" fmla="*/ 1039156 h 8839200"/>
              <a:gd name="connsiteX2087" fmla="*/ 3043799 w 15732060"/>
              <a:gd name="connsiteY2087" fmla="*/ 1055617 h 8839200"/>
              <a:gd name="connsiteX2088" fmla="*/ 3062456 w 15732060"/>
              <a:gd name="connsiteY2088" fmla="*/ 1036961 h 8839200"/>
              <a:gd name="connsiteX2089" fmla="*/ 3043799 w 15732060"/>
              <a:gd name="connsiteY2089" fmla="*/ 1018304 h 8839200"/>
              <a:gd name="connsiteX2090" fmla="*/ 3025142 w 15732060"/>
              <a:gd name="connsiteY2090" fmla="*/ 1034766 h 8839200"/>
              <a:gd name="connsiteX2091" fmla="*/ 2325512 w 15732060"/>
              <a:gd name="connsiteY2091" fmla="*/ 1034766 h 8839200"/>
              <a:gd name="connsiteX2092" fmla="*/ 2073647 w 15732060"/>
              <a:gd name="connsiteY2092" fmla="*/ 782900 h 8839200"/>
              <a:gd name="connsiteX2093" fmla="*/ 2072000 w 15732060"/>
              <a:gd name="connsiteY2093" fmla="*/ 758206 h 8839200"/>
              <a:gd name="connsiteX2094" fmla="*/ 2058830 w 15732060"/>
              <a:gd name="connsiteY2094" fmla="*/ 752856 h 8839200"/>
              <a:gd name="connsiteX2095" fmla="*/ 9086952 w 15732060"/>
              <a:gd name="connsiteY2095" fmla="*/ 747780 h 8839200"/>
              <a:gd name="connsiteX2096" fmla="*/ 9068294 w 15732060"/>
              <a:gd name="connsiteY2096" fmla="*/ 766437 h 8839200"/>
              <a:gd name="connsiteX2097" fmla="*/ 9084757 w 15732060"/>
              <a:gd name="connsiteY2097" fmla="*/ 785094 h 8839200"/>
              <a:gd name="connsiteX2098" fmla="*/ 9084757 w 15732060"/>
              <a:gd name="connsiteY2098" fmla="*/ 966724 h 8839200"/>
              <a:gd name="connsiteX2099" fmla="*/ 8528345 w 15732060"/>
              <a:gd name="connsiteY2099" fmla="*/ 1523134 h 8839200"/>
              <a:gd name="connsiteX2100" fmla="*/ 8527797 w 15732060"/>
              <a:gd name="connsiteY2100" fmla="*/ 1523134 h 8839200"/>
              <a:gd name="connsiteX2101" fmla="*/ 8527248 w 15732060"/>
              <a:gd name="connsiteY2101" fmla="*/ 1523134 h 8839200"/>
              <a:gd name="connsiteX2102" fmla="*/ 8527248 w 15732060"/>
              <a:gd name="connsiteY2102" fmla="*/ 2683696 h 8839200"/>
              <a:gd name="connsiteX2103" fmla="*/ 8318730 w 15732060"/>
              <a:gd name="connsiteY2103" fmla="*/ 2892213 h 8839200"/>
              <a:gd name="connsiteX2104" fmla="*/ 8318182 w 15732060"/>
              <a:gd name="connsiteY2104" fmla="*/ 2892213 h 8839200"/>
              <a:gd name="connsiteX2105" fmla="*/ 8318182 w 15732060"/>
              <a:gd name="connsiteY2105" fmla="*/ 3225840 h 8839200"/>
              <a:gd name="connsiteX2106" fmla="*/ 8323120 w 15732060"/>
              <a:gd name="connsiteY2106" fmla="*/ 3225840 h 8839200"/>
              <a:gd name="connsiteX2107" fmla="*/ 8323120 w 15732060"/>
              <a:gd name="connsiteY2107" fmla="*/ 2894957 h 8839200"/>
              <a:gd name="connsiteX2108" fmla="*/ 8531638 w 15732060"/>
              <a:gd name="connsiteY2108" fmla="*/ 2686440 h 8839200"/>
              <a:gd name="connsiteX2109" fmla="*/ 8532186 w 15732060"/>
              <a:gd name="connsiteY2109" fmla="*/ 2686440 h 8839200"/>
              <a:gd name="connsiteX2110" fmla="*/ 8532186 w 15732060"/>
              <a:gd name="connsiteY2110" fmla="*/ 1525878 h 8839200"/>
              <a:gd name="connsiteX2111" fmla="*/ 9088598 w 15732060"/>
              <a:gd name="connsiteY2111" fmla="*/ 969467 h 8839200"/>
              <a:gd name="connsiteX2112" fmla="*/ 9089146 w 15732060"/>
              <a:gd name="connsiteY2112" fmla="*/ 969467 h 8839200"/>
              <a:gd name="connsiteX2113" fmla="*/ 9089146 w 15732060"/>
              <a:gd name="connsiteY2113" fmla="*/ 785094 h 8839200"/>
              <a:gd name="connsiteX2114" fmla="*/ 9105608 w 15732060"/>
              <a:gd name="connsiteY2114" fmla="*/ 766437 h 8839200"/>
              <a:gd name="connsiteX2115" fmla="*/ 9086952 w 15732060"/>
              <a:gd name="connsiteY2115" fmla="*/ 747780 h 8839200"/>
              <a:gd name="connsiteX2116" fmla="*/ 9961625 w 15732060"/>
              <a:gd name="connsiteY2116" fmla="*/ 705117 h 8839200"/>
              <a:gd name="connsiteX2117" fmla="*/ 9948456 w 15732060"/>
              <a:gd name="connsiteY2117" fmla="*/ 710467 h 8839200"/>
              <a:gd name="connsiteX2118" fmla="*/ 9946810 w 15732060"/>
              <a:gd name="connsiteY2118" fmla="*/ 735160 h 8839200"/>
              <a:gd name="connsiteX2119" fmla="*/ 9173650 w 15732060"/>
              <a:gd name="connsiteY2119" fmla="*/ 1508318 h 8839200"/>
              <a:gd name="connsiteX2120" fmla="*/ 9173650 w 15732060"/>
              <a:gd name="connsiteY2120" fmla="*/ 1507770 h 8839200"/>
              <a:gd name="connsiteX2121" fmla="*/ 9173102 w 15732060"/>
              <a:gd name="connsiteY2121" fmla="*/ 1507770 h 8839200"/>
              <a:gd name="connsiteX2122" fmla="*/ 9173102 w 15732060"/>
              <a:gd name="connsiteY2122" fmla="*/ 1703666 h 8839200"/>
              <a:gd name="connsiteX2123" fmla="*/ 9293273 w 15732060"/>
              <a:gd name="connsiteY2123" fmla="*/ 1823838 h 8839200"/>
              <a:gd name="connsiteX2124" fmla="*/ 9293273 w 15732060"/>
              <a:gd name="connsiteY2124" fmla="*/ 2141004 h 8839200"/>
              <a:gd name="connsiteX2125" fmla="*/ 8559074 w 15732060"/>
              <a:gd name="connsiteY2125" fmla="*/ 2875203 h 8839200"/>
              <a:gd name="connsiteX2126" fmla="*/ 8558525 w 15732060"/>
              <a:gd name="connsiteY2126" fmla="*/ 2875203 h 8839200"/>
              <a:gd name="connsiteX2127" fmla="*/ 8558525 w 15732060"/>
              <a:gd name="connsiteY2127" fmla="*/ 3232426 h 8839200"/>
              <a:gd name="connsiteX2128" fmla="*/ 8563464 w 15732060"/>
              <a:gd name="connsiteY2128" fmla="*/ 3232426 h 8839200"/>
              <a:gd name="connsiteX2129" fmla="*/ 8563464 w 15732060"/>
              <a:gd name="connsiteY2129" fmla="*/ 2877947 h 8839200"/>
              <a:gd name="connsiteX2130" fmla="*/ 9297663 w 15732060"/>
              <a:gd name="connsiteY2130" fmla="*/ 2143748 h 8839200"/>
              <a:gd name="connsiteX2131" fmla="*/ 9298212 w 15732060"/>
              <a:gd name="connsiteY2131" fmla="*/ 2143748 h 8839200"/>
              <a:gd name="connsiteX2132" fmla="*/ 9298212 w 15732060"/>
              <a:gd name="connsiteY2132" fmla="*/ 1822192 h 8839200"/>
              <a:gd name="connsiteX2133" fmla="*/ 9178041 w 15732060"/>
              <a:gd name="connsiteY2133" fmla="*/ 1702020 h 8839200"/>
              <a:gd name="connsiteX2134" fmla="*/ 9178041 w 15732060"/>
              <a:gd name="connsiteY2134" fmla="*/ 1510514 h 8839200"/>
              <a:gd name="connsiteX2135" fmla="*/ 9950101 w 15732060"/>
              <a:gd name="connsiteY2135" fmla="*/ 738452 h 8839200"/>
              <a:gd name="connsiteX2136" fmla="*/ 9974795 w 15732060"/>
              <a:gd name="connsiteY2136" fmla="*/ 736806 h 8839200"/>
              <a:gd name="connsiteX2137" fmla="*/ 9974795 w 15732060"/>
              <a:gd name="connsiteY2137" fmla="*/ 710467 h 8839200"/>
              <a:gd name="connsiteX2138" fmla="*/ 9961625 w 15732060"/>
              <a:gd name="connsiteY2138" fmla="*/ 705117 h 8839200"/>
              <a:gd name="connsiteX2139" fmla="*/ 6732354 w 15732060"/>
              <a:gd name="connsiteY2139" fmla="*/ 645717 h 8839200"/>
              <a:gd name="connsiteX2140" fmla="*/ 6713699 w 15732060"/>
              <a:gd name="connsiteY2140" fmla="*/ 664374 h 8839200"/>
              <a:gd name="connsiteX2141" fmla="*/ 6718432 w 15732060"/>
              <a:gd name="connsiteY2141" fmla="*/ 677200 h 8839200"/>
              <a:gd name="connsiteX2142" fmla="*/ 6729612 w 15732060"/>
              <a:gd name="connsiteY2142" fmla="*/ 682758 h 8839200"/>
              <a:gd name="connsiteX2143" fmla="*/ 6729612 w 15732060"/>
              <a:gd name="connsiteY2143" fmla="*/ 682482 h 8839200"/>
              <a:gd name="connsiteX2144" fmla="*/ 6730160 w 15732060"/>
              <a:gd name="connsiteY2144" fmla="*/ 683030 h 8839200"/>
              <a:gd name="connsiteX2145" fmla="*/ 6729612 w 15732060"/>
              <a:gd name="connsiteY2145" fmla="*/ 682758 h 8839200"/>
              <a:gd name="connsiteX2146" fmla="*/ 6729612 w 15732060"/>
              <a:gd name="connsiteY2146" fmla="*/ 1223529 h 8839200"/>
              <a:gd name="connsiteX2147" fmla="*/ 7265720 w 15732060"/>
              <a:gd name="connsiteY2147" fmla="*/ 1759636 h 8839200"/>
              <a:gd name="connsiteX2148" fmla="*/ 7267366 w 15732060"/>
              <a:gd name="connsiteY2148" fmla="*/ 1784330 h 8839200"/>
              <a:gd name="connsiteX2149" fmla="*/ 7293705 w 15732060"/>
              <a:gd name="connsiteY2149" fmla="*/ 1784330 h 8839200"/>
              <a:gd name="connsiteX2150" fmla="*/ 7293705 w 15732060"/>
              <a:gd name="connsiteY2150" fmla="*/ 1757991 h 8839200"/>
              <a:gd name="connsiteX2151" fmla="*/ 7269012 w 15732060"/>
              <a:gd name="connsiteY2151" fmla="*/ 1756344 h 8839200"/>
              <a:gd name="connsiteX2152" fmla="*/ 6734550 w 15732060"/>
              <a:gd name="connsiteY2152" fmla="*/ 1221882 h 8839200"/>
              <a:gd name="connsiteX2153" fmla="*/ 6734550 w 15732060"/>
              <a:gd name="connsiteY2153" fmla="*/ 683030 h 8839200"/>
              <a:gd name="connsiteX2154" fmla="*/ 6751012 w 15732060"/>
              <a:gd name="connsiteY2154" fmla="*/ 664374 h 8839200"/>
              <a:gd name="connsiteX2155" fmla="*/ 6732354 w 15732060"/>
              <a:gd name="connsiteY2155" fmla="*/ 645717 h 8839200"/>
              <a:gd name="connsiteX2156" fmla="*/ 10619003 w 15732060"/>
              <a:gd name="connsiteY2156" fmla="*/ 642013 h 8839200"/>
              <a:gd name="connsiteX2157" fmla="*/ 10605833 w 15732060"/>
              <a:gd name="connsiteY2157" fmla="*/ 647363 h 8839200"/>
              <a:gd name="connsiteX2158" fmla="*/ 10604187 w 15732060"/>
              <a:gd name="connsiteY2158" fmla="*/ 672056 h 8839200"/>
              <a:gd name="connsiteX2159" fmla="*/ 9547334 w 15732060"/>
              <a:gd name="connsiteY2159" fmla="*/ 1728908 h 8839200"/>
              <a:gd name="connsiteX2160" fmla="*/ 9546786 w 15732060"/>
              <a:gd name="connsiteY2160" fmla="*/ 1728908 h 8839200"/>
              <a:gd name="connsiteX2161" fmla="*/ 9546237 w 15732060"/>
              <a:gd name="connsiteY2161" fmla="*/ 1728908 h 8839200"/>
              <a:gd name="connsiteX2162" fmla="*/ 9546237 w 15732060"/>
              <a:gd name="connsiteY2162" fmla="*/ 1992846 h 8839200"/>
              <a:gd name="connsiteX2163" fmla="*/ 8674855 w 15732060"/>
              <a:gd name="connsiteY2163" fmla="*/ 2864228 h 8839200"/>
              <a:gd name="connsiteX2164" fmla="*/ 8674306 w 15732060"/>
              <a:gd name="connsiteY2164" fmla="*/ 2864228 h 8839200"/>
              <a:gd name="connsiteX2165" fmla="*/ 8674306 w 15732060"/>
              <a:gd name="connsiteY2165" fmla="*/ 3259313 h 8839200"/>
              <a:gd name="connsiteX2166" fmla="*/ 8679246 w 15732060"/>
              <a:gd name="connsiteY2166" fmla="*/ 3259313 h 8839200"/>
              <a:gd name="connsiteX2167" fmla="*/ 8679246 w 15732060"/>
              <a:gd name="connsiteY2167" fmla="*/ 2866972 h 8839200"/>
              <a:gd name="connsiteX2168" fmla="*/ 9550628 w 15732060"/>
              <a:gd name="connsiteY2168" fmla="*/ 1995590 h 8839200"/>
              <a:gd name="connsiteX2169" fmla="*/ 9551176 w 15732060"/>
              <a:gd name="connsiteY2169" fmla="*/ 1995590 h 8839200"/>
              <a:gd name="connsiteX2170" fmla="*/ 9551176 w 15732060"/>
              <a:gd name="connsiteY2170" fmla="*/ 1731652 h 8839200"/>
              <a:gd name="connsiteX2171" fmla="*/ 10607479 w 15732060"/>
              <a:gd name="connsiteY2171" fmla="*/ 675348 h 8839200"/>
              <a:gd name="connsiteX2172" fmla="*/ 10632172 w 15732060"/>
              <a:gd name="connsiteY2172" fmla="*/ 673703 h 8839200"/>
              <a:gd name="connsiteX2173" fmla="*/ 10632172 w 15732060"/>
              <a:gd name="connsiteY2173" fmla="*/ 647363 h 8839200"/>
              <a:gd name="connsiteX2174" fmla="*/ 10619003 w 15732060"/>
              <a:gd name="connsiteY2174" fmla="*/ 642013 h 8839200"/>
              <a:gd name="connsiteX2175" fmla="*/ 8361532 w 15732060"/>
              <a:gd name="connsiteY2175" fmla="*/ 559155 h 8839200"/>
              <a:gd name="connsiteX2176" fmla="*/ 8348362 w 15732060"/>
              <a:gd name="connsiteY2176" fmla="*/ 564506 h 8839200"/>
              <a:gd name="connsiteX2177" fmla="*/ 8346716 w 15732060"/>
              <a:gd name="connsiteY2177" fmla="*/ 589198 h 8839200"/>
              <a:gd name="connsiteX2178" fmla="*/ 8076192 w 15732060"/>
              <a:gd name="connsiteY2178" fmla="*/ 859721 h 8839200"/>
              <a:gd name="connsiteX2179" fmla="*/ 8075643 w 15732060"/>
              <a:gd name="connsiteY2179" fmla="*/ 859721 h 8839200"/>
              <a:gd name="connsiteX2180" fmla="*/ 8075643 w 15732060"/>
              <a:gd name="connsiteY2180" fmla="*/ 1055617 h 8839200"/>
              <a:gd name="connsiteX2181" fmla="*/ 8195816 w 15732060"/>
              <a:gd name="connsiteY2181" fmla="*/ 1175789 h 8839200"/>
              <a:gd name="connsiteX2182" fmla="*/ 8195816 w 15732060"/>
              <a:gd name="connsiteY2182" fmla="*/ 2295745 h 8839200"/>
              <a:gd name="connsiteX2183" fmla="*/ 8195268 w 15732060"/>
              <a:gd name="connsiteY2183" fmla="*/ 2295745 h 8839200"/>
              <a:gd name="connsiteX2184" fmla="*/ 7973032 w 15732060"/>
              <a:gd name="connsiteY2184" fmla="*/ 2517980 h 8839200"/>
              <a:gd name="connsiteX2185" fmla="*/ 7972482 w 15732060"/>
              <a:gd name="connsiteY2185" fmla="*/ 2517980 h 8839200"/>
              <a:gd name="connsiteX2186" fmla="*/ 7972482 w 15732060"/>
              <a:gd name="connsiteY2186" fmla="*/ 3202245 h 8839200"/>
              <a:gd name="connsiteX2187" fmla="*/ 7977421 w 15732060"/>
              <a:gd name="connsiteY2187" fmla="*/ 3202245 h 8839200"/>
              <a:gd name="connsiteX2188" fmla="*/ 7977421 w 15732060"/>
              <a:gd name="connsiteY2188" fmla="*/ 2520724 h 8839200"/>
              <a:gd name="connsiteX2189" fmla="*/ 8199656 w 15732060"/>
              <a:gd name="connsiteY2189" fmla="*/ 2298489 h 8839200"/>
              <a:gd name="connsiteX2190" fmla="*/ 8200204 w 15732060"/>
              <a:gd name="connsiteY2190" fmla="*/ 2298489 h 8839200"/>
              <a:gd name="connsiteX2191" fmla="*/ 8200204 w 15732060"/>
              <a:gd name="connsiteY2191" fmla="*/ 1174143 h 8839200"/>
              <a:gd name="connsiteX2192" fmla="*/ 8080034 w 15732060"/>
              <a:gd name="connsiteY2192" fmla="*/ 1053972 h 8839200"/>
              <a:gd name="connsiteX2193" fmla="*/ 8080034 w 15732060"/>
              <a:gd name="connsiteY2193" fmla="*/ 862465 h 8839200"/>
              <a:gd name="connsiteX2194" fmla="*/ 8350008 w 15732060"/>
              <a:gd name="connsiteY2194" fmla="*/ 592490 h 8839200"/>
              <a:gd name="connsiteX2195" fmla="*/ 8374701 w 15732060"/>
              <a:gd name="connsiteY2195" fmla="*/ 590844 h 8839200"/>
              <a:gd name="connsiteX2196" fmla="*/ 8374701 w 15732060"/>
              <a:gd name="connsiteY2196" fmla="*/ 564506 h 8839200"/>
              <a:gd name="connsiteX2197" fmla="*/ 8361532 w 15732060"/>
              <a:gd name="connsiteY2197" fmla="*/ 559155 h 8839200"/>
              <a:gd name="connsiteX2198" fmla="*/ 9196696 w 15732060"/>
              <a:gd name="connsiteY2198" fmla="*/ 544202 h 8839200"/>
              <a:gd name="connsiteX2199" fmla="*/ 9196148 w 15732060"/>
              <a:gd name="connsiteY2199" fmla="*/ 544202 h 8839200"/>
              <a:gd name="connsiteX2200" fmla="*/ 9196148 w 15732060"/>
              <a:gd name="connsiteY2200" fmla="*/ 544750 h 8839200"/>
              <a:gd name="connsiteX2201" fmla="*/ 9731159 w 15732060"/>
              <a:gd name="connsiteY2201" fmla="*/ 425265 h 8839200"/>
              <a:gd name="connsiteX2202" fmla="*/ 9717990 w 15732060"/>
              <a:gd name="connsiteY2202" fmla="*/ 430615 h 8839200"/>
              <a:gd name="connsiteX2203" fmla="*/ 9716344 w 15732060"/>
              <a:gd name="connsiteY2203" fmla="*/ 455308 h 8839200"/>
              <a:gd name="connsiteX2204" fmla="*/ 8747837 w 15732060"/>
              <a:gd name="connsiteY2204" fmla="*/ 1423815 h 8839200"/>
              <a:gd name="connsiteX2205" fmla="*/ 8747288 w 15732060"/>
              <a:gd name="connsiteY2205" fmla="*/ 1423815 h 8839200"/>
              <a:gd name="connsiteX2206" fmla="*/ 8747288 w 15732060"/>
              <a:gd name="connsiteY2206" fmla="*/ 1828228 h 8839200"/>
              <a:gd name="connsiteX2207" fmla="*/ 8854291 w 15732060"/>
              <a:gd name="connsiteY2207" fmla="*/ 1935230 h 8839200"/>
              <a:gd name="connsiteX2208" fmla="*/ 8854291 w 15732060"/>
              <a:gd name="connsiteY2208" fmla="*/ 2265017 h 8839200"/>
              <a:gd name="connsiteX2209" fmla="*/ 8684733 w 15732060"/>
              <a:gd name="connsiteY2209" fmla="*/ 2434574 h 8839200"/>
              <a:gd name="connsiteX2210" fmla="*/ 8660040 w 15732060"/>
              <a:gd name="connsiteY2210" fmla="*/ 2436219 h 8839200"/>
              <a:gd name="connsiteX2211" fmla="*/ 8660040 w 15732060"/>
              <a:gd name="connsiteY2211" fmla="*/ 2462558 h 8839200"/>
              <a:gd name="connsiteX2212" fmla="*/ 8686379 w 15732060"/>
              <a:gd name="connsiteY2212" fmla="*/ 2462558 h 8839200"/>
              <a:gd name="connsiteX2213" fmla="*/ 8688025 w 15732060"/>
              <a:gd name="connsiteY2213" fmla="*/ 2437866 h 8839200"/>
              <a:gd name="connsiteX2214" fmla="*/ 8858679 w 15732060"/>
              <a:gd name="connsiteY2214" fmla="*/ 2267211 h 8839200"/>
              <a:gd name="connsiteX2215" fmla="*/ 8859229 w 15732060"/>
              <a:gd name="connsiteY2215" fmla="*/ 2267211 h 8839200"/>
              <a:gd name="connsiteX2216" fmla="*/ 8859229 w 15732060"/>
              <a:gd name="connsiteY2216" fmla="*/ 1932486 h 8839200"/>
              <a:gd name="connsiteX2217" fmla="*/ 8752227 w 15732060"/>
              <a:gd name="connsiteY2217" fmla="*/ 1825485 h 8839200"/>
              <a:gd name="connsiteX2218" fmla="*/ 8752227 w 15732060"/>
              <a:gd name="connsiteY2218" fmla="*/ 1426010 h 8839200"/>
              <a:gd name="connsiteX2219" fmla="*/ 9719635 w 15732060"/>
              <a:gd name="connsiteY2219" fmla="*/ 458600 h 8839200"/>
              <a:gd name="connsiteX2220" fmla="*/ 9744329 w 15732060"/>
              <a:gd name="connsiteY2220" fmla="*/ 456954 h 8839200"/>
              <a:gd name="connsiteX2221" fmla="*/ 9744329 w 15732060"/>
              <a:gd name="connsiteY2221" fmla="*/ 430615 h 8839200"/>
              <a:gd name="connsiteX2222" fmla="*/ 9731159 w 15732060"/>
              <a:gd name="connsiteY2222" fmla="*/ 425265 h 8839200"/>
              <a:gd name="connsiteX2223" fmla="*/ 5143236 w 15732060"/>
              <a:gd name="connsiteY2223" fmla="*/ 372038 h 8839200"/>
              <a:gd name="connsiteX2224" fmla="*/ 5130067 w 15732060"/>
              <a:gd name="connsiteY2224" fmla="*/ 377389 h 8839200"/>
              <a:gd name="connsiteX2225" fmla="*/ 5130067 w 15732060"/>
              <a:gd name="connsiteY2225" fmla="*/ 403728 h 8839200"/>
              <a:gd name="connsiteX2226" fmla="*/ 5154760 w 15732060"/>
              <a:gd name="connsiteY2226" fmla="*/ 405373 h 8839200"/>
              <a:gd name="connsiteX2227" fmla="*/ 5498812 w 15732060"/>
              <a:gd name="connsiteY2227" fmla="*/ 749427 h 8839200"/>
              <a:gd name="connsiteX2228" fmla="*/ 5498812 w 15732060"/>
              <a:gd name="connsiteY2228" fmla="*/ 1292668 h 8839200"/>
              <a:gd name="connsiteX2229" fmla="*/ 6492012 w 15732060"/>
              <a:gd name="connsiteY2229" fmla="*/ 2285868 h 8839200"/>
              <a:gd name="connsiteX2230" fmla="*/ 6493658 w 15732060"/>
              <a:gd name="connsiteY2230" fmla="*/ 2310561 h 8839200"/>
              <a:gd name="connsiteX2231" fmla="*/ 6519997 w 15732060"/>
              <a:gd name="connsiteY2231" fmla="*/ 2310561 h 8839200"/>
              <a:gd name="connsiteX2232" fmla="*/ 6519997 w 15732060"/>
              <a:gd name="connsiteY2232" fmla="*/ 2284222 h 8839200"/>
              <a:gd name="connsiteX2233" fmla="*/ 6495304 w 15732060"/>
              <a:gd name="connsiteY2233" fmla="*/ 2282575 h 8839200"/>
              <a:gd name="connsiteX2234" fmla="*/ 5503751 w 15732060"/>
              <a:gd name="connsiteY2234" fmla="*/ 1291022 h 8839200"/>
              <a:gd name="connsiteX2235" fmla="*/ 5503751 w 15732060"/>
              <a:gd name="connsiteY2235" fmla="*/ 747780 h 8839200"/>
              <a:gd name="connsiteX2236" fmla="*/ 5158052 w 15732060"/>
              <a:gd name="connsiteY2236" fmla="*/ 402081 h 8839200"/>
              <a:gd name="connsiteX2237" fmla="*/ 5156406 w 15732060"/>
              <a:gd name="connsiteY2237" fmla="*/ 377389 h 8839200"/>
              <a:gd name="connsiteX2238" fmla="*/ 5143236 w 15732060"/>
              <a:gd name="connsiteY2238" fmla="*/ 372038 h 8839200"/>
              <a:gd name="connsiteX2239" fmla="*/ 30180 w 15732060"/>
              <a:gd name="connsiteY2239" fmla="*/ 329238 h 8839200"/>
              <a:gd name="connsiteX2240" fmla="*/ 17010 w 15732060"/>
              <a:gd name="connsiteY2240" fmla="*/ 334587 h 8839200"/>
              <a:gd name="connsiteX2241" fmla="*/ 17010 w 15732060"/>
              <a:gd name="connsiteY2241" fmla="*/ 360926 h 8839200"/>
              <a:gd name="connsiteX2242" fmla="*/ 41702 w 15732060"/>
              <a:gd name="connsiteY2242" fmla="*/ 362573 h 8839200"/>
              <a:gd name="connsiteX2243" fmla="*/ 560800 w 15732060"/>
              <a:gd name="connsiteY2243" fmla="*/ 881671 h 8839200"/>
              <a:gd name="connsiteX2244" fmla="*/ 1124344 w 15732060"/>
              <a:gd name="connsiteY2244" fmla="*/ 881671 h 8839200"/>
              <a:gd name="connsiteX2245" fmla="*/ 1953474 w 15732060"/>
              <a:gd name="connsiteY2245" fmla="*/ 1710800 h 8839200"/>
              <a:gd name="connsiteX2246" fmla="*/ 2496168 w 15732060"/>
              <a:gd name="connsiteY2246" fmla="*/ 1710800 h 8839200"/>
              <a:gd name="connsiteX2247" fmla="*/ 3193602 w 15732060"/>
              <a:gd name="connsiteY2247" fmla="*/ 2408235 h 8839200"/>
              <a:gd name="connsiteX2248" fmla="*/ 3588687 w 15732060"/>
              <a:gd name="connsiteY2248" fmla="*/ 2408235 h 8839200"/>
              <a:gd name="connsiteX2249" fmla="*/ 4287219 w 15732060"/>
              <a:gd name="connsiteY2249" fmla="*/ 3106766 h 8839200"/>
              <a:gd name="connsiteX2250" fmla="*/ 5315537 w 15732060"/>
              <a:gd name="connsiteY2250" fmla="*/ 3106766 h 8839200"/>
              <a:gd name="connsiteX2251" fmla="*/ 5924078 w 15732060"/>
              <a:gd name="connsiteY2251" fmla="*/ 3715307 h 8839200"/>
              <a:gd name="connsiteX2252" fmla="*/ 6682420 w 15732060"/>
              <a:gd name="connsiteY2252" fmla="*/ 3715307 h 8839200"/>
              <a:gd name="connsiteX2253" fmla="*/ 6682420 w 15732060"/>
              <a:gd name="connsiteY2253" fmla="*/ 3710368 h 8839200"/>
              <a:gd name="connsiteX2254" fmla="*/ 5926273 w 15732060"/>
              <a:gd name="connsiteY2254" fmla="*/ 3710368 h 8839200"/>
              <a:gd name="connsiteX2255" fmla="*/ 5317732 w 15732060"/>
              <a:gd name="connsiteY2255" fmla="*/ 3101828 h 8839200"/>
              <a:gd name="connsiteX2256" fmla="*/ 4289414 w 15732060"/>
              <a:gd name="connsiteY2256" fmla="*/ 3101828 h 8839200"/>
              <a:gd name="connsiteX2257" fmla="*/ 3590882 w 15732060"/>
              <a:gd name="connsiteY2257" fmla="*/ 2403296 h 8839200"/>
              <a:gd name="connsiteX2258" fmla="*/ 3195797 w 15732060"/>
              <a:gd name="connsiteY2258" fmla="*/ 2403296 h 8839200"/>
              <a:gd name="connsiteX2259" fmla="*/ 2498362 w 15732060"/>
              <a:gd name="connsiteY2259" fmla="*/ 1705861 h 8839200"/>
              <a:gd name="connsiteX2260" fmla="*/ 1955669 w 15732060"/>
              <a:gd name="connsiteY2260" fmla="*/ 1705861 h 8839200"/>
              <a:gd name="connsiteX2261" fmla="*/ 1126540 w 15732060"/>
              <a:gd name="connsiteY2261" fmla="*/ 876732 h 8839200"/>
              <a:gd name="connsiteX2262" fmla="*/ 562996 w 15732060"/>
              <a:gd name="connsiteY2262" fmla="*/ 876732 h 8839200"/>
              <a:gd name="connsiteX2263" fmla="*/ 44994 w 15732060"/>
              <a:gd name="connsiteY2263" fmla="*/ 359280 h 8839200"/>
              <a:gd name="connsiteX2264" fmla="*/ 43348 w 15732060"/>
              <a:gd name="connsiteY2264" fmla="*/ 334587 h 8839200"/>
              <a:gd name="connsiteX2265" fmla="*/ 30180 w 15732060"/>
              <a:gd name="connsiteY2265" fmla="*/ 329238 h 8839200"/>
              <a:gd name="connsiteX2266" fmla="*/ 8003760 w 15732060"/>
              <a:gd name="connsiteY2266" fmla="*/ 292473 h 8839200"/>
              <a:gd name="connsiteX2267" fmla="*/ 7990591 w 15732060"/>
              <a:gd name="connsiteY2267" fmla="*/ 297823 h 8839200"/>
              <a:gd name="connsiteX2268" fmla="*/ 7988944 w 15732060"/>
              <a:gd name="connsiteY2268" fmla="*/ 322515 h 8839200"/>
              <a:gd name="connsiteX2269" fmla="*/ 7868774 w 15732060"/>
              <a:gd name="connsiteY2269" fmla="*/ 442687 h 8839200"/>
              <a:gd name="connsiteX2270" fmla="*/ 7868774 w 15732060"/>
              <a:gd name="connsiteY2270" fmla="*/ 1451251 h 8839200"/>
              <a:gd name="connsiteX2271" fmla="*/ 7746406 w 15732060"/>
              <a:gd name="connsiteY2271" fmla="*/ 1573618 h 8839200"/>
              <a:gd name="connsiteX2272" fmla="*/ 7746406 w 15732060"/>
              <a:gd name="connsiteY2272" fmla="*/ 3202794 h 8839200"/>
              <a:gd name="connsiteX2273" fmla="*/ 7751346 w 15732060"/>
              <a:gd name="connsiteY2273" fmla="*/ 3202794 h 8839200"/>
              <a:gd name="connsiteX2274" fmla="*/ 7751346 w 15732060"/>
              <a:gd name="connsiteY2274" fmla="*/ 1575812 h 8839200"/>
              <a:gd name="connsiteX2275" fmla="*/ 7873712 w 15732060"/>
              <a:gd name="connsiteY2275" fmla="*/ 1453446 h 8839200"/>
              <a:gd name="connsiteX2276" fmla="*/ 7873712 w 15732060"/>
              <a:gd name="connsiteY2276" fmla="*/ 444334 h 8839200"/>
              <a:gd name="connsiteX2277" fmla="*/ 7992238 w 15732060"/>
              <a:gd name="connsiteY2277" fmla="*/ 325808 h 8839200"/>
              <a:gd name="connsiteX2278" fmla="*/ 8016930 w 15732060"/>
              <a:gd name="connsiteY2278" fmla="*/ 324162 h 8839200"/>
              <a:gd name="connsiteX2279" fmla="*/ 8016930 w 15732060"/>
              <a:gd name="connsiteY2279" fmla="*/ 297823 h 8839200"/>
              <a:gd name="connsiteX2280" fmla="*/ 8003760 w 15732060"/>
              <a:gd name="connsiteY2280" fmla="*/ 292473 h 8839200"/>
              <a:gd name="connsiteX2281" fmla="*/ 11430573 w 15732060"/>
              <a:gd name="connsiteY2281" fmla="*/ 181629 h 8839200"/>
              <a:gd name="connsiteX2282" fmla="*/ 11417404 w 15732060"/>
              <a:gd name="connsiteY2282" fmla="*/ 186979 h 8839200"/>
              <a:gd name="connsiteX2283" fmla="*/ 11415757 w 15732060"/>
              <a:gd name="connsiteY2283" fmla="*/ 211673 h 8839200"/>
              <a:gd name="connsiteX2284" fmla="*/ 11160598 w 15732060"/>
              <a:gd name="connsiteY2284" fmla="*/ 466832 h 8839200"/>
              <a:gd name="connsiteX2285" fmla="*/ 11160049 w 15732060"/>
              <a:gd name="connsiteY2285" fmla="*/ 466832 h 8839200"/>
              <a:gd name="connsiteX2286" fmla="*/ 11160049 w 15732060"/>
              <a:gd name="connsiteY2286" fmla="*/ 614439 h 8839200"/>
              <a:gd name="connsiteX2287" fmla="*/ 11143588 w 15732060"/>
              <a:gd name="connsiteY2287" fmla="*/ 633096 h 8839200"/>
              <a:gd name="connsiteX2288" fmla="*/ 11162244 w 15732060"/>
              <a:gd name="connsiteY2288" fmla="*/ 651753 h 8839200"/>
              <a:gd name="connsiteX2289" fmla="*/ 11162793 w 15732060"/>
              <a:gd name="connsiteY2289" fmla="*/ 651205 h 8839200"/>
              <a:gd name="connsiteX2290" fmla="*/ 11181450 w 15732060"/>
              <a:gd name="connsiteY2290" fmla="*/ 632548 h 8839200"/>
              <a:gd name="connsiteX2291" fmla="*/ 11164988 w 15732060"/>
              <a:gd name="connsiteY2291" fmla="*/ 613891 h 8839200"/>
              <a:gd name="connsiteX2292" fmla="*/ 11164988 w 15732060"/>
              <a:gd name="connsiteY2292" fmla="*/ 469026 h 8839200"/>
              <a:gd name="connsiteX2293" fmla="*/ 11419049 w 15732060"/>
              <a:gd name="connsiteY2293" fmla="*/ 214965 h 8839200"/>
              <a:gd name="connsiteX2294" fmla="*/ 11443743 w 15732060"/>
              <a:gd name="connsiteY2294" fmla="*/ 213318 h 8839200"/>
              <a:gd name="connsiteX2295" fmla="*/ 11443743 w 15732060"/>
              <a:gd name="connsiteY2295" fmla="*/ 186979 h 8839200"/>
              <a:gd name="connsiteX2296" fmla="*/ 11430573 w 15732060"/>
              <a:gd name="connsiteY2296" fmla="*/ 181629 h 8839200"/>
              <a:gd name="connsiteX2297" fmla="*/ 9575320 w 15732060"/>
              <a:gd name="connsiteY2297" fmla="*/ 150352 h 8839200"/>
              <a:gd name="connsiteX2298" fmla="*/ 9562151 w 15732060"/>
              <a:gd name="connsiteY2298" fmla="*/ 155702 h 8839200"/>
              <a:gd name="connsiteX2299" fmla="*/ 9560504 w 15732060"/>
              <a:gd name="connsiteY2299" fmla="*/ 180394 h 8839200"/>
              <a:gd name="connsiteX2300" fmla="*/ 9196696 w 15732060"/>
              <a:gd name="connsiteY2300" fmla="*/ 544202 h 8839200"/>
              <a:gd name="connsiteX2301" fmla="*/ 9196698 w 15732060"/>
              <a:gd name="connsiteY2301" fmla="*/ 544202 h 8839200"/>
              <a:gd name="connsiteX2302" fmla="*/ 9196148 w 15732060"/>
              <a:gd name="connsiteY2302" fmla="*/ 544750 h 8839200"/>
              <a:gd name="connsiteX2303" fmla="*/ 9196148 w 15732060"/>
              <a:gd name="connsiteY2303" fmla="*/ 788935 h 8839200"/>
              <a:gd name="connsiteX2304" fmla="*/ 9179687 w 15732060"/>
              <a:gd name="connsiteY2304" fmla="*/ 807592 h 8839200"/>
              <a:gd name="connsiteX2305" fmla="*/ 9198343 w 15732060"/>
              <a:gd name="connsiteY2305" fmla="*/ 826249 h 8839200"/>
              <a:gd name="connsiteX2306" fmla="*/ 9217000 w 15732060"/>
              <a:gd name="connsiteY2306" fmla="*/ 807592 h 8839200"/>
              <a:gd name="connsiteX2307" fmla="*/ 9200538 w 15732060"/>
              <a:gd name="connsiteY2307" fmla="*/ 788935 h 8839200"/>
              <a:gd name="connsiteX2308" fmla="*/ 9200538 w 15732060"/>
              <a:gd name="connsiteY2308" fmla="*/ 546946 h 8839200"/>
              <a:gd name="connsiteX2309" fmla="*/ 9563797 w 15732060"/>
              <a:gd name="connsiteY2309" fmla="*/ 183687 h 8839200"/>
              <a:gd name="connsiteX2310" fmla="*/ 9588489 w 15732060"/>
              <a:gd name="connsiteY2310" fmla="*/ 182041 h 8839200"/>
              <a:gd name="connsiteX2311" fmla="*/ 9588489 w 15732060"/>
              <a:gd name="connsiteY2311" fmla="*/ 155702 h 8839200"/>
              <a:gd name="connsiteX2312" fmla="*/ 9575320 w 15732060"/>
              <a:gd name="connsiteY2312" fmla="*/ 150352 h 8839200"/>
              <a:gd name="connsiteX2313" fmla="*/ 1234090 w 15732060"/>
              <a:gd name="connsiteY2313" fmla="*/ 127716 h 8839200"/>
              <a:gd name="connsiteX2314" fmla="*/ 1215434 w 15732060"/>
              <a:gd name="connsiteY2314" fmla="*/ 146373 h 8839200"/>
              <a:gd name="connsiteX2315" fmla="*/ 1231896 w 15732060"/>
              <a:gd name="connsiteY2315" fmla="*/ 165030 h 8839200"/>
              <a:gd name="connsiteX2316" fmla="*/ 1230798 w 15732060"/>
              <a:gd name="connsiteY2316" fmla="*/ 165030 h 8839200"/>
              <a:gd name="connsiteX2317" fmla="*/ 1230798 w 15732060"/>
              <a:gd name="connsiteY2317" fmla="*/ 477257 h 8839200"/>
              <a:gd name="connsiteX2318" fmla="*/ 1971034 w 15732060"/>
              <a:gd name="connsiteY2318" fmla="*/ 1217492 h 8839200"/>
              <a:gd name="connsiteX2319" fmla="*/ 3161228 w 15732060"/>
              <a:gd name="connsiteY2319" fmla="*/ 1217492 h 8839200"/>
              <a:gd name="connsiteX2320" fmla="*/ 3676483 w 15732060"/>
              <a:gd name="connsiteY2320" fmla="*/ 1732749 h 8839200"/>
              <a:gd name="connsiteX2321" fmla="*/ 3678130 w 15732060"/>
              <a:gd name="connsiteY2321" fmla="*/ 1757442 h 8839200"/>
              <a:gd name="connsiteX2322" fmla="*/ 3704469 w 15732060"/>
              <a:gd name="connsiteY2322" fmla="*/ 1757442 h 8839200"/>
              <a:gd name="connsiteX2323" fmla="*/ 3704469 w 15732060"/>
              <a:gd name="connsiteY2323" fmla="*/ 1731103 h 8839200"/>
              <a:gd name="connsiteX2324" fmla="*/ 3679776 w 15732060"/>
              <a:gd name="connsiteY2324" fmla="*/ 1729456 h 8839200"/>
              <a:gd name="connsiteX2325" fmla="*/ 3163422 w 15732060"/>
              <a:gd name="connsiteY2325" fmla="*/ 1213103 h 8839200"/>
              <a:gd name="connsiteX2326" fmla="*/ 1973229 w 15732060"/>
              <a:gd name="connsiteY2326" fmla="*/ 1213103 h 8839200"/>
              <a:gd name="connsiteX2327" fmla="*/ 1236286 w 15732060"/>
              <a:gd name="connsiteY2327" fmla="*/ 475611 h 8839200"/>
              <a:gd name="connsiteX2328" fmla="*/ 1236286 w 15732060"/>
              <a:gd name="connsiteY2328" fmla="*/ 165030 h 8839200"/>
              <a:gd name="connsiteX2329" fmla="*/ 1252747 w 15732060"/>
              <a:gd name="connsiteY2329" fmla="*/ 146373 h 8839200"/>
              <a:gd name="connsiteX2330" fmla="*/ 1234090 w 15732060"/>
              <a:gd name="connsiteY2330" fmla="*/ 127716 h 8839200"/>
              <a:gd name="connsiteX2331" fmla="*/ 12673444 w 15732060"/>
              <a:gd name="connsiteY2331" fmla="*/ 85053 h 8839200"/>
              <a:gd name="connsiteX2332" fmla="*/ 12660274 w 15732060"/>
              <a:gd name="connsiteY2332" fmla="*/ 90404 h 8839200"/>
              <a:gd name="connsiteX2333" fmla="*/ 12658628 w 15732060"/>
              <a:gd name="connsiteY2333" fmla="*/ 115096 h 8839200"/>
              <a:gd name="connsiteX2334" fmla="*/ 11994118 w 15732060"/>
              <a:gd name="connsiteY2334" fmla="*/ 779607 h 8839200"/>
              <a:gd name="connsiteX2335" fmla="*/ 10936717 w 15732060"/>
              <a:gd name="connsiteY2335" fmla="*/ 779607 h 8839200"/>
              <a:gd name="connsiteX2336" fmla="*/ 10717774 w 15732060"/>
              <a:gd name="connsiteY2336" fmla="*/ 998550 h 8839200"/>
              <a:gd name="connsiteX2337" fmla="*/ 10717226 w 15732060"/>
              <a:gd name="connsiteY2337" fmla="*/ 998550 h 8839200"/>
              <a:gd name="connsiteX2338" fmla="*/ 10717226 w 15732060"/>
              <a:gd name="connsiteY2338" fmla="*/ 1374429 h 8839200"/>
              <a:gd name="connsiteX2339" fmla="*/ 9451307 w 15732060"/>
              <a:gd name="connsiteY2339" fmla="*/ 2640347 h 8839200"/>
              <a:gd name="connsiteX2340" fmla="*/ 9450759 w 15732060"/>
              <a:gd name="connsiteY2340" fmla="*/ 2640347 h 8839200"/>
              <a:gd name="connsiteX2341" fmla="*/ 9450759 w 15732060"/>
              <a:gd name="connsiteY2341" fmla="*/ 2640896 h 8839200"/>
              <a:gd name="connsiteX2342" fmla="*/ 9450759 w 15732060"/>
              <a:gd name="connsiteY2342" fmla="*/ 2952025 h 8839200"/>
              <a:gd name="connsiteX2343" fmla="*/ 9278458 w 15732060"/>
              <a:gd name="connsiteY2343" fmla="*/ 3124325 h 8839200"/>
              <a:gd name="connsiteX2344" fmla="*/ 9253764 w 15732060"/>
              <a:gd name="connsiteY2344" fmla="*/ 3125971 h 8839200"/>
              <a:gd name="connsiteX2345" fmla="*/ 9253764 w 15732060"/>
              <a:gd name="connsiteY2345" fmla="*/ 3152311 h 8839200"/>
              <a:gd name="connsiteX2346" fmla="*/ 9280104 w 15732060"/>
              <a:gd name="connsiteY2346" fmla="*/ 3152311 h 8839200"/>
              <a:gd name="connsiteX2347" fmla="*/ 9281750 w 15732060"/>
              <a:gd name="connsiteY2347" fmla="*/ 3127618 h 8839200"/>
              <a:gd name="connsiteX2348" fmla="*/ 9455148 w 15732060"/>
              <a:gd name="connsiteY2348" fmla="*/ 2954220 h 8839200"/>
              <a:gd name="connsiteX2349" fmla="*/ 9455697 w 15732060"/>
              <a:gd name="connsiteY2349" fmla="*/ 2954220 h 8839200"/>
              <a:gd name="connsiteX2350" fmla="*/ 9455697 w 15732060"/>
              <a:gd name="connsiteY2350" fmla="*/ 2642542 h 8839200"/>
              <a:gd name="connsiteX2351" fmla="*/ 10721614 w 15732060"/>
              <a:gd name="connsiteY2351" fmla="*/ 1376624 h 8839200"/>
              <a:gd name="connsiteX2352" fmla="*/ 10722164 w 15732060"/>
              <a:gd name="connsiteY2352" fmla="*/ 1376624 h 8839200"/>
              <a:gd name="connsiteX2353" fmla="*/ 10722164 w 15732060"/>
              <a:gd name="connsiteY2353" fmla="*/ 1000745 h 8839200"/>
              <a:gd name="connsiteX2354" fmla="*/ 10938912 w 15732060"/>
              <a:gd name="connsiteY2354" fmla="*/ 783997 h 8839200"/>
              <a:gd name="connsiteX2355" fmla="*/ 11996312 w 15732060"/>
              <a:gd name="connsiteY2355" fmla="*/ 783997 h 8839200"/>
              <a:gd name="connsiteX2356" fmla="*/ 12661921 w 15732060"/>
              <a:gd name="connsiteY2356" fmla="*/ 118388 h 8839200"/>
              <a:gd name="connsiteX2357" fmla="*/ 12686613 w 15732060"/>
              <a:gd name="connsiteY2357" fmla="*/ 116743 h 8839200"/>
              <a:gd name="connsiteX2358" fmla="*/ 12686613 w 15732060"/>
              <a:gd name="connsiteY2358" fmla="*/ 90404 h 8839200"/>
              <a:gd name="connsiteX2359" fmla="*/ 12673444 w 15732060"/>
              <a:gd name="connsiteY2359" fmla="*/ 85053 h 8839200"/>
              <a:gd name="connsiteX2360" fmla="*/ 5508690 w 15732060"/>
              <a:gd name="connsiteY2360" fmla="*/ 82858 h 8839200"/>
              <a:gd name="connsiteX2361" fmla="*/ 5495520 w 15732060"/>
              <a:gd name="connsiteY2361" fmla="*/ 88208 h 8839200"/>
              <a:gd name="connsiteX2362" fmla="*/ 5495520 w 15732060"/>
              <a:gd name="connsiteY2362" fmla="*/ 114547 h 8839200"/>
              <a:gd name="connsiteX2363" fmla="*/ 5520212 w 15732060"/>
              <a:gd name="connsiteY2363" fmla="*/ 116193 h 8839200"/>
              <a:gd name="connsiteX2364" fmla="*/ 6066748 w 15732060"/>
              <a:gd name="connsiteY2364" fmla="*/ 662728 h 8839200"/>
              <a:gd name="connsiteX2365" fmla="*/ 6066748 w 15732060"/>
              <a:gd name="connsiteY2365" fmla="*/ 1160425 h 8839200"/>
              <a:gd name="connsiteX2366" fmla="*/ 6354830 w 15732060"/>
              <a:gd name="connsiteY2366" fmla="*/ 1448508 h 8839200"/>
              <a:gd name="connsiteX2367" fmla="*/ 6356476 w 15732060"/>
              <a:gd name="connsiteY2367" fmla="*/ 1473200 h 8839200"/>
              <a:gd name="connsiteX2368" fmla="*/ 6382815 w 15732060"/>
              <a:gd name="connsiteY2368" fmla="*/ 1473200 h 8839200"/>
              <a:gd name="connsiteX2369" fmla="*/ 6382815 w 15732060"/>
              <a:gd name="connsiteY2369" fmla="*/ 1446861 h 8839200"/>
              <a:gd name="connsiteX2370" fmla="*/ 6358122 w 15732060"/>
              <a:gd name="connsiteY2370" fmla="*/ 1445215 h 8839200"/>
              <a:gd name="connsiteX2371" fmla="*/ 6071686 w 15732060"/>
              <a:gd name="connsiteY2371" fmla="*/ 1158779 h 8839200"/>
              <a:gd name="connsiteX2372" fmla="*/ 6071686 w 15732060"/>
              <a:gd name="connsiteY2372" fmla="*/ 661081 h 8839200"/>
              <a:gd name="connsiteX2373" fmla="*/ 5523506 w 15732060"/>
              <a:gd name="connsiteY2373" fmla="*/ 112902 h 8839200"/>
              <a:gd name="connsiteX2374" fmla="*/ 5521859 w 15732060"/>
              <a:gd name="connsiteY2374" fmla="*/ 88208 h 8839200"/>
              <a:gd name="connsiteX2375" fmla="*/ 5508690 w 15732060"/>
              <a:gd name="connsiteY2375" fmla="*/ 82858 h 8839200"/>
              <a:gd name="connsiteX2376" fmla="*/ 13440567 w 15732060"/>
              <a:gd name="connsiteY2376" fmla="*/ 68454 h 8839200"/>
              <a:gd name="connsiteX2377" fmla="*/ 13421911 w 15732060"/>
              <a:gd name="connsiteY2377" fmla="*/ 87111 h 8839200"/>
              <a:gd name="connsiteX2378" fmla="*/ 13438372 w 15732060"/>
              <a:gd name="connsiteY2378" fmla="*/ 105768 h 8839200"/>
              <a:gd name="connsiteX2379" fmla="*/ 13438372 w 15732060"/>
              <a:gd name="connsiteY2379" fmla="*/ 253924 h 8839200"/>
              <a:gd name="connsiteX2380" fmla="*/ 13058652 w 15732060"/>
              <a:gd name="connsiteY2380" fmla="*/ 633645 h 8839200"/>
              <a:gd name="connsiteX2381" fmla="*/ 13058103 w 15732060"/>
              <a:gd name="connsiteY2381" fmla="*/ 634194 h 8839200"/>
              <a:gd name="connsiteX2382" fmla="*/ 12642716 w 15732060"/>
              <a:gd name="connsiteY2382" fmla="*/ 634194 h 8839200"/>
              <a:gd name="connsiteX2383" fmla="*/ 11792185 w 15732060"/>
              <a:gd name="connsiteY2383" fmla="*/ 1484723 h 8839200"/>
              <a:gd name="connsiteX2384" fmla="*/ 10808863 w 15732060"/>
              <a:gd name="connsiteY2384" fmla="*/ 1484723 h 8839200"/>
              <a:gd name="connsiteX2385" fmla="*/ 9714149 w 15732060"/>
              <a:gd name="connsiteY2385" fmla="*/ 2579438 h 8839200"/>
              <a:gd name="connsiteX2386" fmla="*/ 9713600 w 15732060"/>
              <a:gd name="connsiteY2386" fmla="*/ 2579438 h 8839200"/>
              <a:gd name="connsiteX2387" fmla="*/ 9713600 w 15732060"/>
              <a:gd name="connsiteY2387" fmla="*/ 3027200 h 8839200"/>
              <a:gd name="connsiteX2388" fmla="*/ 9267483 w 15732060"/>
              <a:gd name="connsiteY2388" fmla="*/ 3473318 h 8839200"/>
              <a:gd name="connsiteX2389" fmla="*/ 9040309 w 15732060"/>
              <a:gd name="connsiteY2389" fmla="*/ 3473318 h 8839200"/>
              <a:gd name="connsiteX2390" fmla="*/ 9040309 w 15732060"/>
              <a:gd name="connsiteY2390" fmla="*/ 3478256 h 8839200"/>
              <a:gd name="connsiteX2391" fmla="*/ 9269678 w 15732060"/>
              <a:gd name="connsiteY2391" fmla="*/ 3478256 h 8839200"/>
              <a:gd name="connsiteX2392" fmla="*/ 9717990 w 15732060"/>
              <a:gd name="connsiteY2392" fmla="*/ 3029944 h 8839200"/>
              <a:gd name="connsiteX2393" fmla="*/ 9718538 w 15732060"/>
              <a:gd name="connsiteY2393" fmla="*/ 3029944 h 8839200"/>
              <a:gd name="connsiteX2394" fmla="*/ 9718538 w 15732060"/>
              <a:gd name="connsiteY2394" fmla="*/ 2582182 h 8839200"/>
              <a:gd name="connsiteX2395" fmla="*/ 10811057 w 15732060"/>
              <a:gd name="connsiteY2395" fmla="*/ 1489663 h 8839200"/>
              <a:gd name="connsiteX2396" fmla="*/ 11794379 w 15732060"/>
              <a:gd name="connsiteY2396" fmla="*/ 1489663 h 8839200"/>
              <a:gd name="connsiteX2397" fmla="*/ 12644910 w 15732060"/>
              <a:gd name="connsiteY2397" fmla="*/ 639132 h 8839200"/>
              <a:gd name="connsiteX2398" fmla="*/ 13060298 w 15732060"/>
              <a:gd name="connsiteY2398" fmla="*/ 639132 h 8839200"/>
              <a:gd name="connsiteX2399" fmla="*/ 13442213 w 15732060"/>
              <a:gd name="connsiteY2399" fmla="*/ 257217 h 8839200"/>
              <a:gd name="connsiteX2400" fmla="*/ 13442762 w 15732060"/>
              <a:gd name="connsiteY2400" fmla="*/ 257217 h 8839200"/>
              <a:gd name="connsiteX2401" fmla="*/ 13442762 w 15732060"/>
              <a:gd name="connsiteY2401" fmla="*/ 105768 h 8839200"/>
              <a:gd name="connsiteX2402" fmla="*/ 13459225 w 15732060"/>
              <a:gd name="connsiteY2402" fmla="*/ 87111 h 8839200"/>
              <a:gd name="connsiteX2403" fmla="*/ 13440567 w 15732060"/>
              <a:gd name="connsiteY2403" fmla="*/ 68454 h 8839200"/>
              <a:gd name="connsiteX2404" fmla="*/ 3523593 w 15732060"/>
              <a:gd name="connsiteY2404" fmla="*/ 66054 h 8839200"/>
              <a:gd name="connsiteX2405" fmla="*/ 3510218 w 15732060"/>
              <a:gd name="connsiteY2405" fmla="*/ 71197 h 8839200"/>
              <a:gd name="connsiteX2406" fmla="*/ 3510218 w 15732060"/>
              <a:gd name="connsiteY2406" fmla="*/ 97536 h 8839200"/>
              <a:gd name="connsiteX2407" fmla="*/ 3534912 w 15732060"/>
              <a:gd name="connsiteY2407" fmla="*/ 99183 h 8839200"/>
              <a:gd name="connsiteX2408" fmla="*/ 3534363 w 15732060"/>
              <a:gd name="connsiteY2408" fmla="*/ 99732 h 8839200"/>
              <a:gd name="connsiteX2409" fmla="*/ 4713032 w 15732060"/>
              <a:gd name="connsiteY2409" fmla="*/ 1278401 h 8839200"/>
              <a:gd name="connsiteX2410" fmla="*/ 5114702 w 15732060"/>
              <a:gd name="connsiteY2410" fmla="*/ 1278401 h 8839200"/>
              <a:gd name="connsiteX2411" fmla="*/ 6142472 w 15732060"/>
              <a:gd name="connsiteY2411" fmla="*/ 2306171 h 8839200"/>
              <a:gd name="connsiteX2412" fmla="*/ 6142472 w 15732060"/>
              <a:gd name="connsiteY2412" fmla="*/ 2360495 h 8839200"/>
              <a:gd name="connsiteX2413" fmla="*/ 6719186 w 15732060"/>
              <a:gd name="connsiteY2413" fmla="*/ 2937209 h 8839200"/>
              <a:gd name="connsiteX2414" fmla="*/ 6719186 w 15732060"/>
              <a:gd name="connsiteY2414" fmla="*/ 3015129 h 8839200"/>
              <a:gd name="connsiteX2415" fmla="*/ 6702724 w 15732060"/>
              <a:gd name="connsiteY2415" fmla="*/ 3033785 h 8839200"/>
              <a:gd name="connsiteX2416" fmla="*/ 6721381 w 15732060"/>
              <a:gd name="connsiteY2416" fmla="*/ 3052442 h 8839200"/>
              <a:gd name="connsiteX2417" fmla="*/ 6740038 w 15732060"/>
              <a:gd name="connsiteY2417" fmla="*/ 3033785 h 8839200"/>
              <a:gd name="connsiteX2418" fmla="*/ 6723576 w 15732060"/>
              <a:gd name="connsiteY2418" fmla="*/ 3015129 h 8839200"/>
              <a:gd name="connsiteX2419" fmla="*/ 6723576 w 15732060"/>
              <a:gd name="connsiteY2419" fmla="*/ 2935563 h 8839200"/>
              <a:gd name="connsiteX2420" fmla="*/ 6146862 w 15732060"/>
              <a:gd name="connsiteY2420" fmla="*/ 2358849 h 8839200"/>
              <a:gd name="connsiteX2421" fmla="*/ 6146862 w 15732060"/>
              <a:gd name="connsiteY2421" fmla="*/ 2304525 h 8839200"/>
              <a:gd name="connsiteX2422" fmla="*/ 5116348 w 15732060"/>
              <a:gd name="connsiteY2422" fmla="*/ 1274011 h 8839200"/>
              <a:gd name="connsiteX2423" fmla="*/ 4714678 w 15732060"/>
              <a:gd name="connsiteY2423" fmla="*/ 1274011 h 8839200"/>
              <a:gd name="connsiteX2424" fmla="*/ 3538204 w 15732060"/>
              <a:gd name="connsiteY2424" fmla="*/ 95891 h 8839200"/>
              <a:gd name="connsiteX2425" fmla="*/ 3536557 w 15732060"/>
              <a:gd name="connsiteY2425" fmla="*/ 71197 h 8839200"/>
              <a:gd name="connsiteX2426" fmla="*/ 3523593 w 15732060"/>
              <a:gd name="connsiteY2426" fmla="*/ 66054 h 8839200"/>
              <a:gd name="connsiteX2427" fmla="*/ 12317867 w 15732060"/>
              <a:gd name="connsiteY2427" fmla="*/ 62556 h 8839200"/>
              <a:gd name="connsiteX2428" fmla="*/ 12304698 w 15732060"/>
              <a:gd name="connsiteY2428" fmla="*/ 67906 h 8839200"/>
              <a:gd name="connsiteX2429" fmla="*/ 12303051 w 15732060"/>
              <a:gd name="connsiteY2429" fmla="*/ 92598 h 8839200"/>
              <a:gd name="connsiteX2430" fmla="*/ 12047893 w 15732060"/>
              <a:gd name="connsiteY2430" fmla="*/ 347757 h 8839200"/>
              <a:gd name="connsiteX2431" fmla="*/ 12047344 w 15732060"/>
              <a:gd name="connsiteY2431" fmla="*/ 347757 h 8839200"/>
              <a:gd name="connsiteX2432" fmla="*/ 12047344 w 15732060"/>
              <a:gd name="connsiteY2432" fmla="*/ 464636 h 8839200"/>
              <a:gd name="connsiteX2433" fmla="*/ 11840474 w 15732060"/>
              <a:gd name="connsiteY2433" fmla="*/ 671507 h 8839200"/>
              <a:gd name="connsiteX2434" fmla="*/ 11451424 w 15732060"/>
              <a:gd name="connsiteY2434" fmla="*/ 671507 h 8839200"/>
              <a:gd name="connsiteX2435" fmla="*/ 11432768 w 15732060"/>
              <a:gd name="connsiteY2435" fmla="*/ 655046 h 8839200"/>
              <a:gd name="connsiteX2436" fmla="*/ 11414110 w 15732060"/>
              <a:gd name="connsiteY2436" fmla="*/ 673703 h 8839200"/>
              <a:gd name="connsiteX2437" fmla="*/ 11432768 w 15732060"/>
              <a:gd name="connsiteY2437" fmla="*/ 692359 h 8839200"/>
              <a:gd name="connsiteX2438" fmla="*/ 11451424 w 15732060"/>
              <a:gd name="connsiteY2438" fmla="*/ 675897 h 8839200"/>
              <a:gd name="connsiteX2439" fmla="*/ 11843217 w 15732060"/>
              <a:gd name="connsiteY2439" fmla="*/ 675897 h 8839200"/>
              <a:gd name="connsiteX2440" fmla="*/ 12051735 w 15732060"/>
              <a:gd name="connsiteY2440" fmla="*/ 466832 h 8839200"/>
              <a:gd name="connsiteX2441" fmla="*/ 12052282 w 15732060"/>
              <a:gd name="connsiteY2441" fmla="*/ 466832 h 8839200"/>
              <a:gd name="connsiteX2442" fmla="*/ 12052282 w 15732060"/>
              <a:gd name="connsiteY2442" fmla="*/ 349952 h 8839200"/>
              <a:gd name="connsiteX2443" fmla="*/ 12306344 w 15732060"/>
              <a:gd name="connsiteY2443" fmla="*/ 95891 h 8839200"/>
              <a:gd name="connsiteX2444" fmla="*/ 12331037 w 15732060"/>
              <a:gd name="connsiteY2444" fmla="*/ 94245 h 8839200"/>
              <a:gd name="connsiteX2445" fmla="*/ 12331037 w 15732060"/>
              <a:gd name="connsiteY2445" fmla="*/ 67906 h 8839200"/>
              <a:gd name="connsiteX2446" fmla="*/ 12317867 w 15732060"/>
              <a:gd name="connsiteY2446" fmla="*/ 62556 h 8839200"/>
              <a:gd name="connsiteX2447" fmla="*/ 2080437 w 15732060"/>
              <a:gd name="connsiteY2447" fmla="*/ 62212 h 8839200"/>
              <a:gd name="connsiteX2448" fmla="*/ 2067062 w 15732060"/>
              <a:gd name="connsiteY2448" fmla="*/ 67356 h 8839200"/>
              <a:gd name="connsiteX2449" fmla="*/ 2067062 w 15732060"/>
              <a:gd name="connsiteY2449" fmla="*/ 93695 h 8839200"/>
              <a:gd name="connsiteX2450" fmla="*/ 2078997 w 15732060"/>
              <a:gd name="connsiteY2450" fmla="*/ 99045 h 8839200"/>
              <a:gd name="connsiteX2451" fmla="*/ 2091754 w 15732060"/>
              <a:gd name="connsiteY2451" fmla="*/ 95342 h 8839200"/>
              <a:gd name="connsiteX2452" fmla="*/ 2091205 w 15732060"/>
              <a:gd name="connsiteY2452" fmla="*/ 94793 h 8839200"/>
              <a:gd name="connsiteX2453" fmla="*/ 2091754 w 15732060"/>
              <a:gd name="connsiteY2453" fmla="*/ 95342 h 8839200"/>
              <a:gd name="connsiteX2454" fmla="*/ 2091754 w 15732060"/>
              <a:gd name="connsiteY2454" fmla="*/ 95342 h 8839200"/>
              <a:gd name="connsiteX2455" fmla="*/ 2475316 w 15732060"/>
              <a:gd name="connsiteY2455" fmla="*/ 478903 h 8839200"/>
              <a:gd name="connsiteX2456" fmla="*/ 2979049 w 15732060"/>
              <a:gd name="connsiteY2456" fmla="*/ 478903 h 8839200"/>
              <a:gd name="connsiteX2457" fmla="*/ 3953592 w 15732060"/>
              <a:gd name="connsiteY2457" fmla="*/ 1453446 h 8839200"/>
              <a:gd name="connsiteX2458" fmla="*/ 4179668 w 15732060"/>
              <a:gd name="connsiteY2458" fmla="*/ 1453446 h 8839200"/>
              <a:gd name="connsiteX2459" fmla="*/ 4465556 w 15732060"/>
              <a:gd name="connsiteY2459" fmla="*/ 1739334 h 8839200"/>
              <a:gd name="connsiteX2460" fmla="*/ 4727848 w 15732060"/>
              <a:gd name="connsiteY2460" fmla="*/ 1739334 h 8839200"/>
              <a:gd name="connsiteX2461" fmla="*/ 4746505 w 15732060"/>
              <a:gd name="connsiteY2461" fmla="*/ 1755795 h 8839200"/>
              <a:gd name="connsiteX2462" fmla="*/ 4765162 w 15732060"/>
              <a:gd name="connsiteY2462" fmla="*/ 1737139 h 8839200"/>
              <a:gd name="connsiteX2463" fmla="*/ 4746505 w 15732060"/>
              <a:gd name="connsiteY2463" fmla="*/ 1718482 h 8839200"/>
              <a:gd name="connsiteX2464" fmla="*/ 4727848 w 15732060"/>
              <a:gd name="connsiteY2464" fmla="*/ 1734944 h 8839200"/>
              <a:gd name="connsiteX2465" fmla="*/ 4467751 w 15732060"/>
              <a:gd name="connsiteY2465" fmla="*/ 1734944 h 8839200"/>
              <a:gd name="connsiteX2466" fmla="*/ 4181863 w 15732060"/>
              <a:gd name="connsiteY2466" fmla="*/ 1449057 h 8839200"/>
              <a:gd name="connsiteX2467" fmla="*/ 3955787 w 15732060"/>
              <a:gd name="connsiteY2467" fmla="*/ 1449057 h 8839200"/>
              <a:gd name="connsiteX2468" fmla="*/ 2981244 w 15732060"/>
              <a:gd name="connsiteY2468" fmla="*/ 474514 h 8839200"/>
              <a:gd name="connsiteX2469" fmla="*/ 2477511 w 15732060"/>
              <a:gd name="connsiteY2469" fmla="*/ 474514 h 8839200"/>
              <a:gd name="connsiteX2470" fmla="*/ 2095046 w 15732060"/>
              <a:gd name="connsiteY2470" fmla="*/ 92049 h 8839200"/>
              <a:gd name="connsiteX2471" fmla="*/ 2093401 w 15732060"/>
              <a:gd name="connsiteY2471" fmla="*/ 67356 h 8839200"/>
              <a:gd name="connsiteX2472" fmla="*/ 2080437 w 15732060"/>
              <a:gd name="connsiteY2472" fmla="*/ 62212 h 8839200"/>
              <a:gd name="connsiteX2473" fmla="*/ 3829579 w 15732060"/>
              <a:gd name="connsiteY2473" fmla="*/ 60360 h 8839200"/>
              <a:gd name="connsiteX2474" fmla="*/ 3816410 w 15732060"/>
              <a:gd name="connsiteY2474" fmla="*/ 65710 h 8839200"/>
              <a:gd name="connsiteX2475" fmla="*/ 3816410 w 15732060"/>
              <a:gd name="connsiteY2475" fmla="*/ 92049 h 8839200"/>
              <a:gd name="connsiteX2476" fmla="*/ 3841102 w 15732060"/>
              <a:gd name="connsiteY2476" fmla="*/ 93695 h 8839200"/>
              <a:gd name="connsiteX2477" fmla="*/ 4375564 w 15732060"/>
              <a:gd name="connsiteY2477" fmla="*/ 628158 h 8839200"/>
              <a:gd name="connsiteX2478" fmla="*/ 4377210 w 15732060"/>
              <a:gd name="connsiteY2478" fmla="*/ 652850 h 8839200"/>
              <a:gd name="connsiteX2479" fmla="*/ 4403550 w 15732060"/>
              <a:gd name="connsiteY2479" fmla="*/ 652850 h 8839200"/>
              <a:gd name="connsiteX2480" fmla="*/ 4403550 w 15732060"/>
              <a:gd name="connsiteY2480" fmla="*/ 626511 h 8839200"/>
              <a:gd name="connsiteX2481" fmla="*/ 4378856 w 15732060"/>
              <a:gd name="connsiteY2481" fmla="*/ 624866 h 8839200"/>
              <a:gd name="connsiteX2482" fmla="*/ 3844394 w 15732060"/>
              <a:gd name="connsiteY2482" fmla="*/ 90404 h 8839200"/>
              <a:gd name="connsiteX2483" fmla="*/ 3842748 w 15732060"/>
              <a:gd name="connsiteY2483" fmla="*/ 65710 h 8839200"/>
              <a:gd name="connsiteX2484" fmla="*/ 3829579 w 15732060"/>
              <a:gd name="connsiteY2484" fmla="*/ 60360 h 8839200"/>
              <a:gd name="connsiteX2485" fmla="*/ 6405312 w 15732060"/>
              <a:gd name="connsiteY2485" fmla="*/ 58715 h 8839200"/>
              <a:gd name="connsiteX2486" fmla="*/ 6392143 w 15732060"/>
              <a:gd name="connsiteY2486" fmla="*/ 64065 h 8839200"/>
              <a:gd name="connsiteX2487" fmla="*/ 6392143 w 15732060"/>
              <a:gd name="connsiteY2487" fmla="*/ 90404 h 8839200"/>
              <a:gd name="connsiteX2488" fmla="*/ 6416836 w 15732060"/>
              <a:gd name="connsiteY2488" fmla="*/ 92049 h 8839200"/>
              <a:gd name="connsiteX2489" fmla="*/ 6647852 w 15732060"/>
              <a:gd name="connsiteY2489" fmla="*/ 323064 h 8839200"/>
              <a:gd name="connsiteX2490" fmla="*/ 6647852 w 15732060"/>
              <a:gd name="connsiteY2490" fmla="*/ 1283889 h 8839200"/>
              <a:gd name="connsiteX2491" fmla="*/ 7273951 w 15732060"/>
              <a:gd name="connsiteY2491" fmla="*/ 1909988 h 8839200"/>
              <a:gd name="connsiteX2492" fmla="*/ 7273951 w 15732060"/>
              <a:gd name="connsiteY2492" fmla="*/ 3239559 h 8839200"/>
              <a:gd name="connsiteX2493" fmla="*/ 7278890 w 15732060"/>
              <a:gd name="connsiteY2493" fmla="*/ 3239559 h 8839200"/>
              <a:gd name="connsiteX2494" fmla="*/ 7278890 w 15732060"/>
              <a:gd name="connsiteY2494" fmla="*/ 1907794 h 8839200"/>
              <a:gd name="connsiteX2495" fmla="*/ 6652789 w 15732060"/>
              <a:gd name="connsiteY2495" fmla="*/ 1281694 h 8839200"/>
              <a:gd name="connsiteX2496" fmla="*/ 6652789 w 15732060"/>
              <a:gd name="connsiteY2496" fmla="*/ 321418 h 8839200"/>
              <a:gd name="connsiteX2497" fmla="*/ 6420129 w 15732060"/>
              <a:gd name="connsiteY2497" fmla="*/ 88757 h 8839200"/>
              <a:gd name="connsiteX2498" fmla="*/ 6418482 w 15732060"/>
              <a:gd name="connsiteY2498" fmla="*/ 64065 h 8839200"/>
              <a:gd name="connsiteX2499" fmla="*/ 6405312 w 15732060"/>
              <a:gd name="connsiteY2499" fmla="*/ 58715 h 8839200"/>
              <a:gd name="connsiteX2500" fmla="*/ 9445271 w 15732060"/>
              <a:gd name="connsiteY2500" fmla="*/ 55422 h 8839200"/>
              <a:gd name="connsiteX2501" fmla="*/ 9432102 w 15732060"/>
              <a:gd name="connsiteY2501" fmla="*/ 60772 h 8839200"/>
              <a:gd name="connsiteX2502" fmla="*/ 9430456 w 15732060"/>
              <a:gd name="connsiteY2502" fmla="*/ 85464 h 8839200"/>
              <a:gd name="connsiteX2503" fmla="*/ 8428477 w 15732060"/>
              <a:gd name="connsiteY2503" fmla="*/ 1087444 h 8839200"/>
              <a:gd name="connsiteX2504" fmla="*/ 8427928 w 15732060"/>
              <a:gd name="connsiteY2504" fmla="*/ 1087444 h 8839200"/>
              <a:gd name="connsiteX2505" fmla="*/ 8427928 w 15732060"/>
              <a:gd name="connsiteY2505" fmla="*/ 2614007 h 8839200"/>
              <a:gd name="connsiteX2506" fmla="*/ 8206241 w 15732060"/>
              <a:gd name="connsiteY2506" fmla="*/ 2835694 h 8839200"/>
              <a:gd name="connsiteX2507" fmla="*/ 8205692 w 15732060"/>
              <a:gd name="connsiteY2507" fmla="*/ 2835694 h 8839200"/>
              <a:gd name="connsiteX2508" fmla="*/ 8205144 w 15732060"/>
              <a:gd name="connsiteY2508" fmla="*/ 2836243 h 8839200"/>
              <a:gd name="connsiteX2509" fmla="*/ 8205144 w 15732060"/>
              <a:gd name="connsiteY2509" fmla="*/ 3230230 h 8839200"/>
              <a:gd name="connsiteX2510" fmla="*/ 8210082 w 15732060"/>
              <a:gd name="connsiteY2510" fmla="*/ 3230230 h 8839200"/>
              <a:gd name="connsiteX2511" fmla="*/ 8210082 w 15732060"/>
              <a:gd name="connsiteY2511" fmla="*/ 2837889 h 8839200"/>
              <a:gd name="connsiteX2512" fmla="*/ 8431769 w 15732060"/>
              <a:gd name="connsiteY2512" fmla="*/ 2616203 h 8839200"/>
              <a:gd name="connsiteX2513" fmla="*/ 8432317 w 15732060"/>
              <a:gd name="connsiteY2513" fmla="*/ 2616203 h 8839200"/>
              <a:gd name="connsiteX2514" fmla="*/ 8432317 w 15732060"/>
              <a:gd name="connsiteY2514" fmla="*/ 1090187 h 8839200"/>
              <a:gd name="connsiteX2515" fmla="*/ 9433748 w 15732060"/>
              <a:gd name="connsiteY2515" fmla="*/ 88757 h 8839200"/>
              <a:gd name="connsiteX2516" fmla="*/ 9458441 w 15732060"/>
              <a:gd name="connsiteY2516" fmla="*/ 87111 h 8839200"/>
              <a:gd name="connsiteX2517" fmla="*/ 9458441 w 15732060"/>
              <a:gd name="connsiteY2517" fmla="*/ 60772 h 8839200"/>
              <a:gd name="connsiteX2518" fmla="*/ 9445271 w 15732060"/>
              <a:gd name="connsiteY2518" fmla="*/ 55422 h 8839200"/>
              <a:gd name="connsiteX2519" fmla="*/ 7811705 w 15732060"/>
              <a:gd name="connsiteY2519" fmla="*/ 51581 h 8839200"/>
              <a:gd name="connsiteX2520" fmla="*/ 7798536 w 15732060"/>
              <a:gd name="connsiteY2520" fmla="*/ 56931 h 8839200"/>
              <a:gd name="connsiteX2521" fmla="*/ 7796889 w 15732060"/>
              <a:gd name="connsiteY2521" fmla="*/ 81623 h 8839200"/>
              <a:gd name="connsiteX2522" fmla="*/ 7438570 w 15732060"/>
              <a:gd name="connsiteY2522" fmla="*/ 439943 h 8839200"/>
              <a:gd name="connsiteX2523" fmla="*/ 7438570 w 15732060"/>
              <a:gd name="connsiteY2523" fmla="*/ 843260 h 8839200"/>
              <a:gd name="connsiteX2524" fmla="*/ 7533499 w 15732060"/>
              <a:gd name="connsiteY2524" fmla="*/ 938190 h 8839200"/>
              <a:gd name="connsiteX2525" fmla="*/ 7535146 w 15732060"/>
              <a:gd name="connsiteY2525" fmla="*/ 962882 h 8839200"/>
              <a:gd name="connsiteX2526" fmla="*/ 7534597 w 15732060"/>
              <a:gd name="connsiteY2526" fmla="*/ 962882 h 8839200"/>
              <a:gd name="connsiteX2527" fmla="*/ 7560936 w 15732060"/>
              <a:gd name="connsiteY2527" fmla="*/ 962882 h 8839200"/>
              <a:gd name="connsiteX2528" fmla="*/ 7560936 w 15732060"/>
              <a:gd name="connsiteY2528" fmla="*/ 936544 h 8839200"/>
              <a:gd name="connsiteX2529" fmla="*/ 7536243 w 15732060"/>
              <a:gd name="connsiteY2529" fmla="*/ 934897 h 8839200"/>
              <a:gd name="connsiteX2530" fmla="*/ 7442959 w 15732060"/>
              <a:gd name="connsiteY2530" fmla="*/ 841613 h 8839200"/>
              <a:gd name="connsiteX2531" fmla="*/ 7442959 w 15732060"/>
              <a:gd name="connsiteY2531" fmla="*/ 442138 h 8839200"/>
              <a:gd name="connsiteX2532" fmla="*/ 7800182 w 15732060"/>
              <a:gd name="connsiteY2532" fmla="*/ 84916 h 8839200"/>
              <a:gd name="connsiteX2533" fmla="*/ 7824874 w 15732060"/>
              <a:gd name="connsiteY2533" fmla="*/ 83270 h 8839200"/>
              <a:gd name="connsiteX2534" fmla="*/ 7824874 w 15732060"/>
              <a:gd name="connsiteY2534" fmla="*/ 56931 h 8839200"/>
              <a:gd name="connsiteX2535" fmla="*/ 7811705 w 15732060"/>
              <a:gd name="connsiteY2535" fmla="*/ 51581 h 8839200"/>
              <a:gd name="connsiteX2536" fmla="*/ 10497734 w 15732060"/>
              <a:gd name="connsiteY2536" fmla="*/ 48837 h 8839200"/>
              <a:gd name="connsiteX2537" fmla="*/ 10484564 w 15732060"/>
              <a:gd name="connsiteY2537" fmla="*/ 54187 h 8839200"/>
              <a:gd name="connsiteX2538" fmla="*/ 10482918 w 15732060"/>
              <a:gd name="connsiteY2538" fmla="*/ 78879 h 8839200"/>
              <a:gd name="connsiteX2539" fmla="*/ 10090028 w 15732060"/>
              <a:gd name="connsiteY2539" fmla="*/ 471770 h 8839200"/>
              <a:gd name="connsiteX2540" fmla="*/ 10089479 w 15732060"/>
              <a:gd name="connsiteY2540" fmla="*/ 471770 h 8839200"/>
              <a:gd name="connsiteX2541" fmla="*/ 10089479 w 15732060"/>
              <a:gd name="connsiteY2541" fmla="*/ 839419 h 8839200"/>
              <a:gd name="connsiteX2542" fmla="*/ 9924312 w 15732060"/>
              <a:gd name="connsiteY2542" fmla="*/ 1004586 h 8839200"/>
              <a:gd name="connsiteX2543" fmla="*/ 9899619 w 15732060"/>
              <a:gd name="connsiteY2543" fmla="*/ 1006232 h 8839200"/>
              <a:gd name="connsiteX2544" fmla="*/ 9899619 w 15732060"/>
              <a:gd name="connsiteY2544" fmla="*/ 1032571 h 8839200"/>
              <a:gd name="connsiteX2545" fmla="*/ 9925958 w 15732060"/>
              <a:gd name="connsiteY2545" fmla="*/ 1032571 h 8839200"/>
              <a:gd name="connsiteX2546" fmla="*/ 9927604 w 15732060"/>
              <a:gd name="connsiteY2546" fmla="*/ 1007879 h 8839200"/>
              <a:gd name="connsiteX2547" fmla="*/ 10093869 w 15732060"/>
              <a:gd name="connsiteY2547" fmla="*/ 841613 h 8839200"/>
              <a:gd name="connsiteX2548" fmla="*/ 10094418 w 15732060"/>
              <a:gd name="connsiteY2548" fmla="*/ 841613 h 8839200"/>
              <a:gd name="connsiteX2549" fmla="*/ 10094418 w 15732060"/>
              <a:gd name="connsiteY2549" fmla="*/ 473965 h 8839200"/>
              <a:gd name="connsiteX2550" fmla="*/ 10486210 w 15732060"/>
              <a:gd name="connsiteY2550" fmla="*/ 82172 h 8839200"/>
              <a:gd name="connsiteX2551" fmla="*/ 10510903 w 15732060"/>
              <a:gd name="connsiteY2551" fmla="*/ 80526 h 8839200"/>
              <a:gd name="connsiteX2552" fmla="*/ 10510903 w 15732060"/>
              <a:gd name="connsiteY2552" fmla="*/ 54187 h 8839200"/>
              <a:gd name="connsiteX2553" fmla="*/ 10497734 w 15732060"/>
              <a:gd name="connsiteY2553" fmla="*/ 48837 h 8839200"/>
              <a:gd name="connsiteX2554" fmla="*/ 7029971 w 15732060"/>
              <a:gd name="connsiteY2554" fmla="*/ 45202 h 8839200"/>
              <a:gd name="connsiteX2555" fmla="*/ 7016596 w 15732060"/>
              <a:gd name="connsiteY2555" fmla="*/ 50346 h 8839200"/>
              <a:gd name="connsiteX2556" fmla="*/ 7016596 w 15732060"/>
              <a:gd name="connsiteY2556" fmla="*/ 76685 h 8839200"/>
              <a:gd name="connsiteX2557" fmla="*/ 7028532 w 15732060"/>
              <a:gd name="connsiteY2557" fmla="*/ 82035 h 8839200"/>
              <a:gd name="connsiteX2558" fmla="*/ 7040865 w 15732060"/>
              <a:gd name="connsiteY2558" fmla="*/ 78454 h 8839200"/>
              <a:gd name="connsiteX2559" fmla="*/ 7040742 w 15732060"/>
              <a:gd name="connsiteY2559" fmla="*/ 78331 h 8839200"/>
              <a:gd name="connsiteX2560" fmla="*/ 7041290 w 15732060"/>
              <a:gd name="connsiteY2560" fmla="*/ 78331 h 8839200"/>
              <a:gd name="connsiteX2561" fmla="*/ 7040865 w 15732060"/>
              <a:gd name="connsiteY2561" fmla="*/ 78454 h 8839200"/>
              <a:gd name="connsiteX2562" fmla="*/ 7268464 w 15732060"/>
              <a:gd name="connsiteY2562" fmla="*/ 306054 h 8839200"/>
              <a:gd name="connsiteX2563" fmla="*/ 7268464 w 15732060"/>
              <a:gd name="connsiteY2563" fmla="*/ 1389793 h 8839200"/>
              <a:gd name="connsiteX2564" fmla="*/ 7506612 w 15732060"/>
              <a:gd name="connsiteY2564" fmla="*/ 1627942 h 8839200"/>
              <a:gd name="connsiteX2565" fmla="*/ 7506612 w 15732060"/>
              <a:gd name="connsiteY2565" fmla="*/ 3202245 h 8839200"/>
              <a:gd name="connsiteX2566" fmla="*/ 7511550 w 15732060"/>
              <a:gd name="connsiteY2566" fmla="*/ 3202245 h 8839200"/>
              <a:gd name="connsiteX2567" fmla="*/ 7511550 w 15732060"/>
              <a:gd name="connsiteY2567" fmla="*/ 1625747 h 8839200"/>
              <a:gd name="connsiteX2568" fmla="*/ 7273402 w 15732060"/>
              <a:gd name="connsiteY2568" fmla="*/ 1387598 h 8839200"/>
              <a:gd name="connsiteX2569" fmla="*/ 7273402 w 15732060"/>
              <a:gd name="connsiteY2569" fmla="*/ 303859 h 8839200"/>
              <a:gd name="connsiteX2570" fmla="*/ 7044582 w 15732060"/>
              <a:gd name="connsiteY2570" fmla="*/ 75038 h 8839200"/>
              <a:gd name="connsiteX2571" fmla="*/ 7042936 w 15732060"/>
              <a:gd name="connsiteY2571" fmla="*/ 50346 h 8839200"/>
              <a:gd name="connsiteX2572" fmla="*/ 7029971 w 15732060"/>
              <a:gd name="connsiteY2572" fmla="*/ 45202 h 8839200"/>
              <a:gd name="connsiteX2573" fmla="*/ 4452386 w 15732060"/>
              <a:gd name="connsiteY2573" fmla="*/ 43350 h 8839200"/>
              <a:gd name="connsiteX2574" fmla="*/ 4439216 w 15732060"/>
              <a:gd name="connsiteY2574" fmla="*/ 48699 h 8839200"/>
              <a:gd name="connsiteX2575" fmla="*/ 4439216 w 15732060"/>
              <a:gd name="connsiteY2575" fmla="*/ 75038 h 8839200"/>
              <a:gd name="connsiteX2576" fmla="*/ 4463910 w 15732060"/>
              <a:gd name="connsiteY2576" fmla="*/ 76685 h 8839200"/>
              <a:gd name="connsiteX2577" fmla="*/ 4464458 w 15732060"/>
              <a:gd name="connsiteY2577" fmla="*/ 77234 h 8839200"/>
              <a:gd name="connsiteX2578" fmla="*/ 4608774 w 15732060"/>
              <a:gd name="connsiteY2578" fmla="*/ 221549 h 8839200"/>
              <a:gd name="connsiteX2579" fmla="*/ 4608774 w 15732060"/>
              <a:gd name="connsiteY2579" fmla="*/ 447626 h 8839200"/>
              <a:gd name="connsiteX2580" fmla="*/ 5077938 w 15732060"/>
              <a:gd name="connsiteY2580" fmla="*/ 916789 h 8839200"/>
              <a:gd name="connsiteX2581" fmla="*/ 5077938 w 15732060"/>
              <a:gd name="connsiteY2581" fmla="*/ 1060007 h 8839200"/>
              <a:gd name="connsiteX2582" fmla="*/ 5061476 w 15732060"/>
              <a:gd name="connsiteY2582" fmla="*/ 1078664 h 8839200"/>
              <a:gd name="connsiteX2583" fmla="*/ 5080132 w 15732060"/>
              <a:gd name="connsiteY2583" fmla="*/ 1097321 h 8839200"/>
              <a:gd name="connsiteX2584" fmla="*/ 5098790 w 15732060"/>
              <a:gd name="connsiteY2584" fmla="*/ 1078664 h 8839200"/>
              <a:gd name="connsiteX2585" fmla="*/ 5082327 w 15732060"/>
              <a:gd name="connsiteY2585" fmla="*/ 1060007 h 8839200"/>
              <a:gd name="connsiteX2586" fmla="*/ 5082327 w 15732060"/>
              <a:gd name="connsiteY2586" fmla="*/ 914594 h 8839200"/>
              <a:gd name="connsiteX2587" fmla="*/ 4613164 w 15732060"/>
              <a:gd name="connsiteY2587" fmla="*/ 445431 h 8839200"/>
              <a:gd name="connsiteX2588" fmla="*/ 4613164 w 15732060"/>
              <a:gd name="connsiteY2588" fmla="*/ 219355 h 8839200"/>
              <a:gd name="connsiteX2589" fmla="*/ 4467202 w 15732060"/>
              <a:gd name="connsiteY2589" fmla="*/ 73393 h 8839200"/>
              <a:gd name="connsiteX2590" fmla="*/ 4465556 w 15732060"/>
              <a:gd name="connsiteY2590" fmla="*/ 48699 h 8839200"/>
              <a:gd name="connsiteX2591" fmla="*/ 4452386 w 15732060"/>
              <a:gd name="connsiteY2591" fmla="*/ 43350 h 8839200"/>
              <a:gd name="connsiteX2592" fmla="*/ 11888213 w 15732060"/>
              <a:gd name="connsiteY2592" fmla="*/ 29083 h 8839200"/>
              <a:gd name="connsiteX2593" fmla="*/ 11875043 w 15732060"/>
              <a:gd name="connsiteY2593" fmla="*/ 34433 h 8839200"/>
              <a:gd name="connsiteX2594" fmla="*/ 11873397 w 15732060"/>
              <a:gd name="connsiteY2594" fmla="*/ 59125 h 8839200"/>
              <a:gd name="connsiteX2595" fmla="*/ 11618239 w 15732060"/>
              <a:gd name="connsiteY2595" fmla="*/ 314285 h 8839200"/>
              <a:gd name="connsiteX2596" fmla="*/ 11617689 w 15732060"/>
              <a:gd name="connsiteY2596" fmla="*/ 314285 h 8839200"/>
              <a:gd name="connsiteX2597" fmla="*/ 11617689 w 15732060"/>
              <a:gd name="connsiteY2597" fmla="*/ 416897 h 8839200"/>
              <a:gd name="connsiteX2598" fmla="*/ 11462948 w 15732060"/>
              <a:gd name="connsiteY2598" fmla="*/ 571638 h 8839200"/>
              <a:gd name="connsiteX2599" fmla="*/ 11376249 w 15732060"/>
              <a:gd name="connsiteY2599" fmla="*/ 571638 h 8839200"/>
              <a:gd name="connsiteX2600" fmla="*/ 11279124 w 15732060"/>
              <a:gd name="connsiteY2600" fmla="*/ 668763 h 8839200"/>
              <a:gd name="connsiteX2601" fmla="*/ 11279671 w 15732060"/>
              <a:gd name="connsiteY2601" fmla="*/ 668215 h 8839200"/>
              <a:gd name="connsiteX2602" fmla="*/ 11254979 w 15732060"/>
              <a:gd name="connsiteY2602" fmla="*/ 669861 h 8839200"/>
              <a:gd name="connsiteX2603" fmla="*/ 11254979 w 15732060"/>
              <a:gd name="connsiteY2603" fmla="*/ 696200 h 8839200"/>
              <a:gd name="connsiteX2604" fmla="*/ 11281318 w 15732060"/>
              <a:gd name="connsiteY2604" fmla="*/ 696200 h 8839200"/>
              <a:gd name="connsiteX2605" fmla="*/ 11282965 w 15732060"/>
              <a:gd name="connsiteY2605" fmla="*/ 671507 h 8839200"/>
              <a:gd name="connsiteX2606" fmla="*/ 11378443 w 15732060"/>
              <a:gd name="connsiteY2606" fmla="*/ 576029 h 8839200"/>
              <a:gd name="connsiteX2607" fmla="*/ 11465142 w 15732060"/>
              <a:gd name="connsiteY2607" fmla="*/ 576029 h 8839200"/>
              <a:gd name="connsiteX2608" fmla="*/ 11622079 w 15732060"/>
              <a:gd name="connsiteY2608" fmla="*/ 419092 h 8839200"/>
              <a:gd name="connsiteX2609" fmla="*/ 11622628 w 15732060"/>
              <a:gd name="connsiteY2609" fmla="*/ 419092 h 8839200"/>
              <a:gd name="connsiteX2610" fmla="*/ 11622628 w 15732060"/>
              <a:gd name="connsiteY2610" fmla="*/ 316480 h 8839200"/>
              <a:gd name="connsiteX2611" fmla="*/ 11876689 w 15732060"/>
              <a:gd name="connsiteY2611" fmla="*/ 62418 h 8839200"/>
              <a:gd name="connsiteX2612" fmla="*/ 11901382 w 15732060"/>
              <a:gd name="connsiteY2612" fmla="*/ 60772 h 8839200"/>
              <a:gd name="connsiteX2613" fmla="*/ 11901382 w 15732060"/>
              <a:gd name="connsiteY2613" fmla="*/ 34433 h 8839200"/>
              <a:gd name="connsiteX2614" fmla="*/ 11888213 w 15732060"/>
              <a:gd name="connsiteY2614" fmla="*/ 29083 h 8839200"/>
              <a:gd name="connsiteX2615" fmla="*/ 14013990 w 15732060"/>
              <a:gd name="connsiteY2615" fmla="*/ 19754 h 8839200"/>
              <a:gd name="connsiteX2616" fmla="*/ 14000819 w 15732060"/>
              <a:gd name="connsiteY2616" fmla="*/ 25104 h 8839200"/>
              <a:gd name="connsiteX2617" fmla="*/ 13999173 w 15732060"/>
              <a:gd name="connsiteY2617" fmla="*/ 49797 h 8839200"/>
              <a:gd name="connsiteX2618" fmla="*/ 13179921 w 15732060"/>
              <a:gd name="connsiteY2618" fmla="*/ 869050 h 8839200"/>
              <a:gd name="connsiteX2619" fmla="*/ 12643813 w 15732060"/>
              <a:gd name="connsiteY2619" fmla="*/ 869050 h 8839200"/>
              <a:gd name="connsiteX2620" fmla="*/ 12374935 w 15732060"/>
              <a:gd name="connsiteY2620" fmla="*/ 1137927 h 8839200"/>
              <a:gd name="connsiteX2621" fmla="*/ 12374386 w 15732060"/>
              <a:gd name="connsiteY2621" fmla="*/ 1137927 h 8839200"/>
              <a:gd name="connsiteX2622" fmla="*/ 12374386 w 15732060"/>
              <a:gd name="connsiteY2622" fmla="*/ 1230662 h 8839200"/>
              <a:gd name="connsiteX2623" fmla="*/ 11985338 w 15732060"/>
              <a:gd name="connsiteY2623" fmla="*/ 1619711 h 8839200"/>
              <a:gd name="connsiteX2624" fmla="*/ 10850018 w 15732060"/>
              <a:gd name="connsiteY2624" fmla="*/ 1619711 h 8839200"/>
              <a:gd name="connsiteX2625" fmla="*/ 10752892 w 15732060"/>
              <a:gd name="connsiteY2625" fmla="*/ 1716836 h 8839200"/>
              <a:gd name="connsiteX2626" fmla="*/ 10728200 w 15732060"/>
              <a:gd name="connsiteY2626" fmla="*/ 1718482 h 8839200"/>
              <a:gd name="connsiteX2627" fmla="*/ 10728200 w 15732060"/>
              <a:gd name="connsiteY2627" fmla="*/ 1744821 h 8839200"/>
              <a:gd name="connsiteX2628" fmla="*/ 10754538 w 15732060"/>
              <a:gd name="connsiteY2628" fmla="*/ 1744821 h 8839200"/>
              <a:gd name="connsiteX2629" fmla="*/ 10756185 w 15732060"/>
              <a:gd name="connsiteY2629" fmla="*/ 1720128 h 8839200"/>
              <a:gd name="connsiteX2630" fmla="*/ 10851663 w 15732060"/>
              <a:gd name="connsiteY2630" fmla="*/ 1624649 h 8839200"/>
              <a:gd name="connsiteX2631" fmla="*/ 11986984 w 15732060"/>
              <a:gd name="connsiteY2631" fmla="*/ 1624649 h 8839200"/>
              <a:gd name="connsiteX2632" fmla="*/ 12378228 w 15732060"/>
              <a:gd name="connsiteY2632" fmla="*/ 1233405 h 8839200"/>
              <a:gd name="connsiteX2633" fmla="*/ 12378776 w 15732060"/>
              <a:gd name="connsiteY2633" fmla="*/ 1233405 h 8839200"/>
              <a:gd name="connsiteX2634" fmla="*/ 12378776 w 15732060"/>
              <a:gd name="connsiteY2634" fmla="*/ 1140671 h 8839200"/>
              <a:gd name="connsiteX2635" fmla="*/ 12645459 w 15732060"/>
              <a:gd name="connsiteY2635" fmla="*/ 873988 h 8839200"/>
              <a:gd name="connsiteX2636" fmla="*/ 13181567 w 15732060"/>
              <a:gd name="connsiteY2636" fmla="*/ 873988 h 8839200"/>
              <a:gd name="connsiteX2637" fmla="*/ 14002466 w 15732060"/>
              <a:gd name="connsiteY2637" fmla="*/ 53090 h 8839200"/>
              <a:gd name="connsiteX2638" fmla="*/ 14027159 w 15732060"/>
              <a:gd name="connsiteY2638" fmla="*/ 51443 h 8839200"/>
              <a:gd name="connsiteX2639" fmla="*/ 14027159 w 15732060"/>
              <a:gd name="connsiteY2639" fmla="*/ 25104 h 8839200"/>
              <a:gd name="connsiteX2640" fmla="*/ 14013990 w 15732060"/>
              <a:gd name="connsiteY2640" fmla="*/ 19754 h 8839200"/>
              <a:gd name="connsiteX2641" fmla="*/ 15502142 w 15732060"/>
              <a:gd name="connsiteY2641" fmla="*/ 0 h 8839200"/>
              <a:gd name="connsiteX2642" fmla="*/ 15488973 w 15732060"/>
              <a:gd name="connsiteY2642" fmla="*/ 5350 h 8839200"/>
              <a:gd name="connsiteX2643" fmla="*/ 15487326 w 15732060"/>
              <a:gd name="connsiteY2643" fmla="*/ 30043 h 8839200"/>
              <a:gd name="connsiteX2644" fmla="*/ 15189365 w 15732060"/>
              <a:gd name="connsiteY2644" fmla="*/ 328003 h 8839200"/>
              <a:gd name="connsiteX2645" fmla="*/ 14634602 w 15732060"/>
              <a:gd name="connsiteY2645" fmla="*/ 328003 h 8839200"/>
              <a:gd name="connsiteX2646" fmla="*/ 13882293 w 15732060"/>
              <a:gd name="connsiteY2646" fmla="*/ 1080311 h 8839200"/>
              <a:gd name="connsiteX2647" fmla="*/ 12793067 w 15732060"/>
              <a:gd name="connsiteY2647" fmla="*/ 1080311 h 8839200"/>
              <a:gd name="connsiteX2648" fmla="*/ 12792519 w 15732060"/>
              <a:gd name="connsiteY2648" fmla="*/ 1080859 h 8839200"/>
              <a:gd name="connsiteX2649" fmla="*/ 12773861 w 15732060"/>
              <a:gd name="connsiteY2649" fmla="*/ 1064397 h 8839200"/>
              <a:gd name="connsiteX2650" fmla="*/ 12755204 w 15732060"/>
              <a:gd name="connsiteY2650" fmla="*/ 1083053 h 8839200"/>
              <a:gd name="connsiteX2651" fmla="*/ 12773861 w 15732060"/>
              <a:gd name="connsiteY2651" fmla="*/ 1101710 h 8839200"/>
              <a:gd name="connsiteX2652" fmla="*/ 12792519 w 15732060"/>
              <a:gd name="connsiteY2652" fmla="*/ 1085249 h 8839200"/>
              <a:gd name="connsiteX2653" fmla="*/ 13883940 w 15732060"/>
              <a:gd name="connsiteY2653" fmla="*/ 1085249 h 8839200"/>
              <a:gd name="connsiteX2654" fmla="*/ 14636248 w 15732060"/>
              <a:gd name="connsiteY2654" fmla="*/ 332941 h 8839200"/>
              <a:gd name="connsiteX2655" fmla="*/ 15191012 w 15732060"/>
              <a:gd name="connsiteY2655" fmla="*/ 332941 h 8839200"/>
              <a:gd name="connsiteX2656" fmla="*/ 15490618 w 15732060"/>
              <a:gd name="connsiteY2656" fmla="*/ 33335 h 8839200"/>
              <a:gd name="connsiteX2657" fmla="*/ 15515312 w 15732060"/>
              <a:gd name="connsiteY2657" fmla="*/ 31689 h 8839200"/>
              <a:gd name="connsiteX2658" fmla="*/ 15515312 w 15732060"/>
              <a:gd name="connsiteY2658" fmla="*/ 5350 h 8839200"/>
              <a:gd name="connsiteX2659" fmla="*/ 15502142 w 15732060"/>
              <a:gd name="connsiteY2659" fmla="*/ 0 h 883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</a:cxnLst>
            <a:rect l="l" t="t" r="r" b="b"/>
            <a:pathLst>
              <a:path w="15732060" h="8839200">
                <a:moveTo>
                  <a:pt x="10986103" y="8468534"/>
                </a:moveTo>
                <a:cubicBezTo>
                  <a:pt x="10981301" y="8468534"/>
                  <a:pt x="10976500" y="8470318"/>
                  <a:pt x="10972932" y="8473884"/>
                </a:cubicBezTo>
                <a:cubicBezTo>
                  <a:pt x="10965799" y="8481018"/>
                  <a:pt x="10965799" y="8493090"/>
                  <a:pt x="10972932" y="8500223"/>
                </a:cubicBezTo>
                <a:cubicBezTo>
                  <a:pt x="10979517" y="8506808"/>
                  <a:pt x="10989943" y="8507357"/>
                  <a:pt x="10997626" y="8501870"/>
                </a:cubicBezTo>
                <a:lnTo>
                  <a:pt x="11103530" y="8607774"/>
                </a:lnTo>
                <a:lnTo>
                  <a:pt x="11103530" y="8765808"/>
                </a:lnTo>
                <a:cubicBezTo>
                  <a:pt x="11094202" y="8766906"/>
                  <a:pt x="11087069" y="8774588"/>
                  <a:pt x="11087069" y="8784465"/>
                </a:cubicBezTo>
                <a:cubicBezTo>
                  <a:pt x="11087069" y="8794342"/>
                  <a:pt x="11095299" y="8803121"/>
                  <a:pt x="11105724" y="8803121"/>
                </a:cubicBezTo>
                <a:cubicBezTo>
                  <a:pt x="11116151" y="8803121"/>
                  <a:pt x="11124382" y="8794890"/>
                  <a:pt x="11124382" y="8784465"/>
                </a:cubicBezTo>
                <a:cubicBezTo>
                  <a:pt x="11124382" y="8779252"/>
                  <a:pt x="11122599" y="8774863"/>
                  <a:pt x="11119649" y="8771639"/>
                </a:cubicBezTo>
                <a:lnTo>
                  <a:pt x="11108468" y="8766081"/>
                </a:lnTo>
                <a:lnTo>
                  <a:pt x="11108468" y="8766357"/>
                </a:lnTo>
                <a:lnTo>
                  <a:pt x="11107920" y="8765808"/>
                </a:lnTo>
                <a:lnTo>
                  <a:pt x="11108468" y="8766081"/>
                </a:lnTo>
                <a:lnTo>
                  <a:pt x="11108468" y="8606128"/>
                </a:lnTo>
                <a:lnTo>
                  <a:pt x="11000918" y="8498577"/>
                </a:lnTo>
                <a:cubicBezTo>
                  <a:pt x="11006405" y="8491444"/>
                  <a:pt x="11005856" y="8480469"/>
                  <a:pt x="10999272" y="8473884"/>
                </a:cubicBezTo>
                <a:cubicBezTo>
                  <a:pt x="10995706" y="8470318"/>
                  <a:pt x="10990904" y="8468534"/>
                  <a:pt x="10986103" y="8468534"/>
                </a:cubicBezTo>
                <a:close/>
                <a:moveTo>
                  <a:pt x="8224898" y="8413113"/>
                </a:moveTo>
                <a:cubicBezTo>
                  <a:pt x="8220097" y="8413113"/>
                  <a:pt x="8215295" y="8414896"/>
                  <a:pt x="8211729" y="8418462"/>
                </a:cubicBezTo>
                <a:cubicBezTo>
                  <a:pt x="8204595" y="8425596"/>
                  <a:pt x="8204595" y="8437668"/>
                  <a:pt x="8211729" y="8444801"/>
                </a:cubicBezTo>
                <a:cubicBezTo>
                  <a:pt x="8218313" y="8451386"/>
                  <a:pt x="8228739" y="8451935"/>
                  <a:pt x="8236421" y="8446447"/>
                </a:cubicBezTo>
                <a:lnTo>
                  <a:pt x="8332998" y="8543025"/>
                </a:lnTo>
                <a:lnTo>
                  <a:pt x="8332998" y="8766906"/>
                </a:lnTo>
                <a:cubicBezTo>
                  <a:pt x="8323669" y="8768004"/>
                  <a:pt x="8316536" y="8775685"/>
                  <a:pt x="8316536" y="8785562"/>
                </a:cubicBezTo>
                <a:cubicBezTo>
                  <a:pt x="8316536" y="8795440"/>
                  <a:pt x="8324767" y="8804219"/>
                  <a:pt x="8335193" y="8804219"/>
                </a:cubicBezTo>
                <a:cubicBezTo>
                  <a:pt x="8345618" y="8804219"/>
                  <a:pt x="8353849" y="8795989"/>
                  <a:pt x="8353849" y="8785562"/>
                </a:cubicBezTo>
                <a:cubicBezTo>
                  <a:pt x="8353849" y="8775136"/>
                  <a:pt x="8346716" y="8768004"/>
                  <a:pt x="8337388" y="8766906"/>
                </a:cubicBezTo>
                <a:lnTo>
                  <a:pt x="8337388" y="8766357"/>
                </a:lnTo>
                <a:lnTo>
                  <a:pt x="8337388" y="8540829"/>
                </a:lnTo>
                <a:lnTo>
                  <a:pt x="8239714" y="8443156"/>
                </a:lnTo>
                <a:cubicBezTo>
                  <a:pt x="8245202" y="8436022"/>
                  <a:pt x="8244653" y="8425047"/>
                  <a:pt x="8238067" y="8418462"/>
                </a:cubicBezTo>
                <a:cubicBezTo>
                  <a:pt x="8234500" y="8414896"/>
                  <a:pt x="8229699" y="8413113"/>
                  <a:pt x="8224898" y="8413113"/>
                </a:cubicBezTo>
                <a:close/>
                <a:moveTo>
                  <a:pt x="3962920" y="8307757"/>
                </a:moveTo>
                <a:cubicBezTo>
                  <a:pt x="3958119" y="8307757"/>
                  <a:pt x="3953317" y="8309540"/>
                  <a:pt x="3949750" y="8313107"/>
                </a:cubicBezTo>
                <a:cubicBezTo>
                  <a:pt x="3943166" y="8319692"/>
                  <a:pt x="3942617" y="8330118"/>
                  <a:pt x="3948105" y="8337800"/>
                </a:cubicBezTo>
                <a:lnTo>
                  <a:pt x="3837261" y="8448642"/>
                </a:lnTo>
                <a:lnTo>
                  <a:pt x="3672642" y="8448642"/>
                </a:lnTo>
                <a:lnTo>
                  <a:pt x="3363708" y="8757578"/>
                </a:lnTo>
                <a:cubicBezTo>
                  <a:pt x="3356574" y="8752090"/>
                  <a:pt x="3345600" y="8752638"/>
                  <a:pt x="3339016" y="8759223"/>
                </a:cubicBezTo>
                <a:cubicBezTo>
                  <a:pt x="3331882" y="8766357"/>
                  <a:pt x="3331882" y="8778429"/>
                  <a:pt x="3339016" y="8785562"/>
                </a:cubicBezTo>
                <a:cubicBezTo>
                  <a:pt x="3346149" y="8792696"/>
                  <a:pt x="3358221" y="8792696"/>
                  <a:pt x="3365354" y="8785562"/>
                </a:cubicBezTo>
                <a:cubicBezTo>
                  <a:pt x="3371938" y="8778977"/>
                  <a:pt x="3372488" y="8768552"/>
                  <a:pt x="3367000" y="8760869"/>
                </a:cubicBezTo>
                <a:lnTo>
                  <a:pt x="3674289" y="8453582"/>
                </a:lnTo>
                <a:lnTo>
                  <a:pt x="3838908" y="8453582"/>
                </a:lnTo>
                <a:lnTo>
                  <a:pt x="3951397" y="8341092"/>
                </a:lnTo>
                <a:cubicBezTo>
                  <a:pt x="3958530" y="8346579"/>
                  <a:pt x="3969504" y="8346031"/>
                  <a:pt x="3976090" y="8339446"/>
                </a:cubicBezTo>
                <a:cubicBezTo>
                  <a:pt x="3983223" y="8332313"/>
                  <a:pt x="3983223" y="8320240"/>
                  <a:pt x="3976090" y="8313107"/>
                </a:cubicBezTo>
                <a:cubicBezTo>
                  <a:pt x="3972523" y="8309540"/>
                  <a:pt x="3967722" y="8307757"/>
                  <a:pt x="3962920" y="8307757"/>
                </a:cubicBezTo>
                <a:close/>
                <a:moveTo>
                  <a:pt x="9268031" y="8282516"/>
                </a:moveTo>
                <a:cubicBezTo>
                  <a:pt x="9263230" y="8282516"/>
                  <a:pt x="9258428" y="8284299"/>
                  <a:pt x="9254862" y="8287866"/>
                </a:cubicBezTo>
                <a:cubicBezTo>
                  <a:pt x="9247729" y="8294998"/>
                  <a:pt x="9247729" y="8307071"/>
                  <a:pt x="9254862" y="8314204"/>
                </a:cubicBezTo>
                <a:cubicBezTo>
                  <a:pt x="9261446" y="8320790"/>
                  <a:pt x="9271873" y="8321338"/>
                  <a:pt x="9279556" y="8315851"/>
                </a:cubicBezTo>
                <a:lnTo>
                  <a:pt x="9328941" y="8365236"/>
                </a:lnTo>
                <a:lnTo>
                  <a:pt x="9328941" y="8753736"/>
                </a:lnTo>
                <a:cubicBezTo>
                  <a:pt x="9319612" y="8754834"/>
                  <a:pt x="9312479" y="8762516"/>
                  <a:pt x="9312479" y="8772392"/>
                </a:cubicBezTo>
                <a:cubicBezTo>
                  <a:pt x="9312479" y="8782270"/>
                  <a:pt x="9320709" y="8791049"/>
                  <a:pt x="9331135" y="8791049"/>
                </a:cubicBezTo>
                <a:cubicBezTo>
                  <a:pt x="9341562" y="8791049"/>
                  <a:pt x="9349792" y="8782819"/>
                  <a:pt x="9349792" y="8772392"/>
                </a:cubicBezTo>
                <a:cubicBezTo>
                  <a:pt x="9349792" y="8761966"/>
                  <a:pt x="9342659" y="8754834"/>
                  <a:pt x="9333330" y="8753736"/>
                </a:cubicBezTo>
                <a:lnTo>
                  <a:pt x="9333330" y="8363042"/>
                </a:lnTo>
                <a:lnTo>
                  <a:pt x="9282847" y="8312558"/>
                </a:lnTo>
                <a:cubicBezTo>
                  <a:pt x="9288335" y="8305425"/>
                  <a:pt x="9287786" y="8294450"/>
                  <a:pt x="9281201" y="8287866"/>
                </a:cubicBezTo>
                <a:cubicBezTo>
                  <a:pt x="9277634" y="8284299"/>
                  <a:pt x="9272833" y="8282516"/>
                  <a:pt x="9268031" y="8282516"/>
                </a:cubicBezTo>
                <a:close/>
                <a:moveTo>
                  <a:pt x="13399413" y="8163990"/>
                </a:moveTo>
                <a:cubicBezTo>
                  <a:pt x="13394611" y="8163990"/>
                  <a:pt x="13389810" y="8165773"/>
                  <a:pt x="13386243" y="8169340"/>
                </a:cubicBezTo>
                <a:cubicBezTo>
                  <a:pt x="13379109" y="8176473"/>
                  <a:pt x="13379109" y="8188545"/>
                  <a:pt x="13386243" y="8195679"/>
                </a:cubicBezTo>
                <a:cubicBezTo>
                  <a:pt x="13392828" y="8202264"/>
                  <a:pt x="13403253" y="8202812"/>
                  <a:pt x="13410936" y="8197326"/>
                </a:cubicBezTo>
                <a:lnTo>
                  <a:pt x="13824129" y="8610517"/>
                </a:lnTo>
                <a:lnTo>
                  <a:pt x="13824677" y="8610517"/>
                </a:lnTo>
                <a:cubicBezTo>
                  <a:pt x="13824677" y="8611066"/>
                  <a:pt x="14476568" y="8611066"/>
                  <a:pt x="14476568" y="8611066"/>
                </a:cubicBezTo>
                <a:lnTo>
                  <a:pt x="14643380" y="8777880"/>
                </a:lnTo>
                <a:cubicBezTo>
                  <a:pt x="14637893" y="8785014"/>
                  <a:pt x="14638443" y="8795989"/>
                  <a:pt x="14645027" y="8802573"/>
                </a:cubicBezTo>
                <a:cubicBezTo>
                  <a:pt x="14652160" y="8809706"/>
                  <a:pt x="14664232" y="8809706"/>
                  <a:pt x="14671366" y="8802573"/>
                </a:cubicBezTo>
                <a:cubicBezTo>
                  <a:pt x="14678500" y="8795440"/>
                  <a:pt x="14678500" y="8783367"/>
                  <a:pt x="14671366" y="8776235"/>
                </a:cubicBezTo>
                <a:cubicBezTo>
                  <a:pt x="14664782" y="8769650"/>
                  <a:pt x="14654355" y="8769101"/>
                  <a:pt x="14646673" y="8774588"/>
                </a:cubicBezTo>
                <a:lnTo>
                  <a:pt x="14479311" y="8607225"/>
                </a:lnTo>
                <a:lnTo>
                  <a:pt x="14478762" y="8607225"/>
                </a:lnTo>
                <a:cubicBezTo>
                  <a:pt x="14478762" y="8606676"/>
                  <a:pt x="13826872" y="8606676"/>
                  <a:pt x="13826872" y="8606676"/>
                </a:cubicBezTo>
                <a:lnTo>
                  <a:pt x="13414228" y="8194032"/>
                </a:lnTo>
                <a:cubicBezTo>
                  <a:pt x="13419715" y="8186900"/>
                  <a:pt x="13419167" y="8175925"/>
                  <a:pt x="13412582" y="8169340"/>
                </a:cubicBezTo>
                <a:cubicBezTo>
                  <a:pt x="13409015" y="8165773"/>
                  <a:pt x="13404214" y="8163990"/>
                  <a:pt x="13399413" y="8163990"/>
                </a:cubicBezTo>
                <a:close/>
                <a:moveTo>
                  <a:pt x="8317084" y="8068511"/>
                </a:moveTo>
                <a:cubicBezTo>
                  <a:pt x="8312282" y="8068511"/>
                  <a:pt x="8307481" y="8070295"/>
                  <a:pt x="8303915" y="8073861"/>
                </a:cubicBezTo>
                <a:cubicBezTo>
                  <a:pt x="8296782" y="8080994"/>
                  <a:pt x="8296782" y="8093067"/>
                  <a:pt x="8303915" y="8100200"/>
                </a:cubicBezTo>
                <a:cubicBezTo>
                  <a:pt x="8310500" y="8106785"/>
                  <a:pt x="8320925" y="8107334"/>
                  <a:pt x="8328608" y="8101846"/>
                </a:cubicBezTo>
                <a:lnTo>
                  <a:pt x="8425733" y="8198971"/>
                </a:lnTo>
                <a:lnTo>
                  <a:pt x="8426282" y="8198971"/>
                </a:lnTo>
                <a:cubicBezTo>
                  <a:pt x="8426282" y="8199520"/>
                  <a:pt x="8649614" y="8199520"/>
                  <a:pt x="8649614" y="8199520"/>
                </a:cubicBezTo>
                <a:lnTo>
                  <a:pt x="8891603" y="8441510"/>
                </a:lnTo>
                <a:lnTo>
                  <a:pt x="8891603" y="8753187"/>
                </a:lnTo>
                <a:cubicBezTo>
                  <a:pt x="8882275" y="8754285"/>
                  <a:pt x="8875142" y="8761966"/>
                  <a:pt x="8875142" y="8771844"/>
                </a:cubicBezTo>
                <a:cubicBezTo>
                  <a:pt x="8875142" y="8781721"/>
                  <a:pt x="8883373" y="8790501"/>
                  <a:pt x="8893799" y="8790501"/>
                </a:cubicBezTo>
                <a:cubicBezTo>
                  <a:pt x="8904225" y="8790501"/>
                  <a:pt x="8912456" y="8782270"/>
                  <a:pt x="8912456" y="8771844"/>
                </a:cubicBezTo>
                <a:cubicBezTo>
                  <a:pt x="8912456" y="8766631"/>
                  <a:pt x="8910672" y="8762242"/>
                  <a:pt x="8907723" y="8759018"/>
                </a:cubicBezTo>
                <a:lnTo>
                  <a:pt x="8896542" y="8753460"/>
                </a:lnTo>
                <a:lnTo>
                  <a:pt x="8896542" y="8753736"/>
                </a:lnTo>
                <a:lnTo>
                  <a:pt x="8895993" y="8753187"/>
                </a:lnTo>
                <a:lnTo>
                  <a:pt x="8896542" y="8753460"/>
                </a:lnTo>
                <a:lnTo>
                  <a:pt x="8896542" y="8439863"/>
                </a:lnTo>
                <a:lnTo>
                  <a:pt x="8652358" y="8195679"/>
                </a:lnTo>
                <a:lnTo>
                  <a:pt x="8651810" y="8195679"/>
                </a:lnTo>
                <a:cubicBezTo>
                  <a:pt x="8651810" y="8195130"/>
                  <a:pt x="8428477" y="8195130"/>
                  <a:pt x="8428477" y="8195130"/>
                </a:cubicBezTo>
                <a:lnTo>
                  <a:pt x="8331900" y="8098555"/>
                </a:lnTo>
                <a:cubicBezTo>
                  <a:pt x="8337388" y="8091420"/>
                  <a:pt x="8336839" y="8080445"/>
                  <a:pt x="8330254" y="8073861"/>
                </a:cubicBezTo>
                <a:cubicBezTo>
                  <a:pt x="8326687" y="8070295"/>
                  <a:pt x="8321885" y="8068511"/>
                  <a:pt x="8317084" y="8068511"/>
                </a:cubicBezTo>
                <a:close/>
                <a:moveTo>
                  <a:pt x="903206" y="7993746"/>
                </a:moveTo>
                <a:cubicBezTo>
                  <a:pt x="892782" y="7993746"/>
                  <a:pt x="885648" y="8000881"/>
                  <a:pt x="884550" y="8010209"/>
                </a:cubicBezTo>
                <a:lnTo>
                  <a:pt x="260646" y="8010209"/>
                </a:lnTo>
                <a:lnTo>
                  <a:pt x="133340" y="8137514"/>
                </a:lnTo>
                <a:cubicBezTo>
                  <a:pt x="126208" y="8132026"/>
                  <a:pt x="115232" y="8132575"/>
                  <a:pt x="108648" y="8139160"/>
                </a:cubicBezTo>
                <a:cubicBezTo>
                  <a:pt x="102062" y="8145745"/>
                  <a:pt x="101514" y="8158365"/>
                  <a:pt x="108648" y="8165499"/>
                </a:cubicBezTo>
                <a:cubicBezTo>
                  <a:pt x="115780" y="8172632"/>
                  <a:pt x="127852" y="8172632"/>
                  <a:pt x="134986" y="8165499"/>
                </a:cubicBezTo>
                <a:cubicBezTo>
                  <a:pt x="141572" y="8158915"/>
                  <a:pt x="142120" y="8148489"/>
                  <a:pt x="136634" y="8140807"/>
                </a:cubicBezTo>
                <a:lnTo>
                  <a:pt x="262840" y="8014598"/>
                </a:lnTo>
                <a:lnTo>
                  <a:pt x="884550" y="8014598"/>
                </a:lnTo>
                <a:cubicBezTo>
                  <a:pt x="885648" y="8023926"/>
                  <a:pt x="893330" y="8031060"/>
                  <a:pt x="903206" y="8031060"/>
                </a:cubicBezTo>
                <a:cubicBezTo>
                  <a:pt x="913084" y="8031060"/>
                  <a:pt x="921864" y="8022829"/>
                  <a:pt x="921864" y="8012403"/>
                </a:cubicBezTo>
                <a:cubicBezTo>
                  <a:pt x="921864" y="8001978"/>
                  <a:pt x="913632" y="7993746"/>
                  <a:pt x="903206" y="7993746"/>
                </a:cubicBezTo>
                <a:close/>
                <a:moveTo>
                  <a:pt x="4129185" y="7974541"/>
                </a:moveTo>
                <a:cubicBezTo>
                  <a:pt x="4118759" y="7974541"/>
                  <a:pt x="4110528" y="7982772"/>
                  <a:pt x="4110528" y="7993198"/>
                </a:cubicBezTo>
                <a:cubicBezTo>
                  <a:pt x="4110528" y="8003624"/>
                  <a:pt x="4117662" y="8010757"/>
                  <a:pt x="4126990" y="8011855"/>
                </a:cubicBezTo>
                <a:lnTo>
                  <a:pt x="4126990" y="8401452"/>
                </a:lnTo>
                <a:lnTo>
                  <a:pt x="3920119" y="8608323"/>
                </a:lnTo>
                <a:lnTo>
                  <a:pt x="3804337" y="8608323"/>
                </a:lnTo>
                <a:lnTo>
                  <a:pt x="3646852" y="8765808"/>
                </a:lnTo>
                <a:cubicBezTo>
                  <a:pt x="3639719" y="8760321"/>
                  <a:pt x="3628744" y="8760869"/>
                  <a:pt x="3622159" y="8767454"/>
                </a:cubicBezTo>
                <a:cubicBezTo>
                  <a:pt x="3615026" y="8774588"/>
                  <a:pt x="3615026" y="8786660"/>
                  <a:pt x="3622159" y="8793793"/>
                </a:cubicBezTo>
                <a:cubicBezTo>
                  <a:pt x="3629293" y="8800927"/>
                  <a:pt x="3641365" y="8800927"/>
                  <a:pt x="3648498" y="8793793"/>
                </a:cubicBezTo>
                <a:cubicBezTo>
                  <a:pt x="3655083" y="8787209"/>
                  <a:pt x="3655632" y="8776783"/>
                  <a:pt x="3650144" y="8769101"/>
                </a:cubicBezTo>
                <a:lnTo>
                  <a:pt x="3805984" y="8613261"/>
                </a:lnTo>
                <a:lnTo>
                  <a:pt x="3921766" y="8613261"/>
                </a:lnTo>
                <a:lnTo>
                  <a:pt x="4131380" y="8403648"/>
                </a:lnTo>
                <a:lnTo>
                  <a:pt x="4131380" y="8011855"/>
                </a:lnTo>
                <a:cubicBezTo>
                  <a:pt x="4140708" y="8010757"/>
                  <a:pt x="4147842" y="8003075"/>
                  <a:pt x="4147842" y="7993198"/>
                </a:cubicBezTo>
                <a:cubicBezTo>
                  <a:pt x="4147842" y="7983321"/>
                  <a:pt x="4139611" y="7974541"/>
                  <a:pt x="4129185" y="7974541"/>
                </a:cubicBezTo>
                <a:close/>
                <a:moveTo>
                  <a:pt x="9336828" y="7947997"/>
                </a:moveTo>
                <a:cubicBezTo>
                  <a:pt x="9331958" y="7947928"/>
                  <a:pt x="9327020" y="7949574"/>
                  <a:pt x="9323453" y="7953141"/>
                </a:cubicBezTo>
                <a:cubicBezTo>
                  <a:pt x="9316320" y="7960275"/>
                  <a:pt x="9316320" y="7972347"/>
                  <a:pt x="9323453" y="7979480"/>
                </a:cubicBezTo>
                <a:cubicBezTo>
                  <a:pt x="9330038" y="7986065"/>
                  <a:pt x="9340464" y="7986614"/>
                  <a:pt x="9348147" y="7981126"/>
                </a:cubicBezTo>
                <a:lnTo>
                  <a:pt x="9667506" y="8300486"/>
                </a:lnTo>
                <a:lnTo>
                  <a:pt x="9667506" y="8759772"/>
                </a:lnTo>
                <a:cubicBezTo>
                  <a:pt x="9658178" y="8760869"/>
                  <a:pt x="9651044" y="8768552"/>
                  <a:pt x="9651044" y="8778429"/>
                </a:cubicBezTo>
                <a:cubicBezTo>
                  <a:pt x="9651044" y="8788306"/>
                  <a:pt x="9659275" y="8797086"/>
                  <a:pt x="9669701" y="8797086"/>
                </a:cubicBezTo>
                <a:cubicBezTo>
                  <a:pt x="9680127" y="8797086"/>
                  <a:pt x="9688358" y="8788855"/>
                  <a:pt x="9688358" y="8778429"/>
                </a:cubicBezTo>
                <a:cubicBezTo>
                  <a:pt x="9688358" y="8773217"/>
                  <a:pt x="9686575" y="8768827"/>
                  <a:pt x="9683626" y="8765603"/>
                </a:cubicBezTo>
                <a:lnTo>
                  <a:pt x="9672445" y="8760045"/>
                </a:lnTo>
                <a:lnTo>
                  <a:pt x="9672445" y="8760321"/>
                </a:lnTo>
                <a:lnTo>
                  <a:pt x="9671897" y="8759772"/>
                </a:lnTo>
                <a:lnTo>
                  <a:pt x="9672445" y="8760045"/>
                </a:lnTo>
                <a:lnTo>
                  <a:pt x="9672445" y="8298840"/>
                </a:lnTo>
                <a:lnTo>
                  <a:pt x="9351439" y="7977834"/>
                </a:lnTo>
                <a:cubicBezTo>
                  <a:pt x="9356926" y="7970701"/>
                  <a:pt x="9356377" y="7959726"/>
                  <a:pt x="9349792" y="7953141"/>
                </a:cubicBezTo>
                <a:cubicBezTo>
                  <a:pt x="9346499" y="7949849"/>
                  <a:pt x="9341698" y="7948065"/>
                  <a:pt x="9336828" y="7947997"/>
                </a:cubicBezTo>
                <a:close/>
                <a:moveTo>
                  <a:pt x="7968642" y="7870832"/>
                </a:moveTo>
                <a:cubicBezTo>
                  <a:pt x="7958216" y="7870832"/>
                  <a:pt x="7949984" y="7879062"/>
                  <a:pt x="7949984" y="7889488"/>
                </a:cubicBezTo>
                <a:cubicBezTo>
                  <a:pt x="7949984" y="7899915"/>
                  <a:pt x="7957118" y="7907048"/>
                  <a:pt x="7966447" y="7908145"/>
                </a:cubicBezTo>
                <a:lnTo>
                  <a:pt x="7966447" y="8525465"/>
                </a:lnTo>
                <a:cubicBezTo>
                  <a:pt x="7957118" y="8526562"/>
                  <a:pt x="7949984" y="8534244"/>
                  <a:pt x="7949984" y="8544122"/>
                </a:cubicBezTo>
                <a:cubicBezTo>
                  <a:pt x="7949984" y="8553999"/>
                  <a:pt x="7958216" y="8562779"/>
                  <a:pt x="7968642" y="8562779"/>
                </a:cubicBezTo>
                <a:cubicBezTo>
                  <a:pt x="7979068" y="8562779"/>
                  <a:pt x="7987298" y="8554548"/>
                  <a:pt x="7987298" y="8544122"/>
                </a:cubicBezTo>
                <a:cubicBezTo>
                  <a:pt x="7987298" y="8533696"/>
                  <a:pt x="7980165" y="8526562"/>
                  <a:pt x="7970837" y="8525465"/>
                </a:cubicBezTo>
                <a:lnTo>
                  <a:pt x="7970837" y="7908145"/>
                </a:lnTo>
                <a:cubicBezTo>
                  <a:pt x="7980165" y="7907048"/>
                  <a:pt x="7987298" y="7899366"/>
                  <a:pt x="7987298" y="7889488"/>
                </a:cubicBezTo>
                <a:cubicBezTo>
                  <a:pt x="7987298" y="7879062"/>
                  <a:pt x="7979068" y="7870832"/>
                  <a:pt x="7968642" y="7870832"/>
                </a:cubicBezTo>
                <a:close/>
                <a:moveTo>
                  <a:pt x="4137965" y="7810060"/>
                </a:moveTo>
                <a:cubicBezTo>
                  <a:pt x="4133164" y="7810060"/>
                  <a:pt x="4128362" y="7811843"/>
                  <a:pt x="4124796" y="7815410"/>
                </a:cubicBezTo>
                <a:cubicBezTo>
                  <a:pt x="4118210" y="7821995"/>
                  <a:pt x="4117662" y="7832421"/>
                  <a:pt x="4123149" y="7840103"/>
                </a:cubicBezTo>
                <a:lnTo>
                  <a:pt x="4026024" y="7937228"/>
                </a:lnTo>
                <a:lnTo>
                  <a:pt x="4026024" y="8023926"/>
                </a:lnTo>
                <a:lnTo>
                  <a:pt x="3871282" y="8178669"/>
                </a:lnTo>
                <a:lnTo>
                  <a:pt x="3769218" y="8178669"/>
                </a:lnTo>
                <a:lnTo>
                  <a:pt x="3176592" y="8771295"/>
                </a:lnTo>
                <a:cubicBezTo>
                  <a:pt x="3169458" y="8765808"/>
                  <a:pt x="3158484" y="8766357"/>
                  <a:pt x="3151898" y="8772941"/>
                </a:cubicBezTo>
                <a:cubicBezTo>
                  <a:pt x="3144765" y="8780075"/>
                  <a:pt x="3144765" y="8792146"/>
                  <a:pt x="3151898" y="8799281"/>
                </a:cubicBezTo>
                <a:cubicBezTo>
                  <a:pt x="3159032" y="8806415"/>
                  <a:pt x="3171104" y="8806415"/>
                  <a:pt x="3178238" y="8799281"/>
                </a:cubicBezTo>
                <a:cubicBezTo>
                  <a:pt x="3185371" y="8792146"/>
                  <a:pt x="3185371" y="8782270"/>
                  <a:pt x="3179883" y="8774588"/>
                </a:cubicBezTo>
                <a:lnTo>
                  <a:pt x="3770865" y="8183607"/>
                </a:lnTo>
                <a:lnTo>
                  <a:pt x="3771414" y="8183058"/>
                </a:lnTo>
                <a:lnTo>
                  <a:pt x="3873478" y="8183058"/>
                </a:lnTo>
                <a:lnTo>
                  <a:pt x="4030963" y="8025573"/>
                </a:lnTo>
                <a:lnTo>
                  <a:pt x="4030963" y="7938874"/>
                </a:lnTo>
                <a:lnTo>
                  <a:pt x="4126441" y="7843396"/>
                </a:lnTo>
                <a:cubicBezTo>
                  <a:pt x="4133575" y="7848882"/>
                  <a:pt x="4144550" y="7848334"/>
                  <a:pt x="4151134" y="7841749"/>
                </a:cubicBezTo>
                <a:cubicBezTo>
                  <a:pt x="4158267" y="7834615"/>
                  <a:pt x="4158267" y="7822543"/>
                  <a:pt x="4151134" y="7815410"/>
                </a:cubicBezTo>
                <a:cubicBezTo>
                  <a:pt x="4147567" y="7811843"/>
                  <a:pt x="4142766" y="7810060"/>
                  <a:pt x="4137965" y="7810060"/>
                </a:cubicBezTo>
                <a:close/>
                <a:moveTo>
                  <a:pt x="6214904" y="7796754"/>
                </a:moveTo>
                <a:cubicBezTo>
                  <a:pt x="6204478" y="7796754"/>
                  <a:pt x="6196247" y="7804985"/>
                  <a:pt x="6196247" y="7815410"/>
                </a:cubicBezTo>
                <a:cubicBezTo>
                  <a:pt x="6196247" y="7825836"/>
                  <a:pt x="6203380" y="7832969"/>
                  <a:pt x="6212710" y="7834067"/>
                </a:cubicBezTo>
                <a:lnTo>
                  <a:pt x="6212710" y="8451386"/>
                </a:lnTo>
                <a:cubicBezTo>
                  <a:pt x="6203380" y="8452484"/>
                  <a:pt x="6196247" y="8460166"/>
                  <a:pt x="6196247" y="8470043"/>
                </a:cubicBezTo>
                <a:cubicBezTo>
                  <a:pt x="6196247" y="8479921"/>
                  <a:pt x="6204478" y="8488700"/>
                  <a:pt x="6214904" y="8488700"/>
                </a:cubicBezTo>
                <a:cubicBezTo>
                  <a:pt x="6225330" y="8488700"/>
                  <a:pt x="6233560" y="8480469"/>
                  <a:pt x="6233560" y="8470043"/>
                </a:cubicBezTo>
                <a:cubicBezTo>
                  <a:pt x="6233560" y="8459617"/>
                  <a:pt x="6226427" y="8452484"/>
                  <a:pt x="6217099" y="8451386"/>
                </a:cubicBezTo>
                <a:lnTo>
                  <a:pt x="6217099" y="7834067"/>
                </a:lnTo>
                <a:cubicBezTo>
                  <a:pt x="6226427" y="7832969"/>
                  <a:pt x="6233560" y="7825287"/>
                  <a:pt x="6233560" y="7815410"/>
                </a:cubicBezTo>
                <a:cubicBezTo>
                  <a:pt x="6233560" y="7804985"/>
                  <a:pt x="6225330" y="7796754"/>
                  <a:pt x="6214904" y="7796754"/>
                </a:cubicBezTo>
                <a:close/>
                <a:moveTo>
                  <a:pt x="2332097" y="7787974"/>
                </a:moveTo>
                <a:cubicBezTo>
                  <a:pt x="2321671" y="7787974"/>
                  <a:pt x="2314539" y="7795107"/>
                  <a:pt x="2313440" y="7804435"/>
                </a:cubicBezTo>
                <a:lnTo>
                  <a:pt x="1924392" y="7804435"/>
                </a:lnTo>
                <a:lnTo>
                  <a:pt x="1688987" y="8039840"/>
                </a:lnTo>
                <a:lnTo>
                  <a:pt x="1327375" y="8039840"/>
                </a:lnTo>
                <a:lnTo>
                  <a:pt x="596468" y="8770747"/>
                </a:lnTo>
                <a:cubicBezTo>
                  <a:pt x="589334" y="8765260"/>
                  <a:pt x="578360" y="8765808"/>
                  <a:pt x="571774" y="8772392"/>
                </a:cubicBezTo>
                <a:cubicBezTo>
                  <a:pt x="565190" y="8778977"/>
                  <a:pt x="564640" y="8791598"/>
                  <a:pt x="571774" y="8798732"/>
                </a:cubicBezTo>
                <a:cubicBezTo>
                  <a:pt x="578908" y="8805865"/>
                  <a:pt x="590980" y="8805865"/>
                  <a:pt x="598114" y="8798732"/>
                </a:cubicBezTo>
                <a:cubicBezTo>
                  <a:pt x="604698" y="8792146"/>
                  <a:pt x="605248" y="8781721"/>
                  <a:pt x="599760" y="8774039"/>
                </a:cubicBezTo>
                <a:lnTo>
                  <a:pt x="1329570" y="8044230"/>
                </a:lnTo>
                <a:lnTo>
                  <a:pt x="1691182" y="8044230"/>
                </a:lnTo>
                <a:lnTo>
                  <a:pt x="1926586" y="7808826"/>
                </a:lnTo>
                <a:lnTo>
                  <a:pt x="2313440" y="7808826"/>
                </a:lnTo>
                <a:cubicBezTo>
                  <a:pt x="2314539" y="7818154"/>
                  <a:pt x="2322221" y="7825287"/>
                  <a:pt x="2332097" y="7825287"/>
                </a:cubicBezTo>
                <a:cubicBezTo>
                  <a:pt x="2341975" y="7825287"/>
                  <a:pt x="2350754" y="7817057"/>
                  <a:pt x="2350754" y="7806630"/>
                </a:cubicBezTo>
                <a:cubicBezTo>
                  <a:pt x="2350754" y="7796204"/>
                  <a:pt x="2342524" y="7787974"/>
                  <a:pt x="2332097" y="7787974"/>
                </a:cubicBezTo>
                <a:close/>
                <a:moveTo>
                  <a:pt x="5800614" y="7665744"/>
                </a:moveTo>
                <a:cubicBezTo>
                  <a:pt x="5795813" y="7665744"/>
                  <a:pt x="5791011" y="7667527"/>
                  <a:pt x="5787444" y="7671094"/>
                </a:cubicBezTo>
                <a:cubicBezTo>
                  <a:pt x="5780860" y="7677679"/>
                  <a:pt x="5780310" y="7688105"/>
                  <a:pt x="5785798" y="7695788"/>
                </a:cubicBezTo>
                <a:lnTo>
                  <a:pt x="5719401" y="7762183"/>
                </a:lnTo>
                <a:lnTo>
                  <a:pt x="5719401" y="8747700"/>
                </a:lnTo>
                <a:cubicBezTo>
                  <a:pt x="5710073" y="8748797"/>
                  <a:pt x="5702940" y="8756480"/>
                  <a:pt x="5702940" y="8766357"/>
                </a:cubicBezTo>
                <a:cubicBezTo>
                  <a:pt x="5702940" y="8776235"/>
                  <a:pt x="5711170" y="8785014"/>
                  <a:pt x="5721596" y="8785014"/>
                </a:cubicBezTo>
                <a:cubicBezTo>
                  <a:pt x="5732022" y="8785014"/>
                  <a:pt x="5740254" y="8776783"/>
                  <a:pt x="5740254" y="8766357"/>
                </a:cubicBezTo>
                <a:cubicBezTo>
                  <a:pt x="5740254" y="8755931"/>
                  <a:pt x="5733120" y="8748797"/>
                  <a:pt x="5723792" y="8747700"/>
                </a:cubicBezTo>
                <a:lnTo>
                  <a:pt x="5723792" y="7764379"/>
                </a:lnTo>
                <a:lnTo>
                  <a:pt x="5789090" y="7699079"/>
                </a:lnTo>
                <a:cubicBezTo>
                  <a:pt x="5796224" y="7704567"/>
                  <a:pt x="5807198" y="7704018"/>
                  <a:pt x="5813784" y="7697433"/>
                </a:cubicBezTo>
                <a:cubicBezTo>
                  <a:pt x="5820916" y="7690300"/>
                  <a:pt x="5820916" y="7678228"/>
                  <a:pt x="5813784" y="7671094"/>
                </a:cubicBezTo>
                <a:cubicBezTo>
                  <a:pt x="5810217" y="7667527"/>
                  <a:pt x="5805416" y="7665744"/>
                  <a:pt x="5800614" y="7665744"/>
                </a:cubicBezTo>
                <a:close/>
                <a:moveTo>
                  <a:pt x="14789891" y="7554901"/>
                </a:moveTo>
                <a:cubicBezTo>
                  <a:pt x="14785090" y="7554901"/>
                  <a:pt x="14780288" y="7556684"/>
                  <a:pt x="14776722" y="7560251"/>
                </a:cubicBezTo>
                <a:cubicBezTo>
                  <a:pt x="14769588" y="7567384"/>
                  <a:pt x="14769588" y="7579456"/>
                  <a:pt x="14776722" y="7586590"/>
                </a:cubicBezTo>
                <a:cubicBezTo>
                  <a:pt x="14783307" y="7593175"/>
                  <a:pt x="14793733" y="7593724"/>
                  <a:pt x="14801415" y="7588236"/>
                </a:cubicBezTo>
                <a:lnTo>
                  <a:pt x="14851349" y="7638170"/>
                </a:lnTo>
                <a:lnTo>
                  <a:pt x="14851898" y="7638170"/>
                </a:lnTo>
                <a:cubicBezTo>
                  <a:pt x="14851898" y="7638719"/>
                  <a:pt x="15503787" y="7638719"/>
                  <a:pt x="15503787" y="7638719"/>
                </a:cubicBezTo>
                <a:lnTo>
                  <a:pt x="15670602" y="7805533"/>
                </a:lnTo>
                <a:cubicBezTo>
                  <a:pt x="15665115" y="7812666"/>
                  <a:pt x="15665662" y="7823641"/>
                  <a:pt x="15672247" y="7830226"/>
                </a:cubicBezTo>
                <a:cubicBezTo>
                  <a:pt x="15679381" y="7837359"/>
                  <a:pt x="15691453" y="7837359"/>
                  <a:pt x="15698586" y="7830226"/>
                </a:cubicBezTo>
                <a:cubicBezTo>
                  <a:pt x="15705720" y="7823092"/>
                  <a:pt x="15705720" y="7811020"/>
                  <a:pt x="15698586" y="7803887"/>
                </a:cubicBezTo>
                <a:cubicBezTo>
                  <a:pt x="15692002" y="7797303"/>
                  <a:pt x="15681576" y="7796754"/>
                  <a:pt x="15673894" y="7802241"/>
                </a:cubicBezTo>
                <a:lnTo>
                  <a:pt x="15506531" y="7634879"/>
                </a:lnTo>
                <a:lnTo>
                  <a:pt x="15505984" y="7634879"/>
                </a:lnTo>
                <a:cubicBezTo>
                  <a:pt x="15505984" y="7634329"/>
                  <a:pt x="14854093" y="7634329"/>
                  <a:pt x="14854093" y="7634329"/>
                </a:cubicBezTo>
                <a:lnTo>
                  <a:pt x="14804707" y="7584944"/>
                </a:lnTo>
                <a:cubicBezTo>
                  <a:pt x="14810195" y="7577810"/>
                  <a:pt x="14809646" y="7566836"/>
                  <a:pt x="14803061" y="7560251"/>
                </a:cubicBezTo>
                <a:cubicBezTo>
                  <a:pt x="14799494" y="7556684"/>
                  <a:pt x="14794692" y="7554901"/>
                  <a:pt x="14789891" y="7554901"/>
                </a:cubicBezTo>
                <a:close/>
                <a:moveTo>
                  <a:pt x="9237851" y="7538988"/>
                </a:moveTo>
                <a:cubicBezTo>
                  <a:pt x="9233050" y="7538988"/>
                  <a:pt x="9228248" y="7540771"/>
                  <a:pt x="9224682" y="7544338"/>
                </a:cubicBezTo>
                <a:cubicBezTo>
                  <a:pt x="9217549" y="7551471"/>
                  <a:pt x="9217549" y="7563544"/>
                  <a:pt x="9224682" y="7570677"/>
                </a:cubicBezTo>
                <a:cubicBezTo>
                  <a:pt x="9231266" y="7577262"/>
                  <a:pt x="9241692" y="7577810"/>
                  <a:pt x="9249376" y="7572323"/>
                </a:cubicBezTo>
                <a:lnTo>
                  <a:pt x="9346500" y="7669448"/>
                </a:lnTo>
                <a:lnTo>
                  <a:pt x="9347048" y="7669448"/>
                </a:lnTo>
                <a:cubicBezTo>
                  <a:pt x="9347048" y="7669996"/>
                  <a:pt x="9570382" y="7669996"/>
                  <a:pt x="9570382" y="7669996"/>
                </a:cubicBezTo>
                <a:lnTo>
                  <a:pt x="9755303" y="7854919"/>
                </a:lnTo>
                <a:cubicBezTo>
                  <a:pt x="9749815" y="7862051"/>
                  <a:pt x="9750364" y="7873026"/>
                  <a:pt x="9756949" y="7879611"/>
                </a:cubicBezTo>
                <a:cubicBezTo>
                  <a:pt x="9764083" y="7886745"/>
                  <a:pt x="9776155" y="7886745"/>
                  <a:pt x="9783288" y="7879611"/>
                </a:cubicBezTo>
                <a:cubicBezTo>
                  <a:pt x="9790422" y="7872477"/>
                  <a:pt x="9790422" y="7860406"/>
                  <a:pt x="9783288" y="7853272"/>
                </a:cubicBezTo>
                <a:cubicBezTo>
                  <a:pt x="9776704" y="7846688"/>
                  <a:pt x="9766278" y="7846139"/>
                  <a:pt x="9758595" y="7851626"/>
                </a:cubicBezTo>
                <a:lnTo>
                  <a:pt x="9573126" y="7666156"/>
                </a:lnTo>
                <a:lnTo>
                  <a:pt x="9572577" y="7666156"/>
                </a:lnTo>
                <a:cubicBezTo>
                  <a:pt x="9572577" y="7665608"/>
                  <a:pt x="9349244" y="7665608"/>
                  <a:pt x="9349244" y="7665608"/>
                </a:cubicBezTo>
                <a:lnTo>
                  <a:pt x="9252667" y="7569031"/>
                </a:lnTo>
                <a:cubicBezTo>
                  <a:pt x="9258155" y="7561897"/>
                  <a:pt x="9257606" y="7550923"/>
                  <a:pt x="9251021" y="7544338"/>
                </a:cubicBezTo>
                <a:cubicBezTo>
                  <a:pt x="9247454" y="7540771"/>
                  <a:pt x="9242653" y="7538988"/>
                  <a:pt x="9237851" y="7538988"/>
                </a:cubicBezTo>
                <a:close/>
                <a:moveTo>
                  <a:pt x="4765711" y="7500028"/>
                </a:moveTo>
                <a:cubicBezTo>
                  <a:pt x="4760910" y="7500028"/>
                  <a:pt x="4756109" y="7501811"/>
                  <a:pt x="4752542" y="7505378"/>
                </a:cubicBezTo>
                <a:cubicBezTo>
                  <a:pt x="4745956" y="7511963"/>
                  <a:pt x="4745408" y="7522389"/>
                  <a:pt x="4750895" y="7530071"/>
                </a:cubicBezTo>
                <a:lnTo>
                  <a:pt x="4653770" y="7627196"/>
                </a:lnTo>
                <a:lnTo>
                  <a:pt x="4653770" y="8470043"/>
                </a:lnTo>
                <a:lnTo>
                  <a:pt x="4499028" y="8624785"/>
                </a:lnTo>
                <a:lnTo>
                  <a:pt x="4302584" y="8624785"/>
                </a:lnTo>
                <a:lnTo>
                  <a:pt x="4153878" y="8773491"/>
                </a:lnTo>
                <a:cubicBezTo>
                  <a:pt x="4146745" y="8768004"/>
                  <a:pt x="4135770" y="8768552"/>
                  <a:pt x="4129185" y="8775136"/>
                </a:cubicBezTo>
                <a:cubicBezTo>
                  <a:pt x="4122052" y="8782270"/>
                  <a:pt x="4122052" y="8794342"/>
                  <a:pt x="4129185" y="8801475"/>
                </a:cubicBezTo>
                <a:cubicBezTo>
                  <a:pt x="4136319" y="8808609"/>
                  <a:pt x="4148390" y="8808609"/>
                  <a:pt x="4155524" y="8801475"/>
                </a:cubicBezTo>
                <a:cubicBezTo>
                  <a:pt x="4162109" y="8794890"/>
                  <a:pt x="4162658" y="8784465"/>
                  <a:pt x="4157170" y="8776783"/>
                </a:cubicBezTo>
                <a:lnTo>
                  <a:pt x="4304778" y="8629174"/>
                </a:lnTo>
                <a:lnTo>
                  <a:pt x="4501224" y="8629174"/>
                </a:lnTo>
                <a:lnTo>
                  <a:pt x="4658709" y="8471690"/>
                </a:lnTo>
                <a:lnTo>
                  <a:pt x="4658709" y="7628842"/>
                </a:lnTo>
                <a:lnTo>
                  <a:pt x="4754188" y="7533364"/>
                </a:lnTo>
                <a:cubicBezTo>
                  <a:pt x="4761321" y="7538851"/>
                  <a:pt x="4772296" y="7538301"/>
                  <a:pt x="4778880" y="7531717"/>
                </a:cubicBezTo>
                <a:cubicBezTo>
                  <a:pt x="4786013" y="7524584"/>
                  <a:pt x="4786013" y="7512512"/>
                  <a:pt x="4778880" y="7505378"/>
                </a:cubicBezTo>
                <a:cubicBezTo>
                  <a:pt x="4775314" y="7501811"/>
                  <a:pt x="4770512" y="7500028"/>
                  <a:pt x="4765711" y="7500028"/>
                </a:cubicBezTo>
                <a:close/>
                <a:moveTo>
                  <a:pt x="7883040" y="7437473"/>
                </a:moveTo>
                <a:cubicBezTo>
                  <a:pt x="7878238" y="7437473"/>
                  <a:pt x="7873437" y="7439256"/>
                  <a:pt x="7869870" y="7442823"/>
                </a:cubicBezTo>
                <a:lnTo>
                  <a:pt x="7869870" y="7443372"/>
                </a:lnTo>
                <a:cubicBezTo>
                  <a:pt x="7863286" y="7449956"/>
                  <a:pt x="7862737" y="7460383"/>
                  <a:pt x="7868224" y="7468065"/>
                </a:cubicBezTo>
                <a:lnTo>
                  <a:pt x="7801828" y="7534461"/>
                </a:lnTo>
                <a:lnTo>
                  <a:pt x="7801828" y="8728495"/>
                </a:lnTo>
                <a:cubicBezTo>
                  <a:pt x="7792500" y="8729592"/>
                  <a:pt x="7785366" y="8737274"/>
                  <a:pt x="7785366" y="8747152"/>
                </a:cubicBezTo>
                <a:cubicBezTo>
                  <a:pt x="7785366" y="8757029"/>
                  <a:pt x="7793598" y="8765808"/>
                  <a:pt x="7804024" y="8765808"/>
                </a:cubicBezTo>
                <a:cubicBezTo>
                  <a:pt x="7814448" y="8765808"/>
                  <a:pt x="7822680" y="8757578"/>
                  <a:pt x="7822680" y="8747152"/>
                </a:cubicBezTo>
                <a:cubicBezTo>
                  <a:pt x="7822680" y="8736726"/>
                  <a:pt x="7815546" y="8729592"/>
                  <a:pt x="7806218" y="8728495"/>
                </a:cubicBezTo>
                <a:lnTo>
                  <a:pt x="7806218" y="7536107"/>
                </a:lnTo>
                <a:lnTo>
                  <a:pt x="7871518" y="7470809"/>
                </a:lnTo>
                <a:cubicBezTo>
                  <a:pt x="7878650" y="7476295"/>
                  <a:pt x="7889624" y="7475747"/>
                  <a:pt x="7896210" y="7469162"/>
                </a:cubicBezTo>
                <a:cubicBezTo>
                  <a:pt x="7903343" y="7462029"/>
                  <a:pt x="7903343" y="7449956"/>
                  <a:pt x="7896210" y="7442823"/>
                </a:cubicBezTo>
                <a:cubicBezTo>
                  <a:pt x="7892643" y="7439256"/>
                  <a:pt x="7887841" y="7437473"/>
                  <a:pt x="7883040" y="7437473"/>
                </a:cubicBezTo>
                <a:close/>
                <a:moveTo>
                  <a:pt x="4495736" y="7399062"/>
                </a:moveTo>
                <a:cubicBezTo>
                  <a:pt x="4490935" y="7399062"/>
                  <a:pt x="4486133" y="7400845"/>
                  <a:pt x="4482566" y="7404412"/>
                </a:cubicBezTo>
                <a:cubicBezTo>
                  <a:pt x="4475433" y="7411546"/>
                  <a:pt x="4475433" y="7421423"/>
                  <a:pt x="4480920" y="7429105"/>
                </a:cubicBezTo>
                <a:lnTo>
                  <a:pt x="4359651" y="7550374"/>
                </a:lnTo>
                <a:lnTo>
                  <a:pt x="4359651" y="8397062"/>
                </a:lnTo>
                <a:cubicBezTo>
                  <a:pt x="4350323" y="8398160"/>
                  <a:pt x="4343190" y="8405842"/>
                  <a:pt x="4343190" y="8415718"/>
                </a:cubicBezTo>
                <a:cubicBezTo>
                  <a:pt x="4343190" y="8425596"/>
                  <a:pt x="4351420" y="8434376"/>
                  <a:pt x="4361846" y="8434376"/>
                </a:cubicBezTo>
                <a:cubicBezTo>
                  <a:pt x="4372272" y="8434376"/>
                  <a:pt x="4380503" y="8426145"/>
                  <a:pt x="4380503" y="8415718"/>
                </a:cubicBezTo>
                <a:cubicBezTo>
                  <a:pt x="4380503" y="8405293"/>
                  <a:pt x="4373370" y="8398160"/>
                  <a:pt x="4364041" y="8397062"/>
                </a:cubicBezTo>
                <a:lnTo>
                  <a:pt x="4364041" y="7552569"/>
                </a:lnTo>
                <a:lnTo>
                  <a:pt x="4484212" y="7432398"/>
                </a:lnTo>
                <a:cubicBezTo>
                  <a:pt x="4491346" y="7437885"/>
                  <a:pt x="4502320" y="7437336"/>
                  <a:pt x="4508906" y="7430751"/>
                </a:cubicBezTo>
                <a:cubicBezTo>
                  <a:pt x="4515490" y="7424166"/>
                  <a:pt x="4516040" y="7411546"/>
                  <a:pt x="4508906" y="7404412"/>
                </a:cubicBezTo>
                <a:cubicBezTo>
                  <a:pt x="4505339" y="7400845"/>
                  <a:pt x="4500538" y="7399062"/>
                  <a:pt x="4495736" y="7399062"/>
                </a:cubicBezTo>
                <a:close/>
                <a:moveTo>
                  <a:pt x="13091026" y="7353928"/>
                </a:moveTo>
                <a:cubicBezTo>
                  <a:pt x="13081149" y="7353928"/>
                  <a:pt x="13072370" y="7362160"/>
                  <a:pt x="13072370" y="7372586"/>
                </a:cubicBezTo>
                <a:cubicBezTo>
                  <a:pt x="13072370" y="7383011"/>
                  <a:pt x="13080601" y="7391243"/>
                  <a:pt x="13091026" y="7391243"/>
                </a:cubicBezTo>
                <a:cubicBezTo>
                  <a:pt x="13101452" y="7391243"/>
                  <a:pt x="13108586" y="7384108"/>
                  <a:pt x="13109683" y="7374781"/>
                </a:cubicBezTo>
                <a:lnTo>
                  <a:pt x="13554153" y="7374781"/>
                </a:lnTo>
                <a:lnTo>
                  <a:pt x="13897658" y="7718285"/>
                </a:lnTo>
                <a:lnTo>
                  <a:pt x="13898207" y="7718285"/>
                </a:lnTo>
                <a:cubicBezTo>
                  <a:pt x="13898207" y="7718833"/>
                  <a:pt x="14586862" y="7718833"/>
                  <a:pt x="14586862" y="7718833"/>
                </a:cubicBezTo>
                <a:lnTo>
                  <a:pt x="15130652" y="8262624"/>
                </a:lnTo>
                <a:lnTo>
                  <a:pt x="15131201" y="8262624"/>
                </a:lnTo>
                <a:cubicBezTo>
                  <a:pt x="15131201" y="8263173"/>
                  <a:pt x="15676637" y="8263173"/>
                  <a:pt x="15676637" y="8263173"/>
                </a:cubicBezTo>
                <a:cubicBezTo>
                  <a:pt x="15677734" y="8272501"/>
                  <a:pt x="15685417" y="8279635"/>
                  <a:pt x="15695295" y="8279635"/>
                </a:cubicBezTo>
                <a:cubicBezTo>
                  <a:pt x="15705171" y="8279635"/>
                  <a:pt x="15713951" y="8271404"/>
                  <a:pt x="15713951" y="8260978"/>
                </a:cubicBezTo>
                <a:cubicBezTo>
                  <a:pt x="15713951" y="8250552"/>
                  <a:pt x="15705720" y="8242320"/>
                  <a:pt x="15695295" y="8242320"/>
                </a:cubicBezTo>
                <a:cubicBezTo>
                  <a:pt x="15685965" y="8242320"/>
                  <a:pt x="15677734" y="8249455"/>
                  <a:pt x="15676637" y="8258783"/>
                </a:cubicBezTo>
                <a:lnTo>
                  <a:pt x="15133396" y="8258783"/>
                </a:lnTo>
                <a:lnTo>
                  <a:pt x="14589606" y="7714993"/>
                </a:lnTo>
                <a:lnTo>
                  <a:pt x="14589057" y="7714993"/>
                </a:lnTo>
                <a:cubicBezTo>
                  <a:pt x="14589057" y="7714444"/>
                  <a:pt x="13900401" y="7714444"/>
                  <a:pt x="13900401" y="7714444"/>
                </a:cubicBezTo>
                <a:lnTo>
                  <a:pt x="13556897" y="7370939"/>
                </a:lnTo>
                <a:lnTo>
                  <a:pt x="13556349" y="7370939"/>
                </a:lnTo>
                <a:cubicBezTo>
                  <a:pt x="13556349" y="7370391"/>
                  <a:pt x="13109683" y="7370391"/>
                  <a:pt x="13109683" y="7370391"/>
                </a:cubicBezTo>
                <a:cubicBezTo>
                  <a:pt x="13108586" y="7361063"/>
                  <a:pt x="13100904" y="7353928"/>
                  <a:pt x="13091026" y="7353928"/>
                </a:cubicBezTo>
                <a:close/>
                <a:moveTo>
                  <a:pt x="5186037" y="7283829"/>
                </a:moveTo>
                <a:cubicBezTo>
                  <a:pt x="5181236" y="7283829"/>
                  <a:pt x="5176435" y="7285612"/>
                  <a:pt x="5172868" y="7289180"/>
                </a:cubicBezTo>
                <a:cubicBezTo>
                  <a:pt x="5166282" y="7295764"/>
                  <a:pt x="5165734" y="7306190"/>
                  <a:pt x="5171222" y="7313872"/>
                </a:cubicBezTo>
                <a:lnTo>
                  <a:pt x="5074096" y="7410997"/>
                </a:lnTo>
                <a:lnTo>
                  <a:pt x="5074096" y="8546316"/>
                </a:lnTo>
                <a:lnTo>
                  <a:pt x="4859544" y="8760869"/>
                </a:lnTo>
                <a:cubicBezTo>
                  <a:pt x="4852410" y="8755382"/>
                  <a:pt x="4841435" y="8755931"/>
                  <a:pt x="4834851" y="8762516"/>
                </a:cubicBezTo>
                <a:cubicBezTo>
                  <a:pt x="4827716" y="8769650"/>
                  <a:pt x="4827716" y="8781721"/>
                  <a:pt x="4834851" y="8788855"/>
                </a:cubicBezTo>
                <a:cubicBezTo>
                  <a:pt x="4841984" y="8795989"/>
                  <a:pt x="4854056" y="8795989"/>
                  <a:pt x="4861189" y="8788855"/>
                </a:cubicBezTo>
                <a:cubicBezTo>
                  <a:pt x="4867774" y="8782270"/>
                  <a:pt x="4868322" y="8771844"/>
                  <a:pt x="4862836" y="8764162"/>
                </a:cubicBezTo>
                <a:lnTo>
                  <a:pt x="5079034" y="8547962"/>
                </a:lnTo>
                <a:lnTo>
                  <a:pt x="5079034" y="7412643"/>
                </a:lnTo>
                <a:lnTo>
                  <a:pt x="5174514" y="7317164"/>
                </a:lnTo>
                <a:cubicBezTo>
                  <a:pt x="5181646" y="7322651"/>
                  <a:pt x="5192622" y="7322103"/>
                  <a:pt x="5199206" y="7315518"/>
                </a:cubicBezTo>
                <a:cubicBezTo>
                  <a:pt x="5206340" y="7308385"/>
                  <a:pt x="5206340" y="7296312"/>
                  <a:pt x="5199206" y="7289180"/>
                </a:cubicBezTo>
                <a:cubicBezTo>
                  <a:pt x="5195639" y="7285612"/>
                  <a:pt x="5190838" y="7283829"/>
                  <a:pt x="5186037" y="7283829"/>
                </a:cubicBezTo>
                <a:close/>
                <a:moveTo>
                  <a:pt x="11921685" y="7261331"/>
                </a:moveTo>
                <a:cubicBezTo>
                  <a:pt x="11916884" y="7261331"/>
                  <a:pt x="11912082" y="7263114"/>
                  <a:pt x="11908516" y="7266681"/>
                </a:cubicBezTo>
                <a:cubicBezTo>
                  <a:pt x="11901382" y="7273814"/>
                  <a:pt x="11901382" y="7285886"/>
                  <a:pt x="11908516" y="7293020"/>
                </a:cubicBezTo>
                <a:cubicBezTo>
                  <a:pt x="11915101" y="7299605"/>
                  <a:pt x="11925527" y="7300154"/>
                  <a:pt x="11933209" y="7294666"/>
                </a:cubicBezTo>
                <a:lnTo>
                  <a:pt x="12029785" y="7391243"/>
                </a:lnTo>
                <a:lnTo>
                  <a:pt x="12029785" y="7614575"/>
                </a:lnTo>
                <a:lnTo>
                  <a:pt x="12427614" y="8012403"/>
                </a:lnTo>
                <a:lnTo>
                  <a:pt x="12428162" y="8012403"/>
                </a:lnTo>
                <a:cubicBezTo>
                  <a:pt x="12428162" y="8012952"/>
                  <a:pt x="12693747" y="8012952"/>
                  <a:pt x="12693747" y="8012952"/>
                </a:cubicBezTo>
                <a:lnTo>
                  <a:pt x="13437823" y="8757029"/>
                </a:lnTo>
                <a:cubicBezTo>
                  <a:pt x="13432336" y="8764162"/>
                  <a:pt x="13432886" y="8775136"/>
                  <a:pt x="13439470" y="8781721"/>
                </a:cubicBezTo>
                <a:cubicBezTo>
                  <a:pt x="13446603" y="8788855"/>
                  <a:pt x="13458675" y="8788855"/>
                  <a:pt x="13465809" y="8781721"/>
                </a:cubicBezTo>
                <a:cubicBezTo>
                  <a:pt x="13472942" y="8774588"/>
                  <a:pt x="13472942" y="8762516"/>
                  <a:pt x="13465809" y="8755382"/>
                </a:cubicBezTo>
                <a:cubicBezTo>
                  <a:pt x="13459225" y="8748797"/>
                  <a:pt x="13448797" y="8748249"/>
                  <a:pt x="13441116" y="8753736"/>
                </a:cubicBezTo>
                <a:lnTo>
                  <a:pt x="13440567" y="8753187"/>
                </a:lnTo>
                <a:lnTo>
                  <a:pt x="12695941" y="8008563"/>
                </a:lnTo>
                <a:lnTo>
                  <a:pt x="12695393" y="8008563"/>
                </a:lnTo>
                <a:cubicBezTo>
                  <a:pt x="12695393" y="8008014"/>
                  <a:pt x="12429809" y="8008014"/>
                  <a:pt x="12429809" y="8008014"/>
                </a:cubicBezTo>
                <a:lnTo>
                  <a:pt x="12034174" y="7612380"/>
                </a:lnTo>
                <a:lnTo>
                  <a:pt x="12034174" y="7389048"/>
                </a:lnTo>
                <a:lnTo>
                  <a:pt x="11936501" y="7291374"/>
                </a:lnTo>
                <a:cubicBezTo>
                  <a:pt x="11941989" y="7284240"/>
                  <a:pt x="11941440" y="7273266"/>
                  <a:pt x="11934855" y="7266681"/>
                </a:cubicBezTo>
                <a:cubicBezTo>
                  <a:pt x="11931288" y="7263114"/>
                  <a:pt x="11926487" y="7261331"/>
                  <a:pt x="11921685" y="7261331"/>
                </a:cubicBezTo>
                <a:close/>
                <a:moveTo>
                  <a:pt x="10926291" y="7069825"/>
                </a:moveTo>
                <a:cubicBezTo>
                  <a:pt x="10921490" y="7069825"/>
                  <a:pt x="10916688" y="7071609"/>
                  <a:pt x="10913121" y="7075175"/>
                </a:cubicBezTo>
                <a:cubicBezTo>
                  <a:pt x="10905988" y="7082308"/>
                  <a:pt x="10905988" y="7094381"/>
                  <a:pt x="10913121" y="7101513"/>
                </a:cubicBezTo>
                <a:cubicBezTo>
                  <a:pt x="10919707" y="7108099"/>
                  <a:pt x="10930132" y="7108648"/>
                  <a:pt x="10937814" y="7103160"/>
                </a:cubicBezTo>
                <a:lnTo>
                  <a:pt x="11034391" y="7199737"/>
                </a:lnTo>
                <a:lnTo>
                  <a:pt x="11034391" y="7423069"/>
                </a:lnTo>
                <a:lnTo>
                  <a:pt x="11431671" y="7820348"/>
                </a:lnTo>
                <a:lnTo>
                  <a:pt x="11431671" y="7986614"/>
                </a:lnTo>
                <a:lnTo>
                  <a:pt x="12207024" y="8761966"/>
                </a:lnTo>
                <a:cubicBezTo>
                  <a:pt x="12201536" y="8769101"/>
                  <a:pt x="12202086" y="8780075"/>
                  <a:pt x="12208671" y="8786660"/>
                </a:cubicBezTo>
                <a:cubicBezTo>
                  <a:pt x="12215804" y="8793793"/>
                  <a:pt x="12227876" y="8793793"/>
                  <a:pt x="12235010" y="8786660"/>
                </a:cubicBezTo>
                <a:cubicBezTo>
                  <a:pt x="12242143" y="8779526"/>
                  <a:pt x="12242143" y="8767454"/>
                  <a:pt x="12235010" y="8760321"/>
                </a:cubicBezTo>
                <a:cubicBezTo>
                  <a:pt x="12228425" y="8753736"/>
                  <a:pt x="12217998" y="8753187"/>
                  <a:pt x="12210316" y="8758675"/>
                </a:cubicBezTo>
                <a:lnTo>
                  <a:pt x="12209768" y="8758126"/>
                </a:lnTo>
                <a:lnTo>
                  <a:pt x="11436059" y="7984418"/>
                </a:lnTo>
                <a:lnTo>
                  <a:pt x="11436059" y="7818154"/>
                </a:lnTo>
                <a:lnTo>
                  <a:pt x="11038780" y="7420874"/>
                </a:lnTo>
                <a:lnTo>
                  <a:pt x="11038780" y="7197541"/>
                </a:lnTo>
                <a:lnTo>
                  <a:pt x="10941106" y="7099867"/>
                </a:lnTo>
                <a:cubicBezTo>
                  <a:pt x="10946593" y="7092734"/>
                  <a:pt x="10946045" y="7081759"/>
                  <a:pt x="10939461" y="7075175"/>
                </a:cubicBezTo>
                <a:cubicBezTo>
                  <a:pt x="10935894" y="7071609"/>
                  <a:pt x="10931093" y="7069825"/>
                  <a:pt x="10926291" y="7069825"/>
                </a:cubicBezTo>
                <a:close/>
                <a:moveTo>
                  <a:pt x="1211592" y="7065298"/>
                </a:moveTo>
                <a:cubicBezTo>
                  <a:pt x="1201168" y="7065298"/>
                  <a:pt x="1194034" y="7072431"/>
                  <a:pt x="1192936" y="7081759"/>
                </a:cubicBezTo>
                <a:lnTo>
                  <a:pt x="568482" y="7081759"/>
                </a:lnTo>
                <a:lnTo>
                  <a:pt x="427460" y="7222782"/>
                </a:lnTo>
                <a:lnTo>
                  <a:pt x="427460" y="7362709"/>
                </a:lnTo>
                <a:lnTo>
                  <a:pt x="317164" y="7473004"/>
                </a:lnTo>
                <a:cubicBezTo>
                  <a:pt x="310032" y="7467516"/>
                  <a:pt x="299056" y="7468065"/>
                  <a:pt x="292472" y="7474650"/>
                </a:cubicBezTo>
                <a:cubicBezTo>
                  <a:pt x="285338" y="7481783"/>
                  <a:pt x="285338" y="7493855"/>
                  <a:pt x="292472" y="7500989"/>
                </a:cubicBezTo>
                <a:cubicBezTo>
                  <a:pt x="299606" y="7508121"/>
                  <a:pt x="311678" y="7508121"/>
                  <a:pt x="318810" y="7500989"/>
                </a:cubicBezTo>
                <a:cubicBezTo>
                  <a:pt x="325396" y="7494404"/>
                  <a:pt x="325944" y="7483978"/>
                  <a:pt x="320456" y="7476295"/>
                </a:cubicBezTo>
                <a:lnTo>
                  <a:pt x="431848" y="7364903"/>
                </a:lnTo>
                <a:lnTo>
                  <a:pt x="431848" y="7224977"/>
                </a:lnTo>
                <a:lnTo>
                  <a:pt x="432398" y="7224429"/>
                </a:lnTo>
                <a:lnTo>
                  <a:pt x="570678" y="7086150"/>
                </a:lnTo>
                <a:lnTo>
                  <a:pt x="1192936" y="7086150"/>
                </a:lnTo>
                <a:cubicBezTo>
                  <a:pt x="1194034" y="7095478"/>
                  <a:pt x="1201716" y="7102611"/>
                  <a:pt x="1211592" y="7102611"/>
                </a:cubicBezTo>
                <a:cubicBezTo>
                  <a:pt x="1221470" y="7102611"/>
                  <a:pt x="1230249" y="7094381"/>
                  <a:pt x="1230249" y="7083954"/>
                </a:cubicBezTo>
                <a:cubicBezTo>
                  <a:pt x="1230249" y="7073528"/>
                  <a:pt x="1222019" y="7065298"/>
                  <a:pt x="1211592" y="7065298"/>
                </a:cubicBezTo>
                <a:close/>
                <a:moveTo>
                  <a:pt x="10149290" y="7048973"/>
                </a:moveTo>
                <a:cubicBezTo>
                  <a:pt x="10144489" y="7048973"/>
                  <a:pt x="10139688" y="7050756"/>
                  <a:pt x="10136121" y="7054323"/>
                </a:cubicBezTo>
                <a:cubicBezTo>
                  <a:pt x="10128987" y="7061457"/>
                  <a:pt x="10128987" y="7073528"/>
                  <a:pt x="10136121" y="7080662"/>
                </a:cubicBezTo>
                <a:cubicBezTo>
                  <a:pt x="10142706" y="7087247"/>
                  <a:pt x="10153131" y="7087796"/>
                  <a:pt x="10160814" y="7082308"/>
                </a:cubicBezTo>
                <a:lnTo>
                  <a:pt x="10562483" y="7483978"/>
                </a:lnTo>
                <a:lnTo>
                  <a:pt x="10562483" y="7778645"/>
                </a:lnTo>
                <a:lnTo>
                  <a:pt x="10879101" y="8095261"/>
                </a:lnTo>
                <a:cubicBezTo>
                  <a:pt x="10873613" y="8102395"/>
                  <a:pt x="10874161" y="8113369"/>
                  <a:pt x="10880746" y="8119954"/>
                </a:cubicBezTo>
                <a:cubicBezTo>
                  <a:pt x="10887880" y="8127088"/>
                  <a:pt x="10899952" y="8127088"/>
                  <a:pt x="10907085" y="8119954"/>
                </a:cubicBezTo>
                <a:cubicBezTo>
                  <a:pt x="10914219" y="8112821"/>
                  <a:pt x="10914219" y="8100749"/>
                  <a:pt x="10907085" y="8093615"/>
                </a:cubicBezTo>
                <a:cubicBezTo>
                  <a:pt x="10900500" y="8087030"/>
                  <a:pt x="10890075" y="8086482"/>
                  <a:pt x="10882392" y="8091969"/>
                </a:cubicBezTo>
                <a:lnTo>
                  <a:pt x="10566874" y="7776999"/>
                </a:lnTo>
                <a:lnTo>
                  <a:pt x="10566874" y="7482332"/>
                </a:lnTo>
                <a:lnTo>
                  <a:pt x="10164106" y="7079565"/>
                </a:lnTo>
                <a:cubicBezTo>
                  <a:pt x="10169594" y="7072431"/>
                  <a:pt x="10169045" y="7061457"/>
                  <a:pt x="10162460" y="7054872"/>
                </a:cubicBezTo>
                <a:lnTo>
                  <a:pt x="10162460" y="7054323"/>
                </a:lnTo>
                <a:cubicBezTo>
                  <a:pt x="10158893" y="7050756"/>
                  <a:pt x="10154092" y="7048973"/>
                  <a:pt x="10149290" y="7048973"/>
                </a:cubicBezTo>
                <a:close/>
                <a:moveTo>
                  <a:pt x="3696238" y="6827149"/>
                </a:moveTo>
                <a:cubicBezTo>
                  <a:pt x="3685812" y="6827149"/>
                  <a:pt x="3678678" y="6834283"/>
                  <a:pt x="3677581" y="6843611"/>
                </a:cubicBezTo>
                <a:lnTo>
                  <a:pt x="3053128" y="6843611"/>
                </a:lnTo>
                <a:lnTo>
                  <a:pt x="2962587" y="6934151"/>
                </a:lnTo>
                <a:cubicBezTo>
                  <a:pt x="2955454" y="6928664"/>
                  <a:pt x="2944479" y="6929212"/>
                  <a:pt x="2937894" y="6935798"/>
                </a:cubicBezTo>
                <a:cubicBezTo>
                  <a:pt x="2930760" y="6942931"/>
                  <a:pt x="2930760" y="6955003"/>
                  <a:pt x="2937894" y="6962136"/>
                </a:cubicBezTo>
                <a:cubicBezTo>
                  <a:pt x="2945028" y="6969270"/>
                  <a:pt x="2957100" y="6969270"/>
                  <a:pt x="2964233" y="6962136"/>
                </a:cubicBezTo>
                <a:cubicBezTo>
                  <a:pt x="2970818" y="6955552"/>
                  <a:pt x="2971367" y="6945126"/>
                  <a:pt x="2965880" y="6937444"/>
                </a:cubicBezTo>
                <a:lnTo>
                  <a:pt x="3054773" y="6848549"/>
                </a:lnTo>
                <a:lnTo>
                  <a:pt x="3677032" y="6848549"/>
                </a:lnTo>
                <a:lnTo>
                  <a:pt x="3677581" y="6848001"/>
                </a:lnTo>
                <a:cubicBezTo>
                  <a:pt x="3678678" y="6857329"/>
                  <a:pt x="3686360" y="6864463"/>
                  <a:pt x="3696238" y="6864463"/>
                </a:cubicBezTo>
                <a:cubicBezTo>
                  <a:pt x="3706114" y="6864463"/>
                  <a:pt x="3714895" y="6856232"/>
                  <a:pt x="3714895" y="6845806"/>
                </a:cubicBezTo>
                <a:cubicBezTo>
                  <a:pt x="3714895" y="6835380"/>
                  <a:pt x="3706663" y="6827149"/>
                  <a:pt x="3696238" y="6827149"/>
                </a:cubicBezTo>
                <a:close/>
                <a:moveTo>
                  <a:pt x="9514411" y="6708760"/>
                </a:moveTo>
                <a:cubicBezTo>
                  <a:pt x="9509610" y="6708760"/>
                  <a:pt x="9504808" y="6710544"/>
                  <a:pt x="9501242" y="6714111"/>
                </a:cubicBezTo>
                <a:cubicBezTo>
                  <a:pt x="9494108" y="6721245"/>
                  <a:pt x="9494108" y="6733317"/>
                  <a:pt x="9501242" y="6740450"/>
                </a:cubicBezTo>
                <a:cubicBezTo>
                  <a:pt x="9507826" y="6747034"/>
                  <a:pt x="9518252" y="6747583"/>
                  <a:pt x="9525934" y="6742096"/>
                </a:cubicBezTo>
                <a:lnTo>
                  <a:pt x="10158070" y="7374232"/>
                </a:lnTo>
                <a:lnTo>
                  <a:pt x="10158070" y="7897171"/>
                </a:lnTo>
                <a:lnTo>
                  <a:pt x="10566325" y="8305425"/>
                </a:lnTo>
                <a:lnTo>
                  <a:pt x="10566874" y="8305425"/>
                </a:lnTo>
                <a:cubicBezTo>
                  <a:pt x="10566874" y="8305973"/>
                  <a:pt x="11109018" y="8305973"/>
                  <a:pt x="11109018" y="8305973"/>
                </a:cubicBezTo>
                <a:lnTo>
                  <a:pt x="11354300" y="8551255"/>
                </a:lnTo>
                <a:lnTo>
                  <a:pt x="11354300" y="8765808"/>
                </a:lnTo>
                <a:cubicBezTo>
                  <a:pt x="11344972" y="8766906"/>
                  <a:pt x="11337837" y="8774588"/>
                  <a:pt x="11337837" y="8784465"/>
                </a:cubicBezTo>
                <a:cubicBezTo>
                  <a:pt x="11337837" y="8794342"/>
                  <a:pt x="11346069" y="8803121"/>
                  <a:pt x="11356494" y="8803121"/>
                </a:cubicBezTo>
                <a:cubicBezTo>
                  <a:pt x="11366920" y="8803121"/>
                  <a:pt x="11375152" y="8794890"/>
                  <a:pt x="11375152" y="8784465"/>
                </a:cubicBezTo>
                <a:cubicBezTo>
                  <a:pt x="11375152" y="8779252"/>
                  <a:pt x="11373368" y="8774863"/>
                  <a:pt x="11370419" y="8771639"/>
                </a:cubicBezTo>
                <a:lnTo>
                  <a:pt x="11359238" y="8766081"/>
                </a:lnTo>
                <a:lnTo>
                  <a:pt x="11359238" y="8766357"/>
                </a:lnTo>
                <a:lnTo>
                  <a:pt x="11358689" y="8765808"/>
                </a:lnTo>
                <a:lnTo>
                  <a:pt x="11359238" y="8766081"/>
                </a:lnTo>
                <a:lnTo>
                  <a:pt x="11359238" y="8549609"/>
                </a:lnTo>
                <a:lnTo>
                  <a:pt x="11111762" y="8302133"/>
                </a:lnTo>
                <a:lnTo>
                  <a:pt x="11111212" y="8302133"/>
                </a:lnTo>
                <a:cubicBezTo>
                  <a:pt x="11111212" y="8301584"/>
                  <a:pt x="10569068" y="8301584"/>
                  <a:pt x="10569068" y="8301584"/>
                </a:cubicBezTo>
                <a:lnTo>
                  <a:pt x="10163009" y="7895525"/>
                </a:lnTo>
                <a:lnTo>
                  <a:pt x="10163009" y="7372586"/>
                </a:lnTo>
                <a:lnTo>
                  <a:pt x="9529227" y="6738804"/>
                </a:lnTo>
                <a:cubicBezTo>
                  <a:pt x="9534714" y="6731670"/>
                  <a:pt x="9534165" y="6720695"/>
                  <a:pt x="9527580" y="6714111"/>
                </a:cubicBezTo>
                <a:cubicBezTo>
                  <a:pt x="9524014" y="6710544"/>
                  <a:pt x="9519212" y="6708760"/>
                  <a:pt x="9514411" y="6708760"/>
                </a:cubicBezTo>
                <a:close/>
                <a:moveTo>
                  <a:pt x="4474336" y="6454151"/>
                </a:moveTo>
                <a:cubicBezTo>
                  <a:pt x="4469535" y="6454151"/>
                  <a:pt x="4464733" y="6455934"/>
                  <a:pt x="4461166" y="6459501"/>
                </a:cubicBezTo>
                <a:cubicBezTo>
                  <a:pt x="4454581" y="6466086"/>
                  <a:pt x="4454032" y="6476511"/>
                  <a:pt x="4459520" y="6484193"/>
                </a:cubicBezTo>
                <a:lnTo>
                  <a:pt x="4294352" y="6649361"/>
                </a:lnTo>
                <a:lnTo>
                  <a:pt x="3558507" y="6649361"/>
                </a:lnTo>
                <a:cubicBezTo>
                  <a:pt x="3557410" y="6640033"/>
                  <a:pt x="3549727" y="6632899"/>
                  <a:pt x="3539850" y="6632899"/>
                </a:cubicBezTo>
                <a:cubicBezTo>
                  <a:pt x="3529972" y="6632899"/>
                  <a:pt x="3521193" y="6641130"/>
                  <a:pt x="3521193" y="6651556"/>
                </a:cubicBezTo>
                <a:cubicBezTo>
                  <a:pt x="3521193" y="6661982"/>
                  <a:pt x="3529424" y="6670213"/>
                  <a:pt x="3539850" y="6670213"/>
                </a:cubicBezTo>
                <a:cubicBezTo>
                  <a:pt x="3550276" y="6670213"/>
                  <a:pt x="3557410" y="6663079"/>
                  <a:pt x="3558507" y="6653750"/>
                </a:cubicBezTo>
                <a:lnTo>
                  <a:pt x="4296547" y="6653750"/>
                </a:lnTo>
                <a:lnTo>
                  <a:pt x="4462813" y="6487486"/>
                </a:lnTo>
                <a:lnTo>
                  <a:pt x="4462812" y="6487486"/>
                </a:lnTo>
                <a:lnTo>
                  <a:pt x="4463362" y="6486937"/>
                </a:lnTo>
                <a:lnTo>
                  <a:pt x="4462813" y="6487486"/>
                </a:lnTo>
                <a:lnTo>
                  <a:pt x="4475364" y="6491189"/>
                </a:lnTo>
                <a:cubicBezTo>
                  <a:pt x="4479823" y="6490915"/>
                  <a:pt x="4484212" y="6489132"/>
                  <a:pt x="4487505" y="6485840"/>
                </a:cubicBezTo>
                <a:cubicBezTo>
                  <a:pt x="4494638" y="6478706"/>
                  <a:pt x="4494638" y="6466634"/>
                  <a:pt x="4487505" y="6459501"/>
                </a:cubicBezTo>
                <a:cubicBezTo>
                  <a:pt x="4483938" y="6455934"/>
                  <a:pt x="4479137" y="6454151"/>
                  <a:pt x="4474336" y="6454151"/>
                </a:cubicBezTo>
                <a:close/>
                <a:moveTo>
                  <a:pt x="2861072" y="6399141"/>
                </a:moveTo>
                <a:cubicBezTo>
                  <a:pt x="2850646" y="6399141"/>
                  <a:pt x="2842416" y="6407372"/>
                  <a:pt x="2842416" y="6417798"/>
                </a:cubicBezTo>
                <a:cubicBezTo>
                  <a:pt x="2842416" y="6428224"/>
                  <a:pt x="2849549" y="6435356"/>
                  <a:pt x="2858877" y="6436454"/>
                </a:cubicBezTo>
                <a:lnTo>
                  <a:pt x="2858877" y="6778312"/>
                </a:lnTo>
                <a:lnTo>
                  <a:pt x="2574086" y="7063102"/>
                </a:lnTo>
                <a:lnTo>
                  <a:pt x="1833852" y="7063102"/>
                </a:lnTo>
                <a:lnTo>
                  <a:pt x="1090324" y="7806630"/>
                </a:lnTo>
                <a:lnTo>
                  <a:pt x="60908" y="7806630"/>
                </a:lnTo>
                <a:cubicBezTo>
                  <a:pt x="59810" y="7797303"/>
                  <a:pt x="52128" y="7790168"/>
                  <a:pt x="42250" y="7790168"/>
                </a:cubicBezTo>
                <a:cubicBezTo>
                  <a:pt x="32374" y="7790168"/>
                  <a:pt x="23594" y="7798400"/>
                  <a:pt x="23594" y="7808826"/>
                </a:cubicBezTo>
                <a:cubicBezTo>
                  <a:pt x="23594" y="7819251"/>
                  <a:pt x="31826" y="7827483"/>
                  <a:pt x="42250" y="7827483"/>
                </a:cubicBezTo>
                <a:cubicBezTo>
                  <a:pt x="52676" y="7827483"/>
                  <a:pt x="59810" y="7820348"/>
                  <a:pt x="60908" y="7811020"/>
                </a:cubicBezTo>
                <a:lnTo>
                  <a:pt x="1091970" y="7811020"/>
                </a:lnTo>
                <a:lnTo>
                  <a:pt x="1835498" y="7067493"/>
                </a:lnTo>
                <a:lnTo>
                  <a:pt x="1835498" y="7068042"/>
                </a:lnTo>
                <a:lnTo>
                  <a:pt x="2575733" y="7068042"/>
                </a:lnTo>
                <a:lnTo>
                  <a:pt x="2863267" y="6780507"/>
                </a:lnTo>
                <a:lnTo>
                  <a:pt x="2863267" y="6436454"/>
                </a:lnTo>
                <a:cubicBezTo>
                  <a:pt x="2872596" y="6435356"/>
                  <a:pt x="2879729" y="6427675"/>
                  <a:pt x="2879729" y="6417798"/>
                </a:cubicBezTo>
                <a:cubicBezTo>
                  <a:pt x="2879729" y="6407920"/>
                  <a:pt x="2871498" y="6399141"/>
                  <a:pt x="2861072" y="6399141"/>
                </a:cubicBezTo>
                <a:close/>
                <a:moveTo>
                  <a:pt x="3111561" y="6398704"/>
                </a:moveTo>
                <a:lnTo>
                  <a:pt x="3098603" y="6404009"/>
                </a:lnTo>
                <a:cubicBezTo>
                  <a:pt x="3095242" y="6407370"/>
                  <a:pt x="3093184" y="6412034"/>
                  <a:pt x="3093184" y="6417246"/>
                </a:cubicBezTo>
                <a:cubicBezTo>
                  <a:pt x="3093184" y="6427673"/>
                  <a:pt x="3100318" y="6434806"/>
                  <a:pt x="3109647" y="6435904"/>
                </a:cubicBezTo>
                <a:lnTo>
                  <a:pt x="3109647" y="6726181"/>
                </a:lnTo>
                <a:lnTo>
                  <a:pt x="2526348" y="7309480"/>
                </a:lnTo>
                <a:lnTo>
                  <a:pt x="2231680" y="7309480"/>
                </a:lnTo>
                <a:lnTo>
                  <a:pt x="2131812" y="7209611"/>
                </a:lnTo>
                <a:lnTo>
                  <a:pt x="2131263" y="7209611"/>
                </a:lnTo>
                <a:cubicBezTo>
                  <a:pt x="2131263" y="7209063"/>
                  <a:pt x="2021516" y="7209063"/>
                  <a:pt x="2021516" y="7209063"/>
                </a:cubicBezTo>
                <a:lnTo>
                  <a:pt x="1603934" y="7626645"/>
                </a:lnTo>
                <a:lnTo>
                  <a:pt x="1396514" y="7626645"/>
                </a:lnTo>
                <a:lnTo>
                  <a:pt x="557508" y="8465652"/>
                </a:lnTo>
                <a:lnTo>
                  <a:pt x="52676" y="8465652"/>
                </a:lnTo>
                <a:cubicBezTo>
                  <a:pt x="51580" y="8456323"/>
                  <a:pt x="43898" y="8449189"/>
                  <a:pt x="34020" y="8449189"/>
                </a:cubicBezTo>
                <a:cubicBezTo>
                  <a:pt x="24142" y="8449189"/>
                  <a:pt x="15364" y="8457420"/>
                  <a:pt x="15364" y="8467846"/>
                </a:cubicBezTo>
                <a:cubicBezTo>
                  <a:pt x="15364" y="8478272"/>
                  <a:pt x="23594" y="8486503"/>
                  <a:pt x="34020" y="8486503"/>
                </a:cubicBezTo>
                <a:cubicBezTo>
                  <a:pt x="44446" y="8486503"/>
                  <a:pt x="51580" y="8479370"/>
                  <a:pt x="52676" y="8470042"/>
                </a:cubicBezTo>
                <a:lnTo>
                  <a:pt x="559154" y="8470042"/>
                </a:lnTo>
                <a:lnTo>
                  <a:pt x="1398161" y="7631035"/>
                </a:lnTo>
                <a:lnTo>
                  <a:pt x="1605580" y="7631035"/>
                </a:lnTo>
                <a:lnTo>
                  <a:pt x="2023163" y="7213452"/>
                </a:lnTo>
                <a:lnTo>
                  <a:pt x="2128519" y="7213452"/>
                </a:lnTo>
                <a:lnTo>
                  <a:pt x="2228387" y="7313321"/>
                </a:lnTo>
                <a:lnTo>
                  <a:pt x="2228936" y="7313321"/>
                </a:lnTo>
                <a:cubicBezTo>
                  <a:pt x="2228936" y="7313870"/>
                  <a:pt x="2527445" y="7313870"/>
                  <a:pt x="2527445" y="7313870"/>
                </a:cubicBezTo>
                <a:lnTo>
                  <a:pt x="3113488" y="6727827"/>
                </a:lnTo>
                <a:lnTo>
                  <a:pt x="3113488" y="6435904"/>
                </a:lnTo>
                <a:cubicBezTo>
                  <a:pt x="3122816" y="6434806"/>
                  <a:pt x="3129950" y="6427124"/>
                  <a:pt x="3129950" y="6417246"/>
                </a:cubicBezTo>
                <a:cubicBezTo>
                  <a:pt x="3129950" y="6412308"/>
                  <a:pt x="3127892" y="6407644"/>
                  <a:pt x="3124531" y="6404215"/>
                </a:cubicBezTo>
                <a:close/>
                <a:moveTo>
                  <a:pt x="2945028" y="6398590"/>
                </a:moveTo>
                <a:cubicBezTo>
                  <a:pt x="2934602" y="6398590"/>
                  <a:pt x="2926371" y="6406821"/>
                  <a:pt x="2926371" y="6417246"/>
                </a:cubicBezTo>
                <a:cubicBezTo>
                  <a:pt x="2926371" y="6427673"/>
                  <a:pt x="2933505" y="6434806"/>
                  <a:pt x="2942832" y="6435904"/>
                </a:cubicBezTo>
                <a:lnTo>
                  <a:pt x="2942832" y="6599974"/>
                </a:lnTo>
                <a:cubicBezTo>
                  <a:pt x="2933505" y="6601071"/>
                  <a:pt x="2926371" y="6608754"/>
                  <a:pt x="2926371" y="6618630"/>
                </a:cubicBezTo>
                <a:cubicBezTo>
                  <a:pt x="2926371" y="6628508"/>
                  <a:pt x="2934602" y="6637287"/>
                  <a:pt x="2945028" y="6637287"/>
                </a:cubicBezTo>
                <a:cubicBezTo>
                  <a:pt x="2955454" y="6637287"/>
                  <a:pt x="2963685" y="6629056"/>
                  <a:pt x="2963685" y="6618630"/>
                </a:cubicBezTo>
                <a:cubicBezTo>
                  <a:pt x="2963685" y="6608204"/>
                  <a:pt x="2956551" y="6601071"/>
                  <a:pt x="2947223" y="6599974"/>
                </a:cubicBezTo>
                <a:lnTo>
                  <a:pt x="2947223" y="6435904"/>
                </a:lnTo>
                <a:cubicBezTo>
                  <a:pt x="2956551" y="6434806"/>
                  <a:pt x="2963685" y="6427124"/>
                  <a:pt x="2963685" y="6417246"/>
                </a:cubicBezTo>
                <a:cubicBezTo>
                  <a:pt x="2963685" y="6406821"/>
                  <a:pt x="2955454" y="6398590"/>
                  <a:pt x="2945028" y="6398590"/>
                </a:cubicBezTo>
                <a:close/>
                <a:moveTo>
                  <a:pt x="3028983" y="6398590"/>
                </a:moveTo>
                <a:cubicBezTo>
                  <a:pt x="3018557" y="6398590"/>
                  <a:pt x="3010326" y="6406821"/>
                  <a:pt x="3010326" y="6417246"/>
                </a:cubicBezTo>
                <a:cubicBezTo>
                  <a:pt x="3010326" y="6427673"/>
                  <a:pt x="3017460" y="6434806"/>
                  <a:pt x="3026789" y="6435904"/>
                </a:cubicBezTo>
                <a:lnTo>
                  <a:pt x="3026789" y="6710817"/>
                </a:lnTo>
                <a:lnTo>
                  <a:pt x="2603718" y="7133887"/>
                </a:lnTo>
                <a:lnTo>
                  <a:pt x="1999018" y="7133887"/>
                </a:lnTo>
                <a:lnTo>
                  <a:pt x="1713131" y="7419775"/>
                </a:lnTo>
                <a:cubicBezTo>
                  <a:pt x="1705998" y="7414287"/>
                  <a:pt x="1695023" y="7414835"/>
                  <a:pt x="1688438" y="7421420"/>
                </a:cubicBezTo>
                <a:cubicBezTo>
                  <a:pt x="1681305" y="7428554"/>
                  <a:pt x="1681305" y="7440627"/>
                  <a:pt x="1688438" y="7447759"/>
                </a:cubicBezTo>
                <a:cubicBezTo>
                  <a:pt x="1695572" y="7454893"/>
                  <a:pt x="1707644" y="7454893"/>
                  <a:pt x="1714777" y="7447759"/>
                </a:cubicBezTo>
                <a:cubicBezTo>
                  <a:pt x="1721362" y="7441175"/>
                  <a:pt x="1721911" y="7430749"/>
                  <a:pt x="1716423" y="7423066"/>
                </a:cubicBezTo>
                <a:lnTo>
                  <a:pt x="2000665" y="7138825"/>
                </a:lnTo>
                <a:lnTo>
                  <a:pt x="2604815" y="7138825"/>
                </a:lnTo>
                <a:lnTo>
                  <a:pt x="3031178" y="6712463"/>
                </a:lnTo>
                <a:lnTo>
                  <a:pt x="3031178" y="6435904"/>
                </a:lnTo>
                <a:cubicBezTo>
                  <a:pt x="3040506" y="6434806"/>
                  <a:pt x="3047640" y="6427124"/>
                  <a:pt x="3047640" y="6417246"/>
                </a:cubicBezTo>
                <a:cubicBezTo>
                  <a:pt x="3047640" y="6407370"/>
                  <a:pt x="3039409" y="6398590"/>
                  <a:pt x="3028983" y="6398590"/>
                </a:cubicBezTo>
                <a:close/>
                <a:moveTo>
                  <a:pt x="3111841" y="6398590"/>
                </a:moveTo>
                <a:lnTo>
                  <a:pt x="3111292" y="6398590"/>
                </a:lnTo>
                <a:lnTo>
                  <a:pt x="3111561" y="6398704"/>
                </a:lnTo>
                <a:close/>
                <a:moveTo>
                  <a:pt x="3195248" y="6398590"/>
                </a:moveTo>
                <a:cubicBezTo>
                  <a:pt x="3184823" y="6398590"/>
                  <a:pt x="3176591" y="6406821"/>
                  <a:pt x="3176591" y="6417246"/>
                </a:cubicBezTo>
                <a:cubicBezTo>
                  <a:pt x="3176591" y="6427673"/>
                  <a:pt x="3183724" y="6434806"/>
                  <a:pt x="3193054" y="6435904"/>
                </a:cubicBezTo>
                <a:lnTo>
                  <a:pt x="3193054" y="6599974"/>
                </a:lnTo>
                <a:cubicBezTo>
                  <a:pt x="3183724" y="6601071"/>
                  <a:pt x="3176591" y="6608754"/>
                  <a:pt x="3176591" y="6618630"/>
                </a:cubicBezTo>
                <a:cubicBezTo>
                  <a:pt x="3176591" y="6628508"/>
                  <a:pt x="3184823" y="6637287"/>
                  <a:pt x="3195248" y="6637287"/>
                </a:cubicBezTo>
                <a:cubicBezTo>
                  <a:pt x="3205674" y="6637287"/>
                  <a:pt x="3213905" y="6629056"/>
                  <a:pt x="3213905" y="6618630"/>
                </a:cubicBezTo>
                <a:cubicBezTo>
                  <a:pt x="3213905" y="6608204"/>
                  <a:pt x="3206771" y="6601071"/>
                  <a:pt x="3197443" y="6599974"/>
                </a:cubicBezTo>
                <a:lnTo>
                  <a:pt x="3197443" y="6435904"/>
                </a:lnTo>
                <a:cubicBezTo>
                  <a:pt x="3206771" y="6434806"/>
                  <a:pt x="3213905" y="6427124"/>
                  <a:pt x="3213905" y="6417246"/>
                </a:cubicBezTo>
                <a:cubicBezTo>
                  <a:pt x="3213905" y="6406821"/>
                  <a:pt x="3205674" y="6398590"/>
                  <a:pt x="3195248" y="6398590"/>
                </a:cubicBezTo>
                <a:close/>
                <a:moveTo>
                  <a:pt x="3278654" y="6398590"/>
                </a:moveTo>
                <a:cubicBezTo>
                  <a:pt x="3268229" y="6398590"/>
                  <a:pt x="3259998" y="6406821"/>
                  <a:pt x="3259998" y="6417246"/>
                </a:cubicBezTo>
                <a:cubicBezTo>
                  <a:pt x="3259998" y="6427673"/>
                  <a:pt x="3267131" y="6434806"/>
                  <a:pt x="3276460" y="6435904"/>
                </a:cubicBezTo>
                <a:lnTo>
                  <a:pt x="3276460" y="6619728"/>
                </a:lnTo>
                <a:lnTo>
                  <a:pt x="3437786" y="6781054"/>
                </a:lnTo>
                <a:lnTo>
                  <a:pt x="3438335" y="6781054"/>
                </a:lnTo>
                <a:cubicBezTo>
                  <a:pt x="3438335" y="6781604"/>
                  <a:pt x="4190094" y="6781604"/>
                  <a:pt x="4190094" y="6781604"/>
                </a:cubicBezTo>
                <a:cubicBezTo>
                  <a:pt x="4191191" y="6790931"/>
                  <a:pt x="4198874" y="6798065"/>
                  <a:pt x="4208751" y="6798065"/>
                </a:cubicBezTo>
                <a:cubicBezTo>
                  <a:pt x="4218628" y="6798065"/>
                  <a:pt x="4227408" y="6789834"/>
                  <a:pt x="4227408" y="6779408"/>
                </a:cubicBezTo>
                <a:cubicBezTo>
                  <a:pt x="4227408" y="6768982"/>
                  <a:pt x="4219177" y="6760751"/>
                  <a:pt x="4208751" y="6760751"/>
                </a:cubicBezTo>
                <a:lnTo>
                  <a:pt x="4208202" y="6760203"/>
                </a:lnTo>
                <a:cubicBezTo>
                  <a:pt x="4198874" y="6760203"/>
                  <a:pt x="4190643" y="6767335"/>
                  <a:pt x="4189546" y="6776664"/>
                </a:cubicBezTo>
                <a:lnTo>
                  <a:pt x="3439981" y="6776664"/>
                </a:lnTo>
                <a:lnTo>
                  <a:pt x="3280850" y="6617533"/>
                </a:lnTo>
                <a:lnTo>
                  <a:pt x="3280850" y="6435904"/>
                </a:lnTo>
                <a:cubicBezTo>
                  <a:pt x="3290179" y="6434806"/>
                  <a:pt x="3297312" y="6427124"/>
                  <a:pt x="3297312" y="6417246"/>
                </a:cubicBezTo>
                <a:cubicBezTo>
                  <a:pt x="3297312" y="6407370"/>
                  <a:pt x="3289080" y="6398590"/>
                  <a:pt x="3278654" y="6398590"/>
                </a:cubicBezTo>
                <a:close/>
                <a:moveTo>
                  <a:pt x="2805102" y="6343170"/>
                </a:moveTo>
                <a:cubicBezTo>
                  <a:pt x="2794676" y="6343170"/>
                  <a:pt x="2787542" y="6350304"/>
                  <a:pt x="2786445" y="6359632"/>
                </a:cubicBezTo>
                <a:lnTo>
                  <a:pt x="2069805" y="6359632"/>
                </a:lnTo>
                <a:lnTo>
                  <a:pt x="785230" y="7644207"/>
                </a:lnTo>
                <a:lnTo>
                  <a:pt x="50482" y="7644207"/>
                </a:lnTo>
                <a:cubicBezTo>
                  <a:pt x="49384" y="7634879"/>
                  <a:pt x="41702" y="7627744"/>
                  <a:pt x="31826" y="7627744"/>
                </a:cubicBezTo>
                <a:cubicBezTo>
                  <a:pt x="21948" y="7627744"/>
                  <a:pt x="13168" y="7635976"/>
                  <a:pt x="13168" y="7646401"/>
                </a:cubicBezTo>
                <a:cubicBezTo>
                  <a:pt x="13168" y="7656827"/>
                  <a:pt x="21400" y="7665059"/>
                  <a:pt x="31826" y="7665059"/>
                </a:cubicBezTo>
                <a:cubicBezTo>
                  <a:pt x="42250" y="7665059"/>
                  <a:pt x="49384" y="7657924"/>
                  <a:pt x="50482" y="7648597"/>
                </a:cubicBezTo>
                <a:lnTo>
                  <a:pt x="787426" y="7648597"/>
                </a:lnTo>
                <a:lnTo>
                  <a:pt x="2072000" y="6364021"/>
                </a:lnTo>
                <a:lnTo>
                  <a:pt x="2786445" y="6364021"/>
                </a:lnTo>
                <a:cubicBezTo>
                  <a:pt x="2787542" y="6373350"/>
                  <a:pt x="2795224" y="6380484"/>
                  <a:pt x="2805102" y="6380484"/>
                </a:cubicBezTo>
                <a:cubicBezTo>
                  <a:pt x="2814978" y="6380484"/>
                  <a:pt x="2823759" y="6372252"/>
                  <a:pt x="2823759" y="6361827"/>
                </a:cubicBezTo>
                <a:cubicBezTo>
                  <a:pt x="2823759" y="6351401"/>
                  <a:pt x="2815528" y="6343170"/>
                  <a:pt x="2805102" y="6343170"/>
                </a:cubicBezTo>
                <a:close/>
                <a:moveTo>
                  <a:pt x="4023829" y="6335623"/>
                </a:moveTo>
                <a:cubicBezTo>
                  <a:pt x="4019028" y="6335623"/>
                  <a:pt x="4014226" y="6337406"/>
                  <a:pt x="4010660" y="6340973"/>
                </a:cubicBezTo>
                <a:cubicBezTo>
                  <a:pt x="4004074" y="6347558"/>
                  <a:pt x="4003526" y="6357984"/>
                  <a:pt x="4009014" y="6365667"/>
                </a:cubicBezTo>
                <a:lnTo>
                  <a:pt x="3922314" y="6452366"/>
                </a:lnTo>
                <a:lnTo>
                  <a:pt x="3633134" y="6452366"/>
                </a:lnTo>
                <a:lnTo>
                  <a:pt x="3632584" y="6452914"/>
                </a:lnTo>
                <a:lnTo>
                  <a:pt x="3538753" y="6359082"/>
                </a:lnTo>
                <a:lnTo>
                  <a:pt x="3538203" y="6359082"/>
                </a:lnTo>
                <a:cubicBezTo>
                  <a:pt x="3538203" y="6358532"/>
                  <a:pt x="3354379" y="6358532"/>
                  <a:pt x="3354379" y="6358532"/>
                </a:cubicBezTo>
                <a:cubicBezTo>
                  <a:pt x="3353282" y="6349204"/>
                  <a:pt x="3345600" y="6342071"/>
                  <a:pt x="3335723" y="6342071"/>
                </a:cubicBezTo>
                <a:cubicBezTo>
                  <a:pt x="3325846" y="6342071"/>
                  <a:pt x="3317066" y="6350301"/>
                  <a:pt x="3317066" y="6360727"/>
                </a:cubicBezTo>
                <a:cubicBezTo>
                  <a:pt x="3317066" y="6371153"/>
                  <a:pt x="3325297" y="6379384"/>
                  <a:pt x="3335723" y="6379384"/>
                </a:cubicBezTo>
                <a:cubicBezTo>
                  <a:pt x="3346148" y="6379384"/>
                  <a:pt x="3353282" y="6372251"/>
                  <a:pt x="3354379" y="6362923"/>
                </a:cubicBezTo>
                <a:lnTo>
                  <a:pt x="3536009" y="6362923"/>
                </a:lnTo>
                <a:lnTo>
                  <a:pt x="3629842" y="6456755"/>
                </a:lnTo>
                <a:lnTo>
                  <a:pt x="3630390" y="6456755"/>
                </a:lnTo>
                <a:cubicBezTo>
                  <a:pt x="3630390" y="6457304"/>
                  <a:pt x="3923960" y="6457304"/>
                  <a:pt x="3923960" y="6457304"/>
                </a:cubicBezTo>
                <a:lnTo>
                  <a:pt x="4012306" y="6368958"/>
                </a:lnTo>
                <a:cubicBezTo>
                  <a:pt x="4019439" y="6374446"/>
                  <a:pt x="4030414" y="6373897"/>
                  <a:pt x="4036998" y="6367312"/>
                </a:cubicBezTo>
                <a:cubicBezTo>
                  <a:pt x="4044132" y="6360179"/>
                  <a:pt x="4044132" y="6348107"/>
                  <a:pt x="4036998" y="6340973"/>
                </a:cubicBezTo>
                <a:cubicBezTo>
                  <a:pt x="4033431" y="6337406"/>
                  <a:pt x="4028630" y="6335623"/>
                  <a:pt x="4023829" y="6335623"/>
                </a:cubicBezTo>
                <a:close/>
                <a:moveTo>
                  <a:pt x="5429672" y="6278558"/>
                </a:moveTo>
                <a:cubicBezTo>
                  <a:pt x="5424871" y="6278558"/>
                  <a:pt x="5420070" y="6280341"/>
                  <a:pt x="5416503" y="6283907"/>
                </a:cubicBezTo>
                <a:cubicBezTo>
                  <a:pt x="5409370" y="6291041"/>
                  <a:pt x="5409370" y="6300917"/>
                  <a:pt x="5414856" y="6308601"/>
                </a:cubicBezTo>
                <a:lnTo>
                  <a:pt x="4905088" y="6818369"/>
                </a:lnTo>
                <a:lnTo>
                  <a:pt x="4650477" y="6818369"/>
                </a:lnTo>
                <a:lnTo>
                  <a:pt x="4394770" y="7074077"/>
                </a:lnTo>
                <a:cubicBezTo>
                  <a:pt x="4387637" y="7068590"/>
                  <a:pt x="4376662" y="7069139"/>
                  <a:pt x="4370077" y="7075724"/>
                </a:cubicBezTo>
                <a:cubicBezTo>
                  <a:pt x="4362944" y="7082856"/>
                  <a:pt x="4362944" y="7094929"/>
                  <a:pt x="4370077" y="7102062"/>
                </a:cubicBezTo>
                <a:cubicBezTo>
                  <a:pt x="4377210" y="7109196"/>
                  <a:pt x="4389282" y="7109196"/>
                  <a:pt x="4396416" y="7102062"/>
                </a:cubicBezTo>
                <a:cubicBezTo>
                  <a:pt x="4403001" y="7095478"/>
                  <a:pt x="4403550" y="7085052"/>
                  <a:pt x="4398062" y="7077370"/>
                </a:cubicBezTo>
                <a:lnTo>
                  <a:pt x="4652124" y="6823309"/>
                </a:lnTo>
                <a:lnTo>
                  <a:pt x="4906734" y="6823309"/>
                </a:lnTo>
                <a:lnTo>
                  <a:pt x="5418150" y="6311892"/>
                </a:lnTo>
                <a:cubicBezTo>
                  <a:pt x="5425282" y="6317380"/>
                  <a:pt x="5436257" y="6316831"/>
                  <a:pt x="5442842" y="6310246"/>
                </a:cubicBezTo>
                <a:cubicBezTo>
                  <a:pt x="5449976" y="6303113"/>
                  <a:pt x="5449976" y="6291041"/>
                  <a:pt x="5442842" y="6283907"/>
                </a:cubicBezTo>
                <a:cubicBezTo>
                  <a:pt x="5439275" y="6280341"/>
                  <a:pt x="5434474" y="6278558"/>
                  <a:pt x="5429672" y="6278558"/>
                </a:cubicBezTo>
                <a:close/>
                <a:moveTo>
                  <a:pt x="2805102" y="6258664"/>
                </a:moveTo>
                <a:cubicBezTo>
                  <a:pt x="2794676" y="6258664"/>
                  <a:pt x="2787542" y="6265798"/>
                  <a:pt x="2786445" y="6275126"/>
                </a:cubicBezTo>
                <a:lnTo>
                  <a:pt x="2083523" y="6275126"/>
                </a:lnTo>
                <a:lnTo>
                  <a:pt x="1833851" y="6524798"/>
                </a:lnTo>
                <a:lnTo>
                  <a:pt x="1705448" y="6524798"/>
                </a:lnTo>
                <a:lnTo>
                  <a:pt x="1361944" y="6868302"/>
                </a:lnTo>
                <a:lnTo>
                  <a:pt x="696884" y="6868302"/>
                </a:lnTo>
                <a:lnTo>
                  <a:pt x="467516" y="7097670"/>
                </a:lnTo>
                <a:lnTo>
                  <a:pt x="37312" y="7097670"/>
                </a:lnTo>
                <a:cubicBezTo>
                  <a:pt x="36216" y="7088342"/>
                  <a:pt x="28534" y="7081209"/>
                  <a:pt x="18656" y="7081209"/>
                </a:cubicBezTo>
                <a:cubicBezTo>
                  <a:pt x="8778" y="7081209"/>
                  <a:pt x="0" y="7089440"/>
                  <a:pt x="0" y="7099866"/>
                </a:cubicBezTo>
                <a:cubicBezTo>
                  <a:pt x="0" y="7110291"/>
                  <a:pt x="8230" y="7118523"/>
                  <a:pt x="18656" y="7118523"/>
                </a:cubicBezTo>
                <a:cubicBezTo>
                  <a:pt x="29082" y="7118523"/>
                  <a:pt x="36216" y="7111389"/>
                  <a:pt x="37312" y="7102060"/>
                </a:cubicBezTo>
                <a:lnTo>
                  <a:pt x="469162" y="7102060"/>
                </a:lnTo>
                <a:lnTo>
                  <a:pt x="698532" y="6872692"/>
                </a:lnTo>
                <a:lnTo>
                  <a:pt x="1363590" y="6872692"/>
                </a:lnTo>
                <a:lnTo>
                  <a:pt x="1707095" y="6529187"/>
                </a:lnTo>
                <a:lnTo>
                  <a:pt x="1835498" y="6529187"/>
                </a:lnTo>
                <a:lnTo>
                  <a:pt x="2085169" y="6279516"/>
                </a:lnTo>
                <a:lnTo>
                  <a:pt x="2786445" y="6279516"/>
                </a:lnTo>
                <a:cubicBezTo>
                  <a:pt x="2787542" y="6288844"/>
                  <a:pt x="2795225" y="6295978"/>
                  <a:pt x="2805102" y="6295978"/>
                </a:cubicBezTo>
                <a:cubicBezTo>
                  <a:pt x="2814979" y="6295978"/>
                  <a:pt x="2823759" y="6287747"/>
                  <a:pt x="2823759" y="6277321"/>
                </a:cubicBezTo>
                <a:cubicBezTo>
                  <a:pt x="2823759" y="6266895"/>
                  <a:pt x="2815528" y="6258664"/>
                  <a:pt x="2805102" y="6258664"/>
                </a:cubicBezTo>
                <a:close/>
                <a:moveTo>
                  <a:pt x="2804554" y="6175257"/>
                </a:moveTo>
                <a:cubicBezTo>
                  <a:pt x="2794128" y="6175257"/>
                  <a:pt x="2786994" y="6182391"/>
                  <a:pt x="2785897" y="6191720"/>
                </a:cubicBezTo>
                <a:lnTo>
                  <a:pt x="2621826" y="6191720"/>
                </a:lnTo>
                <a:cubicBezTo>
                  <a:pt x="2620729" y="6182391"/>
                  <a:pt x="2613047" y="6175257"/>
                  <a:pt x="2603170" y="6175257"/>
                </a:cubicBezTo>
                <a:cubicBezTo>
                  <a:pt x="2593292" y="6175257"/>
                  <a:pt x="2584513" y="6183488"/>
                  <a:pt x="2584513" y="6193914"/>
                </a:cubicBezTo>
                <a:cubicBezTo>
                  <a:pt x="2584513" y="6204340"/>
                  <a:pt x="2592744" y="6212571"/>
                  <a:pt x="2603170" y="6212571"/>
                </a:cubicBezTo>
                <a:cubicBezTo>
                  <a:pt x="2612498" y="6212571"/>
                  <a:pt x="2620729" y="6205437"/>
                  <a:pt x="2621826" y="6196109"/>
                </a:cubicBezTo>
                <a:lnTo>
                  <a:pt x="2785897" y="6196109"/>
                </a:lnTo>
                <a:cubicBezTo>
                  <a:pt x="2786994" y="6205437"/>
                  <a:pt x="2794676" y="6212571"/>
                  <a:pt x="2804554" y="6212571"/>
                </a:cubicBezTo>
                <a:cubicBezTo>
                  <a:pt x="2814430" y="6212571"/>
                  <a:pt x="2823210" y="6204340"/>
                  <a:pt x="2823210" y="6193914"/>
                </a:cubicBezTo>
                <a:cubicBezTo>
                  <a:pt x="2823210" y="6183488"/>
                  <a:pt x="2814979" y="6175257"/>
                  <a:pt x="2804554" y="6175257"/>
                </a:cubicBezTo>
                <a:close/>
                <a:moveTo>
                  <a:pt x="5032942" y="6093636"/>
                </a:moveTo>
                <a:cubicBezTo>
                  <a:pt x="5028140" y="6093636"/>
                  <a:pt x="5023339" y="6095419"/>
                  <a:pt x="5019772" y="6098986"/>
                </a:cubicBezTo>
                <a:cubicBezTo>
                  <a:pt x="5013188" y="6105571"/>
                  <a:pt x="5012639" y="6115997"/>
                  <a:pt x="5018126" y="6123679"/>
                </a:cubicBezTo>
                <a:lnTo>
                  <a:pt x="4240576" y="6901227"/>
                </a:lnTo>
                <a:lnTo>
                  <a:pt x="3982126" y="6901227"/>
                </a:lnTo>
                <a:lnTo>
                  <a:pt x="3452054" y="7431300"/>
                </a:lnTo>
                <a:lnTo>
                  <a:pt x="2989475" y="7431300"/>
                </a:lnTo>
                <a:lnTo>
                  <a:pt x="1999568" y="8421206"/>
                </a:lnTo>
                <a:lnTo>
                  <a:pt x="1184156" y="8421206"/>
                </a:lnTo>
                <a:lnTo>
                  <a:pt x="807180" y="8798184"/>
                </a:lnTo>
                <a:cubicBezTo>
                  <a:pt x="800046" y="8792696"/>
                  <a:pt x="789072" y="8793245"/>
                  <a:pt x="782486" y="8799830"/>
                </a:cubicBezTo>
                <a:cubicBezTo>
                  <a:pt x="775352" y="8806963"/>
                  <a:pt x="775352" y="8819035"/>
                  <a:pt x="782486" y="8826169"/>
                </a:cubicBezTo>
                <a:cubicBezTo>
                  <a:pt x="789620" y="8833301"/>
                  <a:pt x="801692" y="8833301"/>
                  <a:pt x="808826" y="8826169"/>
                </a:cubicBezTo>
                <a:cubicBezTo>
                  <a:pt x="815410" y="8819584"/>
                  <a:pt x="815960" y="8809158"/>
                  <a:pt x="810472" y="8801475"/>
                </a:cubicBezTo>
                <a:lnTo>
                  <a:pt x="1185802" y="8426145"/>
                </a:lnTo>
                <a:lnTo>
                  <a:pt x="2001214" y="8426145"/>
                </a:lnTo>
                <a:lnTo>
                  <a:pt x="2991121" y="7436238"/>
                </a:lnTo>
                <a:lnTo>
                  <a:pt x="3453699" y="7436238"/>
                </a:lnTo>
                <a:lnTo>
                  <a:pt x="3983772" y="6906167"/>
                </a:lnTo>
                <a:lnTo>
                  <a:pt x="4242224" y="6906167"/>
                </a:lnTo>
                <a:lnTo>
                  <a:pt x="5021418" y="6126971"/>
                </a:lnTo>
                <a:cubicBezTo>
                  <a:pt x="5028552" y="6132458"/>
                  <a:pt x="5039526" y="6131910"/>
                  <a:pt x="5046112" y="6125325"/>
                </a:cubicBezTo>
                <a:cubicBezTo>
                  <a:pt x="5053245" y="6118191"/>
                  <a:pt x="5053245" y="6106119"/>
                  <a:pt x="5046112" y="6098986"/>
                </a:cubicBezTo>
                <a:cubicBezTo>
                  <a:pt x="5042545" y="6095419"/>
                  <a:pt x="5037743" y="6093636"/>
                  <a:pt x="5032942" y="6093636"/>
                </a:cubicBezTo>
                <a:close/>
                <a:moveTo>
                  <a:pt x="2804554" y="6091851"/>
                </a:moveTo>
                <a:cubicBezTo>
                  <a:pt x="2794128" y="6091851"/>
                  <a:pt x="2786994" y="6098984"/>
                  <a:pt x="2785897" y="6108312"/>
                </a:cubicBezTo>
                <a:lnTo>
                  <a:pt x="2039076" y="6108312"/>
                </a:lnTo>
                <a:lnTo>
                  <a:pt x="1539184" y="6608204"/>
                </a:lnTo>
                <a:lnTo>
                  <a:pt x="856016" y="6608204"/>
                </a:lnTo>
                <a:lnTo>
                  <a:pt x="609636" y="6854584"/>
                </a:lnTo>
                <a:lnTo>
                  <a:pt x="196444" y="6854584"/>
                </a:lnTo>
                <a:cubicBezTo>
                  <a:pt x="195346" y="6845255"/>
                  <a:pt x="187664" y="6838122"/>
                  <a:pt x="177786" y="6838122"/>
                </a:cubicBezTo>
                <a:cubicBezTo>
                  <a:pt x="167910" y="6838122"/>
                  <a:pt x="159130" y="6846352"/>
                  <a:pt x="159130" y="6856778"/>
                </a:cubicBezTo>
                <a:cubicBezTo>
                  <a:pt x="159130" y="6867204"/>
                  <a:pt x="167360" y="6875435"/>
                  <a:pt x="177786" y="6875435"/>
                </a:cubicBezTo>
                <a:cubicBezTo>
                  <a:pt x="188214" y="6875435"/>
                  <a:pt x="195346" y="6868302"/>
                  <a:pt x="196444" y="6858974"/>
                </a:cubicBezTo>
                <a:lnTo>
                  <a:pt x="611832" y="6858974"/>
                </a:lnTo>
                <a:lnTo>
                  <a:pt x="858212" y="6612594"/>
                </a:lnTo>
                <a:lnTo>
                  <a:pt x="1541379" y="6612594"/>
                </a:lnTo>
                <a:lnTo>
                  <a:pt x="2041271" y="6112703"/>
                </a:lnTo>
                <a:lnTo>
                  <a:pt x="2785897" y="6112703"/>
                </a:lnTo>
                <a:cubicBezTo>
                  <a:pt x="2786994" y="6122031"/>
                  <a:pt x="2794676" y="6129164"/>
                  <a:pt x="2804554" y="6129164"/>
                </a:cubicBezTo>
                <a:cubicBezTo>
                  <a:pt x="2814979" y="6129164"/>
                  <a:pt x="2823210" y="6120934"/>
                  <a:pt x="2823210" y="6110508"/>
                </a:cubicBezTo>
                <a:cubicBezTo>
                  <a:pt x="2823210" y="6100081"/>
                  <a:pt x="2814979" y="6091851"/>
                  <a:pt x="2804554" y="6091851"/>
                </a:cubicBezTo>
                <a:close/>
                <a:moveTo>
                  <a:pt x="3537106" y="6091851"/>
                </a:moveTo>
                <a:cubicBezTo>
                  <a:pt x="3526680" y="6091851"/>
                  <a:pt x="3519548" y="6098984"/>
                  <a:pt x="3518449" y="6108312"/>
                </a:cubicBezTo>
                <a:lnTo>
                  <a:pt x="3354379" y="6108312"/>
                </a:lnTo>
                <a:cubicBezTo>
                  <a:pt x="3353282" y="6098984"/>
                  <a:pt x="3345600" y="6091851"/>
                  <a:pt x="3335723" y="6091851"/>
                </a:cubicBezTo>
                <a:cubicBezTo>
                  <a:pt x="3325846" y="6091851"/>
                  <a:pt x="3317066" y="6100081"/>
                  <a:pt x="3317066" y="6110508"/>
                </a:cubicBezTo>
                <a:cubicBezTo>
                  <a:pt x="3317066" y="6120934"/>
                  <a:pt x="3325297" y="6129164"/>
                  <a:pt x="3335723" y="6129164"/>
                </a:cubicBezTo>
                <a:cubicBezTo>
                  <a:pt x="3345051" y="6129164"/>
                  <a:pt x="3353282" y="6122031"/>
                  <a:pt x="3354379" y="6112703"/>
                </a:cubicBezTo>
                <a:lnTo>
                  <a:pt x="3518449" y="6112703"/>
                </a:lnTo>
                <a:cubicBezTo>
                  <a:pt x="3519548" y="6122031"/>
                  <a:pt x="3527229" y="6129164"/>
                  <a:pt x="3537106" y="6129164"/>
                </a:cubicBezTo>
                <a:cubicBezTo>
                  <a:pt x="3546984" y="6129164"/>
                  <a:pt x="3555763" y="6120934"/>
                  <a:pt x="3555763" y="6110508"/>
                </a:cubicBezTo>
                <a:cubicBezTo>
                  <a:pt x="3555763" y="6100081"/>
                  <a:pt x="3547532" y="6091851"/>
                  <a:pt x="3537106" y="6091851"/>
                </a:cubicBezTo>
                <a:close/>
                <a:moveTo>
                  <a:pt x="12898423" y="6025593"/>
                </a:moveTo>
                <a:cubicBezTo>
                  <a:pt x="12893622" y="6025593"/>
                  <a:pt x="12888820" y="6027377"/>
                  <a:pt x="12885254" y="6030944"/>
                </a:cubicBezTo>
                <a:cubicBezTo>
                  <a:pt x="12878120" y="6038077"/>
                  <a:pt x="12878120" y="6050149"/>
                  <a:pt x="12885254" y="6057283"/>
                </a:cubicBezTo>
                <a:cubicBezTo>
                  <a:pt x="12891838" y="6063867"/>
                  <a:pt x="12902265" y="6064416"/>
                  <a:pt x="12909946" y="6058928"/>
                </a:cubicBezTo>
                <a:lnTo>
                  <a:pt x="12959881" y="6108862"/>
                </a:lnTo>
                <a:lnTo>
                  <a:pt x="12960428" y="6108862"/>
                </a:lnTo>
                <a:cubicBezTo>
                  <a:pt x="12960428" y="6109412"/>
                  <a:pt x="14895795" y="6109412"/>
                  <a:pt x="14895795" y="6109412"/>
                </a:cubicBezTo>
                <a:lnTo>
                  <a:pt x="15247532" y="6461147"/>
                </a:lnTo>
                <a:cubicBezTo>
                  <a:pt x="15242044" y="6468280"/>
                  <a:pt x="15242594" y="6479255"/>
                  <a:pt x="15249178" y="6485840"/>
                </a:cubicBezTo>
                <a:cubicBezTo>
                  <a:pt x="15256311" y="6492973"/>
                  <a:pt x="15268383" y="6492973"/>
                  <a:pt x="15275517" y="6485840"/>
                </a:cubicBezTo>
                <a:cubicBezTo>
                  <a:pt x="15282649" y="6478706"/>
                  <a:pt x="15282649" y="6466634"/>
                  <a:pt x="15275517" y="6459501"/>
                </a:cubicBezTo>
                <a:cubicBezTo>
                  <a:pt x="15268932" y="6452916"/>
                  <a:pt x="15258506" y="6452367"/>
                  <a:pt x="15250825" y="6457855"/>
                </a:cubicBezTo>
                <a:lnTo>
                  <a:pt x="14898539" y="6105571"/>
                </a:lnTo>
                <a:lnTo>
                  <a:pt x="14897992" y="6105571"/>
                </a:lnTo>
                <a:cubicBezTo>
                  <a:pt x="14897992" y="6105022"/>
                  <a:pt x="12962625" y="6105022"/>
                  <a:pt x="12962625" y="6105022"/>
                </a:cubicBezTo>
                <a:lnTo>
                  <a:pt x="12913239" y="6055636"/>
                </a:lnTo>
                <a:cubicBezTo>
                  <a:pt x="12918726" y="6048502"/>
                  <a:pt x="12918177" y="6037528"/>
                  <a:pt x="12911593" y="6030944"/>
                </a:cubicBezTo>
                <a:cubicBezTo>
                  <a:pt x="12908026" y="6027377"/>
                  <a:pt x="12903224" y="6025593"/>
                  <a:pt x="12898423" y="6025593"/>
                </a:cubicBezTo>
                <a:close/>
                <a:moveTo>
                  <a:pt x="2805102" y="6008444"/>
                </a:moveTo>
                <a:cubicBezTo>
                  <a:pt x="2794676" y="6008444"/>
                  <a:pt x="2787542" y="6015577"/>
                  <a:pt x="2786445" y="6024906"/>
                </a:cubicBezTo>
                <a:lnTo>
                  <a:pt x="2018774" y="6024906"/>
                </a:lnTo>
                <a:lnTo>
                  <a:pt x="1510650" y="6533028"/>
                </a:lnTo>
                <a:lnTo>
                  <a:pt x="1277989" y="6533028"/>
                </a:lnTo>
                <a:lnTo>
                  <a:pt x="1184156" y="6439196"/>
                </a:lnTo>
                <a:lnTo>
                  <a:pt x="1183608" y="6439196"/>
                </a:lnTo>
                <a:cubicBezTo>
                  <a:pt x="1183608" y="6438647"/>
                  <a:pt x="931192" y="6438647"/>
                  <a:pt x="931192" y="6438647"/>
                </a:cubicBezTo>
                <a:lnTo>
                  <a:pt x="686458" y="6683380"/>
                </a:lnTo>
                <a:lnTo>
                  <a:pt x="171752" y="6683380"/>
                </a:lnTo>
                <a:lnTo>
                  <a:pt x="32374" y="6822757"/>
                </a:lnTo>
                <a:cubicBezTo>
                  <a:pt x="25240" y="6817270"/>
                  <a:pt x="14266" y="6817819"/>
                  <a:pt x="7682" y="6824403"/>
                </a:cubicBezTo>
                <a:cubicBezTo>
                  <a:pt x="548" y="6831538"/>
                  <a:pt x="548" y="6843609"/>
                  <a:pt x="7682" y="6850743"/>
                </a:cubicBezTo>
                <a:cubicBezTo>
                  <a:pt x="14814" y="6857876"/>
                  <a:pt x="26886" y="6857876"/>
                  <a:pt x="34020" y="6850743"/>
                </a:cubicBezTo>
                <a:lnTo>
                  <a:pt x="34568" y="6850743"/>
                </a:lnTo>
                <a:cubicBezTo>
                  <a:pt x="41154" y="6844158"/>
                  <a:pt x="41702" y="6833732"/>
                  <a:pt x="36216" y="6826050"/>
                </a:cubicBezTo>
                <a:lnTo>
                  <a:pt x="174494" y="6687770"/>
                </a:lnTo>
                <a:lnTo>
                  <a:pt x="688654" y="6687770"/>
                </a:lnTo>
                <a:lnTo>
                  <a:pt x="933388" y="6443037"/>
                </a:lnTo>
                <a:lnTo>
                  <a:pt x="1181412" y="6443037"/>
                </a:lnTo>
                <a:lnTo>
                  <a:pt x="1275245" y="6536870"/>
                </a:lnTo>
                <a:lnTo>
                  <a:pt x="1275794" y="6536870"/>
                </a:lnTo>
                <a:cubicBezTo>
                  <a:pt x="1275794" y="6537419"/>
                  <a:pt x="1512845" y="6537419"/>
                  <a:pt x="1512845" y="6537419"/>
                </a:cubicBezTo>
                <a:lnTo>
                  <a:pt x="2020968" y="6029295"/>
                </a:lnTo>
                <a:lnTo>
                  <a:pt x="2786445" y="6029295"/>
                </a:lnTo>
                <a:cubicBezTo>
                  <a:pt x="2787542" y="6038624"/>
                  <a:pt x="2795225" y="6045757"/>
                  <a:pt x="2805102" y="6045757"/>
                </a:cubicBezTo>
                <a:cubicBezTo>
                  <a:pt x="2814979" y="6045757"/>
                  <a:pt x="2823759" y="6037526"/>
                  <a:pt x="2823759" y="6027101"/>
                </a:cubicBezTo>
                <a:cubicBezTo>
                  <a:pt x="2823759" y="6016675"/>
                  <a:pt x="2815528" y="6008444"/>
                  <a:pt x="2805102" y="6008444"/>
                </a:cubicBezTo>
                <a:close/>
                <a:moveTo>
                  <a:pt x="4046876" y="6008444"/>
                </a:moveTo>
                <a:cubicBezTo>
                  <a:pt x="4036450" y="6008444"/>
                  <a:pt x="4029316" y="6015577"/>
                  <a:pt x="4028219" y="6024906"/>
                </a:cubicBezTo>
                <a:lnTo>
                  <a:pt x="3354379" y="6024906"/>
                </a:lnTo>
                <a:cubicBezTo>
                  <a:pt x="3353282" y="6015577"/>
                  <a:pt x="3345600" y="6008444"/>
                  <a:pt x="3335723" y="6008444"/>
                </a:cubicBezTo>
                <a:cubicBezTo>
                  <a:pt x="3325846" y="6008444"/>
                  <a:pt x="3317066" y="6016675"/>
                  <a:pt x="3317066" y="6027101"/>
                </a:cubicBezTo>
                <a:cubicBezTo>
                  <a:pt x="3317066" y="6037526"/>
                  <a:pt x="3325297" y="6045757"/>
                  <a:pt x="3335723" y="6045757"/>
                </a:cubicBezTo>
                <a:cubicBezTo>
                  <a:pt x="3345051" y="6045757"/>
                  <a:pt x="3353282" y="6038624"/>
                  <a:pt x="3354379" y="6029295"/>
                </a:cubicBezTo>
                <a:lnTo>
                  <a:pt x="4028219" y="6029295"/>
                </a:lnTo>
                <a:cubicBezTo>
                  <a:pt x="4029316" y="6038624"/>
                  <a:pt x="4036998" y="6045757"/>
                  <a:pt x="4046876" y="6045757"/>
                </a:cubicBezTo>
                <a:cubicBezTo>
                  <a:pt x="4056752" y="6045757"/>
                  <a:pt x="4065533" y="6037526"/>
                  <a:pt x="4065533" y="6027101"/>
                </a:cubicBezTo>
                <a:cubicBezTo>
                  <a:pt x="4065533" y="6016675"/>
                  <a:pt x="4057302" y="6008444"/>
                  <a:pt x="4046876" y="6008444"/>
                </a:cubicBezTo>
                <a:close/>
                <a:moveTo>
                  <a:pt x="2804004" y="5926136"/>
                </a:moveTo>
                <a:cubicBezTo>
                  <a:pt x="2793579" y="5926136"/>
                  <a:pt x="2786445" y="5933270"/>
                  <a:pt x="2785348" y="5942599"/>
                </a:cubicBezTo>
                <a:lnTo>
                  <a:pt x="1992983" y="5942599"/>
                </a:lnTo>
                <a:lnTo>
                  <a:pt x="1601739" y="6333841"/>
                </a:lnTo>
                <a:lnTo>
                  <a:pt x="932838" y="6333841"/>
                </a:lnTo>
                <a:lnTo>
                  <a:pt x="706762" y="6559919"/>
                </a:lnTo>
                <a:lnTo>
                  <a:pt x="441726" y="6559919"/>
                </a:lnTo>
                <a:cubicBezTo>
                  <a:pt x="440628" y="6550590"/>
                  <a:pt x="432946" y="6543456"/>
                  <a:pt x="423070" y="6543456"/>
                </a:cubicBezTo>
                <a:cubicBezTo>
                  <a:pt x="413192" y="6543456"/>
                  <a:pt x="404412" y="6551687"/>
                  <a:pt x="404412" y="6562113"/>
                </a:cubicBezTo>
                <a:cubicBezTo>
                  <a:pt x="404412" y="6572539"/>
                  <a:pt x="412644" y="6580770"/>
                  <a:pt x="423070" y="6580770"/>
                </a:cubicBezTo>
                <a:cubicBezTo>
                  <a:pt x="433494" y="6580770"/>
                  <a:pt x="440628" y="6573636"/>
                  <a:pt x="441726" y="6564307"/>
                </a:cubicBezTo>
                <a:lnTo>
                  <a:pt x="708958" y="6564307"/>
                </a:lnTo>
                <a:lnTo>
                  <a:pt x="935034" y="6338232"/>
                </a:lnTo>
                <a:lnTo>
                  <a:pt x="1603934" y="6338232"/>
                </a:lnTo>
                <a:lnTo>
                  <a:pt x="1995178" y="5946987"/>
                </a:lnTo>
                <a:lnTo>
                  <a:pt x="2785348" y="5946987"/>
                </a:lnTo>
                <a:cubicBezTo>
                  <a:pt x="2786445" y="5956316"/>
                  <a:pt x="2794127" y="5963450"/>
                  <a:pt x="2804004" y="5963450"/>
                </a:cubicBezTo>
                <a:cubicBezTo>
                  <a:pt x="2813881" y="5963450"/>
                  <a:pt x="2822662" y="5955218"/>
                  <a:pt x="2822662" y="5944793"/>
                </a:cubicBezTo>
                <a:cubicBezTo>
                  <a:pt x="2822662" y="5934367"/>
                  <a:pt x="2814430" y="5926136"/>
                  <a:pt x="2804004" y="5926136"/>
                </a:cubicBezTo>
                <a:close/>
                <a:moveTo>
                  <a:pt x="11466789" y="5863170"/>
                </a:moveTo>
                <a:cubicBezTo>
                  <a:pt x="11461988" y="5863170"/>
                  <a:pt x="11457187" y="5864953"/>
                  <a:pt x="11453620" y="5868520"/>
                </a:cubicBezTo>
                <a:cubicBezTo>
                  <a:pt x="11446487" y="5875653"/>
                  <a:pt x="11446487" y="5887725"/>
                  <a:pt x="11453620" y="5894858"/>
                </a:cubicBezTo>
                <a:cubicBezTo>
                  <a:pt x="11460204" y="5901444"/>
                  <a:pt x="11470629" y="5901992"/>
                  <a:pt x="11478312" y="5896505"/>
                </a:cubicBezTo>
                <a:lnTo>
                  <a:pt x="11798770" y="6216962"/>
                </a:lnTo>
                <a:lnTo>
                  <a:pt x="11799319" y="6216962"/>
                </a:lnTo>
                <a:cubicBezTo>
                  <a:pt x="11799319" y="6217512"/>
                  <a:pt x="12278359" y="6217512"/>
                  <a:pt x="12278359" y="6217512"/>
                </a:cubicBezTo>
                <a:lnTo>
                  <a:pt x="12570284" y="6509985"/>
                </a:lnTo>
                <a:lnTo>
                  <a:pt x="12570831" y="6509985"/>
                </a:lnTo>
                <a:cubicBezTo>
                  <a:pt x="12570831" y="6510533"/>
                  <a:pt x="13854309" y="6510533"/>
                  <a:pt x="13854309" y="6510533"/>
                </a:cubicBezTo>
                <a:lnTo>
                  <a:pt x="14513881" y="7170105"/>
                </a:lnTo>
                <a:lnTo>
                  <a:pt x="14514429" y="7170105"/>
                </a:lnTo>
                <a:cubicBezTo>
                  <a:pt x="14514429" y="7170654"/>
                  <a:pt x="15260152" y="7170654"/>
                  <a:pt x="15260152" y="7170654"/>
                </a:cubicBezTo>
                <a:lnTo>
                  <a:pt x="15528481" y="6902325"/>
                </a:lnTo>
                <a:lnTo>
                  <a:pt x="15694745" y="6902325"/>
                </a:lnTo>
                <a:cubicBezTo>
                  <a:pt x="15695843" y="6911653"/>
                  <a:pt x="15703526" y="6918787"/>
                  <a:pt x="15713402" y="6918787"/>
                </a:cubicBezTo>
                <a:cubicBezTo>
                  <a:pt x="15723280" y="6918787"/>
                  <a:pt x="15732060" y="6910556"/>
                  <a:pt x="15732060" y="6900130"/>
                </a:cubicBezTo>
                <a:cubicBezTo>
                  <a:pt x="15732060" y="6889704"/>
                  <a:pt x="15723828" y="6881473"/>
                  <a:pt x="15713402" y="6881473"/>
                </a:cubicBezTo>
                <a:lnTo>
                  <a:pt x="15712305" y="6880925"/>
                </a:lnTo>
                <a:cubicBezTo>
                  <a:pt x="15702977" y="6880925"/>
                  <a:pt x="15694745" y="6888057"/>
                  <a:pt x="15693648" y="6897386"/>
                </a:cubicBezTo>
                <a:lnTo>
                  <a:pt x="15525737" y="6897386"/>
                </a:lnTo>
                <a:lnTo>
                  <a:pt x="15257409" y="7165715"/>
                </a:lnTo>
                <a:lnTo>
                  <a:pt x="14516076" y="7165715"/>
                </a:lnTo>
                <a:lnTo>
                  <a:pt x="13856504" y="6506142"/>
                </a:lnTo>
                <a:lnTo>
                  <a:pt x="13855954" y="6506142"/>
                </a:lnTo>
                <a:cubicBezTo>
                  <a:pt x="13855954" y="6505594"/>
                  <a:pt x="12572478" y="6505594"/>
                  <a:pt x="12572478" y="6505594"/>
                </a:cubicBezTo>
                <a:lnTo>
                  <a:pt x="12280554" y="6213121"/>
                </a:lnTo>
                <a:lnTo>
                  <a:pt x="12280005" y="6213121"/>
                </a:lnTo>
                <a:cubicBezTo>
                  <a:pt x="12280005" y="6212573"/>
                  <a:pt x="11800964" y="6212573"/>
                  <a:pt x="11800964" y="6212573"/>
                </a:cubicBezTo>
                <a:lnTo>
                  <a:pt x="11481604" y="5893212"/>
                </a:lnTo>
                <a:cubicBezTo>
                  <a:pt x="11487092" y="5886079"/>
                  <a:pt x="11486544" y="5875104"/>
                  <a:pt x="11479958" y="5868520"/>
                </a:cubicBezTo>
                <a:cubicBezTo>
                  <a:pt x="11476392" y="5864953"/>
                  <a:pt x="11471591" y="5863170"/>
                  <a:pt x="11466789" y="5863170"/>
                </a:cubicBezTo>
                <a:close/>
                <a:moveTo>
                  <a:pt x="10306776" y="5831892"/>
                </a:moveTo>
                <a:cubicBezTo>
                  <a:pt x="10301974" y="5831892"/>
                  <a:pt x="10297173" y="5833675"/>
                  <a:pt x="10293606" y="5837242"/>
                </a:cubicBezTo>
                <a:cubicBezTo>
                  <a:pt x="10286473" y="5844375"/>
                  <a:pt x="10286473" y="5856447"/>
                  <a:pt x="10293606" y="5863581"/>
                </a:cubicBezTo>
                <a:cubicBezTo>
                  <a:pt x="10300191" y="5870166"/>
                  <a:pt x="10310617" y="5870715"/>
                  <a:pt x="10318299" y="5865227"/>
                </a:cubicBezTo>
                <a:lnTo>
                  <a:pt x="11084873" y="6631802"/>
                </a:lnTo>
                <a:lnTo>
                  <a:pt x="11085422" y="6631802"/>
                </a:lnTo>
                <a:cubicBezTo>
                  <a:pt x="11085422" y="6632351"/>
                  <a:pt x="11608362" y="6632351"/>
                  <a:pt x="11608362" y="6632351"/>
                </a:cubicBezTo>
                <a:lnTo>
                  <a:pt x="12314575" y="7338565"/>
                </a:lnTo>
                <a:lnTo>
                  <a:pt x="12315125" y="7338565"/>
                </a:lnTo>
                <a:cubicBezTo>
                  <a:pt x="12315125" y="7339114"/>
                  <a:pt x="12698685" y="7339114"/>
                  <a:pt x="12698685" y="7339114"/>
                </a:cubicBezTo>
                <a:lnTo>
                  <a:pt x="13217234" y="7857663"/>
                </a:lnTo>
                <a:lnTo>
                  <a:pt x="13217784" y="7857663"/>
                </a:lnTo>
                <a:cubicBezTo>
                  <a:pt x="13217784" y="7858211"/>
                  <a:pt x="14276830" y="7858211"/>
                  <a:pt x="14276830" y="7858211"/>
                </a:cubicBezTo>
                <a:lnTo>
                  <a:pt x="15188818" y="8770198"/>
                </a:lnTo>
                <a:cubicBezTo>
                  <a:pt x="15183331" y="8777332"/>
                  <a:pt x="15183878" y="8788306"/>
                  <a:pt x="15190464" y="8794890"/>
                </a:cubicBezTo>
                <a:cubicBezTo>
                  <a:pt x="15197597" y="8802024"/>
                  <a:pt x="15209670" y="8802024"/>
                  <a:pt x="15216802" y="8794890"/>
                </a:cubicBezTo>
                <a:cubicBezTo>
                  <a:pt x="15223936" y="8787758"/>
                  <a:pt x="15223936" y="8775685"/>
                  <a:pt x="15216802" y="8768552"/>
                </a:cubicBezTo>
                <a:cubicBezTo>
                  <a:pt x="15210217" y="8761966"/>
                  <a:pt x="15199792" y="8761418"/>
                  <a:pt x="15192109" y="8766906"/>
                </a:cubicBezTo>
                <a:lnTo>
                  <a:pt x="14279574" y="7854370"/>
                </a:lnTo>
                <a:lnTo>
                  <a:pt x="14279025" y="7854370"/>
                </a:lnTo>
                <a:cubicBezTo>
                  <a:pt x="14279025" y="7853821"/>
                  <a:pt x="13219978" y="7853821"/>
                  <a:pt x="13219978" y="7853821"/>
                </a:cubicBezTo>
                <a:lnTo>
                  <a:pt x="12701429" y="7335272"/>
                </a:lnTo>
                <a:lnTo>
                  <a:pt x="12700880" y="7335272"/>
                </a:lnTo>
                <a:cubicBezTo>
                  <a:pt x="12700880" y="7334723"/>
                  <a:pt x="12317319" y="7334723"/>
                  <a:pt x="12317319" y="7334723"/>
                </a:cubicBezTo>
                <a:lnTo>
                  <a:pt x="11611104" y="6628510"/>
                </a:lnTo>
                <a:lnTo>
                  <a:pt x="11610556" y="6628510"/>
                </a:lnTo>
                <a:cubicBezTo>
                  <a:pt x="11610556" y="6627961"/>
                  <a:pt x="11087617" y="6627961"/>
                  <a:pt x="11087617" y="6627961"/>
                </a:cubicBezTo>
                <a:lnTo>
                  <a:pt x="10321592" y="5861935"/>
                </a:lnTo>
                <a:cubicBezTo>
                  <a:pt x="10327079" y="5854801"/>
                  <a:pt x="10326529" y="5843827"/>
                  <a:pt x="10319945" y="5837242"/>
                </a:cubicBezTo>
                <a:cubicBezTo>
                  <a:pt x="10316378" y="5833675"/>
                  <a:pt x="10311577" y="5831892"/>
                  <a:pt x="10306776" y="5831892"/>
                </a:cubicBezTo>
                <a:close/>
                <a:moveTo>
                  <a:pt x="8942636" y="5819683"/>
                </a:moveTo>
                <a:cubicBezTo>
                  <a:pt x="8932210" y="5819683"/>
                  <a:pt x="8923979" y="5827914"/>
                  <a:pt x="8923979" y="5838340"/>
                </a:cubicBezTo>
                <a:cubicBezTo>
                  <a:pt x="8923979" y="5848766"/>
                  <a:pt x="8931112" y="5855899"/>
                  <a:pt x="8940440" y="5856997"/>
                </a:cubicBezTo>
                <a:lnTo>
                  <a:pt x="8940440" y="6048502"/>
                </a:lnTo>
                <a:lnTo>
                  <a:pt x="9310833" y="6418895"/>
                </a:lnTo>
                <a:lnTo>
                  <a:pt x="9310833" y="6624667"/>
                </a:lnTo>
                <a:cubicBezTo>
                  <a:pt x="9301504" y="6625766"/>
                  <a:pt x="9294370" y="6633448"/>
                  <a:pt x="9294370" y="6643325"/>
                </a:cubicBezTo>
                <a:cubicBezTo>
                  <a:pt x="9294370" y="6653202"/>
                  <a:pt x="9302601" y="6661982"/>
                  <a:pt x="9313027" y="6661982"/>
                </a:cubicBezTo>
                <a:cubicBezTo>
                  <a:pt x="9323453" y="6661982"/>
                  <a:pt x="9331684" y="6653750"/>
                  <a:pt x="9331684" y="6643325"/>
                </a:cubicBezTo>
                <a:cubicBezTo>
                  <a:pt x="9331684" y="6632899"/>
                  <a:pt x="9324550" y="6625766"/>
                  <a:pt x="9315223" y="6624667"/>
                </a:cubicBezTo>
                <a:lnTo>
                  <a:pt x="9315223" y="6416700"/>
                </a:lnTo>
                <a:lnTo>
                  <a:pt x="8944831" y="6046308"/>
                </a:lnTo>
                <a:lnTo>
                  <a:pt x="8944831" y="5856997"/>
                </a:lnTo>
                <a:cubicBezTo>
                  <a:pt x="8954159" y="5855899"/>
                  <a:pt x="8961292" y="5848216"/>
                  <a:pt x="8961292" y="5838340"/>
                </a:cubicBezTo>
                <a:cubicBezTo>
                  <a:pt x="8961292" y="5828462"/>
                  <a:pt x="8953062" y="5819683"/>
                  <a:pt x="8942636" y="5819683"/>
                </a:cubicBezTo>
                <a:close/>
                <a:moveTo>
                  <a:pt x="11741153" y="5795127"/>
                </a:moveTo>
                <a:cubicBezTo>
                  <a:pt x="11736352" y="5795127"/>
                  <a:pt x="11731550" y="5796911"/>
                  <a:pt x="11727985" y="5800478"/>
                </a:cubicBezTo>
                <a:cubicBezTo>
                  <a:pt x="11720851" y="5807611"/>
                  <a:pt x="11720851" y="5819683"/>
                  <a:pt x="11727985" y="5826817"/>
                </a:cubicBezTo>
                <a:cubicBezTo>
                  <a:pt x="11734569" y="5833401"/>
                  <a:pt x="11744994" y="5833949"/>
                  <a:pt x="11752677" y="5828462"/>
                </a:cubicBezTo>
                <a:lnTo>
                  <a:pt x="11802611" y="5878396"/>
                </a:lnTo>
                <a:lnTo>
                  <a:pt x="11803160" y="5878396"/>
                </a:lnTo>
                <a:cubicBezTo>
                  <a:pt x="11803160" y="5878946"/>
                  <a:pt x="12455050" y="5878946"/>
                  <a:pt x="12455050" y="5878946"/>
                </a:cubicBezTo>
                <a:lnTo>
                  <a:pt x="12555466" y="5979363"/>
                </a:lnTo>
                <a:lnTo>
                  <a:pt x="12556016" y="5979363"/>
                </a:lnTo>
                <a:cubicBezTo>
                  <a:pt x="12556016" y="5979911"/>
                  <a:pt x="12677833" y="5979911"/>
                  <a:pt x="12677833" y="5979911"/>
                </a:cubicBezTo>
                <a:cubicBezTo>
                  <a:pt x="12678930" y="5989240"/>
                  <a:pt x="12686613" y="5996373"/>
                  <a:pt x="12696491" y="5996373"/>
                </a:cubicBezTo>
                <a:cubicBezTo>
                  <a:pt x="12706367" y="5996373"/>
                  <a:pt x="12715147" y="5988142"/>
                  <a:pt x="12715147" y="5977717"/>
                </a:cubicBezTo>
                <a:cubicBezTo>
                  <a:pt x="12715147" y="5967291"/>
                  <a:pt x="12706916" y="5959060"/>
                  <a:pt x="12696491" y="5959060"/>
                </a:cubicBezTo>
                <a:cubicBezTo>
                  <a:pt x="12686064" y="5959060"/>
                  <a:pt x="12678930" y="5966193"/>
                  <a:pt x="12677833" y="5975522"/>
                </a:cubicBezTo>
                <a:lnTo>
                  <a:pt x="12558210" y="5975522"/>
                </a:lnTo>
                <a:lnTo>
                  <a:pt x="12457794" y="5875104"/>
                </a:lnTo>
                <a:lnTo>
                  <a:pt x="12457245" y="5875104"/>
                </a:lnTo>
                <a:cubicBezTo>
                  <a:pt x="12457245" y="5874555"/>
                  <a:pt x="11805354" y="5874555"/>
                  <a:pt x="11805354" y="5874555"/>
                </a:cubicBezTo>
                <a:lnTo>
                  <a:pt x="11755968" y="5825170"/>
                </a:lnTo>
                <a:cubicBezTo>
                  <a:pt x="11761456" y="5818036"/>
                  <a:pt x="11760908" y="5807062"/>
                  <a:pt x="11754323" y="5800478"/>
                </a:cubicBezTo>
                <a:cubicBezTo>
                  <a:pt x="11750757" y="5796911"/>
                  <a:pt x="11745955" y="5795127"/>
                  <a:pt x="11741153" y="5795127"/>
                </a:cubicBezTo>
                <a:close/>
                <a:moveTo>
                  <a:pt x="4557194" y="5784150"/>
                </a:moveTo>
                <a:cubicBezTo>
                  <a:pt x="4552392" y="5784150"/>
                  <a:pt x="4547591" y="5785934"/>
                  <a:pt x="4544024" y="5789500"/>
                </a:cubicBezTo>
                <a:lnTo>
                  <a:pt x="4543476" y="5789500"/>
                </a:lnTo>
                <a:cubicBezTo>
                  <a:pt x="4536890" y="5796085"/>
                  <a:pt x="4536342" y="5806512"/>
                  <a:pt x="4541829" y="5814194"/>
                </a:cubicBezTo>
                <a:lnTo>
                  <a:pt x="4081446" y="6275126"/>
                </a:lnTo>
                <a:lnTo>
                  <a:pt x="3354379" y="6275126"/>
                </a:lnTo>
                <a:cubicBezTo>
                  <a:pt x="3353282" y="6265798"/>
                  <a:pt x="3345600" y="6258664"/>
                  <a:pt x="3335723" y="6258664"/>
                </a:cubicBezTo>
                <a:cubicBezTo>
                  <a:pt x="3325846" y="6258664"/>
                  <a:pt x="3317066" y="6266895"/>
                  <a:pt x="3317066" y="6277321"/>
                </a:cubicBezTo>
                <a:cubicBezTo>
                  <a:pt x="3317066" y="6287747"/>
                  <a:pt x="3325297" y="6295978"/>
                  <a:pt x="3335723" y="6295978"/>
                </a:cubicBezTo>
                <a:cubicBezTo>
                  <a:pt x="3346148" y="6295978"/>
                  <a:pt x="3353282" y="6288844"/>
                  <a:pt x="3354379" y="6279516"/>
                </a:cubicBezTo>
                <a:lnTo>
                  <a:pt x="4083641" y="6279516"/>
                </a:lnTo>
                <a:lnTo>
                  <a:pt x="4545670" y="5817486"/>
                </a:lnTo>
                <a:cubicBezTo>
                  <a:pt x="4552804" y="5822973"/>
                  <a:pt x="4563778" y="5822424"/>
                  <a:pt x="4570363" y="5815840"/>
                </a:cubicBezTo>
                <a:cubicBezTo>
                  <a:pt x="4577497" y="5808707"/>
                  <a:pt x="4577497" y="5796635"/>
                  <a:pt x="4570363" y="5789500"/>
                </a:cubicBezTo>
                <a:cubicBezTo>
                  <a:pt x="4566796" y="5785934"/>
                  <a:pt x="4561995" y="5784150"/>
                  <a:pt x="4557194" y="5784150"/>
                </a:cubicBezTo>
                <a:close/>
                <a:moveTo>
                  <a:pt x="10997625" y="5764947"/>
                </a:moveTo>
                <a:cubicBezTo>
                  <a:pt x="10992824" y="5764947"/>
                  <a:pt x="10988023" y="5766730"/>
                  <a:pt x="10984456" y="5770298"/>
                </a:cubicBezTo>
                <a:cubicBezTo>
                  <a:pt x="10977323" y="5777431"/>
                  <a:pt x="10977323" y="5789503"/>
                  <a:pt x="10984456" y="5796637"/>
                </a:cubicBezTo>
                <a:cubicBezTo>
                  <a:pt x="10991041" y="5803221"/>
                  <a:pt x="11001467" y="5803769"/>
                  <a:pt x="11009149" y="5798282"/>
                </a:cubicBezTo>
                <a:lnTo>
                  <a:pt x="11105724" y="5894858"/>
                </a:lnTo>
                <a:lnTo>
                  <a:pt x="11105724" y="6118191"/>
                </a:lnTo>
                <a:lnTo>
                  <a:pt x="11291745" y="6304211"/>
                </a:lnTo>
                <a:cubicBezTo>
                  <a:pt x="11286257" y="6311344"/>
                  <a:pt x="11286806" y="6322318"/>
                  <a:pt x="11293390" y="6328903"/>
                </a:cubicBezTo>
                <a:cubicBezTo>
                  <a:pt x="11300523" y="6336037"/>
                  <a:pt x="11312595" y="6336037"/>
                  <a:pt x="11319729" y="6328903"/>
                </a:cubicBezTo>
                <a:cubicBezTo>
                  <a:pt x="11326863" y="6321770"/>
                  <a:pt x="11326863" y="6309698"/>
                  <a:pt x="11319729" y="6302564"/>
                </a:cubicBezTo>
                <a:cubicBezTo>
                  <a:pt x="11313145" y="6295980"/>
                  <a:pt x="11302720" y="6295431"/>
                  <a:pt x="11295037" y="6300917"/>
                </a:cubicBezTo>
                <a:lnTo>
                  <a:pt x="11110115" y="6115997"/>
                </a:lnTo>
                <a:lnTo>
                  <a:pt x="11110115" y="5892664"/>
                </a:lnTo>
                <a:lnTo>
                  <a:pt x="11012441" y="5794990"/>
                </a:lnTo>
                <a:cubicBezTo>
                  <a:pt x="11017928" y="5787856"/>
                  <a:pt x="11017380" y="5776882"/>
                  <a:pt x="11010795" y="5770298"/>
                </a:cubicBezTo>
                <a:cubicBezTo>
                  <a:pt x="11007228" y="5766730"/>
                  <a:pt x="11002427" y="5764947"/>
                  <a:pt x="10997625" y="5764947"/>
                </a:cubicBezTo>
                <a:close/>
                <a:moveTo>
                  <a:pt x="9271873" y="5704998"/>
                </a:moveTo>
                <a:cubicBezTo>
                  <a:pt x="9261995" y="5704998"/>
                  <a:pt x="9253216" y="5713229"/>
                  <a:pt x="9253216" y="5723655"/>
                </a:cubicBezTo>
                <a:cubicBezTo>
                  <a:pt x="9253216" y="5734081"/>
                  <a:pt x="9261446" y="5742312"/>
                  <a:pt x="9271873" y="5742312"/>
                </a:cubicBezTo>
                <a:cubicBezTo>
                  <a:pt x="9282299" y="5742312"/>
                  <a:pt x="9289432" y="5735178"/>
                  <a:pt x="9290529" y="5725850"/>
                </a:cubicBezTo>
                <a:lnTo>
                  <a:pt x="9462830" y="5725850"/>
                </a:lnTo>
                <a:lnTo>
                  <a:pt x="10563033" y="6826051"/>
                </a:lnTo>
                <a:lnTo>
                  <a:pt x="10563581" y="6826051"/>
                </a:lnTo>
                <a:cubicBezTo>
                  <a:pt x="10563581" y="6826600"/>
                  <a:pt x="11033842" y="6826600"/>
                  <a:pt x="11033842" y="6826600"/>
                </a:cubicBezTo>
                <a:lnTo>
                  <a:pt x="11462948" y="7255706"/>
                </a:lnTo>
                <a:lnTo>
                  <a:pt x="11462948" y="7500440"/>
                </a:lnTo>
                <a:lnTo>
                  <a:pt x="12370546" y="8408036"/>
                </a:lnTo>
                <a:lnTo>
                  <a:pt x="12370546" y="8759772"/>
                </a:lnTo>
                <a:cubicBezTo>
                  <a:pt x="12361217" y="8760869"/>
                  <a:pt x="12354083" y="8768552"/>
                  <a:pt x="12354083" y="8778429"/>
                </a:cubicBezTo>
                <a:cubicBezTo>
                  <a:pt x="12354083" y="8788306"/>
                  <a:pt x="12362314" y="8797086"/>
                  <a:pt x="12372741" y="8797086"/>
                </a:cubicBezTo>
                <a:cubicBezTo>
                  <a:pt x="12383166" y="8797086"/>
                  <a:pt x="12391397" y="8788855"/>
                  <a:pt x="12391397" y="8778429"/>
                </a:cubicBezTo>
                <a:cubicBezTo>
                  <a:pt x="12391397" y="8768004"/>
                  <a:pt x="12384263" y="8760869"/>
                  <a:pt x="12374935" y="8759772"/>
                </a:cubicBezTo>
                <a:lnTo>
                  <a:pt x="12374935" y="8406391"/>
                </a:lnTo>
                <a:lnTo>
                  <a:pt x="11467338" y="7498793"/>
                </a:lnTo>
                <a:lnTo>
                  <a:pt x="11467338" y="7254060"/>
                </a:lnTo>
                <a:lnTo>
                  <a:pt x="11036585" y="6822760"/>
                </a:lnTo>
                <a:lnTo>
                  <a:pt x="11036036" y="6822760"/>
                </a:lnTo>
                <a:cubicBezTo>
                  <a:pt x="11036036" y="6822210"/>
                  <a:pt x="10565777" y="6822210"/>
                  <a:pt x="10565777" y="6822210"/>
                </a:cubicBezTo>
                <a:lnTo>
                  <a:pt x="9465574" y="5722009"/>
                </a:lnTo>
                <a:lnTo>
                  <a:pt x="9465025" y="5722009"/>
                </a:lnTo>
                <a:cubicBezTo>
                  <a:pt x="9465025" y="5721460"/>
                  <a:pt x="9290529" y="5721460"/>
                  <a:pt x="9290529" y="5721460"/>
                </a:cubicBezTo>
                <a:cubicBezTo>
                  <a:pt x="9289432" y="5712132"/>
                  <a:pt x="9281750" y="5704998"/>
                  <a:pt x="9271873" y="5704998"/>
                </a:cubicBezTo>
                <a:close/>
                <a:moveTo>
                  <a:pt x="2945028" y="5666586"/>
                </a:moveTo>
                <a:cubicBezTo>
                  <a:pt x="2934602" y="5666586"/>
                  <a:pt x="2926371" y="5674817"/>
                  <a:pt x="2926371" y="5685243"/>
                </a:cubicBezTo>
                <a:cubicBezTo>
                  <a:pt x="2926371" y="5695669"/>
                  <a:pt x="2933505" y="5702801"/>
                  <a:pt x="2942832" y="5703899"/>
                </a:cubicBezTo>
                <a:lnTo>
                  <a:pt x="2942832" y="5867970"/>
                </a:lnTo>
                <a:cubicBezTo>
                  <a:pt x="2933505" y="5869067"/>
                  <a:pt x="2926371" y="5876749"/>
                  <a:pt x="2926371" y="5886626"/>
                </a:cubicBezTo>
                <a:cubicBezTo>
                  <a:pt x="2926371" y="5897052"/>
                  <a:pt x="2934602" y="5905282"/>
                  <a:pt x="2945028" y="5905282"/>
                </a:cubicBezTo>
                <a:cubicBezTo>
                  <a:pt x="2955454" y="5905282"/>
                  <a:pt x="2963685" y="5897052"/>
                  <a:pt x="2963685" y="5886626"/>
                </a:cubicBezTo>
                <a:cubicBezTo>
                  <a:pt x="2963685" y="5876201"/>
                  <a:pt x="2956551" y="5869067"/>
                  <a:pt x="2947223" y="5867970"/>
                </a:cubicBezTo>
                <a:lnTo>
                  <a:pt x="2947223" y="5703899"/>
                </a:lnTo>
                <a:cubicBezTo>
                  <a:pt x="2956551" y="5702801"/>
                  <a:pt x="2963685" y="5695120"/>
                  <a:pt x="2963685" y="5685243"/>
                </a:cubicBezTo>
                <a:cubicBezTo>
                  <a:pt x="2963685" y="5675365"/>
                  <a:pt x="2955454" y="5666586"/>
                  <a:pt x="2945028" y="5666586"/>
                </a:cubicBezTo>
                <a:close/>
                <a:moveTo>
                  <a:pt x="6933738" y="5600191"/>
                </a:moveTo>
                <a:lnTo>
                  <a:pt x="6928800" y="5600191"/>
                </a:lnTo>
                <a:lnTo>
                  <a:pt x="6928800" y="5827365"/>
                </a:lnTo>
                <a:lnTo>
                  <a:pt x="6482684" y="6273481"/>
                </a:lnTo>
                <a:lnTo>
                  <a:pt x="6035469" y="6273481"/>
                </a:lnTo>
                <a:lnTo>
                  <a:pt x="4939658" y="7369294"/>
                </a:lnTo>
                <a:lnTo>
                  <a:pt x="4939658" y="8352616"/>
                </a:lnTo>
                <a:lnTo>
                  <a:pt x="4530855" y="8761418"/>
                </a:lnTo>
                <a:cubicBezTo>
                  <a:pt x="4523722" y="8755931"/>
                  <a:pt x="4512747" y="8756480"/>
                  <a:pt x="4506162" y="8763065"/>
                </a:cubicBezTo>
                <a:cubicBezTo>
                  <a:pt x="4499028" y="8770198"/>
                  <a:pt x="4499028" y="8782270"/>
                  <a:pt x="4506162" y="8789404"/>
                </a:cubicBezTo>
                <a:cubicBezTo>
                  <a:pt x="4513296" y="8796537"/>
                  <a:pt x="4525367" y="8796537"/>
                  <a:pt x="4532501" y="8789404"/>
                </a:cubicBezTo>
                <a:cubicBezTo>
                  <a:pt x="4539086" y="8782819"/>
                  <a:pt x="4539634" y="8772392"/>
                  <a:pt x="4534146" y="8764710"/>
                </a:cubicBezTo>
                <a:lnTo>
                  <a:pt x="4944596" y="8354261"/>
                </a:lnTo>
                <a:lnTo>
                  <a:pt x="4944596" y="7371489"/>
                </a:lnTo>
                <a:lnTo>
                  <a:pt x="6037116" y="6278969"/>
                </a:lnTo>
                <a:lnTo>
                  <a:pt x="6484330" y="6278969"/>
                </a:lnTo>
                <a:lnTo>
                  <a:pt x="6933738" y="5829560"/>
                </a:lnTo>
                <a:close/>
                <a:moveTo>
                  <a:pt x="7517587" y="5600191"/>
                </a:moveTo>
                <a:lnTo>
                  <a:pt x="7512648" y="5600191"/>
                </a:lnTo>
                <a:lnTo>
                  <a:pt x="7512648" y="6661982"/>
                </a:lnTo>
                <a:lnTo>
                  <a:pt x="7355162" y="6819466"/>
                </a:lnTo>
                <a:lnTo>
                  <a:pt x="7355162" y="6975306"/>
                </a:lnTo>
                <a:lnTo>
                  <a:pt x="6702174" y="7628293"/>
                </a:lnTo>
                <a:lnTo>
                  <a:pt x="6702174" y="8766357"/>
                </a:lnTo>
                <a:cubicBezTo>
                  <a:pt x="6692846" y="8767454"/>
                  <a:pt x="6685713" y="8775136"/>
                  <a:pt x="6685713" y="8785014"/>
                </a:cubicBezTo>
                <a:cubicBezTo>
                  <a:pt x="6685713" y="8794890"/>
                  <a:pt x="6693944" y="8803671"/>
                  <a:pt x="6704370" y="8803671"/>
                </a:cubicBezTo>
                <a:cubicBezTo>
                  <a:pt x="6714796" y="8803671"/>
                  <a:pt x="6723026" y="8795440"/>
                  <a:pt x="6723026" y="8785014"/>
                </a:cubicBezTo>
                <a:cubicBezTo>
                  <a:pt x="6723026" y="8774588"/>
                  <a:pt x="6715893" y="8767454"/>
                  <a:pt x="6706565" y="8766357"/>
                </a:cubicBezTo>
                <a:lnTo>
                  <a:pt x="6707114" y="8766357"/>
                </a:lnTo>
                <a:lnTo>
                  <a:pt x="6707114" y="7630488"/>
                </a:lnTo>
                <a:lnTo>
                  <a:pt x="7360101" y="6977501"/>
                </a:lnTo>
                <a:lnTo>
                  <a:pt x="7360101" y="6821662"/>
                </a:lnTo>
                <a:lnTo>
                  <a:pt x="7517587" y="6664176"/>
                </a:lnTo>
                <a:close/>
                <a:moveTo>
                  <a:pt x="7745858" y="5600191"/>
                </a:moveTo>
                <a:lnTo>
                  <a:pt x="7740920" y="5600191"/>
                </a:lnTo>
                <a:lnTo>
                  <a:pt x="7740920" y="6817821"/>
                </a:lnTo>
                <a:lnTo>
                  <a:pt x="7741468" y="6817821"/>
                </a:lnTo>
                <a:lnTo>
                  <a:pt x="7583982" y="6975306"/>
                </a:lnTo>
                <a:lnTo>
                  <a:pt x="7583982" y="8008014"/>
                </a:lnTo>
                <a:lnTo>
                  <a:pt x="7281634" y="8310364"/>
                </a:lnTo>
                <a:lnTo>
                  <a:pt x="7281634" y="8747152"/>
                </a:lnTo>
                <a:cubicBezTo>
                  <a:pt x="7272304" y="8748249"/>
                  <a:pt x="7265172" y="8755931"/>
                  <a:pt x="7265172" y="8765808"/>
                </a:cubicBezTo>
                <a:cubicBezTo>
                  <a:pt x="7265172" y="8775685"/>
                  <a:pt x="7273402" y="8784465"/>
                  <a:pt x="7283828" y="8784465"/>
                </a:cubicBezTo>
                <a:cubicBezTo>
                  <a:pt x="7294254" y="8784465"/>
                  <a:pt x="7302484" y="8776235"/>
                  <a:pt x="7302484" y="8765808"/>
                </a:cubicBezTo>
                <a:cubicBezTo>
                  <a:pt x="7302484" y="8755382"/>
                  <a:pt x="7295352" y="8748249"/>
                  <a:pt x="7286023" y="8747152"/>
                </a:cubicBezTo>
                <a:lnTo>
                  <a:pt x="7286023" y="8312558"/>
                </a:lnTo>
                <a:lnTo>
                  <a:pt x="7588372" y="8010209"/>
                </a:lnTo>
                <a:lnTo>
                  <a:pt x="7588372" y="6977501"/>
                </a:lnTo>
                <a:lnTo>
                  <a:pt x="7745858" y="6820016"/>
                </a:lnTo>
                <a:close/>
                <a:moveTo>
                  <a:pt x="2025358" y="5590313"/>
                </a:moveTo>
                <a:lnTo>
                  <a:pt x="1402002" y="6213669"/>
                </a:lnTo>
                <a:lnTo>
                  <a:pt x="422520" y="6213669"/>
                </a:lnTo>
                <a:lnTo>
                  <a:pt x="47190" y="6588999"/>
                </a:lnTo>
                <a:cubicBezTo>
                  <a:pt x="40056" y="6583511"/>
                  <a:pt x="29082" y="6584061"/>
                  <a:pt x="22496" y="6590645"/>
                </a:cubicBezTo>
                <a:cubicBezTo>
                  <a:pt x="15364" y="6597779"/>
                  <a:pt x="15364" y="6609851"/>
                  <a:pt x="22496" y="6616985"/>
                </a:cubicBezTo>
                <a:cubicBezTo>
                  <a:pt x="29630" y="6624117"/>
                  <a:pt x="41702" y="6624117"/>
                  <a:pt x="48836" y="6616985"/>
                </a:cubicBezTo>
                <a:lnTo>
                  <a:pt x="49384" y="6616435"/>
                </a:lnTo>
                <a:cubicBezTo>
                  <a:pt x="55970" y="6609851"/>
                  <a:pt x="56518" y="6599425"/>
                  <a:pt x="51032" y="6591742"/>
                </a:cubicBezTo>
                <a:lnTo>
                  <a:pt x="424716" y="6218058"/>
                </a:lnTo>
                <a:lnTo>
                  <a:pt x="1404745" y="6218058"/>
                </a:lnTo>
                <a:lnTo>
                  <a:pt x="2028101" y="5594702"/>
                </a:lnTo>
                <a:lnTo>
                  <a:pt x="2767788" y="5594702"/>
                </a:lnTo>
                <a:lnTo>
                  <a:pt x="2859426" y="5686340"/>
                </a:lnTo>
                <a:lnTo>
                  <a:pt x="2859426" y="5863031"/>
                </a:lnTo>
                <a:cubicBezTo>
                  <a:pt x="2850098" y="5864128"/>
                  <a:pt x="2842964" y="5871810"/>
                  <a:pt x="2842964" y="5881687"/>
                </a:cubicBezTo>
                <a:cubicBezTo>
                  <a:pt x="2842964" y="5891564"/>
                  <a:pt x="2851195" y="5900344"/>
                  <a:pt x="2861621" y="5900344"/>
                </a:cubicBezTo>
                <a:cubicBezTo>
                  <a:pt x="2872046" y="5900344"/>
                  <a:pt x="2880278" y="5892112"/>
                  <a:pt x="2880278" y="5881687"/>
                </a:cubicBezTo>
                <a:cubicBezTo>
                  <a:pt x="2880278" y="5871261"/>
                  <a:pt x="2873144" y="5864128"/>
                  <a:pt x="2863816" y="5863031"/>
                </a:cubicBezTo>
                <a:lnTo>
                  <a:pt x="2863816" y="5684694"/>
                </a:lnTo>
                <a:lnTo>
                  <a:pt x="2769983" y="5590861"/>
                </a:lnTo>
                <a:lnTo>
                  <a:pt x="2769434" y="5590861"/>
                </a:lnTo>
                <a:cubicBezTo>
                  <a:pt x="2769434" y="5590313"/>
                  <a:pt x="2025358" y="5590313"/>
                  <a:pt x="2025358" y="5590313"/>
                </a:cubicBezTo>
                <a:close/>
                <a:moveTo>
                  <a:pt x="7168594" y="5555195"/>
                </a:moveTo>
                <a:lnTo>
                  <a:pt x="7163657" y="5555195"/>
                </a:lnTo>
                <a:lnTo>
                  <a:pt x="7163657" y="6259214"/>
                </a:lnTo>
                <a:lnTo>
                  <a:pt x="6775156" y="6647715"/>
                </a:lnTo>
                <a:lnTo>
                  <a:pt x="6300506" y="6647715"/>
                </a:lnTo>
                <a:lnTo>
                  <a:pt x="5453817" y="7494404"/>
                </a:lnTo>
                <a:lnTo>
                  <a:pt x="5453817" y="8703253"/>
                </a:lnTo>
                <a:cubicBezTo>
                  <a:pt x="5444488" y="8704350"/>
                  <a:pt x="5437356" y="8712032"/>
                  <a:pt x="5437356" y="8721910"/>
                </a:cubicBezTo>
                <a:cubicBezTo>
                  <a:pt x="5437356" y="8731786"/>
                  <a:pt x="5445586" y="8740567"/>
                  <a:pt x="5456011" y="8740567"/>
                </a:cubicBezTo>
                <a:cubicBezTo>
                  <a:pt x="5466438" y="8740567"/>
                  <a:pt x="5474668" y="8732336"/>
                  <a:pt x="5474668" y="8721910"/>
                </a:cubicBezTo>
                <a:cubicBezTo>
                  <a:pt x="5474668" y="8711484"/>
                  <a:pt x="5467536" y="8704350"/>
                  <a:pt x="5458206" y="8703253"/>
                </a:cubicBezTo>
                <a:lnTo>
                  <a:pt x="5458206" y="7496049"/>
                </a:lnTo>
                <a:lnTo>
                  <a:pt x="6302152" y="6652105"/>
                </a:lnTo>
                <a:lnTo>
                  <a:pt x="6776803" y="6652105"/>
                </a:lnTo>
                <a:lnTo>
                  <a:pt x="7168046" y="6260861"/>
                </a:lnTo>
                <a:lnTo>
                  <a:pt x="7168594" y="6261409"/>
                </a:lnTo>
                <a:close/>
                <a:moveTo>
                  <a:pt x="8094301" y="5550805"/>
                </a:moveTo>
                <a:lnTo>
                  <a:pt x="8089362" y="5550805"/>
                </a:lnTo>
                <a:lnTo>
                  <a:pt x="8089362" y="7186018"/>
                </a:lnTo>
                <a:lnTo>
                  <a:pt x="8236421" y="7333077"/>
                </a:lnTo>
                <a:lnTo>
                  <a:pt x="8236421" y="8138611"/>
                </a:lnTo>
                <a:lnTo>
                  <a:pt x="8598033" y="8500223"/>
                </a:lnTo>
                <a:lnTo>
                  <a:pt x="8598033" y="8747700"/>
                </a:lnTo>
                <a:cubicBezTo>
                  <a:pt x="8588705" y="8748797"/>
                  <a:pt x="8581572" y="8756480"/>
                  <a:pt x="8581572" y="8766357"/>
                </a:cubicBezTo>
                <a:cubicBezTo>
                  <a:pt x="8581572" y="8776235"/>
                  <a:pt x="8589803" y="8785014"/>
                  <a:pt x="8600229" y="8785014"/>
                </a:cubicBezTo>
                <a:cubicBezTo>
                  <a:pt x="8610655" y="8785014"/>
                  <a:pt x="8618886" y="8776783"/>
                  <a:pt x="8618886" y="8766357"/>
                </a:cubicBezTo>
                <a:cubicBezTo>
                  <a:pt x="8618886" y="8755931"/>
                  <a:pt x="8611752" y="8748797"/>
                  <a:pt x="8602423" y="8747700"/>
                </a:cubicBezTo>
                <a:lnTo>
                  <a:pt x="8602972" y="8747700"/>
                </a:lnTo>
                <a:lnTo>
                  <a:pt x="8602972" y="8498028"/>
                </a:lnTo>
                <a:lnTo>
                  <a:pt x="8241360" y="8136416"/>
                </a:lnTo>
                <a:lnTo>
                  <a:pt x="8241360" y="7330883"/>
                </a:lnTo>
                <a:lnTo>
                  <a:pt x="8094301" y="7183823"/>
                </a:lnTo>
                <a:close/>
                <a:moveTo>
                  <a:pt x="8342874" y="5550805"/>
                </a:moveTo>
                <a:lnTo>
                  <a:pt x="8337936" y="5550805"/>
                </a:lnTo>
                <a:lnTo>
                  <a:pt x="8337936" y="7063651"/>
                </a:lnTo>
                <a:lnTo>
                  <a:pt x="8547002" y="7272717"/>
                </a:lnTo>
                <a:lnTo>
                  <a:pt x="8547002" y="7628293"/>
                </a:lnTo>
                <a:lnTo>
                  <a:pt x="9146763" y="8228054"/>
                </a:lnTo>
                <a:lnTo>
                  <a:pt x="9146763" y="8759772"/>
                </a:lnTo>
                <a:cubicBezTo>
                  <a:pt x="9137435" y="8760869"/>
                  <a:pt x="9130300" y="8768552"/>
                  <a:pt x="9130300" y="8778429"/>
                </a:cubicBezTo>
                <a:cubicBezTo>
                  <a:pt x="9130300" y="8788306"/>
                  <a:pt x="9138532" y="8797086"/>
                  <a:pt x="9148958" y="8797086"/>
                </a:cubicBezTo>
                <a:cubicBezTo>
                  <a:pt x="9159383" y="8797086"/>
                  <a:pt x="9167615" y="8788855"/>
                  <a:pt x="9167615" y="8778429"/>
                </a:cubicBezTo>
                <a:cubicBezTo>
                  <a:pt x="9167615" y="8773217"/>
                  <a:pt x="9165831" y="8768827"/>
                  <a:pt x="9162881" y="8765603"/>
                </a:cubicBezTo>
                <a:lnTo>
                  <a:pt x="9151701" y="8760045"/>
                </a:lnTo>
                <a:lnTo>
                  <a:pt x="9151701" y="8760321"/>
                </a:lnTo>
                <a:lnTo>
                  <a:pt x="9151152" y="8759772"/>
                </a:lnTo>
                <a:lnTo>
                  <a:pt x="9151701" y="8760045"/>
                </a:lnTo>
                <a:lnTo>
                  <a:pt x="9151701" y="8226408"/>
                </a:lnTo>
                <a:lnTo>
                  <a:pt x="8551940" y="7626647"/>
                </a:lnTo>
                <a:lnTo>
                  <a:pt x="8551940" y="7271071"/>
                </a:lnTo>
                <a:lnTo>
                  <a:pt x="8342874" y="7062005"/>
                </a:lnTo>
                <a:close/>
                <a:moveTo>
                  <a:pt x="8562915" y="5550805"/>
                </a:moveTo>
                <a:lnTo>
                  <a:pt x="8557977" y="5550805"/>
                </a:lnTo>
                <a:lnTo>
                  <a:pt x="8557977" y="6582417"/>
                </a:lnTo>
                <a:lnTo>
                  <a:pt x="8656199" y="6680639"/>
                </a:lnTo>
                <a:lnTo>
                  <a:pt x="8656199" y="6911105"/>
                </a:lnTo>
                <a:lnTo>
                  <a:pt x="8981595" y="7236501"/>
                </a:lnTo>
                <a:lnTo>
                  <a:pt x="8981595" y="7821995"/>
                </a:lnTo>
                <a:lnTo>
                  <a:pt x="9516057" y="8356457"/>
                </a:lnTo>
                <a:lnTo>
                  <a:pt x="9516057" y="8760869"/>
                </a:lnTo>
                <a:cubicBezTo>
                  <a:pt x="9506729" y="8761966"/>
                  <a:pt x="9499596" y="8769650"/>
                  <a:pt x="9499596" y="8779526"/>
                </a:cubicBezTo>
                <a:cubicBezTo>
                  <a:pt x="9499596" y="8789404"/>
                  <a:pt x="9507826" y="8798184"/>
                  <a:pt x="9518252" y="8798184"/>
                </a:cubicBezTo>
                <a:cubicBezTo>
                  <a:pt x="9528678" y="8798184"/>
                  <a:pt x="9536909" y="8789952"/>
                  <a:pt x="9536909" y="8779526"/>
                </a:cubicBezTo>
                <a:cubicBezTo>
                  <a:pt x="9536909" y="8769101"/>
                  <a:pt x="9529776" y="8761966"/>
                  <a:pt x="9520448" y="8760869"/>
                </a:cubicBezTo>
                <a:lnTo>
                  <a:pt x="9520996" y="8760321"/>
                </a:lnTo>
                <a:lnTo>
                  <a:pt x="9520996" y="8354261"/>
                </a:lnTo>
                <a:lnTo>
                  <a:pt x="8986534" y="7819799"/>
                </a:lnTo>
                <a:lnTo>
                  <a:pt x="8986534" y="7234306"/>
                </a:lnTo>
                <a:lnTo>
                  <a:pt x="8661137" y="6908909"/>
                </a:lnTo>
                <a:lnTo>
                  <a:pt x="8661137" y="6678444"/>
                </a:lnTo>
                <a:lnTo>
                  <a:pt x="8562915" y="6580221"/>
                </a:lnTo>
                <a:close/>
                <a:moveTo>
                  <a:pt x="7981263" y="5550257"/>
                </a:moveTo>
                <a:lnTo>
                  <a:pt x="7976324" y="5550257"/>
                </a:lnTo>
                <a:lnTo>
                  <a:pt x="7976324" y="7449408"/>
                </a:lnTo>
                <a:lnTo>
                  <a:pt x="8142588" y="7615673"/>
                </a:lnTo>
                <a:lnTo>
                  <a:pt x="8142588" y="8734530"/>
                </a:lnTo>
                <a:cubicBezTo>
                  <a:pt x="8133260" y="8735628"/>
                  <a:pt x="8126127" y="8743311"/>
                  <a:pt x="8126127" y="8753187"/>
                </a:cubicBezTo>
                <a:cubicBezTo>
                  <a:pt x="8126127" y="8763065"/>
                  <a:pt x="8134358" y="8771844"/>
                  <a:pt x="8144784" y="8771844"/>
                </a:cubicBezTo>
                <a:cubicBezTo>
                  <a:pt x="8155210" y="8771844"/>
                  <a:pt x="8163440" y="8763613"/>
                  <a:pt x="8163440" y="8753187"/>
                </a:cubicBezTo>
                <a:cubicBezTo>
                  <a:pt x="8163440" y="8747974"/>
                  <a:pt x="8161657" y="8743584"/>
                  <a:pt x="8158707" y="8740361"/>
                </a:cubicBezTo>
                <a:lnTo>
                  <a:pt x="8147526" y="8734803"/>
                </a:lnTo>
                <a:lnTo>
                  <a:pt x="8147526" y="8735080"/>
                </a:lnTo>
                <a:lnTo>
                  <a:pt x="8146978" y="8734530"/>
                </a:lnTo>
                <a:lnTo>
                  <a:pt x="8147526" y="8734803"/>
                </a:lnTo>
                <a:lnTo>
                  <a:pt x="8147526" y="7614027"/>
                </a:lnTo>
                <a:lnTo>
                  <a:pt x="7981263" y="7447761"/>
                </a:lnTo>
                <a:close/>
                <a:moveTo>
                  <a:pt x="8674855" y="5545867"/>
                </a:moveTo>
                <a:lnTo>
                  <a:pt x="8669918" y="5545867"/>
                </a:lnTo>
                <a:lnTo>
                  <a:pt x="8669918" y="6403530"/>
                </a:lnTo>
                <a:lnTo>
                  <a:pt x="8878983" y="6612597"/>
                </a:lnTo>
                <a:lnTo>
                  <a:pt x="8878983" y="6976953"/>
                </a:lnTo>
                <a:lnTo>
                  <a:pt x="9308089" y="7406058"/>
                </a:lnTo>
                <a:lnTo>
                  <a:pt x="9308638" y="7406058"/>
                </a:lnTo>
                <a:cubicBezTo>
                  <a:pt x="9308638" y="7406606"/>
                  <a:pt x="9581356" y="7406606"/>
                  <a:pt x="9581356" y="7406606"/>
                </a:cubicBezTo>
                <a:lnTo>
                  <a:pt x="9900716" y="7725968"/>
                </a:lnTo>
                <a:lnTo>
                  <a:pt x="9900716" y="8574851"/>
                </a:lnTo>
                <a:lnTo>
                  <a:pt x="10090577" y="8764710"/>
                </a:lnTo>
                <a:cubicBezTo>
                  <a:pt x="10085089" y="8771844"/>
                  <a:pt x="10085638" y="8782819"/>
                  <a:pt x="10092222" y="8789404"/>
                </a:cubicBezTo>
                <a:cubicBezTo>
                  <a:pt x="10099357" y="8796537"/>
                  <a:pt x="10111429" y="8796537"/>
                  <a:pt x="10118562" y="8789404"/>
                </a:cubicBezTo>
                <a:cubicBezTo>
                  <a:pt x="10125695" y="8782270"/>
                  <a:pt x="10125695" y="8770198"/>
                  <a:pt x="10118562" y="8763065"/>
                </a:cubicBezTo>
                <a:cubicBezTo>
                  <a:pt x="10111977" y="8756480"/>
                  <a:pt x="10101551" y="8755931"/>
                  <a:pt x="10093869" y="8761418"/>
                </a:cubicBezTo>
                <a:lnTo>
                  <a:pt x="10093869" y="8760869"/>
                </a:lnTo>
                <a:lnTo>
                  <a:pt x="9905655" y="8572655"/>
                </a:lnTo>
                <a:lnTo>
                  <a:pt x="9905655" y="7723772"/>
                </a:lnTo>
                <a:lnTo>
                  <a:pt x="9584099" y="7402218"/>
                </a:lnTo>
                <a:lnTo>
                  <a:pt x="9583551" y="7402218"/>
                </a:lnTo>
                <a:cubicBezTo>
                  <a:pt x="9583551" y="7401669"/>
                  <a:pt x="9310833" y="7401669"/>
                  <a:pt x="9310833" y="7401669"/>
                </a:cubicBezTo>
                <a:lnTo>
                  <a:pt x="8883922" y="6974757"/>
                </a:lnTo>
                <a:lnTo>
                  <a:pt x="8883922" y="6610401"/>
                </a:lnTo>
                <a:lnTo>
                  <a:pt x="8674855" y="6401335"/>
                </a:lnTo>
                <a:close/>
                <a:moveTo>
                  <a:pt x="5604168" y="5531600"/>
                </a:moveTo>
                <a:cubicBezTo>
                  <a:pt x="5593742" y="5531600"/>
                  <a:pt x="5586609" y="5538733"/>
                  <a:pt x="5585512" y="5548062"/>
                </a:cubicBezTo>
                <a:lnTo>
                  <a:pt x="4807962" y="5548062"/>
                </a:lnTo>
                <a:lnTo>
                  <a:pt x="4635662" y="5720362"/>
                </a:lnTo>
                <a:cubicBezTo>
                  <a:pt x="4628529" y="5714876"/>
                  <a:pt x="4617554" y="5715424"/>
                  <a:pt x="4610969" y="5722009"/>
                </a:cubicBezTo>
                <a:cubicBezTo>
                  <a:pt x="4603836" y="5729143"/>
                  <a:pt x="4603836" y="5741215"/>
                  <a:pt x="4610969" y="5748348"/>
                </a:cubicBezTo>
                <a:cubicBezTo>
                  <a:pt x="4618102" y="5755482"/>
                  <a:pt x="4630174" y="5755482"/>
                  <a:pt x="4637308" y="5748348"/>
                </a:cubicBezTo>
                <a:cubicBezTo>
                  <a:pt x="4643893" y="5741763"/>
                  <a:pt x="4644442" y="5731337"/>
                  <a:pt x="4638954" y="5723655"/>
                </a:cubicBezTo>
                <a:lnTo>
                  <a:pt x="4810158" y="5552452"/>
                </a:lnTo>
                <a:lnTo>
                  <a:pt x="5585512" y="5552452"/>
                </a:lnTo>
                <a:cubicBezTo>
                  <a:pt x="5586609" y="5561780"/>
                  <a:pt x="5594292" y="5568914"/>
                  <a:pt x="5604168" y="5568914"/>
                </a:cubicBezTo>
                <a:cubicBezTo>
                  <a:pt x="5614046" y="5568914"/>
                  <a:pt x="5622826" y="5560683"/>
                  <a:pt x="5622826" y="5550257"/>
                </a:cubicBezTo>
                <a:cubicBezTo>
                  <a:pt x="5622826" y="5539831"/>
                  <a:pt x="5614594" y="5531600"/>
                  <a:pt x="5604168" y="5531600"/>
                </a:cubicBezTo>
                <a:close/>
                <a:moveTo>
                  <a:pt x="7615808" y="5518431"/>
                </a:moveTo>
                <a:lnTo>
                  <a:pt x="7610870" y="5518431"/>
                </a:lnTo>
                <a:lnTo>
                  <a:pt x="7610870" y="6798615"/>
                </a:lnTo>
                <a:lnTo>
                  <a:pt x="7453385" y="6956101"/>
                </a:lnTo>
                <a:lnTo>
                  <a:pt x="7453385" y="7533364"/>
                </a:lnTo>
                <a:lnTo>
                  <a:pt x="7137866" y="7848882"/>
                </a:lnTo>
                <a:lnTo>
                  <a:pt x="7137866" y="8652221"/>
                </a:lnTo>
                <a:cubicBezTo>
                  <a:pt x="7128538" y="8653319"/>
                  <a:pt x="7121404" y="8661001"/>
                  <a:pt x="7121404" y="8670878"/>
                </a:cubicBezTo>
                <a:cubicBezTo>
                  <a:pt x="7121404" y="8680755"/>
                  <a:pt x="7129635" y="8689534"/>
                  <a:pt x="7140061" y="8689534"/>
                </a:cubicBezTo>
                <a:cubicBezTo>
                  <a:pt x="7150487" y="8689534"/>
                  <a:pt x="7158718" y="8681304"/>
                  <a:pt x="7158718" y="8670878"/>
                </a:cubicBezTo>
                <a:cubicBezTo>
                  <a:pt x="7158718" y="8660452"/>
                  <a:pt x="7151584" y="8653319"/>
                  <a:pt x="7142256" y="8652221"/>
                </a:cubicBezTo>
                <a:lnTo>
                  <a:pt x="7142805" y="8651672"/>
                </a:lnTo>
                <a:lnTo>
                  <a:pt x="7142805" y="7850528"/>
                </a:lnTo>
                <a:lnTo>
                  <a:pt x="7458324" y="7535010"/>
                </a:lnTo>
                <a:lnTo>
                  <a:pt x="7458324" y="6957746"/>
                </a:lnTo>
                <a:lnTo>
                  <a:pt x="7615808" y="6800261"/>
                </a:lnTo>
                <a:close/>
                <a:moveTo>
                  <a:pt x="9293557" y="5506251"/>
                </a:moveTo>
                <a:lnTo>
                  <a:pt x="9293273" y="5506359"/>
                </a:lnTo>
                <a:lnTo>
                  <a:pt x="9293822" y="5506359"/>
                </a:lnTo>
                <a:close/>
                <a:moveTo>
                  <a:pt x="2078585" y="5497577"/>
                </a:moveTo>
                <a:cubicBezTo>
                  <a:pt x="2068708" y="5497577"/>
                  <a:pt x="2059928" y="5505808"/>
                  <a:pt x="2059928" y="5516234"/>
                </a:cubicBezTo>
                <a:cubicBezTo>
                  <a:pt x="2059928" y="5526659"/>
                  <a:pt x="2068159" y="5534891"/>
                  <a:pt x="2078585" y="5534891"/>
                </a:cubicBezTo>
                <a:lnTo>
                  <a:pt x="2078585" y="5535440"/>
                </a:lnTo>
                <a:cubicBezTo>
                  <a:pt x="2087913" y="5535440"/>
                  <a:pt x="2096144" y="5528306"/>
                  <a:pt x="2097241" y="5518978"/>
                </a:cubicBezTo>
                <a:lnTo>
                  <a:pt x="2858877" y="5518978"/>
                </a:lnTo>
                <a:lnTo>
                  <a:pt x="3026239" y="5686340"/>
                </a:lnTo>
                <a:lnTo>
                  <a:pt x="3026239" y="5870164"/>
                </a:lnTo>
                <a:cubicBezTo>
                  <a:pt x="3016911" y="5871261"/>
                  <a:pt x="3009778" y="5878944"/>
                  <a:pt x="3009778" y="5888821"/>
                </a:cubicBezTo>
                <a:cubicBezTo>
                  <a:pt x="3009778" y="5898698"/>
                  <a:pt x="3018008" y="5907478"/>
                  <a:pt x="3028434" y="5907478"/>
                </a:cubicBezTo>
                <a:cubicBezTo>
                  <a:pt x="3038860" y="5907478"/>
                  <a:pt x="3047091" y="5899247"/>
                  <a:pt x="3047091" y="5888821"/>
                </a:cubicBezTo>
                <a:cubicBezTo>
                  <a:pt x="3047091" y="5878395"/>
                  <a:pt x="3039958" y="5871261"/>
                  <a:pt x="3030629" y="5870164"/>
                </a:cubicBezTo>
                <a:lnTo>
                  <a:pt x="3030629" y="5684145"/>
                </a:lnTo>
                <a:lnTo>
                  <a:pt x="2861073" y="5514588"/>
                </a:lnTo>
                <a:lnTo>
                  <a:pt x="2860523" y="5514588"/>
                </a:lnTo>
                <a:cubicBezTo>
                  <a:pt x="2860523" y="5514039"/>
                  <a:pt x="2097241" y="5514039"/>
                  <a:pt x="2097241" y="5514039"/>
                </a:cubicBezTo>
                <a:cubicBezTo>
                  <a:pt x="2096144" y="5504711"/>
                  <a:pt x="2088462" y="5497577"/>
                  <a:pt x="2078585" y="5497577"/>
                </a:cubicBezTo>
                <a:close/>
                <a:moveTo>
                  <a:pt x="9293822" y="5469044"/>
                </a:moveTo>
                <a:cubicBezTo>
                  <a:pt x="9283944" y="5469044"/>
                  <a:pt x="9275165" y="5477276"/>
                  <a:pt x="9275165" y="5487702"/>
                </a:cubicBezTo>
                <a:cubicBezTo>
                  <a:pt x="9275165" y="5492915"/>
                  <a:pt x="9277223" y="5497579"/>
                  <a:pt x="9280584" y="5500940"/>
                </a:cubicBezTo>
                <a:lnTo>
                  <a:pt x="9293557" y="5506251"/>
                </a:lnTo>
                <a:lnTo>
                  <a:pt x="9305688" y="5501626"/>
                </a:lnTo>
                <a:cubicBezTo>
                  <a:pt x="9309049" y="5498676"/>
                  <a:pt x="9311381" y="5494561"/>
                  <a:pt x="9311930" y="5489897"/>
                </a:cubicBezTo>
                <a:lnTo>
                  <a:pt x="9486426" y="5489897"/>
                </a:lnTo>
                <a:lnTo>
                  <a:pt x="9856270" y="5859741"/>
                </a:lnTo>
                <a:lnTo>
                  <a:pt x="9856818" y="5859741"/>
                </a:lnTo>
                <a:cubicBezTo>
                  <a:pt x="9856818" y="5860289"/>
                  <a:pt x="10064786" y="5860289"/>
                  <a:pt x="10064786" y="5860289"/>
                </a:cubicBezTo>
                <a:cubicBezTo>
                  <a:pt x="10065883" y="5869617"/>
                  <a:pt x="10073566" y="5876751"/>
                  <a:pt x="10083443" y="5876751"/>
                </a:cubicBezTo>
                <a:cubicBezTo>
                  <a:pt x="10093320" y="5876751"/>
                  <a:pt x="10102100" y="5868520"/>
                  <a:pt x="10102100" y="5858094"/>
                </a:cubicBezTo>
                <a:cubicBezTo>
                  <a:pt x="10102100" y="5847668"/>
                  <a:pt x="10093869" y="5839437"/>
                  <a:pt x="10083443" y="5839437"/>
                </a:cubicBezTo>
                <a:cubicBezTo>
                  <a:pt x="10073017" y="5839437"/>
                  <a:pt x="10065883" y="5846571"/>
                  <a:pt x="10064786" y="5855899"/>
                </a:cubicBezTo>
                <a:lnTo>
                  <a:pt x="9859012" y="5855899"/>
                </a:lnTo>
                <a:lnTo>
                  <a:pt x="9489169" y="5486055"/>
                </a:lnTo>
                <a:lnTo>
                  <a:pt x="9488621" y="5486055"/>
                </a:lnTo>
                <a:cubicBezTo>
                  <a:pt x="9488621" y="5485507"/>
                  <a:pt x="9312479" y="5485507"/>
                  <a:pt x="9312479" y="5485507"/>
                </a:cubicBezTo>
                <a:cubicBezTo>
                  <a:pt x="9311381" y="5476179"/>
                  <a:pt x="9303699" y="5469044"/>
                  <a:pt x="9293822" y="5469044"/>
                </a:cubicBezTo>
                <a:close/>
                <a:moveTo>
                  <a:pt x="9005740" y="5334058"/>
                </a:moveTo>
                <a:lnTo>
                  <a:pt x="9005740" y="5338996"/>
                </a:lnTo>
                <a:lnTo>
                  <a:pt x="9640070" y="5338996"/>
                </a:lnTo>
                <a:lnTo>
                  <a:pt x="9835417" y="5534344"/>
                </a:lnTo>
                <a:cubicBezTo>
                  <a:pt x="9829930" y="5541477"/>
                  <a:pt x="9830479" y="5552452"/>
                  <a:pt x="9837064" y="5559036"/>
                </a:cubicBezTo>
                <a:lnTo>
                  <a:pt x="9837064" y="5558487"/>
                </a:lnTo>
                <a:cubicBezTo>
                  <a:pt x="9844198" y="5565621"/>
                  <a:pt x="9856270" y="5565621"/>
                  <a:pt x="9863403" y="5558487"/>
                </a:cubicBezTo>
                <a:cubicBezTo>
                  <a:pt x="9870536" y="5551354"/>
                  <a:pt x="9870536" y="5539282"/>
                  <a:pt x="9863403" y="5532148"/>
                </a:cubicBezTo>
                <a:cubicBezTo>
                  <a:pt x="9856270" y="5525015"/>
                  <a:pt x="9846392" y="5525015"/>
                  <a:pt x="9838710" y="5530503"/>
                </a:cubicBezTo>
                <a:lnTo>
                  <a:pt x="9642814" y="5334607"/>
                </a:lnTo>
                <a:lnTo>
                  <a:pt x="9642265" y="5334607"/>
                </a:lnTo>
                <a:cubicBezTo>
                  <a:pt x="9642265" y="5334058"/>
                  <a:pt x="9005740" y="5334058"/>
                  <a:pt x="9005740" y="5334058"/>
                </a:cubicBezTo>
                <a:close/>
                <a:moveTo>
                  <a:pt x="6706565" y="5332960"/>
                </a:moveTo>
                <a:lnTo>
                  <a:pt x="6511218" y="5332960"/>
                </a:lnTo>
                <a:lnTo>
                  <a:pt x="4669134" y="7175043"/>
                </a:lnTo>
                <a:lnTo>
                  <a:pt x="4276793" y="7175043"/>
                </a:lnTo>
                <a:lnTo>
                  <a:pt x="3538204" y="7913632"/>
                </a:lnTo>
                <a:lnTo>
                  <a:pt x="3006485" y="7913632"/>
                </a:lnTo>
                <a:lnTo>
                  <a:pt x="2406176" y="8513942"/>
                </a:lnTo>
                <a:lnTo>
                  <a:pt x="1628078" y="8513942"/>
                </a:lnTo>
                <a:lnTo>
                  <a:pt x="1336154" y="8805865"/>
                </a:lnTo>
                <a:cubicBezTo>
                  <a:pt x="1329021" y="8800378"/>
                  <a:pt x="1318047" y="8800927"/>
                  <a:pt x="1311462" y="8807512"/>
                </a:cubicBezTo>
                <a:cubicBezTo>
                  <a:pt x="1304328" y="8814645"/>
                  <a:pt x="1304328" y="8826717"/>
                  <a:pt x="1311462" y="8833851"/>
                </a:cubicBezTo>
                <a:cubicBezTo>
                  <a:pt x="1318595" y="8840983"/>
                  <a:pt x="1330667" y="8840983"/>
                  <a:pt x="1337801" y="8833851"/>
                </a:cubicBezTo>
                <a:cubicBezTo>
                  <a:pt x="1344386" y="8827266"/>
                  <a:pt x="1344934" y="8816840"/>
                  <a:pt x="1339446" y="8809158"/>
                </a:cubicBezTo>
                <a:lnTo>
                  <a:pt x="1629724" y="8518880"/>
                </a:lnTo>
                <a:lnTo>
                  <a:pt x="2407822" y="8518880"/>
                </a:lnTo>
                <a:lnTo>
                  <a:pt x="3008132" y="7918571"/>
                </a:lnTo>
                <a:lnTo>
                  <a:pt x="3539850" y="7918571"/>
                </a:lnTo>
                <a:lnTo>
                  <a:pt x="4278440" y="7179982"/>
                </a:lnTo>
                <a:lnTo>
                  <a:pt x="4278988" y="7179982"/>
                </a:lnTo>
                <a:lnTo>
                  <a:pt x="4671330" y="7179982"/>
                </a:lnTo>
                <a:lnTo>
                  <a:pt x="6513413" y="5337899"/>
                </a:lnTo>
                <a:lnTo>
                  <a:pt x="6706565" y="5337899"/>
                </a:lnTo>
                <a:close/>
                <a:moveTo>
                  <a:pt x="3355477" y="5325413"/>
                </a:moveTo>
                <a:cubicBezTo>
                  <a:pt x="3350676" y="5325413"/>
                  <a:pt x="3345875" y="5327197"/>
                  <a:pt x="3342308" y="5330764"/>
                </a:cubicBezTo>
                <a:cubicBezTo>
                  <a:pt x="3335723" y="5337348"/>
                  <a:pt x="3335174" y="5347774"/>
                  <a:pt x="3340661" y="5355456"/>
                </a:cubicBezTo>
                <a:lnTo>
                  <a:pt x="3109647" y="5586471"/>
                </a:lnTo>
                <a:lnTo>
                  <a:pt x="3109647" y="5867420"/>
                </a:lnTo>
                <a:cubicBezTo>
                  <a:pt x="3100318" y="5868518"/>
                  <a:pt x="3093184" y="5876201"/>
                  <a:pt x="3093184" y="5886077"/>
                </a:cubicBezTo>
                <a:cubicBezTo>
                  <a:pt x="3093184" y="5895955"/>
                  <a:pt x="3101415" y="5904734"/>
                  <a:pt x="3111841" y="5904734"/>
                </a:cubicBezTo>
                <a:cubicBezTo>
                  <a:pt x="3122267" y="5904734"/>
                  <a:pt x="3130498" y="5896503"/>
                  <a:pt x="3130498" y="5886077"/>
                </a:cubicBezTo>
                <a:cubicBezTo>
                  <a:pt x="3130498" y="5875651"/>
                  <a:pt x="3123364" y="5868518"/>
                  <a:pt x="3114036" y="5867420"/>
                </a:cubicBezTo>
                <a:lnTo>
                  <a:pt x="3114036" y="5588666"/>
                </a:lnTo>
                <a:lnTo>
                  <a:pt x="3343954" y="5358749"/>
                </a:lnTo>
                <a:cubicBezTo>
                  <a:pt x="3351088" y="5364236"/>
                  <a:pt x="3362062" y="5363687"/>
                  <a:pt x="3368646" y="5357103"/>
                </a:cubicBezTo>
                <a:cubicBezTo>
                  <a:pt x="3375780" y="5349969"/>
                  <a:pt x="3375780" y="5337897"/>
                  <a:pt x="3368646" y="5330764"/>
                </a:cubicBezTo>
                <a:cubicBezTo>
                  <a:pt x="3365080" y="5327197"/>
                  <a:pt x="3360279" y="5325413"/>
                  <a:pt x="3355477" y="5325413"/>
                </a:cubicBezTo>
                <a:close/>
                <a:moveTo>
                  <a:pt x="3814214" y="5323629"/>
                </a:moveTo>
                <a:cubicBezTo>
                  <a:pt x="3803788" y="5323629"/>
                  <a:pt x="3796655" y="5330764"/>
                  <a:pt x="3795558" y="5340092"/>
                </a:cubicBezTo>
                <a:lnTo>
                  <a:pt x="3438884" y="5340092"/>
                </a:lnTo>
                <a:lnTo>
                  <a:pt x="3191955" y="5587019"/>
                </a:lnTo>
                <a:lnTo>
                  <a:pt x="3191955" y="5867970"/>
                </a:lnTo>
                <a:lnTo>
                  <a:pt x="3192504" y="5867970"/>
                </a:lnTo>
                <a:cubicBezTo>
                  <a:pt x="3183176" y="5869067"/>
                  <a:pt x="3176042" y="5876749"/>
                  <a:pt x="3176042" y="5886626"/>
                </a:cubicBezTo>
                <a:cubicBezTo>
                  <a:pt x="3176042" y="5896503"/>
                  <a:pt x="3184273" y="5905282"/>
                  <a:pt x="3194699" y="5905282"/>
                </a:cubicBezTo>
                <a:cubicBezTo>
                  <a:pt x="3205125" y="5905282"/>
                  <a:pt x="3213356" y="5897052"/>
                  <a:pt x="3213356" y="5886626"/>
                </a:cubicBezTo>
                <a:cubicBezTo>
                  <a:pt x="3213356" y="5876201"/>
                  <a:pt x="3206222" y="5869067"/>
                  <a:pt x="3196894" y="5867970"/>
                </a:cubicBezTo>
                <a:lnTo>
                  <a:pt x="3196894" y="5588666"/>
                </a:lnTo>
                <a:lnTo>
                  <a:pt x="3441079" y="5344482"/>
                </a:lnTo>
                <a:lnTo>
                  <a:pt x="3795558" y="5344482"/>
                </a:lnTo>
                <a:cubicBezTo>
                  <a:pt x="3796655" y="5353810"/>
                  <a:pt x="3804337" y="5360944"/>
                  <a:pt x="3814214" y="5360944"/>
                </a:cubicBezTo>
                <a:cubicBezTo>
                  <a:pt x="3824092" y="5360944"/>
                  <a:pt x="3832872" y="5352712"/>
                  <a:pt x="3832872" y="5342287"/>
                </a:cubicBezTo>
                <a:cubicBezTo>
                  <a:pt x="3832872" y="5331861"/>
                  <a:pt x="3824641" y="5323629"/>
                  <a:pt x="3814214" y="5323629"/>
                </a:cubicBezTo>
                <a:close/>
                <a:moveTo>
                  <a:pt x="13100904" y="5298390"/>
                </a:moveTo>
                <a:cubicBezTo>
                  <a:pt x="13091026" y="5298390"/>
                  <a:pt x="13082246" y="5306621"/>
                  <a:pt x="13082246" y="5317047"/>
                </a:cubicBezTo>
                <a:cubicBezTo>
                  <a:pt x="13082246" y="5327473"/>
                  <a:pt x="13090478" y="5335704"/>
                  <a:pt x="13100904" y="5335704"/>
                </a:cubicBezTo>
                <a:cubicBezTo>
                  <a:pt x="13110232" y="5335704"/>
                  <a:pt x="13118463" y="5328570"/>
                  <a:pt x="13119561" y="5319242"/>
                </a:cubicBezTo>
                <a:lnTo>
                  <a:pt x="14531440" y="5319242"/>
                </a:lnTo>
                <a:lnTo>
                  <a:pt x="14688925" y="5476728"/>
                </a:lnTo>
                <a:lnTo>
                  <a:pt x="14689474" y="5476728"/>
                </a:lnTo>
                <a:cubicBezTo>
                  <a:pt x="14689474" y="5477276"/>
                  <a:pt x="15652493" y="5477276"/>
                  <a:pt x="15652493" y="5477276"/>
                </a:cubicBezTo>
                <a:cubicBezTo>
                  <a:pt x="15653591" y="5486604"/>
                  <a:pt x="15661273" y="5493738"/>
                  <a:pt x="15671150" y="5493738"/>
                </a:cubicBezTo>
                <a:cubicBezTo>
                  <a:pt x="15681028" y="5493738"/>
                  <a:pt x="15689808" y="5485507"/>
                  <a:pt x="15689808" y="5475081"/>
                </a:cubicBezTo>
                <a:cubicBezTo>
                  <a:pt x="15689808" y="5464655"/>
                  <a:pt x="15681576" y="5456424"/>
                  <a:pt x="15671150" y="5456424"/>
                </a:cubicBezTo>
                <a:cubicBezTo>
                  <a:pt x="15660725" y="5456424"/>
                  <a:pt x="15653591" y="5463558"/>
                  <a:pt x="15652493" y="5472886"/>
                </a:cubicBezTo>
                <a:lnTo>
                  <a:pt x="14691668" y="5472886"/>
                </a:lnTo>
                <a:lnTo>
                  <a:pt x="14534184" y="5315401"/>
                </a:lnTo>
                <a:lnTo>
                  <a:pt x="14533634" y="5315401"/>
                </a:lnTo>
                <a:cubicBezTo>
                  <a:pt x="14533634" y="5314853"/>
                  <a:pt x="13119561" y="5314853"/>
                  <a:pt x="13119561" y="5314853"/>
                </a:cubicBezTo>
                <a:cubicBezTo>
                  <a:pt x="13118463" y="5305524"/>
                  <a:pt x="13110781" y="5298390"/>
                  <a:pt x="13100904" y="5298390"/>
                </a:cubicBezTo>
                <a:close/>
                <a:moveTo>
                  <a:pt x="2501654" y="5222666"/>
                </a:moveTo>
                <a:cubicBezTo>
                  <a:pt x="2491228" y="5222666"/>
                  <a:pt x="2484096" y="5229799"/>
                  <a:pt x="2482998" y="5239127"/>
                </a:cubicBezTo>
                <a:lnTo>
                  <a:pt x="1538086" y="5239127"/>
                </a:lnTo>
                <a:lnTo>
                  <a:pt x="1012404" y="5764810"/>
                </a:lnTo>
                <a:lnTo>
                  <a:pt x="373684" y="5764810"/>
                </a:lnTo>
                <a:cubicBezTo>
                  <a:pt x="372586" y="5755482"/>
                  <a:pt x="364904" y="5748348"/>
                  <a:pt x="355028" y="5748348"/>
                </a:cubicBezTo>
                <a:cubicBezTo>
                  <a:pt x="345150" y="5748348"/>
                  <a:pt x="336370" y="5756579"/>
                  <a:pt x="336370" y="5767005"/>
                </a:cubicBezTo>
                <a:cubicBezTo>
                  <a:pt x="336370" y="5777431"/>
                  <a:pt x="344602" y="5785662"/>
                  <a:pt x="355028" y="5785662"/>
                </a:cubicBezTo>
                <a:cubicBezTo>
                  <a:pt x="365452" y="5785662"/>
                  <a:pt x="372586" y="5778528"/>
                  <a:pt x="373684" y="5769200"/>
                </a:cubicBezTo>
                <a:lnTo>
                  <a:pt x="1014600" y="5769200"/>
                </a:lnTo>
                <a:lnTo>
                  <a:pt x="1540282" y="5243518"/>
                </a:lnTo>
                <a:lnTo>
                  <a:pt x="2482998" y="5243518"/>
                </a:lnTo>
                <a:cubicBezTo>
                  <a:pt x="2484096" y="5252846"/>
                  <a:pt x="2491778" y="5259979"/>
                  <a:pt x="2501654" y="5259979"/>
                </a:cubicBezTo>
                <a:cubicBezTo>
                  <a:pt x="2511532" y="5259979"/>
                  <a:pt x="2520311" y="5251748"/>
                  <a:pt x="2520311" y="5241322"/>
                </a:cubicBezTo>
                <a:cubicBezTo>
                  <a:pt x="2520311" y="5230896"/>
                  <a:pt x="2512080" y="5222666"/>
                  <a:pt x="2501654" y="5222666"/>
                </a:cubicBezTo>
                <a:close/>
                <a:moveTo>
                  <a:pt x="6731258" y="5216629"/>
                </a:moveTo>
                <a:lnTo>
                  <a:pt x="6337270" y="5216629"/>
                </a:lnTo>
                <a:lnTo>
                  <a:pt x="5447780" y="6106119"/>
                </a:lnTo>
                <a:lnTo>
                  <a:pt x="5184390" y="6106119"/>
                </a:lnTo>
                <a:lnTo>
                  <a:pt x="4126990" y="7163520"/>
                </a:lnTo>
                <a:cubicBezTo>
                  <a:pt x="4119856" y="7158033"/>
                  <a:pt x="4108882" y="7158582"/>
                  <a:pt x="4102298" y="7165166"/>
                </a:cubicBezTo>
                <a:cubicBezTo>
                  <a:pt x="4095164" y="7172299"/>
                  <a:pt x="4095164" y="7184371"/>
                  <a:pt x="4102298" y="7191505"/>
                </a:cubicBezTo>
                <a:cubicBezTo>
                  <a:pt x="4109431" y="7198639"/>
                  <a:pt x="4121503" y="7198639"/>
                  <a:pt x="4128636" y="7191505"/>
                </a:cubicBezTo>
                <a:cubicBezTo>
                  <a:pt x="4135222" y="7184921"/>
                  <a:pt x="4135770" y="7174495"/>
                  <a:pt x="4130282" y="7166813"/>
                </a:cubicBezTo>
                <a:lnTo>
                  <a:pt x="5186586" y="6110509"/>
                </a:lnTo>
                <a:lnTo>
                  <a:pt x="5449976" y="6110509"/>
                </a:lnTo>
                <a:lnTo>
                  <a:pt x="6338917" y="5221568"/>
                </a:lnTo>
                <a:lnTo>
                  <a:pt x="6338916" y="5221568"/>
                </a:lnTo>
                <a:lnTo>
                  <a:pt x="6339465" y="5221020"/>
                </a:lnTo>
                <a:lnTo>
                  <a:pt x="6338917" y="5221568"/>
                </a:lnTo>
                <a:lnTo>
                  <a:pt x="6731258" y="5221568"/>
                </a:lnTo>
                <a:close/>
                <a:moveTo>
                  <a:pt x="5903774" y="5215121"/>
                </a:moveTo>
                <a:cubicBezTo>
                  <a:pt x="5898973" y="5215121"/>
                  <a:pt x="5894171" y="5216904"/>
                  <a:pt x="5890605" y="5220470"/>
                </a:cubicBezTo>
                <a:cubicBezTo>
                  <a:pt x="5884020" y="5227055"/>
                  <a:pt x="5883472" y="5237481"/>
                  <a:pt x="5888960" y="5245164"/>
                </a:cubicBezTo>
                <a:lnTo>
                  <a:pt x="5719401" y="5414721"/>
                </a:lnTo>
                <a:lnTo>
                  <a:pt x="5389616" y="5414721"/>
                </a:lnTo>
                <a:lnTo>
                  <a:pt x="5283162" y="5308268"/>
                </a:lnTo>
                <a:lnTo>
                  <a:pt x="5282613" y="5308268"/>
                </a:lnTo>
                <a:cubicBezTo>
                  <a:pt x="5282613" y="5307719"/>
                  <a:pt x="4879298" y="5307719"/>
                  <a:pt x="4879298" y="5307719"/>
                </a:cubicBezTo>
                <a:lnTo>
                  <a:pt x="3998039" y="6188977"/>
                </a:lnTo>
                <a:lnTo>
                  <a:pt x="3354380" y="6188977"/>
                </a:lnTo>
                <a:cubicBezTo>
                  <a:pt x="3353282" y="6179649"/>
                  <a:pt x="3345600" y="6172516"/>
                  <a:pt x="3335723" y="6172516"/>
                </a:cubicBezTo>
                <a:cubicBezTo>
                  <a:pt x="3325846" y="6172516"/>
                  <a:pt x="3317066" y="6180747"/>
                  <a:pt x="3317066" y="6191172"/>
                </a:cubicBezTo>
                <a:cubicBezTo>
                  <a:pt x="3317066" y="6201598"/>
                  <a:pt x="3325297" y="6209829"/>
                  <a:pt x="3335723" y="6209829"/>
                </a:cubicBezTo>
                <a:cubicBezTo>
                  <a:pt x="3346149" y="6209829"/>
                  <a:pt x="3353282" y="6202696"/>
                  <a:pt x="3354380" y="6193367"/>
                </a:cubicBezTo>
                <a:lnTo>
                  <a:pt x="4000233" y="6193367"/>
                </a:lnTo>
                <a:lnTo>
                  <a:pt x="4881492" y="5312109"/>
                </a:lnTo>
                <a:lnTo>
                  <a:pt x="5280967" y="5312109"/>
                </a:lnTo>
                <a:lnTo>
                  <a:pt x="5387420" y="5418562"/>
                </a:lnTo>
                <a:lnTo>
                  <a:pt x="5387969" y="5418562"/>
                </a:lnTo>
                <a:cubicBezTo>
                  <a:pt x="5387969" y="5419110"/>
                  <a:pt x="5721596" y="5419110"/>
                  <a:pt x="5721596" y="5419110"/>
                </a:cubicBezTo>
                <a:lnTo>
                  <a:pt x="5892251" y="5248456"/>
                </a:lnTo>
                <a:lnTo>
                  <a:pt x="5892251" y="5248456"/>
                </a:lnTo>
                <a:lnTo>
                  <a:pt x="5892800" y="5247907"/>
                </a:lnTo>
                <a:lnTo>
                  <a:pt x="5892251" y="5248456"/>
                </a:lnTo>
                <a:lnTo>
                  <a:pt x="5904803" y="5252160"/>
                </a:lnTo>
                <a:cubicBezTo>
                  <a:pt x="5909261" y="5251885"/>
                  <a:pt x="5913651" y="5250102"/>
                  <a:pt x="5916944" y="5246809"/>
                </a:cubicBezTo>
                <a:cubicBezTo>
                  <a:pt x="5924078" y="5239677"/>
                  <a:pt x="5924078" y="5227604"/>
                  <a:pt x="5916944" y="5220470"/>
                </a:cubicBezTo>
                <a:cubicBezTo>
                  <a:pt x="5913377" y="5216904"/>
                  <a:pt x="5908575" y="5215121"/>
                  <a:pt x="5903774" y="5215121"/>
                </a:cubicBezTo>
                <a:close/>
                <a:moveTo>
                  <a:pt x="14162694" y="5037332"/>
                </a:moveTo>
                <a:cubicBezTo>
                  <a:pt x="14157892" y="5037332"/>
                  <a:pt x="14153091" y="5039115"/>
                  <a:pt x="14149524" y="5042682"/>
                </a:cubicBezTo>
                <a:cubicBezTo>
                  <a:pt x="14142392" y="5049816"/>
                  <a:pt x="14142392" y="5061888"/>
                  <a:pt x="14149524" y="5069021"/>
                </a:cubicBezTo>
                <a:cubicBezTo>
                  <a:pt x="14156110" y="5075606"/>
                  <a:pt x="14166535" y="5076155"/>
                  <a:pt x="14174217" y="5070668"/>
                </a:cubicBezTo>
                <a:lnTo>
                  <a:pt x="14224152" y="5120602"/>
                </a:lnTo>
                <a:lnTo>
                  <a:pt x="14224701" y="5120602"/>
                </a:lnTo>
                <a:cubicBezTo>
                  <a:pt x="14224701" y="5121151"/>
                  <a:pt x="15006090" y="5121151"/>
                  <a:pt x="15006090" y="5121151"/>
                </a:cubicBezTo>
                <a:lnTo>
                  <a:pt x="15196500" y="5311560"/>
                </a:lnTo>
                <a:lnTo>
                  <a:pt x="15197048" y="5311560"/>
                </a:lnTo>
                <a:cubicBezTo>
                  <a:pt x="15197048" y="5312109"/>
                  <a:pt x="15565794" y="5312109"/>
                  <a:pt x="15565794" y="5312109"/>
                </a:cubicBezTo>
                <a:cubicBezTo>
                  <a:pt x="15566891" y="5321437"/>
                  <a:pt x="15574575" y="5328570"/>
                  <a:pt x="15584450" y="5328570"/>
                </a:cubicBezTo>
                <a:cubicBezTo>
                  <a:pt x="15594328" y="5328570"/>
                  <a:pt x="15603108" y="5320339"/>
                  <a:pt x="15603108" y="5309913"/>
                </a:cubicBezTo>
                <a:cubicBezTo>
                  <a:pt x="15603108" y="5299488"/>
                  <a:pt x="15594877" y="5291257"/>
                  <a:pt x="15584450" y="5291257"/>
                </a:cubicBezTo>
                <a:cubicBezTo>
                  <a:pt x="15574025" y="5291257"/>
                  <a:pt x="15566891" y="5298390"/>
                  <a:pt x="15565794" y="5307719"/>
                </a:cubicBezTo>
                <a:lnTo>
                  <a:pt x="15199243" y="5307719"/>
                </a:lnTo>
                <a:lnTo>
                  <a:pt x="15008834" y="5117310"/>
                </a:lnTo>
                <a:lnTo>
                  <a:pt x="15008285" y="5117310"/>
                </a:lnTo>
                <a:cubicBezTo>
                  <a:pt x="15008285" y="5116761"/>
                  <a:pt x="14226895" y="5116761"/>
                  <a:pt x="14226895" y="5116761"/>
                </a:cubicBezTo>
                <a:lnTo>
                  <a:pt x="14177510" y="5067376"/>
                </a:lnTo>
                <a:cubicBezTo>
                  <a:pt x="14182998" y="5060242"/>
                  <a:pt x="14182448" y="5049267"/>
                  <a:pt x="14175863" y="5042682"/>
                </a:cubicBezTo>
                <a:cubicBezTo>
                  <a:pt x="14172296" y="5039115"/>
                  <a:pt x="14167495" y="5037332"/>
                  <a:pt x="14162694" y="5037332"/>
                </a:cubicBezTo>
                <a:close/>
                <a:moveTo>
                  <a:pt x="6701626" y="4985066"/>
                </a:moveTo>
                <a:lnTo>
                  <a:pt x="6314773" y="4985066"/>
                </a:lnTo>
                <a:lnTo>
                  <a:pt x="5641482" y="5658905"/>
                </a:lnTo>
                <a:lnTo>
                  <a:pt x="4869421" y="5658905"/>
                </a:lnTo>
                <a:lnTo>
                  <a:pt x="3998039" y="6530287"/>
                </a:lnTo>
                <a:lnTo>
                  <a:pt x="3561250" y="6530287"/>
                </a:lnTo>
                <a:cubicBezTo>
                  <a:pt x="3560152" y="6520958"/>
                  <a:pt x="3552471" y="6513825"/>
                  <a:pt x="3542594" y="6513825"/>
                </a:cubicBezTo>
                <a:cubicBezTo>
                  <a:pt x="3532716" y="6513825"/>
                  <a:pt x="3523937" y="6522055"/>
                  <a:pt x="3523937" y="6532481"/>
                </a:cubicBezTo>
                <a:cubicBezTo>
                  <a:pt x="3523937" y="6542908"/>
                  <a:pt x="3532168" y="6551138"/>
                  <a:pt x="3542594" y="6551138"/>
                </a:cubicBezTo>
                <a:cubicBezTo>
                  <a:pt x="3553020" y="6551138"/>
                  <a:pt x="3560152" y="6544005"/>
                  <a:pt x="3561250" y="6534677"/>
                </a:cubicBezTo>
                <a:lnTo>
                  <a:pt x="4000233" y="6534677"/>
                </a:lnTo>
                <a:lnTo>
                  <a:pt x="4871615" y="5663295"/>
                </a:lnTo>
                <a:lnTo>
                  <a:pt x="5643678" y="5663295"/>
                </a:lnTo>
                <a:lnTo>
                  <a:pt x="5643678" y="5663843"/>
                </a:lnTo>
                <a:lnTo>
                  <a:pt x="6316967" y="4990004"/>
                </a:lnTo>
                <a:lnTo>
                  <a:pt x="6701626" y="4990004"/>
                </a:lnTo>
                <a:close/>
                <a:moveTo>
                  <a:pt x="8990924" y="4884100"/>
                </a:moveTo>
                <a:lnTo>
                  <a:pt x="8990924" y="4889039"/>
                </a:lnTo>
                <a:lnTo>
                  <a:pt x="10502123" y="4889039"/>
                </a:lnTo>
                <a:lnTo>
                  <a:pt x="10710640" y="5097556"/>
                </a:lnTo>
                <a:lnTo>
                  <a:pt x="10711189" y="5097556"/>
                </a:lnTo>
                <a:cubicBezTo>
                  <a:pt x="10711189" y="5098104"/>
                  <a:pt x="11067314" y="5098104"/>
                  <a:pt x="11067314" y="5098104"/>
                </a:cubicBezTo>
                <a:lnTo>
                  <a:pt x="11665978" y="5696767"/>
                </a:lnTo>
                <a:lnTo>
                  <a:pt x="11666525" y="5696767"/>
                </a:lnTo>
                <a:lnTo>
                  <a:pt x="12664664" y="5696767"/>
                </a:lnTo>
                <a:cubicBezTo>
                  <a:pt x="12665761" y="5706096"/>
                  <a:pt x="12673443" y="5713229"/>
                  <a:pt x="12683321" y="5713229"/>
                </a:cubicBezTo>
                <a:cubicBezTo>
                  <a:pt x="12693198" y="5713229"/>
                  <a:pt x="12701979" y="5704998"/>
                  <a:pt x="12701979" y="5694572"/>
                </a:cubicBezTo>
                <a:cubicBezTo>
                  <a:pt x="12701979" y="5684147"/>
                  <a:pt x="12693747" y="5675916"/>
                  <a:pt x="12683321" y="5675916"/>
                </a:cubicBezTo>
                <a:cubicBezTo>
                  <a:pt x="12672896" y="5675916"/>
                  <a:pt x="12665761" y="5683049"/>
                  <a:pt x="12664664" y="5692378"/>
                </a:cubicBezTo>
                <a:lnTo>
                  <a:pt x="11668172" y="5692378"/>
                </a:lnTo>
                <a:lnTo>
                  <a:pt x="11069509" y="5093715"/>
                </a:lnTo>
                <a:lnTo>
                  <a:pt x="11068960" y="5093715"/>
                </a:lnTo>
                <a:cubicBezTo>
                  <a:pt x="11068960" y="5093165"/>
                  <a:pt x="10712835" y="5093165"/>
                  <a:pt x="10712835" y="5093165"/>
                </a:cubicBezTo>
                <a:lnTo>
                  <a:pt x="10504318" y="4884648"/>
                </a:lnTo>
                <a:lnTo>
                  <a:pt x="10503770" y="4884648"/>
                </a:lnTo>
                <a:cubicBezTo>
                  <a:pt x="10503770" y="4884100"/>
                  <a:pt x="8990924" y="4884100"/>
                  <a:pt x="8990924" y="4884100"/>
                </a:cubicBezTo>
                <a:close/>
                <a:moveTo>
                  <a:pt x="6691750" y="4867090"/>
                </a:moveTo>
                <a:lnTo>
                  <a:pt x="6359219" y="4867090"/>
                </a:lnTo>
                <a:lnTo>
                  <a:pt x="6139180" y="5087130"/>
                </a:lnTo>
                <a:lnTo>
                  <a:pt x="4979166" y="5087130"/>
                </a:lnTo>
                <a:lnTo>
                  <a:pt x="4126441" y="5939855"/>
                </a:lnTo>
                <a:lnTo>
                  <a:pt x="3354380" y="5939855"/>
                </a:lnTo>
                <a:cubicBezTo>
                  <a:pt x="3353282" y="5930526"/>
                  <a:pt x="3345600" y="5923392"/>
                  <a:pt x="3335723" y="5923392"/>
                </a:cubicBezTo>
                <a:cubicBezTo>
                  <a:pt x="3325846" y="5923392"/>
                  <a:pt x="3317066" y="5931624"/>
                  <a:pt x="3317066" y="5942050"/>
                </a:cubicBezTo>
                <a:cubicBezTo>
                  <a:pt x="3317066" y="5952475"/>
                  <a:pt x="3325297" y="5960706"/>
                  <a:pt x="3335723" y="5960706"/>
                </a:cubicBezTo>
                <a:cubicBezTo>
                  <a:pt x="3346149" y="5960706"/>
                  <a:pt x="3353282" y="5953572"/>
                  <a:pt x="3354380" y="5944244"/>
                </a:cubicBezTo>
                <a:lnTo>
                  <a:pt x="4128636" y="5944244"/>
                </a:lnTo>
                <a:lnTo>
                  <a:pt x="4981361" y="5091519"/>
                </a:lnTo>
                <a:lnTo>
                  <a:pt x="6141374" y="5091519"/>
                </a:lnTo>
                <a:lnTo>
                  <a:pt x="6361414" y="4871479"/>
                </a:lnTo>
                <a:lnTo>
                  <a:pt x="6360866" y="4872028"/>
                </a:lnTo>
                <a:lnTo>
                  <a:pt x="6691750" y="4872028"/>
                </a:lnTo>
                <a:close/>
                <a:moveTo>
                  <a:pt x="11528247" y="4844729"/>
                </a:moveTo>
                <a:cubicBezTo>
                  <a:pt x="11523446" y="4844729"/>
                  <a:pt x="11518644" y="4846512"/>
                  <a:pt x="11515077" y="4850079"/>
                </a:cubicBezTo>
                <a:cubicBezTo>
                  <a:pt x="11507944" y="4857212"/>
                  <a:pt x="11507944" y="4869284"/>
                  <a:pt x="11515077" y="4876418"/>
                </a:cubicBezTo>
                <a:cubicBezTo>
                  <a:pt x="11521661" y="4883003"/>
                  <a:pt x="11532088" y="4883551"/>
                  <a:pt x="11539770" y="4878064"/>
                </a:cubicBezTo>
                <a:lnTo>
                  <a:pt x="11636345" y="4974640"/>
                </a:lnTo>
                <a:lnTo>
                  <a:pt x="11636345" y="5197973"/>
                </a:lnTo>
                <a:lnTo>
                  <a:pt x="11880530" y="5442157"/>
                </a:lnTo>
                <a:lnTo>
                  <a:pt x="11881079" y="5442157"/>
                </a:lnTo>
                <a:cubicBezTo>
                  <a:pt x="11881079" y="5442705"/>
                  <a:pt x="13668290" y="5442705"/>
                  <a:pt x="13668290" y="5442705"/>
                </a:cubicBezTo>
                <a:lnTo>
                  <a:pt x="13953628" y="5728046"/>
                </a:lnTo>
                <a:lnTo>
                  <a:pt x="13954178" y="5728046"/>
                </a:lnTo>
                <a:cubicBezTo>
                  <a:pt x="13954178" y="5728594"/>
                  <a:pt x="15683771" y="5728594"/>
                  <a:pt x="15683771" y="5728594"/>
                </a:cubicBezTo>
                <a:cubicBezTo>
                  <a:pt x="15684868" y="5737922"/>
                  <a:pt x="15692551" y="5745056"/>
                  <a:pt x="15702428" y="5745056"/>
                </a:cubicBezTo>
                <a:lnTo>
                  <a:pt x="15702428" y="5744507"/>
                </a:lnTo>
                <a:cubicBezTo>
                  <a:pt x="15712854" y="5744507"/>
                  <a:pt x="15721085" y="5736276"/>
                  <a:pt x="15721085" y="5725850"/>
                </a:cubicBezTo>
                <a:cubicBezTo>
                  <a:pt x="15721085" y="5715424"/>
                  <a:pt x="15712854" y="5707193"/>
                  <a:pt x="15702428" y="5707193"/>
                </a:cubicBezTo>
                <a:cubicBezTo>
                  <a:pt x="15692002" y="5707193"/>
                  <a:pt x="15684868" y="5714327"/>
                  <a:pt x="15683771" y="5723655"/>
                </a:cubicBezTo>
                <a:lnTo>
                  <a:pt x="13955824" y="5723655"/>
                </a:lnTo>
                <a:lnTo>
                  <a:pt x="13670485" y="5438316"/>
                </a:lnTo>
                <a:lnTo>
                  <a:pt x="13669935" y="5438316"/>
                </a:lnTo>
                <a:cubicBezTo>
                  <a:pt x="13669935" y="5437767"/>
                  <a:pt x="11882726" y="5437767"/>
                  <a:pt x="11882726" y="5437767"/>
                </a:cubicBezTo>
                <a:lnTo>
                  <a:pt x="11640736" y="5195778"/>
                </a:lnTo>
                <a:lnTo>
                  <a:pt x="11640736" y="4972445"/>
                </a:lnTo>
                <a:lnTo>
                  <a:pt x="11543061" y="4874772"/>
                </a:lnTo>
                <a:cubicBezTo>
                  <a:pt x="11548549" y="4867638"/>
                  <a:pt x="11548001" y="4856664"/>
                  <a:pt x="11541416" y="4850079"/>
                </a:cubicBezTo>
                <a:cubicBezTo>
                  <a:pt x="11537849" y="4846512"/>
                  <a:pt x="11533048" y="4844729"/>
                  <a:pt x="11528247" y="4844729"/>
                </a:cubicBezTo>
                <a:close/>
                <a:moveTo>
                  <a:pt x="3694591" y="4724420"/>
                </a:moveTo>
                <a:cubicBezTo>
                  <a:pt x="3684166" y="4724420"/>
                  <a:pt x="3677032" y="4731554"/>
                  <a:pt x="3675934" y="4740882"/>
                </a:cubicBezTo>
                <a:lnTo>
                  <a:pt x="2397397" y="4740882"/>
                </a:lnTo>
                <a:lnTo>
                  <a:pt x="2225096" y="4913183"/>
                </a:lnTo>
                <a:cubicBezTo>
                  <a:pt x="2217962" y="4907695"/>
                  <a:pt x="2206987" y="4908244"/>
                  <a:pt x="2200402" y="4914828"/>
                </a:cubicBezTo>
                <a:cubicBezTo>
                  <a:pt x="2193269" y="4921962"/>
                  <a:pt x="2193269" y="4934034"/>
                  <a:pt x="2200402" y="4941167"/>
                </a:cubicBezTo>
                <a:cubicBezTo>
                  <a:pt x="2207536" y="4948301"/>
                  <a:pt x="2219608" y="4948301"/>
                  <a:pt x="2226741" y="4941167"/>
                </a:cubicBezTo>
                <a:cubicBezTo>
                  <a:pt x="2233326" y="4934583"/>
                  <a:pt x="2233875" y="4924157"/>
                  <a:pt x="2228388" y="4916475"/>
                </a:cubicBezTo>
                <a:lnTo>
                  <a:pt x="2399591" y="4745271"/>
                </a:lnTo>
                <a:lnTo>
                  <a:pt x="3675934" y="4745271"/>
                </a:lnTo>
                <a:cubicBezTo>
                  <a:pt x="3677032" y="4754600"/>
                  <a:pt x="3684715" y="4761734"/>
                  <a:pt x="3694591" y="4761734"/>
                </a:cubicBezTo>
                <a:cubicBezTo>
                  <a:pt x="3704469" y="4761734"/>
                  <a:pt x="3713248" y="4753502"/>
                  <a:pt x="3713248" y="4743076"/>
                </a:cubicBezTo>
                <a:cubicBezTo>
                  <a:pt x="3713248" y="4732651"/>
                  <a:pt x="3705018" y="4724420"/>
                  <a:pt x="3694591" y="4724420"/>
                </a:cubicBezTo>
                <a:close/>
                <a:moveTo>
                  <a:pt x="8991472" y="4634977"/>
                </a:moveTo>
                <a:lnTo>
                  <a:pt x="8991472" y="4639915"/>
                </a:lnTo>
                <a:lnTo>
                  <a:pt x="10625039" y="4639915"/>
                </a:lnTo>
                <a:lnTo>
                  <a:pt x="10771549" y="4786426"/>
                </a:lnTo>
                <a:lnTo>
                  <a:pt x="10772098" y="4786426"/>
                </a:lnTo>
                <a:cubicBezTo>
                  <a:pt x="10772098" y="4786975"/>
                  <a:pt x="11577632" y="4786975"/>
                  <a:pt x="11577632" y="4786975"/>
                </a:cubicBezTo>
                <a:lnTo>
                  <a:pt x="12118130" y="5327473"/>
                </a:lnTo>
                <a:lnTo>
                  <a:pt x="12118679" y="5327473"/>
                </a:lnTo>
                <a:cubicBezTo>
                  <a:pt x="12118679" y="5328022"/>
                  <a:pt x="12693747" y="5328022"/>
                  <a:pt x="12693747" y="5328022"/>
                </a:cubicBezTo>
                <a:cubicBezTo>
                  <a:pt x="12694844" y="5337349"/>
                  <a:pt x="12702526" y="5344484"/>
                  <a:pt x="12712404" y="5344484"/>
                </a:cubicBezTo>
                <a:cubicBezTo>
                  <a:pt x="12722281" y="5344484"/>
                  <a:pt x="12731060" y="5336252"/>
                  <a:pt x="12731060" y="5325826"/>
                </a:cubicBezTo>
                <a:cubicBezTo>
                  <a:pt x="12731060" y="5315401"/>
                  <a:pt x="12722829" y="5307169"/>
                  <a:pt x="12712404" y="5307169"/>
                </a:cubicBezTo>
                <a:cubicBezTo>
                  <a:pt x="12701979" y="5307169"/>
                  <a:pt x="12694844" y="5314304"/>
                  <a:pt x="12693747" y="5323632"/>
                </a:cubicBezTo>
                <a:lnTo>
                  <a:pt x="12693198" y="5323083"/>
                </a:lnTo>
                <a:lnTo>
                  <a:pt x="12120326" y="5323083"/>
                </a:lnTo>
                <a:lnTo>
                  <a:pt x="11579827" y="4782585"/>
                </a:lnTo>
                <a:lnTo>
                  <a:pt x="11579279" y="4782585"/>
                </a:lnTo>
                <a:cubicBezTo>
                  <a:pt x="11579279" y="4782036"/>
                  <a:pt x="10773744" y="4782036"/>
                  <a:pt x="10773744" y="4782036"/>
                </a:cubicBezTo>
                <a:lnTo>
                  <a:pt x="10627234" y="4635526"/>
                </a:lnTo>
                <a:lnTo>
                  <a:pt x="10626685" y="4635526"/>
                </a:lnTo>
                <a:cubicBezTo>
                  <a:pt x="10626685" y="4634977"/>
                  <a:pt x="8991472" y="4634977"/>
                  <a:pt x="8991472" y="4634977"/>
                </a:cubicBezTo>
                <a:close/>
                <a:moveTo>
                  <a:pt x="6695042" y="4618513"/>
                </a:moveTo>
                <a:cubicBezTo>
                  <a:pt x="6685714" y="4618513"/>
                  <a:pt x="6677482" y="4625647"/>
                  <a:pt x="6676386" y="4634975"/>
                </a:cubicBezTo>
                <a:lnTo>
                  <a:pt x="6045896" y="4634975"/>
                </a:lnTo>
                <a:lnTo>
                  <a:pt x="5800614" y="4880257"/>
                </a:lnTo>
                <a:lnTo>
                  <a:pt x="4406842" y="4880257"/>
                </a:lnTo>
                <a:lnTo>
                  <a:pt x="3872928" y="5414171"/>
                </a:lnTo>
                <a:lnTo>
                  <a:pt x="3545886" y="5414171"/>
                </a:lnTo>
                <a:lnTo>
                  <a:pt x="3275363" y="5684694"/>
                </a:lnTo>
                <a:lnTo>
                  <a:pt x="3275363" y="5867970"/>
                </a:lnTo>
                <a:cubicBezTo>
                  <a:pt x="3266034" y="5869067"/>
                  <a:pt x="3258900" y="5876749"/>
                  <a:pt x="3258900" y="5886626"/>
                </a:cubicBezTo>
                <a:cubicBezTo>
                  <a:pt x="3258900" y="5896503"/>
                  <a:pt x="3267131" y="5905282"/>
                  <a:pt x="3277557" y="5905282"/>
                </a:cubicBezTo>
                <a:cubicBezTo>
                  <a:pt x="3287983" y="5905282"/>
                  <a:pt x="3296214" y="5897052"/>
                  <a:pt x="3296214" y="5886626"/>
                </a:cubicBezTo>
                <a:cubicBezTo>
                  <a:pt x="3296214" y="5876201"/>
                  <a:pt x="3289080" y="5869067"/>
                  <a:pt x="3279752" y="5867970"/>
                </a:cubicBezTo>
                <a:lnTo>
                  <a:pt x="3279752" y="5686888"/>
                </a:lnTo>
                <a:lnTo>
                  <a:pt x="3546984" y="5419657"/>
                </a:lnTo>
                <a:lnTo>
                  <a:pt x="3874026" y="5419657"/>
                </a:lnTo>
                <a:lnTo>
                  <a:pt x="4407940" y="4885744"/>
                </a:lnTo>
                <a:lnTo>
                  <a:pt x="5801711" y="4885744"/>
                </a:lnTo>
                <a:lnTo>
                  <a:pt x="6046994" y="4640462"/>
                </a:lnTo>
                <a:lnTo>
                  <a:pt x="6675288" y="4640462"/>
                </a:lnTo>
                <a:cubicBezTo>
                  <a:pt x="6676386" y="4649790"/>
                  <a:pt x="6684068" y="4656924"/>
                  <a:pt x="6693944" y="4656924"/>
                </a:cubicBezTo>
                <a:cubicBezTo>
                  <a:pt x="6703822" y="4656924"/>
                  <a:pt x="6712601" y="4648693"/>
                  <a:pt x="6712601" y="4638267"/>
                </a:cubicBezTo>
                <a:cubicBezTo>
                  <a:pt x="6712601" y="4627842"/>
                  <a:pt x="6704370" y="4619610"/>
                  <a:pt x="6693944" y="4619610"/>
                </a:cubicBezTo>
                <a:close/>
                <a:moveTo>
                  <a:pt x="8991472" y="4523584"/>
                </a:moveTo>
                <a:lnTo>
                  <a:pt x="8991472" y="4528523"/>
                </a:lnTo>
                <a:lnTo>
                  <a:pt x="10888977" y="4528523"/>
                </a:lnTo>
                <a:lnTo>
                  <a:pt x="11054145" y="4693691"/>
                </a:lnTo>
                <a:lnTo>
                  <a:pt x="11054693" y="4693691"/>
                </a:lnTo>
                <a:cubicBezTo>
                  <a:pt x="11054693" y="4694240"/>
                  <a:pt x="12657531" y="4694240"/>
                  <a:pt x="12657531" y="4694240"/>
                </a:cubicBezTo>
                <a:lnTo>
                  <a:pt x="12816113" y="4852823"/>
                </a:lnTo>
                <a:lnTo>
                  <a:pt x="12816662" y="4852823"/>
                </a:lnTo>
                <a:lnTo>
                  <a:pt x="13567872" y="4852823"/>
                </a:lnTo>
                <a:cubicBezTo>
                  <a:pt x="13568970" y="4862151"/>
                  <a:pt x="13576651" y="4869284"/>
                  <a:pt x="13586529" y="4869284"/>
                </a:cubicBezTo>
                <a:cubicBezTo>
                  <a:pt x="13596406" y="4869284"/>
                  <a:pt x="13605186" y="4861053"/>
                  <a:pt x="13605186" y="4850627"/>
                </a:cubicBezTo>
                <a:cubicBezTo>
                  <a:pt x="13605186" y="4840201"/>
                  <a:pt x="13596955" y="4831970"/>
                  <a:pt x="13586529" y="4831970"/>
                </a:cubicBezTo>
                <a:cubicBezTo>
                  <a:pt x="13576103" y="4831970"/>
                  <a:pt x="13568970" y="4839104"/>
                  <a:pt x="13567872" y="4848433"/>
                </a:cubicBezTo>
                <a:lnTo>
                  <a:pt x="12818856" y="4848433"/>
                </a:lnTo>
                <a:lnTo>
                  <a:pt x="12660274" y="4689849"/>
                </a:lnTo>
                <a:lnTo>
                  <a:pt x="12659725" y="4689849"/>
                </a:lnTo>
                <a:cubicBezTo>
                  <a:pt x="12659725" y="4689301"/>
                  <a:pt x="11056888" y="4689301"/>
                  <a:pt x="11056888" y="4689301"/>
                </a:cubicBezTo>
                <a:lnTo>
                  <a:pt x="10891721" y="4524134"/>
                </a:lnTo>
                <a:lnTo>
                  <a:pt x="10891172" y="4524134"/>
                </a:lnTo>
                <a:cubicBezTo>
                  <a:pt x="10891172" y="4523584"/>
                  <a:pt x="8991472" y="4523584"/>
                  <a:pt x="8991472" y="4523584"/>
                </a:cubicBezTo>
                <a:close/>
                <a:moveTo>
                  <a:pt x="6703822" y="4402864"/>
                </a:moveTo>
                <a:lnTo>
                  <a:pt x="5683734" y="4402864"/>
                </a:lnTo>
                <a:lnTo>
                  <a:pt x="5552040" y="4534559"/>
                </a:lnTo>
                <a:lnTo>
                  <a:pt x="4131380" y="4534559"/>
                </a:lnTo>
                <a:lnTo>
                  <a:pt x="3723126" y="4942814"/>
                </a:lnTo>
                <a:lnTo>
                  <a:pt x="2970818" y="4942814"/>
                </a:lnTo>
                <a:lnTo>
                  <a:pt x="2818820" y="5094812"/>
                </a:lnTo>
                <a:lnTo>
                  <a:pt x="1509552" y="5094812"/>
                </a:lnTo>
                <a:lnTo>
                  <a:pt x="1163304" y="5441060"/>
                </a:lnTo>
                <a:lnTo>
                  <a:pt x="321006" y="5441060"/>
                </a:lnTo>
                <a:lnTo>
                  <a:pt x="59810" y="5702254"/>
                </a:lnTo>
                <a:cubicBezTo>
                  <a:pt x="52676" y="5696767"/>
                  <a:pt x="41702" y="5697316"/>
                  <a:pt x="35118" y="5703901"/>
                </a:cubicBezTo>
                <a:cubicBezTo>
                  <a:pt x="27984" y="5711035"/>
                  <a:pt x="27984" y="5723106"/>
                  <a:pt x="35118" y="5730240"/>
                </a:cubicBezTo>
                <a:cubicBezTo>
                  <a:pt x="42250" y="5737374"/>
                  <a:pt x="54324" y="5737374"/>
                  <a:pt x="61458" y="5730240"/>
                </a:cubicBezTo>
                <a:cubicBezTo>
                  <a:pt x="68590" y="5723106"/>
                  <a:pt x="68590" y="5713229"/>
                  <a:pt x="63102" y="5705547"/>
                </a:cubicBezTo>
                <a:lnTo>
                  <a:pt x="323200" y="5445449"/>
                </a:lnTo>
                <a:lnTo>
                  <a:pt x="1165500" y="5445449"/>
                </a:lnTo>
                <a:lnTo>
                  <a:pt x="1511748" y="5099201"/>
                </a:lnTo>
                <a:lnTo>
                  <a:pt x="2821015" y="5099201"/>
                </a:lnTo>
                <a:lnTo>
                  <a:pt x="2973012" y="4947204"/>
                </a:lnTo>
                <a:lnTo>
                  <a:pt x="3725320" y="4947204"/>
                </a:lnTo>
                <a:lnTo>
                  <a:pt x="3725320" y="4947752"/>
                </a:lnTo>
                <a:lnTo>
                  <a:pt x="4133575" y="4539498"/>
                </a:lnTo>
                <a:lnTo>
                  <a:pt x="5554234" y="4539498"/>
                </a:lnTo>
                <a:lnTo>
                  <a:pt x="5685930" y="4407804"/>
                </a:lnTo>
                <a:lnTo>
                  <a:pt x="6703822" y="4407804"/>
                </a:lnTo>
                <a:close/>
                <a:moveTo>
                  <a:pt x="2547199" y="4266779"/>
                </a:moveTo>
                <a:cubicBezTo>
                  <a:pt x="2536774" y="4266779"/>
                  <a:pt x="2529640" y="4273913"/>
                  <a:pt x="2528542" y="4283241"/>
                </a:cubicBezTo>
                <a:lnTo>
                  <a:pt x="2284358" y="4283241"/>
                </a:lnTo>
                <a:lnTo>
                  <a:pt x="1833302" y="4734845"/>
                </a:lnTo>
                <a:lnTo>
                  <a:pt x="518000" y="4734845"/>
                </a:lnTo>
                <a:lnTo>
                  <a:pt x="301800" y="4951045"/>
                </a:lnTo>
                <a:lnTo>
                  <a:pt x="47738" y="4951045"/>
                </a:lnTo>
                <a:cubicBezTo>
                  <a:pt x="46642" y="4941716"/>
                  <a:pt x="38960" y="4934583"/>
                  <a:pt x="29082" y="4934583"/>
                </a:cubicBezTo>
                <a:cubicBezTo>
                  <a:pt x="19204" y="4934583"/>
                  <a:pt x="10424" y="4942814"/>
                  <a:pt x="10424" y="4953239"/>
                </a:cubicBezTo>
                <a:cubicBezTo>
                  <a:pt x="10424" y="4963665"/>
                  <a:pt x="18656" y="4971896"/>
                  <a:pt x="29082" y="4971896"/>
                </a:cubicBezTo>
                <a:lnTo>
                  <a:pt x="29630" y="4971348"/>
                </a:lnTo>
                <a:cubicBezTo>
                  <a:pt x="38960" y="4971348"/>
                  <a:pt x="47190" y="4964214"/>
                  <a:pt x="48288" y="4954886"/>
                </a:cubicBezTo>
                <a:lnTo>
                  <a:pt x="303996" y="4954886"/>
                </a:lnTo>
                <a:lnTo>
                  <a:pt x="520194" y="4738686"/>
                </a:lnTo>
                <a:lnTo>
                  <a:pt x="1835498" y="4738686"/>
                </a:lnTo>
                <a:lnTo>
                  <a:pt x="2286553" y="4287631"/>
                </a:lnTo>
                <a:lnTo>
                  <a:pt x="2528542" y="4287631"/>
                </a:lnTo>
                <a:cubicBezTo>
                  <a:pt x="2529640" y="4296959"/>
                  <a:pt x="2537322" y="4304093"/>
                  <a:pt x="2547199" y="4304093"/>
                </a:cubicBezTo>
                <a:cubicBezTo>
                  <a:pt x="2557076" y="4304093"/>
                  <a:pt x="2565856" y="4295863"/>
                  <a:pt x="2565856" y="4285437"/>
                </a:cubicBezTo>
                <a:cubicBezTo>
                  <a:pt x="2565856" y="4275010"/>
                  <a:pt x="2557625" y="4266779"/>
                  <a:pt x="2547199" y="4266779"/>
                </a:cubicBezTo>
                <a:close/>
                <a:moveTo>
                  <a:pt x="42800" y="4115331"/>
                </a:moveTo>
                <a:cubicBezTo>
                  <a:pt x="32922" y="4115331"/>
                  <a:pt x="24144" y="4123561"/>
                  <a:pt x="24144" y="4133987"/>
                </a:cubicBezTo>
                <a:cubicBezTo>
                  <a:pt x="24144" y="4144413"/>
                  <a:pt x="32374" y="4152644"/>
                  <a:pt x="42800" y="4152644"/>
                </a:cubicBezTo>
                <a:cubicBezTo>
                  <a:pt x="52128" y="4152644"/>
                  <a:pt x="60360" y="4145511"/>
                  <a:pt x="61458" y="4136182"/>
                </a:cubicBezTo>
                <a:lnTo>
                  <a:pt x="351734" y="4136182"/>
                </a:lnTo>
                <a:lnTo>
                  <a:pt x="547630" y="4332078"/>
                </a:lnTo>
                <a:lnTo>
                  <a:pt x="1194034" y="4332078"/>
                </a:lnTo>
                <a:lnTo>
                  <a:pt x="1378955" y="4147157"/>
                </a:lnTo>
                <a:lnTo>
                  <a:pt x="2154310" y="4147157"/>
                </a:lnTo>
                <a:cubicBezTo>
                  <a:pt x="2155406" y="4156485"/>
                  <a:pt x="2163089" y="4163619"/>
                  <a:pt x="2172966" y="4163619"/>
                </a:cubicBezTo>
                <a:cubicBezTo>
                  <a:pt x="2182844" y="4163619"/>
                  <a:pt x="2191623" y="4155387"/>
                  <a:pt x="2191623" y="4144962"/>
                </a:cubicBezTo>
                <a:cubicBezTo>
                  <a:pt x="2191623" y="4134536"/>
                  <a:pt x="2183392" y="4126305"/>
                  <a:pt x="2172966" y="4126305"/>
                </a:cubicBezTo>
                <a:cubicBezTo>
                  <a:pt x="2162540" y="4126305"/>
                  <a:pt x="2155406" y="4133439"/>
                  <a:pt x="2154310" y="4142767"/>
                </a:cubicBezTo>
                <a:lnTo>
                  <a:pt x="1376760" y="4142767"/>
                </a:lnTo>
                <a:lnTo>
                  <a:pt x="1191838" y="4327689"/>
                </a:lnTo>
                <a:lnTo>
                  <a:pt x="549276" y="4327689"/>
                </a:lnTo>
                <a:lnTo>
                  <a:pt x="353380" y="4131792"/>
                </a:lnTo>
                <a:lnTo>
                  <a:pt x="61458" y="4131792"/>
                </a:lnTo>
                <a:cubicBezTo>
                  <a:pt x="60360" y="4122464"/>
                  <a:pt x="52676" y="4115331"/>
                  <a:pt x="42800" y="4115331"/>
                </a:cubicBezTo>
                <a:close/>
                <a:moveTo>
                  <a:pt x="15685417" y="3827248"/>
                </a:moveTo>
                <a:cubicBezTo>
                  <a:pt x="15674991" y="3827248"/>
                  <a:pt x="15667859" y="3834381"/>
                  <a:pt x="15666760" y="3843710"/>
                </a:cubicBezTo>
                <a:lnTo>
                  <a:pt x="15063708" y="3843710"/>
                </a:lnTo>
                <a:lnTo>
                  <a:pt x="14576985" y="4330432"/>
                </a:lnTo>
                <a:lnTo>
                  <a:pt x="14109469" y="4330432"/>
                </a:lnTo>
                <a:cubicBezTo>
                  <a:pt x="14108369" y="4321105"/>
                  <a:pt x="14100688" y="4313970"/>
                  <a:pt x="14090811" y="4313970"/>
                </a:cubicBezTo>
                <a:cubicBezTo>
                  <a:pt x="14080933" y="4313970"/>
                  <a:pt x="14072154" y="4322201"/>
                  <a:pt x="14072154" y="4332627"/>
                </a:cubicBezTo>
                <a:cubicBezTo>
                  <a:pt x="14072154" y="4343052"/>
                  <a:pt x="14080386" y="4351285"/>
                  <a:pt x="14090811" y="4351285"/>
                </a:cubicBezTo>
                <a:cubicBezTo>
                  <a:pt x="14101237" y="4351285"/>
                  <a:pt x="14108369" y="4344150"/>
                  <a:pt x="14109469" y="4334822"/>
                </a:cubicBezTo>
                <a:lnTo>
                  <a:pt x="14579180" y="4334822"/>
                </a:lnTo>
                <a:lnTo>
                  <a:pt x="15065902" y="3848100"/>
                </a:lnTo>
                <a:lnTo>
                  <a:pt x="15666760" y="3848100"/>
                </a:lnTo>
                <a:cubicBezTo>
                  <a:pt x="15667859" y="3857428"/>
                  <a:pt x="15675540" y="3864561"/>
                  <a:pt x="15685417" y="3864561"/>
                </a:cubicBezTo>
                <a:cubicBezTo>
                  <a:pt x="15695295" y="3864561"/>
                  <a:pt x="15704074" y="3856330"/>
                  <a:pt x="15704074" y="3845904"/>
                </a:cubicBezTo>
                <a:cubicBezTo>
                  <a:pt x="15704074" y="3835478"/>
                  <a:pt x="15695843" y="3827248"/>
                  <a:pt x="15685417" y="3827248"/>
                </a:cubicBezTo>
                <a:close/>
                <a:moveTo>
                  <a:pt x="77370" y="3732318"/>
                </a:moveTo>
                <a:cubicBezTo>
                  <a:pt x="67492" y="3732318"/>
                  <a:pt x="58714" y="3740549"/>
                  <a:pt x="58714" y="3750975"/>
                </a:cubicBezTo>
                <a:cubicBezTo>
                  <a:pt x="58714" y="3761401"/>
                  <a:pt x="66944" y="3769631"/>
                  <a:pt x="77370" y="3769631"/>
                </a:cubicBezTo>
                <a:cubicBezTo>
                  <a:pt x="87796" y="3769631"/>
                  <a:pt x="94928" y="3762498"/>
                  <a:pt x="96026" y="3753169"/>
                </a:cubicBezTo>
                <a:lnTo>
                  <a:pt x="340760" y="3753169"/>
                </a:lnTo>
                <a:lnTo>
                  <a:pt x="531168" y="3943578"/>
                </a:lnTo>
                <a:lnTo>
                  <a:pt x="2615241" y="3943578"/>
                </a:lnTo>
                <a:lnTo>
                  <a:pt x="2970818" y="4299155"/>
                </a:lnTo>
                <a:lnTo>
                  <a:pt x="2970818" y="4299703"/>
                </a:lnTo>
                <a:lnTo>
                  <a:pt x="3600210" y="4299703"/>
                </a:lnTo>
                <a:lnTo>
                  <a:pt x="3896524" y="4003390"/>
                </a:lnTo>
                <a:lnTo>
                  <a:pt x="4295998" y="4003390"/>
                </a:lnTo>
                <a:lnTo>
                  <a:pt x="4389282" y="4096674"/>
                </a:lnTo>
                <a:cubicBezTo>
                  <a:pt x="4383796" y="4103807"/>
                  <a:pt x="4384344" y="4114781"/>
                  <a:pt x="4390928" y="4121366"/>
                </a:cubicBezTo>
                <a:cubicBezTo>
                  <a:pt x="4398062" y="4128500"/>
                  <a:pt x="4410134" y="4128500"/>
                  <a:pt x="4417268" y="4121366"/>
                </a:cubicBezTo>
                <a:cubicBezTo>
                  <a:pt x="4424401" y="4114233"/>
                  <a:pt x="4424401" y="4102161"/>
                  <a:pt x="4417268" y="4095027"/>
                </a:cubicBezTo>
                <a:cubicBezTo>
                  <a:pt x="4410684" y="4088443"/>
                  <a:pt x="4400257" y="4087895"/>
                  <a:pt x="4392575" y="4093381"/>
                </a:cubicBezTo>
                <a:lnTo>
                  <a:pt x="4297645" y="3998450"/>
                </a:lnTo>
                <a:lnTo>
                  <a:pt x="3894328" y="3998450"/>
                </a:lnTo>
                <a:lnTo>
                  <a:pt x="3598016" y="4294765"/>
                </a:lnTo>
                <a:lnTo>
                  <a:pt x="2972464" y="4294765"/>
                </a:lnTo>
                <a:lnTo>
                  <a:pt x="2616888" y="3939189"/>
                </a:lnTo>
                <a:lnTo>
                  <a:pt x="533364" y="3939189"/>
                </a:lnTo>
                <a:lnTo>
                  <a:pt x="342954" y="3748779"/>
                </a:lnTo>
                <a:lnTo>
                  <a:pt x="96026" y="3748779"/>
                </a:lnTo>
                <a:cubicBezTo>
                  <a:pt x="94928" y="3739451"/>
                  <a:pt x="87246" y="3732318"/>
                  <a:pt x="77370" y="3732318"/>
                </a:cubicBezTo>
                <a:close/>
                <a:moveTo>
                  <a:pt x="15683771" y="3693357"/>
                </a:moveTo>
                <a:lnTo>
                  <a:pt x="15683222" y="3693357"/>
                </a:lnTo>
                <a:cubicBezTo>
                  <a:pt x="15673894" y="3693357"/>
                  <a:pt x="15665662" y="3700491"/>
                  <a:pt x="15664565" y="3709820"/>
                </a:cubicBezTo>
                <a:lnTo>
                  <a:pt x="14817329" y="3709820"/>
                </a:lnTo>
                <a:lnTo>
                  <a:pt x="14361884" y="4165265"/>
                </a:lnTo>
                <a:lnTo>
                  <a:pt x="12428711" y="4165265"/>
                </a:lnTo>
                <a:lnTo>
                  <a:pt x="12247081" y="4346894"/>
                </a:lnTo>
                <a:lnTo>
                  <a:pt x="11035488" y="4346894"/>
                </a:lnTo>
                <a:lnTo>
                  <a:pt x="10969092" y="4413290"/>
                </a:lnTo>
                <a:cubicBezTo>
                  <a:pt x="10961959" y="4407804"/>
                  <a:pt x="10950984" y="4408352"/>
                  <a:pt x="10944399" y="4414936"/>
                </a:cubicBezTo>
                <a:cubicBezTo>
                  <a:pt x="10937814" y="4421521"/>
                  <a:pt x="10937265" y="4434141"/>
                  <a:pt x="10944399" y="4441275"/>
                </a:cubicBezTo>
                <a:cubicBezTo>
                  <a:pt x="10951533" y="4448408"/>
                  <a:pt x="10963604" y="4448408"/>
                  <a:pt x="10970738" y="4441275"/>
                </a:cubicBezTo>
                <a:cubicBezTo>
                  <a:pt x="10977323" y="4434690"/>
                  <a:pt x="10977872" y="4424265"/>
                  <a:pt x="10972384" y="4416583"/>
                </a:cubicBezTo>
                <a:lnTo>
                  <a:pt x="11037683" y="4351285"/>
                </a:lnTo>
                <a:lnTo>
                  <a:pt x="12249277" y="4351285"/>
                </a:lnTo>
                <a:lnTo>
                  <a:pt x="12430906" y="4169655"/>
                </a:lnTo>
                <a:lnTo>
                  <a:pt x="14364078" y="4169655"/>
                </a:lnTo>
                <a:lnTo>
                  <a:pt x="14819523" y="3714209"/>
                </a:lnTo>
                <a:lnTo>
                  <a:pt x="15665115" y="3714209"/>
                </a:lnTo>
                <a:cubicBezTo>
                  <a:pt x="15666212" y="3723537"/>
                  <a:pt x="15673894" y="3730671"/>
                  <a:pt x="15683771" y="3730671"/>
                </a:cubicBezTo>
                <a:cubicBezTo>
                  <a:pt x="15693648" y="3730671"/>
                  <a:pt x="15702428" y="3722440"/>
                  <a:pt x="15702428" y="3712015"/>
                </a:cubicBezTo>
                <a:cubicBezTo>
                  <a:pt x="15702428" y="3701589"/>
                  <a:pt x="15694197" y="3693357"/>
                  <a:pt x="15683771" y="3693357"/>
                </a:cubicBezTo>
                <a:close/>
                <a:moveTo>
                  <a:pt x="12974696" y="3689105"/>
                </a:moveTo>
                <a:cubicBezTo>
                  <a:pt x="12969894" y="3689105"/>
                  <a:pt x="12965093" y="3690889"/>
                  <a:pt x="12961526" y="3694456"/>
                </a:cubicBezTo>
                <a:cubicBezTo>
                  <a:pt x="12954942" y="3701041"/>
                  <a:pt x="12954394" y="3711465"/>
                  <a:pt x="12959881" y="3719148"/>
                </a:cubicBezTo>
                <a:lnTo>
                  <a:pt x="12852330" y="3826699"/>
                </a:lnTo>
                <a:lnTo>
                  <a:pt x="11751031" y="3826699"/>
                </a:lnTo>
                <a:lnTo>
                  <a:pt x="11448681" y="4129048"/>
                </a:lnTo>
                <a:lnTo>
                  <a:pt x="10415972" y="4129048"/>
                </a:lnTo>
                <a:lnTo>
                  <a:pt x="10258488" y="4286533"/>
                </a:lnTo>
                <a:lnTo>
                  <a:pt x="10257938" y="4286533"/>
                </a:lnTo>
                <a:lnTo>
                  <a:pt x="9040309" y="4286533"/>
                </a:lnTo>
                <a:lnTo>
                  <a:pt x="9040309" y="4291473"/>
                </a:lnTo>
                <a:lnTo>
                  <a:pt x="10260134" y="4291473"/>
                </a:lnTo>
                <a:lnTo>
                  <a:pt x="10417619" y="4133987"/>
                </a:lnTo>
                <a:lnTo>
                  <a:pt x="11450327" y="4133987"/>
                </a:lnTo>
                <a:lnTo>
                  <a:pt x="11752677" y="3831637"/>
                </a:lnTo>
                <a:lnTo>
                  <a:pt x="12853976" y="3831637"/>
                </a:lnTo>
                <a:lnTo>
                  <a:pt x="12963172" y="3722440"/>
                </a:lnTo>
                <a:cubicBezTo>
                  <a:pt x="12970306" y="3727928"/>
                  <a:pt x="12981281" y="3727379"/>
                  <a:pt x="12987866" y="3720795"/>
                </a:cubicBezTo>
                <a:cubicBezTo>
                  <a:pt x="12994999" y="3713661"/>
                  <a:pt x="12994999" y="3701589"/>
                  <a:pt x="12987866" y="3694456"/>
                </a:cubicBezTo>
                <a:cubicBezTo>
                  <a:pt x="12984299" y="3690889"/>
                  <a:pt x="12979498" y="3689105"/>
                  <a:pt x="12974696" y="3689105"/>
                </a:cubicBezTo>
                <a:close/>
                <a:moveTo>
                  <a:pt x="12164772" y="3515569"/>
                </a:moveTo>
                <a:cubicBezTo>
                  <a:pt x="12154894" y="3515569"/>
                  <a:pt x="12146116" y="3523800"/>
                  <a:pt x="12146116" y="3534226"/>
                </a:cubicBezTo>
                <a:cubicBezTo>
                  <a:pt x="12146116" y="3544652"/>
                  <a:pt x="12154347" y="3552883"/>
                  <a:pt x="12164772" y="3552883"/>
                </a:cubicBezTo>
                <a:cubicBezTo>
                  <a:pt x="12174100" y="3552883"/>
                  <a:pt x="12182331" y="3545749"/>
                  <a:pt x="12183430" y="3536421"/>
                </a:cubicBezTo>
                <a:lnTo>
                  <a:pt x="13138217" y="3536421"/>
                </a:lnTo>
                <a:lnTo>
                  <a:pt x="13656218" y="4054421"/>
                </a:lnTo>
                <a:lnTo>
                  <a:pt x="14248295" y="4054421"/>
                </a:lnTo>
                <a:lnTo>
                  <a:pt x="14525953" y="3776765"/>
                </a:lnTo>
                <a:cubicBezTo>
                  <a:pt x="14533087" y="3782252"/>
                  <a:pt x="14544061" y="3781703"/>
                  <a:pt x="14550645" y="3775118"/>
                </a:cubicBezTo>
                <a:cubicBezTo>
                  <a:pt x="14557779" y="3767985"/>
                  <a:pt x="14557779" y="3755913"/>
                  <a:pt x="14550645" y="3748779"/>
                </a:cubicBezTo>
                <a:cubicBezTo>
                  <a:pt x="14543512" y="3741645"/>
                  <a:pt x="14531440" y="3741645"/>
                  <a:pt x="14524306" y="3748779"/>
                </a:cubicBezTo>
                <a:cubicBezTo>
                  <a:pt x="14517722" y="3755364"/>
                  <a:pt x="14517173" y="3765790"/>
                  <a:pt x="14522660" y="3773472"/>
                </a:cubicBezTo>
                <a:lnTo>
                  <a:pt x="14246650" y="4049483"/>
                </a:lnTo>
                <a:lnTo>
                  <a:pt x="13658961" y="4049483"/>
                </a:lnTo>
                <a:lnTo>
                  <a:pt x="13657864" y="4050031"/>
                </a:lnTo>
                <a:lnTo>
                  <a:pt x="13139863" y="3532031"/>
                </a:lnTo>
                <a:lnTo>
                  <a:pt x="12183430" y="3532031"/>
                </a:lnTo>
                <a:cubicBezTo>
                  <a:pt x="12182331" y="3522703"/>
                  <a:pt x="12174649" y="3515569"/>
                  <a:pt x="12164772" y="3515569"/>
                </a:cubicBezTo>
                <a:close/>
                <a:moveTo>
                  <a:pt x="12627351" y="3354791"/>
                </a:moveTo>
                <a:cubicBezTo>
                  <a:pt x="12618023" y="3354791"/>
                  <a:pt x="12609792" y="3361925"/>
                  <a:pt x="12608695" y="3371254"/>
                </a:cubicBezTo>
                <a:lnTo>
                  <a:pt x="12074781" y="3371254"/>
                </a:lnTo>
                <a:lnTo>
                  <a:pt x="11893151" y="3552883"/>
                </a:lnTo>
                <a:lnTo>
                  <a:pt x="10993784" y="3552883"/>
                </a:lnTo>
                <a:lnTo>
                  <a:pt x="10697472" y="3849197"/>
                </a:lnTo>
                <a:cubicBezTo>
                  <a:pt x="10690337" y="3843710"/>
                  <a:pt x="10679362" y="3844259"/>
                  <a:pt x="10672778" y="3850842"/>
                </a:cubicBezTo>
                <a:cubicBezTo>
                  <a:pt x="10665645" y="3857976"/>
                  <a:pt x="10665645" y="3870048"/>
                  <a:pt x="10672778" y="3877181"/>
                </a:cubicBezTo>
                <a:cubicBezTo>
                  <a:pt x="10679911" y="3884315"/>
                  <a:pt x="10691984" y="3884315"/>
                  <a:pt x="10699117" y="3877181"/>
                </a:cubicBezTo>
                <a:cubicBezTo>
                  <a:pt x="10705702" y="3870597"/>
                  <a:pt x="10706251" y="3860172"/>
                  <a:pt x="10700763" y="3852489"/>
                </a:cubicBezTo>
                <a:lnTo>
                  <a:pt x="10995430" y="3557821"/>
                </a:lnTo>
                <a:lnTo>
                  <a:pt x="11894797" y="3557821"/>
                </a:lnTo>
                <a:lnTo>
                  <a:pt x="12076427" y="3376192"/>
                </a:lnTo>
                <a:lnTo>
                  <a:pt x="12608145" y="3376192"/>
                </a:lnTo>
                <a:cubicBezTo>
                  <a:pt x="12609242" y="3385521"/>
                  <a:pt x="12616925" y="3392655"/>
                  <a:pt x="12626801" y="3392655"/>
                </a:cubicBezTo>
                <a:cubicBezTo>
                  <a:pt x="12636678" y="3392655"/>
                  <a:pt x="12645459" y="3384423"/>
                  <a:pt x="12645459" y="3373997"/>
                </a:cubicBezTo>
                <a:cubicBezTo>
                  <a:pt x="12645459" y="3363572"/>
                  <a:pt x="12637228" y="3355341"/>
                  <a:pt x="12626801" y="3355341"/>
                </a:cubicBezTo>
                <a:close/>
                <a:moveTo>
                  <a:pt x="4118210" y="3273032"/>
                </a:moveTo>
                <a:cubicBezTo>
                  <a:pt x="4108333" y="3273032"/>
                  <a:pt x="4099554" y="3281262"/>
                  <a:pt x="4099554" y="3291688"/>
                </a:cubicBezTo>
                <a:cubicBezTo>
                  <a:pt x="4099554" y="3302114"/>
                  <a:pt x="4107784" y="3310345"/>
                  <a:pt x="4118210" y="3310345"/>
                </a:cubicBezTo>
                <a:cubicBezTo>
                  <a:pt x="4128636" y="3310345"/>
                  <a:pt x="4135770" y="3303212"/>
                  <a:pt x="4136867" y="3293883"/>
                </a:cubicBezTo>
                <a:lnTo>
                  <a:pt x="4675719" y="3293883"/>
                </a:lnTo>
                <a:lnTo>
                  <a:pt x="5210181" y="3828345"/>
                </a:lnTo>
                <a:cubicBezTo>
                  <a:pt x="5204694" y="3835478"/>
                  <a:pt x="5205242" y="3846453"/>
                  <a:pt x="5211826" y="3853038"/>
                </a:cubicBezTo>
                <a:cubicBezTo>
                  <a:pt x="5218962" y="3860172"/>
                  <a:pt x="5231033" y="3860172"/>
                  <a:pt x="5238166" y="3853038"/>
                </a:cubicBezTo>
                <a:cubicBezTo>
                  <a:pt x="5245300" y="3845904"/>
                  <a:pt x="5245300" y="3833832"/>
                  <a:pt x="5238166" y="3826699"/>
                </a:cubicBezTo>
                <a:cubicBezTo>
                  <a:pt x="5231582" y="3820114"/>
                  <a:pt x="5221156" y="3819565"/>
                  <a:pt x="5213474" y="3825052"/>
                </a:cubicBezTo>
                <a:lnTo>
                  <a:pt x="4677366" y="3288944"/>
                </a:lnTo>
                <a:lnTo>
                  <a:pt x="4136585" y="3288944"/>
                </a:lnTo>
                <a:lnTo>
                  <a:pt x="4136867" y="3289493"/>
                </a:lnTo>
                <a:lnTo>
                  <a:pt x="4136319" y="3288944"/>
                </a:lnTo>
                <a:lnTo>
                  <a:pt x="4136585" y="3288944"/>
                </a:lnTo>
                <a:lnTo>
                  <a:pt x="4130831" y="3277764"/>
                </a:lnTo>
                <a:cubicBezTo>
                  <a:pt x="4127539" y="3274815"/>
                  <a:pt x="4123148" y="3273032"/>
                  <a:pt x="4118210" y="3273032"/>
                </a:cubicBezTo>
                <a:close/>
                <a:moveTo>
                  <a:pt x="4958864" y="3183177"/>
                </a:moveTo>
                <a:cubicBezTo>
                  <a:pt x="4954063" y="3183177"/>
                  <a:pt x="4949261" y="3184960"/>
                  <a:pt x="4945694" y="3188527"/>
                </a:cubicBezTo>
                <a:cubicBezTo>
                  <a:pt x="4938560" y="3195660"/>
                  <a:pt x="4938560" y="3207732"/>
                  <a:pt x="4945694" y="3214866"/>
                </a:cubicBezTo>
                <a:cubicBezTo>
                  <a:pt x="4952279" y="3221451"/>
                  <a:pt x="4962704" y="3221999"/>
                  <a:pt x="4970386" y="3216512"/>
                </a:cubicBezTo>
                <a:lnTo>
                  <a:pt x="5116348" y="3362475"/>
                </a:lnTo>
                <a:lnTo>
                  <a:pt x="5342424" y="3362475"/>
                </a:lnTo>
                <a:lnTo>
                  <a:pt x="5723792" y="3743841"/>
                </a:lnTo>
                <a:cubicBezTo>
                  <a:pt x="5718304" y="3750975"/>
                  <a:pt x="5718852" y="3761949"/>
                  <a:pt x="5725438" y="3768533"/>
                </a:cubicBezTo>
                <a:cubicBezTo>
                  <a:pt x="5732022" y="3775118"/>
                  <a:pt x="5744643" y="3775667"/>
                  <a:pt x="5751776" y="3768533"/>
                </a:cubicBezTo>
                <a:cubicBezTo>
                  <a:pt x="5758910" y="3761401"/>
                  <a:pt x="5758910" y="3749328"/>
                  <a:pt x="5751776" y="3742195"/>
                </a:cubicBezTo>
                <a:cubicBezTo>
                  <a:pt x="5745192" y="3735610"/>
                  <a:pt x="5734766" y="3735061"/>
                  <a:pt x="5727084" y="3740549"/>
                </a:cubicBezTo>
                <a:lnTo>
                  <a:pt x="5344071" y="3357535"/>
                </a:lnTo>
                <a:lnTo>
                  <a:pt x="5117995" y="3357535"/>
                </a:lnTo>
                <a:lnTo>
                  <a:pt x="4973678" y="3213220"/>
                </a:lnTo>
                <a:cubicBezTo>
                  <a:pt x="4979166" y="3206087"/>
                  <a:pt x="4978617" y="3195112"/>
                  <a:pt x="4972033" y="3188527"/>
                </a:cubicBezTo>
                <a:cubicBezTo>
                  <a:pt x="4968466" y="3184960"/>
                  <a:pt x="4963665" y="3183177"/>
                  <a:pt x="4958864" y="3183177"/>
                </a:cubicBezTo>
                <a:close/>
                <a:moveTo>
                  <a:pt x="55970" y="2984400"/>
                </a:moveTo>
                <a:cubicBezTo>
                  <a:pt x="46092" y="2984400"/>
                  <a:pt x="37312" y="2992631"/>
                  <a:pt x="37312" y="3003057"/>
                </a:cubicBezTo>
                <a:cubicBezTo>
                  <a:pt x="37312" y="3013483"/>
                  <a:pt x="45544" y="3021714"/>
                  <a:pt x="55970" y="3021714"/>
                </a:cubicBezTo>
                <a:cubicBezTo>
                  <a:pt x="66396" y="3021714"/>
                  <a:pt x="73530" y="3014580"/>
                  <a:pt x="74626" y="3005251"/>
                </a:cubicBezTo>
                <a:lnTo>
                  <a:pt x="544888" y="3005251"/>
                </a:lnTo>
                <a:lnTo>
                  <a:pt x="1083738" y="3544103"/>
                </a:lnTo>
                <a:lnTo>
                  <a:pt x="1490347" y="3544103"/>
                </a:lnTo>
                <a:lnTo>
                  <a:pt x="1594606" y="3439845"/>
                </a:lnTo>
                <a:lnTo>
                  <a:pt x="3079466" y="3439845"/>
                </a:lnTo>
                <a:cubicBezTo>
                  <a:pt x="3080564" y="3449173"/>
                  <a:pt x="3088246" y="3456306"/>
                  <a:pt x="3098124" y="3456306"/>
                </a:cubicBezTo>
                <a:cubicBezTo>
                  <a:pt x="3108000" y="3456306"/>
                  <a:pt x="3116780" y="3448076"/>
                  <a:pt x="3116780" y="3437650"/>
                </a:cubicBezTo>
                <a:cubicBezTo>
                  <a:pt x="3116780" y="3427224"/>
                  <a:pt x="3108548" y="3418993"/>
                  <a:pt x="3098124" y="3418993"/>
                </a:cubicBezTo>
                <a:cubicBezTo>
                  <a:pt x="3087697" y="3418993"/>
                  <a:pt x="3080564" y="3426126"/>
                  <a:pt x="3079466" y="3435455"/>
                </a:cubicBezTo>
                <a:lnTo>
                  <a:pt x="1592960" y="3435455"/>
                </a:lnTo>
                <a:lnTo>
                  <a:pt x="1488701" y="3539714"/>
                </a:lnTo>
                <a:lnTo>
                  <a:pt x="1085934" y="3539714"/>
                </a:lnTo>
                <a:lnTo>
                  <a:pt x="547082" y="3000861"/>
                </a:lnTo>
                <a:lnTo>
                  <a:pt x="74626" y="3000861"/>
                </a:lnTo>
                <a:cubicBezTo>
                  <a:pt x="73530" y="2991534"/>
                  <a:pt x="65846" y="2984400"/>
                  <a:pt x="55970" y="2984400"/>
                </a:cubicBezTo>
                <a:close/>
                <a:moveTo>
                  <a:pt x="15666760" y="2930076"/>
                </a:moveTo>
                <a:cubicBezTo>
                  <a:pt x="15657432" y="2930076"/>
                  <a:pt x="15649201" y="2937209"/>
                  <a:pt x="15648104" y="2946538"/>
                </a:cubicBezTo>
                <a:lnTo>
                  <a:pt x="15219546" y="2946538"/>
                </a:lnTo>
                <a:lnTo>
                  <a:pt x="14996213" y="3169870"/>
                </a:lnTo>
                <a:lnTo>
                  <a:pt x="14421694" y="3169870"/>
                </a:lnTo>
                <a:cubicBezTo>
                  <a:pt x="14420597" y="3160542"/>
                  <a:pt x="14412914" y="3153409"/>
                  <a:pt x="14403039" y="3153409"/>
                </a:cubicBezTo>
                <a:cubicBezTo>
                  <a:pt x="14393161" y="3153409"/>
                  <a:pt x="14384381" y="3161639"/>
                  <a:pt x="14384381" y="3172065"/>
                </a:cubicBezTo>
                <a:cubicBezTo>
                  <a:pt x="14384381" y="3182491"/>
                  <a:pt x="14392612" y="3190722"/>
                  <a:pt x="14403039" y="3190722"/>
                </a:cubicBezTo>
                <a:cubicBezTo>
                  <a:pt x="14413464" y="3190722"/>
                  <a:pt x="14420597" y="3183589"/>
                  <a:pt x="14421694" y="3174261"/>
                </a:cubicBezTo>
                <a:lnTo>
                  <a:pt x="14998409" y="3174261"/>
                </a:lnTo>
                <a:lnTo>
                  <a:pt x="15221742" y="2950927"/>
                </a:lnTo>
                <a:lnTo>
                  <a:pt x="15648104" y="2950927"/>
                </a:lnTo>
                <a:cubicBezTo>
                  <a:pt x="15649201" y="2960256"/>
                  <a:pt x="15656884" y="2967389"/>
                  <a:pt x="15666760" y="2967389"/>
                </a:cubicBezTo>
                <a:cubicBezTo>
                  <a:pt x="15676637" y="2967389"/>
                  <a:pt x="15685417" y="2959158"/>
                  <a:pt x="15685417" y="2948732"/>
                </a:cubicBezTo>
                <a:cubicBezTo>
                  <a:pt x="15685417" y="2938307"/>
                  <a:pt x="15677187" y="2930076"/>
                  <a:pt x="15666760" y="2930076"/>
                </a:cubicBezTo>
                <a:close/>
                <a:moveTo>
                  <a:pt x="3441628" y="2777529"/>
                </a:moveTo>
                <a:lnTo>
                  <a:pt x="3441079" y="2777529"/>
                </a:lnTo>
                <a:lnTo>
                  <a:pt x="3441344" y="2777637"/>
                </a:lnTo>
                <a:close/>
                <a:moveTo>
                  <a:pt x="11909613" y="2741313"/>
                </a:moveTo>
                <a:cubicBezTo>
                  <a:pt x="11899188" y="2741313"/>
                  <a:pt x="11892054" y="2748446"/>
                  <a:pt x="11890957" y="2757775"/>
                </a:cubicBezTo>
                <a:lnTo>
                  <a:pt x="11273637" y="2757775"/>
                </a:lnTo>
                <a:cubicBezTo>
                  <a:pt x="11272540" y="2748446"/>
                  <a:pt x="11264857" y="2741313"/>
                  <a:pt x="11254979" y="2741313"/>
                </a:cubicBezTo>
                <a:cubicBezTo>
                  <a:pt x="11245103" y="2741313"/>
                  <a:pt x="11236322" y="2749544"/>
                  <a:pt x="11236322" y="2759970"/>
                </a:cubicBezTo>
                <a:cubicBezTo>
                  <a:pt x="11236322" y="2770396"/>
                  <a:pt x="11244554" y="2778626"/>
                  <a:pt x="11254979" y="2778626"/>
                </a:cubicBezTo>
                <a:cubicBezTo>
                  <a:pt x="11265405" y="2778626"/>
                  <a:pt x="11272540" y="2771493"/>
                  <a:pt x="11273637" y="2762165"/>
                </a:cubicBezTo>
                <a:lnTo>
                  <a:pt x="11890957" y="2762165"/>
                </a:lnTo>
                <a:cubicBezTo>
                  <a:pt x="11892054" y="2771493"/>
                  <a:pt x="11899735" y="2778626"/>
                  <a:pt x="11909613" y="2778626"/>
                </a:cubicBezTo>
                <a:cubicBezTo>
                  <a:pt x="11919490" y="2778626"/>
                  <a:pt x="11928271" y="2770396"/>
                  <a:pt x="11928271" y="2759970"/>
                </a:cubicBezTo>
                <a:cubicBezTo>
                  <a:pt x="11928271" y="2749544"/>
                  <a:pt x="11920040" y="2741313"/>
                  <a:pt x="11909613" y="2741313"/>
                </a:cubicBezTo>
                <a:close/>
                <a:moveTo>
                  <a:pt x="9326745" y="2650910"/>
                </a:moveTo>
                <a:cubicBezTo>
                  <a:pt x="9321944" y="2650910"/>
                  <a:pt x="9317142" y="2652693"/>
                  <a:pt x="9313576" y="2656260"/>
                </a:cubicBezTo>
                <a:cubicBezTo>
                  <a:pt x="9306992" y="2662845"/>
                  <a:pt x="9306443" y="2673270"/>
                  <a:pt x="9311930" y="2680953"/>
                </a:cubicBezTo>
                <a:lnTo>
                  <a:pt x="9167066" y="2825817"/>
                </a:lnTo>
                <a:lnTo>
                  <a:pt x="9166518" y="2825817"/>
                </a:lnTo>
                <a:lnTo>
                  <a:pt x="9165968" y="2827463"/>
                </a:lnTo>
                <a:lnTo>
                  <a:pt x="9165968" y="3018421"/>
                </a:lnTo>
                <a:lnTo>
                  <a:pt x="8996411" y="3187978"/>
                </a:lnTo>
                <a:cubicBezTo>
                  <a:pt x="8989277" y="3182491"/>
                  <a:pt x="8978303" y="3183040"/>
                  <a:pt x="8971718" y="3189625"/>
                </a:cubicBezTo>
                <a:cubicBezTo>
                  <a:pt x="8964585" y="3196757"/>
                  <a:pt x="8964585" y="3208830"/>
                  <a:pt x="8971718" y="3215963"/>
                </a:cubicBezTo>
                <a:cubicBezTo>
                  <a:pt x="8978851" y="3223096"/>
                  <a:pt x="8990924" y="3223096"/>
                  <a:pt x="8998057" y="3215963"/>
                </a:cubicBezTo>
                <a:cubicBezTo>
                  <a:pt x="9004642" y="3209379"/>
                  <a:pt x="9005191" y="3198953"/>
                  <a:pt x="8999703" y="3191271"/>
                </a:cubicBezTo>
                <a:lnTo>
                  <a:pt x="9170358" y="3020616"/>
                </a:lnTo>
                <a:lnTo>
                  <a:pt x="9170906" y="3020616"/>
                </a:lnTo>
                <a:lnTo>
                  <a:pt x="9170906" y="2828561"/>
                </a:lnTo>
                <a:lnTo>
                  <a:pt x="9315223" y="2684245"/>
                </a:lnTo>
                <a:cubicBezTo>
                  <a:pt x="9322356" y="2689733"/>
                  <a:pt x="9333330" y="2689183"/>
                  <a:pt x="9339916" y="2682599"/>
                </a:cubicBezTo>
                <a:cubicBezTo>
                  <a:pt x="9347048" y="2675466"/>
                  <a:pt x="9347048" y="2663394"/>
                  <a:pt x="9339916" y="2656260"/>
                </a:cubicBezTo>
                <a:cubicBezTo>
                  <a:pt x="9336348" y="2652693"/>
                  <a:pt x="9331547" y="2650910"/>
                  <a:pt x="9326745" y="2650910"/>
                </a:cubicBezTo>
                <a:close/>
                <a:moveTo>
                  <a:pt x="2008896" y="2464342"/>
                </a:moveTo>
                <a:cubicBezTo>
                  <a:pt x="2004095" y="2464342"/>
                  <a:pt x="1999293" y="2466125"/>
                  <a:pt x="1995727" y="2469692"/>
                </a:cubicBezTo>
                <a:cubicBezTo>
                  <a:pt x="1988593" y="2476826"/>
                  <a:pt x="1988593" y="2488897"/>
                  <a:pt x="1995727" y="2496031"/>
                </a:cubicBezTo>
                <a:cubicBezTo>
                  <a:pt x="2002860" y="2503165"/>
                  <a:pt x="2012737" y="2503165"/>
                  <a:pt x="2020419" y="2497678"/>
                </a:cubicBezTo>
                <a:lnTo>
                  <a:pt x="2146627" y="2623885"/>
                </a:lnTo>
                <a:lnTo>
                  <a:pt x="2602621" y="2623885"/>
                </a:lnTo>
                <a:lnTo>
                  <a:pt x="2807846" y="2829110"/>
                </a:lnTo>
                <a:cubicBezTo>
                  <a:pt x="2802358" y="2836243"/>
                  <a:pt x="2802907" y="2847217"/>
                  <a:pt x="2809492" y="2853802"/>
                </a:cubicBezTo>
                <a:cubicBezTo>
                  <a:pt x="2816625" y="2860936"/>
                  <a:pt x="2828697" y="2860936"/>
                  <a:pt x="2835831" y="2853802"/>
                </a:cubicBezTo>
                <a:cubicBezTo>
                  <a:pt x="2842964" y="2846669"/>
                  <a:pt x="2842964" y="2834597"/>
                  <a:pt x="2835831" y="2827463"/>
                </a:cubicBezTo>
                <a:cubicBezTo>
                  <a:pt x="2829246" y="2820878"/>
                  <a:pt x="2818820" y="2820330"/>
                  <a:pt x="2811138" y="2825817"/>
                </a:cubicBezTo>
                <a:lnTo>
                  <a:pt x="2604266" y="2618947"/>
                </a:lnTo>
                <a:lnTo>
                  <a:pt x="2148273" y="2618947"/>
                </a:lnTo>
                <a:lnTo>
                  <a:pt x="2023712" y="2494385"/>
                </a:lnTo>
                <a:cubicBezTo>
                  <a:pt x="2029199" y="2487252"/>
                  <a:pt x="2028651" y="2476277"/>
                  <a:pt x="2022066" y="2469692"/>
                </a:cubicBezTo>
                <a:cubicBezTo>
                  <a:pt x="2018499" y="2466125"/>
                  <a:pt x="2013698" y="2464342"/>
                  <a:pt x="2008896" y="2464342"/>
                </a:cubicBezTo>
                <a:close/>
                <a:moveTo>
                  <a:pt x="77370" y="2377506"/>
                </a:moveTo>
                <a:cubicBezTo>
                  <a:pt x="67492" y="2377506"/>
                  <a:pt x="58714" y="2385737"/>
                  <a:pt x="58714" y="2396163"/>
                </a:cubicBezTo>
                <a:cubicBezTo>
                  <a:pt x="58714" y="2406588"/>
                  <a:pt x="66944" y="2414820"/>
                  <a:pt x="77370" y="2414820"/>
                </a:cubicBezTo>
                <a:cubicBezTo>
                  <a:pt x="87796" y="2414820"/>
                  <a:pt x="94928" y="2407686"/>
                  <a:pt x="96026" y="2398357"/>
                </a:cubicBezTo>
                <a:lnTo>
                  <a:pt x="935582" y="2398357"/>
                </a:lnTo>
                <a:lnTo>
                  <a:pt x="1728496" y="3191271"/>
                </a:lnTo>
                <a:lnTo>
                  <a:pt x="3514060" y="3191271"/>
                </a:lnTo>
                <a:lnTo>
                  <a:pt x="3938776" y="3615987"/>
                </a:lnTo>
                <a:lnTo>
                  <a:pt x="4752542" y="3615987"/>
                </a:lnTo>
                <a:lnTo>
                  <a:pt x="5081230" y="3944675"/>
                </a:lnTo>
                <a:lnTo>
                  <a:pt x="6690103" y="3944675"/>
                </a:lnTo>
                <a:lnTo>
                  <a:pt x="6690103" y="3939737"/>
                </a:lnTo>
                <a:lnTo>
                  <a:pt x="5082876" y="3939737"/>
                </a:lnTo>
                <a:lnTo>
                  <a:pt x="4754188" y="3611049"/>
                </a:lnTo>
                <a:lnTo>
                  <a:pt x="3940422" y="3611049"/>
                </a:lnTo>
                <a:lnTo>
                  <a:pt x="3515706" y="3186331"/>
                </a:lnTo>
                <a:lnTo>
                  <a:pt x="3515706" y="3186881"/>
                </a:lnTo>
                <a:lnTo>
                  <a:pt x="1730142" y="3186881"/>
                </a:lnTo>
                <a:lnTo>
                  <a:pt x="937228" y="2393968"/>
                </a:lnTo>
                <a:lnTo>
                  <a:pt x="96026" y="2393968"/>
                </a:lnTo>
                <a:cubicBezTo>
                  <a:pt x="94928" y="2384640"/>
                  <a:pt x="87246" y="2377506"/>
                  <a:pt x="77370" y="2377506"/>
                </a:cubicBezTo>
                <a:close/>
                <a:moveTo>
                  <a:pt x="12415254" y="2285761"/>
                </a:moveTo>
                <a:lnTo>
                  <a:pt x="12414993" y="2285868"/>
                </a:lnTo>
                <a:lnTo>
                  <a:pt x="12415540" y="2285868"/>
                </a:lnTo>
                <a:close/>
                <a:moveTo>
                  <a:pt x="12414993" y="2248554"/>
                </a:moveTo>
                <a:cubicBezTo>
                  <a:pt x="12404566" y="2248554"/>
                  <a:pt x="12397434" y="2255688"/>
                  <a:pt x="12396335" y="2265017"/>
                </a:cubicBezTo>
                <a:lnTo>
                  <a:pt x="11202302" y="2265017"/>
                </a:lnTo>
                <a:lnTo>
                  <a:pt x="11135905" y="2331412"/>
                </a:lnTo>
                <a:cubicBezTo>
                  <a:pt x="11128772" y="2325925"/>
                  <a:pt x="11117797" y="2326474"/>
                  <a:pt x="11111212" y="2333059"/>
                </a:cubicBezTo>
                <a:cubicBezTo>
                  <a:pt x="11104079" y="2340192"/>
                  <a:pt x="11104079" y="2352264"/>
                  <a:pt x="11111212" y="2359398"/>
                </a:cubicBezTo>
                <a:cubicBezTo>
                  <a:pt x="11118346" y="2366531"/>
                  <a:pt x="11130418" y="2366531"/>
                  <a:pt x="11137551" y="2359398"/>
                </a:cubicBezTo>
                <a:cubicBezTo>
                  <a:pt x="11144136" y="2352813"/>
                  <a:pt x="11144685" y="2342387"/>
                  <a:pt x="11139198" y="2334705"/>
                </a:cubicBezTo>
                <a:lnTo>
                  <a:pt x="11204496" y="2269406"/>
                </a:lnTo>
                <a:lnTo>
                  <a:pt x="12396885" y="2269406"/>
                </a:lnTo>
                <a:cubicBezTo>
                  <a:pt x="12397434" y="2274070"/>
                  <a:pt x="12399629" y="2278185"/>
                  <a:pt x="12402921" y="2281135"/>
                </a:cubicBezTo>
                <a:lnTo>
                  <a:pt x="12415254" y="2285761"/>
                </a:lnTo>
                <a:lnTo>
                  <a:pt x="12428230" y="2280449"/>
                </a:lnTo>
                <a:cubicBezTo>
                  <a:pt x="12431591" y="2277088"/>
                  <a:pt x="12433649" y="2272424"/>
                  <a:pt x="12433649" y="2267211"/>
                </a:cubicBezTo>
                <a:cubicBezTo>
                  <a:pt x="12433649" y="2256786"/>
                  <a:pt x="12425418" y="2248554"/>
                  <a:pt x="12414993" y="2248554"/>
                </a:cubicBezTo>
                <a:close/>
                <a:moveTo>
                  <a:pt x="3602405" y="1914516"/>
                </a:moveTo>
                <a:cubicBezTo>
                  <a:pt x="3597604" y="1914516"/>
                  <a:pt x="3592802" y="1916299"/>
                  <a:pt x="3589235" y="1919866"/>
                </a:cubicBezTo>
                <a:cubicBezTo>
                  <a:pt x="3582102" y="1926999"/>
                  <a:pt x="3582102" y="1939071"/>
                  <a:pt x="3589235" y="1946205"/>
                </a:cubicBezTo>
                <a:cubicBezTo>
                  <a:pt x="3596369" y="1953338"/>
                  <a:pt x="3606246" y="1953338"/>
                  <a:pt x="3613928" y="1947850"/>
                </a:cubicBezTo>
                <a:lnTo>
                  <a:pt x="3759891" y="2093813"/>
                </a:lnTo>
                <a:lnTo>
                  <a:pt x="3985967" y="2093813"/>
                </a:lnTo>
                <a:lnTo>
                  <a:pt x="4367334" y="2475180"/>
                </a:lnTo>
                <a:cubicBezTo>
                  <a:pt x="4361846" y="2482312"/>
                  <a:pt x="4362395" y="2493287"/>
                  <a:pt x="4368980" y="2499872"/>
                </a:cubicBezTo>
                <a:cubicBezTo>
                  <a:pt x="4376112" y="2507006"/>
                  <a:pt x="4388186" y="2507006"/>
                  <a:pt x="4395319" y="2499872"/>
                </a:cubicBezTo>
                <a:cubicBezTo>
                  <a:pt x="4402452" y="2492739"/>
                  <a:pt x="4402452" y="2480667"/>
                  <a:pt x="4395319" y="2473533"/>
                </a:cubicBezTo>
                <a:cubicBezTo>
                  <a:pt x="4388734" y="2466948"/>
                  <a:pt x="4378308" y="2466400"/>
                  <a:pt x="4370626" y="2471887"/>
                </a:cubicBezTo>
                <a:lnTo>
                  <a:pt x="3987613" y="2088874"/>
                </a:lnTo>
                <a:lnTo>
                  <a:pt x="3761536" y="2088874"/>
                </a:lnTo>
                <a:lnTo>
                  <a:pt x="3617221" y="1944558"/>
                </a:lnTo>
                <a:cubicBezTo>
                  <a:pt x="3622708" y="1937425"/>
                  <a:pt x="3622159" y="1926451"/>
                  <a:pt x="3615574" y="1919866"/>
                </a:cubicBezTo>
                <a:cubicBezTo>
                  <a:pt x="3612008" y="1916299"/>
                  <a:pt x="3607206" y="1914516"/>
                  <a:pt x="3602405" y="1914516"/>
                </a:cubicBezTo>
                <a:close/>
                <a:moveTo>
                  <a:pt x="15702977" y="1721226"/>
                </a:moveTo>
                <a:cubicBezTo>
                  <a:pt x="15692551" y="1721226"/>
                  <a:pt x="15685417" y="1728359"/>
                  <a:pt x="15684320" y="1737688"/>
                </a:cubicBezTo>
                <a:lnTo>
                  <a:pt x="15352887" y="1737688"/>
                </a:lnTo>
                <a:lnTo>
                  <a:pt x="13998624" y="3091951"/>
                </a:lnTo>
                <a:lnTo>
                  <a:pt x="13998624" y="3091402"/>
                </a:lnTo>
                <a:lnTo>
                  <a:pt x="12688260" y="3091402"/>
                </a:lnTo>
                <a:lnTo>
                  <a:pt x="12532421" y="3247241"/>
                </a:lnTo>
                <a:lnTo>
                  <a:pt x="11067863" y="3247241"/>
                </a:lnTo>
                <a:lnTo>
                  <a:pt x="10414875" y="3900228"/>
                </a:lnTo>
                <a:lnTo>
                  <a:pt x="10259037" y="3900228"/>
                </a:lnTo>
                <a:lnTo>
                  <a:pt x="10101551" y="4057714"/>
                </a:lnTo>
                <a:lnTo>
                  <a:pt x="9039760" y="4057714"/>
                </a:lnTo>
                <a:lnTo>
                  <a:pt x="9039760" y="4062653"/>
                </a:lnTo>
                <a:lnTo>
                  <a:pt x="10103746" y="4062653"/>
                </a:lnTo>
                <a:lnTo>
                  <a:pt x="10261232" y="3905167"/>
                </a:lnTo>
                <a:lnTo>
                  <a:pt x="10417070" y="3905167"/>
                </a:lnTo>
                <a:lnTo>
                  <a:pt x="11070058" y="3252180"/>
                </a:lnTo>
                <a:lnTo>
                  <a:pt x="12534616" y="3252180"/>
                </a:lnTo>
                <a:lnTo>
                  <a:pt x="12690455" y="3096341"/>
                </a:lnTo>
                <a:lnTo>
                  <a:pt x="14000819" y="3096341"/>
                </a:lnTo>
                <a:lnTo>
                  <a:pt x="15355083" y="1742078"/>
                </a:lnTo>
                <a:lnTo>
                  <a:pt x="15684320" y="1742078"/>
                </a:lnTo>
                <a:cubicBezTo>
                  <a:pt x="15685417" y="1751406"/>
                  <a:pt x="15693100" y="1758539"/>
                  <a:pt x="15702977" y="1758539"/>
                </a:cubicBezTo>
                <a:cubicBezTo>
                  <a:pt x="15712854" y="1758539"/>
                  <a:pt x="15721633" y="1750309"/>
                  <a:pt x="15721633" y="1739882"/>
                </a:cubicBezTo>
                <a:cubicBezTo>
                  <a:pt x="15721633" y="1729456"/>
                  <a:pt x="15713402" y="1721226"/>
                  <a:pt x="15702977" y="1721226"/>
                </a:cubicBezTo>
                <a:close/>
                <a:moveTo>
                  <a:pt x="12427065" y="1718071"/>
                </a:moveTo>
                <a:cubicBezTo>
                  <a:pt x="12422263" y="1718071"/>
                  <a:pt x="12417462" y="1719854"/>
                  <a:pt x="12413896" y="1723421"/>
                </a:cubicBezTo>
                <a:cubicBezTo>
                  <a:pt x="12407310" y="1730006"/>
                  <a:pt x="12406762" y="1740431"/>
                  <a:pt x="12412249" y="1748113"/>
                </a:cubicBezTo>
                <a:lnTo>
                  <a:pt x="12160931" y="1999431"/>
                </a:lnTo>
                <a:lnTo>
                  <a:pt x="10934521" y="1999431"/>
                </a:lnTo>
                <a:lnTo>
                  <a:pt x="10934521" y="1998883"/>
                </a:lnTo>
                <a:lnTo>
                  <a:pt x="10088382" y="2845023"/>
                </a:lnTo>
                <a:lnTo>
                  <a:pt x="10087833" y="2845023"/>
                </a:lnTo>
                <a:lnTo>
                  <a:pt x="10087833" y="3320222"/>
                </a:lnTo>
                <a:lnTo>
                  <a:pt x="9699333" y="3708721"/>
                </a:lnTo>
                <a:lnTo>
                  <a:pt x="8995314" y="3708721"/>
                </a:lnTo>
                <a:lnTo>
                  <a:pt x="8995314" y="3713661"/>
                </a:lnTo>
                <a:lnTo>
                  <a:pt x="9701528" y="3713661"/>
                </a:lnTo>
                <a:lnTo>
                  <a:pt x="10092222" y="3322966"/>
                </a:lnTo>
                <a:lnTo>
                  <a:pt x="10092771" y="3322966"/>
                </a:lnTo>
                <a:lnTo>
                  <a:pt x="10092771" y="2847767"/>
                </a:lnTo>
                <a:lnTo>
                  <a:pt x="10936717" y="2003821"/>
                </a:lnTo>
                <a:lnTo>
                  <a:pt x="12163125" y="2003821"/>
                </a:lnTo>
                <a:lnTo>
                  <a:pt x="12415540" y="1751406"/>
                </a:lnTo>
                <a:cubicBezTo>
                  <a:pt x="12422674" y="1756894"/>
                  <a:pt x="12433649" y="1756344"/>
                  <a:pt x="12440234" y="1749760"/>
                </a:cubicBezTo>
                <a:cubicBezTo>
                  <a:pt x="12447367" y="1742626"/>
                  <a:pt x="12447367" y="1730555"/>
                  <a:pt x="12440234" y="1723421"/>
                </a:cubicBezTo>
                <a:cubicBezTo>
                  <a:pt x="12436668" y="1719854"/>
                  <a:pt x="12431866" y="1718071"/>
                  <a:pt x="12427065" y="1718071"/>
                </a:cubicBezTo>
                <a:close/>
                <a:moveTo>
                  <a:pt x="3845149" y="1685353"/>
                </a:moveTo>
                <a:cubicBezTo>
                  <a:pt x="3840280" y="1685284"/>
                  <a:pt x="3835341" y="1686930"/>
                  <a:pt x="3831774" y="1690497"/>
                </a:cubicBezTo>
                <a:cubicBezTo>
                  <a:pt x="3824640" y="1697631"/>
                  <a:pt x="3824640" y="1709702"/>
                  <a:pt x="3831774" y="1716836"/>
                </a:cubicBezTo>
                <a:cubicBezTo>
                  <a:pt x="3838358" y="1723421"/>
                  <a:pt x="3848784" y="1723970"/>
                  <a:pt x="3856466" y="1718482"/>
                </a:cubicBezTo>
                <a:lnTo>
                  <a:pt x="4202166" y="2064181"/>
                </a:lnTo>
                <a:lnTo>
                  <a:pt x="4745408" y="2064181"/>
                </a:lnTo>
                <a:lnTo>
                  <a:pt x="5736961" y="3055735"/>
                </a:lnTo>
                <a:cubicBezTo>
                  <a:pt x="5731474" y="3062868"/>
                  <a:pt x="5732022" y="3073843"/>
                  <a:pt x="5738606" y="3080427"/>
                </a:cubicBezTo>
                <a:cubicBezTo>
                  <a:pt x="5745741" y="3087561"/>
                  <a:pt x="5757813" y="3087561"/>
                  <a:pt x="5764946" y="3080427"/>
                </a:cubicBezTo>
                <a:cubicBezTo>
                  <a:pt x="5772079" y="3073294"/>
                  <a:pt x="5772079" y="3061222"/>
                  <a:pt x="5764946" y="3054088"/>
                </a:cubicBezTo>
                <a:cubicBezTo>
                  <a:pt x="5758362" y="3047504"/>
                  <a:pt x="5747936" y="3046955"/>
                  <a:pt x="5740254" y="3052442"/>
                </a:cubicBezTo>
                <a:lnTo>
                  <a:pt x="4747054" y="2059243"/>
                </a:lnTo>
                <a:lnTo>
                  <a:pt x="4203812" y="2059243"/>
                </a:lnTo>
                <a:lnTo>
                  <a:pt x="3859759" y="1715189"/>
                </a:lnTo>
                <a:cubicBezTo>
                  <a:pt x="3865247" y="1708057"/>
                  <a:pt x="3864697" y="1697082"/>
                  <a:pt x="3858113" y="1690497"/>
                </a:cubicBezTo>
                <a:cubicBezTo>
                  <a:pt x="3854820" y="1687204"/>
                  <a:pt x="3850019" y="1685421"/>
                  <a:pt x="3845149" y="1685353"/>
                </a:cubicBezTo>
                <a:close/>
                <a:moveTo>
                  <a:pt x="13497086" y="1506124"/>
                </a:moveTo>
                <a:cubicBezTo>
                  <a:pt x="13486661" y="1506124"/>
                  <a:pt x="13479527" y="1513258"/>
                  <a:pt x="13478430" y="1522586"/>
                </a:cubicBezTo>
                <a:lnTo>
                  <a:pt x="12637776" y="1522586"/>
                </a:lnTo>
                <a:lnTo>
                  <a:pt x="12571381" y="1588982"/>
                </a:lnTo>
                <a:cubicBezTo>
                  <a:pt x="12564246" y="1583494"/>
                  <a:pt x="12553272" y="1584044"/>
                  <a:pt x="12546688" y="1590628"/>
                </a:cubicBezTo>
                <a:cubicBezTo>
                  <a:pt x="12539554" y="1597761"/>
                  <a:pt x="12539554" y="1609833"/>
                  <a:pt x="12546688" y="1616967"/>
                </a:cubicBezTo>
                <a:cubicBezTo>
                  <a:pt x="12553821" y="1624101"/>
                  <a:pt x="12565893" y="1624101"/>
                  <a:pt x="12573027" y="1616967"/>
                </a:cubicBezTo>
                <a:cubicBezTo>
                  <a:pt x="12579612" y="1610383"/>
                  <a:pt x="12580159" y="1599957"/>
                  <a:pt x="12574673" y="1592275"/>
                </a:cubicBezTo>
                <a:lnTo>
                  <a:pt x="12639972" y="1526976"/>
                </a:lnTo>
                <a:lnTo>
                  <a:pt x="13478430" y="1526976"/>
                </a:lnTo>
                <a:cubicBezTo>
                  <a:pt x="13479527" y="1536304"/>
                  <a:pt x="13487208" y="1543438"/>
                  <a:pt x="13497086" y="1543438"/>
                </a:cubicBezTo>
                <a:cubicBezTo>
                  <a:pt x="13506963" y="1543438"/>
                  <a:pt x="13515743" y="1535207"/>
                  <a:pt x="13515743" y="1524781"/>
                </a:cubicBezTo>
                <a:cubicBezTo>
                  <a:pt x="13515743" y="1514355"/>
                  <a:pt x="13507512" y="1506124"/>
                  <a:pt x="13497086" y="1506124"/>
                </a:cubicBezTo>
                <a:close/>
                <a:moveTo>
                  <a:pt x="6641266" y="1485410"/>
                </a:moveTo>
                <a:cubicBezTo>
                  <a:pt x="6636465" y="1485410"/>
                  <a:pt x="6631663" y="1487193"/>
                  <a:pt x="6628097" y="1490760"/>
                </a:cubicBezTo>
                <a:cubicBezTo>
                  <a:pt x="6620964" y="1497893"/>
                  <a:pt x="6620964" y="1509965"/>
                  <a:pt x="6628097" y="1517099"/>
                </a:cubicBezTo>
                <a:cubicBezTo>
                  <a:pt x="6634682" y="1523684"/>
                  <a:pt x="6645108" y="1524232"/>
                  <a:pt x="6652789" y="1518744"/>
                </a:cubicBezTo>
                <a:lnTo>
                  <a:pt x="6797106" y="1663061"/>
                </a:lnTo>
                <a:lnTo>
                  <a:pt x="6797106" y="1889137"/>
                </a:lnTo>
                <a:lnTo>
                  <a:pt x="7180118" y="2272150"/>
                </a:lnTo>
                <a:cubicBezTo>
                  <a:pt x="7174632" y="2279283"/>
                  <a:pt x="7175180" y="2290257"/>
                  <a:pt x="7181764" y="2296842"/>
                </a:cubicBezTo>
                <a:cubicBezTo>
                  <a:pt x="7188898" y="2303976"/>
                  <a:pt x="7200970" y="2303976"/>
                  <a:pt x="7208103" y="2296842"/>
                </a:cubicBezTo>
                <a:cubicBezTo>
                  <a:pt x="7215237" y="2289709"/>
                  <a:pt x="7215237" y="2277637"/>
                  <a:pt x="7208103" y="2270503"/>
                </a:cubicBezTo>
                <a:cubicBezTo>
                  <a:pt x="7201518" y="2263918"/>
                  <a:pt x="7191093" y="2263370"/>
                  <a:pt x="7183411" y="2268858"/>
                </a:cubicBezTo>
                <a:lnTo>
                  <a:pt x="6802044" y="1887490"/>
                </a:lnTo>
                <a:lnTo>
                  <a:pt x="6802044" y="1661414"/>
                </a:lnTo>
                <a:lnTo>
                  <a:pt x="6656082" y="1515452"/>
                </a:lnTo>
                <a:cubicBezTo>
                  <a:pt x="6661570" y="1508318"/>
                  <a:pt x="6661020" y="1497345"/>
                  <a:pt x="6654436" y="1490760"/>
                </a:cubicBezTo>
                <a:cubicBezTo>
                  <a:pt x="6650869" y="1487193"/>
                  <a:pt x="6646068" y="1485410"/>
                  <a:pt x="6641266" y="1485410"/>
                </a:cubicBezTo>
                <a:close/>
                <a:moveTo>
                  <a:pt x="33472" y="1395830"/>
                </a:moveTo>
                <a:cubicBezTo>
                  <a:pt x="23594" y="1395830"/>
                  <a:pt x="14814" y="1404061"/>
                  <a:pt x="14814" y="1414487"/>
                </a:cubicBezTo>
                <a:cubicBezTo>
                  <a:pt x="14814" y="1424912"/>
                  <a:pt x="23046" y="1433143"/>
                  <a:pt x="33472" y="1433143"/>
                </a:cubicBezTo>
                <a:cubicBezTo>
                  <a:pt x="43898" y="1433143"/>
                  <a:pt x="51032" y="1426010"/>
                  <a:pt x="52128" y="1416681"/>
                </a:cubicBezTo>
                <a:lnTo>
                  <a:pt x="219492" y="1416681"/>
                </a:lnTo>
                <a:lnTo>
                  <a:pt x="796206" y="1993396"/>
                </a:lnTo>
                <a:lnTo>
                  <a:pt x="1512845" y="1993396"/>
                </a:lnTo>
                <a:lnTo>
                  <a:pt x="1769651" y="2250201"/>
                </a:lnTo>
                <a:lnTo>
                  <a:pt x="2471474" y="2250201"/>
                </a:lnTo>
                <a:lnTo>
                  <a:pt x="3019655" y="2798381"/>
                </a:lnTo>
                <a:lnTo>
                  <a:pt x="3422422" y="2798381"/>
                </a:lnTo>
                <a:cubicBezTo>
                  <a:pt x="3423519" y="2807709"/>
                  <a:pt x="3431202" y="2814843"/>
                  <a:pt x="3441079" y="2814843"/>
                </a:cubicBezTo>
                <a:cubicBezTo>
                  <a:pt x="3450956" y="2814843"/>
                  <a:pt x="3459736" y="2806612"/>
                  <a:pt x="3459736" y="2796186"/>
                </a:cubicBezTo>
                <a:cubicBezTo>
                  <a:pt x="3459736" y="2790973"/>
                  <a:pt x="3457678" y="2786309"/>
                  <a:pt x="3454317" y="2782948"/>
                </a:cubicBezTo>
                <a:lnTo>
                  <a:pt x="3441344" y="2777637"/>
                </a:lnTo>
                <a:lnTo>
                  <a:pt x="3429212" y="2782262"/>
                </a:lnTo>
                <a:cubicBezTo>
                  <a:pt x="3425851" y="2785211"/>
                  <a:pt x="3423519" y="2789327"/>
                  <a:pt x="3422971" y="2793991"/>
                </a:cubicBezTo>
                <a:lnTo>
                  <a:pt x="3021849" y="2793991"/>
                </a:lnTo>
                <a:lnTo>
                  <a:pt x="2473670" y="2245811"/>
                </a:lnTo>
                <a:lnTo>
                  <a:pt x="1771845" y="2245811"/>
                </a:lnTo>
                <a:lnTo>
                  <a:pt x="1515040" y="1989005"/>
                </a:lnTo>
                <a:lnTo>
                  <a:pt x="798400" y="1989005"/>
                </a:lnTo>
                <a:lnTo>
                  <a:pt x="221686" y="1412291"/>
                </a:lnTo>
                <a:lnTo>
                  <a:pt x="52128" y="1412291"/>
                </a:lnTo>
                <a:cubicBezTo>
                  <a:pt x="51032" y="1402963"/>
                  <a:pt x="43348" y="1395830"/>
                  <a:pt x="33472" y="1395830"/>
                </a:cubicBezTo>
                <a:close/>
                <a:moveTo>
                  <a:pt x="9174747" y="1151234"/>
                </a:moveTo>
                <a:cubicBezTo>
                  <a:pt x="9169946" y="1151234"/>
                  <a:pt x="9165145" y="1153017"/>
                  <a:pt x="9161578" y="1156584"/>
                </a:cubicBezTo>
                <a:cubicBezTo>
                  <a:pt x="9154993" y="1163169"/>
                  <a:pt x="9154445" y="1173595"/>
                  <a:pt x="9159932" y="1181277"/>
                </a:cubicBezTo>
                <a:lnTo>
                  <a:pt x="8988180" y="1353028"/>
                </a:lnTo>
                <a:lnTo>
                  <a:pt x="8987631" y="1353028"/>
                </a:lnTo>
                <a:lnTo>
                  <a:pt x="8987631" y="1353577"/>
                </a:lnTo>
                <a:lnTo>
                  <a:pt x="8987631" y="2131126"/>
                </a:lnTo>
                <a:cubicBezTo>
                  <a:pt x="8978303" y="2132223"/>
                  <a:pt x="8971169" y="2139906"/>
                  <a:pt x="8971169" y="2149783"/>
                </a:cubicBezTo>
                <a:cubicBezTo>
                  <a:pt x="8971169" y="2159661"/>
                  <a:pt x="8979400" y="2168440"/>
                  <a:pt x="8989826" y="2168440"/>
                </a:cubicBezTo>
                <a:cubicBezTo>
                  <a:pt x="9000252" y="2168440"/>
                  <a:pt x="9008483" y="2160209"/>
                  <a:pt x="9008483" y="2149783"/>
                </a:cubicBezTo>
                <a:cubicBezTo>
                  <a:pt x="9008483" y="2139357"/>
                  <a:pt x="9001349" y="2132223"/>
                  <a:pt x="8992021" y="2131126"/>
                </a:cubicBezTo>
                <a:lnTo>
                  <a:pt x="8992021" y="1355772"/>
                </a:lnTo>
                <a:lnTo>
                  <a:pt x="9163224" y="1184568"/>
                </a:lnTo>
                <a:cubicBezTo>
                  <a:pt x="9170358" y="1190056"/>
                  <a:pt x="9181332" y="1189508"/>
                  <a:pt x="9187917" y="1182923"/>
                </a:cubicBezTo>
                <a:cubicBezTo>
                  <a:pt x="9195051" y="1175789"/>
                  <a:pt x="9195051" y="1163717"/>
                  <a:pt x="9187917" y="1156584"/>
                </a:cubicBezTo>
                <a:cubicBezTo>
                  <a:pt x="9184350" y="1153017"/>
                  <a:pt x="9179549" y="1151234"/>
                  <a:pt x="9174747" y="1151234"/>
                </a:cubicBezTo>
                <a:close/>
                <a:moveTo>
                  <a:pt x="15646457" y="1093480"/>
                </a:moveTo>
                <a:cubicBezTo>
                  <a:pt x="15636032" y="1093480"/>
                  <a:pt x="15628898" y="1100613"/>
                  <a:pt x="15627801" y="1109942"/>
                </a:cubicBezTo>
                <a:lnTo>
                  <a:pt x="15261799" y="1109942"/>
                </a:lnTo>
                <a:lnTo>
                  <a:pt x="14370115" y="2001627"/>
                </a:lnTo>
                <a:lnTo>
                  <a:pt x="12913787" y="2001627"/>
                </a:lnTo>
                <a:lnTo>
                  <a:pt x="12637776" y="2277637"/>
                </a:lnTo>
                <a:cubicBezTo>
                  <a:pt x="12630644" y="2272150"/>
                  <a:pt x="12619669" y="2272699"/>
                  <a:pt x="12613083" y="2279283"/>
                </a:cubicBezTo>
                <a:cubicBezTo>
                  <a:pt x="12605951" y="2286416"/>
                  <a:pt x="12605951" y="2298489"/>
                  <a:pt x="12613083" y="2305623"/>
                </a:cubicBezTo>
                <a:cubicBezTo>
                  <a:pt x="12620217" y="2312755"/>
                  <a:pt x="12632289" y="2312755"/>
                  <a:pt x="12639422" y="2305623"/>
                </a:cubicBezTo>
                <a:cubicBezTo>
                  <a:pt x="12646556" y="2298489"/>
                  <a:pt x="12646556" y="2288612"/>
                  <a:pt x="12641069" y="2280929"/>
                </a:cubicBezTo>
                <a:lnTo>
                  <a:pt x="12915982" y="2006016"/>
                </a:lnTo>
                <a:lnTo>
                  <a:pt x="14372309" y="2006016"/>
                </a:lnTo>
                <a:lnTo>
                  <a:pt x="15263994" y="1114332"/>
                </a:lnTo>
                <a:lnTo>
                  <a:pt x="15627801" y="1114332"/>
                </a:lnTo>
                <a:cubicBezTo>
                  <a:pt x="15628898" y="1123660"/>
                  <a:pt x="15636580" y="1130793"/>
                  <a:pt x="15646457" y="1130793"/>
                </a:cubicBezTo>
                <a:cubicBezTo>
                  <a:pt x="15656335" y="1130793"/>
                  <a:pt x="15665115" y="1122562"/>
                  <a:pt x="15665115" y="1112137"/>
                </a:cubicBezTo>
                <a:cubicBezTo>
                  <a:pt x="15665115" y="1101710"/>
                  <a:pt x="15656884" y="1093480"/>
                  <a:pt x="15646457" y="1093480"/>
                </a:cubicBezTo>
                <a:close/>
                <a:moveTo>
                  <a:pt x="10528462" y="910342"/>
                </a:moveTo>
                <a:cubicBezTo>
                  <a:pt x="10523661" y="910342"/>
                  <a:pt x="10518859" y="912125"/>
                  <a:pt x="10515293" y="915692"/>
                </a:cubicBezTo>
                <a:cubicBezTo>
                  <a:pt x="10508708" y="922277"/>
                  <a:pt x="10508159" y="932702"/>
                  <a:pt x="10513647" y="940385"/>
                </a:cubicBezTo>
                <a:lnTo>
                  <a:pt x="10258488" y="1195543"/>
                </a:lnTo>
                <a:lnTo>
                  <a:pt x="10258488" y="1450154"/>
                </a:lnTo>
                <a:lnTo>
                  <a:pt x="9748718" y="1959923"/>
                </a:lnTo>
                <a:cubicBezTo>
                  <a:pt x="9741585" y="1954435"/>
                  <a:pt x="9730610" y="1954984"/>
                  <a:pt x="9724026" y="1961569"/>
                </a:cubicBezTo>
                <a:cubicBezTo>
                  <a:pt x="9716892" y="1968703"/>
                  <a:pt x="9716892" y="1980775"/>
                  <a:pt x="9724026" y="1987908"/>
                </a:cubicBezTo>
                <a:cubicBezTo>
                  <a:pt x="9731159" y="1995042"/>
                  <a:pt x="9743231" y="1995042"/>
                  <a:pt x="9750364" y="1987908"/>
                </a:cubicBezTo>
                <a:cubicBezTo>
                  <a:pt x="9757498" y="1980775"/>
                  <a:pt x="9757498" y="1970898"/>
                  <a:pt x="9752011" y="1963215"/>
                </a:cubicBezTo>
                <a:lnTo>
                  <a:pt x="10262329" y="1452897"/>
                </a:lnTo>
                <a:lnTo>
                  <a:pt x="10262878" y="1452897"/>
                </a:lnTo>
                <a:lnTo>
                  <a:pt x="10262878" y="1197738"/>
                </a:lnTo>
                <a:lnTo>
                  <a:pt x="10516939" y="943676"/>
                </a:lnTo>
                <a:cubicBezTo>
                  <a:pt x="10524072" y="949164"/>
                  <a:pt x="10535047" y="948616"/>
                  <a:pt x="10541632" y="942031"/>
                </a:cubicBezTo>
                <a:cubicBezTo>
                  <a:pt x="10548765" y="934897"/>
                  <a:pt x="10548765" y="922825"/>
                  <a:pt x="10541632" y="915692"/>
                </a:cubicBezTo>
                <a:cubicBezTo>
                  <a:pt x="10538065" y="912125"/>
                  <a:pt x="10533264" y="910342"/>
                  <a:pt x="10528462" y="910342"/>
                </a:cubicBezTo>
                <a:close/>
                <a:moveTo>
                  <a:pt x="11855289" y="888804"/>
                </a:moveTo>
                <a:cubicBezTo>
                  <a:pt x="11844863" y="888804"/>
                  <a:pt x="11837730" y="895938"/>
                  <a:pt x="11836631" y="905266"/>
                </a:cubicBezTo>
                <a:lnTo>
                  <a:pt x="10989943" y="905266"/>
                </a:lnTo>
                <a:lnTo>
                  <a:pt x="10868674" y="1026535"/>
                </a:lnTo>
                <a:cubicBezTo>
                  <a:pt x="10861541" y="1021048"/>
                  <a:pt x="10850566" y="1021596"/>
                  <a:pt x="10843981" y="1028181"/>
                </a:cubicBezTo>
                <a:cubicBezTo>
                  <a:pt x="10836848" y="1035315"/>
                  <a:pt x="10836848" y="1047387"/>
                  <a:pt x="10843981" y="1054520"/>
                </a:cubicBezTo>
                <a:cubicBezTo>
                  <a:pt x="10851115" y="1061654"/>
                  <a:pt x="10863187" y="1061654"/>
                  <a:pt x="10870320" y="1054520"/>
                </a:cubicBezTo>
                <a:cubicBezTo>
                  <a:pt x="10876905" y="1047935"/>
                  <a:pt x="10877454" y="1037509"/>
                  <a:pt x="10871966" y="1029827"/>
                </a:cubicBezTo>
                <a:lnTo>
                  <a:pt x="10992139" y="909655"/>
                </a:lnTo>
                <a:lnTo>
                  <a:pt x="11836631" y="909655"/>
                </a:lnTo>
                <a:cubicBezTo>
                  <a:pt x="11837730" y="918984"/>
                  <a:pt x="11845412" y="926118"/>
                  <a:pt x="11855289" y="926118"/>
                </a:cubicBezTo>
                <a:cubicBezTo>
                  <a:pt x="11865166" y="926118"/>
                  <a:pt x="11873946" y="917887"/>
                  <a:pt x="11873946" y="907461"/>
                </a:cubicBezTo>
                <a:cubicBezTo>
                  <a:pt x="11873946" y="897035"/>
                  <a:pt x="11865714" y="888804"/>
                  <a:pt x="11855289" y="888804"/>
                </a:cubicBezTo>
                <a:close/>
                <a:moveTo>
                  <a:pt x="2058830" y="752856"/>
                </a:moveTo>
                <a:cubicBezTo>
                  <a:pt x="2054029" y="752856"/>
                  <a:pt x="2049227" y="754640"/>
                  <a:pt x="2045661" y="758206"/>
                </a:cubicBezTo>
                <a:cubicBezTo>
                  <a:pt x="2038527" y="765340"/>
                  <a:pt x="2038527" y="777412"/>
                  <a:pt x="2045661" y="784545"/>
                </a:cubicBezTo>
                <a:cubicBezTo>
                  <a:pt x="2052246" y="791130"/>
                  <a:pt x="2062672" y="791679"/>
                  <a:pt x="2070354" y="786192"/>
                </a:cubicBezTo>
                <a:lnTo>
                  <a:pt x="2323318" y="1039156"/>
                </a:lnTo>
                <a:lnTo>
                  <a:pt x="3025142" y="1039156"/>
                </a:lnTo>
                <a:cubicBezTo>
                  <a:pt x="3026240" y="1048484"/>
                  <a:pt x="3033922" y="1055617"/>
                  <a:pt x="3043799" y="1055617"/>
                </a:cubicBezTo>
                <a:cubicBezTo>
                  <a:pt x="3053676" y="1055617"/>
                  <a:pt x="3062456" y="1047387"/>
                  <a:pt x="3062456" y="1036961"/>
                </a:cubicBezTo>
                <a:cubicBezTo>
                  <a:pt x="3062456" y="1026535"/>
                  <a:pt x="3054225" y="1018304"/>
                  <a:pt x="3043799" y="1018304"/>
                </a:cubicBezTo>
                <a:cubicBezTo>
                  <a:pt x="3033372" y="1018304"/>
                  <a:pt x="3026240" y="1025437"/>
                  <a:pt x="3025142" y="1034766"/>
                </a:cubicBezTo>
                <a:lnTo>
                  <a:pt x="2325512" y="1034766"/>
                </a:lnTo>
                <a:lnTo>
                  <a:pt x="2073647" y="782900"/>
                </a:lnTo>
                <a:cubicBezTo>
                  <a:pt x="2079134" y="775766"/>
                  <a:pt x="2078585" y="764791"/>
                  <a:pt x="2072000" y="758206"/>
                </a:cubicBezTo>
                <a:cubicBezTo>
                  <a:pt x="2068433" y="754640"/>
                  <a:pt x="2063631" y="752856"/>
                  <a:pt x="2058830" y="752856"/>
                </a:cubicBezTo>
                <a:close/>
                <a:moveTo>
                  <a:pt x="9086952" y="747780"/>
                </a:moveTo>
                <a:cubicBezTo>
                  <a:pt x="9076526" y="747780"/>
                  <a:pt x="9068294" y="756011"/>
                  <a:pt x="9068294" y="766437"/>
                </a:cubicBezTo>
                <a:cubicBezTo>
                  <a:pt x="9068294" y="776863"/>
                  <a:pt x="9075428" y="783997"/>
                  <a:pt x="9084757" y="785094"/>
                </a:cubicBezTo>
                <a:lnTo>
                  <a:pt x="9084757" y="966724"/>
                </a:lnTo>
                <a:lnTo>
                  <a:pt x="8528345" y="1523134"/>
                </a:lnTo>
                <a:lnTo>
                  <a:pt x="8527797" y="1523134"/>
                </a:lnTo>
                <a:lnTo>
                  <a:pt x="8527248" y="1523134"/>
                </a:lnTo>
                <a:lnTo>
                  <a:pt x="8527248" y="2683696"/>
                </a:lnTo>
                <a:lnTo>
                  <a:pt x="8318730" y="2892213"/>
                </a:lnTo>
                <a:lnTo>
                  <a:pt x="8318182" y="2892213"/>
                </a:lnTo>
                <a:lnTo>
                  <a:pt x="8318182" y="3225840"/>
                </a:lnTo>
                <a:lnTo>
                  <a:pt x="8323120" y="3225840"/>
                </a:lnTo>
                <a:lnTo>
                  <a:pt x="8323120" y="2894957"/>
                </a:lnTo>
                <a:lnTo>
                  <a:pt x="8531638" y="2686440"/>
                </a:lnTo>
                <a:lnTo>
                  <a:pt x="8532186" y="2686440"/>
                </a:lnTo>
                <a:lnTo>
                  <a:pt x="8532186" y="1525878"/>
                </a:lnTo>
                <a:lnTo>
                  <a:pt x="9088598" y="969467"/>
                </a:lnTo>
                <a:lnTo>
                  <a:pt x="9089146" y="969467"/>
                </a:lnTo>
                <a:lnTo>
                  <a:pt x="9089146" y="785094"/>
                </a:lnTo>
                <a:cubicBezTo>
                  <a:pt x="9098474" y="783997"/>
                  <a:pt x="9105608" y="776315"/>
                  <a:pt x="9105608" y="766437"/>
                </a:cubicBezTo>
                <a:cubicBezTo>
                  <a:pt x="9105608" y="756561"/>
                  <a:pt x="9097377" y="747780"/>
                  <a:pt x="9086952" y="747780"/>
                </a:cubicBezTo>
                <a:close/>
                <a:moveTo>
                  <a:pt x="9961625" y="705117"/>
                </a:moveTo>
                <a:cubicBezTo>
                  <a:pt x="9956824" y="705117"/>
                  <a:pt x="9952023" y="706900"/>
                  <a:pt x="9948456" y="710467"/>
                </a:cubicBezTo>
                <a:cubicBezTo>
                  <a:pt x="9941322" y="717600"/>
                  <a:pt x="9941322" y="727478"/>
                  <a:pt x="9946810" y="735160"/>
                </a:cubicBezTo>
                <a:lnTo>
                  <a:pt x="9173650" y="1508318"/>
                </a:lnTo>
                <a:lnTo>
                  <a:pt x="9173650" y="1507770"/>
                </a:lnTo>
                <a:lnTo>
                  <a:pt x="9173102" y="1507770"/>
                </a:lnTo>
                <a:lnTo>
                  <a:pt x="9173102" y="1703666"/>
                </a:lnTo>
                <a:lnTo>
                  <a:pt x="9293273" y="1823838"/>
                </a:lnTo>
                <a:lnTo>
                  <a:pt x="9293273" y="2141004"/>
                </a:lnTo>
                <a:lnTo>
                  <a:pt x="8559074" y="2875203"/>
                </a:lnTo>
                <a:lnTo>
                  <a:pt x="8558525" y="2875203"/>
                </a:lnTo>
                <a:lnTo>
                  <a:pt x="8558525" y="3232426"/>
                </a:lnTo>
                <a:lnTo>
                  <a:pt x="8563464" y="3232426"/>
                </a:lnTo>
                <a:lnTo>
                  <a:pt x="8563464" y="2877947"/>
                </a:lnTo>
                <a:lnTo>
                  <a:pt x="9297663" y="2143748"/>
                </a:lnTo>
                <a:lnTo>
                  <a:pt x="9298212" y="2143748"/>
                </a:lnTo>
                <a:lnTo>
                  <a:pt x="9298212" y="1822192"/>
                </a:lnTo>
                <a:lnTo>
                  <a:pt x="9178041" y="1702020"/>
                </a:lnTo>
                <a:lnTo>
                  <a:pt x="9178041" y="1510514"/>
                </a:lnTo>
                <a:lnTo>
                  <a:pt x="9950101" y="738452"/>
                </a:lnTo>
                <a:cubicBezTo>
                  <a:pt x="9957236" y="743939"/>
                  <a:pt x="9968210" y="743391"/>
                  <a:pt x="9974795" y="736806"/>
                </a:cubicBezTo>
                <a:cubicBezTo>
                  <a:pt x="9981928" y="729672"/>
                  <a:pt x="9981928" y="717600"/>
                  <a:pt x="9974795" y="710467"/>
                </a:cubicBezTo>
                <a:cubicBezTo>
                  <a:pt x="9971228" y="706900"/>
                  <a:pt x="9966427" y="705117"/>
                  <a:pt x="9961625" y="705117"/>
                </a:cubicBezTo>
                <a:close/>
                <a:moveTo>
                  <a:pt x="6732354" y="645717"/>
                </a:moveTo>
                <a:cubicBezTo>
                  <a:pt x="6721930" y="645717"/>
                  <a:pt x="6713699" y="653948"/>
                  <a:pt x="6713699" y="664374"/>
                </a:cubicBezTo>
                <a:cubicBezTo>
                  <a:pt x="6713699" y="669587"/>
                  <a:pt x="6715482" y="673977"/>
                  <a:pt x="6718432" y="677200"/>
                </a:cubicBezTo>
                <a:lnTo>
                  <a:pt x="6729612" y="682758"/>
                </a:lnTo>
                <a:lnTo>
                  <a:pt x="6729612" y="682482"/>
                </a:lnTo>
                <a:lnTo>
                  <a:pt x="6730160" y="683030"/>
                </a:lnTo>
                <a:lnTo>
                  <a:pt x="6729612" y="682758"/>
                </a:lnTo>
                <a:lnTo>
                  <a:pt x="6729612" y="1223529"/>
                </a:lnTo>
                <a:lnTo>
                  <a:pt x="7265720" y="1759636"/>
                </a:lnTo>
                <a:cubicBezTo>
                  <a:pt x="7260232" y="1766770"/>
                  <a:pt x="7260781" y="1777745"/>
                  <a:pt x="7267366" y="1784330"/>
                </a:cubicBezTo>
                <a:cubicBezTo>
                  <a:pt x="7274500" y="1791463"/>
                  <a:pt x="7286572" y="1791463"/>
                  <a:pt x="7293705" y="1784330"/>
                </a:cubicBezTo>
                <a:cubicBezTo>
                  <a:pt x="7300839" y="1777196"/>
                  <a:pt x="7300839" y="1765124"/>
                  <a:pt x="7293705" y="1757991"/>
                </a:cubicBezTo>
                <a:cubicBezTo>
                  <a:pt x="7287120" y="1751406"/>
                  <a:pt x="7276695" y="1750857"/>
                  <a:pt x="7269012" y="1756344"/>
                </a:cubicBezTo>
                <a:lnTo>
                  <a:pt x="6734550" y="1221882"/>
                </a:lnTo>
                <a:lnTo>
                  <a:pt x="6734550" y="683030"/>
                </a:lnTo>
                <a:cubicBezTo>
                  <a:pt x="6743879" y="681933"/>
                  <a:pt x="6751012" y="674251"/>
                  <a:pt x="6751012" y="664374"/>
                </a:cubicBezTo>
                <a:cubicBezTo>
                  <a:pt x="6751012" y="654496"/>
                  <a:pt x="6742780" y="645717"/>
                  <a:pt x="6732354" y="645717"/>
                </a:cubicBezTo>
                <a:close/>
                <a:moveTo>
                  <a:pt x="10619003" y="642013"/>
                </a:moveTo>
                <a:cubicBezTo>
                  <a:pt x="10614201" y="642013"/>
                  <a:pt x="10609400" y="643797"/>
                  <a:pt x="10605833" y="647363"/>
                </a:cubicBezTo>
                <a:cubicBezTo>
                  <a:pt x="10598700" y="654496"/>
                  <a:pt x="10598700" y="664374"/>
                  <a:pt x="10604187" y="672056"/>
                </a:cubicBezTo>
                <a:lnTo>
                  <a:pt x="9547334" y="1728908"/>
                </a:lnTo>
                <a:lnTo>
                  <a:pt x="9546786" y="1728908"/>
                </a:lnTo>
                <a:lnTo>
                  <a:pt x="9546237" y="1728908"/>
                </a:lnTo>
                <a:lnTo>
                  <a:pt x="9546237" y="1992846"/>
                </a:lnTo>
                <a:lnTo>
                  <a:pt x="8674855" y="2864228"/>
                </a:lnTo>
                <a:lnTo>
                  <a:pt x="8674306" y="2864228"/>
                </a:lnTo>
                <a:lnTo>
                  <a:pt x="8674306" y="3259313"/>
                </a:lnTo>
                <a:lnTo>
                  <a:pt x="8679246" y="3259313"/>
                </a:lnTo>
                <a:lnTo>
                  <a:pt x="8679246" y="2866972"/>
                </a:lnTo>
                <a:lnTo>
                  <a:pt x="9550628" y="1995590"/>
                </a:lnTo>
                <a:lnTo>
                  <a:pt x="9551176" y="1995590"/>
                </a:lnTo>
                <a:lnTo>
                  <a:pt x="9551176" y="1731652"/>
                </a:lnTo>
                <a:lnTo>
                  <a:pt x="10607479" y="675348"/>
                </a:lnTo>
                <a:cubicBezTo>
                  <a:pt x="10614612" y="680836"/>
                  <a:pt x="10625587" y="680287"/>
                  <a:pt x="10632172" y="673703"/>
                </a:cubicBezTo>
                <a:cubicBezTo>
                  <a:pt x="10639306" y="666569"/>
                  <a:pt x="10639306" y="654496"/>
                  <a:pt x="10632172" y="647363"/>
                </a:cubicBezTo>
                <a:cubicBezTo>
                  <a:pt x="10628606" y="643797"/>
                  <a:pt x="10623804" y="642013"/>
                  <a:pt x="10619003" y="642013"/>
                </a:cubicBezTo>
                <a:close/>
                <a:moveTo>
                  <a:pt x="8361532" y="559155"/>
                </a:moveTo>
                <a:cubicBezTo>
                  <a:pt x="8356730" y="559155"/>
                  <a:pt x="8351929" y="560939"/>
                  <a:pt x="8348362" y="564506"/>
                </a:cubicBezTo>
                <a:cubicBezTo>
                  <a:pt x="8341777" y="571090"/>
                  <a:pt x="8341228" y="581516"/>
                  <a:pt x="8346716" y="589198"/>
                </a:cubicBezTo>
                <a:lnTo>
                  <a:pt x="8076192" y="859721"/>
                </a:lnTo>
                <a:lnTo>
                  <a:pt x="8075643" y="859721"/>
                </a:lnTo>
                <a:lnTo>
                  <a:pt x="8075643" y="1055617"/>
                </a:lnTo>
                <a:lnTo>
                  <a:pt x="8195816" y="1175789"/>
                </a:lnTo>
                <a:lnTo>
                  <a:pt x="8195816" y="2295745"/>
                </a:lnTo>
                <a:lnTo>
                  <a:pt x="8195268" y="2295745"/>
                </a:lnTo>
                <a:lnTo>
                  <a:pt x="7973032" y="2517980"/>
                </a:lnTo>
                <a:lnTo>
                  <a:pt x="7972482" y="2517980"/>
                </a:lnTo>
                <a:lnTo>
                  <a:pt x="7972482" y="3202245"/>
                </a:lnTo>
                <a:lnTo>
                  <a:pt x="7977421" y="3202245"/>
                </a:lnTo>
                <a:lnTo>
                  <a:pt x="7977421" y="2520724"/>
                </a:lnTo>
                <a:lnTo>
                  <a:pt x="8199656" y="2298489"/>
                </a:lnTo>
                <a:lnTo>
                  <a:pt x="8200204" y="2298489"/>
                </a:lnTo>
                <a:lnTo>
                  <a:pt x="8200204" y="1174143"/>
                </a:lnTo>
                <a:lnTo>
                  <a:pt x="8080034" y="1053972"/>
                </a:lnTo>
                <a:lnTo>
                  <a:pt x="8080034" y="862465"/>
                </a:lnTo>
                <a:lnTo>
                  <a:pt x="8350008" y="592490"/>
                </a:lnTo>
                <a:cubicBezTo>
                  <a:pt x="8357142" y="597977"/>
                  <a:pt x="8368116" y="597428"/>
                  <a:pt x="8374701" y="590844"/>
                </a:cubicBezTo>
                <a:cubicBezTo>
                  <a:pt x="8381834" y="583711"/>
                  <a:pt x="8381834" y="571638"/>
                  <a:pt x="8374701" y="564506"/>
                </a:cubicBezTo>
                <a:cubicBezTo>
                  <a:pt x="8371134" y="560939"/>
                  <a:pt x="8366333" y="559155"/>
                  <a:pt x="8361532" y="559155"/>
                </a:cubicBezTo>
                <a:close/>
                <a:moveTo>
                  <a:pt x="9196696" y="544202"/>
                </a:moveTo>
                <a:lnTo>
                  <a:pt x="9196148" y="544202"/>
                </a:lnTo>
                <a:lnTo>
                  <a:pt x="9196148" y="544750"/>
                </a:lnTo>
                <a:close/>
                <a:moveTo>
                  <a:pt x="9731159" y="425265"/>
                </a:moveTo>
                <a:cubicBezTo>
                  <a:pt x="9726358" y="425265"/>
                  <a:pt x="9721556" y="427048"/>
                  <a:pt x="9717990" y="430615"/>
                </a:cubicBezTo>
                <a:cubicBezTo>
                  <a:pt x="9710856" y="437749"/>
                  <a:pt x="9710856" y="447626"/>
                  <a:pt x="9716344" y="455308"/>
                </a:cubicBezTo>
                <a:lnTo>
                  <a:pt x="8747837" y="1423815"/>
                </a:lnTo>
                <a:lnTo>
                  <a:pt x="8747288" y="1423815"/>
                </a:lnTo>
                <a:lnTo>
                  <a:pt x="8747288" y="1828228"/>
                </a:lnTo>
                <a:lnTo>
                  <a:pt x="8854291" y="1935230"/>
                </a:lnTo>
                <a:lnTo>
                  <a:pt x="8854291" y="2265017"/>
                </a:lnTo>
                <a:lnTo>
                  <a:pt x="8684733" y="2434574"/>
                </a:lnTo>
                <a:cubicBezTo>
                  <a:pt x="8677599" y="2429086"/>
                  <a:pt x="8666624" y="2429635"/>
                  <a:pt x="8660040" y="2436219"/>
                </a:cubicBezTo>
                <a:cubicBezTo>
                  <a:pt x="8652907" y="2443353"/>
                  <a:pt x="8652907" y="2455425"/>
                  <a:pt x="8660040" y="2462558"/>
                </a:cubicBezTo>
                <a:cubicBezTo>
                  <a:pt x="8667174" y="2469692"/>
                  <a:pt x="8679246" y="2469692"/>
                  <a:pt x="8686379" y="2462558"/>
                </a:cubicBezTo>
                <a:cubicBezTo>
                  <a:pt x="8693513" y="2455425"/>
                  <a:pt x="8693513" y="2445548"/>
                  <a:pt x="8688025" y="2437866"/>
                </a:cubicBezTo>
                <a:lnTo>
                  <a:pt x="8858679" y="2267211"/>
                </a:lnTo>
                <a:lnTo>
                  <a:pt x="8859229" y="2267211"/>
                </a:lnTo>
                <a:lnTo>
                  <a:pt x="8859229" y="1932486"/>
                </a:lnTo>
                <a:lnTo>
                  <a:pt x="8752227" y="1825485"/>
                </a:lnTo>
                <a:lnTo>
                  <a:pt x="8752227" y="1426010"/>
                </a:lnTo>
                <a:lnTo>
                  <a:pt x="9719635" y="458600"/>
                </a:lnTo>
                <a:cubicBezTo>
                  <a:pt x="9726769" y="464088"/>
                  <a:pt x="9737744" y="463539"/>
                  <a:pt x="9744329" y="456954"/>
                </a:cubicBezTo>
                <a:cubicBezTo>
                  <a:pt x="9751462" y="449821"/>
                  <a:pt x="9751462" y="437749"/>
                  <a:pt x="9744329" y="430615"/>
                </a:cubicBezTo>
                <a:cubicBezTo>
                  <a:pt x="9740762" y="427048"/>
                  <a:pt x="9735960" y="425265"/>
                  <a:pt x="9731159" y="425265"/>
                </a:cubicBezTo>
                <a:close/>
                <a:moveTo>
                  <a:pt x="5143236" y="372038"/>
                </a:moveTo>
                <a:cubicBezTo>
                  <a:pt x="5138435" y="372038"/>
                  <a:pt x="5133634" y="373822"/>
                  <a:pt x="5130067" y="377389"/>
                </a:cubicBezTo>
                <a:cubicBezTo>
                  <a:pt x="5122933" y="384522"/>
                  <a:pt x="5122933" y="396594"/>
                  <a:pt x="5130067" y="403728"/>
                </a:cubicBezTo>
                <a:cubicBezTo>
                  <a:pt x="5136652" y="410313"/>
                  <a:pt x="5147077" y="410861"/>
                  <a:pt x="5154760" y="405373"/>
                </a:cubicBezTo>
                <a:lnTo>
                  <a:pt x="5498812" y="749427"/>
                </a:lnTo>
                <a:lnTo>
                  <a:pt x="5498812" y="1292668"/>
                </a:lnTo>
                <a:lnTo>
                  <a:pt x="6492012" y="2285868"/>
                </a:lnTo>
                <a:cubicBezTo>
                  <a:pt x="6486526" y="2293001"/>
                  <a:pt x="6487074" y="2303976"/>
                  <a:pt x="6493658" y="2310561"/>
                </a:cubicBezTo>
                <a:cubicBezTo>
                  <a:pt x="6500243" y="2317146"/>
                  <a:pt x="6512864" y="2317695"/>
                  <a:pt x="6519997" y="2310561"/>
                </a:cubicBezTo>
                <a:cubicBezTo>
                  <a:pt x="6527130" y="2303427"/>
                  <a:pt x="6527130" y="2291356"/>
                  <a:pt x="6519997" y="2284222"/>
                </a:cubicBezTo>
                <a:cubicBezTo>
                  <a:pt x="6512864" y="2277088"/>
                  <a:pt x="6502987" y="2277088"/>
                  <a:pt x="6495304" y="2282575"/>
                </a:cubicBezTo>
                <a:lnTo>
                  <a:pt x="5503751" y="1291022"/>
                </a:lnTo>
                <a:lnTo>
                  <a:pt x="5503751" y="747780"/>
                </a:lnTo>
                <a:lnTo>
                  <a:pt x="5158052" y="402081"/>
                </a:lnTo>
                <a:cubicBezTo>
                  <a:pt x="5163540" y="394948"/>
                  <a:pt x="5162991" y="383974"/>
                  <a:pt x="5156406" y="377389"/>
                </a:cubicBezTo>
                <a:cubicBezTo>
                  <a:pt x="5152839" y="373822"/>
                  <a:pt x="5148038" y="372038"/>
                  <a:pt x="5143236" y="372038"/>
                </a:cubicBezTo>
                <a:close/>
                <a:moveTo>
                  <a:pt x="30180" y="329238"/>
                </a:moveTo>
                <a:cubicBezTo>
                  <a:pt x="25378" y="329238"/>
                  <a:pt x="20578" y="331021"/>
                  <a:pt x="17010" y="334587"/>
                </a:cubicBezTo>
                <a:cubicBezTo>
                  <a:pt x="9876" y="341721"/>
                  <a:pt x="9876" y="353794"/>
                  <a:pt x="17010" y="360926"/>
                </a:cubicBezTo>
                <a:cubicBezTo>
                  <a:pt x="23594" y="367511"/>
                  <a:pt x="34020" y="368060"/>
                  <a:pt x="41702" y="362573"/>
                </a:cubicBezTo>
                <a:lnTo>
                  <a:pt x="560800" y="881671"/>
                </a:lnTo>
                <a:lnTo>
                  <a:pt x="1124344" y="881671"/>
                </a:lnTo>
                <a:lnTo>
                  <a:pt x="1953474" y="1710800"/>
                </a:lnTo>
                <a:lnTo>
                  <a:pt x="2496168" y="1710800"/>
                </a:lnTo>
                <a:lnTo>
                  <a:pt x="3193602" y="2408235"/>
                </a:lnTo>
                <a:lnTo>
                  <a:pt x="3588687" y="2408235"/>
                </a:lnTo>
                <a:lnTo>
                  <a:pt x="4287219" y="3106766"/>
                </a:lnTo>
                <a:lnTo>
                  <a:pt x="5315537" y="3106766"/>
                </a:lnTo>
                <a:lnTo>
                  <a:pt x="5924078" y="3715307"/>
                </a:lnTo>
                <a:lnTo>
                  <a:pt x="6682420" y="3715307"/>
                </a:lnTo>
                <a:lnTo>
                  <a:pt x="6682420" y="3710368"/>
                </a:lnTo>
                <a:lnTo>
                  <a:pt x="5926273" y="3710368"/>
                </a:lnTo>
                <a:lnTo>
                  <a:pt x="5317732" y="3101828"/>
                </a:lnTo>
                <a:lnTo>
                  <a:pt x="4289414" y="3101828"/>
                </a:lnTo>
                <a:lnTo>
                  <a:pt x="3590882" y="2403296"/>
                </a:lnTo>
                <a:lnTo>
                  <a:pt x="3195797" y="2403296"/>
                </a:lnTo>
                <a:lnTo>
                  <a:pt x="2498362" y="1705861"/>
                </a:lnTo>
                <a:lnTo>
                  <a:pt x="1955669" y="1705861"/>
                </a:lnTo>
                <a:lnTo>
                  <a:pt x="1126540" y="876732"/>
                </a:lnTo>
                <a:lnTo>
                  <a:pt x="562996" y="876732"/>
                </a:lnTo>
                <a:lnTo>
                  <a:pt x="44994" y="359280"/>
                </a:lnTo>
                <a:cubicBezTo>
                  <a:pt x="50482" y="352147"/>
                  <a:pt x="49934" y="341172"/>
                  <a:pt x="43348" y="334587"/>
                </a:cubicBezTo>
                <a:cubicBezTo>
                  <a:pt x="39782" y="331021"/>
                  <a:pt x="34982" y="329238"/>
                  <a:pt x="30180" y="329238"/>
                </a:cubicBezTo>
                <a:close/>
                <a:moveTo>
                  <a:pt x="8003760" y="292473"/>
                </a:moveTo>
                <a:cubicBezTo>
                  <a:pt x="7998959" y="292473"/>
                  <a:pt x="7994157" y="294256"/>
                  <a:pt x="7990591" y="297823"/>
                </a:cubicBezTo>
                <a:cubicBezTo>
                  <a:pt x="7984007" y="304407"/>
                  <a:pt x="7983457" y="314833"/>
                  <a:pt x="7988944" y="322515"/>
                </a:cubicBezTo>
                <a:lnTo>
                  <a:pt x="7868774" y="442687"/>
                </a:lnTo>
                <a:lnTo>
                  <a:pt x="7868774" y="1451251"/>
                </a:lnTo>
                <a:lnTo>
                  <a:pt x="7746406" y="1573618"/>
                </a:lnTo>
                <a:lnTo>
                  <a:pt x="7746406" y="3202794"/>
                </a:lnTo>
                <a:lnTo>
                  <a:pt x="7751346" y="3202794"/>
                </a:lnTo>
                <a:lnTo>
                  <a:pt x="7751346" y="1575812"/>
                </a:lnTo>
                <a:lnTo>
                  <a:pt x="7873712" y="1453446"/>
                </a:lnTo>
                <a:lnTo>
                  <a:pt x="7873712" y="444334"/>
                </a:lnTo>
                <a:lnTo>
                  <a:pt x="7992238" y="325808"/>
                </a:lnTo>
                <a:cubicBezTo>
                  <a:pt x="7999370" y="331296"/>
                  <a:pt x="8010345" y="330746"/>
                  <a:pt x="8016930" y="324162"/>
                </a:cubicBezTo>
                <a:cubicBezTo>
                  <a:pt x="8024064" y="317028"/>
                  <a:pt x="8024064" y="304957"/>
                  <a:pt x="8016930" y="297823"/>
                </a:cubicBezTo>
                <a:cubicBezTo>
                  <a:pt x="8013363" y="294256"/>
                  <a:pt x="8008561" y="292473"/>
                  <a:pt x="8003760" y="292473"/>
                </a:cubicBezTo>
                <a:close/>
                <a:moveTo>
                  <a:pt x="11430573" y="181629"/>
                </a:moveTo>
                <a:cubicBezTo>
                  <a:pt x="11425772" y="181629"/>
                  <a:pt x="11420971" y="183413"/>
                  <a:pt x="11417404" y="186979"/>
                </a:cubicBezTo>
                <a:cubicBezTo>
                  <a:pt x="11410819" y="193564"/>
                  <a:pt x="11410269" y="203990"/>
                  <a:pt x="11415757" y="211673"/>
                </a:cubicBezTo>
                <a:lnTo>
                  <a:pt x="11160598" y="466832"/>
                </a:lnTo>
                <a:lnTo>
                  <a:pt x="11160049" y="466832"/>
                </a:lnTo>
                <a:lnTo>
                  <a:pt x="11160049" y="614439"/>
                </a:lnTo>
                <a:cubicBezTo>
                  <a:pt x="11150721" y="615537"/>
                  <a:pt x="11143588" y="623219"/>
                  <a:pt x="11143588" y="633096"/>
                </a:cubicBezTo>
                <a:cubicBezTo>
                  <a:pt x="11143588" y="642973"/>
                  <a:pt x="11151818" y="651753"/>
                  <a:pt x="11162244" y="651753"/>
                </a:cubicBezTo>
                <a:lnTo>
                  <a:pt x="11162793" y="651205"/>
                </a:lnTo>
                <a:cubicBezTo>
                  <a:pt x="11173219" y="651205"/>
                  <a:pt x="11181450" y="642973"/>
                  <a:pt x="11181450" y="632548"/>
                </a:cubicBezTo>
                <a:cubicBezTo>
                  <a:pt x="11181450" y="622122"/>
                  <a:pt x="11174316" y="614988"/>
                  <a:pt x="11164988" y="613891"/>
                </a:cubicBezTo>
                <a:lnTo>
                  <a:pt x="11164988" y="469026"/>
                </a:lnTo>
                <a:lnTo>
                  <a:pt x="11419049" y="214965"/>
                </a:lnTo>
                <a:cubicBezTo>
                  <a:pt x="11426183" y="220452"/>
                  <a:pt x="11437158" y="219903"/>
                  <a:pt x="11443743" y="213318"/>
                </a:cubicBezTo>
                <a:cubicBezTo>
                  <a:pt x="11450876" y="206185"/>
                  <a:pt x="11450876" y="194113"/>
                  <a:pt x="11443743" y="186979"/>
                </a:cubicBezTo>
                <a:cubicBezTo>
                  <a:pt x="11440176" y="183413"/>
                  <a:pt x="11435374" y="181629"/>
                  <a:pt x="11430573" y="181629"/>
                </a:cubicBezTo>
                <a:close/>
                <a:moveTo>
                  <a:pt x="9575320" y="150352"/>
                </a:moveTo>
                <a:cubicBezTo>
                  <a:pt x="9570519" y="150352"/>
                  <a:pt x="9565717" y="152135"/>
                  <a:pt x="9562151" y="155702"/>
                </a:cubicBezTo>
                <a:cubicBezTo>
                  <a:pt x="9555565" y="162287"/>
                  <a:pt x="9555016" y="172712"/>
                  <a:pt x="9560504" y="180394"/>
                </a:cubicBezTo>
                <a:lnTo>
                  <a:pt x="9196696" y="544202"/>
                </a:lnTo>
                <a:lnTo>
                  <a:pt x="9196698" y="544202"/>
                </a:lnTo>
                <a:lnTo>
                  <a:pt x="9196148" y="544750"/>
                </a:lnTo>
                <a:lnTo>
                  <a:pt x="9196148" y="788935"/>
                </a:lnTo>
                <a:cubicBezTo>
                  <a:pt x="9186820" y="790033"/>
                  <a:pt x="9179687" y="797715"/>
                  <a:pt x="9179687" y="807592"/>
                </a:cubicBezTo>
                <a:cubicBezTo>
                  <a:pt x="9179687" y="817469"/>
                  <a:pt x="9187917" y="826249"/>
                  <a:pt x="9198343" y="826249"/>
                </a:cubicBezTo>
                <a:cubicBezTo>
                  <a:pt x="9208769" y="826249"/>
                  <a:pt x="9217000" y="818018"/>
                  <a:pt x="9217000" y="807592"/>
                </a:cubicBezTo>
                <a:cubicBezTo>
                  <a:pt x="9217000" y="797166"/>
                  <a:pt x="9209867" y="790033"/>
                  <a:pt x="9200538" y="788935"/>
                </a:cubicBezTo>
                <a:lnTo>
                  <a:pt x="9200538" y="546946"/>
                </a:lnTo>
                <a:lnTo>
                  <a:pt x="9563797" y="183687"/>
                </a:lnTo>
                <a:cubicBezTo>
                  <a:pt x="9570930" y="189175"/>
                  <a:pt x="9581905" y="188626"/>
                  <a:pt x="9588489" y="182041"/>
                </a:cubicBezTo>
                <a:cubicBezTo>
                  <a:pt x="9595623" y="174908"/>
                  <a:pt x="9595623" y="162836"/>
                  <a:pt x="9588489" y="155702"/>
                </a:cubicBezTo>
                <a:cubicBezTo>
                  <a:pt x="9584922" y="152135"/>
                  <a:pt x="9580121" y="150352"/>
                  <a:pt x="9575320" y="150352"/>
                </a:cubicBezTo>
                <a:close/>
                <a:moveTo>
                  <a:pt x="1234090" y="127716"/>
                </a:moveTo>
                <a:cubicBezTo>
                  <a:pt x="1223665" y="127716"/>
                  <a:pt x="1215434" y="135948"/>
                  <a:pt x="1215434" y="146373"/>
                </a:cubicBezTo>
                <a:cubicBezTo>
                  <a:pt x="1215434" y="156799"/>
                  <a:pt x="1222567" y="163933"/>
                  <a:pt x="1231896" y="165030"/>
                </a:cubicBezTo>
                <a:lnTo>
                  <a:pt x="1230798" y="165030"/>
                </a:lnTo>
                <a:lnTo>
                  <a:pt x="1230798" y="477257"/>
                </a:lnTo>
                <a:lnTo>
                  <a:pt x="1971034" y="1217492"/>
                </a:lnTo>
                <a:lnTo>
                  <a:pt x="3161228" y="1217492"/>
                </a:lnTo>
                <a:lnTo>
                  <a:pt x="3676483" y="1732749"/>
                </a:lnTo>
                <a:cubicBezTo>
                  <a:pt x="3670996" y="1739882"/>
                  <a:pt x="3671545" y="1750857"/>
                  <a:pt x="3678130" y="1757442"/>
                </a:cubicBezTo>
                <a:cubicBezTo>
                  <a:pt x="3685264" y="1764576"/>
                  <a:pt x="3697335" y="1764576"/>
                  <a:pt x="3704469" y="1757442"/>
                </a:cubicBezTo>
                <a:cubicBezTo>
                  <a:pt x="3711602" y="1750309"/>
                  <a:pt x="3711602" y="1738237"/>
                  <a:pt x="3704469" y="1731103"/>
                </a:cubicBezTo>
                <a:cubicBezTo>
                  <a:pt x="3697884" y="1724518"/>
                  <a:pt x="3687458" y="1723970"/>
                  <a:pt x="3679776" y="1729456"/>
                </a:cubicBezTo>
                <a:lnTo>
                  <a:pt x="3163422" y="1213103"/>
                </a:lnTo>
                <a:lnTo>
                  <a:pt x="1973229" y="1213103"/>
                </a:lnTo>
                <a:lnTo>
                  <a:pt x="1236286" y="475611"/>
                </a:lnTo>
                <a:lnTo>
                  <a:pt x="1236286" y="165030"/>
                </a:lnTo>
                <a:cubicBezTo>
                  <a:pt x="1245614" y="163933"/>
                  <a:pt x="1252747" y="156251"/>
                  <a:pt x="1252747" y="146373"/>
                </a:cubicBezTo>
                <a:cubicBezTo>
                  <a:pt x="1252747" y="136497"/>
                  <a:pt x="1244516" y="127716"/>
                  <a:pt x="1234090" y="127716"/>
                </a:cubicBezTo>
                <a:close/>
                <a:moveTo>
                  <a:pt x="12673444" y="85053"/>
                </a:moveTo>
                <a:cubicBezTo>
                  <a:pt x="12668643" y="85053"/>
                  <a:pt x="12663841" y="86837"/>
                  <a:pt x="12660274" y="90404"/>
                </a:cubicBezTo>
                <a:cubicBezTo>
                  <a:pt x="12653689" y="96988"/>
                  <a:pt x="12653141" y="107414"/>
                  <a:pt x="12658628" y="115096"/>
                </a:cubicBezTo>
                <a:lnTo>
                  <a:pt x="11994118" y="779607"/>
                </a:lnTo>
                <a:lnTo>
                  <a:pt x="10936717" y="779607"/>
                </a:lnTo>
                <a:lnTo>
                  <a:pt x="10717774" y="998550"/>
                </a:lnTo>
                <a:lnTo>
                  <a:pt x="10717226" y="998550"/>
                </a:lnTo>
                <a:lnTo>
                  <a:pt x="10717226" y="1374429"/>
                </a:lnTo>
                <a:lnTo>
                  <a:pt x="9451307" y="2640347"/>
                </a:lnTo>
                <a:lnTo>
                  <a:pt x="9450759" y="2640347"/>
                </a:lnTo>
                <a:lnTo>
                  <a:pt x="9450759" y="2640896"/>
                </a:lnTo>
                <a:lnTo>
                  <a:pt x="9450759" y="2952025"/>
                </a:lnTo>
                <a:lnTo>
                  <a:pt x="9278458" y="3124325"/>
                </a:lnTo>
                <a:cubicBezTo>
                  <a:pt x="9271324" y="3118839"/>
                  <a:pt x="9260349" y="3119387"/>
                  <a:pt x="9253764" y="3125971"/>
                </a:cubicBezTo>
                <a:cubicBezTo>
                  <a:pt x="9246632" y="3133106"/>
                  <a:pt x="9246632" y="3145178"/>
                  <a:pt x="9253764" y="3152311"/>
                </a:cubicBezTo>
                <a:cubicBezTo>
                  <a:pt x="9260898" y="3159445"/>
                  <a:pt x="9272970" y="3159445"/>
                  <a:pt x="9280104" y="3152311"/>
                </a:cubicBezTo>
                <a:cubicBezTo>
                  <a:pt x="9286688" y="3145726"/>
                  <a:pt x="9287238" y="3135300"/>
                  <a:pt x="9281750" y="3127618"/>
                </a:cubicBezTo>
                <a:lnTo>
                  <a:pt x="9455148" y="2954220"/>
                </a:lnTo>
                <a:lnTo>
                  <a:pt x="9455697" y="2954220"/>
                </a:lnTo>
                <a:lnTo>
                  <a:pt x="9455697" y="2642542"/>
                </a:lnTo>
                <a:lnTo>
                  <a:pt x="10721614" y="1376624"/>
                </a:lnTo>
                <a:lnTo>
                  <a:pt x="10722164" y="1376624"/>
                </a:lnTo>
                <a:lnTo>
                  <a:pt x="10722164" y="1000745"/>
                </a:lnTo>
                <a:lnTo>
                  <a:pt x="10938912" y="783997"/>
                </a:lnTo>
                <a:lnTo>
                  <a:pt x="11996312" y="783997"/>
                </a:lnTo>
                <a:lnTo>
                  <a:pt x="12661921" y="118388"/>
                </a:lnTo>
                <a:cubicBezTo>
                  <a:pt x="12669055" y="123875"/>
                  <a:pt x="12680029" y="123327"/>
                  <a:pt x="12686613" y="116743"/>
                </a:cubicBezTo>
                <a:cubicBezTo>
                  <a:pt x="12693747" y="109609"/>
                  <a:pt x="12693747" y="97536"/>
                  <a:pt x="12686613" y="90404"/>
                </a:cubicBezTo>
                <a:cubicBezTo>
                  <a:pt x="12683047" y="86837"/>
                  <a:pt x="12678245" y="85053"/>
                  <a:pt x="12673444" y="85053"/>
                </a:cubicBezTo>
                <a:close/>
                <a:moveTo>
                  <a:pt x="5508690" y="82858"/>
                </a:moveTo>
                <a:cubicBezTo>
                  <a:pt x="5503888" y="82858"/>
                  <a:pt x="5499087" y="84642"/>
                  <a:pt x="5495520" y="88208"/>
                </a:cubicBezTo>
                <a:cubicBezTo>
                  <a:pt x="5488386" y="95342"/>
                  <a:pt x="5488386" y="107414"/>
                  <a:pt x="5495520" y="114547"/>
                </a:cubicBezTo>
                <a:cubicBezTo>
                  <a:pt x="5502105" y="121132"/>
                  <a:pt x="5512532" y="121681"/>
                  <a:pt x="5520212" y="116193"/>
                </a:cubicBezTo>
                <a:lnTo>
                  <a:pt x="6066748" y="662728"/>
                </a:lnTo>
                <a:lnTo>
                  <a:pt x="6066748" y="1160425"/>
                </a:lnTo>
                <a:lnTo>
                  <a:pt x="6354830" y="1448508"/>
                </a:lnTo>
                <a:cubicBezTo>
                  <a:pt x="6349342" y="1455641"/>
                  <a:pt x="6349891" y="1466615"/>
                  <a:pt x="6356476" y="1473200"/>
                </a:cubicBezTo>
                <a:cubicBezTo>
                  <a:pt x="6363610" y="1480334"/>
                  <a:pt x="6375682" y="1480334"/>
                  <a:pt x="6382815" y="1473200"/>
                </a:cubicBezTo>
                <a:cubicBezTo>
                  <a:pt x="6389948" y="1466067"/>
                  <a:pt x="6389948" y="1453995"/>
                  <a:pt x="6382815" y="1446861"/>
                </a:cubicBezTo>
                <a:cubicBezTo>
                  <a:pt x="6376230" y="1440276"/>
                  <a:pt x="6365804" y="1439727"/>
                  <a:pt x="6358122" y="1445215"/>
                </a:cubicBezTo>
                <a:lnTo>
                  <a:pt x="6071686" y="1158779"/>
                </a:lnTo>
                <a:lnTo>
                  <a:pt x="6071686" y="661081"/>
                </a:lnTo>
                <a:lnTo>
                  <a:pt x="5523506" y="112902"/>
                </a:lnTo>
                <a:cubicBezTo>
                  <a:pt x="5528993" y="105768"/>
                  <a:pt x="5528444" y="94793"/>
                  <a:pt x="5521859" y="88208"/>
                </a:cubicBezTo>
                <a:cubicBezTo>
                  <a:pt x="5518293" y="84642"/>
                  <a:pt x="5513491" y="82858"/>
                  <a:pt x="5508690" y="82858"/>
                </a:cubicBezTo>
                <a:close/>
                <a:moveTo>
                  <a:pt x="13440567" y="68454"/>
                </a:moveTo>
                <a:cubicBezTo>
                  <a:pt x="13430142" y="68454"/>
                  <a:pt x="13421911" y="76685"/>
                  <a:pt x="13421911" y="87111"/>
                </a:cubicBezTo>
                <a:cubicBezTo>
                  <a:pt x="13421911" y="97536"/>
                  <a:pt x="13429044" y="104670"/>
                  <a:pt x="13438372" y="105768"/>
                </a:cubicBezTo>
                <a:lnTo>
                  <a:pt x="13438372" y="253924"/>
                </a:lnTo>
                <a:lnTo>
                  <a:pt x="13058652" y="633645"/>
                </a:lnTo>
                <a:lnTo>
                  <a:pt x="13058103" y="634194"/>
                </a:lnTo>
                <a:lnTo>
                  <a:pt x="12642716" y="634194"/>
                </a:lnTo>
                <a:lnTo>
                  <a:pt x="11792185" y="1484723"/>
                </a:lnTo>
                <a:lnTo>
                  <a:pt x="10808863" y="1484723"/>
                </a:lnTo>
                <a:lnTo>
                  <a:pt x="9714149" y="2579438"/>
                </a:lnTo>
                <a:lnTo>
                  <a:pt x="9713600" y="2579438"/>
                </a:lnTo>
                <a:lnTo>
                  <a:pt x="9713600" y="3027200"/>
                </a:lnTo>
                <a:lnTo>
                  <a:pt x="9267483" y="3473318"/>
                </a:lnTo>
                <a:lnTo>
                  <a:pt x="9040309" y="3473318"/>
                </a:lnTo>
                <a:lnTo>
                  <a:pt x="9040309" y="3478256"/>
                </a:lnTo>
                <a:lnTo>
                  <a:pt x="9269678" y="3478256"/>
                </a:lnTo>
                <a:lnTo>
                  <a:pt x="9717990" y="3029944"/>
                </a:lnTo>
                <a:lnTo>
                  <a:pt x="9718538" y="3029944"/>
                </a:lnTo>
                <a:lnTo>
                  <a:pt x="9718538" y="2582182"/>
                </a:lnTo>
                <a:lnTo>
                  <a:pt x="10811057" y="1489663"/>
                </a:lnTo>
                <a:lnTo>
                  <a:pt x="11794379" y="1489663"/>
                </a:lnTo>
                <a:lnTo>
                  <a:pt x="12644910" y="639132"/>
                </a:lnTo>
                <a:lnTo>
                  <a:pt x="13060298" y="639132"/>
                </a:lnTo>
                <a:lnTo>
                  <a:pt x="13442213" y="257217"/>
                </a:lnTo>
                <a:lnTo>
                  <a:pt x="13442762" y="257217"/>
                </a:lnTo>
                <a:lnTo>
                  <a:pt x="13442762" y="105768"/>
                </a:lnTo>
                <a:cubicBezTo>
                  <a:pt x="13452091" y="104670"/>
                  <a:pt x="13459225" y="96988"/>
                  <a:pt x="13459225" y="87111"/>
                </a:cubicBezTo>
                <a:cubicBezTo>
                  <a:pt x="13459225" y="77234"/>
                  <a:pt x="13450994" y="68454"/>
                  <a:pt x="13440567" y="68454"/>
                </a:cubicBezTo>
                <a:close/>
                <a:moveTo>
                  <a:pt x="3523593" y="66054"/>
                </a:moveTo>
                <a:cubicBezTo>
                  <a:pt x="3518724" y="65985"/>
                  <a:pt x="3513785" y="67631"/>
                  <a:pt x="3510218" y="71197"/>
                </a:cubicBezTo>
                <a:cubicBezTo>
                  <a:pt x="3503085" y="78331"/>
                  <a:pt x="3503085" y="90404"/>
                  <a:pt x="3510218" y="97536"/>
                </a:cubicBezTo>
                <a:cubicBezTo>
                  <a:pt x="3517352" y="104670"/>
                  <a:pt x="3527230" y="104670"/>
                  <a:pt x="3534912" y="99183"/>
                </a:cubicBezTo>
                <a:lnTo>
                  <a:pt x="3534363" y="99732"/>
                </a:lnTo>
                <a:lnTo>
                  <a:pt x="4713032" y="1278401"/>
                </a:lnTo>
                <a:lnTo>
                  <a:pt x="5114702" y="1278401"/>
                </a:lnTo>
                <a:lnTo>
                  <a:pt x="6142472" y="2306171"/>
                </a:lnTo>
                <a:lnTo>
                  <a:pt x="6142472" y="2360495"/>
                </a:lnTo>
                <a:lnTo>
                  <a:pt x="6719186" y="2937209"/>
                </a:lnTo>
                <a:lnTo>
                  <a:pt x="6719186" y="3015129"/>
                </a:lnTo>
                <a:cubicBezTo>
                  <a:pt x="6709858" y="3016226"/>
                  <a:pt x="6702724" y="3023908"/>
                  <a:pt x="6702724" y="3033785"/>
                </a:cubicBezTo>
                <a:cubicBezTo>
                  <a:pt x="6702724" y="3043663"/>
                  <a:pt x="6710955" y="3052442"/>
                  <a:pt x="6721381" y="3052442"/>
                </a:cubicBezTo>
                <a:cubicBezTo>
                  <a:pt x="6731806" y="3052442"/>
                  <a:pt x="6740038" y="3044212"/>
                  <a:pt x="6740038" y="3033785"/>
                </a:cubicBezTo>
                <a:cubicBezTo>
                  <a:pt x="6740038" y="3023359"/>
                  <a:pt x="6732904" y="3016226"/>
                  <a:pt x="6723576" y="3015129"/>
                </a:cubicBezTo>
                <a:lnTo>
                  <a:pt x="6723576" y="2935563"/>
                </a:lnTo>
                <a:lnTo>
                  <a:pt x="6146862" y="2358849"/>
                </a:lnTo>
                <a:lnTo>
                  <a:pt x="6146862" y="2304525"/>
                </a:lnTo>
                <a:lnTo>
                  <a:pt x="5116348" y="1274011"/>
                </a:lnTo>
                <a:lnTo>
                  <a:pt x="4714678" y="1274011"/>
                </a:lnTo>
                <a:lnTo>
                  <a:pt x="3538204" y="95891"/>
                </a:lnTo>
                <a:cubicBezTo>
                  <a:pt x="3543691" y="88757"/>
                  <a:pt x="3543142" y="77782"/>
                  <a:pt x="3536557" y="71197"/>
                </a:cubicBezTo>
                <a:cubicBezTo>
                  <a:pt x="3533264" y="67905"/>
                  <a:pt x="3528463" y="66122"/>
                  <a:pt x="3523593" y="66054"/>
                </a:cubicBezTo>
                <a:close/>
                <a:moveTo>
                  <a:pt x="12317867" y="62556"/>
                </a:moveTo>
                <a:cubicBezTo>
                  <a:pt x="12313066" y="62556"/>
                  <a:pt x="12308264" y="64339"/>
                  <a:pt x="12304698" y="67906"/>
                </a:cubicBezTo>
                <a:cubicBezTo>
                  <a:pt x="12298114" y="74490"/>
                  <a:pt x="12297564" y="84916"/>
                  <a:pt x="12303051" y="92598"/>
                </a:cubicBezTo>
                <a:lnTo>
                  <a:pt x="12047893" y="347757"/>
                </a:lnTo>
                <a:lnTo>
                  <a:pt x="12047344" y="347757"/>
                </a:lnTo>
                <a:lnTo>
                  <a:pt x="12047344" y="464636"/>
                </a:lnTo>
                <a:lnTo>
                  <a:pt x="11840474" y="671507"/>
                </a:lnTo>
                <a:lnTo>
                  <a:pt x="11451424" y="671507"/>
                </a:lnTo>
                <a:cubicBezTo>
                  <a:pt x="11450327" y="662179"/>
                  <a:pt x="11442645" y="655046"/>
                  <a:pt x="11432768" y="655046"/>
                </a:cubicBezTo>
                <a:cubicBezTo>
                  <a:pt x="11422890" y="655046"/>
                  <a:pt x="11414110" y="663276"/>
                  <a:pt x="11414110" y="673703"/>
                </a:cubicBezTo>
                <a:cubicBezTo>
                  <a:pt x="11414110" y="684128"/>
                  <a:pt x="11422341" y="692359"/>
                  <a:pt x="11432768" y="692359"/>
                </a:cubicBezTo>
                <a:cubicBezTo>
                  <a:pt x="11443193" y="692359"/>
                  <a:pt x="11450327" y="685226"/>
                  <a:pt x="11451424" y="675897"/>
                </a:cubicBezTo>
                <a:lnTo>
                  <a:pt x="11843217" y="675897"/>
                </a:lnTo>
                <a:lnTo>
                  <a:pt x="12051735" y="466832"/>
                </a:lnTo>
                <a:lnTo>
                  <a:pt x="12052282" y="466832"/>
                </a:lnTo>
                <a:lnTo>
                  <a:pt x="12052282" y="349952"/>
                </a:lnTo>
                <a:lnTo>
                  <a:pt x="12306344" y="95891"/>
                </a:lnTo>
                <a:cubicBezTo>
                  <a:pt x="12313478" y="101377"/>
                  <a:pt x="12324453" y="100829"/>
                  <a:pt x="12331037" y="94245"/>
                </a:cubicBezTo>
                <a:cubicBezTo>
                  <a:pt x="12338171" y="87111"/>
                  <a:pt x="12338171" y="75038"/>
                  <a:pt x="12331037" y="67906"/>
                </a:cubicBezTo>
                <a:cubicBezTo>
                  <a:pt x="12327470" y="64339"/>
                  <a:pt x="12322669" y="62556"/>
                  <a:pt x="12317867" y="62556"/>
                </a:cubicBezTo>
                <a:close/>
                <a:moveTo>
                  <a:pt x="2080437" y="62212"/>
                </a:moveTo>
                <a:cubicBezTo>
                  <a:pt x="2075567" y="62144"/>
                  <a:pt x="2070628" y="63790"/>
                  <a:pt x="2067062" y="67356"/>
                </a:cubicBezTo>
                <a:cubicBezTo>
                  <a:pt x="2059928" y="74490"/>
                  <a:pt x="2059928" y="86563"/>
                  <a:pt x="2067062" y="93695"/>
                </a:cubicBezTo>
                <a:cubicBezTo>
                  <a:pt x="2070355" y="96988"/>
                  <a:pt x="2074607" y="98771"/>
                  <a:pt x="2078997" y="99045"/>
                </a:cubicBezTo>
                <a:lnTo>
                  <a:pt x="2091754" y="95342"/>
                </a:lnTo>
                <a:lnTo>
                  <a:pt x="2091205" y="94793"/>
                </a:lnTo>
                <a:lnTo>
                  <a:pt x="2091754" y="95342"/>
                </a:lnTo>
                <a:lnTo>
                  <a:pt x="2091754" y="95342"/>
                </a:lnTo>
                <a:lnTo>
                  <a:pt x="2475316" y="478903"/>
                </a:lnTo>
                <a:lnTo>
                  <a:pt x="2979049" y="478903"/>
                </a:lnTo>
                <a:lnTo>
                  <a:pt x="3953592" y="1453446"/>
                </a:lnTo>
                <a:lnTo>
                  <a:pt x="4179668" y="1453446"/>
                </a:lnTo>
                <a:lnTo>
                  <a:pt x="4465556" y="1739334"/>
                </a:lnTo>
                <a:lnTo>
                  <a:pt x="4727848" y="1739334"/>
                </a:lnTo>
                <a:cubicBezTo>
                  <a:pt x="4728946" y="1748662"/>
                  <a:pt x="4736628" y="1755795"/>
                  <a:pt x="4746505" y="1755795"/>
                </a:cubicBezTo>
                <a:cubicBezTo>
                  <a:pt x="4756382" y="1755795"/>
                  <a:pt x="4765162" y="1747565"/>
                  <a:pt x="4765162" y="1737139"/>
                </a:cubicBezTo>
                <a:cubicBezTo>
                  <a:pt x="4765162" y="1726714"/>
                  <a:pt x="4756932" y="1718482"/>
                  <a:pt x="4746505" y="1718482"/>
                </a:cubicBezTo>
                <a:cubicBezTo>
                  <a:pt x="4736079" y="1718482"/>
                  <a:pt x="4728946" y="1725615"/>
                  <a:pt x="4727848" y="1734944"/>
                </a:cubicBezTo>
                <a:lnTo>
                  <a:pt x="4467751" y="1734944"/>
                </a:lnTo>
                <a:lnTo>
                  <a:pt x="4181863" y="1449057"/>
                </a:lnTo>
                <a:lnTo>
                  <a:pt x="3955787" y="1449057"/>
                </a:lnTo>
                <a:lnTo>
                  <a:pt x="2981244" y="474514"/>
                </a:lnTo>
                <a:lnTo>
                  <a:pt x="2477511" y="474514"/>
                </a:lnTo>
                <a:lnTo>
                  <a:pt x="2095046" y="92049"/>
                </a:lnTo>
                <a:cubicBezTo>
                  <a:pt x="2100534" y="84916"/>
                  <a:pt x="2099985" y="73941"/>
                  <a:pt x="2093401" y="67356"/>
                </a:cubicBezTo>
                <a:cubicBezTo>
                  <a:pt x="2090108" y="64064"/>
                  <a:pt x="2085307" y="62281"/>
                  <a:pt x="2080437" y="62212"/>
                </a:cubicBezTo>
                <a:close/>
                <a:moveTo>
                  <a:pt x="3829579" y="60360"/>
                </a:moveTo>
                <a:cubicBezTo>
                  <a:pt x="3824777" y="60360"/>
                  <a:pt x="3819976" y="62144"/>
                  <a:pt x="3816410" y="65710"/>
                </a:cubicBezTo>
                <a:cubicBezTo>
                  <a:pt x="3809276" y="72844"/>
                  <a:pt x="3809276" y="84916"/>
                  <a:pt x="3816410" y="92049"/>
                </a:cubicBezTo>
                <a:cubicBezTo>
                  <a:pt x="3823542" y="99183"/>
                  <a:pt x="3833420" y="99183"/>
                  <a:pt x="3841102" y="93695"/>
                </a:cubicBezTo>
                <a:lnTo>
                  <a:pt x="4375564" y="628158"/>
                </a:lnTo>
                <a:cubicBezTo>
                  <a:pt x="4370077" y="635291"/>
                  <a:pt x="4370626" y="646265"/>
                  <a:pt x="4377210" y="652850"/>
                </a:cubicBezTo>
                <a:cubicBezTo>
                  <a:pt x="4384344" y="659984"/>
                  <a:pt x="4396416" y="659984"/>
                  <a:pt x="4403550" y="652850"/>
                </a:cubicBezTo>
                <a:cubicBezTo>
                  <a:pt x="4410684" y="645717"/>
                  <a:pt x="4410684" y="633645"/>
                  <a:pt x="4403550" y="626511"/>
                </a:cubicBezTo>
                <a:cubicBezTo>
                  <a:pt x="4396416" y="619378"/>
                  <a:pt x="4386538" y="619378"/>
                  <a:pt x="4378856" y="624866"/>
                </a:cubicBezTo>
                <a:lnTo>
                  <a:pt x="3844394" y="90404"/>
                </a:lnTo>
                <a:cubicBezTo>
                  <a:pt x="3849882" y="83270"/>
                  <a:pt x="3849333" y="72295"/>
                  <a:pt x="3842748" y="65710"/>
                </a:cubicBezTo>
                <a:cubicBezTo>
                  <a:pt x="3839182" y="62144"/>
                  <a:pt x="3834380" y="60360"/>
                  <a:pt x="3829579" y="60360"/>
                </a:cubicBezTo>
                <a:close/>
                <a:moveTo>
                  <a:pt x="6405312" y="58715"/>
                </a:moveTo>
                <a:cubicBezTo>
                  <a:pt x="6400511" y="58714"/>
                  <a:pt x="6395710" y="60498"/>
                  <a:pt x="6392143" y="64065"/>
                </a:cubicBezTo>
                <a:cubicBezTo>
                  <a:pt x="6385010" y="71197"/>
                  <a:pt x="6385010" y="83270"/>
                  <a:pt x="6392143" y="90404"/>
                </a:cubicBezTo>
                <a:cubicBezTo>
                  <a:pt x="6398728" y="96988"/>
                  <a:pt x="6409154" y="97536"/>
                  <a:pt x="6416836" y="92049"/>
                </a:cubicBezTo>
                <a:lnTo>
                  <a:pt x="6647852" y="323064"/>
                </a:lnTo>
                <a:lnTo>
                  <a:pt x="6647852" y="1283889"/>
                </a:lnTo>
                <a:lnTo>
                  <a:pt x="7273951" y="1909988"/>
                </a:lnTo>
                <a:lnTo>
                  <a:pt x="7273951" y="3239559"/>
                </a:lnTo>
                <a:lnTo>
                  <a:pt x="7278890" y="3239559"/>
                </a:lnTo>
                <a:lnTo>
                  <a:pt x="7278890" y="1907794"/>
                </a:lnTo>
                <a:lnTo>
                  <a:pt x="6652789" y="1281694"/>
                </a:lnTo>
                <a:lnTo>
                  <a:pt x="6652789" y="321418"/>
                </a:lnTo>
                <a:lnTo>
                  <a:pt x="6420129" y="88757"/>
                </a:lnTo>
                <a:cubicBezTo>
                  <a:pt x="6425616" y="81623"/>
                  <a:pt x="6425067" y="70649"/>
                  <a:pt x="6418482" y="64065"/>
                </a:cubicBezTo>
                <a:cubicBezTo>
                  <a:pt x="6414915" y="60498"/>
                  <a:pt x="6410114" y="58714"/>
                  <a:pt x="6405312" y="58715"/>
                </a:cubicBezTo>
                <a:close/>
                <a:moveTo>
                  <a:pt x="9445271" y="55422"/>
                </a:moveTo>
                <a:cubicBezTo>
                  <a:pt x="9440470" y="55422"/>
                  <a:pt x="9435668" y="57205"/>
                  <a:pt x="9432102" y="60772"/>
                </a:cubicBezTo>
                <a:cubicBezTo>
                  <a:pt x="9425517" y="67356"/>
                  <a:pt x="9424968" y="77782"/>
                  <a:pt x="9430456" y="85464"/>
                </a:cubicBezTo>
                <a:lnTo>
                  <a:pt x="8428477" y="1087444"/>
                </a:lnTo>
                <a:lnTo>
                  <a:pt x="8427928" y="1087444"/>
                </a:lnTo>
                <a:lnTo>
                  <a:pt x="8427928" y="2614007"/>
                </a:lnTo>
                <a:lnTo>
                  <a:pt x="8206241" y="2835694"/>
                </a:lnTo>
                <a:lnTo>
                  <a:pt x="8205692" y="2835694"/>
                </a:lnTo>
                <a:lnTo>
                  <a:pt x="8205144" y="2836243"/>
                </a:lnTo>
                <a:lnTo>
                  <a:pt x="8205144" y="3230230"/>
                </a:lnTo>
                <a:lnTo>
                  <a:pt x="8210082" y="3230230"/>
                </a:lnTo>
                <a:lnTo>
                  <a:pt x="8210082" y="2837889"/>
                </a:lnTo>
                <a:lnTo>
                  <a:pt x="8431769" y="2616203"/>
                </a:lnTo>
                <a:lnTo>
                  <a:pt x="8432317" y="2616203"/>
                </a:lnTo>
                <a:lnTo>
                  <a:pt x="8432317" y="1090187"/>
                </a:lnTo>
                <a:lnTo>
                  <a:pt x="9433748" y="88757"/>
                </a:lnTo>
                <a:cubicBezTo>
                  <a:pt x="9440882" y="94245"/>
                  <a:pt x="9451856" y="93695"/>
                  <a:pt x="9458441" y="87111"/>
                </a:cubicBezTo>
                <a:cubicBezTo>
                  <a:pt x="9465574" y="79978"/>
                  <a:pt x="9465574" y="67906"/>
                  <a:pt x="9458441" y="60772"/>
                </a:cubicBezTo>
                <a:cubicBezTo>
                  <a:pt x="9454874" y="57205"/>
                  <a:pt x="9450072" y="55422"/>
                  <a:pt x="9445271" y="55422"/>
                </a:cubicBezTo>
                <a:close/>
                <a:moveTo>
                  <a:pt x="7811705" y="51581"/>
                </a:moveTo>
                <a:cubicBezTo>
                  <a:pt x="7806904" y="51581"/>
                  <a:pt x="7802103" y="53364"/>
                  <a:pt x="7798536" y="56931"/>
                </a:cubicBezTo>
                <a:cubicBezTo>
                  <a:pt x="7791952" y="63515"/>
                  <a:pt x="7791402" y="73941"/>
                  <a:pt x="7796889" y="81623"/>
                </a:cubicBezTo>
                <a:lnTo>
                  <a:pt x="7438570" y="439943"/>
                </a:lnTo>
                <a:lnTo>
                  <a:pt x="7438570" y="843260"/>
                </a:lnTo>
                <a:lnTo>
                  <a:pt x="7533499" y="938190"/>
                </a:lnTo>
                <a:cubicBezTo>
                  <a:pt x="7528012" y="945323"/>
                  <a:pt x="7528562" y="956298"/>
                  <a:pt x="7535146" y="962882"/>
                </a:cubicBezTo>
                <a:lnTo>
                  <a:pt x="7534597" y="962882"/>
                </a:lnTo>
                <a:cubicBezTo>
                  <a:pt x="7541731" y="970015"/>
                  <a:pt x="7553802" y="970015"/>
                  <a:pt x="7560936" y="962882"/>
                </a:cubicBezTo>
                <a:cubicBezTo>
                  <a:pt x="7568070" y="955749"/>
                  <a:pt x="7568070" y="943676"/>
                  <a:pt x="7560936" y="936544"/>
                </a:cubicBezTo>
                <a:cubicBezTo>
                  <a:pt x="7554351" y="929959"/>
                  <a:pt x="7543925" y="929410"/>
                  <a:pt x="7536243" y="934897"/>
                </a:cubicBezTo>
                <a:lnTo>
                  <a:pt x="7442959" y="841613"/>
                </a:lnTo>
                <a:lnTo>
                  <a:pt x="7442959" y="442138"/>
                </a:lnTo>
                <a:lnTo>
                  <a:pt x="7800182" y="84916"/>
                </a:lnTo>
                <a:cubicBezTo>
                  <a:pt x="7807315" y="90404"/>
                  <a:pt x="7818290" y="89854"/>
                  <a:pt x="7824874" y="83270"/>
                </a:cubicBezTo>
                <a:cubicBezTo>
                  <a:pt x="7832008" y="76137"/>
                  <a:pt x="7832008" y="64065"/>
                  <a:pt x="7824874" y="56931"/>
                </a:cubicBezTo>
                <a:cubicBezTo>
                  <a:pt x="7821307" y="53364"/>
                  <a:pt x="7816506" y="51581"/>
                  <a:pt x="7811705" y="51581"/>
                </a:cubicBezTo>
                <a:close/>
                <a:moveTo>
                  <a:pt x="10497734" y="48837"/>
                </a:moveTo>
                <a:cubicBezTo>
                  <a:pt x="10492932" y="48837"/>
                  <a:pt x="10488131" y="50620"/>
                  <a:pt x="10484564" y="54187"/>
                </a:cubicBezTo>
                <a:cubicBezTo>
                  <a:pt x="10477979" y="60772"/>
                  <a:pt x="10477430" y="71197"/>
                  <a:pt x="10482918" y="78879"/>
                </a:cubicBezTo>
                <a:lnTo>
                  <a:pt x="10090028" y="471770"/>
                </a:lnTo>
                <a:lnTo>
                  <a:pt x="10089479" y="471770"/>
                </a:lnTo>
                <a:lnTo>
                  <a:pt x="10089479" y="839419"/>
                </a:lnTo>
                <a:lnTo>
                  <a:pt x="9924312" y="1004586"/>
                </a:lnTo>
                <a:cubicBezTo>
                  <a:pt x="9917178" y="999098"/>
                  <a:pt x="9906204" y="999647"/>
                  <a:pt x="9899619" y="1006232"/>
                </a:cubicBezTo>
                <a:cubicBezTo>
                  <a:pt x="9892485" y="1013366"/>
                  <a:pt x="9892485" y="1025437"/>
                  <a:pt x="9899619" y="1032571"/>
                </a:cubicBezTo>
                <a:cubicBezTo>
                  <a:pt x="9906752" y="1039704"/>
                  <a:pt x="9918824" y="1039704"/>
                  <a:pt x="9925958" y="1032571"/>
                </a:cubicBezTo>
                <a:cubicBezTo>
                  <a:pt x="9932543" y="1025986"/>
                  <a:pt x="9933091" y="1015561"/>
                  <a:pt x="9927604" y="1007879"/>
                </a:cubicBezTo>
                <a:lnTo>
                  <a:pt x="10093869" y="841613"/>
                </a:lnTo>
                <a:lnTo>
                  <a:pt x="10094418" y="841613"/>
                </a:lnTo>
                <a:lnTo>
                  <a:pt x="10094418" y="473965"/>
                </a:lnTo>
                <a:lnTo>
                  <a:pt x="10486210" y="82172"/>
                </a:lnTo>
                <a:cubicBezTo>
                  <a:pt x="10493344" y="87660"/>
                  <a:pt x="10504318" y="87111"/>
                  <a:pt x="10510903" y="80526"/>
                </a:cubicBezTo>
                <a:cubicBezTo>
                  <a:pt x="10518036" y="73393"/>
                  <a:pt x="10518036" y="61321"/>
                  <a:pt x="10510903" y="54187"/>
                </a:cubicBezTo>
                <a:cubicBezTo>
                  <a:pt x="10507336" y="50620"/>
                  <a:pt x="10502535" y="48837"/>
                  <a:pt x="10497734" y="48837"/>
                </a:cubicBezTo>
                <a:close/>
                <a:moveTo>
                  <a:pt x="7029971" y="45202"/>
                </a:moveTo>
                <a:cubicBezTo>
                  <a:pt x="7025102" y="45133"/>
                  <a:pt x="7020163" y="46779"/>
                  <a:pt x="7016596" y="50346"/>
                </a:cubicBezTo>
                <a:cubicBezTo>
                  <a:pt x="7009463" y="57480"/>
                  <a:pt x="7009463" y="69551"/>
                  <a:pt x="7016596" y="76685"/>
                </a:cubicBezTo>
                <a:cubicBezTo>
                  <a:pt x="7019889" y="79978"/>
                  <a:pt x="7024142" y="81761"/>
                  <a:pt x="7028532" y="82035"/>
                </a:cubicBezTo>
                <a:lnTo>
                  <a:pt x="7040865" y="78454"/>
                </a:lnTo>
                <a:lnTo>
                  <a:pt x="7040742" y="78331"/>
                </a:lnTo>
                <a:lnTo>
                  <a:pt x="7041290" y="78331"/>
                </a:lnTo>
                <a:lnTo>
                  <a:pt x="7040865" y="78454"/>
                </a:lnTo>
                <a:lnTo>
                  <a:pt x="7268464" y="306054"/>
                </a:lnTo>
                <a:lnTo>
                  <a:pt x="7268464" y="1389793"/>
                </a:lnTo>
                <a:lnTo>
                  <a:pt x="7506612" y="1627942"/>
                </a:lnTo>
                <a:lnTo>
                  <a:pt x="7506612" y="3202245"/>
                </a:lnTo>
                <a:lnTo>
                  <a:pt x="7511550" y="3202245"/>
                </a:lnTo>
                <a:lnTo>
                  <a:pt x="7511550" y="1625747"/>
                </a:lnTo>
                <a:lnTo>
                  <a:pt x="7273402" y="1387598"/>
                </a:lnTo>
                <a:lnTo>
                  <a:pt x="7273402" y="303859"/>
                </a:lnTo>
                <a:lnTo>
                  <a:pt x="7044582" y="75038"/>
                </a:lnTo>
                <a:cubicBezTo>
                  <a:pt x="7050070" y="67906"/>
                  <a:pt x="7049520" y="56931"/>
                  <a:pt x="7042936" y="50346"/>
                </a:cubicBezTo>
                <a:cubicBezTo>
                  <a:pt x="7039643" y="47054"/>
                  <a:pt x="7034841" y="45270"/>
                  <a:pt x="7029971" y="45202"/>
                </a:cubicBezTo>
                <a:close/>
                <a:moveTo>
                  <a:pt x="4452386" y="43350"/>
                </a:moveTo>
                <a:cubicBezTo>
                  <a:pt x="4447585" y="43350"/>
                  <a:pt x="4442783" y="45133"/>
                  <a:pt x="4439216" y="48699"/>
                </a:cubicBezTo>
                <a:cubicBezTo>
                  <a:pt x="4432083" y="55833"/>
                  <a:pt x="4432083" y="67906"/>
                  <a:pt x="4439216" y="75038"/>
                </a:cubicBezTo>
                <a:cubicBezTo>
                  <a:pt x="4445802" y="81623"/>
                  <a:pt x="4456228" y="82172"/>
                  <a:pt x="4463910" y="76685"/>
                </a:cubicBezTo>
                <a:lnTo>
                  <a:pt x="4464458" y="77234"/>
                </a:lnTo>
                <a:lnTo>
                  <a:pt x="4608774" y="221549"/>
                </a:lnTo>
                <a:lnTo>
                  <a:pt x="4608774" y="447626"/>
                </a:lnTo>
                <a:lnTo>
                  <a:pt x="5077938" y="916789"/>
                </a:lnTo>
                <a:lnTo>
                  <a:pt x="5077938" y="1060007"/>
                </a:lnTo>
                <a:cubicBezTo>
                  <a:pt x="5068610" y="1061105"/>
                  <a:pt x="5061476" y="1068787"/>
                  <a:pt x="5061476" y="1078664"/>
                </a:cubicBezTo>
                <a:cubicBezTo>
                  <a:pt x="5061476" y="1088541"/>
                  <a:pt x="5069706" y="1097321"/>
                  <a:pt x="5080132" y="1097321"/>
                </a:cubicBezTo>
                <a:cubicBezTo>
                  <a:pt x="5090558" y="1097321"/>
                  <a:pt x="5098790" y="1089090"/>
                  <a:pt x="5098790" y="1078664"/>
                </a:cubicBezTo>
                <a:cubicBezTo>
                  <a:pt x="5098790" y="1068239"/>
                  <a:pt x="5091656" y="1061105"/>
                  <a:pt x="5082327" y="1060007"/>
                </a:cubicBezTo>
                <a:lnTo>
                  <a:pt x="5082327" y="914594"/>
                </a:lnTo>
                <a:lnTo>
                  <a:pt x="4613164" y="445431"/>
                </a:lnTo>
                <a:lnTo>
                  <a:pt x="4613164" y="219355"/>
                </a:lnTo>
                <a:lnTo>
                  <a:pt x="4467202" y="73393"/>
                </a:lnTo>
                <a:cubicBezTo>
                  <a:pt x="4472689" y="66259"/>
                  <a:pt x="4472140" y="55284"/>
                  <a:pt x="4465556" y="48699"/>
                </a:cubicBezTo>
                <a:cubicBezTo>
                  <a:pt x="4461989" y="45133"/>
                  <a:pt x="4457188" y="43350"/>
                  <a:pt x="4452386" y="43350"/>
                </a:cubicBezTo>
                <a:close/>
                <a:moveTo>
                  <a:pt x="11888213" y="29083"/>
                </a:moveTo>
                <a:cubicBezTo>
                  <a:pt x="11883411" y="29083"/>
                  <a:pt x="11878610" y="30866"/>
                  <a:pt x="11875043" y="34433"/>
                </a:cubicBezTo>
                <a:cubicBezTo>
                  <a:pt x="11868458" y="41017"/>
                  <a:pt x="11867910" y="51443"/>
                  <a:pt x="11873397" y="59125"/>
                </a:cubicBezTo>
                <a:lnTo>
                  <a:pt x="11618239" y="314285"/>
                </a:lnTo>
                <a:lnTo>
                  <a:pt x="11617689" y="314285"/>
                </a:lnTo>
                <a:lnTo>
                  <a:pt x="11617689" y="416897"/>
                </a:lnTo>
                <a:lnTo>
                  <a:pt x="11462948" y="571638"/>
                </a:lnTo>
                <a:lnTo>
                  <a:pt x="11376249" y="571638"/>
                </a:lnTo>
                <a:lnTo>
                  <a:pt x="11279124" y="668763"/>
                </a:lnTo>
                <a:lnTo>
                  <a:pt x="11279671" y="668215"/>
                </a:lnTo>
                <a:cubicBezTo>
                  <a:pt x="11272540" y="662728"/>
                  <a:pt x="11261565" y="663276"/>
                  <a:pt x="11254979" y="669861"/>
                </a:cubicBezTo>
                <a:cubicBezTo>
                  <a:pt x="11247846" y="676995"/>
                  <a:pt x="11247846" y="689067"/>
                  <a:pt x="11254979" y="696200"/>
                </a:cubicBezTo>
                <a:cubicBezTo>
                  <a:pt x="11262113" y="703334"/>
                  <a:pt x="11274184" y="703334"/>
                  <a:pt x="11281318" y="696200"/>
                </a:cubicBezTo>
                <a:cubicBezTo>
                  <a:pt x="11287903" y="689615"/>
                  <a:pt x="11288452" y="679189"/>
                  <a:pt x="11282965" y="671507"/>
                </a:cubicBezTo>
                <a:lnTo>
                  <a:pt x="11378443" y="576029"/>
                </a:lnTo>
                <a:lnTo>
                  <a:pt x="11465142" y="576029"/>
                </a:lnTo>
                <a:lnTo>
                  <a:pt x="11622079" y="419092"/>
                </a:lnTo>
                <a:lnTo>
                  <a:pt x="11622628" y="419092"/>
                </a:lnTo>
                <a:lnTo>
                  <a:pt x="11622628" y="316480"/>
                </a:lnTo>
                <a:lnTo>
                  <a:pt x="11876689" y="62418"/>
                </a:lnTo>
                <a:cubicBezTo>
                  <a:pt x="11883823" y="67906"/>
                  <a:pt x="11894797" y="67356"/>
                  <a:pt x="11901382" y="60772"/>
                </a:cubicBezTo>
                <a:cubicBezTo>
                  <a:pt x="11908516" y="53639"/>
                  <a:pt x="11908516" y="41567"/>
                  <a:pt x="11901382" y="34433"/>
                </a:cubicBezTo>
                <a:cubicBezTo>
                  <a:pt x="11897815" y="30866"/>
                  <a:pt x="11893014" y="29083"/>
                  <a:pt x="11888213" y="29083"/>
                </a:cubicBezTo>
                <a:close/>
                <a:moveTo>
                  <a:pt x="14013990" y="19754"/>
                </a:moveTo>
                <a:cubicBezTo>
                  <a:pt x="14009188" y="19754"/>
                  <a:pt x="14004386" y="21538"/>
                  <a:pt x="14000819" y="25104"/>
                </a:cubicBezTo>
                <a:cubicBezTo>
                  <a:pt x="13994235" y="31689"/>
                  <a:pt x="13993686" y="42115"/>
                  <a:pt x="13999173" y="49797"/>
                </a:cubicBezTo>
                <a:lnTo>
                  <a:pt x="13179921" y="869050"/>
                </a:lnTo>
                <a:lnTo>
                  <a:pt x="12643813" y="869050"/>
                </a:lnTo>
                <a:lnTo>
                  <a:pt x="12374935" y="1137927"/>
                </a:lnTo>
                <a:lnTo>
                  <a:pt x="12374386" y="1137927"/>
                </a:lnTo>
                <a:lnTo>
                  <a:pt x="12374386" y="1230662"/>
                </a:lnTo>
                <a:lnTo>
                  <a:pt x="11985338" y="1619711"/>
                </a:lnTo>
                <a:lnTo>
                  <a:pt x="10850018" y="1619711"/>
                </a:lnTo>
                <a:lnTo>
                  <a:pt x="10752892" y="1716836"/>
                </a:lnTo>
                <a:cubicBezTo>
                  <a:pt x="10745759" y="1711348"/>
                  <a:pt x="10734784" y="1711898"/>
                  <a:pt x="10728200" y="1718482"/>
                </a:cubicBezTo>
                <a:cubicBezTo>
                  <a:pt x="10721066" y="1725615"/>
                  <a:pt x="10721066" y="1737688"/>
                  <a:pt x="10728200" y="1744821"/>
                </a:cubicBezTo>
                <a:cubicBezTo>
                  <a:pt x="10735333" y="1751954"/>
                  <a:pt x="10747406" y="1751954"/>
                  <a:pt x="10754538" y="1744821"/>
                </a:cubicBezTo>
                <a:cubicBezTo>
                  <a:pt x="10761123" y="1738237"/>
                  <a:pt x="10761672" y="1727811"/>
                  <a:pt x="10756185" y="1720128"/>
                </a:cubicBezTo>
                <a:lnTo>
                  <a:pt x="10851663" y="1624649"/>
                </a:lnTo>
                <a:lnTo>
                  <a:pt x="11986984" y="1624649"/>
                </a:lnTo>
                <a:lnTo>
                  <a:pt x="12378228" y="1233405"/>
                </a:lnTo>
                <a:lnTo>
                  <a:pt x="12378776" y="1233405"/>
                </a:lnTo>
                <a:lnTo>
                  <a:pt x="12378776" y="1140671"/>
                </a:lnTo>
                <a:lnTo>
                  <a:pt x="12645459" y="873988"/>
                </a:lnTo>
                <a:lnTo>
                  <a:pt x="13181567" y="873988"/>
                </a:lnTo>
                <a:lnTo>
                  <a:pt x="14002466" y="53090"/>
                </a:lnTo>
                <a:cubicBezTo>
                  <a:pt x="14009598" y="58577"/>
                  <a:pt x="14020573" y="58028"/>
                  <a:pt x="14027159" y="51443"/>
                </a:cubicBezTo>
                <a:cubicBezTo>
                  <a:pt x="14034292" y="44310"/>
                  <a:pt x="14034292" y="32238"/>
                  <a:pt x="14027159" y="25104"/>
                </a:cubicBezTo>
                <a:cubicBezTo>
                  <a:pt x="14023592" y="21538"/>
                  <a:pt x="14018791" y="19754"/>
                  <a:pt x="14013990" y="19754"/>
                </a:cubicBezTo>
                <a:close/>
                <a:moveTo>
                  <a:pt x="15502142" y="0"/>
                </a:moveTo>
                <a:cubicBezTo>
                  <a:pt x="15497341" y="0"/>
                  <a:pt x="15492539" y="1784"/>
                  <a:pt x="15488973" y="5350"/>
                </a:cubicBezTo>
                <a:cubicBezTo>
                  <a:pt x="15482388" y="11935"/>
                  <a:pt x="15481838" y="22360"/>
                  <a:pt x="15487326" y="30043"/>
                </a:cubicBezTo>
                <a:lnTo>
                  <a:pt x="15189365" y="328003"/>
                </a:lnTo>
                <a:lnTo>
                  <a:pt x="14634602" y="328003"/>
                </a:lnTo>
                <a:lnTo>
                  <a:pt x="13882293" y="1080311"/>
                </a:lnTo>
                <a:lnTo>
                  <a:pt x="12793067" y="1080311"/>
                </a:lnTo>
                <a:lnTo>
                  <a:pt x="12792519" y="1080859"/>
                </a:lnTo>
                <a:cubicBezTo>
                  <a:pt x="12791420" y="1071530"/>
                  <a:pt x="12783739" y="1064397"/>
                  <a:pt x="12773861" y="1064397"/>
                </a:cubicBezTo>
                <a:cubicBezTo>
                  <a:pt x="12763984" y="1064397"/>
                  <a:pt x="12755204" y="1072628"/>
                  <a:pt x="12755204" y="1083053"/>
                </a:cubicBezTo>
                <a:cubicBezTo>
                  <a:pt x="12755204" y="1093480"/>
                  <a:pt x="12763436" y="1101710"/>
                  <a:pt x="12773861" y="1101710"/>
                </a:cubicBezTo>
                <a:cubicBezTo>
                  <a:pt x="12784287" y="1101710"/>
                  <a:pt x="12791420" y="1094577"/>
                  <a:pt x="12792519" y="1085249"/>
                </a:cubicBezTo>
                <a:lnTo>
                  <a:pt x="13883940" y="1085249"/>
                </a:lnTo>
                <a:lnTo>
                  <a:pt x="14636248" y="332941"/>
                </a:lnTo>
                <a:lnTo>
                  <a:pt x="15191012" y="332941"/>
                </a:lnTo>
                <a:lnTo>
                  <a:pt x="15490618" y="33335"/>
                </a:lnTo>
                <a:cubicBezTo>
                  <a:pt x="15497753" y="38823"/>
                  <a:pt x="15508727" y="38274"/>
                  <a:pt x="15515312" y="31689"/>
                </a:cubicBezTo>
                <a:cubicBezTo>
                  <a:pt x="15522445" y="24556"/>
                  <a:pt x="15522445" y="12484"/>
                  <a:pt x="15515312" y="5350"/>
                </a:cubicBezTo>
                <a:cubicBezTo>
                  <a:pt x="15511745" y="1784"/>
                  <a:pt x="15506943" y="0"/>
                  <a:pt x="15502142" y="0"/>
                </a:cubicBezTo>
                <a:close/>
              </a:path>
            </a:pathLst>
          </a:custGeom>
          <a:noFill/>
          <a:ln w="5741" cap="flat">
            <a:gradFill flip="none" rotWithShape="1">
              <a:gsLst>
                <a:gs pos="11000">
                  <a:srgbClr val="C8C9C7"/>
                </a:gs>
                <a:gs pos="77000">
                  <a:srgbClr val="EEEEEE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  <a:miter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AAF676-AFD6-F935-DC5C-BE0E576EEE8B}"/>
              </a:ext>
            </a:extLst>
          </p:cNvPr>
          <p:cNvSpPr>
            <a:spLocks/>
          </p:cNvSpPr>
          <p:nvPr userDrawn="1"/>
        </p:nvSpPr>
        <p:spPr>
          <a:xfrm>
            <a:off x="-13462" y="0"/>
            <a:ext cx="12195827" cy="6868799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57000">
                <a:schemeClr val="tx2">
                  <a:alpha val="85000"/>
                </a:schemeClr>
              </a:gs>
              <a:gs pos="100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gradFill>
              <a:gsLst>
                <a:gs pos="0">
                  <a:schemeClr val="tx2">
                    <a:alpha val="0"/>
                  </a:schemeClr>
                </a:gs>
                <a:gs pos="100000">
                  <a:schemeClr val="tx2">
                    <a:alpha val="0"/>
                  </a:schemeClr>
                </a:gs>
              </a:gsLst>
              <a:lin ang="5400000" scaled="1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3633F6F-1D37-E754-8B3B-D41B31B7BC6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  <a:effectLst/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0A77BDCC-8EF9-878A-270C-03C9AC542554}"/>
              </a:ext>
            </a:extLst>
          </p:cNvPr>
          <p:cNvGrpSpPr/>
          <p:nvPr userDrawn="1"/>
        </p:nvGrpSpPr>
        <p:grpSpPr>
          <a:xfrm>
            <a:off x="0" y="0"/>
            <a:ext cx="603250" cy="584200"/>
            <a:chOff x="0" y="-2381"/>
            <a:chExt cx="603250" cy="584200"/>
          </a:xfrm>
          <a:effectLst/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126BD-1998-BC23-322E-F1661B9A0D7B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6B0B532-F772-7D9E-2411-5D58064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7A0A897-078D-D91B-D342-19AA61B0BF95}"/>
              </a:ext>
            </a:extLst>
          </p:cNvPr>
          <p:cNvGrpSpPr/>
          <p:nvPr userDrawn="1"/>
        </p:nvGrpSpPr>
        <p:grpSpPr>
          <a:xfrm>
            <a:off x="11572338" y="6273526"/>
            <a:ext cx="603250" cy="584200"/>
            <a:chOff x="11576050" y="6265865"/>
            <a:chExt cx="603250" cy="584200"/>
          </a:xfrm>
          <a:effectLst/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F6282F3-C830-376B-F613-EE6FCD6C6329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2179300" y="6265865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C07EA87-74F2-31B0-519B-4555E965DA50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1576050" y="6835776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316684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11668" y="5831699"/>
            <a:ext cx="3608832" cy="469148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10344EF7-FB04-41A4-900F-48EC95C6F3B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81000" y="552449"/>
            <a:ext cx="11430000" cy="1994392"/>
          </a:xfrm>
          <a:prstGeom prst="rect">
            <a:avLst/>
          </a:prstGeom>
        </p:spPr>
        <p:txBody>
          <a:bodyPr wrap="square" lIns="0" tIns="0" rIns="0" bIns="0" anchor="b">
            <a:spAutoFit/>
          </a:bodyPr>
          <a:lstStyle>
            <a:lvl1pPr algn="l">
              <a:defRPr sz="7200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2743201"/>
            <a:ext cx="11430000" cy="16557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26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854766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50860231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20" indent="-152388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67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080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47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9206429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51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01" indent="-230701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50" indent="-23070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798" indent="-224350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4008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01" indent="-230701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50" indent="-23070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798" indent="-224350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38790762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00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51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1"/>
          </p:nvPr>
        </p:nvSpPr>
        <p:spPr>
          <a:xfrm>
            <a:off x="43053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4"/>
          </p:nvPr>
        </p:nvSpPr>
        <p:spPr>
          <a:xfrm>
            <a:off x="82296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047806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72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48408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logo slide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6CED6EC7-6D3E-4027-A733-9B78EBA486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01837" y="3005739"/>
            <a:ext cx="6790944" cy="88030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B40B410-C7E4-4036-89E5-3C58E91B26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457200"/>
            <a:ext cx="10515600" cy="395816"/>
          </a:xfrm>
          <a:prstGeom prst="rect">
            <a:avLst/>
          </a:prstGeo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8287358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8192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5F6FDFA-5C47-4695-A273-CA76F8519D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1233AD0B-5E81-4930-8FA3-04DEA6DAB125}"/>
              </a:ext>
            </a:extLst>
          </p:cNvPr>
          <p:cNvSpPr/>
          <p:nvPr userDrawn="1"/>
        </p:nvSpPr>
        <p:spPr>
          <a:xfrm>
            <a:off x="0" y="4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5000"/>
                </a:schemeClr>
              </a:gs>
              <a:gs pos="65000">
                <a:schemeClr val="accent1">
                  <a:alpha val="0"/>
                </a:schemeClr>
              </a:gs>
            </a:gsLst>
            <a:lin ang="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15E5080-1A7D-484B-A86B-A5A2F02071EE}"/>
              </a:ext>
            </a:extLst>
          </p:cNvPr>
          <p:cNvSpPr/>
          <p:nvPr userDrawn="1"/>
        </p:nvSpPr>
        <p:spPr>
          <a:xfrm>
            <a:off x="0" y="2"/>
            <a:ext cx="12192000" cy="6857999"/>
          </a:xfrm>
          <a:prstGeom prst="rect">
            <a:avLst/>
          </a:prstGeom>
          <a:gradFill>
            <a:gsLst>
              <a:gs pos="0">
                <a:schemeClr val="accent6">
                  <a:alpha val="35000"/>
                </a:schemeClr>
              </a:gs>
              <a:gs pos="35000">
                <a:schemeClr val="bg1">
                  <a:alpha val="63000"/>
                </a:schemeClr>
              </a:gs>
              <a:gs pos="100000">
                <a:srgbClr val="6E2486"/>
              </a:gs>
            </a:gsLst>
            <a:lin ang="2700000" scaled="0"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1096F97-3760-4789-A108-A2D127138E0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A672761-DA4E-44C8-92C6-3427CB68EDC4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11" name="Data V1">
            <a:extLst>
              <a:ext uri="{FF2B5EF4-FFF2-40B4-BE49-F238E27FC236}">
                <a16:creationId xmlns:a16="http://schemas.microsoft.com/office/drawing/2014/main" id="{65709394-AB08-42D0-BAA9-E17D79865908}"/>
              </a:ext>
            </a:extLst>
          </p:cNvPr>
          <p:cNvGrpSpPr/>
          <p:nvPr userDrawn="1"/>
        </p:nvGrpSpPr>
        <p:grpSpPr>
          <a:xfrm rot="18900000">
            <a:off x="-3590588" y="-824796"/>
            <a:ext cx="6343815" cy="6168221"/>
            <a:chOff x="9340012" y="2495606"/>
            <a:chExt cx="2782316" cy="2705303"/>
          </a:xfrm>
        </p:grpSpPr>
        <p:sp>
          <p:nvSpPr>
            <p:cNvPr id="12" name="Lighter lines">
              <a:extLst>
                <a:ext uri="{FF2B5EF4-FFF2-40B4-BE49-F238E27FC236}">
                  <a16:creationId xmlns:a16="http://schemas.microsoft.com/office/drawing/2014/main" id="{52A46289-2813-4A9F-8FF5-4841464A2641}"/>
                </a:ext>
              </a:extLst>
            </p:cNvPr>
            <p:cNvSpPr/>
            <p:nvPr/>
          </p:nvSpPr>
          <p:spPr>
            <a:xfrm>
              <a:off x="9631644" y="2621058"/>
              <a:ext cx="2490684" cy="2488086"/>
            </a:xfrm>
            <a:custGeom>
              <a:avLst/>
              <a:gdLst>
                <a:gd name="connsiteX0" fmla="*/ 2413151 w 2490683"/>
                <a:gd name="connsiteY0" fmla="*/ 241803 h 2488086"/>
                <a:gd name="connsiteX1" fmla="*/ 2414006 w 2490683"/>
                <a:gd name="connsiteY1" fmla="*/ 241092 h 2488086"/>
                <a:gd name="connsiteX2" fmla="*/ 2468593 w 2490683"/>
                <a:gd name="connsiteY2" fmla="*/ 750529 h 2488086"/>
                <a:gd name="connsiteX3" fmla="*/ 2468593 w 2490683"/>
                <a:gd name="connsiteY3" fmla="*/ 752093 h 2488086"/>
                <a:gd name="connsiteX4" fmla="*/ 2133948 w 2490683"/>
                <a:gd name="connsiteY4" fmla="*/ 449815 h 2488086"/>
                <a:gd name="connsiteX5" fmla="*/ 2133948 w 2490683"/>
                <a:gd name="connsiteY5" fmla="*/ 449815 h 2488086"/>
                <a:gd name="connsiteX6" fmla="*/ 2413151 w 2490683"/>
                <a:gd name="connsiteY6" fmla="*/ 243367 h 2488086"/>
                <a:gd name="connsiteX7" fmla="*/ 2135373 w 2490683"/>
                <a:gd name="connsiteY7" fmla="*/ 449815 h 2488086"/>
                <a:gd name="connsiteX8" fmla="*/ 2467167 w 2490683"/>
                <a:gd name="connsiteY8" fmla="*/ 749392 h 2488086"/>
                <a:gd name="connsiteX9" fmla="*/ 2468307 w 2490683"/>
                <a:gd name="connsiteY9" fmla="*/ 749960 h 2488086"/>
                <a:gd name="connsiteX10" fmla="*/ 2468307 w 2490683"/>
                <a:gd name="connsiteY10" fmla="*/ 749960 h 2488086"/>
                <a:gd name="connsiteX11" fmla="*/ 2244688 w 2490683"/>
                <a:gd name="connsiteY11" fmla="*/ 1198259 h 2488086"/>
                <a:gd name="connsiteX12" fmla="*/ 2244688 w 2490683"/>
                <a:gd name="connsiteY12" fmla="*/ 1199396 h 2488086"/>
                <a:gd name="connsiteX13" fmla="*/ 1939261 w 2490683"/>
                <a:gd name="connsiteY13" fmla="*/ 602234 h 2488086"/>
                <a:gd name="connsiteX14" fmla="*/ 1938548 w 2490683"/>
                <a:gd name="connsiteY14" fmla="*/ 600954 h 2488086"/>
                <a:gd name="connsiteX15" fmla="*/ 2467167 w 2490683"/>
                <a:gd name="connsiteY15" fmla="*/ 750955 h 2488086"/>
                <a:gd name="connsiteX16" fmla="*/ 1940971 w 2490683"/>
                <a:gd name="connsiteY16" fmla="*/ 603371 h 2488086"/>
                <a:gd name="connsiteX17" fmla="*/ 2244688 w 2490683"/>
                <a:gd name="connsiteY17" fmla="*/ 1196979 h 2488086"/>
                <a:gd name="connsiteX18" fmla="*/ 2134090 w 2490683"/>
                <a:gd name="connsiteY18" fmla="*/ 448962 h 2488086"/>
                <a:gd name="connsiteX19" fmla="*/ 2134090 w 2490683"/>
                <a:gd name="connsiteY19" fmla="*/ 448962 h 2488086"/>
                <a:gd name="connsiteX20" fmla="*/ 2470018 w 2490683"/>
                <a:gd name="connsiteY20" fmla="*/ 752235 h 2488086"/>
                <a:gd name="connsiteX21" fmla="*/ 1939261 w 2490683"/>
                <a:gd name="connsiteY21" fmla="*/ 603371 h 2488086"/>
                <a:gd name="connsiteX22" fmla="*/ 1938120 w 2490683"/>
                <a:gd name="connsiteY22" fmla="*/ 603371 h 2488086"/>
                <a:gd name="connsiteX23" fmla="*/ 2134090 w 2490683"/>
                <a:gd name="connsiteY23" fmla="*/ 450241 h 2488086"/>
                <a:gd name="connsiteX24" fmla="*/ 1941113 w 2490683"/>
                <a:gd name="connsiteY24" fmla="*/ 602234 h 2488086"/>
                <a:gd name="connsiteX25" fmla="*/ 2465599 w 2490683"/>
                <a:gd name="connsiteY25" fmla="*/ 749249 h 2488086"/>
                <a:gd name="connsiteX26" fmla="*/ 2134090 w 2490683"/>
                <a:gd name="connsiteY26" fmla="*/ 448962 h 2488086"/>
                <a:gd name="connsiteX27" fmla="*/ 2134090 w 2490683"/>
                <a:gd name="connsiteY27" fmla="*/ 448962 h 2488086"/>
                <a:gd name="connsiteX28" fmla="*/ 1939688 w 2490683"/>
                <a:gd name="connsiteY28" fmla="*/ 603371 h 2488086"/>
                <a:gd name="connsiteX29" fmla="*/ 1502996 w 2490683"/>
                <a:gd name="connsiteY29" fmla="*/ 75024 h 2488086"/>
                <a:gd name="connsiteX30" fmla="*/ 1500716 w 2490683"/>
                <a:gd name="connsiteY30" fmla="*/ 72323 h 2488086"/>
                <a:gd name="connsiteX31" fmla="*/ 2132665 w 2490683"/>
                <a:gd name="connsiteY31" fmla="*/ 448962 h 2488086"/>
                <a:gd name="connsiteX32" fmla="*/ 1505562 w 2490683"/>
                <a:gd name="connsiteY32" fmla="*/ 76446 h 2488086"/>
                <a:gd name="connsiteX33" fmla="*/ 1939118 w 2490683"/>
                <a:gd name="connsiteY33" fmla="*/ 600954 h 2488086"/>
                <a:gd name="connsiteX34" fmla="*/ 1938690 w 2490683"/>
                <a:gd name="connsiteY34" fmla="*/ 601523 h 2488086"/>
                <a:gd name="connsiteX35" fmla="*/ 1938690 w 2490683"/>
                <a:gd name="connsiteY35" fmla="*/ 600670 h 2488086"/>
                <a:gd name="connsiteX36" fmla="*/ 2244118 w 2490683"/>
                <a:gd name="connsiteY36" fmla="*/ 1197832 h 2488086"/>
                <a:gd name="connsiteX37" fmla="*/ 2244118 w 2490683"/>
                <a:gd name="connsiteY37" fmla="*/ 1198828 h 2488086"/>
                <a:gd name="connsiteX38" fmla="*/ 1591076 w 2490683"/>
                <a:gd name="connsiteY38" fmla="*/ 1132855 h 2488086"/>
                <a:gd name="connsiteX39" fmla="*/ 1590078 w 2490683"/>
                <a:gd name="connsiteY39" fmla="*/ 1132855 h 2488086"/>
                <a:gd name="connsiteX40" fmla="*/ 1938690 w 2490683"/>
                <a:gd name="connsiteY40" fmla="*/ 603087 h 2488086"/>
                <a:gd name="connsiteX41" fmla="*/ 1593784 w 2490683"/>
                <a:gd name="connsiteY41" fmla="*/ 1132287 h 2488086"/>
                <a:gd name="connsiteX42" fmla="*/ 2243548 w 2490683"/>
                <a:gd name="connsiteY42" fmla="*/ 1197832 h 2488086"/>
                <a:gd name="connsiteX43" fmla="*/ 1938690 w 2490683"/>
                <a:gd name="connsiteY43" fmla="*/ 601523 h 2488086"/>
                <a:gd name="connsiteX44" fmla="*/ 1938690 w 2490683"/>
                <a:gd name="connsiteY44" fmla="*/ 601523 h 2488086"/>
                <a:gd name="connsiteX45" fmla="*/ 1593214 w 2490683"/>
                <a:gd name="connsiteY45" fmla="*/ 1132287 h 2488086"/>
                <a:gd name="connsiteX46" fmla="*/ 1592216 w 2490683"/>
                <a:gd name="connsiteY46" fmla="*/ 1133851 h 2488086"/>
                <a:gd name="connsiteX47" fmla="*/ 1502711 w 2490683"/>
                <a:gd name="connsiteY47" fmla="*/ 72181 h 2488086"/>
                <a:gd name="connsiteX48" fmla="*/ 1937408 w 2490683"/>
                <a:gd name="connsiteY48" fmla="*/ 601523 h 2488086"/>
                <a:gd name="connsiteX49" fmla="*/ 1502711 w 2490683"/>
                <a:gd name="connsiteY49" fmla="*/ 75451 h 2488086"/>
                <a:gd name="connsiteX50" fmla="*/ 1591504 w 2490683"/>
                <a:gd name="connsiteY50" fmla="*/ 1129585 h 2488086"/>
                <a:gd name="connsiteX51" fmla="*/ 1504992 w 2490683"/>
                <a:gd name="connsiteY51" fmla="*/ 73318 h 2488086"/>
                <a:gd name="connsiteX52" fmla="*/ 896132 w 2490683"/>
                <a:gd name="connsiteY52" fmla="*/ 1068589 h 2488086"/>
                <a:gd name="connsiteX53" fmla="*/ 896132 w 2490683"/>
                <a:gd name="connsiteY53" fmla="*/ 1069585 h 2488086"/>
                <a:gd name="connsiteX54" fmla="*/ 638164 w 2490683"/>
                <a:gd name="connsiteY54" fmla="*/ 470858 h 2488086"/>
                <a:gd name="connsiteX55" fmla="*/ 638164 w 2490683"/>
                <a:gd name="connsiteY55" fmla="*/ 470858 h 2488086"/>
                <a:gd name="connsiteX56" fmla="*/ 1501856 w 2490683"/>
                <a:gd name="connsiteY56" fmla="*/ 76162 h 2488086"/>
                <a:gd name="connsiteX57" fmla="*/ 639447 w 2490683"/>
                <a:gd name="connsiteY57" fmla="*/ 470858 h 2488086"/>
                <a:gd name="connsiteX58" fmla="*/ 895989 w 2490683"/>
                <a:gd name="connsiteY58" fmla="*/ 1067168 h 2488086"/>
                <a:gd name="connsiteX59" fmla="*/ 538825 w 2490683"/>
                <a:gd name="connsiteY59" fmla="*/ 20711 h 2488086"/>
                <a:gd name="connsiteX60" fmla="*/ 539681 w 2490683"/>
                <a:gd name="connsiteY60" fmla="*/ 19715 h 2488086"/>
                <a:gd name="connsiteX61" fmla="*/ 639447 w 2490683"/>
                <a:gd name="connsiteY61" fmla="*/ 470431 h 2488086"/>
                <a:gd name="connsiteX62" fmla="*/ 639447 w 2490683"/>
                <a:gd name="connsiteY62" fmla="*/ 470431 h 2488086"/>
                <a:gd name="connsiteX63" fmla="*/ 20895 w 2490683"/>
                <a:gd name="connsiteY63" fmla="*/ 638632 h 2488086"/>
                <a:gd name="connsiteX64" fmla="*/ 19043 w 2490683"/>
                <a:gd name="connsiteY64" fmla="*/ 638632 h 2488086"/>
                <a:gd name="connsiteX65" fmla="*/ 538825 w 2490683"/>
                <a:gd name="connsiteY65" fmla="*/ 22559 h 2488086"/>
                <a:gd name="connsiteX66" fmla="*/ 22748 w 2490683"/>
                <a:gd name="connsiteY66" fmla="*/ 637495 h 2488086"/>
                <a:gd name="connsiteX67" fmla="*/ 638307 w 2490683"/>
                <a:gd name="connsiteY67" fmla="*/ 470147 h 2488086"/>
                <a:gd name="connsiteX68" fmla="*/ 638592 w 2490683"/>
                <a:gd name="connsiteY68" fmla="*/ 470005 h 2488086"/>
                <a:gd name="connsiteX69" fmla="*/ 638592 w 2490683"/>
                <a:gd name="connsiteY69" fmla="*/ 470005 h 2488086"/>
                <a:gd name="connsiteX70" fmla="*/ 895134 w 2490683"/>
                <a:gd name="connsiteY70" fmla="*/ 1068447 h 2488086"/>
                <a:gd name="connsiteX71" fmla="*/ 895134 w 2490683"/>
                <a:gd name="connsiteY71" fmla="*/ 1070011 h 2488086"/>
                <a:gd name="connsiteX72" fmla="*/ 20468 w 2490683"/>
                <a:gd name="connsiteY72" fmla="*/ 639201 h 2488086"/>
                <a:gd name="connsiteX73" fmla="*/ 19043 w 2490683"/>
                <a:gd name="connsiteY73" fmla="*/ 639201 h 2488086"/>
                <a:gd name="connsiteX74" fmla="*/ 638592 w 2490683"/>
                <a:gd name="connsiteY74" fmla="*/ 471284 h 2488086"/>
                <a:gd name="connsiteX75" fmla="*/ 22748 w 2490683"/>
                <a:gd name="connsiteY75" fmla="*/ 638774 h 2488086"/>
                <a:gd name="connsiteX76" fmla="*/ 894706 w 2490683"/>
                <a:gd name="connsiteY76" fmla="*/ 1067310 h 2488086"/>
                <a:gd name="connsiteX77" fmla="*/ 896132 w 2490683"/>
                <a:gd name="connsiteY77" fmla="*/ 1068447 h 2488086"/>
                <a:gd name="connsiteX78" fmla="*/ 897557 w 2490683"/>
                <a:gd name="connsiteY78" fmla="*/ 1069158 h 2488086"/>
                <a:gd name="connsiteX79" fmla="*/ 26311 w 2490683"/>
                <a:gd name="connsiteY79" fmla="*/ 1333616 h 2488086"/>
                <a:gd name="connsiteX80" fmla="*/ 25456 w 2490683"/>
                <a:gd name="connsiteY80" fmla="*/ 1333616 h 2488086"/>
                <a:gd name="connsiteX81" fmla="*/ 20468 w 2490683"/>
                <a:gd name="connsiteY81" fmla="*/ 638774 h 2488086"/>
                <a:gd name="connsiteX82" fmla="*/ 20468 w 2490683"/>
                <a:gd name="connsiteY82" fmla="*/ 637779 h 2488086"/>
                <a:gd name="connsiteX83" fmla="*/ 894279 w 2490683"/>
                <a:gd name="connsiteY83" fmla="*/ 1068447 h 2488086"/>
                <a:gd name="connsiteX84" fmla="*/ 21465 w 2490683"/>
                <a:gd name="connsiteY84" fmla="*/ 639627 h 2488086"/>
                <a:gd name="connsiteX85" fmla="*/ 26454 w 2490683"/>
                <a:gd name="connsiteY85" fmla="*/ 1331341 h 2488086"/>
                <a:gd name="connsiteX86" fmla="*/ 1887952 w 2490683"/>
                <a:gd name="connsiteY86" fmla="*/ 690102 h 2488086"/>
                <a:gd name="connsiteX87" fmla="*/ 1887952 w 2490683"/>
                <a:gd name="connsiteY87" fmla="*/ 689107 h 2488086"/>
                <a:gd name="connsiteX88" fmla="*/ 2244261 w 2490683"/>
                <a:gd name="connsiteY88" fmla="*/ 1064324 h 2488086"/>
                <a:gd name="connsiteX89" fmla="*/ 1791179 w 2490683"/>
                <a:gd name="connsiteY89" fmla="*/ 1026788 h 2488086"/>
                <a:gd name="connsiteX90" fmla="*/ 1791179 w 2490683"/>
                <a:gd name="connsiteY90" fmla="*/ 1026788 h 2488086"/>
                <a:gd name="connsiteX91" fmla="*/ 1888950 w 2490683"/>
                <a:gd name="connsiteY91" fmla="*/ 691524 h 2488086"/>
                <a:gd name="connsiteX92" fmla="*/ 1793032 w 2490683"/>
                <a:gd name="connsiteY92" fmla="*/ 1025650 h 2488086"/>
                <a:gd name="connsiteX93" fmla="*/ 2242123 w 2490683"/>
                <a:gd name="connsiteY93" fmla="*/ 1062902 h 2488086"/>
                <a:gd name="connsiteX94" fmla="*/ 2246113 w 2490683"/>
                <a:gd name="connsiteY94" fmla="*/ 1063186 h 2488086"/>
                <a:gd name="connsiteX95" fmla="*/ 1730464 w 2490683"/>
                <a:gd name="connsiteY95" fmla="*/ 1267928 h 2488086"/>
                <a:gd name="connsiteX96" fmla="*/ 1729324 w 2490683"/>
                <a:gd name="connsiteY96" fmla="*/ 1267928 h 2488086"/>
                <a:gd name="connsiteX97" fmla="*/ 1791464 w 2490683"/>
                <a:gd name="connsiteY97" fmla="*/ 1025224 h 2488086"/>
                <a:gd name="connsiteX98" fmla="*/ 2240698 w 2490683"/>
                <a:gd name="connsiteY98" fmla="*/ 1064040 h 2488086"/>
                <a:gd name="connsiteX99" fmla="*/ 1792461 w 2490683"/>
                <a:gd name="connsiteY99" fmla="*/ 1026930 h 2488086"/>
                <a:gd name="connsiteX100" fmla="*/ 1731034 w 2490683"/>
                <a:gd name="connsiteY100" fmla="*/ 1266222 h 2488086"/>
                <a:gd name="connsiteX101" fmla="*/ 1428314 w 2490683"/>
                <a:gd name="connsiteY101" fmla="*/ 664936 h 2488086"/>
                <a:gd name="connsiteX102" fmla="*/ 1428314 w 2490683"/>
                <a:gd name="connsiteY102" fmla="*/ 664936 h 2488086"/>
                <a:gd name="connsiteX103" fmla="*/ 1057753 w 2490683"/>
                <a:gd name="connsiteY103" fmla="*/ 1111528 h 2488086"/>
                <a:gd name="connsiteX104" fmla="*/ 1057753 w 2490683"/>
                <a:gd name="connsiteY104" fmla="*/ 1111528 h 2488086"/>
                <a:gd name="connsiteX105" fmla="*/ 565477 w 2490683"/>
                <a:gd name="connsiteY105" fmla="*/ 336781 h 2488086"/>
                <a:gd name="connsiteX106" fmla="*/ 564480 w 2490683"/>
                <a:gd name="connsiteY106" fmla="*/ 335217 h 2488086"/>
                <a:gd name="connsiteX107" fmla="*/ 1427031 w 2490683"/>
                <a:gd name="connsiteY107" fmla="*/ 665789 h 2488086"/>
                <a:gd name="connsiteX108" fmla="*/ 567615 w 2490683"/>
                <a:gd name="connsiteY108" fmla="*/ 337634 h 2488086"/>
                <a:gd name="connsiteX109" fmla="*/ 1057896 w 2490683"/>
                <a:gd name="connsiteY109" fmla="*/ 1110391 h 2488086"/>
                <a:gd name="connsiteX110" fmla="*/ 1427031 w 2490683"/>
                <a:gd name="connsiteY110" fmla="*/ 665078 h 2488086"/>
                <a:gd name="connsiteX111" fmla="*/ 1427031 w 2490683"/>
                <a:gd name="connsiteY111" fmla="*/ 665078 h 2488086"/>
                <a:gd name="connsiteX112" fmla="*/ 1791464 w 2490683"/>
                <a:gd name="connsiteY112" fmla="*/ 1026361 h 2488086"/>
                <a:gd name="connsiteX113" fmla="*/ 1792319 w 2490683"/>
                <a:gd name="connsiteY113" fmla="*/ 1027214 h 2488086"/>
                <a:gd name="connsiteX114" fmla="*/ 1056898 w 2490683"/>
                <a:gd name="connsiteY114" fmla="*/ 1112523 h 2488086"/>
                <a:gd name="connsiteX115" fmla="*/ 1055330 w 2490683"/>
                <a:gd name="connsiteY115" fmla="*/ 1112523 h 2488086"/>
                <a:gd name="connsiteX116" fmla="*/ 1427031 w 2490683"/>
                <a:gd name="connsiteY116" fmla="*/ 666357 h 2488086"/>
                <a:gd name="connsiteX117" fmla="*/ 1059321 w 2490683"/>
                <a:gd name="connsiteY117" fmla="*/ 1110533 h 2488086"/>
                <a:gd name="connsiteX118" fmla="*/ 1790609 w 2490683"/>
                <a:gd name="connsiteY118" fmla="*/ 1025224 h 2488086"/>
                <a:gd name="connsiteX119" fmla="*/ 1790751 w 2490683"/>
                <a:gd name="connsiteY119" fmla="*/ 1025650 h 2488086"/>
                <a:gd name="connsiteX120" fmla="*/ 1791749 w 2490683"/>
                <a:gd name="connsiteY120" fmla="*/ 1025650 h 2488086"/>
                <a:gd name="connsiteX121" fmla="*/ 1729609 w 2490683"/>
                <a:gd name="connsiteY121" fmla="*/ 1267359 h 2488086"/>
                <a:gd name="connsiteX122" fmla="*/ 1729609 w 2490683"/>
                <a:gd name="connsiteY122" fmla="*/ 1267359 h 2488086"/>
                <a:gd name="connsiteX123" fmla="*/ 1056756 w 2490683"/>
                <a:gd name="connsiteY123" fmla="*/ 1110959 h 2488086"/>
                <a:gd name="connsiteX124" fmla="*/ 1053193 w 2490683"/>
                <a:gd name="connsiteY124" fmla="*/ 1110959 h 2488086"/>
                <a:gd name="connsiteX125" fmla="*/ 1790751 w 2490683"/>
                <a:gd name="connsiteY125" fmla="*/ 1026930 h 2488086"/>
                <a:gd name="connsiteX126" fmla="*/ 1061031 w 2490683"/>
                <a:gd name="connsiteY126" fmla="*/ 1111528 h 2488086"/>
                <a:gd name="connsiteX127" fmla="*/ 1729324 w 2490683"/>
                <a:gd name="connsiteY127" fmla="*/ 1266506 h 2488086"/>
                <a:gd name="connsiteX128" fmla="*/ 355540 w 2490683"/>
                <a:gd name="connsiteY128" fmla="*/ 1057357 h 2488086"/>
                <a:gd name="connsiteX129" fmla="*/ 254206 w 2490683"/>
                <a:gd name="connsiteY129" fmla="*/ 1656653 h 2488086"/>
                <a:gd name="connsiteX130" fmla="*/ 254206 w 2490683"/>
                <a:gd name="connsiteY130" fmla="*/ 1658217 h 2488086"/>
                <a:gd name="connsiteX131" fmla="*/ 20753 w 2490683"/>
                <a:gd name="connsiteY131" fmla="*/ 1337881 h 2488086"/>
                <a:gd name="connsiteX132" fmla="*/ 20753 w 2490683"/>
                <a:gd name="connsiteY132" fmla="*/ 1337881 h 2488086"/>
                <a:gd name="connsiteX133" fmla="*/ 353688 w 2490683"/>
                <a:gd name="connsiteY133" fmla="*/ 1060485 h 2488086"/>
                <a:gd name="connsiteX134" fmla="*/ 22748 w 2490683"/>
                <a:gd name="connsiteY134" fmla="*/ 1337739 h 2488086"/>
                <a:gd name="connsiteX135" fmla="*/ 253636 w 2490683"/>
                <a:gd name="connsiteY135" fmla="*/ 1655089 h 2488086"/>
                <a:gd name="connsiteX136" fmla="*/ 1057041 w 2490683"/>
                <a:gd name="connsiteY136" fmla="*/ 1110817 h 2488086"/>
                <a:gd name="connsiteX137" fmla="*/ 1059178 w 2490683"/>
                <a:gd name="connsiteY137" fmla="*/ 1109538 h 2488086"/>
                <a:gd name="connsiteX138" fmla="*/ 609375 w 2490683"/>
                <a:gd name="connsiteY138" fmla="*/ 1955661 h 2488086"/>
                <a:gd name="connsiteX139" fmla="*/ 609375 w 2490683"/>
                <a:gd name="connsiteY139" fmla="*/ 1956371 h 2488086"/>
                <a:gd name="connsiteX140" fmla="*/ 253066 w 2490683"/>
                <a:gd name="connsiteY140" fmla="*/ 1656510 h 2488086"/>
                <a:gd name="connsiteX141" fmla="*/ 1055758 w 2490683"/>
                <a:gd name="connsiteY141" fmla="*/ 1113234 h 2488086"/>
                <a:gd name="connsiteX142" fmla="*/ 255061 w 2490683"/>
                <a:gd name="connsiteY142" fmla="*/ 1656653 h 2488086"/>
                <a:gd name="connsiteX143" fmla="*/ 608662 w 2490683"/>
                <a:gd name="connsiteY143" fmla="*/ 1954381 h 2488086"/>
                <a:gd name="connsiteX144" fmla="*/ 608804 w 2490683"/>
                <a:gd name="connsiteY144" fmla="*/ 1954950 h 2488086"/>
                <a:gd name="connsiteX145" fmla="*/ 608804 w 2490683"/>
                <a:gd name="connsiteY145" fmla="*/ 1954950 h 2488086"/>
                <a:gd name="connsiteX146" fmla="*/ 217293 w 2490683"/>
                <a:gd name="connsiteY146" fmla="*/ 2466803 h 2488086"/>
                <a:gd name="connsiteX147" fmla="*/ 216010 w 2490683"/>
                <a:gd name="connsiteY147" fmla="*/ 2468367 h 2488086"/>
                <a:gd name="connsiteX148" fmla="*/ 252353 w 2490683"/>
                <a:gd name="connsiteY148" fmla="*/ 1656226 h 2488086"/>
                <a:gd name="connsiteX149" fmla="*/ 252353 w 2490683"/>
                <a:gd name="connsiteY149" fmla="*/ 1655089 h 2488086"/>
                <a:gd name="connsiteX150" fmla="*/ 607664 w 2490683"/>
                <a:gd name="connsiteY150" fmla="*/ 1954950 h 2488086"/>
                <a:gd name="connsiteX151" fmla="*/ 254491 w 2490683"/>
                <a:gd name="connsiteY151" fmla="*/ 1658359 h 2488086"/>
                <a:gd name="connsiteX152" fmla="*/ 218433 w 2490683"/>
                <a:gd name="connsiteY152" fmla="*/ 2465239 h 2488086"/>
                <a:gd name="connsiteX153" fmla="*/ 607664 w 2490683"/>
                <a:gd name="connsiteY153" fmla="*/ 1954950 h 2488086"/>
                <a:gd name="connsiteX154" fmla="*/ 607664 w 2490683"/>
                <a:gd name="connsiteY154" fmla="*/ 1954950 h 2488086"/>
                <a:gd name="connsiteX155" fmla="*/ 1180181 w 2490683"/>
                <a:gd name="connsiteY155" fmla="*/ 2276849 h 2488086"/>
                <a:gd name="connsiteX156" fmla="*/ 1181606 w 2490683"/>
                <a:gd name="connsiteY156" fmla="*/ 2276849 h 2488086"/>
                <a:gd name="connsiteX157" fmla="*/ 217863 w 2490683"/>
                <a:gd name="connsiteY157" fmla="*/ 2467372 h 2488086"/>
                <a:gd name="connsiteX158" fmla="*/ 216295 w 2490683"/>
                <a:gd name="connsiteY158" fmla="*/ 2467372 h 2488086"/>
                <a:gd name="connsiteX159" fmla="*/ 607664 w 2490683"/>
                <a:gd name="connsiteY159" fmla="*/ 1956229 h 2488086"/>
                <a:gd name="connsiteX160" fmla="*/ 219288 w 2490683"/>
                <a:gd name="connsiteY160" fmla="*/ 2465808 h 2488086"/>
                <a:gd name="connsiteX161" fmla="*/ 1179041 w 2490683"/>
                <a:gd name="connsiteY161" fmla="*/ 2276565 h 2488086"/>
                <a:gd name="connsiteX162" fmla="*/ 18472 w 2490683"/>
                <a:gd name="connsiteY162" fmla="*/ 617731 h 2488086"/>
                <a:gd name="connsiteX163" fmla="*/ 34008 w 2490683"/>
                <a:gd name="connsiteY163" fmla="*/ 622281 h 2488086"/>
                <a:gd name="connsiteX164" fmla="*/ 41846 w 2490683"/>
                <a:gd name="connsiteY164" fmla="*/ 636499 h 2488086"/>
                <a:gd name="connsiteX165" fmla="*/ 41846 w 2490683"/>
                <a:gd name="connsiteY165" fmla="*/ 644177 h 2488086"/>
                <a:gd name="connsiteX166" fmla="*/ 23603 w 2490683"/>
                <a:gd name="connsiteY166" fmla="*/ 659817 h 2488086"/>
                <a:gd name="connsiteX167" fmla="*/ 382 w 2490683"/>
                <a:gd name="connsiteY167" fmla="*/ 641134 h 2488086"/>
                <a:gd name="connsiteX168" fmla="*/ 372 w 2490683"/>
                <a:gd name="connsiteY168" fmla="*/ 641049 h 2488086"/>
                <a:gd name="connsiteX169" fmla="*/ 372 w 2490683"/>
                <a:gd name="connsiteY169" fmla="*/ 633371 h 2488086"/>
                <a:gd name="connsiteX170" fmla="*/ 18472 w 2490683"/>
                <a:gd name="connsiteY170" fmla="*/ 617731 h 2488086"/>
                <a:gd name="connsiteX171" fmla="*/ 37000 w 2490683"/>
                <a:gd name="connsiteY171" fmla="*/ 636926 h 2488086"/>
                <a:gd name="connsiteX172" fmla="*/ 31157 w 2490683"/>
                <a:gd name="connsiteY172" fmla="*/ 626120 h 2488086"/>
                <a:gd name="connsiteX173" fmla="*/ 8302 w 2490683"/>
                <a:gd name="connsiteY173" fmla="*/ 628480 h 2488086"/>
                <a:gd name="connsiteX174" fmla="*/ 5218 w 2490683"/>
                <a:gd name="connsiteY174" fmla="*/ 634509 h 2488086"/>
                <a:gd name="connsiteX175" fmla="*/ 5218 w 2490683"/>
                <a:gd name="connsiteY175" fmla="*/ 640338 h 2488086"/>
                <a:gd name="connsiteX176" fmla="*/ 23288 w 2490683"/>
                <a:gd name="connsiteY176" fmla="*/ 654500 h 2488086"/>
                <a:gd name="connsiteX177" fmla="*/ 37000 w 2490683"/>
                <a:gd name="connsiteY177" fmla="*/ 642755 h 2488086"/>
                <a:gd name="connsiteX178" fmla="*/ 37000 w 2490683"/>
                <a:gd name="connsiteY178" fmla="*/ 636926 h 2488086"/>
                <a:gd name="connsiteX179" fmla="*/ 537258 w 2490683"/>
                <a:gd name="connsiteY179" fmla="*/ 94 h 2488086"/>
                <a:gd name="connsiteX180" fmla="*/ 560489 w 2490683"/>
                <a:gd name="connsiteY180" fmla="*/ 18862 h 2488086"/>
                <a:gd name="connsiteX181" fmla="*/ 560489 w 2490683"/>
                <a:gd name="connsiteY181" fmla="*/ 26540 h 2488086"/>
                <a:gd name="connsiteX182" fmla="*/ 537757 w 2490683"/>
                <a:gd name="connsiteY182" fmla="*/ 45948 h 2488086"/>
                <a:gd name="connsiteX183" fmla="*/ 518302 w 2490683"/>
                <a:gd name="connsiteY183" fmla="*/ 23270 h 2488086"/>
                <a:gd name="connsiteX184" fmla="*/ 518302 w 2490683"/>
                <a:gd name="connsiteY184" fmla="*/ 15592 h 2488086"/>
                <a:gd name="connsiteX185" fmla="*/ 537115 w 2490683"/>
                <a:gd name="connsiteY185" fmla="*/ 94 h 2488086"/>
                <a:gd name="connsiteX186" fmla="*/ 555501 w 2490683"/>
                <a:gd name="connsiteY186" fmla="*/ 19431 h 2488086"/>
                <a:gd name="connsiteX187" fmla="*/ 537739 w 2490683"/>
                <a:gd name="connsiteY187" fmla="*/ 5207 h 2488086"/>
                <a:gd name="connsiteX188" fmla="*/ 537685 w 2490683"/>
                <a:gd name="connsiteY188" fmla="*/ 5213 h 2488086"/>
                <a:gd name="connsiteX189" fmla="*/ 523433 w 2490683"/>
                <a:gd name="connsiteY189" fmla="*/ 17156 h 2488086"/>
                <a:gd name="connsiteX190" fmla="*/ 523433 w 2490683"/>
                <a:gd name="connsiteY190" fmla="*/ 22986 h 2488086"/>
                <a:gd name="connsiteX191" fmla="*/ 541194 w 2490683"/>
                <a:gd name="connsiteY191" fmla="*/ 37210 h 2488086"/>
                <a:gd name="connsiteX192" fmla="*/ 541248 w 2490683"/>
                <a:gd name="connsiteY192" fmla="*/ 37204 h 2488086"/>
                <a:gd name="connsiteX193" fmla="*/ 555501 w 2490683"/>
                <a:gd name="connsiteY193" fmla="*/ 25261 h 2488086"/>
                <a:gd name="connsiteX194" fmla="*/ 555358 w 2490683"/>
                <a:gd name="connsiteY194" fmla="*/ 19431 h 2488086"/>
                <a:gd name="connsiteX195" fmla="*/ 877889 w 2490683"/>
                <a:gd name="connsiteY195" fmla="*/ 1026646 h 2488086"/>
                <a:gd name="connsiteX196" fmla="*/ 904826 w 2490683"/>
                <a:gd name="connsiteY196" fmla="*/ 1034608 h 2488086"/>
                <a:gd name="connsiteX197" fmla="*/ 919078 w 2490683"/>
                <a:gd name="connsiteY197" fmla="*/ 1059205 h 2488086"/>
                <a:gd name="connsiteX198" fmla="*/ 918080 w 2490683"/>
                <a:gd name="connsiteY198" fmla="*/ 1072570 h 2488086"/>
                <a:gd name="connsiteX199" fmla="*/ 873127 w 2490683"/>
                <a:gd name="connsiteY199" fmla="*/ 1098647 h 2488086"/>
                <a:gd name="connsiteX200" fmla="*/ 845963 w 2490683"/>
                <a:gd name="connsiteY200" fmla="*/ 1067025 h 2488086"/>
                <a:gd name="connsiteX201" fmla="*/ 846961 w 2490683"/>
                <a:gd name="connsiteY201" fmla="*/ 1053660 h 2488086"/>
                <a:gd name="connsiteX202" fmla="*/ 877889 w 2490683"/>
                <a:gd name="connsiteY202" fmla="*/ 1026646 h 2488086"/>
                <a:gd name="connsiteX203" fmla="*/ 913377 w 2490683"/>
                <a:gd name="connsiteY203" fmla="*/ 1059774 h 2488086"/>
                <a:gd name="connsiteX204" fmla="*/ 901833 w 2490683"/>
                <a:gd name="connsiteY204" fmla="*/ 1038447 h 2488086"/>
                <a:gd name="connsiteX205" fmla="*/ 856961 w 2490683"/>
                <a:gd name="connsiteY205" fmla="*/ 1043423 h 2488086"/>
                <a:gd name="connsiteX206" fmla="*/ 851094 w 2490683"/>
                <a:gd name="connsiteY206" fmla="*/ 1054940 h 2488086"/>
                <a:gd name="connsiteX207" fmla="*/ 873502 w 2490683"/>
                <a:gd name="connsiteY207" fmla="*/ 1093812 h 2488086"/>
                <a:gd name="connsiteX208" fmla="*/ 912466 w 2490683"/>
                <a:gd name="connsiteY208" fmla="*/ 1071461 h 2488086"/>
                <a:gd name="connsiteX209" fmla="*/ 913377 w 2490683"/>
                <a:gd name="connsiteY209" fmla="*/ 1059774 h 2488086"/>
                <a:gd name="connsiteX210" fmla="*/ 1503281 w 2490683"/>
                <a:gd name="connsiteY210" fmla="*/ 34218 h 2488086"/>
                <a:gd name="connsiteX211" fmla="*/ 1552523 w 2490683"/>
                <a:gd name="connsiteY211" fmla="*/ 73958 h 2488086"/>
                <a:gd name="connsiteX212" fmla="*/ 1512688 w 2490683"/>
                <a:gd name="connsiteY212" fmla="*/ 123081 h 2488086"/>
                <a:gd name="connsiteX213" fmla="*/ 1479908 w 2490683"/>
                <a:gd name="connsiteY213" fmla="*/ 113413 h 2488086"/>
                <a:gd name="connsiteX214" fmla="*/ 1463517 w 2490683"/>
                <a:gd name="connsiteY214" fmla="*/ 83413 h 2488086"/>
                <a:gd name="connsiteX215" fmla="*/ 1464658 w 2490683"/>
                <a:gd name="connsiteY215" fmla="*/ 67204 h 2488086"/>
                <a:gd name="connsiteX216" fmla="*/ 1503139 w 2490683"/>
                <a:gd name="connsiteY216" fmla="*/ 34218 h 2488086"/>
                <a:gd name="connsiteX217" fmla="*/ 1547749 w 2490683"/>
                <a:gd name="connsiteY217" fmla="*/ 74455 h 2488086"/>
                <a:gd name="connsiteX218" fmla="*/ 1503481 w 2490683"/>
                <a:gd name="connsiteY218" fmla="*/ 39540 h 2488086"/>
                <a:gd name="connsiteX219" fmla="*/ 1469646 w 2490683"/>
                <a:gd name="connsiteY219" fmla="*/ 68484 h 2488086"/>
                <a:gd name="connsiteX220" fmla="*/ 1468506 w 2490683"/>
                <a:gd name="connsiteY220" fmla="*/ 82702 h 2488086"/>
                <a:gd name="connsiteX221" fmla="*/ 1482758 w 2490683"/>
                <a:gd name="connsiteY221" fmla="*/ 109432 h 2488086"/>
                <a:gd name="connsiteX222" fmla="*/ 1538926 w 2490683"/>
                <a:gd name="connsiteY222" fmla="*/ 103901 h 2488086"/>
                <a:gd name="connsiteX223" fmla="*/ 1547749 w 2490683"/>
                <a:gd name="connsiteY223" fmla="*/ 74455 h 2488086"/>
                <a:gd name="connsiteX224" fmla="*/ 1504992 w 2490683"/>
                <a:gd name="connsiteY224" fmla="*/ 55972 h 2488086"/>
                <a:gd name="connsiteX225" fmla="*/ 1521809 w 2490683"/>
                <a:gd name="connsiteY225" fmla="*/ 60948 h 2488086"/>
                <a:gd name="connsiteX226" fmla="*/ 1528822 w 2490683"/>
                <a:gd name="connsiteY226" fmla="*/ 92555 h 2488086"/>
                <a:gd name="connsiteX227" fmla="*/ 1497139 w 2490683"/>
                <a:gd name="connsiteY227" fmla="*/ 99550 h 2488086"/>
                <a:gd name="connsiteX228" fmla="*/ 1493305 w 2490683"/>
                <a:gd name="connsiteY228" fmla="*/ 96494 h 2488086"/>
                <a:gd name="connsiteX229" fmla="*/ 1484896 w 2490683"/>
                <a:gd name="connsiteY229" fmla="*/ 81138 h 2488086"/>
                <a:gd name="connsiteX230" fmla="*/ 1484896 w 2490683"/>
                <a:gd name="connsiteY230" fmla="*/ 72749 h 2488086"/>
                <a:gd name="connsiteX231" fmla="*/ 1504992 w 2490683"/>
                <a:gd name="connsiteY231" fmla="*/ 55972 h 2488086"/>
                <a:gd name="connsiteX232" fmla="*/ 1525230 w 2490683"/>
                <a:gd name="connsiteY232" fmla="*/ 76730 h 2488086"/>
                <a:gd name="connsiteX233" fmla="*/ 1518674 w 2490683"/>
                <a:gd name="connsiteY233" fmla="*/ 64787 h 2488086"/>
                <a:gd name="connsiteX234" fmla="*/ 1505419 w 2490683"/>
                <a:gd name="connsiteY234" fmla="*/ 60806 h 2488086"/>
                <a:gd name="connsiteX235" fmla="*/ 1490027 w 2490683"/>
                <a:gd name="connsiteY235" fmla="*/ 74029 h 2488086"/>
                <a:gd name="connsiteX236" fmla="*/ 1490027 w 2490683"/>
                <a:gd name="connsiteY236" fmla="*/ 80569 h 2488086"/>
                <a:gd name="connsiteX237" fmla="*/ 1509510 w 2490683"/>
                <a:gd name="connsiteY237" fmla="*/ 96508 h 2488086"/>
                <a:gd name="connsiteX238" fmla="*/ 1509695 w 2490683"/>
                <a:gd name="connsiteY238" fmla="*/ 96494 h 2488086"/>
                <a:gd name="connsiteX239" fmla="*/ 1525230 w 2490683"/>
                <a:gd name="connsiteY239" fmla="*/ 83271 h 2488086"/>
                <a:gd name="connsiteX240" fmla="*/ 1525658 w 2490683"/>
                <a:gd name="connsiteY240" fmla="*/ 76730 h 2488086"/>
                <a:gd name="connsiteX241" fmla="*/ 1936838 w 2490683"/>
                <a:gd name="connsiteY241" fmla="*/ 578916 h 2488086"/>
                <a:gd name="connsiteX242" fmla="*/ 1962919 w 2490683"/>
                <a:gd name="connsiteY242" fmla="*/ 599959 h 2488086"/>
                <a:gd name="connsiteX243" fmla="*/ 1962919 w 2490683"/>
                <a:gd name="connsiteY243" fmla="*/ 608490 h 2488086"/>
                <a:gd name="connsiteX244" fmla="*/ 1934130 w 2490683"/>
                <a:gd name="connsiteY244" fmla="*/ 625495 h 2488086"/>
                <a:gd name="connsiteX245" fmla="*/ 1916457 w 2490683"/>
                <a:gd name="connsiteY245" fmla="*/ 604935 h 2488086"/>
                <a:gd name="connsiteX246" fmla="*/ 1917169 w 2490683"/>
                <a:gd name="connsiteY246" fmla="*/ 596404 h 2488086"/>
                <a:gd name="connsiteX247" fmla="*/ 1937265 w 2490683"/>
                <a:gd name="connsiteY247" fmla="*/ 578916 h 2488086"/>
                <a:gd name="connsiteX248" fmla="*/ 1957931 w 2490683"/>
                <a:gd name="connsiteY248" fmla="*/ 600528 h 2488086"/>
                <a:gd name="connsiteX249" fmla="*/ 1937479 w 2490683"/>
                <a:gd name="connsiteY249" fmla="*/ 583864 h 2488086"/>
                <a:gd name="connsiteX250" fmla="*/ 1937265 w 2490683"/>
                <a:gd name="connsiteY250" fmla="*/ 583892 h 2488086"/>
                <a:gd name="connsiteX251" fmla="*/ 1921160 w 2490683"/>
                <a:gd name="connsiteY251" fmla="*/ 598110 h 2488086"/>
                <a:gd name="connsiteX252" fmla="*/ 1921160 w 2490683"/>
                <a:gd name="connsiteY252" fmla="*/ 604935 h 2488086"/>
                <a:gd name="connsiteX253" fmla="*/ 1941470 w 2490683"/>
                <a:gd name="connsiteY253" fmla="*/ 621457 h 2488086"/>
                <a:gd name="connsiteX254" fmla="*/ 1941683 w 2490683"/>
                <a:gd name="connsiteY254" fmla="*/ 621428 h 2488086"/>
                <a:gd name="connsiteX255" fmla="*/ 1957931 w 2490683"/>
                <a:gd name="connsiteY255" fmla="*/ 607210 h 2488086"/>
                <a:gd name="connsiteX256" fmla="*/ 1958359 w 2490683"/>
                <a:gd name="connsiteY256" fmla="*/ 600528 h 2488086"/>
                <a:gd name="connsiteX257" fmla="*/ 1937693 w 2490683"/>
                <a:gd name="connsiteY257" fmla="*/ 587731 h 2488086"/>
                <a:gd name="connsiteX258" fmla="*/ 1948667 w 2490683"/>
                <a:gd name="connsiteY258" fmla="*/ 590859 h 2488086"/>
                <a:gd name="connsiteX259" fmla="*/ 1954083 w 2490683"/>
                <a:gd name="connsiteY259" fmla="*/ 600812 h 2488086"/>
                <a:gd name="connsiteX260" fmla="*/ 1954083 w 2490683"/>
                <a:gd name="connsiteY260" fmla="*/ 606215 h 2488086"/>
                <a:gd name="connsiteX261" fmla="*/ 1941256 w 2490683"/>
                <a:gd name="connsiteY261" fmla="*/ 617305 h 2488086"/>
                <a:gd name="connsiteX262" fmla="*/ 1930281 w 2490683"/>
                <a:gd name="connsiteY262" fmla="*/ 614035 h 2488086"/>
                <a:gd name="connsiteX263" fmla="*/ 1924723 w 2490683"/>
                <a:gd name="connsiteY263" fmla="*/ 604082 h 2488086"/>
                <a:gd name="connsiteX264" fmla="*/ 1924723 w 2490683"/>
                <a:gd name="connsiteY264" fmla="*/ 598679 h 2488086"/>
                <a:gd name="connsiteX265" fmla="*/ 1938120 w 2490683"/>
                <a:gd name="connsiteY265" fmla="*/ 587731 h 2488086"/>
                <a:gd name="connsiteX266" fmla="*/ 1949237 w 2490683"/>
                <a:gd name="connsiteY266" fmla="*/ 601949 h 2488086"/>
                <a:gd name="connsiteX267" fmla="*/ 1945532 w 2490683"/>
                <a:gd name="connsiteY267" fmla="*/ 595267 h 2488086"/>
                <a:gd name="connsiteX268" fmla="*/ 1938263 w 2490683"/>
                <a:gd name="connsiteY268" fmla="*/ 593134 h 2488086"/>
                <a:gd name="connsiteX269" fmla="*/ 1929426 w 2490683"/>
                <a:gd name="connsiteY269" fmla="*/ 604082 h 2488086"/>
                <a:gd name="connsiteX270" fmla="*/ 1933132 w 2490683"/>
                <a:gd name="connsiteY270" fmla="*/ 610765 h 2488086"/>
                <a:gd name="connsiteX271" fmla="*/ 1940401 w 2490683"/>
                <a:gd name="connsiteY271" fmla="*/ 612897 h 2488086"/>
                <a:gd name="connsiteX272" fmla="*/ 1948952 w 2490683"/>
                <a:gd name="connsiteY272" fmla="*/ 605646 h 2488086"/>
                <a:gd name="connsiteX273" fmla="*/ 1949665 w 2490683"/>
                <a:gd name="connsiteY273" fmla="*/ 601381 h 2488086"/>
                <a:gd name="connsiteX274" fmla="*/ 632036 w 2490683"/>
                <a:gd name="connsiteY274" fmla="*/ 408582 h 2488086"/>
                <a:gd name="connsiteX275" fmla="*/ 700732 w 2490683"/>
                <a:gd name="connsiteY275" fmla="*/ 464033 h 2488086"/>
                <a:gd name="connsiteX276" fmla="*/ 699022 w 2490683"/>
                <a:gd name="connsiteY276" fmla="*/ 486640 h 2488086"/>
                <a:gd name="connsiteX277" fmla="*/ 622705 w 2490683"/>
                <a:gd name="connsiteY277" fmla="*/ 530915 h 2488086"/>
                <a:gd name="connsiteX278" fmla="*/ 576594 w 2490683"/>
                <a:gd name="connsiteY278" fmla="*/ 477256 h 2488086"/>
                <a:gd name="connsiteX279" fmla="*/ 578304 w 2490683"/>
                <a:gd name="connsiteY279" fmla="*/ 454649 h 2488086"/>
                <a:gd name="connsiteX280" fmla="*/ 632036 w 2490683"/>
                <a:gd name="connsiteY280" fmla="*/ 408582 h 2488086"/>
                <a:gd name="connsiteX281" fmla="*/ 695886 w 2490683"/>
                <a:gd name="connsiteY281" fmla="*/ 464033 h 2488086"/>
                <a:gd name="connsiteX282" fmla="*/ 632566 w 2490683"/>
                <a:gd name="connsiteY282" fmla="*/ 412322 h 2488086"/>
                <a:gd name="connsiteX283" fmla="*/ 580729 w 2490683"/>
                <a:gd name="connsiteY283" fmla="*/ 475493 h 2488086"/>
                <a:gd name="connsiteX284" fmla="*/ 644049 w 2490683"/>
                <a:gd name="connsiteY284" fmla="*/ 527204 h 2488086"/>
                <a:gd name="connsiteX285" fmla="*/ 694176 w 2490683"/>
                <a:gd name="connsiteY285" fmla="*/ 484792 h 2488086"/>
                <a:gd name="connsiteX286" fmla="*/ 695886 w 2490683"/>
                <a:gd name="connsiteY286" fmla="*/ 464033 h 2488086"/>
                <a:gd name="connsiteX287" fmla="*/ 634031 w 2490683"/>
                <a:gd name="connsiteY287" fmla="*/ 426497 h 2488086"/>
                <a:gd name="connsiteX288" fmla="*/ 682347 w 2490683"/>
                <a:gd name="connsiteY288" fmla="*/ 465455 h 2488086"/>
                <a:gd name="connsiteX289" fmla="*/ 681206 w 2490683"/>
                <a:gd name="connsiteY289" fmla="*/ 481379 h 2488086"/>
                <a:gd name="connsiteX290" fmla="*/ 643295 w 2490683"/>
                <a:gd name="connsiteY290" fmla="*/ 513655 h 2488086"/>
                <a:gd name="connsiteX291" fmla="*/ 611085 w 2490683"/>
                <a:gd name="connsiteY291" fmla="*/ 504270 h 2488086"/>
                <a:gd name="connsiteX292" fmla="*/ 594980 w 2490683"/>
                <a:gd name="connsiteY292" fmla="*/ 474839 h 2488086"/>
                <a:gd name="connsiteX293" fmla="*/ 596262 w 2490683"/>
                <a:gd name="connsiteY293" fmla="*/ 458915 h 2488086"/>
                <a:gd name="connsiteX294" fmla="*/ 634031 w 2490683"/>
                <a:gd name="connsiteY294" fmla="*/ 426924 h 2488086"/>
                <a:gd name="connsiteX295" fmla="*/ 676788 w 2490683"/>
                <a:gd name="connsiteY295" fmla="*/ 466024 h 2488086"/>
                <a:gd name="connsiteX296" fmla="*/ 635894 w 2490683"/>
                <a:gd name="connsiteY296" fmla="*/ 429000 h 2488086"/>
                <a:gd name="connsiteX297" fmla="*/ 598777 w 2490683"/>
                <a:gd name="connsiteY297" fmla="*/ 469791 h 2488086"/>
                <a:gd name="connsiteX298" fmla="*/ 599255 w 2490683"/>
                <a:gd name="connsiteY298" fmla="*/ 474270 h 2488086"/>
                <a:gd name="connsiteX299" fmla="*/ 642012 w 2490683"/>
                <a:gd name="connsiteY299" fmla="*/ 508820 h 2488086"/>
                <a:gd name="connsiteX300" fmla="*/ 676646 w 2490683"/>
                <a:gd name="connsiteY300" fmla="*/ 466166 h 2488086"/>
                <a:gd name="connsiteX301" fmla="*/ 2129387 w 2490683"/>
                <a:gd name="connsiteY301" fmla="*/ 409151 h 2488086"/>
                <a:gd name="connsiteX302" fmla="*/ 2173426 w 2490683"/>
                <a:gd name="connsiteY302" fmla="*/ 444554 h 2488086"/>
                <a:gd name="connsiteX303" fmla="*/ 2172286 w 2490683"/>
                <a:gd name="connsiteY303" fmla="*/ 458772 h 2488086"/>
                <a:gd name="connsiteX304" fmla="*/ 2123030 w 2490683"/>
                <a:gd name="connsiteY304" fmla="*/ 486683 h 2488086"/>
                <a:gd name="connsiteX305" fmla="*/ 2093899 w 2490683"/>
                <a:gd name="connsiteY305" fmla="*/ 452801 h 2488086"/>
                <a:gd name="connsiteX306" fmla="*/ 2094896 w 2490683"/>
                <a:gd name="connsiteY306" fmla="*/ 438583 h 2488086"/>
                <a:gd name="connsiteX307" fmla="*/ 2130099 w 2490683"/>
                <a:gd name="connsiteY307" fmla="*/ 409720 h 2488086"/>
                <a:gd name="connsiteX308" fmla="*/ 2168438 w 2490683"/>
                <a:gd name="connsiteY308" fmla="*/ 445123 h 2488086"/>
                <a:gd name="connsiteX309" fmla="*/ 2129814 w 2490683"/>
                <a:gd name="connsiteY309" fmla="*/ 414113 h 2488086"/>
                <a:gd name="connsiteX310" fmla="*/ 2098730 w 2490683"/>
                <a:gd name="connsiteY310" fmla="*/ 452644 h 2488086"/>
                <a:gd name="connsiteX311" fmla="*/ 2137354 w 2490683"/>
                <a:gd name="connsiteY311" fmla="*/ 483654 h 2488086"/>
                <a:gd name="connsiteX312" fmla="*/ 2137368 w 2490683"/>
                <a:gd name="connsiteY312" fmla="*/ 483654 h 2488086"/>
                <a:gd name="connsiteX313" fmla="*/ 2167441 w 2490683"/>
                <a:gd name="connsiteY313" fmla="*/ 457777 h 2488086"/>
                <a:gd name="connsiteX314" fmla="*/ 2169151 w 2490683"/>
                <a:gd name="connsiteY314" fmla="*/ 445692 h 2488086"/>
                <a:gd name="connsiteX315" fmla="*/ 2131382 w 2490683"/>
                <a:gd name="connsiteY315" fmla="*/ 427635 h 2488086"/>
                <a:gd name="connsiteX316" fmla="*/ 2154742 w 2490683"/>
                <a:gd name="connsiteY316" fmla="*/ 446459 h 2488086"/>
                <a:gd name="connsiteX317" fmla="*/ 2154756 w 2490683"/>
                <a:gd name="connsiteY317" fmla="*/ 446545 h 2488086"/>
                <a:gd name="connsiteX318" fmla="*/ 2154756 w 2490683"/>
                <a:gd name="connsiteY318" fmla="*/ 454365 h 2488086"/>
                <a:gd name="connsiteX319" fmla="*/ 2129016 w 2490683"/>
                <a:gd name="connsiteY319" fmla="*/ 469791 h 2488086"/>
                <a:gd name="connsiteX320" fmla="*/ 2112997 w 2490683"/>
                <a:gd name="connsiteY320" fmla="*/ 451094 h 2488086"/>
                <a:gd name="connsiteX321" fmla="*/ 2112997 w 2490683"/>
                <a:gd name="connsiteY321" fmla="*/ 443417 h 2488086"/>
                <a:gd name="connsiteX322" fmla="*/ 2132095 w 2490683"/>
                <a:gd name="connsiteY322" fmla="*/ 428203 h 2488086"/>
                <a:gd name="connsiteX323" fmla="*/ 2149910 w 2490683"/>
                <a:gd name="connsiteY323" fmla="*/ 447113 h 2488086"/>
                <a:gd name="connsiteX324" fmla="*/ 2131681 w 2490683"/>
                <a:gd name="connsiteY324" fmla="*/ 432824 h 2488086"/>
                <a:gd name="connsiteX325" fmla="*/ 2117842 w 2490683"/>
                <a:gd name="connsiteY325" fmla="*/ 444696 h 2488086"/>
                <a:gd name="connsiteX326" fmla="*/ 2117842 w 2490683"/>
                <a:gd name="connsiteY326" fmla="*/ 450526 h 2488086"/>
                <a:gd name="connsiteX327" fmla="*/ 2135800 w 2490683"/>
                <a:gd name="connsiteY327" fmla="*/ 464744 h 2488086"/>
                <a:gd name="connsiteX328" fmla="*/ 2150053 w 2490683"/>
                <a:gd name="connsiteY328" fmla="*/ 452801 h 2488086"/>
                <a:gd name="connsiteX329" fmla="*/ 2150623 w 2490683"/>
                <a:gd name="connsiteY329" fmla="*/ 447682 h 2488086"/>
                <a:gd name="connsiteX330" fmla="*/ 2239700 w 2490683"/>
                <a:gd name="connsiteY330" fmla="*/ 1158022 h 2488086"/>
                <a:gd name="connsiteX331" fmla="*/ 2269060 w 2490683"/>
                <a:gd name="connsiteY331" fmla="*/ 1166553 h 2488086"/>
                <a:gd name="connsiteX332" fmla="*/ 2283312 w 2490683"/>
                <a:gd name="connsiteY332" fmla="*/ 1193425 h 2488086"/>
                <a:gd name="connsiteX333" fmla="*/ 2282172 w 2490683"/>
                <a:gd name="connsiteY333" fmla="*/ 1207643 h 2488086"/>
                <a:gd name="connsiteX334" fmla="*/ 2233614 w 2490683"/>
                <a:gd name="connsiteY334" fmla="*/ 1236335 h 2488086"/>
                <a:gd name="connsiteX335" fmla="*/ 2203784 w 2490683"/>
                <a:gd name="connsiteY335" fmla="*/ 1201529 h 2488086"/>
                <a:gd name="connsiteX336" fmla="*/ 2204924 w 2490683"/>
                <a:gd name="connsiteY336" fmla="*/ 1187311 h 2488086"/>
                <a:gd name="connsiteX337" fmla="*/ 2240413 w 2490683"/>
                <a:gd name="connsiteY337" fmla="*/ 1158733 h 2488086"/>
                <a:gd name="connsiteX338" fmla="*/ 2278751 w 2490683"/>
                <a:gd name="connsiteY338" fmla="*/ 1193851 h 2488086"/>
                <a:gd name="connsiteX339" fmla="*/ 2239956 w 2490683"/>
                <a:gd name="connsiteY339" fmla="*/ 1163055 h 2488086"/>
                <a:gd name="connsiteX340" fmla="*/ 2210055 w 2490683"/>
                <a:gd name="connsiteY340" fmla="*/ 1188733 h 2488086"/>
                <a:gd name="connsiteX341" fmla="*/ 2209200 w 2490683"/>
                <a:gd name="connsiteY341" fmla="*/ 1201387 h 2488086"/>
                <a:gd name="connsiteX342" fmla="*/ 2247681 w 2490683"/>
                <a:gd name="connsiteY342" fmla="*/ 1232382 h 2488086"/>
                <a:gd name="connsiteX343" fmla="*/ 2278837 w 2490683"/>
                <a:gd name="connsiteY343" fmla="*/ 1194690 h 2488086"/>
                <a:gd name="connsiteX344" fmla="*/ 2278751 w 2490683"/>
                <a:gd name="connsiteY344" fmla="*/ 1193851 h 2488086"/>
                <a:gd name="connsiteX345" fmla="*/ 2464032 w 2490683"/>
                <a:gd name="connsiteY345" fmla="*/ 726216 h 2488086"/>
                <a:gd name="connsiteX346" fmla="*/ 2490213 w 2490683"/>
                <a:gd name="connsiteY346" fmla="*/ 747003 h 2488086"/>
                <a:gd name="connsiteX347" fmla="*/ 2490256 w 2490683"/>
                <a:gd name="connsiteY347" fmla="*/ 747401 h 2488086"/>
                <a:gd name="connsiteX348" fmla="*/ 2490256 w 2490683"/>
                <a:gd name="connsiteY348" fmla="*/ 755932 h 2488086"/>
                <a:gd name="connsiteX349" fmla="*/ 2469875 w 2490683"/>
                <a:gd name="connsiteY349" fmla="*/ 773563 h 2488086"/>
                <a:gd name="connsiteX350" fmla="*/ 2452345 w 2490683"/>
                <a:gd name="connsiteY350" fmla="*/ 768444 h 2488086"/>
                <a:gd name="connsiteX351" fmla="*/ 2443509 w 2490683"/>
                <a:gd name="connsiteY351" fmla="*/ 752377 h 2488086"/>
                <a:gd name="connsiteX352" fmla="*/ 2443509 w 2490683"/>
                <a:gd name="connsiteY352" fmla="*/ 743704 h 2488086"/>
                <a:gd name="connsiteX353" fmla="*/ 2465457 w 2490683"/>
                <a:gd name="connsiteY353" fmla="*/ 726927 h 2488086"/>
                <a:gd name="connsiteX354" fmla="*/ 2485410 w 2490683"/>
                <a:gd name="connsiteY354" fmla="*/ 747828 h 2488086"/>
                <a:gd name="connsiteX355" fmla="*/ 2464687 w 2490683"/>
                <a:gd name="connsiteY355" fmla="*/ 731178 h 2488086"/>
                <a:gd name="connsiteX356" fmla="*/ 2464602 w 2490683"/>
                <a:gd name="connsiteY356" fmla="*/ 731192 h 2488086"/>
                <a:gd name="connsiteX357" fmla="*/ 2448212 w 2490683"/>
                <a:gd name="connsiteY357" fmla="*/ 745410 h 2488086"/>
                <a:gd name="connsiteX358" fmla="*/ 2448212 w 2490683"/>
                <a:gd name="connsiteY358" fmla="*/ 752235 h 2488086"/>
                <a:gd name="connsiteX359" fmla="*/ 2455053 w 2490683"/>
                <a:gd name="connsiteY359" fmla="*/ 765032 h 2488086"/>
                <a:gd name="connsiteX360" fmla="*/ 2481876 w 2490683"/>
                <a:gd name="connsiteY360" fmla="*/ 761875 h 2488086"/>
                <a:gd name="connsiteX361" fmla="*/ 2485268 w 2490683"/>
                <a:gd name="connsiteY361" fmla="*/ 755221 h 2488086"/>
                <a:gd name="connsiteX362" fmla="*/ 2486836 w 2490683"/>
                <a:gd name="connsiteY362" fmla="*/ 748396 h 2488086"/>
                <a:gd name="connsiteX363" fmla="*/ 1590506 w 2490683"/>
                <a:gd name="connsiteY363" fmla="*/ 1107831 h 2488086"/>
                <a:gd name="connsiteX364" fmla="*/ 1617828 w 2490683"/>
                <a:gd name="connsiteY364" fmla="*/ 1129443 h 2488086"/>
                <a:gd name="connsiteX365" fmla="*/ 1617870 w 2490683"/>
                <a:gd name="connsiteY365" fmla="*/ 1129870 h 2488086"/>
                <a:gd name="connsiteX366" fmla="*/ 1617870 w 2490683"/>
                <a:gd name="connsiteY366" fmla="*/ 1138969 h 2488086"/>
                <a:gd name="connsiteX367" fmla="*/ 1596349 w 2490683"/>
                <a:gd name="connsiteY367" fmla="*/ 1157311 h 2488086"/>
                <a:gd name="connsiteX368" fmla="*/ 1577964 w 2490683"/>
                <a:gd name="connsiteY368" fmla="*/ 1151908 h 2488086"/>
                <a:gd name="connsiteX369" fmla="*/ 1568842 w 2490683"/>
                <a:gd name="connsiteY369" fmla="*/ 1135130 h 2488086"/>
                <a:gd name="connsiteX370" fmla="*/ 1569555 w 2490683"/>
                <a:gd name="connsiteY370" fmla="*/ 1126173 h 2488086"/>
                <a:gd name="connsiteX371" fmla="*/ 1590506 w 2490683"/>
                <a:gd name="connsiteY371" fmla="*/ 1107831 h 2488086"/>
                <a:gd name="connsiteX372" fmla="*/ 1613024 w 2490683"/>
                <a:gd name="connsiteY372" fmla="*/ 1130438 h 2488086"/>
                <a:gd name="connsiteX373" fmla="*/ 1590933 w 2490683"/>
                <a:gd name="connsiteY373" fmla="*/ 1112666 h 2488086"/>
                <a:gd name="connsiteX374" fmla="*/ 1573688 w 2490683"/>
                <a:gd name="connsiteY374" fmla="*/ 1126884 h 2488086"/>
                <a:gd name="connsiteX375" fmla="*/ 1573688 w 2490683"/>
                <a:gd name="connsiteY375" fmla="*/ 1134135 h 2488086"/>
                <a:gd name="connsiteX376" fmla="*/ 1595408 w 2490683"/>
                <a:gd name="connsiteY376" fmla="*/ 1151794 h 2488086"/>
                <a:gd name="connsiteX377" fmla="*/ 1595637 w 2490683"/>
                <a:gd name="connsiteY377" fmla="*/ 1151766 h 2488086"/>
                <a:gd name="connsiteX378" fmla="*/ 1612882 w 2490683"/>
                <a:gd name="connsiteY378" fmla="*/ 1137547 h 2488086"/>
                <a:gd name="connsiteX379" fmla="*/ 1612597 w 2490683"/>
                <a:gd name="connsiteY379" fmla="*/ 1130438 h 2488086"/>
                <a:gd name="connsiteX380" fmla="*/ 1589651 w 2490683"/>
                <a:gd name="connsiteY380" fmla="*/ 1099869 h 2488086"/>
                <a:gd name="connsiteX381" fmla="*/ 1625851 w 2490683"/>
                <a:gd name="connsiteY381" fmla="*/ 1129017 h 2488086"/>
                <a:gd name="connsiteX382" fmla="*/ 1597347 w 2490683"/>
                <a:gd name="connsiteY382" fmla="*/ 1165273 h 2488086"/>
                <a:gd name="connsiteX383" fmla="*/ 1561003 w 2490683"/>
                <a:gd name="connsiteY383" fmla="*/ 1135983 h 2488086"/>
                <a:gd name="connsiteX384" fmla="*/ 1562001 w 2490683"/>
                <a:gd name="connsiteY384" fmla="*/ 1124040 h 2488086"/>
                <a:gd name="connsiteX385" fmla="*/ 1589223 w 2490683"/>
                <a:gd name="connsiteY385" fmla="*/ 1099869 h 2488086"/>
                <a:gd name="connsiteX386" fmla="*/ 1621006 w 2490683"/>
                <a:gd name="connsiteY386" fmla="*/ 1129585 h 2488086"/>
                <a:gd name="connsiteX387" fmla="*/ 1610744 w 2490683"/>
                <a:gd name="connsiteY387" fmla="*/ 1110817 h 2488086"/>
                <a:gd name="connsiteX388" fmla="*/ 1590078 w 2490683"/>
                <a:gd name="connsiteY388" fmla="*/ 1104846 h 2488086"/>
                <a:gd name="connsiteX389" fmla="*/ 1563982 w 2490683"/>
                <a:gd name="connsiteY389" fmla="*/ 1135500 h 2488086"/>
                <a:gd name="connsiteX390" fmla="*/ 1594725 w 2490683"/>
                <a:gd name="connsiteY390" fmla="*/ 1161534 h 2488086"/>
                <a:gd name="connsiteX391" fmla="*/ 1620151 w 2490683"/>
                <a:gd name="connsiteY391" fmla="*/ 1139680 h 2488086"/>
                <a:gd name="connsiteX392" fmla="*/ 1620578 w 2490683"/>
                <a:gd name="connsiteY392" fmla="*/ 1129585 h 2488086"/>
                <a:gd name="connsiteX393" fmla="*/ 2410015 w 2490683"/>
                <a:gd name="connsiteY393" fmla="*/ 209528 h 2488086"/>
                <a:gd name="connsiteX394" fmla="*/ 2446359 w 2490683"/>
                <a:gd name="connsiteY394" fmla="*/ 238817 h 2488086"/>
                <a:gd name="connsiteX395" fmla="*/ 2445361 w 2490683"/>
                <a:gd name="connsiteY395" fmla="*/ 250761 h 2488086"/>
                <a:gd name="connsiteX396" fmla="*/ 2405098 w 2490683"/>
                <a:gd name="connsiteY396" fmla="*/ 274078 h 2488086"/>
                <a:gd name="connsiteX397" fmla="*/ 2380798 w 2490683"/>
                <a:gd name="connsiteY397" fmla="*/ 245784 h 2488086"/>
                <a:gd name="connsiteX398" fmla="*/ 2381653 w 2490683"/>
                <a:gd name="connsiteY398" fmla="*/ 233841 h 2488086"/>
                <a:gd name="connsiteX399" fmla="*/ 2381653 w 2490683"/>
                <a:gd name="connsiteY399" fmla="*/ 233841 h 2488086"/>
                <a:gd name="connsiteX400" fmla="*/ 2410015 w 2490683"/>
                <a:gd name="connsiteY400" fmla="*/ 209528 h 2488086"/>
                <a:gd name="connsiteX401" fmla="*/ 2441371 w 2490683"/>
                <a:gd name="connsiteY401" fmla="*/ 239244 h 2488086"/>
                <a:gd name="connsiteX402" fmla="*/ 2431109 w 2490683"/>
                <a:gd name="connsiteY402" fmla="*/ 220476 h 2488086"/>
                <a:gd name="connsiteX403" fmla="*/ 2410585 w 2490683"/>
                <a:gd name="connsiteY403" fmla="*/ 214504 h 2488086"/>
                <a:gd name="connsiteX404" fmla="*/ 2386499 w 2490683"/>
                <a:gd name="connsiteY404" fmla="*/ 235121 h 2488086"/>
                <a:gd name="connsiteX405" fmla="*/ 2386499 w 2490683"/>
                <a:gd name="connsiteY405" fmla="*/ 235121 h 2488086"/>
                <a:gd name="connsiteX406" fmla="*/ 2385644 w 2490683"/>
                <a:gd name="connsiteY406" fmla="*/ 245216 h 2488086"/>
                <a:gd name="connsiteX407" fmla="*/ 2418709 w 2490683"/>
                <a:gd name="connsiteY407" fmla="*/ 268220 h 2488086"/>
                <a:gd name="connsiteX408" fmla="*/ 2440658 w 2490683"/>
                <a:gd name="connsiteY408" fmla="*/ 249481 h 2488086"/>
                <a:gd name="connsiteX409" fmla="*/ 2441371 w 2490683"/>
                <a:gd name="connsiteY409" fmla="*/ 239244 h 2488086"/>
                <a:gd name="connsiteX410" fmla="*/ 1194576 w 2490683"/>
                <a:gd name="connsiteY410" fmla="*/ 542517 h 2488086"/>
                <a:gd name="connsiteX411" fmla="*/ 1218805 w 2490683"/>
                <a:gd name="connsiteY411" fmla="*/ 549484 h 2488086"/>
                <a:gd name="connsiteX412" fmla="*/ 1230777 w 2490683"/>
                <a:gd name="connsiteY412" fmla="*/ 571665 h 2488086"/>
                <a:gd name="connsiteX413" fmla="*/ 1229921 w 2490683"/>
                <a:gd name="connsiteY413" fmla="*/ 583608 h 2488086"/>
                <a:gd name="connsiteX414" fmla="*/ 1189231 w 2490683"/>
                <a:gd name="connsiteY414" fmla="*/ 606584 h 2488086"/>
                <a:gd name="connsiteX415" fmla="*/ 1165216 w 2490683"/>
                <a:gd name="connsiteY415" fmla="*/ 578631 h 2488086"/>
                <a:gd name="connsiteX416" fmla="*/ 1166214 w 2490683"/>
                <a:gd name="connsiteY416" fmla="*/ 566688 h 2488086"/>
                <a:gd name="connsiteX417" fmla="*/ 1166214 w 2490683"/>
                <a:gd name="connsiteY417" fmla="*/ 566688 h 2488086"/>
                <a:gd name="connsiteX418" fmla="*/ 1194576 w 2490683"/>
                <a:gd name="connsiteY418" fmla="*/ 542517 h 2488086"/>
                <a:gd name="connsiteX419" fmla="*/ 1225931 w 2490683"/>
                <a:gd name="connsiteY419" fmla="*/ 572233 h 2488086"/>
                <a:gd name="connsiteX420" fmla="*/ 1195146 w 2490683"/>
                <a:gd name="connsiteY420" fmla="*/ 547352 h 2488086"/>
                <a:gd name="connsiteX421" fmla="*/ 1170917 w 2490683"/>
                <a:gd name="connsiteY421" fmla="*/ 567968 h 2488086"/>
                <a:gd name="connsiteX422" fmla="*/ 1170917 w 2490683"/>
                <a:gd name="connsiteY422" fmla="*/ 567968 h 2488086"/>
                <a:gd name="connsiteX423" fmla="*/ 1170917 w 2490683"/>
                <a:gd name="connsiteY423" fmla="*/ 578063 h 2488086"/>
                <a:gd name="connsiteX424" fmla="*/ 1204196 w 2490683"/>
                <a:gd name="connsiteY424" fmla="*/ 600755 h 2488086"/>
                <a:gd name="connsiteX425" fmla="*/ 1225788 w 2490683"/>
                <a:gd name="connsiteY425" fmla="*/ 582328 h 2488086"/>
                <a:gd name="connsiteX426" fmla="*/ 1225931 w 2490683"/>
                <a:gd name="connsiteY426" fmla="*/ 572233 h 2488086"/>
                <a:gd name="connsiteX427" fmla="*/ 1196428 w 2490683"/>
                <a:gd name="connsiteY427" fmla="*/ 559437 h 2488086"/>
                <a:gd name="connsiteX428" fmla="*/ 1207973 w 2490683"/>
                <a:gd name="connsiteY428" fmla="*/ 562849 h 2488086"/>
                <a:gd name="connsiteX429" fmla="*/ 1213816 w 2490683"/>
                <a:gd name="connsiteY429" fmla="*/ 573513 h 2488086"/>
                <a:gd name="connsiteX430" fmla="*/ 1213816 w 2490683"/>
                <a:gd name="connsiteY430" fmla="*/ 579200 h 2488086"/>
                <a:gd name="connsiteX431" fmla="*/ 1199564 w 2490683"/>
                <a:gd name="connsiteY431" fmla="*/ 590859 h 2488086"/>
                <a:gd name="connsiteX432" fmla="*/ 1188020 w 2490683"/>
                <a:gd name="connsiteY432" fmla="*/ 587447 h 2488086"/>
                <a:gd name="connsiteX433" fmla="*/ 1182176 w 2490683"/>
                <a:gd name="connsiteY433" fmla="*/ 576783 h 2488086"/>
                <a:gd name="connsiteX434" fmla="*/ 1182176 w 2490683"/>
                <a:gd name="connsiteY434" fmla="*/ 571096 h 2488086"/>
                <a:gd name="connsiteX435" fmla="*/ 1182176 w 2490683"/>
                <a:gd name="connsiteY435" fmla="*/ 571096 h 2488086"/>
                <a:gd name="connsiteX436" fmla="*/ 1196428 w 2490683"/>
                <a:gd name="connsiteY436" fmla="*/ 559437 h 2488086"/>
                <a:gd name="connsiteX437" fmla="*/ 1208828 w 2490683"/>
                <a:gd name="connsiteY437" fmla="*/ 573655 h 2488086"/>
                <a:gd name="connsiteX438" fmla="*/ 1204837 w 2490683"/>
                <a:gd name="connsiteY438" fmla="*/ 566404 h 2488086"/>
                <a:gd name="connsiteX439" fmla="*/ 1196856 w 2490683"/>
                <a:gd name="connsiteY439" fmla="*/ 564129 h 2488086"/>
                <a:gd name="connsiteX440" fmla="*/ 1187592 w 2490683"/>
                <a:gd name="connsiteY440" fmla="*/ 572091 h 2488086"/>
                <a:gd name="connsiteX441" fmla="*/ 1187592 w 2490683"/>
                <a:gd name="connsiteY441" fmla="*/ 572091 h 2488086"/>
                <a:gd name="connsiteX442" fmla="*/ 1187592 w 2490683"/>
                <a:gd name="connsiteY442" fmla="*/ 576072 h 2488086"/>
                <a:gd name="connsiteX443" fmla="*/ 1191583 w 2490683"/>
                <a:gd name="connsiteY443" fmla="*/ 583323 h 2488086"/>
                <a:gd name="connsiteX444" fmla="*/ 1206804 w 2490683"/>
                <a:gd name="connsiteY444" fmla="*/ 581646 h 2488086"/>
                <a:gd name="connsiteX445" fmla="*/ 1208828 w 2490683"/>
                <a:gd name="connsiteY445" fmla="*/ 577636 h 2488086"/>
                <a:gd name="connsiteX446" fmla="*/ 1208828 w 2490683"/>
                <a:gd name="connsiteY446" fmla="*/ 573939 h 2488086"/>
                <a:gd name="connsiteX447" fmla="*/ 317914 w 2490683"/>
                <a:gd name="connsiteY447" fmla="*/ 754652 h 2488086"/>
                <a:gd name="connsiteX448" fmla="*/ 354091 w 2490683"/>
                <a:gd name="connsiteY448" fmla="*/ 783572 h 2488086"/>
                <a:gd name="connsiteX449" fmla="*/ 354115 w 2490683"/>
                <a:gd name="connsiteY449" fmla="*/ 783800 h 2488086"/>
                <a:gd name="connsiteX450" fmla="*/ 353260 w 2490683"/>
                <a:gd name="connsiteY450" fmla="*/ 795743 h 2488086"/>
                <a:gd name="connsiteX451" fmla="*/ 313291 w 2490683"/>
                <a:gd name="connsiteY451" fmla="*/ 819572 h 2488086"/>
                <a:gd name="connsiteX452" fmla="*/ 288554 w 2490683"/>
                <a:gd name="connsiteY452" fmla="*/ 790766 h 2488086"/>
                <a:gd name="connsiteX453" fmla="*/ 289552 w 2490683"/>
                <a:gd name="connsiteY453" fmla="*/ 778823 h 2488086"/>
                <a:gd name="connsiteX454" fmla="*/ 289552 w 2490683"/>
                <a:gd name="connsiteY454" fmla="*/ 778823 h 2488086"/>
                <a:gd name="connsiteX455" fmla="*/ 317914 w 2490683"/>
                <a:gd name="connsiteY455" fmla="*/ 754652 h 2488086"/>
                <a:gd name="connsiteX456" fmla="*/ 349269 w 2490683"/>
                <a:gd name="connsiteY456" fmla="*/ 784368 h 2488086"/>
                <a:gd name="connsiteX457" fmla="*/ 339008 w 2490683"/>
                <a:gd name="connsiteY457" fmla="*/ 765600 h 2488086"/>
                <a:gd name="connsiteX458" fmla="*/ 299013 w 2490683"/>
                <a:gd name="connsiteY458" fmla="*/ 770633 h 2488086"/>
                <a:gd name="connsiteX459" fmla="*/ 294255 w 2490683"/>
                <a:gd name="connsiteY459" fmla="*/ 779819 h 2488086"/>
                <a:gd name="connsiteX460" fmla="*/ 307694 w 2490683"/>
                <a:gd name="connsiteY460" fmla="*/ 817738 h 2488086"/>
                <a:gd name="connsiteX461" fmla="*/ 345701 w 2490683"/>
                <a:gd name="connsiteY461" fmla="*/ 804331 h 2488086"/>
                <a:gd name="connsiteX462" fmla="*/ 348414 w 2490683"/>
                <a:gd name="connsiteY462" fmla="*/ 794037 h 2488086"/>
                <a:gd name="connsiteX463" fmla="*/ 349269 w 2490683"/>
                <a:gd name="connsiteY463" fmla="*/ 784368 h 2488086"/>
                <a:gd name="connsiteX464" fmla="*/ 1590506 w 2490683"/>
                <a:gd name="connsiteY464" fmla="*/ 1107831 h 2488086"/>
                <a:gd name="connsiteX465" fmla="*/ 1617828 w 2490683"/>
                <a:gd name="connsiteY465" fmla="*/ 1129443 h 2488086"/>
                <a:gd name="connsiteX466" fmla="*/ 1617870 w 2490683"/>
                <a:gd name="connsiteY466" fmla="*/ 1129870 h 2488086"/>
                <a:gd name="connsiteX467" fmla="*/ 1617870 w 2490683"/>
                <a:gd name="connsiteY467" fmla="*/ 1138969 h 2488086"/>
                <a:gd name="connsiteX468" fmla="*/ 1596349 w 2490683"/>
                <a:gd name="connsiteY468" fmla="*/ 1157311 h 2488086"/>
                <a:gd name="connsiteX469" fmla="*/ 1577964 w 2490683"/>
                <a:gd name="connsiteY469" fmla="*/ 1151908 h 2488086"/>
                <a:gd name="connsiteX470" fmla="*/ 1568842 w 2490683"/>
                <a:gd name="connsiteY470" fmla="*/ 1135130 h 2488086"/>
                <a:gd name="connsiteX471" fmla="*/ 1569555 w 2490683"/>
                <a:gd name="connsiteY471" fmla="*/ 1126173 h 2488086"/>
                <a:gd name="connsiteX472" fmla="*/ 1590506 w 2490683"/>
                <a:gd name="connsiteY472" fmla="*/ 1107831 h 2488086"/>
                <a:gd name="connsiteX473" fmla="*/ 1613024 w 2490683"/>
                <a:gd name="connsiteY473" fmla="*/ 1130438 h 2488086"/>
                <a:gd name="connsiteX474" fmla="*/ 1590933 w 2490683"/>
                <a:gd name="connsiteY474" fmla="*/ 1112666 h 2488086"/>
                <a:gd name="connsiteX475" fmla="*/ 1573688 w 2490683"/>
                <a:gd name="connsiteY475" fmla="*/ 1126884 h 2488086"/>
                <a:gd name="connsiteX476" fmla="*/ 1573688 w 2490683"/>
                <a:gd name="connsiteY476" fmla="*/ 1134135 h 2488086"/>
                <a:gd name="connsiteX477" fmla="*/ 1595408 w 2490683"/>
                <a:gd name="connsiteY477" fmla="*/ 1151794 h 2488086"/>
                <a:gd name="connsiteX478" fmla="*/ 1595637 w 2490683"/>
                <a:gd name="connsiteY478" fmla="*/ 1151766 h 2488086"/>
                <a:gd name="connsiteX479" fmla="*/ 1612882 w 2490683"/>
                <a:gd name="connsiteY479" fmla="*/ 1137547 h 2488086"/>
                <a:gd name="connsiteX480" fmla="*/ 1612597 w 2490683"/>
                <a:gd name="connsiteY480" fmla="*/ 1130438 h 2488086"/>
                <a:gd name="connsiteX481" fmla="*/ 551082 w 2490683"/>
                <a:gd name="connsiteY481" fmla="*/ 326543 h 2488086"/>
                <a:gd name="connsiteX482" fmla="*/ 577687 w 2490683"/>
                <a:gd name="connsiteY482" fmla="*/ 326359 h 2488086"/>
                <a:gd name="connsiteX483" fmla="*/ 577877 w 2490683"/>
                <a:gd name="connsiteY483" fmla="*/ 326543 h 2488086"/>
                <a:gd name="connsiteX484" fmla="*/ 582438 w 2490683"/>
                <a:gd name="connsiteY484" fmla="*/ 344458 h 2488086"/>
                <a:gd name="connsiteX485" fmla="*/ 577164 w 2490683"/>
                <a:gd name="connsiteY485" fmla="*/ 353416 h 2488086"/>
                <a:gd name="connsiteX486" fmla="*/ 563625 w 2490683"/>
                <a:gd name="connsiteY486" fmla="*/ 358534 h 2488086"/>
                <a:gd name="connsiteX487" fmla="*/ 545095 w 2490683"/>
                <a:gd name="connsiteY487" fmla="*/ 339212 h 2488086"/>
                <a:gd name="connsiteX488" fmla="*/ 551082 w 2490683"/>
                <a:gd name="connsiteY488" fmla="*/ 325833 h 2488086"/>
                <a:gd name="connsiteX489" fmla="*/ 574314 w 2490683"/>
                <a:gd name="connsiteY489" fmla="*/ 330667 h 2488086"/>
                <a:gd name="connsiteX490" fmla="*/ 564480 w 2490683"/>
                <a:gd name="connsiteY490" fmla="*/ 326259 h 2488086"/>
                <a:gd name="connsiteX491" fmla="*/ 554503 w 2490683"/>
                <a:gd name="connsiteY491" fmla="*/ 330098 h 2488086"/>
                <a:gd name="connsiteX492" fmla="*/ 550085 w 2490683"/>
                <a:gd name="connsiteY492" fmla="*/ 336070 h 2488086"/>
                <a:gd name="connsiteX493" fmla="*/ 553505 w 2490683"/>
                <a:gd name="connsiteY493" fmla="*/ 349435 h 2488086"/>
                <a:gd name="connsiteX494" fmla="*/ 563339 w 2490683"/>
                <a:gd name="connsiteY494" fmla="*/ 353700 h 2488086"/>
                <a:gd name="connsiteX495" fmla="*/ 573316 w 2490683"/>
                <a:gd name="connsiteY495" fmla="*/ 349861 h 2488086"/>
                <a:gd name="connsiteX496" fmla="*/ 577307 w 2490683"/>
                <a:gd name="connsiteY496" fmla="*/ 343321 h 2488086"/>
                <a:gd name="connsiteX497" fmla="*/ 574314 w 2490683"/>
                <a:gd name="connsiteY497" fmla="*/ 330667 h 2488086"/>
                <a:gd name="connsiteX498" fmla="*/ 203753 w 2490683"/>
                <a:gd name="connsiteY498" fmla="*/ 2451306 h 2488086"/>
                <a:gd name="connsiteX499" fmla="*/ 233774 w 2490683"/>
                <a:gd name="connsiteY499" fmla="*/ 2452102 h 2488086"/>
                <a:gd name="connsiteX500" fmla="*/ 233825 w 2490683"/>
                <a:gd name="connsiteY500" fmla="*/ 2452159 h 2488086"/>
                <a:gd name="connsiteX501" fmla="*/ 238956 w 2490683"/>
                <a:gd name="connsiteY501" fmla="*/ 2472206 h 2488086"/>
                <a:gd name="connsiteX502" fmla="*/ 232970 w 2490683"/>
                <a:gd name="connsiteY502" fmla="*/ 2482159 h 2488086"/>
                <a:gd name="connsiteX503" fmla="*/ 202943 w 2490683"/>
                <a:gd name="connsiteY503" fmla="*/ 2481605 h 2488086"/>
                <a:gd name="connsiteX504" fmla="*/ 197767 w 2490683"/>
                <a:gd name="connsiteY504" fmla="*/ 2461258 h 2488086"/>
                <a:gd name="connsiteX505" fmla="*/ 203183 w 2490683"/>
                <a:gd name="connsiteY505" fmla="*/ 2451306 h 2488086"/>
                <a:gd name="connsiteX506" fmla="*/ 230120 w 2490683"/>
                <a:gd name="connsiteY506" fmla="*/ 2455429 h 2488086"/>
                <a:gd name="connsiteX507" fmla="*/ 207031 w 2490683"/>
                <a:gd name="connsiteY507" fmla="*/ 2455429 h 2488086"/>
                <a:gd name="connsiteX508" fmla="*/ 204497 w 2490683"/>
                <a:gd name="connsiteY508" fmla="*/ 2478420 h 2488086"/>
                <a:gd name="connsiteX509" fmla="*/ 227537 w 2490683"/>
                <a:gd name="connsiteY509" fmla="*/ 2480936 h 2488086"/>
                <a:gd name="connsiteX510" fmla="*/ 229550 w 2490683"/>
                <a:gd name="connsiteY510" fmla="*/ 2479031 h 2488086"/>
                <a:gd name="connsiteX511" fmla="*/ 234110 w 2490683"/>
                <a:gd name="connsiteY511" fmla="*/ 2471495 h 2488086"/>
                <a:gd name="connsiteX512" fmla="*/ 229550 w 2490683"/>
                <a:gd name="connsiteY512" fmla="*/ 2455429 h 2488086"/>
                <a:gd name="connsiteX513" fmla="*/ 239954 w 2490683"/>
                <a:gd name="connsiteY513" fmla="*/ 1641155 h 2488086"/>
                <a:gd name="connsiteX514" fmla="*/ 270179 w 2490683"/>
                <a:gd name="connsiteY514" fmla="*/ 1641866 h 2488086"/>
                <a:gd name="connsiteX515" fmla="*/ 269469 w 2490683"/>
                <a:gd name="connsiteY515" fmla="*/ 1672022 h 2488086"/>
                <a:gd name="connsiteX516" fmla="*/ 239243 w 2490683"/>
                <a:gd name="connsiteY516" fmla="*/ 1671311 h 2488086"/>
                <a:gd name="connsiteX517" fmla="*/ 239099 w 2490683"/>
                <a:gd name="connsiteY517" fmla="*/ 1671155 h 2488086"/>
                <a:gd name="connsiteX518" fmla="*/ 233968 w 2490683"/>
                <a:gd name="connsiteY518" fmla="*/ 1651108 h 2488086"/>
                <a:gd name="connsiteX519" fmla="*/ 239384 w 2490683"/>
                <a:gd name="connsiteY519" fmla="*/ 1641155 h 2488086"/>
                <a:gd name="connsiteX520" fmla="*/ 266321 w 2490683"/>
                <a:gd name="connsiteY520" fmla="*/ 1645420 h 2488086"/>
                <a:gd name="connsiteX521" fmla="*/ 243374 w 2490683"/>
                <a:gd name="connsiteY521" fmla="*/ 1644709 h 2488086"/>
                <a:gd name="connsiteX522" fmla="*/ 246701 w 2490683"/>
                <a:gd name="connsiteY522" fmla="*/ 1667586 h 2488086"/>
                <a:gd name="connsiteX523" fmla="*/ 265038 w 2490683"/>
                <a:gd name="connsiteY523" fmla="*/ 1668454 h 2488086"/>
                <a:gd name="connsiteX524" fmla="*/ 269599 w 2490683"/>
                <a:gd name="connsiteY524" fmla="*/ 1660776 h 2488086"/>
                <a:gd name="connsiteX525" fmla="*/ 265751 w 2490683"/>
                <a:gd name="connsiteY525" fmla="*/ 1645420 h 2488086"/>
                <a:gd name="connsiteX526" fmla="*/ 1141557 w 2490683"/>
                <a:gd name="connsiteY526" fmla="*/ 2254384 h 2488086"/>
                <a:gd name="connsiteX527" fmla="*/ 1193749 w 2490683"/>
                <a:gd name="connsiteY527" fmla="*/ 2255536 h 2488086"/>
                <a:gd name="connsiteX528" fmla="*/ 1202700 w 2490683"/>
                <a:gd name="connsiteY528" fmla="*/ 2290640 h 2488086"/>
                <a:gd name="connsiteX529" fmla="*/ 1192438 w 2490683"/>
                <a:gd name="connsiteY529" fmla="*/ 2307844 h 2488086"/>
                <a:gd name="connsiteX530" fmla="*/ 1165928 w 2490683"/>
                <a:gd name="connsiteY530" fmla="*/ 2317940 h 2488086"/>
                <a:gd name="connsiteX531" fmla="*/ 1129950 w 2490683"/>
                <a:gd name="connsiteY531" fmla="*/ 2279920 h 2488086"/>
                <a:gd name="connsiteX532" fmla="*/ 1131153 w 2490683"/>
                <a:gd name="connsiteY532" fmla="*/ 2271588 h 2488086"/>
                <a:gd name="connsiteX533" fmla="*/ 1140987 w 2490683"/>
                <a:gd name="connsiteY533" fmla="*/ 2254384 h 2488086"/>
                <a:gd name="connsiteX534" fmla="*/ 1190158 w 2490683"/>
                <a:gd name="connsiteY534" fmla="*/ 2259076 h 2488086"/>
                <a:gd name="connsiteX535" fmla="*/ 1144835 w 2490683"/>
                <a:gd name="connsiteY535" fmla="*/ 2260612 h 2488086"/>
                <a:gd name="connsiteX536" fmla="*/ 1143695 w 2490683"/>
                <a:gd name="connsiteY536" fmla="*/ 2303010 h 2488086"/>
                <a:gd name="connsiteX537" fmla="*/ 1166071 w 2490683"/>
                <a:gd name="connsiteY537" fmla="*/ 2312963 h 2488086"/>
                <a:gd name="connsiteX538" fmla="*/ 1189017 w 2490683"/>
                <a:gd name="connsiteY538" fmla="*/ 2304290 h 2488086"/>
                <a:gd name="connsiteX539" fmla="*/ 1197854 w 2490683"/>
                <a:gd name="connsiteY539" fmla="*/ 2289361 h 2488086"/>
                <a:gd name="connsiteX540" fmla="*/ 1189587 w 2490683"/>
                <a:gd name="connsiteY540" fmla="*/ 2259076 h 2488086"/>
                <a:gd name="connsiteX541" fmla="*/ 1403230 w 2490683"/>
                <a:gd name="connsiteY541" fmla="*/ 638206 h 2488086"/>
                <a:gd name="connsiteX542" fmla="*/ 1455393 w 2490683"/>
                <a:gd name="connsiteY542" fmla="*/ 639485 h 2488086"/>
                <a:gd name="connsiteX543" fmla="*/ 1464373 w 2490683"/>
                <a:gd name="connsiteY543" fmla="*/ 674462 h 2488086"/>
                <a:gd name="connsiteX544" fmla="*/ 1454111 w 2490683"/>
                <a:gd name="connsiteY544" fmla="*/ 691666 h 2488086"/>
                <a:gd name="connsiteX545" fmla="*/ 1401805 w 2490683"/>
                <a:gd name="connsiteY545" fmla="*/ 690244 h 2488086"/>
                <a:gd name="connsiteX546" fmla="*/ 1403230 w 2490683"/>
                <a:gd name="connsiteY546" fmla="*/ 638206 h 2488086"/>
                <a:gd name="connsiteX547" fmla="*/ 1451830 w 2490683"/>
                <a:gd name="connsiteY547" fmla="*/ 642898 h 2488086"/>
                <a:gd name="connsiteX548" fmla="*/ 1406907 w 2490683"/>
                <a:gd name="connsiteY548" fmla="*/ 641518 h 2488086"/>
                <a:gd name="connsiteX549" fmla="*/ 1406651 w 2490683"/>
                <a:gd name="connsiteY549" fmla="*/ 641760 h 2488086"/>
                <a:gd name="connsiteX550" fmla="*/ 1405183 w 2490683"/>
                <a:gd name="connsiteY550" fmla="*/ 686775 h 2488086"/>
                <a:gd name="connsiteX551" fmla="*/ 1405368 w 2490683"/>
                <a:gd name="connsiteY551" fmla="*/ 686974 h 2488086"/>
                <a:gd name="connsiteX552" fmla="*/ 1450690 w 2490683"/>
                <a:gd name="connsiteY552" fmla="*/ 688111 h 2488086"/>
                <a:gd name="connsiteX553" fmla="*/ 1459527 w 2490683"/>
                <a:gd name="connsiteY553" fmla="*/ 673182 h 2488086"/>
                <a:gd name="connsiteX554" fmla="*/ 1451260 w 2490683"/>
                <a:gd name="connsiteY554" fmla="*/ 643466 h 2488086"/>
                <a:gd name="connsiteX555" fmla="*/ 1017134 w 2490683"/>
                <a:gd name="connsiteY555" fmla="*/ 1067310 h 2488086"/>
                <a:gd name="connsiteX556" fmla="*/ 1101987 w 2490683"/>
                <a:gd name="connsiteY556" fmla="*/ 1068106 h 2488086"/>
                <a:gd name="connsiteX557" fmla="*/ 1116900 w 2490683"/>
                <a:gd name="connsiteY557" fmla="*/ 1126315 h 2488086"/>
                <a:gd name="connsiteX558" fmla="*/ 1065450 w 2490683"/>
                <a:gd name="connsiteY558" fmla="*/ 1170391 h 2488086"/>
                <a:gd name="connsiteX559" fmla="*/ 999410 w 2490683"/>
                <a:gd name="connsiteY559" fmla="*/ 1116917 h 2488086"/>
                <a:gd name="connsiteX560" fmla="*/ 1017704 w 2490683"/>
                <a:gd name="connsiteY560" fmla="*/ 1067310 h 2488086"/>
                <a:gd name="connsiteX561" fmla="*/ 1098372 w 2490683"/>
                <a:gd name="connsiteY561" fmla="*/ 1072997 h 2488086"/>
                <a:gd name="connsiteX562" fmla="*/ 1020597 w 2490683"/>
                <a:gd name="connsiteY562" fmla="*/ 1070964 h 2488086"/>
                <a:gd name="connsiteX563" fmla="*/ 1020555 w 2490683"/>
                <a:gd name="connsiteY563" fmla="*/ 1071006 h 2488086"/>
                <a:gd name="connsiteX564" fmla="*/ 1005305 w 2490683"/>
                <a:gd name="connsiteY564" fmla="*/ 1096599 h 2488086"/>
                <a:gd name="connsiteX565" fmla="*/ 1044077 w 2490683"/>
                <a:gd name="connsiteY565" fmla="*/ 1163894 h 2488086"/>
                <a:gd name="connsiteX566" fmla="*/ 1096377 w 2490683"/>
                <a:gd name="connsiteY566" fmla="*/ 1150628 h 2488086"/>
                <a:gd name="connsiteX567" fmla="*/ 1111627 w 2490683"/>
                <a:gd name="connsiteY567" fmla="*/ 1125036 h 2488086"/>
                <a:gd name="connsiteX568" fmla="*/ 1097802 w 2490683"/>
                <a:gd name="connsiteY568" fmla="*/ 1073566 h 2488086"/>
                <a:gd name="connsiteX569" fmla="*/ 1022550 w 2490683"/>
                <a:gd name="connsiteY569" fmla="*/ 1072997 h 2488086"/>
                <a:gd name="connsiteX570" fmla="*/ 1096044 w 2490683"/>
                <a:gd name="connsiteY570" fmla="*/ 1076324 h 2488086"/>
                <a:gd name="connsiteX571" fmla="*/ 1108064 w 2490683"/>
                <a:gd name="connsiteY571" fmla="*/ 1124040 h 2488086"/>
                <a:gd name="connsiteX572" fmla="*/ 1093812 w 2490683"/>
                <a:gd name="connsiteY572" fmla="*/ 1148353 h 2488086"/>
                <a:gd name="connsiteX573" fmla="*/ 1063597 w 2490683"/>
                <a:gd name="connsiteY573" fmla="*/ 1162571 h 2488086"/>
                <a:gd name="connsiteX574" fmla="*/ 1006271 w 2490683"/>
                <a:gd name="connsiteY574" fmla="*/ 1116576 h 2488086"/>
                <a:gd name="connsiteX575" fmla="*/ 1007727 w 2490683"/>
                <a:gd name="connsiteY575" fmla="*/ 1097594 h 2488086"/>
                <a:gd name="connsiteX576" fmla="*/ 1007727 w 2490683"/>
                <a:gd name="connsiteY576" fmla="*/ 1097594 h 2488086"/>
                <a:gd name="connsiteX577" fmla="*/ 1021980 w 2490683"/>
                <a:gd name="connsiteY577" fmla="*/ 1073708 h 2488086"/>
                <a:gd name="connsiteX578" fmla="*/ 1092529 w 2490683"/>
                <a:gd name="connsiteY578" fmla="*/ 1078400 h 2488086"/>
                <a:gd name="connsiteX579" fmla="*/ 1026025 w 2490683"/>
                <a:gd name="connsiteY579" fmla="*/ 1077277 h 2488086"/>
                <a:gd name="connsiteX580" fmla="*/ 1024260 w 2490683"/>
                <a:gd name="connsiteY580" fmla="*/ 1142950 h 2488086"/>
                <a:gd name="connsiteX581" fmla="*/ 1063454 w 2490683"/>
                <a:gd name="connsiteY581" fmla="*/ 1157169 h 2488086"/>
                <a:gd name="connsiteX582" fmla="*/ 1090819 w 2490683"/>
                <a:gd name="connsiteY582" fmla="*/ 1144514 h 2488086"/>
                <a:gd name="connsiteX583" fmla="*/ 1103931 w 2490683"/>
                <a:gd name="connsiteY583" fmla="*/ 1122618 h 2488086"/>
                <a:gd name="connsiteX584" fmla="*/ 1091674 w 2490683"/>
                <a:gd name="connsiteY584" fmla="*/ 1079111 h 2488086"/>
                <a:gd name="connsiteX585" fmla="*/ 1032099 w 2490683"/>
                <a:gd name="connsiteY585" fmla="*/ 1082950 h 2488086"/>
                <a:gd name="connsiteX586" fmla="*/ 1086286 w 2490683"/>
                <a:gd name="connsiteY586" fmla="*/ 1084812 h 2488086"/>
                <a:gd name="connsiteX587" fmla="*/ 1095379 w 2490683"/>
                <a:gd name="connsiteY587" fmla="*/ 1120486 h 2488086"/>
                <a:gd name="connsiteX588" fmla="*/ 1084690 w 2490683"/>
                <a:gd name="connsiteY588" fmla="*/ 1138400 h 2488086"/>
                <a:gd name="connsiteX589" fmla="*/ 1030602 w 2490683"/>
                <a:gd name="connsiteY589" fmla="*/ 1136908 h 2488086"/>
                <a:gd name="connsiteX590" fmla="*/ 1032099 w 2490683"/>
                <a:gd name="connsiteY590" fmla="*/ 1082950 h 2488086"/>
                <a:gd name="connsiteX591" fmla="*/ 1082552 w 2490683"/>
                <a:gd name="connsiteY591" fmla="*/ 1087784 h 2488086"/>
                <a:gd name="connsiteX592" fmla="*/ 1059321 w 2490683"/>
                <a:gd name="connsiteY592" fmla="*/ 1077405 h 2488086"/>
                <a:gd name="connsiteX593" fmla="*/ 1035520 w 2490683"/>
                <a:gd name="connsiteY593" fmla="*/ 1086504 h 2488086"/>
                <a:gd name="connsiteX594" fmla="*/ 1026256 w 2490683"/>
                <a:gd name="connsiteY594" fmla="*/ 1102144 h 2488086"/>
                <a:gd name="connsiteX595" fmla="*/ 1049686 w 2490683"/>
                <a:gd name="connsiteY595" fmla="*/ 1142751 h 2488086"/>
                <a:gd name="connsiteX596" fmla="*/ 1081270 w 2490683"/>
                <a:gd name="connsiteY596" fmla="*/ 1134704 h 2488086"/>
                <a:gd name="connsiteX597" fmla="*/ 1090534 w 2490683"/>
                <a:gd name="connsiteY597" fmla="*/ 1119206 h 2488086"/>
                <a:gd name="connsiteX598" fmla="*/ 1081982 w 2490683"/>
                <a:gd name="connsiteY598" fmla="*/ 1088495 h 2488086"/>
                <a:gd name="connsiteX599" fmla="*/ 331596 w 2490683"/>
                <a:gd name="connsiteY599" fmla="*/ 1032902 h 2488086"/>
                <a:gd name="connsiteX600" fmla="*/ 380875 w 2490683"/>
                <a:gd name="connsiteY600" fmla="*/ 1036072 h 2488086"/>
                <a:gd name="connsiteX601" fmla="*/ 388606 w 2490683"/>
                <a:gd name="connsiteY601" fmla="*/ 1067168 h 2488086"/>
                <a:gd name="connsiteX602" fmla="*/ 353973 w 2490683"/>
                <a:gd name="connsiteY602" fmla="*/ 1093045 h 2488086"/>
                <a:gd name="connsiteX603" fmla="*/ 320028 w 2490683"/>
                <a:gd name="connsiteY603" fmla="*/ 1057272 h 2488086"/>
                <a:gd name="connsiteX604" fmla="*/ 321192 w 2490683"/>
                <a:gd name="connsiteY604" fmla="*/ 1049253 h 2488086"/>
                <a:gd name="connsiteX605" fmla="*/ 331026 w 2490683"/>
                <a:gd name="connsiteY605" fmla="*/ 1033613 h 2488086"/>
                <a:gd name="connsiteX606" fmla="*/ 377346 w 2490683"/>
                <a:gd name="connsiteY606" fmla="*/ 1037594 h 2488086"/>
                <a:gd name="connsiteX607" fmla="*/ 356395 w 2490683"/>
                <a:gd name="connsiteY607" fmla="*/ 1028352 h 2488086"/>
                <a:gd name="connsiteX608" fmla="*/ 326608 w 2490683"/>
                <a:gd name="connsiteY608" fmla="*/ 1050532 h 2488086"/>
                <a:gd name="connsiteX609" fmla="*/ 347831 w 2490683"/>
                <a:gd name="connsiteY609" fmla="*/ 1087073 h 2488086"/>
                <a:gd name="connsiteX610" fmla="*/ 355113 w 2490683"/>
                <a:gd name="connsiteY610" fmla="*/ 1088068 h 2488086"/>
                <a:gd name="connsiteX611" fmla="*/ 384900 w 2490683"/>
                <a:gd name="connsiteY611" fmla="*/ 1065888 h 2488086"/>
                <a:gd name="connsiteX612" fmla="*/ 376776 w 2490683"/>
                <a:gd name="connsiteY612" fmla="*/ 1038305 h 2488086"/>
                <a:gd name="connsiteX613" fmla="*/ 35290 w 2490683"/>
                <a:gd name="connsiteY613" fmla="*/ 1323947 h 2488086"/>
                <a:gd name="connsiteX614" fmla="*/ 8638 w 2490683"/>
                <a:gd name="connsiteY614" fmla="*/ 1323237 h 2488086"/>
                <a:gd name="connsiteX615" fmla="*/ 3365 w 2490683"/>
                <a:gd name="connsiteY615" fmla="*/ 1332052 h 2488086"/>
                <a:gd name="connsiteX616" fmla="*/ 7926 w 2490683"/>
                <a:gd name="connsiteY616" fmla="*/ 1349825 h 2488086"/>
                <a:gd name="connsiteX617" fmla="*/ 21180 w 2490683"/>
                <a:gd name="connsiteY617" fmla="*/ 1355654 h 2488086"/>
                <a:gd name="connsiteX618" fmla="*/ 39851 w 2490683"/>
                <a:gd name="connsiteY618" fmla="*/ 1341436 h 2488086"/>
                <a:gd name="connsiteX619" fmla="*/ 34863 w 2490683"/>
                <a:gd name="connsiteY619" fmla="*/ 1324658 h 2488086"/>
                <a:gd name="connsiteX620" fmla="*/ 1714216 w 2490683"/>
                <a:gd name="connsiteY620" fmla="*/ 1249302 h 2488086"/>
                <a:gd name="connsiteX621" fmla="*/ 1747851 w 2490683"/>
                <a:gd name="connsiteY621" fmla="*/ 1250298 h 2488086"/>
                <a:gd name="connsiteX622" fmla="*/ 1753695 w 2490683"/>
                <a:gd name="connsiteY622" fmla="*/ 1272762 h 2488086"/>
                <a:gd name="connsiteX623" fmla="*/ 1746996 w 2490683"/>
                <a:gd name="connsiteY623" fmla="*/ 1283852 h 2488086"/>
                <a:gd name="connsiteX624" fmla="*/ 1730036 w 2490683"/>
                <a:gd name="connsiteY624" fmla="*/ 1290393 h 2488086"/>
                <a:gd name="connsiteX625" fmla="*/ 1713361 w 2490683"/>
                <a:gd name="connsiteY625" fmla="*/ 1282999 h 2488086"/>
                <a:gd name="connsiteX626" fmla="*/ 1707660 w 2490683"/>
                <a:gd name="connsiteY626" fmla="*/ 1260535 h 2488086"/>
                <a:gd name="connsiteX627" fmla="*/ 1713788 w 2490683"/>
                <a:gd name="connsiteY627" fmla="*/ 1250013 h 2488086"/>
                <a:gd name="connsiteX628" fmla="*/ 1744288 w 2490683"/>
                <a:gd name="connsiteY628" fmla="*/ 1253710 h 2488086"/>
                <a:gd name="connsiteX629" fmla="*/ 1717694 w 2490683"/>
                <a:gd name="connsiteY629" fmla="*/ 1252942 h 2488086"/>
                <a:gd name="connsiteX630" fmla="*/ 1717637 w 2490683"/>
                <a:gd name="connsiteY630" fmla="*/ 1252999 h 2488086"/>
                <a:gd name="connsiteX631" fmla="*/ 1712363 w 2490683"/>
                <a:gd name="connsiteY631" fmla="*/ 1261672 h 2488086"/>
                <a:gd name="connsiteX632" fmla="*/ 1716924 w 2490683"/>
                <a:gd name="connsiteY632" fmla="*/ 1279587 h 2488086"/>
                <a:gd name="connsiteX633" fmla="*/ 1743576 w 2490683"/>
                <a:gd name="connsiteY633" fmla="*/ 1280298 h 2488086"/>
                <a:gd name="connsiteX634" fmla="*/ 1748849 w 2490683"/>
                <a:gd name="connsiteY634" fmla="*/ 1271482 h 2488086"/>
                <a:gd name="connsiteX635" fmla="*/ 1743861 w 2490683"/>
                <a:gd name="connsiteY635" fmla="*/ 1254421 h 2488086"/>
                <a:gd name="connsiteX636" fmla="*/ 569468 w 2490683"/>
                <a:gd name="connsiteY636" fmla="*/ 1914286 h 2488086"/>
                <a:gd name="connsiteX637" fmla="*/ 650091 w 2490683"/>
                <a:gd name="connsiteY637" fmla="*/ 1914414 h 2488086"/>
                <a:gd name="connsiteX638" fmla="*/ 664246 w 2490683"/>
                <a:gd name="connsiteY638" fmla="*/ 1971158 h 2488086"/>
                <a:gd name="connsiteX639" fmla="*/ 648283 w 2490683"/>
                <a:gd name="connsiteY639" fmla="*/ 1997888 h 2488086"/>
                <a:gd name="connsiteX640" fmla="*/ 566974 w 2490683"/>
                <a:gd name="connsiteY640" fmla="*/ 1995400 h 2488086"/>
                <a:gd name="connsiteX641" fmla="*/ 569468 w 2490683"/>
                <a:gd name="connsiteY641" fmla="*/ 1914286 h 2488086"/>
                <a:gd name="connsiteX642" fmla="*/ 646858 w 2490683"/>
                <a:gd name="connsiteY642" fmla="*/ 1919689 h 2488086"/>
                <a:gd name="connsiteX643" fmla="*/ 572889 w 2490683"/>
                <a:gd name="connsiteY643" fmla="*/ 1917840 h 2488086"/>
                <a:gd name="connsiteX644" fmla="*/ 558636 w 2490683"/>
                <a:gd name="connsiteY644" fmla="*/ 1942153 h 2488086"/>
                <a:gd name="connsiteX645" fmla="*/ 595698 w 2490683"/>
                <a:gd name="connsiteY645" fmla="*/ 2006021 h 2488086"/>
                <a:gd name="connsiteX646" fmla="*/ 645148 w 2490683"/>
                <a:gd name="connsiteY646" fmla="*/ 1993481 h 2488086"/>
                <a:gd name="connsiteX647" fmla="*/ 659400 w 2490683"/>
                <a:gd name="connsiteY647" fmla="*/ 1969168 h 2488086"/>
                <a:gd name="connsiteX648" fmla="*/ 646858 w 2490683"/>
                <a:gd name="connsiteY648" fmla="*/ 1919404 h 2488086"/>
                <a:gd name="connsiteX649" fmla="*/ 1764384 w 2490683"/>
                <a:gd name="connsiteY649" fmla="*/ 997356 h 2488086"/>
                <a:gd name="connsiteX650" fmla="*/ 1821394 w 2490683"/>
                <a:gd name="connsiteY650" fmla="*/ 999318 h 2488086"/>
                <a:gd name="connsiteX651" fmla="*/ 1830943 w 2490683"/>
                <a:gd name="connsiteY651" fmla="*/ 1036883 h 2488086"/>
                <a:gd name="connsiteX652" fmla="*/ 1819683 w 2490683"/>
                <a:gd name="connsiteY652" fmla="*/ 1055651 h 2488086"/>
                <a:gd name="connsiteX653" fmla="*/ 1762816 w 2490683"/>
                <a:gd name="connsiteY653" fmla="*/ 1054087 h 2488086"/>
                <a:gd name="connsiteX654" fmla="*/ 1764384 w 2490683"/>
                <a:gd name="connsiteY654" fmla="*/ 997356 h 2488086"/>
                <a:gd name="connsiteX655" fmla="*/ 1817545 w 2490683"/>
                <a:gd name="connsiteY655" fmla="*/ 1002333 h 2488086"/>
                <a:gd name="connsiteX656" fmla="*/ 1767662 w 2490683"/>
                <a:gd name="connsiteY656" fmla="*/ 1001053 h 2488086"/>
                <a:gd name="connsiteX657" fmla="*/ 1757971 w 2490683"/>
                <a:gd name="connsiteY657" fmla="*/ 1017404 h 2488086"/>
                <a:gd name="connsiteX658" fmla="*/ 1782884 w 2490683"/>
                <a:gd name="connsiteY658" fmla="*/ 1060400 h 2488086"/>
                <a:gd name="connsiteX659" fmla="*/ 1825983 w 2490683"/>
                <a:gd name="connsiteY659" fmla="*/ 1035546 h 2488086"/>
                <a:gd name="connsiteX660" fmla="*/ 1817545 w 2490683"/>
                <a:gd name="connsiteY660" fmla="*/ 1002333 h 2488086"/>
                <a:gd name="connsiteX661" fmla="*/ 2226873 w 2490683"/>
                <a:gd name="connsiteY661" fmla="*/ 1046978 h 2488086"/>
                <a:gd name="connsiteX662" fmla="*/ 2243976 w 2490683"/>
                <a:gd name="connsiteY662" fmla="*/ 1040437 h 2488086"/>
                <a:gd name="connsiteX663" fmla="*/ 2267421 w 2490683"/>
                <a:gd name="connsiteY663" fmla="*/ 1064807 h 2488086"/>
                <a:gd name="connsiteX664" fmla="*/ 2259938 w 2490683"/>
                <a:gd name="connsiteY664" fmla="*/ 1081670 h 2488086"/>
                <a:gd name="connsiteX665" fmla="*/ 2242836 w 2490683"/>
                <a:gd name="connsiteY665" fmla="*/ 1088210 h 2488086"/>
                <a:gd name="connsiteX666" fmla="*/ 2219376 w 2490683"/>
                <a:gd name="connsiteY666" fmla="*/ 1063841 h 2488086"/>
                <a:gd name="connsiteX667" fmla="*/ 2220174 w 2490683"/>
                <a:gd name="connsiteY667" fmla="*/ 1058210 h 2488086"/>
                <a:gd name="connsiteX668" fmla="*/ 2226873 w 2490683"/>
                <a:gd name="connsiteY668" fmla="*/ 1046978 h 2488086"/>
                <a:gd name="connsiteX669" fmla="*/ 2257230 w 2490683"/>
                <a:gd name="connsiteY669" fmla="*/ 1051243 h 2488086"/>
                <a:gd name="connsiteX670" fmla="*/ 2243976 w 2490683"/>
                <a:gd name="connsiteY670" fmla="*/ 1045272 h 2488086"/>
                <a:gd name="connsiteX671" fmla="*/ 2225020 w 2490683"/>
                <a:gd name="connsiteY671" fmla="*/ 1059490 h 2488086"/>
                <a:gd name="connsiteX672" fmla="*/ 2238460 w 2490683"/>
                <a:gd name="connsiteY672" fmla="*/ 1082864 h 2488086"/>
                <a:gd name="connsiteX673" fmla="*/ 2242978 w 2490683"/>
                <a:gd name="connsiteY673" fmla="*/ 1083519 h 2488086"/>
                <a:gd name="connsiteX674" fmla="*/ 2256518 w 2490683"/>
                <a:gd name="connsiteY674" fmla="*/ 1078258 h 2488086"/>
                <a:gd name="connsiteX675" fmla="*/ 2261791 w 2490683"/>
                <a:gd name="connsiteY675" fmla="*/ 1069300 h 2488086"/>
                <a:gd name="connsiteX676" fmla="*/ 2257230 w 2490683"/>
                <a:gd name="connsiteY676" fmla="*/ 1050532 h 248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</a:cxnLst>
              <a:rect l="l" t="t" r="r" b="b"/>
              <a:pathLst>
                <a:path w="2490683" h="2488086">
                  <a:moveTo>
                    <a:pt x="2413151" y="241803"/>
                  </a:moveTo>
                  <a:lnTo>
                    <a:pt x="2414006" y="241092"/>
                  </a:lnTo>
                  <a:lnTo>
                    <a:pt x="2468593" y="750529"/>
                  </a:lnTo>
                  <a:lnTo>
                    <a:pt x="2468593" y="752093"/>
                  </a:lnTo>
                  <a:lnTo>
                    <a:pt x="2133948" y="449815"/>
                  </a:lnTo>
                  <a:lnTo>
                    <a:pt x="2133948" y="449815"/>
                  </a:lnTo>
                  <a:close/>
                  <a:moveTo>
                    <a:pt x="2413151" y="243367"/>
                  </a:moveTo>
                  <a:lnTo>
                    <a:pt x="2135373" y="449815"/>
                  </a:lnTo>
                  <a:lnTo>
                    <a:pt x="2467167" y="749392"/>
                  </a:lnTo>
                  <a:close/>
                  <a:moveTo>
                    <a:pt x="2468307" y="749960"/>
                  </a:moveTo>
                  <a:lnTo>
                    <a:pt x="2468307" y="749960"/>
                  </a:lnTo>
                  <a:lnTo>
                    <a:pt x="2244688" y="1198259"/>
                  </a:lnTo>
                  <a:lnTo>
                    <a:pt x="2244688" y="1199396"/>
                  </a:lnTo>
                  <a:lnTo>
                    <a:pt x="1939261" y="602234"/>
                  </a:lnTo>
                  <a:lnTo>
                    <a:pt x="1938548" y="600954"/>
                  </a:lnTo>
                  <a:close/>
                  <a:moveTo>
                    <a:pt x="2467167" y="750955"/>
                  </a:moveTo>
                  <a:lnTo>
                    <a:pt x="1940971" y="603371"/>
                  </a:lnTo>
                  <a:lnTo>
                    <a:pt x="2244688" y="119697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2470018" y="752235"/>
                  </a:lnTo>
                  <a:lnTo>
                    <a:pt x="1939261" y="603371"/>
                  </a:lnTo>
                  <a:lnTo>
                    <a:pt x="1938120" y="603371"/>
                  </a:lnTo>
                  <a:close/>
                  <a:moveTo>
                    <a:pt x="2134090" y="450241"/>
                  </a:moveTo>
                  <a:lnTo>
                    <a:pt x="1941113" y="602234"/>
                  </a:lnTo>
                  <a:lnTo>
                    <a:pt x="2465599" y="74924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1939688" y="603371"/>
                  </a:lnTo>
                  <a:lnTo>
                    <a:pt x="1502996" y="75024"/>
                  </a:lnTo>
                  <a:lnTo>
                    <a:pt x="1500716" y="72323"/>
                  </a:lnTo>
                  <a:close/>
                  <a:moveTo>
                    <a:pt x="2132665" y="448962"/>
                  </a:moveTo>
                  <a:lnTo>
                    <a:pt x="1505562" y="76446"/>
                  </a:lnTo>
                  <a:lnTo>
                    <a:pt x="1939118" y="600954"/>
                  </a:lnTo>
                  <a:close/>
                  <a:moveTo>
                    <a:pt x="1938690" y="601523"/>
                  </a:moveTo>
                  <a:lnTo>
                    <a:pt x="1938690" y="600670"/>
                  </a:lnTo>
                  <a:lnTo>
                    <a:pt x="2244118" y="1197832"/>
                  </a:lnTo>
                  <a:lnTo>
                    <a:pt x="2244118" y="1198828"/>
                  </a:lnTo>
                  <a:lnTo>
                    <a:pt x="1591076" y="1132855"/>
                  </a:lnTo>
                  <a:lnTo>
                    <a:pt x="1590078" y="1132855"/>
                  </a:lnTo>
                  <a:close/>
                  <a:moveTo>
                    <a:pt x="1938690" y="603087"/>
                  </a:moveTo>
                  <a:lnTo>
                    <a:pt x="1593784" y="1132287"/>
                  </a:lnTo>
                  <a:lnTo>
                    <a:pt x="2243548" y="1197832"/>
                  </a:lnTo>
                  <a:close/>
                  <a:moveTo>
                    <a:pt x="1938690" y="601523"/>
                  </a:moveTo>
                  <a:lnTo>
                    <a:pt x="1938690" y="601523"/>
                  </a:lnTo>
                  <a:lnTo>
                    <a:pt x="1593214" y="1132287"/>
                  </a:lnTo>
                  <a:lnTo>
                    <a:pt x="1592216" y="1133851"/>
                  </a:lnTo>
                  <a:lnTo>
                    <a:pt x="1502711" y="72181"/>
                  </a:lnTo>
                  <a:close/>
                  <a:moveTo>
                    <a:pt x="1937408" y="601523"/>
                  </a:moveTo>
                  <a:lnTo>
                    <a:pt x="1502711" y="75451"/>
                  </a:lnTo>
                  <a:lnTo>
                    <a:pt x="1591504" y="1129585"/>
                  </a:lnTo>
                  <a:close/>
                  <a:moveTo>
                    <a:pt x="1504992" y="73318"/>
                  </a:moveTo>
                  <a:lnTo>
                    <a:pt x="896132" y="1068589"/>
                  </a:lnTo>
                  <a:lnTo>
                    <a:pt x="896132" y="1069585"/>
                  </a:lnTo>
                  <a:lnTo>
                    <a:pt x="638164" y="470858"/>
                  </a:lnTo>
                  <a:lnTo>
                    <a:pt x="638164" y="470858"/>
                  </a:lnTo>
                  <a:close/>
                  <a:moveTo>
                    <a:pt x="1501856" y="76162"/>
                  </a:moveTo>
                  <a:lnTo>
                    <a:pt x="639447" y="470858"/>
                  </a:lnTo>
                  <a:lnTo>
                    <a:pt x="895989" y="1067168"/>
                  </a:lnTo>
                  <a:close/>
                  <a:moveTo>
                    <a:pt x="538825" y="20711"/>
                  </a:moveTo>
                  <a:lnTo>
                    <a:pt x="539681" y="19715"/>
                  </a:lnTo>
                  <a:lnTo>
                    <a:pt x="639447" y="470431"/>
                  </a:lnTo>
                  <a:lnTo>
                    <a:pt x="639447" y="470431"/>
                  </a:lnTo>
                  <a:lnTo>
                    <a:pt x="20895" y="638632"/>
                  </a:lnTo>
                  <a:lnTo>
                    <a:pt x="19043" y="638632"/>
                  </a:lnTo>
                  <a:close/>
                  <a:moveTo>
                    <a:pt x="538825" y="22559"/>
                  </a:moveTo>
                  <a:lnTo>
                    <a:pt x="22748" y="637495"/>
                  </a:lnTo>
                  <a:lnTo>
                    <a:pt x="638307" y="470147"/>
                  </a:lnTo>
                  <a:close/>
                  <a:moveTo>
                    <a:pt x="638592" y="470005"/>
                  </a:moveTo>
                  <a:lnTo>
                    <a:pt x="638592" y="470005"/>
                  </a:lnTo>
                  <a:lnTo>
                    <a:pt x="895134" y="1068447"/>
                  </a:lnTo>
                  <a:lnTo>
                    <a:pt x="895134" y="1070011"/>
                  </a:lnTo>
                  <a:lnTo>
                    <a:pt x="20468" y="639201"/>
                  </a:lnTo>
                  <a:lnTo>
                    <a:pt x="19043" y="639201"/>
                  </a:lnTo>
                  <a:close/>
                  <a:moveTo>
                    <a:pt x="638592" y="471284"/>
                  </a:moveTo>
                  <a:lnTo>
                    <a:pt x="22748" y="638774"/>
                  </a:lnTo>
                  <a:lnTo>
                    <a:pt x="894706" y="1067310"/>
                  </a:lnTo>
                  <a:close/>
                  <a:moveTo>
                    <a:pt x="896132" y="1068447"/>
                  </a:moveTo>
                  <a:lnTo>
                    <a:pt x="897557" y="1069158"/>
                  </a:lnTo>
                  <a:lnTo>
                    <a:pt x="26311" y="1333616"/>
                  </a:lnTo>
                  <a:lnTo>
                    <a:pt x="25456" y="1333616"/>
                  </a:lnTo>
                  <a:lnTo>
                    <a:pt x="20468" y="638774"/>
                  </a:lnTo>
                  <a:lnTo>
                    <a:pt x="20468" y="637779"/>
                  </a:lnTo>
                  <a:close/>
                  <a:moveTo>
                    <a:pt x="894279" y="1068447"/>
                  </a:moveTo>
                  <a:lnTo>
                    <a:pt x="21465" y="639627"/>
                  </a:lnTo>
                  <a:lnTo>
                    <a:pt x="26454" y="1331341"/>
                  </a:lnTo>
                  <a:close/>
                  <a:moveTo>
                    <a:pt x="1887952" y="690102"/>
                  </a:moveTo>
                  <a:lnTo>
                    <a:pt x="1887952" y="689107"/>
                  </a:lnTo>
                  <a:lnTo>
                    <a:pt x="2244261" y="1064324"/>
                  </a:lnTo>
                  <a:lnTo>
                    <a:pt x="1791179" y="1026788"/>
                  </a:lnTo>
                  <a:lnTo>
                    <a:pt x="1791179" y="1026788"/>
                  </a:lnTo>
                  <a:close/>
                  <a:moveTo>
                    <a:pt x="1888950" y="691524"/>
                  </a:moveTo>
                  <a:lnTo>
                    <a:pt x="1793032" y="1025650"/>
                  </a:lnTo>
                  <a:lnTo>
                    <a:pt x="2242123" y="1062902"/>
                  </a:lnTo>
                  <a:close/>
                  <a:moveTo>
                    <a:pt x="2246113" y="1063186"/>
                  </a:moveTo>
                  <a:lnTo>
                    <a:pt x="1730464" y="1267928"/>
                  </a:lnTo>
                  <a:lnTo>
                    <a:pt x="1729324" y="1267928"/>
                  </a:lnTo>
                  <a:lnTo>
                    <a:pt x="1791464" y="1025224"/>
                  </a:lnTo>
                  <a:close/>
                  <a:moveTo>
                    <a:pt x="2240698" y="1064040"/>
                  </a:moveTo>
                  <a:lnTo>
                    <a:pt x="1792461" y="1026930"/>
                  </a:lnTo>
                  <a:lnTo>
                    <a:pt x="1731034" y="1266222"/>
                  </a:lnTo>
                  <a:close/>
                  <a:moveTo>
                    <a:pt x="1428314" y="664936"/>
                  </a:moveTo>
                  <a:lnTo>
                    <a:pt x="1428314" y="664936"/>
                  </a:lnTo>
                  <a:lnTo>
                    <a:pt x="1057753" y="1111528"/>
                  </a:lnTo>
                  <a:lnTo>
                    <a:pt x="1057753" y="1111528"/>
                  </a:lnTo>
                  <a:lnTo>
                    <a:pt x="565477" y="336781"/>
                  </a:lnTo>
                  <a:lnTo>
                    <a:pt x="564480" y="335217"/>
                  </a:lnTo>
                  <a:close/>
                  <a:moveTo>
                    <a:pt x="1427031" y="665789"/>
                  </a:moveTo>
                  <a:lnTo>
                    <a:pt x="567615" y="337634"/>
                  </a:lnTo>
                  <a:lnTo>
                    <a:pt x="1057896" y="1110391"/>
                  </a:lnTo>
                  <a:close/>
                  <a:moveTo>
                    <a:pt x="1427031" y="665078"/>
                  </a:moveTo>
                  <a:lnTo>
                    <a:pt x="1427031" y="665078"/>
                  </a:lnTo>
                  <a:lnTo>
                    <a:pt x="1791464" y="1026361"/>
                  </a:lnTo>
                  <a:lnTo>
                    <a:pt x="1792319" y="1027214"/>
                  </a:lnTo>
                  <a:lnTo>
                    <a:pt x="1056898" y="1112523"/>
                  </a:lnTo>
                  <a:lnTo>
                    <a:pt x="1055330" y="1112523"/>
                  </a:lnTo>
                  <a:close/>
                  <a:moveTo>
                    <a:pt x="1427031" y="666357"/>
                  </a:moveTo>
                  <a:lnTo>
                    <a:pt x="1059321" y="1110533"/>
                  </a:lnTo>
                  <a:lnTo>
                    <a:pt x="1790609" y="1025224"/>
                  </a:lnTo>
                  <a:close/>
                  <a:moveTo>
                    <a:pt x="1790751" y="1025650"/>
                  </a:moveTo>
                  <a:lnTo>
                    <a:pt x="1791749" y="1025650"/>
                  </a:lnTo>
                  <a:lnTo>
                    <a:pt x="1729609" y="1267359"/>
                  </a:lnTo>
                  <a:lnTo>
                    <a:pt x="1729609" y="1267359"/>
                  </a:lnTo>
                  <a:lnTo>
                    <a:pt x="1056756" y="1110959"/>
                  </a:lnTo>
                  <a:lnTo>
                    <a:pt x="1053193" y="1110959"/>
                  </a:lnTo>
                  <a:close/>
                  <a:moveTo>
                    <a:pt x="1790751" y="1026930"/>
                  </a:moveTo>
                  <a:lnTo>
                    <a:pt x="1061031" y="1111528"/>
                  </a:lnTo>
                  <a:lnTo>
                    <a:pt x="1729324" y="1266506"/>
                  </a:lnTo>
                  <a:close/>
                  <a:moveTo>
                    <a:pt x="355540" y="1057357"/>
                  </a:moveTo>
                  <a:lnTo>
                    <a:pt x="254206" y="1656653"/>
                  </a:lnTo>
                  <a:lnTo>
                    <a:pt x="254206" y="1658217"/>
                  </a:lnTo>
                  <a:lnTo>
                    <a:pt x="20753" y="1337881"/>
                  </a:lnTo>
                  <a:lnTo>
                    <a:pt x="20753" y="1337881"/>
                  </a:lnTo>
                  <a:close/>
                  <a:moveTo>
                    <a:pt x="353688" y="1060485"/>
                  </a:moveTo>
                  <a:lnTo>
                    <a:pt x="22748" y="1337739"/>
                  </a:lnTo>
                  <a:lnTo>
                    <a:pt x="253636" y="1655089"/>
                  </a:lnTo>
                  <a:close/>
                  <a:moveTo>
                    <a:pt x="1057041" y="1110817"/>
                  </a:moveTo>
                  <a:lnTo>
                    <a:pt x="1059178" y="1109538"/>
                  </a:lnTo>
                  <a:lnTo>
                    <a:pt x="609375" y="1955661"/>
                  </a:lnTo>
                  <a:lnTo>
                    <a:pt x="609375" y="1956371"/>
                  </a:lnTo>
                  <a:lnTo>
                    <a:pt x="253066" y="1656510"/>
                  </a:lnTo>
                  <a:close/>
                  <a:moveTo>
                    <a:pt x="1055758" y="1113234"/>
                  </a:moveTo>
                  <a:lnTo>
                    <a:pt x="255061" y="1656653"/>
                  </a:lnTo>
                  <a:lnTo>
                    <a:pt x="608662" y="1954381"/>
                  </a:lnTo>
                  <a:close/>
                  <a:moveTo>
                    <a:pt x="608804" y="1954950"/>
                  </a:moveTo>
                  <a:lnTo>
                    <a:pt x="608804" y="1954950"/>
                  </a:lnTo>
                  <a:lnTo>
                    <a:pt x="217293" y="2466803"/>
                  </a:lnTo>
                  <a:lnTo>
                    <a:pt x="216010" y="2468367"/>
                  </a:lnTo>
                  <a:lnTo>
                    <a:pt x="252353" y="1656226"/>
                  </a:lnTo>
                  <a:lnTo>
                    <a:pt x="252353" y="1655089"/>
                  </a:lnTo>
                  <a:close/>
                  <a:moveTo>
                    <a:pt x="607664" y="1954950"/>
                  </a:moveTo>
                  <a:lnTo>
                    <a:pt x="254491" y="1658359"/>
                  </a:lnTo>
                  <a:lnTo>
                    <a:pt x="218433" y="2465239"/>
                  </a:lnTo>
                  <a:close/>
                  <a:moveTo>
                    <a:pt x="607664" y="1954950"/>
                  </a:moveTo>
                  <a:lnTo>
                    <a:pt x="607664" y="1954950"/>
                  </a:lnTo>
                  <a:lnTo>
                    <a:pt x="1180181" y="2276849"/>
                  </a:lnTo>
                  <a:lnTo>
                    <a:pt x="1181606" y="2276849"/>
                  </a:lnTo>
                  <a:lnTo>
                    <a:pt x="217863" y="2467372"/>
                  </a:lnTo>
                  <a:lnTo>
                    <a:pt x="216295" y="2467372"/>
                  </a:lnTo>
                  <a:close/>
                  <a:moveTo>
                    <a:pt x="607664" y="1956229"/>
                  </a:moveTo>
                  <a:lnTo>
                    <a:pt x="219288" y="2465808"/>
                  </a:lnTo>
                  <a:lnTo>
                    <a:pt x="1179041" y="2276565"/>
                  </a:lnTo>
                  <a:close/>
                  <a:moveTo>
                    <a:pt x="18472" y="617731"/>
                  </a:moveTo>
                  <a:cubicBezTo>
                    <a:pt x="24059" y="617020"/>
                    <a:pt x="29689" y="618670"/>
                    <a:pt x="34008" y="622281"/>
                  </a:cubicBezTo>
                  <a:cubicBezTo>
                    <a:pt x="38446" y="625765"/>
                    <a:pt x="41275" y="630897"/>
                    <a:pt x="41846" y="636499"/>
                  </a:cubicBezTo>
                  <a:cubicBezTo>
                    <a:pt x="42282" y="639045"/>
                    <a:pt x="42282" y="641632"/>
                    <a:pt x="41846" y="644177"/>
                  </a:cubicBezTo>
                  <a:cubicBezTo>
                    <a:pt x="39526" y="652609"/>
                    <a:pt x="32310" y="658793"/>
                    <a:pt x="23603" y="659817"/>
                  </a:cubicBezTo>
                  <a:cubicBezTo>
                    <a:pt x="12020" y="661054"/>
                    <a:pt x="1623" y="652694"/>
                    <a:pt x="382" y="641134"/>
                  </a:cubicBezTo>
                  <a:cubicBezTo>
                    <a:pt x="378" y="641106"/>
                    <a:pt x="375" y="641078"/>
                    <a:pt x="372" y="641049"/>
                  </a:cubicBezTo>
                  <a:cubicBezTo>
                    <a:pt x="-124" y="638518"/>
                    <a:pt x="-124" y="635902"/>
                    <a:pt x="372" y="633371"/>
                  </a:cubicBezTo>
                  <a:cubicBezTo>
                    <a:pt x="2530" y="624897"/>
                    <a:pt x="9753" y="618656"/>
                    <a:pt x="18472" y="617731"/>
                  </a:cubicBezTo>
                  <a:close/>
                  <a:moveTo>
                    <a:pt x="37000" y="636926"/>
                  </a:moveTo>
                  <a:cubicBezTo>
                    <a:pt x="36563" y="632689"/>
                    <a:pt x="34462" y="628807"/>
                    <a:pt x="31157" y="626120"/>
                  </a:cubicBezTo>
                  <a:cubicBezTo>
                    <a:pt x="24192" y="620476"/>
                    <a:pt x="13959" y="621528"/>
                    <a:pt x="8302" y="628480"/>
                  </a:cubicBezTo>
                  <a:cubicBezTo>
                    <a:pt x="6860" y="630258"/>
                    <a:pt x="5809" y="632305"/>
                    <a:pt x="5218" y="634509"/>
                  </a:cubicBezTo>
                  <a:cubicBezTo>
                    <a:pt x="4928" y="636443"/>
                    <a:pt x="4928" y="638405"/>
                    <a:pt x="5218" y="640338"/>
                  </a:cubicBezTo>
                  <a:cubicBezTo>
                    <a:pt x="6288" y="649225"/>
                    <a:pt x="14379" y="655566"/>
                    <a:pt x="23288" y="654500"/>
                  </a:cubicBezTo>
                  <a:cubicBezTo>
                    <a:pt x="29820" y="653718"/>
                    <a:pt x="35235" y="649082"/>
                    <a:pt x="37000" y="642755"/>
                  </a:cubicBezTo>
                  <a:cubicBezTo>
                    <a:pt x="37431" y="640836"/>
                    <a:pt x="37431" y="638845"/>
                    <a:pt x="37000" y="636926"/>
                  </a:cubicBezTo>
                  <a:close/>
                  <a:moveTo>
                    <a:pt x="537258" y="94"/>
                  </a:moveTo>
                  <a:cubicBezTo>
                    <a:pt x="548828" y="-988"/>
                    <a:pt x="559145" y="7347"/>
                    <a:pt x="560489" y="18862"/>
                  </a:cubicBezTo>
                  <a:cubicBezTo>
                    <a:pt x="560988" y="21398"/>
                    <a:pt x="560988" y="24005"/>
                    <a:pt x="560489" y="26540"/>
                  </a:cubicBezTo>
                  <a:cubicBezTo>
                    <a:pt x="559584" y="38162"/>
                    <a:pt x="549406" y="46851"/>
                    <a:pt x="537757" y="45948"/>
                  </a:cubicBezTo>
                  <a:cubicBezTo>
                    <a:pt x="526107" y="45045"/>
                    <a:pt x="517397" y="34892"/>
                    <a:pt x="518302" y="23270"/>
                  </a:cubicBezTo>
                  <a:cubicBezTo>
                    <a:pt x="517803" y="20735"/>
                    <a:pt x="517803" y="18127"/>
                    <a:pt x="518302" y="15592"/>
                  </a:cubicBezTo>
                  <a:cubicBezTo>
                    <a:pt x="520748" y="7037"/>
                    <a:pt x="528232" y="872"/>
                    <a:pt x="537115" y="94"/>
                  </a:cubicBezTo>
                  <a:close/>
                  <a:moveTo>
                    <a:pt x="555501" y="19431"/>
                  </a:moveTo>
                  <a:cubicBezTo>
                    <a:pt x="554533" y="10610"/>
                    <a:pt x="546582" y="4242"/>
                    <a:pt x="537739" y="5207"/>
                  </a:cubicBezTo>
                  <a:cubicBezTo>
                    <a:pt x="537722" y="5209"/>
                    <a:pt x="537704" y="5211"/>
                    <a:pt x="537685" y="5213"/>
                  </a:cubicBezTo>
                  <a:cubicBezTo>
                    <a:pt x="530893" y="5816"/>
                    <a:pt x="525200" y="10586"/>
                    <a:pt x="523433" y="17156"/>
                  </a:cubicBezTo>
                  <a:cubicBezTo>
                    <a:pt x="523002" y="19076"/>
                    <a:pt x="523002" y="21066"/>
                    <a:pt x="523433" y="22986"/>
                  </a:cubicBezTo>
                  <a:cubicBezTo>
                    <a:pt x="524401" y="31807"/>
                    <a:pt x="532352" y="38175"/>
                    <a:pt x="541194" y="37210"/>
                  </a:cubicBezTo>
                  <a:cubicBezTo>
                    <a:pt x="541211" y="37208"/>
                    <a:pt x="541230" y="37205"/>
                    <a:pt x="541248" y="37204"/>
                  </a:cubicBezTo>
                  <a:cubicBezTo>
                    <a:pt x="548041" y="36601"/>
                    <a:pt x="553733" y="31831"/>
                    <a:pt x="555501" y="25261"/>
                  </a:cubicBezTo>
                  <a:cubicBezTo>
                    <a:pt x="555884" y="23331"/>
                    <a:pt x="555836" y="21341"/>
                    <a:pt x="555358" y="19431"/>
                  </a:cubicBezTo>
                  <a:close/>
                  <a:moveTo>
                    <a:pt x="877889" y="1026646"/>
                  </a:moveTo>
                  <a:cubicBezTo>
                    <a:pt x="887572" y="1025622"/>
                    <a:pt x="897265" y="1028494"/>
                    <a:pt x="904826" y="1034608"/>
                  </a:cubicBezTo>
                  <a:cubicBezTo>
                    <a:pt x="912746" y="1040523"/>
                    <a:pt x="917895" y="1049409"/>
                    <a:pt x="919078" y="1059205"/>
                  </a:cubicBezTo>
                  <a:cubicBezTo>
                    <a:pt x="919534" y="1063684"/>
                    <a:pt x="919196" y="1068205"/>
                    <a:pt x="918080" y="1072570"/>
                  </a:cubicBezTo>
                  <a:cubicBezTo>
                    <a:pt x="912885" y="1092149"/>
                    <a:pt x="892760" y="1103836"/>
                    <a:pt x="873127" y="1098647"/>
                  </a:cubicBezTo>
                  <a:cubicBezTo>
                    <a:pt x="858370" y="1094751"/>
                    <a:pt x="847561" y="1082168"/>
                    <a:pt x="845963" y="1067025"/>
                  </a:cubicBezTo>
                  <a:cubicBezTo>
                    <a:pt x="845507" y="1062547"/>
                    <a:pt x="845845" y="1058025"/>
                    <a:pt x="846961" y="1053660"/>
                  </a:cubicBezTo>
                  <a:cubicBezTo>
                    <a:pt x="850960" y="1039314"/>
                    <a:pt x="863108" y="1028707"/>
                    <a:pt x="877889" y="1026646"/>
                  </a:cubicBezTo>
                  <a:close/>
                  <a:moveTo>
                    <a:pt x="913377" y="1059774"/>
                  </a:moveTo>
                  <a:cubicBezTo>
                    <a:pt x="912543" y="1051414"/>
                    <a:pt x="908384" y="1043736"/>
                    <a:pt x="901833" y="1038447"/>
                  </a:cubicBezTo>
                  <a:cubicBezTo>
                    <a:pt x="888062" y="1027456"/>
                    <a:pt x="867972" y="1029688"/>
                    <a:pt x="856961" y="1043423"/>
                  </a:cubicBezTo>
                  <a:cubicBezTo>
                    <a:pt x="854238" y="1046821"/>
                    <a:pt x="852242" y="1050746"/>
                    <a:pt x="851094" y="1054940"/>
                  </a:cubicBezTo>
                  <a:cubicBezTo>
                    <a:pt x="846522" y="1071845"/>
                    <a:pt x="856556" y="1089248"/>
                    <a:pt x="873502" y="1093812"/>
                  </a:cubicBezTo>
                  <a:cubicBezTo>
                    <a:pt x="890449" y="1098376"/>
                    <a:pt x="907894" y="1088367"/>
                    <a:pt x="912466" y="1071461"/>
                  </a:cubicBezTo>
                  <a:cubicBezTo>
                    <a:pt x="913494" y="1067651"/>
                    <a:pt x="913803" y="1063684"/>
                    <a:pt x="913377" y="1059774"/>
                  </a:cubicBezTo>
                  <a:close/>
                  <a:moveTo>
                    <a:pt x="1503281" y="34218"/>
                  </a:moveTo>
                  <a:cubicBezTo>
                    <a:pt x="1527881" y="31626"/>
                    <a:pt x="1549929" y="49419"/>
                    <a:pt x="1552523" y="73958"/>
                  </a:cubicBezTo>
                  <a:cubicBezTo>
                    <a:pt x="1555117" y="98498"/>
                    <a:pt x="1537288" y="120494"/>
                    <a:pt x="1512688" y="123081"/>
                  </a:cubicBezTo>
                  <a:cubicBezTo>
                    <a:pt x="1500901" y="124390"/>
                    <a:pt x="1489086" y="120906"/>
                    <a:pt x="1479908" y="113413"/>
                  </a:cubicBezTo>
                  <a:cubicBezTo>
                    <a:pt x="1470558" y="106077"/>
                    <a:pt x="1464629" y="95228"/>
                    <a:pt x="1463517" y="83413"/>
                  </a:cubicBezTo>
                  <a:cubicBezTo>
                    <a:pt x="1462819" y="77982"/>
                    <a:pt x="1463204" y="72479"/>
                    <a:pt x="1464658" y="67204"/>
                  </a:cubicBezTo>
                  <a:cubicBezTo>
                    <a:pt x="1469503" y="49383"/>
                    <a:pt x="1484753" y="36312"/>
                    <a:pt x="1503139" y="34218"/>
                  </a:cubicBezTo>
                  <a:close/>
                  <a:moveTo>
                    <a:pt x="1547749" y="74455"/>
                  </a:moveTo>
                  <a:cubicBezTo>
                    <a:pt x="1545183" y="52616"/>
                    <a:pt x="1525373" y="36985"/>
                    <a:pt x="1503481" y="39540"/>
                  </a:cubicBezTo>
                  <a:cubicBezTo>
                    <a:pt x="1487347" y="41422"/>
                    <a:pt x="1473964" y="52872"/>
                    <a:pt x="1469646" y="68484"/>
                  </a:cubicBezTo>
                  <a:cubicBezTo>
                    <a:pt x="1468363" y="73105"/>
                    <a:pt x="1467978" y="77939"/>
                    <a:pt x="1468506" y="82702"/>
                  </a:cubicBezTo>
                  <a:cubicBezTo>
                    <a:pt x="1469503" y="93152"/>
                    <a:pt x="1474620" y="102778"/>
                    <a:pt x="1482758" y="109432"/>
                  </a:cubicBezTo>
                  <a:cubicBezTo>
                    <a:pt x="1499804" y="123380"/>
                    <a:pt x="1524945" y="120892"/>
                    <a:pt x="1538926" y="103901"/>
                  </a:cubicBezTo>
                  <a:cubicBezTo>
                    <a:pt x="1545696" y="95655"/>
                    <a:pt x="1548875" y="85048"/>
                    <a:pt x="1547749" y="74455"/>
                  </a:cubicBezTo>
                  <a:close/>
                  <a:moveTo>
                    <a:pt x="1504992" y="55972"/>
                  </a:moveTo>
                  <a:cubicBezTo>
                    <a:pt x="1511035" y="55318"/>
                    <a:pt x="1517106" y="57109"/>
                    <a:pt x="1521809" y="60948"/>
                  </a:cubicBezTo>
                  <a:cubicBezTo>
                    <a:pt x="1532499" y="67744"/>
                    <a:pt x="1535634" y="81892"/>
                    <a:pt x="1528822" y="92555"/>
                  </a:cubicBezTo>
                  <a:cubicBezTo>
                    <a:pt x="1522009" y="103219"/>
                    <a:pt x="1507814" y="106347"/>
                    <a:pt x="1497139" y="99550"/>
                  </a:cubicBezTo>
                  <a:cubicBezTo>
                    <a:pt x="1495756" y="98669"/>
                    <a:pt x="1494473" y="97645"/>
                    <a:pt x="1493305" y="96494"/>
                  </a:cubicBezTo>
                  <a:cubicBezTo>
                    <a:pt x="1488544" y="92712"/>
                    <a:pt x="1485523" y="87181"/>
                    <a:pt x="1484896" y="81138"/>
                  </a:cubicBezTo>
                  <a:cubicBezTo>
                    <a:pt x="1484397" y="78365"/>
                    <a:pt x="1484397" y="75522"/>
                    <a:pt x="1484896" y="72749"/>
                  </a:cubicBezTo>
                  <a:cubicBezTo>
                    <a:pt x="1487490" y="63564"/>
                    <a:pt x="1495471" y="56896"/>
                    <a:pt x="1504992" y="55972"/>
                  </a:cubicBezTo>
                  <a:close/>
                  <a:moveTo>
                    <a:pt x="1525230" y="76730"/>
                  </a:moveTo>
                  <a:cubicBezTo>
                    <a:pt x="1524745" y="72024"/>
                    <a:pt x="1522394" y="67716"/>
                    <a:pt x="1518674" y="64787"/>
                  </a:cubicBezTo>
                  <a:cubicBezTo>
                    <a:pt x="1514940" y="61787"/>
                    <a:pt x="1510194" y="60365"/>
                    <a:pt x="1505419" y="60806"/>
                  </a:cubicBezTo>
                  <a:cubicBezTo>
                    <a:pt x="1498065" y="61659"/>
                    <a:pt x="1491965" y="66891"/>
                    <a:pt x="1490027" y="74029"/>
                  </a:cubicBezTo>
                  <a:cubicBezTo>
                    <a:pt x="1489599" y="76190"/>
                    <a:pt x="1489599" y="78408"/>
                    <a:pt x="1490027" y="80569"/>
                  </a:cubicBezTo>
                  <a:cubicBezTo>
                    <a:pt x="1490996" y="90337"/>
                    <a:pt x="1499718" y="97475"/>
                    <a:pt x="1509510" y="96508"/>
                  </a:cubicBezTo>
                  <a:cubicBezTo>
                    <a:pt x="1509567" y="96508"/>
                    <a:pt x="1509638" y="96494"/>
                    <a:pt x="1509695" y="96494"/>
                  </a:cubicBezTo>
                  <a:cubicBezTo>
                    <a:pt x="1517106" y="95697"/>
                    <a:pt x="1523277" y="90451"/>
                    <a:pt x="1525230" y="83271"/>
                  </a:cubicBezTo>
                  <a:cubicBezTo>
                    <a:pt x="1525800" y="81138"/>
                    <a:pt x="1525943" y="78920"/>
                    <a:pt x="1525658" y="76730"/>
                  </a:cubicBezTo>
                  <a:close/>
                  <a:moveTo>
                    <a:pt x="1936838" y="578916"/>
                  </a:moveTo>
                  <a:cubicBezTo>
                    <a:pt x="1949850" y="577594"/>
                    <a:pt x="1961494" y="586992"/>
                    <a:pt x="1962919" y="599959"/>
                  </a:cubicBezTo>
                  <a:cubicBezTo>
                    <a:pt x="1963418" y="602774"/>
                    <a:pt x="1963418" y="605674"/>
                    <a:pt x="1962919" y="608490"/>
                  </a:cubicBezTo>
                  <a:cubicBezTo>
                    <a:pt x="1959670" y="621115"/>
                    <a:pt x="1946786" y="628722"/>
                    <a:pt x="1934130" y="625495"/>
                  </a:cubicBezTo>
                  <a:cubicBezTo>
                    <a:pt x="1924495" y="623021"/>
                    <a:pt x="1917426" y="614817"/>
                    <a:pt x="1916457" y="604935"/>
                  </a:cubicBezTo>
                  <a:cubicBezTo>
                    <a:pt x="1916129" y="602077"/>
                    <a:pt x="1916371" y="599177"/>
                    <a:pt x="1917169" y="596404"/>
                  </a:cubicBezTo>
                  <a:cubicBezTo>
                    <a:pt x="1919692" y="587049"/>
                    <a:pt x="1927631" y="580139"/>
                    <a:pt x="1937265" y="578916"/>
                  </a:cubicBezTo>
                  <a:close/>
                  <a:moveTo>
                    <a:pt x="1957931" y="600528"/>
                  </a:moveTo>
                  <a:cubicBezTo>
                    <a:pt x="1956891" y="590290"/>
                    <a:pt x="1947741" y="582840"/>
                    <a:pt x="1937479" y="583864"/>
                  </a:cubicBezTo>
                  <a:cubicBezTo>
                    <a:pt x="1937408" y="583878"/>
                    <a:pt x="1937337" y="583878"/>
                    <a:pt x="1937265" y="583892"/>
                  </a:cubicBezTo>
                  <a:cubicBezTo>
                    <a:pt x="1929483" y="584873"/>
                    <a:pt x="1923084" y="590518"/>
                    <a:pt x="1921160" y="598110"/>
                  </a:cubicBezTo>
                  <a:cubicBezTo>
                    <a:pt x="1920718" y="600371"/>
                    <a:pt x="1920718" y="602674"/>
                    <a:pt x="1921160" y="604935"/>
                  </a:cubicBezTo>
                  <a:cubicBezTo>
                    <a:pt x="1922200" y="615087"/>
                    <a:pt x="1931293" y="622480"/>
                    <a:pt x="1941470" y="621457"/>
                  </a:cubicBezTo>
                  <a:cubicBezTo>
                    <a:pt x="1941541" y="621442"/>
                    <a:pt x="1941612" y="621442"/>
                    <a:pt x="1941683" y="621428"/>
                  </a:cubicBezTo>
                  <a:cubicBezTo>
                    <a:pt x="1949579" y="620618"/>
                    <a:pt x="1956093" y="614916"/>
                    <a:pt x="1957931" y="607210"/>
                  </a:cubicBezTo>
                  <a:cubicBezTo>
                    <a:pt x="1958501" y="605035"/>
                    <a:pt x="1958644" y="602760"/>
                    <a:pt x="1958359" y="600528"/>
                  </a:cubicBezTo>
                  <a:close/>
                  <a:moveTo>
                    <a:pt x="1937693" y="587731"/>
                  </a:moveTo>
                  <a:cubicBezTo>
                    <a:pt x="1941626" y="587305"/>
                    <a:pt x="1945560" y="588428"/>
                    <a:pt x="1948667" y="590859"/>
                  </a:cubicBezTo>
                  <a:cubicBezTo>
                    <a:pt x="1951774" y="593290"/>
                    <a:pt x="1953741" y="596888"/>
                    <a:pt x="1954083" y="600812"/>
                  </a:cubicBezTo>
                  <a:cubicBezTo>
                    <a:pt x="1954425" y="602589"/>
                    <a:pt x="1954425" y="604423"/>
                    <a:pt x="1954083" y="606215"/>
                  </a:cubicBezTo>
                  <a:cubicBezTo>
                    <a:pt x="1952416" y="612144"/>
                    <a:pt x="1947370" y="616509"/>
                    <a:pt x="1941256" y="617305"/>
                  </a:cubicBezTo>
                  <a:cubicBezTo>
                    <a:pt x="1937294" y="617788"/>
                    <a:pt x="1933317" y="616608"/>
                    <a:pt x="1930281" y="614035"/>
                  </a:cubicBezTo>
                  <a:cubicBezTo>
                    <a:pt x="1927117" y="611632"/>
                    <a:pt x="1925108" y="608035"/>
                    <a:pt x="1924723" y="604082"/>
                  </a:cubicBezTo>
                  <a:cubicBezTo>
                    <a:pt x="1924438" y="602290"/>
                    <a:pt x="1924438" y="600470"/>
                    <a:pt x="1924723" y="598679"/>
                  </a:cubicBezTo>
                  <a:cubicBezTo>
                    <a:pt x="1926205" y="592437"/>
                    <a:pt x="1931692" y="587944"/>
                    <a:pt x="1938120" y="587731"/>
                  </a:cubicBezTo>
                  <a:close/>
                  <a:moveTo>
                    <a:pt x="1949237" y="601949"/>
                  </a:moveTo>
                  <a:cubicBezTo>
                    <a:pt x="1948938" y="599319"/>
                    <a:pt x="1947612" y="596916"/>
                    <a:pt x="1945532" y="595267"/>
                  </a:cubicBezTo>
                  <a:cubicBezTo>
                    <a:pt x="1943522" y="593575"/>
                    <a:pt x="1940885" y="592793"/>
                    <a:pt x="1938263" y="593134"/>
                  </a:cubicBezTo>
                  <a:cubicBezTo>
                    <a:pt x="1932833" y="593802"/>
                    <a:pt x="1928928" y="598651"/>
                    <a:pt x="1929426" y="604082"/>
                  </a:cubicBezTo>
                  <a:cubicBezTo>
                    <a:pt x="1929697" y="606726"/>
                    <a:pt x="1931037" y="609144"/>
                    <a:pt x="1933132" y="610765"/>
                  </a:cubicBezTo>
                  <a:cubicBezTo>
                    <a:pt x="1935142" y="612456"/>
                    <a:pt x="1937793" y="613239"/>
                    <a:pt x="1940401" y="612897"/>
                  </a:cubicBezTo>
                  <a:cubicBezTo>
                    <a:pt x="1944463" y="612428"/>
                    <a:pt x="1947826" y="609570"/>
                    <a:pt x="1948952" y="605646"/>
                  </a:cubicBezTo>
                  <a:cubicBezTo>
                    <a:pt x="1949479" y="604281"/>
                    <a:pt x="1949722" y="602831"/>
                    <a:pt x="1949665" y="601381"/>
                  </a:cubicBezTo>
                  <a:close/>
                  <a:moveTo>
                    <a:pt x="632036" y="408582"/>
                  </a:moveTo>
                  <a:cubicBezTo>
                    <a:pt x="666341" y="405013"/>
                    <a:pt x="697068" y="429824"/>
                    <a:pt x="700732" y="464033"/>
                  </a:cubicBezTo>
                  <a:cubicBezTo>
                    <a:pt x="701600" y="471611"/>
                    <a:pt x="701020" y="479275"/>
                    <a:pt x="699022" y="486640"/>
                  </a:cubicBezTo>
                  <a:cubicBezTo>
                    <a:pt x="690202" y="519896"/>
                    <a:pt x="656034" y="539716"/>
                    <a:pt x="622705" y="530915"/>
                  </a:cubicBezTo>
                  <a:cubicBezTo>
                    <a:pt x="597665" y="524304"/>
                    <a:pt x="579316" y="502948"/>
                    <a:pt x="576594" y="477256"/>
                  </a:cubicBezTo>
                  <a:cubicBezTo>
                    <a:pt x="575880" y="469678"/>
                    <a:pt x="576459" y="462028"/>
                    <a:pt x="578304" y="454649"/>
                  </a:cubicBezTo>
                  <a:cubicBezTo>
                    <a:pt x="585077" y="429767"/>
                    <a:pt x="606363" y="411525"/>
                    <a:pt x="632036" y="408582"/>
                  </a:cubicBezTo>
                  <a:close/>
                  <a:moveTo>
                    <a:pt x="695886" y="464033"/>
                  </a:moveTo>
                  <a:cubicBezTo>
                    <a:pt x="692715" y="432312"/>
                    <a:pt x="664366" y="409151"/>
                    <a:pt x="632566" y="412322"/>
                  </a:cubicBezTo>
                  <a:cubicBezTo>
                    <a:pt x="600766" y="415478"/>
                    <a:pt x="577558" y="443772"/>
                    <a:pt x="580729" y="475493"/>
                  </a:cubicBezTo>
                  <a:cubicBezTo>
                    <a:pt x="583900" y="507214"/>
                    <a:pt x="612249" y="530361"/>
                    <a:pt x="644049" y="527204"/>
                  </a:cubicBezTo>
                  <a:cubicBezTo>
                    <a:pt x="667966" y="524816"/>
                    <a:pt x="687918" y="507939"/>
                    <a:pt x="694176" y="484792"/>
                  </a:cubicBezTo>
                  <a:cubicBezTo>
                    <a:pt x="696022" y="478038"/>
                    <a:pt x="696602" y="471000"/>
                    <a:pt x="695886" y="464033"/>
                  </a:cubicBezTo>
                  <a:close/>
                  <a:moveTo>
                    <a:pt x="634031" y="426497"/>
                  </a:moveTo>
                  <a:cubicBezTo>
                    <a:pt x="658137" y="424009"/>
                    <a:pt x="679730" y="441412"/>
                    <a:pt x="682347" y="465455"/>
                  </a:cubicBezTo>
                  <a:cubicBezTo>
                    <a:pt x="682975" y="470787"/>
                    <a:pt x="682587" y="476190"/>
                    <a:pt x="681206" y="481379"/>
                  </a:cubicBezTo>
                  <a:cubicBezTo>
                    <a:pt x="676475" y="498924"/>
                    <a:pt x="661406" y="511749"/>
                    <a:pt x="643295" y="513655"/>
                  </a:cubicBezTo>
                  <a:cubicBezTo>
                    <a:pt x="631725" y="515034"/>
                    <a:pt x="620091" y="511650"/>
                    <a:pt x="611085" y="504270"/>
                  </a:cubicBezTo>
                  <a:cubicBezTo>
                    <a:pt x="602015" y="496977"/>
                    <a:pt x="596221" y="486398"/>
                    <a:pt x="594980" y="474839"/>
                  </a:cubicBezTo>
                  <a:cubicBezTo>
                    <a:pt x="594398" y="469493"/>
                    <a:pt x="594833" y="464090"/>
                    <a:pt x="596262" y="458915"/>
                  </a:cubicBezTo>
                  <a:cubicBezTo>
                    <a:pt x="601110" y="441554"/>
                    <a:pt x="616069" y="428886"/>
                    <a:pt x="634031" y="426924"/>
                  </a:cubicBezTo>
                  <a:close/>
                  <a:moveTo>
                    <a:pt x="676788" y="466024"/>
                  </a:moveTo>
                  <a:cubicBezTo>
                    <a:pt x="675745" y="444540"/>
                    <a:pt x="657436" y="427962"/>
                    <a:pt x="635894" y="429000"/>
                  </a:cubicBezTo>
                  <a:cubicBezTo>
                    <a:pt x="614351" y="430037"/>
                    <a:pt x="597733" y="448294"/>
                    <a:pt x="598777" y="469791"/>
                  </a:cubicBezTo>
                  <a:cubicBezTo>
                    <a:pt x="598849" y="471299"/>
                    <a:pt x="599009" y="472791"/>
                    <a:pt x="599255" y="474270"/>
                  </a:cubicBezTo>
                  <a:cubicBezTo>
                    <a:pt x="601499" y="495583"/>
                    <a:pt x="620642" y="511053"/>
                    <a:pt x="642012" y="508820"/>
                  </a:cubicBezTo>
                  <a:cubicBezTo>
                    <a:pt x="663303" y="506432"/>
                    <a:pt x="678726" y="487436"/>
                    <a:pt x="676646" y="466166"/>
                  </a:cubicBezTo>
                  <a:close/>
                  <a:moveTo>
                    <a:pt x="2129387" y="409151"/>
                  </a:moveTo>
                  <a:cubicBezTo>
                    <a:pt x="2151321" y="406905"/>
                    <a:pt x="2170961" y="422701"/>
                    <a:pt x="2173426" y="444554"/>
                  </a:cubicBezTo>
                  <a:cubicBezTo>
                    <a:pt x="2173883" y="449317"/>
                    <a:pt x="2173498" y="454137"/>
                    <a:pt x="2172286" y="458772"/>
                  </a:cubicBezTo>
                  <a:cubicBezTo>
                    <a:pt x="2166414" y="480043"/>
                    <a:pt x="2144366" y="492541"/>
                    <a:pt x="2123030" y="486683"/>
                  </a:cubicBezTo>
                  <a:cubicBezTo>
                    <a:pt x="2107324" y="482360"/>
                    <a:pt x="2095794" y="468952"/>
                    <a:pt x="2093899" y="452801"/>
                  </a:cubicBezTo>
                  <a:cubicBezTo>
                    <a:pt x="2093414" y="448038"/>
                    <a:pt x="2093742" y="443232"/>
                    <a:pt x="2094896" y="438583"/>
                  </a:cubicBezTo>
                  <a:cubicBezTo>
                    <a:pt x="2099571" y="422658"/>
                    <a:pt x="2113538" y="411213"/>
                    <a:pt x="2130099" y="409720"/>
                  </a:cubicBezTo>
                  <a:close/>
                  <a:moveTo>
                    <a:pt x="2168438" y="445123"/>
                  </a:moveTo>
                  <a:cubicBezTo>
                    <a:pt x="2166357" y="425914"/>
                    <a:pt x="2149069" y="412037"/>
                    <a:pt x="2129814" y="414113"/>
                  </a:cubicBezTo>
                  <a:cubicBezTo>
                    <a:pt x="2110559" y="416189"/>
                    <a:pt x="2096635" y="433436"/>
                    <a:pt x="2098730" y="452644"/>
                  </a:cubicBezTo>
                  <a:cubicBezTo>
                    <a:pt x="2100811" y="471853"/>
                    <a:pt x="2118099" y="485730"/>
                    <a:pt x="2137354" y="483654"/>
                  </a:cubicBezTo>
                  <a:cubicBezTo>
                    <a:pt x="2137354" y="483654"/>
                    <a:pt x="2137368" y="483654"/>
                    <a:pt x="2137368" y="483654"/>
                  </a:cubicBezTo>
                  <a:cubicBezTo>
                    <a:pt x="2151763" y="481991"/>
                    <a:pt x="2163678" y="471739"/>
                    <a:pt x="2167441" y="457777"/>
                  </a:cubicBezTo>
                  <a:cubicBezTo>
                    <a:pt x="2168723" y="453881"/>
                    <a:pt x="2169308" y="449786"/>
                    <a:pt x="2169151" y="445692"/>
                  </a:cubicBezTo>
                  <a:close/>
                  <a:moveTo>
                    <a:pt x="2131382" y="427635"/>
                  </a:moveTo>
                  <a:cubicBezTo>
                    <a:pt x="2143041" y="426398"/>
                    <a:pt x="2153502" y="434829"/>
                    <a:pt x="2154742" y="446459"/>
                  </a:cubicBezTo>
                  <a:cubicBezTo>
                    <a:pt x="2154756" y="446488"/>
                    <a:pt x="2154756" y="446516"/>
                    <a:pt x="2154756" y="446545"/>
                  </a:cubicBezTo>
                  <a:cubicBezTo>
                    <a:pt x="2155255" y="449132"/>
                    <a:pt x="2155255" y="451777"/>
                    <a:pt x="2154756" y="454365"/>
                  </a:cubicBezTo>
                  <a:cubicBezTo>
                    <a:pt x="2151920" y="465711"/>
                    <a:pt x="2140390" y="472621"/>
                    <a:pt x="2129016" y="469791"/>
                  </a:cubicBezTo>
                  <a:cubicBezTo>
                    <a:pt x="2120223" y="467602"/>
                    <a:pt x="2113795" y="460095"/>
                    <a:pt x="2112997" y="451094"/>
                  </a:cubicBezTo>
                  <a:cubicBezTo>
                    <a:pt x="2112498" y="448564"/>
                    <a:pt x="2112498" y="445948"/>
                    <a:pt x="2112997" y="443417"/>
                  </a:cubicBezTo>
                  <a:cubicBezTo>
                    <a:pt x="2115619" y="434900"/>
                    <a:pt x="2123201" y="428872"/>
                    <a:pt x="2132095" y="428203"/>
                  </a:cubicBezTo>
                  <a:close/>
                  <a:moveTo>
                    <a:pt x="2149910" y="447113"/>
                  </a:moveTo>
                  <a:cubicBezTo>
                    <a:pt x="2148827" y="438142"/>
                    <a:pt x="2140675" y="431758"/>
                    <a:pt x="2131681" y="432824"/>
                  </a:cubicBezTo>
                  <a:cubicBezTo>
                    <a:pt x="2125083" y="433620"/>
                    <a:pt x="2119624" y="438312"/>
                    <a:pt x="2117842" y="444696"/>
                  </a:cubicBezTo>
                  <a:cubicBezTo>
                    <a:pt x="2117415" y="446616"/>
                    <a:pt x="2117415" y="448606"/>
                    <a:pt x="2117842" y="450526"/>
                  </a:cubicBezTo>
                  <a:cubicBezTo>
                    <a:pt x="2118883" y="459384"/>
                    <a:pt x="2126907" y="465739"/>
                    <a:pt x="2135800" y="464744"/>
                  </a:cubicBezTo>
                  <a:cubicBezTo>
                    <a:pt x="2142556" y="464061"/>
                    <a:pt x="2148214" y="459327"/>
                    <a:pt x="2150053" y="452801"/>
                  </a:cubicBezTo>
                  <a:cubicBezTo>
                    <a:pt x="2150452" y="451123"/>
                    <a:pt x="2150637" y="449403"/>
                    <a:pt x="2150623" y="447682"/>
                  </a:cubicBezTo>
                  <a:close/>
                  <a:moveTo>
                    <a:pt x="2239700" y="1158022"/>
                  </a:moveTo>
                  <a:cubicBezTo>
                    <a:pt x="2250232" y="1156813"/>
                    <a:pt x="2260822" y="1159884"/>
                    <a:pt x="2269060" y="1166553"/>
                  </a:cubicBezTo>
                  <a:cubicBezTo>
                    <a:pt x="2277183" y="1173278"/>
                    <a:pt x="2282314" y="1182946"/>
                    <a:pt x="2283312" y="1193425"/>
                  </a:cubicBezTo>
                  <a:cubicBezTo>
                    <a:pt x="2283825" y="1198188"/>
                    <a:pt x="2283426" y="1203022"/>
                    <a:pt x="2282172" y="1207643"/>
                  </a:cubicBezTo>
                  <a:cubicBezTo>
                    <a:pt x="2276699" y="1228942"/>
                    <a:pt x="2254964" y="1241795"/>
                    <a:pt x="2233614" y="1236335"/>
                  </a:cubicBezTo>
                  <a:cubicBezTo>
                    <a:pt x="2217310" y="1232169"/>
                    <a:pt x="2205380" y="1218250"/>
                    <a:pt x="2203784" y="1201529"/>
                  </a:cubicBezTo>
                  <a:cubicBezTo>
                    <a:pt x="2203257" y="1196766"/>
                    <a:pt x="2203642" y="1191932"/>
                    <a:pt x="2204924" y="1187311"/>
                  </a:cubicBezTo>
                  <a:cubicBezTo>
                    <a:pt x="2209599" y="1171316"/>
                    <a:pt x="2223752" y="1159913"/>
                    <a:pt x="2240413" y="1158733"/>
                  </a:cubicBezTo>
                  <a:close/>
                  <a:moveTo>
                    <a:pt x="2278751" y="1193851"/>
                  </a:moveTo>
                  <a:cubicBezTo>
                    <a:pt x="2276557" y="1174657"/>
                    <a:pt x="2259183" y="1160865"/>
                    <a:pt x="2239956" y="1163055"/>
                  </a:cubicBezTo>
                  <a:cubicBezTo>
                    <a:pt x="2225647" y="1164676"/>
                    <a:pt x="2213789" y="1174856"/>
                    <a:pt x="2210055" y="1188733"/>
                  </a:cubicBezTo>
                  <a:cubicBezTo>
                    <a:pt x="2208986" y="1192856"/>
                    <a:pt x="2208701" y="1197150"/>
                    <a:pt x="2209200" y="1201387"/>
                  </a:cubicBezTo>
                  <a:cubicBezTo>
                    <a:pt x="2211295" y="1220525"/>
                    <a:pt x="2228483" y="1234373"/>
                    <a:pt x="2247681" y="1232382"/>
                  </a:cubicBezTo>
                  <a:cubicBezTo>
                    <a:pt x="2266722" y="1230563"/>
                    <a:pt x="2280675" y="1213686"/>
                    <a:pt x="2278837" y="1194690"/>
                  </a:cubicBezTo>
                  <a:cubicBezTo>
                    <a:pt x="2278808" y="1194406"/>
                    <a:pt x="2278780" y="1194136"/>
                    <a:pt x="2278751" y="1193851"/>
                  </a:cubicBezTo>
                  <a:close/>
                  <a:moveTo>
                    <a:pt x="2464032" y="726216"/>
                  </a:moveTo>
                  <a:cubicBezTo>
                    <a:pt x="2477016" y="724737"/>
                    <a:pt x="2488731" y="734050"/>
                    <a:pt x="2490213" y="747003"/>
                  </a:cubicBezTo>
                  <a:cubicBezTo>
                    <a:pt x="2490228" y="747131"/>
                    <a:pt x="2490242" y="747273"/>
                    <a:pt x="2490256" y="747401"/>
                  </a:cubicBezTo>
                  <a:cubicBezTo>
                    <a:pt x="2490826" y="750216"/>
                    <a:pt x="2490826" y="753117"/>
                    <a:pt x="2490256" y="755932"/>
                  </a:cubicBezTo>
                  <a:cubicBezTo>
                    <a:pt x="2487819" y="765472"/>
                    <a:pt x="2479695" y="772510"/>
                    <a:pt x="2469875" y="773563"/>
                  </a:cubicBezTo>
                  <a:cubicBezTo>
                    <a:pt x="2463576" y="774302"/>
                    <a:pt x="2457248" y="772453"/>
                    <a:pt x="2452345" y="768444"/>
                  </a:cubicBezTo>
                  <a:cubicBezTo>
                    <a:pt x="2447356" y="764477"/>
                    <a:pt x="2444178" y="758690"/>
                    <a:pt x="2443509" y="752377"/>
                  </a:cubicBezTo>
                  <a:cubicBezTo>
                    <a:pt x="2443010" y="749505"/>
                    <a:pt x="2443010" y="746576"/>
                    <a:pt x="2443509" y="743704"/>
                  </a:cubicBezTo>
                  <a:cubicBezTo>
                    <a:pt x="2446487" y="734008"/>
                    <a:pt x="2455295" y="727268"/>
                    <a:pt x="2465457" y="726927"/>
                  </a:cubicBezTo>
                  <a:close/>
                  <a:moveTo>
                    <a:pt x="2485410" y="747828"/>
                  </a:moveTo>
                  <a:cubicBezTo>
                    <a:pt x="2484299" y="737519"/>
                    <a:pt x="2475020" y="730069"/>
                    <a:pt x="2464687" y="731178"/>
                  </a:cubicBezTo>
                  <a:cubicBezTo>
                    <a:pt x="2464659" y="731192"/>
                    <a:pt x="2464630" y="731192"/>
                    <a:pt x="2464602" y="731192"/>
                  </a:cubicBezTo>
                  <a:cubicBezTo>
                    <a:pt x="2456692" y="732031"/>
                    <a:pt x="2450136" y="737704"/>
                    <a:pt x="2448212" y="745410"/>
                  </a:cubicBezTo>
                  <a:cubicBezTo>
                    <a:pt x="2447784" y="747671"/>
                    <a:pt x="2447784" y="749974"/>
                    <a:pt x="2448212" y="752235"/>
                  </a:cubicBezTo>
                  <a:cubicBezTo>
                    <a:pt x="2448682" y="757240"/>
                    <a:pt x="2451148" y="761847"/>
                    <a:pt x="2455053" y="765032"/>
                  </a:cubicBezTo>
                  <a:cubicBezTo>
                    <a:pt x="2463333" y="771544"/>
                    <a:pt x="2475348" y="770136"/>
                    <a:pt x="2481876" y="761875"/>
                  </a:cubicBezTo>
                  <a:cubicBezTo>
                    <a:pt x="2483429" y="759899"/>
                    <a:pt x="2484584" y="757638"/>
                    <a:pt x="2485268" y="755221"/>
                  </a:cubicBezTo>
                  <a:cubicBezTo>
                    <a:pt x="2486137" y="753046"/>
                    <a:pt x="2486665" y="750742"/>
                    <a:pt x="2486836" y="748396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1589651" y="1099869"/>
                  </a:moveTo>
                  <a:cubicBezTo>
                    <a:pt x="1607680" y="1098035"/>
                    <a:pt x="1623828" y="1111045"/>
                    <a:pt x="1625851" y="1129017"/>
                  </a:cubicBezTo>
                  <a:cubicBezTo>
                    <a:pt x="1627947" y="1146860"/>
                    <a:pt x="1615219" y="1163055"/>
                    <a:pt x="1597347" y="1165273"/>
                  </a:cubicBezTo>
                  <a:cubicBezTo>
                    <a:pt x="1579232" y="1167107"/>
                    <a:pt x="1563027" y="1154040"/>
                    <a:pt x="1561003" y="1135983"/>
                  </a:cubicBezTo>
                  <a:cubicBezTo>
                    <a:pt x="1560547" y="1131974"/>
                    <a:pt x="1560889" y="1127922"/>
                    <a:pt x="1562001" y="1124040"/>
                  </a:cubicBezTo>
                  <a:cubicBezTo>
                    <a:pt x="1565365" y="1111258"/>
                    <a:pt x="1576097" y="1101732"/>
                    <a:pt x="1589223" y="1099869"/>
                  </a:cubicBezTo>
                  <a:close/>
                  <a:moveTo>
                    <a:pt x="1621006" y="1129585"/>
                  </a:moveTo>
                  <a:cubicBezTo>
                    <a:pt x="1620165" y="1122234"/>
                    <a:pt x="1616488" y="1115509"/>
                    <a:pt x="1610744" y="1110817"/>
                  </a:cubicBezTo>
                  <a:cubicBezTo>
                    <a:pt x="1604943" y="1106125"/>
                    <a:pt x="1597489" y="1103964"/>
                    <a:pt x="1590078" y="1104846"/>
                  </a:cubicBezTo>
                  <a:cubicBezTo>
                    <a:pt x="1574386" y="1106125"/>
                    <a:pt x="1562714" y="1119846"/>
                    <a:pt x="1563982" y="1135500"/>
                  </a:cubicBezTo>
                  <a:cubicBezTo>
                    <a:pt x="1565265" y="1151154"/>
                    <a:pt x="1579033" y="1162813"/>
                    <a:pt x="1594725" y="1161534"/>
                  </a:cubicBezTo>
                  <a:cubicBezTo>
                    <a:pt x="1607053" y="1160524"/>
                    <a:pt x="1617329" y="1151695"/>
                    <a:pt x="1620151" y="1139680"/>
                  </a:cubicBezTo>
                  <a:cubicBezTo>
                    <a:pt x="1620863" y="1136367"/>
                    <a:pt x="1621006" y="1132955"/>
                    <a:pt x="1620578" y="1129585"/>
                  </a:cubicBezTo>
                  <a:close/>
                  <a:moveTo>
                    <a:pt x="2410015" y="209528"/>
                  </a:moveTo>
                  <a:cubicBezTo>
                    <a:pt x="2428159" y="207623"/>
                    <a:pt x="2444421" y="220732"/>
                    <a:pt x="2446359" y="238817"/>
                  </a:cubicBezTo>
                  <a:cubicBezTo>
                    <a:pt x="2446815" y="242827"/>
                    <a:pt x="2446473" y="246879"/>
                    <a:pt x="2445361" y="250761"/>
                  </a:cubicBezTo>
                  <a:cubicBezTo>
                    <a:pt x="2440701" y="268292"/>
                    <a:pt x="2422672" y="278742"/>
                    <a:pt x="2405098" y="274078"/>
                  </a:cubicBezTo>
                  <a:cubicBezTo>
                    <a:pt x="2391901" y="270595"/>
                    <a:pt x="2382238" y="259334"/>
                    <a:pt x="2380798" y="245784"/>
                  </a:cubicBezTo>
                  <a:cubicBezTo>
                    <a:pt x="2380356" y="241789"/>
                    <a:pt x="2380656" y="237737"/>
                    <a:pt x="2381653" y="233841"/>
                  </a:cubicBezTo>
                  <a:lnTo>
                    <a:pt x="2381653" y="233841"/>
                  </a:lnTo>
                  <a:cubicBezTo>
                    <a:pt x="2385159" y="220675"/>
                    <a:pt x="2396433" y="211007"/>
                    <a:pt x="2410015" y="209528"/>
                  </a:cubicBezTo>
                  <a:close/>
                  <a:moveTo>
                    <a:pt x="2441371" y="239244"/>
                  </a:moveTo>
                  <a:cubicBezTo>
                    <a:pt x="2440530" y="231893"/>
                    <a:pt x="2436853" y="225168"/>
                    <a:pt x="2431109" y="220476"/>
                  </a:cubicBezTo>
                  <a:cubicBezTo>
                    <a:pt x="2425351" y="215812"/>
                    <a:pt x="2417954" y="213651"/>
                    <a:pt x="2410585" y="214504"/>
                  </a:cubicBezTo>
                  <a:cubicBezTo>
                    <a:pt x="2399112" y="215869"/>
                    <a:pt x="2389592" y="224016"/>
                    <a:pt x="2386499" y="235121"/>
                  </a:cubicBezTo>
                  <a:lnTo>
                    <a:pt x="2386499" y="235121"/>
                  </a:lnTo>
                  <a:cubicBezTo>
                    <a:pt x="2385573" y="238405"/>
                    <a:pt x="2385288" y="241832"/>
                    <a:pt x="2385644" y="245216"/>
                  </a:cubicBezTo>
                  <a:cubicBezTo>
                    <a:pt x="2388409" y="260671"/>
                    <a:pt x="2403217" y="270979"/>
                    <a:pt x="2418709" y="268220"/>
                  </a:cubicBezTo>
                  <a:cubicBezTo>
                    <a:pt x="2428886" y="266401"/>
                    <a:pt x="2437294" y="259235"/>
                    <a:pt x="2440658" y="249481"/>
                  </a:cubicBezTo>
                  <a:cubicBezTo>
                    <a:pt x="2441542" y="246140"/>
                    <a:pt x="2441784" y="242670"/>
                    <a:pt x="2441371" y="239244"/>
                  </a:cubicBezTo>
                  <a:close/>
                  <a:moveTo>
                    <a:pt x="1194576" y="542517"/>
                  </a:moveTo>
                  <a:cubicBezTo>
                    <a:pt x="1203255" y="541550"/>
                    <a:pt x="1211964" y="544067"/>
                    <a:pt x="1218805" y="549484"/>
                  </a:cubicBezTo>
                  <a:cubicBezTo>
                    <a:pt x="1225632" y="554972"/>
                    <a:pt x="1229950" y="562963"/>
                    <a:pt x="1230777" y="571665"/>
                  </a:cubicBezTo>
                  <a:cubicBezTo>
                    <a:pt x="1231204" y="575660"/>
                    <a:pt x="1230919" y="579712"/>
                    <a:pt x="1229921" y="583608"/>
                  </a:cubicBezTo>
                  <a:cubicBezTo>
                    <a:pt x="1225047" y="601167"/>
                    <a:pt x="1206818" y="611447"/>
                    <a:pt x="1189231" y="606584"/>
                  </a:cubicBezTo>
                  <a:cubicBezTo>
                    <a:pt x="1176276" y="603001"/>
                    <a:pt x="1166784" y="591954"/>
                    <a:pt x="1165216" y="578631"/>
                  </a:cubicBezTo>
                  <a:cubicBezTo>
                    <a:pt x="1164831" y="574622"/>
                    <a:pt x="1165173" y="570584"/>
                    <a:pt x="1166214" y="566688"/>
                  </a:cubicBezTo>
                  <a:lnTo>
                    <a:pt x="1166214" y="566688"/>
                  </a:lnTo>
                  <a:cubicBezTo>
                    <a:pt x="1169734" y="553551"/>
                    <a:pt x="1181022" y="543939"/>
                    <a:pt x="1194576" y="542517"/>
                  </a:cubicBezTo>
                  <a:close/>
                  <a:moveTo>
                    <a:pt x="1225931" y="572233"/>
                  </a:moveTo>
                  <a:cubicBezTo>
                    <a:pt x="1224064" y="557020"/>
                    <a:pt x="1210453" y="546015"/>
                    <a:pt x="1195146" y="547352"/>
                  </a:cubicBezTo>
                  <a:cubicBezTo>
                    <a:pt x="1183616" y="548660"/>
                    <a:pt x="1174038" y="556821"/>
                    <a:pt x="1170917" y="567968"/>
                  </a:cubicBezTo>
                  <a:lnTo>
                    <a:pt x="1170917" y="567968"/>
                  </a:lnTo>
                  <a:cubicBezTo>
                    <a:pt x="1170275" y="571309"/>
                    <a:pt x="1170275" y="574722"/>
                    <a:pt x="1170917" y="578063"/>
                  </a:cubicBezTo>
                  <a:cubicBezTo>
                    <a:pt x="1173824" y="593504"/>
                    <a:pt x="1188732" y="603656"/>
                    <a:pt x="1204196" y="600755"/>
                  </a:cubicBezTo>
                  <a:cubicBezTo>
                    <a:pt x="1214173" y="598878"/>
                    <a:pt x="1222396" y="591869"/>
                    <a:pt x="1225788" y="582328"/>
                  </a:cubicBezTo>
                  <a:cubicBezTo>
                    <a:pt x="1226472" y="579001"/>
                    <a:pt x="1226529" y="575575"/>
                    <a:pt x="1225931" y="572233"/>
                  </a:cubicBezTo>
                  <a:close/>
                  <a:moveTo>
                    <a:pt x="1196428" y="559437"/>
                  </a:moveTo>
                  <a:cubicBezTo>
                    <a:pt x="1200576" y="559039"/>
                    <a:pt x="1204709" y="560262"/>
                    <a:pt x="1207973" y="562849"/>
                  </a:cubicBezTo>
                  <a:cubicBezTo>
                    <a:pt x="1211222" y="565522"/>
                    <a:pt x="1213318" y="569347"/>
                    <a:pt x="1213816" y="573513"/>
                  </a:cubicBezTo>
                  <a:cubicBezTo>
                    <a:pt x="1214173" y="575390"/>
                    <a:pt x="1214173" y="577323"/>
                    <a:pt x="1213816" y="579200"/>
                  </a:cubicBezTo>
                  <a:cubicBezTo>
                    <a:pt x="1212063" y="585726"/>
                    <a:pt x="1206334" y="590418"/>
                    <a:pt x="1199564" y="590859"/>
                  </a:cubicBezTo>
                  <a:cubicBezTo>
                    <a:pt x="1195417" y="591257"/>
                    <a:pt x="1191283" y="590034"/>
                    <a:pt x="1188020" y="587447"/>
                  </a:cubicBezTo>
                  <a:cubicBezTo>
                    <a:pt x="1184727" y="584816"/>
                    <a:pt x="1182618" y="580978"/>
                    <a:pt x="1182176" y="576783"/>
                  </a:cubicBezTo>
                  <a:cubicBezTo>
                    <a:pt x="1181891" y="574892"/>
                    <a:pt x="1181891" y="572987"/>
                    <a:pt x="1182176" y="571096"/>
                  </a:cubicBezTo>
                  <a:lnTo>
                    <a:pt x="1182176" y="571096"/>
                  </a:lnTo>
                  <a:cubicBezTo>
                    <a:pt x="1183972" y="564584"/>
                    <a:pt x="1189687" y="559920"/>
                    <a:pt x="1196428" y="559437"/>
                  </a:cubicBezTo>
                  <a:close/>
                  <a:moveTo>
                    <a:pt x="1208828" y="573655"/>
                  </a:moveTo>
                  <a:cubicBezTo>
                    <a:pt x="1208529" y="570797"/>
                    <a:pt x="1207089" y="568181"/>
                    <a:pt x="1204837" y="566404"/>
                  </a:cubicBezTo>
                  <a:cubicBezTo>
                    <a:pt x="1202571" y="564655"/>
                    <a:pt x="1199707" y="563845"/>
                    <a:pt x="1196856" y="564129"/>
                  </a:cubicBezTo>
                  <a:cubicBezTo>
                    <a:pt x="1192424" y="564627"/>
                    <a:pt x="1188746" y="567783"/>
                    <a:pt x="1187592" y="572091"/>
                  </a:cubicBezTo>
                  <a:lnTo>
                    <a:pt x="1187592" y="572091"/>
                  </a:lnTo>
                  <a:cubicBezTo>
                    <a:pt x="1187378" y="573413"/>
                    <a:pt x="1187378" y="574750"/>
                    <a:pt x="1187592" y="576072"/>
                  </a:cubicBezTo>
                  <a:cubicBezTo>
                    <a:pt x="1187891" y="578930"/>
                    <a:pt x="1189331" y="581546"/>
                    <a:pt x="1191583" y="583323"/>
                  </a:cubicBezTo>
                  <a:cubicBezTo>
                    <a:pt x="1196257" y="587049"/>
                    <a:pt x="1203070" y="586295"/>
                    <a:pt x="1206804" y="581646"/>
                  </a:cubicBezTo>
                  <a:cubicBezTo>
                    <a:pt x="1207759" y="580466"/>
                    <a:pt x="1208443" y="579101"/>
                    <a:pt x="1208828" y="577636"/>
                  </a:cubicBezTo>
                  <a:cubicBezTo>
                    <a:pt x="1209013" y="576414"/>
                    <a:pt x="1209013" y="575162"/>
                    <a:pt x="1208828" y="573939"/>
                  </a:cubicBezTo>
                  <a:close/>
                  <a:moveTo>
                    <a:pt x="317914" y="754652"/>
                  </a:moveTo>
                  <a:cubicBezTo>
                    <a:pt x="335909" y="752676"/>
                    <a:pt x="352106" y="765614"/>
                    <a:pt x="354091" y="783572"/>
                  </a:cubicBezTo>
                  <a:cubicBezTo>
                    <a:pt x="354099" y="783643"/>
                    <a:pt x="354108" y="783728"/>
                    <a:pt x="354115" y="783800"/>
                  </a:cubicBezTo>
                  <a:cubicBezTo>
                    <a:pt x="354550" y="787795"/>
                    <a:pt x="354260" y="791847"/>
                    <a:pt x="353260" y="795743"/>
                  </a:cubicBezTo>
                  <a:cubicBezTo>
                    <a:pt x="348818" y="813331"/>
                    <a:pt x="330922" y="823994"/>
                    <a:pt x="313291" y="819572"/>
                  </a:cubicBezTo>
                  <a:cubicBezTo>
                    <a:pt x="299761" y="816160"/>
                    <a:pt x="289850" y="804629"/>
                    <a:pt x="288554" y="790766"/>
                  </a:cubicBezTo>
                  <a:cubicBezTo>
                    <a:pt x="288105" y="786757"/>
                    <a:pt x="288443" y="782705"/>
                    <a:pt x="289552" y="778823"/>
                  </a:cubicBezTo>
                  <a:lnTo>
                    <a:pt x="289552" y="778823"/>
                  </a:lnTo>
                  <a:cubicBezTo>
                    <a:pt x="293078" y="765686"/>
                    <a:pt x="304356" y="756074"/>
                    <a:pt x="317914" y="754652"/>
                  </a:cubicBezTo>
                  <a:close/>
                  <a:moveTo>
                    <a:pt x="349269" y="784368"/>
                  </a:moveTo>
                  <a:cubicBezTo>
                    <a:pt x="348426" y="777017"/>
                    <a:pt x="344746" y="770292"/>
                    <a:pt x="339008" y="765600"/>
                  </a:cubicBezTo>
                  <a:cubicBezTo>
                    <a:pt x="326570" y="755975"/>
                    <a:pt x="308663" y="758221"/>
                    <a:pt x="299013" y="770633"/>
                  </a:cubicBezTo>
                  <a:cubicBezTo>
                    <a:pt x="296878" y="773378"/>
                    <a:pt x="295266" y="776491"/>
                    <a:pt x="294255" y="779819"/>
                  </a:cubicBezTo>
                  <a:cubicBezTo>
                    <a:pt x="287471" y="793994"/>
                    <a:pt x="293488" y="810970"/>
                    <a:pt x="307694" y="817738"/>
                  </a:cubicBezTo>
                  <a:cubicBezTo>
                    <a:pt x="321901" y="824506"/>
                    <a:pt x="338916" y="818492"/>
                    <a:pt x="345701" y="804331"/>
                  </a:cubicBezTo>
                  <a:cubicBezTo>
                    <a:pt x="347245" y="801103"/>
                    <a:pt x="348166" y="797605"/>
                    <a:pt x="348414" y="794037"/>
                  </a:cubicBezTo>
                  <a:cubicBezTo>
                    <a:pt x="349285" y="790894"/>
                    <a:pt x="349574" y="787610"/>
                    <a:pt x="349269" y="784368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551082" y="326543"/>
                  </a:moveTo>
                  <a:cubicBezTo>
                    <a:pt x="558377" y="319164"/>
                    <a:pt x="570289" y="319079"/>
                    <a:pt x="577687" y="326359"/>
                  </a:cubicBezTo>
                  <a:cubicBezTo>
                    <a:pt x="577751" y="326415"/>
                    <a:pt x="577814" y="326487"/>
                    <a:pt x="577877" y="326543"/>
                  </a:cubicBezTo>
                  <a:cubicBezTo>
                    <a:pt x="582418" y="331321"/>
                    <a:pt x="584145" y="338103"/>
                    <a:pt x="582438" y="344458"/>
                  </a:cubicBezTo>
                  <a:cubicBezTo>
                    <a:pt x="581538" y="347871"/>
                    <a:pt x="579714" y="350970"/>
                    <a:pt x="577164" y="353416"/>
                  </a:cubicBezTo>
                  <a:cubicBezTo>
                    <a:pt x="573526" y="356871"/>
                    <a:pt x="568644" y="358719"/>
                    <a:pt x="563625" y="358534"/>
                  </a:cubicBezTo>
                  <a:cubicBezTo>
                    <a:pt x="553158" y="358307"/>
                    <a:pt x="544863" y="349648"/>
                    <a:pt x="545095" y="339212"/>
                  </a:cubicBezTo>
                  <a:cubicBezTo>
                    <a:pt x="545209" y="334122"/>
                    <a:pt x="547367" y="329302"/>
                    <a:pt x="551082" y="325833"/>
                  </a:cubicBezTo>
                  <a:close/>
                  <a:moveTo>
                    <a:pt x="574314" y="330667"/>
                  </a:moveTo>
                  <a:cubicBezTo>
                    <a:pt x="571741" y="327965"/>
                    <a:pt x="568210" y="326387"/>
                    <a:pt x="564480" y="326259"/>
                  </a:cubicBezTo>
                  <a:cubicBezTo>
                    <a:pt x="560781" y="326202"/>
                    <a:pt x="557204" y="327581"/>
                    <a:pt x="554503" y="330098"/>
                  </a:cubicBezTo>
                  <a:cubicBezTo>
                    <a:pt x="552526" y="331662"/>
                    <a:pt x="551001" y="333724"/>
                    <a:pt x="550085" y="336070"/>
                  </a:cubicBezTo>
                  <a:cubicBezTo>
                    <a:pt x="548838" y="340818"/>
                    <a:pt x="550130" y="345866"/>
                    <a:pt x="553505" y="349435"/>
                  </a:cubicBezTo>
                  <a:cubicBezTo>
                    <a:pt x="556102" y="352079"/>
                    <a:pt x="559630" y="353615"/>
                    <a:pt x="563339" y="353700"/>
                  </a:cubicBezTo>
                  <a:cubicBezTo>
                    <a:pt x="567038" y="353757"/>
                    <a:pt x="570617" y="352378"/>
                    <a:pt x="573316" y="349861"/>
                  </a:cubicBezTo>
                  <a:cubicBezTo>
                    <a:pt x="575277" y="348127"/>
                    <a:pt x="576668" y="345852"/>
                    <a:pt x="577307" y="343321"/>
                  </a:cubicBezTo>
                  <a:cubicBezTo>
                    <a:pt x="578414" y="338871"/>
                    <a:pt x="577300" y="334150"/>
                    <a:pt x="574314" y="330667"/>
                  </a:cubicBezTo>
                  <a:close/>
                  <a:moveTo>
                    <a:pt x="203753" y="2451306"/>
                  </a:moveTo>
                  <a:cubicBezTo>
                    <a:pt x="212264" y="2443258"/>
                    <a:pt x="225706" y="2443614"/>
                    <a:pt x="233774" y="2452102"/>
                  </a:cubicBezTo>
                  <a:cubicBezTo>
                    <a:pt x="233791" y="2452116"/>
                    <a:pt x="233808" y="2452145"/>
                    <a:pt x="233825" y="2452159"/>
                  </a:cubicBezTo>
                  <a:cubicBezTo>
                    <a:pt x="238864" y="2457519"/>
                    <a:pt x="240799" y="2465083"/>
                    <a:pt x="238956" y="2472206"/>
                  </a:cubicBezTo>
                  <a:cubicBezTo>
                    <a:pt x="237839" y="2475974"/>
                    <a:pt x="235779" y="2479401"/>
                    <a:pt x="232970" y="2482159"/>
                  </a:cubicBezTo>
                  <a:cubicBezTo>
                    <a:pt x="224524" y="2490277"/>
                    <a:pt x="211081" y="2490022"/>
                    <a:pt x="202943" y="2481605"/>
                  </a:cubicBezTo>
                  <a:cubicBezTo>
                    <a:pt x="197734" y="2476216"/>
                    <a:pt x="195766" y="2468481"/>
                    <a:pt x="197767" y="2461258"/>
                  </a:cubicBezTo>
                  <a:cubicBezTo>
                    <a:pt x="198576" y="2457490"/>
                    <a:pt x="200456" y="2454036"/>
                    <a:pt x="203183" y="2451306"/>
                  </a:cubicBezTo>
                  <a:close/>
                  <a:moveTo>
                    <a:pt x="230120" y="2455429"/>
                  </a:moveTo>
                  <a:cubicBezTo>
                    <a:pt x="223698" y="2449173"/>
                    <a:pt x="213453" y="2449173"/>
                    <a:pt x="207031" y="2455429"/>
                  </a:cubicBezTo>
                  <a:cubicBezTo>
                    <a:pt x="199969" y="2461074"/>
                    <a:pt x="198834" y="2471367"/>
                    <a:pt x="204497" y="2478420"/>
                  </a:cubicBezTo>
                  <a:cubicBezTo>
                    <a:pt x="210159" y="2485458"/>
                    <a:pt x="220475" y="2486595"/>
                    <a:pt x="227537" y="2480936"/>
                  </a:cubicBezTo>
                  <a:cubicBezTo>
                    <a:pt x="228261" y="2480368"/>
                    <a:pt x="228934" y="2479728"/>
                    <a:pt x="229550" y="2479031"/>
                  </a:cubicBezTo>
                  <a:cubicBezTo>
                    <a:pt x="231705" y="2476955"/>
                    <a:pt x="233277" y="2474367"/>
                    <a:pt x="234110" y="2471495"/>
                  </a:cubicBezTo>
                  <a:cubicBezTo>
                    <a:pt x="235653" y="2465709"/>
                    <a:pt x="233904" y="2459552"/>
                    <a:pt x="229550" y="2455429"/>
                  </a:cubicBezTo>
                  <a:close/>
                  <a:moveTo>
                    <a:pt x="239954" y="1641155"/>
                  </a:moveTo>
                  <a:cubicBezTo>
                    <a:pt x="248497" y="1633022"/>
                    <a:pt x="262029" y="1633335"/>
                    <a:pt x="270179" y="1641866"/>
                  </a:cubicBezTo>
                  <a:cubicBezTo>
                    <a:pt x="278330" y="1650382"/>
                    <a:pt x="278012" y="1663890"/>
                    <a:pt x="269469" y="1672022"/>
                  </a:cubicBezTo>
                  <a:cubicBezTo>
                    <a:pt x="260926" y="1680141"/>
                    <a:pt x="247394" y="1679828"/>
                    <a:pt x="239243" y="1671311"/>
                  </a:cubicBezTo>
                  <a:cubicBezTo>
                    <a:pt x="239194" y="1671255"/>
                    <a:pt x="239147" y="1671212"/>
                    <a:pt x="239099" y="1671155"/>
                  </a:cubicBezTo>
                  <a:cubicBezTo>
                    <a:pt x="233986" y="1665837"/>
                    <a:pt x="232040" y="1658231"/>
                    <a:pt x="233968" y="1651108"/>
                  </a:cubicBezTo>
                  <a:cubicBezTo>
                    <a:pt x="234860" y="1647368"/>
                    <a:pt x="236730" y="1643941"/>
                    <a:pt x="239384" y="1641155"/>
                  </a:cubicBezTo>
                  <a:close/>
                  <a:moveTo>
                    <a:pt x="266321" y="1645420"/>
                  </a:moveTo>
                  <a:cubicBezTo>
                    <a:pt x="260178" y="1638908"/>
                    <a:pt x="249911" y="1638595"/>
                    <a:pt x="243374" y="1644709"/>
                  </a:cubicBezTo>
                  <a:cubicBezTo>
                    <a:pt x="237958" y="1651946"/>
                    <a:pt x="239448" y="1662198"/>
                    <a:pt x="246701" y="1667586"/>
                  </a:cubicBezTo>
                  <a:cubicBezTo>
                    <a:pt x="252064" y="1671581"/>
                    <a:pt x="259323" y="1671923"/>
                    <a:pt x="265038" y="1668454"/>
                  </a:cubicBezTo>
                  <a:cubicBezTo>
                    <a:pt x="267294" y="1666406"/>
                    <a:pt x="268882" y="1663733"/>
                    <a:pt x="269599" y="1660776"/>
                  </a:cubicBezTo>
                  <a:cubicBezTo>
                    <a:pt x="271108" y="1655344"/>
                    <a:pt x="269647" y="1649515"/>
                    <a:pt x="265751" y="1645420"/>
                  </a:cubicBezTo>
                  <a:close/>
                  <a:moveTo>
                    <a:pt x="1141557" y="2254384"/>
                  </a:moveTo>
                  <a:cubicBezTo>
                    <a:pt x="1156294" y="2240322"/>
                    <a:pt x="1179653" y="2240834"/>
                    <a:pt x="1193749" y="2255536"/>
                  </a:cubicBezTo>
                  <a:cubicBezTo>
                    <a:pt x="1202700" y="2264863"/>
                    <a:pt x="1206092" y="2278185"/>
                    <a:pt x="1202700" y="2290640"/>
                  </a:cubicBezTo>
                  <a:cubicBezTo>
                    <a:pt x="1200904" y="2297195"/>
                    <a:pt x="1197369" y="2303153"/>
                    <a:pt x="1192438" y="2307844"/>
                  </a:cubicBezTo>
                  <a:cubicBezTo>
                    <a:pt x="1185326" y="2314627"/>
                    <a:pt x="1175763" y="2318266"/>
                    <a:pt x="1165928" y="2317940"/>
                  </a:cubicBezTo>
                  <a:cubicBezTo>
                    <a:pt x="1145476" y="2317356"/>
                    <a:pt x="1129363" y="2300337"/>
                    <a:pt x="1129950" y="2279920"/>
                  </a:cubicBezTo>
                  <a:cubicBezTo>
                    <a:pt x="1130031" y="2277105"/>
                    <a:pt x="1130434" y="2274318"/>
                    <a:pt x="1131153" y="2271588"/>
                  </a:cubicBezTo>
                  <a:cubicBezTo>
                    <a:pt x="1132835" y="2265076"/>
                    <a:pt x="1136227" y="2259147"/>
                    <a:pt x="1140987" y="2254384"/>
                  </a:cubicBezTo>
                  <a:close/>
                  <a:moveTo>
                    <a:pt x="1190158" y="2259076"/>
                  </a:moveTo>
                  <a:cubicBezTo>
                    <a:pt x="1177216" y="2247019"/>
                    <a:pt x="1156921" y="2247702"/>
                    <a:pt x="1144835" y="2260612"/>
                  </a:cubicBezTo>
                  <a:cubicBezTo>
                    <a:pt x="1133764" y="2272427"/>
                    <a:pt x="1133276" y="2290626"/>
                    <a:pt x="1143695" y="2303010"/>
                  </a:cubicBezTo>
                  <a:cubicBezTo>
                    <a:pt x="1149496" y="2309224"/>
                    <a:pt x="1157562" y="2312806"/>
                    <a:pt x="1166071" y="2312963"/>
                  </a:cubicBezTo>
                  <a:cubicBezTo>
                    <a:pt x="1174565" y="2313233"/>
                    <a:pt x="1182832" y="2310119"/>
                    <a:pt x="1189017" y="2304290"/>
                  </a:cubicBezTo>
                  <a:cubicBezTo>
                    <a:pt x="1193250" y="2300195"/>
                    <a:pt x="1196315" y="2295034"/>
                    <a:pt x="1197854" y="2289361"/>
                  </a:cubicBezTo>
                  <a:cubicBezTo>
                    <a:pt x="1200590" y="2278512"/>
                    <a:pt x="1197455" y="2267038"/>
                    <a:pt x="1189587" y="2259076"/>
                  </a:cubicBezTo>
                  <a:close/>
                  <a:moveTo>
                    <a:pt x="1403230" y="638206"/>
                  </a:moveTo>
                  <a:cubicBezTo>
                    <a:pt x="1418024" y="624272"/>
                    <a:pt x="1441298" y="624855"/>
                    <a:pt x="1455393" y="639485"/>
                  </a:cubicBezTo>
                  <a:cubicBezTo>
                    <a:pt x="1464301" y="648784"/>
                    <a:pt x="1467708" y="662035"/>
                    <a:pt x="1464373" y="674462"/>
                  </a:cubicBezTo>
                  <a:cubicBezTo>
                    <a:pt x="1462577" y="681016"/>
                    <a:pt x="1459042" y="686974"/>
                    <a:pt x="1454111" y="691666"/>
                  </a:cubicBezTo>
                  <a:cubicBezTo>
                    <a:pt x="1439260" y="705657"/>
                    <a:pt x="1415872" y="705017"/>
                    <a:pt x="1401805" y="690244"/>
                  </a:cubicBezTo>
                  <a:cubicBezTo>
                    <a:pt x="1387809" y="675471"/>
                    <a:pt x="1388436" y="652182"/>
                    <a:pt x="1403230" y="638206"/>
                  </a:cubicBezTo>
                  <a:close/>
                  <a:moveTo>
                    <a:pt x="1451830" y="642898"/>
                  </a:moveTo>
                  <a:cubicBezTo>
                    <a:pt x="1439802" y="630144"/>
                    <a:pt x="1419691" y="629518"/>
                    <a:pt x="1406907" y="641518"/>
                  </a:cubicBezTo>
                  <a:cubicBezTo>
                    <a:pt x="1406822" y="641604"/>
                    <a:pt x="1406736" y="641675"/>
                    <a:pt x="1406651" y="641760"/>
                  </a:cubicBezTo>
                  <a:cubicBezTo>
                    <a:pt x="1393781" y="653789"/>
                    <a:pt x="1393125" y="673936"/>
                    <a:pt x="1405183" y="686775"/>
                  </a:cubicBezTo>
                  <a:cubicBezTo>
                    <a:pt x="1405240" y="686846"/>
                    <a:pt x="1405311" y="686903"/>
                    <a:pt x="1405368" y="686974"/>
                  </a:cubicBezTo>
                  <a:cubicBezTo>
                    <a:pt x="1417611" y="699685"/>
                    <a:pt x="1437820" y="700197"/>
                    <a:pt x="1450690" y="688111"/>
                  </a:cubicBezTo>
                  <a:cubicBezTo>
                    <a:pt x="1454980" y="684059"/>
                    <a:pt x="1458030" y="678884"/>
                    <a:pt x="1459527" y="673182"/>
                  </a:cubicBezTo>
                  <a:cubicBezTo>
                    <a:pt x="1462049" y="662519"/>
                    <a:pt x="1458942" y="651301"/>
                    <a:pt x="1451260" y="643466"/>
                  </a:cubicBezTo>
                  <a:close/>
                  <a:moveTo>
                    <a:pt x="1017134" y="1067310"/>
                  </a:moveTo>
                  <a:cubicBezTo>
                    <a:pt x="1040786" y="1044148"/>
                    <a:pt x="1078775" y="1044518"/>
                    <a:pt x="1101987" y="1068106"/>
                  </a:cubicBezTo>
                  <a:cubicBezTo>
                    <a:pt x="1117064" y="1083433"/>
                    <a:pt x="1122757" y="1105642"/>
                    <a:pt x="1116900" y="1126315"/>
                  </a:cubicBezTo>
                  <a:cubicBezTo>
                    <a:pt x="1110410" y="1150131"/>
                    <a:pt x="1090026" y="1167590"/>
                    <a:pt x="1065450" y="1170391"/>
                  </a:cubicBezTo>
                  <a:cubicBezTo>
                    <a:pt x="1032410" y="1173818"/>
                    <a:pt x="1002843" y="1149875"/>
                    <a:pt x="999410" y="1116917"/>
                  </a:cubicBezTo>
                  <a:cubicBezTo>
                    <a:pt x="997486" y="1098447"/>
                    <a:pt x="1004240" y="1080135"/>
                    <a:pt x="1017704" y="1067310"/>
                  </a:cubicBezTo>
                  <a:close/>
                  <a:moveTo>
                    <a:pt x="1098372" y="1072997"/>
                  </a:moveTo>
                  <a:cubicBezTo>
                    <a:pt x="1077457" y="1051016"/>
                    <a:pt x="1042637" y="1050106"/>
                    <a:pt x="1020597" y="1070964"/>
                  </a:cubicBezTo>
                  <a:cubicBezTo>
                    <a:pt x="1020583" y="1070978"/>
                    <a:pt x="1020569" y="1070992"/>
                    <a:pt x="1020555" y="1071006"/>
                  </a:cubicBezTo>
                  <a:cubicBezTo>
                    <a:pt x="1013156" y="1077931"/>
                    <a:pt x="1007870" y="1086803"/>
                    <a:pt x="1005305" y="1096599"/>
                  </a:cubicBezTo>
                  <a:cubicBezTo>
                    <a:pt x="997385" y="1125860"/>
                    <a:pt x="1014744" y="1155989"/>
                    <a:pt x="1044077" y="1163894"/>
                  </a:cubicBezTo>
                  <a:cubicBezTo>
                    <a:pt x="1062636" y="1168884"/>
                    <a:pt x="1082464" y="1163865"/>
                    <a:pt x="1096377" y="1150628"/>
                  </a:cubicBezTo>
                  <a:cubicBezTo>
                    <a:pt x="1103681" y="1143633"/>
                    <a:pt x="1108950" y="1134789"/>
                    <a:pt x="1111627" y="1125036"/>
                  </a:cubicBezTo>
                  <a:cubicBezTo>
                    <a:pt x="1116293" y="1106651"/>
                    <a:pt x="1111060" y="1087158"/>
                    <a:pt x="1097802" y="1073566"/>
                  </a:cubicBezTo>
                  <a:close/>
                  <a:moveTo>
                    <a:pt x="1022550" y="1072997"/>
                  </a:moveTo>
                  <a:cubicBezTo>
                    <a:pt x="1043764" y="1053674"/>
                    <a:pt x="1076669" y="1055153"/>
                    <a:pt x="1096044" y="1076324"/>
                  </a:cubicBezTo>
                  <a:cubicBezTo>
                    <a:pt x="1107835" y="1089206"/>
                    <a:pt x="1112351" y="1107135"/>
                    <a:pt x="1108064" y="1124040"/>
                  </a:cubicBezTo>
                  <a:cubicBezTo>
                    <a:pt x="1105651" y="1133296"/>
                    <a:pt x="1100718" y="1141713"/>
                    <a:pt x="1093812" y="1148353"/>
                  </a:cubicBezTo>
                  <a:cubicBezTo>
                    <a:pt x="1085557" y="1156244"/>
                    <a:pt x="1074950" y="1161235"/>
                    <a:pt x="1063597" y="1162571"/>
                  </a:cubicBezTo>
                  <a:cubicBezTo>
                    <a:pt x="1035034" y="1165657"/>
                    <a:pt x="1009368" y="1145069"/>
                    <a:pt x="1006271" y="1116576"/>
                  </a:cubicBezTo>
                  <a:cubicBezTo>
                    <a:pt x="1005580" y="1110206"/>
                    <a:pt x="1006073" y="1103779"/>
                    <a:pt x="1007727" y="1097594"/>
                  </a:cubicBezTo>
                  <a:lnTo>
                    <a:pt x="1007727" y="1097594"/>
                  </a:lnTo>
                  <a:cubicBezTo>
                    <a:pt x="1010213" y="1088481"/>
                    <a:pt x="1015140" y="1080234"/>
                    <a:pt x="1021980" y="1073708"/>
                  </a:cubicBezTo>
                  <a:close/>
                  <a:moveTo>
                    <a:pt x="1092529" y="1078400"/>
                  </a:moveTo>
                  <a:cubicBezTo>
                    <a:pt x="1074474" y="1059774"/>
                    <a:pt x="1044698" y="1059277"/>
                    <a:pt x="1026025" y="1077277"/>
                  </a:cubicBezTo>
                  <a:cubicBezTo>
                    <a:pt x="1007612" y="1095035"/>
                    <a:pt x="1006827" y="1124239"/>
                    <a:pt x="1024260" y="1142950"/>
                  </a:cubicBezTo>
                  <a:cubicBezTo>
                    <a:pt x="1034376" y="1153543"/>
                    <a:pt x="1048880" y="1158804"/>
                    <a:pt x="1063454" y="1157169"/>
                  </a:cubicBezTo>
                  <a:cubicBezTo>
                    <a:pt x="1073747" y="1156159"/>
                    <a:pt x="1083393" y="1151695"/>
                    <a:pt x="1090819" y="1144514"/>
                  </a:cubicBezTo>
                  <a:cubicBezTo>
                    <a:pt x="1097110" y="1138543"/>
                    <a:pt x="1101643" y="1130979"/>
                    <a:pt x="1103931" y="1122618"/>
                  </a:cubicBezTo>
                  <a:cubicBezTo>
                    <a:pt x="1107632" y="1106978"/>
                    <a:pt x="1103000" y="1090542"/>
                    <a:pt x="1091674" y="1079111"/>
                  </a:cubicBezTo>
                  <a:close/>
                  <a:moveTo>
                    <a:pt x="1032099" y="1082950"/>
                  </a:moveTo>
                  <a:cubicBezTo>
                    <a:pt x="1047576" y="1068533"/>
                    <a:pt x="1071836" y="1069371"/>
                    <a:pt x="1086286" y="1084812"/>
                  </a:cubicBezTo>
                  <a:cubicBezTo>
                    <a:pt x="1095233" y="1094367"/>
                    <a:pt x="1098663" y="1107817"/>
                    <a:pt x="1095379" y="1120486"/>
                  </a:cubicBezTo>
                  <a:cubicBezTo>
                    <a:pt x="1093501" y="1127310"/>
                    <a:pt x="1089807" y="1133495"/>
                    <a:pt x="1084690" y="1138400"/>
                  </a:cubicBezTo>
                  <a:cubicBezTo>
                    <a:pt x="1069340" y="1152889"/>
                    <a:pt x="1045126" y="1152220"/>
                    <a:pt x="1030602" y="1136908"/>
                  </a:cubicBezTo>
                  <a:cubicBezTo>
                    <a:pt x="1016079" y="1121595"/>
                    <a:pt x="1016749" y="1097438"/>
                    <a:pt x="1032099" y="1082950"/>
                  </a:cubicBezTo>
                  <a:close/>
                  <a:moveTo>
                    <a:pt x="1082552" y="1087784"/>
                  </a:moveTo>
                  <a:cubicBezTo>
                    <a:pt x="1076479" y="1081414"/>
                    <a:pt x="1068132" y="1077675"/>
                    <a:pt x="1059321" y="1077405"/>
                  </a:cubicBezTo>
                  <a:cubicBezTo>
                    <a:pt x="1050503" y="1077234"/>
                    <a:pt x="1041966" y="1080504"/>
                    <a:pt x="1035520" y="1086504"/>
                  </a:cubicBezTo>
                  <a:cubicBezTo>
                    <a:pt x="1031013" y="1090741"/>
                    <a:pt x="1027801" y="1096158"/>
                    <a:pt x="1026256" y="1102144"/>
                  </a:cubicBezTo>
                  <a:cubicBezTo>
                    <a:pt x="1021487" y="1119817"/>
                    <a:pt x="1031976" y="1137988"/>
                    <a:pt x="1049686" y="1142751"/>
                  </a:cubicBezTo>
                  <a:cubicBezTo>
                    <a:pt x="1060900" y="1145766"/>
                    <a:pt x="1072876" y="1142709"/>
                    <a:pt x="1081270" y="1134704"/>
                  </a:cubicBezTo>
                  <a:cubicBezTo>
                    <a:pt x="1085803" y="1130552"/>
                    <a:pt x="1089023" y="1125163"/>
                    <a:pt x="1090534" y="1119206"/>
                  </a:cubicBezTo>
                  <a:cubicBezTo>
                    <a:pt x="1093132" y="1108187"/>
                    <a:pt x="1089907" y="1096599"/>
                    <a:pt x="1081982" y="1088495"/>
                  </a:cubicBezTo>
                  <a:close/>
                  <a:moveTo>
                    <a:pt x="331596" y="1032902"/>
                  </a:moveTo>
                  <a:cubicBezTo>
                    <a:pt x="346084" y="1020205"/>
                    <a:pt x="368147" y="1021627"/>
                    <a:pt x="380875" y="1036072"/>
                  </a:cubicBezTo>
                  <a:cubicBezTo>
                    <a:pt x="388359" y="1044575"/>
                    <a:pt x="391241" y="1056163"/>
                    <a:pt x="388606" y="1067168"/>
                  </a:cubicBezTo>
                  <a:cubicBezTo>
                    <a:pt x="384501" y="1082779"/>
                    <a:pt x="370146" y="1093500"/>
                    <a:pt x="353973" y="1093045"/>
                  </a:cubicBezTo>
                  <a:cubicBezTo>
                    <a:pt x="334695" y="1092519"/>
                    <a:pt x="319498" y="1076495"/>
                    <a:pt x="320028" y="1057272"/>
                  </a:cubicBezTo>
                  <a:cubicBezTo>
                    <a:pt x="320102" y="1054556"/>
                    <a:pt x="320492" y="1051869"/>
                    <a:pt x="321192" y="1049253"/>
                  </a:cubicBezTo>
                  <a:cubicBezTo>
                    <a:pt x="322981" y="1043238"/>
                    <a:pt x="326381" y="1037835"/>
                    <a:pt x="331026" y="1033613"/>
                  </a:cubicBezTo>
                  <a:close/>
                  <a:moveTo>
                    <a:pt x="377346" y="1037594"/>
                  </a:moveTo>
                  <a:cubicBezTo>
                    <a:pt x="371868" y="1031864"/>
                    <a:pt x="364331" y="1028537"/>
                    <a:pt x="356395" y="1028352"/>
                  </a:cubicBezTo>
                  <a:cubicBezTo>
                    <a:pt x="342559" y="1028110"/>
                    <a:pt x="330309" y="1037224"/>
                    <a:pt x="326608" y="1050532"/>
                  </a:cubicBezTo>
                  <a:cubicBezTo>
                    <a:pt x="322357" y="1066471"/>
                    <a:pt x="331859" y="1082822"/>
                    <a:pt x="347831" y="1087073"/>
                  </a:cubicBezTo>
                  <a:cubicBezTo>
                    <a:pt x="350209" y="1087699"/>
                    <a:pt x="352654" y="1088040"/>
                    <a:pt x="355113" y="1088068"/>
                  </a:cubicBezTo>
                  <a:cubicBezTo>
                    <a:pt x="368949" y="1088310"/>
                    <a:pt x="381199" y="1079196"/>
                    <a:pt x="384900" y="1065888"/>
                  </a:cubicBezTo>
                  <a:cubicBezTo>
                    <a:pt x="387128" y="1055907"/>
                    <a:pt x="384059" y="1045499"/>
                    <a:pt x="376776" y="1038305"/>
                  </a:cubicBezTo>
                  <a:close/>
                  <a:moveTo>
                    <a:pt x="35290" y="1323947"/>
                  </a:moveTo>
                  <a:cubicBezTo>
                    <a:pt x="28103" y="1316469"/>
                    <a:pt x="16216" y="1316142"/>
                    <a:pt x="8638" y="1323237"/>
                  </a:cubicBezTo>
                  <a:cubicBezTo>
                    <a:pt x="6117" y="1325654"/>
                    <a:pt x="4294" y="1328696"/>
                    <a:pt x="3365" y="1332052"/>
                  </a:cubicBezTo>
                  <a:cubicBezTo>
                    <a:pt x="1652" y="1338365"/>
                    <a:pt x="3383" y="1345104"/>
                    <a:pt x="7926" y="1349825"/>
                  </a:cubicBezTo>
                  <a:cubicBezTo>
                    <a:pt x="11396" y="1353436"/>
                    <a:pt x="16162" y="1355540"/>
                    <a:pt x="21180" y="1355654"/>
                  </a:cubicBezTo>
                  <a:cubicBezTo>
                    <a:pt x="30005" y="1355953"/>
                    <a:pt x="37819" y="1350009"/>
                    <a:pt x="39851" y="1341436"/>
                  </a:cubicBezTo>
                  <a:cubicBezTo>
                    <a:pt x="41115" y="1335365"/>
                    <a:pt x="39242" y="1329066"/>
                    <a:pt x="34863" y="1324658"/>
                  </a:cubicBezTo>
                  <a:close/>
                  <a:moveTo>
                    <a:pt x="1714216" y="1249302"/>
                  </a:moveTo>
                  <a:cubicBezTo>
                    <a:pt x="1723779" y="1240316"/>
                    <a:pt x="1738844" y="1240757"/>
                    <a:pt x="1747851" y="1250298"/>
                  </a:cubicBezTo>
                  <a:cubicBezTo>
                    <a:pt x="1753667" y="1256212"/>
                    <a:pt x="1755890" y="1264771"/>
                    <a:pt x="1753695" y="1272762"/>
                  </a:cubicBezTo>
                  <a:cubicBezTo>
                    <a:pt x="1752583" y="1277028"/>
                    <a:pt x="1750246" y="1280881"/>
                    <a:pt x="1746996" y="1283852"/>
                  </a:cubicBezTo>
                  <a:cubicBezTo>
                    <a:pt x="1742450" y="1288217"/>
                    <a:pt x="1736336" y="1290563"/>
                    <a:pt x="1730036" y="1290393"/>
                  </a:cubicBezTo>
                  <a:cubicBezTo>
                    <a:pt x="1723708" y="1290236"/>
                    <a:pt x="1717708" y="1287577"/>
                    <a:pt x="1713361" y="1282999"/>
                  </a:cubicBezTo>
                  <a:cubicBezTo>
                    <a:pt x="1707632" y="1277042"/>
                    <a:pt x="1705465" y="1268497"/>
                    <a:pt x="1707660" y="1260535"/>
                  </a:cubicBezTo>
                  <a:cubicBezTo>
                    <a:pt x="1708757" y="1256554"/>
                    <a:pt x="1710867" y="1252928"/>
                    <a:pt x="1713788" y="1250013"/>
                  </a:cubicBezTo>
                  <a:close/>
                  <a:moveTo>
                    <a:pt x="1744288" y="1253710"/>
                  </a:moveTo>
                  <a:cubicBezTo>
                    <a:pt x="1737162" y="1246174"/>
                    <a:pt x="1725247" y="1245833"/>
                    <a:pt x="1717694" y="1252942"/>
                  </a:cubicBezTo>
                  <a:cubicBezTo>
                    <a:pt x="1717679" y="1252956"/>
                    <a:pt x="1717651" y="1252985"/>
                    <a:pt x="1717637" y="1252999"/>
                  </a:cubicBezTo>
                  <a:cubicBezTo>
                    <a:pt x="1715100" y="1255331"/>
                    <a:pt x="1713275" y="1258345"/>
                    <a:pt x="1712363" y="1261672"/>
                  </a:cubicBezTo>
                  <a:cubicBezTo>
                    <a:pt x="1710653" y="1268027"/>
                    <a:pt x="1712377" y="1274810"/>
                    <a:pt x="1716924" y="1279587"/>
                  </a:cubicBezTo>
                  <a:cubicBezTo>
                    <a:pt x="1724107" y="1287066"/>
                    <a:pt x="1735994" y="1287393"/>
                    <a:pt x="1743576" y="1280298"/>
                  </a:cubicBezTo>
                  <a:cubicBezTo>
                    <a:pt x="1746127" y="1277909"/>
                    <a:pt x="1747951" y="1274852"/>
                    <a:pt x="1748849" y="1271482"/>
                  </a:cubicBezTo>
                  <a:cubicBezTo>
                    <a:pt x="1750217" y="1265312"/>
                    <a:pt x="1748336" y="1258885"/>
                    <a:pt x="1743861" y="1254421"/>
                  </a:cubicBezTo>
                  <a:close/>
                  <a:moveTo>
                    <a:pt x="569468" y="1914286"/>
                  </a:moveTo>
                  <a:cubicBezTo>
                    <a:pt x="591766" y="1892105"/>
                    <a:pt x="627861" y="1892162"/>
                    <a:pt x="650091" y="1914414"/>
                  </a:cubicBezTo>
                  <a:cubicBezTo>
                    <a:pt x="664944" y="1929272"/>
                    <a:pt x="670384" y="1951082"/>
                    <a:pt x="664246" y="1971158"/>
                  </a:cubicBezTo>
                  <a:cubicBezTo>
                    <a:pt x="661458" y="1981353"/>
                    <a:pt x="655940" y="1990595"/>
                    <a:pt x="648283" y="1997888"/>
                  </a:cubicBezTo>
                  <a:cubicBezTo>
                    <a:pt x="625142" y="2019600"/>
                    <a:pt x="588739" y="2018490"/>
                    <a:pt x="566974" y="1995400"/>
                  </a:cubicBezTo>
                  <a:cubicBezTo>
                    <a:pt x="545209" y="1972310"/>
                    <a:pt x="546326" y="1935997"/>
                    <a:pt x="569468" y="1914286"/>
                  </a:cubicBezTo>
                  <a:close/>
                  <a:moveTo>
                    <a:pt x="646858" y="1919689"/>
                  </a:moveTo>
                  <a:cubicBezTo>
                    <a:pt x="626914" y="1898873"/>
                    <a:pt x="593854" y="1898049"/>
                    <a:pt x="572889" y="1917840"/>
                  </a:cubicBezTo>
                  <a:cubicBezTo>
                    <a:pt x="565946" y="1924452"/>
                    <a:pt x="561008" y="1932869"/>
                    <a:pt x="558636" y="1942153"/>
                  </a:cubicBezTo>
                  <a:cubicBezTo>
                    <a:pt x="551192" y="1969992"/>
                    <a:pt x="567786" y="1998585"/>
                    <a:pt x="595698" y="2006021"/>
                  </a:cubicBezTo>
                  <a:cubicBezTo>
                    <a:pt x="613245" y="2010685"/>
                    <a:pt x="631965" y="2005936"/>
                    <a:pt x="645148" y="1993481"/>
                  </a:cubicBezTo>
                  <a:cubicBezTo>
                    <a:pt x="652122" y="1986898"/>
                    <a:pt x="657066" y="1978467"/>
                    <a:pt x="659400" y="1969168"/>
                  </a:cubicBezTo>
                  <a:cubicBezTo>
                    <a:pt x="664249" y="1951537"/>
                    <a:pt x="659490" y="1932656"/>
                    <a:pt x="646858" y="1919404"/>
                  </a:cubicBezTo>
                  <a:close/>
                  <a:moveTo>
                    <a:pt x="1764384" y="997356"/>
                  </a:moveTo>
                  <a:cubicBezTo>
                    <a:pt x="1780675" y="982200"/>
                    <a:pt x="1806201" y="983081"/>
                    <a:pt x="1821394" y="999318"/>
                  </a:cubicBezTo>
                  <a:cubicBezTo>
                    <a:pt x="1830800" y="1009385"/>
                    <a:pt x="1834406" y="1023560"/>
                    <a:pt x="1830943" y="1036883"/>
                  </a:cubicBezTo>
                  <a:cubicBezTo>
                    <a:pt x="1828962" y="1044035"/>
                    <a:pt x="1825071" y="1050518"/>
                    <a:pt x="1819683" y="1055651"/>
                  </a:cubicBezTo>
                  <a:cubicBezTo>
                    <a:pt x="1803550" y="1070878"/>
                    <a:pt x="1778081" y="1070182"/>
                    <a:pt x="1762816" y="1054087"/>
                  </a:cubicBezTo>
                  <a:cubicBezTo>
                    <a:pt x="1747552" y="1037992"/>
                    <a:pt x="1748251" y="1012584"/>
                    <a:pt x="1764384" y="997356"/>
                  </a:cubicBezTo>
                  <a:close/>
                  <a:moveTo>
                    <a:pt x="1817545" y="1002333"/>
                  </a:moveTo>
                  <a:cubicBezTo>
                    <a:pt x="1804106" y="988271"/>
                    <a:pt x="1781801" y="987702"/>
                    <a:pt x="1767662" y="1001053"/>
                  </a:cubicBezTo>
                  <a:cubicBezTo>
                    <a:pt x="1762931" y="1005475"/>
                    <a:pt x="1759567" y="1011148"/>
                    <a:pt x="1757971" y="1017404"/>
                  </a:cubicBezTo>
                  <a:cubicBezTo>
                    <a:pt x="1752954" y="1036144"/>
                    <a:pt x="1764099" y="1055395"/>
                    <a:pt x="1782884" y="1060400"/>
                  </a:cubicBezTo>
                  <a:cubicBezTo>
                    <a:pt x="1801668" y="1065419"/>
                    <a:pt x="1820966" y="1054286"/>
                    <a:pt x="1825983" y="1035546"/>
                  </a:cubicBezTo>
                  <a:cubicBezTo>
                    <a:pt x="1829147" y="1023760"/>
                    <a:pt x="1825954" y="1011191"/>
                    <a:pt x="1817545" y="1002333"/>
                  </a:cubicBezTo>
                  <a:close/>
                  <a:moveTo>
                    <a:pt x="2226873" y="1046978"/>
                  </a:moveTo>
                  <a:cubicBezTo>
                    <a:pt x="2231434" y="1042556"/>
                    <a:pt x="2237619" y="1040196"/>
                    <a:pt x="2243976" y="1040437"/>
                  </a:cubicBezTo>
                  <a:cubicBezTo>
                    <a:pt x="2257202" y="1040708"/>
                    <a:pt x="2267692" y="1051627"/>
                    <a:pt x="2267421" y="1064807"/>
                  </a:cubicBezTo>
                  <a:cubicBezTo>
                    <a:pt x="2267292" y="1071205"/>
                    <a:pt x="2264599" y="1077277"/>
                    <a:pt x="2259938" y="1081670"/>
                  </a:cubicBezTo>
                  <a:cubicBezTo>
                    <a:pt x="2255335" y="1086035"/>
                    <a:pt x="2249178" y="1088395"/>
                    <a:pt x="2242836" y="1088210"/>
                  </a:cubicBezTo>
                  <a:cubicBezTo>
                    <a:pt x="2229609" y="1087940"/>
                    <a:pt x="2219120" y="1077035"/>
                    <a:pt x="2219376" y="1063841"/>
                  </a:cubicBezTo>
                  <a:cubicBezTo>
                    <a:pt x="2219419" y="1061949"/>
                    <a:pt x="2219690" y="1060044"/>
                    <a:pt x="2220174" y="1058210"/>
                  </a:cubicBezTo>
                  <a:cubicBezTo>
                    <a:pt x="2221257" y="1053888"/>
                    <a:pt x="2223581" y="1049992"/>
                    <a:pt x="2226873" y="1046978"/>
                  </a:cubicBezTo>
                  <a:close/>
                  <a:moveTo>
                    <a:pt x="2257230" y="1051243"/>
                  </a:moveTo>
                  <a:cubicBezTo>
                    <a:pt x="2253781" y="1047589"/>
                    <a:pt x="2249007" y="1045442"/>
                    <a:pt x="2243976" y="1045272"/>
                  </a:cubicBezTo>
                  <a:cubicBezTo>
                    <a:pt x="2235111" y="1045044"/>
                    <a:pt x="2227272" y="1050930"/>
                    <a:pt x="2225020" y="1059490"/>
                  </a:cubicBezTo>
                  <a:cubicBezTo>
                    <a:pt x="2222255" y="1069641"/>
                    <a:pt x="2228284" y="1080106"/>
                    <a:pt x="2238460" y="1082864"/>
                  </a:cubicBezTo>
                  <a:cubicBezTo>
                    <a:pt x="2239928" y="1083263"/>
                    <a:pt x="2241453" y="1083476"/>
                    <a:pt x="2242978" y="1083519"/>
                  </a:cubicBezTo>
                  <a:cubicBezTo>
                    <a:pt x="2247995" y="1083519"/>
                    <a:pt x="2252826" y="1081642"/>
                    <a:pt x="2256518" y="1078258"/>
                  </a:cubicBezTo>
                  <a:cubicBezTo>
                    <a:pt x="2259097" y="1075827"/>
                    <a:pt x="2260922" y="1072727"/>
                    <a:pt x="2261791" y="1069300"/>
                  </a:cubicBezTo>
                  <a:cubicBezTo>
                    <a:pt x="2263829" y="1062689"/>
                    <a:pt x="2262076" y="1055480"/>
                    <a:pt x="2257230" y="1050532"/>
                  </a:cubicBezTo>
                  <a:close/>
                </a:path>
              </a:pathLst>
            </a:custGeom>
            <a:solidFill>
              <a:schemeClr val="tx2">
                <a:alpha val="50000"/>
              </a:schemeClr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3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Lines and Dots">
              <a:extLst>
                <a:ext uri="{FF2B5EF4-FFF2-40B4-BE49-F238E27FC236}">
                  <a16:creationId xmlns:a16="http://schemas.microsoft.com/office/drawing/2014/main" id="{E79F4587-9117-4617-BDAF-BDEF3EA08FE8}"/>
                </a:ext>
              </a:extLst>
            </p:cNvPr>
            <p:cNvSpPr/>
            <p:nvPr/>
          </p:nvSpPr>
          <p:spPr>
            <a:xfrm>
              <a:off x="9340012" y="2495606"/>
              <a:ext cx="1910495" cy="2705303"/>
            </a:xfrm>
            <a:custGeom>
              <a:avLst/>
              <a:gdLst>
                <a:gd name="connsiteX0" fmla="*/ 668404 w 1910495"/>
                <a:gd name="connsiteY0" fmla="*/ 2142109 h 2705303"/>
                <a:gd name="connsiteX1" fmla="*/ 589018 w 1910495"/>
                <a:gd name="connsiteY1" fmla="*/ 2398890 h 2705303"/>
                <a:gd name="connsiteX2" fmla="*/ 321787 w 1910495"/>
                <a:gd name="connsiteY2" fmla="*/ 2106422 h 2705303"/>
                <a:gd name="connsiteX3" fmla="*/ 666979 w 1910495"/>
                <a:gd name="connsiteY3" fmla="*/ 2142962 h 2705303"/>
                <a:gd name="connsiteX4" fmla="*/ 324922 w 1910495"/>
                <a:gd name="connsiteY4" fmla="*/ 2107559 h 2705303"/>
                <a:gd name="connsiteX5" fmla="*/ 589303 w 1910495"/>
                <a:gd name="connsiteY5" fmla="*/ 2397041 h 2705303"/>
                <a:gd name="connsiteX6" fmla="*/ 666979 w 1910495"/>
                <a:gd name="connsiteY6" fmla="*/ 2142962 h 2705303"/>
                <a:gd name="connsiteX7" fmla="*/ 666979 w 1910495"/>
                <a:gd name="connsiteY7" fmla="*/ 2142109 h 2705303"/>
                <a:gd name="connsiteX8" fmla="*/ 941479 w 1910495"/>
                <a:gd name="connsiteY8" fmla="*/ 2424624 h 2705303"/>
                <a:gd name="connsiteX9" fmla="*/ 588591 w 1910495"/>
                <a:gd name="connsiteY9" fmla="*/ 2398463 h 2705303"/>
                <a:gd name="connsiteX10" fmla="*/ 588591 w 1910495"/>
                <a:gd name="connsiteY10" fmla="*/ 2398463 h 2705303"/>
                <a:gd name="connsiteX11" fmla="*/ 667691 w 1910495"/>
                <a:gd name="connsiteY11" fmla="*/ 2143958 h 2705303"/>
                <a:gd name="connsiteX12" fmla="*/ 589446 w 1910495"/>
                <a:gd name="connsiteY12" fmla="*/ 2397468 h 2705303"/>
                <a:gd name="connsiteX13" fmla="*/ 939341 w 1910495"/>
                <a:gd name="connsiteY13" fmla="*/ 2423629 h 2705303"/>
                <a:gd name="connsiteX14" fmla="*/ 718572 w 1910495"/>
                <a:gd name="connsiteY14" fmla="*/ 1959122 h 2705303"/>
                <a:gd name="connsiteX15" fmla="*/ 719712 w 1910495"/>
                <a:gd name="connsiteY15" fmla="*/ 1959122 h 2705303"/>
                <a:gd name="connsiteX16" fmla="*/ 323212 w 1910495"/>
                <a:gd name="connsiteY16" fmla="*/ 2107417 h 2705303"/>
                <a:gd name="connsiteX17" fmla="*/ 323212 w 1910495"/>
                <a:gd name="connsiteY17" fmla="*/ 2107417 h 2705303"/>
                <a:gd name="connsiteX18" fmla="*/ 257366 w 1910495"/>
                <a:gd name="connsiteY18" fmla="*/ 1726939 h 2705303"/>
                <a:gd name="connsiteX19" fmla="*/ 257366 w 1910495"/>
                <a:gd name="connsiteY19" fmla="*/ 1726939 h 2705303"/>
                <a:gd name="connsiteX20" fmla="*/ 717147 w 1910495"/>
                <a:gd name="connsiteY20" fmla="*/ 1959122 h 2705303"/>
                <a:gd name="connsiteX21" fmla="*/ 257366 w 1910495"/>
                <a:gd name="connsiteY21" fmla="*/ 1728361 h 2705303"/>
                <a:gd name="connsiteX22" fmla="*/ 322785 w 1910495"/>
                <a:gd name="connsiteY22" fmla="*/ 2106280 h 2705303"/>
                <a:gd name="connsiteX23" fmla="*/ 719142 w 1910495"/>
                <a:gd name="connsiteY23" fmla="*/ 1959122 h 2705303"/>
                <a:gd name="connsiteX24" fmla="*/ 667834 w 1910495"/>
                <a:gd name="connsiteY24" fmla="*/ 2143958 h 2705303"/>
                <a:gd name="connsiteX25" fmla="*/ 667834 w 1910495"/>
                <a:gd name="connsiteY25" fmla="*/ 2143958 h 2705303"/>
                <a:gd name="connsiteX26" fmla="*/ 322642 w 1910495"/>
                <a:gd name="connsiteY26" fmla="*/ 2108412 h 2705303"/>
                <a:gd name="connsiteX27" fmla="*/ 320504 w 1910495"/>
                <a:gd name="connsiteY27" fmla="*/ 2108412 h 2705303"/>
                <a:gd name="connsiteX28" fmla="*/ 717717 w 1910495"/>
                <a:gd name="connsiteY28" fmla="*/ 1960686 h 2705303"/>
                <a:gd name="connsiteX29" fmla="*/ 325065 w 1910495"/>
                <a:gd name="connsiteY29" fmla="*/ 2106706 h 2705303"/>
                <a:gd name="connsiteX30" fmla="*/ 667121 w 1910495"/>
                <a:gd name="connsiteY30" fmla="*/ 2141967 h 2705303"/>
                <a:gd name="connsiteX31" fmla="*/ 1229946 w 1910495"/>
                <a:gd name="connsiteY31" fmla="*/ 2088649 h 2705303"/>
                <a:gd name="connsiteX32" fmla="*/ 1229946 w 1910495"/>
                <a:gd name="connsiteY32" fmla="*/ 2088649 h 2705303"/>
                <a:gd name="connsiteX33" fmla="*/ 1594521 w 1910495"/>
                <a:gd name="connsiteY33" fmla="*/ 2689509 h 2705303"/>
                <a:gd name="connsiteX34" fmla="*/ 1594521 w 1910495"/>
                <a:gd name="connsiteY34" fmla="*/ 2690788 h 2705303"/>
                <a:gd name="connsiteX35" fmla="*/ 938913 w 1910495"/>
                <a:gd name="connsiteY35" fmla="*/ 2425335 h 2705303"/>
                <a:gd name="connsiteX36" fmla="*/ 938913 w 1910495"/>
                <a:gd name="connsiteY36" fmla="*/ 2425335 h 2705303"/>
                <a:gd name="connsiteX37" fmla="*/ 1229946 w 1910495"/>
                <a:gd name="connsiteY37" fmla="*/ 2089787 h 2705303"/>
                <a:gd name="connsiteX38" fmla="*/ 941479 w 1910495"/>
                <a:gd name="connsiteY38" fmla="*/ 2423629 h 2705303"/>
                <a:gd name="connsiteX39" fmla="*/ 1593808 w 1910495"/>
                <a:gd name="connsiteY39" fmla="*/ 2687802 h 2705303"/>
                <a:gd name="connsiteX40" fmla="*/ 1229946 w 1910495"/>
                <a:gd name="connsiteY40" fmla="*/ 2088365 h 2705303"/>
                <a:gd name="connsiteX41" fmla="*/ 1231229 w 1910495"/>
                <a:gd name="connsiteY41" fmla="*/ 2088365 h 2705303"/>
                <a:gd name="connsiteX42" fmla="*/ 941479 w 1910495"/>
                <a:gd name="connsiteY42" fmla="*/ 2424340 h 2705303"/>
                <a:gd name="connsiteX43" fmla="*/ 941479 w 1910495"/>
                <a:gd name="connsiteY43" fmla="*/ 2424340 h 2705303"/>
                <a:gd name="connsiteX44" fmla="*/ 667406 w 1910495"/>
                <a:gd name="connsiteY44" fmla="*/ 2142820 h 2705303"/>
                <a:gd name="connsiteX45" fmla="*/ 666694 w 1910495"/>
                <a:gd name="connsiteY45" fmla="*/ 2142109 h 2705303"/>
                <a:gd name="connsiteX46" fmla="*/ 1228806 w 1910495"/>
                <a:gd name="connsiteY46" fmla="*/ 2089502 h 2705303"/>
                <a:gd name="connsiteX47" fmla="*/ 668119 w 1910495"/>
                <a:gd name="connsiteY47" fmla="*/ 2143105 h 2705303"/>
                <a:gd name="connsiteX48" fmla="*/ 940481 w 1910495"/>
                <a:gd name="connsiteY48" fmla="*/ 2423629 h 2705303"/>
                <a:gd name="connsiteX49" fmla="*/ 717717 w 1910495"/>
                <a:gd name="connsiteY49" fmla="*/ 1959122 h 2705303"/>
                <a:gd name="connsiteX50" fmla="*/ 717717 w 1910495"/>
                <a:gd name="connsiteY50" fmla="*/ 1959122 h 2705303"/>
                <a:gd name="connsiteX51" fmla="*/ 1230801 w 1910495"/>
                <a:gd name="connsiteY51" fmla="*/ 2088934 h 2705303"/>
                <a:gd name="connsiteX52" fmla="*/ 1233652 w 1910495"/>
                <a:gd name="connsiteY52" fmla="*/ 2088934 h 2705303"/>
                <a:gd name="connsiteX53" fmla="*/ 667121 w 1910495"/>
                <a:gd name="connsiteY53" fmla="*/ 2143105 h 2705303"/>
                <a:gd name="connsiteX54" fmla="*/ 717717 w 1910495"/>
                <a:gd name="connsiteY54" fmla="*/ 1959975 h 2705303"/>
                <a:gd name="connsiteX55" fmla="*/ 667121 w 1910495"/>
                <a:gd name="connsiteY55" fmla="*/ 2142252 h 2705303"/>
                <a:gd name="connsiteX56" fmla="*/ 1226383 w 1910495"/>
                <a:gd name="connsiteY56" fmla="*/ 2088649 h 2705303"/>
                <a:gd name="connsiteX57" fmla="*/ 692063 w 1910495"/>
                <a:gd name="connsiteY57" fmla="*/ 1471723 h 2705303"/>
                <a:gd name="connsiteX58" fmla="*/ 692063 w 1910495"/>
                <a:gd name="connsiteY58" fmla="*/ 1471723 h 2705303"/>
                <a:gd name="connsiteX59" fmla="*/ 718429 w 1910495"/>
                <a:gd name="connsiteY59" fmla="*/ 1959406 h 2705303"/>
                <a:gd name="connsiteX60" fmla="*/ 718429 w 1910495"/>
                <a:gd name="connsiteY60" fmla="*/ 1960259 h 2705303"/>
                <a:gd name="connsiteX61" fmla="*/ 257366 w 1910495"/>
                <a:gd name="connsiteY61" fmla="*/ 1727934 h 2705303"/>
                <a:gd name="connsiteX62" fmla="*/ 256511 w 1910495"/>
                <a:gd name="connsiteY62" fmla="*/ 1727934 h 2705303"/>
                <a:gd name="connsiteX63" fmla="*/ 692063 w 1910495"/>
                <a:gd name="connsiteY63" fmla="*/ 1473003 h 2705303"/>
                <a:gd name="connsiteX64" fmla="*/ 258364 w 1910495"/>
                <a:gd name="connsiteY64" fmla="*/ 1726939 h 2705303"/>
                <a:gd name="connsiteX65" fmla="*/ 718144 w 1910495"/>
                <a:gd name="connsiteY65" fmla="*/ 1957842 h 2705303"/>
                <a:gd name="connsiteX66" fmla="*/ 1231086 w 1910495"/>
                <a:gd name="connsiteY66" fmla="*/ 2088365 h 2705303"/>
                <a:gd name="connsiteX67" fmla="*/ 1232084 w 1910495"/>
                <a:gd name="connsiteY67" fmla="*/ 2089502 h 2705303"/>
                <a:gd name="connsiteX68" fmla="*/ 719000 w 1910495"/>
                <a:gd name="connsiteY68" fmla="*/ 1959548 h 2705303"/>
                <a:gd name="connsiteX69" fmla="*/ 719000 w 1910495"/>
                <a:gd name="connsiteY69" fmla="*/ 1959548 h 2705303"/>
                <a:gd name="connsiteX70" fmla="*/ 692490 w 1910495"/>
                <a:gd name="connsiteY70" fmla="*/ 1472292 h 2705303"/>
                <a:gd name="connsiteX71" fmla="*/ 692490 w 1910495"/>
                <a:gd name="connsiteY71" fmla="*/ 1471012 h 2705303"/>
                <a:gd name="connsiteX72" fmla="*/ 1229376 w 1910495"/>
                <a:gd name="connsiteY72" fmla="*/ 2088365 h 2705303"/>
                <a:gd name="connsiteX73" fmla="*/ 693060 w 1910495"/>
                <a:gd name="connsiteY73" fmla="*/ 1474140 h 2705303"/>
                <a:gd name="connsiteX74" fmla="*/ 719142 w 1910495"/>
                <a:gd name="connsiteY74" fmla="*/ 1958695 h 2705303"/>
                <a:gd name="connsiteX75" fmla="*/ 1768114 w 1910495"/>
                <a:gd name="connsiteY75" fmla="*/ 2139266 h 2705303"/>
                <a:gd name="connsiteX76" fmla="*/ 1768114 w 1910495"/>
                <a:gd name="connsiteY76" fmla="*/ 2139266 h 2705303"/>
                <a:gd name="connsiteX77" fmla="*/ 1595376 w 1910495"/>
                <a:gd name="connsiteY77" fmla="*/ 2689224 h 2705303"/>
                <a:gd name="connsiteX78" fmla="*/ 1595376 w 1910495"/>
                <a:gd name="connsiteY78" fmla="*/ 2690362 h 2705303"/>
                <a:gd name="connsiteX79" fmla="*/ 1230231 w 1910495"/>
                <a:gd name="connsiteY79" fmla="*/ 2088934 h 2705303"/>
                <a:gd name="connsiteX80" fmla="*/ 1230231 w 1910495"/>
                <a:gd name="connsiteY80" fmla="*/ 2088080 h 2705303"/>
                <a:gd name="connsiteX81" fmla="*/ 1768114 w 1910495"/>
                <a:gd name="connsiteY81" fmla="*/ 2140261 h 2705303"/>
                <a:gd name="connsiteX82" fmla="*/ 1232939 w 1910495"/>
                <a:gd name="connsiteY82" fmla="*/ 2089502 h 2705303"/>
                <a:gd name="connsiteX83" fmla="*/ 1596089 w 1910495"/>
                <a:gd name="connsiteY83" fmla="*/ 2688087 h 2705303"/>
                <a:gd name="connsiteX84" fmla="*/ 1588678 w 1910495"/>
                <a:gd name="connsiteY84" fmla="*/ 1449827 h 2705303"/>
                <a:gd name="connsiteX85" fmla="*/ 1588678 w 1910495"/>
                <a:gd name="connsiteY85" fmla="*/ 1449827 h 2705303"/>
                <a:gd name="connsiteX86" fmla="*/ 1232369 w 1910495"/>
                <a:gd name="connsiteY86" fmla="*/ 2089644 h 2705303"/>
                <a:gd name="connsiteX87" fmla="*/ 1231514 w 1910495"/>
                <a:gd name="connsiteY87" fmla="*/ 2090924 h 2705303"/>
                <a:gd name="connsiteX88" fmla="*/ 1155264 w 1910495"/>
                <a:gd name="connsiteY88" fmla="*/ 1195180 h 2705303"/>
                <a:gd name="connsiteX89" fmla="*/ 1155264 w 1910495"/>
                <a:gd name="connsiteY89" fmla="*/ 1194327 h 2705303"/>
                <a:gd name="connsiteX90" fmla="*/ 1587822 w 1910495"/>
                <a:gd name="connsiteY90" fmla="*/ 1449827 h 2705303"/>
                <a:gd name="connsiteX91" fmla="*/ 1155264 w 1910495"/>
                <a:gd name="connsiteY91" fmla="*/ 1196175 h 2705303"/>
                <a:gd name="connsiteX92" fmla="*/ 1231229 w 1910495"/>
                <a:gd name="connsiteY92" fmla="*/ 2086943 h 2705303"/>
                <a:gd name="connsiteX93" fmla="*/ 1587822 w 1910495"/>
                <a:gd name="connsiteY93" fmla="*/ 1449827 h 2705303"/>
                <a:gd name="connsiteX94" fmla="*/ 1587822 w 1910495"/>
                <a:gd name="connsiteY94" fmla="*/ 1449827 h 2705303"/>
                <a:gd name="connsiteX95" fmla="*/ 1853629 w 1910495"/>
                <a:gd name="connsiteY95" fmla="*/ 1684285 h 2705303"/>
                <a:gd name="connsiteX96" fmla="*/ 1853629 w 1910495"/>
                <a:gd name="connsiteY96" fmla="*/ 1684285 h 2705303"/>
                <a:gd name="connsiteX97" fmla="*/ 1230801 w 1910495"/>
                <a:gd name="connsiteY97" fmla="*/ 2089076 h 2705303"/>
                <a:gd name="connsiteX98" fmla="*/ 1229233 w 1910495"/>
                <a:gd name="connsiteY98" fmla="*/ 2090071 h 2705303"/>
                <a:gd name="connsiteX99" fmla="*/ 1587822 w 1910495"/>
                <a:gd name="connsiteY99" fmla="*/ 1450822 h 2705303"/>
                <a:gd name="connsiteX100" fmla="*/ 1231941 w 1910495"/>
                <a:gd name="connsiteY100" fmla="*/ 2087085 h 2705303"/>
                <a:gd name="connsiteX101" fmla="*/ 1853629 w 1910495"/>
                <a:gd name="connsiteY101" fmla="*/ 1684285 h 2705303"/>
                <a:gd name="connsiteX102" fmla="*/ 1894390 w 1910495"/>
                <a:gd name="connsiteY102" fmla="*/ 1064657 h 2705303"/>
                <a:gd name="connsiteX103" fmla="*/ 1895388 w 1910495"/>
                <a:gd name="connsiteY103" fmla="*/ 1063377 h 2705303"/>
                <a:gd name="connsiteX104" fmla="*/ 1854341 w 1910495"/>
                <a:gd name="connsiteY104" fmla="*/ 1684285 h 2705303"/>
                <a:gd name="connsiteX105" fmla="*/ 1854341 w 1910495"/>
                <a:gd name="connsiteY105" fmla="*/ 1685280 h 2705303"/>
                <a:gd name="connsiteX106" fmla="*/ 1586682 w 1910495"/>
                <a:gd name="connsiteY106" fmla="*/ 1450538 h 2705303"/>
                <a:gd name="connsiteX107" fmla="*/ 1586682 w 1910495"/>
                <a:gd name="connsiteY107" fmla="*/ 1450538 h 2705303"/>
                <a:gd name="connsiteX108" fmla="*/ 1894390 w 1910495"/>
                <a:gd name="connsiteY108" fmla="*/ 1066505 h 2705303"/>
                <a:gd name="connsiteX109" fmla="*/ 1588535 w 1910495"/>
                <a:gd name="connsiteY109" fmla="*/ 1450396 h 2705303"/>
                <a:gd name="connsiteX110" fmla="*/ 1853629 w 1910495"/>
                <a:gd name="connsiteY110" fmla="*/ 1682863 h 2705303"/>
                <a:gd name="connsiteX111" fmla="*/ 1894390 w 1910495"/>
                <a:gd name="connsiteY111" fmla="*/ 1064515 h 2705303"/>
                <a:gd name="connsiteX112" fmla="*/ 1895673 w 1910495"/>
                <a:gd name="connsiteY112" fmla="*/ 1064515 h 2705303"/>
                <a:gd name="connsiteX113" fmla="*/ 1587822 w 1910495"/>
                <a:gd name="connsiteY113" fmla="*/ 1450680 h 2705303"/>
                <a:gd name="connsiteX114" fmla="*/ 1587822 w 1910495"/>
                <a:gd name="connsiteY114" fmla="*/ 1450680 h 2705303"/>
                <a:gd name="connsiteX115" fmla="*/ 1154266 w 1910495"/>
                <a:gd name="connsiteY115" fmla="*/ 1195606 h 2705303"/>
                <a:gd name="connsiteX116" fmla="*/ 1153126 w 1910495"/>
                <a:gd name="connsiteY116" fmla="*/ 1195606 h 2705303"/>
                <a:gd name="connsiteX117" fmla="*/ 1893250 w 1910495"/>
                <a:gd name="connsiteY117" fmla="*/ 1065652 h 2705303"/>
                <a:gd name="connsiteX118" fmla="*/ 1155264 w 1910495"/>
                <a:gd name="connsiteY118" fmla="*/ 1195464 h 2705303"/>
                <a:gd name="connsiteX119" fmla="*/ 1586397 w 1910495"/>
                <a:gd name="connsiteY119" fmla="*/ 1449258 h 2705303"/>
                <a:gd name="connsiteX120" fmla="*/ 1574140 w 1910495"/>
                <a:gd name="connsiteY120" fmla="*/ 635837 h 2705303"/>
                <a:gd name="connsiteX121" fmla="*/ 1574140 w 1910495"/>
                <a:gd name="connsiteY121" fmla="*/ 635837 h 2705303"/>
                <a:gd name="connsiteX122" fmla="*/ 1894533 w 1910495"/>
                <a:gd name="connsiteY122" fmla="*/ 1065226 h 2705303"/>
                <a:gd name="connsiteX123" fmla="*/ 1894533 w 1910495"/>
                <a:gd name="connsiteY123" fmla="*/ 1065226 h 2705303"/>
                <a:gd name="connsiteX124" fmla="*/ 1155264 w 1910495"/>
                <a:gd name="connsiteY124" fmla="*/ 1195749 h 2705303"/>
                <a:gd name="connsiteX125" fmla="*/ 1153981 w 1910495"/>
                <a:gd name="connsiteY125" fmla="*/ 1195749 h 2705303"/>
                <a:gd name="connsiteX126" fmla="*/ 1574140 w 1910495"/>
                <a:gd name="connsiteY126" fmla="*/ 636975 h 2705303"/>
                <a:gd name="connsiteX127" fmla="*/ 1155264 w 1910495"/>
                <a:gd name="connsiteY127" fmla="*/ 1194469 h 2705303"/>
                <a:gd name="connsiteX128" fmla="*/ 1892965 w 1910495"/>
                <a:gd name="connsiteY128" fmla="*/ 1064373 h 2705303"/>
                <a:gd name="connsiteX129" fmla="*/ 616810 w 1910495"/>
                <a:gd name="connsiteY129" fmla="*/ 1628265 h 2705303"/>
                <a:gd name="connsiteX130" fmla="*/ 616810 w 1910495"/>
                <a:gd name="connsiteY130" fmla="*/ 1628265 h 2705303"/>
                <a:gd name="connsiteX131" fmla="*/ 710591 w 1910495"/>
                <a:gd name="connsiteY131" fmla="*/ 1881206 h 2705303"/>
                <a:gd name="connsiteX132" fmla="*/ 710591 w 1910495"/>
                <a:gd name="connsiteY132" fmla="*/ 1882059 h 2705303"/>
                <a:gd name="connsiteX133" fmla="*/ 317511 w 1910495"/>
                <a:gd name="connsiteY133" fmla="*/ 1810968 h 2705303"/>
                <a:gd name="connsiteX134" fmla="*/ 616810 w 1910495"/>
                <a:gd name="connsiteY134" fmla="*/ 1629402 h 2705303"/>
                <a:gd name="connsiteX135" fmla="*/ 320932 w 1910495"/>
                <a:gd name="connsiteY135" fmla="*/ 1810257 h 2705303"/>
                <a:gd name="connsiteX136" fmla="*/ 709736 w 1910495"/>
                <a:gd name="connsiteY136" fmla="*/ 1880495 h 2705303"/>
                <a:gd name="connsiteX137" fmla="*/ 546404 w 1910495"/>
                <a:gd name="connsiteY137" fmla="*/ 1450254 h 2705303"/>
                <a:gd name="connsiteX138" fmla="*/ 320077 w 1910495"/>
                <a:gd name="connsiteY138" fmla="*/ 1810826 h 2705303"/>
                <a:gd name="connsiteX139" fmla="*/ 320077 w 1910495"/>
                <a:gd name="connsiteY139" fmla="*/ 1810826 h 2705303"/>
                <a:gd name="connsiteX140" fmla="*/ 33462 w 1910495"/>
                <a:gd name="connsiteY140" fmla="*/ 1546795 h 2705303"/>
                <a:gd name="connsiteX141" fmla="*/ 544408 w 1910495"/>
                <a:gd name="connsiteY141" fmla="*/ 1451533 h 2705303"/>
                <a:gd name="connsiteX142" fmla="*/ 35457 w 1910495"/>
                <a:gd name="connsiteY142" fmla="*/ 1547364 h 2705303"/>
                <a:gd name="connsiteX143" fmla="*/ 319506 w 1910495"/>
                <a:gd name="connsiteY143" fmla="*/ 1809831 h 2705303"/>
                <a:gd name="connsiteX144" fmla="*/ 544408 w 1910495"/>
                <a:gd name="connsiteY144" fmla="*/ 1450680 h 2705303"/>
                <a:gd name="connsiteX145" fmla="*/ 544408 w 1910495"/>
                <a:gd name="connsiteY145" fmla="*/ 1449827 h 2705303"/>
                <a:gd name="connsiteX146" fmla="*/ 616525 w 1910495"/>
                <a:gd name="connsiteY146" fmla="*/ 1628549 h 2705303"/>
                <a:gd name="connsiteX147" fmla="*/ 616525 w 1910495"/>
                <a:gd name="connsiteY147" fmla="*/ 1628549 h 2705303"/>
                <a:gd name="connsiteX148" fmla="*/ 318081 w 1910495"/>
                <a:gd name="connsiteY148" fmla="*/ 1812248 h 2705303"/>
                <a:gd name="connsiteX149" fmla="*/ 544408 w 1910495"/>
                <a:gd name="connsiteY149" fmla="*/ 1451960 h 2705303"/>
                <a:gd name="connsiteX150" fmla="*/ 321074 w 1910495"/>
                <a:gd name="connsiteY150" fmla="*/ 1808978 h 2705303"/>
                <a:gd name="connsiteX151" fmla="*/ 616383 w 1910495"/>
                <a:gd name="connsiteY151" fmla="*/ 1628549 h 2705303"/>
                <a:gd name="connsiteX152" fmla="*/ 1032836 w 1910495"/>
                <a:gd name="connsiteY152" fmla="*/ 1242242 h 2705303"/>
                <a:gd name="connsiteX153" fmla="*/ 1032836 w 1910495"/>
                <a:gd name="connsiteY153" fmla="*/ 1242242 h 2705303"/>
                <a:gd name="connsiteX154" fmla="*/ 1694145 w 1910495"/>
                <a:gd name="connsiteY154" fmla="*/ 1501012 h 2705303"/>
                <a:gd name="connsiteX155" fmla="*/ 1007895 w 1910495"/>
                <a:gd name="connsiteY155" fmla="*/ 1687839 h 2705303"/>
                <a:gd name="connsiteX156" fmla="*/ 1007895 w 1910495"/>
                <a:gd name="connsiteY156" fmla="*/ 1687839 h 2705303"/>
                <a:gd name="connsiteX157" fmla="*/ 1033691 w 1910495"/>
                <a:gd name="connsiteY157" fmla="*/ 1242953 h 2705303"/>
                <a:gd name="connsiteX158" fmla="*/ 1007467 w 1910495"/>
                <a:gd name="connsiteY158" fmla="*/ 1686702 h 2705303"/>
                <a:gd name="connsiteX159" fmla="*/ 1691579 w 1910495"/>
                <a:gd name="connsiteY159" fmla="*/ 1500159 h 2705303"/>
                <a:gd name="connsiteX160" fmla="*/ 1033691 w 1910495"/>
                <a:gd name="connsiteY160" fmla="*/ 1241958 h 2705303"/>
                <a:gd name="connsiteX161" fmla="*/ 1034546 w 1910495"/>
                <a:gd name="connsiteY161" fmla="*/ 1241104 h 2705303"/>
                <a:gd name="connsiteX162" fmla="*/ 1008037 w 1910495"/>
                <a:gd name="connsiteY162" fmla="*/ 1687413 h 2705303"/>
                <a:gd name="connsiteX163" fmla="*/ 1008037 w 1910495"/>
                <a:gd name="connsiteY163" fmla="*/ 1687413 h 2705303"/>
                <a:gd name="connsiteX164" fmla="*/ 616810 w 1910495"/>
                <a:gd name="connsiteY164" fmla="*/ 1628549 h 2705303"/>
                <a:gd name="connsiteX165" fmla="*/ 615813 w 1910495"/>
                <a:gd name="connsiteY165" fmla="*/ 1628549 h 2705303"/>
                <a:gd name="connsiteX166" fmla="*/ 1033691 w 1910495"/>
                <a:gd name="connsiteY166" fmla="*/ 1243522 h 2705303"/>
                <a:gd name="connsiteX167" fmla="*/ 618093 w 1910495"/>
                <a:gd name="connsiteY167" fmla="*/ 1628407 h 2705303"/>
                <a:gd name="connsiteX168" fmla="*/ 1007325 w 1910495"/>
                <a:gd name="connsiteY168" fmla="*/ 1686844 h 2705303"/>
                <a:gd name="connsiteX169" fmla="*/ 1033691 w 1910495"/>
                <a:gd name="connsiteY169" fmla="*/ 1241815 h 2705303"/>
                <a:gd name="connsiteX170" fmla="*/ 1036257 w 1910495"/>
                <a:gd name="connsiteY170" fmla="*/ 1240678 h 2705303"/>
                <a:gd name="connsiteX171" fmla="*/ 616810 w 1910495"/>
                <a:gd name="connsiteY171" fmla="*/ 1629545 h 2705303"/>
                <a:gd name="connsiteX172" fmla="*/ 545549 w 1910495"/>
                <a:gd name="connsiteY172" fmla="*/ 1451107 h 2705303"/>
                <a:gd name="connsiteX173" fmla="*/ 545549 w 1910495"/>
                <a:gd name="connsiteY173" fmla="*/ 1451107 h 2705303"/>
                <a:gd name="connsiteX174" fmla="*/ 1031411 w 1910495"/>
                <a:gd name="connsiteY174" fmla="*/ 1243806 h 2705303"/>
                <a:gd name="connsiteX175" fmla="*/ 545976 w 1910495"/>
                <a:gd name="connsiteY175" fmla="*/ 1451107 h 2705303"/>
                <a:gd name="connsiteX176" fmla="*/ 617238 w 1910495"/>
                <a:gd name="connsiteY176" fmla="*/ 1627838 h 2705303"/>
                <a:gd name="connsiteX177" fmla="*/ 225156 w 1910495"/>
                <a:gd name="connsiteY177" fmla="*/ 1077454 h 2705303"/>
                <a:gd name="connsiteX178" fmla="*/ 225156 w 1910495"/>
                <a:gd name="connsiteY178" fmla="*/ 1076600 h 2705303"/>
                <a:gd name="connsiteX179" fmla="*/ 545121 w 1910495"/>
                <a:gd name="connsiteY179" fmla="*/ 1450538 h 2705303"/>
                <a:gd name="connsiteX180" fmla="*/ 545121 w 1910495"/>
                <a:gd name="connsiteY180" fmla="*/ 1451249 h 2705303"/>
                <a:gd name="connsiteX181" fmla="*/ 32037 w 1910495"/>
                <a:gd name="connsiteY181" fmla="*/ 1547790 h 2705303"/>
                <a:gd name="connsiteX182" fmla="*/ 225156 w 1910495"/>
                <a:gd name="connsiteY182" fmla="*/ 1078449 h 2705303"/>
                <a:gd name="connsiteX183" fmla="*/ 35172 w 1910495"/>
                <a:gd name="connsiteY183" fmla="*/ 1546511 h 2705303"/>
                <a:gd name="connsiteX184" fmla="*/ 544408 w 1910495"/>
                <a:gd name="connsiteY184" fmla="*/ 1450538 h 2705303"/>
                <a:gd name="connsiteX185" fmla="*/ 1573427 w 1910495"/>
                <a:gd name="connsiteY185" fmla="*/ 630719 h 2705303"/>
                <a:gd name="connsiteX186" fmla="*/ 1573427 w 1910495"/>
                <a:gd name="connsiteY186" fmla="*/ 628302 h 2705303"/>
                <a:gd name="connsiteX187" fmla="*/ 1692435 w 1910495"/>
                <a:gd name="connsiteY187" fmla="*/ 1500159 h 2705303"/>
                <a:gd name="connsiteX188" fmla="*/ 1692435 w 1910495"/>
                <a:gd name="connsiteY188" fmla="*/ 1504709 h 2705303"/>
                <a:gd name="connsiteX189" fmla="*/ 1492902 w 1910495"/>
                <a:gd name="connsiteY189" fmla="*/ 955746 h 2705303"/>
                <a:gd name="connsiteX190" fmla="*/ 1492902 w 1910495"/>
                <a:gd name="connsiteY190" fmla="*/ 955746 h 2705303"/>
                <a:gd name="connsiteX191" fmla="*/ 1573427 w 1910495"/>
                <a:gd name="connsiteY191" fmla="*/ 633420 h 2705303"/>
                <a:gd name="connsiteX192" fmla="*/ 1494042 w 1910495"/>
                <a:gd name="connsiteY192" fmla="*/ 955604 h 2705303"/>
                <a:gd name="connsiteX193" fmla="*/ 1691152 w 1910495"/>
                <a:gd name="connsiteY193" fmla="*/ 1495894 h 2705303"/>
                <a:gd name="connsiteX194" fmla="*/ 1284105 w 1910495"/>
                <a:gd name="connsiteY194" fmla="*/ 538016 h 2705303"/>
                <a:gd name="connsiteX195" fmla="*/ 1034546 w 1910495"/>
                <a:gd name="connsiteY195" fmla="*/ 1242526 h 2705303"/>
                <a:gd name="connsiteX196" fmla="*/ 1034546 w 1910495"/>
                <a:gd name="connsiteY196" fmla="*/ 1244375 h 2705303"/>
                <a:gd name="connsiteX197" fmla="*/ 927226 w 1910495"/>
                <a:gd name="connsiteY197" fmla="*/ 514130 h 2705303"/>
                <a:gd name="connsiteX198" fmla="*/ 927226 w 1910495"/>
                <a:gd name="connsiteY198" fmla="*/ 514130 h 2705303"/>
                <a:gd name="connsiteX199" fmla="*/ 1282822 w 1910495"/>
                <a:gd name="connsiteY199" fmla="*/ 538869 h 2705303"/>
                <a:gd name="connsiteX200" fmla="*/ 926514 w 1910495"/>
                <a:gd name="connsiteY200" fmla="*/ 514698 h 2705303"/>
                <a:gd name="connsiteX201" fmla="*/ 1032551 w 1910495"/>
                <a:gd name="connsiteY201" fmla="*/ 1239825 h 2705303"/>
                <a:gd name="connsiteX202" fmla="*/ 936775 w 1910495"/>
                <a:gd name="connsiteY202" fmla="*/ 18769 h 2705303"/>
                <a:gd name="connsiteX203" fmla="*/ 936775 w 1910495"/>
                <a:gd name="connsiteY203" fmla="*/ 17205 h 2705303"/>
                <a:gd name="connsiteX204" fmla="*/ 1284960 w 1910495"/>
                <a:gd name="connsiteY204" fmla="*/ 538158 h 2705303"/>
                <a:gd name="connsiteX205" fmla="*/ 1284960 w 1910495"/>
                <a:gd name="connsiteY205" fmla="*/ 539012 h 2705303"/>
                <a:gd name="connsiteX206" fmla="*/ 927226 w 1910495"/>
                <a:gd name="connsiteY206" fmla="*/ 514556 h 2705303"/>
                <a:gd name="connsiteX207" fmla="*/ 927226 w 1910495"/>
                <a:gd name="connsiteY207" fmla="*/ 514556 h 2705303"/>
                <a:gd name="connsiteX208" fmla="*/ 937773 w 1910495"/>
                <a:gd name="connsiteY208" fmla="*/ 20475 h 2705303"/>
                <a:gd name="connsiteX209" fmla="*/ 928224 w 1910495"/>
                <a:gd name="connsiteY209" fmla="*/ 513703 h 2705303"/>
                <a:gd name="connsiteX210" fmla="*/ 1283535 w 1910495"/>
                <a:gd name="connsiteY210" fmla="*/ 537874 h 2705303"/>
                <a:gd name="connsiteX211" fmla="*/ 1883131 w 1910495"/>
                <a:gd name="connsiteY211" fmla="*/ 1052714 h 2705303"/>
                <a:gd name="connsiteX212" fmla="*/ 1894818 w 1910495"/>
                <a:gd name="connsiteY212" fmla="*/ 1048448 h 2705303"/>
                <a:gd name="connsiteX213" fmla="*/ 1906220 w 1910495"/>
                <a:gd name="connsiteY213" fmla="*/ 1053851 h 2705303"/>
                <a:gd name="connsiteX214" fmla="*/ 1910495 w 1910495"/>
                <a:gd name="connsiteY214" fmla="*/ 1064799 h 2705303"/>
                <a:gd name="connsiteX215" fmla="*/ 1905079 w 1910495"/>
                <a:gd name="connsiteY215" fmla="*/ 1076885 h 2705303"/>
                <a:gd name="connsiteX216" fmla="*/ 1882119 w 1910495"/>
                <a:gd name="connsiteY216" fmla="*/ 1075890 h 2705303"/>
                <a:gd name="connsiteX217" fmla="*/ 1881991 w 1910495"/>
                <a:gd name="connsiteY217" fmla="*/ 1075747 h 2705303"/>
                <a:gd name="connsiteX218" fmla="*/ 1877715 w 1910495"/>
                <a:gd name="connsiteY218" fmla="*/ 1064799 h 2705303"/>
                <a:gd name="connsiteX219" fmla="*/ 1883131 w 1910495"/>
                <a:gd name="connsiteY219" fmla="*/ 1052714 h 2705303"/>
                <a:gd name="connsiteX220" fmla="*/ 1903227 w 1910495"/>
                <a:gd name="connsiteY220" fmla="*/ 1056410 h 2705303"/>
                <a:gd name="connsiteX221" fmla="*/ 1894675 w 1910495"/>
                <a:gd name="connsiteY221" fmla="*/ 1052429 h 2705303"/>
                <a:gd name="connsiteX222" fmla="*/ 1885696 w 1910495"/>
                <a:gd name="connsiteY222" fmla="*/ 1055700 h 2705303"/>
                <a:gd name="connsiteX223" fmla="*/ 1884955 w 1910495"/>
                <a:gd name="connsiteY223" fmla="*/ 1073174 h 2705303"/>
                <a:gd name="connsiteX224" fmla="*/ 1893535 w 1910495"/>
                <a:gd name="connsiteY224" fmla="*/ 1077169 h 2705303"/>
                <a:gd name="connsiteX225" fmla="*/ 1902514 w 1910495"/>
                <a:gd name="connsiteY225" fmla="*/ 1073899 h 2705303"/>
                <a:gd name="connsiteX226" fmla="*/ 1902514 w 1910495"/>
                <a:gd name="connsiteY226" fmla="*/ 1056410 h 2705303"/>
                <a:gd name="connsiteX227" fmla="*/ 1842939 w 1910495"/>
                <a:gd name="connsiteY227" fmla="*/ 1671915 h 2705303"/>
                <a:gd name="connsiteX228" fmla="*/ 1865900 w 1910495"/>
                <a:gd name="connsiteY228" fmla="*/ 1672768 h 2705303"/>
                <a:gd name="connsiteX229" fmla="*/ 1866028 w 1910495"/>
                <a:gd name="connsiteY229" fmla="*/ 1672910 h 2705303"/>
                <a:gd name="connsiteX230" fmla="*/ 1864959 w 1910495"/>
                <a:gd name="connsiteY230" fmla="*/ 1696014 h 2705303"/>
                <a:gd name="connsiteX231" fmla="*/ 1841799 w 1910495"/>
                <a:gd name="connsiteY231" fmla="*/ 1694948 h 2705303"/>
                <a:gd name="connsiteX232" fmla="*/ 1837523 w 1910495"/>
                <a:gd name="connsiteY232" fmla="*/ 1683858 h 2705303"/>
                <a:gd name="connsiteX233" fmla="*/ 1842939 w 1910495"/>
                <a:gd name="connsiteY233" fmla="*/ 1671915 h 2705303"/>
                <a:gd name="connsiteX234" fmla="*/ 1863035 w 1910495"/>
                <a:gd name="connsiteY234" fmla="*/ 1675611 h 2705303"/>
                <a:gd name="connsiteX235" fmla="*/ 1845519 w 1910495"/>
                <a:gd name="connsiteY235" fmla="*/ 1674744 h 2705303"/>
                <a:gd name="connsiteX236" fmla="*/ 1845505 w 1910495"/>
                <a:gd name="connsiteY236" fmla="*/ 1674758 h 2705303"/>
                <a:gd name="connsiteX237" fmla="*/ 1844649 w 1910495"/>
                <a:gd name="connsiteY237" fmla="*/ 1692247 h 2705303"/>
                <a:gd name="connsiteX238" fmla="*/ 1862180 w 1910495"/>
                <a:gd name="connsiteY238" fmla="*/ 1693100 h 2705303"/>
                <a:gd name="connsiteX239" fmla="*/ 1863249 w 1910495"/>
                <a:gd name="connsiteY239" fmla="*/ 1675839 h 2705303"/>
                <a:gd name="connsiteX240" fmla="*/ 1863035 w 1910495"/>
                <a:gd name="connsiteY240" fmla="*/ 1675611 h 2705303"/>
                <a:gd name="connsiteX241" fmla="*/ 921383 w 1910495"/>
                <a:gd name="connsiteY241" fmla="*/ 2403155 h 2705303"/>
                <a:gd name="connsiteX242" fmla="*/ 941479 w 1910495"/>
                <a:gd name="connsiteY242" fmla="*/ 2395193 h 2705303"/>
                <a:gd name="connsiteX243" fmla="*/ 961004 w 1910495"/>
                <a:gd name="connsiteY243" fmla="*/ 2404434 h 2705303"/>
                <a:gd name="connsiteX244" fmla="*/ 968416 w 1910495"/>
                <a:gd name="connsiteY244" fmla="*/ 2423487 h 2705303"/>
                <a:gd name="connsiteX245" fmla="*/ 939533 w 1910495"/>
                <a:gd name="connsiteY245" fmla="*/ 2451539 h 2705303"/>
                <a:gd name="connsiteX246" fmla="*/ 919102 w 1910495"/>
                <a:gd name="connsiteY246" fmla="*/ 2442539 h 2705303"/>
                <a:gd name="connsiteX247" fmla="*/ 911691 w 1910495"/>
                <a:gd name="connsiteY247" fmla="*/ 2423487 h 2705303"/>
                <a:gd name="connsiteX248" fmla="*/ 921383 w 1910495"/>
                <a:gd name="connsiteY248" fmla="*/ 2403155 h 2705303"/>
                <a:gd name="connsiteX249" fmla="*/ 958581 w 1910495"/>
                <a:gd name="connsiteY249" fmla="*/ 2407562 h 2705303"/>
                <a:gd name="connsiteX250" fmla="*/ 941621 w 1910495"/>
                <a:gd name="connsiteY250" fmla="*/ 2399743 h 2705303"/>
                <a:gd name="connsiteX251" fmla="*/ 924091 w 1910495"/>
                <a:gd name="connsiteY251" fmla="*/ 2405999 h 2705303"/>
                <a:gd name="connsiteX252" fmla="*/ 916110 w 1910495"/>
                <a:gd name="connsiteY252" fmla="*/ 2424056 h 2705303"/>
                <a:gd name="connsiteX253" fmla="*/ 922523 w 1910495"/>
                <a:gd name="connsiteY253" fmla="*/ 2440406 h 2705303"/>
                <a:gd name="connsiteX254" fmla="*/ 957014 w 1910495"/>
                <a:gd name="connsiteY254" fmla="*/ 2441971 h 2705303"/>
                <a:gd name="connsiteX255" fmla="*/ 958581 w 1910495"/>
                <a:gd name="connsiteY255" fmla="*/ 2407562 h 2705303"/>
                <a:gd name="connsiteX256" fmla="*/ 1202867 w 1910495"/>
                <a:gd name="connsiteY256" fmla="*/ 2062630 h 2705303"/>
                <a:gd name="connsiteX257" fmla="*/ 1251610 w 1910495"/>
                <a:gd name="connsiteY257" fmla="*/ 2064905 h 2705303"/>
                <a:gd name="connsiteX258" fmla="*/ 1249329 w 1910495"/>
                <a:gd name="connsiteY258" fmla="*/ 2113531 h 2705303"/>
                <a:gd name="connsiteX259" fmla="*/ 1200586 w 1910495"/>
                <a:gd name="connsiteY259" fmla="*/ 2111256 h 2705303"/>
                <a:gd name="connsiteX260" fmla="*/ 1202867 w 1910495"/>
                <a:gd name="connsiteY260" fmla="*/ 2062630 h 2705303"/>
                <a:gd name="connsiteX261" fmla="*/ 1248617 w 1910495"/>
                <a:gd name="connsiteY261" fmla="*/ 2067606 h 2705303"/>
                <a:gd name="connsiteX262" fmla="*/ 1205860 w 1910495"/>
                <a:gd name="connsiteY262" fmla="*/ 2065616 h 2705303"/>
                <a:gd name="connsiteX263" fmla="*/ 1201944 w 1910495"/>
                <a:gd name="connsiteY263" fmla="*/ 2108469 h 2705303"/>
                <a:gd name="connsiteX264" fmla="*/ 1244900 w 1910495"/>
                <a:gd name="connsiteY264" fmla="*/ 2112379 h 2705303"/>
                <a:gd name="connsiteX265" fmla="*/ 1246621 w 1910495"/>
                <a:gd name="connsiteY265" fmla="*/ 2110829 h 2705303"/>
                <a:gd name="connsiteX266" fmla="*/ 1256598 w 1910495"/>
                <a:gd name="connsiteY266" fmla="*/ 2088223 h 2705303"/>
                <a:gd name="connsiteX267" fmla="*/ 1248617 w 1910495"/>
                <a:gd name="connsiteY267" fmla="*/ 2068175 h 2705303"/>
                <a:gd name="connsiteX268" fmla="*/ 1214126 w 1910495"/>
                <a:gd name="connsiteY268" fmla="*/ 2075142 h 2705303"/>
                <a:gd name="connsiteX269" fmla="*/ 1238905 w 1910495"/>
                <a:gd name="connsiteY269" fmla="*/ 2075952 h 2705303"/>
                <a:gd name="connsiteX270" fmla="*/ 1239210 w 1910495"/>
                <a:gd name="connsiteY270" fmla="*/ 2076279 h 2705303"/>
                <a:gd name="connsiteX271" fmla="*/ 1243771 w 1910495"/>
                <a:gd name="connsiteY271" fmla="*/ 2088080 h 2705303"/>
                <a:gd name="connsiteX272" fmla="*/ 1237927 w 1910495"/>
                <a:gd name="connsiteY272" fmla="*/ 2101161 h 2705303"/>
                <a:gd name="connsiteX273" fmla="*/ 1225243 w 1910495"/>
                <a:gd name="connsiteY273" fmla="*/ 2105711 h 2705303"/>
                <a:gd name="connsiteX274" fmla="*/ 1212986 w 1910495"/>
                <a:gd name="connsiteY274" fmla="*/ 2100024 h 2705303"/>
                <a:gd name="connsiteX275" fmla="*/ 1208425 w 1910495"/>
                <a:gd name="connsiteY275" fmla="*/ 2088080 h 2705303"/>
                <a:gd name="connsiteX276" fmla="*/ 1214126 w 1910495"/>
                <a:gd name="connsiteY276" fmla="*/ 2075142 h 2705303"/>
                <a:gd name="connsiteX277" fmla="*/ 1236217 w 1910495"/>
                <a:gd name="connsiteY277" fmla="*/ 2078839 h 2705303"/>
                <a:gd name="connsiteX278" fmla="*/ 1226668 w 1910495"/>
                <a:gd name="connsiteY278" fmla="*/ 2074431 h 2705303"/>
                <a:gd name="connsiteX279" fmla="*/ 1216834 w 1910495"/>
                <a:gd name="connsiteY279" fmla="*/ 2077985 h 2705303"/>
                <a:gd name="connsiteX280" fmla="*/ 1215836 w 1910495"/>
                <a:gd name="connsiteY280" fmla="*/ 2097322 h 2705303"/>
                <a:gd name="connsiteX281" fmla="*/ 1225385 w 1910495"/>
                <a:gd name="connsiteY281" fmla="*/ 2101872 h 2705303"/>
                <a:gd name="connsiteX282" fmla="*/ 1239638 w 1910495"/>
                <a:gd name="connsiteY282" fmla="*/ 2087654 h 2705303"/>
                <a:gd name="connsiteX283" fmla="*/ 1236217 w 1910495"/>
                <a:gd name="connsiteY283" fmla="*/ 2078839 h 2705303"/>
                <a:gd name="connsiteX284" fmla="*/ 1749301 w 1910495"/>
                <a:gd name="connsiteY284" fmla="*/ 2119787 h 2705303"/>
                <a:gd name="connsiteX285" fmla="*/ 1787156 w 1910495"/>
                <a:gd name="connsiteY285" fmla="*/ 2121436 h 2705303"/>
                <a:gd name="connsiteX286" fmla="*/ 1787213 w 1910495"/>
                <a:gd name="connsiteY286" fmla="*/ 2121493 h 2705303"/>
                <a:gd name="connsiteX287" fmla="*/ 1794196 w 1910495"/>
                <a:gd name="connsiteY287" fmla="*/ 2139550 h 2705303"/>
                <a:gd name="connsiteX288" fmla="*/ 1767316 w 1910495"/>
                <a:gd name="connsiteY288" fmla="*/ 2166195 h 2705303"/>
                <a:gd name="connsiteX289" fmla="*/ 1747591 w 1910495"/>
                <a:gd name="connsiteY289" fmla="*/ 2157465 h 2705303"/>
                <a:gd name="connsiteX290" fmla="*/ 1740607 w 1910495"/>
                <a:gd name="connsiteY290" fmla="*/ 2139550 h 2705303"/>
                <a:gd name="connsiteX291" fmla="*/ 1749301 w 1910495"/>
                <a:gd name="connsiteY291" fmla="*/ 2119787 h 2705303"/>
                <a:gd name="connsiteX292" fmla="*/ 1784220 w 1910495"/>
                <a:gd name="connsiteY292" fmla="*/ 2124195 h 2705303"/>
                <a:gd name="connsiteX293" fmla="*/ 1768399 w 1910495"/>
                <a:gd name="connsiteY293" fmla="*/ 2116801 h 2705303"/>
                <a:gd name="connsiteX294" fmla="*/ 1752009 w 1910495"/>
                <a:gd name="connsiteY294" fmla="*/ 2122631 h 2705303"/>
                <a:gd name="connsiteX295" fmla="*/ 1744598 w 1910495"/>
                <a:gd name="connsiteY295" fmla="*/ 2139550 h 2705303"/>
                <a:gd name="connsiteX296" fmla="*/ 1767388 w 1910495"/>
                <a:gd name="connsiteY296" fmla="*/ 2162313 h 2705303"/>
                <a:gd name="connsiteX297" fmla="*/ 1790206 w 1910495"/>
                <a:gd name="connsiteY297" fmla="*/ 2139564 h 2705303"/>
                <a:gd name="connsiteX298" fmla="*/ 1784220 w 1910495"/>
                <a:gd name="connsiteY298" fmla="*/ 2124195 h 2705303"/>
                <a:gd name="connsiteX299" fmla="*/ 706315 w 1910495"/>
                <a:gd name="connsiteY299" fmla="*/ 1945472 h 2705303"/>
                <a:gd name="connsiteX300" fmla="*/ 732096 w 1910495"/>
                <a:gd name="connsiteY300" fmla="*/ 1946453 h 2705303"/>
                <a:gd name="connsiteX301" fmla="*/ 736958 w 1910495"/>
                <a:gd name="connsiteY301" fmla="*/ 1958980 h 2705303"/>
                <a:gd name="connsiteX302" fmla="*/ 730972 w 1910495"/>
                <a:gd name="connsiteY302" fmla="*/ 1973198 h 2705303"/>
                <a:gd name="connsiteX303" fmla="*/ 717859 w 1910495"/>
                <a:gd name="connsiteY303" fmla="*/ 1978032 h 2705303"/>
                <a:gd name="connsiteX304" fmla="*/ 705175 w 1910495"/>
                <a:gd name="connsiteY304" fmla="*/ 1972060 h 2705303"/>
                <a:gd name="connsiteX305" fmla="*/ 700329 w 1910495"/>
                <a:gd name="connsiteY305" fmla="*/ 1959690 h 2705303"/>
                <a:gd name="connsiteX306" fmla="*/ 706315 w 1910495"/>
                <a:gd name="connsiteY306" fmla="*/ 1945472 h 2705303"/>
                <a:gd name="connsiteX307" fmla="*/ 729261 w 1910495"/>
                <a:gd name="connsiteY307" fmla="*/ 1949311 h 2705303"/>
                <a:gd name="connsiteX308" fmla="*/ 709146 w 1910495"/>
                <a:gd name="connsiteY308" fmla="*/ 1948046 h 2705303"/>
                <a:gd name="connsiteX309" fmla="*/ 704320 w 1910495"/>
                <a:gd name="connsiteY309" fmla="*/ 1958980 h 2705303"/>
                <a:gd name="connsiteX310" fmla="*/ 708025 w 1910495"/>
                <a:gd name="connsiteY310" fmla="*/ 1968648 h 2705303"/>
                <a:gd name="connsiteX311" fmla="*/ 718002 w 1910495"/>
                <a:gd name="connsiteY311" fmla="*/ 1973340 h 2705303"/>
                <a:gd name="connsiteX312" fmla="*/ 728406 w 1910495"/>
                <a:gd name="connsiteY312" fmla="*/ 1969643 h 2705303"/>
                <a:gd name="connsiteX313" fmla="*/ 733109 w 1910495"/>
                <a:gd name="connsiteY313" fmla="*/ 1958980 h 2705303"/>
                <a:gd name="connsiteX314" fmla="*/ 729261 w 1910495"/>
                <a:gd name="connsiteY314" fmla="*/ 1949311 h 2705303"/>
                <a:gd name="connsiteX315" fmla="*/ 710876 w 1910495"/>
                <a:gd name="connsiteY315" fmla="*/ 1950449 h 2705303"/>
                <a:gd name="connsiteX316" fmla="*/ 719285 w 1910495"/>
                <a:gd name="connsiteY316" fmla="*/ 1947463 h 2705303"/>
                <a:gd name="connsiteX317" fmla="*/ 730202 w 1910495"/>
                <a:gd name="connsiteY317" fmla="*/ 1959577 h 2705303"/>
                <a:gd name="connsiteX318" fmla="*/ 726411 w 1910495"/>
                <a:gd name="connsiteY318" fmla="*/ 1967510 h 2705303"/>
                <a:gd name="connsiteX319" fmla="*/ 718144 w 1910495"/>
                <a:gd name="connsiteY319" fmla="*/ 1970496 h 2705303"/>
                <a:gd name="connsiteX320" fmla="*/ 710163 w 1910495"/>
                <a:gd name="connsiteY320" fmla="*/ 1966799 h 2705303"/>
                <a:gd name="connsiteX321" fmla="*/ 707170 w 1910495"/>
                <a:gd name="connsiteY321" fmla="*/ 1958980 h 2705303"/>
                <a:gd name="connsiteX322" fmla="*/ 710876 w 1910495"/>
                <a:gd name="connsiteY322" fmla="*/ 1950449 h 2705303"/>
                <a:gd name="connsiteX323" fmla="*/ 724273 w 1910495"/>
                <a:gd name="connsiteY323" fmla="*/ 1953861 h 2705303"/>
                <a:gd name="connsiteX324" fmla="*/ 719000 w 1910495"/>
                <a:gd name="connsiteY324" fmla="*/ 1951444 h 2705303"/>
                <a:gd name="connsiteX325" fmla="*/ 713584 w 1910495"/>
                <a:gd name="connsiteY325" fmla="*/ 1953434 h 2705303"/>
                <a:gd name="connsiteX326" fmla="*/ 713302 w 1910495"/>
                <a:gd name="connsiteY326" fmla="*/ 1964283 h 2705303"/>
                <a:gd name="connsiteX327" fmla="*/ 718287 w 1910495"/>
                <a:gd name="connsiteY327" fmla="*/ 1966657 h 2705303"/>
                <a:gd name="connsiteX328" fmla="*/ 723845 w 1910495"/>
                <a:gd name="connsiteY328" fmla="*/ 1964667 h 2705303"/>
                <a:gd name="connsiteX329" fmla="*/ 723845 w 1910495"/>
                <a:gd name="connsiteY329" fmla="*/ 1953861 h 2705303"/>
                <a:gd name="connsiteX330" fmla="*/ 1554329 w 1910495"/>
                <a:gd name="connsiteY330" fmla="*/ 1414139 h 2705303"/>
                <a:gd name="connsiteX331" fmla="*/ 1622313 w 1910495"/>
                <a:gd name="connsiteY331" fmla="*/ 1417267 h 2705303"/>
                <a:gd name="connsiteX332" fmla="*/ 1634855 w 1910495"/>
                <a:gd name="connsiteY332" fmla="*/ 1449543 h 2705303"/>
                <a:gd name="connsiteX333" fmla="*/ 1586597 w 1910495"/>
                <a:gd name="connsiteY333" fmla="*/ 1497515 h 2705303"/>
                <a:gd name="connsiteX334" fmla="*/ 1551194 w 1910495"/>
                <a:gd name="connsiteY334" fmla="*/ 1481960 h 2705303"/>
                <a:gd name="connsiteX335" fmla="*/ 1538652 w 1910495"/>
                <a:gd name="connsiteY335" fmla="*/ 1449685 h 2705303"/>
                <a:gd name="connsiteX336" fmla="*/ 1554329 w 1910495"/>
                <a:gd name="connsiteY336" fmla="*/ 1414139 h 2705303"/>
                <a:gd name="connsiteX337" fmla="*/ 1619463 w 1910495"/>
                <a:gd name="connsiteY337" fmla="*/ 1419969 h 2705303"/>
                <a:gd name="connsiteX338" fmla="*/ 1556866 w 1910495"/>
                <a:gd name="connsiteY338" fmla="*/ 1416727 h 2705303"/>
                <a:gd name="connsiteX339" fmla="*/ 1553617 w 1910495"/>
                <a:gd name="connsiteY339" fmla="*/ 1479188 h 2705303"/>
                <a:gd name="connsiteX340" fmla="*/ 1616213 w 1910495"/>
                <a:gd name="connsiteY340" fmla="*/ 1482415 h 2705303"/>
                <a:gd name="connsiteX341" fmla="*/ 1630864 w 1910495"/>
                <a:gd name="connsiteY341" fmla="*/ 1449543 h 2705303"/>
                <a:gd name="connsiteX342" fmla="*/ 1619748 w 1910495"/>
                <a:gd name="connsiteY342" fmla="*/ 1420253 h 2705303"/>
                <a:gd name="connsiteX343" fmla="*/ 1563878 w 1910495"/>
                <a:gd name="connsiteY343" fmla="*/ 1424661 h 2705303"/>
                <a:gd name="connsiteX344" fmla="*/ 1611624 w 1910495"/>
                <a:gd name="connsiteY344" fmla="*/ 1425941 h 2705303"/>
                <a:gd name="connsiteX345" fmla="*/ 1620888 w 1910495"/>
                <a:gd name="connsiteY345" fmla="*/ 1449543 h 2705303"/>
                <a:gd name="connsiteX346" fmla="*/ 1586882 w 1910495"/>
                <a:gd name="connsiteY346" fmla="*/ 1483297 h 2705303"/>
                <a:gd name="connsiteX347" fmla="*/ 1553047 w 1910495"/>
                <a:gd name="connsiteY347" fmla="*/ 1449358 h 2705303"/>
                <a:gd name="connsiteX348" fmla="*/ 1563878 w 1910495"/>
                <a:gd name="connsiteY348" fmla="*/ 1424661 h 2705303"/>
                <a:gd name="connsiteX349" fmla="*/ 1608916 w 1910495"/>
                <a:gd name="connsiteY349" fmla="*/ 1429495 h 2705303"/>
                <a:gd name="connsiteX350" fmla="*/ 1566629 w 1910495"/>
                <a:gd name="connsiteY350" fmla="*/ 1427604 h 2705303"/>
                <a:gd name="connsiteX351" fmla="*/ 1564734 w 1910495"/>
                <a:gd name="connsiteY351" fmla="*/ 1469789 h 2705303"/>
                <a:gd name="connsiteX352" fmla="*/ 1607020 w 1910495"/>
                <a:gd name="connsiteY352" fmla="*/ 1471680 h 2705303"/>
                <a:gd name="connsiteX353" fmla="*/ 1616755 w 1910495"/>
                <a:gd name="connsiteY353" fmla="*/ 1449543 h 2705303"/>
                <a:gd name="connsiteX354" fmla="*/ 1609201 w 1910495"/>
                <a:gd name="connsiteY354" fmla="*/ 1429780 h 2705303"/>
                <a:gd name="connsiteX355" fmla="*/ 646883 w 1910495"/>
                <a:gd name="connsiteY355" fmla="*/ 2119787 h 2705303"/>
                <a:gd name="connsiteX356" fmla="*/ 690495 w 1910495"/>
                <a:gd name="connsiteY356" fmla="*/ 2121778 h 2705303"/>
                <a:gd name="connsiteX357" fmla="*/ 688626 w 1910495"/>
                <a:gd name="connsiteY357" fmla="*/ 2165171 h 2705303"/>
                <a:gd name="connsiteX358" fmla="*/ 688500 w 1910495"/>
                <a:gd name="connsiteY358" fmla="*/ 2165285 h 2705303"/>
                <a:gd name="connsiteX359" fmla="*/ 645009 w 1910495"/>
                <a:gd name="connsiteY359" fmla="*/ 2160650 h 2705303"/>
                <a:gd name="connsiteX360" fmla="*/ 646883 w 1910495"/>
                <a:gd name="connsiteY360" fmla="*/ 2119787 h 2705303"/>
                <a:gd name="connsiteX361" fmla="*/ 687644 w 1910495"/>
                <a:gd name="connsiteY361" fmla="*/ 2124337 h 2705303"/>
                <a:gd name="connsiteX362" fmla="*/ 649591 w 1910495"/>
                <a:gd name="connsiteY362" fmla="*/ 2122631 h 2705303"/>
                <a:gd name="connsiteX363" fmla="*/ 640754 w 1910495"/>
                <a:gd name="connsiteY363" fmla="*/ 2142536 h 2705303"/>
                <a:gd name="connsiteX364" fmla="*/ 647880 w 1910495"/>
                <a:gd name="connsiteY364" fmla="*/ 2160593 h 2705303"/>
                <a:gd name="connsiteX365" fmla="*/ 685732 w 1910495"/>
                <a:gd name="connsiteY365" fmla="*/ 2162356 h 2705303"/>
                <a:gd name="connsiteX366" fmla="*/ 685792 w 1910495"/>
                <a:gd name="connsiteY366" fmla="*/ 2162299 h 2705303"/>
                <a:gd name="connsiteX367" fmla="*/ 694628 w 1910495"/>
                <a:gd name="connsiteY367" fmla="*/ 2142536 h 2705303"/>
                <a:gd name="connsiteX368" fmla="*/ 687644 w 1910495"/>
                <a:gd name="connsiteY368" fmla="*/ 2125048 h 2705303"/>
                <a:gd name="connsiteX369" fmla="*/ 656574 w 1910495"/>
                <a:gd name="connsiteY369" fmla="*/ 2130308 h 2705303"/>
                <a:gd name="connsiteX370" fmla="*/ 679730 w 1910495"/>
                <a:gd name="connsiteY370" fmla="*/ 2131361 h 2705303"/>
                <a:gd name="connsiteX371" fmla="*/ 679806 w 1910495"/>
                <a:gd name="connsiteY371" fmla="*/ 2131446 h 2705303"/>
                <a:gd name="connsiteX372" fmla="*/ 684224 w 1910495"/>
                <a:gd name="connsiteY372" fmla="*/ 2142536 h 2705303"/>
                <a:gd name="connsiteX373" fmla="*/ 678808 w 1910495"/>
                <a:gd name="connsiteY373" fmla="*/ 2154621 h 2705303"/>
                <a:gd name="connsiteX374" fmla="*/ 655652 w 1910495"/>
                <a:gd name="connsiteY374" fmla="*/ 2153569 h 2705303"/>
                <a:gd name="connsiteX375" fmla="*/ 655577 w 1910495"/>
                <a:gd name="connsiteY375" fmla="*/ 2153484 h 2705303"/>
                <a:gd name="connsiteX376" fmla="*/ 651301 w 1910495"/>
                <a:gd name="connsiteY376" fmla="*/ 2142536 h 2705303"/>
                <a:gd name="connsiteX377" fmla="*/ 656432 w 1910495"/>
                <a:gd name="connsiteY377" fmla="*/ 2130308 h 2705303"/>
                <a:gd name="connsiteX378" fmla="*/ 676955 w 1910495"/>
                <a:gd name="connsiteY378" fmla="*/ 2134005 h 2705303"/>
                <a:gd name="connsiteX379" fmla="*/ 659421 w 1910495"/>
                <a:gd name="connsiteY379" fmla="*/ 2133863 h 2705303"/>
                <a:gd name="connsiteX380" fmla="*/ 659282 w 1910495"/>
                <a:gd name="connsiteY380" fmla="*/ 2134005 h 2705303"/>
                <a:gd name="connsiteX381" fmla="*/ 658427 w 1910495"/>
                <a:gd name="connsiteY381" fmla="*/ 2151636 h 2705303"/>
                <a:gd name="connsiteX382" fmla="*/ 676100 w 1910495"/>
                <a:gd name="connsiteY382" fmla="*/ 2152489 h 2705303"/>
                <a:gd name="connsiteX383" fmla="*/ 680233 w 1910495"/>
                <a:gd name="connsiteY383" fmla="*/ 2143247 h 2705303"/>
                <a:gd name="connsiteX384" fmla="*/ 676955 w 1910495"/>
                <a:gd name="connsiteY384" fmla="*/ 2134005 h 2705303"/>
                <a:gd name="connsiteX385" fmla="*/ 236558 w 1910495"/>
                <a:gd name="connsiteY385" fmla="*/ 1704616 h 2705303"/>
                <a:gd name="connsiteX386" fmla="*/ 280055 w 1910495"/>
                <a:gd name="connsiteY386" fmla="*/ 1706493 h 2705303"/>
                <a:gd name="connsiteX387" fmla="*/ 288151 w 1910495"/>
                <a:gd name="connsiteY387" fmla="*/ 1727366 h 2705303"/>
                <a:gd name="connsiteX388" fmla="*/ 278032 w 1910495"/>
                <a:gd name="connsiteY388" fmla="*/ 1750115 h 2705303"/>
                <a:gd name="connsiteX389" fmla="*/ 234491 w 1910495"/>
                <a:gd name="connsiteY389" fmla="*/ 1748053 h 2705303"/>
                <a:gd name="connsiteX390" fmla="*/ 236558 w 1910495"/>
                <a:gd name="connsiteY390" fmla="*/ 1704616 h 2705303"/>
                <a:gd name="connsiteX391" fmla="*/ 277177 w 1910495"/>
                <a:gd name="connsiteY391" fmla="*/ 1709308 h 2705303"/>
                <a:gd name="connsiteX392" fmla="*/ 239115 w 1910495"/>
                <a:gd name="connsiteY392" fmla="*/ 1707744 h 2705303"/>
                <a:gd name="connsiteX393" fmla="*/ 230429 w 1910495"/>
                <a:gd name="connsiteY393" fmla="*/ 1726939 h 2705303"/>
                <a:gd name="connsiteX394" fmla="*/ 257505 w 1910495"/>
                <a:gd name="connsiteY394" fmla="*/ 1753669 h 2705303"/>
                <a:gd name="connsiteX395" fmla="*/ 275467 w 1910495"/>
                <a:gd name="connsiteY395" fmla="*/ 1746702 h 2705303"/>
                <a:gd name="connsiteX396" fmla="*/ 284161 w 1910495"/>
                <a:gd name="connsiteY396" fmla="*/ 1726797 h 2705303"/>
                <a:gd name="connsiteX397" fmla="*/ 277177 w 1910495"/>
                <a:gd name="connsiteY397" fmla="*/ 1709308 h 2705303"/>
                <a:gd name="connsiteX398" fmla="*/ 310527 w 1910495"/>
                <a:gd name="connsiteY398" fmla="*/ 2093199 h 2705303"/>
                <a:gd name="connsiteX399" fmla="*/ 323782 w 1910495"/>
                <a:gd name="connsiteY399" fmla="*/ 2088507 h 2705303"/>
                <a:gd name="connsiteX400" fmla="*/ 336609 w 1910495"/>
                <a:gd name="connsiteY400" fmla="*/ 2094479 h 2705303"/>
                <a:gd name="connsiteX401" fmla="*/ 341455 w 1910495"/>
                <a:gd name="connsiteY401" fmla="*/ 2106848 h 2705303"/>
                <a:gd name="connsiteX402" fmla="*/ 335469 w 1910495"/>
                <a:gd name="connsiteY402" fmla="*/ 2121067 h 2705303"/>
                <a:gd name="connsiteX403" fmla="*/ 322072 w 1910495"/>
                <a:gd name="connsiteY403" fmla="*/ 2125759 h 2705303"/>
                <a:gd name="connsiteX404" fmla="*/ 309387 w 1910495"/>
                <a:gd name="connsiteY404" fmla="*/ 2119787 h 2705303"/>
                <a:gd name="connsiteX405" fmla="*/ 304542 w 1910495"/>
                <a:gd name="connsiteY405" fmla="*/ 2107417 h 2705303"/>
                <a:gd name="connsiteX406" fmla="*/ 310527 w 1910495"/>
                <a:gd name="connsiteY406" fmla="*/ 2093341 h 2705303"/>
                <a:gd name="connsiteX407" fmla="*/ 333759 w 1910495"/>
                <a:gd name="connsiteY407" fmla="*/ 2097038 h 2705303"/>
                <a:gd name="connsiteX408" fmla="*/ 323640 w 1910495"/>
                <a:gd name="connsiteY408" fmla="*/ 2092346 h 2705303"/>
                <a:gd name="connsiteX409" fmla="*/ 313235 w 1910495"/>
                <a:gd name="connsiteY409" fmla="*/ 2096185 h 2705303"/>
                <a:gd name="connsiteX410" fmla="*/ 308532 w 1910495"/>
                <a:gd name="connsiteY410" fmla="*/ 2106848 h 2705303"/>
                <a:gd name="connsiteX411" fmla="*/ 312238 w 1910495"/>
                <a:gd name="connsiteY411" fmla="*/ 2116517 h 2705303"/>
                <a:gd name="connsiteX412" fmla="*/ 332346 w 1910495"/>
                <a:gd name="connsiteY412" fmla="*/ 2117882 h 2705303"/>
                <a:gd name="connsiteX413" fmla="*/ 332761 w 1910495"/>
                <a:gd name="connsiteY413" fmla="*/ 2117512 h 2705303"/>
                <a:gd name="connsiteX414" fmla="*/ 334135 w 1910495"/>
                <a:gd name="connsiteY414" fmla="*/ 2097450 h 2705303"/>
                <a:gd name="connsiteX415" fmla="*/ 333759 w 1910495"/>
                <a:gd name="connsiteY415" fmla="*/ 2097038 h 2705303"/>
                <a:gd name="connsiteX416" fmla="*/ 679378 w 1910495"/>
                <a:gd name="connsiteY416" fmla="*/ 1457220 h 2705303"/>
                <a:gd name="connsiteX417" fmla="*/ 693630 w 1910495"/>
                <a:gd name="connsiteY417" fmla="*/ 1452244 h 2705303"/>
                <a:gd name="connsiteX418" fmla="*/ 707028 w 1910495"/>
                <a:gd name="connsiteY418" fmla="*/ 1458500 h 2705303"/>
                <a:gd name="connsiteX419" fmla="*/ 712016 w 1910495"/>
                <a:gd name="connsiteY419" fmla="*/ 1471439 h 2705303"/>
                <a:gd name="connsiteX420" fmla="*/ 705745 w 1910495"/>
                <a:gd name="connsiteY420" fmla="*/ 1485657 h 2705303"/>
                <a:gd name="connsiteX421" fmla="*/ 691493 w 1910495"/>
                <a:gd name="connsiteY421" fmla="*/ 1490633 h 2705303"/>
                <a:gd name="connsiteX422" fmla="*/ 678238 w 1910495"/>
                <a:gd name="connsiteY422" fmla="*/ 1484377 h 2705303"/>
                <a:gd name="connsiteX423" fmla="*/ 673107 w 1910495"/>
                <a:gd name="connsiteY423" fmla="*/ 1471439 h 2705303"/>
                <a:gd name="connsiteX424" fmla="*/ 679378 w 1910495"/>
                <a:gd name="connsiteY424" fmla="*/ 1457931 h 2705303"/>
                <a:gd name="connsiteX425" fmla="*/ 703607 w 1910495"/>
                <a:gd name="connsiteY425" fmla="*/ 1461059 h 2705303"/>
                <a:gd name="connsiteX426" fmla="*/ 693060 w 1910495"/>
                <a:gd name="connsiteY426" fmla="*/ 1456083 h 2705303"/>
                <a:gd name="connsiteX427" fmla="*/ 676972 w 1910495"/>
                <a:gd name="connsiteY427" fmla="*/ 1470714 h 2705303"/>
                <a:gd name="connsiteX428" fmla="*/ 676955 w 1910495"/>
                <a:gd name="connsiteY428" fmla="*/ 1471439 h 2705303"/>
                <a:gd name="connsiteX429" fmla="*/ 680946 w 1910495"/>
                <a:gd name="connsiteY429" fmla="*/ 1481676 h 2705303"/>
                <a:gd name="connsiteX430" fmla="*/ 691635 w 1910495"/>
                <a:gd name="connsiteY430" fmla="*/ 1486652 h 2705303"/>
                <a:gd name="connsiteX431" fmla="*/ 702609 w 1910495"/>
                <a:gd name="connsiteY431" fmla="*/ 1482671 h 2705303"/>
                <a:gd name="connsiteX432" fmla="*/ 707598 w 1910495"/>
                <a:gd name="connsiteY432" fmla="*/ 1471439 h 2705303"/>
                <a:gd name="connsiteX433" fmla="*/ 703607 w 1910495"/>
                <a:gd name="connsiteY433" fmla="*/ 1461770 h 2705303"/>
                <a:gd name="connsiteX434" fmla="*/ 675102 w 1910495"/>
                <a:gd name="connsiteY434" fmla="*/ 1452671 h 2705303"/>
                <a:gd name="connsiteX435" fmla="*/ 711155 w 1910495"/>
                <a:gd name="connsiteY435" fmla="*/ 1454036 h 2705303"/>
                <a:gd name="connsiteX436" fmla="*/ 709793 w 1910495"/>
                <a:gd name="connsiteY436" fmla="*/ 1489993 h 2705303"/>
                <a:gd name="connsiteX437" fmla="*/ 691065 w 1910495"/>
                <a:gd name="connsiteY437" fmla="*/ 1496747 h 2705303"/>
                <a:gd name="connsiteX438" fmla="*/ 673535 w 1910495"/>
                <a:gd name="connsiteY438" fmla="*/ 1488500 h 2705303"/>
                <a:gd name="connsiteX439" fmla="*/ 675027 w 1910495"/>
                <a:gd name="connsiteY439" fmla="*/ 1452742 h 2705303"/>
                <a:gd name="connsiteX440" fmla="*/ 675102 w 1910495"/>
                <a:gd name="connsiteY440" fmla="*/ 1452671 h 2705303"/>
                <a:gd name="connsiteX441" fmla="*/ 708168 w 1910495"/>
                <a:gd name="connsiteY441" fmla="*/ 1456936 h 2705303"/>
                <a:gd name="connsiteX442" fmla="*/ 677815 w 1910495"/>
                <a:gd name="connsiteY442" fmla="*/ 1459154 h 2705303"/>
                <a:gd name="connsiteX443" fmla="*/ 676385 w 1910495"/>
                <a:gd name="connsiteY443" fmla="*/ 1485372 h 2705303"/>
                <a:gd name="connsiteX444" fmla="*/ 691350 w 1910495"/>
                <a:gd name="connsiteY444" fmla="*/ 1492339 h 2705303"/>
                <a:gd name="connsiteX445" fmla="*/ 713869 w 1910495"/>
                <a:gd name="connsiteY445" fmla="*/ 1472221 h 2705303"/>
                <a:gd name="connsiteX446" fmla="*/ 708168 w 1910495"/>
                <a:gd name="connsiteY446" fmla="*/ 1456510 h 2705303"/>
                <a:gd name="connsiteX447" fmla="*/ 571630 w 1910495"/>
                <a:gd name="connsiteY447" fmla="*/ 2378557 h 2705303"/>
                <a:gd name="connsiteX448" fmla="*/ 607471 w 1910495"/>
                <a:gd name="connsiteY448" fmla="*/ 2380193 h 2705303"/>
                <a:gd name="connsiteX449" fmla="*/ 605836 w 1910495"/>
                <a:gd name="connsiteY449" fmla="*/ 2415937 h 2705303"/>
                <a:gd name="connsiteX450" fmla="*/ 569996 w 1910495"/>
                <a:gd name="connsiteY450" fmla="*/ 2414316 h 2705303"/>
                <a:gd name="connsiteX451" fmla="*/ 563364 w 1910495"/>
                <a:gd name="connsiteY451" fmla="*/ 2397325 h 2705303"/>
                <a:gd name="connsiteX452" fmla="*/ 563364 w 1910495"/>
                <a:gd name="connsiteY452" fmla="*/ 2397325 h 2705303"/>
                <a:gd name="connsiteX453" fmla="*/ 571630 w 1910495"/>
                <a:gd name="connsiteY453" fmla="*/ 2379268 h 2705303"/>
                <a:gd name="connsiteX454" fmla="*/ 604696 w 1910495"/>
                <a:gd name="connsiteY454" fmla="*/ 2382823 h 2705303"/>
                <a:gd name="connsiteX455" fmla="*/ 574504 w 1910495"/>
                <a:gd name="connsiteY455" fmla="*/ 2381245 h 2705303"/>
                <a:gd name="connsiteX456" fmla="*/ 574338 w 1910495"/>
                <a:gd name="connsiteY456" fmla="*/ 2381401 h 2705303"/>
                <a:gd name="connsiteX457" fmla="*/ 567355 w 1910495"/>
                <a:gd name="connsiteY457" fmla="*/ 2397325 h 2705303"/>
                <a:gd name="connsiteX458" fmla="*/ 567355 w 1910495"/>
                <a:gd name="connsiteY458" fmla="*/ 2397325 h 2705303"/>
                <a:gd name="connsiteX459" fmla="*/ 572913 w 1910495"/>
                <a:gd name="connsiteY459" fmla="*/ 2411544 h 2705303"/>
                <a:gd name="connsiteX460" fmla="*/ 603105 w 1910495"/>
                <a:gd name="connsiteY460" fmla="*/ 2413122 h 2705303"/>
                <a:gd name="connsiteX461" fmla="*/ 603271 w 1910495"/>
                <a:gd name="connsiteY461" fmla="*/ 2412965 h 2705303"/>
                <a:gd name="connsiteX462" fmla="*/ 605039 w 1910495"/>
                <a:gd name="connsiteY462" fmla="*/ 2383050 h 2705303"/>
                <a:gd name="connsiteX463" fmla="*/ 604696 w 1910495"/>
                <a:gd name="connsiteY463" fmla="*/ 2382681 h 2705303"/>
                <a:gd name="connsiteX464" fmla="*/ 1174790 w 1910495"/>
                <a:gd name="connsiteY464" fmla="*/ 1619592 h 2705303"/>
                <a:gd name="connsiteX465" fmla="*/ 1210848 w 1910495"/>
                <a:gd name="connsiteY465" fmla="*/ 1621298 h 2705303"/>
                <a:gd name="connsiteX466" fmla="*/ 1217404 w 1910495"/>
                <a:gd name="connsiteY466" fmla="*/ 1638360 h 2705303"/>
                <a:gd name="connsiteX467" fmla="*/ 1192068 w 1910495"/>
                <a:gd name="connsiteY467" fmla="*/ 1663697 h 2705303"/>
                <a:gd name="connsiteX468" fmla="*/ 1190752 w 1910495"/>
                <a:gd name="connsiteY468" fmla="*/ 1663668 h 2705303"/>
                <a:gd name="connsiteX469" fmla="*/ 1166523 w 1910495"/>
                <a:gd name="connsiteY469" fmla="*/ 1638360 h 2705303"/>
                <a:gd name="connsiteX470" fmla="*/ 1166523 w 1910495"/>
                <a:gd name="connsiteY470" fmla="*/ 1638360 h 2705303"/>
                <a:gd name="connsiteX471" fmla="*/ 1174647 w 1910495"/>
                <a:gd name="connsiteY471" fmla="*/ 1620303 h 2705303"/>
                <a:gd name="connsiteX472" fmla="*/ 1207855 w 1910495"/>
                <a:gd name="connsiteY472" fmla="*/ 1623857 h 2705303"/>
                <a:gd name="connsiteX473" fmla="*/ 1177497 w 1910495"/>
                <a:gd name="connsiteY473" fmla="*/ 1622435 h 2705303"/>
                <a:gd name="connsiteX474" fmla="*/ 1170514 w 1910495"/>
                <a:gd name="connsiteY474" fmla="*/ 1638360 h 2705303"/>
                <a:gd name="connsiteX475" fmla="*/ 1191037 w 1910495"/>
                <a:gd name="connsiteY475" fmla="*/ 1659829 h 2705303"/>
                <a:gd name="connsiteX476" fmla="*/ 1206430 w 1910495"/>
                <a:gd name="connsiteY476" fmla="*/ 1654142 h 2705303"/>
                <a:gd name="connsiteX477" fmla="*/ 1208198 w 1910495"/>
                <a:gd name="connsiteY477" fmla="*/ 1624227 h 2705303"/>
                <a:gd name="connsiteX478" fmla="*/ 1207855 w 1910495"/>
                <a:gd name="connsiteY478" fmla="*/ 1623857 h 2705303"/>
                <a:gd name="connsiteX479" fmla="*/ 1183768 w 1910495"/>
                <a:gd name="connsiteY479" fmla="*/ 1629402 h 2705303"/>
                <a:gd name="connsiteX480" fmla="*/ 1200891 w 1910495"/>
                <a:gd name="connsiteY480" fmla="*/ 1629985 h 2705303"/>
                <a:gd name="connsiteX481" fmla="*/ 1201014 w 1910495"/>
                <a:gd name="connsiteY481" fmla="*/ 1630113 h 2705303"/>
                <a:gd name="connsiteX482" fmla="*/ 1200159 w 1910495"/>
                <a:gd name="connsiteY482" fmla="*/ 1647317 h 2705303"/>
                <a:gd name="connsiteX483" fmla="*/ 1191465 w 1910495"/>
                <a:gd name="connsiteY483" fmla="*/ 1650588 h 2705303"/>
                <a:gd name="connsiteX484" fmla="*/ 1182913 w 1910495"/>
                <a:gd name="connsiteY484" fmla="*/ 1646607 h 2705303"/>
                <a:gd name="connsiteX485" fmla="*/ 1179778 w 1910495"/>
                <a:gd name="connsiteY485" fmla="*/ 1638360 h 2705303"/>
                <a:gd name="connsiteX486" fmla="*/ 1179778 w 1910495"/>
                <a:gd name="connsiteY486" fmla="*/ 1638360 h 2705303"/>
                <a:gd name="connsiteX487" fmla="*/ 1183768 w 1910495"/>
                <a:gd name="connsiteY487" fmla="*/ 1630113 h 2705303"/>
                <a:gd name="connsiteX488" fmla="*/ 1198021 w 1910495"/>
                <a:gd name="connsiteY488" fmla="*/ 1632815 h 2705303"/>
                <a:gd name="connsiteX489" fmla="*/ 1186533 w 1910495"/>
                <a:gd name="connsiteY489" fmla="*/ 1632616 h 2705303"/>
                <a:gd name="connsiteX490" fmla="*/ 1186334 w 1910495"/>
                <a:gd name="connsiteY490" fmla="*/ 1632815 h 2705303"/>
                <a:gd name="connsiteX491" fmla="*/ 1183626 w 1910495"/>
                <a:gd name="connsiteY491" fmla="*/ 1638929 h 2705303"/>
                <a:gd name="connsiteX492" fmla="*/ 1183626 w 1910495"/>
                <a:gd name="connsiteY492" fmla="*/ 1638929 h 2705303"/>
                <a:gd name="connsiteX493" fmla="*/ 1185764 w 1910495"/>
                <a:gd name="connsiteY493" fmla="*/ 1644474 h 2705303"/>
                <a:gd name="connsiteX494" fmla="*/ 1191465 w 1910495"/>
                <a:gd name="connsiteY494" fmla="*/ 1647175 h 2705303"/>
                <a:gd name="connsiteX495" fmla="*/ 1200589 w 1910495"/>
                <a:gd name="connsiteY495" fmla="*/ 1639881 h 2705303"/>
                <a:gd name="connsiteX496" fmla="*/ 1198021 w 1910495"/>
                <a:gd name="connsiteY496" fmla="*/ 1632957 h 2705303"/>
                <a:gd name="connsiteX497" fmla="*/ 1622313 w 1910495"/>
                <a:gd name="connsiteY497" fmla="*/ 1089539 h 2705303"/>
                <a:gd name="connsiteX498" fmla="*/ 1658371 w 1910495"/>
                <a:gd name="connsiteY498" fmla="*/ 1091245 h 2705303"/>
                <a:gd name="connsiteX499" fmla="*/ 1664928 w 1910495"/>
                <a:gd name="connsiteY499" fmla="*/ 1108307 h 2705303"/>
                <a:gd name="connsiteX500" fmla="*/ 1639587 w 1910495"/>
                <a:gd name="connsiteY500" fmla="*/ 1133644 h 2705303"/>
                <a:gd name="connsiteX501" fmla="*/ 1638276 w 1910495"/>
                <a:gd name="connsiteY501" fmla="*/ 1133615 h 2705303"/>
                <a:gd name="connsiteX502" fmla="*/ 1614047 w 1910495"/>
                <a:gd name="connsiteY502" fmla="*/ 1108307 h 2705303"/>
                <a:gd name="connsiteX503" fmla="*/ 1614047 w 1910495"/>
                <a:gd name="connsiteY503" fmla="*/ 1108307 h 2705303"/>
                <a:gd name="connsiteX504" fmla="*/ 1622313 w 1910495"/>
                <a:gd name="connsiteY504" fmla="*/ 1090250 h 2705303"/>
                <a:gd name="connsiteX505" fmla="*/ 1655378 w 1910495"/>
                <a:gd name="connsiteY505" fmla="*/ 1093804 h 2705303"/>
                <a:gd name="connsiteX506" fmla="*/ 1625021 w 1910495"/>
                <a:gd name="connsiteY506" fmla="*/ 1092382 h 2705303"/>
                <a:gd name="connsiteX507" fmla="*/ 1618037 w 1910495"/>
                <a:gd name="connsiteY507" fmla="*/ 1108307 h 2705303"/>
                <a:gd name="connsiteX508" fmla="*/ 1618037 w 1910495"/>
                <a:gd name="connsiteY508" fmla="*/ 1108307 h 2705303"/>
                <a:gd name="connsiteX509" fmla="*/ 1638561 w 1910495"/>
                <a:gd name="connsiteY509" fmla="*/ 1129776 h 2705303"/>
                <a:gd name="connsiteX510" fmla="*/ 1653953 w 1910495"/>
                <a:gd name="connsiteY510" fmla="*/ 1124089 h 2705303"/>
                <a:gd name="connsiteX511" fmla="*/ 1655720 w 1910495"/>
                <a:gd name="connsiteY511" fmla="*/ 1094174 h 2705303"/>
                <a:gd name="connsiteX512" fmla="*/ 1655378 w 1910495"/>
                <a:gd name="connsiteY512" fmla="*/ 1093804 h 2705303"/>
                <a:gd name="connsiteX513" fmla="*/ 679378 w 1910495"/>
                <a:gd name="connsiteY513" fmla="*/ 1457931 h 2705303"/>
                <a:gd name="connsiteX514" fmla="*/ 693630 w 1910495"/>
                <a:gd name="connsiteY514" fmla="*/ 1452955 h 2705303"/>
                <a:gd name="connsiteX515" fmla="*/ 707028 w 1910495"/>
                <a:gd name="connsiteY515" fmla="*/ 1459211 h 2705303"/>
                <a:gd name="connsiteX516" fmla="*/ 712016 w 1910495"/>
                <a:gd name="connsiteY516" fmla="*/ 1472150 h 2705303"/>
                <a:gd name="connsiteX517" fmla="*/ 705745 w 1910495"/>
                <a:gd name="connsiteY517" fmla="*/ 1486368 h 2705303"/>
                <a:gd name="connsiteX518" fmla="*/ 691493 w 1910495"/>
                <a:gd name="connsiteY518" fmla="*/ 1491344 h 2705303"/>
                <a:gd name="connsiteX519" fmla="*/ 678238 w 1910495"/>
                <a:gd name="connsiteY519" fmla="*/ 1485088 h 2705303"/>
                <a:gd name="connsiteX520" fmla="*/ 673107 w 1910495"/>
                <a:gd name="connsiteY520" fmla="*/ 1472150 h 2705303"/>
                <a:gd name="connsiteX521" fmla="*/ 679378 w 1910495"/>
                <a:gd name="connsiteY521" fmla="*/ 1457931 h 2705303"/>
                <a:gd name="connsiteX522" fmla="*/ 703607 w 1910495"/>
                <a:gd name="connsiteY522" fmla="*/ 1461770 h 2705303"/>
                <a:gd name="connsiteX523" fmla="*/ 693060 w 1910495"/>
                <a:gd name="connsiteY523" fmla="*/ 1456794 h 2705303"/>
                <a:gd name="connsiteX524" fmla="*/ 676972 w 1910495"/>
                <a:gd name="connsiteY524" fmla="*/ 1471425 h 2705303"/>
                <a:gd name="connsiteX525" fmla="*/ 676955 w 1910495"/>
                <a:gd name="connsiteY525" fmla="*/ 1472150 h 2705303"/>
                <a:gd name="connsiteX526" fmla="*/ 680946 w 1910495"/>
                <a:gd name="connsiteY526" fmla="*/ 1482387 h 2705303"/>
                <a:gd name="connsiteX527" fmla="*/ 691635 w 1910495"/>
                <a:gd name="connsiteY527" fmla="*/ 1487363 h 2705303"/>
                <a:gd name="connsiteX528" fmla="*/ 702609 w 1910495"/>
                <a:gd name="connsiteY528" fmla="*/ 1483382 h 2705303"/>
                <a:gd name="connsiteX529" fmla="*/ 707598 w 1910495"/>
                <a:gd name="connsiteY529" fmla="*/ 1472150 h 2705303"/>
                <a:gd name="connsiteX530" fmla="*/ 703607 w 1910495"/>
                <a:gd name="connsiteY530" fmla="*/ 1461770 h 2705303"/>
                <a:gd name="connsiteX531" fmla="*/ 1582834 w 1910495"/>
                <a:gd name="connsiteY531" fmla="*/ 2671736 h 2705303"/>
                <a:gd name="connsiteX532" fmla="*/ 1597086 w 1910495"/>
                <a:gd name="connsiteY532" fmla="*/ 2666760 h 2705303"/>
                <a:gd name="connsiteX533" fmla="*/ 1610484 w 1910495"/>
                <a:gd name="connsiteY533" fmla="*/ 2673016 h 2705303"/>
                <a:gd name="connsiteX534" fmla="*/ 1609073 w 1910495"/>
                <a:gd name="connsiteY534" fmla="*/ 2700329 h 2705303"/>
                <a:gd name="connsiteX535" fmla="*/ 1595376 w 1910495"/>
                <a:gd name="connsiteY535" fmla="*/ 2705291 h 2705303"/>
                <a:gd name="connsiteX536" fmla="*/ 1581979 w 1910495"/>
                <a:gd name="connsiteY536" fmla="*/ 2699035 h 2705303"/>
                <a:gd name="connsiteX537" fmla="*/ 1583262 w 1910495"/>
                <a:gd name="connsiteY537" fmla="*/ 2671736 h 2705303"/>
                <a:gd name="connsiteX538" fmla="*/ 1607063 w 1910495"/>
                <a:gd name="connsiteY538" fmla="*/ 2675717 h 2705303"/>
                <a:gd name="connsiteX539" fmla="*/ 1596516 w 1910495"/>
                <a:gd name="connsiteY539" fmla="*/ 2670741 h 2705303"/>
                <a:gd name="connsiteX540" fmla="*/ 1580425 w 1910495"/>
                <a:gd name="connsiteY540" fmla="*/ 2685371 h 2705303"/>
                <a:gd name="connsiteX541" fmla="*/ 1580411 w 1910495"/>
                <a:gd name="connsiteY541" fmla="*/ 2685954 h 2705303"/>
                <a:gd name="connsiteX542" fmla="*/ 1594664 w 1910495"/>
                <a:gd name="connsiteY542" fmla="*/ 2701310 h 2705303"/>
                <a:gd name="connsiteX543" fmla="*/ 1605638 w 1910495"/>
                <a:gd name="connsiteY543" fmla="*/ 2697329 h 2705303"/>
                <a:gd name="connsiteX544" fmla="*/ 1607134 w 1910495"/>
                <a:gd name="connsiteY544" fmla="*/ 2676272 h 2705303"/>
                <a:gd name="connsiteX545" fmla="*/ 1606635 w 1910495"/>
                <a:gd name="connsiteY545" fmla="*/ 2675717 h 2705303"/>
                <a:gd name="connsiteX546" fmla="*/ 1678325 w 1910495"/>
                <a:gd name="connsiteY546" fmla="*/ 1494330 h 2705303"/>
                <a:gd name="connsiteX547" fmla="*/ 1694530 w 1910495"/>
                <a:gd name="connsiteY547" fmla="*/ 1482358 h 2705303"/>
                <a:gd name="connsiteX548" fmla="*/ 1695428 w 1910495"/>
                <a:gd name="connsiteY548" fmla="*/ 1482529 h 2705303"/>
                <a:gd name="connsiteX549" fmla="*/ 1707428 w 1910495"/>
                <a:gd name="connsiteY549" fmla="*/ 1498695 h 2705303"/>
                <a:gd name="connsiteX550" fmla="*/ 1707257 w 1910495"/>
                <a:gd name="connsiteY550" fmla="*/ 1499591 h 2705303"/>
                <a:gd name="connsiteX551" fmla="*/ 1701129 w 1910495"/>
                <a:gd name="connsiteY551" fmla="*/ 1508975 h 2705303"/>
                <a:gd name="connsiteX552" fmla="*/ 1690154 w 1910495"/>
                <a:gd name="connsiteY552" fmla="*/ 1511392 h 2705303"/>
                <a:gd name="connsiteX553" fmla="*/ 1678040 w 1910495"/>
                <a:gd name="connsiteY553" fmla="*/ 1497173 h 2705303"/>
                <a:gd name="connsiteX554" fmla="*/ 1678325 w 1910495"/>
                <a:gd name="connsiteY554" fmla="*/ 1494330 h 2705303"/>
                <a:gd name="connsiteX555" fmla="*/ 1694715 w 1910495"/>
                <a:gd name="connsiteY555" fmla="*/ 1486368 h 2705303"/>
                <a:gd name="connsiteX556" fmla="*/ 1686591 w 1910495"/>
                <a:gd name="connsiteY556" fmla="*/ 1488074 h 2705303"/>
                <a:gd name="connsiteX557" fmla="*/ 1682173 w 1910495"/>
                <a:gd name="connsiteY557" fmla="*/ 1495041 h 2705303"/>
                <a:gd name="connsiteX558" fmla="*/ 1690582 w 1910495"/>
                <a:gd name="connsiteY558" fmla="*/ 1507567 h 2705303"/>
                <a:gd name="connsiteX559" fmla="*/ 1698991 w 1910495"/>
                <a:gd name="connsiteY559" fmla="*/ 1505704 h 2705303"/>
                <a:gd name="connsiteX560" fmla="*/ 1703409 w 1910495"/>
                <a:gd name="connsiteY560" fmla="*/ 1498880 h 2705303"/>
                <a:gd name="connsiteX561" fmla="*/ 1703409 w 1910495"/>
                <a:gd name="connsiteY561" fmla="*/ 1496889 h 2705303"/>
                <a:gd name="connsiteX562" fmla="*/ 1694715 w 1910495"/>
                <a:gd name="connsiteY562" fmla="*/ 1486368 h 2705303"/>
                <a:gd name="connsiteX563" fmla="*/ 937345 w 1910495"/>
                <a:gd name="connsiteY563" fmla="*/ 37821 h 2705303"/>
                <a:gd name="connsiteX564" fmla="*/ 933925 w 1910495"/>
                <a:gd name="connsiteY564" fmla="*/ 37821 h 2705303"/>
                <a:gd name="connsiteX565" fmla="*/ 933925 w 1910495"/>
                <a:gd name="connsiteY565" fmla="*/ 37821 h 2705303"/>
                <a:gd name="connsiteX566" fmla="*/ 918532 w 1910495"/>
                <a:gd name="connsiteY566" fmla="*/ 15783 h 2705303"/>
                <a:gd name="connsiteX567" fmla="*/ 926371 w 1910495"/>
                <a:gd name="connsiteY567" fmla="*/ 3556 h 2705303"/>
                <a:gd name="connsiteX568" fmla="*/ 953015 w 1910495"/>
                <a:gd name="connsiteY568" fmla="*/ 7972 h 2705303"/>
                <a:gd name="connsiteX569" fmla="*/ 948588 w 1910495"/>
                <a:gd name="connsiteY569" fmla="*/ 34553 h 2705303"/>
                <a:gd name="connsiteX570" fmla="*/ 937345 w 1910495"/>
                <a:gd name="connsiteY570" fmla="*/ 38106 h 2705303"/>
                <a:gd name="connsiteX571" fmla="*/ 937345 w 1910495"/>
                <a:gd name="connsiteY571" fmla="*/ 9385 h 2705303"/>
                <a:gd name="connsiteX572" fmla="*/ 931787 w 1910495"/>
                <a:gd name="connsiteY572" fmla="*/ 11091 h 2705303"/>
                <a:gd name="connsiteX573" fmla="*/ 927654 w 1910495"/>
                <a:gd name="connsiteY573" fmla="*/ 17489 h 2705303"/>
                <a:gd name="connsiteX574" fmla="*/ 935457 w 1910495"/>
                <a:gd name="connsiteY574" fmla="*/ 28973 h 2705303"/>
                <a:gd name="connsiteX575" fmla="*/ 935635 w 1910495"/>
                <a:gd name="connsiteY575" fmla="*/ 29006 h 2705303"/>
                <a:gd name="connsiteX576" fmla="*/ 935635 w 1910495"/>
                <a:gd name="connsiteY576" fmla="*/ 29006 h 2705303"/>
                <a:gd name="connsiteX577" fmla="*/ 948002 w 1910495"/>
                <a:gd name="connsiteY577" fmla="*/ 22231 h 2705303"/>
                <a:gd name="connsiteX578" fmla="*/ 941211 w 1910495"/>
                <a:gd name="connsiteY578" fmla="*/ 9894 h 2705303"/>
                <a:gd name="connsiteX579" fmla="*/ 939198 w 1910495"/>
                <a:gd name="connsiteY579" fmla="*/ 9527 h 2705303"/>
                <a:gd name="connsiteX580" fmla="*/ 1284818 w 1910495"/>
                <a:gd name="connsiteY580" fmla="*/ 557922 h 2705303"/>
                <a:gd name="connsiteX581" fmla="*/ 1281397 w 1910495"/>
                <a:gd name="connsiteY581" fmla="*/ 557922 h 2705303"/>
                <a:gd name="connsiteX582" fmla="*/ 1281397 w 1910495"/>
                <a:gd name="connsiteY582" fmla="*/ 557922 h 2705303"/>
                <a:gd name="connsiteX583" fmla="*/ 1266123 w 1910495"/>
                <a:gd name="connsiteY583" fmla="*/ 535699 h 2705303"/>
                <a:gd name="connsiteX584" fmla="*/ 1273843 w 1910495"/>
                <a:gd name="connsiteY584" fmla="*/ 523656 h 2705303"/>
                <a:gd name="connsiteX585" fmla="*/ 1288096 w 1910495"/>
                <a:gd name="connsiteY585" fmla="*/ 520670 h 2705303"/>
                <a:gd name="connsiteX586" fmla="*/ 1303488 w 1910495"/>
                <a:gd name="connsiteY586" fmla="*/ 542708 h 2705303"/>
                <a:gd name="connsiteX587" fmla="*/ 1295507 w 1910495"/>
                <a:gd name="connsiteY587" fmla="*/ 554936 h 2705303"/>
                <a:gd name="connsiteX588" fmla="*/ 1284675 w 1910495"/>
                <a:gd name="connsiteY588" fmla="*/ 557495 h 2705303"/>
                <a:gd name="connsiteX589" fmla="*/ 1283535 w 1910495"/>
                <a:gd name="connsiteY589" fmla="*/ 548253 h 2705303"/>
                <a:gd name="connsiteX590" fmla="*/ 1290946 w 1910495"/>
                <a:gd name="connsiteY590" fmla="*/ 546547 h 2705303"/>
                <a:gd name="connsiteX591" fmla="*/ 1295079 w 1910495"/>
                <a:gd name="connsiteY591" fmla="*/ 540291 h 2705303"/>
                <a:gd name="connsiteX592" fmla="*/ 1287276 w 1910495"/>
                <a:gd name="connsiteY592" fmla="*/ 528803 h 2705303"/>
                <a:gd name="connsiteX593" fmla="*/ 1287098 w 1910495"/>
                <a:gd name="connsiteY593" fmla="*/ 528775 h 2705303"/>
                <a:gd name="connsiteX594" fmla="*/ 1275586 w 1910495"/>
                <a:gd name="connsiteY594" fmla="*/ 536566 h 2705303"/>
                <a:gd name="connsiteX595" fmla="*/ 1275554 w 1910495"/>
                <a:gd name="connsiteY595" fmla="*/ 536737 h 2705303"/>
                <a:gd name="connsiteX596" fmla="*/ 1283535 w 1910495"/>
                <a:gd name="connsiteY596" fmla="*/ 548253 h 2705303"/>
                <a:gd name="connsiteX597" fmla="*/ 1008465 w 1910495"/>
                <a:gd name="connsiteY597" fmla="*/ 1718408 h 2705303"/>
                <a:gd name="connsiteX598" fmla="*/ 1002906 w 1910495"/>
                <a:gd name="connsiteY598" fmla="*/ 1718408 h 2705303"/>
                <a:gd name="connsiteX599" fmla="*/ 982953 w 1910495"/>
                <a:gd name="connsiteY599" fmla="*/ 1705470 h 2705303"/>
                <a:gd name="connsiteX600" fmla="*/ 977822 w 1910495"/>
                <a:gd name="connsiteY600" fmla="*/ 1682294 h 2705303"/>
                <a:gd name="connsiteX601" fmla="*/ 1012870 w 1910495"/>
                <a:gd name="connsiteY601" fmla="*/ 1655521 h 2705303"/>
                <a:gd name="connsiteX602" fmla="*/ 1039704 w 1910495"/>
                <a:gd name="connsiteY602" fmla="*/ 1690484 h 2705303"/>
                <a:gd name="connsiteX603" fmla="*/ 1025425 w 1910495"/>
                <a:gd name="connsiteY603" fmla="*/ 1712721 h 2705303"/>
                <a:gd name="connsiteX604" fmla="*/ 1007752 w 1910495"/>
                <a:gd name="connsiteY604" fmla="*/ 1718408 h 2705303"/>
                <a:gd name="connsiteX605" fmla="*/ 1008465 w 1910495"/>
                <a:gd name="connsiteY605" fmla="*/ 1665374 h 2705303"/>
                <a:gd name="connsiteX606" fmla="*/ 986088 w 1910495"/>
                <a:gd name="connsiteY606" fmla="*/ 1684285 h 2705303"/>
                <a:gd name="connsiteX607" fmla="*/ 989652 w 1910495"/>
                <a:gd name="connsiteY607" fmla="*/ 1700635 h 2705303"/>
                <a:gd name="connsiteX608" fmla="*/ 1003904 w 1910495"/>
                <a:gd name="connsiteY608" fmla="*/ 1709735 h 2705303"/>
                <a:gd name="connsiteX609" fmla="*/ 1003904 w 1910495"/>
                <a:gd name="connsiteY609" fmla="*/ 1709735 h 2705303"/>
                <a:gd name="connsiteX610" fmla="*/ 1029416 w 1910495"/>
                <a:gd name="connsiteY610" fmla="*/ 1692105 h 2705303"/>
                <a:gd name="connsiteX611" fmla="*/ 1011600 w 1910495"/>
                <a:gd name="connsiteY611" fmla="*/ 1666512 h 2705303"/>
                <a:gd name="connsiteX612" fmla="*/ 1034974 w 1910495"/>
                <a:gd name="connsiteY612" fmla="*/ 1291010 h 2705303"/>
                <a:gd name="connsiteX613" fmla="*/ 1026138 w 1910495"/>
                <a:gd name="connsiteY613" fmla="*/ 1290299 h 2705303"/>
                <a:gd name="connsiteX614" fmla="*/ 1026138 w 1910495"/>
                <a:gd name="connsiteY614" fmla="*/ 1290299 h 2705303"/>
                <a:gd name="connsiteX615" fmla="*/ 985382 w 1910495"/>
                <a:gd name="connsiteY615" fmla="*/ 1232858 h 2705303"/>
                <a:gd name="connsiteX616" fmla="*/ 1042962 w 1910495"/>
                <a:gd name="connsiteY616" fmla="*/ 1192194 h 2705303"/>
                <a:gd name="connsiteX617" fmla="*/ 1083719 w 1910495"/>
                <a:gd name="connsiteY617" fmla="*/ 1249635 h 2705303"/>
                <a:gd name="connsiteX618" fmla="*/ 1034974 w 1910495"/>
                <a:gd name="connsiteY618" fmla="*/ 1291010 h 2705303"/>
                <a:gd name="connsiteX619" fmla="*/ 1034974 w 1910495"/>
                <a:gd name="connsiteY619" fmla="*/ 1208687 h 2705303"/>
                <a:gd name="connsiteX620" fmla="*/ 1001909 w 1910495"/>
                <a:gd name="connsiteY620" fmla="*/ 1236270 h 2705303"/>
                <a:gd name="connsiteX621" fmla="*/ 1001909 w 1910495"/>
                <a:gd name="connsiteY621" fmla="*/ 1236270 h 2705303"/>
                <a:gd name="connsiteX622" fmla="*/ 1028890 w 1910495"/>
                <a:gd name="connsiteY622" fmla="*/ 1275356 h 2705303"/>
                <a:gd name="connsiteX623" fmla="*/ 1028988 w 1910495"/>
                <a:gd name="connsiteY623" fmla="*/ 1275370 h 2705303"/>
                <a:gd name="connsiteX624" fmla="*/ 1057493 w 1910495"/>
                <a:gd name="connsiteY624" fmla="*/ 1267124 h 2705303"/>
                <a:gd name="connsiteX625" fmla="*/ 1062481 w 1910495"/>
                <a:gd name="connsiteY625" fmla="*/ 1223190 h 2705303"/>
                <a:gd name="connsiteX626" fmla="*/ 1040817 w 1910495"/>
                <a:gd name="connsiteY626" fmla="*/ 1208972 h 2705303"/>
                <a:gd name="connsiteX627" fmla="*/ 1034119 w 1910495"/>
                <a:gd name="connsiteY627" fmla="*/ 1208687 h 2705303"/>
                <a:gd name="connsiteX628" fmla="*/ 1034974 w 1910495"/>
                <a:gd name="connsiteY628" fmla="*/ 1274233 h 2705303"/>
                <a:gd name="connsiteX629" fmla="*/ 1029273 w 1910495"/>
                <a:gd name="connsiteY629" fmla="*/ 1274233 h 2705303"/>
                <a:gd name="connsiteX630" fmla="*/ 1029273 w 1910495"/>
                <a:gd name="connsiteY630" fmla="*/ 1274233 h 2705303"/>
                <a:gd name="connsiteX631" fmla="*/ 999611 w 1910495"/>
                <a:gd name="connsiteY631" fmla="*/ 1238958 h 2705303"/>
                <a:gd name="connsiteX632" fmla="*/ 1034974 w 1910495"/>
                <a:gd name="connsiteY632" fmla="*/ 1209370 h 2705303"/>
                <a:gd name="connsiteX633" fmla="*/ 1064637 w 1910495"/>
                <a:gd name="connsiteY633" fmla="*/ 1244645 h 2705303"/>
                <a:gd name="connsiteX634" fmla="*/ 1034974 w 1910495"/>
                <a:gd name="connsiteY634" fmla="*/ 1274233 h 2705303"/>
                <a:gd name="connsiteX635" fmla="*/ 1030841 w 1910495"/>
                <a:gd name="connsiteY635" fmla="*/ 1264849 h 2705303"/>
                <a:gd name="connsiteX636" fmla="*/ 1057481 w 1910495"/>
                <a:gd name="connsiteY636" fmla="*/ 1246365 h 2705303"/>
                <a:gd name="connsiteX637" fmla="*/ 1038950 w 1910495"/>
                <a:gd name="connsiteY637" fmla="*/ 1219791 h 2705303"/>
                <a:gd name="connsiteX638" fmla="*/ 1012313 w 1910495"/>
                <a:gd name="connsiteY638" fmla="*/ 1238261 h 2705303"/>
                <a:gd name="connsiteX639" fmla="*/ 1030829 w 1910495"/>
                <a:gd name="connsiteY639" fmla="*/ 1264849 h 2705303"/>
                <a:gd name="connsiteX640" fmla="*/ 1030841 w 1910495"/>
                <a:gd name="connsiteY640" fmla="*/ 1264849 h 2705303"/>
                <a:gd name="connsiteX641" fmla="*/ 1495467 w 1910495"/>
                <a:gd name="connsiteY641" fmla="*/ 985035 h 2705303"/>
                <a:gd name="connsiteX642" fmla="*/ 1490194 w 1910495"/>
                <a:gd name="connsiteY642" fmla="*/ 985035 h 2705303"/>
                <a:gd name="connsiteX643" fmla="*/ 1490194 w 1910495"/>
                <a:gd name="connsiteY643" fmla="*/ 985035 h 2705303"/>
                <a:gd name="connsiteX644" fmla="*/ 1471238 w 1910495"/>
                <a:gd name="connsiteY644" fmla="*/ 972808 h 2705303"/>
                <a:gd name="connsiteX645" fmla="*/ 1466392 w 1910495"/>
                <a:gd name="connsiteY645" fmla="*/ 950770 h 2705303"/>
                <a:gd name="connsiteX646" fmla="*/ 1478649 w 1910495"/>
                <a:gd name="connsiteY646" fmla="*/ 931859 h 2705303"/>
                <a:gd name="connsiteX647" fmla="*/ 1500741 w 1910495"/>
                <a:gd name="connsiteY647" fmla="*/ 927025 h 2705303"/>
                <a:gd name="connsiteX648" fmla="*/ 1524542 w 1910495"/>
                <a:gd name="connsiteY648" fmla="*/ 961291 h 2705303"/>
                <a:gd name="connsiteX649" fmla="*/ 1512285 w 1910495"/>
                <a:gd name="connsiteY649" fmla="*/ 980201 h 2705303"/>
                <a:gd name="connsiteX650" fmla="*/ 1494612 w 1910495"/>
                <a:gd name="connsiteY650" fmla="*/ 985035 h 2705303"/>
                <a:gd name="connsiteX651" fmla="*/ 1491904 w 1910495"/>
                <a:gd name="connsiteY651" fmla="*/ 975651 h 2705303"/>
                <a:gd name="connsiteX652" fmla="*/ 1507154 w 1910495"/>
                <a:gd name="connsiteY652" fmla="*/ 972381 h 2705303"/>
                <a:gd name="connsiteX653" fmla="*/ 1515563 w 1910495"/>
                <a:gd name="connsiteY653" fmla="*/ 959158 h 2705303"/>
                <a:gd name="connsiteX654" fmla="*/ 1498731 w 1910495"/>
                <a:gd name="connsiteY654" fmla="*/ 935570 h 2705303"/>
                <a:gd name="connsiteX655" fmla="*/ 1483780 w 1910495"/>
                <a:gd name="connsiteY655" fmla="*/ 938826 h 2705303"/>
                <a:gd name="connsiteX656" fmla="*/ 1475371 w 1910495"/>
                <a:gd name="connsiteY656" fmla="*/ 951907 h 2705303"/>
                <a:gd name="connsiteX657" fmla="*/ 1478649 w 1910495"/>
                <a:gd name="connsiteY657" fmla="*/ 967263 h 2705303"/>
                <a:gd name="connsiteX658" fmla="*/ 1491904 w 1910495"/>
                <a:gd name="connsiteY658" fmla="*/ 975651 h 2705303"/>
                <a:gd name="connsiteX659" fmla="*/ 546261 w 1910495"/>
                <a:gd name="connsiteY659" fmla="*/ 1471865 h 2705303"/>
                <a:gd name="connsiteX660" fmla="*/ 542413 w 1910495"/>
                <a:gd name="connsiteY660" fmla="*/ 1471865 h 2705303"/>
                <a:gd name="connsiteX661" fmla="*/ 525595 w 1910495"/>
                <a:gd name="connsiteY661" fmla="*/ 1447552 h 2705303"/>
                <a:gd name="connsiteX662" fmla="*/ 534289 w 1910495"/>
                <a:gd name="connsiteY662" fmla="*/ 1434045 h 2705303"/>
                <a:gd name="connsiteX663" fmla="*/ 563507 w 1910495"/>
                <a:gd name="connsiteY663" fmla="*/ 1439306 h 2705303"/>
                <a:gd name="connsiteX664" fmla="*/ 566927 w 1910495"/>
                <a:gd name="connsiteY664" fmla="*/ 1455088 h 2705303"/>
                <a:gd name="connsiteX665" fmla="*/ 545406 w 1910495"/>
                <a:gd name="connsiteY665" fmla="*/ 1471865 h 2705303"/>
                <a:gd name="connsiteX666" fmla="*/ 546261 w 1910495"/>
                <a:gd name="connsiteY666" fmla="*/ 1439021 h 2705303"/>
                <a:gd name="connsiteX667" fmla="*/ 539563 w 1910495"/>
                <a:gd name="connsiteY667" fmla="*/ 1441154 h 2705303"/>
                <a:gd name="connsiteX668" fmla="*/ 534717 w 1910495"/>
                <a:gd name="connsiteY668" fmla="*/ 1448832 h 2705303"/>
                <a:gd name="connsiteX669" fmla="*/ 536570 w 1910495"/>
                <a:gd name="connsiteY669" fmla="*/ 1457647 h 2705303"/>
                <a:gd name="connsiteX670" fmla="*/ 544266 w 1910495"/>
                <a:gd name="connsiteY670" fmla="*/ 1462623 h 2705303"/>
                <a:gd name="connsiteX671" fmla="*/ 558437 w 1910495"/>
                <a:gd name="connsiteY671" fmla="*/ 1453382 h 2705303"/>
                <a:gd name="connsiteX672" fmla="*/ 558518 w 1910495"/>
                <a:gd name="connsiteY672" fmla="*/ 1452955 h 2705303"/>
                <a:gd name="connsiteX673" fmla="*/ 556523 w 1910495"/>
                <a:gd name="connsiteY673" fmla="*/ 1444140 h 2705303"/>
                <a:gd name="connsiteX674" fmla="*/ 548969 w 1910495"/>
                <a:gd name="connsiteY674" fmla="*/ 1439163 h 2705303"/>
                <a:gd name="connsiteX675" fmla="*/ 927226 w 1910495"/>
                <a:gd name="connsiteY675" fmla="*/ 561050 h 2705303"/>
                <a:gd name="connsiteX676" fmla="*/ 918817 w 1910495"/>
                <a:gd name="connsiteY676" fmla="*/ 561050 h 2705303"/>
                <a:gd name="connsiteX677" fmla="*/ 918817 w 1910495"/>
                <a:gd name="connsiteY677" fmla="*/ 561050 h 2705303"/>
                <a:gd name="connsiteX678" fmla="*/ 876321 w 1910495"/>
                <a:gd name="connsiteY678" fmla="*/ 510262 h 2705303"/>
                <a:gd name="connsiteX679" fmla="*/ 927226 w 1910495"/>
                <a:gd name="connsiteY679" fmla="*/ 467878 h 2705303"/>
                <a:gd name="connsiteX680" fmla="*/ 969724 w 1910495"/>
                <a:gd name="connsiteY680" fmla="*/ 518651 h 2705303"/>
                <a:gd name="connsiteX681" fmla="*/ 927226 w 1910495"/>
                <a:gd name="connsiteY681" fmla="*/ 561050 h 2705303"/>
                <a:gd name="connsiteX682" fmla="*/ 920385 w 1910495"/>
                <a:gd name="connsiteY682" fmla="*/ 551381 h 2705303"/>
                <a:gd name="connsiteX683" fmla="*/ 964193 w 1910495"/>
                <a:gd name="connsiteY683" fmla="*/ 521253 h 2705303"/>
                <a:gd name="connsiteX684" fmla="*/ 933988 w 1910495"/>
                <a:gd name="connsiteY684" fmla="*/ 477546 h 2705303"/>
                <a:gd name="connsiteX685" fmla="*/ 890180 w 1910495"/>
                <a:gd name="connsiteY685" fmla="*/ 507675 h 2705303"/>
                <a:gd name="connsiteX686" fmla="*/ 890170 w 1910495"/>
                <a:gd name="connsiteY686" fmla="*/ 507732 h 2705303"/>
                <a:gd name="connsiteX687" fmla="*/ 920385 w 1910495"/>
                <a:gd name="connsiteY687" fmla="*/ 551381 h 2705303"/>
                <a:gd name="connsiteX688" fmla="*/ 617095 w 1910495"/>
                <a:gd name="connsiteY688" fmla="*/ 1662246 h 2705303"/>
                <a:gd name="connsiteX689" fmla="*/ 610967 w 1910495"/>
                <a:gd name="connsiteY689" fmla="*/ 1662246 h 2705303"/>
                <a:gd name="connsiteX690" fmla="*/ 583887 w 1910495"/>
                <a:gd name="connsiteY690" fmla="*/ 1623289 h 2705303"/>
                <a:gd name="connsiteX691" fmla="*/ 622067 w 1910495"/>
                <a:gd name="connsiteY691" fmla="*/ 1594980 h 2705303"/>
                <a:gd name="connsiteX692" fmla="*/ 650440 w 1910495"/>
                <a:gd name="connsiteY692" fmla="*/ 1633071 h 2705303"/>
                <a:gd name="connsiteX693" fmla="*/ 636194 w 1910495"/>
                <a:gd name="connsiteY693" fmla="*/ 1655848 h 2705303"/>
                <a:gd name="connsiteX694" fmla="*/ 617095 w 1910495"/>
                <a:gd name="connsiteY694" fmla="*/ 1662246 h 2705303"/>
                <a:gd name="connsiteX695" fmla="*/ 617095 w 1910495"/>
                <a:gd name="connsiteY695" fmla="*/ 1604236 h 2705303"/>
                <a:gd name="connsiteX696" fmla="*/ 592631 w 1910495"/>
                <a:gd name="connsiteY696" fmla="*/ 1628734 h 2705303"/>
                <a:gd name="connsiteX697" fmla="*/ 597000 w 1910495"/>
                <a:gd name="connsiteY697" fmla="*/ 1642625 h 2705303"/>
                <a:gd name="connsiteX698" fmla="*/ 612820 w 1910495"/>
                <a:gd name="connsiteY698" fmla="*/ 1652720 h 2705303"/>
                <a:gd name="connsiteX699" fmla="*/ 612820 w 1910495"/>
                <a:gd name="connsiteY699" fmla="*/ 1652720 h 2705303"/>
                <a:gd name="connsiteX700" fmla="*/ 631205 w 1910495"/>
                <a:gd name="connsiteY700" fmla="*/ 1648881 h 2705303"/>
                <a:gd name="connsiteX701" fmla="*/ 641324 w 1910495"/>
                <a:gd name="connsiteY701" fmla="*/ 1633099 h 2705303"/>
                <a:gd name="connsiteX702" fmla="*/ 621514 w 1910495"/>
                <a:gd name="connsiteY702" fmla="*/ 1604663 h 2705303"/>
                <a:gd name="connsiteX703" fmla="*/ 34460 w 1910495"/>
                <a:gd name="connsiteY703" fmla="*/ 1580634 h 2705303"/>
                <a:gd name="connsiteX704" fmla="*/ 28474 w 1910495"/>
                <a:gd name="connsiteY704" fmla="*/ 1580634 h 2705303"/>
                <a:gd name="connsiteX705" fmla="*/ 28474 w 1910495"/>
                <a:gd name="connsiteY705" fmla="*/ 1580634 h 2705303"/>
                <a:gd name="connsiteX706" fmla="*/ 404 w 1910495"/>
                <a:gd name="connsiteY706" fmla="*/ 1542331 h 2705303"/>
                <a:gd name="connsiteX707" fmla="*/ 15076 w 1910495"/>
                <a:gd name="connsiteY707" fmla="*/ 1519496 h 2705303"/>
                <a:gd name="connsiteX708" fmla="*/ 61824 w 1910495"/>
                <a:gd name="connsiteY708" fmla="*/ 1528027 h 2705303"/>
                <a:gd name="connsiteX709" fmla="*/ 53235 w 1910495"/>
                <a:gd name="connsiteY709" fmla="*/ 1574705 h 2705303"/>
                <a:gd name="connsiteX710" fmla="*/ 34175 w 1910495"/>
                <a:gd name="connsiteY710" fmla="*/ 1580634 h 2705303"/>
                <a:gd name="connsiteX711" fmla="*/ 30041 w 1910495"/>
                <a:gd name="connsiteY711" fmla="*/ 1571250 h 2705303"/>
                <a:gd name="connsiteX712" fmla="*/ 58535 w 1910495"/>
                <a:gd name="connsiteY712" fmla="*/ 1551544 h 2705303"/>
                <a:gd name="connsiteX713" fmla="*/ 58546 w 1910495"/>
                <a:gd name="connsiteY713" fmla="*/ 1551487 h 2705303"/>
                <a:gd name="connsiteX714" fmla="*/ 38878 w 1910495"/>
                <a:gd name="connsiteY714" fmla="*/ 1523051 h 2705303"/>
                <a:gd name="connsiteX715" fmla="*/ 20492 w 1910495"/>
                <a:gd name="connsiteY715" fmla="*/ 1527032 h 2705303"/>
                <a:gd name="connsiteX716" fmla="*/ 14185 w 1910495"/>
                <a:gd name="connsiteY716" fmla="*/ 1561042 h 2705303"/>
                <a:gd name="connsiteX717" fmla="*/ 30041 w 1910495"/>
                <a:gd name="connsiteY717" fmla="*/ 1571250 h 2705303"/>
                <a:gd name="connsiteX718" fmla="*/ 319649 w 1910495"/>
                <a:gd name="connsiteY718" fmla="*/ 1831585 h 2705303"/>
                <a:gd name="connsiteX719" fmla="*/ 315801 w 1910495"/>
                <a:gd name="connsiteY719" fmla="*/ 1831585 h 2705303"/>
                <a:gd name="connsiteX720" fmla="*/ 315801 w 1910495"/>
                <a:gd name="connsiteY720" fmla="*/ 1831585 h 2705303"/>
                <a:gd name="connsiteX721" fmla="*/ 298841 w 1910495"/>
                <a:gd name="connsiteY721" fmla="*/ 1807129 h 2705303"/>
                <a:gd name="connsiteX722" fmla="*/ 322988 w 1910495"/>
                <a:gd name="connsiteY722" fmla="*/ 1789997 h 2705303"/>
                <a:gd name="connsiteX723" fmla="*/ 323355 w 1910495"/>
                <a:gd name="connsiteY723" fmla="*/ 1790068 h 2705303"/>
                <a:gd name="connsiteX724" fmla="*/ 340218 w 1910495"/>
                <a:gd name="connsiteY724" fmla="*/ 1814864 h 2705303"/>
                <a:gd name="connsiteX725" fmla="*/ 331621 w 1910495"/>
                <a:gd name="connsiteY725" fmla="*/ 1828172 h 2705303"/>
                <a:gd name="connsiteX726" fmla="*/ 319649 w 1910495"/>
                <a:gd name="connsiteY726" fmla="*/ 1831585 h 2705303"/>
                <a:gd name="connsiteX727" fmla="*/ 319649 w 1910495"/>
                <a:gd name="connsiteY727" fmla="*/ 1798598 h 2705303"/>
                <a:gd name="connsiteX728" fmla="*/ 312808 w 1910495"/>
                <a:gd name="connsiteY728" fmla="*/ 1800731 h 2705303"/>
                <a:gd name="connsiteX729" fmla="*/ 309642 w 1910495"/>
                <a:gd name="connsiteY729" fmla="*/ 1817125 h 2705303"/>
                <a:gd name="connsiteX730" fmla="*/ 309815 w 1910495"/>
                <a:gd name="connsiteY730" fmla="*/ 1817367 h 2705303"/>
                <a:gd name="connsiteX731" fmla="*/ 317654 w 1910495"/>
                <a:gd name="connsiteY731" fmla="*/ 1822343 h 2705303"/>
                <a:gd name="connsiteX732" fmla="*/ 317654 w 1910495"/>
                <a:gd name="connsiteY732" fmla="*/ 1822343 h 2705303"/>
                <a:gd name="connsiteX733" fmla="*/ 331771 w 1910495"/>
                <a:gd name="connsiteY733" fmla="*/ 1813385 h 2705303"/>
                <a:gd name="connsiteX734" fmla="*/ 331906 w 1910495"/>
                <a:gd name="connsiteY734" fmla="*/ 1812675 h 2705303"/>
                <a:gd name="connsiteX735" fmla="*/ 322358 w 1910495"/>
                <a:gd name="connsiteY735" fmla="*/ 1798485 h 2705303"/>
                <a:gd name="connsiteX736" fmla="*/ 322214 w 1910495"/>
                <a:gd name="connsiteY736" fmla="*/ 1798456 h 2705303"/>
                <a:gd name="connsiteX737" fmla="*/ 226011 w 1910495"/>
                <a:gd name="connsiteY737" fmla="*/ 1099491 h 2705303"/>
                <a:gd name="connsiteX738" fmla="*/ 222020 w 1910495"/>
                <a:gd name="connsiteY738" fmla="*/ 1099491 h 2705303"/>
                <a:gd name="connsiteX739" fmla="*/ 222020 w 1910495"/>
                <a:gd name="connsiteY739" fmla="*/ 1099491 h 2705303"/>
                <a:gd name="connsiteX740" fmla="*/ 204348 w 1910495"/>
                <a:gd name="connsiteY740" fmla="*/ 1073899 h 2705303"/>
                <a:gd name="connsiteX741" fmla="*/ 213469 w 1910495"/>
                <a:gd name="connsiteY741" fmla="*/ 1059681 h 2705303"/>
                <a:gd name="connsiteX742" fmla="*/ 229859 w 1910495"/>
                <a:gd name="connsiteY742" fmla="*/ 1056126 h 2705303"/>
                <a:gd name="connsiteX743" fmla="*/ 247675 w 1910495"/>
                <a:gd name="connsiteY743" fmla="*/ 1081577 h 2705303"/>
                <a:gd name="connsiteX744" fmla="*/ 238553 w 1910495"/>
                <a:gd name="connsiteY744" fmla="*/ 1095795 h 2705303"/>
                <a:gd name="connsiteX745" fmla="*/ 225869 w 1910495"/>
                <a:gd name="connsiteY745" fmla="*/ 1099491 h 2705303"/>
                <a:gd name="connsiteX746" fmla="*/ 226011 w 1910495"/>
                <a:gd name="connsiteY746" fmla="*/ 1064657 h 2705303"/>
                <a:gd name="connsiteX747" fmla="*/ 218742 w 1910495"/>
                <a:gd name="connsiteY747" fmla="*/ 1066932 h 2705303"/>
                <a:gd name="connsiteX748" fmla="*/ 213469 w 1910495"/>
                <a:gd name="connsiteY748" fmla="*/ 1075321 h 2705303"/>
                <a:gd name="connsiteX749" fmla="*/ 223873 w 1910495"/>
                <a:gd name="connsiteY749" fmla="*/ 1090250 h 2705303"/>
                <a:gd name="connsiteX750" fmla="*/ 223873 w 1910495"/>
                <a:gd name="connsiteY750" fmla="*/ 1090250 h 2705303"/>
                <a:gd name="connsiteX751" fmla="*/ 238126 w 1910495"/>
                <a:gd name="connsiteY751" fmla="*/ 1079871 h 2705303"/>
                <a:gd name="connsiteX752" fmla="*/ 235988 w 1910495"/>
                <a:gd name="connsiteY752" fmla="*/ 1070202 h 2705303"/>
                <a:gd name="connsiteX753" fmla="*/ 227721 w 1910495"/>
                <a:gd name="connsiteY753" fmla="*/ 1064941 h 270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</a:cxnLst>
              <a:rect l="l" t="t" r="r" b="b"/>
              <a:pathLst>
                <a:path w="1910495" h="2705303">
                  <a:moveTo>
                    <a:pt x="668404" y="2142109"/>
                  </a:moveTo>
                  <a:lnTo>
                    <a:pt x="589018" y="2398890"/>
                  </a:lnTo>
                  <a:lnTo>
                    <a:pt x="321787" y="2106422"/>
                  </a:lnTo>
                  <a:close/>
                  <a:moveTo>
                    <a:pt x="666979" y="2142962"/>
                  </a:moveTo>
                  <a:lnTo>
                    <a:pt x="324922" y="2107559"/>
                  </a:lnTo>
                  <a:lnTo>
                    <a:pt x="589303" y="2397041"/>
                  </a:lnTo>
                  <a:close/>
                  <a:moveTo>
                    <a:pt x="666979" y="2142962"/>
                  </a:moveTo>
                  <a:lnTo>
                    <a:pt x="666979" y="2142109"/>
                  </a:lnTo>
                  <a:lnTo>
                    <a:pt x="941479" y="2424624"/>
                  </a:lnTo>
                  <a:lnTo>
                    <a:pt x="588591" y="2398463"/>
                  </a:lnTo>
                  <a:lnTo>
                    <a:pt x="588591" y="2398463"/>
                  </a:lnTo>
                  <a:close/>
                  <a:moveTo>
                    <a:pt x="667691" y="2143958"/>
                  </a:moveTo>
                  <a:lnTo>
                    <a:pt x="589446" y="2397468"/>
                  </a:lnTo>
                  <a:lnTo>
                    <a:pt x="939341" y="2423629"/>
                  </a:lnTo>
                  <a:close/>
                  <a:moveTo>
                    <a:pt x="718572" y="1959122"/>
                  </a:moveTo>
                  <a:lnTo>
                    <a:pt x="719712" y="1959122"/>
                  </a:lnTo>
                  <a:lnTo>
                    <a:pt x="323212" y="2107417"/>
                  </a:lnTo>
                  <a:lnTo>
                    <a:pt x="323212" y="2107417"/>
                  </a:lnTo>
                  <a:lnTo>
                    <a:pt x="257366" y="1726939"/>
                  </a:lnTo>
                  <a:lnTo>
                    <a:pt x="257366" y="1726939"/>
                  </a:lnTo>
                  <a:close/>
                  <a:moveTo>
                    <a:pt x="717147" y="1959122"/>
                  </a:moveTo>
                  <a:lnTo>
                    <a:pt x="257366" y="1728361"/>
                  </a:lnTo>
                  <a:lnTo>
                    <a:pt x="322785" y="2106280"/>
                  </a:lnTo>
                  <a:close/>
                  <a:moveTo>
                    <a:pt x="719142" y="1959122"/>
                  </a:moveTo>
                  <a:lnTo>
                    <a:pt x="667834" y="2143958"/>
                  </a:lnTo>
                  <a:lnTo>
                    <a:pt x="667834" y="2143958"/>
                  </a:lnTo>
                  <a:lnTo>
                    <a:pt x="322642" y="2108412"/>
                  </a:lnTo>
                  <a:lnTo>
                    <a:pt x="320504" y="2108412"/>
                  </a:lnTo>
                  <a:close/>
                  <a:moveTo>
                    <a:pt x="717717" y="1960686"/>
                  </a:moveTo>
                  <a:lnTo>
                    <a:pt x="325065" y="2106706"/>
                  </a:lnTo>
                  <a:lnTo>
                    <a:pt x="667121" y="2141967"/>
                  </a:lnTo>
                  <a:close/>
                  <a:moveTo>
                    <a:pt x="1229946" y="2088649"/>
                  </a:moveTo>
                  <a:lnTo>
                    <a:pt x="1229946" y="2088649"/>
                  </a:lnTo>
                  <a:lnTo>
                    <a:pt x="1594521" y="2689509"/>
                  </a:lnTo>
                  <a:lnTo>
                    <a:pt x="1594521" y="2690788"/>
                  </a:lnTo>
                  <a:lnTo>
                    <a:pt x="938913" y="2425335"/>
                  </a:lnTo>
                  <a:lnTo>
                    <a:pt x="938913" y="2425335"/>
                  </a:lnTo>
                  <a:close/>
                  <a:moveTo>
                    <a:pt x="1229946" y="2089787"/>
                  </a:moveTo>
                  <a:lnTo>
                    <a:pt x="941479" y="2423629"/>
                  </a:lnTo>
                  <a:lnTo>
                    <a:pt x="1593808" y="2687802"/>
                  </a:lnTo>
                  <a:close/>
                  <a:moveTo>
                    <a:pt x="1229946" y="2088365"/>
                  </a:moveTo>
                  <a:lnTo>
                    <a:pt x="1231229" y="2088365"/>
                  </a:lnTo>
                  <a:lnTo>
                    <a:pt x="941479" y="2424340"/>
                  </a:lnTo>
                  <a:lnTo>
                    <a:pt x="941479" y="2424340"/>
                  </a:lnTo>
                  <a:lnTo>
                    <a:pt x="667406" y="2142820"/>
                  </a:lnTo>
                  <a:lnTo>
                    <a:pt x="666694" y="2142109"/>
                  </a:lnTo>
                  <a:close/>
                  <a:moveTo>
                    <a:pt x="1228806" y="2089502"/>
                  </a:moveTo>
                  <a:lnTo>
                    <a:pt x="668119" y="2143105"/>
                  </a:lnTo>
                  <a:lnTo>
                    <a:pt x="940481" y="2423629"/>
                  </a:lnTo>
                  <a:close/>
                  <a:moveTo>
                    <a:pt x="717717" y="1959122"/>
                  </a:moveTo>
                  <a:lnTo>
                    <a:pt x="717717" y="1959122"/>
                  </a:lnTo>
                  <a:lnTo>
                    <a:pt x="1230801" y="2088934"/>
                  </a:lnTo>
                  <a:lnTo>
                    <a:pt x="1233652" y="2088934"/>
                  </a:lnTo>
                  <a:lnTo>
                    <a:pt x="667121" y="2143105"/>
                  </a:lnTo>
                  <a:close/>
                  <a:moveTo>
                    <a:pt x="717717" y="1959975"/>
                  </a:moveTo>
                  <a:lnTo>
                    <a:pt x="667121" y="2142252"/>
                  </a:lnTo>
                  <a:lnTo>
                    <a:pt x="1226383" y="2088649"/>
                  </a:lnTo>
                  <a:close/>
                  <a:moveTo>
                    <a:pt x="692063" y="1471723"/>
                  </a:moveTo>
                  <a:lnTo>
                    <a:pt x="692063" y="1471723"/>
                  </a:lnTo>
                  <a:lnTo>
                    <a:pt x="718429" y="1959406"/>
                  </a:lnTo>
                  <a:lnTo>
                    <a:pt x="718429" y="1960259"/>
                  </a:lnTo>
                  <a:lnTo>
                    <a:pt x="257366" y="1727934"/>
                  </a:lnTo>
                  <a:lnTo>
                    <a:pt x="256511" y="1727934"/>
                  </a:lnTo>
                  <a:close/>
                  <a:moveTo>
                    <a:pt x="692063" y="1473003"/>
                  </a:moveTo>
                  <a:lnTo>
                    <a:pt x="258364" y="1726939"/>
                  </a:lnTo>
                  <a:lnTo>
                    <a:pt x="718144" y="1957842"/>
                  </a:lnTo>
                  <a:close/>
                  <a:moveTo>
                    <a:pt x="1231086" y="2088365"/>
                  </a:moveTo>
                  <a:lnTo>
                    <a:pt x="1232084" y="2089502"/>
                  </a:lnTo>
                  <a:lnTo>
                    <a:pt x="719000" y="1959548"/>
                  </a:lnTo>
                  <a:lnTo>
                    <a:pt x="719000" y="1959548"/>
                  </a:lnTo>
                  <a:lnTo>
                    <a:pt x="692490" y="1472292"/>
                  </a:lnTo>
                  <a:lnTo>
                    <a:pt x="692490" y="1471012"/>
                  </a:lnTo>
                  <a:close/>
                  <a:moveTo>
                    <a:pt x="1229376" y="2088365"/>
                  </a:moveTo>
                  <a:lnTo>
                    <a:pt x="693060" y="1474140"/>
                  </a:lnTo>
                  <a:lnTo>
                    <a:pt x="719142" y="1958695"/>
                  </a:lnTo>
                  <a:close/>
                  <a:moveTo>
                    <a:pt x="1768114" y="2139266"/>
                  </a:moveTo>
                  <a:lnTo>
                    <a:pt x="1768114" y="2139266"/>
                  </a:lnTo>
                  <a:lnTo>
                    <a:pt x="1595376" y="2689224"/>
                  </a:lnTo>
                  <a:lnTo>
                    <a:pt x="1595376" y="2690362"/>
                  </a:lnTo>
                  <a:lnTo>
                    <a:pt x="1230231" y="2088934"/>
                  </a:lnTo>
                  <a:lnTo>
                    <a:pt x="1230231" y="2088080"/>
                  </a:lnTo>
                  <a:close/>
                  <a:moveTo>
                    <a:pt x="1768114" y="2140261"/>
                  </a:moveTo>
                  <a:lnTo>
                    <a:pt x="1232939" y="2089502"/>
                  </a:lnTo>
                  <a:lnTo>
                    <a:pt x="1596089" y="2688087"/>
                  </a:lnTo>
                  <a:close/>
                  <a:moveTo>
                    <a:pt x="1588678" y="1449827"/>
                  </a:moveTo>
                  <a:lnTo>
                    <a:pt x="1588678" y="1449827"/>
                  </a:lnTo>
                  <a:lnTo>
                    <a:pt x="1232369" y="2089644"/>
                  </a:lnTo>
                  <a:lnTo>
                    <a:pt x="1231514" y="2090924"/>
                  </a:lnTo>
                  <a:lnTo>
                    <a:pt x="1155264" y="1195180"/>
                  </a:lnTo>
                  <a:lnTo>
                    <a:pt x="1155264" y="1194327"/>
                  </a:lnTo>
                  <a:close/>
                  <a:moveTo>
                    <a:pt x="1587822" y="1449827"/>
                  </a:moveTo>
                  <a:lnTo>
                    <a:pt x="1155264" y="1196175"/>
                  </a:lnTo>
                  <a:lnTo>
                    <a:pt x="1231229" y="2086943"/>
                  </a:lnTo>
                  <a:close/>
                  <a:moveTo>
                    <a:pt x="1587822" y="1449827"/>
                  </a:moveTo>
                  <a:lnTo>
                    <a:pt x="1587822" y="1449827"/>
                  </a:lnTo>
                  <a:lnTo>
                    <a:pt x="1853629" y="1684285"/>
                  </a:lnTo>
                  <a:lnTo>
                    <a:pt x="1853629" y="1684285"/>
                  </a:lnTo>
                  <a:lnTo>
                    <a:pt x="1230801" y="2089076"/>
                  </a:lnTo>
                  <a:lnTo>
                    <a:pt x="1229233" y="2090071"/>
                  </a:lnTo>
                  <a:close/>
                  <a:moveTo>
                    <a:pt x="1587822" y="1450822"/>
                  </a:moveTo>
                  <a:lnTo>
                    <a:pt x="1231941" y="2087085"/>
                  </a:lnTo>
                  <a:lnTo>
                    <a:pt x="1853629" y="1684285"/>
                  </a:lnTo>
                  <a:close/>
                  <a:moveTo>
                    <a:pt x="1894390" y="1064657"/>
                  </a:moveTo>
                  <a:lnTo>
                    <a:pt x="1895388" y="1063377"/>
                  </a:lnTo>
                  <a:lnTo>
                    <a:pt x="1854341" y="1684285"/>
                  </a:lnTo>
                  <a:lnTo>
                    <a:pt x="1854341" y="1685280"/>
                  </a:lnTo>
                  <a:lnTo>
                    <a:pt x="1586682" y="1450538"/>
                  </a:lnTo>
                  <a:lnTo>
                    <a:pt x="1586682" y="1450538"/>
                  </a:lnTo>
                  <a:close/>
                  <a:moveTo>
                    <a:pt x="1894390" y="1066505"/>
                  </a:moveTo>
                  <a:lnTo>
                    <a:pt x="1588535" y="1450396"/>
                  </a:lnTo>
                  <a:lnTo>
                    <a:pt x="1853629" y="1682863"/>
                  </a:lnTo>
                  <a:close/>
                  <a:moveTo>
                    <a:pt x="1894390" y="1064515"/>
                  </a:moveTo>
                  <a:lnTo>
                    <a:pt x="1895673" y="1064515"/>
                  </a:lnTo>
                  <a:lnTo>
                    <a:pt x="1587822" y="1450680"/>
                  </a:lnTo>
                  <a:lnTo>
                    <a:pt x="1587822" y="1450680"/>
                  </a:lnTo>
                  <a:lnTo>
                    <a:pt x="1154266" y="1195606"/>
                  </a:lnTo>
                  <a:lnTo>
                    <a:pt x="1153126" y="1195606"/>
                  </a:lnTo>
                  <a:close/>
                  <a:moveTo>
                    <a:pt x="1893250" y="1065652"/>
                  </a:moveTo>
                  <a:lnTo>
                    <a:pt x="1155264" y="1195464"/>
                  </a:lnTo>
                  <a:lnTo>
                    <a:pt x="1586397" y="1449258"/>
                  </a:lnTo>
                  <a:close/>
                  <a:moveTo>
                    <a:pt x="1574140" y="635837"/>
                  </a:moveTo>
                  <a:lnTo>
                    <a:pt x="1574140" y="635837"/>
                  </a:lnTo>
                  <a:lnTo>
                    <a:pt x="1894533" y="1065226"/>
                  </a:lnTo>
                  <a:lnTo>
                    <a:pt x="1894533" y="1065226"/>
                  </a:lnTo>
                  <a:lnTo>
                    <a:pt x="1155264" y="1195749"/>
                  </a:lnTo>
                  <a:lnTo>
                    <a:pt x="1153981" y="1195749"/>
                  </a:lnTo>
                  <a:close/>
                  <a:moveTo>
                    <a:pt x="1574140" y="636975"/>
                  </a:moveTo>
                  <a:lnTo>
                    <a:pt x="1155264" y="1194469"/>
                  </a:lnTo>
                  <a:lnTo>
                    <a:pt x="1892965" y="1064373"/>
                  </a:lnTo>
                  <a:close/>
                  <a:moveTo>
                    <a:pt x="616810" y="1628265"/>
                  </a:moveTo>
                  <a:lnTo>
                    <a:pt x="616810" y="1628265"/>
                  </a:lnTo>
                  <a:lnTo>
                    <a:pt x="710591" y="1881206"/>
                  </a:lnTo>
                  <a:lnTo>
                    <a:pt x="710591" y="1882059"/>
                  </a:lnTo>
                  <a:lnTo>
                    <a:pt x="317511" y="1810968"/>
                  </a:lnTo>
                  <a:close/>
                  <a:moveTo>
                    <a:pt x="616810" y="1629402"/>
                  </a:moveTo>
                  <a:lnTo>
                    <a:pt x="320932" y="1810257"/>
                  </a:lnTo>
                  <a:lnTo>
                    <a:pt x="709736" y="1880495"/>
                  </a:lnTo>
                  <a:close/>
                  <a:moveTo>
                    <a:pt x="546404" y="1450254"/>
                  </a:moveTo>
                  <a:lnTo>
                    <a:pt x="320077" y="1810826"/>
                  </a:lnTo>
                  <a:lnTo>
                    <a:pt x="320077" y="1810826"/>
                  </a:lnTo>
                  <a:lnTo>
                    <a:pt x="33462" y="1546795"/>
                  </a:lnTo>
                  <a:close/>
                  <a:moveTo>
                    <a:pt x="544408" y="1451533"/>
                  </a:moveTo>
                  <a:lnTo>
                    <a:pt x="35457" y="1547364"/>
                  </a:lnTo>
                  <a:lnTo>
                    <a:pt x="319506" y="1809831"/>
                  </a:lnTo>
                  <a:close/>
                  <a:moveTo>
                    <a:pt x="544408" y="1450680"/>
                  </a:moveTo>
                  <a:lnTo>
                    <a:pt x="544408" y="1449827"/>
                  </a:lnTo>
                  <a:lnTo>
                    <a:pt x="616525" y="1628549"/>
                  </a:lnTo>
                  <a:lnTo>
                    <a:pt x="616525" y="1628549"/>
                  </a:lnTo>
                  <a:lnTo>
                    <a:pt x="318081" y="1812248"/>
                  </a:lnTo>
                  <a:close/>
                  <a:moveTo>
                    <a:pt x="544408" y="1451960"/>
                  </a:moveTo>
                  <a:lnTo>
                    <a:pt x="321074" y="1808978"/>
                  </a:lnTo>
                  <a:lnTo>
                    <a:pt x="616383" y="1628549"/>
                  </a:lnTo>
                  <a:close/>
                  <a:moveTo>
                    <a:pt x="1032836" y="1242242"/>
                  </a:moveTo>
                  <a:lnTo>
                    <a:pt x="1032836" y="1242242"/>
                  </a:lnTo>
                  <a:lnTo>
                    <a:pt x="1694145" y="1501012"/>
                  </a:lnTo>
                  <a:lnTo>
                    <a:pt x="1007895" y="1687839"/>
                  </a:lnTo>
                  <a:lnTo>
                    <a:pt x="1007895" y="1687839"/>
                  </a:lnTo>
                  <a:close/>
                  <a:moveTo>
                    <a:pt x="1033691" y="1242953"/>
                  </a:moveTo>
                  <a:lnTo>
                    <a:pt x="1007467" y="1686702"/>
                  </a:lnTo>
                  <a:lnTo>
                    <a:pt x="1691579" y="1500159"/>
                  </a:lnTo>
                  <a:close/>
                  <a:moveTo>
                    <a:pt x="1033691" y="1241958"/>
                  </a:moveTo>
                  <a:lnTo>
                    <a:pt x="1034546" y="1241104"/>
                  </a:lnTo>
                  <a:lnTo>
                    <a:pt x="1008037" y="1687413"/>
                  </a:lnTo>
                  <a:lnTo>
                    <a:pt x="1008037" y="1687413"/>
                  </a:lnTo>
                  <a:lnTo>
                    <a:pt x="616810" y="1628549"/>
                  </a:lnTo>
                  <a:lnTo>
                    <a:pt x="615813" y="1628549"/>
                  </a:lnTo>
                  <a:close/>
                  <a:moveTo>
                    <a:pt x="1033691" y="1243522"/>
                  </a:moveTo>
                  <a:lnTo>
                    <a:pt x="618093" y="1628407"/>
                  </a:lnTo>
                  <a:lnTo>
                    <a:pt x="1007325" y="1686844"/>
                  </a:lnTo>
                  <a:close/>
                  <a:moveTo>
                    <a:pt x="1033691" y="1241815"/>
                  </a:moveTo>
                  <a:lnTo>
                    <a:pt x="1036257" y="1240678"/>
                  </a:lnTo>
                  <a:lnTo>
                    <a:pt x="616810" y="1629545"/>
                  </a:lnTo>
                  <a:lnTo>
                    <a:pt x="545549" y="1451107"/>
                  </a:lnTo>
                  <a:lnTo>
                    <a:pt x="545549" y="1451107"/>
                  </a:lnTo>
                  <a:close/>
                  <a:moveTo>
                    <a:pt x="1031411" y="1243806"/>
                  </a:moveTo>
                  <a:lnTo>
                    <a:pt x="545976" y="1451107"/>
                  </a:lnTo>
                  <a:lnTo>
                    <a:pt x="617238" y="1627838"/>
                  </a:lnTo>
                  <a:close/>
                  <a:moveTo>
                    <a:pt x="225156" y="1077454"/>
                  </a:moveTo>
                  <a:lnTo>
                    <a:pt x="225156" y="1076600"/>
                  </a:lnTo>
                  <a:lnTo>
                    <a:pt x="545121" y="1450538"/>
                  </a:lnTo>
                  <a:lnTo>
                    <a:pt x="545121" y="1451249"/>
                  </a:lnTo>
                  <a:lnTo>
                    <a:pt x="32037" y="1547790"/>
                  </a:lnTo>
                  <a:close/>
                  <a:moveTo>
                    <a:pt x="225156" y="1078449"/>
                  </a:moveTo>
                  <a:lnTo>
                    <a:pt x="35172" y="1546511"/>
                  </a:lnTo>
                  <a:lnTo>
                    <a:pt x="544408" y="1450538"/>
                  </a:lnTo>
                  <a:close/>
                  <a:moveTo>
                    <a:pt x="1573427" y="630719"/>
                  </a:moveTo>
                  <a:lnTo>
                    <a:pt x="1573427" y="628302"/>
                  </a:lnTo>
                  <a:lnTo>
                    <a:pt x="1692435" y="1500159"/>
                  </a:lnTo>
                  <a:lnTo>
                    <a:pt x="1692435" y="1504709"/>
                  </a:lnTo>
                  <a:lnTo>
                    <a:pt x="1492902" y="955746"/>
                  </a:lnTo>
                  <a:lnTo>
                    <a:pt x="1492902" y="955746"/>
                  </a:lnTo>
                  <a:close/>
                  <a:moveTo>
                    <a:pt x="1573427" y="633420"/>
                  </a:moveTo>
                  <a:lnTo>
                    <a:pt x="1494042" y="955604"/>
                  </a:lnTo>
                  <a:lnTo>
                    <a:pt x="1691152" y="1495894"/>
                  </a:lnTo>
                  <a:close/>
                  <a:moveTo>
                    <a:pt x="1284105" y="538016"/>
                  </a:moveTo>
                  <a:lnTo>
                    <a:pt x="1034546" y="1242526"/>
                  </a:lnTo>
                  <a:lnTo>
                    <a:pt x="1034546" y="1244375"/>
                  </a:lnTo>
                  <a:lnTo>
                    <a:pt x="927226" y="514130"/>
                  </a:lnTo>
                  <a:lnTo>
                    <a:pt x="927226" y="514130"/>
                  </a:lnTo>
                  <a:close/>
                  <a:moveTo>
                    <a:pt x="1282822" y="538869"/>
                  </a:moveTo>
                  <a:lnTo>
                    <a:pt x="926514" y="514698"/>
                  </a:lnTo>
                  <a:lnTo>
                    <a:pt x="1032551" y="1239825"/>
                  </a:lnTo>
                  <a:close/>
                  <a:moveTo>
                    <a:pt x="936775" y="18769"/>
                  </a:moveTo>
                  <a:lnTo>
                    <a:pt x="936775" y="17205"/>
                  </a:lnTo>
                  <a:lnTo>
                    <a:pt x="1284960" y="538158"/>
                  </a:lnTo>
                  <a:lnTo>
                    <a:pt x="1284960" y="539012"/>
                  </a:lnTo>
                  <a:lnTo>
                    <a:pt x="927226" y="514556"/>
                  </a:lnTo>
                  <a:lnTo>
                    <a:pt x="927226" y="514556"/>
                  </a:lnTo>
                  <a:close/>
                  <a:moveTo>
                    <a:pt x="937773" y="20475"/>
                  </a:moveTo>
                  <a:lnTo>
                    <a:pt x="928224" y="513703"/>
                  </a:lnTo>
                  <a:lnTo>
                    <a:pt x="1283535" y="537874"/>
                  </a:lnTo>
                  <a:close/>
                  <a:moveTo>
                    <a:pt x="1883131" y="1052714"/>
                  </a:moveTo>
                  <a:cubicBezTo>
                    <a:pt x="1886295" y="1049785"/>
                    <a:pt x="1890514" y="1048249"/>
                    <a:pt x="1894818" y="1048448"/>
                  </a:cubicBezTo>
                  <a:cubicBezTo>
                    <a:pt x="1899179" y="1048690"/>
                    <a:pt x="1903269" y="1050624"/>
                    <a:pt x="1906220" y="1053851"/>
                  </a:cubicBezTo>
                  <a:cubicBezTo>
                    <a:pt x="1908970" y="1056837"/>
                    <a:pt x="1910495" y="1060747"/>
                    <a:pt x="1910495" y="1064799"/>
                  </a:cubicBezTo>
                  <a:cubicBezTo>
                    <a:pt x="1910467" y="1069406"/>
                    <a:pt x="1908500" y="1073785"/>
                    <a:pt x="1905079" y="1076885"/>
                  </a:cubicBezTo>
                  <a:cubicBezTo>
                    <a:pt x="1898466" y="1082942"/>
                    <a:pt x="1888190" y="1082487"/>
                    <a:pt x="1882119" y="1075890"/>
                  </a:cubicBezTo>
                  <a:cubicBezTo>
                    <a:pt x="1882076" y="1075847"/>
                    <a:pt x="1882033" y="1075790"/>
                    <a:pt x="1881991" y="1075747"/>
                  </a:cubicBezTo>
                  <a:cubicBezTo>
                    <a:pt x="1879240" y="1072761"/>
                    <a:pt x="1877715" y="1068851"/>
                    <a:pt x="1877715" y="1064799"/>
                  </a:cubicBezTo>
                  <a:cubicBezTo>
                    <a:pt x="1877744" y="1060193"/>
                    <a:pt x="1879710" y="1055813"/>
                    <a:pt x="1883131" y="1052714"/>
                  </a:cubicBezTo>
                  <a:close/>
                  <a:moveTo>
                    <a:pt x="1903227" y="1056410"/>
                  </a:moveTo>
                  <a:cubicBezTo>
                    <a:pt x="1901032" y="1053979"/>
                    <a:pt x="1897953" y="1052543"/>
                    <a:pt x="1894675" y="1052429"/>
                  </a:cubicBezTo>
                  <a:cubicBezTo>
                    <a:pt x="1891369" y="1052273"/>
                    <a:pt x="1888134" y="1053453"/>
                    <a:pt x="1885696" y="1055700"/>
                  </a:cubicBezTo>
                  <a:cubicBezTo>
                    <a:pt x="1880651" y="1060321"/>
                    <a:pt x="1880323" y="1068140"/>
                    <a:pt x="1884955" y="1073174"/>
                  </a:cubicBezTo>
                  <a:cubicBezTo>
                    <a:pt x="1887164" y="1075591"/>
                    <a:pt x="1890257" y="1077027"/>
                    <a:pt x="1893535" y="1077169"/>
                  </a:cubicBezTo>
                  <a:cubicBezTo>
                    <a:pt x="1896842" y="1077297"/>
                    <a:pt x="1900077" y="1076131"/>
                    <a:pt x="1902514" y="1073899"/>
                  </a:cubicBezTo>
                  <a:cubicBezTo>
                    <a:pt x="1907360" y="1069065"/>
                    <a:pt x="1907360" y="1061245"/>
                    <a:pt x="1902514" y="1056410"/>
                  </a:cubicBezTo>
                  <a:close/>
                  <a:moveTo>
                    <a:pt x="1842939" y="1671915"/>
                  </a:moveTo>
                  <a:cubicBezTo>
                    <a:pt x="1849524" y="1665829"/>
                    <a:pt x="1859800" y="1666213"/>
                    <a:pt x="1865900" y="1672768"/>
                  </a:cubicBezTo>
                  <a:cubicBezTo>
                    <a:pt x="1865943" y="1672810"/>
                    <a:pt x="1865985" y="1672867"/>
                    <a:pt x="1866028" y="1672910"/>
                  </a:cubicBezTo>
                  <a:cubicBezTo>
                    <a:pt x="1872128" y="1679578"/>
                    <a:pt x="1871644" y="1689929"/>
                    <a:pt x="1864959" y="1696014"/>
                  </a:cubicBezTo>
                  <a:cubicBezTo>
                    <a:pt x="1858275" y="1702100"/>
                    <a:pt x="1847899" y="1701616"/>
                    <a:pt x="1841799" y="1694948"/>
                  </a:cubicBezTo>
                  <a:cubicBezTo>
                    <a:pt x="1839077" y="1691891"/>
                    <a:pt x="1837552" y="1687953"/>
                    <a:pt x="1837523" y="1683858"/>
                  </a:cubicBezTo>
                  <a:cubicBezTo>
                    <a:pt x="1837523" y="1679280"/>
                    <a:pt x="1839504" y="1674929"/>
                    <a:pt x="1842939" y="1671915"/>
                  </a:cubicBezTo>
                  <a:close/>
                  <a:moveTo>
                    <a:pt x="1863035" y="1675611"/>
                  </a:moveTo>
                  <a:cubicBezTo>
                    <a:pt x="1858446" y="1670550"/>
                    <a:pt x="1850593" y="1670152"/>
                    <a:pt x="1845519" y="1674744"/>
                  </a:cubicBezTo>
                  <a:cubicBezTo>
                    <a:pt x="1845519" y="1674744"/>
                    <a:pt x="1845505" y="1674758"/>
                    <a:pt x="1845505" y="1674758"/>
                  </a:cubicBezTo>
                  <a:cubicBezTo>
                    <a:pt x="1840645" y="1679450"/>
                    <a:pt x="1840260" y="1687100"/>
                    <a:pt x="1844649" y="1692247"/>
                  </a:cubicBezTo>
                  <a:cubicBezTo>
                    <a:pt x="1849282" y="1697237"/>
                    <a:pt x="1857078" y="1697621"/>
                    <a:pt x="1862180" y="1693100"/>
                  </a:cubicBezTo>
                  <a:cubicBezTo>
                    <a:pt x="1867254" y="1688621"/>
                    <a:pt x="1867724" y="1680901"/>
                    <a:pt x="1863249" y="1675839"/>
                  </a:cubicBezTo>
                  <a:cubicBezTo>
                    <a:pt x="1863178" y="1675768"/>
                    <a:pt x="1863106" y="1675683"/>
                    <a:pt x="1863035" y="1675611"/>
                  </a:cubicBezTo>
                  <a:close/>
                  <a:moveTo>
                    <a:pt x="921383" y="2403155"/>
                  </a:moveTo>
                  <a:cubicBezTo>
                    <a:pt x="926773" y="2397965"/>
                    <a:pt x="933992" y="2395107"/>
                    <a:pt x="941479" y="2395193"/>
                  </a:cubicBezTo>
                  <a:cubicBezTo>
                    <a:pt x="948991" y="2395434"/>
                    <a:pt x="956063" y="2398790"/>
                    <a:pt x="961004" y="2404434"/>
                  </a:cubicBezTo>
                  <a:cubicBezTo>
                    <a:pt x="965829" y="2409610"/>
                    <a:pt x="968481" y="2416421"/>
                    <a:pt x="968416" y="2423487"/>
                  </a:cubicBezTo>
                  <a:cubicBezTo>
                    <a:pt x="968206" y="2439184"/>
                    <a:pt x="955274" y="2451753"/>
                    <a:pt x="939533" y="2451539"/>
                  </a:cubicBezTo>
                  <a:cubicBezTo>
                    <a:pt x="931778" y="2451440"/>
                    <a:pt x="924402" y="2448184"/>
                    <a:pt x="919102" y="2442539"/>
                  </a:cubicBezTo>
                  <a:cubicBezTo>
                    <a:pt x="914351" y="2437321"/>
                    <a:pt x="911710" y="2430539"/>
                    <a:pt x="911691" y="2423487"/>
                  </a:cubicBezTo>
                  <a:cubicBezTo>
                    <a:pt x="911981" y="2415667"/>
                    <a:pt x="915487" y="2408316"/>
                    <a:pt x="921383" y="2403155"/>
                  </a:cubicBezTo>
                  <a:close/>
                  <a:moveTo>
                    <a:pt x="958581" y="2407562"/>
                  </a:moveTo>
                  <a:cubicBezTo>
                    <a:pt x="954213" y="2402785"/>
                    <a:pt x="948099" y="2399970"/>
                    <a:pt x="941621" y="2399743"/>
                  </a:cubicBezTo>
                  <a:cubicBezTo>
                    <a:pt x="935166" y="2399344"/>
                    <a:pt x="928831" y="2401605"/>
                    <a:pt x="924091" y="2405999"/>
                  </a:cubicBezTo>
                  <a:cubicBezTo>
                    <a:pt x="919006" y="2410634"/>
                    <a:pt x="916110" y="2417188"/>
                    <a:pt x="916110" y="2424056"/>
                  </a:cubicBezTo>
                  <a:cubicBezTo>
                    <a:pt x="916089" y="2430127"/>
                    <a:pt x="918381" y="2435971"/>
                    <a:pt x="922523" y="2440406"/>
                  </a:cubicBezTo>
                  <a:cubicBezTo>
                    <a:pt x="931615" y="2450345"/>
                    <a:pt x="947056" y="2451042"/>
                    <a:pt x="957014" y="2441971"/>
                  </a:cubicBezTo>
                  <a:cubicBezTo>
                    <a:pt x="966970" y="2432899"/>
                    <a:pt x="967673" y="2417501"/>
                    <a:pt x="958581" y="2407562"/>
                  </a:cubicBezTo>
                  <a:close/>
                  <a:moveTo>
                    <a:pt x="1202867" y="2062630"/>
                  </a:moveTo>
                  <a:cubicBezTo>
                    <a:pt x="1216956" y="2049834"/>
                    <a:pt x="1238780" y="2050843"/>
                    <a:pt x="1251610" y="2064905"/>
                  </a:cubicBezTo>
                  <a:cubicBezTo>
                    <a:pt x="1264440" y="2078967"/>
                    <a:pt x="1263419" y="2100734"/>
                    <a:pt x="1249329" y="2113531"/>
                  </a:cubicBezTo>
                  <a:cubicBezTo>
                    <a:pt x="1235239" y="2126327"/>
                    <a:pt x="1213416" y="2125318"/>
                    <a:pt x="1200586" y="2111256"/>
                  </a:cubicBezTo>
                  <a:cubicBezTo>
                    <a:pt x="1187756" y="2097194"/>
                    <a:pt x="1188777" y="2075426"/>
                    <a:pt x="1202867" y="2062630"/>
                  </a:cubicBezTo>
                  <a:close/>
                  <a:moveTo>
                    <a:pt x="1248617" y="2067606"/>
                  </a:moveTo>
                  <a:cubicBezTo>
                    <a:pt x="1237302" y="2055407"/>
                    <a:pt x="1218263" y="2054511"/>
                    <a:pt x="1205860" y="2065616"/>
                  </a:cubicBezTo>
                  <a:cubicBezTo>
                    <a:pt x="1192917" y="2076365"/>
                    <a:pt x="1191164" y="2095559"/>
                    <a:pt x="1201944" y="2108469"/>
                  </a:cubicBezTo>
                  <a:cubicBezTo>
                    <a:pt x="1212725" y="2121379"/>
                    <a:pt x="1231957" y="2123128"/>
                    <a:pt x="1244900" y="2112379"/>
                  </a:cubicBezTo>
                  <a:cubicBezTo>
                    <a:pt x="1245493" y="2111882"/>
                    <a:pt x="1246067" y="2111370"/>
                    <a:pt x="1246621" y="2110829"/>
                  </a:cubicBezTo>
                  <a:cubicBezTo>
                    <a:pt x="1253032" y="2105057"/>
                    <a:pt x="1256662" y="2096839"/>
                    <a:pt x="1256598" y="2088223"/>
                  </a:cubicBezTo>
                  <a:cubicBezTo>
                    <a:pt x="1256548" y="2080772"/>
                    <a:pt x="1253700" y="2073620"/>
                    <a:pt x="1248617" y="2068175"/>
                  </a:cubicBezTo>
                  <a:close/>
                  <a:moveTo>
                    <a:pt x="1214126" y="2075142"/>
                  </a:moveTo>
                  <a:cubicBezTo>
                    <a:pt x="1221191" y="2068545"/>
                    <a:pt x="1232285" y="2068900"/>
                    <a:pt x="1238905" y="2075952"/>
                  </a:cubicBezTo>
                  <a:cubicBezTo>
                    <a:pt x="1239008" y="2076052"/>
                    <a:pt x="1239109" y="2076165"/>
                    <a:pt x="1239210" y="2076279"/>
                  </a:cubicBezTo>
                  <a:cubicBezTo>
                    <a:pt x="1242118" y="2079535"/>
                    <a:pt x="1243740" y="2083730"/>
                    <a:pt x="1243771" y="2088080"/>
                  </a:cubicBezTo>
                  <a:cubicBezTo>
                    <a:pt x="1243784" y="2093071"/>
                    <a:pt x="1241657" y="2097834"/>
                    <a:pt x="1237927" y="2101161"/>
                  </a:cubicBezTo>
                  <a:cubicBezTo>
                    <a:pt x="1234530" y="2104389"/>
                    <a:pt x="1229925" y="2106038"/>
                    <a:pt x="1225243" y="2105711"/>
                  </a:cubicBezTo>
                  <a:cubicBezTo>
                    <a:pt x="1220544" y="2105597"/>
                    <a:pt x="1216104" y="2103536"/>
                    <a:pt x="1212986" y="2100024"/>
                  </a:cubicBezTo>
                  <a:cubicBezTo>
                    <a:pt x="1210021" y="2096753"/>
                    <a:pt x="1208395" y="2092488"/>
                    <a:pt x="1208425" y="2088080"/>
                  </a:cubicBezTo>
                  <a:cubicBezTo>
                    <a:pt x="1208398" y="2083161"/>
                    <a:pt x="1210470" y="2078455"/>
                    <a:pt x="1214126" y="2075142"/>
                  </a:cubicBezTo>
                  <a:close/>
                  <a:moveTo>
                    <a:pt x="1236217" y="2078839"/>
                  </a:moveTo>
                  <a:cubicBezTo>
                    <a:pt x="1233770" y="2076137"/>
                    <a:pt x="1230321" y="2074545"/>
                    <a:pt x="1226668" y="2074431"/>
                  </a:cubicBezTo>
                  <a:cubicBezTo>
                    <a:pt x="1223056" y="2074331"/>
                    <a:pt x="1219542" y="2075597"/>
                    <a:pt x="1216834" y="2077985"/>
                  </a:cubicBezTo>
                  <a:cubicBezTo>
                    <a:pt x="1211474" y="2083175"/>
                    <a:pt x="1211039" y="2091606"/>
                    <a:pt x="1215836" y="2097322"/>
                  </a:cubicBezTo>
                  <a:cubicBezTo>
                    <a:pt x="1218248" y="2100095"/>
                    <a:pt x="1221707" y="2101744"/>
                    <a:pt x="1225385" y="2101872"/>
                  </a:cubicBezTo>
                  <a:cubicBezTo>
                    <a:pt x="1233257" y="2101872"/>
                    <a:pt x="1239638" y="2095502"/>
                    <a:pt x="1239638" y="2087654"/>
                  </a:cubicBezTo>
                  <a:cubicBezTo>
                    <a:pt x="1239538" y="2084412"/>
                    <a:pt x="1238332" y="2081298"/>
                    <a:pt x="1236217" y="2078839"/>
                  </a:cubicBezTo>
                  <a:close/>
                  <a:moveTo>
                    <a:pt x="1749301" y="2119787"/>
                  </a:moveTo>
                  <a:cubicBezTo>
                    <a:pt x="1760204" y="2109806"/>
                    <a:pt x="1777165" y="2110545"/>
                    <a:pt x="1787156" y="2121436"/>
                  </a:cubicBezTo>
                  <a:cubicBezTo>
                    <a:pt x="1787170" y="2121450"/>
                    <a:pt x="1787198" y="2121479"/>
                    <a:pt x="1787213" y="2121493"/>
                  </a:cubicBezTo>
                  <a:cubicBezTo>
                    <a:pt x="1791674" y="2126455"/>
                    <a:pt x="1794154" y="2132882"/>
                    <a:pt x="1794196" y="2139550"/>
                  </a:cubicBezTo>
                  <a:cubicBezTo>
                    <a:pt x="1794154" y="2154309"/>
                    <a:pt x="1782110" y="2166238"/>
                    <a:pt x="1767316" y="2166195"/>
                  </a:cubicBezTo>
                  <a:cubicBezTo>
                    <a:pt x="1759805" y="2166181"/>
                    <a:pt x="1752651" y="2163010"/>
                    <a:pt x="1747591" y="2157465"/>
                  </a:cubicBezTo>
                  <a:cubicBezTo>
                    <a:pt x="1743059" y="2152602"/>
                    <a:pt x="1740565" y="2146190"/>
                    <a:pt x="1740607" y="2139550"/>
                  </a:cubicBezTo>
                  <a:cubicBezTo>
                    <a:pt x="1740607" y="2132043"/>
                    <a:pt x="1743757" y="2124877"/>
                    <a:pt x="1749301" y="2119787"/>
                  </a:cubicBezTo>
                  <a:close/>
                  <a:moveTo>
                    <a:pt x="1784220" y="2124195"/>
                  </a:moveTo>
                  <a:cubicBezTo>
                    <a:pt x="1780172" y="2119687"/>
                    <a:pt x="1774457" y="2117029"/>
                    <a:pt x="1768399" y="2116801"/>
                  </a:cubicBezTo>
                  <a:cubicBezTo>
                    <a:pt x="1762385" y="2116503"/>
                    <a:pt x="1756485" y="2118607"/>
                    <a:pt x="1752009" y="2122631"/>
                  </a:cubicBezTo>
                  <a:cubicBezTo>
                    <a:pt x="1747306" y="2127010"/>
                    <a:pt x="1744627" y="2133138"/>
                    <a:pt x="1744598" y="2139550"/>
                  </a:cubicBezTo>
                  <a:cubicBezTo>
                    <a:pt x="1744598" y="2152119"/>
                    <a:pt x="1754803" y="2162299"/>
                    <a:pt x="1767388" y="2162313"/>
                  </a:cubicBezTo>
                  <a:cubicBezTo>
                    <a:pt x="1779987" y="2162313"/>
                    <a:pt x="1790206" y="2152133"/>
                    <a:pt x="1790206" y="2139564"/>
                  </a:cubicBezTo>
                  <a:cubicBezTo>
                    <a:pt x="1790206" y="2133877"/>
                    <a:pt x="1788068" y="2128389"/>
                    <a:pt x="1784220" y="2124195"/>
                  </a:cubicBezTo>
                  <a:close/>
                  <a:moveTo>
                    <a:pt x="706315" y="1945472"/>
                  </a:moveTo>
                  <a:cubicBezTo>
                    <a:pt x="713705" y="1938633"/>
                    <a:pt x="725248" y="1939074"/>
                    <a:pt x="732096" y="1946453"/>
                  </a:cubicBezTo>
                  <a:cubicBezTo>
                    <a:pt x="735259" y="1949851"/>
                    <a:pt x="736997" y="1954330"/>
                    <a:pt x="736958" y="1958980"/>
                  </a:cubicBezTo>
                  <a:cubicBezTo>
                    <a:pt x="737193" y="1964368"/>
                    <a:pt x="734998" y="1969586"/>
                    <a:pt x="730972" y="1973198"/>
                  </a:cubicBezTo>
                  <a:cubicBezTo>
                    <a:pt x="727401" y="1976454"/>
                    <a:pt x="722695" y="1978188"/>
                    <a:pt x="717859" y="1978032"/>
                  </a:cubicBezTo>
                  <a:cubicBezTo>
                    <a:pt x="713014" y="1977762"/>
                    <a:pt x="708464" y="1975615"/>
                    <a:pt x="705175" y="1972060"/>
                  </a:cubicBezTo>
                  <a:cubicBezTo>
                    <a:pt x="702068" y="1968691"/>
                    <a:pt x="700339" y="1964269"/>
                    <a:pt x="700329" y="1959690"/>
                  </a:cubicBezTo>
                  <a:cubicBezTo>
                    <a:pt x="700209" y="1954316"/>
                    <a:pt x="702386" y="1949155"/>
                    <a:pt x="706315" y="1945472"/>
                  </a:cubicBezTo>
                  <a:close/>
                  <a:moveTo>
                    <a:pt x="729261" y="1949311"/>
                  </a:moveTo>
                  <a:cubicBezTo>
                    <a:pt x="724056" y="1943425"/>
                    <a:pt x="715050" y="1942856"/>
                    <a:pt x="709146" y="1948046"/>
                  </a:cubicBezTo>
                  <a:cubicBezTo>
                    <a:pt x="706006" y="1950804"/>
                    <a:pt x="704241" y="1954799"/>
                    <a:pt x="704320" y="1958980"/>
                  </a:cubicBezTo>
                  <a:cubicBezTo>
                    <a:pt x="704294" y="1962548"/>
                    <a:pt x="705617" y="1966003"/>
                    <a:pt x="708025" y="1968648"/>
                  </a:cubicBezTo>
                  <a:cubicBezTo>
                    <a:pt x="710585" y="1971477"/>
                    <a:pt x="714179" y="1973169"/>
                    <a:pt x="718002" y="1973340"/>
                  </a:cubicBezTo>
                  <a:cubicBezTo>
                    <a:pt x="721827" y="1973553"/>
                    <a:pt x="725577" y="1972217"/>
                    <a:pt x="728406" y="1969643"/>
                  </a:cubicBezTo>
                  <a:cubicBezTo>
                    <a:pt x="731429" y="1966927"/>
                    <a:pt x="733141" y="1963046"/>
                    <a:pt x="733109" y="1958980"/>
                  </a:cubicBezTo>
                  <a:cubicBezTo>
                    <a:pt x="733097" y="1955382"/>
                    <a:pt x="731723" y="1951927"/>
                    <a:pt x="729261" y="1949311"/>
                  </a:cubicBezTo>
                  <a:close/>
                  <a:moveTo>
                    <a:pt x="710876" y="1950449"/>
                  </a:moveTo>
                  <a:cubicBezTo>
                    <a:pt x="713188" y="1948415"/>
                    <a:pt x="716200" y="1947335"/>
                    <a:pt x="719285" y="1947463"/>
                  </a:cubicBezTo>
                  <a:cubicBezTo>
                    <a:pt x="725651" y="1947804"/>
                    <a:pt x="730540" y="1953221"/>
                    <a:pt x="730202" y="1959577"/>
                  </a:cubicBezTo>
                  <a:cubicBezTo>
                    <a:pt x="730039" y="1962619"/>
                    <a:pt x="728677" y="1965463"/>
                    <a:pt x="726411" y="1967510"/>
                  </a:cubicBezTo>
                  <a:cubicBezTo>
                    <a:pt x="724193" y="1969615"/>
                    <a:pt x="721197" y="1970695"/>
                    <a:pt x="718144" y="1970496"/>
                  </a:cubicBezTo>
                  <a:cubicBezTo>
                    <a:pt x="715103" y="1970354"/>
                    <a:pt x="712240" y="1969017"/>
                    <a:pt x="710163" y="1966799"/>
                  </a:cubicBezTo>
                  <a:cubicBezTo>
                    <a:pt x="708192" y="1964681"/>
                    <a:pt x="707120" y="1961880"/>
                    <a:pt x="707170" y="1958980"/>
                  </a:cubicBezTo>
                  <a:cubicBezTo>
                    <a:pt x="707246" y="1955766"/>
                    <a:pt x="708575" y="1952709"/>
                    <a:pt x="710876" y="1950449"/>
                  </a:cubicBezTo>
                  <a:close/>
                  <a:moveTo>
                    <a:pt x="724273" y="1953861"/>
                  </a:moveTo>
                  <a:cubicBezTo>
                    <a:pt x="722899" y="1952396"/>
                    <a:pt x="721006" y="1951529"/>
                    <a:pt x="719000" y="1951444"/>
                  </a:cubicBezTo>
                  <a:cubicBezTo>
                    <a:pt x="716994" y="1951316"/>
                    <a:pt x="715028" y="1952041"/>
                    <a:pt x="713584" y="1953434"/>
                  </a:cubicBezTo>
                  <a:cubicBezTo>
                    <a:pt x="710501" y="1956349"/>
                    <a:pt x="710374" y="1961212"/>
                    <a:pt x="713302" y="1964283"/>
                  </a:cubicBezTo>
                  <a:cubicBezTo>
                    <a:pt x="714613" y="1965662"/>
                    <a:pt x="716389" y="1966515"/>
                    <a:pt x="718287" y="1966657"/>
                  </a:cubicBezTo>
                  <a:cubicBezTo>
                    <a:pt x="720318" y="1966671"/>
                    <a:pt x="722289" y="1965975"/>
                    <a:pt x="723845" y="1964667"/>
                  </a:cubicBezTo>
                  <a:cubicBezTo>
                    <a:pt x="726816" y="1961681"/>
                    <a:pt x="726816" y="1956847"/>
                    <a:pt x="723845" y="1953861"/>
                  </a:cubicBezTo>
                  <a:close/>
                  <a:moveTo>
                    <a:pt x="1554329" y="1414139"/>
                  </a:moveTo>
                  <a:cubicBezTo>
                    <a:pt x="1574012" y="1396381"/>
                    <a:pt x="1604355" y="1397774"/>
                    <a:pt x="1622313" y="1417267"/>
                  </a:cubicBezTo>
                  <a:cubicBezTo>
                    <a:pt x="1630408" y="1426083"/>
                    <a:pt x="1634884" y="1437599"/>
                    <a:pt x="1634855" y="1449543"/>
                  </a:cubicBezTo>
                  <a:cubicBezTo>
                    <a:pt x="1634812" y="1476088"/>
                    <a:pt x="1613206" y="1497558"/>
                    <a:pt x="1586597" y="1497515"/>
                  </a:cubicBezTo>
                  <a:cubicBezTo>
                    <a:pt x="1573142" y="1497501"/>
                    <a:pt x="1560301" y="1491856"/>
                    <a:pt x="1551194" y="1481960"/>
                  </a:cubicBezTo>
                  <a:cubicBezTo>
                    <a:pt x="1543098" y="1473145"/>
                    <a:pt x="1538623" y="1461628"/>
                    <a:pt x="1538652" y="1449685"/>
                  </a:cubicBezTo>
                  <a:cubicBezTo>
                    <a:pt x="1538652" y="1436163"/>
                    <a:pt x="1544339" y="1423268"/>
                    <a:pt x="1554329" y="1414139"/>
                  </a:cubicBezTo>
                  <a:close/>
                  <a:moveTo>
                    <a:pt x="1619463" y="1419969"/>
                  </a:moveTo>
                  <a:cubicBezTo>
                    <a:pt x="1603072" y="1401827"/>
                    <a:pt x="1575038" y="1400376"/>
                    <a:pt x="1556866" y="1416727"/>
                  </a:cubicBezTo>
                  <a:cubicBezTo>
                    <a:pt x="1538680" y="1433078"/>
                    <a:pt x="1537227" y="1461045"/>
                    <a:pt x="1553617" y="1479188"/>
                  </a:cubicBezTo>
                  <a:cubicBezTo>
                    <a:pt x="1570007" y="1497316"/>
                    <a:pt x="1598041" y="1498766"/>
                    <a:pt x="1616213" y="1482415"/>
                  </a:cubicBezTo>
                  <a:cubicBezTo>
                    <a:pt x="1625548" y="1474026"/>
                    <a:pt x="1630879" y="1462083"/>
                    <a:pt x="1630864" y="1449543"/>
                  </a:cubicBezTo>
                  <a:cubicBezTo>
                    <a:pt x="1630879" y="1438751"/>
                    <a:pt x="1626917" y="1428329"/>
                    <a:pt x="1619748" y="1420253"/>
                  </a:cubicBezTo>
                  <a:close/>
                  <a:moveTo>
                    <a:pt x="1563878" y="1424661"/>
                  </a:moveTo>
                  <a:cubicBezTo>
                    <a:pt x="1577418" y="1411865"/>
                    <a:pt x="1598797" y="1412433"/>
                    <a:pt x="1611624" y="1425941"/>
                  </a:cubicBezTo>
                  <a:cubicBezTo>
                    <a:pt x="1617681" y="1432310"/>
                    <a:pt x="1621002" y="1440770"/>
                    <a:pt x="1620888" y="1449543"/>
                  </a:cubicBezTo>
                  <a:cubicBezTo>
                    <a:pt x="1620831" y="1468225"/>
                    <a:pt x="1605609" y="1483339"/>
                    <a:pt x="1586882" y="1483297"/>
                  </a:cubicBezTo>
                  <a:cubicBezTo>
                    <a:pt x="1568140" y="1483240"/>
                    <a:pt x="1552990" y="1468055"/>
                    <a:pt x="1553047" y="1449358"/>
                  </a:cubicBezTo>
                  <a:cubicBezTo>
                    <a:pt x="1553075" y="1439988"/>
                    <a:pt x="1556994" y="1431045"/>
                    <a:pt x="1563878" y="1424661"/>
                  </a:cubicBezTo>
                  <a:close/>
                  <a:moveTo>
                    <a:pt x="1608916" y="1429495"/>
                  </a:moveTo>
                  <a:cubicBezTo>
                    <a:pt x="1597756" y="1417324"/>
                    <a:pt x="1578829" y="1416471"/>
                    <a:pt x="1566629" y="1427604"/>
                  </a:cubicBezTo>
                  <a:cubicBezTo>
                    <a:pt x="1554429" y="1438723"/>
                    <a:pt x="1553588" y="1457619"/>
                    <a:pt x="1564734" y="1469789"/>
                  </a:cubicBezTo>
                  <a:cubicBezTo>
                    <a:pt x="1575893" y="1481960"/>
                    <a:pt x="1594820" y="1482799"/>
                    <a:pt x="1607020" y="1471680"/>
                  </a:cubicBezTo>
                  <a:cubicBezTo>
                    <a:pt x="1613249" y="1465993"/>
                    <a:pt x="1616783" y="1457960"/>
                    <a:pt x="1616755" y="1449543"/>
                  </a:cubicBezTo>
                  <a:cubicBezTo>
                    <a:pt x="1616740" y="1442263"/>
                    <a:pt x="1614047" y="1435225"/>
                    <a:pt x="1609201" y="1429780"/>
                  </a:cubicBezTo>
                  <a:close/>
                  <a:moveTo>
                    <a:pt x="646883" y="2119787"/>
                  </a:moveTo>
                  <a:cubicBezTo>
                    <a:pt x="659489" y="2108356"/>
                    <a:pt x="678989" y="2109251"/>
                    <a:pt x="690495" y="2121778"/>
                  </a:cubicBezTo>
                  <a:cubicBezTo>
                    <a:pt x="701991" y="2134275"/>
                    <a:pt x="701154" y="2153697"/>
                    <a:pt x="688626" y="2165171"/>
                  </a:cubicBezTo>
                  <a:cubicBezTo>
                    <a:pt x="688584" y="2165214"/>
                    <a:pt x="688542" y="2165242"/>
                    <a:pt x="688500" y="2165285"/>
                  </a:cubicBezTo>
                  <a:cubicBezTo>
                    <a:pt x="675208" y="2175991"/>
                    <a:pt x="655736" y="2173915"/>
                    <a:pt x="645009" y="2160650"/>
                  </a:cubicBezTo>
                  <a:cubicBezTo>
                    <a:pt x="635190" y="2148522"/>
                    <a:pt x="635994" y="2130977"/>
                    <a:pt x="646883" y="2119787"/>
                  </a:cubicBezTo>
                  <a:close/>
                  <a:moveTo>
                    <a:pt x="687644" y="2124337"/>
                  </a:moveTo>
                  <a:cubicBezTo>
                    <a:pt x="677608" y="2113389"/>
                    <a:pt x="660572" y="2112621"/>
                    <a:pt x="649591" y="2122631"/>
                  </a:cubicBezTo>
                  <a:cubicBezTo>
                    <a:pt x="644005" y="2127763"/>
                    <a:pt x="640806" y="2134972"/>
                    <a:pt x="640754" y="2142536"/>
                  </a:cubicBezTo>
                  <a:cubicBezTo>
                    <a:pt x="640778" y="2149233"/>
                    <a:pt x="643321" y="2155674"/>
                    <a:pt x="647880" y="2160593"/>
                  </a:cubicBezTo>
                  <a:cubicBezTo>
                    <a:pt x="657846" y="2171513"/>
                    <a:pt x="674793" y="2172295"/>
                    <a:pt x="685732" y="2162356"/>
                  </a:cubicBezTo>
                  <a:cubicBezTo>
                    <a:pt x="685752" y="2162342"/>
                    <a:pt x="685772" y="2162313"/>
                    <a:pt x="685792" y="2162299"/>
                  </a:cubicBezTo>
                  <a:cubicBezTo>
                    <a:pt x="691399" y="2157252"/>
                    <a:pt x="694607" y="2150072"/>
                    <a:pt x="694628" y="2142536"/>
                  </a:cubicBezTo>
                  <a:cubicBezTo>
                    <a:pt x="694440" y="2136067"/>
                    <a:pt x="691967" y="2129868"/>
                    <a:pt x="687644" y="2125048"/>
                  </a:cubicBezTo>
                  <a:close/>
                  <a:moveTo>
                    <a:pt x="656574" y="2130308"/>
                  </a:moveTo>
                  <a:cubicBezTo>
                    <a:pt x="663260" y="2124223"/>
                    <a:pt x="673627" y="2124692"/>
                    <a:pt x="679730" y="2131361"/>
                  </a:cubicBezTo>
                  <a:cubicBezTo>
                    <a:pt x="679754" y="2131389"/>
                    <a:pt x="679780" y="2131417"/>
                    <a:pt x="679806" y="2131446"/>
                  </a:cubicBezTo>
                  <a:cubicBezTo>
                    <a:pt x="682650" y="2134446"/>
                    <a:pt x="684232" y="2138413"/>
                    <a:pt x="684224" y="2142536"/>
                  </a:cubicBezTo>
                  <a:cubicBezTo>
                    <a:pt x="684190" y="2147143"/>
                    <a:pt x="682226" y="2151522"/>
                    <a:pt x="678808" y="2154621"/>
                  </a:cubicBezTo>
                  <a:cubicBezTo>
                    <a:pt x="672122" y="2160707"/>
                    <a:pt x="661755" y="2160238"/>
                    <a:pt x="655652" y="2153569"/>
                  </a:cubicBezTo>
                  <a:cubicBezTo>
                    <a:pt x="655628" y="2153541"/>
                    <a:pt x="655602" y="2153512"/>
                    <a:pt x="655577" y="2153484"/>
                  </a:cubicBezTo>
                  <a:cubicBezTo>
                    <a:pt x="652792" y="2150527"/>
                    <a:pt x="651261" y="2146602"/>
                    <a:pt x="651301" y="2142536"/>
                  </a:cubicBezTo>
                  <a:cubicBezTo>
                    <a:pt x="651221" y="2137929"/>
                    <a:pt x="653083" y="2133493"/>
                    <a:pt x="656432" y="2130308"/>
                  </a:cubicBezTo>
                  <a:close/>
                  <a:moveTo>
                    <a:pt x="676955" y="2134005"/>
                  </a:moveTo>
                  <a:cubicBezTo>
                    <a:pt x="672151" y="2129142"/>
                    <a:pt x="664301" y="2129071"/>
                    <a:pt x="659421" y="2133863"/>
                  </a:cubicBezTo>
                  <a:cubicBezTo>
                    <a:pt x="659374" y="2133920"/>
                    <a:pt x="659328" y="2133962"/>
                    <a:pt x="659282" y="2134005"/>
                  </a:cubicBezTo>
                  <a:cubicBezTo>
                    <a:pt x="654330" y="2138711"/>
                    <a:pt x="653953" y="2146474"/>
                    <a:pt x="658427" y="2151636"/>
                  </a:cubicBezTo>
                  <a:cubicBezTo>
                    <a:pt x="663079" y="2156726"/>
                    <a:pt x="670978" y="2157110"/>
                    <a:pt x="676100" y="2152489"/>
                  </a:cubicBezTo>
                  <a:cubicBezTo>
                    <a:pt x="678735" y="2150143"/>
                    <a:pt x="680239" y="2146773"/>
                    <a:pt x="680233" y="2143247"/>
                  </a:cubicBezTo>
                  <a:cubicBezTo>
                    <a:pt x="680414" y="2139849"/>
                    <a:pt x="679234" y="2136536"/>
                    <a:pt x="676955" y="2134005"/>
                  </a:cubicBezTo>
                  <a:close/>
                  <a:moveTo>
                    <a:pt x="236558" y="1704616"/>
                  </a:moveTo>
                  <a:cubicBezTo>
                    <a:pt x="249087" y="1693157"/>
                    <a:pt x="268561" y="1693996"/>
                    <a:pt x="280055" y="1706493"/>
                  </a:cubicBezTo>
                  <a:cubicBezTo>
                    <a:pt x="285289" y="1712181"/>
                    <a:pt x="288181" y="1719645"/>
                    <a:pt x="288151" y="1727366"/>
                  </a:cubicBezTo>
                  <a:cubicBezTo>
                    <a:pt x="288166" y="1736039"/>
                    <a:pt x="284487" y="1744299"/>
                    <a:pt x="278032" y="1750115"/>
                  </a:cubicBezTo>
                  <a:cubicBezTo>
                    <a:pt x="265437" y="1761546"/>
                    <a:pt x="245944" y="1760622"/>
                    <a:pt x="234491" y="1748053"/>
                  </a:cubicBezTo>
                  <a:cubicBezTo>
                    <a:pt x="223038" y="1735484"/>
                    <a:pt x="223963" y="1716048"/>
                    <a:pt x="236558" y="1704616"/>
                  </a:cubicBezTo>
                  <a:close/>
                  <a:moveTo>
                    <a:pt x="277177" y="1709308"/>
                  </a:moveTo>
                  <a:cubicBezTo>
                    <a:pt x="267101" y="1698389"/>
                    <a:pt x="250059" y="1697692"/>
                    <a:pt x="239115" y="1707744"/>
                  </a:cubicBezTo>
                  <a:cubicBezTo>
                    <a:pt x="233722" y="1712692"/>
                    <a:pt x="230585" y="1719631"/>
                    <a:pt x="230429" y="1726939"/>
                  </a:cubicBezTo>
                  <a:cubicBezTo>
                    <a:pt x="230506" y="1741783"/>
                    <a:pt x="242628" y="1753755"/>
                    <a:pt x="257505" y="1753669"/>
                  </a:cubicBezTo>
                  <a:cubicBezTo>
                    <a:pt x="264149" y="1753641"/>
                    <a:pt x="270545" y="1751153"/>
                    <a:pt x="275467" y="1746702"/>
                  </a:cubicBezTo>
                  <a:cubicBezTo>
                    <a:pt x="281014" y="1741555"/>
                    <a:pt x="284164" y="1734347"/>
                    <a:pt x="284161" y="1726797"/>
                  </a:cubicBezTo>
                  <a:cubicBezTo>
                    <a:pt x="284048" y="1720313"/>
                    <a:pt x="281565" y="1714100"/>
                    <a:pt x="277177" y="1709308"/>
                  </a:cubicBezTo>
                  <a:close/>
                  <a:moveTo>
                    <a:pt x="310527" y="2093199"/>
                  </a:moveTo>
                  <a:cubicBezTo>
                    <a:pt x="314148" y="2089943"/>
                    <a:pt x="318915" y="2088251"/>
                    <a:pt x="323782" y="2088507"/>
                  </a:cubicBezTo>
                  <a:cubicBezTo>
                    <a:pt x="328705" y="2088621"/>
                    <a:pt x="333354" y="2090796"/>
                    <a:pt x="336609" y="2094479"/>
                  </a:cubicBezTo>
                  <a:cubicBezTo>
                    <a:pt x="339716" y="2097848"/>
                    <a:pt x="341445" y="2102270"/>
                    <a:pt x="341455" y="2106848"/>
                  </a:cubicBezTo>
                  <a:cubicBezTo>
                    <a:pt x="341539" y="2112209"/>
                    <a:pt x="339369" y="2117370"/>
                    <a:pt x="335469" y="2121067"/>
                  </a:cubicBezTo>
                  <a:cubicBezTo>
                    <a:pt x="331813" y="2124351"/>
                    <a:pt x="326988" y="2126043"/>
                    <a:pt x="322072" y="2125759"/>
                  </a:cubicBezTo>
                  <a:cubicBezTo>
                    <a:pt x="317195" y="2125616"/>
                    <a:pt x="312598" y="2123455"/>
                    <a:pt x="309387" y="2119787"/>
                  </a:cubicBezTo>
                  <a:cubicBezTo>
                    <a:pt x="306280" y="2116417"/>
                    <a:pt x="304551" y="2111995"/>
                    <a:pt x="304542" y="2107417"/>
                  </a:cubicBezTo>
                  <a:cubicBezTo>
                    <a:pt x="304426" y="2102085"/>
                    <a:pt x="306605" y="2096967"/>
                    <a:pt x="310527" y="2093341"/>
                  </a:cubicBezTo>
                  <a:close/>
                  <a:moveTo>
                    <a:pt x="333759" y="2097038"/>
                  </a:moveTo>
                  <a:cubicBezTo>
                    <a:pt x="331101" y="2094251"/>
                    <a:pt x="327486" y="2092573"/>
                    <a:pt x="323640" y="2092346"/>
                  </a:cubicBezTo>
                  <a:cubicBezTo>
                    <a:pt x="319794" y="2092175"/>
                    <a:pt x="316042" y="2093554"/>
                    <a:pt x="313235" y="2096185"/>
                  </a:cubicBezTo>
                  <a:cubicBezTo>
                    <a:pt x="310213" y="2098900"/>
                    <a:pt x="308501" y="2102782"/>
                    <a:pt x="308532" y="2106848"/>
                  </a:cubicBezTo>
                  <a:cubicBezTo>
                    <a:pt x="308507" y="2110417"/>
                    <a:pt x="309829" y="2113872"/>
                    <a:pt x="312238" y="2116517"/>
                  </a:cubicBezTo>
                  <a:cubicBezTo>
                    <a:pt x="317411" y="2122431"/>
                    <a:pt x="326415" y="2123043"/>
                    <a:pt x="332346" y="2117882"/>
                  </a:cubicBezTo>
                  <a:cubicBezTo>
                    <a:pt x="332488" y="2117768"/>
                    <a:pt x="332626" y="2117640"/>
                    <a:pt x="332761" y="2117512"/>
                  </a:cubicBezTo>
                  <a:cubicBezTo>
                    <a:pt x="338693" y="2112351"/>
                    <a:pt x="339309" y="2103365"/>
                    <a:pt x="334135" y="2097450"/>
                  </a:cubicBezTo>
                  <a:cubicBezTo>
                    <a:pt x="334013" y="2097308"/>
                    <a:pt x="333887" y="2097180"/>
                    <a:pt x="333759" y="2097038"/>
                  </a:cubicBezTo>
                  <a:close/>
                  <a:moveTo>
                    <a:pt x="679378" y="1457220"/>
                  </a:moveTo>
                  <a:cubicBezTo>
                    <a:pt x="683195" y="1453609"/>
                    <a:pt x="688384" y="1451789"/>
                    <a:pt x="693630" y="1452244"/>
                  </a:cubicBezTo>
                  <a:cubicBezTo>
                    <a:pt x="698761" y="1452429"/>
                    <a:pt x="703596" y="1454690"/>
                    <a:pt x="707028" y="1458500"/>
                  </a:cubicBezTo>
                  <a:cubicBezTo>
                    <a:pt x="710213" y="1462069"/>
                    <a:pt x="711986" y="1466661"/>
                    <a:pt x="712016" y="1471439"/>
                  </a:cubicBezTo>
                  <a:cubicBezTo>
                    <a:pt x="712010" y="1476842"/>
                    <a:pt x="709736" y="1482003"/>
                    <a:pt x="705745" y="1485657"/>
                  </a:cubicBezTo>
                  <a:cubicBezTo>
                    <a:pt x="701873" y="1489183"/>
                    <a:pt x="696725" y="1490975"/>
                    <a:pt x="691493" y="1490633"/>
                  </a:cubicBezTo>
                  <a:cubicBezTo>
                    <a:pt x="686407" y="1490420"/>
                    <a:pt x="681626" y="1488159"/>
                    <a:pt x="678238" y="1484377"/>
                  </a:cubicBezTo>
                  <a:cubicBezTo>
                    <a:pt x="674954" y="1480865"/>
                    <a:pt x="673121" y="1476244"/>
                    <a:pt x="673107" y="1471439"/>
                  </a:cubicBezTo>
                  <a:cubicBezTo>
                    <a:pt x="673241" y="1466263"/>
                    <a:pt x="675511" y="1461372"/>
                    <a:pt x="679378" y="1457931"/>
                  </a:cubicBezTo>
                  <a:close/>
                  <a:moveTo>
                    <a:pt x="703607" y="1461059"/>
                  </a:moveTo>
                  <a:cubicBezTo>
                    <a:pt x="700902" y="1458059"/>
                    <a:pt x="697102" y="1456268"/>
                    <a:pt x="693060" y="1456083"/>
                  </a:cubicBezTo>
                  <a:cubicBezTo>
                    <a:pt x="684569" y="1455685"/>
                    <a:pt x="677366" y="1462239"/>
                    <a:pt x="676972" y="1470714"/>
                  </a:cubicBezTo>
                  <a:cubicBezTo>
                    <a:pt x="676961" y="1470955"/>
                    <a:pt x="676955" y="1471197"/>
                    <a:pt x="676955" y="1471439"/>
                  </a:cubicBezTo>
                  <a:cubicBezTo>
                    <a:pt x="676961" y="1475221"/>
                    <a:pt x="678385" y="1478875"/>
                    <a:pt x="680946" y="1481676"/>
                  </a:cubicBezTo>
                  <a:cubicBezTo>
                    <a:pt x="683621" y="1484789"/>
                    <a:pt x="687519" y="1486609"/>
                    <a:pt x="691635" y="1486652"/>
                  </a:cubicBezTo>
                  <a:cubicBezTo>
                    <a:pt x="695696" y="1486951"/>
                    <a:pt x="699689" y="1485500"/>
                    <a:pt x="702609" y="1482671"/>
                  </a:cubicBezTo>
                  <a:cubicBezTo>
                    <a:pt x="705892" y="1479870"/>
                    <a:pt x="707726" y="1475747"/>
                    <a:pt x="707598" y="1471439"/>
                  </a:cubicBezTo>
                  <a:cubicBezTo>
                    <a:pt x="707431" y="1467856"/>
                    <a:pt x="706020" y="1464429"/>
                    <a:pt x="703607" y="1461770"/>
                  </a:cubicBezTo>
                  <a:close/>
                  <a:moveTo>
                    <a:pt x="675102" y="1452671"/>
                  </a:moveTo>
                  <a:cubicBezTo>
                    <a:pt x="685434" y="1443116"/>
                    <a:pt x="701576" y="1443727"/>
                    <a:pt x="711155" y="1454036"/>
                  </a:cubicBezTo>
                  <a:cubicBezTo>
                    <a:pt x="720736" y="1464344"/>
                    <a:pt x="720126" y="1480439"/>
                    <a:pt x="709793" y="1489993"/>
                  </a:cubicBezTo>
                  <a:cubicBezTo>
                    <a:pt x="704724" y="1494685"/>
                    <a:pt x="697966" y="1497117"/>
                    <a:pt x="691065" y="1496747"/>
                  </a:cubicBezTo>
                  <a:cubicBezTo>
                    <a:pt x="684354" y="1496434"/>
                    <a:pt x="678044" y="1493463"/>
                    <a:pt x="673535" y="1488500"/>
                  </a:cubicBezTo>
                  <a:cubicBezTo>
                    <a:pt x="664048" y="1478221"/>
                    <a:pt x="664715" y="1462211"/>
                    <a:pt x="675027" y="1452742"/>
                  </a:cubicBezTo>
                  <a:cubicBezTo>
                    <a:pt x="675051" y="1452713"/>
                    <a:pt x="675077" y="1452699"/>
                    <a:pt x="675102" y="1452671"/>
                  </a:cubicBezTo>
                  <a:close/>
                  <a:moveTo>
                    <a:pt x="708168" y="1456936"/>
                  </a:moveTo>
                  <a:cubicBezTo>
                    <a:pt x="699172" y="1449187"/>
                    <a:pt x="685581" y="1450183"/>
                    <a:pt x="677815" y="1459154"/>
                  </a:cubicBezTo>
                  <a:cubicBezTo>
                    <a:pt x="671412" y="1466548"/>
                    <a:pt x="670825" y="1477325"/>
                    <a:pt x="676385" y="1485372"/>
                  </a:cubicBezTo>
                  <a:cubicBezTo>
                    <a:pt x="680186" y="1489666"/>
                    <a:pt x="685608" y="1492197"/>
                    <a:pt x="691350" y="1492339"/>
                  </a:cubicBezTo>
                  <a:cubicBezTo>
                    <a:pt x="703140" y="1492979"/>
                    <a:pt x="713222" y="1483979"/>
                    <a:pt x="713869" y="1472221"/>
                  </a:cubicBezTo>
                  <a:cubicBezTo>
                    <a:pt x="714188" y="1466420"/>
                    <a:pt x="712130" y="1460747"/>
                    <a:pt x="708168" y="1456510"/>
                  </a:cubicBezTo>
                  <a:close/>
                  <a:moveTo>
                    <a:pt x="571630" y="2378557"/>
                  </a:moveTo>
                  <a:cubicBezTo>
                    <a:pt x="581979" y="2369131"/>
                    <a:pt x="598024" y="2369870"/>
                    <a:pt x="607471" y="2380193"/>
                  </a:cubicBezTo>
                  <a:cubicBezTo>
                    <a:pt x="616916" y="2390515"/>
                    <a:pt x="616185" y="2406525"/>
                    <a:pt x="605836" y="2415937"/>
                  </a:cubicBezTo>
                  <a:cubicBezTo>
                    <a:pt x="595487" y="2425364"/>
                    <a:pt x="579441" y="2424639"/>
                    <a:pt x="569996" y="2414316"/>
                  </a:cubicBezTo>
                  <a:cubicBezTo>
                    <a:pt x="565747" y="2409667"/>
                    <a:pt x="563383" y="2403610"/>
                    <a:pt x="563364" y="2397325"/>
                  </a:cubicBezTo>
                  <a:lnTo>
                    <a:pt x="563364" y="2397325"/>
                  </a:lnTo>
                  <a:cubicBezTo>
                    <a:pt x="563507" y="2390430"/>
                    <a:pt x="566497" y="2383889"/>
                    <a:pt x="571630" y="2379268"/>
                  </a:cubicBezTo>
                  <a:close/>
                  <a:moveTo>
                    <a:pt x="604696" y="2382823"/>
                  </a:moveTo>
                  <a:cubicBezTo>
                    <a:pt x="596793" y="2374065"/>
                    <a:pt x="583276" y="2373368"/>
                    <a:pt x="574504" y="2381245"/>
                  </a:cubicBezTo>
                  <a:cubicBezTo>
                    <a:pt x="574448" y="2381302"/>
                    <a:pt x="574393" y="2381344"/>
                    <a:pt x="574338" y="2381401"/>
                  </a:cubicBezTo>
                  <a:cubicBezTo>
                    <a:pt x="569893" y="2385510"/>
                    <a:pt x="567363" y="2391283"/>
                    <a:pt x="567355" y="2397325"/>
                  </a:cubicBezTo>
                  <a:lnTo>
                    <a:pt x="567355" y="2397325"/>
                  </a:lnTo>
                  <a:cubicBezTo>
                    <a:pt x="567413" y="2402586"/>
                    <a:pt x="569389" y="2407634"/>
                    <a:pt x="572913" y="2411544"/>
                  </a:cubicBezTo>
                  <a:cubicBezTo>
                    <a:pt x="580816" y="2420302"/>
                    <a:pt x="594333" y="2420999"/>
                    <a:pt x="603105" y="2413122"/>
                  </a:cubicBezTo>
                  <a:cubicBezTo>
                    <a:pt x="603161" y="2413065"/>
                    <a:pt x="603216" y="2413022"/>
                    <a:pt x="603271" y="2412965"/>
                  </a:cubicBezTo>
                  <a:cubicBezTo>
                    <a:pt x="612037" y="2405188"/>
                    <a:pt x="612830" y="2391809"/>
                    <a:pt x="605039" y="2383050"/>
                  </a:cubicBezTo>
                  <a:cubicBezTo>
                    <a:pt x="604927" y="2382937"/>
                    <a:pt x="604811" y="2382809"/>
                    <a:pt x="604696" y="2382681"/>
                  </a:cubicBezTo>
                  <a:close/>
                  <a:moveTo>
                    <a:pt x="1174790" y="1619592"/>
                  </a:moveTo>
                  <a:cubicBezTo>
                    <a:pt x="1185245" y="1610208"/>
                    <a:pt x="1201330" y="1610962"/>
                    <a:pt x="1210848" y="1621298"/>
                  </a:cubicBezTo>
                  <a:cubicBezTo>
                    <a:pt x="1215111" y="1625962"/>
                    <a:pt x="1217453" y="1632047"/>
                    <a:pt x="1217404" y="1638360"/>
                  </a:cubicBezTo>
                  <a:cubicBezTo>
                    <a:pt x="1217423" y="1652336"/>
                    <a:pt x="1206078" y="1663682"/>
                    <a:pt x="1192068" y="1663697"/>
                  </a:cubicBezTo>
                  <a:cubicBezTo>
                    <a:pt x="1191629" y="1663697"/>
                    <a:pt x="1191190" y="1663697"/>
                    <a:pt x="1190752" y="1663668"/>
                  </a:cubicBezTo>
                  <a:cubicBezTo>
                    <a:pt x="1177221" y="1662986"/>
                    <a:pt x="1166582" y="1651881"/>
                    <a:pt x="1166523" y="1638360"/>
                  </a:cubicBezTo>
                  <a:lnTo>
                    <a:pt x="1166523" y="1638360"/>
                  </a:lnTo>
                  <a:cubicBezTo>
                    <a:pt x="1166679" y="1631493"/>
                    <a:pt x="1169607" y="1624981"/>
                    <a:pt x="1174647" y="1620303"/>
                  </a:cubicBezTo>
                  <a:close/>
                  <a:moveTo>
                    <a:pt x="1207855" y="1623857"/>
                  </a:moveTo>
                  <a:cubicBezTo>
                    <a:pt x="1199858" y="1615113"/>
                    <a:pt x="1186280" y="1614488"/>
                    <a:pt x="1177497" y="1622435"/>
                  </a:cubicBezTo>
                  <a:cubicBezTo>
                    <a:pt x="1173081" y="1626559"/>
                    <a:pt x="1170557" y="1632317"/>
                    <a:pt x="1170514" y="1638360"/>
                  </a:cubicBezTo>
                  <a:cubicBezTo>
                    <a:pt x="1170428" y="1649862"/>
                    <a:pt x="1179510" y="1659374"/>
                    <a:pt x="1191037" y="1659829"/>
                  </a:cubicBezTo>
                  <a:cubicBezTo>
                    <a:pt x="1196738" y="1660156"/>
                    <a:pt x="1202315" y="1658095"/>
                    <a:pt x="1206430" y="1654142"/>
                  </a:cubicBezTo>
                  <a:cubicBezTo>
                    <a:pt x="1215198" y="1646365"/>
                    <a:pt x="1215989" y="1632985"/>
                    <a:pt x="1208198" y="1624227"/>
                  </a:cubicBezTo>
                  <a:cubicBezTo>
                    <a:pt x="1208086" y="1624113"/>
                    <a:pt x="1207972" y="1623985"/>
                    <a:pt x="1207855" y="1623857"/>
                  </a:cubicBezTo>
                  <a:close/>
                  <a:moveTo>
                    <a:pt x="1183768" y="1629402"/>
                  </a:moveTo>
                  <a:cubicBezTo>
                    <a:pt x="1188657" y="1624838"/>
                    <a:pt x="1196323" y="1625109"/>
                    <a:pt x="1200891" y="1629985"/>
                  </a:cubicBezTo>
                  <a:cubicBezTo>
                    <a:pt x="1200933" y="1630028"/>
                    <a:pt x="1200974" y="1630071"/>
                    <a:pt x="1201014" y="1630113"/>
                  </a:cubicBezTo>
                  <a:cubicBezTo>
                    <a:pt x="1205435" y="1635132"/>
                    <a:pt x="1205057" y="1642753"/>
                    <a:pt x="1200159" y="1647317"/>
                  </a:cubicBezTo>
                  <a:cubicBezTo>
                    <a:pt x="1197848" y="1649578"/>
                    <a:pt x="1194694" y="1650758"/>
                    <a:pt x="1191465" y="1650588"/>
                  </a:cubicBezTo>
                  <a:cubicBezTo>
                    <a:pt x="1188214" y="1650374"/>
                    <a:pt x="1185161" y="1648952"/>
                    <a:pt x="1182913" y="1646607"/>
                  </a:cubicBezTo>
                  <a:cubicBezTo>
                    <a:pt x="1180911" y="1644317"/>
                    <a:pt x="1179798" y="1641388"/>
                    <a:pt x="1179778" y="1638360"/>
                  </a:cubicBezTo>
                  <a:lnTo>
                    <a:pt x="1179778" y="1638360"/>
                  </a:lnTo>
                  <a:cubicBezTo>
                    <a:pt x="1179957" y="1635189"/>
                    <a:pt x="1181393" y="1632218"/>
                    <a:pt x="1183768" y="1630113"/>
                  </a:cubicBezTo>
                  <a:close/>
                  <a:moveTo>
                    <a:pt x="1198021" y="1632815"/>
                  </a:moveTo>
                  <a:cubicBezTo>
                    <a:pt x="1194904" y="1629602"/>
                    <a:pt x="1189762" y="1629502"/>
                    <a:pt x="1186533" y="1632616"/>
                  </a:cubicBezTo>
                  <a:cubicBezTo>
                    <a:pt x="1186466" y="1632687"/>
                    <a:pt x="1186399" y="1632744"/>
                    <a:pt x="1186334" y="1632815"/>
                  </a:cubicBezTo>
                  <a:cubicBezTo>
                    <a:pt x="1184621" y="1634393"/>
                    <a:pt x="1183640" y="1636611"/>
                    <a:pt x="1183626" y="1638929"/>
                  </a:cubicBezTo>
                  <a:lnTo>
                    <a:pt x="1183626" y="1638929"/>
                  </a:lnTo>
                  <a:cubicBezTo>
                    <a:pt x="1183623" y="1640976"/>
                    <a:pt x="1184386" y="1642952"/>
                    <a:pt x="1185764" y="1644474"/>
                  </a:cubicBezTo>
                  <a:cubicBezTo>
                    <a:pt x="1187200" y="1646137"/>
                    <a:pt x="1189269" y="1647118"/>
                    <a:pt x="1191465" y="1647175"/>
                  </a:cubicBezTo>
                  <a:cubicBezTo>
                    <a:pt x="1196003" y="1647673"/>
                    <a:pt x="1200087" y="1644417"/>
                    <a:pt x="1200589" y="1639881"/>
                  </a:cubicBezTo>
                  <a:cubicBezTo>
                    <a:pt x="1200876" y="1637294"/>
                    <a:pt x="1199924" y="1634734"/>
                    <a:pt x="1198021" y="1632957"/>
                  </a:cubicBezTo>
                  <a:close/>
                  <a:moveTo>
                    <a:pt x="1622313" y="1089539"/>
                  </a:moveTo>
                  <a:cubicBezTo>
                    <a:pt x="1632774" y="1080155"/>
                    <a:pt x="1648851" y="1080908"/>
                    <a:pt x="1658371" y="1091245"/>
                  </a:cubicBezTo>
                  <a:cubicBezTo>
                    <a:pt x="1662633" y="1095909"/>
                    <a:pt x="1664970" y="1101994"/>
                    <a:pt x="1664928" y="1108307"/>
                  </a:cubicBezTo>
                  <a:cubicBezTo>
                    <a:pt x="1664942" y="1122283"/>
                    <a:pt x="1653597" y="1133629"/>
                    <a:pt x="1639587" y="1133644"/>
                  </a:cubicBezTo>
                  <a:cubicBezTo>
                    <a:pt x="1639145" y="1133644"/>
                    <a:pt x="1638717" y="1133644"/>
                    <a:pt x="1638276" y="1133615"/>
                  </a:cubicBezTo>
                  <a:cubicBezTo>
                    <a:pt x="1624750" y="1132933"/>
                    <a:pt x="1614104" y="1121828"/>
                    <a:pt x="1614047" y="1108307"/>
                  </a:cubicBezTo>
                  <a:lnTo>
                    <a:pt x="1614047" y="1108307"/>
                  </a:lnTo>
                  <a:cubicBezTo>
                    <a:pt x="1614232" y="1101425"/>
                    <a:pt x="1617225" y="1094899"/>
                    <a:pt x="1622313" y="1090250"/>
                  </a:cubicBezTo>
                  <a:close/>
                  <a:moveTo>
                    <a:pt x="1655378" y="1093804"/>
                  </a:moveTo>
                  <a:cubicBezTo>
                    <a:pt x="1647383" y="1085060"/>
                    <a:pt x="1633800" y="1084435"/>
                    <a:pt x="1625021" y="1092382"/>
                  </a:cubicBezTo>
                  <a:cubicBezTo>
                    <a:pt x="1620603" y="1096506"/>
                    <a:pt x="1618080" y="1102264"/>
                    <a:pt x="1618037" y="1108307"/>
                  </a:cubicBezTo>
                  <a:lnTo>
                    <a:pt x="1618037" y="1108307"/>
                  </a:lnTo>
                  <a:cubicBezTo>
                    <a:pt x="1617952" y="1119809"/>
                    <a:pt x="1627031" y="1129321"/>
                    <a:pt x="1638561" y="1129776"/>
                  </a:cubicBezTo>
                  <a:cubicBezTo>
                    <a:pt x="1644262" y="1130103"/>
                    <a:pt x="1649834" y="1128042"/>
                    <a:pt x="1653953" y="1124089"/>
                  </a:cubicBezTo>
                  <a:cubicBezTo>
                    <a:pt x="1662718" y="1116312"/>
                    <a:pt x="1663517" y="1102932"/>
                    <a:pt x="1655720" y="1094174"/>
                  </a:cubicBezTo>
                  <a:cubicBezTo>
                    <a:pt x="1655607" y="1094060"/>
                    <a:pt x="1655492" y="1093932"/>
                    <a:pt x="1655378" y="1093804"/>
                  </a:cubicBezTo>
                  <a:close/>
                  <a:moveTo>
                    <a:pt x="679378" y="1457931"/>
                  </a:moveTo>
                  <a:cubicBezTo>
                    <a:pt x="683195" y="1454320"/>
                    <a:pt x="688384" y="1452500"/>
                    <a:pt x="693630" y="1452955"/>
                  </a:cubicBezTo>
                  <a:cubicBezTo>
                    <a:pt x="698761" y="1453140"/>
                    <a:pt x="703596" y="1455400"/>
                    <a:pt x="707028" y="1459211"/>
                  </a:cubicBezTo>
                  <a:cubicBezTo>
                    <a:pt x="710213" y="1462780"/>
                    <a:pt x="711986" y="1467372"/>
                    <a:pt x="712016" y="1472150"/>
                  </a:cubicBezTo>
                  <a:cubicBezTo>
                    <a:pt x="712010" y="1477553"/>
                    <a:pt x="709736" y="1482714"/>
                    <a:pt x="705745" y="1486368"/>
                  </a:cubicBezTo>
                  <a:cubicBezTo>
                    <a:pt x="701873" y="1489894"/>
                    <a:pt x="696725" y="1491685"/>
                    <a:pt x="691493" y="1491344"/>
                  </a:cubicBezTo>
                  <a:cubicBezTo>
                    <a:pt x="686407" y="1491131"/>
                    <a:pt x="681626" y="1488870"/>
                    <a:pt x="678238" y="1485088"/>
                  </a:cubicBezTo>
                  <a:cubicBezTo>
                    <a:pt x="674954" y="1481576"/>
                    <a:pt x="673121" y="1476955"/>
                    <a:pt x="673107" y="1472150"/>
                  </a:cubicBezTo>
                  <a:cubicBezTo>
                    <a:pt x="673042" y="1466733"/>
                    <a:pt x="675328" y="1461543"/>
                    <a:pt x="679378" y="1457931"/>
                  </a:cubicBezTo>
                  <a:close/>
                  <a:moveTo>
                    <a:pt x="703607" y="1461770"/>
                  </a:moveTo>
                  <a:cubicBezTo>
                    <a:pt x="700902" y="1458770"/>
                    <a:pt x="697102" y="1456979"/>
                    <a:pt x="693060" y="1456794"/>
                  </a:cubicBezTo>
                  <a:cubicBezTo>
                    <a:pt x="684569" y="1456396"/>
                    <a:pt x="677366" y="1462950"/>
                    <a:pt x="676972" y="1471425"/>
                  </a:cubicBezTo>
                  <a:cubicBezTo>
                    <a:pt x="676961" y="1471666"/>
                    <a:pt x="676955" y="1471908"/>
                    <a:pt x="676955" y="1472150"/>
                  </a:cubicBezTo>
                  <a:cubicBezTo>
                    <a:pt x="676961" y="1475932"/>
                    <a:pt x="678385" y="1479586"/>
                    <a:pt x="680946" y="1482387"/>
                  </a:cubicBezTo>
                  <a:cubicBezTo>
                    <a:pt x="683621" y="1485515"/>
                    <a:pt x="687519" y="1487320"/>
                    <a:pt x="691635" y="1487363"/>
                  </a:cubicBezTo>
                  <a:cubicBezTo>
                    <a:pt x="695696" y="1487662"/>
                    <a:pt x="699689" y="1486211"/>
                    <a:pt x="702609" y="1483382"/>
                  </a:cubicBezTo>
                  <a:cubicBezTo>
                    <a:pt x="705892" y="1480581"/>
                    <a:pt x="707726" y="1476458"/>
                    <a:pt x="707598" y="1472150"/>
                  </a:cubicBezTo>
                  <a:cubicBezTo>
                    <a:pt x="707601" y="1468311"/>
                    <a:pt x="706178" y="1464614"/>
                    <a:pt x="703607" y="1461770"/>
                  </a:cubicBezTo>
                  <a:close/>
                  <a:moveTo>
                    <a:pt x="1582834" y="2671736"/>
                  </a:moveTo>
                  <a:cubicBezTo>
                    <a:pt x="1586725" y="2668238"/>
                    <a:pt x="1591856" y="2666447"/>
                    <a:pt x="1597086" y="2666760"/>
                  </a:cubicBezTo>
                  <a:cubicBezTo>
                    <a:pt x="1602189" y="2667073"/>
                    <a:pt x="1606978" y="2669305"/>
                    <a:pt x="1610484" y="2673016"/>
                  </a:cubicBezTo>
                  <a:cubicBezTo>
                    <a:pt x="1617653" y="2680949"/>
                    <a:pt x="1617025" y="2693177"/>
                    <a:pt x="1609073" y="2700329"/>
                  </a:cubicBezTo>
                  <a:cubicBezTo>
                    <a:pt x="1605324" y="2703698"/>
                    <a:pt x="1600421" y="2705476"/>
                    <a:pt x="1595376" y="2705291"/>
                  </a:cubicBezTo>
                  <a:cubicBezTo>
                    <a:pt x="1590260" y="2705035"/>
                    <a:pt x="1585456" y="2702788"/>
                    <a:pt x="1581979" y="2699035"/>
                  </a:cubicBezTo>
                  <a:cubicBezTo>
                    <a:pt x="1574867" y="2691115"/>
                    <a:pt x="1575437" y="2678959"/>
                    <a:pt x="1583262" y="2671736"/>
                  </a:cubicBezTo>
                  <a:close/>
                  <a:moveTo>
                    <a:pt x="1607063" y="2675717"/>
                  </a:moveTo>
                  <a:cubicBezTo>
                    <a:pt x="1604426" y="2672632"/>
                    <a:pt x="1600578" y="2670826"/>
                    <a:pt x="1596516" y="2670741"/>
                  </a:cubicBezTo>
                  <a:cubicBezTo>
                    <a:pt x="1588022" y="2670342"/>
                    <a:pt x="1580824" y="2676897"/>
                    <a:pt x="1580425" y="2685371"/>
                  </a:cubicBezTo>
                  <a:cubicBezTo>
                    <a:pt x="1580411" y="2685570"/>
                    <a:pt x="1580411" y="2685755"/>
                    <a:pt x="1580411" y="2685954"/>
                  </a:cubicBezTo>
                  <a:cubicBezTo>
                    <a:pt x="1580311" y="2694044"/>
                    <a:pt x="1586582" y="2700784"/>
                    <a:pt x="1594664" y="2701310"/>
                  </a:cubicBezTo>
                  <a:cubicBezTo>
                    <a:pt x="1598697" y="2701466"/>
                    <a:pt x="1602645" y="2700044"/>
                    <a:pt x="1605638" y="2697329"/>
                  </a:cubicBezTo>
                  <a:cubicBezTo>
                    <a:pt x="1611880" y="2691926"/>
                    <a:pt x="1612550" y="2682499"/>
                    <a:pt x="1607134" y="2676272"/>
                  </a:cubicBezTo>
                  <a:cubicBezTo>
                    <a:pt x="1606978" y="2676087"/>
                    <a:pt x="1606806" y="2675902"/>
                    <a:pt x="1606635" y="2675717"/>
                  </a:cubicBezTo>
                  <a:close/>
                  <a:moveTo>
                    <a:pt x="1678325" y="1494330"/>
                  </a:moveTo>
                  <a:cubicBezTo>
                    <a:pt x="1679479" y="1486567"/>
                    <a:pt x="1686734" y="1481206"/>
                    <a:pt x="1694530" y="1482358"/>
                  </a:cubicBezTo>
                  <a:cubicBezTo>
                    <a:pt x="1694829" y="1482415"/>
                    <a:pt x="1695128" y="1482458"/>
                    <a:pt x="1695428" y="1482529"/>
                  </a:cubicBezTo>
                  <a:cubicBezTo>
                    <a:pt x="1703209" y="1483681"/>
                    <a:pt x="1708582" y="1490917"/>
                    <a:pt x="1707428" y="1498695"/>
                  </a:cubicBezTo>
                  <a:cubicBezTo>
                    <a:pt x="1707371" y="1498994"/>
                    <a:pt x="1707328" y="1499292"/>
                    <a:pt x="1707257" y="1499591"/>
                  </a:cubicBezTo>
                  <a:cubicBezTo>
                    <a:pt x="1706587" y="1503430"/>
                    <a:pt x="1704378" y="1506814"/>
                    <a:pt x="1701129" y="1508975"/>
                  </a:cubicBezTo>
                  <a:cubicBezTo>
                    <a:pt x="1697950" y="1511250"/>
                    <a:pt x="1693988" y="1512117"/>
                    <a:pt x="1690154" y="1511392"/>
                  </a:cubicBezTo>
                  <a:cubicBezTo>
                    <a:pt x="1683128" y="1510325"/>
                    <a:pt x="1677954" y="1504268"/>
                    <a:pt x="1678040" y="1497173"/>
                  </a:cubicBezTo>
                  <a:cubicBezTo>
                    <a:pt x="1678054" y="1496221"/>
                    <a:pt x="1678139" y="1495268"/>
                    <a:pt x="1678325" y="1494330"/>
                  </a:cubicBezTo>
                  <a:close/>
                  <a:moveTo>
                    <a:pt x="1694715" y="1486368"/>
                  </a:moveTo>
                  <a:cubicBezTo>
                    <a:pt x="1691893" y="1485856"/>
                    <a:pt x="1688971" y="1486467"/>
                    <a:pt x="1686591" y="1488074"/>
                  </a:cubicBezTo>
                  <a:cubicBezTo>
                    <a:pt x="1684297" y="1489766"/>
                    <a:pt x="1682714" y="1492254"/>
                    <a:pt x="1682173" y="1495041"/>
                  </a:cubicBezTo>
                  <a:cubicBezTo>
                    <a:pt x="1681018" y="1500813"/>
                    <a:pt x="1684795" y="1506430"/>
                    <a:pt x="1690582" y="1507567"/>
                  </a:cubicBezTo>
                  <a:cubicBezTo>
                    <a:pt x="1693518" y="1508150"/>
                    <a:pt x="1696568" y="1507482"/>
                    <a:pt x="1698991" y="1505704"/>
                  </a:cubicBezTo>
                  <a:cubicBezTo>
                    <a:pt x="1701299" y="1504084"/>
                    <a:pt x="1702881" y="1501638"/>
                    <a:pt x="1703409" y="1498880"/>
                  </a:cubicBezTo>
                  <a:cubicBezTo>
                    <a:pt x="1703480" y="1498211"/>
                    <a:pt x="1703480" y="1497558"/>
                    <a:pt x="1703409" y="1496889"/>
                  </a:cubicBezTo>
                  <a:cubicBezTo>
                    <a:pt x="1703380" y="1491771"/>
                    <a:pt x="1699746" y="1487377"/>
                    <a:pt x="1694715" y="1486368"/>
                  </a:cubicBezTo>
                  <a:close/>
                  <a:moveTo>
                    <a:pt x="937345" y="37821"/>
                  </a:moveTo>
                  <a:lnTo>
                    <a:pt x="933925" y="37821"/>
                  </a:lnTo>
                  <a:lnTo>
                    <a:pt x="933925" y="37821"/>
                  </a:lnTo>
                  <a:cubicBezTo>
                    <a:pt x="923593" y="35946"/>
                    <a:pt x="916717" y="26101"/>
                    <a:pt x="918532" y="15783"/>
                  </a:cubicBezTo>
                  <a:cubicBezTo>
                    <a:pt x="919440" y="10841"/>
                    <a:pt x="922255" y="6450"/>
                    <a:pt x="926371" y="3556"/>
                  </a:cubicBezTo>
                  <a:cubicBezTo>
                    <a:pt x="934951" y="-2564"/>
                    <a:pt x="946880" y="-588"/>
                    <a:pt x="953015" y="7972"/>
                  </a:cubicBezTo>
                  <a:cubicBezTo>
                    <a:pt x="959149" y="16532"/>
                    <a:pt x="957168" y="28432"/>
                    <a:pt x="948588" y="34553"/>
                  </a:cubicBezTo>
                  <a:cubicBezTo>
                    <a:pt x="945310" y="36890"/>
                    <a:pt x="941375" y="38134"/>
                    <a:pt x="937345" y="38106"/>
                  </a:cubicBezTo>
                  <a:close/>
                  <a:moveTo>
                    <a:pt x="937345" y="9385"/>
                  </a:moveTo>
                  <a:cubicBezTo>
                    <a:pt x="935363" y="9382"/>
                    <a:pt x="933425" y="9977"/>
                    <a:pt x="931787" y="11091"/>
                  </a:cubicBezTo>
                  <a:cubicBezTo>
                    <a:pt x="929591" y="12570"/>
                    <a:pt x="928097" y="14883"/>
                    <a:pt x="927654" y="17489"/>
                  </a:cubicBezTo>
                  <a:cubicBezTo>
                    <a:pt x="926629" y="22810"/>
                    <a:pt x="930124" y="27952"/>
                    <a:pt x="935457" y="28973"/>
                  </a:cubicBezTo>
                  <a:cubicBezTo>
                    <a:pt x="935517" y="28985"/>
                    <a:pt x="935575" y="28996"/>
                    <a:pt x="935635" y="29006"/>
                  </a:cubicBezTo>
                  <a:lnTo>
                    <a:pt x="935635" y="29006"/>
                  </a:lnTo>
                  <a:cubicBezTo>
                    <a:pt x="940926" y="30542"/>
                    <a:pt x="946463" y="27509"/>
                    <a:pt x="948002" y="22231"/>
                  </a:cubicBezTo>
                  <a:cubicBezTo>
                    <a:pt x="949541" y="16953"/>
                    <a:pt x="946501" y="11430"/>
                    <a:pt x="941211" y="9894"/>
                  </a:cubicBezTo>
                  <a:cubicBezTo>
                    <a:pt x="940554" y="9703"/>
                    <a:pt x="939880" y="9580"/>
                    <a:pt x="939198" y="9527"/>
                  </a:cubicBezTo>
                  <a:close/>
                  <a:moveTo>
                    <a:pt x="1284818" y="557922"/>
                  </a:moveTo>
                  <a:cubicBezTo>
                    <a:pt x="1283682" y="558064"/>
                    <a:pt x="1282533" y="558064"/>
                    <a:pt x="1281397" y="557922"/>
                  </a:cubicBezTo>
                  <a:lnTo>
                    <a:pt x="1281397" y="557922"/>
                  </a:lnTo>
                  <a:cubicBezTo>
                    <a:pt x="1271028" y="555988"/>
                    <a:pt x="1264190" y="546050"/>
                    <a:pt x="1266123" y="535699"/>
                  </a:cubicBezTo>
                  <a:cubicBezTo>
                    <a:pt x="1267032" y="530836"/>
                    <a:pt x="1269800" y="526514"/>
                    <a:pt x="1273843" y="523656"/>
                  </a:cubicBezTo>
                  <a:cubicBezTo>
                    <a:pt x="1277994" y="520784"/>
                    <a:pt x="1283136" y="519703"/>
                    <a:pt x="1288096" y="520670"/>
                  </a:cubicBezTo>
                  <a:cubicBezTo>
                    <a:pt x="1298427" y="522547"/>
                    <a:pt x="1305304" y="532386"/>
                    <a:pt x="1303488" y="542708"/>
                  </a:cubicBezTo>
                  <a:cubicBezTo>
                    <a:pt x="1302545" y="547670"/>
                    <a:pt x="1299677" y="552064"/>
                    <a:pt x="1295507" y="554936"/>
                  </a:cubicBezTo>
                  <a:cubicBezTo>
                    <a:pt x="1292232" y="556841"/>
                    <a:pt x="1288460" y="557737"/>
                    <a:pt x="1284675" y="557495"/>
                  </a:cubicBezTo>
                  <a:close/>
                  <a:moveTo>
                    <a:pt x="1283535" y="548253"/>
                  </a:moveTo>
                  <a:cubicBezTo>
                    <a:pt x="1286135" y="548694"/>
                    <a:pt x="1288805" y="548083"/>
                    <a:pt x="1290946" y="546547"/>
                  </a:cubicBezTo>
                  <a:cubicBezTo>
                    <a:pt x="1293122" y="545111"/>
                    <a:pt x="1294616" y="542851"/>
                    <a:pt x="1295079" y="540291"/>
                  </a:cubicBezTo>
                  <a:cubicBezTo>
                    <a:pt x="1296104" y="534974"/>
                    <a:pt x="1292609" y="529827"/>
                    <a:pt x="1287276" y="528803"/>
                  </a:cubicBezTo>
                  <a:cubicBezTo>
                    <a:pt x="1287216" y="528789"/>
                    <a:pt x="1287158" y="528789"/>
                    <a:pt x="1287098" y="528775"/>
                  </a:cubicBezTo>
                  <a:cubicBezTo>
                    <a:pt x="1281765" y="527751"/>
                    <a:pt x="1276610" y="531234"/>
                    <a:pt x="1275586" y="536566"/>
                  </a:cubicBezTo>
                  <a:cubicBezTo>
                    <a:pt x="1275575" y="536623"/>
                    <a:pt x="1275563" y="536680"/>
                    <a:pt x="1275554" y="536737"/>
                  </a:cubicBezTo>
                  <a:cubicBezTo>
                    <a:pt x="1274600" y="542111"/>
                    <a:pt x="1278160" y="547244"/>
                    <a:pt x="1283535" y="548253"/>
                  </a:cubicBezTo>
                  <a:close/>
                  <a:moveTo>
                    <a:pt x="1008465" y="1718408"/>
                  </a:moveTo>
                  <a:lnTo>
                    <a:pt x="1002906" y="1718408"/>
                  </a:lnTo>
                  <a:cubicBezTo>
                    <a:pt x="994804" y="1716887"/>
                    <a:pt x="987631" y="1712238"/>
                    <a:pt x="982953" y="1705470"/>
                  </a:cubicBezTo>
                  <a:cubicBezTo>
                    <a:pt x="978168" y="1698759"/>
                    <a:pt x="976317" y="1690398"/>
                    <a:pt x="977822" y="1682294"/>
                  </a:cubicBezTo>
                  <a:cubicBezTo>
                    <a:pt x="980090" y="1665246"/>
                    <a:pt x="995781" y="1653260"/>
                    <a:pt x="1012870" y="1655521"/>
                  </a:cubicBezTo>
                  <a:cubicBezTo>
                    <a:pt x="1029959" y="1657782"/>
                    <a:pt x="1041972" y="1673436"/>
                    <a:pt x="1039704" y="1690484"/>
                  </a:cubicBezTo>
                  <a:cubicBezTo>
                    <a:pt x="1038486" y="1699640"/>
                    <a:pt x="1033255" y="1707787"/>
                    <a:pt x="1025425" y="1712721"/>
                  </a:cubicBezTo>
                  <a:cubicBezTo>
                    <a:pt x="1020278" y="1716418"/>
                    <a:pt x="1014096" y="1718408"/>
                    <a:pt x="1007752" y="1718408"/>
                  </a:cubicBezTo>
                  <a:close/>
                  <a:moveTo>
                    <a:pt x="1008465" y="1665374"/>
                  </a:moveTo>
                  <a:cubicBezTo>
                    <a:pt x="997282" y="1665118"/>
                    <a:pt x="987673" y="1673237"/>
                    <a:pt x="986088" y="1684285"/>
                  </a:cubicBezTo>
                  <a:cubicBezTo>
                    <a:pt x="985106" y="1689986"/>
                    <a:pt x="986384" y="1695858"/>
                    <a:pt x="989652" y="1700635"/>
                  </a:cubicBezTo>
                  <a:cubicBezTo>
                    <a:pt x="992981" y="1705455"/>
                    <a:pt x="998119" y="1708740"/>
                    <a:pt x="1003904" y="1709735"/>
                  </a:cubicBezTo>
                  <a:lnTo>
                    <a:pt x="1003904" y="1709735"/>
                  </a:lnTo>
                  <a:cubicBezTo>
                    <a:pt x="1015829" y="1711896"/>
                    <a:pt x="1027249" y="1704005"/>
                    <a:pt x="1029416" y="1692105"/>
                  </a:cubicBezTo>
                  <a:cubicBezTo>
                    <a:pt x="1031576" y="1680133"/>
                    <a:pt x="1023602" y="1668673"/>
                    <a:pt x="1011600" y="1666512"/>
                  </a:cubicBezTo>
                  <a:close/>
                  <a:moveTo>
                    <a:pt x="1034974" y="1291010"/>
                  </a:moveTo>
                  <a:cubicBezTo>
                    <a:pt x="1032015" y="1290982"/>
                    <a:pt x="1029062" y="1290740"/>
                    <a:pt x="1026138" y="1290299"/>
                  </a:cubicBezTo>
                  <a:lnTo>
                    <a:pt x="1026138" y="1290299"/>
                  </a:lnTo>
                  <a:cubicBezTo>
                    <a:pt x="998983" y="1285664"/>
                    <a:pt x="980735" y="1259944"/>
                    <a:pt x="985382" y="1232858"/>
                  </a:cubicBezTo>
                  <a:cubicBezTo>
                    <a:pt x="990026" y="1205772"/>
                    <a:pt x="1015807" y="1187559"/>
                    <a:pt x="1042962" y="1192194"/>
                  </a:cubicBezTo>
                  <a:cubicBezTo>
                    <a:pt x="1070118" y="1196829"/>
                    <a:pt x="1088365" y="1222550"/>
                    <a:pt x="1083719" y="1249635"/>
                  </a:cubicBezTo>
                  <a:cubicBezTo>
                    <a:pt x="1079647" y="1273380"/>
                    <a:pt x="1059117" y="1290811"/>
                    <a:pt x="1034974" y="1291010"/>
                  </a:cubicBezTo>
                  <a:close/>
                  <a:moveTo>
                    <a:pt x="1034974" y="1208687"/>
                  </a:moveTo>
                  <a:cubicBezTo>
                    <a:pt x="1018719" y="1208701"/>
                    <a:pt x="1004802" y="1220317"/>
                    <a:pt x="1001909" y="1236270"/>
                  </a:cubicBezTo>
                  <a:lnTo>
                    <a:pt x="1001909" y="1236270"/>
                  </a:lnTo>
                  <a:cubicBezTo>
                    <a:pt x="998541" y="1254498"/>
                    <a:pt x="1010621" y="1271986"/>
                    <a:pt x="1028890" y="1275356"/>
                  </a:cubicBezTo>
                  <a:cubicBezTo>
                    <a:pt x="1028922" y="1275356"/>
                    <a:pt x="1028955" y="1275370"/>
                    <a:pt x="1028988" y="1275370"/>
                  </a:cubicBezTo>
                  <a:cubicBezTo>
                    <a:pt x="1039261" y="1277247"/>
                    <a:pt x="1049819" y="1274190"/>
                    <a:pt x="1057493" y="1267124"/>
                  </a:cubicBezTo>
                  <a:cubicBezTo>
                    <a:pt x="1069901" y="1255763"/>
                    <a:pt x="1072029" y="1237024"/>
                    <a:pt x="1062481" y="1223190"/>
                  </a:cubicBezTo>
                  <a:cubicBezTo>
                    <a:pt x="1057478" y="1215725"/>
                    <a:pt x="1049665" y="1210606"/>
                    <a:pt x="1040817" y="1208972"/>
                  </a:cubicBezTo>
                  <a:cubicBezTo>
                    <a:pt x="1038596" y="1208701"/>
                    <a:pt x="1036356" y="1208602"/>
                    <a:pt x="1034119" y="1208687"/>
                  </a:cubicBezTo>
                  <a:close/>
                  <a:moveTo>
                    <a:pt x="1034974" y="1274233"/>
                  </a:moveTo>
                  <a:lnTo>
                    <a:pt x="1029273" y="1274233"/>
                  </a:lnTo>
                  <a:lnTo>
                    <a:pt x="1029273" y="1274233"/>
                  </a:lnTo>
                  <a:cubicBezTo>
                    <a:pt x="1011317" y="1272669"/>
                    <a:pt x="998036" y="1256872"/>
                    <a:pt x="999611" y="1238958"/>
                  </a:cubicBezTo>
                  <a:cubicBezTo>
                    <a:pt x="1001185" y="1221043"/>
                    <a:pt x="1017018" y="1207791"/>
                    <a:pt x="1034974" y="1209370"/>
                  </a:cubicBezTo>
                  <a:cubicBezTo>
                    <a:pt x="1052931" y="1210933"/>
                    <a:pt x="1066211" y="1226730"/>
                    <a:pt x="1064637" y="1244645"/>
                  </a:cubicBezTo>
                  <a:cubicBezTo>
                    <a:pt x="1063253" y="1260384"/>
                    <a:pt x="1050749" y="1272854"/>
                    <a:pt x="1034974" y="1274233"/>
                  </a:cubicBezTo>
                  <a:close/>
                  <a:moveTo>
                    <a:pt x="1030841" y="1264849"/>
                  </a:moveTo>
                  <a:cubicBezTo>
                    <a:pt x="1043315" y="1267081"/>
                    <a:pt x="1055241" y="1258806"/>
                    <a:pt x="1057481" y="1246365"/>
                  </a:cubicBezTo>
                  <a:cubicBezTo>
                    <a:pt x="1059720" y="1233924"/>
                    <a:pt x="1051424" y="1222024"/>
                    <a:pt x="1038950" y="1219791"/>
                  </a:cubicBezTo>
                  <a:cubicBezTo>
                    <a:pt x="1026483" y="1217559"/>
                    <a:pt x="1014558" y="1225820"/>
                    <a:pt x="1012313" y="1238261"/>
                  </a:cubicBezTo>
                  <a:cubicBezTo>
                    <a:pt x="1010067" y="1250702"/>
                    <a:pt x="1018357" y="1262602"/>
                    <a:pt x="1030829" y="1264849"/>
                  </a:cubicBezTo>
                  <a:cubicBezTo>
                    <a:pt x="1030832" y="1264849"/>
                    <a:pt x="1030837" y="1264849"/>
                    <a:pt x="1030841" y="1264849"/>
                  </a:cubicBezTo>
                  <a:close/>
                  <a:moveTo>
                    <a:pt x="1495467" y="985035"/>
                  </a:moveTo>
                  <a:lnTo>
                    <a:pt x="1490194" y="985035"/>
                  </a:lnTo>
                  <a:lnTo>
                    <a:pt x="1490194" y="985035"/>
                  </a:lnTo>
                  <a:cubicBezTo>
                    <a:pt x="1482512" y="983614"/>
                    <a:pt x="1475699" y="979220"/>
                    <a:pt x="1471238" y="972808"/>
                  </a:cubicBezTo>
                  <a:cubicBezTo>
                    <a:pt x="1466649" y="966438"/>
                    <a:pt x="1464896" y="958462"/>
                    <a:pt x="1466392" y="950770"/>
                  </a:cubicBezTo>
                  <a:cubicBezTo>
                    <a:pt x="1467818" y="943106"/>
                    <a:pt x="1472222" y="936310"/>
                    <a:pt x="1478649" y="931859"/>
                  </a:cubicBezTo>
                  <a:cubicBezTo>
                    <a:pt x="1485034" y="927281"/>
                    <a:pt x="1493030" y="925532"/>
                    <a:pt x="1500741" y="927025"/>
                  </a:cubicBezTo>
                  <a:cubicBezTo>
                    <a:pt x="1516774" y="929983"/>
                    <a:pt x="1527392" y="945281"/>
                    <a:pt x="1524542" y="961291"/>
                  </a:cubicBezTo>
                  <a:cubicBezTo>
                    <a:pt x="1523245" y="969011"/>
                    <a:pt x="1518798" y="975850"/>
                    <a:pt x="1512285" y="980201"/>
                  </a:cubicBezTo>
                  <a:cubicBezTo>
                    <a:pt x="1507054" y="983628"/>
                    <a:pt x="1500869" y="985320"/>
                    <a:pt x="1494612" y="985035"/>
                  </a:cubicBezTo>
                  <a:close/>
                  <a:moveTo>
                    <a:pt x="1491904" y="975651"/>
                  </a:moveTo>
                  <a:cubicBezTo>
                    <a:pt x="1497220" y="976661"/>
                    <a:pt x="1502722" y="975481"/>
                    <a:pt x="1507154" y="972381"/>
                  </a:cubicBezTo>
                  <a:cubicBezTo>
                    <a:pt x="1511587" y="969239"/>
                    <a:pt x="1514594" y="964490"/>
                    <a:pt x="1515563" y="959158"/>
                  </a:cubicBezTo>
                  <a:cubicBezTo>
                    <a:pt x="1517444" y="948011"/>
                    <a:pt x="1509919" y="937447"/>
                    <a:pt x="1498731" y="935570"/>
                  </a:cubicBezTo>
                  <a:cubicBezTo>
                    <a:pt x="1493515" y="934689"/>
                    <a:pt x="1488156" y="935855"/>
                    <a:pt x="1483780" y="938826"/>
                  </a:cubicBezTo>
                  <a:cubicBezTo>
                    <a:pt x="1479391" y="941940"/>
                    <a:pt x="1476369" y="946632"/>
                    <a:pt x="1475371" y="951907"/>
                  </a:cubicBezTo>
                  <a:cubicBezTo>
                    <a:pt x="1474359" y="957253"/>
                    <a:pt x="1475542" y="962784"/>
                    <a:pt x="1478649" y="967263"/>
                  </a:cubicBezTo>
                  <a:cubicBezTo>
                    <a:pt x="1481799" y="971684"/>
                    <a:pt x="1486560" y="974684"/>
                    <a:pt x="1491904" y="975651"/>
                  </a:cubicBezTo>
                  <a:close/>
                  <a:moveTo>
                    <a:pt x="546261" y="1471865"/>
                  </a:moveTo>
                  <a:cubicBezTo>
                    <a:pt x="544983" y="1472008"/>
                    <a:pt x="543692" y="1472008"/>
                    <a:pt x="542413" y="1471865"/>
                  </a:cubicBezTo>
                  <a:cubicBezTo>
                    <a:pt x="531090" y="1469704"/>
                    <a:pt x="523599" y="1458884"/>
                    <a:pt x="525595" y="1447552"/>
                  </a:cubicBezTo>
                  <a:cubicBezTo>
                    <a:pt x="526604" y="1442092"/>
                    <a:pt x="529727" y="1437230"/>
                    <a:pt x="534289" y="1434045"/>
                  </a:cubicBezTo>
                  <a:cubicBezTo>
                    <a:pt x="543860" y="1427661"/>
                    <a:pt x="556775" y="1429993"/>
                    <a:pt x="563507" y="1439306"/>
                  </a:cubicBezTo>
                  <a:cubicBezTo>
                    <a:pt x="566662" y="1443927"/>
                    <a:pt x="567889" y="1449585"/>
                    <a:pt x="566927" y="1455088"/>
                  </a:cubicBezTo>
                  <a:cubicBezTo>
                    <a:pt x="564841" y="1465183"/>
                    <a:pt x="555730" y="1472292"/>
                    <a:pt x="545406" y="1471865"/>
                  </a:cubicBezTo>
                  <a:close/>
                  <a:moveTo>
                    <a:pt x="546261" y="1439021"/>
                  </a:moveTo>
                  <a:cubicBezTo>
                    <a:pt x="543863" y="1439036"/>
                    <a:pt x="541524" y="1439775"/>
                    <a:pt x="539563" y="1441154"/>
                  </a:cubicBezTo>
                  <a:cubicBezTo>
                    <a:pt x="536937" y="1442917"/>
                    <a:pt x="535179" y="1445704"/>
                    <a:pt x="534717" y="1448832"/>
                  </a:cubicBezTo>
                  <a:cubicBezTo>
                    <a:pt x="534110" y="1451903"/>
                    <a:pt x="534778" y="1455088"/>
                    <a:pt x="536570" y="1457647"/>
                  </a:cubicBezTo>
                  <a:cubicBezTo>
                    <a:pt x="538393" y="1460235"/>
                    <a:pt x="541152" y="1462026"/>
                    <a:pt x="544266" y="1462623"/>
                  </a:cubicBezTo>
                  <a:cubicBezTo>
                    <a:pt x="550738" y="1463974"/>
                    <a:pt x="557082" y="1459837"/>
                    <a:pt x="558437" y="1453382"/>
                  </a:cubicBezTo>
                  <a:cubicBezTo>
                    <a:pt x="558467" y="1453239"/>
                    <a:pt x="558494" y="1453097"/>
                    <a:pt x="558518" y="1452955"/>
                  </a:cubicBezTo>
                  <a:cubicBezTo>
                    <a:pt x="559103" y="1449870"/>
                    <a:pt x="558380" y="1446671"/>
                    <a:pt x="556523" y="1444140"/>
                  </a:cubicBezTo>
                  <a:cubicBezTo>
                    <a:pt x="554827" y="1441481"/>
                    <a:pt x="552080" y="1439675"/>
                    <a:pt x="548969" y="1439163"/>
                  </a:cubicBezTo>
                  <a:close/>
                  <a:moveTo>
                    <a:pt x="927226" y="561050"/>
                  </a:moveTo>
                  <a:cubicBezTo>
                    <a:pt x="924427" y="561263"/>
                    <a:pt x="921617" y="561263"/>
                    <a:pt x="918817" y="561050"/>
                  </a:cubicBezTo>
                  <a:lnTo>
                    <a:pt x="918817" y="561050"/>
                  </a:lnTo>
                  <a:cubicBezTo>
                    <a:pt x="893025" y="558732"/>
                    <a:pt x="873998" y="535997"/>
                    <a:pt x="876321" y="510262"/>
                  </a:cubicBezTo>
                  <a:cubicBezTo>
                    <a:pt x="878643" y="484542"/>
                    <a:pt x="901434" y="465561"/>
                    <a:pt x="927226" y="467878"/>
                  </a:cubicBezTo>
                  <a:cubicBezTo>
                    <a:pt x="953019" y="470181"/>
                    <a:pt x="972046" y="492931"/>
                    <a:pt x="969724" y="518651"/>
                  </a:cubicBezTo>
                  <a:cubicBezTo>
                    <a:pt x="967692" y="541173"/>
                    <a:pt x="949802" y="559017"/>
                    <a:pt x="927226" y="561050"/>
                  </a:cubicBezTo>
                  <a:close/>
                  <a:moveTo>
                    <a:pt x="920385" y="551381"/>
                  </a:moveTo>
                  <a:cubicBezTo>
                    <a:pt x="940823" y="555135"/>
                    <a:pt x="960437" y="541642"/>
                    <a:pt x="964193" y="521253"/>
                  </a:cubicBezTo>
                  <a:cubicBezTo>
                    <a:pt x="967950" y="500864"/>
                    <a:pt x="954426" y="481300"/>
                    <a:pt x="933988" y="477546"/>
                  </a:cubicBezTo>
                  <a:cubicBezTo>
                    <a:pt x="913550" y="473793"/>
                    <a:pt x="893936" y="487286"/>
                    <a:pt x="890180" y="507675"/>
                  </a:cubicBezTo>
                  <a:cubicBezTo>
                    <a:pt x="890176" y="507703"/>
                    <a:pt x="890173" y="507717"/>
                    <a:pt x="890170" y="507732"/>
                  </a:cubicBezTo>
                  <a:cubicBezTo>
                    <a:pt x="886529" y="528092"/>
                    <a:pt x="900013" y="547571"/>
                    <a:pt x="920385" y="551381"/>
                  </a:cubicBezTo>
                  <a:close/>
                  <a:moveTo>
                    <a:pt x="617095" y="1662246"/>
                  </a:moveTo>
                  <a:cubicBezTo>
                    <a:pt x="615057" y="1662446"/>
                    <a:pt x="613005" y="1662446"/>
                    <a:pt x="610967" y="1662246"/>
                  </a:cubicBezTo>
                  <a:cubicBezTo>
                    <a:pt x="592807" y="1658791"/>
                    <a:pt x="580763" y="1641460"/>
                    <a:pt x="583887" y="1623289"/>
                  </a:cubicBezTo>
                  <a:cubicBezTo>
                    <a:pt x="586595" y="1604962"/>
                    <a:pt x="603688" y="1592279"/>
                    <a:pt x="622067" y="1594980"/>
                  </a:cubicBezTo>
                  <a:cubicBezTo>
                    <a:pt x="640445" y="1597682"/>
                    <a:pt x="653148" y="1614743"/>
                    <a:pt x="650440" y="1633071"/>
                  </a:cubicBezTo>
                  <a:cubicBezTo>
                    <a:pt x="649075" y="1642313"/>
                    <a:pt x="643913" y="1650559"/>
                    <a:pt x="636194" y="1655848"/>
                  </a:cubicBezTo>
                  <a:cubicBezTo>
                    <a:pt x="630654" y="1659915"/>
                    <a:pt x="623975" y="1662161"/>
                    <a:pt x="617095" y="1662246"/>
                  </a:cubicBezTo>
                  <a:close/>
                  <a:moveTo>
                    <a:pt x="617095" y="1604236"/>
                  </a:moveTo>
                  <a:cubicBezTo>
                    <a:pt x="603557" y="1604265"/>
                    <a:pt x="592604" y="1615241"/>
                    <a:pt x="592631" y="1628734"/>
                  </a:cubicBezTo>
                  <a:cubicBezTo>
                    <a:pt x="592641" y="1633710"/>
                    <a:pt x="594165" y="1638545"/>
                    <a:pt x="597000" y="1642625"/>
                  </a:cubicBezTo>
                  <a:cubicBezTo>
                    <a:pt x="600698" y="1647971"/>
                    <a:pt x="606400" y="1651611"/>
                    <a:pt x="612820" y="1652720"/>
                  </a:cubicBezTo>
                  <a:lnTo>
                    <a:pt x="612820" y="1652720"/>
                  </a:lnTo>
                  <a:cubicBezTo>
                    <a:pt x="619216" y="1653971"/>
                    <a:pt x="625851" y="1652592"/>
                    <a:pt x="631205" y="1648881"/>
                  </a:cubicBezTo>
                  <a:cubicBezTo>
                    <a:pt x="636500" y="1645128"/>
                    <a:pt x="640127" y="1639469"/>
                    <a:pt x="641324" y="1633099"/>
                  </a:cubicBezTo>
                  <a:cubicBezTo>
                    <a:pt x="643660" y="1619805"/>
                    <a:pt x="634820" y="1607108"/>
                    <a:pt x="621514" y="1604663"/>
                  </a:cubicBezTo>
                  <a:close/>
                  <a:moveTo>
                    <a:pt x="34460" y="1580634"/>
                  </a:moveTo>
                  <a:cubicBezTo>
                    <a:pt x="32470" y="1580848"/>
                    <a:pt x="30463" y="1580848"/>
                    <a:pt x="28474" y="1580634"/>
                  </a:cubicBezTo>
                  <a:lnTo>
                    <a:pt x="28474" y="1580634"/>
                  </a:lnTo>
                  <a:cubicBezTo>
                    <a:pt x="10118" y="1577790"/>
                    <a:pt x="-2449" y="1560629"/>
                    <a:pt x="404" y="1542331"/>
                  </a:cubicBezTo>
                  <a:cubicBezTo>
                    <a:pt x="1858" y="1532989"/>
                    <a:pt x="7184" y="1524714"/>
                    <a:pt x="15076" y="1519496"/>
                  </a:cubicBezTo>
                  <a:cubicBezTo>
                    <a:pt x="30351" y="1508989"/>
                    <a:pt x="51266" y="1512814"/>
                    <a:pt x="61824" y="1528027"/>
                  </a:cubicBezTo>
                  <a:cubicBezTo>
                    <a:pt x="72372" y="1543283"/>
                    <a:pt x="68526" y="1564184"/>
                    <a:pt x="53235" y="1574705"/>
                  </a:cubicBezTo>
                  <a:cubicBezTo>
                    <a:pt x="47630" y="1578558"/>
                    <a:pt x="40984" y="1580620"/>
                    <a:pt x="34175" y="1580634"/>
                  </a:cubicBezTo>
                  <a:close/>
                  <a:moveTo>
                    <a:pt x="30041" y="1571250"/>
                  </a:moveTo>
                  <a:cubicBezTo>
                    <a:pt x="43363" y="1573653"/>
                    <a:pt x="56120" y="1564838"/>
                    <a:pt x="58535" y="1551544"/>
                  </a:cubicBezTo>
                  <a:cubicBezTo>
                    <a:pt x="58539" y="1551530"/>
                    <a:pt x="58542" y="1551501"/>
                    <a:pt x="58546" y="1551487"/>
                  </a:cubicBezTo>
                  <a:cubicBezTo>
                    <a:pt x="60971" y="1538221"/>
                    <a:pt x="52172" y="1525496"/>
                    <a:pt x="38878" y="1523051"/>
                  </a:cubicBezTo>
                  <a:cubicBezTo>
                    <a:pt x="32462" y="1521842"/>
                    <a:pt x="25826" y="1523278"/>
                    <a:pt x="20492" y="1527032"/>
                  </a:cubicBezTo>
                  <a:cubicBezTo>
                    <a:pt x="9337" y="1534681"/>
                    <a:pt x="6513" y="1549909"/>
                    <a:pt x="14185" y="1561042"/>
                  </a:cubicBezTo>
                  <a:cubicBezTo>
                    <a:pt x="17893" y="1566416"/>
                    <a:pt x="23602" y="1570098"/>
                    <a:pt x="30041" y="1571250"/>
                  </a:cubicBezTo>
                  <a:close/>
                  <a:moveTo>
                    <a:pt x="319649" y="1831585"/>
                  </a:moveTo>
                  <a:lnTo>
                    <a:pt x="315801" y="1831585"/>
                  </a:lnTo>
                  <a:lnTo>
                    <a:pt x="315801" y="1831585"/>
                  </a:lnTo>
                  <a:cubicBezTo>
                    <a:pt x="304353" y="1829495"/>
                    <a:pt x="296764" y="1818547"/>
                    <a:pt x="298841" y="1807129"/>
                  </a:cubicBezTo>
                  <a:cubicBezTo>
                    <a:pt x="300768" y="1795741"/>
                    <a:pt x="311579" y="1788077"/>
                    <a:pt x="322988" y="1789997"/>
                  </a:cubicBezTo>
                  <a:cubicBezTo>
                    <a:pt x="323111" y="1790025"/>
                    <a:pt x="323233" y="1790039"/>
                    <a:pt x="323355" y="1790068"/>
                  </a:cubicBezTo>
                  <a:cubicBezTo>
                    <a:pt x="334873" y="1792272"/>
                    <a:pt x="342423" y="1803362"/>
                    <a:pt x="340218" y="1814864"/>
                  </a:cubicBezTo>
                  <a:cubicBezTo>
                    <a:pt x="339185" y="1820239"/>
                    <a:pt x="336103" y="1825016"/>
                    <a:pt x="331621" y="1828172"/>
                  </a:cubicBezTo>
                  <a:cubicBezTo>
                    <a:pt x="328062" y="1830476"/>
                    <a:pt x="323892" y="1831670"/>
                    <a:pt x="319649" y="1831585"/>
                  </a:cubicBezTo>
                  <a:close/>
                  <a:moveTo>
                    <a:pt x="319649" y="1798598"/>
                  </a:moveTo>
                  <a:cubicBezTo>
                    <a:pt x="317205" y="1798598"/>
                    <a:pt x="314820" y="1799352"/>
                    <a:pt x="312808" y="1800731"/>
                  </a:cubicBezTo>
                  <a:cubicBezTo>
                    <a:pt x="307398" y="1804385"/>
                    <a:pt x="305980" y="1811722"/>
                    <a:pt x="309642" y="1817125"/>
                  </a:cubicBezTo>
                  <a:cubicBezTo>
                    <a:pt x="309699" y="1817196"/>
                    <a:pt x="309756" y="1817281"/>
                    <a:pt x="309815" y="1817367"/>
                  </a:cubicBezTo>
                  <a:cubicBezTo>
                    <a:pt x="311626" y="1820040"/>
                    <a:pt x="314464" y="1821831"/>
                    <a:pt x="317654" y="1822343"/>
                  </a:cubicBezTo>
                  <a:lnTo>
                    <a:pt x="317654" y="1822343"/>
                  </a:lnTo>
                  <a:cubicBezTo>
                    <a:pt x="324032" y="1823765"/>
                    <a:pt x="330351" y="1819755"/>
                    <a:pt x="331771" y="1813385"/>
                  </a:cubicBezTo>
                  <a:cubicBezTo>
                    <a:pt x="331823" y="1813144"/>
                    <a:pt x="331868" y="1812916"/>
                    <a:pt x="331906" y="1812675"/>
                  </a:cubicBezTo>
                  <a:cubicBezTo>
                    <a:pt x="333197" y="1806120"/>
                    <a:pt x="328923" y="1799779"/>
                    <a:pt x="322358" y="1798485"/>
                  </a:cubicBezTo>
                  <a:cubicBezTo>
                    <a:pt x="322310" y="1798471"/>
                    <a:pt x="322263" y="1798471"/>
                    <a:pt x="322214" y="1798456"/>
                  </a:cubicBezTo>
                  <a:close/>
                  <a:moveTo>
                    <a:pt x="226011" y="1099491"/>
                  </a:moveTo>
                  <a:lnTo>
                    <a:pt x="222020" y="1099491"/>
                  </a:lnTo>
                  <a:lnTo>
                    <a:pt x="222020" y="1099491"/>
                  </a:lnTo>
                  <a:cubicBezTo>
                    <a:pt x="210123" y="1097188"/>
                    <a:pt x="202261" y="1085814"/>
                    <a:pt x="204348" y="1073899"/>
                  </a:cubicBezTo>
                  <a:cubicBezTo>
                    <a:pt x="205361" y="1068140"/>
                    <a:pt x="208646" y="1063008"/>
                    <a:pt x="213469" y="1059681"/>
                  </a:cubicBezTo>
                  <a:cubicBezTo>
                    <a:pt x="218264" y="1056425"/>
                    <a:pt x="224141" y="1055145"/>
                    <a:pt x="229859" y="1056126"/>
                  </a:cubicBezTo>
                  <a:cubicBezTo>
                    <a:pt x="241750" y="1058358"/>
                    <a:pt x="249667" y="1069676"/>
                    <a:pt x="247675" y="1081577"/>
                  </a:cubicBezTo>
                  <a:cubicBezTo>
                    <a:pt x="246562" y="1087307"/>
                    <a:pt x="243298" y="1092382"/>
                    <a:pt x="238553" y="1095795"/>
                  </a:cubicBezTo>
                  <a:cubicBezTo>
                    <a:pt x="234795" y="1098269"/>
                    <a:pt x="230374" y="1099563"/>
                    <a:pt x="225869" y="1099491"/>
                  </a:cubicBezTo>
                  <a:close/>
                  <a:moveTo>
                    <a:pt x="226011" y="1064657"/>
                  </a:moveTo>
                  <a:cubicBezTo>
                    <a:pt x="223426" y="1064742"/>
                    <a:pt x="220913" y="1065524"/>
                    <a:pt x="218742" y="1066932"/>
                  </a:cubicBezTo>
                  <a:cubicBezTo>
                    <a:pt x="215915" y="1068894"/>
                    <a:pt x="214012" y="1071923"/>
                    <a:pt x="213469" y="1075321"/>
                  </a:cubicBezTo>
                  <a:cubicBezTo>
                    <a:pt x="212256" y="1082302"/>
                    <a:pt x="216894" y="1088956"/>
                    <a:pt x="223873" y="1090250"/>
                  </a:cubicBezTo>
                  <a:lnTo>
                    <a:pt x="223873" y="1090250"/>
                  </a:lnTo>
                  <a:cubicBezTo>
                    <a:pt x="230596" y="1090975"/>
                    <a:pt x="236769" y="1086482"/>
                    <a:pt x="238126" y="1079871"/>
                  </a:cubicBezTo>
                  <a:cubicBezTo>
                    <a:pt x="238726" y="1076487"/>
                    <a:pt x="237957" y="1073017"/>
                    <a:pt x="235988" y="1070202"/>
                  </a:cubicBezTo>
                  <a:cubicBezTo>
                    <a:pt x="234074" y="1067387"/>
                    <a:pt x="231085" y="1065482"/>
                    <a:pt x="227721" y="1064941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3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Dots">
              <a:extLst>
                <a:ext uri="{FF2B5EF4-FFF2-40B4-BE49-F238E27FC236}">
                  <a16:creationId xmlns:a16="http://schemas.microsoft.com/office/drawing/2014/main" id="{007F40DD-8BF9-4E86-8C28-787CFE448D83}"/>
                </a:ext>
              </a:extLst>
            </p:cNvPr>
            <p:cNvSpPr/>
            <p:nvPr/>
          </p:nvSpPr>
          <p:spPr>
            <a:xfrm>
              <a:off x="9581556" y="2505842"/>
              <a:ext cx="2309166" cy="2483088"/>
            </a:xfrm>
            <a:custGeom>
              <a:avLst/>
              <a:gdLst>
                <a:gd name="connsiteX0" fmla="*/ 2294915 w 2309166"/>
                <a:gd name="connsiteY0" fmla="*/ 1299115 h 2483088"/>
                <a:gd name="connsiteX1" fmla="*/ 2309167 w 2309166"/>
                <a:gd name="connsiteY1" fmla="*/ 1313333 h 2483088"/>
                <a:gd name="connsiteX2" fmla="*/ 2309167 w 2309166"/>
                <a:gd name="connsiteY2" fmla="*/ 1313333 h 2483088"/>
                <a:gd name="connsiteX3" fmla="*/ 2294915 w 2309166"/>
                <a:gd name="connsiteY3" fmla="*/ 1327551 h 2483088"/>
                <a:gd name="connsiteX4" fmla="*/ 2294915 w 2309166"/>
                <a:gd name="connsiteY4" fmla="*/ 1327551 h 2483088"/>
                <a:gd name="connsiteX5" fmla="*/ 2280662 w 2309166"/>
                <a:gd name="connsiteY5" fmla="*/ 1313333 h 2483088"/>
                <a:gd name="connsiteX6" fmla="*/ 2280662 w 2309166"/>
                <a:gd name="connsiteY6" fmla="*/ 1313333 h 2483088"/>
                <a:gd name="connsiteX7" fmla="*/ 2294915 w 2309166"/>
                <a:gd name="connsiteY7" fmla="*/ 1299115 h 2483088"/>
                <a:gd name="connsiteX8" fmla="*/ 1344996 w 2309166"/>
                <a:gd name="connsiteY8" fmla="*/ 1424661 h 2483088"/>
                <a:gd name="connsiteX9" fmla="*/ 1327466 w 2309166"/>
                <a:gd name="connsiteY9" fmla="*/ 1442149 h 2483088"/>
                <a:gd name="connsiteX10" fmla="*/ 1327466 w 2309166"/>
                <a:gd name="connsiteY10" fmla="*/ 1442149 h 2483088"/>
                <a:gd name="connsiteX11" fmla="*/ 1344996 w 2309166"/>
                <a:gd name="connsiteY11" fmla="*/ 1459496 h 2483088"/>
                <a:gd name="connsiteX12" fmla="*/ 1344996 w 2309166"/>
                <a:gd name="connsiteY12" fmla="*/ 1459496 h 2483088"/>
                <a:gd name="connsiteX13" fmla="*/ 1362384 w 2309166"/>
                <a:gd name="connsiteY13" fmla="*/ 1442149 h 2483088"/>
                <a:gd name="connsiteX14" fmla="*/ 1362384 w 2309166"/>
                <a:gd name="connsiteY14" fmla="*/ 1442149 h 2483088"/>
                <a:gd name="connsiteX15" fmla="*/ 1344996 w 2309166"/>
                <a:gd name="connsiteY15" fmla="*/ 1424661 h 2483088"/>
                <a:gd name="connsiteX16" fmla="*/ 1314068 w 2309166"/>
                <a:gd name="connsiteY16" fmla="*/ 1096932 h 2483088"/>
                <a:gd name="connsiteX17" fmla="*/ 1296681 w 2309166"/>
                <a:gd name="connsiteY17" fmla="*/ 1114279 h 2483088"/>
                <a:gd name="connsiteX18" fmla="*/ 1296681 w 2309166"/>
                <a:gd name="connsiteY18" fmla="*/ 1114279 h 2483088"/>
                <a:gd name="connsiteX19" fmla="*/ 1314068 w 2309166"/>
                <a:gd name="connsiteY19" fmla="*/ 1131767 h 2483088"/>
                <a:gd name="connsiteX20" fmla="*/ 1314068 w 2309166"/>
                <a:gd name="connsiteY20" fmla="*/ 1131767 h 2483088"/>
                <a:gd name="connsiteX21" fmla="*/ 1331599 w 2309166"/>
                <a:gd name="connsiteY21" fmla="*/ 1114279 h 2483088"/>
                <a:gd name="connsiteX22" fmla="*/ 1331599 w 2309166"/>
                <a:gd name="connsiteY22" fmla="*/ 1114279 h 2483088"/>
                <a:gd name="connsiteX23" fmla="*/ 1314211 w 2309166"/>
                <a:gd name="connsiteY23" fmla="*/ 1096932 h 2483088"/>
                <a:gd name="connsiteX24" fmla="*/ 1314068 w 2309166"/>
                <a:gd name="connsiteY24" fmla="*/ 1096932 h 2483088"/>
                <a:gd name="connsiteX25" fmla="*/ 1345566 w 2309166"/>
                <a:gd name="connsiteY25" fmla="*/ 1190630 h 2483088"/>
                <a:gd name="connsiteX26" fmla="*/ 1336445 w 2309166"/>
                <a:gd name="connsiteY26" fmla="*/ 1199730 h 2483088"/>
                <a:gd name="connsiteX27" fmla="*/ 1336445 w 2309166"/>
                <a:gd name="connsiteY27" fmla="*/ 1199730 h 2483088"/>
                <a:gd name="connsiteX28" fmla="*/ 1345566 w 2309166"/>
                <a:gd name="connsiteY28" fmla="*/ 1208687 h 2483088"/>
                <a:gd name="connsiteX29" fmla="*/ 1345566 w 2309166"/>
                <a:gd name="connsiteY29" fmla="*/ 1208687 h 2483088"/>
                <a:gd name="connsiteX30" fmla="*/ 1354545 w 2309166"/>
                <a:gd name="connsiteY30" fmla="*/ 1199730 h 2483088"/>
                <a:gd name="connsiteX31" fmla="*/ 1354545 w 2309166"/>
                <a:gd name="connsiteY31" fmla="*/ 1199730 h 2483088"/>
                <a:gd name="connsiteX32" fmla="*/ 1345566 w 2309166"/>
                <a:gd name="connsiteY32" fmla="*/ 1190630 h 2483088"/>
                <a:gd name="connsiteX33" fmla="*/ 1410984 w 2309166"/>
                <a:gd name="connsiteY33" fmla="*/ 1183094 h 2483088"/>
                <a:gd name="connsiteX34" fmla="*/ 1401863 w 2309166"/>
                <a:gd name="connsiteY34" fmla="*/ 1192194 h 2483088"/>
                <a:gd name="connsiteX35" fmla="*/ 1401863 w 2309166"/>
                <a:gd name="connsiteY35" fmla="*/ 1192194 h 2483088"/>
                <a:gd name="connsiteX36" fmla="*/ 1410984 w 2309166"/>
                <a:gd name="connsiteY36" fmla="*/ 1201152 h 2483088"/>
                <a:gd name="connsiteX37" fmla="*/ 1410984 w 2309166"/>
                <a:gd name="connsiteY37" fmla="*/ 1201152 h 2483088"/>
                <a:gd name="connsiteX38" fmla="*/ 1419963 w 2309166"/>
                <a:gd name="connsiteY38" fmla="*/ 1192194 h 2483088"/>
                <a:gd name="connsiteX39" fmla="*/ 1419963 w 2309166"/>
                <a:gd name="connsiteY39" fmla="*/ 1192194 h 2483088"/>
                <a:gd name="connsiteX40" fmla="*/ 1410984 w 2309166"/>
                <a:gd name="connsiteY40" fmla="*/ 1183094 h 2483088"/>
                <a:gd name="connsiteX41" fmla="*/ 1556216 w 2309166"/>
                <a:gd name="connsiteY41" fmla="*/ 1166317 h 2483088"/>
                <a:gd name="connsiteX42" fmla="*/ 1547237 w 2309166"/>
                <a:gd name="connsiteY42" fmla="*/ 1175274 h 2483088"/>
                <a:gd name="connsiteX43" fmla="*/ 1547237 w 2309166"/>
                <a:gd name="connsiteY43" fmla="*/ 1175274 h 2483088"/>
                <a:gd name="connsiteX44" fmla="*/ 1556216 w 2309166"/>
                <a:gd name="connsiteY44" fmla="*/ 1184374 h 2483088"/>
                <a:gd name="connsiteX45" fmla="*/ 1556216 w 2309166"/>
                <a:gd name="connsiteY45" fmla="*/ 1184374 h 2483088"/>
                <a:gd name="connsiteX46" fmla="*/ 1565337 w 2309166"/>
                <a:gd name="connsiteY46" fmla="*/ 1175274 h 2483088"/>
                <a:gd name="connsiteX47" fmla="*/ 1565337 w 2309166"/>
                <a:gd name="connsiteY47" fmla="*/ 1175274 h 2483088"/>
                <a:gd name="connsiteX48" fmla="*/ 1556216 w 2309166"/>
                <a:gd name="connsiteY48" fmla="*/ 1166317 h 2483088"/>
                <a:gd name="connsiteX49" fmla="*/ 2294915 w 2309166"/>
                <a:gd name="connsiteY49" fmla="*/ 1175417 h 2483088"/>
                <a:gd name="connsiteX50" fmla="*/ 2291067 w 2309166"/>
                <a:gd name="connsiteY50" fmla="*/ 1179256 h 2483088"/>
                <a:gd name="connsiteX51" fmla="*/ 2291067 w 2309166"/>
                <a:gd name="connsiteY51" fmla="*/ 1179256 h 2483088"/>
                <a:gd name="connsiteX52" fmla="*/ 2294915 w 2309166"/>
                <a:gd name="connsiteY52" fmla="*/ 1183094 h 2483088"/>
                <a:gd name="connsiteX53" fmla="*/ 2294915 w 2309166"/>
                <a:gd name="connsiteY53" fmla="*/ 1183094 h 2483088"/>
                <a:gd name="connsiteX54" fmla="*/ 2298763 w 2309166"/>
                <a:gd name="connsiteY54" fmla="*/ 1179256 h 2483088"/>
                <a:gd name="connsiteX55" fmla="*/ 2298763 w 2309166"/>
                <a:gd name="connsiteY55" fmla="*/ 1179256 h 2483088"/>
                <a:gd name="connsiteX56" fmla="*/ 2294915 w 2309166"/>
                <a:gd name="connsiteY56" fmla="*/ 1175417 h 2483088"/>
                <a:gd name="connsiteX57" fmla="*/ 2237050 w 2309166"/>
                <a:gd name="connsiteY57" fmla="*/ 1197739 h 2483088"/>
                <a:gd name="connsiteX58" fmla="*/ 2233202 w 2309166"/>
                <a:gd name="connsiteY58" fmla="*/ 1201578 h 2483088"/>
                <a:gd name="connsiteX59" fmla="*/ 2233202 w 2309166"/>
                <a:gd name="connsiteY59" fmla="*/ 1201578 h 2483088"/>
                <a:gd name="connsiteX60" fmla="*/ 2237050 w 2309166"/>
                <a:gd name="connsiteY60" fmla="*/ 1205559 h 2483088"/>
                <a:gd name="connsiteX61" fmla="*/ 2237050 w 2309166"/>
                <a:gd name="connsiteY61" fmla="*/ 1205559 h 2483088"/>
                <a:gd name="connsiteX62" fmla="*/ 2240898 w 2309166"/>
                <a:gd name="connsiteY62" fmla="*/ 1201578 h 2483088"/>
                <a:gd name="connsiteX63" fmla="*/ 2240898 w 2309166"/>
                <a:gd name="connsiteY63" fmla="*/ 1201578 h 2483088"/>
                <a:gd name="connsiteX64" fmla="*/ 2237050 w 2309166"/>
                <a:gd name="connsiteY64" fmla="*/ 1197739 h 2483088"/>
                <a:gd name="connsiteX65" fmla="*/ 2222798 w 2309166"/>
                <a:gd name="connsiteY65" fmla="*/ 1169303 h 2483088"/>
                <a:gd name="connsiteX66" fmla="*/ 2218950 w 2309166"/>
                <a:gd name="connsiteY66" fmla="*/ 1173142 h 2483088"/>
                <a:gd name="connsiteX67" fmla="*/ 2218950 w 2309166"/>
                <a:gd name="connsiteY67" fmla="*/ 1173142 h 2483088"/>
                <a:gd name="connsiteX68" fmla="*/ 2222798 w 2309166"/>
                <a:gd name="connsiteY68" fmla="*/ 1176981 h 2483088"/>
                <a:gd name="connsiteX69" fmla="*/ 2222798 w 2309166"/>
                <a:gd name="connsiteY69" fmla="*/ 1176981 h 2483088"/>
                <a:gd name="connsiteX70" fmla="*/ 2226646 w 2309166"/>
                <a:gd name="connsiteY70" fmla="*/ 1173142 h 2483088"/>
                <a:gd name="connsiteX71" fmla="*/ 2226646 w 2309166"/>
                <a:gd name="connsiteY71" fmla="*/ 1173142 h 2483088"/>
                <a:gd name="connsiteX72" fmla="*/ 2222798 w 2309166"/>
                <a:gd name="connsiteY72" fmla="*/ 1169303 h 2483088"/>
                <a:gd name="connsiteX73" fmla="*/ 2146690 w 2309166"/>
                <a:gd name="connsiteY73" fmla="*/ 1021150 h 2483088"/>
                <a:gd name="connsiteX74" fmla="*/ 2142842 w 2309166"/>
                <a:gd name="connsiteY74" fmla="*/ 1024989 h 2483088"/>
                <a:gd name="connsiteX75" fmla="*/ 2142842 w 2309166"/>
                <a:gd name="connsiteY75" fmla="*/ 1024989 h 2483088"/>
                <a:gd name="connsiteX76" fmla="*/ 2146690 w 2309166"/>
                <a:gd name="connsiteY76" fmla="*/ 1028827 h 2483088"/>
                <a:gd name="connsiteX77" fmla="*/ 2146690 w 2309166"/>
                <a:gd name="connsiteY77" fmla="*/ 1028827 h 2483088"/>
                <a:gd name="connsiteX78" fmla="*/ 2150538 w 2309166"/>
                <a:gd name="connsiteY78" fmla="*/ 1024989 h 2483088"/>
                <a:gd name="connsiteX79" fmla="*/ 2150538 w 2309166"/>
                <a:gd name="connsiteY79" fmla="*/ 1024989 h 2483088"/>
                <a:gd name="connsiteX80" fmla="*/ 2146690 w 2309166"/>
                <a:gd name="connsiteY80" fmla="*/ 1021150 h 2483088"/>
                <a:gd name="connsiteX81" fmla="*/ 1840978 w 2309166"/>
                <a:gd name="connsiteY81" fmla="*/ 1135890 h 2483088"/>
                <a:gd name="connsiteX82" fmla="*/ 1834564 w 2309166"/>
                <a:gd name="connsiteY82" fmla="*/ 1142288 h 2483088"/>
                <a:gd name="connsiteX83" fmla="*/ 1834564 w 2309166"/>
                <a:gd name="connsiteY83" fmla="*/ 1142288 h 2483088"/>
                <a:gd name="connsiteX84" fmla="*/ 1840978 w 2309166"/>
                <a:gd name="connsiteY84" fmla="*/ 1148829 h 2483088"/>
                <a:gd name="connsiteX85" fmla="*/ 1840978 w 2309166"/>
                <a:gd name="connsiteY85" fmla="*/ 1148829 h 2483088"/>
                <a:gd name="connsiteX86" fmla="*/ 1847534 w 2309166"/>
                <a:gd name="connsiteY86" fmla="*/ 1142288 h 2483088"/>
                <a:gd name="connsiteX87" fmla="*/ 1847534 w 2309166"/>
                <a:gd name="connsiteY87" fmla="*/ 1142288 h 2483088"/>
                <a:gd name="connsiteX88" fmla="*/ 1840978 w 2309166"/>
                <a:gd name="connsiteY88" fmla="*/ 1135890 h 2483088"/>
                <a:gd name="connsiteX89" fmla="*/ 1780263 w 2309166"/>
                <a:gd name="connsiteY89" fmla="*/ 1377599 h 2483088"/>
                <a:gd name="connsiteX90" fmla="*/ 1773706 w 2309166"/>
                <a:gd name="connsiteY90" fmla="*/ 1384139 h 2483088"/>
                <a:gd name="connsiteX91" fmla="*/ 1773706 w 2309166"/>
                <a:gd name="connsiteY91" fmla="*/ 1384139 h 2483088"/>
                <a:gd name="connsiteX92" fmla="*/ 1780263 w 2309166"/>
                <a:gd name="connsiteY92" fmla="*/ 1390537 h 2483088"/>
                <a:gd name="connsiteX93" fmla="*/ 1780263 w 2309166"/>
                <a:gd name="connsiteY93" fmla="*/ 1390537 h 2483088"/>
                <a:gd name="connsiteX94" fmla="*/ 1786676 w 2309166"/>
                <a:gd name="connsiteY94" fmla="*/ 1384139 h 2483088"/>
                <a:gd name="connsiteX95" fmla="*/ 1786676 w 2309166"/>
                <a:gd name="connsiteY95" fmla="*/ 1384139 h 2483088"/>
                <a:gd name="connsiteX96" fmla="*/ 1780263 w 2309166"/>
                <a:gd name="connsiteY96" fmla="*/ 1377599 h 2483088"/>
                <a:gd name="connsiteX97" fmla="*/ 1642443 w 2309166"/>
                <a:gd name="connsiteY97" fmla="*/ 1242953 h 2483088"/>
                <a:gd name="connsiteX98" fmla="*/ 1635886 w 2309166"/>
                <a:gd name="connsiteY98" fmla="*/ 1249351 h 2483088"/>
                <a:gd name="connsiteX99" fmla="*/ 1635886 w 2309166"/>
                <a:gd name="connsiteY99" fmla="*/ 1249351 h 2483088"/>
                <a:gd name="connsiteX100" fmla="*/ 1642443 w 2309166"/>
                <a:gd name="connsiteY100" fmla="*/ 1255891 h 2483088"/>
                <a:gd name="connsiteX101" fmla="*/ 1642443 w 2309166"/>
                <a:gd name="connsiteY101" fmla="*/ 1255891 h 2483088"/>
                <a:gd name="connsiteX102" fmla="*/ 1648856 w 2309166"/>
                <a:gd name="connsiteY102" fmla="*/ 1249351 h 2483088"/>
                <a:gd name="connsiteX103" fmla="*/ 1648856 w 2309166"/>
                <a:gd name="connsiteY103" fmla="*/ 1249351 h 2483088"/>
                <a:gd name="connsiteX104" fmla="*/ 1642443 w 2309166"/>
                <a:gd name="connsiteY104" fmla="*/ 1242953 h 2483088"/>
                <a:gd name="connsiteX105" fmla="*/ 1651849 w 2309166"/>
                <a:gd name="connsiteY105" fmla="*/ 1048733 h 2483088"/>
                <a:gd name="connsiteX106" fmla="*/ 1645435 w 2309166"/>
                <a:gd name="connsiteY106" fmla="*/ 1055273 h 2483088"/>
                <a:gd name="connsiteX107" fmla="*/ 1645435 w 2309166"/>
                <a:gd name="connsiteY107" fmla="*/ 1055273 h 2483088"/>
                <a:gd name="connsiteX108" fmla="*/ 1651849 w 2309166"/>
                <a:gd name="connsiteY108" fmla="*/ 1061671 h 2483088"/>
                <a:gd name="connsiteX109" fmla="*/ 1651849 w 2309166"/>
                <a:gd name="connsiteY109" fmla="*/ 1061671 h 2483088"/>
                <a:gd name="connsiteX110" fmla="*/ 1658405 w 2309166"/>
                <a:gd name="connsiteY110" fmla="*/ 1055273 h 2483088"/>
                <a:gd name="connsiteX111" fmla="*/ 1658405 w 2309166"/>
                <a:gd name="connsiteY111" fmla="*/ 1055273 h 2483088"/>
                <a:gd name="connsiteX112" fmla="*/ 1651849 w 2309166"/>
                <a:gd name="connsiteY112" fmla="*/ 1048733 h 2483088"/>
                <a:gd name="connsiteX113" fmla="*/ 1398300 w 2309166"/>
                <a:gd name="connsiteY113" fmla="*/ 1092951 h 2483088"/>
                <a:gd name="connsiteX114" fmla="*/ 1391886 w 2309166"/>
                <a:gd name="connsiteY114" fmla="*/ 1099492 h 2483088"/>
                <a:gd name="connsiteX115" fmla="*/ 1391886 w 2309166"/>
                <a:gd name="connsiteY115" fmla="*/ 1099492 h 2483088"/>
                <a:gd name="connsiteX116" fmla="*/ 1398300 w 2309166"/>
                <a:gd name="connsiteY116" fmla="*/ 1106032 h 2483088"/>
                <a:gd name="connsiteX117" fmla="*/ 1398300 w 2309166"/>
                <a:gd name="connsiteY117" fmla="*/ 1106032 h 2483088"/>
                <a:gd name="connsiteX118" fmla="*/ 1404856 w 2309166"/>
                <a:gd name="connsiteY118" fmla="*/ 1099492 h 2483088"/>
                <a:gd name="connsiteX119" fmla="*/ 1404856 w 2309166"/>
                <a:gd name="connsiteY119" fmla="*/ 1099492 h 2483088"/>
                <a:gd name="connsiteX120" fmla="*/ 1398300 w 2309166"/>
                <a:gd name="connsiteY120" fmla="*/ 1092951 h 2483088"/>
                <a:gd name="connsiteX121" fmla="*/ 1478683 w 2309166"/>
                <a:gd name="connsiteY121" fmla="*/ 773611 h 2483088"/>
                <a:gd name="connsiteX122" fmla="*/ 1472127 w 2309166"/>
                <a:gd name="connsiteY122" fmla="*/ 780152 h 2483088"/>
                <a:gd name="connsiteX123" fmla="*/ 1472127 w 2309166"/>
                <a:gd name="connsiteY123" fmla="*/ 780152 h 2483088"/>
                <a:gd name="connsiteX124" fmla="*/ 1478683 w 2309166"/>
                <a:gd name="connsiteY124" fmla="*/ 786550 h 2483088"/>
                <a:gd name="connsiteX125" fmla="*/ 1478683 w 2309166"/>
                <a:gd name="connsiteY125" fmla="*/ 786550 h 2483088"/>
                <a:gd name="connsiteX126" fmla="*/ 1485097 w 2309166"/>
                <a:gd name="connsiteY126" fmla="*/ 780152 h 2483088"/>
                <a:gd name="connsiteX127" fmla="*/ 1485097 w 2309166"/>
                <a:gd name="connsiteY127" fmla="*/ 780152 h 2483088"/>
                <a:gd name="connsiteX128" fmla="*/ 1478683 w 2309166"/>
                <a:gd name="connsiteY128" fmla="*/ 773611 h 2483088"/>
                <a:gd name="connsiteX129" fmla="*/ 1614365 w 2309166"/>
                <a:gd name="connsiteY129" fmla="*/ 909679 h 2483088"/>
                <a:gd name="connsiteX130" fmla="*/ 1607952 w 2309166"/>
                <a:gd name="connsiteY130" fmla="*/ 916220 h 2483088"/>
                <a:gd name="connsiteX131" fmla="*/ 1607952 w 2309166"/>
                <a:gd name="connsiteY131" fmla="*/ 916220 h 2483088"/>
                <a:gd name="connsiteX132" fmla="*/ 1614365 w 2309166"/>
                <a:gd name="connsiteY132" fmla="*/ 922618 h 2483088"/>
                <a:gd name="connsiteX133" fmla="*/ 1614365 w 2309166"/>
                <a:gd name="connsiteY133" fmla="*/ 922618 h 2483088"/>
                <a:gd name="connsiteX134" fmla="*/ 1620921 w 2309166"/>
                <a:gd name="connsiteY134" fmla="*/ 916220 h 2483088"/>
                <a:gd name="connsiteX135" fmla="*/ 1620921 w 2309166"/>
                <a:gd name="connsiteY135" fmla="*/ 916220 h 2483088"/>
                <a:gd name="connsiteX136" fmla="*/ 1614365 w 2309166"/>
                <a:gd name="connsiteY136" fmla="*/ 909679 h 2483088"/>
                <a:gd name="connsiteX137" fmla="*/ 1762590 w 2309166"/>
                <a:gd name="connsiteY137" fmla="*/ 1057690 h 2483088"/>
                <a:gd name="connsiteX138" fmla="*/ 1756176 w 2309166"/>
                <a:gd name="connsiteY138" fmla="*/ 1064089 h 2483088"/>
                <a:gd name="connsiteX139" fmla="*/ 1756176 w 2309166"/>
                <a:gd name="connsiteY139" fmla="*/ 1064089 h 2483088"/>
                <a:gd name="connsiteX140" fmla="*/ 1762590 w 2309166"/>
                <a:gd name="connsiteY140" fmla="*/ 1070629 h 2483088"/>
                <a:gd name="connsiteX141" fmla="*/ 1762590 w 2309166"/>
                <a:gd name="connsiteY141" fmla="*/ 1070629 h 2483088"/>
                <a:gd name="connsiteX142" fmla="*/ 1769146 w 2309166"/>
                <a:gd name="connsiteY142" fmla="*/ 1064089 h 2483088"/>
                <a:gd name="connsiteX143" fmla="*/ 1769146 w 2309166"/>
                <a:gd name="connsiteY143" fmla="*/ 1064089 h 2483088"/>
                <a:gd name="connsiteX144" fmla="*/ 1762732 w 2309166"/>
                <a:gd name="connsiteY144" fmla="*/ 1057690 h 2483088"/>
                <a:gd name="connsiteX145" fmla="*/ 1762590 w 2309166"/>
                <a:gd name="connsiteY145" fmla="*/ 1057690 h 2483088"/>
                <a:gd name="connsiteX146" fmla="*/ 1701590 w 2309166"/>
                <a:gd name="connsiteY146" fmla="*/ 1150962 h 2483088"/>
                <a:gd name="connsiteX147" fmla="*/ 1695176 w 2309166"/>
                <a:gd name="connsiteY147" fmla="*/ 1157502 h 2483088"/>
                <a:gd name="connsiteX148" fmla="*/ 1695176 w 2309166"/>
                <a:gd name="connsiteY148" fmla="*/ 1157502 h 2483088"/>
                <a:gd name="connsiteX149" fmla="*/ 1701590 w 2309166"/>
                <a:gd name="connsiteY149" fmla="*/ 1163900 h 2483088"/>
                <a:gd name="connsiteX150" fmla="*/ 1701590 w 2309166"/>
                <a:gd name="connsiteY150" fmla="*/ 1163900 h 2483088"/>
                <a:gd name="connsiteX151" fmla="*/ 1708146 w 2309166"/>
                <a:gd name="connsiteY151" fmla="*/ 1157502 h 2483088"/>
                <a:gd name="connsiteX152" fmla="*/ 1708146 w 2309166"/>
                <a:gd name="connsiteY152" fmla="*/ 1157502 h 2483088"/>
                <a:gd name="connsiteX153" fmla="*/ 1701590 w 2309166"/>
                <a:gd name="connsiteY153" fmla="*/ 1150962 h 2483088"/>
                <a:gd name="connsiteX154" fmla="*/ 1810905 w 2309166"/>
                <a:gd name="connsiteY154" fmla="*/ 1257740 h 2483088"/>
                <a:gd name="connsiteX155" fmla="*/ 1804349 w 2309166"/>
                <a:gd name="connsiteY155" fmla="*/ 1264280 h 2483088"/>
                <a:gd name="connsiteX156" fmla="*/ 1804349 w 2309166"/>
                <a:gd name="connsiteY156" fmla="*/ 1264280 h 2483088"/>
                <a:gd name="connsiteX157" fmla="*/ 1810905 w 2309166"/>
                <a:gd name="connsiteY157" fmla="*/ 1270678 h 2483088"/>
                <a:gd name="connsiteX158" fmla="*/ 1810905 w 2309166"/>
                <a:gd name="connsiteY158" fmla="*/ 1270678 h 2483088"/>
                <a:gd name="connsiteX159" fmla="*/ 1817461 w 2309166"/>
                <a:gd name="connsiteY159" fmla="*/ 1264280 h 2483088"/>
                <a:gd name="connsiteX160" fmla="*/ 1817461 w 2309166"/>
                <a:gd name="connsiteY160" fmla="*/ 1264280 h 2483088"/>
                <a:gd name="connsiteX161" fmla="*/ 1810905 w 2309166"/>
                <a:gd name="connsiteY161" fmla="*/ 1257740 h 2483088"/>
                <a:gd name="connsiteX162" fmla="*/ 2024690 w 2309166"/>
                <a:gd name="connsiteY162" fmla="*/ 1280347 h 2483088"/>
                <a:gd name="connsiteX163" fmla="*/ 2018277 w 2309166"/>
                <a:gd name="connsiteY163" fmla="*/ 1286745 h 2483088"/>
                <a:gd name="connsiteX164" fmla="*/ 2018277 w 2309166"/>
                <a:gd name="connsiteY164" fmla="*/ 1286887 h 2483088"/>
                <a:gd name="connsiteX165" fmla="*/ 2018277 w 2309166"/>
                <a:gd name="connsiteY165" fmla="*/ 1286887 h 2483088"/>
                <a:gd name="connsiteX166" fmla="*/ 2024690 w 2309166"/>
                <a:gd name="connsiteY166" fmla="*/ 1293285 h 2483088"/>
                <a:gd name="connsiteX167" fmla="*/ 2024690 w 2309166"/>
                <a:gd name="connsiteY167" fmla="*/ 1293285 h 2483088"/>
                <a:gd name="connsiteX168" fmla="*/ 2031246 w 2309166"/>
                <a:gd name="connsiteY168" fmla="*/ 1286887 h 2483088"/>
                <a:gd name="connsiteX169" fmla="*/ 2031246 w 2309166"/>
                <a:gd name="connsiteY169" fmla="*/ 1286887 h 2483088"/>
                <a:gd name="connsiteX170" fmla="*/ 2024690 w 2309166"/>
                <a:gd name="connsiteY170" fmla="*/ 1280347 h 2483088"/>
                <a:gd name="connsiteX171" fmla="*/ 1939176 w 2309166"/>
                <a:gd name="connsiteY171" fmla="*/ 800199 h 2483088"/>
                <a:gd name="connsiteX172" fmla="*/ 1932620 w 2309166"/>
                <a:gd name="connsiteY172" fmla="*/ 806740 h 2483088"/>
                <a:gd name="connsiteX173" fmla="*/ 1932620 w 2309166"/>
                <a:gd name="connsiteY173" fmla="*/ 806740 h 2483088"/>
                <a:gd name="connsiteX174" fmla="*/ 1939176 w 2309166"/>
                <a:gd name="connsiteY174" fmla="*/ 813138 h 2483088"/>
                <a:gd name="connsiteX175" fmla="*/ 1939176 w 2309166"/>
                <a:gd name="connsiteY175" fmla="*/ 813138 h 2483088"/>
                <a:gd name="connsiteX176" fmla="*/ 1945590 w 2309166"/>
                <a:gd name="connsiteY176" fmla="*/ 806740 h 2483088"/>
                <a:gd name="connsiteX177" fmla="*/ 1945590 w 2309166"/>
                <a:gd name="connsiteY177" fmla="*/ 806740 h 2483088"/>
                <a:gd name="connsiteX178" fmla="*/ 1939176 w 2309166"/>
                <a:gd name="connsiteY178" fmla="*/ 800199 h 2483088"/>
                <a:gd name="connsiteX179" fmla="*/ 1332597 w 2309166"/>
                <a:gd name="connsiteY179" fmla="*/ 616643 h 2483088"/>
                <a:gd name="connsiteX180" fmla="*/ 1323903 w 2309166"/>
                <a:gd name="connsiteY180" fmla="*/ 625316 h 2483088"/>
                <a:gd name="connsiteX181" fmla="*/ 1323903 w 2309166"/>
                <a:gd name="connsiteY181" fmla="*/ 625458 h 2483088"/>
                <a:gd name="connsiteX182" fmla="*/ 1323903 w 2309166"/>
                <a:gd name="connsiteY182" fmla="*/ 625458 h 2483088"/>
                <a:gd name="connsiteX183" fmla="*/ 1332454 w 2309166"/>
                <a:gd name="connsiteY183" fmla="*/ 634273 h 2483088"/>
                <a:gd name="connsiteX184" fmla="*/ 1332597 w 2309166"/>
                <a:gd name="connsiteY184" fmla="*/ 634273 h 2483088"/>
                <a:gd name="connsiteX185" fmla="*/ 1332597 w 2309166"/>
                <a:gd name="connsiteY185" fmla="*/ 634273 h 2483088"/>
                <a:gd name="connsiteX186" fmla="*/ 1341433 w 2309166"/>
                <a:gd name="connsiteY186" fmla="*/ 625458 h 2483088"/>
                <a:gd name="connsiteX187" fmla="*/ 1341433 w 2309166"/>
                <a:gd name="connsiteY187" fmla="*/ 625458 h 2483088"/>
                <a:gd name="connsiteX188" fmla="*/ 1332597 w 2309166"/>
                <a:gd name="connsiteY188" fmla="*/ 616643 h 2483088"/>
                <a:gd name="connsiteX189" fmla="*/ 1348274 w 2309166"/>
                <a:gd name="connsiteY189" fmla="*/ 723137 h 2483088"/>
                <a:gd name="connsiteX190" fmla="*/ 1339438 w 2309166"/>
                <a:gd name="connsiteY190" fmla="*/ 731952 h 2483088"/>
                <a:gd name="connsiteX191" fmla="*/ 1339438 w 2309166"/>
                <a:gd name="connsiteY191" fmla="*/ 731952 h 2483088"/>
                <a:gd name="connsiteX192" fmla="*/ 1348274 w 2309166"/>
                <a:gd name="connsiteY192" fmla="*/ 740767 h 2483088"/>
                <a:gd name="connsiteX193" fmla="*/ 1348274 w 2309166"/>
                <a:gd name="connsiteY193" fmla="*/ 740767 h 2483088"/>
                <a:gd name="connsiteX194" fmla="*/ 1357111 w 2309166"/>
                <a:gd name="connsiteY194" fmla="*/ 731952 h 2483088"/>
                <a:gd name="connsiteX195" fmla="*/ 1357111 w 2309166"/>
                <a:gd name="connsiteY195" fmla="*/ 731952 h 2483088"/>
                <a:gd name="connsiteX196" fmla="*/ 1348274 w 2309166"/>
                <a:gd name="connsiteY196" fmla="*/ 723137 h 2483088"/>
                <a:gd name="connsiteX197" fmla="*/ 1310220 w 2309166"/>
                <a:gd name="connsiteY197" fmla="*/ 708919 h 2483088"/>
                <a:gd name="connsiteX198" fmla="*/ 1301526 w 2309166"/>
                <a:gd name="connsiteY198" fmla="*/ 717592 h 2483088"/>
                <a:gd name="connsiteX199" fmla="*/ 1301526 w 2309166"/>
                <a:gd name="connsiteY199" fmla="*/ 717592 h 2483088"/>
                <a:gd name="connsiteX200" fmla="*/ 1310078 w 2309166"/>
                <a:gd name="connsiteY200" fmla="*/ 726407 h 2483088"/>
                <a:gd name="connsiteX201" fmla="*/ 1310220 w 2309166"/>
                <a:gd name="connsiteY201" fmla="*/ 726407 h 2483088"/>
                <a:gd name="connsiteX202" fmla="*/ 1310220 w 2309166"/>
                <a:gd name="connsiteY202" fmla="*/ 726407 h 2483088"/>
                <a:gd name="connsiteX203" fmla="*/ 1319057 w 2309166"/>
                <a:gd name="connsiteY203" fmla="*/ 717876 h 2483088"/>
                <a:gd name="connsiteX204" fmla="*/ 1319057 w 2309166"/>
                <a:gd name="connsiteY204" fmla="*/ 717592 h 2483088"/>
                <a:gd name="connsiteX205" fmla="*/ 1319057 w 2309166"/>
                <a:gd name="connsiteY205" fmla="*/ 717592 h 2483088"/>
                <a:gd name="connsiteX206" fmla="*/ 1310363 w 2309166"/>
                <a:gd name="connsiteY206" fmla="*/ 708919 h 2483088"/>
                <a:gd name="connsiteX207" fmla="*/ 1310220 w 2309166"/>
                <a:gd name="connsiteY207" fmla="*/ 708919 h 2483088"/>
                <a:gd name="connsiteX208" fmla="*/ 1254066 w 2309166"/>
                <a:gd name="connsiteY208" fmla="*/ 936409 h 2483088"/>
                <a:gd name="connsiteX209" fmla="*/ 1245230 w 2309166"/>
                <a:gd name="connsiteY209" fmla="*/ 945225 h 2483088"/>
                <a:gd name="connsiteX210" fmla="*/ 1245230 w 2309166"/>
                <a:gd name="connsiteY210" fmla="*/ 945225 h 2483088"/>
                <a:gd name="connsiteX211" fmla="*/ 1254066 w 2309166"/>
                <a:gd name="connsiteY211" fmla="*/ 954040 h 2483088"/>
                <a:gd name="connsiteX212" fmla="*/ 1254066 w 2309166"/>
                <a:gd name="connsiteY212" fmla="*/ 954040 h 2483088"/>
                <a:gd name="connsiteX213" fmla="*/ 1262903 w 2309166"/>
                <a:gd name="connsiteY213" fmla="*/ 945225 h 2483088"/>
                <a:gd name="connsiteX214" fmla="*/ 1262903 w 2309166"/>
                <a:gd name="connsiteY214" fmla="*/ 945225 h 2483088"/>
                <a:gd name="connsiteX215" fmla="*/ 1254066 w 2309166"/>
                <a:gd name="connsiteY215" fmla="*/ 936409 h 2483088"/>
                <a:gd name="connsiteX216" fmla="*/ 1372646 w 2309166"/>
                <a:gd name="connsiteY216" fmla="*/ 899158 h 2483088"/>
                <a:gd name="connsiteX217" fmla="*/ 1363809 w 2309166"/>
                <a:gd name="connsiteY217" fmla="*/ 907973 h 2483088"/>
                <a:gd name="connsiteX218" fmla="*/ 1363809 w 2309166"/>
                <a:gd name="connsiteY218" fmla="*/ 907973 h 2483088"/>
                <a:gd name="connsiteX219" fmla="*/ 1372646 w 2309166"/>
                <a:gd name="connsiteY219" fmla="*/ 916788 h 2483088"/>
                <a:gd name="connsiteX220" fmla="*/ 1372646 w 2309166"/>
                <a:gd name="connsiteY220" fmla="*/ 916788 h 2483088"/>
                <a:gd name="connsiteX221" fmla="*/ 1381482 w 2309166"/>
                <a:gd name="connsiteY221" fmla="*/ 907973 h 2483088"/>
                <a:gd name="connsiteX222" fmla="*/ 1381482 w 2309166"/>
                <a:gd name="connsiteY222" fmla="*/ 907973 h 2483088"/>
                <a:gd name="connsiteX223" fmla="*/ 1372646 w 2309166"/>
                <a:gd name="connsiteY223" fmla="*/ 899158 h 2483088"/>
                <a:gd name="connsiteX224" fmla="*/ 1279720 w 2309166"/>
                <a:gd name="connsiteY224" fmla="*/ 1010486 h 2483088"/>
                <a:gd name="connsiteX225" fmla="*/ 1270884 w 2309166"/>
                <a:gd name="connsiteY225" fmla="*/ 1019301 h 2483088"/>
                <a:gd name="connsiteX226" fmla="*/ 1270884 w 2309166"/>
                <a:gd name="connsiteY226" fmla="*/ 1019301 h 2483088"/>
                <a:gd name="connsiteX227" fmla="*/ 1279720 w 2309166"/>
                <a:gd name="connsiteY227" fmla="*/ 1028117 h 2483088"/>
                <a:gd name="connsiteX228" fmla="*/ 1279720 w 2309166"/>
                <a:gd name="connsiteY228" fmla="*/ 1028117 h 2483088"/>
                <a:gd name="connsiteX229" fmla="*/ 1288414 w 2309166"/>
                <a:gd name="connsiteY229" fmla="*/ 1019444 h 2483088"/>
                <a:gd name="connsiteX230" fmla="*/ 1288414 w 2309166"/>
                <a:gd name="connsiteY230" fmla="*/ 1019301 h 2483088"/>
                <a:gd name="connsiteX231" fmla="*/ 1288414 w 2309166"/>
                <a:gd name="connsiteY231" fmla="*/ 1019301 h 2483088"/>
                <a:gd name="connsiteX232" fmla="*/ 1279863 w 2309166"/>
                <a:gd name="connsiteY232" fmla="*/ 1010486 h 2483088"/>
                <a:gd name="connsiteX233" fmla="*/ 1279720 w 2309166"/>
                <a:gd name="connsiteY233" fmla="*/ 1010486 h 2483088"/>
                <a:gd name="connsiteX234" fmla="*/ 1041991 w 2309166"/>
                <a:gd name="connsiteY234" fmla="*/ 521523 h 2483088"/>
                <a:gd name="connsiteX235" fmla="*/ 1035293 w 2309166"/>
                <a:gd name="connsiteY235" fmla="*/ 528206 h 2483088"/>
                <a:gd name="connsiteX236" fmla="*/ 1035293 w 2309166"/>
                <a:gd name="connsiteY236" fmla="*/ 528206 h 2483088"/>
                <a:gd name="connsiteX237" fmla="*/ 1041847 w 2309166"/>
                <a:gd name="connsiteY237" fmla="*/ 535031 h 2483088"/>
                <a:gd name="connsiteX238" fmla="*/ 1041991 w 2309166"/>
                <a:gd name="connsiteY238" fmla="*/ 535031 h 2483088"/>
                <a:gd name="connsiteX239" fmla="*/ 1041991 w 2309166"/>
                <a:gd name="connsiteY239" fmla="*/ 535031 h 2483088"/>
                <a:gd name="connsiteX240" fmla="*/ 1048833 w 2309166"/>
                <a:gd name="connsiteY240" fmla="*/ 528490 h 2483088"/>
                <a:gd name="connsiteX241" fmla="*/ 1048833 w 2309166"/>
                <a:gd name="connsiteY241" fmla="*/ 528206 h 2483088"/>
                <a:gd name="connsiteX242" fmla="*/ 1048833 w 2309166"/>
                <a:gd name="connsiteY242" fmla="*/ 528206 h 2483088"/>
                <a:gd name="connsiteX243" fmla="*/ 1042135 w 2309166"/>
                <a:gd name="connsiteY243" fmla="*/ 521523 h 2483088"/>
                <a:gd name="connsiteX244" fmla="*/ 1041991 w 2309166"/>
                <a:gd name="connsiteY244" fmla="*/ 521523 h 2483088"/>
                <a:gd name="connsiteX245" fmla="*/ 1015339 w 2309166"/>
                <a:gd name="connsiteY245" fmla="*/ 597448 h 2483088"/>
                <a:gd name="connsiteX246" fmla="*/ 1008498 w 2309166"/>
                <a:gd name="connsiteY246" fmla="*/ 603989 h 2483088"/>
                <a:gd name="connsiteX247" fmla="*/ 1008498 w 2309166"/>
                <a:gd name="connsiteY247" fmla="*/ 604273 h 2483088"/>
                <a:gd name="connsiteX248" fmla="*/ 1008498 w 2309166"/>
                <a:gd name="connsiteY248" fmla="*/ 604273 h 2483088"/>
                <a:gd name="connsiteX249" fmla="*/ 1015196 w 2309166"/>
                <a:gd name="connsiteY249" fmla="*/ 610956 h 2483088"/>
                <a:gd name="connsiteX250" fmla="*/ 1015339 w 2309166"/>
                <a:gd name="connsiteY250" fmla="*/ 610956 h 2483088"/>
                <a:gd name="connsiteX251" fmla="*/ 1015339 w 2309166"/>
                <a:gd name="connsiteY251" fmla="*/ 610956 h 2483088"/>
                <a:gd name="connsiteX252" fmla="*/ 1022038 w 2309166"/>
                <a:gd name="connsiteY252" fmla="*/ 604273 h 2483088"/>
                <a:gd name="connsiteX253" fmla="*/ 1022038 w 2309166"/>
                <a:gd name="connsiteY253" fmla="*/ 604273 h 2483088"/>
                <a:gd name="connsiteX254" fmla="*/ 1015483 w 2309166"/>
                <a:gd name="connsiteY254" fmla="*/ 597448 h 2483088"/>
                <a:gd name="connsiteX255" fmla="*/ 1015339 w 2309166"/>
                <a:gd name="connsiteY255" fmla="*/ 597448 h 2483088"/>
                <a:gd name="connsiteX256" fmla="*/ 988830 w 2309166"/>
                <a:gd name="connsiteY256" fmla="*/ 441049 h 2483088"/>
                <a:gd name="connsiteX257" fmla="*/ 981989 w 2309166"/>
                <a:gd name="connsiteY257" fmla="*/ 447873 h 2483088"/>
                <a:gd name="connsiteX258" fmla="*/ 981989 w 2309166"/>
                <a:gd name="connsiteY258" fmla="*/ 447873 h 2483088"/>
                <a:gd name="connsiteX259" fmla="*/ 988830 w 2309166"/>
                <a:gd name="connsiteY259" fmla="*/ 454698 h 2483088"/>
                <a:gd name="connsiteX260" fmla="*/ 988830 w 2309166"/>
                <a:gd name="connsiteY260" fmla="*/ 454698 h 2483088"/>
                <a:gd name="connsiteX261" fmla="*/ 995671 w 2309166"/>
                <a:gd name="connsiteY261" fmla="*/ 447873 h 2483088"/>
                <a:gd name="connsiteX262" fmla="*/ 995671 w 2309166"/>
                <a:gd name="connsiteY262" fmla="*/ 447873 h 2483088"/>
                <a:gd name="connsiteX263" fmla="*/ 988830 w 2309166"/>
                <a:gd name="connsiteY263" fmla="*/ 441049 h 2483088"/>
                <a:gd name="connsiteX264" fmla="*/ 815807 w 2309166"/>
                <a:gd name="connsiteY264" fmla="*/ 522376 h 2483088"/>
                <a:gd name="connsiteX265" fmla="*/ 809108 w 2309166"/>
                <a:gd name="connsiteY265" fmla="*/ 529201 h 2483088"/>
                <a:gd name="connsiteX266" fmla="*/ 809108 w 2309166"/>
                <a:gd name="connsiteY266" fmla="*/ 529201 h 2483088"/>
                <a:gd name="connsiteX267" fmla="*/ 815807 w 2309166"/>
                <a:gd name="connsiteY267" fmla="*/ 536026 h 2483088"/>
                <a:gd name="connsiteX268" fmla="*/ 815807 w 2309166"/>
                <a:gd name="connsiteY268" fmla="*/ 536026 h 2483088"/>
                <a:gd name="connsiteX269" fmla="*/ 822648 w 2309166"/>
                <a:gd name="connsiteY269" fmla="*/ 529201 h 2483088"/>
                <a:gd name="connsiteX270" fmla="*/ 822648 w 2309166"/>
                <a:gd name="connsiteY270" fmla="*/ 529201 h 2483088"/>
                <a:gd name="connsiteX271" fmla="*/ 815807 w 2309166"/>
                <a:gd name="connsiteY271" fmla="*/ 522376 h 2483088"/>
                <a:gd name="connsiteX272" fmla="*/ 685683 w 2309166"/>
                <a:gd name="connsiteY272" fmla="*/ 497210 h 2483088"/>
                <a:gd name="connsiteX273" fmla="*/ 678984 w 2309166"/>
                <a:gd name="connsiteY273" fmla="*/ 503893 h 2483088"/>
                <a:gd name="connsiteX274" fmla="*/ 678984 w 2309166"/>
                <a:gd name="connsiteY274" fmla="*/ 503893 h 2483088"/>
                <a:gd name="connsiteX275" fmla="*/ 685539 w 2309166"/>
                <a:gd name="connsiteY275" fmla="*/ 510718 h 2483088"/>
                <a:gd name="connsiteX276" fmla="*/ 685683 w 2309166"/>
                <a:gd name="connsiteY276" fmla="*/ 510718 h 2483088"/>
                <a:gd name="connsiteX277" fmla="*/ 685683 w 2309166"/>
                <a:gd name="connsiteY277" fmla="*/ 510718 h 2483088"/>
                <a:gd name="connsiteX278" fmla="*/ 692524 w 2309166"/>
                <a:gd name="connsiteY278" fmla="*/ 503893 h 2483088"/>
                <a:gd name="connsiteX279" fmla="*/ 692524 w 2309166"/>
                <a:gd name="connsiteY279" fmla="*/ 503893 h 2483088"/>
                <a:gd name="connsiteX280" fmla="*/ 685683 w 2309166"/>
                <a:gd name="connsiteY280" fmla="*/ 497210 h 2483088"/>
                <a:gd name="connsiteX281" fmla="*/ 615419 w 2309166"/>
                <a:gd name="connsiteY281" fmla="*/ 444603 h 2483088"/>
                <a:gd name="connsiteX282" fmla="*/ 608578 w 2309166"/>
                <a:gd name="connsiteY282" fmla="*/ 451143 h 2483088"/>
                <a:gd name="connsiteX283" fmla="*/ 608578 w 2309166"/>
                <a:gd name="connsiteY283" fmla="*/ 451428 h 2483088"/>
                <a:gd name="connsiteX284" fmla="*/ 608578 w 2309166"/>
                <a:gd name="connsiteY284" fmla="*/ 451428 h 2483088"/>
                <a:gd name="connsiteX285" fmla="*/ 615275 w 2309166"/>
                <a:gd name="connsiteY285" fmla="*/ 458110 h 2483088"/>
                <a:gd name="connsiteX286" fmla="*/ 615419 w 2309166"/>
                <a:gd name="connsiteY286" fmla="*/ 458110 h 2483088"/>
                <a:gd name="connsiteX287" fmla="*/ 615419 w 2309166"/>
                <a:gd name="connsiteY287" fmla="*/ 458110 h 2483088"/>
                <a:gd name="connsiteX288" fmla="*/ 622117 w 2309166"/>
                <a:gd name="connsiteY288" fmla="*/ 451428 h 2483088"/>
                <a:gd name="connsiteX289" fmla="*/ 622117 w 2309166"/>
                <a:gd name="connsiteY289" fmla="*/ 451428 h 2483088"/>
                <a:gd name="connsiteX290" fmla="*/ 615563 w 2309166"/>
                <a:gd name="connsiteY290" fmla="*/ 444603 h 2483088"/>
                <a:gd name="connsiteX291" fmla="*/ 615419 w 2309166"/>
                <a:gd name="connsiteY291" fmla="*/ 444603 h 2483088"/>
                <a:gd name="connsiteX292" fmla="*/ 909017 w 2309166"/>
                <a:gd name="connsiteY292" fmla="*/ 903423 h 2483088"/>
                <a:gd name="connsiteX293" fmla="*/ 902176 w 2309166"/>
                <a:gd name="connsiteY293" fmla="*/ 910248 h 2483088"/>
                <a:gd name="connsiteX294" fmla="*/ 902176 w 2309166"/>
                <a:gd name="connsiteY294" fmla="*/ 910248 h 2483088"/>
                <a:gd name="connsiteX295" fmla="*/ 909017 w 2309166"/>
                <a:gd name="connsiteY295" fmla="*/ 917073 h 2483088"/>
                <a:gd name="connsiteX296" fmla="*/ 909017 w 2309166"/>
                <a:gd name="connsiteY296" fmla="*/ 917073 h 2483088"/>
                <a:gd name="connsiteX297" fmla="*/ 915858 w 2309166"/>
                <a:gd name="connsiteY297" fmla="*/ 910248 h 2483088"/>
                <a:gd name="connsiteX298" fmla="*/ 915858 w 2309166"/>
                <a:gd name="connsiteY298" fmla="*/ 910248 h 2483088"/>
                <a:gd name="connsiteX299" fmla="*/ 909017 w 2309166"/>
                <a:gd name="connsiteY299" fmla="*/ 903423 h 2483088"/>
                <a:gd name="connsiteX300" fmla="*/ 870963 w 2309166"/>
                <a:gd name="connsiteY300" fmla="*/ 1004514 h 2483088"/>
                <a:gd name="connsiteX301" fmla="*/ 864122 w 2309166"/>
                <a:gd name="connsiteY301" fmla="*/ 1011339 h 2483088"/>
                <a:gd name="connsiteX302" fmla="*/ 864122 w 2309166"/>
                <a:gd name="connsiteY302" fmla="*/ 1011339 h 2483088"/>
                <a:gd name="connsiteX303" fmla="*/ 870963 w 2309166"/>
                <a:gd name="connsiteY303" fmla="*/ 1018164 h 2483088"/>
                <a:gd name="connsiteX304" fmla="*/ 870963 w 2309166"/>
                <a:gd name="connsiteY304" fmla="*/ 1018164 h 2483088"/>
                <a:gd name="connsiteX305" fmla="*/ 877662 w 2309166"/>
                <a:gd name="connsiteY305" fmla="*/ 1011339 h 2483088"/>
                <a:gd name="connsiteX306" fmla="*/ 877662 w 2309166"/>
                <a:gd name="connsiteY306" fmla="*/ 1011339 h 2483088"/>
                <a:gd name="connsiteX307" fmla="*/ 870963 w 2309166"/>
                <a:gd name="connsiteY307" fmla="*/ 1004514 h 2483088"/>
                <a:gd name="connsiteX308" fmla="*/ 929113 w 2309166"/>
                <a:gd name="connsiteY308" fmla="*/ 1342053 h 2483088"/>
                <a:gd name="connsiteX309" fmla="*/ 922272 w 2309166"/>
                <a:gd name="connsiteY309" fmla="*/ 1348878 h 2483088"/>
                <a:gd name="connsiteX310" fmla="*/ 922272 w 2309166"/>
                <a:gd name="connsiteY310" fmla="*/ 1348878 h 2483088"/>
                <a:gd name="connsiteX311" fmla="*/ 929113 w 2309166"/>
                <a:gd name="connsiteY311" fmla="*/ 1355703 h 2483088"/>
                <a:gd name="connsiteX312" fmla="*/ 929113 w 2309166"/>
                <a:gd name="connsiteY312" fmla="*/ 1355703 h 2483088"/>
                <a:gd name="connsiteX313" fmla="*/ 935811 w 2309166"/>
                <a:gd name="connsiteY313" fmla="*/ 1348878 h 2483088"/>
                <a:gd name="connsiteX314" fmla="*/ 935811 w 2309166"/>
                <a:gd name="connsiteY314" fmla="*/ 1348878 h 2483088"/>
                <a:gd name="connsiteX315" fmla="*/ 929113 w 2309166"/>
                <a:gd name="connsiteY315" fmla="*/ 1342053 h 2483088"/>
                <a:gd name="connsiteX316" fmla="*/ 922272 w 2309166"/>
                <a:gd name="connsiteY316" fmla="*/ 1274802 h 2483088"/>
                <a:gd name="connsiteX317" fmla="*/ 915573 w 2309166"/>
                <a:gd name="connsiteY317" fmla="*/ 1281626 h 2483088"/>
                <a:gd name="connsiteX318" fmla="*/ 915573 w 2309166"/>
                <a:gd name="connsiteY318" fmla="*/ 1281626 h 2483088"/>
                <a:gd name="connsiteX319" fmla="*/ 922272 w 2309166"/>
                <a:gd name="connsiteY319" fmla="*/ 1288309 h 2483088"/>
                <a:gd name="connsiteX320" fmla="*/ 922272 w 2309166"/>
                <a:gd name="connsiteY320" fmla="*/ 1288309 h 2483088"/>
                <a:gd name="connsiteX321" fmla="*/ 929113 w 2309166"/>
                <a:gd name="connsiteY321" fmla="*/ 1281626 h 2483088"/>
                <a:gd name="connsiteX322" fmla="*/ 929113 w 2309166"/>
                <a:gd name="connsiteY322" fmla="*/ 1281626 h 2483088"/>
                <a:gd name="connsiteX323" fmla="*/ 922272 w 2309166"/>
                <a:gd name="connsiteY323" fmla="*/ 1274802 h 2483088"/>
                <a:gd name="connsiteX324" fmla="*/ 1050543 w 2309166"/>
                <a:gd name="connsiteY324" fmla="*/ 1326271 h 2483088"/>
                <a:gd name="connsiteX325" fmla="*/ 1043702 w 2309166"/>
                <a:gd name="connsiteY325" fmla="*/ 1332812 h 2483088"/>
                <a:gd name="connsiteX326" fmla="*/ 1043702 w 2309166"/>
                <a:gd name="connsiteY326" fmla="*/ 1333096 h 2483088"/>
                <a:gd name="connsiteX327" fmla="*/ 1043702 w 2309166"/>
                <a:gd name="connsiteY327" fmla="*/ 1333096 h 2483088"/>
                <a:gd name="connsiteX328" fmla="*/ 1050399 w 2309166"/>
                <a:gd name="connsiteY328" fmla="*/ 1339779 h 2483088"/>
                <a:gd name="connsiteX329" fmla="*/ 1050543 w 2309166"/>
                <a:gd name="connsiteY329" fmla="*/ 1339779 h 2483088"/>
                <a:gd name="connsiteX330" fmla="*/ 1050543 w 2309166"/>
                <a:gd name="connsiteY330" fmla="*/ 1339779 h 2483088"/>
                <a:gd name="connsiteX331" fmla="*/ 1057241 w 2309166"/>
                <a:gd name="connsiteY331" fmla="*/ 1333096 h 2483088"/>
                <a:gd name="connsiteX332" fmla="*/ 1057241 w 2309166"/>
                <a:gd name="connsiteY332" fmla="*/ 1333096 h 2483088"/>
                <a:gd name="connsiteX333" fmla="*/ 1050687 w 2309166"/>
                <a:gd name="connsiteY333" fmla="*/ 1326271 h 2483088"/>
                <a:gd name="connsiteX334" fmla="*/ 1050543 w 2309166"/>
                <a:gd name="connsiteY334" fmla="*/ 1326271 h 2483088"/>
                <a:gd name="connsiteX335" fmla="*/ 986977 w 2309166"/>
                <a:gd name="connsiteY335" fmla="*/ 1301532 h 2483088"/>
                <a:gd name="connsiteX336" fmla="*/ 980136 w 2309166"/>
                <a:gd name="connsiteY336" fmla="*/ 1308072 h 2483088"/>
                <a:gd name="connsiteX337" fmla="*/ 980136 w 2309166"/>
                <a:gd name="connsiteY337" fmla="*/ 1308356 h 2483088"/>
                <a:gd name="connsiteX338" fmla="*/ 980136 w 2309166"/>
                <a:gd name="connsiteY338" fmla="*/ 1308356 h 2483088"/>
                <a:gd name="connsiteX339" fmla="*/ 986833 w 2309166"/>
                <a:gd name="connsiteY339" fmla="*/ 1315039 h 2483088"/>
                <a:gd name="connsiteX340" fmla="*/ 986977 w 2309166"/>
                <a:gd name="connsiteY340" fmla="*/ 1315039 h 2483088"/>
                <a:gd name="connsiteX341" fmla="*/ 986977 w 2309166"/>
                <a:gd name="connsiteY341" fmla="*/ 1315039 h 2483088"/>
                <a:gd name="connsiteX342" fmla="*/ 993676 w 2309166"/>
                <a:gd name="connsiteY342" fmla="*/ 1308356 h 2483088"/>
                <a:gd name="connsiteX343" fmla="*/ 993676 w 2309166"/>
                <a:gd name="connsiteY343" fmla="*/ 1308356 h 2483088"/>
                <a:gd name="connsiteX344" fmla="*/ 987121 w 2309166"/>
                <a:gd name="connsiteY344" fmla="*/ 1301532 h 2483088"/>
                <a:gd name="connsiteX345" fmla="*/ 986977 w 2309166"/>
                <a:gd name="connsiteY345" fmla="*/ 1301532 h 2483088"/>
                <a:gd name="connsiteX346" fmla="*/ 945788 w 2309166"/>
                <a:gd name="connsiteY346" fmla="*/ 1177265 h 2483088"/>
                <a:gd name="connsiteX347" fmla="*/ 939089 w 2309166"/>
                <a:gd name="connsiteY347" fmla="*/ 1184090 h 2483088"/>
                <a:gd name="connsiteX348" fmla="*/ 939089 w 2309166"/>
                <a:gd name="connsiteY348" fmla="*/ 1184090 h 2483088"/>
                <a:gd name="connsiteX349" fmla="*/ 945788 w 2309166"/>
                <a:gd name="connsiteY349" fmla="*/ 1190915 h 2483088"/>
                <a:gd name="connsiteX350" fmla="*/ 945788 w 2309166"/>
                <a:gd name="connsiteY350" fmla="*/ 1190915 h 2483088"/>
                <a:gd name="connsiteX351" fmla="*/ 952629 w 2309166"/>
                <a:gd name="connsiteY351" fmla="*/ 1184090 h 2483088"/>
                <a:gd name="connsiteX352" fmla="*/ 952629 w 2309166"/>
                <a:gd name="connsiteY352" fmla="*/ 1184090 h 2483088"/>
                <a:gd name="connsiteX353" fmla="*/ 945788 w 2309166"/>
                <a:gd name="connsiteY353" fmla="*/ 1177265 h 2483088"/>
                <a:gd name="connsiteX354" fmla="*/ 911867 w 2309166"/>
                <a:gd name="connsiteY354" fmla="*/ 1177265 h 2483088"/>
                <a:gd name="connsiteX355" fmla="*/ 905169 w 2309166"/>
                <a:gd name="connsiteY355" fmla="*/ 1184090 h 2483088"/>
                <a:gd name="connsiteX356" fmla="*/ 905169 w 2309166"/>
                <a:gd name="connsiteY356" fmla="*/ 1184090 h 2483088"/>
                <a:gd name="connsiteX357" fmla="*/ 911867 w 2309166"/>
                <a:gd name="connsiteY357" fmla="*/ 1190772 h 2483088"/>
                <a:gd name="connsiteX358" fmla="*/ 911867 w 2309166"/>
                <a:gd name="connsiteY358" fmla="*/ 1190772 h 2483088"/>
                <a:gd name="connsiteX359" fmla="*/ 918707 w 2309166"/>
                <a:gd name="connsiteY359" fmla="*/ 1184232 h 2483088"/>
                <a:gd name="connsiteX360" fmla="*/ 918709 w 2309166"/>
                <a:gd name="connsiteY360" fmla="*/ 1184090 h 2483088"/>
                <a:gd name="connsiteX361" fmla="*/ 918709 w 2309166"/>
                <a:gd name="connsiteY361" fmla="*/ 1184090 h 2483088"/>
                <a:gd name="connsiteX362" fmla="*/ 911867 w 2309166"/>
                <a:gd name="connsiteY362" fmla="*/ 1177265 h 2483088"/>
                <a:gd name="connsiteX363" fmla="*/ 565250 w 2309166"/>
                <a:gd name="connsiteY363" fmla="*/ 1586890 h 2483088"/>
                <a:gd name="connsiteX364" fmla="*/ 558550 w 2309166"/>
                <a:gd name="connsiteY364" fmla="*/ 1593573 h 2483088"/>
                <a:gd name="connsiteX365" fmla="*/ 558552 w 2309166"/>
                <a:gd name="connsiteY365" fmla="*/ 1593715 h 2483088"/>
                <a:gd name="connsiteX366" fmla="*/ 558552 w 2309166"/>
                <a:gd name="connsiteY366" fmla="*/ 1593715 h 2483088"/>
                <a:gd name="connsiteX367" fmla="*/ 565250 w 2309166"/>
                <a:gd name="connsiteY367" fmla="*/ 1600398 h 2483088"/>
                <a:gd name="connsiteX368" fmla="*/ 565250 w 2309166"/>
                <a:gd name="connsiteY368" fmla="*/ 1600398 h 2483088"/>
                <a:gd name="connsiteX369" fmla="*/ 572092 w 2309166"/>
                <a:gd name="connsiteY369" fmla="*/ 1593715 h 2483088"/>
                <a:gd name="connsiteX370" fmla="*/ 572092 w 2309166"/>
                <a:gd name="connsiteY370" fmla="*/ 1593715 h 2483088"/>
                <a:gd name="connsiteX371" fmla="*/ 565250 w 2309166"/>
                <a:gd name="connsiteY371" fmla="*/ 1586890 h 2483088"/>
                <a:gd name="connsiteX372" fmla="*/ 773477 w 2309166"/>
                <a:gd name="connsiteY372" fmla="*/ 1091103 h 2483088"/>
                <a:gd name="connsiteX373" fmla="*/ 766636 w 2309166"/>
                <a:gd name="connsiteY373" fmla="*/ 1097928 h 2483088"/>
                <a:gd name="connsiteX374" fmla="*/ 766636 w 2309166"/>
                <a:gd name="connsiteY374" fmla="*/ 1097928 h 2483088"/>
                <a:gd name="connsiteX375" fmla="*/ 773333 w 2309166"/>
                <a:gd name="connsiteY375" fmla="*/ 1104610 h 2483088"/>
                <a:gd name="connsiteX376" fmla="*/ 773477 w 2309166"/>
                <a:gd name="connsiteY376" fmla="*/ 1104610 h 2483088"/>
                <a:gd name="connsiteX377" fmla="*/ 773477 w 2309166"/>
                <a:gd name="connsiteY377" fmla="*/ 1104610 h 2483088"/>
                <a:gd name="connsiteX378" fmla="*/ 780176 w 2309166"/>
                <a:gd name="connsiteY378" fmla="*/ 1097928 h 2483088"/>
                <a:gd name="connsiteX379" fmla="*/ 780176 w 2309166"/>
                <a:gd name="connsiteY379" fmla="*/ 1097928 h 2483088"/>
                <a:gd name="connsiteX380" fmla="*/ 773477 w 2309166"/>
                <a:gd name="connsiteY380" fmla="*/ 1091103 h 2483088"/>
                <a:gd name="connsiteX381" fmla="*/ 792148 w 2309166"/>
                <a:gd name="connsiteY381" fmla="*/ 1217360 h 2483088"/>
                <a:gd name="connsiteX382" fmla="*/ 777895 w 2309166"/>
                <a:gd name="connsiteY382" fmla="*/ 1231578 h 2483088"/>
                <a:gd name="connsiteX383" fmla="*/ 777895 w 2309166"/>
                <a:gd name="connsiteY383" fmla="*/ 1231578 h 2483088"/>
                <a:gd name="connsiteX384" fmla="*/ 792148 w 2309166"/>
                <a:gd name="connsiteY384" fmla="*/ 1245797 h 2483088"/>
                <a:gd name="connsiteX385" fmla="*/ 792148 w 2309166"/>
                <a:gd name="connsiteY385" fmla="*/ 1245797 h 2483088"/>
                <a:gd name="connsiteX386" fmla="*/ 806400 w 2309166"/>
                <a:gd name="connsiteY386" fmla="*/ 1231578 h 2483088"/>
                <a:gd name="connsiteX387" fmla="*/ 806400 w 2309166"/>
                <a:gd name="connsiteY387" fmla="*/ 1231578 h 2483088"/>
                <a:gd name="connsiteX388" fmla="*/ 792148 w 2309166"/>
                <a:gd name="connsiteY388" fmla="*/ 1217360 h 2483088"/>
                <a:gd name="connsiteX389" fmla="*/ 492849 w 2309166"/>
                <a:gd name="connsiteY389" fmla="*/ 1494757 h 2483088"/>
                <a:gd name="connsiteX390" fmla="*/ 478596 w 2309166"/>
                <a:gd name="connsiteY390" fmla="*/ 1508975 h 2483088"/>
                <a:gd name="connsiteX391" fmla="*/ 478596 w 2309166"/>
                <a:gd name="connsiteY391" fmla="*/ 1508975 h 2483088"/>
                <a:gd name="connsiteX392" fmla="*/ 492849 w 2309166"/>
                <a:gd name="connsiteY392" fmla="*/ 1522482 h 2483088"/>
                <a:gd name="connsiteX393" fmla="*/ 492849 w 2309166"/>
                <a:gd name="connsiteY393" fmla="*/ 1522482 h 2483088"/>
                <a:gd name="connsiteX394" fmla="*/ 506388 w 2309166"/>
                <a:gd name="connsiteY394" fmla="*/ 1508975 h 2483088"/>
                <a:gd name="connsiteX395" fmla="*/ 506388 w 2309166"/>
                <a:gd name="connsiteY395" fmla="*/ 1508975 h 2483088"/>
                <a:gd name="connsiteX396" fmla="*/ 492849 w 2309166"/>
                <a:gd name="connsiteY396" fmla="*/ 1494757 h 2483088"/>
                <a:gd name="connsiteX397" fmla="*/ 888636 w 2309166"/>
                <a:gd name="connsiteY397" fmla="*/ 2184480 h 2483088"/>
                <a:gd name="connsiteX398" fmla="*/ 875096 w 2309166"/>
                <a:gd name="connsiteY398" fmla="*/ 2197987 h 2483088"/>
                <a:gd name="connsiteX399" fmla="*/ 875096 w 2309166"/>
                <a:gd name="connsiteY399" fmla="*/ 2197987 h 2483088"/>
                <a:gd name="connsiteX400" fmla="*/ 888636 w 2309166"/>
                <a:gd name="connsiteY400" fmla="*/ 2212205 h 2483088"/>
                <a:gd name="connsiteX401" fmla="*/ 888636 w 2309166"/>
                <a:gd name="connsiteY401" fmla="*/ 2212205 h 2483088"/>
                <a:gd name="connsiteX402" fmla="*/ 902888 w 2309166"/>
                <a:gd name="connsiteY402" fmla="*/ 2199750 h 2483088"/>
                <a:gd name="connsiteX403" fmla="*/ 902888 w 2309166"/>
                <a:gd name="connsiteY403" fmla="*/ 2197987 h 2483088"/>
                <a:gd name="connsiteX404" fmla="*/ 902888 w 2309166"/>
                <a:gd name="connsiteY404" fmla="*/ 2197987 h 2483088"/>
                <a:gd name="connsiteX405" fmla="*/ 888636 w 2309166"/>
                <a:gd name="connsiteY405" fmla="*/ 2184480 h 2483088"/>
                <a:gd name="connsiteX406" fmla="*/ 699935 w 2309166"/>
                <a:gd name="connsiteY406" fmla="*/ 2400880 h 2483088"/>
                <a:gd name="connsiteX407" fmla="*/ 685683 w 2309166"/>
                <a:gd name="connsiteY407" fmla="*/ 2414387 h 2483088"/>
                <a:gd name="connsiteX408" fmla="*/ 685683 w 2309166"/>
                <a:gd name="connsiteY408" fmla="*/ 2414387 h 2483088"/>
                <a:gd name="connsiteX409" fmla="*/ 699935 w 2309166"/>
                <a:gd name="connsiteY409" fmla="*/ 2427894 h 2483088"/>
                <a:gd name="connsiteX410" fmla="*/ 699935 w 2309166"/>
                <a:gd name="connsiteY410" fmla="*/ 2427894 h 2483088"/>
                <a:gd name="connsiteX411" fmla="*/ 714187 w 2309166"/>
                <a:gd name="connsiteY411" fmla="*/ 2414387 h 2483088"/>
                <a:gd name="connsiteX412" fmla="*/ 714187 w 2309166"/>
                <a:gd name="connsiteY412" fmla="*/ 2414387 h 2483088"/>
                <a:gd name="connsiteX413" fmla="*/ 700961 w 2309166"/>
                <a:gd name="connsiteY413" fmla="*/ 2400852 h 2483088"/>
                <a:gd name="connsiteX414" fmla="*/ 699935 w 2309166"/>
                <a:gd name="connsiteY414" fmla="*/ 2400880 h 2483088"/>
                <a:gd name="connsiteX415" fmla="*/ 530332 w 2309166"/>
                <a:gd name="connsiteY415" fmla="*/ 2226281 h 2483088"/>
                <a:gd name="connsiteX416" fmla="*/ 516080 w 2309166"/>
                <a:gd name="connsiteY416" fmla="*/ 2239788 h 2483088"/>
                <a:gd name="connsiteX417" fmla="*/ 516080 w 2309166"/>
                <a:gd name="connsiteY417" fmla="*/ 2239788 h 2483088"/>
                <a:gd name="connsiteX418" fmla="*/ 530332 w 2309166"/>
                <a:gd name="connsiteY418" fmla="*/ 2254006 h 2483088"/>
                <a:gd name="connsiteX419" fmla="*/ 530332 w 2309166"/>
                <a:gd name="connsiteY419" fmla="*/ 2254006 h 2483088"/>
                <a:gd name="connsiteX420" fmla="*/ 544585 w 2309166"/>
                <a:gd name="connsiteY420" fmla="*/ 2239788 h 2483088"/>
                <a:gd name="connsiteX421" fmla="*/ 544585 w 2309166"/>
                <a:gd name="connsiteY421" fmla="*/ 2239788 h 2483088"/>
                <a:gd name="connsiteX422" fmla="*/ 530332 w 2309166"/>
                <a:gd name="connsiteY422" fmla="*/ 2226281 h 2483088"/>
                <a:gd name="connsiteX423" fmla="*/ 766351 w 2309166"/>
                <a:gd name="connsiteY423" fmla="*/ 1664095 h 2483088"/>
                <a:gd name="connsiteX424" fmla="*/ 752099 w 2309166"/>
                <a:gd name="connsiteY424" fmla="*/ 1677602 h 2483088"/>
                <a:gd name="connsiteX425" fmla="*/ 752099 w 2309166"/>
                <a:gd name="connsiteY425" fmla="*/ 1677602 h 2483088"/>
                <a:gd name="connsiteX426" fmla="*/ 766351 w 2309166"/>
                <a:gd name="connsiteY426" fmla="*/ 1691820 h 2483088"/>
                <a:gd name="connsiteX427" fmla="*/ 766351 w 2309166"/>
                <a:gd name="connsiteY427" fmla="*/ 1691820 h 2483088"/>
                <a:gd name="connsiteX428" fmla="*/ 780603 w 2309166"/>
                <a:gd name="connsiteY428" fmla="*/ 1677602 h 2483088"/>
                <a:gd name="connsiteX429" fmla="*/ 780603 w 2309166"/>
                <a:gd name="connsiteY429" fmla="*/ 1677602 h 2483088"/>
                <a:gd name="connsiteX430" fmla="*/ 766351 w 2309166"/>
                <a:gd name="connsiteY430" fmla="*/ 1664095 h 2483088"/>
                <a:gd name="connsiteX431" fmla="*/ 780603 w 2309166"/>
                <a:gd name="connsiteY431" fmla="*/ 1826466 h 2483088"/>
                <a:gd name="connsiteX432" fmla="*/ 767064 w 2309166"/>
                <a:gd name="connsiteY432" fmla="*/ 1840684 h 2483088"/>
                <a:gd name="connsiteX433" fmla="*/ 767064 w 2309166"/>
                <a:gd name="connsiteY433" fmla="*/ 1840684 h 2483088"/>
                <a:gd name="connsiteX434" fmla="*/ 780603 w 2309166"/>
                <a:gd name="connsiteY434" fmla="*/ 1854192 h 2483088"/>
                <a:gd name="connsiteX435" fmla="*/ 780603 w 2309166"/>
                <a:gd name="connsiteY435" fmla="*/ 1854192 h 2483088"/>
                <a:gd name="connsiteX436" fmla="*/ 794856 w 2309166"/>
                <a:gd name="connsiteY436" fmla="*/ 1840684 h 2483088"/>
                <a:gd name="connsiteX437" fmla="*/ 794856 w 2309166"/>
                <a:gd name="connsiteY437" fmla="*/ 1840684 h 2483088"/>
                <a:gd name="connsiteX438" fmla="*/ 780603 w 2309166"/>
                <a:gd name="connsiteY438" fmla="*/ 1826466 h 2483088"/>
                <a:gd name="connsiteX439" fmla="*/ 465484 w 2309166"/>
                <a:gd name="connsiteY439" fmla="*/ 1650588 h 2483088"/>
                <a:gd name="connsiteX440" fmla="*/ 451944 w 2309166"/>
                <a:gd name="connsiteY440" fmla="*/ 1664806 h 2483088"/>
                <a:gd name="connsiteX441" fmla="*/ 451944 w 2309166"/>
                <a:gd name="connsiteY441" fmla="*/ 1664806 h 2483088"/>
                <a:gd name="connsiteX442" fmla="*/ 465484 w 2309166"/>
                <a:gd name="connsiteY442" fmla="*/ 1678313 h 2483088"/>
                <a:gd name="connsiteX443" fmla="*/ 465484 w 2309166"/>
                <a:gd name="connsiteY443" fmla="*/ 1678313 h 2483088"/>
                <a:gd name="connsiteX444" fmla="*/ 479711 w 2309166"/>
                <a:gd name="connsiteY444" fmla="*/ 1665829 h 2483088"/>
                <a:gd name="connsiteX445" fmla="*/ 479736 w 2309166"/>
                <a:gd name="connsiteY445" fmla="*/ 1664806 h 2483088"/>
                <a:gd name="connsiteX446" fmla="*/ 479736 w 2309166"/>
                <a:gd name="connsiteY446" fmla="*/ 1664806 h 2483088"/>
                <a:gd name="connsiteX447" fmla="*/ 465484 w 2309166"/>
                <a:gd name="connsiteY447" fmla="*/ 1650588 h 2483088"/>
                <a:gd name="connsiteX448" fmla="*/ 780176 w 2309166"/>
                <a:gd name="connsiteY448" fmla="*/ 1435182 h 2483088"/>
                <a:gd name="connsiteX449" fmla="*/ 766636 w 2309166"/>
                <a:gd name="connsiteY449" fmla="*/ 1449401 h 2483088"/>
                <a:gd name="connsiteX450" fmla="*/ 766636 w 2309166"/>
                <a:gd name="connsiteY450" fmla="*/ 1449401 h 2483088"/>
                <a:gd name="connsiteX451" fmla="*/ 780176 w 2309166"/>
                <a:gd name="connsiteY451" fmla="*/ 1462908 h 2483088"/>
                <a:gd name="connsiteX452" fmla="*/ 780176 w 2309166"/>
                <a:gd name="connsiteY452" fmla="*/ 1462908 h 2483088"/>
                <a:gd name="connsiteX453" fmla="*/ 794428 w 2309166"/>
                <a:gd name="connsiteY453" fmla="*/ 1449401 h 2483088"/>
                <a:gd name="connsiteX454" fmla="*/ 794428 w 2309166"/>
                <a:gd name="connsiteY454" fmla="*/ 1449401 h 2483088"/>
                <a:gd name="connsiteX455" fmla="*/ 781944 w 2309166"/>
                <a:gd name="connsiteY455" fmla="*/ 1435182 h 2483088"/>
                <a:gd name="connsiteX456" fmla="*/ 780176 w 2309166"/>
                <a:gd name="connsiteY456" fmla="*/ 1435182 h 2483088"/>
                <a:gd name="connsiteX457" fmla="*/ 942225 w 2309166"/>
                <a:gd name="connsiteY457" fmla="*/ 1522198 h 2483088"/>
                <a:gd name="connsiteX458" fmla="*/ 927973 w 2309166"/>
                <a:gd name="connsiteY458" fmla="*/ 1536416 h 2483088"/>
                <a:gd name="connsiteX459" fmla="*/ 927973 w 2309166"/>
                <a:gd name="connsiteY459" fmla="*/ 1536416 h 2483088"/>
                <a:gd name="connsiteX460" fmla="*/ 941199 w 2309166"/>
                <a:gd name="connsiteY460" fmla="*/ 1549952 h 2483088"/>
                <a:gd name="connsiteX461" fmla="*/ 942225 w 2309166"/>
                <a:gd name="connsiteY461" fmla="*/ 1549923 h 2483088"/>
                <a:gd name="connsiteX462" fmla="*/ 942225 w 2309166"/>
                <a:gd name="connsiteY462" fmla="*/ 1549923 h 2483088"/>
                <a:gd name="connsiteX463" fmla="*/ 955765 w 2309166"/>
                <a:gd name="connsiteY463" fmla="*/ 1536700 h 2483088"/>
                <a:gd name="connsiteX464" fmla="*/ 955765 w 2309166"/>
                <a:gd name="connsiteY464" fmla="*/ 1536416 h 2483088"/>
                <a:gd name="connsiteX465" fmla="*/ 955765 w 2309166"/>
                <a:gd name="connsiteY465" fmla="*/ 1536416 h 2483088"/>
                <a:gd name="connsiteX466" fmla="*/ 942225 w 2309166"/>
                <a:gd name="connsiteY466" fmla="*/ 1522198 h 2483088"/>
                <a:gd name="connsiteX467" fmla="*/ 885216 w 2309166"/>
                <a:gd name="connsiteY467" fmla="*/ 1629971 h 2483088"/>
                <a:gd name="connsiteX468" fmla="*/ 871676 w 2309166"/>
                <a:gd name="connsiteY468" fmla="*/ 1643479 h 2483088"/>
                <a:gd name="connsiteX469" fmla="*/ 871676 w 2309166"/>
                <a:gd name="connsiteY469" fmla="*/ 1643479 h 2483088"/>
                <a:gd name="connsiteX470" fmla="*/ 885216 w 2309166"/>
                <a:gd name="connsiteY470" fmla="*/ 1657697 h 2483088"/>
                <a:gd name="connsiteX471" fmla="*/ 885216 w 2309166"/>
                <a:gd name="connsiteY471" fmla="*/ 1657697 h 2483088"/>
                <a:gd name="connsiteX472" fmla="*/ 899468 w 2309166"/>
                <a:gd name="connsiteY472" fmla="*/ 1643479 h 2483088"/>
                <a:gd name="connsiteX473" fmla="*/ 899468 w 2309166"/>
                <a:gd name="connsiteY473" fmla="*/ 1643479 h 2483088"/>
                <a:gd name="connsiteX474" fmla="*/ 885216 w 2309166"/>
                <a:gd name="connsiteY474" fmla="*/ 1629971 h 2483088"/>
                <a:gd name="connsiteX475" fmla="*/ 1293403 w 2309166"/>
                <a:gd name="connsiteY475" fmla="*/ 1522198 h 2483088"/>
                <a:gd name="connsiteX476" fmla="*/ 1279863 w 2309166"/>
                <a:gd name="connsiteY476" fmla="*/ 1536416 h 2483088"/>
                <a:gd name="connsiteX477" fmla="*/ 1279863 w 2309166"/>
                <a:gd name="connsiteY477" fmla="*/ 1536416 h 2483088"/>
                <a:gd name="connsiteX478" fmla="*/ 1293118 w 2309166"/>
                <a:gd name="connsiteY478" fmla="*/ 1549923 h 2483088"/>
                <a:gd name="connsiteX479" fmla="*/ 1293403 w 2309166"/>
                <a:gd name="connsiteY479" fmla="*/ 1549923 h 2483088"/>
                <a:gd name="connsiteX480" fmla="*/ 1293403 w 2309166"/>
                <a:gd name="connsiteY480" fmla="*/ 1549923 h 2483088"/>
                <a:gd name="connsiteX481" fmla="*/ 1307655 w 2309166"/>
                <a:gd name="connsiteY481" fmla="*/ 1536416 h 2483088"/>
                <a:gd name="connsiteX482" fmla="*/ 1307655 w 2309166"/>
                <a:gd name="connsiteY482" fmla="*/ 1536416 h 2483088"/>
                <a:gd name="connsiteX483" fmla="*/ 1293403 w 2309166"/>
                <a:gd name="connsiteY483" fmla="*/ 1522198 h 2483088"/>
                <a:gd name="connsiteX484" fmla="*/ 1430938 w 2309166"/>
                <a:gd name="connsiteY484" fmla="*/ 1321864 h 2483088"/>
                <a:gd name="connsiteX485" fmla="*/ 1416685 w 2309166"/>
                <a:gd name="connsiteY485" fmla="*/ 1336082 h 2483088"/>
                <a:gd name="connsiteX486" fmla="*/ 1416685 w 2309166"/>
                <a:gd name="connsiteY486" fmla="*/ 1336082 h 2483088"/>
                <a:gd name="connsiteX487" fmla="*/ 1430938 w 2309166"/>
                <a:gd name="connsiteY487" fmla="*/ 1349589 h 2483088"/>
                <a:gd name="connsiteX488" fmla="*/ 1430938 w 2309166"/>
                <a:gd name="connsiteY488" fmla="*/ 1349589 h 2483088"/>
                <a:gd name="connsiteX489" fmla="*/ 1445190 w 2309166"/>
                <a:gd name="connsiteY489" fmla="*/ 1336082 h 2483088"/>
                <a:gd name="connsiteX490" fmla="*/ 1445190 w 2309166"/>
                <a:gd name="connsiteY490" fmla="*/ 1336082 h 2483088"/>
                <a:gd name="connsiteX491" fmla="*/ 1432705 w 2309166"/>
                <a:gd name="connsiteY491" fmla="*/ 1321864 h 2483088"/>
                <a:gd name="connsiteX492" fmla="*/ 1430938 w 2309166"/>
                <a:gd name="connsiteY492" fmla="*/ 1321864 h 2483088"/>
                <a:gd name="connsiteX493" fmla="*/ 1381625 w 2309166"/>
                <a:gd name="connsiteY493" fmla="*/ 1274802 h 2483088"/>
                <a:gd name="connsiteX494" fmla="*/ 1367372 w 2309166"/>
                <a:gd name="connsiteY494" fmla="*/ 1289020 h 2483088"/>
                <a:gd name="connsiteX495" fmla="*/ 1367372 w 2309166"/>
                <a:gd name="connsiteY495" fmla="*/ 1289020 h 2483088"/>
                <a:gd name="connsiteX496" fmla="*/ 1381625 w 2309166"/>
                <a:gd name="connsiteY496" fmla="*/ 1303238 h 2483088"/>
                <a:gd name="connsiteX497" fmla="*/ 1381625 w 2309166"/>
                <a:gd name="connsiteY497" fmla="*/ 1303238 h 2483088"/>
                <a:gd name="connsiteX498" fmla="*/ 1395164 w 2309166"/>
                <a:gd name="connsiteY498" fmla="*/ 1289020 h 2483088"/>
                <a:gd name="connsiteX499" fmla="*/ 1395164 w 2309166"/>
                <a:gd name="connsiteY499" fmla="*/ 1289020 h 2483088"/>
                <a:gd name="connsiteX500" fmla="*/ 1381625 w 2309166"/>
                <a:gd name="connsiteY500" fmla="*/ 1274802 h 2483088"/>
                <a:gd name="connsiteX501" fmla="*/ 1108977 w 2309166"/>
                <a:gd name="connsiteY501" fmla="*/ 1213521 h 2483088"/>
                <a:gd name="connsiteX502" fmla="*/ 1094751 w 2309166"/>
                <a:gd name="connsiteY502" fmla="*/ 1226005 h 2483088"/>
                <a:gd name="connsiteX503" fmla="*/ 1094725 w 2309166"/>
                <a:gd name="connsiteY503" fmla="*/ 1227029 h 2483088"/>
                <a:gd name="connsiteX504" fmla="*/ 1094725 w 2309166"/>
                <a:gd name="connsiteY504" fmla="*/ 1227029 h 2483088"/>
                <a:gd name="connsiteX505" fmla="*/ 1108977 w 2309166"/>
                <a:gd name="connsiteY505" fmla="*/ 1240536 h 2483088"/>
                <a:gd name="connsiteX506" fmla="*/ 1108977 w 2309166"/>
                <a:gd name="connsiteY506" fmla="*/ 1240536 h 2483088"/>
                <a:gd name="connsiteX507" fmla="*/ 1123230 w 2309166"/>
                <a:gd name="connsiteY507" fmla="*/ 1227029 h 2483088"/>
                <a:gd name="connsiteX508" fmla="*/ 1123230 w 2309166"/>
                <a:gd name="connsiteY508" fmla="*/ 1227029 h 2483088"/>
                <a:gd name="connsiteX509" fmla="*/ 1110004 w 2309166"/>
                <a:gd name="connsiteY509" fmla="*/ 1213493 h 2483088"/>
                <a:gd name="connsiteX510" fmla="*/ 1108977 w 2309166"/>
                <a:gd name="connsiteY510" fmla="*/ 1213521 h 2483088"/>
                <a:gd name="connsiteX511" fmla="*/ 1526571 w 2309166"/>
                <a:gd name="connsiteY511" fmla="*/ 2114811 h 2483088"/>
                <a:gd name="connsiteX512" fmla="*/ 1513031 w 2309166"/>
                <a:gd name="connsiteY512" fmla="*/ 2129029 h 2483088"/>
                <a:gd name="connsiteX513" fmla="*/ 1513031 w 2309166"/>
                <a:gd name="connsiteY513" fmla="*/ 2129029 h 2483088"/>
                <a:gd name="connsiteX514" fmla="*/ 1526571 w 2309166"/>
                <a:gd name="connsiteY514" fmla="*/ 2142536 h 2483088"/>
                <a:gd name="connsiteX515" fmla="*/ 1526571 w 2309166"/>
                <a:gd name="connsiteY515" fmla="*/ 2142536 h 2483088"/>
                <a:gd name="connsiteX516" fmla="*/ 1540823 w 2309166"/>
                <a:gd name="connsiteY516" fmla="*/ 2129029 h 2483088"/>
                <a:gd name="connsiteX517" fmla="*/ 1540823 w 2309166"/>
                <a:gd name="connsiteY517" fmla="*/ 2129029 h 2483088"/>
                <a:gd name="connsiteX518" fmla="*/ 1526571 w 2309166"/>
                <a:gd name="connsiteY518" fmla="*/ 2114811 h 2483088"/>
                <a:gd name="connsiteX519" fmla="*/ 836187 w 2309166"/>
                <a:gd name="connsiteY519" fmla="*/ 2456047 h 2483088"/>
                <a:gd name="connsiteX520" fmla="*/ 821935 w 2309166"/>
                <a:gd name="connsiteY520" fmla="*/ 2469554 h 2483088"/>
                <a:gd name="connsiteX521" fmla="*/ 821935 w 2309166"/>
                <a:gd name="connsiteY521" fmla="*/ 2469554 h 2483088"/>
                <a:gd name="connsiteX522" fmla="*/ 836187 w 2309166"/>
                <a:gd name="connsiteY522" fmla="*/ 2483061 h 2483088"/>
                <a:gd name="connsiteX523" fmla="*/ 836187 w 2309166"/>
                <a:gd name="connsiteY523" fmla="*/ 2483061 h 2483088"/>
                <a:gd name="connsiteX524" fmla="*/ 850414 w 2309166"/>
                <a:gd name="connsiteY524" fmla="*/ 2470578 h 2483088"/>
                <a:gd name="connsiteX525" fmla="*/ 850440 w 2309166"/>
                <a:gd name="connsiteY525" fmla="*/ 2469554 h 2483088"/>
                <a:gd name="connsiteX526" fmla="*/ 850440 w 2309166"/>
                <a:gd name="connsiteY526" fmla="*/ 2469554 h 2483088"/>
                <a:gd name="connsiteX527" fmla="*/ 837214 w 2309166"/>
                <a:gd name="connsiteY527" fmla="*/ 2456018 h 2483088"/>
                <a:gd name="connsiteX528" fmla="*/ 836187 w 2309166"/>
                <a:gd name="connsiteY528" fmla="*/ 2456047 h 2483088"/>
                <a:gd name="connsiteX529" fmla="*/ 1221001 w 2309166"/>
                <a:gd name="connsiteY529" fmla="*/ 2380975 h 2483088"/>
                <a:gd name="connsiteX530" fmla="*/ 1206748 w 2309166"/>
                <a:gd name="connsiteY530" fmla="*/ 2394482 h 2483088"/>
                <a:gd name="connsiteX531" fmla="*/ 1206748 w 2309166"/>
                <a:gd name="connsiteY531" fmla="*/ 2394482 h 2483088"/>
                <a:gd name="connsiteX532" fmla="*/ 1221001 w 2309166"/>
                <a:gd name="connsiteY532" fmla="*/ 2407989 h 2483088"/>
                <a:gd name="connsiteX533" fmla="*/ 1221001 w 2309166"/>
                <a:gd name="connsiteY533" fmla="*/ 2407989 h 2483088"/>
                <a:gd name="connsiteX534" fmla="*/ 1235253 w 2309166"/>
                <a:gd name="connsiteY534" fmla="*/ 2394482 h 2483088"/>
                <a:gd name="connsiteX535" fmla="*/ 1235253 w 2309166"/>
                <a:gd name="connsiteY535" fmla="*/ 2394482 h 2483088"/>
                <a:gd name="connsiteX536" fmla="*/ 1221001 w 2309166"/>
                <a:gd name="connsiteY536" fmla="*/ 2380975 h 2483088"/>
                <a:gd name="connsiteX537" fmla="*/ 659173 w 2309166"/>
                <a:gd name="connsiteY537" fmla="*/ 2057938 h 2483088"/>
                <a:gd name="connsiteX538" fmla="*/ 644921 w 2309166"/>
                <a:gd name="connsiteY538" fmla="*/ 2070393 h 2483088"/>
                <a:gd name="connsiteX539" fmla="*/ 644921 w 2309166"/>
                <a:gd name="connsiteY539" fmla="*/ 2072156 h 2483088"/>
                <a:gd name="connsiteX540" fmla="*/ 644921 w 2309166"/>
                <a:gd name="connsiteY540" fmla="*/ 2072156 h 2483088"/>
                <a:gd name="connsiteX541" fmla="*/ 658147 w 2309166"/>
                <a:gd name="connsiteY541" fmla="*/ 2085692 h 2483088"/>
                <a:gd name="connsiteX542" fmla="*/ 659173 w 2309166"/>
                <a:gd name="connsiteY542" fmla="*/ 2085663 h 2483088"/>
                <a:gd name="connsiteX543" fmla="*/ 659173 w 2309166"/>
                <a:gd name="connsiteY543" fmla="*/ 2085663 h 2483088"/>
                <a:gd name="connsiteX544" fmla="*/ 673400 w 2309166"/>
                <a:gd name="connsiteY544" fmla="*/ 2073180 h 2483088"/>
                <a:gd name="connsiteX545" fmla="*/ 673426 w 2309166"/>
                <a:gd name="connsiteY545" fmla="*/ 2072156 h 2483088"/>
                <a:gd name="connsiteX546" fmla="*/ 673426 w 2309166"/>
                <a:gd name="connsiteY546" fmla="*/ 2072156 h 2483088"/>
                <a:gd name="connsiteX547" fmla="*/ 660942 w 2309166"/>
                <a:gd name="connsiteY547" fmla="*/ 2057938 h 2483088"/>
                <a:gd name="connsiteX548" fmla="*/ 659173 w 2309166"/>
                <a:gd name="connsiteY548" fmla="*/ 2057938 h 2483088"/>
                <a:gd name="connsiteX549" fmla="*/ 1631896 w 2309166"/>
                <a:gd name="connsiteY549" fmla="*/ 1335229 h 2483088"/>
                <a:gd name="connsiteX550" fmla="*/ 1617643 w 2309166"/>
                <a:gd name="connsiteY550" fmla="*/ 1348736 h 2483088"/>
                <a:gd name="connsiteX551" fmla="*/ 1617643 w 2309166"/>
                <a:gd name="connsiteY551" fmla="*/ 1348736 h 2483088"/>
                <a:gd name="connsiteX552" fmla="*/ 1631896 w 2309166"/>
                <a:gd name="connsiteY552" fmla="*/ 1362954 h 2483088"/>
                <a:gd name="connsiteX553" fmla="*/ 1631896 w 2309166"/>
                <a:gd name="connsiteY553" fmla="*/ 1362954 h 2483088"/>
                <a:gd name="connsiteX554" fmla="*/ 1646148 w 2309166"/>
                <a:gd name="connsiteY554" fmla="*/ 1348736 h 2483088"/>
                <a:gd name="connsiteX555" fmla="*/ 1646148 w 2309166"/>
                <a:gd name="connsiteY555" fmla="*/ 1348736 h 2483088"/>
                <a:gd name="connsiteX556" fmla="*/ 1631896 w 2309166"/>
                <a:gd name="connsiteY556" fmla="*/ 1335229 h 2483088"/>
                <a:gd name="connsiteX557" fmla="*/ 1451176 w 2309166"/>
                <a:gd name="connsiteY557" fmla="*/ 1472861 h 2483088"/>
                <a:gd name="connsiteX558" fmla="*/ 1437636 w 2309166"/>
                <a:gd name="connsiteY558" fmla="*/ 1486368 h 2483088"/>
                <a:gd name="connsiteX559" fmla="*/ 1437636 w 2309166"/>
                <a:gd name="connsiteY559" fmla="*/ 1486368 h 2483088"/>
                <a:gd name="connsiteX560" fmla="*/ 1451176 w 2309166"/>
                <a:gd name="connsiteY560" fmla="*/ 1499875 h 2483088"/>
                <a:gd name="connsiteX561" fmla="*/ 1451176 w 2309166"/>
                <a:gd name="connsiteY561" fmla="*/ 1499875 h 2483088"/>
                <a:gd name="connsiteX562" fmla="*/ 1465428 w 2309166"/>
                <a:gd name="connsiteY562" fmla="*/ 1486368 h 2483088"/>
                <a:gd name="connsiteX563" fmla="*/ 1465428 w 2309166"/>
                <a:gd name="connsiteY563" fmla="*/ 1486368 h 2483088"/>
                <a:gd name="connsiteX564" fmla="*/ 1451176 w 2309166"/>
                <a:gd name="connsiteY564" fmla="*/ 1472861 h 2483088"/>
                <a:gd name="connsiteX565" fmla="*/ 1612085 w 2309166"/>
                <a:gd name="connsiteY565" fmla="*/ 1665517 h 2483088"/>
                <a:gd name="connsiteX566" fmla="*/ 1604104 w 2309166"/>
                <a:gd name="connsiteY566" fmla="*/ 1673479 h 2483088"/>
                <a:gd name="connsiteX567" fmla="*/ 1604104 w 2309166"/>
                <a:gd name="connsiteY567" fmla="*/ 1673479 h 2483088"/>
                <a:gd name="connsiteX568" fmla="*/ 1612085 w 2309166"/>
                <a:gd name="connsiteY568" fmla="*/ 1681441 h 2483088"/>
                <a:gd name="connsiteX569" fmla="*/ 1612085 w 2309166"/>
                <a:gd name="connsiteY569" fmla="*/ 1681441 h 2483088"/>
                <a:gd name="connsiteX570" fmla="*/ 1620209 w 2309166"/>
                <a:gd name="connsiteY570" fmla="*/ 1673479 h 2483088"/>
                <a:gd name="connsiteX571" fmla="*/ 1620209 w 2309166"/>
                <a:gd name="connsiteY571" fmla="*/ 1673479 h 2483088"/>
                <a:gd name="connsiteX572" fmla="*/ 1612085 w 2309166"/>
                <a:gd name="connsiteY572" fmla="*/ 1665517 h 2483088"/>
                <a:gd name="connsiteX573" fmla="*/ 1627763 w 2309166"/>
                <a:gd name="connsiteY573" fmla="*/ 1077027 h 2483088"/>
                <a:gd name="connsiteX574" fmla="*/ 1619781 w 2309166"/>
                <a:gd name="connsiteY574" fmla="*/ 1084989 h 2483088"/>
                <a:gd name="connsiteX575" fmla="*/ 1619781 w 2309166"/>
                <a:gd name="connsiteY575" fmla="*/ 1084989 h 2483088"/>
                <a:gd name="connsiteX576" fmla="*/ 1627763 w 2309166"/>
                <a:gd name="connsiteY576" fmla="*/ 1092951 h 2483088"/>
                <a:gd name="connsiteX577" fmla="*/ 1627763 w 2309166"/>
                <a:gd name="connsiteY577" fmla="*/ 1092951 h 2483088"/>
                <a:gd name="connsiteX578" fmla="*/ 1635744 w 2309166"/>
                <a:gd name="connsiteY578" fmla="*/ 1084989 h 2483088"/>
                <a:gd name="connsiteX579" fmla="*/ 1635744 w 2309166"/>
                <a:gd name="connsiteY579" fmla="*/ 1084989 h 2483088"/>
                <a:gd name="connsiteX580" fmla="*/ 1627763 w 2309166"/>
                <a:gd name="connsiteY580" fmla="*/ 1077027 h 2483088"/>
                <a:gd name="connsiteX581" fmla="*/ 1645293 w 2309166"/>
                <a:gd name="connsiteY581" fmla="*/ 1158497 h 2483088"/>
                <a:gd name="connsiteX582" fmla="*/ 1639735 w 2309166"/>
                <a:gd name="connsiteY582" fmla="*/ 1163758 h 2483088"/>
                <a:gd name="connsiteX583" fmla="*/ 1639735 w 2309166"/>
                <a:gd name="connsiteY583" fmla="*/ 1163900 h 2483088"/>
                <a:gd name="connsiteX584" fmla="*/ 1639735 w 2309166"/>
                <a:gd name="connsiteY584" fmla="*/ 1163900 h 2483088"/>
                <a:gd name="connsiteX585" fmla="*/ 1645008 w 2309166"/>
                <a:gd name="connsiteY585" fmla="*/ 1169445 h 2483088"/>
                <a:gd name="connsiteX586" fmla="*/ 1645293 w 2309166"/>
                <a:gd name="connsiteY586" fmla="*/ 1169445 h 2483088"/>
                <a:gd name="connsiteX587" fmla="*/ 1645293 w 2309166"/>
                <a:gd name="connsiteY587" fmla="*/ 1169445 h 2483088"/>
                <a:gd name="connsiteX588" fmla="*/ 1650709 w 2309166"/>
                <a:gd name="connsiteY588" fmla="*/ 1164042 h 2483088"/>
                <a:gd name="connsiteX589" fmla="*/ 1650709 w 2309166"/>
                <a:gd name="connsiteY589" fmla="*/ 1163900 h 2483088"/>
                <a:gd name="connsiteX590" fmla="*/ 1650709 w 2309166"/>
                <a:gd name="connsiteY590" fmla="*/ 1163900 h 2483088"/>
                <a:gd name="connsiteX591" fmla="*/ 1645293 w 2309166"/>
                <a:gd name="connsiteY591" fmla="*/ 1158497 h 2483088"/>
                <a:gd name="connsiteX592" fmla="*/ 588909 w 2309166"/>
                <a:gd name="connsiteY592" fmla="*/ 130524 h 2483088"/>
                <a:gd name="connsiteX593" fmla="*/ 583351 w 2309166"/>
                <a:gd name="connsiteY593" fmla="*/ 135927 h 2483088"/>
                <a:gd name="connsiteX594" fmla="*/ 583351 w 2309166"/>
                <a:gd name="connsiteY594" fmla="*/ 135927 h 2483088"/>
                <a:gd name="connsiteX595" fmla="*/ 588909 w 2309166"/>
                <a:gd name="connsiteY595" fmla="*/ 141472 h 2483088"/>
                <a:gd name="connsiteX596" fmla="*/ 588909 w 2309166"/>
                <a:gd name="connsiteY596" fmla="*/ 141472 h 2483088"/>
                <a:gd name="connsiteX597" fmla="*/ 594468 w 2309166"/>
                <a:gd name="connsiteY597" fmla="*/ 136215 h 2483088"/>
                <a:gd name="connsiteX598" fmla="*/ 594468 w 2309166"/>
                <a:gd name="connsiteY598" fmla="*/ 135927 h 2483088"/>
                <a:gd name="connsiteX599" fmla="*/ 594468 w 2309166"/>
                <a:gd name="connsiteY599" fmla="*/ 135927 h 2483088"/>
                <a:gd name="connsiteX600" fmla="*/ 589053 w 2309166"/>
                <a:gd name="connsiteY600" fmla="*/ 130523 h 2483088"/>
                <a:gd name="connsiteX601" fmla="*/ 588909 w 2309166"/>
                <a:gd name="connsiteY601" fmla="*/ 130524 h 2483088"/>
                <a:gd name="connsiteX602" fmla="*/ 695802 w 2309166"/>
                <a:gd name="connsiteY602" fmla="*/ 1 h 2483088"/>
                <a:gd name="connsiteX603" fmla="*/ 687109 w 2309166"/>
                <a:gd name="connsiteY603" fmla="*/ 8388 h 2483088"/>
                <a:gd name="connsiteX604" fmla="*/ 687108 w 2309166"/>
                <a:gd name="connsiteY604" fmla="*/ 8532 h 2483088"/>
                <a:gd name="connsiteX605" fmla="*/ 687108 w 2309166"/>
                <a:gd name="connsiteY605" fmla="*/ 8532 h 2483088"/>
                <a:gd name="connsiteX606" fmla="*/ 695802 w 2309166"/>
                <a:gd name="connsiteY606" fmla="*/ 17205 h 2483088"/>
                <a:gd name="connsiteX607" fmla="*/ 695802 w 2309166"/>
                <a:gd name="connsiteY607" fmla="*/ 17205 h 2483088"/>
                <a:gd name="connsiteX608" fmla="*/ 704355 w 2309166"/>
                <a:gd name="connsiteY608" fmla="*/ 8676 h 2483088"/>
                <a:gd name="connsiteX609" fmla="*/ 704353 w 2309166"/>
                <a:gd name="connsiteY609" fmla="*/ 8532 h 2483088"/>
                <a:gd name="connsiteX610" fmla="*/ 704353 w 2309166"/>
                <a:gd name="connsiteY610" fmla="*/ 8532 h 2483088"/>
                <a:gd name="connsiteX611" fmla="*/ 695802 w 2309166"/>
                <a:gd name="connsiteY611" fmla="*/ 1 h 2483088"/>
                <a:gd name="connsiteX612" fmla="*/ 738559 w 2309166"/>
                <a:gd name="connsiteY612" fmla="*/ 162373 h 2483088"/>
                <a:gd name="connsiteX613" fmla="*/ 729866 w 2309166"/>
                <a:gd name="connsiteY613" fmla="*/ 170761 h 2483088"/>
                <a:gd name="connsiteX614" fmla="*/ 729865 w 2309166"/>
                <a:gd name="connsiteY614" fmla="*/ 170903 h 2483088"/>
                <a:gd name="connsiteX615" fmla="*/ 729865 w 2309166"/>
                <a:gd name="connsiteY615" fmla="*/ 170903 h 2483088"/>
                <a:gd name="connsiteX616" fmla="*/ 738559 w 2309166"/>
                <a:gd name="connsiteY616" fmla="*/ 179577 h 2483088"/>
                <a:gd name="connsiteX617" fmla="*/ 738559 w 2309166"/>
                <a:gd name="connsiteY617" fmla="*/ 179577 h 2483088"/>
                <a:gd name="connsiteX618" fmla="*/ 747112 w 2309166"/>
                <a:gd name="connsiteY618" fmla="*/ 171046 h 2483088"/>
                <a:gd name="connsiteX619" fmla="*/ 747110 w 2309166"/>
                <a:gd name="connsiteY619" fmla="*/ 170903 h 2483088"/>
                <a:gd name="connsiteX620" fmla="*/ 747110 w 2309166"/>
                <a:gd name="connsiteY620" fmla="*/ 170903 h 2483088"/>
                <a:gd name="connsiteX621" fmla="*/ 738559 w 2309166"/>
                <a:gd name="connsiteY621" fmla="*/ 162373 h 2483088"/>
                <a:gd name="connsiteX622" fmla="*/ 689103 w 2309166"/>
                <a:gd name="connsiteY622" fmla="*/ 559201 h 2483088"/>
                <a:gd name="connsiteX623" fmla="*/ 662166 w 2309166"/>
                <a:gd name="connsiteY623" fmla="*/ 586074 h 2483088"/>
                <a:gd name="connsiteX624" fmla="*/ 662166 w 2309166"/>
                <a:gd name="connsiteY624" fmla="*/ 586074 h 2483088"/>
                <a:gd name="connsiteX625" fmla="*/ 689103 w 2309166"/>
                <a:gd name="connsiteY625" fmla="*/ 612946 h 2483088"/>
                <a:gd name="connsiteX626" fmla="*/ 689103 w 2309166"/>
                <a:gd name="connsiteY626" fmla="*/ 612946 h 2483088"/>
                <a:gd name="connsiteX627" fmla="*/ 716040 w 2309166"/>
                <a:gd name="connsiteY627" fmla="*/ 586074 h 2483088"/>
                <a:gd name="connsiteX628" fmla="*/ 716040 w 2309166"/>
                <a:gd name="connsiteY628" fmla="*/ 586074 h 2483088"/>
                <a:gd name="connsiteX629" fmla="*/ 689103 w 2309166"/>
                <a:gd name="connsiteY629" fmla="*/ 559201 h 2483088"/>
                <a:gd name="connsiteX630" fmla="*/ 829631 w 2309166"/>
                <a:gd name="connsiteY630" fmla="*/ 1107454 h 2483088"/>
                <a:gd name="connsiteX631" fmla="*/ 810961 w 2309166"/>
                <a:gd name="connsiteY631" fmla="*/ 1126222 h 2483088"/>
                <a:gd name="connsiteX632" fmla="*/ 810961 w 2309166"/>
                <a:gd name="connsiteY632" fmla="*/ 1126222 h 2483088"/>
                <a:gd name="connsiteX633" fmla="*/ 829631 w 2309166"/>
                <a:gd name="connsiteY633" fmla="*/ 1144848 h 2483088"/>
                <a:gd name="connsiteX634" fmla="*/ 829631 w 2309166"/>
                <a:gd name="connsiteY634" fmla="*/ 1144848 h 2483088"/>
                <a:gd name="connsiteX635" fmla="*/ 848444 w 2309166"/>
                <a:gd name="connsiteY635" fmla="*/ 1126364 h 2483088"/>
                <a:gd name="connsiteX636" fmla="*/ 848444 w 2309166"/>
                <a:gd name="connsiteY636" fmla="*/ 1126222 h 2483088"/>
                <a:gd name="connsiteX637" fmla="*/ 848444 w 2309166"/>
                <a:gd name="connsiteY637" fmla="*/ 1126222 h 2483088"/>
                <a:gd name="connsiteX638" fmla="*/ 829631 w 2309166"/>
                <a:gd name="connsiteY638" fmla="*/ 1107454 h 2483088"/>
                <a:gd name="connsiteX639" fmla="*/ 1010494 w 2309166"/>
                <a:gd name="connsiteY639" fmla="*/ 1057690 h 2483088"/>
                <a:gd name="connsiteX640" fmla="*/ 992246 w 2309166"/>
                <a:gd name="connsiteY640" fmla="*/ 1076728 h 2483088"/>
                <a:gd name="connsiteX641" fmla="*/ 992251 w 2309166"/>
                <a:gd name="connsiteY641" fmla="*/ 1076885 h 2483088"/>
                <a:gd name="connsiteX642" fmla="*/ 992251 w 2309166"/>
                <a:gd name="connsiteY642" fmla="*/ 1076885 h 2483088"/>
                <a:gd name="connsiteX643" fmla="*/ 1010921 w 2309166"/>
                <a:gd name="connsiteY643" fmla="*/ 1095653 h 2483088"/>
                <a:gd name="connsiteX644" fmla="*/ 1010921 w 2309166"/>
                <a:gd name="connsiteY644" fmla="*/ 1095653 h 2483088"/>
                <a:gd name="connsiteX645" fmla="*/ 1029734 w 2309166"/>
                <a:gd name="connsiteY645" fmla="*/ 1076885 h 2483088"/>
                <a:gd name="connsiteX646" fmla="*/ 1029734 w 2309166"/>
                <a:gd name="connsiteY646" fmla="*/ 1076885 h 2483088"/>
                <a:gd name="connsiteX647" fmla="*/ 1011064 w 2309166"/>
                <a:gd name="connsiteY647" fmla="*/ 1058259 h 2483088"/>
                <a:gd name="connsiteX648" fmla="*/ 1010921 w 2309166"/>
                <a:gd name="connsiteY648" fmla="*/ 1058259 h 2483088"/>
                <a:gd name="connsiteX649" fmla="*/ 372131 w 2309166"/>
                <a:gd name="connsiteY649" fmla="*/ 882665 h 2483088"/>
                <a:gd name="connsiteX650" fmla="*/ 353318 w 2309166"/>
                <a:gd name="connsiteY650" fmla="*/ 901433 h 2483088"/>
                <a:gd name="connsiteX651" fmla="*/ 353318 w 2309166"/>
                <a:gd name="connsiteY651" fmla="*/ 901433 h 2483088"/>
                <a:gd name="connsiteX652" fmla="*/ 371843 w 2309166"/>
                <a:gd name="connsiteY652" fmla="*/ 920485 h 2483088"/>
                <a:gd name="connsiteX653" fmla="*/ 372131 w 2309166"/>
                <a:gd name="connsiteY653" fmla="*/ 920485 h 2483088"/>
                <a:gd name="connsiteX654" fmla="*/ 372131 w 2309166"/>
                <a:gd name="connsiteY654" fmla="*/ 920485 h 2483088"/>
                <a:gd name="connsiteX655" fmla="*/ 390802 w 2309166"/>
                <a:gd name="connsiteY655" fmla="*/ 901859 h 2483088"/>
                <a:gd name="connsiteX656" fmla="*/ 390802 w 2309166"/>
                <a:gd name="connsiteY656" fmla="*/ 901859 h 2483088"/>
                <a:gd name="connsiteX657" fmla="*/ 372422 w 2309166"/>
                <a:gd name="connsiteY657" fmla="*/ 882665 h 2483088"/>
                <a:gd name="connsiteX658" fmla="*/ 372131 w 2309166"/>
                <a:gd name="connsiteY658" fmla="*/ 882665 h 2483088"/>
                <a:gd name="connsiteX659" fmla="*/ 404199 w 2309166"/>
                <a:gd name="connsiteY659" fmla="*/ 1156933 h 2483088"/>
                <a:gd name="connsiteX660" fmla="*/ 385516 w 2309166"/>
                <a:gd name="connsiteY660" fmla="*/ 1175829 h 2483088"/>
                <a:gd name="connsiteX661" fmla="*/ 385528 w 2309166"/>
                <a:gd name="connsiteY661" fmla="*/ 1176412 h 2483088"/>
                <a:gd name="connsiteX662" fmla="*/ 385528 w 2309166"/>
                <a:gd name="connsiteY662" fmla="*/ 1176412 h 2483088"/>
                <a:gd name="connsiteX663" fmla="*/ 404199 w 2309166"/>
                <a:gd name="connsiteY663" fmla="*/ 1195180 h 2483088"/>
                <a:gd name="connsiteX664" fmla="*/ 404199 w 2309166"/>
                <a:gd name="connsiteY664" fmla="*/ 1195180 h 2483088"/>
                <a:gd name="connsiteX665" fmla="*/ 423012 w 2309166"/>
                <a:gd name="connsiteY665" fmla="*/ 1176412 h 2483088"/>
                <a:gd name="connsiteX666" fmla="*/ 423012 w 2309166"/>
                <a:gd name="connsiteY666" fmla="*/ 1176412 h 2483088"/>
                <a:gd name="connsiteX667" fmla="*/ 404199 w 2309166"/>
                <a:gd name="connsiteY667" fmla="*/ 1157644 h 2483088"/>
                <a:gd name="connsiteX668" fmla="*/ 212648 w 2309166"/>
                <a:gd name="connsiteY668" fmla="*/ 1316887 h 2483088"/>
                <a:gd name="connsiteX669" fmla="*/ 193834 w 2309166"/>
                <a:gd name="connsiteY669" fmla="*/ 1335513 h 2483088"/>
                <a:gd name="connsiteX670" fmla="*/ 193834 w 2309166"/>
                <a:gd name="connsiteY670" fmla="*/ 1335513 h 2483088"/>
                <a:gd name="connsiteX671" fmla="*/ 212648 w 2309166"/>
                <a:gd name="connsiteY671" fmla="*/ 1354281 h 2483088"/>
                <a:gd name="connsiteX672" fmla="*/ 212648 w 2309166"/>
                <a:gd name="connsiteY672" fmla="*/ 1354281 h 2483088"/>
                <a:gd name="connsiteX673" fmla="*/ 231461 w 2309166"/>
                <a:gd name="connsiteY673" fmla="*/ 1335513 h 2483088"/>
                <a:gd name="connsiteX674" fmla="*/ 231461 w 2309166"/>
                <a:gd name="connsiteY674" fmla="*/ 1335513 h 2483088"/>
                <a:gd name="connsiteX675" fmla="*/ 212648 w 2309166"/>
                <a:gd name="connsiteY675" fmla="*/ 1316887 h 2483088"/>
                <a:gd name="connsiteX676" fmla="*/ 262246 w 2309166"/>
                <a:gd name="connsiteY676" fmla="*/ 1372623 h 2483088"/>
                <a:gd name="connsiteX677" fmla="*/ 243860 w 2309166"/>
                <a:gd name="connsiteY677" fmla="*/ 1391248 h 2483088"/>
                <a:gd name="connsiteX678" fmla="*/ 243860 w 2309166"/>
                <a:gd name="connsiteY678" fmla="*/ 1391248 h 2483088"/>
                <a:gd name="connsiteX679" fmla="*/ 262673 w 2309166"/>
                <a:gd name="connsiteY679" fmla="*/ 1410016 h 2483088"/>
                <a:gd name="connsiteX680" fmla="*/ 262673 w 2309166"/>
                <a:gd name="connsiteY680" fmla="*/ 1410016 h 2483088"/>
                <a:gd name="connsiteX681" fmla="*/ 281344 w 2309166"/>
                <a:gd name="connsiteY681" fmla="*/ 1391248 h 2483088"/>
                <a:gd name="connsiteX682" fmla="*/ 281344 w 2309166"/>
                <a:gd name="connsiteY682" fmla="*/ 1391248 h 2483088"/>
                <a:gd name="connsiteX683" fmla="*/ 262673 w 2309166"/>
                <a:gd name="connsiteY683" fmla="*/ 1372623 h 2483088"/>
                <a:gd name="connsiteX684" fmla="*/ 372986 w 2309166"/>
                <a:gd name="connsiteY684" fmla="*/ 1339921 h 2483088"/>
                <a:gd name="connsiteX685" fmla="*/ 354316 w 2309166"/>
                <a:gd name="connsiteY685" fmla="*/ 1358689 h 2483088"/>
                <a:gd name="connsiteX686" fmla="*/ 354316 w 2309166"/>
                <a:gd name="connsiteY686" fmla="*/ 1358689 h 2483088"/>
                <a:gd name="connsiteX687" fmla="*/ 372986 w 2309166"/>
                <a:gd name="connsiteY687" fmla="*/ 1377315 h 2483088"/>
                <a:gd name="connsiteX688" fmla="*/ 372986 w 2309166"/>
                <a:gd name="connsiteY688" fmla="*/ 1377315 h 2483088"/>
                <a:gd name="connsiteX689" fmla="*/ 391799 w 2309166"/>
                <a:gd name="connsiteY689" fmla="*/ 1358689 h 2483088"/>
                <a:gd name="connsiteX690" fmla="*/ 391799 w 2309166"/>
                <a:gd name="connsiteY690" fmla="*/ 1358689 h 2483088"/>
                <a:gd name="connsiteX691" fmla="*/ 372986 w 2309166"/>
                <a:gd name="connsiteY691" fmla="*/ 1339921 h 2483088"/>
                <a:gd name="connsiteX692" fmla="*/ 346762 w 2309166"/>
                <a:gd name="connsiteY692" fmla="*/ 1505847 h 2483088"/>
                <a:gd name="connsiteX693" fmla="*/ 327949 w 2309166"/>
                <a:gd name="connsiteY693" fmla="*/ 1524615 h 2483088"/>
                <a:gd name="connsiteX694" fmla="*/ 327949 w 2309166"/>
                <a:gd name="connsiteY694" fmla="*/ 1524615 h 2483088"/>
                <a:gd name="connsiteX695" fmla="*/ 346762 w 2309166"/>
                <a:gd name="connsiteY695" fmla="*/ 1543241 h 2483088"/>
                <a:gd name="connsiteX696" fmla="*/ 346762 w 2309166"/>
                <a:gd name="connsiteY696" fmla="*/ 1543241 h 2483088"/>
                <a:gd name="connsiteX697" fmla="*/ 365433 w 2309166"/>
                <a:gd name="connsiteY697" fmla="*/ 1524615 h 2483088"/>
                <a:gd name="connsiteX698" fmla="*/ 365433 w 2309166"/>
                <a:gd name="connsiteY698" fmla="*/ 1524615 h 2483088"/>
                <a:gd name="connsiteX699" fmla="*/ 346762 w 2309166"/>
                <a:gd name="connsiteY699" fmla="*/ 1505847 h 2483088"/>
                <a:gd name="connsiteX700" fmla="*/ 247993 w 2309166"/>
                <a:gd name="connsiteY700" fmla="*/ 1685849 h 2483088"/>
                <a:gd name="connsiteX701" fmla="*/ 238444 w 2309166"/>
                <a:gd name="connsiteY701" fmla="*/ 1695517 h 2483088"/>
                <a:gd name="connsiteX702" fmla="*/ 238444 w 2309166"/>
                <a:gd name="connsiteY702" fmla="*/ 1695517 h 2483088"/>
                <a:gd name="connsiteX703" fmla="*/ 247849 w 2309166"/>
                <a:gd name="connsiteY703" fmla="*/ 1705185 h 2483088"/>
                <a:gd name="connsiteX704" fmla="*/ 247993 w 2309166"/>
                <a:gd name="connsiteY704" fmla="*/ 1705185 h 2483088"/>
                <a:gd name="connsiteX705" fmla="*/ 247993 w 2309166"/>
                <a:gd name="connsiteY705" fmla="*/ 1705185 h 2483088"/>
                <a:gd name="connsiteX706" fmla="*/ 257685 w 2309166"/>
                <a:gd name="connsiteY706" fmla="*/ 1695801 h 2483088"/>
                <a:gd name="connsiteX707" fmla="*/ 257685 w 2309166"/>
                <a:gd name="connsiteY707" fmla="*/ 1695517 h 2483088"/>
                <a:gd name="connsiteX708" fmla="*/ 257685 w 2309166"/>
                <a:gd name="connsiteY708" fmla="*/ 1695517 h 2483088"/>
                <a:gd name="connsiteX709" fmla="*/ 247993 w 2309166"/>
                <a:gd name="connsiteY709" fmla="*/ 1685849 h 2483088"/>
                <a:gd name="connsiteX710" fmla="*/ 376264 w 2309166"/>
                <a:gd name="connsiteY710" fmla="*/ 1608075 h 2483088"/>
                <a:gd name="connsiteX711" fmla="*/ 366573 w 2309166"/>
                <a:gd name="connsiteY711" fmla="*/ 1617744 h 2483088"/>
                <a:gd name="connsiteX712" fmla="*/ 366573 w 2309166"/>
                <a:gd name="connsiteY712" fmla="*/ 1617744 h 2483088"/>
                <a:gd name="connsiteX713" fmla="*/ 376264 w 2309166"/>
                <a:gd name="connsiteY713" fmla="*/ 1627412 h 2483088"/>
                <a:gd name="connsiteX714" fmla="*/ 376264 w 2309166"/>
                <a:gd name="connsiteY714" fmla="*/ 1627412 h 2483088"/>
                <a:gd name="connsiteX715" fmla="*/ 385956 w 2309166"/>
                <a:gd name="connsiteY715" fmla="*/ 1617744 h 2483088"/>
                <a:gd name="connsiteX716" fmla="*/ 385956 w 2309166"/>
                <a:gd name="connsiteY716" fmla="*/ 1617744 h 2483088"/>
                <a:gd name="connsiteX717" fmla="*/ 376552 w 2309166"/>
                <a:gd name="connsiteY717" fmla="*/ 1608075 h 2483088"/>
                <a:gd name="connsiteX718" fmla="*/ 376264 w 2309166"/>
                <a:gd name="connsiteY718" fmla="*/ 1608075 h 2483088"/>
                <a:gd name="connsiteX719" fmla="*/ 197255 w 2309166"/>
                <a:gd name="connsiteY719" fmla="*/ 1601535 h 2483088"/>
                <a:gd name="connsiteX720" fmla="*/ 187563 w 2309166"/>
                <a:gd name="connsiteY720" fmla="*/ 1611203 h 2483088"/>
                <a:gd name="connsiteX721" fmla="*/ 187563 w 2309166"/>
                <a:gd name="connsiteY721" fmla="*/ 1611203 h 2483088"/>
                <a:gd name="connsiteX722" fmla="*/ 197255 w 2309166"/>
                <a:gd name="connsiteY722" fmla="*/ 1620872 h 2483088"/>
                <a:gd name="connsiteX723" fmla="*/ 197255 w 2309166"/>
                <a:gd name="connsiteY723" fmla="*/ 1620872 h 2483088"/>
                <a:gd name="connsiteX724" fmla="*/ 206947 w 2309166"/>
                <a:gd name="connsiteY724" fmla="*/ 1611488 h 2483088"/>
                <a:gd name="connsiteX725" fmla="*/ 206947 w 2309166"/>
                <a:gd name="connsiteY725" fmla="*/ 1611203 h 2483088"/>
                <a:gd name="connsiteX726" fmla="*/ 206947 w 2309166"/>
                <a:gd name="connsiteY726" fmla="*/ 1611203 h 2483088"/>
                <a:gd name="connsiteX727" fmla="*/ 197255 w 2309166"/>
                <a:gd name="connsiteY727" fmla="*/ 1601535 h 2483088"/>
                <a:gd name="connsiteX728" fmla="*/ 124996 w 2309166"/>
                <a:gd name="connsiteY728" fmla="*/ 1761632 h 2483088"/>
                <a:gd name="connsiteX729" fmla="*/ 115304 w 2309166"/>
                <a:gd name="connsiteY729" fmla="*/ 1771300 h 2483088"/>
                <a:gd name="connsiteX730" fmla="*/ 115304 w 2309166"/>
                <a:gd name="connsiteY730" fmla="*/ 1771300 h 2483088"/>
                <a:gd name="connsiteX731" fmla="*/ 124996 w 2309166"/>
                <a:gd name="connsiteY731" fmla="*/ 1780826 h 2483088"/>
                <a:gd name="connsiteX732" fmla="*/ 124996 w 2309166"/>
                <a:gd name="connsiteY732" fmla="*/ 1780826 h 2483088"/>
                <a:gd name="connsiteX733" fmla="*/ 134686 w 2309166"/>
                <a:gd name="connsiteY733" fmla="*/ 1771442 h 2483088"/>
                <a:gd name="connsiteX734" fmla="*/ 134687 w 2309166"/>
                <a:gd name="connsiteY734" fmla="*/ 1771300 h 2483088"/>
                <a:gd name="connsiteX735" fmla="*/ 134687 w 2309166"/>
                <a:gd name="connsiteY735" fmla="*/ 1771300 h 2483088"/>
                <a:gd name="connsiteX736" fmla="*/ 125284 w 2309166"/>
                <a:gd name="connsiteY736" fmla="*/ 1761632 h 2483088"/>
                <a:gd name="connsiteX737" fmla="*/ 124996 w 2309166"/>
                <a:gd name="connsiteY737" fmla="*/ 1761632 h 2483088"/>
                <a:gd name="connsiteX738" fmla="*/ 77820 w 2309166"/>
                <a:gd name="connsiteY738" fmla="*/ 1791063 h 2483088"/>
                <a:gd name="connsiteX739" fmla="*/ 68129 w 2309166"/>
                <a:gd name="connsiteY739" fmla="*/ 1800731 h 2483088"/>
                <a:gd name="connsiteX740" fmla="*/ 68129 w 2309166"/>
                <a:gd name="connsiteY740" fmla="*/ 1800731 h 2483088"/>
                <a:gd name="connsiteX741" fmla="*/ 77820 w 2309166"/>
                <a:gd name="connsiteY741" fmla="*/ 1810400 h 2483088"/>
                <a:gd name="connsiteX742" fmla="*/ 77820 w 2309166"/>
                <a:gd name="connsiteY742" fmla="*/ 1810400 h 2483088"/>
                <a:gd name="connsiteX743" fmla="*/ 87512 w 2309166"/>
                <a:gd name="connsiteY743" fmla="*/ 1800731 h 2483088"/>
                <a:gd name="connsiteX744" fmla="*/ 87512 w 2309166"/>
                <a:gd name="connsiteY744" fmla="*/ 1800731 h 2483088"/>
                <a:gd name="connsiteX745" fmla="*/ 78108 w 2309166"/>
                <a:gd name="connsiteY745" fmla="*/ 1791063 h 2483088"/>
                <a:gd name="connsiteX746" fmla="*/ 77820 w 2309166"/>
                <a:gd name="connsiteY746" fmla="*/ 1791063 h 2483088"/>
                <a:gd name="connsiteX747" fmla="*/ 15823 w 2309166"/>
                <a:gd name="connsiteY747" fmla="*/ 1701062 h 2483088"/>
                <a:gd name="connsiteX748" fmla="*/ 3 w 2309166"/>
                <a:gd name="connsiteY748" fmla="*/ 1716702 h 2483088"/>
                <a:gd name="connsiteX749" fmla="*/ 3 w 2309166"/>
                <a:gd name="connsiteY749" fmla="*/ 1716702 h 2483088"/>
                <a:gd name="connsiteX750" fmla="*/ 15817 w 2309166"/>
                <a:gd name="connsiteY750" fmla="*/ 1733053 h 2483088"/>
                <a:gd name="connsiteX751" fmla="*/ 15823 w 2309166"/>
                <a:gd name="connsiteY751" fmla="*/ 1733053 h 2483088"/>
                <a:gd name="connsiteX752" fmla="*/ 15823 w 2309166"/>
                <a:gd name="connsiteY752" fmla="*/ 1733053 h 2483088"/>
                <a:gd name="connsiteX753" fmla="*/ 32073 w 2309166"/>
                <a:gd name="connsiteY753" fmla="*/ 1717427 h 2483088"/>
                <a:gd name="connsiteX754" fmla="*/ 32070 w 2309166"/>
                <a:gd name="connsiteY754" fmla="*/ 1716702 h 2483088"/>
                <a:gd name="connsiteX755" fmla="*/ 32070 w 2309166"/>
                <a:gd name="connsiteY755" fmla="*/ 1716702 h 2483088"/>
                <a:gd name="connsiteX756" fmla="*/ 15828 w 2309166"/>
                <a:gd name="connsiteY756" fmla="*/ 1701062 h 2483088"/>
                <a:gd name="connsiteX757" fmla="*/ 15823 w 2309166"/>
                <a:gd name="connsiteY757" fmla="*/ 1701062 h 2483088"/>
                <a:gd name="connsiteX758" fmla="*/ 293601 w 2309166"/>
                <a:gd name="connsiteY758" fmla="*/ 2006753 h 2483088"/>
                <a:gd name="connsiteX759" fmla="*/ 283480 w 2309166"/>
                <a:gd name="connsiteY759" fmla="*/ 2016848 h 2483088"/>
                <a:gd name="connsiteX760" fmla="*/ 283482 w 2309166"/>
                <a:gd name="connsiteY760" fmla="*/ 2016990 h 2483088"/>
                <a:gd name="connsiteX761" fmla="*/ 283482 w 2309166"/>
                <a:gd name="connsiteY761" fmla="*/ 2016990 h 2483088"/>
                <a:gd name="connsiteX762" fmla="*/ 293601 w 2309166"/>
                <a:gd name="connsiteY762" fmla="*/ 2027085 h 2483088"/>
                <a:gd name="connsiteX763" fmla="*/ 293601 w 2309166"/>
                <a:gd name="connsiteY763" fmla="*/ 2027085 h 2483088"/>
                <a:gd name="connsiteX764" fmla="*/ 303861 w 2309166"/>
                <a:gd name="connsiteY764" fmla="*/ 2017132 h 2483088"/>
                <a:gd name="connsiteX765" fmla="*/ 303863 w 2309166"/>
                <a:gd name="connsiteY765" fmla="*/ 2016990 h 2483088"/>
                <a:gd name="connsiteX766" fmla="*/ 303863 w 2309166"/>
                <a:gd name="connsiteY766" fmla="*/ 2016990 h 2483088"/>
                <a:gd name="connsiteX767" fmla="*/ 293601 w 2309166"/>
                <a:gd name="connsiteY767" fmla="*/ 2006753 h 2483088"/>
                <a:gd name="connsiteX768" fmla="*/ 288898 w 2309166"/>
                <a:gd name="connsiteY768" fmla="*/ 2109408 h 2483088"/>
                <a:gd name="connsiteX769" fmla="*/ 278636 w 2309166"/>
                <a:gd name="connsiteY769" fmla="*/ 2119645 h 2483088"/>
                <a:gd name="connsiteX770" fmla="*/ 278636 w 2309166"/>
                <a:gd name="connsiteY770" fmla="*/ 2119645 h 2483088"/>
                <a:gd name="connsiteX771" fmla="*/ 288754 w 2309166"/>
                <a:gd name="connsiteY771" fmla="*/ 2129740 h 2483088"/>
                <a:gd name="connsiteX772" fmla="*/ 288898 w 2309166"/>
                <a:gd name="connsiteY772" fmla="*/ 2129740 h 2483088"/>
                <a:gd name="connsiteX773" fmla="*/ 288898 w 2309166"/>
                <a:gd name="connsiteY773" fmla="*/ 2129740 h 2483088"/>
                <a:gd name="connsiteX774" fmla="*/ 299158 w 2309166"/>
                <a:gd name="connsiteY774" fmla="*/ 2119787 h 2483088"/>
                <a:gd name="connsiteX775" fmla="*/ 299159 w 2309166"/>
                <a:gd name="connsiteY775" fmla="*/ 2119645 h 2483088"/>
                <a:gd name="connsiteX776" fmla="*/ 299159 w 2309166"/>
                <a:gd name="connsiteY776" fmla="*/ 2119645 h 2483088"/>
                <a:gd name="connsiteX777" fmla="*/ 288898 w 2309166"/>
                <a:gd name="connsiteY777" fmla="*/ 2109408 h 2483088"/>
                <a:gd name="connsiteX778" fmla="*/ 467907 w 2309166"/>
                <a:gd name="connsiteY778" fmla="*/ 1855045 h 2483088"/>
                <a:gd name="connsiteX779" fmla="*/ 452799 w 2309166"/>
                <a:gd name="connsiteY779" fmla="*/ 1870116 h 2483088"/>
                <a:gd name="connsiteX780" fmla="*/ 452799 w 2309166"/>
                <a:gd name="connsiteY780" fmla="*/ 1870258 h 2483088"/>
                <a:gd name="connsiteX781" fmla="*/ 452799 w 2309166"/>
                <a:gd name="connsiteY781" fmla="*/ 1870258 h 2483088"/>
                <a:gd name="connsiteX782" fmla="*/ 467764 w 2309166"/>
                <a:gd name="connsiteY782" fmla="*/ 1885472 h 2483088"/>
                <a:gd name="connsiteX783" fmla="*/ 467907 w 2309166"/>
                <a:gd name="connsiteY783" fmla="*/ 1885472 h 2483088"/>
                <a:gd name="connsiteX784" fmla="*/ 467907 w 2309166"/>
                <a:gd name="connsiteY784" fmla="*/ 1885472 h 2483088"/>
                <a:gd name="connsiteX785" fmla="*/ 483157 w 2309166"/>
                <a:gd name="connsiteY785" fmla="*/ 1870258 h 2483088"/>
                <a:gd name="connsiteX786" fmla="*/ 483157 w 2309166"/>
                <a:gd name="connsiteY786" fmla="*/ 1870258 h 2483088"/>
                <a:gd name="connsiteX787" fmla="*/ 467907 w 2309166"/>
                <a:gd name="connsiteY787" fmla="*/ 1855045 h 2483088"/>
                <a:gd name="connsiteX788" fmla="*/ 408190 w 2309166"/>
                <a:gd name="connsiteY788" fmla="*/ 1849926 h 2483088"/>
                <a:gd name="connsiteX789" fmla="*/ 397500 w 2309166"/>
                <a:gd name="connsiteY789" fmla="*/ 1860590 h 2483088"/>
                <a:gd name="connsiteX790" fmla="*/ 397500 w 2309166"/>
                <a:gd name="connsiteY790" fmla="*/ 1860590 h 2483088"/>
                <a:gd name="connsiteX791" fmla="*/ 408190 w 2309166"/>
                <a:gd name="connsiteY791" fmla="*/ 1871111 h 2483088"/>
                <a:gd name="connsiteX792" fmla="*/ 408190 w 2309166"/>
                <a:gd name="connsiteY792" fmla="*/ 1871111 h 2483088"/>
                <a:gd name="connsiteX793" fmla="*/ 418736 w 2309166"/>
                <a:gd name="connsiteY793" fmla="*/ 1860590 h 2483088"/>
                <a:gd name="connsiteX794" fmla="*/ 418736 w 2309166"/>
                <a:gd name="connsiteY794" fmla="*/ 1860590 h 2483088"/>
                <a:gd name="connsiteX795" fmla="*/ 408190 w 2309166"/>
                <a:gd name="connsiteY795" fmla="*/ 1849926 h 2483088"/>
                <a:gd name="connsiteX796" fmla="*/ 405482 w 2309166"/>
                <a:gd name="connsiteY796" fmla="*/ 1690825 h 2483088"/>
                <a:gd name="connsiteX797" fmla="*/ 394792 w 2309166"/>
                <a:gd name="connsiteY797" fmla="*/ 1701489 h 2483088"/>
                <a:gd name="connsiteX798" fmla="*/ 394792 w 2309166"/>
                <a:gd name="connsiteY798" fmla="*/ 1701489 h 2483088"/>
                <a:gd name="connsiteX799" fmla="*/ 405482 w 2309166"/>
                <a:gd name="connsiteY799" fmla="*/ 1712010 h 2483088"/>
                <a:gd name="connsiteX800" fmla="*/ 405482 w 2309166"/>
                <a:gd name="connsiteY800" fmla="*/ 1712010 h 2483088"/>
                <a:gd name="connsiteX801" fmla="*/ 416028 w 2309166"/>
                <a:gd name="connsiteY801" fmla="*/ 1701489 h 2483088"/>
                <a:gd name="connsiteX802" fmla="*/ 416028 w 2309166"/>
                <a:gd name="connsiteY802" fmla="*/ 1701489 h 2483088"/>
                <a:gd name="connsiteX803" fmla="*/ 405626 w 2309166"/>
                <a:gd name="connsiteY803" fmla="*/ 1690825 h 2483088"/>
                <a:gd name="connsiteX804" fmla="*/ 405482 w 2309166"/>
                <a:gd name="connsiteY804" fmla="*/ 1690825 h 2483088"/>
                <a:gd name="connsiteX805" fmla="*/ 236449 w 2309166"/>
                <a:gd name="connsiteY805" fmla="*/ 1817367 h 2483088"/>
                <a:gd name="connsiteX806" fmla="*/ 225760 w 2309166"/>
                <a:gd name="connsiteY806" fmla="*/ 1827888 h 2483088"/>
                <a:gd name="connsiteX807" fmla="*/ 225760 w 2309166"/>
                <a:gd name="connsiteY807" fmla="*/ 1827888 h 2483088"/>
                <a:gd name="connsiteX808" fmla="*/ 236449 w 2309166"/>
                <a:gd name="connsiteY808" fmla="*/ 1838552 h 2483088"/>
                <a:gd name="connsiteX809" fmla="*/ 236449 w 2309166"/>
                <a:gd name="connsiteY809" fmla="*/ 1838552 h 2483088"/>
                <a:gd name="connsiteX810" fmla="*/ 246996 w 2309166"/>
                <a:gd name="connsiteY810" fmla="*/ 1827888 h 2483088"/>
                <a:gd name="connsiteX811" fmla="*/ 246996 w 2309166"/>
                <a:gd name="connsiteY811" fmla="*/ 1827888 h 2483088"/>
                <a:gd name="connsiteX812" fmla="*/ 236449 w 2309166"/>
                <a:gd name="connsiteY812" fmla="*/ 1817367 h 2483088"/>
                <a:gd name="connsiteX813" fmla="*/ 82666 w 2309166"/>
                <a:gd name="connsiteY813" fmla="*/ 2086374 h 2483088"/>
                <a:gd name="connsiteX814" fmla="*/ 72119 w 2309166"/>
                <a:gd name="connsiteY814" fmla="*/ 2096896 h 2483088"/>
                <a:gd name="connsiteX815" fmla="*/ 72119 w 2309166"/>
                <a:gd name="connsiteY815" fmla="*/ 2096896 h 2483088"/>
                <a:gd name="connsiteX816" fmla="*/ 82666 w 2309166"/>
                <a:gd name="connsiteY816" fmla="*/ 2107560 h 2483088"/>
                <a:gd name="connsiteX817" fmla="*/ 82666 w 2309166"/>
                <a:gd name="connsiteY817" fmla="*/ 2107560 h 2483088"/>
                <a:gd name="connsiteX818" fmla="*/ 93355 w 2309166"/>
                <a:gd name="connsiteY818" fmla="*/ 2096896 h 2483088"/>
                <a:gd name="connsiteX819" fmla="*/ 93355 w 2309166"/>
                <a:gd name="connsiteY819" fmla="*/ 2096896 h 2483088"/>
                <a:gd name="connsiteX820" fmla="*/ 82666 w 2309166"/>
                <a:gd name="connsiteY820" fmla="*/ 2086374 h 2483088"/>
                <a:gd name="connsiteX821" fmla="*/ 280346 w 2309166"/>
                <a:gd name="connsiteY821" fmla="*/ 2302348 h 2483088"/>
                <a:gd name="connsiteX822" fmla="*/ 269657 w 2309166"/>
                <a:gd name="connsiteY822" fmla="*/ 2313012 h 2483088"/>
                <a:gd name="connsiteX823" fmla="*/ 269657 w 2309166"/>
                <a:gd name="connsiteY823" fmla="*/ 2313012 h 2483088"/>
                <a:gd name="connsiteX824" fmla="*/ 280346 w 2309166"/>
                <a:gd name="connsiteY824" fmla="*/ 2323533 h 2483088"/>
                <a:gd name="connsiteX825" fmla="*/ 280346 w 2309166"/>
                <a:gd name="connsiteY825" fmla="*/ 2323533 h 2483088"/>
                <a:gd name="connsiteX826" fmla="*/ 290893 w 2309166"/>
                <a:gd name="connsiteY826" fmla="*/ 2313012 h 2483088"/>
                <a:gd name="connsiteX827" fmla="*/ 290893 w 2309166"/>
                <a:gd name="connsiteY827" fmla="*/ 2313012 h 2483088"/>
                <a:gd name="connsiteX828" fmla="*/ 280490 w 2309166"/>
                <a:gd name="connsiteY828" fmla="*/ 2302348 h 2483088"/>
                <a:gd name="connsiteX829" fmla="*/ 280346 w 2309166"/>
                <a:gd name="connsiteY829" fmla="*/ 2302348 h 2483088"/>
                <a:gd name="connsiteX830" fmla="*/ 347047 w 2309166"/>
                <a:gd name="connsiteY830" fmla="*/ 2375714 h 2483088"/>
                <a:gd name="connsiteX831" fmla="*/ 336500 w 2309166"/>
                <a:gd name="connsiteY831" fmla="*/ 2386378 h 2483088"/>
                <a:gd name="connsiteX832" fmla="*/ 336500 w 2309166"/>
                <a:gd name="connsiteY832" fmla="*/ 2386378 h 2483088"/>
                <a:gd name="connsiteX833" fmla="*/ 347047 w 2309166"/>
                <a:gd name="connsiteY833" fmla="*/ 2396899 h 2483088"/>
                <a:gd name="connsiteX834" fmla="*/ 347047 w 2309166"/>
                <a:gd name="connsiteY834" fmla="*/ 2396899 h 2483088"/>
                <a:gd name="connsiteX835" fmla="*/ 357736 w 2309166"/>
                <a:gd name="connsiteY835" fmla="*/ 2386378 h 2483088"/>
                <a:gd name="connsiteX836" fmla="*/ 357736 w 2309166"/>
                <a:gd name="connsiteY836" fmla="*/ 2386378 h 2483088"/>
                <a:gd name="connsiteX837" fmla="*/ 347047 w 2309166"/>
                <a:gd name="connsiteY837" fmla="*/ 2375714 h 2483088"/>
                <a:gd name="connsiteX838" fmla="*/ 410470 w 2309166"/>
                <a:gd name="connsiteY838" fmla="*/ 2381970 h 2483088"/>
                <a:gd name="connsiteX839" fmla="*/ 399923 w 2309166"/>
                <a:gd name="connsiteY839" fmla="*/ 2392491 h 2483088"/>
                <a:gd name="connsiteX840" fmla="*/ 399923 w 2309166"/>
                <a:gd name="connsiteY840" fmla="*/ 2392491 h 2483088"/>
                <a:gd name="connsiteX841" fmla="*/ 410470 w 2309166"/>
                <a:gd name="connsiteY841" fmla="*/ 2403155 h 2483088"/>
                <a:gd name="connsiteX842" fmla="*/ 410470 w 2309166"/>
                <a:gd name="connsiteY842" fmla="*/ 2403155 h 2483088"/>
                <a:gd name="connsiteX843" fmla="*/ 421159 w 2309166"/>
                <a:gd name="connsiteY843" fmla="*/ 2392491 h 2483088"/>
                <a:gd name="connsiteX844" fmla="*/ 421159 w 2309166"/>
                <a:gd name="connsiteY844" fmla="*/ 2392491 h 2483088"/>
                <a:gd name="connsiteX845" fmla="*/ 410470 w 2309166"/>
                <a:gd name="connsiteY845" fmla="*/ 2381970 h 2483088"/>
                <a:gd name="connsiteX846" fmla="*/ 1152732 w 2309166"/>
                <a:gd name="connsiteY846" fmla="*/ 2337751 h 2483088"/>
                <a:gd name="connsiteX847" fmla="*/ 1142185 w 2309166"/>
                <a:gd name="connsiteY847" fmla="*/ 2348273 h 2483088"/>
                <a:gd name="connsiteX848" fmla="*/ 1142185 w 2309166"/>
                <a:gd name="connsiteY848" fmla="*/ 2348273 h 2483088"/>
                <a:gd name="connsiteX849" fmla="*/ 1152732 w 2309166"/>
                <a:gd name="connsiteY849" fmla="*/ 2358937 h 2483088"/>
                <a:gd name="connsiteX850" fmla="*/ 1152732 w 2309166"/>
                <a:gd name="connsiteY850" fmla="*/ 2358937 h 2483088"/>
                <a:gd name="connsiteX851" fmla="*/ 1163279 w 2309166"/>
                <a:gd name="connsiteY851" fmla="*/ 2348273 h 2483088"/>
                <a:gd name="connsiteX852" fmla="*/ 1163279 w 2309166"/>
                <a:gd name="connsiteY852" fmla="*/ 2348273 h 2483088"/>
                <a:gd name="connsiteX853" fmla="*/ 1152732 w 2309166"/>
                <a:gd name="connsiteY853" fmla="*/ 2337751 h 2483088"/>
                <a:gd name="connsiteX854" fmla="*/ 986122 w 2309166"/>
                <a:gd name="connsiteY854" fmla="*/ 2067606 h 2483088"/>
                <a:gd name="connsiteX855" fmla="*/ 975575 w 2309166"/>
                <a:gd name="connsiteY855" fmla="*/ 2078128 h 2483088"/>
                <a:gd name="connsiteX856" fmla="*/ 975575 w 2309166"/>
                <a:gd name="connsiteY856" fmla="*/ 2078128 h 2483088"/>
                <a:gd name="connsiteX857" fmla="*/ 986122 w 2309166"/>
                <a:gd name="connsiteY857" fmla="*/ 2088791 h 2483088"/>
                <a:gd name="connsiteX858" fmla="*/ 986122 w 2309166"/>
                <a:gd name="connsiteY858" fmla="*/ 2088791 h 2483088"/>
                <a:gd name="connsiteX859" fmla="*/ 996811 w 2309166"/>
                <a:gd name="connsiteY859" fmla="*/ 2078128 h 2483088"/>
                <a:gd name="connsiteX860" fmla="*/ 996811 w 2309166"/>
                <a:gd name="connsiteY860" fmla="*/ 2078128 h 2483088"/>
                <a:gd name="connsiteX861" fmla="*/ 986266 w 2309166"/>
                <a:gd name="connsiteY861" fmla="*/ 2067606 h 2483088"/>
                <a:gd name="connsiteX862" fmla="*/ 986122 w 2309166"/>
                <a:gd name="connsiteY862" fmla="*/ 2067606 h 2483088"/>
                <a:gd name="connsiteX863" fmla="*/ 693664 w 2309166"/>
                <a:gd name="connsiteY863" fmla="*/ 1995662 h 2483088"/>
                <a:gd name="connsiteX864" fmla="*/ 685825 w 2309166"/>
                <a:gd name="connsiteY864" fmla="*/ 2003482 h 2483088"/>
                <a:gd name="connsiteX865" fmla="*/ 685825 w 2309166"/>
                <a:gd name="connsiteY865" fmla="*/ 2003482 h 2483088"/>
                <a:gd name="connsiteX866" fmla="*/ 693664 w 2309166"/>
                <a:gd name="connsiteY866" fmla="*/ 2011445 h 2483088"/>
                <a:gd name="connsiteX867" fmla="*/ 693664 w 2309166"/>
                <a:gd name="connsiteY867" fmla="*/ 2011445 h 2483088"/>
                <a:gd name="connsiteX868" fmla="*/ 701645 w 2309166"/>
                <a:gd name="connsiteY868" fmla="*/ 2003482 h 2483088"/>
                <a:gd name="connsiteX869" fmla="*/ 701645 w 2309166"/>
                <a:gd name="connsiteY869" fmla="*/ 2003482 h 2483088"/>
                <a:gd name="connsiteX870" fmla="*/ 693664 w 2309166"/>
                <a:gd name="connsiteY870" fmla="*/ 1995662 h 248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</a:cxnLst>
              <a:rect l="l" t="t" r="r" b="b"/>
              <a:pathLst>
                <a:path w="2309166" h="2483088">
                  <a:moveTo>
                    <a:pt x="2294915" y="1299115"/>
                  </a:moveTo>
                  <a:cubicBezTo>
                    <a:pt x="2302782" y="1299115"/>
                    <a:pt x="2309167" y="1305484"/>
                    <a:pt x="2309167" y="1313333"/>
                  </a:cubicBezTo>
                  <a:lnTo>
                    <a:pt x="2309167" y="1313333"/>
                  </a:lnTo>
                  <a:cubicBezTo>
                    <a:pt x="2309167" y="1321181"/>
                    <a:pt x="2302782" y="1327551"/>
                    <a:pt x="2294915" y="1327551"/>
                  </a:cubicBezTo>
                  <a:lnTo>
                    <a:pt x="2294915" y="1327551"/>
                  </a:lnTo>
                  <a:cubicBezTo>
                    <a:pt x="2287047" y="1327551"/>
                    <a:pt x="2280662" y="1321181"/>
                    <a:pt x="2280662" y="1313333"/>
                  </a:cubicBezTo>
                  <a:lnTo>
                    <a:pt x="2280662" y="1313333"/>
                  </a:lnTo>
                  <a:cubicBezTo>
                    <a:pt x="2280662" y="1305484"/>
                    <a:pt x="2287047" y="1299115"/>
                    <a:pt x="2294915" y="1299115"/>
                  </a:cubicBezTo>
                  <a:close/>
                  <a:moveTo>
                    <a:pt x="1344996" y="1424661"/>
                  </a:moveTo>
                  <a:cubicBezTo>
                    <a:pt x="1335319" y="1424661"/>
                    <a:pt x="1327466" y="1432495"/>
                    <a:pt x="1327466" y="1442149"/>
                  </a:cubicBezTo>
                  <a:lnTo>
                    <a:pt x="1327466" y="1442149"/>
                  </a:lnTo>
                  <a:cubicBezTo>
                    <a:pt x="1327537" y="1451747"/>
                    <a:pt x="1335376" y="1459496"/>
                    <a:pt x="1344996" y="1459496"/>
                  </a:cubicBezTo>
                  <a:lnTo>
                    <a:pt x="1344996" y="1459496"/>
                  </a:lnTo>
                  <a:cubicBezTo>
                    <a:pt x="1354602" y="1459496"/>
                    <a:pt x="1362384" y="1451732"/>
                    <a:pt x="1362384" y="1442149"/>
                  </a:cubicBezTo>
                  <a:lnTo>
                    <a:pt x="1362384" y="1442149"/>
                  </a:lnTo>
                  <a:cubicBezTo>
                    <a:pt x="1362384" y="1432552"/>
                    <a:pt x="1354616" y="1424732"/>
                    <a:pt x="1344996" y="1424661"/>
                  </a:cubicBezTo>
                  <a:close/>
                  <a:moveTo>
                    <a:pt x="1314068" y="1096932"/>
                  </a:moveTo>
                  <a:cubicBezTo>
                    <a:pt x="1304462" y="1096932"/>
                    <a:pt x="1296681" y="1104695"/>
                    <a:pt x="1296681" y="1114279"/>
                  </a:cubicBezTo>
                  <a:lnTo>
                    <a:pt x="1296681" y="1114279"/>
                  </a:lnTo>
                  <a:cubicBezTo>
                    <a:pt x="1296681" y="1123876"/>
                    <a:pt x="1304448" y="1131696"/>
                    <a:pt x="1314068" y="1131767"/>
                  </a:cubicBezTo>
                  <a:lnTo>
                    <a:pt x="1314068" y="1131767"/>
                  </a:lnTo>
                  <a:cubicBezTo>
                    <a:pt x="1323746" y="1131767"/>
                    <a:pt x="1331599" y="1123933"/>
                    <a:pt x="1331599" y="1114279"/>
                  </a:cubicBezTo>
                  <a:lnTo>
                    <a:pt x="1331599" y="1114279"/>
                  </a:lnTo>
                  <a:cubicBezTo>
                    <a:pt x="1331599" y="1104695"/>
                    <a:pt x="1323817" y="1096932"/>
                    <a:pt x="1314211" y="1096932"/>
                  </a:cubicBezTo>
                  <a:cubicBezTo>
                    <a:pt x="1314168" y="1096932"/>
                    <a:pt x="1314111" y="1096932"/>
                    <a:pt x="1314068" y="1096932"/>
                  </a:cubicBezTo>
                  <a:close/>
                  <a:moveTo>
                    <a:pt x="1345566" y="1190630"/>
                  </a:moveTo>
                  <a:cubicBezTo>
                    <a:pt x="1340535" y="1190630"/>
                    <a:pt x="1336445" y="1194711"/>
                    <a:pt x="1336445" y="1199730"/>
                  </a:cubicBezTo>
                  <a:lnTo>
                    <a:pt x="1336445" y="1199730"/>
                  </a:lnTo>
                  <a:cubicBezTo>
                    <a:pt x="1336516" y="1204706"/>
                    <a:pt x="1340578" y="1208687"/>
                    <a:pt x="1345566" y="1208687"/>
                  </a:cubicBezTo>
                  <a:lnTo>
                    <a:pt x="1345566" y="1208687"/>
                  </a:lnTo>
                  <a:cubicBezTo>
                    <a:pt x="1350526" y="1208687"/>
                    <a:pt x="1354545" y="1204678"/>
                    <a:pt x="1354545" y="1199730"/>
                  </a:cubicBezTo>
                  <a:lnTo>
                    <a:pt x="1354545" y="1199730"/>
                  </a:lnTo>
                  <a:cubicBezTo>
                    <a:pt x="1354545" y="1194753"/>
                    <a:pt x="1350555" y="1190701"/>
                    <a:pt x="1345566" y="1190630"/>
                  </a:cubicBezTo>
                  <a:close/>
                  <a:moveTo>
                    <a:pt x="1410984" y="1183094"/>
                  </a:moveTo>
                  <a:cubicBezTo>
                    <a:pt x="1405953" y="1183094"/>
                    <a:pt x="1401863" y="1187175"/>
                    <a:pt x="1401863" y="1192194"/>
                  </a:cubicBezTo>
                  <a:lnTo>
                    <a:pt x="1401863" y="1192194"/>
                  </a:lnTo>
                  <a:cubicBezTo>
                    <a:pt x="1401934" y="1197171"/>
                    <a:pt x="1405996" y="1201152"/>
                    <a:pt x="1410984" y="1201152"/>
                  </a:cubicBezTo>
                  <a:lnTo>
                    <a:pt x="1410984" y="1201152"/>
                  </a:lnTo>
                  <a:cubicBezTo>
                    <a:pt x="1415944" y="1201152"/>
                    <a:pt x="1419963" y="1197142"/>
                    <a:pt x="1419963" y="1192194"/>
                  </a:cubicBezTo>
                  <a:lnTo>
                    <a:pt x="1419963" y="1192194"/>
                  </a:lnTo>
                  <a:cubicBezTo>
                    <a:pt x="1419963" y="1187218"/>
                    <a:pt x="1415973" y="1183166"/>
                    <a:pt x="1410984" y="1183094"/>
                  </a:cubicBezTo>
                  <a:close/>
                  <a:moveTo>
                    <a:pt x="1556216" y="1166317"/>
                  </a:moveTo>
                  <a:cubicBezTo>
                    <a:pt x="1551256" y="1166317"/>
                    <a:pt x="1547237" y="1170327"/>
                    <a:pt x="1547237" y="1175274"/>
                  </a:cubicBezTo>
                  <a:lnTo>
                    <a:pt x="1547237" y="1175274"/>
                  </a:lnTo>
                  <a:cubicBezTo>
                    <a:pt x="1547237" y="1180251"/>
                    <a:pt x="1551228" y="1184303"/>
                    <a:pt x="1556216" y="1184374"/>
                  </a:cubicBezTo>
                  <a:lnTo>
                    <a:pt x="1556216" y="1184374"/>
                  </a:lnTo>
                  <a:cubicBezTo>
                    <a:pt x="1561247" y="1184374"/>
                    <a:pt x="1565337" y="1180293"/>
                    <a:pt x="1565337" y="1175274"/>
                  </a:cubicBezTo>
                  <a:lnTo>
                    <a:pt x="1565337" y="1175274"/>
                  </a:lnTo>
                  <a:cubicBezTo>
                    <a:pt x="1565266" y="1170298"/>
                    <a:pt x="1561204" y="1166317"/>
                    <a:pt x="1556216" y="1166317"/>
                  </a:cubicBezTo>
                  <a:close/>
                  <a:moveTo>
                    <a:pt x="2294915" y="1175417"/>
                  </a:moveTo>
                  <a:cubicBezTo>
                    <a:pt x="2292791" y="1175417"/>
                    <a:pt x="2291067" y="1177137"/>
                    <a:pt x="2291067" y="1179256"/>
                  </a:cubicBezTo>
                  <a:lnTo>
                    <a:pt x="2291067" y="1179256"/>
                  </a:lnTo>
                  <a:cubicBezTo>
                    <a:pt x="2291138" y="1181346"/>
                    <a:pt x="2292820" y="1183023"/>
                    <a:pt x="2294915" y="1183094"/>
                  </a:cubicBezTo>
                  <a:lnTo>
                    <a:pt x="2294915" y="1183094"/>
                  </a:lnTo>
                  <a:cubicBezTo>
                    <a:pt x="2297010" y="1183023"/>
                    <a:pt x="2298692" y="1181346"/>
                    <a:pt x="2298763" y="1179256"/>
                  </a:cubicBezTo>
                  <a:lnTo>
                    <a:pt x="2298763" y="1179256"/>
                  </a:lnTo>
                  <a:cubicBezTo>
                    <a:pt x="2298692" y="1177165"/>
                    <a:pt x="2297010" y="1175488"/>
                    <a:pt x="2294915" y="1175417"/>
                  </a:cubicBezTo>
                  <a:close/>
                  <a:moveTo>
                    <a:pt x="2237050" y="1197739"/>
                  </a:moveTo>
                  <a:cubicBezTo>
                    <a:pt x="2234955" y="1197810"/>
                    <a:pt x="2233273" y="1199488"/>
                    <a:pt x="2233202" y="1201578"/>
                  </a:cubicBezTo>
                  <a:lnTo>
                    <a:pt x="2233202" y="1201578"/>
                  </a:lnTo>
                  <a:cubicBezTo>
                    <a:pt x="2233202" y="1203725"/>
                    <a:pt x="2234898" y="1205488"/>
                    <a:pt x="2237050" y="1205559"/>
                  </a:cubicBezTo>
                  <a:lnTo>
                    <a:pt x="2237050" y="1205559"/>
                  </a:lnTo>
                  <a:cubicBezTo>
                    <a:pt x="2239202" y="1205488"/>
                    <a:pt x="2240898" y="1203725"/>
                    <a:pt x="2240898" y="1201578"/>
                  </a:cubicBezTo>
                  <a:lnTo>
                    <a:pt x="2240898" y="1201578"/>
                  </a:lnTo>
                  <a:cubicBezTo>
                    <a:pt x="2240827" y="1199488"/>
                    <a:pt x="2239145" y="1197810"/>
                    <a:pt x="2237050" y="1197739"/>
                  </a:cubicBezTo>
                  <a:close/>
                  <a:moveTo>
                    <a:pt x="2222798" y="1169303"/>
                  </a:moveTo>
                  <a:cubicBezTo>
                    <a:pt x="2220674" y="1169303"/>
                    <a:pt x="2218950" y="1171023"/>
                    <a:pt x="2218950" y="1173142"/>
                  </a:cubicBezTo>
                  <a:lnTo>
                    <a:pt x="2218950" y="1173142"/>
                  </a:lnTo>
                  <a:cubicBezTo>
                    <a:pt x="2218950" y="1175260"/>
                    <a:pt x="2220674" y="1176981"/>
                    <a:pt x="2222798" y="1176981"/>
                  </a:cubicBezTo>
                  <a:lnTo>
                    <a:pt x="2222798" y="1176981"/>
                  </a:lnTo>
                  <a:cubicBezTo>
                    <a:pt x="2224921" y="1176981"/>
                    <a:pt x="2226646" y="1175260"/>
                    <a:pt x="2226646" y="1173142"/>
                  </a:cubicBezTo>
                  <a:lnTo>
                    <a:pt x="2226646" y="1173142"/>
                  </a:lnTo>
                  <a:cubicBezTo>
                    <a:pt x="2226646" y="1171023"/>
                    <a:pt x="2224921" y="1169303"/>
                    <a:pt x="2222798" y="1169303"/>
                  </a:cubicBezTo>
                  <a:close/>
                  <a:moveTo>
                    <a:pt x="2146690" y="1021150"/>
                  </a:moveTo>
                  <a:cubicBezTo>
                    <a:pt x="2144567" y="1021150"/>
                    <a:pt x="2142842" y="1022870"/>
                    <a:pt x="2142842" y="1024989"/>
                  </a:cubicBezTo>
                  <a:lnTo>
                    <a:pt x="2142842" y="1024989"/>
                  </a:lnTo>
                  <a:cubicBezTo>
                    <a:pt x="2142842" y="1027107"/>
                    <a:pt x="2144567" y="1028827"/>
                    <a:pt x="2146690" y="1028827"/>
                  </a:cubicBezTo>
                  <a:lnTo>
                    <a:pt x="2146690" y="1028827"/>
                  </a:lnTo>
                  <a:cubicBezTo>
                    <a:pt x="2148814" y="1028827"/>
                    <a:pt x="2150538" y="1027107"/>
                    <a:pt x="2150538" y="1024989"/>
                  </a:cubicBezTo>
                  <a:lnTo>
                    <a:pt x="2150538" y="1024989"/>
                  </a:lnTo>
                  <a:cubicBezTo>
                    <a:pt x="2150538" y="1022870"/>
                    <a:pt x="2148814" y="1021150"/>
                    <a:pt x="2146690" y="1021150"/>
                  </a:cubicBezTo>
                  <a:close/>
                  <a:moveTo>
                    <a:pt x="1840978" y="1135890"/>
                  </a:moveTo>
                  <a:cubicBezTo>
                    <a:pt x="1837429" y="1135890"/>
                    <a:pt x="1834564" y="1138748"/>
                    <a:pt x="1834564" y="1142288"/>
                  </a:cubicBezTo>
                  <a:lnTo>
                    <a:pt x="1834564" y="1142288"/>
                  </a:lnTo>
                  <a:cubicBezTo>
                    <a:pt x="1834564" y="1145843"/>
                    <a:pt x="1837414" y="1148758"/>
                    <a:pt x="1840978" y="1148829"/>
                  </a:cubicBezTo>
                  <a:lnTo>
                    <a:pt x="1840978" y="1148829"/>
                  </a:lnTo>
                  <a:cubicBezTo>
                    <a:pt x="1844569" y="1148758"/>
                    <a:pt x="1847462" y="1145871"/>
                    <a:pt x="1847534" y="1142288"/>
                  </a:cubicBezTo>
                  <a:lnTo>
                    <a:pt x="1847534" y="1142288"/>
                  </a:lnTo>
                  <a:cubicBezTo>
                    <a:pt x="1847462" y="1138734"/>
                    <a:pt x="1844541" y="1135890"/>
                    <a:pt x="1840978" y="1135890"/>
                  </a:cubicBezTo>
                  <a:close/>
                  <a:moveTo>
                    <a:pt x="1780263" y="1377599"/>
                  </a:moveTo>
                  <a:cubicBezTo>
                    <a:pt x="1776671" y="1377670"/>
                    <a:pt x="1773778" y="1380556"/>
                    <a:pt x="1773706" y="1384139"/>
                  </a:cubicBezTo>
                  <a:lnTo>
                    <a:pt x="1773706" y="1384139"/>
                  </a:lnTo>
                  <a:cubicBezTo>
                    <a:pt x="1773778" y="1387694"/>
                    <a:pt x="1776700" y="1390537"/>
                    <a:pt x="1780263" y="1390537"/>
                  </a:cubicBezTo>
                  <a:lnTo>
                    <a:pt x="1780263" y="1390537"/>
                  </a:lnTo>
                  <a:cubicBezTo>
                    <a:pt x="1783811" y="1390537"/>
                    <a:pt x="1786676" y="1387680"/>
                    <a:pt x="1786676" y="1384139"/>
                  </a:cubicBezTo>
                  <a:lnTo>
                    <a:pt x="1786676" y="1384139"/>
                  </a:lnTo>
                  <a:cubicBezTo>
                    <a:pt x="1786676" y="1380585"/>
                    <a:pt x="1783826" y="1377670"/>
                    <a:pt x="1780263" y="1377599"/>
                  </a:cubicBezTo>
                  <a:close/>
                  <a:moveTo>
                    <a:pt x="1642443" y="1242953"/>
                  </a:moveTo>
                  <a:cubicBezTo>
                    <a:pt x="1638879" y="1242953"/>
                    <a:pt x="1635958" y="1245797"/>
                    <a:pt x="1635886" y="1249351"/>
                  </a:cubicBezTo>
                  <a:lnTo>
                    <a:pt x="1635886" y="1249351"/>
                  </a:lnTo>
                  <a:cubicBezTo>
                    <a:pt x="1635958" y="1252934"/>
                    <a:pt x="1638851" y="1255820"/>
                    <a:pt x="1642443" y="1255891"/>
                  </a:cubicBezTo>
                  <a:lnTo>
                    <a:pt x="1642443" y="1255891"/>
                  </a:lnTo>
                  <a:cubicBezTo>
                    <a:pt x="1646006" y="1255820"/>
                    <a:pt x="1648856" y="1252906"/>
                    <a:pt x="1648856" y="1249351"/>
                  </a:cubicBezTo>
                  <a:lnTo>
                    <a:pt x="1648856" y="1249351"/>
                  </a:lnTo>
                  <a:cubicBezTo>
                    <a:pt x="1648856" y="1245811"/>
                    <a:pt x="1645991" y="1242953"/>
                    <a:pt x="1642443" y="1242953"/>
                  </a:cubicBezTo>
                  <a:close/>
                  <a:moveTo>
                    <a:pt x="1651849" y="1048733"/>
                  </a:moveTo>
                  <a:cubicBezTo>
                    <a:pt x="1648286" y="1048804"/>
                    <a:pt x="1645435" y="1051719"/>
                    <a:pt x="1645435" y="1055273"/>
                  </a:cubicBezTo>
                  <a:lnTo>
                    <a:pt x="1645435" y="1055273"/>
                  </a:lnTo>
                  <a:cubicBezTo>
                    <a:pt x="1645435" y="1058814"/>
                    <a:pt x="1648300" y="1061671"/>
                    <a:pt x="1651849" y="1061671"/>
                  </a:cubicBezTo>
                  <a:lnTo>
                    <a:pt x="1651849" y="1061671"/>
                  </a:lnTo>
                  <a:cubicBezTo>
                    <a:pt x="1655412" y="1061671"/>
                    <a:pt x="1658334" y="1058828"/>
                    <a:pt x="1658405" y="1055273"/>
                  </a:cubicBezTo>
                  <a:lnTo>
                    <a:pt x="1658405" y="1055273"/>
                  </a:lnTo>
                  <a:cubicBezTo>
                    <a:pt x="1658334" y="1051690"/>
                    <a:pt x="1655441" y="1048804"/>
                    <a:pt x="1651849" y="1048733"/>
                  </a:cubicBezTo>
                  <a:close/>
                  <a:moveTo>
                    <a:pt x="1398300" y="1092951"/>
                  </a:moveTo>
                  <a:cubicBezTo>
                    <a:pt x="1394737" y="1093022"/>
                    <a:pt x="1391886" y="1095937"/>
                    <a:pt x="1391886" y="1099492"/>
                  </a:cubicBezTo>
                  <a:lnTo>
                    <a:pt x="1391886" y="1099492"/>
                  </a:lnTo>
                  <a:cubicBezTo>
                    <a:pt x="1391886" y="1103046"/>
                    <a:pt x="1394737" y="1105961"/>
                    <a:pt x="1398300" y="1106032"/>
                  </a:cubicBezTo>
                  <a:lnTo>
                    <a:pt x="1398300" y="1106032"/>
                  </a:lnTo>
                  <a:cubicBezTo>
                    <a:pt x="1401920" y="1106032"/>
                    <a:pt x="1404856" y="1103103"/>
                    <a:pt x="1404856" y="1099492"/>
                  </a:cubicBezTo>
                  <a:lnTo>
                    <a:pt x="1404856" y="1099492"/>
                  </a:lnTo>
                  <a:cubicBezTo>
                    <a:pt x="1404856" y="1095880"/>
                    <a:pt x="1401920" y="1092951"/>
                    <a:pt x="1398300" y="1092951"/>
                  </a:cubicBezTo>
                  <a:close/>
                  <a:moveTo>
                    <a:pt x="1478683" y="773611"/>
                  </a:moveTo>
                  <a:cubicBezTo>
                    <a:pt x="1475091" y="773683"/>
                    <a:pt x="1472198" y="776569"/>
                    <a:pt x="1472127" y="780152"/>
                  </a:cubicBezTo>
                  <a:lnTo>
                    <a:pt x="1472127" y="780152"/>
                  </a:lnTo>
                  <a:cubicBezTo>
                    <a:pt x="1472198" y="783706"/>
                    <a:pt x="1475120" y="786550"/>
                    <a:pt x="1478683" y="786550"/>
                  </a:cubicBezTo>
                  <a:lnTo>
                    <a:pt x="1478683" y="786550"/>
                  </a:lnTo>
                  <a:cubicBezTo>
                    <a:pt x="1482232" y="786550"/>
                    <a:pt x="1485097" y="783692"/>
                    <a:pt x="1485097" y="780152"/>
                  </a:cubicBezTo>
                  <a:lnTo>
                    <a:pt x="1485097" y="780152"/>
                  </a:lnTo>
                  <a:cubicBezTo>
                    <a:pt x="1485097" y="776597"/>
                    <a:pt x="1482246" y="773683"/>
                    <a:pt x="1478683" y="773611"/>
                  </a:cubicBezTo>
                  <a:close/>
                  <a:moveTo>
                    <a:pt x="1614365" y="909679"/>
                  </a:moveTo>
                  <a:cubicBezTo>
                    <a:pt x="1610802" y="909750"/>
                    <a:pt x="1607952" y="912665"/>
                    <a:pt x="1607952" y="916220"/>
                  </a:cubicBezTo>
                  <a:lnTo>
                    <a:pt x="1607952" y="916220"/>
                  </a:lnTo>
                  <a:cubicBezTo>
                    <a:pt x="1607952" y="919760"/>
                    <a:pt x="1610816" y="922618"/>
                    <a:pt x="1614365" y="922618"/>
                  </a:cubicBezTo>
                  <a:lnTo>
                    <a:pt x="1614365" y="922618"/>
                  </a:lnTo>
                  <a:cubicBezTo>
                    <a:pt x="1617928" y="922618"/>
                    <a:pt x="1620850" y="919774"/>
                    <a:pt x="1620921" y="916220"/>
                  </a:cubicBezTo>
                  <a:lnTo>
                    <a:pt x="1620921" y="916220"/>
                  </a:lnTo>
                  <a:cubicBezTo>
                    <a:pt x="1620850" y="912637"/>
                    <a:pt x="1617957" y="909750"/>
                    <a:pt x="1614365" y="909679"/>
                  </a:cubicBezTo>
                  <a:close/>
                  <a:moveTo>
                    <a:pt x="1762590" y="1057690"/>
                  </a:moveTo>
                  <a:cubicBezTo>
                    <a:pt x="1759041" y="1057690"/>
                    <a:pt x="1756176" y="1060548"/>
                    <a:pt x="1756176" y="1064089"/>
                  </a:cubicBezTo>
                  <a:lnTo>
                    <a:pt x="1756176" y="1064089"/>
                  </a:lnTo>
                  <a:cubicBezTo>
                    <a:pt x="1756176" y="1067643"/>
                    <a:pt x="1759027" y="1070558"/>
                    <a:pt x="1762590" y="1070629"/>
                  </a:cubicBezTo>
                  <a:lnTo>
                    <a:pt x="1762590" y="1070629"/>
                  </a:lnTo>
                  <a:cubicBezTo>
                    <a:pt x="1766210" y="1070629"/>
                    <a:pt x="1769146" y="1067700"/>
                    <a:pt x="1769146" y="1064089"/>
                  </a:cubicBezTo>
                  <a:lnTo>
                    <a:pt x="1769146" y="1064089"/>
                  </a:lnTo>
                  <a:cubicBezTo>
                    <a:pt x="1769146" y="1060548"/>
                    <a:pt x="1766281" y="1057690"/>
                    <a:pt x="1762732" y="1057690"/>
                  </a:cubicBezTo>
                  <a:cubicBezTo>
                    <a:pt x="1762689" y="1057690"/>
                    <a:pt x="1762633" y="1057690"/>
                    <a:pt x="1762590" y="1057690"/>
                  </a:cubicBezTo>
                  <a:close/>
                  <a:moveTo>
                    <a:pt x="1701590" y="1150962"/>
                  </a:moveTo>
                  <a:cubicBezTo>
                    <a:pt x="1698027" y="1151032"/>
                    <a:pt x="1695176" y="1153947"/>
                    <a:pt x="1695176" y="1157502"/>
                  </a:cubicBezTo>
                  <a:lnTo>
                    <a:pt x="1695176" y="1157502"/>
                  </a:lnTo>
                  <a:cubicBezTo>
                    <a:pt x="1695176" y="1161042"/>
                    <a:pt x="1698041" y="1163900"/>
                    <a:pt x="1701590" y="1163900"/>
                  </a:cubicBezTo>
                  <a:lnTo>
                    <a:pt x="1701590" y="1163900"/>
                  </a:lnTo>
                  <a:cubicBezTo>
                    <a:pt x="1705153" y="1163900"/>
                    <a:pt x="1708075" y="1161056"/>
                    <a:pt x="1708146" y="1157502"/>
                  </a:cubicBezTo>
                  <a:lnTo>
                    <a:pt x="1708146" y="1157502"/>
                  </a:lnTo>
                  <a:cubicBezTo>
                    <a:pt x="1708075" y="1153919"/>
                    <a:pt x="1705181" y="1151032"/>
                    <a:pt x="1701590" y="1150962"/>
                  </a:cubicBezTo>
                  <a:close/>
                  <a:moveTo>
                    <a:pt x="1810905" y="1257740"/>
                  </a:moveTo>
                  <a:cubicBezTo>
                    <a:pt x="1807285" y="1257740"/>
                    <a:pt x="1804349" y="1260669"/>
                    <a:pt x="1804349" y="1264280"/>
                  </a:cubicBezTo>
                  <a:lnTo>
                    <a:pt x="1804349" y="1264280"/>
                  </a:lnTo>
                  <a:cubicBezTo>
                    <a:pt x="1804420" y="1267835"/>
                    <a:pt x="1807342" y="1270678"/>
                    <a:pt x="1810905" y="1270678"/>
                  </a:cubicBezTo>
                  <a:lnTo>
                    <a:pt x="1810905" y="1270678"/>
                  </a:lnTo>
                  <a:cubicBezTo>
                    <a:pt x="1814468" y="1270678"/>
                    <a:pt x="1817390" y="1267835"/>
                    <a:pt x="1817461" y="1264280"/>
                  </a:cubicBezTo>
                  <a:lnTo>
                    <a:pt x="1817461" y="1264280"/>
                  </a:lnTo>
                  <a:cubicBezTo>
                    <a:pt x="1817461" y="1260669"/>
                    <a:pt x="1814525" y="1257740"/>
                    <a:pt x="1810905" y="1257740"/>
                  </a:cubicBezTo>
                  <a:close/>
                  <a:moveTo>
                    <a:pt x="2024690" y="1280347"/>
                  </a:moveTo>
                  <a:cubicBezTo>
                    <a:pt x="2021141" y="1280347"/>
                    <a:pt x="2018277" y="1283205"/>
                    <a:pt x="2018277" y="1286745"/>
                  </a:cubicBezTo>
                  <a:cubicBezTo>
                    <a:pt x="2018277" y="1286788"/>
                    <a:pt x="2018277" y="1286844"/>
                    <a:pt x="2018277" y="1286887"/>
                  </a:cubicBezTo>
                  <a:lnTo>
                    <a:pt x="2018277" y="1286887"/>
                  </a:lnTo>
                  <a:cubicBezTo>
                    <a:pt x="2018277" y="1290427"/>
                    <a:pt x="2021141" y="1293285"/>
                    <a:pt x="2024690" y="1293285"/>
                  </a:cubicBezTo>
                  <a:lnTo>
                    <a:pt x="2024690" y="1293285"/>
                  </a:lnTo>
                  <a:cubicBezTo>
                    <a:pt x="2028253" y="1293285"/>
                    <a:pt x="2031175" y="1290442"/>
                    <a:pt x="2031246" y="1286887"/>
                  </a:cubicBezTo>
                  <a:lnTo>
                    <a:pt x="2031246" y="1286887"/>
                  </a:lnTo>
                  <a:cubicBezTo>
                    <a:pt x="2031246" y="1283276"/>
                    <a:pt x="2028310" y="1280347"/>
                    <a:pt x="2024690" y="1280347"/>
                  </a:cubicBezTo>
                  <a:close/>
                  <a:moveTo>
                    <a:pt x="1939176" y="800199"/>
                  </a:moveTo>
                  <a:cubicBezTo>
                    <a:pt x="1935585" y="800270"/>
                    <a:pt x="1932691" y="803157"/>
                    <a:pt x="1932620" y="806740"/>
                  </a:cubicBezTo>
                  <a:lnTo>
                    <a:pt x="1932620" y="806740"/>
                  </a:lnTo>
                  <a:cubicBezTo>
                    <a:pt x="1932691" y="810294"/>
                    <a:pt x="1935613" y="813138"/>
                    <a:pt x="1939176" y="813138"/>
                  </a:cubicBezTo>
                  <a:lnTo>
                    <a:pt x="1939176" y="813138"/>
                  </a:lnTo>
                  <a:cubicBezTo>
                    <a:pt x="1942725" y="813138"/>
                    <a:pt x="1945590" y="810280"/>
                    <a:pt x="1945590" y="806740"/>
                  </a:cubicBezTo>
                  <a:lnTo>
                    <a:pt x="1945590" y="806740"/>
                  </a:lnTo>
                  <a:cubicBezTo>
                    <a:pt x="1945590" y="803185"/>
                    <a:pt x="1942739" y="800270"/>
                    <a:pt x="1939176" y="800199"/>
                  </a:cubicBezTo>
                  <a:close/>
                  <a:moveTo>
                    <a:pt x="1332597" y="616643"/>
                  </a:moveTo>
                  <a:cubicBezTo>
                    <a:pt x="1327794" y="616643"/>
                    <a:pt x="1323903" y="620524"/>
                    <a:pt x="1323903" y="625316"/>
                  </a:cubicBezTo>
                  <a:cubicBezTo>
                    <a:pt x="1323903" y="625359"/>
                    <a:pt x="1323903" y="625415"/>
                    <a:pt x="1323903" y="625458"/>
                  </a:cubicBezTo>
                  <a:lnTo>
                    <a:pt x="1323903" y="625458"/>
                  </a:lnTo>
                  <a:cubicBezTo>
                    <a:pt x="1323817" y="630250"/>
                    <a:pt x="1327651" y="634188"/>
                    <a:pt x="1332454" y="634273"/>
                  </a:cubicBezTo>
                  <a:cubicBezTo>
                    <a:pt x="1332497" y="634273"/>
                    <a:pt x="1332554" y="634273"/>
                    <a:pt x="1332597" y="634273"/>
                  </a:cubicBezTo>
                  <a:lnTo>
                    <a:pt x="1332597" y="634273"/>
                  </a:lnTo>
                  <a:cubicBezTo>
                    <a:pt x="1337471" y="634273"/>
                    <a:pt x="1341433" y="630321"/>
                    <a:pt x="1341433" y="625458"/>
                  </a:cubicBezTo>
                  <a:lnTo>
                    <a:pt x="1341433" y="625458"/>
                  </a:lnTo>
                  <a:cubicBezTo>
                    <a:pt x="1341433" y="620596"/>
                    <a:pt x="1337471" y="616643"/>
                    <a:pt x="1332597" y="616643"/>
                  </a:cubicBezTo>
                  <a:close/>
                  <a:moveTo>
                    <a:pt x="1348274" y="723137"/>
                  </a:moveTo>
                  <a:cubicBezTo>
                    <a:pt x="1343400" y="723137"/>
                    <a:pt x="1339438" y="727089"/>
                    <a:pt x="1339438" y="731952"/>
                  </a:cubicBezTo>
                  <a:lnTo>
                    <a:pt x="1339438" y="731952"/>
                  </a:lnTo>
                  <a:cubicBezTo>
                    <a:pt x="1339438" y="736815"/>
                    <a:pt x="1343400" y="740767"/>
                    <a:pt x="1348274" y="740767"/>
                  </a:cubicBezTo>
                  <a:lnTo>
                    <a:pt x="1348274" y="740767"/>
                  </a:lnTo>
                  <a:cubicBezTo>
                    <a:pt x="1353148" y="740767"/>
                    <a:pt x="1357111" y="736815"/>
                    <a:pt x="1357111" y="731952"/>
                  </a:cubicBezTo>
                  <a:lnTo>
                    <a:pt x="1357111" y="731952"/>
                  </a:lnTo>
                  <a:cubicBezTo>
                    <a:pt x="1357111" y="727089"/>
                    <a:pt x="1353148" y="723137"/>
                    <a:pt x="1348274" y="723137"/>
                  </a:cubicBezTo>
                  <a:close/>
                  <a:moveTo>
                    <a:pt x="1310220" y="708919"/>
                  </a:moveTo>
                  <a:cubicBezTo>
                    <a:pt x="1305417" y="708919"/>
                    <a:pt x="1301526" y="712800"/>
                    <a:pt x="1301526" y="717592"/>
                  </a:cubicBezTo>
                  <a:lnTo>
                    <a:pt x="1301526" y="717592"/>
                  </a:lnTo>
                  <a:cubicBezTo>
                    <a:pt x="1301441" y="722383"/>
                    <a:pt x="1305275" y="726322"/>
                    <a:pt x="1310078" y="726407"/>
                  </a:cubicBezTo>
                  <a:cubicBezTo>
                    <a:pt x="1310121" y="726407"/>
                    <a:pt x="1310178" y="726407"/>
                    <a:pt x="1310220" y="726407"/>
                  </a:cubicBezTo>
                  <a:lnTo>
                    <a:pt x="1310220" y="726407"/>
                  </a:lnTo>
                  <a:cubicBezTo>
                    <a:pt x="1315023" y="726492"/>
                    <a:pt x="1318971" y="722668"/>
                    <a:pt x="1319057" y="717876"/>
                  </a:cubicBezTo>
                  <a:cubicBezTo>
                    <a:pt x="1319057" y="717777"/>
                    <a:pt x="1319057" y="717691"/>
                    <a:pt x="1319057" y="717592"/>
                  </a:cubicBezTo>
                  <a:lnTo>
                    <a:pt x="1319057" y="717592"/>
                  </a:lnTo>
                  <a:cubicBezTo>
                    <a:pt x="1319057" y="712800"/>
                    <a:pt x="1315166" y="708919"/>
                    <a:pt x="1310363" y="708919"/>
                  </a:cubicBezTo>
                  <a:cubicBezTo>
                    <a:pt x="1310320" y="708919"/>
                    <a:pt x="1310263" y="708919"/>
                    <a:pt x="1310220" y="708919"/>
                  </a:cubicBezTo>
                  <a:close/>
                  <a:moveTo>
                    <a:pt x="1254066" y="936409"/>
                  </a:moveTo>
                  <a:cubicBezTo>
                    <a:pt x="1249192" y="936409"/>
                    <a:pt x="1245230" y="940362"/>
                    <a:pt x="1245230" y="945225"/>
                  </a:cubicBezTo>
                  <a:lnTo>
                    <a:pt x="1245230" y="945225"/>
                  </a:lnTo>
                  <a:cubicBezTo>
                    <a:pt x="1245230" y="950087"/>
                    <a:pt x="1249192" y="954040"/>
                    <a:pt x="1254066" y="954040"/>
                  </a:cubicBezTo>
                  <a:lnTo>
                    <a:pt x="1254066" y="954040"/>
                  </a:lnTo>
                  <a:cubicBezTo>
                    <a:pt x="1258940" y="954040"/>
                    <a:pt x="1262903" y="950087"/>
                    <a:pt x="1262903" y="945225"/>
                  </a:cubicBezTo>
                  <a:lnTo>
                    <a:pt x="1262903" y="945225"/>
                  </a:lnTo>
                  <a:cubicBezTo>
                    <a:pt x="1262903" y="940362"/>
                    <a:pt x="1258940" y="936409"/>
                    <a:pt x="1254066" y="936409"/>
                  </a:cubicBezTo>
                  <a:close/>
                  <a:moveTo>
                    <a:pt x="1372646" y="899158"/>
                  </a:moveTo>
                  <a:cubicBezTo>
                    <a:pt x="1367771" y="899158"/>
                    <a:pt x="1363809" y="903110"/>
                    <a:pt x="1363809" y="907973"/>
                  </a:cubicBezTo>
                  <a:lnTo>
                    <a:pt x="1363809" y="907973"/>
                  </a:lnTo>
                  <a:cubicBezTo>
                    <a:pt x="1363809" y="912836"/>
                    <a:pt x="1367771" y="916788"/>
                    <a:pt x="1372646" y="916788"/>
                  </a:cubicBezTo>
                  <a:lnTo>
                    <a:pt x="1372646" y="916788"/>
                  </a:lnTo>
                  <a:cubicBezTo>
                    <a:pt x="1377520" y="916788"/>
                    <a:pt x="1381482" y="912836"/>
                    <a:pt x="1381482" y="907973"/>
                  </a:cubicBezTo>
                  <a:lnTo>
                    <a:pt x="1381482" y="907973"/>
                  </a:lnTo>
                  <a:cubicBezTo>
                    <a:pt x="1381482" y="903110"/>
                    <a:pt x="1377520" y="899158"/>
                    <a:pt x="1372646" y="899158"/>
                  </a:cubicBezTo>
                  <a:close/>
                  <a:moveTo>
                    <a:pt x="1279720" y="1010486"/>
                  </a:moveTo>
                  <a:cubicBezTo>
                    <a:pt x="1274846" y="1010486"/>
                    <a:pt x="1270884" y="1014439"/>
                    <a:pt x="1270884" y="1019301"/>
                  </a:cubicBezTo>
                  <a:lnTo>
                    <a:pt x="1270884" y="1019301"/>
                  </a:lnTo>
                  <a:cubicBezTo>
                    <a:pt x="1270884" y="1024164"/>
                    <a:pt x="1274846" y="1028117"/>
                    <a:pt x="1279720" y="1028117"/>
                  </a:cubicBezTo>
                  <a:lnTo>
                    <a:pt x="1279720" y="1028117"/>
                  </a:lnTo>
                  <a:cubicBezTo>
                    <a:pt x="1284523" y="1028117"/>
                    <a:pt x="1288414" y="1024235"/>
                    <a:pt x="1288414" y="1019444"/>
                  </a:cubicBezTo>
                  <a:cubicBezTo>
                    <a:pt x="1288414" y="1019401"/>
                    <a:pt x="1288414" y="1019344"/>
                    <a:pt x="1288414" y="1019301"/>
                  </a:cubicBezTo>
                  <a:lnTo>
                    <a:pt x="1288414" y="1019301"/>
                  </a:lnTo>
                  <a:cubicBezTo>
                    <a:pt x="1288500" y="1014510"/>
                    <a:pt x="1284666" y="1010571"/>
                    <a:pt x="1279863" y="1010486"/>
                  </a:cubicBezTo>
                  <a:cubicBezTo>
                    <a:pt x="1279820" y="1010486"/>
                    <a:pt x="1279763" y="1010486"/>
                    <a:pt x="1279720" y="1010486"/>
                  </a:cubicBezTo>
                  <a:close/>
                  <a:moveTo>
                    <a:pt x="1041991" y="521523"/>
                  </a:moveTo>
                  <a:cubicBezTo>
                    <a:pt x="1038291" y="521523"/>
                    <a:pt x="1035293" y="524509"/>
                    <a:pt x="1035293" y="528206"/>
                  </a:cubicBezTo>
                  <a:lnTo>
                    <a:pt x="1035293" y="528206"/>
                  </a:lnTo>
                  <a:cubicBezTo>
                    <a:pt x="1035214" y="531903"/>
                    <a:pt x="1038149" y="534945"/>
                    <a:pt x="1041847" y="535031"/>
                  </a:cubicBezTo>
                  <a:cubicBezTo>
                    <a:pt x="1041896" y="535031"/>
                    <a:pt x="1041943" y="535031"/>
                    <a:pt x="1041991" y="535031"/>
                  </a:cubicBezTo>
                  <a:lnTo>
                    <a:pt x="1041991" y="535031"/>
                  </a:lnTo>
                  <a:cubicBezTo>
                    <a:pt x="1045690" y="535116"/>
                    <a:pt x="1048753" y="532187"/>
                    <a:pt x="1048833" y="528490"/>
                  </a:cubicBezTo>
                  <a:cubicBezTo>
                    <a:pt x="1048834" y="528391"/>
                    <a:pt x="1048834" y="528305"/>
                    <a:pt x="1048833" y="528206"/>
                  </a:cubicBezTo>
                  <a:lnTo>
                    <a:pt x="1048833" y="528206"/>
                  </a:lnTo>
                  <a:cubicBezTo>
                    <a:pt x="1048834" y="524509"/>
                    <a:pt x="1045835" y="521523"/>
                    <a:pt x="1042135" y="521523"/>
                  </a:cubicBezTo>
                  <a:cubicBezTo>
                    <a:pt x="1042087" y="521523"/>
                    <a:pt x="1042040" y="521523"/>
                    <a:pt x="1041991" y="521523"/>
                  </a:cubicBezTo>
                  <a:close/>
                  <a:moveTo>
                    <a:pt x="1015339" y="597448"/>
                  </a:moveTo>
                  <a:cubicBezTo>
                    <a:pt x="1011641" y="597363"/>
                    <a:pt x="1008578" y="600292"/>
                    <a:pt x="1008498" y="603989"/>
                  </a:cubicBezTo>
                  <a:cubicBezTo>
                    <a:pt x="1008495" y="604088"/>
                    <a:pt x="1008495" y="604174"/>
                    <a:pt x="1008498" y="604273"/>
                  </a:cubicBezTo>
                  <a:lnTo>
                    <a:pt x="1008498" y="604273"/>
                  </a:lnTo>
                  <a:cubicBezTo>
                    <a:pt x="1008497" y="607970"/>
                    <a:pt x="1011496" y="610956"/>
                    <a:pt x="1015196" y="610956"/>
                  </a:cubicBezTo>
                  <a:cubicBezTo>
                    <a:pt x="1015244" y="610956"/>
                    <a:pt x="1015291" y="610956"/>
                    <a:pt x="1015339" y="610956"/>
                  </a:cubicBezTo>
                  <a:lnTo>
                    <a:pt x="1015339" y="610956"/>
                  </a:lnTo>
                  <a:cubicBezTo>
                    <a:pt x="1019039" y="610956"/>
                    <a:pt x="1022038" y="607970"/>
                    <a:pt x="1022038" y="604273"/>
                  </a:cubicBezTo>
                  <a:lnTo>
                    <a:pt x="1022038" y="604273"/>
                  </a:lnTo>
                  <a:cubicBezTo>
                    <a:pt x="1022116" y="600576"/>
                    <a:pt x="1019182" y="597534"/>
                    <a:pt x="1015483" y="597448"/>
                  </a:cubicBezTo>
                  <a:cubicBezTo>
                    <a:pt x="1015435" y="597448"/>
                    <a:pt x="1015388" y="597448"/>
                    <a:pt x="1015339" y="597448"/>
                  </a:cubicBezTo>
                  <a:close/>
                  <a:moveTo>
                    <a:pt x="988830" y="441049"/>
                  </a:moveTo>
                  <a:cubicBezTo>
                    <a:pt x="985083" y="441120"/>
                    <a:pt x="982065" y="444134"/>
                    <a:pt x="981989" y="447873"/>
                  </a:cubicBezTo>
                  <a:lnTo>
                    <a:pt x="981989" y="447873"/>
                  </a:lnTo>
                  <a:cubicBezTo>
                    <a:pt x="982065" y="451613"/>
                    <a:pt x="985083" y="454627"/>
                    <a:pt x="988830" y="454698"/>
                  </a:cubicBezTo>
                  <a:lnTo>
                    <a:pt x="988830" y="454698"/>
                  </a:lnTo>
                  <a:cubicBezTo>
                    <a:pt x="992577" y="454627"/>
                    <a:pt x="995596" y="451613"/>
                    <a:pt x="995671" y="447873"/>
                  </a:cubicBezTo>
                  <a:lnTo>
                    <a:pt x="995671" y="447873"/>
                  </a:lnTo>
                  <a:cubicBezTo>
                    <a:pt x="995596" y="444134"/>
                    <a:pt x="992577" y="441120"/>
                    <a:pt x="988830" y="441049"/>
                  </a:cubicBezTo>
                  <a:close/>
                  <a:moveTo>
                    <a:pt x="815807" y="522376"/>
                  </a:moveTo>
                  <a:cubicBezTo>
                    <a:pt x="812084" y="522448"/>
                    <a:pt x="809107" y="525490"/>
                    <a:pt x="809108" y="529201"/>
                  </a:cubicBezTo>
                  <a:lnTo>
                    <a:pt x="809108" y="529201"/>
                  </a:lnTo>
                  <a:cubicBezTo>
                    <a:pt x="809108" y="532912"/>
                    <a:pt x="812084" y="535955"/>
                    <a:pt x="815807" y="536026"/>
                  </a:cubicBezTo>
                  <a:lnTo>
                    <a:pt x="815807" y="536026"/>
                  </a:lnTo>
                  <a:cubicBezTo>
                    <a:pt x="819585" y="536026"/>
                    <a:pt x="822648" y="532969"/>
                    <a:pt x="822648" y="529201"/>
                  </a:cubicBezTo>
                  <a:lnTo>
                    <a:pt x="822648" y="529201"/>
                  </a:lnTo>
                  <a:cubicBezTo>
                    <a:pt x="822648" y="525433"/>
                    <a:pt x="819585" y="522376"/>
                    <a:pt x="815807" y="522376"/>
                  </a:cubicBezTo>
                  <a:close/>
                  <a:moveTo>
                    <a:pt x="685683" y="497210"/>
                  </a:moveTo>
                  <a:cubicBezTo>
                    <a:pt x="681983" y="497210"/>
                    <a:pt x="678984" y="500196"/>
                    <a:pt x="678984" y="503893"/>
                  </a:cubicBezTo>
                  <a:lnTo>
                    <a:pt x="678984" y="503893"/>
                  </a:lnTo>
                  <a:cubicBezTo>
                    <a:pt x="678906" y="507590"/>
                    <a:pt x="681840" y="510632"/>
                    <a:pt x="685539" y="510718"/>
                  </a:cubicBezTo>
                  <a:cubicBezTo>
                    <a:pt x="685587" y="510718"/>
                    <a:pt x="685634" y="510718"/>
                    <a:pt x="685683" y="510718"/>
                  </a:cubicBezTo>
                  <a:lnTo>
                    <a:pt x="685683" y="510718"/>
                  </a:lnTo>
                  <a:cubicBezTo>
                    <a:pt x="689461" y="510718"/>
                    <a:pt x="692524" y="507661"/>
                    <a:pt x="692524" y="503893"/>
                  </a:cubicBezTo>
                  <a:lnTo>
                    <a:pt x="692524" y="503893"/>
                  </a:lnTo>
                  <a:cubicBezTo>
                    <a:pt x="692447" y="500182"/>
                    <a:pt x="689405" y="497210"/>
                    <a:pt x="685683" y="497210"/>
                  </a:cubicBezTo>
                  <a:close/>
                  <a:moveTo>
                    <a:pt x="615419" y="444603"/>
                  </a:moveTo>
                  <a:cubicBezTo>
                    <a:pt x="611720" y="444518"/>
                    <a:pt x="608657" y="447447"/>
                    <a:pt x="608578" y="451143"/>
                  </a:cubicBezTo>
                  <a:cubicBezTo>
                    <a:pt x="608576" y="451243"/>
                    <a:pt x="608576" y="451328"/>
                    <a:pt x="608578" y="451428"/>
                  </a:cubicBezTo>
                  <a:lnTo>
                    <a:pt x="608578" y="451428"/>
                  </a:lnTo>
                  <a:cubicBezTo>
                    <a:pt x="608576" y="455124"/>
                    <a:pt x="611575" y="458110"/>
                    <a:pt x="615275" y="458110"/>
                  </a:cubicBezTo>
                  <a:cubicBezTo>
                    <a:pt x="615323" y="458110"/>
                    <a:pt x="615370" y="458110"/>
                    <a:pt x="615419" y="458110"/>
                  </a:cubicBezTo>
                  <a:lnTo>
                    <a:pt x="615419" y="458110"/>
                  </a:lnTo>
                  <a:cubicBezTo>
                    <a:pt x="619119" y="458110"/>
                    <a:pt x="622117" y="455124"/>
                    <a:pt x="622117" y="451428"/>
                  </a:cubicBezTo>
                  <a:lnTo>
                    <a:pt x="622117" y="451428"/>
                  </a:lnTo>
                  <a:cubicBezTo>
                    <a:pt x="622196" y="447731"/>
                    <a:pt x="619261" y="444688"/>
                    <a:pt x="615563" y="444603"/>
                  </a:cubicBezTo>
                  <a:cubicBezTo>
                    <a:pt x="615514" y="444603"/>
                    <a:pt x="615467" y="444603"/>
                    <a:pt x="615419" y="444603"/>
                  </a:cubicBezTo>
                  <a:close/>
                  <a:moveTo>
                    <a:pt x="909017" y="903423"/>
                  </a:moveTo>
                  <a:cubicBezTo>
                    <a:pt x="905270" y="903494"/>
                    <a:pt x="902251" y="906509"/>
                    <a:pt x="902176" y="910248"/>
                  </a:cubicBezTo>
                  <a:lnTo>
                    <a:pt x="902176" y="910248"/>
                  </a:lnTo>
                  <a:cubicBezTo>
                    <a:pt x="902251" y="913987"/>
                    <a:pt x="905270" y="917002"/>
                    <a:pt x="909017" y="917073"/>
                  </a:cubicBezTo>
                  <a:lnTo>
                    <a:pt x="909017" y="917073"/>
                  </a:lnTo>
                  <a:cubicBezTo>
                    <a:pt x="912764" y="917002"/>
                    <a:pt x="915783" y="913987"/>
                    <a:pt x="915858" y="910248"/>
                  </a:cubicBezTo>
                  <a:lnTo>
                    <a:pt x="915858" y="910248"/>
                  </a:lnTo>
                  <a:cubicBezTo>
                    <a:pt x="915783" y="906509"/>
                    <a:pt x="912764" y="903494"/>
                    <a:pt x="909017" y="903423"/>
                  </a:cubicBezTo>
                  <a:close/>
                  <a:moveTo>
                    <a:pt x="870963" y="1004514"/>
                  </a:moveTo>
                  <a:cubicBezTo>
                    <a:pt x="867216" y="1004585"/>
                    <a:pt x="864198" y="1007600"/>
                    <a:pt x="864122" y="1011339"/>
                  </a:cubicBezTo>
                  <a:lnTo>
                    <a:pt x="864122" y="1011339"/>
                  </a:lnTo>
                  <a:cubicBezTo>
                    <a:pt x="864198" y="1015078"/>
                    <a:pt x="867216" y="1018093"/>
                    <a:pt x="870963" y="1018164"/>
                  </a:cubicBezTo>
                  <a:lnTo>
                    <a:pt x="870963" y="1018164"/>
                  </a:lnTo>
                  <a:cubicBezTo>
                    <a:pt x="874686" y="1018093"/>
                    <a:pt x="877663" y="1015050"/>
                    <a:pt x="877662" y="1011339"/>
                  </a:cubicBezTo>
                  <a:lnTo>
                    <a:pt x="877662" y="1011339"/>
                  </a:lnTo>
                  <a:cubicBezTo>
                    <a:pt x="877663" y="1007628"/>
                    <a:pt x="874686" y="1004585"/>
                    <a:pt x="870963" y="1004514"/>
                  </a:cubicBezTo>
                  <a:close/>
                  <a:moveTo>
                    <a:pt x="929113" y="1342053"/>
                  </a:moveTo>
                  <a:cubicBezTo>
                    <a:pt x="925366" y="1342125"/>
                    <a:pt x="922347" y="1345139"/>
                    <a:pt x="922272" y="1348878"/>
                  </a:cubicBezTo>
                  <a:lnTo>
                    <a:pt x="922272" y="1348878"/>
                  </a:lnTo>
                  <a:cubicBezTo>
                    <a:pt x="922347" y="1352618"/>
                    <a:pt x="925366" y="1355632"/>
                    <a:pt x="929113" y="1355703"/>
                  </a:cubicBezTo>
                  <a:lnTo>
                    <a:pt x="929113" y="1355703"/>
                  </a:lnTo>
                  <a:cubicBezTo>
                    <a:pt x="932835" y="1355632"/>
                    <a:pt x="935813" y="1352589"/>
                    <a:pt x="935811" y="1348878"/>
                  </a:cubicBezTo>
                  <a:lnTo>
                    <a:pt x="935811" y="1348878"/>
                  </a:lnTo>
                  <a:cubicBezTo>
                    <a:pt x="935813" y="1345167"/>
                    <a:pt x="932835" y="1342125"/>
                    <a:pt x="929113" y="1342053"/>
                  </a:cubicBezTo>
                  <a:close/>
                  <a:moveTo>
                    <a:pt x="922272" y="1274802"/>
                  </a:moveTo>
                  <a:cubicBezTo>
                    <a:pt x="918549" y="1274873"/>
                    <a:pt x="915572" y="1277916"/>
                    <a:pt x="915573" y="1281626"/>
                  </a:cubicBezTo>
                  <a:lnTo>
                    <a:pt x="915573" y="1281626"/>
                  </a:lnTo>
                  <a:cubicBezTo>
                    <a:pt x="915573" y="1285323"/>
                    <a:pt x="918572" y="1288309"/>
                    <a:pt x="922272" y="1288309"/>
                  </a:cubicBezTo>
                  <a:lnTo>
                    <a:pt x="922272" y="1288309"/>
                  </a:lnTo>
                  <a:cubicBezTo>
                    <a:pt x="925994" y="1288309"/>
                    <a:pt x="929036" y="1285337"/>
                    <a:pt x="929113" y="1281626"/>
                  </a:cubicBezTo>
                  <a:lnTo>
                    <a:pt x="929113" y="1281626"/>
                  </a:lnTo>
                  <a:cubicBezTo>
                    <a:pt x="929037" y="1277887"/>
                    <a:pt x="926019" y="1274873"/>
                    <a:pt x="922272" y="1274802"/>
                  </a:cubicBezTo>
                  <a:close/>
                  <a:moveTo>
                    <a:pt x="1050543" y="1326271"/>
                  </a:moveTo>
                  <a:cubicBezTo>
                    <a:pt x="1046844" y="1326186"/>
                    <a:pt x="1043781" y="1329115"/>
                    <a:pt x="1043702" y="1332812"/>
                  </a:cubicBezTo>
                  <a:cubicBezTo>
                    <a:pt x="1043700" y="1332911"/>
                    <a:pt x="1043700" y="1332997"/>
                    <a:pt x="1043702" y="1333096"/>
                  </a:cubicBezTo>
                  <a:lnTo>
                    <a:pt x="1043702" y="1333096"/>
                  </a:lnTo>
                  <a:cubicBezTo>
                    <a:pt x="1043700" y="1336793"/>
                    <a:pt x="1046699" y="1339779"/>
                    <a:pt x="1050399" y="1339779"/>
                  </a:cubicBezTo>
                  <a:cubicBezTo>
                    <a:pt x="1050447" y="1339779"/>
                    <a:pt x="1050494" y="1339779"/>
                    <a:pt x="1050543" y="1339779"/>
                  </a:cubicBezTo>
                  <a:lnTo>
                    <a:pt x="1050543" y="1339779"/>
                  </a:lnTo>
                  <a:cubicBezTo>
                    <a:pt x="1054243" y="1339779"/>
                    <a:pt x="1057241" y="1336793"/>
                    <a:pt x="1057241" y="1333096"/>
                  </a:cubicBezTo>
                  <a:lnTo>
                    <a:pt x="1057241" y="1333096"/>
                  </a:lnTo>
                  <a:cubicBezTo>
                    <a:pt x="1057320" y="1329399"/>
                    <a:pt x="1054385" y="1326357"/>
                    <a:pt x="1050687" y="1326271"/>
                  </a:cubicBezTo>
                  <a:cubicBezTo>
                    <a:pt x="1050638" y="1326271"/>
                    <a:pt x="1050591" y="1326271"/>
                    <a:pt x="1050543" y="1326271"/>
                  </a:cubicBezTo>
                  <a:close/>
                  <a:moveTo>
                    <a:pt x="986977" y="1301532"/>
                  </a:moveTo>
                  <a:cubicBezTo>
                    <a:pt x="983279" y="1301447"/>
                    <a:pt x="980216" y="1304375"/>
                    <a:pt x="980136" y="1308072"/>
                  </a:cubicBezTo>
                  <a:cubicBezTo>
                    <a:pt x="980135" y="1308172"/>
                    <a:pt x="980135" y="1308257"/>
                    <a:pt x="980136" y="1308356"/>
                  </a:cubicBezTo>
                  <a:lnTo>
                    <a:pt x="980136" y="1308356"/>
                  </a:lnTo>
                  <a:cubicBezTo>
                    <a:pt x="980135" y="1312053"/>
                    <a:pt x="983133" y="1315039"/>
                    <a:pt x="986833" y="1315039"/>
                  </a:cubicBezTo>
                  <a:cubicBezTo>
                    <a:pt x="986882" y="1315039"/>
                    <a:pt x="986929" y="1315039"/>
                    <a:pt x="986977" y="1315039"/>
                  </a:cubicBezTo>
                  <a:lnTo>
                    <a:pt x="986977" y="1315039"/>
                  </a:lnTo>
                  <a:cubicBezTo>
                    <a:pt x="990677" y="1315039"/>
                    <a:pt x="993676" y="1312053"/>
                    <a:pt x="993676" y="1308356"/>
                  </a:cubicBezTo>
                  <a:lnTo>
                    <a:pt x="993676" y="1308356"/>
                  </a:lnTo>
                  <a:cubicBezTo>
                    <a:pt x="993754" y="1304660"/>
                    <a:pt x="990820" y="1301617"/>
                    <a:pt x="987121" y="1301532"/>
                  </a:cubicBezTo>
                  <a:cubicBezTo>
                    <a:pt x="987073" y="1301532"/>
                    <a:pt x="987026" y="1301532"/>
                    <a:pt x="986977" y="1301532"/>
                  </a:cubicBezTo>
                  <a:close/>
                  <a:moveTo>
                    <a:pt x="945788" y="1177265"/>
                  </a:moveTo>
                  <a:cubicBezTo>
                    <a:pt x="942065" y="1177336"/>
                    <a:pt x="939088" y="1180379"/>
                    <a:pt x="939089" y="1184090"/>
                  </a:cubicBezTo>
                  <a:lnTo>
                    <a:pt x="939089" y="1184090"/>
                  </a:lnTo>
                  <a:cubicBezTo>
                    <a:pt x="939088" y="1187801"/>
                    <a:pt x="942065" y="1190843"/>
                    <a:pt x="945788" y="1190915"/>
                  </a:cubicBezTo>
                  <a:lnTo>
                    <a:pt x="945788" y="1190915"/>
                  </a:lnTo>
                  <a:cubicBezTo>
                    <a:pt x="949535" y="1190843"/>
                    <a:pt x="952554" y="1187829"/>
                    <a:pt x="952629" y="1184090"/>
                  </a:cubicBezTo>
                  <a:lnTo>
                    <a:pt x="952629" y="1184090"/>
                  </a:lnTo>
                  <a:cubicBezTo>
                    <a:pt x="952554" y="1180350"/>
                    <a:pt x="949535" y="1177336"/>
                    <a:pt x="945788" y="1177265"/>
                  </a:cubicBezTo>
                  <a:close/>
                  <a:moveTo>
                    <a:pt x="911867" y="1177265"/>
                  </a:moveTo>
                  <a:cubicBezTo>
                    <a:pt x="908145" y="1177336"/>
                    <a:pt x="905167" y="1180379"/>
                    <a:pt x="905169" y="1184090"/>
                  </a:cubicBezTo>
                  <a:lnTo>
                    <a:pt x="905169" y="1184090"/>
                  </a:lnTo>
                  <a:cubicBezTo>
                    <a:pt x="905169" y="1187787"/>
                    <a:pt x="908167" y="1190772"/>
                    <a:pt x="911867" y="1190772"/>
                  </a:cubicBezTo>
                  <a:lnTo>
                    <a:pt x="911867" y="1190772"/>
                  </a:lnTo>
                  <a:cubicBezTo>
                    <a:pt x="915566" y="1190858"/>
                    <a:pt x="918629" y="1187929"/>
                    <a:pt x="918707" y="1184232"/>
                  </a:cubicBezTo>
                  <a:cubicBezTo>
                    <a:pt x="918709" y="1184189"/>
                    <a:pt x="918709" y="1184132"/>
                    <a:pt x="918709" y="1184090"/>
                  </a:cubicBezTo>
                  <a:lnTo>
                    <a:pt x="918709" y="1184090"/>
                  </a:lnTo>
                  <a:cubicBezTo>
                    <a:pt x="918709" y="1180322"/>
                    <a:pt x="915646" y="1177265"/>
                    <a:pt x="911867" y="1177265"/>
                  </a:cubicBezTo>
                  <a:close/>
                  <a:moveTo>
                    <a:pt x="565250" y="1586890"/>
                  </a:moveTo>
                  <a:cubicBezTo>
                    <a:pt x="561551" y="1586890"/>
                    <a:pt x="558552" y="1589876"/>
                    <a:pt x="558550" y="1593573"/>
                  </a:cubicBezTo>
                  <a:cubicBezTo>
                    <a:pt x="558550" y="1593616"/>
                    <a:pt x="558550" y="1593672"/>
                    <a:pt x="558552" y="1593715"/>
                  </a:cubicBezTo>
                  <a:lnTo>
                    <a:pt x="558552" y="1593715"/>
                  </a:lnTo>
                  <a:cubicBezTo>
                    <a:pt x="558552" y="1597412"/>
                    <a:pt x="561551" y="1600398"/>
                    <a:pt x="565250" y="1600398"/>
                  </a:cubicBezTo>
                  <a:lnTo>
                    <a:pt x="565250" y="1600398"/>
                  </a:lnTo>
                  <a:cubicBezTo>
                    <a:pt x="568973" y="1600398"/>
                    <a:pt x="572015" y="1597426"/>
                    <a:pt x="572092" y="1593715"/>
                  </a:cubicBezTo>
                  <a:lnTo>
                    <a:pt x="572092" y="1593715"/>
                  </a:lnTo>
                  <a:cubicBezTo>
                    <a:pt x="572092" y="1589947"/>
                    <a:pt x="569029" y="1586890"/>
                    <a:pt x="565250" y="1586890"/>
                  </a:cubicBezTo>
                  <a:close/>
                  <a:moveTo>
                    <a:pt x="773477" y="1091103"/>
                  </a:moveTo>
                  <a:cubicBezTo>
                    <a:pt x="769699" y="1091103"/>
                    <a:pt x="766636" y="1094160"/>
                    <a:pt x="766636" y="1097928"/>
                  </a:cubicBezTo>
                  <a:lnTo>
                    <a:pt x="766636" y="1097928"/>
                  </a:lnTo>
                  <a:cubicBezTo>
                    <a:pt x="766635" y="1101624"/>
                    <a:pt x="769633" y="1104610"/>
                    <a:pt x="773333" y="1104610"/>
                  </a:cubicBezTo>
                  <a:cubicBezTo>
                    <a:pt x="773382" y="1104610"/>
                    <a:pt x="773429" y="1104610"/>
                    <a:pt x="773477" y="1104610"/>
                  </a:cubicBezTo>
                  <a:lnTo>
                    <a:pt x="773477" y="1104610"/>
                  </a:lnTo>
                  <a:cubicBezTo>
                    <a:pt x="777177" y="1104610"/>
                    <a:pt x="780176" y="1101624"/>
                    <a:pt x="780176" y="1097928"/>
                  </a:cubicBezTo>
                  <a:lnTo>
                    <a:pt x="780176" y="1097928"/>
                  </a:lnTo>
                  <a:cubicBezTo>
                    <a:pt x="780177" y="1094217"/>
                    <a:pt x="777200" y="1091174"/>
                    <a:pt x="773477" y="1091103"/>
                  </a:cubicBezTo>
                  <a:close/>
                  <a:moveTo>
                    <a:pt x="792148" y="1217360"/>
                  </a:moveTo>
                  <a:cubicBezTo>
                    <a:pt x="784276" y="1217360"/>
                    <a:pt x="777895" y="1223730"/>
                    <a:pt x="777895" y="1231578"/>
                  </a:cubicBezTo>
                  <a:lnTo>
                    <a:pt x="777895" y="1231578"/>
                  </a:lnTo>
                  <a:cubicBezTo>
                    <a:pt x="777895" y="1239427"/>
                    <a:pt x="784276" y="1245797"/>
                    <a:pt x="792148" y="1245797"/>
                  </a:cubicBezTo>
                  <a:lnTo>
                    <a:pt x="792148" y="1245797"/>
                  </a:lnTo>
                  <a:cubicBezTo>
                    <a:pt x="800019" y="1245797"/>
                    <a:pt x="806400" y="1239427"/>
                    <a:pt x="806400" y="1231578"/>
                  </a:cubicBezTo>
                  <a:lnTo>
                    <a:pt x="806400" y="1231578"/>
                  </a:lnTo>
                  <a:cubicBezTo>
                    <a:pt x="806400" y="1223730"/>
                    <a:pt x="800019" y="1217360"/>
                    <a:pt x="792148" y="1217360"/>
                  </a:cubicBezTo>
                  <a:close/>
                  <a:moveTo>
                    <a:pt x="492849" y="1494757"/>
                  </a:moveTo>
                  <a:cubicBezTo>
                    <a:pt x="484977" y="1494757"/>
                    <a:pt x="478596" y="1501126"/>
                    <a:pt x="478596" y="1508975"/>
                  </a:cubicBezTo>
                  <a:lnTo>
                    <a:pt x="478596" y="1508975"/>
                  </a:lnTo>
                  <a:cubicBezTo>
                    <a:pt x="478977" y="1516553"/>
                    <a:pt x="485248" y="1522496"/>
                    <a:pt x="492849" y="1522482"/>
                  </a:cubicBezTo>
                  <a:lnTo>
                    <a:pt x="492849" y="1522482"/>
                  </a:lnTo>
                  <a:cubicBezTo>
                    <a:pt x="500173" y="1522127"/>
                    <a:pt x="506031" y="1516283"/>
                    <a:pt x="506388" y="1508975"/>
                  </a:cubicBezTo>
                  <a:lnTo>
                    <a:pt x="506388" y="1508975"/>
                  </a:lnTo>
                  <a:cubicBezTo>
                    <a:pt x="506398" y="1501396"/>
                    <a:pt x="500441" y="1495141"/>
                    <a:pt x="492849" y="1494757"/>
                  </a:cubicBezTo>
                  <a:close/>
                  <a:moveTo>
                    <a:pt x="888636" y="2184480"/>
                  </a:moveTo>
                  <a:cubicBezTo>
                    <a:pt x="881312" y="2184835"/>
                    <a:pt x="875454" y="2190679"/>
                    <a:pt x="875096" y="2197987"/>
                  </a:cubicBezTo>
                  <a:lnTo>
                    <a:pt x="875096" y="2197987"/>
                  </a:lnTo>
                  <a:cubicBezTo>
                    <a:pt x="875086" y="2205565"/>
                    <a:pt x="881044" y="2211821"/>
                    <a:pt x="888636" y="2212205"/>
                  </a:cubicBezTo>
                  <a:lnTo>
                    <a:pt x="888636" y="2212205"/>
                  </a:lnTo>
                  <a:cubicBezTo>
                    <a:pt x="896019" y="2212689"/>
                    <a:pt x="902400" y="2207115"/>
                    <a:pt x="902888" y="2199750"/>
                  </a:cubicBezTo>
                  <a:cubicBezTo>
                    <a:pt x="902927" y="2199167"/>
                    <a:pt x="902927" y="2198570"/>
                    <a:pt x="902888" y="2197987"/>
                  </a:cubicBezTo>
                  <a:lnTo>
                    <a:pt x="902888" y="2197987"/>
                  </a:lnTo>
                  <a:cubicBezTo>
                    <a:pt x="902508" y="2190409"/>
                    <a:pt x="896237" y="2184465"/>
                    <a:pt x="888636" y="2184480"/>
                  </a:cubicBezTo>
                  <a:close/>
                  <a:moveTo>
                    <a:pt x="699935" y="2400880"/>
                  </a:moveTo>
                  <a:cubicBezTo>
                    <a:pt x="692334" y="2400866"/>
                    <a:pt x="686063" y="2406809"/>
                    <a:pt x="685683" y="2414387"/>
                  </a:cubicBezTo>
                  <a:lnTo>
                    <a:pt x="685683" y="2414387"/>
                  </a:lnTo>
                  <a:cubicBezTo>
                    <a:pt x="686063" y="2421966"/>
                    <a:pt x="692334" y="2427909"/>
                    <a:pt x="699935" y="2427894"/>
                  </a:cubicBezTo>
                  <a:lnTo>
                    <a:pt x="699935" y="2427894"/>
                  </a:lnTo>
                  <a:cubicBezTo>
                    <a:pt x="707536" y="2427909"/>
                    <a:pt x="713807" y="2421966"/>
                    <a:pt x="714187" y="2414387"/>
                  </a:cubicBezTo>
                  <a:lnTo>
                    <a:pt x="714187" y="2414387"/>
                  </a:lnTo>
                  <a:cubicBezTo>
                    <a:pt x="714282" y="2407008"/>
                    <a:pt x="708360" y="2400951"/>
                    <a:pt x="700961" y="2400852"/>
                  </a:cubicBezTo>
                  <a:cubicBezTo>
                    <a:pt x="700619" y="2400852"/>
                    <a:pt x="700277" y="2400852"/>
                    <a:pt x="699935" y="2400880"/>
                  </a:cubicBezTo>
                  <a:close/>
                  <a:moveTo>
                    <a:pt x="530332" y="2226281"/>
                  </a:moveTo>
                  <a:cubicBezTo>
                    <a:pt x="522731" y="2226267"/>
                    <a:pt x="516460" y="2232210"/>
                    <a:pt x="516080" y="2239788"/>
                  </a:cubicBezTo>
                  <a:lnTo>
                    <a:pt x="516080" y="2239788"/>
                  </a:lnTo>
                  <a:cubicBezTo>
                    <a:pt x="516080" y="2247637"/>
                    <a:pt x="522461" y="2254006"/>
                    <a:pt x="530332" y="2254006"/>
                  </a:cubicBezTo>
                  <a:lnTo>
                    <a:pt x="530332" y="2254006"/>
                  </a:lnTo>
                  <a:cubicBezTo>
                    <a:pt x="538204" y="2254006"/>
                    <a:pt x="544585" y="2247637"/>
                    <a:pt x="544585" y="2239788"/>
                  </a:cubicBezTo>
                  <a:lnTo>
                    <a:pt x="544585" y="2239788"/>
                  </a:lnTo>
                  <a:cubicBezTo>
                    <a:pt x="544204" y="2232210"/>
                    <a:pt x="537933" y="2226267"/>
                    <a:pt x="530332" y="2226281"/>
                  </a:cubicBezTo>
                  <a:close/>
                  <a:moveTo>
                    <a:pt x="766351" y="1664095"/>
                  </a:moveTo>
                  <a:cubicBezTo>
                    <a:pt x="758750" y="1664081"/>
                    <a:pt x="752479" y="1670024"/>
                    <a:pt x="752099" y="1677602"/>
                  </a:cubicBezTo>
                  <a:lnTo>
                    <a:pt x="752099" y="1677602"/>
                  </a:lnTo>
                  <a:cubicBezTo>
                    <a:pt x="752099" y="1685451"/>
                    <a:pt x="758479" y="1691820"/>
                    <a:pt x="766351" y="1691820"/>
                  </a:cubicBezTo>
                  <a:lnTo>
                    <a:pt x="766351" y="1691820"/>
                  </a:lnTo>
                  <a:cubicBezTo>
                    <a:pt x="774223" y="1691820"/>
                    <a:pt x="780603" y="1685451"/>
                    <a:pt x="780603" y="1677602"/>
                  </a:cubicBezTo>
                  <a:lnTo>
                    <a:pt x="780603" y="1677602"/>
                  </a:lnTo>
                  <a:cubicBezTo>
                    <a:pt x="780223" y="1670024"/>
                    <a:pt x="773952" y="1664081"/>
                    <a:pt x="766351" y="1664095"/>
                  </a:cubicBezTo>
                  <a:close/>
                  <a:moveTo>
                    <a:pt x="780603" y="1826466"/>
                  </a:moveTo>
                  <a:cubicBezTo>
                    <a:pt x="773011" y="1826850"/>
                    <a:pt x="767054" y="1833106"/>
                    <a:pt x="767064" y="1840684"/>
                  </a:cubicBezTo>
                  <a:lnTo>
                    <a:pt x="767064" y="1840684"/>
                  </a:lnTo>
                  <a:cubicBezTo>
                    <a:pt x="767421" y="1847993"/>
                    <a:pt x="773279" y="1853836"/>
                    <a:pt x="780603" y="1854192"/>
                  </a:cubicBezTo>
                  <a:lnTo>
                    <a:pt x="780603" y="1854192"/>
                  </a:lnTo>
                  <a:cubicBezTo>
                    <a:pt x="788204" y="1854206"/>
                    <a:pt x="794475" y="1848263"/>
                    <a:pt x="794856" y="1840684"/>
                  </a:cubicBezTo>
                  <a:lnTo>
                    <a:pt x="794856" y="1840684"/>
                  </a:lnTo>
                  <a:cubicBezTo>
                    <a:pt x="794856" y="1832836"/>
                    <a:pt x="788475" y="1826466"/>
                    <a:pt x="780603" y="1826466"/>
                  </a:cubicBezTo>
                  <a:close/>
                  <a:moveTo>
                    <a:pt x="465484" y="1650588"/>
                  </a:moveTo>
                  <a:cubicBezTo>
                    <a:pt x="457892" y="1650972"/>
                    <a:pt x="451934" y="1657228"/>
                    <a:pt x="451944" y="1664806"/>
                  </a:cubicBezTo>
                  <a:lnTo>
                    <a:pt x="451944" y="1664806"/>
                  </a:lnTo>
                  <a:cubicBezTo>
                    <a:pt x="452302" y="1672114"/>
                    <a:pt x="458160" y="1677958"/>
                    <a:pt x="465484" y="1678313"/>
                  </a:cubicBezTo>
                  <a:lnTo>
                    <a:pt x="465484" y="1678313"/>
                  </a:lnTo>
                  <a:cubicBezTo>
                    <a:pt x="472868" y="1678782"/>
                    <a:pt x="479238" y="1673195"/>
                    <a:pt x="479711" y="1665829"/>
                  </a:cubicBezTo>
                  <a:cubicBezTo>
                    <a:pt x="479732" y="1665488"/>
                    <a:pt x="479741" y="1665147"/>
                    <a:pt x="479736" y="1664806"/>
                  </a:cubicBezTo>
                  <a:lnTo>
                    <a:pt x="479736" y="1664806"/>
                  </a:lnTo>
                  <a:cubicBezTo>
                    <a:pt x="479736" y="1656957"/>
                    <a:pt x="473356" y="1650588"/>
                    <a:pt x="465484" y="1650588"/>
                  </a:cubicBezTo>
                  <a:close/>
                  <a:moveTo>
                    <a:pt x="780176" y="1435182"/>
                  </a:moveTo>
                  <a:cubicBezTo>
                    <a:pt x="772584" y="1435566"/>
                    <a:pt x="766626" y="1441822"/>
                    <a:pt x="766636" y="1449401"/>
                  </a:cubicBezTo>
                  <a:lnTo>
                    <a:pt x="766636" y="1449401"/>
                  </a:lnTo>
                  <a:cubicBezTo>
                    <a:pt x="766994" y="1456709"/>
                    <a:pt x="772851" y="1462552"/>
                    <a:pt x="780176" y="1462908"/>
                  </a:cubicBezTo>
                  <a:lnTo>
                    <a:pt x="780176" y="1462908"/>
                  </a:lnTo>
                  <a:cubicBezTo>
                    <a:pt x="787777" y="1462922"/>
                    <a:pt x="794048" y="1456979"/>
                    <a:pt x="794428" y="1449401"/>
                  </a:cubicBezTo>
                  <a:lnTo>
                    <a:pt x="794428" y="1449401"/>
                  </a:lnTo>
                  <a:cubicBezTo>
                    <a:pt x="794917" y="1442036"/>
                    <a:pt x="789327" y="1435666"/>
                    <a:pt x="781944" y="1435182"/>
                  </a:cubicBezTo>
                  <a:cubicBezTo>
                    <a:pt x="781356" y="1435140"/>
                    <a:pt x="780764" y="1435140"/>
                    <a:pt x="780176" y="1435182"/>
                  </a:cubicBezTo>
                  <a:close/>
                  <a:moveTo>
                    <a:pt x="942225" y="1522198"/>
                  </a:moveTo>
                  <a:cubicBezTo>
                    <a:pt x="934353" y="1522198"/>
                    <a:pt x="927973" y="1528567"/>
                    <a:pt x="927973" y="1536416"/>
                  </a:cubicBezTo>
                  <a:lnTo>
                    <a:pt x="927973" y="1536416"/>
                  </a:lnTo>
                  <a:cubicBezTo>
                    <a:pt x="927879" y="1543795"/>
                    <a:pt x="933800" y="1549852"/>
                    <a:pt x="941199" y="1549952"/>
                  </a:cubicBezTo>
                  <a:cubicBezTo>
                    <a:pt x="941541" y="1549952"/>
                    <a:pt x="941883" y="1549952"/>
                    <a:pt x="942225" y="1549923"/>
                  </a:cubicBezTo>
                  <a:lnTo>
                    <a:pt x="942225" y="1549923"/>
                  </a:lnTo>
                  <a:cubicBezTo>
                    <a:pt x="949623" y="1550008"/>
                    <a:pt x="955686" y="1544079"/>
                    <a:pt x="955765" y="1536700"/>
                  </a:cubicBezTo>
                  <a:cubicBezTo>
                    <a:pt x="955766" y="1536601"/>
                    <a:pt x="955766" y="1536515"/>
                    <a:pt x="955765" y="1536416"/>
                  </a:cubicBezTo>
                  <a:lnTo>
                    <a:pt x="955765" y="1536416"/>
                  </a:lnTo>
                  <a:cubicBezTo>
                    <a:pt x="955775" y="1528838"/>
                    <a:pt x="949817" y="1522582"/>
                    <a:pt x="942225" y="1522198"/>
                  </a:cubicBezTo>
                  <a:close/>
                  <a:moveTo>
                    <a:pt x="885216" y="1629971"/>
                  </a:moveTo>
                  <a:cubicBezTo>
                    <a:pt x="877891" y="1630327"/>
                    <a:pt x="872034" y="1636170"/>
                    <a:pt x="871676" y="1643479"/>
                  </a:cubicBezTo>
                  <a:lnTo>
                    <a:pt x="871676" y="1643479"/>
                  </a:lnTo>
                  <a:cubicBezTo>
                    <a:pt x="871666" y="1651057"/>
                    <a:pt x="877623" y="1657313"/>
                    <a:pt x="885216" y="1657697"/>
                  </a:cubicBezTo>
                  <a:lnTo>
                    <a:pt x="885216" y="1657697"/>
                  </a:lnTo>
                  <a:cubicBezTo>
                    <a:pt x="893087" y="1657697"/>
                    <a:pt x="899468" y="1651327"/>
                    <a:pt x="899468" y="1643479"/>
                  </a:cubicBezTo>
                  <a:lnTo>
                    <a:pt x="899468" y="1643479"/>
                  </a:lnTo>
                  <a:cubicBezTo>
                    <a:pt x="899087" y="1635900"/>
                    <a:pt x="892816" y="1629957"/>
                    <a:pt x="885216" y="1629971"/>
                  </a:cubicBezTo>
                  <a:close/>
                  <a:moveTo>
                    <a:pt x="1293403" y="1522198"/>
                  </a:moveTo>
                  <a:cubicBezTo>
                    <a:pt x="1285806" y="1522582"/>
                    <a:pt x="1279849" y="1528838"/>
                    <a:pt x="1279863" y="1536416"/>
                  </a:cubicBezTo>
                  <a:lnTo>
                    <a:pt x="1279863" y="1536416"/>
                  </a:lnTo>
                  <a:cubicBezTo>
                    <a:pt x="1279777" y="1543795"/>
                    <a:pt x="1285721" y="1549838"/>
                    <a:pt x="1293118" y="1549923"/>
                  </a:cubicBezTo>
                  <a:cubicBezTo>
                    <a:pt x="1293217" y="1549923"/>
                    <a:pt x="1293303" y="1549923"/>
                    <a:pt x="1293403" y="1549923"/>
                  </a:cubicBezTo>
                  <a:lnTo>
                    <a:pt x="1293403" y="1549923"/>
                  </a:lnTo>
                  <a:cubicBezTo>
                    <a:pt x="1300999" y="1549937"/>
                    <a:pt x="1307270" y="1543994"/>
                    <a:pt x="1307655" y="1536416"/>
                  </a:cubicBezTo>
                  <a:lnTo>
                    <a:pt x="1307655" y="1536416"/>
                  </a:lnTo>
                  <a:cubicBezTo>
                    <a:pt x="1307655" y="1528567"/>
                    <a:pt x="1301270" y="1522198"/>
                    <a:pt x="1293403" y="1522198"/>
                  </a:cubicBezTo>
                  <a:close/>
                  <a:moveTo>
                    <a:pt x="1430938" y="1321864"/>
                  </a:moveTo>
                  <a:cubicBezTo>
                    <a:pt x="1423070" y="1321864"/>
                    <a:pt x="1416685" y="1328233"/>
                    <a:pt x="1416685" y="1336082"/>
                  </a:cubicBezTo>
                  <a:lnTo>
                    <a:pt x="1416685" y="1336082"/>
                  </a:lnTo>
                  <a:cubicBezTo>
                    <a:pt x="1417070" y="1343660"/>
                    <a:pt x="1423341" y="1349603"/>
                    <a:pt x="1430938" y="1349589"/>
                  </a:cubicBezTo>
                  <a:lnTo>
                    <a:pt x="1430938" y="1349589"/>
                  </a:lnTo>
                  <a:cubicBezTo>
                    <a:pt x="1438534" y="1349603"/>
                    <a:pt x="1444805" y="1343660"/>
                    <a:pt x="1445190" y="1336082"/>
                  </a:cubicBezTo>
                  <a:lnTo>
                    <a:pt x="1445190" y="1336082"/>
                  </a:lnTo>
                  <a:cubicBezTo>
                    <a:pt x="1445675" y="1328717"/>
                    <a:pt x="1440088" y="1322347"/>
                    <a:pt x="1432705" y="1321864"/>
                  </a:cubicBezTo>
                  <a:cubicBezTo>
                    <a:pt x="1432121" y="1321821"/>
                    <a:pt x="1431522" y="1321821"/>
                    <a:pt x="1430938" y="1321864"/>
                  </a:cubicBezTo>
                  <a:close/>
                  <a:moveTo>
                    <a:pt x="1381625" y="1274802"/>
                  </a:moveTo>
                  <a:cubicBezTo>
                    <a:pt x="1373757" y="1274802"/>
                    <a:pt x="1367372" y="1281171"/>
                    <a:pt x="1367372" y="1289020"/>
                  </a:cubicBezTo>
                  <a:lnTo>
                    <a:pt x="1367372" y="1289020"/>
                  </a:lnTo>
                  <a:cubicBezTo>
                    <a:pt x="1367372" y="1296868"/>
                    <a:pt x="1373757" y="1303238"/>
                    <a:pt x="1381625" y="1303238"/>
                  </a:cubicBezTo>
                  <a:lnTo>
                    <a:pt x="1381625" y="1303238"/>
                  </a:lnTo>
                  <a:cubicBezTo>
                    <a:pt x="1389221" y="1302854"/>
                    <a:pt x="1395179" y="1296598"/>
                    <a:pt x="1395164" y="1289020"/>
                  </a:cubicBezTo>
                  <a:lnTo>
                    <a:pt x="1395164" y="1289020"/>
                  </a:lnTo>
                  <a:cubicBezTo>
                    <a:pt x="1395179" y="1281441"/>
                    <a:pt x="1389221" y="1275186"/>
                    <a:pt x="1381625" y="1274802"/>
                  </a:cubicBezTo>
                  <a:close/>
                  <a:moveTo>
                    <a:pt x="1108977" y="1213521"/>
                  </a:moveTo>
                  <a:cubicBezTo>
                    <a:pt x="1101593" y="1213052"/>
                    <a:pt x="1095224" y="1218640"/>
                    <a:pt x="1094751" y="1226005"/>
                  </a:cubicBezTo>
                  <a:cubicBezTo>
                    <a:pt x="1094729" y="1226346"/>
                    <a:pt x="1094721" y="1226687"/>
                    <a:pt x="1094725" y="1227029"/>
                  </a:cubicBezTo>
                  <a:lnTo>
                    <a:pt x="1094725" y="1227029"/>
                  </a:lnTo>
                  <a:cubicBezTo>
                    <a:pt x="1095106" y="1234607"/>
                    <a:pt x="1101377" y="1240550"/>
                    <a:pt x="1108977" y="1240536"/>
                  </a:cubicBezTo>
                  <a:lnTo>
                    <a:pt x="1108977" y="1240536"/>
                  </a:lnTo>
                  <a:cubicBezTo>
                    <a:pt x="1116578" y="1240550"/>
                    <a:pt x="1122849" y="1234607"/>
                    <a:pt x="1123230" y="1227029"/>
                  </a:cubicBezTo>
                  <a:lnTo>
                    <a:pt x="1123230" y="1227029"/>
                  </a:lnTo>
                  <a:cubicBezTo>
                    <a:pt x="1123324" y="1219649"/>
                    <a:pt x="1117402" y="1213593"/>
                    <a:pt x="1110004" y="1213493"/>
                  </a:cubicBezTo>
                  <a:cubicBezTo>
                    <a:pt x="1109661" y="1213493"/>
                    <a:pt x="1109319" y="1213493"/>
                    <a:pt x="1108977" y="1213521"/>
                  </a:cubicBezTo>
                  <a:close/>
                  <a:moveTo>
                    <a:pt x="1526571" y="2114811"/>
                  </a:moveTo>
                  <a:cubicBezTo>
                    <a:pt x="1518974" y="2115194"/>
                    <a:pt x="1513017" y="2121451"/>
                    <a:pt x="1513031" y="2129029"/>
                  </a:cubicBezTo>
                  <a:lnTo>
                    <a:pt x="1513031" y="2129029"/>
                  </a:lnTo>
                  <a:cubicBezTo>
                    <a:pt x="1513387" y="2136337"/>
                    <a:pt x="1519245" y="2142181"/>
                    <a:pt x="1526571" y="2142536"/>
                  </a:cubicBezTo>
                  <a:lnTo>
                    <a:pt x="1526571" y="2142536"/>
                  </a:lnTo>
                  <a:cubicBezTo>
                    <a:pt x="1534167" y="2142550"/>
                    <a:pt x="1540438" y="2136607"/>
                    <a:pt x="1540823" y="2129029"/>
                  </a:cubicBezTo>
                  <a:lnTo>
                    <a:pt x="1540823" y="2129029"/>
                  </a:lnTo>
                  <a:cubicBezTo>
                    <a:pt x="1540823" y="2121180"/>
                    <a:pt x="1534438" y="2114811"/>
                    <a:pt x="1526571" y="2114811"/>
                  </a:cubicBezTo>
                  <a:close/>
                  <a:moveTo>
                    <a:pt x="836187" y="2456047"/>
                  </a:moveTo>
                  <a:cubicBezTo>
                    <a:pt x="828587" y="2456032"/>
                    <a:pt x="822316" y="2461975"/>
                    <a:pt x="821935" y="2469554"/>
                  </a:cubicBezTo>
                  <a:lnTo>
                    <a:pt x="821935" y="2469554"/>
                  </a:lnTo>
                  <a:cubicBezTo>
                    <a:pt x="822316" y="2477132"/>
                    <a:pt x="828587" y="2483075"/>
                    <a:pt x="836187" y="2483061"/>
                  </a:cubicBezTo>
                  <a:lnTo>
                    <a:pt x="836187" y="2483061"/>
                  </a:lnTo>
                  <a:cubicBezTo>
                    <a:pt x="843572" y="2483530"/>
                    <a:pt x="849941" y="2477943"/>
                    <a:pt x="850414" y="2470578"/>
                  </a:cubicBezTo>
                  <a:cubicBezTo>
                    <a:pt x="850436" y="2470236"/>
                    <a:pt x="850444" y="2469895"/>
                    <a:pt x="850440" y="2469554"/>
                  </a:cubicBezTo>
                  <a:lnTo>
                    <a:pt x="850440" y="2469554"/>
                  </a:lnTo>
                  <a:cubicBezTo>
                    <a:pt x="850534" y="2462175"/>
                    <a:pt x="844612" y="2456118"/>
                    <a:pt x="837214" y="2456018"/>
                  </a:cubicBezTo>
                  <a:cubicBezTo>
                    <a:pt x="836872" y="2456018"/>
                    <a:pt x="836530" y="2456018"/>
                    <a:pt x="836187" y="2456047"/>
                  </a:cubicBezTo>
                  <a:close/>
                  <a:moveTo>
                    <a:pt x="1221001" y="2380975"/>
                  </a:moveTo>
                  <a:cubicBezTo>
                    <a:pt x="1213404" y="2380960"/>
                    <a:pt x="1207133" y="2386904"/>
                    <a:pt x="1206748" y="2394482"/>
                  </a:cubicBezTo>
                  <a:lnTo>
                    <a:pt x="1206748" y="2394482"/>
                  </a:lnTo>
                  <a:cubicBezTo>
                    <a:pt x="1207133" y="2402060"/>
                    <a:pt x="1213404" y="2408003"/>
                    <a:pt x="1221001" y="2407989"/>
                  </a:cubicBezTo>
                  <a:lnTo>
                    <a:pt x="1221001" y="2407989"/>
                  </a:lnTo>
                  <a:cubicBezTo>
                    <a:pt x="1228597" y="2408003"/>
                    <a:pt x="1234868" y="2402060"/>
                    <a:pt x="1235253" y="2394482"/>
                  </a:cubicBezTo>
                  <a:lnTo>
                    <a:pt x="1235253" y="2394482"/>
                  </a:lnTo>
                  <a:cubicBezTo>
                    <a:pt x="1234868" y="2386904"/>
                    <a:pt x="1228597" y="2380960"/>
                    <a:pt x="1221001" y="2380975"/>
                  </a:cubicBezTo>
                  <a:close/>
                  <a:moveTo>
                    <a:pt x="659173" y="2057938"/>
                  </a:moveTo>
                  <a:cubicBezTo>
                    <a:pt x="651791" y="2057455"/>
                    <a:pt x="645410" y="2063028"/>
                    <a:pt x="644921" y="2070393"/>
                  </a:cubicBezTo>
                  <a:cubicBezTo>
                    <a:pt x="644883" y="2070976"/>
                    <a:pt x="644883" y="2071573"/>
                    <a:pt x="644921" y="2072156"/>
                  </a:cubicBezTo>
                  <a:lnTo>
                    <a:pt x="644921" y="2072156"/>
                  </a:lnTo>
                  <a:cubicBezTo>
                    <a:pt x="644827" y="2079535"/>
                    <a:pt x="650749" y="2085592"/>
                    <a:pt x="658147" y="2085692"/>
                  </a:cubicBezTo>
                  <a:cubicBezTo>
                    <a:pt x="658489" y="2085692"/>
                    <a:pt x="658831" y="2085692"/>
                    <a:pt x="659173" y="2085663"/>
                  </a:cubicBezTo>
                  <a:lnTo>
                    <a:pt x="659173" y="2085663"/>
                  </a:lnTo>
                  <a:cubicBezTo>
                    <a:pt x="666558" y="2086133"/>
                    <a:pt x="672927" y="2080545"/>
                    <a:pt x="673400" y="2073180"/>
                  </a:cubicBezTo>
                  <a:cubicBezTo>
                    <a:pt x="673422" y="2072839"/>
                    <a:pt x="673430" y="2072497"/>
                    <a:pt x="673426" y="2072156"/>
                  </a:cubicBezTo>
                  <a:lnTo>
                    <a:pt x="673426" y="2072156"/>
                  </a:lnTo>
                  <a:cubicBezTo>
                    <a:pt x="673915" y="2064791"/>
                    <a:pt x="668325" y="2058421"/>
                    <a:pt x="660942" y="2057938"/>
                  </a:cubicBezTo>
                  <a:cubicBezTo>
                    <a:pt x="660354" y="2057895"/>
                    <a:pt x="659762" y="2057895"/>
                    <a:pt x="659173" y="2057938"/>
                  </a:cubicBezTo>
                  <a:close/>
                  <a:moveTo>
                    <a:pt x="1631896" y="1335229"/>
                  </a:moveTo>
                  <a:cubicBezTo>
                    <a:pt x="1624299" y="1335215"/>
                    <a:pt x="1618028" y="1341158"/>
                    <a:pt x="1617643" y="1348736"/>
                  </a:cubicBezTo>
                  <a:lnTo>
                    <a:pt x="1617643" y="1348736"/>
                  </a:lnTo>
                  <a:cubicBezTo>
                    <a:pt x="1617643" y="1356584"/>
                    <a:pt x="1624028" y="1362954"/>
                    <a:pt x="1631896" y="1362954"/>
                  </a:cubicBezTo>
                  <a:lnTo>
                    <a:pt x="1631896" y="1362954"/>
                  </a:lnTo>
                  <a:cubicBezTo>
                    <a:pt x="1639763" y="1362954"/>
                    <a:pt x="1646148" y="1356584"/>
                    <a:pt x="1646148" y="1348736"/>
                  </a:cubicBezTo>
                  <a:lnTo>
                    <a:pt x="1646148" y="1348736"/>
                  </a:lnTo>
                  <a:cubicBezTo>
                    <a:pt x="1645763" y="1341158"/>
                    <a:pt x="1639492" y="1335215"/>
                    <a:pt x="1631896" y="1335229"/>
                  </a:cubicBezTo>
                  <a:close/>
                  <a:moveTo>
                    <a:pt x="1451176" y="1472861"/>
                  </a:moveTo>
                  <a:cubicBezTo>
                    <a:pt x="1443850" y="1473216"/>
                    <a:pt x="1437993" y="1479060"/>
                    <a:pt x="1437636" y="1486368"/>
                  </a:cubicBezTo>
                  <a:lnTo>
                    <a:pt x="1437636" y="1486368"/>
                  </a:lnTo>
                  <a:cubicBezTo>
                    <a:pt x="1437993" y="1493676"/>
                    <a:pt x="1443850" y="1499520"/>
                    <a:pt x="1451176" y="1499875"/>
                  </a:cubicBezTo>
                  <a:lnTo>
                    <a:pt x="1451176" y="1499875"/>
                  </a:lnTo>
                  <a:cubicBezTo>
                    <a:pt x="1458772" y="1499889"/>
                    <a:pt x="1465044" y="1493946"/>
                    <a:pt x="1465428" y="1486368"/>
                  </a:cubicBezTo>
                  <a:lnTo>
                    <a:pt x="1465428" y="1486368"/>
                  </a:lnTo>
                  <a:cubicBezTo>
                    <a:pt x="1465044" y="1478790"/>
                    <a:pt x="1458772" y="1472846"/>
                    <a:pt x="1451176" y="1472861"/>
                  </a:cubicBezTo>
                  <a:close/>
                  <a:moveTo>
                    <a:pt x="1612085" y="1665517"/>
                  </a:moveTo>
                  <a:cubicBezTo>
                    <a:pt x="1607681" y="1665517"/>
                    <a:pt x="1604104" y="1669085"/>
                    <a:pt x="1604104" y="1673479"/>
                  </a:cubicBezTo>
                  <a:lnTo>
                    <a:pt x="1604104" y="1673479"/>
                  </a:lnTo>
                  <a:cubicBezTo>
                    <a:pt x="1604104" y="1677872"/>
                    <a:pt x="1607681" y="1681441"/>
                    <a:pt x="1612085" y="1681441"/>
                  </a:cubicBezTo>
                  <a:lnTo>
                    <a:pt x="1612085" y="1681441"/>
                  </a:lnTo>
                  <a:cubicBezTo>
                    <a:pt x="1616518" y="1681441"/>
                    <a:pt x="1620138" y="1677901"/>
                    <a:pt x="1620209" y="1673479"/>
                  </a:cubicBezTo>
                  <a:lnTo>
                    <a:pt x="1620209" y="1673479"/>
                  </a:lnTo>
                  <a:cubicBezTo>
                    <a:pt x="1620138" y="1669057"/>
                    <a:pt x="1616518" y="1665517"/>
                    <a:pt x="1612085" y="1665517"/>
                  </a:cubicBezTo>
                  <a:close/>
                  <a:moveTo>
                    <a:pt x="1627763" y="1077027"/>
                  </a:moveTo>
                  <a:cubicBezTo>
                    <a:pt x="1623359" y="1077027"/>
                    <a:pt x="1619781" y="1080596"/>
                    <a:pt x="1619781" y="1084989"/>
                  </a:cubicBezTo>
                  <a:lnTo>
                    <a:pt x="1619781" y="1084989"/>
                  </a:lnTo>
                  <a:cubicBezTo>
                    <a:pt x="1619781" y="1089383"/>
                    <a:pt x="1623359" y="1092951"/>
                    <a:pt x="1627763" y="1092951"/>
                  </a:cubicBezTo>
                  <a:lnTo>
                    <a:pt x="1627763" y="1092951"/>
                  </a:lnTo>
                  <a:cubicBezTo>
                    <a:pt x="1632166" y="1092951"/>
                    <a:pt x="1635744" y="1089383"/>
                    <a:pt x="1635744" y="1084989"/>
                  </a:cubicBezTo>
                  <a:lnTo>
                    <a:pt x="1635744" y="1084989"/>
                  </a:lnTo>
                  <a:cubicBezTo>
                    <a:pt x="1635744" y="1080596"/>
                    <a:pt x="1632166" y="1077027"/>
                    <a:pt x="1627763" y="1077027"/>
                  </a:cubicBezTo>
                  <a:close/>
                  <a:moveTo>
                    <a:pt x="1645293" y="1158497"/>
                  </a:moveTo>
                  <a:cubicBezTo>
                    <a:pt x="1642300" y="1158412"/>
                    <a:pt x="1639820" y="1160772"/>
                    <a:pt x="1639735" y="1163758"/>
                  </a:cubicBezTo>
                  <a:cubicBezTo>
                    <a:pt x="1639735" y="1163801"/>
                    <a:pt x="1639735" y="1163857"/>
                    <a:pt x="1639735" y="1163900"/>
                  </a:cubicBezTo>
                  <a:lnTo>
                    <a:pt x="1639735" y="1163900"/>
                  </a:lnTo>
                  <a:cubicBezTo>
                    <a:pt x="1639649" y="1166886"/>
                    <a:pt x="1642015" y="1169360"/>
                    <a:pt x="1645008" y="1169445"/>
                  </a:cubicBezTo>
                  <a:cubicBezTo>
                    <a:pt x="1645093" y="1169445"/>
                    <a:pt x="1645193" y="1169445"/>
                    <a:pt x="1645293" y="1169445"/>
                  </a:cubicBezTo>
                  <a:lnTo>
                    <a:pt x="1645293" y="1169445"/>
                  </a:lnTo>
                  <a:cubicBezTo>
                    <a:pt x="1648286" y="1169445"/>
                    <a:pt x="1650709" y="1167028"/>
                    <a:pt x="1650709" y="1164042"/>
                  </a:cubicBezTo>
                  <a:cubicBezTo>
                    <a:pt x="1650709" y="1163999"/>
                    <a:pt x="1650709" y="1163943"/>
                    <a:pt x="1650709" y="1163900"/>
                  </a:cubicBezTo>
                  <a:lnTo>
                    <a:pt x="1650709" y="1163900"/>
                  </a:lnTo>
                  <a:cubicBezTo>
                    <a:pt x="1650709" y="1160914"/>
                    <a:pt x="1648286" y="1158497"/>
                    <a:pt x="1645293" y="1158497"/>
                  </a:cubicBezTo>
                  <a:close/>
                  <a:moveTo>
                    <a:pt x="588909" y="130524"/>
                  </a:moveTo>
                  <a:cubicBezTo>
                    <a:pt x="585895" y="130523"/>
                    <a:pt x="583428" y="132920"/>
                    <a:pt x="583351" y="135927"/>
                  </a:cubicBezTo>
                  <a:lnTo>
                    <a:pt x="583351" y="135927"/>
                  </a:lnTo>
                  <a:cubicBezTo>
                    <a:pt x="583351" y="138989"/>
                    <a:pt x="585839" y="141472"/>
                    <a:pt x="588909" y="141472"/>
                  </a:cubicBezTo>
                  <a:lnTo>
                    <a:pt x="588909" y="141472"/>
                  </a:lnTo>
                  <a:cubicBezTo>
                    <a:pt x="591900" y="141551"/>
                    <a:pt x="594388" y="139198"/>
                    <a:pt x="594468" y="136215"/>
                  </a:cubicBezTo>
                  <a:cubicBezTo>
                    <a:pt x="594471" y="136119"/>
                    <a:pt x="594471" y="136023"/>
                    <a:pt x="594468" y="135927"/>
                  </a:cubicBezTo>
                  <a:lnTo>
                    <a:pt x="594468" y="135927"/>
                  </a:lnTo>
                  <a:cubicBezTo>
                    <a:pt x="594469" y="132942"/>
                    <a:pt x="592045" y="130523"/>
                    <a:pt x="589053" y="130523"/>
                  </a:cubicBezTo>
                  <a:cubicBezTo>
                    <a:pt x="589006" y="130523"/>
                    <a:pt x="588958" y="130523"/>
                    <a:pt x="588909" y="130524"/>
                  </a:cubicBezTo>
                  <a:close/>
                  <a:moveTo>
                    <a:pt x="695802" y="1"/>
                  </a:moveTo>
                  <a:cubicBezTo>
                    <a:pt x="691080" y="-77"/>
                    <a:pt x="687188" y="3678"/>
                    <a:pt x="687109" y="8388"/>
                  </a:cubicBezTo>
                  <a:cubicBezTo>
                    <a:pt x="687108" y="8437"/>
                    <a:pt x="687108" y="8484"/>
                    <a:pt x="687108" y="8532"/>
                  </a:cubicBezTo>
                  <a:lnTo>
                    <a:pt x="687108" y="8532"/>
                  </a:lnTo>
                  <a:cubicBezTo>
                    <a:pt x="687108" y="13322"/>
                    <a:pt x="691000" y="17205"/>
                    <a:pt x="695802" y="17205"/>
                  </a:cubicBezTo>
                  <a:lnTo>
                    <a:pt x="695802" y="17205"/>
                  </a:lnTo>
                  <a:cubicBezTo>
                    <a:pt x="700525" y="17205"/>
                    <a:pt x="704353" y="13388"/>
                    <a:pt x="704355" y="8676"/>
                  </a:cubicBezTo>
                  <a:cubicBezTo>
                    <a:pt x="704355" y="8627"/>
                    <a:pt x="704355" y="8580"/>
                    <a:pt x="704353" y="8532"/>
                  </a:cubicBezTo>
                  <a:lnTo>
                    <a:pt x="704353" y="8532"/>
                  </a:lnTo>
                  <a:cubicBezTo>
                    <a:pt x="704353" y="3820"/>
                    <a:pt x="700525" y="1"/>
                    <a:pt x="695802" y="1"/>
                  </a:cubicBezTo>
                  <a:close/>
                  <a:moveTo>
                    <a:pt x="738559" y="162373"/>
                  </a:moveTo>
                  <a:cubicBezTo>
                    <a:pt x="733837" y="162294"/>
                    <a:pt x="729945" y="166049"/>
                    <a:pt x="729866" y="170761"/>
                  </a:cubicBezTo>
                  <a:cubicBezTo>
                    <a:pt x="729865" y="170804"/>
                    <a:pt x="729865" y="170861"/>
                    <a:pt x="729865" y="170903"/>
                  </a:cubicBezTo>
                  <a:lnTo>
                    <a:pt x="729865" y="170903"/>
                  </a:lnTo>
                  <a:cubicBezTo>
                    <a:pt x="729865" y="175695"/>
                    <a:pt x="733757" y="179577"/>
                    <a:pt x="738559" y="179577"/>
                  </a:cubicBezTo>
                  <a:lnTo>
                    <a:pt x="738559" y="179577"/>
                  </a:lnTo>
                  <a:cubicBezTo>
                    <a:pt x="743282" y="179577"/>
                    <a:pt x="747110" y="175752"/>
                    <a:pt x="747112" y="171046"/>
                  </a:cubicBezTo>
                  <a:cubicBezTo>
                    <a:pt x="747112" y="171003"/>
                    <a:pt x="747112" y="170946"/>
                    <a:pt x="747110" y="170903"/>
                  </a:cubicBezTo>
                  <a:lnTo>
                    <a:pt x="747110" y="170903"/>
                  </a:lnTo>
                  <a:cubicBezTo>
                    <a:pt x="747110" y="166192"/>
                    <a:pt x="743282" y="162373"/>
                    <a:pt x="738559" y="162373"/>
                  </a:cubicBezTo>
                  <a:close/>
                  <a:moveTo>
                    <a:pt x="689103" y="559201"/>
                  </a:moveTo>
                  <a:cubicBezTo>
                    <a:pt x="674227" y="559201"/>
                    <a:pt x="662166" y="571230"/>
                    <a:pt x="662166" y="586074"/>
                  </a:cubicBezTo>
                  <a:lnTo>
                    <a:pt x="662166" y="586074"/>
                  </a:lnTo>
                  <a:cubicBezTo>
                    <a:pt x="662166" y="600918"/>
                    <a:pt x="674227" y="612946"/>
                    <a:pt x="689103" y="612946"/>
                  </a:cubicBezTo>
                  <a:lnTo>
                    <a:pt x="689103" y="612946"/>
                  </a:lnTo>
                  <a:cubicBezTo>
                    <a:pt x="703980" y="612946"/>
                    <a:pt x="716040" y="600918"/>
                    <a:pt x="716040" y="586074"/>
                  </a:cubicBezTo>
                  <a:lnTo>
                    <a:pt x="716040" y="586074"/>
                  </a:lnTo>
                  <a:cubicBezTo>
                    <a:pt x="716040" y="571230"/>
                    <a:pt x="703980" y="559201"/>
                    <a:pt x="689103" y="559201"/>
                  </a:cubicBezTo>
                  <a:close/>
                  <a:moveTo>
                    <a:pt x="829631" y="1107454"/>
                  </a:moveTo>
                  <a:cubicBezTo>
                    <a:pt x="819297" y="1107525"/>
                    <a:pt x="810961" y="1115914"/>
                    <a:pt x="810961" y="1126222"/>
                  </a:cubicBezTo>
                  <a:lnTo>
                    <a:pt x="810961" y="1126222"/>
                  </a:lnTo>
                  <a:cubicBezTo>
                    <a:pt x="810961" y="1136501"/>
                    <a:pt x="819320" y="1144848"/>
                    <a:pt x="829631" y="1144848"/>
                  </a:cubicBezTo>
                  <a:lnTo>
                    <a:pt x="829631" y="1144848"/>
                  </a:lnTo>
                  <a:cubicBezTo>
                    <a:pt x="839943" y="1144933"/>
                    <a:pt x="848365" y="1136658"/>
                    <a:pt x="848444" y="1126364"/>
                  </a:cubicBezTo>
                  <a:cubicBezTo>
                    <a:pt x="848444" y="1126321"/>
                    <a:pt x="848444" y="1126265"/>
                    <a:pt x="848444" y="1126222"/>
                  </a:cubicBezTo>
                  <a:lnTo>
                    <a:pt x="848444" y="1126222"/>
                  </a:lnTo>
                  <a:cubicBezTo>
                    <a:pt x="848444" y="1115857"/>
                    <a:pt x="840021" y="1107454"/>
                    <a:pt x="829631" y="1107454"/>
                  </a:cubicBezTo>
                  <a:close/>
                  <a:moveTo>
                    <a:pt x="1010494" y="1057690"/>
                  </a:moveTo>
                  <a:cubicBezTo>
                    <a:pt x="1000185" y="1057918"/>
                    <a:pt x="992015" y="1066449"/>
                    <a:pt x="992246" y="1076728"/>
                  </a:cubicBezTo>
                  <a:cubicBezTo>
                    <a:pt x="992248" y="1076785"/>
                    <a:pt x="992249" y="1076828"/>
                    <a:pt x="992251" y="1076885"/>
                  </a:cubicBezTo>
                  <a:lnTo>
                    <a:pt x="992251" y="1076885"/>
                  </a:lnTo>
                  <a:cubicBezTo>
                    <a:pt x="992251" y="1087193"/>
                    <a:pt x="1000587" y="1095582"/>
                    <a:pt x="1010921" y="1095653"/>
                  </a:cubicBezTo>
                  <a:lnTo>
                    <a:pt x="1010921" y="1095653"/>
                  </a:lnTo>
                  <a:cubicBezTo>
                    <a:pt x="1021311" y="1095653"/>
                    <a:pt x="1029734" y="1087250"/>
                    <a:pt x="1029734" y="1076885"/>
                  </a:cubicBezTo>
                  <a:lnTo>
                    <a:pt x="1029734" y="1076885"/>
                  </a:lnTo>
                  <a:cubicBezTo>
                    <a:pt x="1029734" y="1066605"/>
                    <a:pt x="1021375" y="1058259"/>
                    <a:pt x="1011064" y="1058259"/>
                  </a:cubicBezTo>
                  <a:cubicBezTo>
                    <a:pt x="1011017" y="1058259"/>
                    <a:pt x="1010968" y="1058259"/>
                    <a:pt x="1010921" y="1058259"/>
                  </a:cubicBezTo>
                  <a:close/>
                  <a:moveTo>
                    <a:pt x="372131" y="882665"/>
                  </a:moveTo>
                  <a:cubicBezTo>
                    <a:pt x="361741" y="882665"/>
                    <a:pt x="353318" y="891068"/>
                    <a:pt x="353318" y="901433"/>
                  </a:cubicBezTo>
                  <a:lnTo>
                    <a:pt x="353318" y="901433"/>
                  </a:lnTo>
                  <a:cubicBezTo>
                    <a:pt x="353161" y="911798"/>
                    <a:pt x="361455" y="920329"/>
                    <a:pt x="371843" y="920485"/>
                  </a:cubicBezTo>
                  <a:cubicBezTo>
                    <a:pt x="371940" y="920485"/>
                    <a:pt x="372036" y="920485"/>
                    <a:pt x="372131" y="920485"/>
                  </a:cubicBezTo>
                  <a:lnTo>
                    <a:pt x="372131" y="920485"/>
                  </a:lnTo>
                  <a:cubicBezTo>
                    <a:pt x="382443" y="920485"/>
                    <a:pt x="390802" y="912139"/>
                    <a:pt x="390802" y="901859"/>
                  </a:cubicBezTo>
                  <a:lnTo>
                    <a:pt x="390802" y="901859"/>
                  </a:lnTo>
                  <a:cubicBezTo>
                    <a:pt x="391038" y="891494"/>
                    <a:pt x="382809" y="882906"/>
                    <a:pt x="372422" y="882665"/>
                  </a:cubicBezTo>
                  <a:cubicBezTo>
                    <a:pt x="372325" y="882665"/>
                    <a:pt x="372228" y="882665"/>
                    <a:pt x="372131" y="882665"/>
                  </a:cubicBezTo>
                  <a:close/>
                  <a:moveTo>
                    <a:pt x="404199" y="1156933"/>
                  </a:moveTo>
                  <a:cubicBezTo>
                    <a:pt x="393809" y="1157004"/>
                    <a:pt x="385444" y="1165464"/>
                    <a:pt x="385516" y="1175829"/>
                  </a:cubicBezTo>
                  <a:cubicBezTo>
                    <a:pt x="385517" y="1176028"/>
                    <a:pt x="385521" y="1176213"/>
                    <a:pt x="385528" y="1176412"/>
                  </a:cubicBezTo>
                  <a:lnTo>
                    <a:pt x="385528" y="1176412"/>
                  </a:lnTo>
                  <a:cubicBezTo>
                    <a:pt x="385528" y="1186720"/>
                    <a:pt x="393865" y="1195109"/>
                    <a:pt x="404199" y="1195180"/>
                  </a:cubicBezTo>
                  <a:lnTo>
                    <a:pt x="404199" y="1195180"/>
                  </a:lnTo>
                  <a:cubicBezTo>
                    <a:pt x="414589" y="1195180"/>
                    <a:pt x="423012" y="1186777"/>
                    <a:pt x="423012" y="1176412"/>
                  </a:cubicBezTo>
                  <a:lnTo>
                    <a:pt x="423012" y="1176412"/>
                  </a:lnTo>
                  <a:cubicBezTo>
                    <a:pt x="423012" y="1166047"/>
                    <a:pt x="414589" y="1157644"/>
                    <a:pt x="404199" y="1157644"/>
                  </a:cubicBezTo>
                  <a:close/>
                  <a:moveTo>
                    <a:pt x="212648" y="1316887"/>
                  </a:moveTo>
                  <a:cubicBezTo>
                    <a:pt x="202313" y="1316887"/>
                    <a:pt x="193913" y="1325205"/>
                    <a:pt x="193834" y="1335513"/>
                  </a:cubicBezTo>
                  <a:lnTo>
                    <a:pt x="193834" y="1335513"/>
                  </a:lnTo>
                  <a:cubicBezTo>
                    <a:pt x="193834" y="1345878"/>
                    <a:pt x="202258" y="1354281"/>
                    <a:pt x="212648" y="1354281"/>
                  </a:cubicBezTo>
                  <a:lnTo>
                    <a:pt x="212648" y="1354281"/>
                  </a:lnTo>
                  <a:cubicBezTo>
                    <a:pt x="223038" y="1354281"/>
                    <a:pt x="231461" y="1345878"/>
                    <a:pt x="231461" y="1335513"/>
                  </a:cubicBezTo>
                  <a:lnTo>
                    <a:pt x="231461" y="1335513"/>
                  </a:lnTo>
                  <a:cubicBezTo>
                    <a:pt x="231382" y="1325205"/>
                    <a:pt x="222982" y="1316887"/>
                    <a:pt x="212648" y="1316887"/>
                  </a:cubicBezTo>
                  <a:close/>
                  <a:moveTo>
                    <a:pt x="262246" y="1372623"/>
                  </a:moveTo>
                  <a:cubicBezTo>
                    <a:pt x="252078" y="1372850"/>
                    <a:pt x="243934" y="1381097"/>
                    <a:pt x="243860" y="1391248"/>
                  </a:cubicBezTo>
                  <a:lnTo>
                    <a:pt x="243860" y="1391248"/>
                  </a:lnTo>
                  <a:cubicBezTo>
                    <a:pt x="243860" y="1401613"/>
                    <a:pt x="252283" y="1410016"/>
                    <a:pt x="262673" y="1410016"/>
                  </a:cubicBezTo>
                  <a:lnTo>
                    <a:pt x="262673" y="1410016"/>
                  </a:lnTo>
                  <a:cubicBezTo>
                    <a:pt x="273008" y="1409931"/>
                    <a:pt x="281344" y="1401557"/>
                    <a:pt x="281344" y="1391248"/>
                  </a:cubicBezTo>
                  <a:lnTo>
                    <a:pt x="281344" y="1391248"/>
                  </a:lnTo>
                  <a:cubicBezTo>
                    <a:pt x="281344" y="1380969"/>
                    <a:pt x="272985" y="1372623"/>
                    <a:pt x="262673" y="1372623"/>
                  </a:cubicBezTo>
                  <a:close/>
                  <a:moveTo>
                    <a:pt x="372986" y="1339921"/>
                  </a:moveTo>
                  <a:cubicBezTo>
                    <a:pt x="362652" y="1339992"/>
                    <a:pt x="354316" y="1348381"/>
                    <a:pt x="354316" y="1358689"/>
                  </a:cubicBezTo>
                  <a:lnTo>
                    <a:pt x="354316" y="1358689"/>
                  </a:lnTo>
                  <a:cubicBezTo>
                    <a:pt x="354316" y="1368983"/>
                    <a:pt x="362675" y="1377315"/>
                    <a:pt x="372986" y="1377315"/>
                  </a:cubicBezTo>
                  <a:lnTo>
                    <a:pt x="372986" y="1377315"/>
                  </a:lnTo>
                  <a:cubicBezTo>
                    <a:pt x="383321" y="1377315"/>
                    <a:pt x="391721" y="1368997"/>
                    <a:pt x="391799" y="1358689"/>
                  </a:cubicBezTo>
                  <a:lnTo>
                    <a:pt x="391799" y="1358689"/>
                  </a:lnTo>
                  <a:cubicBezTo>
                    <a:pt x="391799" y="1348324"/>
                    <a:pt x="383376" y="1339921"/>
                    <a:pt x="372986" y="1339921"/>
                  </a:cubicBezTo>
                  <a:close/>
                  <a:moveTo>
                    <a:pt x="346762" y="1505847"/>
                  </a:moveTo>
                  <a:cubicBezTo>
                    <a:pt x="336372" y="1505847"/>
                    <a:pt x="327949" y="1514250"/>
                    <a:pt x="327949" y="1524615"/>
                  </a:cubicBezTo>
                  <a:lnTo>
                    <a:pt x="327949" y="1524615"/>
                  </a:lnTo>
                  <a:cubicBezTo>
                    <a:pt x="328027" y="1534923"/>
                    <a:pt x="336428" y="1543241"/>
                    <a:pt x="346762" y="1543241"/>
                  </a:cubicBezTo>
                  <a:lnTo>
                    <a:pt x="346762" y="1543241"/>
                  </a:lnTo>
                  <a:cubicBezTo>
                    <a:pt x="357074" y="1543241"/>
                    <a:pt x="365433" y="1534909"/>
                    <a:pt x="365433" y="1524615"/>
                  </a:cubicBezTo>
                  <a:lnTo>
                    <a:pt x="365433" y="1524615"/>
                  </a:lnTo>
                  <a:cubicBezTo>
                    <a:pt x="365433" y="1514307"/>
                    <a:pt x="357096" y="1505918"/>
                    <a:pt x="346762" y="1505847"/>
                  </a:cubicBezTo>
                  <a:close/>
                  <a:moveTo>
                    <a:pt x="247993" y="1685849"/>
                  </a:moveTo>
                  <a:cubicBezTo>
                    <a:pt x="242697" y="1685920"/>
                    <a:pt x="238444" y="1690228"/>
                    <a:pt x="238444" y="1695517"/>
                  </a:cubicBezTo>
                  <a:lnTo>
                    <a:pt x="238444" y="1695517"/>
                  </a:lnTo>
                  <a:cubicBezTo>
                    <a:pt x="238366" y="1700778"/>
                    <a:pt x="242576" y="1705100"/>
                    <a:pt x="247849" y="1705185"/>
                  </a:cubicBezTo>
                  <a:cubicBezTo>
                    <a:pt x="247898" y="1705185"/>
                    <a:pt x="247945" y="1705185"/>
                    <a:pt x="247993" y="1705185"/>
                  </a:cubicBezTo>
                  <a:lnTo>
                    <a:pt x="247993" y="1705185"/>
                  </a:lnTo>
                  <a:cubicBezTo>
                    <a:pt x="253267" y="1705271"/>
                    <a:pt x="257605" y="1701062"/>
                    <a:pt x="257685" y="1695801"/>
                  </a:cubicBezTo>
                  <a:cubicBezTo>
                    <a:pt x="257686" y="1695702"/>
                    <a:pt x="257686" y="1695617"/>
                    <a:pt x="257685" y="1695517"/>
                  </a:cubicBezTo>
                  <a:lnTo>
                    <a:pt x="257685" y="1695517"/>
                  </a:lnTo>
                  <a:cubicBezTo>
                    <a:pt x="257685" y="1690171"/>
                    <a:pt x="253347" y="1685849"/>
                    <a:pt x="247993" y="1685849"/>
                  </a:cubicBezTo>
                  <a:close/>
                  <a:moveTo>
                    <a:pt x="376264" y="1608075"/>
                  </a:moveTo>
                  <a:cubicBezTo>
                    <a:pt x="370911" y="1608075"/>
                    <a:pt x="366573" y="1612398"/>
                    <a:pt x="366573" y="1617744"/>
                  </a:cubicBezTo>
                  <a:lnTo>
                    <a:pt x="366573" y="1617744"/>
                  </a:lnTo>
                  <a:cubicBezTo>
                    <a:pt x="366650" y="1623047"/>
                    <a:pt x="370944" y="1627341"/>
                    <a:pt x="376264" y="1627412"/>
                  </a:cubicBezTo>
                  <a:lnTo>
                    <a:pt x="376264" y="1627412"/>
                  </a:lnTo>
                  <a:cubicBezTo>
                    <a:pt x="381618" y="1627412"/>
                    <a:pt x="385956" y="1623090"/>
                    <a:pt x="385956" y="1617744"/>
                  </a:cubicBezTo>
                  <a:lnTo>
                    <a:pt x="385956" y="1617744"/>
                  </a:lnTo>
                  <a:cubicBezTo>
                    <a:pt x="386036" y="1612483"/>
                    <a:pt x="381824" y="1608161"/>
                    <a:pt x="376552" y="1608075"/>
                  </a:cubicBezTo>
                  <a:cubicBezTo>
                    <a:pt x="376455" y="1608075"/>
                    <a:pt x="376360" y="1608075"/>
                    <a:pt x="376264" y="1608075"/>
                  </a:cubicBezTo>
                  <a:close/>
                  <a:moveTo>
                    <a:pt x="197255" y="1601535"/>
                  </a:moveTo>
                  <a:cubicBezTo>
                    <a:pt x="191935" y="1601606"/>
                    <a:pt x="187640" y="1605900"/>
                    <a:pt x="187563" y="1611203"/>
                  </a:cubicBezTo>
                  <a:lnTo>
                    <a:pt x="187563" y="1611203"/>
                  </a:lnTo>
                  <a:cubicBezTo>
                    <a:pt x="187563" y="1616549"/>
                    <a:pt x="191902" y="1620872"/>
                    <a:pt x="197255" y="1620872"/>
                  </a:cubicBezTo>
                  <a:lnTo>
                    <a:pt x="197255" y="1620872"/>
                  </a:lnTo>
                  <a:cubicBezTo>
                    <a:pt x="202528" y="1620957"/>
                    <a:pt x="206867" y="1616748"/>
                    <a:pt x="206947" y="1611488"/>
                  </a:cubicBezTo>
                  <a:cubicBezTo>
                    <a:pt x="206948" y="1611388"/>
                    <a:pt x="206948" y="1611303"/>
                    <a:pt x="206947" y="1611203"/>
                  </a:cubicBezTo>
                  <a:lnTo>
                    <a:pt x="206947" y="1611203"/>
                  </a:lnTo>
                  <a:cubicBezTo>
                    <a:pt x="206947" y="1605857"/>
                    <a:pt x="202608" y="1601535"/>
                    <a:pt x="197255" y="1601535"/>
                  </a:cubicBezTo>
                  <a:close/>
                  <a:moveTo>
                    <a:pt x="124996" y="1761632"/>
                  </a:moveTo>
                  <a:cubicBezTo>
                    <a:pt x="119642" y="1761632"/>
                    <a:pt x="115304" y="1765954"/>
                    <a:pt x="115304" y="1771300"/>
                  </a:cubicBezTo>
                  <a:lnTo>
                    <a:pt x="115304" y="1771300"/>
                  </a:lnTo>
                  <a:cubicBezTo>
                    <a:pt x="115382" y="1776589"/>
                    <a:pt x="119698" y="1780826"/>
                    <a:pt x="124996" y="1780826"/>
                  </a:cubicBezTo>
                  <a:lnTo>
                    <a:pt x="124996" y="1780826"/>
                  </a:lnTo>
                  <a:cubicBezTo>
                    <a:pt x="130269" y="1780911"/>
                    <a:pt x="134607" y="1776703"/>
                    <a:pt x="134686" y="1771442"/>
                  </a:cubicBezTo>
                  <a:cubicBezTo>
                    <a:pt x="134687" y="1771399"/>
                    <a:pt x="134687" y="1771343"/>
                    <a:pt x="134687" y="1771300"/>
                  </a:cubicBezTo>
                  <a:lnTo>
                    <a:pt x="134687" y="1771300"/>
                  </a:lnTo>
                  <a:cubicBezTo>
                    <a:pt x="134767" y="1766039"/>
                    <a:pt x="130555" y="1761717"/>
                    <a:pt x="125284" y="1761632"/>
                  </a:cubicBezTo>
                  <a:cubicBezTo>
                    <a:pt x="125187" y="1761632"/>
                    <a:pt x="125091" y="1761632"/>
                    <a:pt x="124996" y="1761632"/>
                  </a:cubicBezTo>
                  <a:close/>
                  <a:moveTo>
                    <a:pt x="77820" y="1791063"/>
                  </a:moveTo>
                  <a:cubicBezTo>
                    <a:pt x="72467" y="1791063"/>
                    <a:pt x="68129" y="1795385"/>
                    <a:pt x="68129" y="1800731"/>
                  </a:cubicBezTo>
                  <a:lnTo>
                    <a:pt x="68129" y="1800731"/>
                  </a:lnTo>
                  <a:cubicBezTo>
                    <a:pt x="68206" y="1806035"/>
                    <a:pt x="72500" y="1810329"/>
                    <a:pt x="77820" y="1810400"/>
                  </a:cubicBezTo>
                  <a:lnTo>
                    <a:pt x="77820" y="1810400"/>
                  </a:lnTo>
                  <a:cubicBezTo>
                    <a:pt x="83174" y="1810400"/>
                    <a:pt x="87512" y="1806077"/>
                    <a:pt x="87512" y="1800731"/>
                  </a:cubicBezTo>
                  <a:lnTo>
                    <a:pt x="87512" y="1800731"/>
                  </a:lnTo>
                  <a:cubicBezTo>
                    <a:pt x="87592" y="1795471"/>
                    <a:pt x="83380" y="1791148"/>
                    <a:pt x="78108" y="1791063"/>
                  </a:cubicBezTo>
                  <a:cubicBezTo>
                    <a:pt x="78011" y="1791063"/>
                    <a:pt x="77916" y="1791063"/>
                    <a:pt x="77820" y="1791063"/>
                  </a:cubicBezTo>
                  <a:close/>
                  <a:moveTo>
                    <a:pt x="15823" y="1701062"/>
                  </a:moveTo>
                  <a:cubicBezTo>
                    <a:pt x="7203" y="1701204"/>
                    <a:pt x="231" y="1708100"/>
                    <a:pt x="3" y="1716702"/>
                  </a:cubicBezTo>
                  <a:lnTo>
                    <a:pt x="3" y="1716702"/>
                  </a:lnTo>
                  <a:cubicBezTo>
                    <a:pt x="-156" y="1725574"/>
                    <a:pt x="6925" y="1732897"/>
                    <a:pt x="15817" y="1733053"/>
                  </a:cubicBezTo>
                  <a:cubicBezTo>
                    <a:pt x="15820" y="1733053"/>
                    <a:pt x="15821" y="1733053"/>
                    <a:pt x="15823" y="1733053"/>
                  </a:cubicBezTo>
                  <a:lnTo>
                    <a:pt x="15823" y="1733053"/>
                  </a:lnTo>
                  <a:cubicBezTo>
                    <a:pt x="24638" y="1733209"/>
                    <a:pt x="31914" y="1726214"/>
                    <a:pt x="32073" y="1717427"/>
                  </a:cubicBezTo>
                  <a:cubicBezTo>
                    <a:pt x="32077" y="1717185"/>
                    <a:pt x="32077" y="1716944"/>
                    <a:pt x="32070" y="1716702"/>
                  </a:cubicBezTo>
                  <a:lnTo>
                    <a:pt x="32070" y="1716702"/>
                  </a:lnTo>
                  <a:cubicBezTo>
                    <a:pt x="31915" y="1707915"/>
                    <a:pt x="24642" y="1700906"/>
                    <a:pt x="15828" y="1701062"/>
                  </a:cubicBezTo>
                  <a:cubicBezTo>
                    <a:pt x="15826" y="1701062"/>
                    <a:pt x="15824" y="1701062"/>
                    <a:pt x="15823" y="1701062"/>
                  </a:cubicBezTo>
                  <a:close/>
                  <a:moveTo>
                    <a:pt x="293601" y="2006753"/>
                  </a:moveTo>
                  <a:cubicBezTo>
                    <a:pt x="288013" y="2006753"/>
                    <a:pt x="283482" y="2011274"/>
                    <a:pt x="283480" y="2016848"/>
                  </a:cubicBezTo>
                  <a:cubicBezTo>
                    <a:pt x="283480" y="2016890"/>
                    <a:pt x="283482" y="2016947"/>
                    <a:pt x="283482" y="2016990"/>
                  </a:cubicBezTo>
                  <a:lnTo>
                    <a:pt x="283482" y="2016990"/>
                  </a:lnTo>
                  <a:cubicBezTo>
                    <a:pt x="283482" y="2022563"/>
                    <a:pt x="288013" y="2027085"/>
                    <a:pt x="293601" y="2027085"/>
                  </a:cubicBezTo>
                  <a:lnTo>
                    <a:pt x="293601" y="2027085"/>
                  </a:lnTo>
                  <a:cubicBezTo>
                    <a:pt x="299189" y="2027170"/>
                    <a:pt x="303783" y="2022705"/>
                    <a:pt x="303861" y="2017132"/>
                  </a:cubicBezTo>
                  <a:cubicBezTo>
                    <a:pt x="303863" y="2017089"/>
                    <a:pt x="303863" y="2017032"/>
                    <a:pt x="303863" y="2016990"/>
                  </a:cubicBezTo>
                  <a:lnTo>
                    <a:pt x="303863" y="2016990"/>
                  </a:lnTo>
                  <a:cubicBezTo>
                    <a:pt x="303863" y="2011331"/>
                    <a:pt x="299268" y="2006753"/>
                    <a:pt x="293601" y="2006753"/>
                  </a:cubicBezTo>
                  <a:close/>
                  <a:moveTo>
                    <a:pt x="288898" y="2109408"/>
                  </a:moveTo>
                  <a:cubicBezTo>
                    <a:pt x="283231" y="2109408"/>
                    <a:pt x="278636" y="2113986"/>
                    <a:pt x="278636" y="2119645"/>
                  </a:cubicBezTo>
                  <a:lnTo>
                    <a:pt x="278636" y="2119645"/>
                  </a:lnTo>
                  <a:cubicBezTo>
                    <a:pt x="278636" y="2125218"/>
                    <a:pt x="283165" y="2129740"/>
                    <a:pt x="288754" y="2129740"/>
                  </a:cubicBezTo>
                  <a:cubicBezTo>
                    <a:pt x="288802" y="2129740"/>
                    <a:pt x="288849" y="2129740"/>
                    <a:pt x="288898" y="2129740"/>
                  </a:cubicBezTo>
                  <a:lnTo>
                    <a:pt x="288898" y="2129740"/>
                  </a:lnTo>
                  <a:cubicBezTo>
                    <a:pt x="294486" y="2129825"/>
                    <a:pt x="299079" y="2125361"/>
                    <a:pt x="299158" y="2119787"/>
                  </a:cubicBezTo>
                  <a:cubicBezTo>
                    <a:pt x="299159" y="2119744"/>
                    <a:pt x="299159" y="2119688"/>
                    <a:pt x="299159" y="2119645"/>
                  </a:cubicBezTo>
                  <a:lnTo>
                    <a:pt x="299159" y="2119645"/>
                  </a:lnTo>
                  <a:cubicBezTo>
                    <a:pt x="299159" y="2113986"/>
                    <a:pt x="294564" y="2109408"/>
                    <a:pt x="288898" y="2109408"/>
                  </a:cubicBezTo>
                  <a:close/>
                  <a:moveTo>
                    <a:pt x="467907" y="1855045"/>
                  </a:moveTo>
                  <a:cubicBezTo>
                    <a:pt x="459564" y="1855045"/>
                    <a:pt x="452799" y="1861798"/>
                    <a:pt x="452799" y="1870116"/>
                  </a:cubicBezTo>
                  <a:cubicBezTo>
                    <a:pt x="452799" y="1870159"/>
                    <a:pt x="452799" y="1870216"/>
                    <a:pt x="452799" y="1870258"/>
                  </a:cubicBezTo>
                  <a:lnTo>
                    <a:pt x="452799" y="1870258"/>
                  </a:lnTo>
                  <a:cubicBezTo>
                    <a:pt x="452721" y="1878576"/>
                    <a:pt x="459421" y="1885386"/>
                    <a:pt x="467764" y="1885472"/>
                  </a:cubicBezTo>
                  <a:cubicBezTo>
                    <a:pt x="467811" y="1885472"/>
                    <a:pt x="467860" y="1885472"/>
                    <a:pt x="467907" y="1885472"/>
                  </a:cubicBezTo>
                  <a:lnTo>
                    <a:pt x="467907" y="1885472"/>
                  </a:lnTo>
                  <a:cubicBezTo>
                    <a:pt x="476329" y="1885472"/>
                    <a:pt x="483157" y="1878661"/>
                    <a:pt x="483157" y="1870258"/>
                  </a:cubicBezTo>
                  <a:lnTo>
                    <a:pt x="483157" y="1870258"/>
                  </a:lnTo>
                  <a:cubicBezTo>
                    <a:pt x="483157" y="1861855"/>
                    <a:pt x="476329" y="1855045"/>
                    <a:pt x="467907" y="1855045"/>
                  </a:cubicBezTo>
                  <a:close/>
                  <a:moveTo>
                    <a:pt x="408190" y="1849926"/>
                  </a:moveTo>
                  <a:cubicBezTo>
                    <a:pt x="402318" y="1849997"/>
                    <a:pt x="397577" y="1854732"/>
                    <a:pt x="397500" y="1860590"/>
                  </a:cubicBezTo>
                  <a:lnTo>
                    <a:pt x="397500" y="1860590"/>
                  </a:lnTo>
                  <a:cubicBezTo>
                    <a:pt x="397579" y="1866419"/>
                    <a:pt x="402342" y="1871111"/>
                    <a:pt x="408190" y="1871111"/>
                  </a:cubicBezTo>
                  <a:lnTo>
                    <a:pt x="408190" y="1871111"/>
                  </a:lnTo>
                  <a:cubicBezTo>
                    <a:pt x="414015" y="1871111"/>
                    <a:pt x="418736" y="1866405"/>
                    <a:pt x="418736" y="1860590"/>
                  </a:cubicBezTo>
                  <a:lnTo>
                    <a:pt x="418736" y="1860590"/>
                  </a:lnTo>
                  <a:cubicBezTo>
                    <a:pt x="418736" y="1854761"/>
                    <a:pt x="414037" y="1849997"/>
                    <a:pt x="408190" y="1849926"/>
                  </a:cubicBezTo>
                  <a:close/>
                  <a:moveTo>
                    <a:pt x="405482" y="1690825"/>
                  </a:moveTo>
                  <a:cubicBezTo>
                    <a:pt x="399578" y="1690825"/>
                    <a:pt x="394792" y="1695602"/>
                    <a:pt x="394792" y="1701489"/>
                  </a:cubicBezTo>
                  <a:lnTo>
                    <a:pt x="394792" y="1701489"/>
                  </a:lnTo>
                  <a:cubicBezTo>
                    <a:pt x="394871" y="1707318"/>
                    <a:pt x="399634" y="1712010"/>
                    <a:pt x="405482" y="1712010"/>
                  </a:cubicBezTo>
                  <a:lnTo>
                    <a:pt x="405482" y="1712010"/>
                  </a:lnTo>
                  <a:cubicBezTo>
                    <a:pt x="411307" y="1712010"/>
                    <a:pt x="416028" y="1707304"/>
                    <a:pt x="416028" y="1701489"/>
                  </a:cubicBezTo>
                  <a:lnTo>
                    <a:pt x="416028" y="1701489"/>
                  </a:lnTo>
                  <a:cubicBezTo>
                    <a:pt x="416107" y="1695673"/>
                    <a:pt x="411449" y="1690910"/>
                    <a:pt x="405626" y="1690825"/>
                  </a:cubicBezTo>
                  <a:cubicBezTo>
                    <a:pt x="405577" y="1690825"/>
                    <a:pt x="405530" y="1690825"/>
                    <a:pt x="405482" y="1690825"/>
                  </a:cubicBezTo>
                  <a:close/>
                  <a:moveTo>
                    <a:pt x="236449" y="1817367"/>
                  </a:moveTo>
                  <a:cubicBezTo>
                    <a:pt x="230601" y="1817367"/>
                    <a:pt x="225838" y="1822059"/>
                    <a:pt x="225760" y="1827888"/>
                  </a:cubicBezTo>
                  <a:lnTo>
                    <a:pt x="225760" y="1827888"/>
                  </a:lnTo>
                  <a:cubicBezTo>
                    <a:pt x="225837" y="1833746"/>
                    <a:pt x="230577" y="1838481"/>
                    <a:pt x="236449" y="1838552"/>
                  </a:cubicBezTo>
                  <a:lnTo>
                    <a:pt x="236449" y="1838552"/>
                  </a:lnTo>
                  <a:cubicBezTo>
                    <a:pt x="242297" y="1838481"/>
                    <a:pt x="246996" y="1833718"/>
                    <a:pt x="246996" y="1827888"/>
                  </a:cubicBezTo>
                  <a:lnTo>
                    <a:pt x="246996" y="1827888"/>
                  </a:lnTo>
                  <a:cubicBezTo>
                    <a:pt x="246996" y="1822073"/>
                    <a:pt x="242274" y="1817367"/>
                    <a:pt x="236449" y="1817367"/>
                  </a:cubicBezTo>
                  <a:close/>
                  <a:moveTo>
                    <a:pt x="82666" y="2086374"/>
                  </a:moveTo>
                  <a:cubicBezTo>
                    <a:pt x="76841" y="2086374"/>
                    <a:pt x="72119" y="2091080"/>
                    <a:pt x="72119" y="2096896"/>
                  </a:cubicBezTo>
                  <a:lnTo>
                    <a:pt x="72119" y="2096896"/>
                  </a:lnTo>
                  <a:cubicBezTo>
                    <a:pt x="72119" y="2102725"/>
                    <a:pt x="76818" y="2107488"/>
                    <a:pt x="82666" y="2107560"/>
                  </a:cubicBezTo>
                  <a:lnTo>
                    <a:pt x="82666" y="2107560"/>
                  </a:lnTo>
                  <a:cubicBezTo>
                    <a:pt x="88538" y="2107488"/>
                    <a:pt x="93278" y="2102754"/>
                    <a:pt x="93355" y="2096896"/>
                  </a:cubicBezTo>
                  <a:lnTo>
                    <a:pt x="93355" y="2096896"/>
                  </a:lnTo>
                  <a:cubicBezTo>
                    <a:pt x="93277" y="2091066"/>
                    <a:pt x="88514" y="2086374"/>
                    <a:pt x="82666" y="2086374"/>
                  </a:cubicBezTo>
                  <a:close/>
                  <a:moveTo>
                    <a:pt x="280346" y="2302348"/>
                  </a:moveTo>
                  <a:cubicBezTo>
                    <a:pt x="274443" y="2302348"/>
                    <a:pt x="269657" y="2307126"/>
                    <a:pt x="269657" y="2313012"/>
                  </a:cubicBezTo>
                  <a:lnTo>
                    <a:pt x="269657" y="2313012"/>
                  </a:lnTo>
                  <a:cubicBezTo>
                    <a:pt x="269735" y="2318841"/>
                    <a:pt x="274498" y="2323533"/>
                    <a:pt x="280346" y="2323533"/>
                  </a:cubicBezTo>
                  <a:lnTo>
                    <a:pt x="280346" y="2323533"/>
                  </a:lnTo>
                  <a:cubicBezTo>
                    <a:pt x="286171" y="2323533"/>
                    <a:pt x="290893" y="2318827"/>
                    <a:pt x="290893" y="2313012"/>
                  </a:cubicBezTo>
                  <a:lnTo>
                    <a:pt x="290893" y="2313012"/>
                  </a:lnTo>
                  <a:cubicBezTo>
                    <a:pt x="290971" y="2307197"/>
                    <a:pt x="286314" y="2302434"/>
                    <a:pt x="280490" y="2302348"/>
                  </a:cubicBezTo>
                  <a:cubicBezTo>
                    <a:pt x="280442" y="2302348"/>
                    <a:pt x="280395" y="2302348"/>
                    <a:pt x="280346" y="2302348"/>
                  </a:cubicBezTo>
                  <a:close/>
                  <a:moveTo>
                    <a:pt x="347047" y="2375714"/>
                  </a:moveTo>
                  <a:cubicBezTo>
                    <a:pt x="341199" y="2375785"/>
                    <a:pt x="336500" y="2380548"/>
                    <a:pt x="336500" y="2386378"/>
                  </a:cubicBezTo>
                  <a:lnTo>
                    <a:pt x="336500" y="2386378"/>
                  </a:lnTo>
                  <a:cubicBezTo>
                    <a:pt x="336500" y="2392193"/>
                    <a:pt x="341222" y="2396899"/>
                    <a:pt x="347047" y="2396899"/>
                  </a:cubicBezTo>
                  <a:lnTo>
                    <a:pt x="347047" y="2396899"/>
                  </a:lnTo>
                  <a:cubicBezTo>
                    <a:pt x="352895" y="2396899"/>
                    <a:pt x="357658" y="2392207"/>
                    <a:pt x="357736" y="2386378"/>
                  </a:cubicBezTo>
                  <a:lnTo>
                    <a:pt x="357736" y="2386378"/>
                  </a:lnTo>
                  <a:cubicBezTo>
                    <a:pt x="357659" y="2380520"/>
                    <a:pt x="352919" y="2375785"/>
                    <a:pt x="347047" y="2375714"/>
                  </a:cubicBezTo>
                  <a:close/>
                  <a:moveTo>
                    <a:pt x="410470" y="2381970"/>
                  </a:moveTo>
                  <a:cubicBezTo>
                    <a:pt x="404645" y="2381970"/>
                    <a:pt x="399923" y="2386676"/>
                    <a:pt x="399923" y="2392491"/>
                  </a:cubicBezTo>
                  <a:lnTo>
                    <a:pt x="399923" y="2392491"/>
                  </a:lnTo>
                  <a:cubicBezTo>
                    <a:pt x="399923" y="2398321"/>
                    <a:pt x="404622" y="2403084"/>
                    <a:pt x="410470" y="2403155"/>
                  </a:cubicBezTo>
                  <a:lnTo>
                    <a:pt x="410470" y="2403155"/>
                  </a:lnTo>
                  <a:cubicBezTo>
                    <a:pt x="416342" y="2403084"/>
                    <a:pt x="421082" y="2398349"/>
                    <a:pt x="421159" y="2392491"/>
                  </a:cubicBezTo>
                  <a:lnTo>
                    <a:pt x="421159" y="2392491"/>
                  </a:lnTo>
                  <a:cubicBezTo>
                    <a:pt x="421081" y="2386662"/>
                    <a:pt x="416318" y="2381970"/>
                    <a:pt x="410470" y="2381970"/>
                  </a:cubicBezTo>
                  <a:close/>
                  <a:moveTo>
                    <a:pt x="1152732" y="2337751"/>
                  </a:moveTo>
                  <a:cubicBezTo>
                    <a:pt x="1146907" y="2337751"/>
                    <a:pt x="1142185" y="2342458"/>
                    <a:pt x="1142185" y="2348273"/>
                  </a:cubicBezTo>
                  <a:lnTo>
                    <a:pt x="1142185" y="2348273"/>
                  </a:lnTo>
                  <a:cubicBezTo>
                    <a:pt x="1142185" y="2354102"/>
                    <a:pt x="1146884" y="2358865"/>
                    <a:pt x="1152732" y="2358937"/>
                  </a:cubicBezTo>
                  <a:lnTo>
                    <a:pt x="1152732" y="2358937"/>
                  </a:lnTo>
                  <a:cubicBezTo>
                    <a:pt x="1158580" y="2358865"/>
                    <a:pt x="1163279" y="2354102"/>
                    <a:pt x="1163279" y="2348273"/>
                  </a:cubicBezTo>
                  <a:lnTo>
                    <a:pt x="1163279" y="2348273"/>
                  </a:lnTo>
                  <a:cubicBezTo>
                    <a:pt x="1163279" y="2342458"/>
                    <a:pt x="1158557" y="2337751"/>
                    <a:pt x="1152732" y="2337751"/>
                  </a:cubicBezTo>
                  <a:close/>
                  <a:moveTo>
                    <a:pt x="986122" y="2067606"/>
                  </a:moveTo>
                  <a:cubicBezTo>
                    <a:pt x="980297" y="2067606"/>
                    <a:pt x="975575" y="2072313"/>
                    <a:pt x="975575" y="2078128"/>
                  </a:cubicBezTo>
                  <a:lnTo>
                    <a:pt x="975575" y="2078128"/>
                  </a:lnTo>
                  <a:cubicBezTo>
                    <a:pt x="975575" y="2083957"/>
                    <a:pt x="980274" y="2088720"/>
                    <a:pt x="986122" y="2088791"/>
                  </a:cubicBezTo>
                  <a:lnTo>
                    <a:pt x="986122" y="2088791"/>
                  </a:lnTo>
                  <a:cubicBezTo>
                    <a:pt x="992025" y="2088791"/>
                    <a:pt x="996811" y="2084014"/>
                    <a:pt x="996811" y="2078128"/>
                  </a:cubicBezTo>
                  <a:lnTo>
                    <a:pt x="996811" y="2078128"/>
                  </a:lnTo>
                  <a:cubicBezTo>
                    <a:pt x="996811" y="2072313"/>
                    <a:pt x="992091" y="2067606"/>
                    <a:pt x="986266" y="2067606"/>
                  </a:cubicBezTo>
                  <a:cubicBezTo>
                    <a:pt x="986218" y="2067606"/>
                    <a:pt x="986171" y="2067606"/>
                    <a:pt x="986122" y="2067606"/>
                  </a:cubicBezTo>
                  <a:close/>
                  <a:moveTo>
                    <a:pt x="693664" y="1995662"/>
                  </a:moveTo>
                  <a:cubicBezTo>
                    <a:pt x="689334" y="1995662"/>
                    <a:pt x="685825" y="1999160"/>
                    <a:pt x="685825" y="2003482"/>
                  </a:cubicBezTo>
                  <a:lnTo>
                    <a:pt x="685825" y="2003482"/>
                  </a:lnTo>
                  <a:cubicBezTo>
                    <a:pt x="685825" y="2007819"/>
                    <a:pt x="689311" y="2011374"/>
                    <a:pt x="693664" y="2011445"/>
                  </a:cubicBezTo>
                  <a:lnTo>
                    <a:pt x="693664" y="2011445"/>
                  </a:lnTo>
                  <a:cubicBezTo>
                    <a:pt x="698072" y="2011445"/>
                    <a:pt x="701645" y="2007876"/>
                    <a:pt x="701645" y="2003482"/>
                  </a:cubicBezTo>
                  <a:lnTo>
                    <a:pt x="701645" y="2003482"/>
                  </a:lnTo>
                  <a:cubicBezTo>
                    <a:pt x="701567" y="1999146"/>
                    <a:pt x="698017" y="1995662"/>
                    <a:pt x="693664" y="1995662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3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98614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20801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044">
            <a:extLst>
              <a:ext uri="{FF2B5EF4-FFF2-40B4-BE49-F238E27FC236}">
                <a16:creationId xmlns:a16="http://schemas.microsoft.com/office/drawing/2014/main" id="{E584094B-C9C2-4D47-8B52-8848BE79E062}"/>
              </a:ext>
            </a:extLst>
          </p:cNvPr>
          <p:cNvGrpSpPr>
            <a:grpSpLocks noChangeAspect="1"/>
          </p:cNvGrpSpPr>
          <p:nvPr userDrawn="1"/>
        </p:nvGrpSpPr>
        <p:grpSpPr bwMode="gray">
          <a:xfrm>
            <a:off x="-621252" y="590649"/>
            <a:ext cx="12837335" cy="7276907"/>
            <a:chOff x="1272" y="1145"/>
            <a:chExt cx="4779" cy="2709"/>
          </a:xfrm>
          <a:gradFill>
            <a:gsLst>
              <a:gs pos="0">
                <a:schemeClr val="accent6">
                  <a:alpha val="38000"/>
                </a:schemeClr>
              </a:gs>
              <a:gs pos="100000">
                <a:schemeClr val="accent1">
                  <a:alpha val="49000"/>
                </a:schemeClr>
              </a:gs>
            </a:gsLst>
            <a:lin ang="2700000" scaled="0"/>
          </a:gradFill>
        </p:grpSpPr>
        <p:grpSp>
          <p:nvGrpSpPr>
            <p:cNvPr id="8" name="Group 6245">
              <a:extLst>
                <a:ext uri="{FF2B5EF4-FFF2-40B4-BE49-F238E27FC236}">
                  <a16:creationId xmlns:a16="http://schemas.microsoft.com/office/drawing/2014/main" id="{FA983CAD-4918-487A-80D4-91574F347E17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1272" y="1193"/>
              <a:ext cx="4779" cy="1973"/>
              <a:chOff x="1272" y="1193"/>
              <a:chExt cx="4779" cy="1973"/>
            </a:xfrm>
            <a:grpFill/>
          </p:grpSpPr>
          <p:sp>
            <p:nvSpPr>
              <p:cNvPr id="307" name="Freeform 6045">
                <a:extLst>
                  <a:ext uri="{FF2B5EF4-FFF2-40B4-BE49-F238E27FC236}">
                    <a16:creationId xmlns:a16="http://schemas.microsoft.com/office/drawing/2014/main" id="{EC22E223-CB7F-41DE-8B84-DAAF02DB723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69" y="1740"/>
                <a:ext cx="8" cy="7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3 h 4"/>
                  <a:gd name="T4" fmla="*/ 4 w 4"/>
                  <a:gd name="T5" fmla="*/ 0 h 4"/>
                  <a:gd name="T6" fmla="*/ 0 w 4"/>
                  <a:gd name="T7" fmla="*/ 2 h 4"/>
                  <a:gd name="T8" fmla="*/ 1 w 4"/>
                  <a:gd name="T9" fmla="*/ 3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8" name="Freeform 6046">
                <a:extLst>
                  <a:ext uri="{FF2B5EF4-FFF2-40B4-BE49-F238E27FC236}">
                    <a16:creationId xmlns:a16="http://schemas.microsoft.com/office/drawing/2014/main" id="{DB00C511-78A9-41F9-B760-B5910676A9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1" y="1734"/>
                <a:ext cx="21" cy="19"/>
              </a:xfrm>
              <a:custGeom>
                <a:avLst/>
                <a:gdLst>
                  <a:gd name="T0" fmla="*/ 21 w 21"/>
                  <a:gd name="T1" fmla="*/ 4 h 19"/>
                  <a:gd name="T2" fmla="*/ 19 w 21"/>
                  <a:gd name="T3" fmla="*/ 0 h 19"/>
                  <a:gd name="T4" fmla="*/ 15 w 21"/>
                  <a:gd name="T5" fmla="*/ 4 h 19"/>
                  <a:gd name="T6" fmla="*/ 15 w 21"/>
                  <a:gd name="T7" fmla="*/ 4 h 19"/>
                  <a:gd name="T8" fmla="*/ 11 w 21"/>
                  <a:gd name="T9" fmla="*/ 8 h 19"/>
                  <a:gd name="T10" fmla="*/ 9 w 21"/>
                  <a:gd name="T11" fmla="*/ 8 h 19"/>
                  <a:gd name="T12" fmla="*/ 4 w 21"/>
                  <a:gd name="T13" fmla="*/ 13 h 19"/>
                  <a:gd name="T14" fmla="*/ 4 w 21"/>
                  <a:gd name="T15" fmla="*/ 13 h 19"/>
                  <a:gd name="T16" fmla="*/ 2 w 21"/>
                  <a:gd name="T17" fmla="*/ 15 h 19"/>
                  <a:gd name="T18" fmla="*/ 0 w 21"/>
                  <a:gd name="T19" fmla="*/ 15 h 19"/>
                  <a:gd name="T20" fmla="*/ 0 w 21"/>
                  <a:gd name="T21" fmla="*/ 19 h 19"/>
                  <a:gd name="T22" fmla="*/ 4 w 21"/>
                  <a:gd name="T23" fmla="*/ 19 h 19"/>
                  <a:gd name="T24" fmla="*/ 6 w 21"/>
                  <a:gd name="T25" fmla="*/ 17 h 19"/>
                  <a:gd name="T26" fmla="*/ 9 w 21"/>
                  <a:gd name="T27" fmla="*/ 17 h 19"/>
                  <a:gd name="T28" fmla="*/ 11 w 21"/>
                  <a:gd name="T29" fmla="*/ 15 h 19"/>
                  <a:gd name="T30" fmla="*/ 9 w 21"/>
                  <a:gd name="T31" fmla="*/ 15 h 19"/>
                  <a:gd name="T32" fmla="*/ 11 w 21"/>
                  <a:gd name="T33" fmla="*/ 13 h 19"/>
                  <a:gd name="T34" fmla="*/ 15 w 21"/>
                  <a:gd name="T35" fmla="*/ 9 h 19"/>
                  <a:gd name="T36" fmla="*/ 19 w 21"/>
                  <a:gd name="T37" fmla="*/ 8 h 19"/>
                  <a:gd name="T38" fmla="*/ 21 w 21"/>
                  <a:gd name="T39" fmla="*/ 6 h 19"/>
                  <a:gd name="T40" fmla="*/ 21 w 21"/>
                  <a:gd name="T41" fmla="*/ 4 h 19"/>
                  <a:gd name="T42" fmla="*/ 21 w 21"/>
                  <a:gd name="T4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21" y="4"/>
                    </a:moveTo>
                    <a:lnTo>
                      <a:pt x="19" y="0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9" name="Freeform 6047">
                <a:extLst>
                  <a:ext uri="{FF2B5EF4-FFF2-40B4-BE49-F238E27FC236}">
                    <a16:creationId xmlns:a16="http://schemas.microsoft.com/office/drawing/2014/main" id="{9EF2B10F-C8A1-4AF1-AFAC-EF65D8A5CF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9" y="1760"/>
                <a:ext cx="11" cy="4"/>
              </a:xfrm>
              <a:custGeom>
                <a:avLst/>
                <a:gdLst>
                  <a:gd name="T0" fmla="*/ 0 w 11"/>
                  <a:gd name="T1" fmla="*/ 4 h 4"/>
                  <a:gd name="T2" fmla="*/ 11 w 11"/>
                  <a:gd name="T3" fmla="*/ 4 h 4"/>
                  <a:gd name="T4" fmla="*/ 5 w 11"/>
                  <a:gd name="T5" fmla="*/ 0 h 4"/>
                  <a:gd name="T6" fmla="*/ 0 w 1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lnTo>
                      <a:pt x="11" y="4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0" name="Freeform 6048">
                <a:extLst>
                  <a:ext uri="{FF2B5EF4-FFF2-40B4-BE49-F238E27FC236}">
                    <a16:creationId xmlns:a16="http://schemas.microsoft.com/office/drawing/2014/main" id="{37E51195-F2FF-4CC3-A4C9-E43344A657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95" y="1740"/>
                <a:ext cx="11" cy="3"/>
              </a:xfrm>
              <a:custGeom>
                <a:avLst/>
                <a:gdLst>
                  <a:gd name="T0" fmla="*/ 0 w 11"/>
                  <a:gd name="T1" fmla="*/ 2 h 3"/>
                  <a:gd name="T2" fmla="*/ 5 w 11"/>
                  <a:gd name="T3" fmla="*/ 3 h 3"/>
                  <a:gd name="T4" fmla="*/ 11 w 11"/>
                  <a:gd name="T5" fmla="*/ 2 h 3"/>
                  <a:gd name="T6" fmla="*/ 5 w 11"/>
                  <a:gd name="T7" fmla="*/ 0 h 3"/>
                  <a:gd name="T8" fmla="*/ 0 w 1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lnTo>
                      <a:pt x="5" y="3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1" name="Freeform 6049">
                <a:extLst>
                  <a:ext uri="{FF2B5EF4-FFF2-40B4-BE49-F238E27FC236}">
                    <a16:creationId xmlns:a16="http://schemas.microsoft.com/office/drawing/2014/main" id="{401520D1-01EF-4797-9D07-4831B7B055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0" y="172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0 h 5"/>
                  <a:gd name="T4" fmla="*/ 0 w 5"/>
                  <a:gd name="T5" fmla="*/ 4 h 5"/>
                  <a:gd name="T6" fmla="*/ 5 w 5"/>
                  <a:gd name="T7" fmla="*/ 5 h 5"/>
                  <a:gd name="T8" fmla="*/ 3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2" name="Freeform 6050">
                <a:extLst>
                  <a:ext uri="{FF2B5EF4-FFF2-40B4-BE49-F238E27FC236}">
                    <a16:creationId xmlns:a16="http://schemas.microsoft.com/office/drawing/2014/main" id="{1163C0B3-D8F9-4914-82E6-760D9C3C47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3" y="1732"/>
                <a:ext cx="10" cy="8"/>
              </a:xfrm>
              <a:custGeom>
                <a:avLst/>
                <a:gdLst>
                  <a:gd name="T0" fmla="*/ 6 w 10"/>
                  <a:gd name="T1" fmla="*/ 4 h 8"/>
                  <a:gd name="T2" fmla="*/ 6 w 10"/>
                  <a:gd name="T3" fmla="*/ 2 h 8"/>
                  <a:gd name="T4" fmla="*/ 2 w 10"/>
                  <a:gd name="T5" fmla="*/ 0 h 8"/>
                  <a:gd name="T6" fmla="*/ 0 w 10"/>
                  <a:gd name="T7" fmla="*/ 2 h 8"/>
                  <a:gd name="T8" fmla="*/ 0 w 10"/>
                  <a:gd name="T9" fmla="*/ 8 h 8"/>
                  <a:gd name="T10" fmla="*/ 6 w 10"/>
                  <a:gd name="T11" fmla="*/ 8 h 8"/>
                  <a:gd name="T12" fmla="*/ 10 w 10"/>
                  <a:gd name="T13" fmla="*/ 8 h 8"/>
                  <a:gd name="T14" fmla="*/ 8 w 10"/>
                  <a:gd name="T15" fmla="*/ 4 h 8"/>
                  <a:gd name="T16" fmla="*/ 6 w 10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6" y="4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3" name="Freeform 6051">
                <a:extLst>
                  <a:ext uri="{FF2B5EF4-FFF2-40B4-BE49-F238E27FC236}">
                    <a16:creationId xmlns:a16="http://schemas.microsoft.com/office/drawing/2014/main" id="{38C1E7C1-F880-4C15-A71E-00655881BE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43" y="1779"/>
                <a:ext cx="54" cy="41"/>
              </a:xfrm>
              <a:custGeom>
                <a:avLst/>
                <a:gdLst>
                  <a:gd name="T0" fmla="*/ 52 w 54"/>
                  <a:gd name="T1" fmla="*/ 4 h 41"/>
                  <a:gd name="T2" fmla="*/ 46 w 54"/>
                  <a:gd name="T3" fmla="*/ 4 h 41"/>
                  <a:gd name="T4" fmla="*/ 44 w 54"/>
                  <a:gd name="T5" fmla="*/ 4 h 41"/>
                  <a:gd name="T6" fmla="*/ 39 w 54"/>
                  <a:gd name="T7" fmla="*/ 2 h 41"/>
                  <a:gd name="T8" fmla="*/ 39 w 54"/>
                  <a:gd name="T9" fmla="*/ 5 h 41"/>
                  <a:gd name="T10" fmla="*/ 37 w 54"/>
                  <a:gd name="T11" fmla="*/ 5 h 41"/>
                  <a:gd name="T12" fmla="*/ 35 w 54"/>
                  <a:gd name="T13" fmla="*/ 2 h 41"/>
                  <a:gd name="T14" fmla="*/ 28 w 54"/>
                  <a:gd name="T15" fmla="*/ 5 h 41"/>
                  <a:gd name="T16" fmla="*/ 31 w 54"/>
                  <a:gd name="T17" fmla="*/ 7 h 41"/>
                  <a:gd name="T18" fmla="*/ 28 w 54"/>
                  <a:gd name="T19" fmla="*/ 9 h 41"/>
                  <a:gd name="T20" fmla="*/ 28 w 54"/>
                  <a:gd name="T21" fmla="*/ 13 h 41"/>
                  <a:gd name="T22" fmla="*/ 26 w 54"/>
                  <a:gd name="T23" fmla="*/ 7 h 41"/>
                  <a:gd name="T24" fmla="*/ 15 w 54"/>
                  <a:gd name="T25" fmla="*/ 11 h 41"/>
                  <a:gd name="T26" fmla="*/ 11 w 54"/>
                  <a:gd name="T27" fmla="*/ 17 h 41"/>
                  <a:gd name="T28" fmla="*/ 11 w 54"/>
                  <a:gd name="T29" fmla="*/ 20 h 41"/>
                  <a:gd name="T30" fmla="*/ 9 w 54"/>
                  <a:gd name="T31" fmla="*/ 24 h 41"/>
                  <a:gd name="T32" fmla="*/ 13 w 54"/>
                  <a:gd name="T33" fmla="*/ 30 h 41"/>
                  <a:gd name="T34" fmla="*/ 16 w 54"/>
                  <a:gd name="T35" fmla="*/ 26 h 41"/>
                  <a:gd name="T36" fmla="*/ 18 w 54"/>
                  <a:gd name="T37" fmla="*/ 28 h 41"/>
                  <a:gd name="T38" fmla="*/ 13 w 54"/>
                  <a:gd name="T39" fmla="*/ 32 h 41"/>
                  <a:gd name="T40" fmla="*/ 3 w 54"/>
                  <a:gd name="T41" fmla="*/ 35 h 41"/>
                  <a:gd name="T42" fmla="*/ 5 w 54"/>
                  <a:gd name="T43" fmla="*/ 41 h 41"/>
                  <a:gd name="T44" fmla="*/ 11 w 54"/>
                  <a:gd name="T45" fmla="*/ 41 h 41"/>
                  <a:gd name="T46" fmla="*/ 9 w 54"/>
                  <a:gd name="T47" fmla="*/ 35 h 41"/>
                  <a:gd name="T48" fmla="*/ 13 w 54"/>
                  <a:gd name="T49" fmla="*/ 35 h 41"/>
                  <a:gd name="T50" fmla="*/ 18 w 54"/>
                  <a:gd name="T51" fmla="*/ 33 h 41"/>
                  <a:gd name="T52" fmla="*/ 20 w 54"/>
                  <a:gd name="T53" fmla="*/ 32 h 41"/>
                  <a:gd name="T54" fmla="*/ 24 w 54"/>
                  <a:gd name="T55" fmla="*/ 28 h 41"/>
                  <a:gd name="T56" fmla="*/ 26 w 54"/>
                  <a:gd name="T57" fmla="*/ 26 h 41"/>
                  <a:gd name="T58" fmla="*/ 28 w 54"/>
                  <a:gd name="T59" fmla="*/ 24 h 41"/>
                  <a:gd name="T60" fmla="*/ 33 w 54"/>
                  <a:gd name="T61" fmla="*/ 24 h 41"/>
                  <a:gd name="T62" fmla="*/ 33 w 54"/>
                  <a:gd name="T63" fmla="*/ 19 h 41"/>
                  <a:gd name="T64" fmla="*/ 37 w 54"/>
                  <a:gd name="T65" fmla="*/ 22 h 41"/>
                  <a:gd name="T66" fmla="*/ 42 w 54"/>
                  <a:gd name="T67" fmla="*/ 19 h 41"/>
                  <a:gd name="T68" fmla="*/ 42 w 54"/>
                  <a:gd name="T69" fmla="*/ 17 h 41"/>
                  <a:gd name="T70" fmla="*/ 44 w 54"/>
                  <a:gd name="T71" fmla="*/ 17 h 41"/>
                  <a:gd name="T72" fmla="*/ 50 w 54"/>
                  <a:gd name="T73" fmla="*/ 13 h 41"/>
                  <a:gd name="T74" fmla="*/ 48 w 54"/>
                  <a:gd name="T75" fmla="*/ 9 h 41"/>
                  <a:gd name="T76" fmla="*/ 54 w 54"/>
                  <a:gd name="T7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41">
                    <a:moveTo>
                      <a:pt x="54" y="9"/>
                    </a:moveTo>
                    <a:lnTo>
                      <a:pt x="52" y="4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1" y="0"/>
                    </a:lnTo>
                    <a:lnTo>
                      <a:pt x="39" y="2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5" y="2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29" y="7"/>
                    </a:lnTo>
                    <a:lnTo>
                      <a:pt x="28" y="9"/>
                    </a:lnTo>
                    <a:lnTo>
                      <a:pt x="29" y="11"/>
                    </a:lnTo>
                    <a:lnTo>
                      <a:pt x="28" y="13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9" y="24"/>
                    </a:lnTo>
                    <a:lnTo>
                      <a:pt x="11" y="28"/>
                    </a:lnTo>
                    <a:lnTo>
                      <a:pt x="13" y="30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3" y="35"/>
                    </a:lnTo>
                    <a:lnTo>
                      <a:pt x="0" y="41"/>
                    </a:lnTo>
                    <a:lnTo>
                      <a:pt x="5" y="41"/>
                    </a:lnTo>
                    <a:lnTo>
                      <a:pt x="9" y="37"/>
                    </a:lnTo>
                    <a:lnTo>
                      <a:pt x="11" y="41"/>
                    </a:lnTo>
                    <a:lnTo>
                      <a:pt x="15" y="35"/>
                    </a:lnTo>
                    <a:lnTo>
                      <a:pt x="9" y="35"/>
                    </a:lnTo>
                    <a:lnTo>
                      <a:pt x="13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33" y="24"/>
                    </a:lnTo>
                    <a:lnTo>
                      <a:pt x="35" y="22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22"/>
                    </a:lnTo>
                    <a:lnTo>
                      <a:pt x="41" y="22"/>
                    </a:lnTo>
                    <a:lnTo>
                      <a:pt x="42" y="19"/>
                    </a:lnTo>
                    <a:lnTo>
                      <a:pt x="41" y="15"/>
                    </a:lnTo>
                    <a:lnTo>
                      <a:pt x="42" y="17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8" y="17"/>
                    </a:lnTo>
                    <a:lnTo>
                      <a:pt x="50" y="13"/>
                    </a:lnTo>
                    <a:lnTo>
                      <a:pt x="48" y="11"/>
                    </a:lnTo>
                    <a:lnTo>
                      <a:pt x="48" y="9"/>
                    </a:lnTo>
                    <a:lnTo>
                      <a:pt x="50" y="9"/>
                    </a:lnTo>
                    <a:lnTo>
                      <a:pt x="54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4" name="Freeform 6052">
                <a:extLst>
                  <a:ext uri="{FF2B5EF4-FFF2-40B4-BE49-F238E27FC236}">
                    <a16:creationId xmlns:a16="http://schemas.microsoft.com/office/drawing/2014/main" id="{08DB11F8-B7F3-47F7-945A-6791A52B01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24" y="1831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w 6"/>
                  <a:gd name="T9" fmla="*/ 2 h 6"/>
                  <a:gd name="T10" fmla="*/ 0 w 6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5" name="Freeform 6053">
                <a:extLst>
                  <a:ext uri="{FF2B5EF4-FFF2-40B4-BE49-F238E27FC236}">
                    <a16:creationId xmlns:a16="http://schemas.microsoft.com/office/drawing/2014/main" id="{6306D185-351A-4A90-8667-8A55561FB6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85" y="1764"/>
                <a:ext cx="19" cy="19"/>
              </a:xfrm>
              <a:custGeom>
                <a:avLst/>
                <a:gdLst>
                  <a:gd name="T0" fmla="*/ 17 w 19"/>
                  <a:gd name="T1" fmla="*/ 11 h 19"/>
                  <a:gd name="T2" fmla="*/ 17 w 19"/>
                  <a:gd name="T3" fmla="*/ 11 h 19"/>
                  <a:gd name="T4" fmla="*/ 19 w 19"/>
                  <a:gd name="T5" fmla="*/ 9 h 19"/>
                  <a:gd name="T6" fmla="*/ 17 w 19"/>
                  <a:gd name="T7" fmla="*/ 6 h 19"/>
                  <a:gd name="T8" fmla="*/ 13 w 19"/>
                  <a:gd name="T9" fmla="*/ 7 h 19"/>
                  <a:gd name="T10" fmla="*/ 13 w 19"/>
                  <a:gd name="T11" fmla="*/ 6 h 19"/>
                  <a:gd name="T12" fmla="*/ 13 w 19"/>
                  <a:gd name="T13" fmla="*/ 6 h 19"/>
                  <a:gd name="T14" fmla="*/ 17 w 19"/>
                  <a:gd name="T15" fmla="*/ 4 h 19"/>
                  <a:gd name="T16" fmla="*/ 17 w 19"/>
                  <a:gd name="T17" fmla="*/ 0 h 19"/>
                  <a:gd name="T18" fmla="*/ 13 w 19"/>
                  <a:gd name="T19" fmla="*/ 0 h 19"/>
                  <a:gd name="T20" fmla="*/ 12 w 19"/>
                  <a:gd name="T21" fmla="*/ 0 h 19"/>
                  <a:gd name="T22" fmla="*/ 12 w 19"/>
                  <a:gd name="T23" fmla="*/ 4 h 19"/>
                  <a:gd name="T24" fmla="*/ 13 w 19"/>
                  <a:gd name="T25" fmla="*/ 6 h 19"/>
                  <a:gd name="T26" fmla="*/ 12 w 19"/>
                  <a:gd name="T27" fmla="*/ 4 h 19"/>
                  <a:gd name="T28" fmla="*/ 8 w 19"/>
                  <a:gd name="T29" fmla="*/ 6 h 19"/>
                  <a:gd name="T30" fmla="*/ 6 w 19"/>
                  <a:gd name="T31" fmla="*/ 7 h 19"/>
                  <a:gd name="T32" fmla="*/ 8 w 19"/>
                  <a:gd name="T33" fmla="*/ 9 h 19"/>
                  <a:gd name="T34" fmla="*/ 6 w 19"/>
                  <a:gd name="T35" fmla="*/ 11 h 19"/>
                  <a:gd name="T36" fmla="*/ 6 w 19"/>
                  <a:gd name="T37" fmla="*/ 9 h 19"/>
                  <a:gd name="T38" fmla="*/ 4 w 19"/>
                  <a:gd name="T39" fmla="*/ 11 h 19"/>
                  <a:gd name="T40" fmla="*/ 2 w 19"/>
                  <a:gd name="T41" fmla="*/ 9 h 19"/>
                  <a:gd name="T42" fmla="*/ 0 w 19"/>
                  <a:gd name="T43" fmla="*/ 13 h 19"/>
                  <a:gd name="T44" fmla="*/ 0 w 19"/>
                  <a:gd name="T45" fmla="*/ 15 h 19"/>
                  <a:gd name="T46" fmla="*/ 4 w 19"/>
                  <a:gd name="T47" fmla="*/ 19 h 19"/>
                  <a:gd name="T48" fmla="*/ 8 w 19"/>
                  <a:gd name="T49" fmla="*/ 17 h 19"/>
                  <a:gd name="T50" fmla="*/ 10 w 19"/>
                  <a:gd name="T51" fmla="*/ 17 h 19"/>
                  <a:gd name="T52" fmla="*/ 10 w 19"/>
                  <a:gd name="T53" fmla="*/ 17 h 19"/>
                  <a:gd name="T54" fmla="*/ 12 w 19"/>
                  <a:gd name="T55" fmla="*/ 17 h 19"/>
                  <a:gd name="T56" fmla="*/ 13 w 19"/>
                  <a:gd name="T57" fmla="*/ 15 h 19"/>
                  <a:gd name="T58" fmla="*/ 15 w 19"/>
                  <a:gd name="T59" fmla="*/ 17 h 19"/>
                  <a:gd name="T60" fmla="*/ 19 w 19"/>
                  <a:gd name="T61" fmla="*/ 15 h 19"/>
                  <a:gd name="T62" fmla="*/ 17 w 19"/>
                  <a:gd name="T63" fmla="*/ 11 h 19"/>
                  <a:gd name="T64" fmla="*/ 17 w 19"/>
                  <a:gd name="T6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9">
                    <a:moveTo>
                      <a:pt x="17" y="11"/>
                    </a:moveTo>
                    <a:lnTo>
                      <a:pt x="17" y="11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7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9" y="15"/>
                    </a:lnTo>
                    <a:lnTo>
                      <a:pt x="17" y="11"/>
                    </a:lnTo>
                    <a:lnTo>
                      <a:pt x="17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6" name="Freeform 6054">
                <a:extLst>
                  <a:ext uri="{FF2B5EF4-FFF2-40B4-BE49-F238E27FC236}">
                    <a16:creationId xmlns:a16="http://schemas.microsoft.com/office/drawing/2014/main" id="{A9708D66-0DBB-4B0D-A3F2-8B086132B0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892" y="1880"/>
                <a:ext cx="6" cy="7"/>
              </a:xfrm>
              <a:custGeom>
                <a:avLst/>
                <a:gdLst>
                  <a:gd name="T0" fmla="*/ 6 w 6"/>
                  <a:gd name="T1" fmla="*/ 3 h 7"/>
                  <a:gd name="T2" fmla="*/ 0 w 6"/>
                  <a:gd name="T3" fmla="*/ 0 h 7"/>
                  <a:gd name="T4" fmla="*/ 2 w 6"/>
                  <a:gd name="T5" fmla="*/ 7 h 7"/>
                  <a:gd name="T6" fmla="*/ 6 w 6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7" name="Freeform 6055">
                <a:extLst>
                  <a:ext uri="{FF2B5EF4-FFF2-40B4-BE49-F238E27FC236}">
                    <a16:creationId xmlns:a16="http://schemas.microsoft.com/office/drawing/2014/main" id="{C2CF9CF5-B507-4971-83C9-32D023F780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53" y="1839"/>
                <a:ext cx="15" cy="14"/>
              </a:xfrm>
              <a:custGeom>
                <a:avLst/>
                <a:gdLst>
                  <a:gd name="T0" fmla="*/ 8 w 15"/>
                  <a:gd name="T1" fmla="*/ 0 h 14"/>
                  <a:gd name="T2" fmla="*/ 8 w 15"/>
                  <a:gd name="T3" fmla="*/ 1 h 14"/>
                  <a:gd name="T4" fmla="*/ 6 w 15"/>
                  <a:gd name="T5" fmla="*/ 3 h 14"/>
                  <a:gd name="T6" fmla="*/ 0 w 15"/>
                  <a:gd name="T7" fmla="*/ 14 h 14"/>
                  <a:gd name="T8" fmla="*/ 8 w 15"/>
                  <a:gd name="T9" fmla="*/ 7 h 14"/>
                  <a:gd name="T10" fmla="*/ 11 w 15"/>
                  <a:gd name="T11" fmla="*/ 5 h 14"/>
                  <a:gd name="T12" fmla="*/ 11 w 15"/>
                  <a:gd name="T13" fmla="*/ 3 h 14"/>
                  <a:gd name="T14" fmla="*/ 15 w 15"/>
                  <a:gd name="T15" fmla="*/ 0 h 14"/>
                  <a:gd name="T16" fmla="*/ 8 w 15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lnTo>
                      <a:pt x="8" y="1"/>
                    </a:lnTo>
                    <a:lnTo>
                      <a:pt x="6" y="3"/>
                    </a:lnTo>
                    <a:lnTo>
                      <a:pt x="0" y="14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8" name="Freeform 6056">
                <a:extLst>
                  <a:ext uri="{FF2B5EF4-FFF2-40B4-BE49-F238E27FC236}">
                    <a16:creationId xmlns:a16="http://schemas.microsoft.com/office/drawing/2014/main" id="{9E84C100-3A7B-4238-A468-1BF3FD0A3F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4"/>
                <a:ext cx="11" cy="7"/>
              </a:xfrm>
              <a:custGeom>
                <a:avLst/>
                <a:gdLst>
                  <a:gd name="T0" fmla="*/ 8 w 11"/>
                  <a:gd name="T1" fmla="*/ 4 h 7"/>
                  <a:gd name="T2" fmla="*/ 6 w 11"/>
                  <a:gd name="T3" fmla="*/ 0 h 7"/>
                  <a:gd name="T4" fmla="*/ 0 w 11"/>
                  <a:gd name="T5" fmla="*/ 4 h 7"/>
                  <a:gd name="T6" fmla="*/ 4 w 11"/>
                  <a:gd name="T7" fmla="*/ 4 h 7"/>
                  <a:gd name="T8" fmla="*/ 4 w 11"/>
                  <a:gd name="T9" fmla="*/ 4 h 7"/>
                  <a:gd name="T10" fmla="*/ 8 w 11"/>
                  <a:gd name="T11" fmla="*/ 7 h 7"/>
                  <a:gd name="T12" fmla="*/ 11 w 11"/>
                  <a:gd name="T13" fmla="*/ 6 h 7"/>
                  <a:gd name="T14" fmla="*/ 10 w 11"/>
                  <a:gd name="T15" fmla="*/ 2 h 7"/>
                  <a:gd name="T16" fmla="*/ 8 w 11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8" y="4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9" name="Freeform 6057">
                <a:extLst>
                  <a:ext uri="{FF2B5EF4-FFF2-40B4-BE49-F238E27FC236}">
                    <a16:creationId xmlns:a16="http://schemas.microsoft.com/office/drawing/2014/main" id="{CC1CB7E7-92B9-4A4C-937E-E9D87B0877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8"/>
                <a:ext cx="8" cy="5"/>
              </a:xfrm>
              <a:custGeom>
                <a:avLst/>
                <a:gdLst>
                  <a:gd name="T0" fmla="*/ 0 w 8"/>
                  <a:gd name="T1" fmla="*/ 3 h 5"/>
                  <a:gd name="T2" fmla="*/ 4 w 8"/>
                  <a:gd name="T3" fmla="*/ 5 h 5"/>
                  <a:gd name="T4" fmla="*/ 8 w 8"/>
                  <a:gd name="T5" fmla="*/ 3 h 5"/>
                  <a:gd name="T6" fmla="*/ 4 w 8"/>
                  <a:gd name="T7" fmla="*/ 0 h 5"/>
                  <a:gd name="T8" fmla="*/ 0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lnTo>
                      <a:pt x="4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0" name="Freeform 6058">
                <a:extLst>
                  <a:ext uri="{FF2B5EF4-FFF2-40B4-BE49-F238E27FC236}">
                    <a16:creationId xmlns:a16="http://schemas.microsoft.com/office/drawing/2014/main" id="{69263B5A-530E-4813-AA1F-C9E1A6E470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88" y="1880"/>
                <a:ext cx="5" cy="9"/>
              </a:xfrm>
              <a:custGeom>
                <a:avLst/>
                <a:gdLst>
                  <a:gd name="T0" fmla="*/ 0 w 5"/>
                  <a:gd name="T1" fmla="*/ 5 h 9"/>
                  <a:gd name="T2" fmla="*/ 5 w 5"/>
                  <a:gd name="T3" fmla="*/ 9 h 9"/>
                  <a:gd name="T4" fmla="*/ 3 w 5"/>
                  <a:gd name="T5" fmla="*/ 0 h 9"/>
                  <a:gd name="T6" fmla="*/ 0 w 5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lnTo>
                      <a:pt x="5" y="9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1" name="Freeform 6059">
                <a:extLst>
                  <a:ext uri="{FF2B5EF4-FFF2-40B4-BE49-F238E27FC236}">
                    <a16:creationId xmlns:a16="http://schemas.microsoft.com/office/drawing/2014/main" id="{1A167390-4502-41F8-A320-0FD2E43B62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67" y="1885"/>
                <a:ext cx="11" cy="4"/>
              </a:xfrm>
              <a:custGeom>
                <a:avLst/>
                <a:gdLst>
                  <a:gd name="T0" fmla="*/ 2 w 11"/>
                  <a:gd name="T1" fmla="*/ 0 h 4"/>
                  <a:gd name="T2" fmla="*/ 0 w 11"/>
                  <a:gd name="T3" fmla="*/ 4 h 4"/>
                  <a:gd name="T4" fmla="*/ 8 w 11"/>
                  <a:gd name="T5" fmla="*/ 4 h 4"/>
                  <a:gd name="T6" fmla="*/ 11 w 11"/>
                  <a:gd name="T7" fmla="*/ 2 h 4"/>
                  <a:gd name="T8" fmla="*/ 8 w 11"/>
                  <a:gd name="T9" fmla="*/ 0 h 4"/>
                  <a:gd name="T10" fmla="*/ 2 w 1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0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2" name="Freeform 6060">
                <a:extLst>
                  <a:ext uri="{FF2B5EF4-FFF2-40B4-BE49-F238E27FC236}">
                    <a16:creationId xmlns:a16="http://schemas.microsoft.com/office/drawing/2014/main" id="{4F95F72D-9B7B-481F-8431-3159B1A36E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95" y="1878"/>
                <a:ext cx="11" cy="9"/>
              </a:xfrm>
              <a:custGeom>
                <a:avLst/>
                <a:gdLst>
                  <a:gd name="T0" fmla="*/ 2 w 11"/>
                  <a:gd name="T1" fmla="*/ 3 h 9"/>
                  <a:gd name="T2" fmla="*/ 0 w 11"/>
                  <a:gd name="T3" fmla="*/ 9 h 9"/>
                  <a:gd name="T4" fmla="*/ 6 w 11"/>
                  <a:gd name="T5" fmla="*/ 5 h 9"/>
                  <a:gd name="T6" fmla="*/ 11 w 11"/>
                  <a:gd name="T7" fmla="*/ 5 h 9"/>
                  <a:gd name="T8" fmla="*/ 4 w 11"/>
                  <a:gd name="T9" fmla="*/ 0 h 9"/>
                  <a:gd name="T10" fmla="*/ 2 w 11"/>
                  <a:gd name="T1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lnTo>
                      <a:pt x="0" y="9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4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3" name="Freeform 6061">
                <a:extLst>
                  <a:ext uri="{FF2B5EF4-FFF2-40B4-BE49-F238E27FC236}">
                    <a16:creationId xmlns:a16="http://schemas.microsoft.com/office/drawing/2014/main" id="{54C8EBE2-70F7-42FF-8E6D-2C1EE02C2E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81" y="1855"/>
                <a:ext cx="13" cy="4"/>
              </a:xfrm>
              <a:custGeom>
                <a:avLst/>
                <a:gdLst>
                  <a:gd name="T0" fmla="*/ 11 w 13"/>
                  <a:gd name="T1" fmla="*/ 0 h 4"/>
                  <a:gd name="T2" fmla="*/ 5 w 13"/>
                  <a:gd name="T3" fmla="*/ 0 h 4"/>
                  <a:gd name="T4" fmla="*/ 7 w 13"/>
                  <a:gd name="T5" fmla="*/ 2 h 4"/>
                  <a:gd name="T6" fmla="*/ 3 w 13"/>
                  <a:gd name="T7" fmla="*/ 0 h 4"/>
                  <a:gd name="T8" fmla="*/ 0 w 13"/>
                  <a:gd name="T9" fmla="*/ 4 h 4"/>
                  <a:gd name="T10" fmla="*/ 9 w 13"/>
                  <a:gd name="T11" fmla="*/ 4 h 4"/>
                  <a:gd name="T12" fmla="*/ 9 w 13"/>
                  <a:gd name="T13" fmla="*/ 4 h 4"/>
                  <a:gd name="T14" fmla="*/ 13 w 13"/>
                  <a:gd name="T15" fmla="*/ 2 h 4"/>
                  <a:gd name="T16" fmla="*/ 11 w 1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">
                    <a:moveTo>
                      <a:pt x="11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4" name="Freeform 6062">
                <a:extLst>
                  <a:ext uri="{FF2B5EF4-FFF2-40B4-BE49-F238E27FC236}">
                    <a16:creationId xmlns:a16="http://schemas.microsoft.com/office/drawing/2014/main" id="{FAD07182-D629-4422-A8E2-D6C0C4433B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18" y="1850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4 w 7"/>
                  <a:gd name="T3" fmla="*/ 5 h 5"/>
                  <a:gd name="T4" fmla="*/ 7 w 7"/>
                  <a:gd name="T5" fmla="*/ 3 h 5"/>
                  <a:gd name="T6" fmla="*/ 4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4" y="5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5" name="Freeform 6063">
                <a:extLst>
                  <a:ext uri="{FF2B5EF4-FFF2-40B4-BE49-F238E27FC236}">
                    <a16:creationId xmlns:a16="http://schemas.microsoft.com/office/drawing/2014/main" id="{2327D956-8F86-417E-BA3E-9418F83875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79" y="1648"/>
                <a:ext cx="9" cy="19"/>
              </a:xfrm>
              <a:custGeom>
                <a:avLst/>
                <a:gdLst>
                  <a:gd name="T0" fmla="*/ 1 w 5"/>
                  <a:gd name="T1" fmla="*/ 7 h 10"/>
                  <a:gd name="T2" fmla="*/ 5 w 5"/>
                  <a:gd name="T3" fmla="*/ 10 h 10"/>
                  <a:gd name="T4" fmla="*/ 5 w 5"/>
                  <a:gd name="T5" fmla="*/ 7 h 10"/>
                  <a:gd name="T6" fmla="*/ 3 w 5"/>
                  <a:gd name="T7" fmla="*/ 5 h 10"/>
                  <a:gd name="T8" fmla="*/ 3 w 5"/>
                  <a:gd name="T9" fmla="*/ 4 h 10"/>
                  <a:gd name="T10" fmla="*/ 2 w 5"/>
                  <a:gd name="T11" fmla="*/ 3 h 10"/>
                  <a:gd name="T12" fmla="*/ 3 w 5"/>
                  <a:gd name="T13" fmla="*/ 3 h 10"/>
                  <a:gd name="T14" fmla="*/ 2 w 5"/>
                  <a:gd name="T15" fmla="*/ 0 h 10"/>
                  <a:gd name="T16" fmla="*/ 1 w 5"/>
                  <a:gd name="T17" fmla="*/ 2 h 10"/>
                  <a:gd name="T18" fmla="*/ 1 w 5"/>
                  <a:gd name="T19" fmla="*/ 3 h 10"/>
                  <a:gd name="T20" fmla="*/ 0 w 5"/>
                  <a:gd name="T21" fmla="*/ 4 h 10"/>
                  <a:gd name="T22" fmla="*/ 0 w 5"/>
                  <a:gd name="T23" fmla="*/ 4 h 10"/>
                  <a:gd name="T24" fmla="*/ 1 w 5"/>
                  <a:gd name="T25" fmla="*/ 5 h 10"/>
                  <a:gd name="T26" fmla="*/ 1 w 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1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6" name="Freeform 6064">
                <a:extLst>
                  <a:ext uri="{FF2B5EF4-FFF2-40B4-BE49-F238E27FC236}">
                    <a16:creationId xmlns:a16="http://schemas.microsoft.com/office/drawing/2014/main" id="{13ACA35F-E27E-455C-A1E7-3634C53200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17" y="1850"/>
                <a:ext cx="69" cy="31"/>
              </a:xfrm>
              <a:custGeom>
                <a:avLst/>
                <a:gdLst>
                  <a:gd name="T0" fmla="*/ 36 w 37"/>
                  <a:gd name="T1" fmla="*/ 0 h 17"/>
                  <a:gd name="T2" fmla="*/ 34 w 37"/>
                  <a:gd name="T3" fmla="*/ 2 h 17"/>
                  <a:gd name="T4" fmla="*/ 33 w 37"/>
                  <a:gd name="T5" fmla="*/ 2 h 17"/>
                  <a:gd name="T6" fmla="*/ 30 w 37"/>
                  <a:gd name="T7" fmla="*/ 1 h 17"/>
                  <a:gd name="T8" fmla="*/ 31 w 37"/>
                  <a:gd name="T9" fmla="*/ 4 h 17"/>
                  <a:gd name="T10" fmla="*/ 29 w 37"/>
                  <a:gd name="T11" fmla="*/ 4 h 17"/>
                  <a:gd name="T12" fmla="*/ 27 w 37"/>
                  <a:gd name="T13" fmla="*/ 3 h 17"/>
                  <a:gd name="T14" fmla="*/ 24 w 37"/>
                  <a:gd name="T15" fmla="*/ 3 h 17"/>
                  <a:gd name="T16" fmla="*/ 23 w 37"/>
                  <a:gd name="T17" fmla="*/ 6 h 17"/>
                  <a:gd name="T18" fmla="*/ 22 w 37"/>
                  <a:gd name="T19" fmla="*/ 6 h 17"/>
                  <a:gd name="T20" fmla="*/ 20 w 37"/>
                  <a:gd name="T21" fmla="*/ 8 h 17"/>
                  <a:gd name="T22" fmla="*/ 19 w 37"/>
                  <a:gd name="T23" fmla="*/ 9 h 17"/>
                  <a:gd name="T24" fmla="*/ 16 w 37"/>
                  <a:gd name="T25" fmla="*/ 11 h 17"/>
                  <a:gd name="T26" fmla="*/ 14 w 37"/>
                  <a:gd name="T27" fmla="*/ 11 h 17"/>
                  <a:gd name="T28" fmla="*/ 17 w 37"/>
                  <a:gd name="T29" fmla="*/ 10 h 17"/>
                  <a:gd name="T30" fmla="*/ 13 w 37"/>
                  <a:gd name="T31" fmla="*/ 4 h 17"/>
                  <a:gd name="T32" fmla="*/ 12 w 37"/>
                  <a:gd name="T33" fmla="*/ 8 h 17"/>
                  <a:gd name="T34" fmla="*/ 10 w 37"/>
                  <a:gd name="T35" fmla="*/ 9 h 17"/>
                  <a:gd name="T36" fmla="*/ 8 w 37"/>
                  <a:gd name="T37" fmla="*/ 11 h 17"/>
                  <a:gd name="T38" fmla="*/ 6 w 37"/>
                  <a:gd name="T39" fmla="*/ 13 h 17"/>
                  <a:gd name="T40" fmla="*/ 4 w 37"/>
                  <a:gd name="T41" fmla="*/ 15 h 17"/>
                  <a:gd name="T42" fmla="*/ 0 w 37"/>
                  <a:gd name="T43" fmla="*/ 17 h 17"/>
                  <a:gd name="T44" fmla="*/ 7 w 37"/>
                  <a:gd name="T45" fmla="*/ 16 h 17"/>
                  <a:gd name="T46" fmla="*/ 11 w 37"/>
                  <a:gd name="T47" fmla="*/ 13 h 17"/>
                  <a:gd name="T48" fmla="*/ 14 w 37"/>
                  <a:gd name="T49" fmla="*/ 12 h 17"/>
                  <a:gd name="T50" fmla="*/ 18 w 37"/>
                  <a:gd name="T51" fmla="*/ 13 h 17"/>
                  <a:gd name="T52" fmla="*/ 21 w 37"/>
                  <a:gd name="T53" fmla="*/ 11 h 17"/>
                  <a:gd name="T54" fmla="*/ 23 w 37"/>
                  <a:gd name="T55" fmla="*/ 12 h 17"/>
                  <a:gd name="T56" fmla="*/ 24 w 37"/>
                  <a:gd name="T57" fmla="*/ 11 h 17"/>
                  <a:gd name="T58" fmla="*/ 27 w 37"/>
                  <a:gd name="T59" fmla="*/ 9 h 17"/>
                  <a:gd name="T60" fmla="*/ 29 w 37"/>
                  <a:gd name="T61" fmla="*/ 7 h 17"/>
                  <a:gd name="T62" fmla="*/ 29 w 37"/>
                  <a:gd name="T63" fmla="*/ 6 h 17"/>
                  <a:gd name="T64" fmla="*/ 31 w 37"/>
                  <a:gd name="T65" fmla="*/ 6 h 17"/>
                  <a:gd name="T66" fmla="*/ 32 w 37"/>
                  <a:gd name="T67" fmla="*/ 5 h 17"/>
                  <a:gd name="T68" fmla="*/ 34 w 37"/>
                  <a:gd name="T6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17">
                    <a:moveTo>
                      <a:pt x="37" y="3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3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7" name="Freeform 6065">
                <a:extLst>
                  <a:ext uri="{FF2B5EF4-FFF2-40B4-BE49-F238E27FC236}">
                    <a16:creationId xmlns:a16="http://schemas.microsoft.com/office/drawing/2014/main" id="{F8DFDF90-6B7B-4314-922E-7A3C86B5A8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6" y="1555"/>
                <a:ext cx="35" cy="37"/>
              </a:xfrm>
              <a:custGeom>
                <a:avLst/>
                <a:gdLst>
                  <a:gd name="T0" fmla="*/ 7 w 35"/>
                  <a:gd name="T1" fmla="*/ 19 h 37"/>
                  <a:gd name="T2" fmla="*/ 7 w 35"/>
                  <a:gd name="T3" fmla="*/ 17 h 37"/>
                  <a:gd name="T4" fmla="*/ 11 w 35"/>
                  <a:gd name="T5" fmla="*/ 17 h 37"/>
                  <a:gd name="T6" fmla="*/ 13 w 35"/>
                  <a:gd name="T7" fmla="*/ 19 h 37"/>
                  <a:gd name="T8" fmla="*/ 15 w 35"/>
                  <a:gd name="T9" fmla="*/ 23 h 37"/>
                  <a:gd name="T10" fmla="*/ 13 w 35"/>
                  <a:gd name="T11" fmla="*/ 26 h 37"/>
                  <a:gd name="T12" fmla="*/ 17 w 35"/>
                  <a:gd name="T13" fmla="*/ 28 h 37"/>
                  <a:gd name="T14" fmla="*/ 17 w 35"/>
                  <a:gd name="T15" fmla="*/ 30 h 37"/>
                  <a:gd name="T16" fmla="*/ 15 w 35"/>
                  <a:gd name="T17" fmla="*/ 36 h 37"/>
                  <a:gd name="T18" fmla="*/ 18 w 35"/>
                  <a:gd name="T19" fmla="*/ 37 h 37"/>
                  <a:gd name="T20" fmla="*/ 22 w 35"/>
                  <a:gd name="T21" fmla="*/ 34 h 37"/>
                  <a:gd name="T22" fmla="*/ 26 w 35"/>
                  <a:gd name="T23" fmla="*/ 34 h 37"/>
                  <a:gd name="T24" fmla="*/ 26 w 35"/>
                  <a:gd name="T25" fmla="*/ 32 h 37"/>
                  <a:gd name="T26" fmla="*/ 28 w 35"/>
                  <a:gd name="T27" fmla="*/ 32 h 37"/>
                  <a:gd name="T28" fmla="*/ 31 w 35"/>
                  <a:gd name="T29" fmla="*/ 34 h 37"/>
                  <a:gd name="T30" fmla="*/ 35 w 35"/>
                  <a:gd name="T31" fmla="*/ 32 h 37"/>
                  <a:gd name="T32" fmla="*/ 33 w 35"/>
                  <a:gd name="T33" fmla="*/ 28 h 37"/>
                  <a:gd name="T34" fmla="*/ 28 w 35"/>
                  <a:gd name="T35" fmla="*/ 23 h 37"/>
                  <a:gd name="T36" fmla="*/ 30 w 35"/>
                  <a:gd name="T37" fmla="*/ 21 h 37"/>
                  <a:gd name="T38" fmla="*/ 26 w 35"/>
                  <a:gd name="T39" fmla="*/ 19 h 37"/>
                  <a:gd name="T40" fmla="*/ 24 w 35"/>
                  <a:gd name="T41" fmla="*/ 15 h 37"/>
                  <a:gd name="T42" fmla="*/ 26 w 35"/>
                  <a:gd name="T43" fmla="*/ 15 h 37"/>
                  <a:gd name="T44" fmla="*/ 26 w 35"/>
                  <a:gd name="T45" fmla="*/ 11 h 37"/>
                  <a:gd name="T46" fmla="*/ 22 w 35"/>
                  <a:gd name="T47" fmla="*/ 9 h 37"/>
                  <a:gd name="T48" fmla="*/ 17 w 35"/>
                  <a:gd name="T49" fmla="*/ 8 h 37"/>
                  <a:gd name="T50" fmla="*/ 15 w 35"/>
                  <a:gd name="T51" fmla="*/ 9 h 37"/>
                  <a:gd name="T52" fmla="*/ 13 w 35"/>
                  <a:gd name="T53" fmla="*/ 9 h 37"/>
                  <a:gd name="T54" fmla="*/ 13 w 35"/>
                  <a:gd name="T55" fmla="*/ 8 h 37"/>
                  <a:gd name="T56" fmla="*/ 11 w 35"/>
                  <a:gd name="T57" fmla="*/ 6 h 37"/>
                  <a:gd name="T58" fmla="*/ 11 w 35"/>
                  <a:gd name="T59" fmla="*/ 6 h 37"/>
                  <a:gd name="T60" fmla="*/ 11 w 35"/>
                  <a:gd name="T61" fmla="*/ 0 h 37"/>
                  <a:gd name="T62" fmla="*/ 7 w 35"/>
                  <a:gd name="T63" fmla="*/ 0 h 37"/>
                  <a:gd name="T64" fmla="*/ 5 w 35"/>
                  <a:gd name="T65" fmla="*/ 6 h 37"/>
                  <a:gd name="T66" fmla="*/ 0 w 35"/>
                  <a:gd name="T67" fmla="*/ 11 h 37"/>
                  <a:gd name="T68" fmla="*/ 0 w 35"/>
                  <a:gd name="T69" fmla="*/ 15 h 37"/>
                  <a:gd name="T70" fmla="*/ 2 w 35"/>
                  <a:gd name="T71" fmla="*/ 19 h 37"/>
                  <a:gd name="T72" fmla="*/ 7 w 35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37">
                    <a:moveTo>
                      <a:pt x="7" y="19"/>
                    </a:moveTo>
                    <a:lnTo>
                      <a:pt x="7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5" y="23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5" y="36"/>
                    </a:lnTo>
                    <a:lnTo>
                      <a:pt x="18" y="37"/>
                    </a:lnTo>
                    <a:lnTo>
                      <a:pt x="22" y="34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33" y="28"/>
                    </a:lnTo>
                    <a:lnTo>
                      <a:pt x="28" y="23"/>
                    </a:lnTo>
                    <a:lnTo>
                      <a:pt x="30" y="21"/>
                    </a:lnTo>
                    <a:lnTo>
                      <a:pt x="26" y="19"/>
                    </a:lnTo>
                    <a:lnTo>
                      <a:pt x="24" y="15"/>
                    </a:lnTo>
                    <a:lnTo>
                      <a:pt x="26" y="15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17" y="8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8" name="Freeform 6066">
                <a:extLst>
                  <a:ext uri="{FF2B5EF4-FFF2-40B4-BE49-F238E27FC236}">
                    <a16:creationId xmlns:a16="http://schemas.microsoft.com/office/drawing/2014/main" id="{43EE6115-03BD-4784-A830-981958DD79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2" y="1678"/>
                <a:ext cx="24" cy="17"/>
              </a:xfrm>
              <a:custGeom>
                <a:avLst/>
                <a:gdLst>
                  <a:gd name="T0" fmla="*/ 6 w 24"/>
                  <a:gd name="T1" fmla="*/ 13 h 17"/>
                  <a:gd name="T2" fmla="*/ 8 w 24"/>
                  <a:gd name="T3" fmla="*/ 15 h 17"/>
                  <a:gd name="T4" fmla="*/ 11 w 24"/>
                  <a:gd name="T5" fmla="*/ 17 h 17"/>
                  <a:gd name="T6" fmla="*/ 13 w 24"/>
                  <a:gd name="T7" fmla="*/ 15 h 17"/>
                  <a:gd name="T8" fmla="*/ 15 w 24"/>
                  <a:gd name="T9" fmla="*/ 15 h 17"/>
                  <a:gd name="T10" fmla="*/ 21 w 24"/>
                  <a:gd name="T11" fmla="*/ 15 h 17"/>
                  <a:gd name="T12" fmla="*/ 22 w 24"/>
                  <a:gd name="T13" fmla="*/ 11 h 17"/>
                  <a:gd name="T14" fmla="*/ 24 w 24"/>
                  <a:gd name="T15" fmla="*/ 8 h 17"/>
                  <a:gd name="T16" fmla="*/ 24 w 24"/>
                  <a:gd name="T17" fmla="*/ 4 h 17"/>
                  <a:gd name="T18" fmla="*/ 21 w 24"/>
                  <a:gd name="T19" fmla="*/ 2 h 17"/>
                  <a:gd name="T20" fmla="*/ 21 w 24"/>
                  <a:gd name="T21" fmla="*/ 0 h 17"/>
                  <a:gd name="T22" fmla="*/ 15 w 24"/>
                  <a:gd name="T23" fmla="*/ 0 h 17"/>
                  <a:gd name="T24" fmla="*/ 13 w 24"/>
                  <a:gd name="T25" fmla="*/ 4 h 17"/>
                  <a:gd name="T26" fmla="*/ 11 w 24"/>
                  <a:gd name="T27" fmla="*/ 2 h 17"/>
                  <a:gd name="T28" fmla="*/ 8 w 24"/>
                  <a:gd name="T29" fmla="*/ 2 h 17"/>
                  <a:gd name="T30" fmla="*/ 6 w 24"/>
                  <a:gd name="T31" fmla="*/ 2 h 17"/>
                  <a:gd name="T32" fmla="*/ 0 w 24"/>
                  <a:gd name="T33" fmla="*/ 2 h 17"/>
                  <a:gd name="T34" fmla="*/ 2 w 24"/>
                  <a:gd name="T35" fmla="*/ 8 h 17"/>
                  <a:gd name="T36" fmla="*/ 6 w 24"/>
                  <a:gd name="T3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7">
                    <a:moveTo>
                      <a:pt x="6" y="13"/>
                    </a:moveTo>
                    <a:lnTo>
                      <a:pt x="8" y="15"/>
                    </a:lnTo>
                    <a:lnTo>
                      <a:pt x="11" y="17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21" y="15"/>
                    </a:lnTo>
                    <a:lnTo>
                      <a:pt x="22" y="11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8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9" name="Freeform 6067">
                <a:extLst>
                  <a:ext uri="{FF2B5EF4-FFF2-40B4-BE49-F238E27FC236}">
                    <a16:creationId xmlns:a16="http://schemas.microsoft.com/office/drawing/2014/main" id="{7F8F252E-6274-49EF-AFD8-E9D41533BA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2" y="1894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6 h 8"/>
                  <a:gd name="T4" fmla="*/ 4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6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0" name="Freeform 6068">
                <a:extLst>
                  <a:ext uri="{FF2B5EF4-FFF2-40B4-BE49-F238E27FC236}">
                    <a16:creationId xmlns:a16="http://schemas.microsoft.com/office/drawing/2014/main" id="{300A0E0E-6A3F-4649-BC6B-71475BC82A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34" y="1881"/>
                <a:ext cx="33" cy="13"/>
              </a:xfrm>
              <a:custGeom>
                <a:avLst/>
                <a:gdLst>
                  <a:gd name="T0" fmla="*/ 14 w 18"/>
                  <a:gd name="T1" fmla="*/ 5 h 7"/>
                  <a:gd name="T2" fmla="*/ 10 w 18"/>
                  <a:gd name="T3" fmla="*/ 4 h 7"/>
                  <a:gd name="T4" fmla="*/ 10 w 18"/>
                  <a:gd name="T5" fmla="*/ 4 h 7"/>
                  <a:gd name="T6" fmla="*/ 9 w 18"/>
                  <a:gd name="T7" fmla="*/ 5 h 7"/>
                  <a:gd name="T8" fmla="*/ 9 w 18"/>
                  <a:gd name="T9" fmla="*/ 5 h 7"/>
                  <a:gd name="T10" fmla="*/ 9 w 18"/>
                  <a:gd name="T11" fmla="*/ 3 h 7"/>
                  <a:gd name="T12" fmla="*/ 10 w 18"/>
                  <a:gd name="T13" fmla="*/ 3 h 7"/>
                  <a:gd name="T14" fmla="*/ 10 w 18"/>
                  <a:gd name="T15" fmla="*/ 0 h 7"/>
                  <a:gd name="T16" fmla="*/ 8 w 18"/>
                  <a:gd name="T17" fmla="*/ 0 h 7"/>
                  <a:gd name="T18" fmla="*/ 6 w 18"/>
                  <a:gd name="T19" fmla="*/ 1 h 7"/>
                  <a:gd name="T20" fmla="*/ 6 w 18"/>
                  <a:gd name="T21" fmla="*/ 2 h 7"/>
                  <a:gd name="T22" fmla="*/ 6 w 18"/>
                  <a:gd name="T23" fmla="*/ 2 h 7"/>
                  <a:gd name="T24" fmla="*/ 5 w 18"/>
                  <a:gd name="T25" fmla="*/ 2 h 7"/>
                  <a:gd name="T26" fmla="*/ 4 w 18"/>
                  <a:gd name="T27" fmla="*/ 3 h 7"/>
                  <a:gd name="T28" fmla="*/ 3 w 18"/>
                  <a:gd name="T29" fmla="*/ 3 h 7"/>
                  <a:gd name="T30" fmla="*/ 1 w 18"/>
                  <a:gd name="T31" fmla="*/ 3 h 7"/>
                  <a:gd name="T32" fmla="*/ 0 w 18"/>
                  <a:gd name="T33" fmla="*/ 4 h 7"/>
                  <a:gd name="T34" fmla="*/ 2 w 18"/>
                  <a:gd name="T35" fmla="*/ 6 h 7"/>
                  <a:gd name="T36" fmla="*/ 3 w 18"/>
                  <a:gd name="T37" fmla="*/ 5 h 7"/>
                  <a:gd name="T38" fmla="*/ 5 w 18"/>
                  <a:gd name="T39" fmla="*/ 5 h 7"/>
                  <a:gd name="T40" fmla="*/ 7 w 18"/>
                  <a:gd name="T41" fmla="*/ 5 h 7"/>
                  <a:gd name="T42" fmla="*/ 8 w 18"/>
                  <a:gd name="T43" fmla="*/ 5 h 7"/>
                  <a:gd name="T44" fmla="*/ 8 w 18"/>
                  <a:gd name="T45" fmla="*/ 5 h 7"/>
                  <a:gd name="T46" fmla="*/ 10 w 18"/>
                  <a:gd name="T47" fmla="*/ 7 h 7"/>
                  <a:gd name="T48" fmla="*/ 11 w 18"/>
                  <a:gd name="T49" fmla="*/ 6 h 7"/>
                  <a:gd name="T50" fmla="*/ 15 w 18"/>
                  <a:gd name="T51" fmla="*/ 7 h 7"/>
                  <a:gd name="T52" fmla="*/ 18 w 18"/>
                  <a:gd name="T53" fmla="*/ 6 h 7"/>
                  <a:gd name="T54" fmla="*/ 15 w 18"/>
                  <a:gd name="T55" fmla="*/ 5 h 7"/>
                  <a:gd name="T56" fmla="*/ 14 w 18"/>
                  <a:gd name="T5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7">
                    <a:moveTo>
                      <a:pt x="14" y="5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5" y="5"/>
                      <a:pt x="15" y="5"/>
                      <a:pt x="15" y="5"/>
                    </a:cubicBezTo>
                    <a:lnTo>
                      <a:pt x="1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1" name="Freeform 6069">
                <a:extLst>
                  <a:ext uri="{FF2B5EF4-FFF2-40B4-BE49-F238E27FC236}">
                    <a16:creationId xmlns:a16="http://schemas.microsoft.com/office/drawing/2014/main" id="{D05FD3C5-5376-445C-9EAC-C1CB1B6315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15" y="1531"/>
                <a:ext cx="7" cy="6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  <a:gd name="T8" fmla="*/ 1 w 4"/>
                  <a:gd name="T9" fmla="*/ 0 h 3"/>
                  <a:gd name="T10" fmla="*/ 0 w 4"/>
                  <a:gd name="T11" fmla="*/ 1 h 3"/>
                  <a:gd name="T12" fmla="*/ 0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2" name="Freeform 6070">
                <a:extLst>
                  <a:ext uri="{FF2B5EF4-FFF2-40B4-BE49-F238E27FC236}">
                    <a16:creationId xmlns:a16="http://schemas.microsoft.com/office/drawing/2014/main" id="{5B750A7D-42EB-4890-BA71-4F20A32150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8" y="1885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3 w 9"/>
                  <a:gd name="T3" fmla="*/ 4 h 9"/>
                  <a:gd name="T4" fmla="*/ 1 w 9"/>
                  <a:gd name="T5" fmla="*/ 4 h 9"/>
                  <a:gd name="T6" fmla="*/ 0 w 9"/>
                  <a:gd name="T7" fmla="*/ 9 h 9"/>
                  <a:gd name="T8" fmla="*/ 5 w 9"/>
                  <a:gd name="T9" fmla="*/ 9 h 9"/>
                  <a:gd name="T10" fmla="*/ 9 w 9"/>
                  <a:gd name="T11" fmla="*/ 6 h 9"/>
                  <a:gd name="T12" fmla="*/ 7 w 9"/>
                  <a:gd name="T13" fmla="*/ 2 h 9"/>
                  <a:gd name="T14" fmla="*/ 5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3" y="4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3" name="Freeform 6071">
                <a:extLst>
                  <a:ext uri="{FF2B5EF4-FFF2-40B4-BE49-F238E27FC236}">
                    <a16:creationId xmlns:a16="http://schemas.microsoft.com/office/drawing/2014/main" id="{DD6F439D-82F8-41FA-88E9-BBC56B7B8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0" y="1885"/>
                <a:ext cx="9" cy="9"/>
              </a:xfrm>
              <a:custGeom>
                <a:avLst/>
                <a:gdLst>
                  <a:gd name="T0" fmla="*/ 8 w 9"/>
                  <a:gd name="T1" fmla="*/ 0 h 9"/>
                  <a:gd name="T2" fmla="*/ 4 w 9"/>
                  <a:gd name="T3" fmla="*/ 2 h 9"/>
                  <a:gd name="T4" fmla="*/ 2 w 9"/>
                  <a:gd name="T5" fmla="*/ 6 h 9"/>
                  <a:gd name="T6" fmla="*/ 0 w 9"/>
                  <a:gd name="T7" fmla="*/ 8 h 9"/>
                  <a:gd name="T8" fmla="*/ 4 w 9"/>
                  <a:gd name="T9" fmla="*/ 9 h 9"/>
                  <a:gd name="T10" fmla="*/ 8 w 9"/>
                  <a:gd name="T11" fmla="*/ 8 h 9"/>
                  <a:gd name="T12" fmla="*/ 8 w 9"/>
                  <a:gd name="T13" fmla="*/ 4 h 9"/>
                  <a:gd name="T14" fmla="*/ 9 w 9"/>
                  <a:gd name="T15" fmla="*/ 2 h 9"/>
                  <a:gd name="T16" fmla="*/ 8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4" name="Freeform 6072">
                <a:extLst>
                  <a:ext uri="{FF2B5EF4-FFF2-40B4-BE49-F238E27FC236}">
                    <a16:creationId xmlns:a16="http://schemas.microsoft.com/office/drawing/2014/main" id="{2ECE4527-2398-40E7-8F0F-D35C6439B8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80" y="1881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0 h 8"/>
                  <a:gd name="T4" fmla="*/ 0 w 5"/>
                  <a:gd name="T5" fmla="*/ 4 h 8"/>
                  <a:gd name="T6" fmla="*/ 5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5" name="Freeform 6073">
                <a:extLst>
                  <a:ext uri="{FF2B5EF4-FFF2-40B4-BE49-F238E27FC236}">
                    <a16:creationId xmlns:a16="http://schemas.microsoft.com/office/drawing/2014/main" id="{04A588E5-F564-4085-827A-CE2B9BB358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6" y="1891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5 h 5"/>
                  <a:gd name="T4" fmla="*/ 7 w 7"/>
                  <a:gd name="T5" fmla="*/ 2 h 5"/>
                  <a:gd name="T6" fmla="*/ 2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2" y="5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6" name="Freeform 6074">
                <a:extLst>
                  <a:ext uri="{FF2B5EF4-FFF2-40B4-BE49-F238E27FC236}">
                    <a16:creationId xmlns:a16="http://schemas.microsoft.com/office/drawing/2014/main" id="{AA4055D6-D88D-43C8-8B25-2327A896A79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91" y="1883"/>
                <a:ext cx="11" cy="10"/>
              </a:xfrm>
              <a:custGeom>
                <a:avLst/>
                <a:gdLst>
                  <a:gd name="T0" fmla="*/ 5 w 11"/>
                  <a:gd name="T1" fmla="*/ 0 h 10"/>
                  <a:gd name="T2" fmla="*/ 3 w 11"/>
                  <a:gd name="T3" fmla="*/ 0 h 10"/>
                  <a:gd name="T4" fmla="*/ 0 w 11"/>
                  <a:gd name="T5" fmla="*/ 2 h 10"/>
                  <a:gd name="T6" fmla="*/ 2 w 11"/>
                  <a:gd name="T7" fmla="*/ 4 h 10"/>
                  <a:gd name="T8" fmla="*/ 2 w 11"/>
                  <a:gd name="T9" fmla="*/ 4 h 10"/>
                  <a:gd name="T10" fmla="*/ 2 w 11"/>
                  <a:gd name="T11" fmla="*/ 4 h 10"/>
                  <a:gd name="T12" fmla="*/ 2 w 11"/>
                  <a:gd name="T13" fmla="*/ 10 h 10"/>
                  <a:gd name="T14" fmla="*/ 5 w 11"/>
                  <a:gd name="T15" fmla="*/ 8 h 10"/>
                  <a:gd name="T16" fmla="*/ 7 w 11"/>
                  <a:gd name="T17" fmla="*/ 6 h 10"/>
                  <a:gd name="T18" fmla="*/ 11 w 11"/>
                  <a:gd name="T19" fmla="*/ 4 h 10"/>
                  <a:gd name="T20" fmla="*/ 5 w 11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7" name="Freeform 6075">
                <a:extLst>
                  <a:ext uri="{FF2B5EF4-FFF2-40B4-BE49-F238E27FC236}">
                    <a16:creationId xmlns:a16="http://schemas.microsoft.com/office/drawing/2014/main" id="{FEFC41CD-05D6-44D1-B8F2-7BC4965065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66" y="1837"/>
                <a:ext cx="6" cy="13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1 w 3"/>
                  <a:gd name="T5" fmla="*/ 4 h 7"/>
                  <a:gd name="T6" fmla="*/ 0 w 3"/>
                  <a:gd name="T7" fmla="*/ 4 h 7"/>
                  <a:gd name="T8" fmla="*/ 1 w 3"/>
                  <a:gd name="T9" fmla="*/ 4 h 7"/>
                  <a:gd name="T10" fmla="*/ 1 w 3"/>
                  <a:gd name="T11" fmla="*/ 5 h 7"/>
                  <a:gd name="T12" fmla="*/ 2 w 3"/>
                  <a:gd name="T13" fmla="*/ 5 h 7"/>
                  <a:gd name="T14" fmla="*/ 2 w 3"/>
                  <a:gd name="T15" fmla="*/ 5 h 7"/>
                  <a:gd name="T16" fmla="*/ 2 w 3"/>
                  <a:gd name="T17" fmla="*/ 5 h 7"/>
                  <a:gd name="T18" fmla="*/ 2 w 3"/>
                  <a:gd name="T19" fmla="*/ 4 h 7"/>
                  <a:gd name="T20" fmla="*/ 1 w 3"/>
                  <a:gd name="T21" fmla="*/ 5 h 7"/>
                  <a:gd name="T22" fmla="*/ 2 w 3"/>
                  <a:gd name="T23" fmla="*/ 7 h 7"/>
                  <a:gd name="T24" fmla="*/ 3 w 3"/>
                  <a:gd name="T25" fmla="*/ 6 h 7"/>
                  <a:gd name="T26" fmla="*/ 3 w 3"/>
                  <a:gd name="T27" fmla="*/ 3 h 7"/>
                  <a:gd name="T28" fmla="*/ 3 w 3"/>
                  <a:gd name="T2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8" name="Freeform 6076">
                <a:extLst>
                  <a:ext uri="{FF2B5EF4-FFF2-40B4-BE49-F238E27FC236}">
                    <a16:creationId xmlns:a16="http://schemas.microsoft.com/office/drawing/2014/main" id="{35E6692A-2D80-478E-8EBD-60ADE68AE7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78" y="3039"/>
                <a:ext cx="6" cy="9"/>
              </a:xfrm>
              <a:custGeom>
                <a:avLst/>
                <a:gdLst>
                  <a:gd name="T0" fmla="*/ 2 w 6"/>
                  <a:gd name="T1" fmla="*/ 9 h 9"/>
                  <a:gd name="T2" fmla="*/ 6 w 6"/>
                  <a:gd name="T3" fmla="*/ 4 h 9"/>
                  <a:gd name="T4" fmla="*/ 4 w 6"/>
                  <a:gd name="T5" fmla="*/ 0 h 9"/>
                  <a:gd name="T6" fmla="*/ 0 w 6"/>
                  <a:gd name="T7" fmla="*/ 0 h 9"/>
                  <a:gd name="T8" fmla="*/ 0 w 6"/>
                  <a:gd name="T9" fmla="*/ 4 h 9"/>
                  <a:gd name="T10" fmla="*/ 0 w 6"/>
                  <a:gd name="T11" fmla="*/ 6 h 9"/>
                  <a:gd name="T12" fmla="*/ 2 w 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9" name="Freeform 6077">
                <a:extLst>
                  <a:ext uri="{FF2B5EF4-FFF2-40B4-BE49-F238E27FC236}">
                    <a16:creationId xmlns:a16="http://schemas.microsoft.com/office/drawing/2014/main" id="{3285EC29-B23D-49E8-96FF-759422CAC4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5" y="3030"/>
                <a:ext cx="10" cy="7"/>
              </a:xfrm>
              <a:custGeom>
                <a:avLst/>
                <a:gdLst>
                  <a:gd name="T0" fmla="*/ 8 w 10"/>
                  <a:gd name="T1" fmla="*/ 7 h 7"/>
                  <a:gd name="T2" fmla="*/ 10 w 10"/>
                  <a:gd name="T3" fmla="*/ 5 h 7"/>
                  <a:gd name="T4" fmla="*/ 8 w 10"/>
                  <a:gd name="T5" fmla="*/ 0 h 7"/>
                  <a:gd name="T6" fmla="*/ 4 w 10"/>
                  <a:gd name="T7" fmla="*/ 2 h 7"/>
                  <a:gd name="T8" fmla="*/ 0 w 10"/>
                  <a:gd name="T9" fmla="*/ 4 h 7"/>
                  <a:gd name="T10" fmla="*/ 4 w 10"/>
                  <a:gd name="T11" fmla="*/ 5 h 7"/>
                  <a:gd name="T12" fmla="*/ 8 w 10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lnTo>
                      <a:pt x="10" y="5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0" name="Freeform 6078">
                <a:extLst>
                  <a:ext uri="{FF2B5EF4-FFF2-40B4-BE49-F238E27FC236}">
                    <a16:creationId xmlns:a16="http://schemas.microsoft.com/office/drawing/2014/main" id="{7D5707BD-A664-4F8B-97B4-82D657C09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3021"/>
                <a:ext cx="8" cy="11"/>
              </a:xfrm>
              <a:custGeom>
                <a:avLst/>
                <a:gdLst>
                  <a:gd name="T0" fmla="*/ 6 w 8"/>
                  <a:gd name="T1" fmla="*/ 0 h 11"/>
                  <a:gd name="T2" fmla="*/ 4 w 8"/>
                  <a:gd name="T3" fmla="*/ 0 h 11"/>
                  <a:gd name="T4" fmla="*/ 0 w 8"/>
                  <a:gd name="T5" fmla="*/ 3 h 11"/>
                  <a:gd name="T6" fmla="*/ 2 w 8"/>
                  <a:gd name="T7" fmla="*/ 5 h 11"/>
                  <a:gd name="T8" fmla="*/ 2 w 8"/>
                  <a:gd name="T9" fmla="*/ 9 h 11"/>
                  <a:gd name="T10" fmla="*/ 4 w 8"/>
                  <a:gd name="T11" fmla="*/ 11 h 11"/>
                  <a:gd name="T12" fmla="*/ 6 w 8"/>
                  <a:gd name="T13" fmla="*/ 9 h 11"/>
                  <a:gd name="T14" fmla="*/ 8 w 8"/>
                  <a:gd name="T15" fmla="*/ 7 h 11"/>
                  <a:gd name="T16" fmla="*/ 8 w 8"/>
                  <a:gd name="T17" fmla="*/ 5 h 11"/>
                  <a:gd name="T18" fmla="*/ 8 w 8"/>
                  <a:gd name="T19" fmla="*/ 3 h 11"/>
                  <a:gd name="T20" fmla="*/ 6 w 8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1" name="Freeform 6079">
                <a:extLst>
                  <a:ext uri="{FF2B5EF4-FFF2-40B4-BE49-F238E27FC236}">
                    <a16:creationId xmlns:a16="http://schemas.microsoft.com/office/drawing/2014/main" id="{011E7F10-F3FD-4956-8E78-5C2012A4CE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6" y="303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2" name="Freeform 6080">
                <a:extLst>
                  <a:ext uri="{FF2B5EF4-FFF2-40B4-BE49-F238E27FC236}">
                    <a16:creationId xmlns:a16="http://schemas.microsoft.com/office/drawing/2014/main" id="{D467EF2A-64F2-4AF5-92AB-4C1D64CF224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3" y="292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4 h 6"/>
                  <a:gd name="T4" fmla="*/ 2 w 8"/>
                  <a:gd name="T5" fmla="*/ 6 h 6"/>
                  <a:gd name="T6" fmla="*/ 8 w 8"/>
                  <a:gd name="T7" fmla="*/ 4 h 6"/>
                  <a:gd name="T8" fmla="*/ 6 w 8"/>
                  <a:gd name="T9" fmla="*/ 2 h 6"/>
                  <a:gd name="T10" fmla="*/ 2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3" name="Freeform 6081">
                <a:extLst>
                  <a:ext uri="{FF2B5EF4-FFF2-40B4-BE49-F238E27FC236}">
                    <a16:creationId xmlns:a16="http://schemas.microsoft.com/office/drawing/2014/main" id="{D7CF1DD9-2707-41B3-AEEB-DAFB5CC939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9" y="299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2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4" name="Freeform 6082">
                <a:extLst>
                  <a:ext uri="{FF2B5EF4-FFF2-40B4-BE49-F238E27FC236}">
                    <a16:creationId xmlns:a16="http://schemas.microsoft.com/office/drawing/2014/main" id="{6C5C858E-3261-4953-B7E8-CC7E0B8011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5" y="2993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4 w 9"/>
                  <a:gd name="T3" fmla="*/ 0 h 3"/>
                  <a:gd name="T4" fmla="*/ 0 w 9"/>
                  <a:gd name="T5" fmla="*/ 3 h 3"/>
                  <a:gd name="T6" fmla="*/ 4 w 9"/>
                  <a:gd name="T7" fmla="*/ 3 h 3"/>
                  <a:gd name="T8" fmla="*/ 7 w 9"/>
                  <a:gd name="T9" fmla="*/ 3 h 3"/>
                  <a:gd name="T10" fmla="*/ 9 w 9"/>
                  <a:gd name="T11" fmla="*/ 1 h 3"/>
                  <a:gd name="T12" fmla="*/ 6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5" name="Freeform 6083">
                <a:extLst>
                  <a:ext uri="{FF2B5EF4-FFF2-40B4-BE49-F238E27FC236}">
                    <a16:creationId xmlns:a16="http://schemas.microsoft.com/office/drawing/2014/main" id="{8612EAB2-4463-45F9-B657-27A12FAF8E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2763"/>
                <a:ext cx="7" cy="13"/>
              </a:xfrm>
              <a:custGeom>
                <a:avLst/>
                <a:gdLst>
                  <a:gd name="T0" fmla="*/ 4 w 4"/>
                  <a:gd name="T1" fmla="*/ 2 h 7"/>
                  <a:gd name="T2" fmla="*/ 3 w 4"/>
                  <a:gd name="T3" fmla="*/ 1 h 7"/>
                  <a:gd name="T4" fmla="*/ 4 w 4"/>
                  <a:gd name="T5" fmla="*/ 0 h 7"/>
                  <a:gd name="T6" fmla="*/ 1 w 4"/>
                  <a:gd name="T7" fmla="*/ 0 h 7"/>
                  <a:gd name="T8" fmla="*/ 0 w 4"/>
                  <a:gd name="T9" fmla="*/ 1 h 7"/>
                  <a:gd name="T10" fmla="*/ 1 w 4"/>
                  <a:gd name="T11" fmla="*/ 2 h 7"/>
                  <a:gd name="T12" fmla="*/ 1 w 4"/>
                  <a:gd name="T13" fmla="*/ 3 h 7"/>
                  <a:gd name="T14" fmla="*/ 1 w 4"/>
                  <a:gd name="T15" fmla="*/ 5 h 7"/>
                  <a:gd name="T16" fmla="*/ 1 w 4"/>
                  <a:gd name="T17" fmla="*/ 5 h 7"/>
                  <a:gd name="T18" fmla="*/ 2 w 4"/>
                  <a:gd name="T19" fmla="*/ 5 h 7"/>
                  <a:gd name="T20" fmla="*/ 2 w 4"/>
                  <a:gd name="T21" fmla="*/ 6 h 7"/>
                  <a:gd name="T22" fmla="*/ 3 w 4"/>
                  <a:gd name="T23" fmla="*/ 7 h 7"/>
                  <a:gd name="T24" fmla="*/ 4 w 4"/>
                  <a:gd name="T25" fmla="*/ 5 h 7"/>
                  <a:gd name="T26" fmla="*/ 4 w 4"/>
                  <a:gd name="T27" fmla="*/ 4 h 7"/>
                  <a:gd name="T28" fmla="*/ 4 w 4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6" name="Freeform 6084">
                <a:extLst>
                  <a:ext uri="{FF2B5EF4-FFF2-40B4-BE49-F238E27FC236}">
                    <a16:creationId xmlns:a16="http://schemas.microsoft.com/office/drawing/2014/main" id="{411A6757-EB1E-474F-A18B-95D473AA36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43" y="2737"/>
                <a:ext cx="7" cy="6"/>
              </a:xfrm>
              <a:custGeom>
                <a:avLst/>
                <a:gdLst>
                  <a:gd name="T0" fmla="*/ 0 w 7"/>
                  <a:gd name="T1" fmla="*/ 4 h 6"/>
                  <a:gd name="T2" fmla="*/ 5 w 7"/>
                  <a:gd name="T3" fmla="*/ 6 h 6"/>
                  <a:gd name="T4" fmla="*/ 7 w 7"/>
                  <a:gd name="T5" fmla="*/ 0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lnTo>
                      <a:pt x="5" y="6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7" name="Freeform 6085">
                <a:extLst>
                  <a:ext uri="{FF2B5EF4-FFF2-40B4-BE49-F238E27FC236}">
                    <a16:creationId xmlns:a16="http://schemas.microsoft.com/office/drawing/2014/main" id="{62759EF8-1930-4467-8E31-DE9A254C21F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2" y="2705"/>
                <a:ext cx="9" cy="6"/>
              </a:xfrm>
              <a:custGeom>
                <a:avLst/>
                <a:gdLst>
                  <a:gd name="T0" fmla="*/ 0 w 9"/>
                  <a:gd name="T1" fmla="*/ 2 h 6"/>
                  <a:gd name="T2" fmla="*/ 9 w 9"/>
                  <a:gd name="T3" fmla="*/ 6 h 6"/>
                  <a:gd name="T4" fmla="*/ 5 w 9"/>
                  <a:gd name="T5" fmla="*/ 0 h 6"/>
                  <a:gd name="T6" fmla="*/ 0 w 9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lnTo>
                      <a:pt x="9" y="6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8" name="Freeform 6086">
                <a:extLst>
                  <a:ext uri="{FF2B5EF4-FFF2-40B4-BE49-F238E27FC236}">
                    <a16:creationId xmlns:a16="http://schemas.microsoft.com/office/drawing/2014/main" id="{00776759-F03E-40FC-9322-9E6400CEDB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0" y="2748"/>
                <a:ext cx="11" cy="13"/>
              </a:xfrm>
              <a:custGeom>
                <a:avLst/>
                <a:gdLst>
                  <a:gd name="T0" fmla="*/ 5 w 6"/>
                  <a:gd name="T1" fmla="*/ 5 h 7"/>
                  <a:gd name="T2" fmla="*/ 6 w 6"/>
                  <a:gd name="T3" fmla="*/ 4 h 7"/>
                  <a:gd name="T4" fmla="*/ 6 w 6"/>
                  <a:gd name="T5" fmla="*/ 2 h 7"/>
                  <a:gd name="T6" fmla="*/ 4 w 6"/>
                  <a:gd name="T7" fmla="*/ 1 h 7"/>
                  <a:gd name="T8" fmla="*/ 3 w 6"/>
                  <a:gd name="T9" fmla="*/ 3 h 7"/>
                  <a:gd name="T10" fmla="*/ 4 w 6"/>
                  <a:gd name="T11" fmla="*/ 4 h 7"/>
                  <a:gd name="T12" fmla="*/ 3 w 6"/>
                  <a:gd name="T13" fmla="*/ 4 h 7"/>
                  <a:gd name="T14" fmla="*/ 2 w 6"/>
                  <a:gd name="T15" fmla="*/ 1 h 7"/>
                  <a:gd name="T16" fmla="*/ 0 w 6"/>
                  <a:gd name="T17" fmla="*/ 0 h 7"/>
                  <a:gd name="T18" fmla="*/ 0 w 6"/>
                  <a:gd name="T19" fmla="*/ 1 h 7"/>
                  <a:gd name="T20" fmla="*/ 0 w 6"/>
                  <a:gd name="T21" fmla="*/ 2 h 7"/>
                  <a:gd name="T22" fmla="*/ 2 w 6"/>
                  <a:gd name="T23" fmla="*/ 4 h 7"/>
                  <a:gd name="T24" fmla="*/ 2 w 6"/>
                  <a:gd name="T25" fmla="*/ 4 h 7"/>
                  <a:gd name="T26" fmla="*/ 2 w 6"/>
                  <a:gd name="T27" fmla="*/ 6 h 7"/>
                  <a:gd name="T28" fmla="*/ 4 w 6"/>
                  <a:gd name="T29" fmla="*/ 7 h 7"/>
                  <a:gd name="T30" fmla="*/ 5 w 6"/>
                  <a:gd name="T31" fmla="*/ 6 h 7"/>
                  <a:gd name="T32" fmla="*/ 5 w 6"/>
                  <a:gd name="T3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9" name="Freeform 6087">
                <a:extLst>
                  <a:ext uri="{FF2B5EF4-FFF2-40B4-BE49-F238E27FC236}">
                    <a16:creationId xmlns:a16="http://schemas.microsoft.com/office/drawing/2014/main" id="{8E74A9CE-CD1C-4F90-A7A0-1E37E8431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676"/>
                <a:ext cx="9" cy="37"/>
              </a:xfrm>
              <a:custGeom>
                <a:avLst/>
                <a:gdLst>
                  <a:gd name="T0" fmla="*/ 2 w 9"/>
                  <a:gd name="T1" fmla="*/ 26 h 37"/>
                  <a:gd name="T2" fmla="*/ 0 w 9"/>
                  <a:gd name="T3" fmla="*/ 28 h 37"/>
                  <a:gd name="T4" fmla="*/ 2 w 9"/>
                  <a:gd name="T5" fmla="*/ 31 h 37"/>
                  <a:gd name="T6" fmla="*/ 2 w 9"/>
                  <a:gd name="T7" fmla="*/ 33 h 37"/>
                  <a:gd name="T8" fmla="*/ 4 w 9"/>
                  <a:gd name="T9" fmla="*/ 37 h 37"/>
                  <a:gd name="T10" fmla="*/ 8 w 9"/>
                  <a:gd name="T11" fmla="*/ 31 h 37"/>
                  <a:gd name="T12" fmla="*/ 6 w 9"/>
                  <a:gd name="T13" fmla="*/ 28 h 37"/>
                  <a:gd name="T14" fmla="*/ 6 w 9"/>
                  <a:gd name="T15" fmla="*/ 26 h 37"/>
                  <a:gd name="T16" fmla="*/ 6 w 9"/>
                  <a:gd name="T17" fmla="*/ 24 h 37"/>
                  <a:gd name="T18" fmla="*/ 8 w 9"/>
                  <a:gd name="T19" fmla="*/ 22 h 37"/>
                  <a:gd name="T20" fmla="*/ 8 w 9"/>
                  <a:gd name="T21" fmla="*/ 18 h 37"/>
                  <a:gd name="T22" fmla="*/ 6 w 9"/>
                  <a:gd name="T23" fmla="*/ 20 h 37"/>
                  <a:gd name="T24" fmla="*/ 9 w 9"/>
                  <a:gd name="T25" fmla="*/ 16 h 37"/>
                  <a:gd name="T26" fmla="*/ 9 w 9"/>
                  <a:gd name="T27" fmla="*/ 13 h 37"/>
                  <a:gd name="T28" fmla="*/ 8 w 9"/>
                  <a:gd name="T29" fmla="*/ 11 h 37"/>
                  <a:gd name="T30" fmla="*/ 9 w 9"/>
                  <a:gd name="T31" fmla="*/ 9 h 37"/>
                  <a:gd name="T32" fmla="*/ 9 w 9"/>
                  <a:gd name="T33" fmla="*/ 5 h 37"/>
                  <a:gd name="T34" fmla="*/ 9 w 9"/>
                  <a:gd name="T35" fmla="*/ 5 h 37"/>
                  <a:gd name="T36" fmla="*/ 9 w 9"/>
                  <a:gd name="T37" fmla="*/ 3 h 37"/>
                  <a:gd name="T38" fmla="*/ 8 w 9"/>
                  <a:gd name="T39" fmla="*/ 0 h 37"/>
                  <a:gd name="T40" fmla="*/ 4 w 9"/>
                  <a:gd name="T41" fmla="*/ 3 h 37"/>
                  <a:gd name="T42" fmla="*/ 4 w 9"/>
                  <a:gd name="T43" fmla="*/ 9 h 37"/>
                  <a:gd name="T44" fmla="*/ 4 w 9"/>
                  <a:gd name="T45" fmla="*/ 11 h 37"/>
                  <a:gd name="T46" fmla="*/ 4 w 9"/>
                  <a:gd name="T47" fmla="*/ 13 h 37"/>
                  <a:gd name="T48" fmla="*/ 2 w 9"/>
                  <a:gd name="T49" fmla="*/ 18 h 37"/>
                  <a:gd name="T50" fmla="*/ 4 w 9"/>
                  <a:gd name="T51" fmla="*/ 20 h 37"/>
                  <a:gd name="T52" fmla="*/ 2 w 9"/>
                  <a:gd name="T53" fmla="*/ 20 h 37"/>
                  <a:gd name="T54" fmla="*/ 2 w 9"/>
                  <a:gd name="T55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37">
                    <a:moveTo>
                      <a:pt x="2" y="26"/>
                    </a:moveTo>
                    <a:lnTo>
                      <a:pt x="0" y="28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4" y="37"/>
                    </a:lnTo>
                    <a:lnTo>
                      <a:pt x="8" y="31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2" y="2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0" name="Freeform 6088">
                <a:extLst>
                  <a:ext uri="{FF2B5EF4-FFF2-40B4-BE49-F238E27FC236}">
                    <a16:creationId xmlns:a16="http://schemas.microsoft.com/office/drawing/2014/main" id="{104000C3-B0B8-46CC-92CA-066CA56F01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715"/>
                <a:ext cx="6" cy="9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0 h 9"/>
                  <a:gd name="T4" fmla="*/ 0 w 6"/>
                  <a:gd name="T5" fmla="*/ 2 h 9"/>
                  <a:gd name="T6" fmla="*/ 0 w 6"/>
                  <a:gd name="T7" fmla="*/ 5 h 9"/>
                  <a:gd name="T8" fmla="*/ 0 w 6"/>
                  <a:gd name="T9" fmla="*/ 9 h 9"/>
                  <a:gd name="T10" fmla="*/ 4 w 6"/>
                  <a:gd name="T11" fmla="*/ 9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1" name="Freeform 6089">
                <a:extLst>
                  <a:ext uri="{FF2B5EF4-FFF2-40B4-BE49-F238E27FC236}">
                    <a16:creationId xmlns:a16="http://schemas.microsoft.com/office/drawing/2014/main" id="{56015F9B-F7B1-47BD-BE85-171C6BC59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7" y="2664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4 w 7"/>
                  <a:gd name="T3" fmla="*/ 4 h 4"/>
                  <a:gd name="T4" fmla="*/ 7 w 7"/>
                  <a:gd name="T5" fmla="*/ 4 h 4"/>
                  <a:gd name="T6" fmla="*/ 6 w 7"/>
                  <a:gd name="T7" fmla="*/ 0 h 4"/>
                  <a:gd name="T8" fmla="*/ 0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4" y="4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2" name="Freeform 6090">
                <a:extLst>
                  <a:ext uri="{FF2B5EF4-FFF2-40B4-BE49-F238E27FC236}">
                    <a16:creationId xmlns:a16="http://schemas.microsoft.com/office/drawing/2014/main" id="{06A72BF0-7B44-4CB1-AEA9-60B93FB3903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3" y="2646"/>
                <a:ext cx="5" cy="13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4 h 13"/>
                  <a:gd name="T4" fmla="*/ 5 w 5"/>
                  <a:gd name="T5" fmla="*/ 13 h 13"/>
                  <a:gd name="T6" fmla="*/ 5 w 5"/>
                  <a:gd name="T7" fmla="*/ 5 h 13"/>
                  <a:gd name="T8" fmla="*/ 5 w 5"/>
                  <a:gd name="T9" fmla="*/ 4 h 13"/>
                  <a:gd name="T10" fmla="*/ 5 w 5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lnTo>
                      <a:pt x="0" y="4"/>
                    </a:lnTo>
                    <a:lnTo>
                      <a:pt x="5" y="13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3" name="Freeform 6091">
                <a:extLst>
                  <a:ext uri="{FF2B5EF4-FFF2-40B4-BE49-F238E27FC236}">
                    <a16:creationId xmlns:a16="http://schemas.microsoft.com/office/drawing/2014/main" id="{AEDB2310-F820-41C7-9700-82CD4BC998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0" y="2674"/>
                <a:ext cx="9" cy="7"/>
              </a:xfrm>
              <a:custGeom>
                <a:avLst/>
                <a:gdLst>
                  <a:gd name="T0" fmla="*/ 1 w 9"/>
                  <a:gd name="T1" fmla="*/ 0 h 7"/>
                  <a:gd name="T2" fmla="*/ 1 w 9"/>
                  <a:gd name="T3" fmla="*/ 3 h 7"/>
                  <a:gd name="T4" fmla="*/ 0 w 9"/>
                  <a:gd name="T5" fmla="*/ 5 h 7"/>
                  <a:gd name="T6" fmla="*/ 1 w 9"/>
                  <a:gd name="T7" fmla="*/ 7 h 7"/>
                  <a:gd name="T8" fmla="*/ 5 w 9"/>
                  <a:gd name="T9" fmla="*/ 7 h 7"/>
                  <a:gd name="T10" fmla="*/ 9 w 9"/>
                  <a:gd name="T11" fmla="*/ 2 h 7"/>
                  <a:gd name="T12" fmla="*/ 5 w 9"/>
                  <a:gd name="T13" fmla="*/ 0 h 7"/>
                  <a:gd name="T14" fmla="*/ 1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4" name="Freeform 6092">
                <a:extLst>
                  <a:ext uri="{FF2B5EF4-FFF2-40B4-BE49-F238E27FC236}">
                    <a16:creationId xmlns:a16="http://schemas.microsoft.com/office/drawing/2014/main" id="{3A6E782E-F150-47B4-ACF7-C014AA99B0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090"/>
                <a:ext cx="22" cy="30"/>
              </a:xfrm>
              <a:custGeom>
                <a:avLst/>
                <a:gdLst>
                  <a:gd name="T0" fmla="*/ 0 w 22"/>
                  <a:gd name="T1" fmla="*/ 24 h 30"/>
                  <a:gd name="T2" fmla="*/ 0 w 22"/>
                  <a:gd name="T3" fmla="*/ 30 h 30"/>
                  <a:gd name="T4" fmla="*/ 3 w 22"/>
                  <a:gd name="T5" fmla="*/ 28 h 30"/>
                  <a:gd name="T6" fmla="*/ 3 w 22"/>
                  <a:gd name="T7" fmla="*/ 26 h 30"/>
                  <a:gd name="T8" fmla="*/ 5 w 22"/>
                  <a:gd name="T9" fmla="*/ 24 h 30"/>
                  <a:gd name="T10" fmla="*/ 5 w 22"/>
                  <a:gd name="T11" fmla="*/ 21 h 30"/>
                  <a:gd name="T12" fmla="*/ 7 w 22"/>
                  <a:gd name="T13" fmla="*/ 19 h 30"/>
                  <a:gd name="T14" fmla="*/ 7 w 22"/>
                  <a:gd name="T15" fmla="*/ 17 h 30"/>
                  <a:gd name="T16" fmla="*/ 7 w 22"/>
                  <a:gd name="T17" fmla="*/ 17 h 30"/>
                  <a:gd name="T18" fmla="*/ 9 w 22"/>
                  <a:gd name="T19" fmla="*/ 19 h 30"/>
                  <a:gd name="T20" fmla="*/ 11 w 22"/>
                  <a:gd name="T21" fmla="*/ 15 h 30"/>
                  <a:gd name="T22" fmla="*/ 13 w 22"/>
                  <a:gd name="T23" fmla="*/ 11 h 30"/>
                  <a:gd name="T24" fmla="*/ 16 w 22"/>
                  <a:gd name="T25" fmla="*/ 10 h 30"/>
                  <a:gd name="T26" fmla="*/ 18 w 22"/>
                  <a:gd name="T27" fmla="*/ 8 h 30"/>
                  <a:gd name="T28" fmla="*/ 22 w 22"/>
                  <a:gd name="T29" fmla="*/ 8 h 30"/>
                  <a:gd name="T30" fmla="*/ 22 w 22"/>
                  <a:gd name="T31" fmla="*/ 4 h 30"/>
                  <a:gd name="T32" fmla="*/ 20 w 22"/>
                  <a:gd name="T33" fmla="*/ 0 h 30"/>
                  <a:gd name="T34" fmla="*/ 16 w 22"/>
                  <a:gd name="T35" fmla="*/ 0 h 30"/>
                  <a:gd name="T36" fmla="*/ 14 w 22"/>
                  <a:gd name="T37" fmla="*/ 4 h 30"/>
                  <a:gd name="T38" fmla="*/ 13 w 22"/>
                  <a:gd name="T39" fmla="*/ 6 h 30"/>
                  <a:gd name="T40" fmla="*/ 13 w 22"/>
                  <a:gd name="T41" fmla="*/ 6 h 30"/>
                  <a:gd name="T42" fmla="*/ 11 w 22"/>
                  <a:gd name="T43" fmla="*/ 8 h 30"/>
                  <a:gd name="T44" fmla="*/ 11 w 22"/>
                  <a:gd name="T45" fmla="*/ 6 h 30"/>
                  <a:gd name="T46" fmla="*/ 9 w 22"/>
                  <a:gd name="T47" fmla="*/ 4 h 30"/>
                  <a:gd name="T48" fmla="*/ 7 w 22"/>
                  <a:gd name="T49" fmla="*/ 6 h 30"/>
                  <a:gd name="T50" fmla="*/ 5 w 22"/>
                  <a:gd name="T51" fmla="*/ 8 h 30"/>
                  <a:gd name="T52" fmla="*/ 7 w 22"/>
                  <a:gd name="T53" fmla="*/ 10 h 30"/>
                  <a:gd name="T54" fmla="*/ 3 w 22"/>
                  <a:gd name="T55" fmla="*/ 13 h 30"/>
                  <a:gd name="T56" fmla="*/ 1 w 22"/>
                  <a:gd name="T57" fmla="*/ 13 h 30"/>
                  <a:gd name="T58" fmla="*/ 3 w 22"/>
                  <a:gd name="T59" fmla="*/ 15 h 30"/>
                  <a:gd name="T60" fmla="*/ 1 w 22"/>
                  <a:gd name="T61" fmla="*/ 17 h 30"/>
                  <a:gd name="T62" fmla="*/ 0 w 22"/>
                  <a:gd name="T63" fmla="*/ 19 h 30"/>
                  <a:gd name="T64" fmla="*/ 0 w 22"/>
                  <a:gd name="T65" fmla="*/ 21 h 30"/>
                  <a:gd name="T66" fmla="*/ 0 w 22"/>
                  <a:gd name="T67" fmla="*/ 23 h 30"/>
                  <a:gd name="T68" fmla="*/ 0 w 22"/>
                  <a:gd name="T69" fmla="*/ 23 h 30"/>
                  <a:gd name="T70" fmla="*/ 0 w 22"/>
                  <a:gd name="T7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30">
                    <a:moveTo>
                      <a:pt x="0" y="24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9" y="19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5" name="Freeform 6093">
                <a:extLst>
                  <a:ext uri="{FF2B5EF4-FFF2-40B4-BE49-F238E27FC236}">
                    <a16:creationId xmlns:a16="http://schemas.microsoft.com/office/drawing/2014/main" id="{11EF876B-A8C4-4866-8886-2888CB0B5C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06" y="2070"/>
                <a:ext cx="16" cy="20"/>
              </a:xfrm>
              <a:custGeom>
                <a:avLst/>
                <a:gdLst>
                  <a:gd name="T0" fmla="*/ 5 w 16"/>
                  <a:gd name="T1" fmla="*/ 16 h 20"/>
                  <a:gd name="T2" fmla="*/ 7 w 16"/>
                  <a:gd name="T3" fmla="*/ 15 h 20"/>
                  <a:gd name="T4" fmla="*/ 11 w 16"/>
                  <a:gd name="T5" fmla="*/ 13 h 20"/>
                  <a:gd name="T6" fmla="*/ 11 w 16"/>
                  <a:gd name="T7" fmla="*/ 9 h 20"/>
                  <a:gd name="T8" fmla="*/ 11 w 16"/>
                  <a:gd name="T9" fmla="*/ 7 h 20"/>
                  <a:gd name="T10" fmla="*/ 16 w 16"/>
                  <a:gd name="T11" fmla="*/ 0 h 20"/>
                  <a:gd name="T12" fmla="*/ 11 w 16"/>
                  <a:gd name="T13" fmla="*/ 2 h 20"/>
                  <a:gd name="T14" fmla="*/ 7 w 16"/>
                  <a:gd name="T15" fmla="*/ 3 h 20"/>
                  <a:gd name="T16" fmla="*/ 7 w 16"/>
                  <a:gd name="T17" fmla="*/ 5 h 20"/>
                  <a:gd name="T18" fmla="*/ 5 w 16"/>
                  <a:gd name="T19" fmla="*/ 7 h 20"/>
                  <a:gd name="T20" fmla="*/ 3 w 16"/>
                  <a:gd name="T21" fmla="*/ 9 h 20"/>
                  <a:gd name="T22" fmla="*/ 3 w 16"/>
                  <a:gd name="T23" fmla="*/ 11 h 20"/>
                  <a:gd name="T24" fmla="*/ 3 w 16"/>
                  <a:gd name="T25" fmla="*/ 13 h 20"/>
                  <a:gd name="T26" fmla="*/ 1 w 16"/>
                  <a:gd name="T27" fmla="*/ 15 h 20"/>
                  <a:gd name="T28" fmla="*/ 0 w 16"/>
                  <a:gd name="T29" fmla="*/ 20 h 20"/>
                  <a:gd name="T30" fmla="*/ 3 w 16"/>
                  <a:gd name="T31" fmla="*/ 20 h 20"/>
                  <a:gd name="T32" fmla="*/ 5 w 16"/>
                  <a:gd name="T3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0">
                    <a:moveTo>
                      <a:pt x="5" y="16"/>
                    </a:moveTo>
                    <a:lnTo>
                      <a:pt x="7" y="15"/>
                    </a:lnTo>
                    <a:lnTo>
                      <a:pt x="11" y="13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6" name="Freeform 6094">
                <a:extLst>
                  <a:ext uri="{FF2B5EF4-FFF2-40B4-BE49-F238E27FC236}">
                    <a16:creationId xmlns:a16="http://schemas.microsoft.com/office/drawing/2014/main" id="{CF7BB6D5-2BCD-489B-BAEC-E49C7D0D46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128"/>
                <a:ext cx="7" cy="7"/>
              </a:xfrm>
              <a:custGeom>
                <a:avLst/>
                <a:gdLst>
                  <a:gd name="T0" fmla="*/ 0 w 7"/>
                  <a:gd name="T1" fmla="*/ 5 h 7"/>
                  <a:gd name="T2" fmla="*/ 3 w 7"/>
                  <a:gd name="T3" fmla="*/ 7 h 7"/>
                  <a:gd name="T4" fmla="*/ 5 w 7"/>
                  <a:gd name="T5" fmla="*/ 3 h 7"/>
                  <a:gd name="T6" fmla="*/ 7 w 7"/>
                  <a:gd name="T7" fmla="*/ 0 h 7"/>
                  <a:gd name="T8" fmla="*/ 3 w 7"/>
                  <a:gd name="T9" fmla="*/ 1 h 7"/>
                  <a:gd name="T10" fmla="*/ 0 w 7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lnTo>
                      <a:pt x="3" y="7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7" name="Freeform 6095">
                <a:extLst>
                  <a:ext uri="{FF2B5EF4-FFF2-40B4-BE49-F238E27FC236}">
                    <a16:creationId xmlns:a16="http://schemas.microsoft.com/office/drawing/2014/main" id="{4A1EC2B2-8D77-42E3-ACFF-61EC6EAF88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4" y="2027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2 h 5"/>
                  <a:gd name="T4" fmla="*/ 3 w 5"/>
                  <a:gd name="T5" fmla="*/ 0 h 5"/>
                  <a:gd name="T6" fmla="*/ 0 w 5"/>
                  <a:gd name="T7" fmla="*/ 2 h 5"/>
                  <a:gd name="T8" fmla="*/ 3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8" name="Freeform 6096">
                <a:extLst>
                  <a:ext uri="{FF2B5EF4-FFF2-40B4-BE49-F238E27FC236}">
                    <a16:creationId xmlns:a16="http://schemas.microsoft.com/office/drawing/2014/main" id="{FB466F13-FC72-4AF0-963B-0F37CC6E29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1891"/>
                <a:ext cx="22" cy="15"/>
              </a:xfrm>
              <a:custGeom>
                <a:avLst/>
                <a:gdLst>
                  <a:gd name="T0" fmla="*/ 22 w 22"/>
                  <a:gd name="T1" fmla="*/ 5 h 15"/>
                  <a:gd name="T2" fmla="*/ 22 w 22"/>
                  <a:gd name="T3" fmla="*/ 3 h 15"/>
                  <a:gd name="T4" fmla="*/ 19 w 22"/>
                  <a:gd name="T5" fmla="*/ 3 h 15"/>
                  <a:gd name="T6" fmla="*/ 19 w 22"/>
                  <a:gd name="T7" fmla="*/ 3 h 15"/>
                  <a:gd name="T8" fmla="*/ 19 w 22"/>
                  <a:gd name="T9" fmla="*/ 2 h 15"/>
                  <a:gd name="T10" fmla="*/ 17 w 22"/>
                  <a:gd name="T11" fmla="*/ 2 h 15"/>
                  <a:gd name="T12" fmla="*/ 15 w 22"/>
                  <a:gd name="T13" fmla="*/ 2 h 15"/>
                  <a:gd name="T14" fmla="*/ 13 w 22"/>
                  <a:gd name="T15" fmla="*/ 0 h 15"/>
                  <a:gd name="T16" fmla="*/ 9 w 22"/>
                  <a:gd name="T17" fmla="*/ 2 h 15"/>
                  <a:gd name="T18" fmla="*/ 9 w 22"/>
                  <a:gd name="T19" fmla="*/ 5 h 15"/>
                  <a:gd name="T20" fmla="*/ 8 w 22"/>
                  <a:gd name="T21" fmla="*/ 7 h 15"/>
                  <a:gd name="T22" fmla="*/ 8 w 22"/>
                  <a:gd name="T23" fmla="*/ 9 h 15"/>
                  <a:gd name="T24" fmla="*/ 6 w 22"/>
                  <a:gd name="T25" fmla="*/ 7 h 15"/>
                  <a:gd name="T26" fmla="*/ 8 w 22"/>
                  <a:gd name="T27" fmla="*/ 5 h 15"/>
                  <a:gd name="T28" fmla="*/ 6 w 22"/>
                  <a:gd name="T29" fmla="*/ 2 h 15"/>
                  <a:gd name="T30" fmla="*/ 4 w 22"/>
                  <a:gd name="T31" fmla="*/ 2 h 15"/>
                  <a:gd name="T32" fmla="*/ 2 w 22"/>
                  <a:gd name="T33" fmla="*/ 3 h 15"/>
                  <a:gd name="T34" fmla="*/ 0 w 22"/>
                  <a:gd name="T35" fmla="*/ 5 h 15"/>
                  <a:gd name="T36" fmla="*/ 0 w 22"/>
                  <a:gd name="T37" fmla="*/ 9 h 15"/>
                  <a:gd name="T38" fmla="*/ 2 w 22"/>
                  <a:gd name="T39" fmla="*/ 11 h 15"/>
                  <a:gd name="T40" fmla="*/ 4 w 22"/>
                  <a:gd name="T41" fmla="*/ 11 h 15"/>
                  <a:gd name="T42" fmla="*/ 4 w 22"/>
                  <a:gd name="T43" fmla="*/ 9 h 15"/>
                  <a:gd name="T44" fmla="*/ 6 w 22"/>
                  <a:gd name="T45" fmla="*/ 11 h 15"/>
                  <a:gd name="T46" fmla="*/ 8 w 22"/>
                  <a:gd name="T47" fmla="*/ 9 h 15"/>
                  <a:gd name="T48" fmla="*/ 8 w 22"/>
                  <a:gd name="T49" fmla="*/ 9 h 15"/>
                  <a:gd name="T50" fmla="*/ 9 w 22"/>
                  <a:gd name="T51" fmla="*/ 15 h 15"/>
                  <a:gd name="T52" fmla="*/ 13 w 22"/>
                  <a:gd name="T53" fmla="*/ 13 h 15"/>
                  <a:gd name="T54" fmla="*/ 13 w 22"/>
                  <a:gd name="T55" fmla="*/ 11 h 15"/>
                  <a:gd name="T56" fmla="*/ 13 w 22"/>
                  <a:gd name="T57" fmla="*/ 11 h 15"/>
                  <a:gd name="T58" fmla="*/ 13 w 22"/>
                  <a:gd name="T59" fmla="*/ 11 h 15"/>
                  <a:gd name="T60" fmla="*/ 15 w 22"/>
                  <a:gd name="T61" fmla="*/ 13 h 15"/>
                  <a:gd name="T62" fmla="*/ 19 w 22"/>
                  <a:gd name="T63" fmla="*/ 15 h 15"/>
                  <a:gd name="T64" fmla="*/ 21 w 22"/>
                  <a:gd name="T65" fmla="*/ 13 h 15"/>
                  <a:gd name="T66" fmla="*/ 22 w 22"/>
                  <a:gd name="T67" fmla="*/ 9 h 15"/>
                  <a:gd name="T68" fmla="*/ 21 w 22"/>
                  <a:gd name="T69" fmla="*/ 7 h 15"/>
                  <a:gd name="T70" fmla="*/ 21 w 22"/>
                  <a:gd name="T71" fmla="*/ 7 h 15"/>
                  <a:gd name="T72" fmla="*/ 22 w 22"/>
                  <a:gd name="T7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5">
                    <a:moveTo>
                      <a:pt x="22" y="5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9" name="Freeform 6097">
                <a:extLst>
                  <a:ext uri="{FF2B5EF4-FFF2-40B4-BE49-F238E27FC236}">
                    <a16:creationId xmlns:a16="http://schemas.microsoft.com/office/drawing/2014/main" id="{D91D1C6A-EB74-4013-BCF1-D3503DD1BB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8" y="2051"/>
                <a:ext cx="6" cy="8"/>
              </a:xfrm>
              <a:custGeom>
                <a:avLst/>
                <a:gdLst>
                  <a:gd name="T0" fmla="*/ 2 w 6"/>
                  <a:gd name="T1" fmla="*/ 2 h 8"/>
                  <a:gd name="T2" fmla="*/ 0 w 6"/>
                  <a:gd name="T3" fmla="*/ 8 h 8"/>
                  <a:gd name="T4" fmla="*/ 4 w 6"/>
                  <a:gd name="T5" fmla="*/ 8 h 8"/>
                  <a:gd name="T6" fmla="*/ 6 w 6"/>
                  <a:gd name="T7" fmla="*/ 6 h 8"/>
                  <a:gd name="T8" fmla="*/ 6 w 6"/>
                  <a:gd name="T9" fmla="*/ 0 h 8"/>
                  <a:gd name="T10" fmla="*/ 2 w 6"/>
                  <a:gd name="T11" fmla="*/ 0 h 8"/>
                  <a:gd name="T12" fmla="*/ 2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2"/>
                    </a:moveTo>
                    <a:lnTo>
                      <a:pt x="0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0" name="Freeform 6098">
                <a:extLst>
                  <a:ext uri="{FF2B5EF4-FFF2-40B4-BE49-F238E27FC236}">
                    <a16:creationId xmlns:a16="http://schemas.microsoft.com/office/drawing/2014/main" id="{1C826B08-D1C8-4F23-A3D0-95FCCCBD4D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7" y="1956"/>
                <a:ext cx="6" cy="7"/>
              </a:xfrm>
              <a:custGeom>
                <a:avLst/>
                <a:gdLst>
                  <a:gd name="T0" fmla="*/ 6 w 6"/>
                  <a:gd name="T1" fmla="*/ 7 h 7"/>
                  <a:gd name="T2" fmla="*/ 6 w 6"/>
                  <a:gd name="T3" fmla="*/ 4 h 7"/>
                  <a:gd name="T4" fmla="*/ 2 w 6"/>
                  <a:gd name="T5" fmla="*/ 0 h 7"/>
                  <a:gd name="T6" fmla="*/ 0 w 6"/>
                  <a:gd name="T7" fmla="*/ 2 h 7"/>
                  <a:gd name="T8" fmla="*/ 0 w 6"/>
                  <a:gd name="T9" fmla="*/ 6 h 7"/>
                  <a:gd name="T10" fmla="*/ 2 w 6"/>
                  <a:gd name="T11" fmla="*/ 7 h 7"/>
                  <a:gd name="T12" fmla="*/ 6 w 6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1" name="Freeform 6099">
                <a:extLst>
                  <a:ext uri="{FF2B5EF4-FFF2-40B4-BE49-F238E27FC236}">
                    <a16:creationId xmlns:a16="http://schemas.microsoft.com/office/drawing/2014/main" id="{66C642D0-6F73-4A81-8697-8BCE865F155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91" y="1643"/>
                <a:ext cx="7" cy="15"/>
              </a:xfrm>
              <a:custGeom>
                <a:avLst/>
                <a:gdLst>
                  <a:gd name="T0" fmla="*/ 2 w 7"/>
                  <a:gd name="T1" fmla="*/ 9 h 15"/>
                  <a:gd name="T2" fmla="*/ 3 w 7"/>
                  <a:gd name="T3" fmla="*/ 15 h 15"/>
                  <a:gd name="T4" fmla="*/ 7 w 7"/>
                  <a:gd name="T5" fmla="*/ 11 h 15"/>
                  <a:gd name="T6" fmla="*/ 7 w 7"/>
                  <a:gd name="T7" fmla="*/ 9 h 15"/>
                  <a:gd name="T8" fmla="*/ 5 w 7"/>
                  <a:gd name="T9" fmla="*/ 7 h 15"/>
                  <a:gd name="T10" fmla="*/ 5 w 7"/>
                  <a:gd name="T11" fmla="*/ 7 h 15"/>
                  <a:gd name="T12" fmla="*/ 5 w 7"/>
                  <a:gd name="T13" fmla="*/ 4 h 15"/>
                  <a:gd name="T14" fmla="*/ 3 w 7"/>
                  <a:gd name="T15" fmla="*/ 0 h 15"/>
                  <a:gd name="T16" fmla="*/ 0 w 7"/>
                  <a:gd name="T17" fmla="*/ 2 h 15"/>
                  <a:gd name="T18" fmla="*/ 0 w 7"/>
                  <a:gd name="T19" fmla="*/ 4 h 15"/>
                  <a:gd name="T20" fmla="*/ 3 w 7"/>
                  <a:gd name="T21" fmla="*/ 7 h 15"/>
                  <a:gd name="T22" fmla="*/ 3 w 7"/>
                  <a:gd name="T23" fmla="*/ 7 h 15"/>
                  <a:gd name="T24" fmla="*/ 3 w 7"/>
                  <a:gd name="T25" fmla="*/ 7 h 15"/>
                  <a:gd name="T26" fmla="*/ 2 w 7"/>
                  <a:gd name="T2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5">
                    <a:moveTo>
                      <a:pt x="2" y="9"/>
                    </a:moveTo>
                    <a:lnTo>
                      <a:pt x="3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2" name="Freeform 6100">
                <a:extLst>
                  <a:ext uri="{FF2B5EF4-FFF2-40B4-BE49-F238E27FC236}">
                    <a16:creationId xmlns:a16="http://schemas.microsoft.com/office/drawing/2014/main" id="{CF580DD3-5C1E-4B75-AE5F-E2E7F8E939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715"/>
                <a:ext cx="21" cy="30"/>
              </a:xfrm>
              <a:custGeom>
                <a:avLst/>
                <a:gdLst>
                  <a:gd name="T0" fmla="*/ 11 w 21"/>
                  <a:gd name="T1" fmla="*/ 21 h 30"/>
                  <a:gd name="T2" fmla="*/ 13 w 21"/>
                  <a:gd name="T3" fmla="*/ 19 h 30"/>
                  <a:gd name="T4" fmla="*/ 15 w 21"/>
                  <a:gd name="T5" fmla="*/ 15 h 30"/>
                  <a:gd name="T6" fmla="*/ 19 w 21"/>
                  <a:gd name="T7" fmla="*/ 14 h 30"/>
                  <a:gd name="T8" fmla="*/ 21 w 21"/>
                  <a:gd name="T9" fmla="*/ 14 h 30"/>
                  <a:gd name="T10" fmla="*/ 19 w 21"/>
                  <a:gd name="T11" fmla="*/ 8 h 30"/>
                  <a:gd name="T12" fmla="*/ 19 w 21"/>
                  <a:gd name="T13" fmla="*/ 6 h 30"/>
                  <a:gd name="T14" fmla="*/ 15 w 21"/>
                  <a:gd name="T15" fmla="*/ 0 h 30"/>
                  <a:gd name="T16" fmla="*/ 11 w 21"/>
                  <a:gd name="T17" fmla="*/ 0 h 30"/>
                  <a:gd name="T18" fmla="*/ 9 w 21"/>
                  <a:gd name="T19" fmla="*/ 2 h 30"/>
                  <a:gd name="T20" fmla="*/ 9 w 21"/>
                  <a:gd name="T21" fmla="*/ 4 h 30"/>
                  <a:gd name="T22" fmla="*/ 8 w 21"/>
                  <a:gd name="T23" fmla="*/ 4 h 30"/>
                  <a:gd name="T24" fmla="*/ 6 w 21"/>
                  <a:gd name="T25" fmla="*/ 8 h 30"/>
                  <a:gd name="T26" fmla="*/ 4 w 21"/>
                  <a:gd name="T27" fmla="*/ 10 h 30"/>
                  <a:gd name="T28" fmla="*/ 0 w 21"/>
                  <a:gd name="T29" fmla="*/ 14 h 30"/>
                  <a:gd name="T30" fmla="*/ 4 w 21"/>
                  <a:gd name="T31" fmla="*/ 14 h 30"/>
                  <a:gd name="T32" fmla="*/ 6 w 21"/>
                  <a:gd name="T33" fmla="*/ 14 h 30"/>
                  <a:gd name="T34" fmla="*/ 6 w 21"/>
                  <a:gd name="T35" fmla="*/ 14 h 30"/>
                  <a:gd name="T36" fmla="*/ 6 w 21"/>
                  <a:gd name="T37" fmla="*/ 19 h 30"/>
                  <a:gd name="T38" fmla="*/ 8 w 21"/>
                  <a:gd name="T39" fmla="*/ 21 h 30"/>
                  <a:gd name="T40" fmla="*/ 8 w 21"/>
                  <a:gd name="T41" fmla="*/ 23 h 30"/>
                  <a:gd name="T42" fmla="*/ 6 w 21"/>
                  <a:gd name="T43" fmla="*/ 25 h 30"/>
                  <a:gd name="T44" fmla="*/ 8 w 21"/>
                  <a:gd name="T45" fmla="*/ 27 h 30"/>
                  <a:gd name="T46" fmla="*/ 9 w 21"/>
                  <a:gd name="T47" fmla="*/ 30 h 30"/>
                  <a:gd name="T48" fmla="*/ 13 w 21"/>
                  <a:gd name="T49" fmla="*/ 30 h 30"/>
                  <a:gd name="T50" fmla="*/ 13 w 21"/>
                  <a:gd name="T51" fmla="*/ 27 h 30"/>
                  <a:gd name="T52" fmla="*/ 11 w 21"/>
                  <a:gd name="T53" fmla="*/ 25 h 30"/>
                  <a:gd name="T54" fmla="*/ 11 w 21"/>
                  <a:gd name="T55" fmla="*/ 23 h 30"/>
                  <a:gd name="T56" fmla="*/ 11 w 21"/>
                  <a:gd name="T5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30">
                    <a:moveTo>
                      <a:pt x="11" y="21"/>
                    </a:moveTo>
                    <a:lnTo>
                      <a:pt x="13" y="19"/>
                    </a:lnTo>
                    <a:lnTo>
                      <a:pt x="15" y="15"/>
                    </a:lnTo>
                    <a:lnTo>
                      <a:pt x="19" y="14"/>
                    </a:lnTo>
                    <a:lnTo>
                      <a:pt x="21" y="14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3" y="27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3" name="Freeform 6101">
                <a:extLst>
                  <a:ext uri="{FF2B5EF4-FFF2-40B4-BE49-F238E27FC236}">
                    <a16:creationId xmlns:a16="http://schemas.microsoft.com/office/drawing/2014/main" id="{52D7F3DB-E695-4BCC-AA0C-74A80017BBE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5" y="2004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4 h 4"/>
                  <a:gd name="T10" fmla="*/ 4 w 6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4" name="Freeform 6102">
                <a:extLst>
                  <a:ext uri="{FF2B5EF4-FFF2-40B4-BE49-F238E27FC236}">
                    <a16:creationId xmlns:a16="http://schemas.microsoft.com/office/drawing/2014/main" id="{23C66587-CBEC-41EA-AB50-15ECF877036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2034"/>
                <a:ext cx="7" cy="15"/>
              </a:xfrm>
              <a:custGeom>
                <a:avLst/>
                <a:gdLst>
                  <a:gd name="T0" fmla="*/ 0 w 7"/>
                  <a:gd name="T1" fmla="*/ 11 h 15"/>
                  <a:gd name="T2" fmla="*/ 0 w 7"/>
                  <a:gd name="T3" fmla="*/ 15 h 15"/>
                  <a:gd name="T4" fmla="*/ 3 w 7"/>
                  <a:gd name="T5" fmla="*/ 15 h 15"/>
                  <a:gd name="T6" fmla="*/ 3 w 7"/>
                  <a:gd name="T7" fmla="*/ 11 h 15"/>
                  <a:gd name="T8" fmla="*/ 3 w 7"/>
                  <a:gd name="T9" fmla="*/ 11 h 15"/>
                  <a:gd name="T10" fmla="*/ 7 w 7"/>
                  <a:gd name="T11" fmla="*/ 8 h 15"/>
                  <a:gd name="T12" fmla="*/ 5 w 7"/>
                  <a:gd name="T13" fmla="*/ 6 h 15"/>
                  <a:gd name="T14" fmla="*/ 5 w 7"/>
                  <a:gd name="T15" fmla="*/ 4 h 15"/>
                  <a:gd name="T16" fmla="*/ 5 w 7"/>
                  <a:gd name="T17" fmla="*/ 0 h 15"/>
                  <a:gd name="T18" fmla="*/ 2 w 7"/>
                  <a:gd name="T19" fmla="*/ 4 h 15"/>
                  <a:gd name="T20" fmla="*/ 3 w 7"/>
                  <a:gd name="T21" fmla="*/ 6 h 15"/>
                  <a:gd name="T22" fmla="*/ 2 w 7"/>
                  <a:gd name="T23" fmla="*/ 6 h 15"/>
                  <a:gd name="T24" fmla="*/ 3 w 7"/>
                  <a:gd name="T25" fmla="*/ 11 h 15"/>
                  <a:gd name="T26" fmla="*/ 2 w 7"/>
                  <a:gd name="T27" fmla="*/ 10 h 15"/>
                  <a:gd name="T28" fmla="*/ 0 w 7"/>
                  <a:gd name="T2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0" y="11"/>
                    </a:moveTo>
                    <a:lnTo>
                      <a:pt x="0" y="15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5" name="Freeform 6103">
                <a:extLst>
                  <a:ext uri="{FF2B5EF4-FFF2-40B4-BE49-F238E27FC236}">
                    <a16:creationId xmlns:a16="http://schemas.microsoft.com/office/drawing/2014/main" id="{0CB5C1BF-599B-4D1E-A088-E732FD175A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990"/>
                <a:ext cx="9" cy="14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2 h 8"/>
                  <a:gd name="T4" fmla="*/ 3 w 5"/>
                  <a:gd name="T5" fmla="*/ 1 h 8"/>
                  <a:gd name="T6" fmla="*/ 1 w 5"/>
                  <a:gd name="T7" fmla="*/ 0 h 8"/>
                  <a:gd name="T8" fmla="*/ 1 w 5"/>
                  <a:gd name="T9" fmla="*/ 2 h 8"/>
                  <a:gd name="T10" fmla="*/ 0 w 5"/>
                  <a:gd name="T11" fmla="*/ 4 h 8"/>
                  <a:gd name="T12" fmla="*/ 2 w 5"/>
                  <a:gd name="T13" fmla="*/ 5 h 8"/>
                  <a:gd name="T14" fmla="*/ 2 w 5"/>
                  <a:gd name="T15" fmla="*/ 5 h 8"/>
                  <a:gd name="T16" fmla="*/ 1 w 5"/>
                  <a:gd name="T17" fmla="*/ 6 h 8"/>
                  <a:gd name="T18" fmla="*/ 1 w 5"/>
                  <a:gd name="T19" fmla="*/ 7 h 8"/>
                  <a:gd name="T20" fmla="*/ 2 w 5"/>
                  <a:gd name="T21" fmla="*/ 8 h 8"/>
                  <a:gd name="T22" fmla="*/ 4 w 5"/>
                  <a:gd name="T23" fmla="*/ 8 h 8"/>
                  <a:gd name="T24" fmla="*/ 4 w 5"/>
                  <a:gd name="T25" fmla="*/ 7 h 8"/>
                  <a:gd name="T26" fmla="*/ 5 w 5"/>
                  <a:gd name="T27" fmla="*/ 8 h 8"/>
                  <a:gd name="T28" fmla="*/ 3 w 5"/>
                  <a:gd name="T29" fmla="*/ 6 h 8"/>
                  <a:gd name="T30" fmla="*/ 3 w 5"/>
                  <a:gd name="T31" fmla="*/ 6 h 8"/>
                  <a:gd name="T32" fmla="*/ 3 w 5"/>
                  <a:gd name="T33" fmla="*/ 6 h 8"/>
                  <a:gd name="T34" fmla="*/ 3 w 5"/>
                  <a:gd name="T35" fmla="*/ 5 h 8"/>
                  <a:gd name="T36" fmla="*/ 3 w 5"/>
                  <a:gd name="T37" fmla="*/ 4 h 8"/>
                  <a:gd name="T38" fmla="*/ 4 w 5"/>
                  <a:gd name="T3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6" name="Freeform 6104">
                <a:extLst>
                  <a:ext uri="{FF2B5EF4-FFF2-40B4-BE49-F238E27FC236}">
                    <a16:creationId xmlns:a16="http://schemas.microsoft.com/office/drawing/2014/main" id="{2189A93B-459A-4E96-B1CB-6E350940F1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2006"/>
                <a:ext cx="6" cy="10"/>
              </a:xfrm>
              <a:custGeom>
                <a:avLst/>
                <a:gdLst>
                  <a:gd name="T0" fmla="*/ 2 w 6"/>
                  <a:gd name="T1" fmla="*/ 4 h 10"/>
                  <a:gd name="T2" fmla="*/ 0 w 6"/>
                  <a:gd name="T3" fmla="*/ 10 h 10"/>
                  <a:gd name="T4" fmla="*/ 4 w 6"/>
                  <a:gd name="T5" fmla="*/ 8 h 10"/>
                  <a:gd name="T6" fmla="*/ 4 w 6"/>
                  <a:gd name="T7" fmla="*/ 6 h 10"/>
                  <a:gd name="T8" fmla="*/ 6 w 6"/>
                  <a:gd name="T9" fmla="*/ 2 h 10"/>
                  <a:gd name="T10" fmla="*/ 2 w 6"/>
                  <a:gd name="T11" fmla="*/ 0 h 10"/>
                  <a:gd name="T12" fmla="*/ 2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2" y="4"/>
                    </a:moveTo>
                    <a:lnTo>
                      <a:pt x="0" y="10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7" name="Freeform 6105">
                <a:extLst>
                  <a:ext uri="{FF2B5EF4-FFF2-40B4-BE49-F238E27FC236}">
                    <a16:creationId xmlns:a16="http://schemas.microsoft.com/office/drawing/2014/main" id="{A641DB5C-5278-45CB-BB5D-FB577D36F1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1818"/>
                <a:ext cx="24" cy="19"/>
              </a:xfrm>
              <a:custGeom>
                <a:avLst/>
                <a:gdLst>
                  <a:gd name="T0" fmla="*/ 9 w 24"/>
                  <a:gd name="T1" fmla="*/ 13 h 19"/>
                  <a:gd name="T2" fmla="*/ 11 w 24"/>
                  <a:gd name="T3" fmla="*/ 13 h 19"/>
                  <a:gd name="T4" fmla="*/ 13 w 24"/>
                  <a:gd name="T5" fmla="*/ 15 h 19"/>
                  <a:gd name="T6" fmla="*/ 15 w 24"/>
                  <a:gd name="T7" fmla="*/ 17 h 19"/>
                  <a:gd name="T8" fmla="*/ 17 w 24"/>
                  <a:gd name="T9" fmla="*/ 15 h 19"/>
                  <a:gd name="T10" fmla="*/ 19 w 24"/>
                  <a:gd name="T11" fmla="*/ 19 h 19"/>
                  <a:gd name="T12" fmla="*/ 23 w 24"/>
                  <a:gd name="T13" fmla="*/ 19 h 19"/>
                  <a:gd name="T14" fmla="*/ 24 w 24"/>
                  <a:gd name="T15" fmla="*/ 17 h 19"/>
                  <a:gd name="T16" fmla="*/ 23 w 24"/>
                  <a:gd name="T17" fmla="*/ 13 h 19"/>
                  <a:gd name="T18" fmla="*/ 19 w 24"/>
                  <a:gd name="T19" fmla="*/ 11 h 19"/>
                  <a:gd name="T20" fmla="*/ 15 w 24"/>
                  <a:gd name="T21" fmla="*/ 9 h 19"/>
                  <a:gd name="T22" fmla="*/ 15 w 24"/>
                  <a:gd name="T23" fmla="*/ 6 h 19"/>
                  <a:gd name="T24" fmla="*/ 11 w 24"/>
                  <a:gd name="T25" fmla="*/ 6 h 19"/>
                  <a:gd name="T26" fmla="*/ 9 w 24"/>
                  <a:gd name="T27" fmla="*/ 2 h 19"/>
                  <a:gd name="T28" fmla="*/ 13 w 24"/>
                  <a:gd name="T29" fmla="*/ 0 h 19"/>
                  <a:gd name="T30" fmla="*/ 8 w 24"/>
                  <a:gd name="T31" fmla="*/ 0 h 19"/>
                  <a:gd name="T32" fmla="*/ 6 w 24"/>
                  <a:gd name="T33" fmla="*/ 0 h 19"/>
                  <a:gd name="T34" fmla="*/ 4 w 24"/>
                  <a:gd name="T35" fmla="*/ 0 h 19"/>
                  <a:gd name="T36" fmla="*/ 0 w 24"/>
                  <a:gd name="T37" fmla="*/ 4 h 19"/>
                  <a:gd name="T38" fmla="*/ 0 w 24"/>
                  <a:gd name="T39" fmla="*/ 6 h 19"/>
                  <a:gd name="T40" fmla="*/ 4 w 24"/>
                  <a:gd name="T41" fmla="*/ 7 h 19"/>
                  <a:gd name="T42" fmla="*/ 6 w 24"/>
                  <a:gd name="T43" fmla="*/ 7 h 19"/>
                  <a:gd name="T44" fmla="*/ 6 w 24"/>
                  <a:gd name="T45" fmla="*/ 7 h 19"/>
                  <a:gd name="T46" fmla="*/ 6 w 24"/>
                  <a:gd name="T47" fmla="*/ 9 h 19"/>
                  <a:gd name="T48" fmla="*/ 9 w 24"/>
                  <a:gd name="T4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9" y="13"/>
                    </a:moveTo>
                    <a:lnTo>
                      <a:pt x="11" y="13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9" y="19"/>
                    </a:lnTo>
                    <a:lnTo>
                      <a:pt x="23" y="19"/>
                    </a:lnTo>
                    <a:lnTo>
                      <a:pt x="24" y="17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8" name="Freeform 6106">
                <a:extLst>
                  <a:ext uri="{FF2B5EF4-FFF2-40B4-BE49-F238E27FC236}">
                    <a16:creationId xmlns:a16="http://schemas.microsoft.com/office/drawing/2014/main" id="{E2A68AA7-5273-4520-9E1F-F633B9777D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376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0 w 9"/>
                  <a:gd name="T3" fmla="*/ 4 h 6"/>
                  <a:gd name="T4" fmla="*/ 2 w 9"/>
                  <a:gd name="T5" fmla="*/ 6 h 6"/>
                  <a:gd name="T6" fmla="*/ 5 w 9"/>
                  <a:gd name="T7" fmla="*/ 6 h 6"/>
                  <a:gd name="T8" fmla="*/ 9 w 9"/>
                  <a:gd name="T9" fmla="*/ 4 h 6"/>
                  <a:gd name="T10" fmla="*/ 9 w 9"/>
                  <a:gd name="T11" fmla="*/ 2 h 6"/>
                  <a:gd name="T12" fmla="*/ 5 w 9"/>
                  <a:gd name="T13" fmla="*/ 0 h 6"/>
                  <a:gd name="T14" fmla="*/ 3 w 9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3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9" name="Freeform 6107">
                <a:extLst>
                  <a:ext uri="{FF2B5EF4-FFF2-40B4-BE49-F238E27FC236}">
                    <a16:creationId xmlns:a16="http://schemas.microsoft.com/office/drawing/2014/main" id="{2670A0B5-8867-4100-8D0D-39E2FC8BA1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7" y="1827"/>
                <a:ext cx="21" cy="12"/>
              </a:xfrm>
              <a:custGeom>
                <a:avLst/>
                <a:gdLst>
                  <a:gd name="T0" fmla="*/ 13 w 21"/>
                  <a:gd name="T1" fmla="*/ 10 h 12"/>
                  <a:gd name="T2" fmla="*/ 15 w 21"/>
                  <a:gd name="T3" fmla="*/ 12 h 12"/>
                  <a:gd name="T4" fmla="*/ 21 w 21"/>
                  <a:gd name="T5" fmla="*/ 10 h 12"/>
                  <a:gd name="T6" fmla="*/ 19 w 21"/>
                  <a:gd name="T7" fmla="*/ 8 h 12"/>
                  <a:gd name="T8" fmla="*/ 13 w 21"/>
                  <a:gd name="T9" fmla="*/ 6 h 12"/>
                  <a:gd name="T10" fmla="*/ 11 w 21"/>
                  <a:gd name="T11" fmla="*/ 4 h 12"/>
                  <a:gd name="T12" fmla="*/ 9 w 21"/>
                  <a:gd name="T13" fmla="*/ 4 h 12"/>
                  <a:gd name="T14" fmla="*/ 8 w 21"/>
                  <a:gd name="T15" fmla="*/ 2 h 12"/>
                  <a:gd name="T16" fmla="*/ 4 w 21"/>
                  <a:gd name="T17" fmla="*/ 0 h 12"/>
                  <a:gd name="T18" fmla="*/ 0 w 21"/>
                  <a:gd name="T19" fmla="*/ 2 h 12"/>
                  <a:gd name="T20" fmla="*/ 4 w 21"/>
                  <a:gd name="T21" fmla="*/ 6 h 12"/>
                  <a:gd name="T22" fmla="*/ 6 w 21"/>
                  <a:gd name="T23" fmla="*/ 6 h 12"/>
                  <a:gd name="T24" fmla="*/ 9 w 21"/>
                  <a:gd name="T25" fmla="*/ 8 h 12"/>
                  <a:gd name="T26" fmla="*/ 13 w 21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2">
                    <a:moveTo>
                      <a:pt x="13" y="10"/>
                    </a:moveTo>
                    <a:lnTo>
                      <a:pt x="15" y="12"/>
                    </a:lnTo>
                    <a:lnTo>
                      <a:pt x="21" y="10"/>
                    </a:lnTo>
                    <a:lnTo>
                      <a:pt x="19" y="8"/>
                    </a:lnTo>
                    <a:lnTo>
                      <a:pt x="13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0" name="Freeform 6108">
                <a:extLst>
                  <a:ext uri="{FF2B5EF4-FFF2-40B4-BE49-F238E27FC236}">
                    <a16:creationId xmlns:a16="http://schemas.microsoft.com/office/drawing/2014/main" id="{9CFDB27C-FEEB-4245-B2BB-90309DABC16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76" y="1365"/>
                <a:ext cx="11" cy="11"/>
              </a:xfrm>
              <a:custGeom>
                <a:avLst/>
                <a:gdLst>
                  <a:gd name="T0" fmla="*/ 6 w 11"/>
                  <a:gd name="T1" fmla="*/ 7 h 11"/>
                  <a:gd name="T2" fmla="*/ 6 w 11"/>
                  <a:gd name="T3" fmla="*/ 11 h 11"/>
                  <a:gd name="T4" fmla="*/ 8 w 11"/>
                  <a:gd name="T5" fmla="*/ 11 h 11"/>
                  <a:gd name="T6" fmla="*/ 11 w 11"/>
                  <a:gd name="T7" fmla="*/ 9 h 11"/>
                  <a:gd name="T8" fmla="*/ 11 w 11"/>
                  <a:gd name="T9" fmla="*/ 7 h 11"/>
                  <a:gd name="T10" fmla="*/ 9 w 11"/>
                  <a:gd name="T11" fmla="*/ 6 h 11"/>
                  <a:gd name="T12" fmla="*/ 8 w 11"/>
                  <a:gd name="T13" fmla="*/ 4 h 11"/>
                  <a:gd name="T14" fmla="*/ 8 w 11"/>
                  <a:gd name="T15" fmla="*/ 4 h 11"/>
                  <a:gd name="T16" fmla="*/ 9 w 11"/>
                  <a:gd name="T17" fmla="*/ 0 h 11"/>
                  <a:gd name="T18" fmla="*/ 6 w 11"/>
                  <a:gd name="T19" fmla="*/ 0 h 11"/>
                  <a:gd name="T20" fmla="*/ 2 w 11"/>
                  <a:gd name="T21" fmla="*/ 0 h 11"/>
                  <a:gd name="T22" fmla="*/ 0 w 11"/>
                  <a:gd name="T23" fmla="*/ 4 h 11"/>
                  <a:gd name="T24" fmla="*/ 2 w 11"/>
                  <a:gd name="T25" fmla="*/ 4 h 11"/>
                  <a:gd name="T26" fmla="*/ 4 w 11"/>
                  <a:gd name="T27" fmla="*/ 4 h 11"/>
                  <a:gd name="T28" fmla="*/ 4 w 11"/>
                  <a:gd name="T29" fmla="*/ 6 h 11"/>
                  <a:gd name="T30" fmla="*/ 6 w 1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6" y="7"/>
                    </a:moveTo>
                    <a:lnTo>
                      <a:pt x="6" y="11"/>
                    </a:lnTo>
                    <a:lnTo>
                      <a:pt x="8" y="11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1" name="Freeform 6109">
                <a:extLst>
                  <a:ext uri="{FF2B5EF4-FFF2-40B4-BE49-F238E27FC236}">
                    <a16:creationId xmlns:a16="http://schemas.microsoft.com/office/drawing/2014/main" id="{F535C642-3323-477E-A9A8-CB3A56450D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0" y="1352"/>
                <a:ext cx="17" cy="17"/>
              </a:xfrm>
              <a:custGeom>
                <a:avLst/>
                <a:gdLst>
                  <a:gd name="T0" fmla="*/ 6 w 17"/>
                  <a:gd name="T1" fmla="*/ 15 h 17"/>
                  <a:gd name="T2" fmla="*/ 7 w 17"/>
                  <a:gd name="T3" fmla="*/ 13 h 17"/>
                  <a:gd name="T4" fmla="*/ 4 w 17"/>
                  <a:gd name="T5" fmla="*/ 17 h 17"/>
                  <a:gd name="T6" fmla="*/ 11 w 17"/>
                  <a:gd name="T7" fmla="*/ 13 h 17"/>
                  <a:gd name="T8" fmla="*/ 15 w 17"/>
                  <a:gd name="T9" fmla="*/ 9 h 17"/>
                  <a:gd name="T10" fmla="*/ 15 w 17"/>
                  <a:gd name="T11" fmla="*/ 7 h 17"/>
                  <a:gd name="T12" fmla="*/ 17 w 17"/>
                  <a:gd name="T13" fmla="*/ 7 h 17"/>
                  <a:gd name="T14" fmla="*/ 17 w 17"/>
                  <a:gd name="T15" fmla="*/ 2 h 17"/>
                  <a:gd name="T16" fmla="*/ 15 w 17"/>
                  <a:gd name="T17" fmla="*/ 0 h 17"/>
                  <a:gd name="T18" fmla="*/ 11 w 17"/>
                  <a:gd name="T19" fmla="*/ 2 h 17"/>
                  <a:gd name="T20" fmla="*/ 11 w 17"/>
                  <a:gd name="T21" fmla="*/ 4 h 17"/>
                  <a:gd name="T22" fmla="*/ 9 w 17"/>
                  <a:gd name="T23" fmla="*/ 6 h 17"/>
                  <a:gd name="T24" fmla="*/ 6 w 17"/>
                  <a:gd name="T25" fmla="*/ 7 h 17"/>
                  <a:gd name="T26" fmla="*/ 2 w 17"/>
                  <a:gd name="T27" fmla="*/ 11 h 17"/>
                  <a:gd name="T28" fmla="*/ 0 w 17"/>
                  <a:gd name="T29" fmla="*/ 15 h 17"/>
                  <a:gd name="T30" fmla="*/ 4 w 17"/>
                  <a:gd name="T31" fmla="*/ 15 h 17"/>
                  <a:gd name="T32" fmla="*/ 6 w 17"/>
                  <a:gd name="T3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7">
                    <a:moveTo>
                      <a:pt x="6" y="15"/>
                    </a:moveTo>
                    <a:lnTo>
                      <a:pt x="7" y="13"/>
                    </a:lnTo>
                    <a:lnTo>
                      <a:pt x="4" y="17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2" name="Freeform 6110">
                <a:extLst>
                  <a:ext uri="{FF2B5EF4-FFF2-40B4-BE49-F238E27FC236}">
                    <a16:creationId xmlns:a16="http://schemas.microsoft.com/office/drawing/2014/main" id="{4EC2D66E-FF82-4084-9546-FEEF8E4B5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2" y="1233"/>
                <a:ext cx="76" cy="59"/>
              </a:xfrm>
              <a:custGeom>
                <a:avLst/>
                <a:gdLst>
                  <a:gd name="T0" fmla="*/ 9 w 76"/>
                  <a:gd name="T1" fmla="*/ 11 h 59"/>
                  <a:gd name="T2" fmla="*/ 5 w 76"/>
                  <a:gd name="T3" fmla="*/ 13 h 59"/>
                  <a:gd name="T4" fmla="*/ 0 w 76"/>
                  <a:gd name="T5" fmla="*/ 20 h 59"/>
                  <a:gd name="T6" fmla="*/ 4 w 76"/>
                  <a:gd name="T7" fmla="*/ 26 h 59"/>
                  <a:gd name="T8" fmla="*/ 5 w 76"/>
                  <a:gd name="T9" fmla="*/ 26 h 59"/>
                  <a:gd name="T10" fmla="*/ 2 w 76"/>
                  <a:gd name="T11" fmla="*/ 31 h 59"/>
                  <a:gd name="T12" fmla="*/ 4 w 76"/>
                  <a:gd name="T13" fmla="*/ 37 h 59"/>
                  <a:gd name="T14" fmla="*/ 0 w 76"/>
                  <a:gd name="T15" fmla="*/ 43 h 59"/>
                  <a:gd name="T16" fmla="*/ 4 w 76"/>
                  <a:gd name="T17" fmla="*/ 44 h 59"/>
                  <a:gd name="T18" fmla="*/ 5 w 76"/>
                  <a:gd name="T19" fmla="*/ 41 h 59"/>
                  <a:gd name="T20" fmla="*/ 11 w 76"/>
                  <a:gd name="T21" fmla="*/ 44 h 59"/>
                  <a:gd name="T22" fmla="*/ 15 w 76"/>
                  <a:gd name="T23" fmla="*/ 43 h 59"/>
                  <a:gd name="T24" fmla="*/ 17 w 76"/>
                  <a:gd name="T25" fmla="*/ 50 h 59"/>
                  <a:gd name="T26" fmla="*/ 24 w 76"/>
                  <a:gd name="T27" fmla="*/ 54 h 59"/>
                  <a:gd name="T28" fmla="*/ 30 w 76"/>
                  <a:gd name="T29" fmla="*/ 56 h 59"/>
                  <a:gd name="T30" fmla="*/ 35 w 76"/>
                  <a:gd name="T31" fmla="*/ 54 h 59"/>
                  <a:gd name="T32" fmla="*/ 41 w 76"/>
                  <a:gd name="T33" fmla="*/ 56 h 59"/>
                  <a:gd name="T34" fmla="*/ 50 w 76"/>
                  <a:gd name="T35" fmla="*/ 56 h 59"/>
                  <a:gd name="T36" fmla="*/ 56 w 76"/>
                  <a:gd name="T37" fmla="*/ 56 h 59"/>
                  <a:gd name="T38" fmla="*/ 63 w 76"/>
                  <a:gd name="T39" fmla="*/ 59 h 59"/>
                  <a:gd name="T40" fmla="*/ 69 w 76"/>
                  <a:gd name="T41" fmla="*/ 54 h 59"/>
                  <a:gd name="T42" fmla="*/ 76 w 76"/>
                  <a:gd name="T43" fmla="*/ 48 h 59"/>
                  <a:gd name="T44" fmla="*/ 72 w 76"/>
                  <a:gd name="T45" fmla="*/ 41 h 59"/>
                  <a:gd name="T46" fmla="*/ 67 w 76"/>
                  <a:gd name="T47" fmla="*/ 37 h 59"/>
                  <a:gd name="T48" fmla="*/ 61 w 76"/>
                  <a:gd name="T49" fmla="*/ 35 h 59"/>
                  <a:gd name="T50" fmla="*/ 61 w 76"/>
                  <a:gd name="T51" fmla="*/ 33 h 59"/>
                  <a:gd name="T52" fmla="*/ 67 w 76"/>
                  <a:gd name="T53" fmla="*/ 35 h 59"/>
                  <a:gd name="T54" fmla="*/ 63 w 76"/>
                  <a:gd name="T55" fmla="*/ 28 h 59"/>
                  <a:gd name="T56" fmla="*/ 59 w 76"/>
                  <a:gd name="T57" fmla="*/ 20 h 59"/>
                  <a:gd name="T58" fmla="*/ 58 w 76"/>
                  <a:gd name="T59" fmla="*/ 15 h 59"/>
                  <a:gd name="T60" fmla="*/ 56 w 76"/>
                  <a:gd name="T61" fmla="*/ 9 h 59"/>
                  <a:gd name="T62" fmla="*/ 45 w 76"/>
                  <a:gd name="T63" fmla="*/ 2 h 59"/>
                  <a:gd name="T64" fmla="*/ 33 w 76"/>
                  <a:gd name="T65" fmla="*/ 3 h 59"/>
                  <a:gd name="T66" fmla="*/ 33 w 76"/>
                  <a:gd name="T67" fmla="*/ 7 h 59"/>
                  <a:gd name="T68" fmla="*/ 37 w 76"/>
                  <a:gd name="T69" fmla="*/ 13 h 59"/>
                  <a:gd name="T70" fmla="*/ 37 w 76"/>
                  <a:gd name="T71" fmla="*/ 16 h 59"/>
                  <a:gd name="T72" fmla="*/ 35 w 76"/>
                  <a:gd name="T73" fmla="*/ 16 h 59"/>
                  <a:gd name="T74" fmla="*/ 35 w 76"/>
                  <a:gd name="T75" fmla="*/ 11 h 59"/>
                  <a:gd name="T76" fmla="*/ 26 w 76"/>
                  <a:gd name="T77" fmla="*/ 2 h 59"/>
                  <a:gd name="T78" fmla="*/ 18 w 76"/>
                  <a:gd name="T79" fmla="*/ 2 h 59"/>
                  <a:gd name="T80" fmla="*/ 13 w 76"/>
                  <a:gd name="T81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59">
                    <a:moveTo>
                      <a:pt x="9" y="9"/>
                    </a:move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4" y="29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1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7" y="50"/>
                    </a:lnTo>
                    <a:lnTo>
                      <a:pt x="20" y="54"/>
                    </a:lnTo>
                    <a:lnTo>
                      <a:pt x="24" y="54"/>
                    </a:lnTo>
                    <a:lnTo>
                      <a:pt x="26" y="56"/>
                    </a:lnTo>
                    <a:lnTo>
                      <a:pt x="30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7" y="54"/>
                    </a:lnTo>
                    <a:lnTo>
                      <a:pt x="41" y="56"/>
                    </a:lnTo>
                    <a:lnTo>
                      <a:pt x="48" y="57"/>
                    </a:lnTo>
                    <a:lnTo>
                      <a:pt x="50" y="56"/>
                    </a:lnTo>
                    <a:lnTo>
                      <a:pt x="54" y="57"/>
                    </a:lnTo>
                    <a:lnTo>
                      <a:pt x="56" y="56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7" y="57"/>
                    </a:lnTo>
                    <a:lnTo>
                      <a:pt x="69" y="54"/>
                    </a:lnTo>
                    <a:lnTo>
                      <a:pt x="72" y="54"/>
                    </a:lnTo>
                    <a:lnTo>
                      <a:pt x="76" y="48"/>
                    </a:lnTo>
                    <a:lnTo>
                      <a:pt x="76" y="46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67" y="37"/>
                    </a:lnTo>
                    <a:lnTo>
                      <a:pt x="63" y="37"/>
                    </a:lnTo>
                    <a:lnTo>
                      <a:pt x="61" y="35"/>
                    </a:lnTo>
                    <a:lnTo>
                      <a:pt x="61" y="33"/>
                    </a:lnTo>
                    <a:lnTo>
                      <a:pt x="61" y="33"/>
                    </a:lnTo>
                    <a:lnTo>
                      <a:pt x="63" y="35"/>
                    </a:lnTo>
                    <a:lnTo>
                      <a:pt x="67" y="35"/>
                    </a:lnTo>
                    <a:lnTo>
                      <a:pt x="67" y="31"/>
                    </a:lnTo>
                    <a:lnTo>
                      <a:pt x="63" y="28"/>
                    </a:lnTo>
                    <a:lnTo>
                      <a:pt x="59" y="24"/>
                    </a:lnTo>
                    <a:lnTo>
                      <a:pt x="59" y="20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1"/>
                    </a:lnTo>
                    <a:lnTo>
                      <a:pt x="56" y="9"/>
                    </a:lnTo>
                    <a:lnTo>
                      <a:pt x="54" y="9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37" y="13"/>
                    </a:lnTo>
                    <a:lnTo>
                      <a:pt x="37" y="15"/>
                    </a:lnTo>
                    <a:lnTo>
                      <a:pt x="37" y="16"/>
                    </a:lnTo>
                    <a:lnTo>
                      <a:pt x="35" y="18"/>
                    </a:lnTo>
                    <a:lnTo>
                      <a:pt x="35" y="16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0" y="3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7" y="5"/>
                    </a:lnTo>
                    <a:lnTo>
                      <a:pt x="13" y="7"/>
                    </a:lnTo>
                    <a:lnTo>
                      <a:pt x="9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3" name="Freeform 6111">
                <a:extLst>
                  <a:ext uri="{FF2B5EF4-FFF2-40B4-BE49-F238E27FC236}">
                    <a16:creationId xmlns:a16="http://schemas.microsoft.com/office/drawing/2014/main" id="{4CDBE892-798F-499B-BE25-CC4F8F3686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9" y="1486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9 w 9"/>
                  <a:gd name="T3" fmla="*/ 2 h 6"/>
                  <a:gd name="T4" fmla="*/ 4 w 9"/>
                  <a:gd name="T5" fmla="*/ 0 h 6"/>
                  <a:gd name="T6" fmla="*/ 2 w 9"/>
                  <a:gd name="T7" fmla="*/ 0 h 6"/>
                  <a:gd name="T8" fmla="*/ 2 w 9"/>
                  <a:gd name="T9" fmla="*/ 2 h 6"/>
                  <a:gd name="T10" fmla="*/ 0 w 9"/>
                  <a:gd name="T11" fmla="*/ 6 h 6"/>
                  <a:gd name="T12" fmla="*/ 6 w 9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6"/>
                    </a:moveTo>
                    <a:lnTo>
                      <a:pt x="9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4" name="Freeform 6112">
                <a:extLst>
                  <a:ext uri="{FF2B5EF4-FFF2-40B4-BE49-F238E27FC236}">
                    <a16:creationId xmlns:a16="http://schemas.microsoft.com/office/drawing/2014/main" id="{95217731-D053-49A5-9E92-1415107A19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481"/>
                <a:ext cx="8" cy="7"/>
              </a:xfrm>
              <a:custGeom>
                <a:avLst/>
                <a:gdLst>
                  <a:gd name="T0" fmla="*/ 2 w 8"/>
                  <a:gd name="T1" fmla="*/ 3 h 7"/>
                  <a:gd name="T2" fmla="*/ 2 w 8"/>
                  <a:gd name="T3" fmla="*/ 7 h 7"/>
                  <a:gd name="T4" fmla="*/ 6 w 8"/>
                  <a:gd name="T5" fmla="*/ 7 h 7"/>
                  <a:gd name="T6" fmla="*/ 8 w 8"/>
                  <a:gd name="T7" fmla="*/ 5 h 7"/>
                  <a:gd name="T8" fmla="*/ 8 w 8"/>
                  <a:gd name="T9" fmla="*/ 3 h 7"/>
                  <a:gd name="T10" fmla="*/ 8 w 8"/>
                  <a:gd name="T11" fmla="*/ 1 h 7"/>
                  <a:gd name="T12" fmla="*/ 4 w 8"/>
                  <a:gd name="T13" fmla="*/ 0 h 7"/>
                  <a:gd name="T14" fmla="*/ 0 w 8"/>
                  <a:gd name="T15" fmla="*/ 0 h 7"/>
                  <a:gd name="T16" fmla="*/ 0 w 8"/>
                  <a:gd name="T17" fmla="*/ 3 h 7"/>
                  <a:gd name="T18" fmla="*/ 2 w 8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2" y="3"/>
                    </a:moveTo>
                    <a:lnTo>
                      <a:pt x="2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5" name="Freeform 6113">
                <a:extLst>
                  <a:ext uri="{FF2B5EF4-FFF2-40B4-BE49-F238E27FC236}">
                    <a16:creationId xmlns:a16="http://schemas.microsoft.com/office/drawing/2014/main" id="{056369CE-3669-425C-A0A2-9BBD6EB595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1432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2 h 8"/>
                  <a:gd name="T4" fmla="*/ 6 w 11"/>
                  <a:gd name="T5" fmla="*/ 2 h 8"/>
                  <a:gd name="T6" fmla="*/ 2 w 11"/>
                  <a:gd name="T7" fmla="*/ 0 h 8"/>
                  <a:gd name="T8" fmla="*/ 0 w 11"/>
                  <a:gd name="T9" fmla="*/ 2 h 8"/>
                  <a:gd name="T10" fmla="*/ 0 w 11"/>
                  <a:gd name="T11" fmla="*/ 6 h 8"/>
                  <a:gd name="T12" fmla="*/ 4 w 11"/>
                  <a:gd name="T13" fmla="*/ 8 h 8"/>
                  <a:gd name="T14" fmla="*/ 8 w 11"/>
                  <a:gd name="T15" fmla="*/ 8 h 8"/>
                  <a:gd name="T16" fmla="*/ 11 w 11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6" name="Freeform 6114">
                <a:extLst>
                  <a:ext uri="{FF2B5EF4-FFF2-40B4-BE49-F238E27FC236}">
                    <a16:creationId xmlns:a16="http://schemas.microsoft.com/office/drawing/2014/main" id="{FE6C423B-53A2-4A62-98A2-9FDC756E61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5" y="1492"/>
                <a:ext cx="9" cy="5"/>
              </a:xfrm>
              <a:custGeom>
                <a:avLst/>
                <a:gdLst>
                  <a:gd name="T0" fmla="*/ 5 w 9"/>
                  <a:gd name="T1" fmla="*/ 5 h 5"/>
                  <a:gd name="T2" fmla="*/ 9 w 9"/>
                  <a:gd name="T3" fmla="*/ 4 h 5"/>
                  <a:gd name="T4" fmla="*/ 9 w 9"/>
                  <a:gd name="T5" fmla="*/ 0 h 5"/>
                  <a:gd name="T6" fmla="*/ 5 w 9"/>
                  <a:gd name="T7" fmla="*/ 0 h 5"/>
                  <a:gd name="T8" fmla="*/ 4 w 9"/>
                  <a:gd name="T9" fmla="*/ 2 h 5"/>
                  <a:gd name="T10" fmla="*/ 0 w 9"/>
                  <a:gd name="T11" fmla="*/ 2 h 5"/>
                  <a:gd name="T12" fmla="*/ 2 w 9"/>
                  <a:gd name="T13" fmla="*/ 5 h 5"/>
                  <a:gd name="T14" fmla="*/ 5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5" y="5"/>
                    </a:move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7" name="Freeform 6115">
                <a:extLst>
                  <a:ext uri="{FF2B5EF4-FFF2-40B4-BE49-F238E27FC236}">
                    <a16:creationId xmlns:a16="http://schemas.microsoft.com/office/drawing/2014/main" id="{903FB818-501A-4978-A509-3417B161B8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7" y="1494"/>
                <a:ext cx="10" cy="5"/>
              </a:xfrm>
              <a:custGeom>
                <a:avLst/>
                <a:gdLst>
                  <a:gd name="T0" fmla="*/ 4 w 10"/>
                  <a:gd name="T1" fmla="*/ 0 h 5"/>
                  <a:gd name="T2" fmla="*/ 0 w 10"/>
                  <a:gd name="T3" fmla="*/ 2 h 5"/>
                  <a:gd name="T4" fmla="*/ 2 w 10"/>
                  <a:gd name="T5" fmla="*/ 5 h 5"/>
                  <a:gd name="T6" fmla="*/ 6 w 10"/>
                  <a:gd name="T7" fmla="*/ 5 h 5"/>
                  <a:gd name="T8" fmla="*/ 10 w 10"/>
                  <a:gd name="T9" fmla="*/ 2 h 5"/>
                  <a:gd name="T10" fmla="*/ 8 w 10"/>
                  <a:gd name="T11" fmla="*/ 0 h 5"/>
                  <a:gd name="T12" fmla="*/ 4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8" name="Freeform 6116">
                <a:extLst>
                  <a:ext uri="{FF2B5EF4-FFF2-40B4-BE49-F238E27FC236}">
                    <a16:creationId xmlns:a16="http://schemas.microsoft.com/office/drawing/2014/main" id="{12BCC800-5D4A-4B41-8C84-86DE80446C3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1" y="1445"/>
                <a:ext cx="10" cy="19"/>
              </a:xfrm>
              <a:custGeom>
                <a:avLst/>
                <a:gdLst>
                  <a:gd name="T0" fmla="*/ 4 w 10"/>
                  <a:gd name="T1" fmla="*/ 13 h 19"/>
                  <a:gd name="T2" fmla="*/ 6 w 10"/>
                  <a:gd name="T3" fmla="*/ 11 h 19"/>
                  <a:gd name="T4" fmla="*/ 6 w 10"/>
                  <a:gd name="T5" fmla="*/ 15 h 19"/>
                  <a:gd name="T6" fmla="*/ 10 w 10"/>
                  <a:gd name="T7" fmla="*/ 19 h 19"/>
                  <a:gd name="T8" fmla="*/ 10 w 10"/>
                  <a:gd name="T9" fmla="*/ 13 h 19"/>
                  <a:gd name="T10" fmla="*/ 8 w 10"/>
                  <a:gd name="T11" fmla="*/ 9 h 19"/>
                  <a:gd name="T12" fmla="*/ 10 w 10"/>
                  <a:gd name="T13" fmla="*/ 9 h 19"/>
                  <a:gd name="T14" fmla="*/ 10 w 10"/>
                  <a:gd name="T15" fmla="*/ 6 h 19"/>
                  <a:gd name="T16" fmla="*/ 8 w 10"/>
                  <a:gd name="T17" fmla="*/ 4 h 19"/>
                  <a:gd name="T18" fmla="*/ 8 w 10"/>
                  <a:gd name="T19" fmla="*/ 4 h 19"/>
                  <a:gd name="T20" fmla="*/ 8 w 10"/>
                  <a:gd name="T21" fmla="*/ 0 h 19"/>
                  <a:gd name="T22" fmla="*/ 4 w 10"/>
                  <a:gd name="T23" fmla="*/ 2 h 19"/>
                  <a:gd name="T24" fmla="*/ 2 w 10"/>
                  <a:gd name="T25" fmla="*/ 2 h 19"/>
                  <a:gd name="T26" fmla="*/ 0 w 10"/>
                  <a:gd name="T27" fmla="*/ 4 h 19"/>
                  <a:gd name="T28" fmla="*/ 0 w 10"/>
                  <a:gd name="T29" fmla="*/ 2 h 19"/>
                  <a:gd name="T30" fmla="*/ 0 w 10"/>
                  <a:gd name="T31" fmla="*/ 11 h 19"/>
                  <a:gd name="T32" fmla="*/ 4 w 10"/>
                  <a:gd name="T3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">
                    <a:moveTo>
                      <a:pt x="4" y="13"/>
                    </a:moveTo>
                    <a:lnTo>
                      <a:pt x="6" y="11"/>
                    </a:lnTo>
                    <a:lnTo>
                      <a:pt x="6" y="15"/>
                    </a:lnTo>
                    <a:lnTo>
                      <a:pt x="10" y="19"/>
                    </a:lnTo>
                    <a:lnTo>
                      <a:pt x="10" y="13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1"/>
                    </a:lnTo>
                    <a:lnTo>
                      <a:pt x="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9" name="Freeform 6117">
                <a:extLst>
                  <a:ext uri="{FF2B5EF4-FFF2-40B4-BE49-F238E27FC236}">
                    <a16:creationId xmlns:a16="http://schemas.microsoft.com/office/drawing/2014/main" id="{61CA0C94-5CF8-4CA0-9454-D6839F33B9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253"/>
                <a:ext cx="32" cy="23"/>
              </a:xfrm>
              <a:custGeom>
                <a:avLst/>
                <a:gdLst>
                  <a:gd name="T0" fmla="*/ 26 w 32"/>
                  <a:gd name="T1" fmla="*/ 17 h 23"/>
                  <a:gd name="T2" fmla="*/ 28 w 32"/>
                  <a:gd name="T3" fmla="*/ 15 h 23"/>
                  <a:gd name="T4" fmla="*/ 30 w 32"/>
                  <a:gd name="T5" fmla="*/ 11 h 23"/>
                  <a:gd name="T6" fmla="*/ 32 w 32"/>
                  <a:gd name="T7" fmla="*/ 8 h 23"/>
                  <a:gd name="T8" fmla="*/ 30 w 32"/>
                  <a:gd name="T9" fmla="*/ 4 h 23"/>
                  <a:gd name="T10" fmla="*/ 24 w 32"/>
                  <a:gd name="T11" fmla="*/ 2 h 23"/>
                  <a:gd name="T12" fmla="*/ 19 w 32"/>
                  <a:gd name="T13" fmla="*/ 0 h 23"/>
                  <a:gd name="T14" fmla="*/ 15 w 32"/>
                  <a:gd name="T15" fmla="*/ 2 h 23"/>
                  <a:gd name="T16" fmla="*/ 11 w 32"/>
                  <a:gd name="T17" fmla="*/ 2 h 23"/>
                  <a:gd name="T18" fmla="*/ 10 w 32"/>
                  <a:gd name="T19" fmla="*/ 2 h 23"/>
                  <a:gd name="T20" fmla="*/ 8 w 32"/>
                  <a:gd name="T21" fmla="*/ 2 h 23"/>
                  <a:gd name="T22" fmla="*/ 6 w 32"/>
                  <a:gd name="T23" fmla="*/ 4 h 23"/>
                  <a:gd name="T24" fmla="*/ 2 w 32"/>
                  <a:gd name="T25" fmla="*/ 4 h 23"/>
                  <a:gd name="T26" fmla="*/ 0 w 32"/>
                  <a:gd name="T27" fmla="*/ 6 h 23"/>
                  <a:gd name="T28" fmla="*/ 2 w 32"/>
                  <a:gd name="T29" fmla="*/ 8 h 23"/>
                  <a:gd name="T30" fmla="*/ 6 w 32"/>
                  <a:gd name="T31" fmla="*/ 9 h 23"/>
                  <a:gd name="T32" fmla="*/ 6 w 32"/>
                  <a:gd name="T33" fmla="*/ 11 h 23"/>
                  <a:gd name="T34" fmla="*/ 10 w 32"/>
                  <a:gd name="T35" fmla="*/ 13 h 23"/>
                  <a:gd name="T36" fmla="*/ 11 w 32"/>
                  <a:gd name="T37" fmla="*/ 15 h 23"/>
                  <a:gd name="T38" fmla="*/ 15 w 32"/>
                  <a:gd name="T39" fmla="*/ 17 h 23"/>
                  <a:gd name="T40" fmla="*/ 19 w 32"/>
                  <a:gd name="T41" fmla="*/ 17 h 23"/>
                  <a:gd name="T42" fmla="*/ 17 w 32"/>
                  <a:gd name="T43" fmla="*/ 17 h 23"/>
                  <a:gd name="T44" fmla="*/ 13 w 32"/>
                  <a:gd name="T45" fmla="*/ 17 h 23"/>
                  <a:gd name="T46" fmla="*/ 13 w 32"/>
                  <a:gd name="T47" fmla="*/ 19 h 23"/>
                  <a:gd name="T48" fmla="*/ 17 w 32"/>
                  <a:gd name="T49" fmla="*/ 21 h 23"/>
                  <a:gd name="T50" fmla="*/ 21 w 32"/>
                  <a:gd name="T51" fmla="*/ 23 h 23"/>
                  <a:gd name="T52" fmla="*/ 23 w 32"/>
                  <a:gd name="T53" fmla="*/ 19 h 23"/>
                  <a:gd name="T54" fmla="*/ 26 w 32"/>
                  <a:gd name="T5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3">
                    <a:moveTo>
                      <a:pt x="26" y="17"/>
                    </a:moveTo>
                    <a:lnTo>
                      <a:pt x="28" y="15"/>
                    </a:lnTo>
                    <a:lnTo>
                      <a:pt x="30" y="11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1" y="15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7" y="21"/>
                    </a:lnTo>
                    <a:lnTo>
                      <a:pt x="21" y="23"/>
                    </a:lnTo>
                    <a:lnTo>
                      <a:pt x="23" y="19"/>
                    </a:lnTo>
                    <a:lnTo>
                      <a:pt x="2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0" name="Freeform 6118">
                <a:extLst>
                  <a:ext uri="{FF2B5EF4-FFF2-40B4-BE49-F238E27FC236}">
                    <a16:creationId xmlns:a16="http://schemas.microsoft.com/office/drawing/2014/main" id="{05F57FC5-3BE2-4D3D-B4FE-0D31A65727D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0" y="1428"/>
                <a:ext cx="13" cy="8"/>
              </a:xfrm>
              <a:custGeom>
                <a:avLst/>
                <a:gdLst>
                  <a:gd name="T0" fmla="*/ 3 w 7"/>
                  <a:gd name="T1" fmla="*/ 0 h 4"/>
                  <a:gd name="T2" fmla="*/ 1 w 7"/>
                  <a:gd name="T3" fmla="*/ 1 h 4"/>
                  <a:gd name="T4" fmla="*/ 0 w 7"/>
                  <a:gd name="T5" fmla="*/ 3 h 4"/>
                  <a:gd name="T6" fmla="*/ 0 w 7"/>
                  <a:gd name="T7" fmla="*/ 3 h 4"/>
                  <a:gd name="T8" fmla="*/ 1 w 7"/>
                  <a:gd name="T9" fmla="*/ 4 h 4"/>
                  <a:gd name="T10" fmla="*/ 2 w 7"/>
                  <a:gd name="T11" fmla="*/ 4 h 4"/>
                  <a:gd name="T12" fmla="*/ 3 w 7"/>
                  <a:gd name="T13" fmla="*/ 4 h 4"/>
                  <a:gd name="T14" fmla="*/ 5 w 7"/>
                  <a:gd name="T15" fmla="*/ 4 h 4"/>
                  <a:gd name="T16" fmla="*/ 6 w 7"/>
                  <a:gd name="T17" fmla="*/ 3 h 4"/>
                  <a:gd name="T18" fmla="*/ 7 w 7"/>
                  <a:gd name="T19" fmla="*/ 2 h 4"/>
                  <a:gd name="T20" fmla="*/ 4 w 7"/>
                  <a:gd name="T21" fmla="*/ 1 h 4"/>
                  <a:gd name="T22" fmla="*/ 3 w 7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1" name="Freeform 6119">
                <a:extLst>
                  <a:ext uri="{FF2B5EF4-FFF2-40B4-BE49-F238E27FC236}">
                    <a16:creationId xmlns:a16="http://schemas.microsoft.com/office/drawing/2014/main" id="{37CAFCF0-D6B7-485A-800E-48ACDB1D47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66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6 w 9"/>
                  <a:gd name="T3" fmla="*/ 0 h 5"/>
                  <a:gd name="T4" fmla="*/ 4 w 9"/>
                  <a:gd name="T5" fmla="*/ 0 h 5"/>
                  <a:gd name="T6" fmla="*/ 0 w 9"/>
                  <a:gd name="T7" fmla="*/ 2 h 5"/>
                  <a:gd name="T8" fmla="*/ 2 w 9"/>
                  <a:gd name="T9" fmla="*/ 3 h 5"/>
                  <a:gd name="T10" fmla="*/ 6 w 9"/>
                  <a:gd name="T11" fmla="*/ 3 h 5"/>
                  <a:gd name="T12" fmla="*/ 7 w 9"/>
                  <a:gd name="T13" fmla="*/ 5 h 5"/>
                  <a:gd name="T14" fmla="*/ 9 w 9"/>
                  <a:gd name="T15" fmla="*/ 2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2" name="Freeform 6120">
                <a:extLst>
                  <a:ext uri="{FF2B5EF4-FFF2-40B4-BE49-F238E27FC236}">
                    <a16:creationId xmlns:a16="http://schemas.microsoft.com/office/drawing/2014/main" id="{FF21B348-398C-4029-96BF-E2A7B854CBE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2" y="1343"/>
                <a:ext cx="7" cy="5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1 h 5"/>
                  <a:gd name="T4" fmla="*/ 3 w 7"/>
                  <a:gd name="T5" fmla="*/ 5 h 5"/>
                  <a:gd name="T6" fmla="*/ 7 w 7"/>
                  <a:gd name="T7" fmla="*/ 5 h 5"/>
                  <a:gd name="T8" fmla="*/ 5 w 7"/>
                  <a:gd name="T9" fmla="*/ 1 h 5"/>
                  <a:gd name="T10" fmla="*/ 3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3" name="Freeform 6121">
                <a:extLst>
                  <a:ext uri="{FF2B5EF4-FFF2-40B4-BE49-F238E27FC236}">
                    <a16:creationId xmlns:a16="http://schemas.microsoft.com/office/drawing/2014/main" id="{0839533B-2D10-4D58-BB9E-02683AA4A9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96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4 w 11"/>
                  <a:gd name="T3" fmla="*/ 3 h 3"/>
                  <a:gd name="T4" fmla="*/ 7 w 11"/>
                  <a:gd name="T5" fmla="*/ 3 h 3"/>
                  <a:gd name="T6" fmla="*/ 11 w 11"/>
                  <a:gd name="T7" fmla="*/ 1 h 3"/>
                  <a:gd name="T8" fmla="*/ 6 w 11"/>
                  <a:gd name="T9" fmla="*/ 0 h 3"/>
                  <a:gd name="T10" fmla="*/ 0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11" y="1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4" name="Freeform 6122">
                <a:extLst>
                  <a:ext uri="{FF2B5EF4-FFF2-40B4-BE49-F238E27FC236}">
                    <a16:creationId xmlns:a16="http://schemas.microsoft.com/office/drawing/2014/main" id="{DFCAA8B3-E6A6-4F0C-AFB5-DF3D873F442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9" y="1363"/>
                <a:ext cx="7" cy="11"/>
              </a:xfrm>
              <a:custGeom>
                <a:avLst/>
                <a:gdLst>
                  <a:gd name="T0" fmla="*/ 7 w 7"/>
                  <a:gd name="T1" fmla="*/ 8 h 11"/>
                  <a:gd name="T2" fmla="*/ 7 w 7"/>
                  <a:gd name="T3" fmla="*/ 4 h 11"/>
                  <a:gd name="T4" fmla="*/ 5 w 7"/>
                  <a:gd name="T5" fmla="*/ 0 h 11"/>
                  <a:gd name="T6" fmla="*/ 1 w 7"/>
                  <a:gd name="T7" fmla="*/ 0 h 11"/>
                  <a:gd name="T8" fmla="*/ 0 w 7"/>
                  <a:gd name="T9" fmla="*/ 2 h 11"/>
                  <a:gd name="T10" fmla="*/ 0 w 7"/>
                  <a:gd name="T11" fmla="*/ 6 h 11"/>
                  <a:gd name="T12" fmla="*/ 0 w 7"/>
                  <a:gd name="T13" fmla="*/ 8 h 11"/>
                  <a:gd name="T14" fmla="*/ 1 w 7"/>
                  <a:gd name="T15" fmla="*/ 11 h 11"/>
                  <a:gd name="T16" fmla="*/ 3 w 7"/>
                  <a:gd name="T17" fmla="*/ 11 h 11"/>
                  <a:gd name="T18" fmla="*/ 7 w 7"/>
                  <a:gd name="T19" fmla="*/ 9 h 11"/>
                  <a:gd name="T20" fmla="*/ 7 w 7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1">
                    <a:moveTo>
                      <a:pt x="7" y="8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5" name="Freeform 6123">
                <a:extLst>
                  <a:ext uri="{FF2B5EF4-FFF2-40B4-BE49-F238E27FC236}">
                    <a16:creationId xmlns:a16="http://schemas.microsoft.com/office/drawing/2014/main" id="{922E19C5-8CFD-417E-A62C-7A1AA8D1B8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3" y="1193"/>
                <a:ext cx="11" cy="12"/>
              </a:xfrm>
              <a:custGeom>
                <a:avLst/>
                <a:gdLst>
                  <a:gd name="T0" fmla="*/ 7 w 11"/>
                  <a:gd name="T1" fmla="*/ 8 h 12"/>
                  <a:gd name="T2" fmla="*/ 11 w 11"/>
                  <a:gd name="T3" fmla="*/ 6 h 12"/>
                  <a:gd name="T4" fmla="*/ 9 w 11"/>
                  <a:gd name="T5" fmla="*/ 4 h 12"/>
                  <a:gd name="T6" fmla="*/ 9 w 11"/>
                  <a:gd name="T7" fmla="*/ 2 h 12"/>
                  <a:gd name="T8" fmla="*/ 7 w 11"/>
                  <a:gd name="T9" fmla="*/ 0 h 12"/>
                  <a:gd name="T10" fmla="*/ 2 w 11"/>
                  <a:gd name="T11" fmla="*/ 4 h 12"/>
                  <a:gd name="T12" fmla="*/ 0 w 11"/>
                  <a:gd name="T13" fmla="*/ 12 h 12"/>
                  <a:gd name="T14" fmla="*/ 5 w 11"/>
                  <a:gd name="T15" fmla="*/ 10 h 12"/>
                  <a:gd name="T16" fmla="*/ 7 w 1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lnTo>
                      <a:pt x="11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5" y="10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6" name="Freeform 6124">
                <a:extLst>
                  <a:ext uri="{FF2B5EF4-FFF2-40B4-BE49-F238E27FC236}">
                    <a16:creationId xmlns:a16="http://schemas.microsoft.com/office/drawing/2014/main" id="{261A0429-2055-462E-965F-B37A51035B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5" y="1246"/>
                <a:ext cx="98" cy="69"/>
              </a:xfrm>
              <a:custGeom>
                <a:avLst/>
                <a:gdLst>
                  <a:gd name="T0" fmla="*/ 3 w 98"/>
                  <a:gd name="T1" fmla="*/ 31 h 69"/>
                  <a:gd name="T2" fmla="*/ 7 w 98"/>
                  <a:gd name="T3" fmla="*/ 37 h 69"/>
                  <a:gd name="T4" fmla="*/ 13 w 98"/>
                  <a:gd name="T5" fmla="*/ 43 h 69"/>
                  <a:gd name="T6" fmla="*/ 14 w 98"/>
                  <a:gd name="T7" fmla="*/ 46 h 69"/>
                  <a:gd name="T8" fmla="*/ 14 w 98"/>
                  <a:gd name="T9" fmla="*/ 52 h 69"/>
                  <a:gd name="T10" fmla="*/ 31 w 98"/>
                  <a:gd name="T11" fmla="*/ 59 h 69"/>
                  <a:gd name="T12" fmla="*/ 37 w 98"/>
                  <a:gd name="T13" fmla="*/ 65 h 69"/>
                  <a:gd name="T14" fmla="*/ 48 w 98"/>
                  <a:gd name="T15" fmla="*/ 67 h 69"/>
                  <a:gd name="T16" fmla="*/ 57 w 98"/>
                  <a:gd name="T17" fmla="*/ 67 h 69"/>
                  <a:gd name="T18" fmla="*/ 57 w 98"/>
                  <a:gd name="T19" fmla="*/ 57 h 69"/>
                  <a:gd name="T20" fmla="*/ 59 w 98"/>
                  <a:gd name="T21" fmla="*/ 57 h 69"/>
                  <a:gd name="T22" fmla="*/ 65 w 98"/>
                  <a:gd name="T23" fmla="*/ 56 h 69"/>
                  <a:gd name="T24" fmla="*/ 76 w 98"/>
                  <a:gd name="T25" fmla="*/ 46 h 69"/>
                  <a:gd name="T26" fmla="*/ 80 w 98"/>
                  <a:gd name="T27" fmla="*/ 46 h 69"/>
                  <a:gd name="T28" fmla="*/ 85 w 98"/>
                  <a:gd name="T29" fmla="*/ 44 h 69"/>
                  <a:gd name="T30" fmla="*/ 91 w 98"/>
                  <a:gd name="T31" fmla="*/ 37 h 69"/>
                  <a:gd name="T32" fmla="*/ 89 w 98"/>
                  <a:gd name="T33" fmla="*/ 35 h 69"/>
                  <a:gd name="T34" fmla="*/ 94 w 98"/>
                  <a:gd name="T35" fmla="*/ 35 h 69"/>
                  <a:gd name="T36" fmla="*/ 98 w 98"/>
                  <a:gd name="T37" fmla="*/ 26 h 69"/>
                  <a:gd name="T38" fmla="*/ 94 w 98"/>
                  <a:gd name="T39" fmla="*/ 18 h 69"/>
                  <a:gd name="T40" fmla="*/ 93 w 98"/>
                  <a:gd name="T41" fmla="*/ 13 h 69"/>
                  <a:gd name="T42" fmla="*/ 89 w 98"/>
                  <a:gd name="T43" fmla="*/ 7 h 69"/>
                  <a:gd name="T44" fmla="*/ 76 w 98"/>
                  <a:gd name="T45" fmla="*/ 5 h 69"/>
                  <a:gd name="T46" fmla="*/ 55 w 98"/>
                  <a:gd name="T47" fmla="*/ 3 h 69"/>
                  <a:gd name="T48" fmla="*/ 63 w 98"/>
                  <a:gd name="T49" fmla="*/ 11 h 69"/>
                  <a:gd name="T50" fmla="*/ 65 w 98"/>
                  <a:gd name="T51" fmla="*/ 15 h 69"/>
                  <a:gd name="T52" fmla="*/ 65 w 98"/>
                  <a:gd name="T53" fmla="*/ 22 h 69"/>
                  <a:gd name="T54" fmla="*/ 74 w 98"/>
                  <a:gd name="T55" fmla="*/ 35 h 69"/>
                  <a:gd name="T56" fmla="*/ 81 w 98"/>
                  <a:gd name="T57" fmla="*/ 39 h 69"/>
                  <a:gd name="T58" fmla="*/ 72 w 98"/>
                  <a:gd name="T59" fmla="*/ 33 h 69"/>
                  <a:gd name="T60" fmla="*/ 65 w 98"/>
                  <a:gd name="T61" fmla="*/ 28 h 69"/>
                  <a:gd name="T62" fmla="*/ 59 w 98"/>
                  <a:gd name="T63" fmla="*/ 18 h 69"/>
                  <a:gd name="T64" fmla="*/ 57 w 98"/>
                  <a:gd name="T65" fmla="*/ 13 h 69"/>
                  <a:gd name="T66" fmla="*/ 57 w 98"/>
                  <a:gd name="T67" fmla="*/ 5 h 69"/>
                  <a:gd name="T68" fmla="*/ 46 w 98"/>
                  <a:gd name="T69" fmla="*/ 3 h 69"/>
                  <a:gd name="T70" fmla="*/ 37 w 98"/>
                  <a:gd name="T71" fmla="*/ 0 h 69"/>
                  <a:gd name="T72" fmla="*/ 37 w 98"/>
                  <a:gd name="T73" fmla="*/ 5 h 69"/>
                  <a:gd name="T74" fmla="*/ 37 w 98"/>
                  <a:gd name="T75" fmla="*/ 15 h 69"/>
                  <a:gd name="T76" fmla="*/ 42 w 98"/>
                  <a:gd name="T77" fmla="*/ 24 h 69"/>
                  <a:gd name="T78" fmla="*/ 37 w 98"/>
                  <a:gd name="T79" fmla="*/ 22 h 69"/>
                  <a:gd name="T80" fmla="*/ 29 w 98"/>
                  <a:gd name="T81" fmla="*/ 16 h 69"/>
                  <a:gd name="T82" fmla="*/ 26 w 98"/>
                  <a:gd name="T83" fmla="*/ 16 h 69"/>
                  <a:gd name="T84" fmla="*/ 22 w 98"/>
                  <a:gd name="T85" fmla="*/ 11 h 69"/>
                  <a:gd name="T86" fmla="*/ 13 w 98"/>
                  <a:gd name="T87" fmla="*/ 7 h 69"/>
                  <a:gd name="T88" fmla="*/ 5 w 98"/>
                  <a:gd name="T89" fmla="*/ 7 h 69"/>
                  <a:gd name="T90" fmla="*/ 3 w 98"/>
                  <a:gd name="T91" fmla="*/ 16 h 69"/>
                  <a:gd name="T92" fmla="*/ 0 w 98"/>
                  <a:gd name="T93" fmla="*/ 2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8" h="69">
                    <a:moveTo>
                      <a:pt x="5" y="30"/>
                    </a:moveTo>
                    <a:lnTo>
                      <a:pt x="5" y="30"/>
                    </a:lnTo>
                    <a:lnTo>
                      <a:pt x="3" y="31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7"/>
                    </a:lnTo>
                    <a:lnTo>
                      <a:pt x="7" y="39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8"/>
                    </a:lnTo>
                    <a:lnTo>
                      <a:pt x="14" y="52"/>
                    </a:lnTo>
                    <a:lnTo>
                      <a:pt x="22" y="57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40" y="67"/>
                    </a:lnTo>
                    <a:lnTo>
                      <a:pt x="44" y="67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7" y="67"/>
                    </a:lnTo>
                    <a:lnTo>
                      <a:pt x="59" y="65"/>
                    </a:lnTo>
                    <a:lnTo>
                      <a:pt x="59" y="61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9" y="57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0"/>
                    </a:lnTo>
                    <a:lnTo>
                      <a:pt x="72" y="46"/>
                    </a:lnTo>
                    <a:lnTo>
                      <a:pt x="76" y="46"/>
                    </a:lnTo>
                    <a:lnTo>
                      <a:pt x="76" y="44"/>
                    </a:lnTo>
                    <a:lnTo>
                      <a:pt x="76" y="46"/>
                    </a:lnTo>
                    <a:lnTo>
                      <a:pt x="80" y="46"/>
                    </a:lnTo>
                    <a:lnTo>
                      <a:pt x="81" y="48"/>
                    </a:lnTo>
                    <a:lnTo>
                      <a:pt x="85" y="46"/>
                    </a:lnTo>
                    <a:lnTo>
                      <a:pt x="85" y="44"/>
                    </a:lnTo>
                    <a:lnTo>
                      <a:pt x="89" y="43"/>
                    </a:lnTo>
                    <a:lnTo>
                      <a:pt x="93" y="39"/>
                    </a:lnTo>
                    <a:lnTo>
                      <a:pt x="91" y="37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93" y="37"/>
                    </a:lnTo>
                    <a:lnTo>
                      <a:pt x="94" y="35"/>
                    </a:lnTo>
                    <a:lnTo>
                      <a:pt x="96" y="33"/>
                    </a:lnTo>
                    <a:lnTo>
                      <a:pt x="96" y="30"/>
                    </a:lnTo>
                    <a:lnTo>
                      <a:pt x="98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4" y="18"/>
                    </a:lnTo>
                    <a:lnTo>
                      <a:pt x="91" y="16"/>
                    </a:lnTo>
                    <a:lnTo>
                      <a:pt x="91" y="15"/>
                    </a:lnTo>
                    <a:lnTo>
                      <a:pt x="93" y="13"/>
                    </a:lnTo>
                    <a:lnTo>
                      <a:pt x="96" y="13"/>
                    </a:lnTo>
                    <a:lnTo>
                      <a:pt x="96" y="9"/>
                    </a:lnTo>
                    <a:lnTo>
                      <a:pt x="89" y="7"/>
                    </a:lnTo>
                    <a:lnTo>
                      <a:pt x="81" y="5"/>
                    </a:lnTo>
                    <a:lnTo>
                      <a:pt x="80" y="7"/>
                    </a:lnTo>
                    <a:lnTo>
                      <a:pt x="76" y="5"/>
                    </a:lnTo>
                    <a:lnTo>
                      <a:pt x="70" y="3"/>
                    </a:lnTo>
                    <a:lnTo>
                      <a:pt x="67" y="2"/>
                    </a:lnTo>
                    <a:lnTo>
                      <a:pt x="55" y="3"/>
                    </a:lnTo>
                    <a:lnTo>
                      <a:pt x="59" y="7"/>
                    </a:lnTo>
                    <a:lnTo>
                      <a:pt x="61" y="9"/>
                    </a:lnTo>
                    <a:lnTo>
                      <a:pt x="63" y="11"/>
                    </a:lnTo>
                    <a:lnTo>
                      <a:pt x="63" y="13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5" y="18"/>
                    </a:lnTo>
                    <a:lnTo>
                      <a:pt x="65" y="22"/>
                    </a:lnTo>
                    <a:lnTo>
                      <a:pt x="65" y="26"/>
                    </a:lnTo>
                    <a:lnTo>
                      <a:pt x="72" y="31"/>
                    </a:lnTo>
                    <a:lnTo>
                      <a:pt x="74" y="35"/>
                    </a:lnTo>
                    <a:lnTo>
                      <a:pt x="81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80" y="37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5" y="28"/>
                    </a:lnTo>
                    <a:lnTo>
                      <a:pt x="63" y="26"/>
                    </a:lnTo>
                    <a:lnTo>
                      <a:pt x="61" y="20"/>
                    </a:lnTo>
                    <a:lnTo>
                      <a:pt x="59" y="18"/>
                    </a:lnTo>
                    <a:lnTo>
                      <a:pt x="59" y="15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5" y="11"/>
                    </a:lnTo>
                    <a:lnTo>
                      <a:pt x="57" y="9"/>
                    </a:lnTo>
                    <a:lnTo>
                      <a:pt x="57" y="5"/>
                    </a:lnTo>
                    <a:lnTo>
                      <a:pt x="53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3" y="7"/>
                    </a:lnTo>
                    <a:lnTo>
                      <a:pt x="35" y="11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42" y="22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39" y="24"/>
                    </a:lnTo>
                    <a:lnTo>
                      <a:pt x="37" y="22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29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6" y="15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18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5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7" name="Freeform 6125">
                <a:extLst>
                  <a:ext uri="{FF2B5EF4-FFF2-40B4-BE49-F238E27FC236}">
                    <a16:creationId xmlns:a16="http://schemas.microsoft.com/office/drawing/2014/main" id="{D54E4824-A01C-42A7-91CD-3F48105D7C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1" y="1328"/>
                <a:ext cx="45" cy="30"/>
              </a:xfrm>
              <a:custGeom>
                <a:avLst/>
                <a:gdLst>
                  <a:gd name="T0" fmla="*/ 4 w 45"/>
                  <a:gd name="T1" fmla="*/ 22 h 30"/>
                  <a:gd name="T2" fmla="*/ 0 w 45"/>
                  <a:gd name="T3" fmla="*/ 26 h 30"/>
                  <a:gd name="T4" fmla="*/ 0 w 45"/>
                  <a:gd name="T5" fmla="*/ 30 h 30"/>
                  <a:gd name="T6" fmla="*/ 4 w 45"/>
                  <a:gd name="T7" fmla="*/ 30 h 30"/>
                  <a:gd name="T8" fmla="*/ 6 w 45"/>
                  <a:gd name="T9" fmla="*/ 28 h 30"/>
                  <a:gd name="T10" fmla="*/ 8 w 45"/>
                  <a:gd name="T11" fmla="*/ 26 h 30"/>
                  <a:gd name="T12" fmla="*/ 11 w 45"/>
                  <a:gd name="T13" fmla="*/ 22 h 30"/>
                  <a:gd name="T14" fmla="*/ 15 w 45"/>
                  <a:gd name="T15" fmla="*/ 24 h 30"/>
                  <a:gd name="T16" fmla="*/ 23 w 45"/>
                  <a:gd name="T17" fmla="*/ 24 h 30"/>
                  <a:gd name="T18" fmla="*/ 25 w 45"/>
                  <a:gd name="T19" fmla="*/ 24 h 30"/>
                  <a:gd name="T20" fmla="*/ 32 w 45"/>
                  <a:gd name="T21" fmla="*/ 24 h 30"/>
                  <a:gd name="T22" fmla="*/ 34 w 45"/>
                  <a:gd name="T23" fmla="*/ 22 h 30"/>
                  <a:gd name="T24" fmla="*/ 39 w 45"/>
                  <a:gd name="T25" fmla="*/ 20 h 30"/>
                  <a:gd name="T26" fmla="*/ 41 w 45"/>
                  <a:gd name="T27" fmla="*/ 22 h 30"/>
                  <a:gd name="T28" fmla="*/ 45 w 45"/>
                  <a:gd name="T29" fmla="*/ 18 h 30"/>
                  <a:gd name="T30" fmla="*/ 43 w 45"/>
                  <a:gd name="T31" fmla="*/ 16 h 30"/>
                  <a:gd name="T32" fmla="*/ 41 w 45"/>
                  <a:gd name="T33" fmla="*/ 13 h 30"/>
                  <a:gd name="T34" fmla="*/ 38 w 45"/>
                  <a:gd name="T35" fmla="*/ 9 h 30"/>
                  <a:gd name="T36" fmla="*/ 32 w 45"/>
                  <a:gd name="T37" fmla="*/ 3 h 30"/>
                  <a:gd name="T38" fmla="*/ 28 w 45"/>
                  <a:gd name="T39" fmla="*/ 3 h 30"/>
                  <a:gd name="T40" fmla="*/ 25 w 45"/>
                  <a:gd name="T41" fmla="*/ 3 h 30"/>
                  <a:gd name="T42" fmla="*/ 21 w 45"/>
                  <a:gd name="T43" fmla="*/ 0 h 30"/>
                  <a:gd name="T44" fmla="*/ 19 w 45"/>
                  <a:gd name="T45" fmla="*/ 0 h 30"/>
                  <a:gd name="T46" fmla="*/ 17 w 45"/>
                  <a:gd name="T47" fmla="*/ 2 h 30"/>
                  <a:gd name="T48" fmla="*/ 13 w 45"/>
                  <a:gd name="T49" fmla="*/ 0 h 30"/>
                  <a:gd name="T50" fmla="*/ 10 w 45"/>
                  <a:gd name="T51" fmla="*/ 0 h 30"/>
                  <a:gd name="T52" fmla="*/ 4 w 45"/>
                  <a:gd name="T53" fmla="*/ 9 h 30"/>
                  <a:gd name="T54" fmla="*/ 6 w 45"/>
                  <a:gd name="T55" fmla="*/ 11 h 30"/>
                  <a:gd name="T56" fmla="*/ 6 w 45"/>
                  <a:gd name="T57" fmla="*/ 16 h 30"/>
                  <a:gd name="T58" fmla="*/ 4 w 45"/>
                  <a:gd name="T5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0">
                    <a:moveTo>
                      <a:pt x="4" y="22"/>
                    </a:move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8" y="26"/>
                    </a:lnTo>
                    <a:lnTo>
                      <a:pt x="11" y="22"/>
                    </a:lnTo>
                    <a:lnTo>
                      <a:pt x="15" y="24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32" y="24"/>
                    </a:lnTo>
                    <a:lnTo>
                      <a:pt x="34" y="22"/>
                    </a:lnTo>
                    <a:lnTo>
                      <a:pt x="39" y="20"/>
                    </a:lnTo>
                    <a:lnTo>
                      <a:pt x="41" y="22"/>
                    </a:lnTo>
                    <a:lnTo>
                      <a:pt x="45" y="18"/>
                    </a:lnTo>
                    <a:lnTo>
                      <a:pt x="43" y="16"/>
                    </a:lnTo>
                    <a:lnTo>
                      <a:pt x="41" y="13"/>
                    </a:lnTo>
                    <a:lnTo>
                      <a:pt x="38" y="9"/>
                    </a:lnTo>
                    <a:lnTo>
                      <a:pt x="32" y="3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8" name="Freeform 6126">
                <a:extLst>
                  <a:ext uri="{FF2B5EF4-FFF2-40B4-BE49-F238E27FC236}">
                    <a16:creationId xmlns:a16="http://schemas.microsoft.com/office/drawing/2014/main" id="{5DB42CBB-0337-4799-A4A6-A259D9B20D3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82" y="1248"/>
                <a:ext cx="56" cy="24"/>
              </a:xfrm>
              <a:custGeom>
                <a:avLst/>
                <a:gdLst>
                  <a:gd name="T0" fmla="*/ 8 w 56"/>
                  <a:gd name="T1" fmla="*/ 13 h 24"/>
                  <a:gd name="T2" fmla="*/ 8 w 56"/>
                  <a:gd name="T3" fmla="*/ 16 h 24"/>
                  <a:gd name="T4" fmla="*/ 19 w 56"/>
                  <a:gd name="T5" fmla="*/ 20 h 24"/>
                  <a:gd name="T6" fmla="*/ 27 w 56"/>
                  <a:gd name="T7" fmla="*/ 20 h 24"/>
                  <a:gd name="T8" fmla="*/ 30 w 56"/>
                  <a:gd name="T9" fmla="*/ 22 h 24"/>
                  <a:gd name="T10" fmla="*/ 36 w 56"/>
                  <a:gd name="T11" fmla="*/ 24 h 24"/>
                  <a:gd name="T12" fmla="*/ 40 w 56"/>
                  <a:gd name="T13" fmla="*/ 22 h 24"/>
                  <a:gd name="T14" fmla="*/ 43 w 56"/>
                  <a:gd name="T15" fmla="*/ 24 h 24"/>
                  <a:gd name="T16" fmla="*/ 47 w 56"/>
                  <a:gd name="T17" fmla="*/ 22 h 24"/>
                  <a:gd name="T18" fmla="*/ 53 w 56"/>
                  <a:gd name="T19" fmla="*/ 18 h 24"/>
                  <a:gd name="T20" fmla="*/ 53 w 56"/>
                  <a:gd name="T21" fmla="*/ 14 h 24"/>
                  <a:gd name="T22" fmla="*/ 56 w 56"/>
                  <a:gd name="T23" fmla="*/ 11 h 24"/>
                  <a:gd name="T24" fmla="*/ 54 w 56"/>
                  <a:gd name="T25" fmla="*/ 7 h 24"/>
                  <a:gd name="T26" fmla="*/ 51 w 56"/>
                  <a:gd name="T27" fmla="*/ 5 h 24"/>
                  <a:gd name="T28" fmla="*/ 51 w 56"/>
                  <a:gd name="T29" fmla="*/ 5 h 24"/>
                  <a:gd name="T30" fmla="*/ 49 w 56"/>
                  <a:gd name="T31" fmla="*/ 5 h 24"/>
                  <a:gd name="T32" fmla="*/ 49 w 56"/>
                  <a:gd name="T33" fmla="*/ 3 h 24"/>
                  <a:gd name="T34" fmla="*/ 47 w 56"/>
                  <a:gd name="T35" fmla="*/ 0 h 24"/>
                  <a:gd name="T36" fmla="*/ 45 w 56"/>
                  <a:gd name="T37" fmla="*/ 1 h 24"/>
                  <a:gd name="T38" fmla="*/ 41 w 56"/>
                  <a:gd name="T39" fmla="*/ 1 h 24"/>
                  <a:gd name="T40" fmla="*/ 34 w 56"/>
                  <a:gd name="T41" fmla="*/ 1 h 24"/>
                  <a:gd name="T42" fmla="*/ 28 w 56"/>
                  <a:gd name="T43" fmla="*/ 5 h 24"/>
                  <a:gd name="T44" fmla="*/ 28 w 56"/>
                  <a:gd name="T45" fmla="*/ 5 h 24"/>
                  <a:gd name="T46" fmla="*/ 27 w 56"/>
                  <a:gd name="T47" fmla="*/ 5 h 24"/>
                  <a:gd name="T48" fmla="*/ 27 w 56"/>
                  <a:gd name="T49" fmla="*/ 1 h 24"/>
                  <a:gd name="T50" fmla="*/ 23 w 56"/>
                  <a:gd name="T51" fmla="*/ 1 h 24"/>
                  <a:gd name="T52" fmla="*/ 21 w 56"/>
                  <a:gd name="T53" fmla="*/ 3 h 24"/>
                  <a:gd name="T54" fmla="*/ 15 w 56"/>
                  <a:gd name="T55" fmla="*/ 3 h 24"/>
                  <a:gd name="T56" fmla="*/ 14 w 56"/>
                  <a:gd name="T57" fmla="*/ 1 h 24"/>
                  <a:gd name="T58" fmla="*/ 14 w 56"/>
                  <a:gd name="T59" fmla="*/ 5 h 24"/>
                  <a:gd name="T60" fmla="*/ 12 w 56"/>
                  <a:gd name="T61" fmla="*/ 5 h 24"/>
                  <a:gd name="T62" fmla="*/ 8 w 56"/>
                  <a:gd name="T63" fmla="*/ 5 h 24"/>
                  <a:gd name="T64" fmla="*/ 6 w 56"/>
                  <a:gd name="T65" fmla="*/ 3 h 24"/>
                  <a:gd name="T66" fmla="*/ 6 w 56"/>
                  <a:gd name="T67" fmla="*/ 1 h 24"/>
                  <a:gd name="T68" fmla="*/ 0 w 56"/>
                  <a:gd name="T69" fmla="*/ 0 h 24"/>
                  <a:gd name="T70" fmla="*/ 2 w 56"/>
                  <a:gd name="T71" fmla="*/ 7 h 24"/>
                  <a:gd name="T72" fmla="*/ 8 w 56"/>
                  <a:gd name="T73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" h="24">
                    <a:moveTo>
                      <a:pt x="8" y="13"/>
                    </a:moveTo>
                    <a:lnTo>
                      <a:pt x="8" y="16"/>
                    </a:lnTo>
                    <a:lnTo>
                      <a:pt x="19" y="20"/>
                    </a:lnTo>
                    <a:lnTo>
                      <a:pt x="27" y="20"/>
                    </a:lnTo>
                    <a:lnTo>
                      <a:pt x="30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3" y="24"/>
                    </a:lnTo>
                    <a:lnTo>
                      <a:pt x="47" y="22"/>
                    </a:lnTo>
                    <a:lnTo>
                      <a:pt x="53" y="18"/>
                    </a:lnTo>
                    <a:lnTo>
                      <a:pt x="53" y="14"/>
                    </a:lnTo>
                    <a:lnTo>
                      <a:pt x="56" y="11"/>
                    </a:lnTo>
                    <a:lnTo>
                      <a:pt x="54" y="7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1" y="1"/>
                    </a:lnTo>
                    <a:lnTo>
                      <a:pt x="34" y="1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1"/>
                    </a:lnTo>
                    <a:lnTo>
                      <a:pt x="23" y="1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9" name="Freeform 6127">
                <a:extLst>
                  <a:ext uri="{FF2B5EF4-FFF2-40B4-BE49-F238E27FC236}">
                    <a16:creationId xmlns:a16="http://schemas.microsoft.com/office/drawing/2014/main" id="{9E502B69-0B04-4892-8629-8ACE995A84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5" y="1318"/>
                <a:ext cx="16" cy="19"/>
              </a:xfrm>
              <a:custGeom>
                <a:avLst/>
                <a:gdLst>
                  <a:gd name="T0" fmla="*/ 16 w 16"/>
                  <a:gd name="T1" fmla="*/ 12 h 19"/>
                  <a:gd name="T2" fmla="*/ 14 w 16"/>
                  <a:gd name="T3" fmla="*/ 8 h 19"/>
                  <a:gd name="T4" fmla="*/ 11 w 16"/>
                  <a:gd name="T5" fmla="*/ 4 h 19"/>
                  <a:gd name="T6" fmla="*/ 11 w 16"/>
                  <a:gd name="T7" fmla="*/ 0 h 19"/>
                  <a:gd name="T8" fmla="*/ 7 w 16"/>
                  <a:gd name="T9" fmla="*/ 0 h 19"/>
                  <a:gd name="T10" fmla="*/ 3 w 16"/>
                  <a:gd name="T11" fmla="*/ 0 h 19"/>
                  <a:gd name="T12" fmla="*/ 0 w 16"/>
                  <a:gd name="T13" fmla="*/ 4 h 19"/>
                  <a:gd name="T14" fmla="*/ 1 w 16"/>
                  <a:gd name="T15" fmla="*/ 8 h 19"/>
                  <a:gd name="T16" fmla="*/ 3 w 16"/>
                  <a:gd name="T17" fmla="*/ 10 h 19"/>
                  <a:gd name="T18" fmla="*/ 1 w 16"/>
                  <a:gd name="T19" fmla="*/ 12 h 19"/>
                  <a:gd name="T20" fmla="*/ 3 w 16"/>
                  <a:gd name="T21" fmla="*/ 13 h 19"/>
                  <a:gd name="T22" fmla="*/ 5 w 16"/>
                  <a:gd name="T23" fmla="*/ 15 h 19"/>
                  <a:gd name="T24" fmla="*/ 9 w 16"/>
                  <a:gd name="T25" fmla="*/ 17 h 19"/>
                  <a:gd name="T26" fmla="*/ 13 w 16"/>
                  <a:gd name="T27" fmla="*/ 19 h 19"/>
                  <a:gd name="T28" fmla="*/ 14 w 16"/>
                  <a:gd name="T29" fmla="*/ 17 h 19"/>
                  <a:gd name="T30" fmla="*/ 13 w 16"/>
                  <a:gd name="T31" fmla="*/ 15 h 19"/>
                  <a:gd name="T32" fmla="*/ 14 w 16"/>
                  <a:gd name="T33" fmla="*/ 13 h 19"/>
                  <a:gd name="T34" fmla="*/ 16 w 16"/>
                  <a:gd name="T3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9">
                    <a:moveTo>
                      <a:pt x="16" y="12"/>
                    </a:moveTo>
                    <a:lnTo>
                      <a:pt x="14" y="8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9" y="17"/>
                    </a:lnTo>
                    <a:lnTo>
                      <a:pt x="13" y="19"/>
                    </a:lnTo>
                    <a:lnTo>
                      <a:pt x="14" y="17"/>
                    </a:lnTo>
                    <a:lnTo>
                      <a:pt x="13" y="15"/>
                    </a:lnTo>
                    <a:lnTo>
                      <a:pt x="14" y="13"/>
                    </a:lnTo>
                    <a:lnTo>
                      <a:pt x="16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0" name="Freeform 6128">
                <a:extLst>
                  <a:ext uri="{FF2B5EF4-FFF2-40B4-BE49-F238E27FC236}">
                    <a16:creationId xmlns:a16="http://schemas.microsoft.com/office/drawing/2014/main" id="{563D8277-FB13-4FC6-88A2-FE15AC0A97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2" y="1359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6 w 6"/>
                  <a:gd name="T3" fmla="*/ 4 h 6"/>
                  <a:gd name="T4" fmla="*/ 6 w 6"/>
                  <a:gd name="T5" fmla="*/ 2 h 6"/>
                  <a:gd name="T6" fmla="*/ 2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4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1" name="Freeform 6129">
                <a:extLst>
                  <a:ext uri="{FF2B5EF4-FFF2-40B4-BE49-F238E27FC236}">
                    <a16:creationId xmlns:a16="http://schemas.microsoft.com/office/drawing/2014/main" id="{500E0D64-3E43-49C1-894A-B02AD88A26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5" y="1358"/>
                <a:ext cx="3" cy="7"/>
              </a:xfrm>
              <a:custGeom>
                <a:avLst/>
                <a:gdLst>
                  <a:gd name="T0" fmla="*/ 3 w 3"/>
                  <a:gd name="T1" fmla="*/ 5 h 7"/>
                  <a:gd name="T2" fmla="*/ 3 w 3"/>
                  <a:gd name="T3" fmla="*/ 3 h 7"/>
                  <a:gd name="T4" fmla="*/ 2 w 3"/>
                  <a:gd name="T5" fmla="*/ 0 h 7"/>
                  <a:gd name="T6" fmla="*/ 0 w 3"/>
                  <a:gd name="T7" fmla="*/ 3 h 7"/>
                  <a:gd name="T8" fmla="*/ 0 w 3"/>
                  <a:gd name="T9" fmla="*/ 7 h 7"/>
                  <a:gd name="T10" fmla="*/ 3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2" name="Freeform 6130">
                <a:extLst>
                  <a:ext uri="{FF2B5EF4-FFF2-40B4-BE49-F238E27FC236}">
                    <a16:creationId xmlns:a16="http://schemas.microsoft.com/office/drawing/2014/main" id="{0D9BC8C4-5B90-4260-831A-AB4CE4C492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4" y="1358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1 h 3"/>
                  <a:gd name="T4" fmla="*/ 0 w 5"/>
                  <a:gd name="T5" fmla="*/ 0 h 3"/>
                  <a:gd name="T6" fmla="*/ 0 w 5"/>
                  <a:gd name="T7" fmla="*/ 1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3" name="Freeform 6131">
                <a:extLst>
                  <a:ext uri="{FF2B5EF4-FFF2-40B4-BE49-F238E27FC236}">
                    <a16:creationId xmlns:a16="http://schemas.microsoft.com/office/drawing/2014/main" id="{2132EB41-72F9-4DF9-B7F4-E99B759222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7" y="1372"/>
                <a:ext cx="9" cy="12"/>
              </a:xfrm>
              <a:custGeom>
                <a:avLst/>
                <a:gdLst>
                  <a:gd name="T0" fmla="*/ 5 w 9"/>
                  <a:gd name="T1" fmla="*/ 0 h 12"/>
                  <a:gd name="T2" fmla="*/ 4 w 9"/>
                  <a:gd name="T3" fmla="*/ 2 h 12"/>
                  <a:gd name="T4" fmla="*/ 2 w 9"/>
                  <a:gd name="T5" fmla="*/ 4 h 12"/>
                  <a:gd name="T6" fmla="*/ 0 w 9"/>
                  <a:gd name="T7" fmla="*/ 6 h 12"/>
                  <a:gd name="T8" fmla="*/ 0 w 9"/>
                  <a:gd name="T9" fmla="*/ 10 h 12"/>
                  <a:gd name="T10" fmla="*/ 4 w 9"/>
                  <a:gd name="T11" fmla="*/ 8 h 12"/>
                  <a:gd name="T12" fmla="*/ 4 w 9"/>
                  <a:gd name="T13" fmla="*/ 8 h 12"/>
                  <a:gd name="T14" fmla="*/ 5 w 9"/>
                  <a:gd name="T15" fmla="*/ 12 h 12"/>
                  <a:gd name="T16" fmla="*/ 7 w 9"/>
                  <a:gd name="T17" fmla="*/ 8 h 12"/>
                  <a:gd name="T18" fmla="*/ 9 w 9"/>
                  <a:gd name="T19" fmla="*/ 6 h 12"/>
                  <a:gd name="T20" fmla="*/ 7 w 9"/>
                  <a:gd name="T21" fmla="*/ 4 h 12"/>
                  <a:gd name="T22" fmla="*/ 7 w 9"/>
                  <a:gd name="T23" fmla="*/ 0 h 12"/>
                  <a:gd name="T24" fmla="*/ 5 w 9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12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4" name="Freeform 6132">
                <a:extLst>
                  <a:ext uri="{FF2B5EF4-FFF2-40B4-BE49-F238E27FC236}">
                    <a16:creationId xmlns:a16="http://schemas.microsoft.com/office/drawing/2014/main" id="{50AFE777-2541-44E2-ADCD-C6D856F6B8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251"/>
                <a:ext cx="57" cy="69"/>
              </a:xfrm>
              <a:custGeom>
                <a:avLst/>
                <a:gdLst>
                  <a:gd name="T0" fmla="*/ 2 w 31"/>
                  <a:gd name="T1" fmla="*/ 5 h 37"/>
                  <a:gd name="T2" fmla="*/ 0 w 31"/>
                  <a:gd name="T3" fmla="*/ 4 h 37"/>
                  <a:gd name="T4" fmla="*/ 0 w 31"/>
                  <a:gd name="T5" fmla="*/ 6 h 37"/>
                  <a:gd name="T6" fmla="*/ 0 w 31"/>
                  <a:gd name="T7" fmla="*/ 9 h 37"/>
                  <a:gd name="T8" fmla="*/ 2 w 31"/>
                  <a:gd name="T9" fmla="*/ 10 h 37"/>
                  <a:gd name="T10" fmla="*/ 2 w 31"/>
                  <a:gd name="T11" fmla="*/ 12 h 37"/>
                  <a:gd name="T12" fmla="*/ 5 w 31"/>
                  <a:gd name="T13" fmla="*/ 17 h 37"/>
                  <a:gd name="T14" fmla="*/ 3 w 31"/>
                  <a:gd name="T15" fmla="*/ 20 h 37"/>
                  <a:gd name="T16" fmla="*/ 5 w 31"/>
                  <a:gd name="T17" fmla="*/ 24 h 37"/>
                  <a:gd name="T18" fmla="*/ 6 w 31"/>
                  <a:gd name="T19" fmla="*/ 27 h 37"/>
                  <a:gd name="T20" fmla="*/ 5 w 31"/>
                  <a:gd name="T21" fmla="*/ 29 h 37"/>
                  <a:gd name="T22" fmla="*/ 7 w 31"/>
                  <a:gd name="T23" fmla="*/ 33 h 37"/>
                  <a:gd name="T24" fmla="*/ 8 w 31"/>
                  <a:gd name="T25" fmla="*/ 36 h 37"/>
                  <a:gd name="T26" fmla="*/ 9 w 31"/>
                  <a:gd name="T27" fmla="*/ 37 h 37"/>
                  <a:gd name="T28" fmla="*/ 11 w 31"/>
                  <a:gd name="T29" fmla="*/ 37 h 37"/>
                  <a:gd name="T30" fmla="*/ 12 w 31"/>
                  <a:gd name="T31" fmla="*/ 37 h 37"/>
                  <a:gd name="T32" fmla="*/ 15 w 31"/>
                  <a:gd name="T33" fmla="*/ 32 h 37"/>
                  <a:gd name="T34" fmla="*/ 16 w 31"/>
                  <a:gd name="T35" fmla="*/ 30 h 37"/>
                  <a:gd name="T36" fmla="*/ 19 w 31"/>
                  <a:gd name="T37" fmla="*/ 28 h 37"/>
                  <a:gd name="T38" fmla="*/ 21 w 31"/>
                  <a:gd name="T39" fmla="*/ 28 h 37"/>
                  <a:gd name="T40" fmla="*/ 23 w 31"/>
                  <a:gd name="T41" fmla="*/ 26 h 37"/>
                  <a:gd name="T42" fmla="*/ 25 w 31"/>
                  <a:gd name="T43" fmla="*/ 25 h 37"/>
                  <a:gd name="T44" fmla="*/ 28 w 31"/>
                  <a:gd name="T45" fmla="*/ 22 h 37"/>
                  <a:gd name="T46" fmla="*/ 31 w 31"/>
                  <a:gd name="T47" fmla="*/ 18 h 37"/>
                  <a:gd name="T48" fmla="*/ 28 w 31"/>
                  <a:gd name="T49" fmla="*/ 14 h 37"/>
                  <a:gd name="T50" fmla="*/ 27 w 31"/>
                  <a:gd name="T51" fmla="*/ 11 h 37"/>
                  <a:gd name="T52" fmla="*/ 23 w 31"/>
                  <a:gd name="T53" fmla="*/ 9 h 37"/>
                  <a:gd name="T54" fmla="*/ 21 w 31"/>
                  <a:gd name="T55" fmla="*/ 8 h 37"/>
                  <a:gd name="T56" fmla="*/ 18 w 31"/>
                  <a:gd name="T57" fmla="*/ 6 h 37"/>
                  <a:gd name="T58" fmla="*/ 16 w 31"/>
                  <a:gd name="T59" fmla="*/ 6 h 37"/>
                  <a:gd name="T60" fmla="*/ 15 w 31"/>
                  <a:gd name="T61" fmla="*/ 5 h 37"/>
                  <a:gd name="T62" fmla="*/ 12 w 31"/>
                  <a:gd name="T63" fmla="*/ 4 h 37"/>
                  <a:gd name="T64" fmla="*/ 11 w 31"/>
                  <a:gd name="T65" fmla="*/ 3 h 37"/>
                  <a:gd name="T66" fmla="*/ 9 w 31"/>
                  <a:gd name="T67" fmla="*/ 4 h 37"/>
                  <a:gd name="T68" fmla="*/ 10 w 31"/>
                  <a:gd name="T69" fmla="*/ 6 h 37"/>
                  <a:gd name="T70" fmla="*/ 9 w 31"/>
                  <a:gd name="T71" fmla="*/ 7 h 37"/>
                  <a:gd name="T72" fmla="*/ 9 w 31"/>
                  <a:gd name="T73" fmla="*/ 2 h 37"/>
                  <a:gd name="T74" fmla="*/ 5 w 31"/>
                  <a:gd name="T75" fmla="*/ 1 h 37"/>
                  <a:gd name="T76" fmla="*/ 2 w 31"/>
                  <a:gd name="T77" fmla="*/ 0 h 37"/>
                  <a:gd name="T78" fmla="*/ 1 w 31"/>
                  <a:gd name="T79" fmla="*/ 4 h 37"/>
                  <a:gd name="T80" fmla="*/ 3 w 31"/>
                  <a:gd name="T81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1" h="37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5" name="Freeform 6133">
                <a:extLst>
                  <a:ext uri="{FF2B5EF4-FFF2-40B4-BE49-F238E27FC236}">
                    <a16:creationId xmlns:a16="http://schemas.microsoft.com/office/drawing/2014/main" id="{559097F0-943B-4532-AA50-59621A26A5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7" y="1762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6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6" name="Freeform 6134">
                <a:extLst>
                  <a:ext uri="{FF2B5EF4-FFF2-40B4-BE49-F238E27FC236}">
                    <a16:creationId xmlns:a16="http://schemas.microsoft.com/office/drawing/2014/main" id="{A3BEA2E4-CD45-48E7-A819-2567E32673D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21" y="1281"/>
                <a:ext cx="22" cy="11"/>
              </a:xfrm>
              <a:custGeom>
                <a:avLst/>
                <a:gdLst>
                  <a:gd name="T0" fmla="*/ 5 w 22"/>
                  <a:gd name="T1" fmla="*/ 9 h 11"/>
                  <a:gd name="T2" fmla="*/ 7 w 22"/>
                  <a:gd name="T3" fmla="*/ 8 h 11"/>
                  <a:gd name="T4" fmla="*/ 7 w 22"/>
                  <a:gd name="T5" fmla="*/ 9 h 11"/>
                  <a:gd name="T6" fmla="*/ 7 w 22"/>
                  <a:gd name="T7" fmla="*/ 11 h 11"/>
                  <a:gd name="T8" fmla="*/ 13 w 22"/>
                  <a:gd name="T9" fmla="*/ 11 h 11"/>
                  <a:gd name="T10" fmla="*/ 17 w 22"/>
                  <a:gd name="T11" fmla="*/ 11 h 11"/>
                  <a:gd name="T12" fmla="*/ 18 w 22"/>
                  <a:gd name="T13" fmla="*/ 9 h 11"/>
                  <a:gd name="T14" fmla="*/ 20 w 22"/>
                  <a:gd name="T15" fmla="*/ 11 h 11"/>
                  <a:gd name="T16" fmla="*/ 22 w 22"/>
                  <a:gd name="T17" fmla="*/ 8 h 11"/>
                  <a:gd name="T18" fmla="*/ 20 w 22"/>
                  <a:gd name="T19" fmla="*/ 4 h 11"/>
                  <a:gd name="T20" fmla="*/ 18 w 22"/>
                  <a:gd name="T21" fmla="*/ 2 h 11"/>
                  <a:gd name="T22" fmla="*/ 17 w 22"/>
                  <a:gd name="T23" fmla="*/ 4 h 11"/>
                  <a:gd name="T24" fmla="*/ 15 w 22"/>
                  <a:gd name="T25" fmla="*/ 4 h 11"/>
                  <a:gd name="T26" fmla="*/ 13 w 22"/>
                  <a:gd name="T27" fmla="*/ 6 h 11"/>
                  <a:gd name="T28" fmla="*/ 9 w 22"/>
                  <a:gd name="T29" fmla="*/ 6 h 11"/>
                  <a:gd name="T30" fmla="*/ 7 w 22"/>
                  <a:gd name="T31" fmla="*/ 8 h 11"/>
                  <a:gd name="T32" fmla="*/ 9 w 22"/>
                  <a:gd name="T33" fmla="*/ 6 h 11"/>
                  <a:gd name="T34" fmla="*/ 7 w 22"/>
                  <a:gd name="T35" fmla="*/ 4 h 11"/>
                  <a:gd name="T36" fmla="*/ 9 w 22"/>
                  <a:gd name="T37" fmla="*/ 4 h 11"/>
                  <a:gd name="T38" fmla="*/ 9 w 22"/>
                  <a:gd name="T39" fmla="*/ 0 h 11"/>
                  <a:gd name="T40" fmla="*/ 5 w 22"/>
                  <a:gd name="T41" fmla="*/ 0 h 11"/>
                  <a:gd name="T42" fmla="*/ 2 w 22"/>
                  <a:gd name="T43" fmla="*/ 4 h 11"/>
                  <a:gd name="T44" fmla="*/ 4 w 22"/>
                  <a:gd name="T45" fmla="*/ 4 h 11"/>
                  <a:gd name="T46" fmla="*/ 2 w 22"/>
                  <a:gd name="T47" fmla="*/ 6 h 11"/>
                  <a:gd name="T48" fmla="*/ 0 w 22"/>
                  <a:gd name="T49" fmla="*/ 9 h 11"/>
                  <a:gd name="T50" fmla="*/ 4 w 22"/>
                  <a:gd name="T51" fmla="*/ 11 h 11"/>
                  <a:gd name="T52" fmla="*/ 5 w 22"/>
                  <a:gd name="T5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1">
                    <a:moveTo>
                      <a:pt x="5" y="9"/>
                    </a:moveTo>
                    <a:lnTo>
                      <a:pt x="7" y="8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18" y="9"/>
                    </a:lnTo>
                    <a:lnTo>
                      <a:pt x="20" y="11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3" y="6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7" name="Freeform 6135">
                <a:extLst>
                  <a:ext uri="{FF2B5EF4-FFF2-40B4-BE49-F238E27FC236}">
                    <a16:creationId xmlns:a16="http://schemas.microsoft.com/office/drawing/2014/main" id="{EFEDAFD8-7CFF-42E4-AA94-287487ED1C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805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2 w 6"/>
                  <a:gd name="T3" fmla="*/ 0 h 7"/>
                  <a:gd name="T4" fmla="*/ 0 w 6"/>
                  <a:gd name="T5" fmla="*/ 2 h 7"/>
                  <a:gd name="T6" fmla="*/ 0 w 6"/>
                  <a:gd name="T7" fmla="*/ 6 h 7"/>
                  <a:gd name="T8" fmla="*/ 2 w 6"/>
                  <a:gd name="T9" fmla="*/ 7 h 7"/>
                  <a:gd name="T10" fmla="*/ 4 w 6"/>
                  <a:gd name="T11" fmla="*/ 7 h 7"/>
                  <a:gd name="T12" fmla="*/ 6 w 6"/>
                  <a:gd name="T13" fmla="*/ 7 h 7"/>
                  <a:gd name="T14" fmla="*/ 6 w 6"/>
                  <a:gd name="T15" fmla="*/ 6 h 7"/>
                  <a:gd name="T16" fmla="*/ 6 w 6"/>
                  <a:gd name="T17" fmla="*/ 4 h 7"/>
                  <a:gd name="T18" fmla="*/ 6 w 6"/>
                  <a:gd name="T19" fmla="*/ 2 h 7"/>
                  <a:gd name="T20" fmla="*/ 6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8" name="Freeform 6136">
                <a:extLst>
                  <a:ext uri="{FF2B5EF4-FFF2-40B4-BE49-F238E27FC236}">
                    <a16:creationId xmlns:a16="http://schemas.microsoft.com/office/drawing/2014/main" id="{F2CE1610-B32B-46AA-90A8-087111D312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1341"/>
                <a:ext cx="19" cy="13"/>
              </a:xfrm>
              <a:custGeom>
                <a:avLst/>
                <a:gdLst>
                  <a:gd name="T0" fmla="*/ 9 w 19"/>
                  <a:gd name="T1" fmla="*/ 3 h 13"/>
                  <a:gd name="T2" fmla="*/ 7 w 19"/>
                  <a:gd name="T3" fmla="*/ 3 h 13"/>
                  <a:gd name="T4" fmla="*/ 4 w 19"/>
                  <a:gd name="T5" fmla="*/ 2 h 13"/>
                  <a:gd name="T6" fmla="*/ 0 w 19"/>
                  <a:gd name="T7" fmla="*/ 0 h 13"/>
                  <a:gd name="T8" fmla="*/ 0 w 19"/>
                  <a:gd name="T9" fmla="*/ 2 h 13"/>
                  <a:gd name="T10" fmla="*/ 0 w 19"/>
                  <a:gd name="T11" fmla="*/ 5 h 13"/>
                  <a:gd name="T12" fmla="*/ 2 w 19"/>
                  <a:gd name="T13" fmla="*/ 7 h 13"/>
                  <a:gd name="T14" fmla="*/ 6 w 19"/>
                  <a:gd name="T15" fmla="*/ 7 h 13"/>
                  <a:gd name="T16" fmla="*/ 7 w 19"/>
                  <a:gd name="T17" fmla="*/ 9 h 13"/>
                  <a:gd name="T18" fmla="*/ 11 w 19"/>
                  <a:gd name="T19" fmla="*/ 9 h 13"/>
                  <a:gd name="T20" fmla="*/ 15 w 19"/>
                  <a:gd name="T21" fmla="*/ 13 h 13"/>
                  <a:gd name="T22" fmla="*/ 17 w 19"/>
                  <a:gd name="T23" fmla="*/ 13 h 13"/>
                  <a:gd name="T24" fmla="*/ 19 w 19"/>
                  <a:gd name="T25" fmla="*/ 9 h 13"/>
                  <a:gd name="T26" fmla="*/ 13 w 19"/>
                  <a:gd name="T27" fmla="*/ 5 h 13"/>
                  <a:gd name="T28" fmla="*/ 9 w 19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3"/>
                    </a:move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5" y="13"/>
                    </a:lnTo>
                    <a:lnTo>
                      <a:pt x="17" y="13"/>
                    </a:lnTo>
                    <a:lnTo>
                      <a:pt x="19" y="9"/>
                    </a:lnTo>
                    <a:lnTo>
                      <a:pt x="13" y="5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9" name="Freeform 6137">
                <a:extLst>
                  <a:ext uri="{FF2B5EF4-FFF2-40B4-BE49-F238E27FC236}">
                    <a16:creationId xmlns:a16="http://schemas.microsoft.com/office/drawing/2014/main" id="{5F3320E4-DA12-404E-AE77-B89272872A7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1277"/>
                <a:ext cx="20" cy="25"/>
              </a:xfrm>
              <a:custGeom>
                <a:avLst/>
                <a:gdLst>
                  <a:gd name="T0" fmla="*/ 5 w 20"/>
                  <a:gd name="T1" fmla="*/ 8 h 25"/>
                  <a:gd name="T2" fmla="*/ 9 w 20"/>
                  <a:gd name="T3" fmla="*/ 12 h 25"/>
                  <a:gd name="T4" fmla="*/ 13 w 20"/>
                  <a:gd name="T5" fmla="*/ 17 h 25"/>
                  <a:gd name="T6" fmla="*/ 15 w 20"/>
                  <a:gd name="T7" fmla="*/ 23 h 25"/>
                  <a:gd name="T8" fmla="*/ 18 w 20"/>
                  <a:gd name="T9" fmla="*/ 25 h 25"/>
                  <a:gd name="T10" fmla="*/ 20 w 20"/>
                  <a:gd name="T11" fmla="*/ 23 h 25"/>
                  <a:gd name="T12" fmla="*/ 20 w 20"/>
                  <a:gd name="T13" fmla="*/ 19 h 25"/>
                  <a:gd name="T14" fmla="*/ 18 w 20"/>
                  <a:gd name="T15" fmla="*/ 13 h 25"/>
                  <a:gd name="T16" fmla="*/ 17 w 20"/>
                  <a:gd name="T17" fmla="*/ 10 h 25"/>
                  <a:gd name="T18" fmla="*/ 15 w 20"/>
                  <a:gd name="T19" fmla="*/ 6 h 25"/>
                  <a:gd name="T20" fmla="*/ 9 w 20"/>
                  <a:gd name="T21" fmla="*/ 6 h 25"/>
                  <a:gd name="T22" fmla="*/ 7 w 20"/>
                  <a:gd name="T23" fmla="*/ 2 h 25"/>
                  <a:gd name="T24" fmla="*/ 5 w 20"/>
                  <a:gd name="T25" fmla="*/ 0 h 25"/>
                  <a:gd name="T26" fmla="*/ 0 w 20"/>
                  <a:gd name="T27" fmla="*/ 0 h 25"/>
                  <a:gd name="T28" fmla="*/ 2 w 20"/>
                  <a:gd name="T29" fmla="*/ 4 h 25"/>
                  <a:gd name="T30" fmla="*/ 5 w 20"/>
                  <a:gd name="T3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5" y="8"/>
                    </a:moveTo>
                    <a:lnTo>
                      <a:pt x="9" y="12"/>
                    </a:lnTo>
                    <a:lnTo>
                      <a:pt x="13" y="17"/>
                    </a:lnTo>
                    <a:lnTo>
                      <a:pt x="15" y="23"/>
                    </a:lnTo>
                    <a:lnTo>
                      <a:pt x="18" y="25"/>
                    </a:lnTo>
                    <a:lnTo>
                      <a:pt x="20" y="23"/>
                    </a:lnTo>
                    <a:lnTo>
                      <a:pt x="20" y="19"/>
                    </a:lnTo>
                    <a:lnTo>
                      <a:pt x="18" y="13"/>
                    </a:lnTo>
                    <a:lnTo>
                      <a:pt x="17" y="10"/>
                    </a:lnTo>
                    <a:lnTo>
                      <a:pt x="15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0" name="Freeform 6138">
                <a:extLst>
                  <a:ext uri="{FF2B5EF4-FFF2-40B4-BE49-F238E27FC236}">
                    <a16:creationId xmlns:a16="http://schemas.microsoft.com/office/drawing/2014/main" id="{21F7DF2B-5558-4C01-B3E0-D3FF61EA0E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72" y="1400"/>
                <a:ext cx="22" cy="21"/>
              </a:xfrm>
              <a:custGeom>
                <a:avLst/>
                <a:gdLst>
                  <a:gd name="T0" fmla="*/ 0 w 22"/>
                  <a:gd name="T1" fmla="*/ 13 h 21"/>
                  <a:gd name="T2" fmla="*/ 0 w 22"/>
                  <a:gd name="T3" fmla="*/ 15 h 21"/>
                  <a:gd name="T4" fmla="*/ 1 w 22"/>
                  <a:gd name="T5" fmla="*/ 17 h 21"/>
                  <a:gd name="T6" fmla="*/ 5 w 22"/>
                  <a:gd name="T7" fmla="*/ 17 h 21"/>
                  <a:gd name="T8" fmla="*/ 14 w 22"/>
                  <a:gd name="T9" fmla="*/ 19 h 21"/>
                  <a:gd name="T10" fmla="*/ 16 w 22"/>
                  <a:gd name="T11" fmla="*/ 21 h 21"/>
                  <a:gd name="T12" fmla="*/ 20 w 22"/>
                  <a:gd name="T13" fmla="*/ 19 h 21"/>
                  <a:gd name="T14" fmla="*/ 20 w 22"/>
                  <a:gd name="T15" fmla="*/ 17 h 21"/>
                  <a:gd name="T16" fmla="*/ 22 w 22"/>
                  <a:gd name="T17" fmla="*/ 15 h 21"/>
                  <a:gd name="T18" fmla="*/ 22 w 22"/>
                  <a:gd name="T19" fmla="*/ 13 h 21"/>
                  <a:gd name="T20" fmla="*/ 20 w 22"/>
                  <a:gd name="T21" fmla="*/ 12 h 21"/>
                  <a:gd name="T22" fmla="*/ 20 w 22"/>
                  <a:gd name="T23" fmla="*/ 8 h 21"/>
                  <a:gd name="T24" fmla="*/ 18 w 22"/>
                  <a:gd name="T25" fmla="*/ 6 h 21"/>
                  <a:gd name="T26" fmla="*/ 18 w 22"/>
                  <a:gd name="T27" fmla="*/ 2 h 21"/>
                  <a:gd name="T28" fmla="*/ 18 w 22"/>
                  <a:gd name="T29" fmla="*/ 0 h 21"/>
                  <a:gd name="T30" fmla="*/ 14 w 22"/>
                  <a:gd name="T31" fmla="*/ 0 h 21"/>
                  <a:gd name="T32" fmla="*/ 9 w 22"/>
                  <a:gd name="T33" fmla="*/ 0 h 21"/>
                  <a:gd name="T34" fmla="*/ 3 w 22"/>
                  <a:gd name="T35" fmla="*/ 4 h 21"/>
                  <a:gd name="T36" fmla="*/ 1 w 22"/>
                  <a:gd name="T37" fmla="*/ 4 h 21"/>
                  <a:gd name="T38" fmla="*/ 0 w 22"/>
                  <a:gd name="T39" fmla="*/ 6 h 21"/>
                  <a:gd name="T40" fmla="*/ 1 w 22"/>
                  <a:gd name="T41" fmla="*/ 10 h 21"/>
                  <a:gd name="T42" fmla="*/ 3 w 22"/>
                  <a:gd name="T43" fmla="*/ 12 h 21"/>
                  <a:gd name="T44" fmla="*/ 3 w 22"/>
                  <a:gd name="T45" fmla="*/ 13 h 21"/>
                  <a:gd name="T46" fmla="*/ 3 w 22"/>
                  <a:gd name="T47" fmla="*/ 13 h 21"/>
                  <a:gd name="T48" fmla="*/ 0 w 22"/>
                  <a:gd name="T4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lnTo>
                      <a:pt x="0" y="15"/>
                    </a:lnTo>
                    <a:lnTo>
                      <a:pt x="1" y="17"/>
                    </a:lnTo>
                    <a:lnTo>
                      <a:pt x="5" y="17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1" name="Freeform 6139">
                <a:extLst>
                  <a:ext uri="{FF2B5EF4-FFF2-40B4-BE49-F238E27FC236}">
                    <a16:creationId xmlns:a16="http://schemas.microsoft.com/office/drawing/2014/main" id="{E3E03D86-F07F-44B5-9C6F-D8A3800F39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56" y="1315"/>
                <a:ext cx="8" cy="9"/>
              </a:xfrm>
              <a:custGeom>
                <a:avLst/>
                <a:gdLst>
                  <a:gd name="T0" fmla="*/ 2 w 8"/>
                  <a:gd name="T1" fmla="*/ 7 h 9"/>
                  <a:gd name="T2" fmla="*/ 2 w 8"/>
                  <a:gd name="T3" fmla="*/ 9 h 9"/>
                  <a:gd name="T4" fmla="*/ 8 w 8"/>
                  <a:gd name="T5" fmla="*/ 7 h 9"/>
                  <a:gd name="T6" fmla="*/ 8 w 8"/>
                  <a:gd name="T7" fmla="*/ 3 h 9"/>
                  <a:gd name="T8" fmla="*/ 6 w 8"/>
                  <a:gd name="T9" fmla="*/ 0 h 9"/>
                  <a:gd name="T10" fmla="*/ 2 w 8"/>
                  <a:gd name="T11" fmla="*/ 0 h 9"/>
                  <a:gd name="T12" fmla="*/ 0 w 8"/>
                  <a:gd name="T13" fmla="*/ 0 h 9"/>
                  <a:gd name="T14" fmla="*/ 0 w 8"/>
                  <a:gd name="T15" fmla="*/ 3 h 9"/>
                  <a:gd name="T16" fmla="*/ 2 w 8"/>
                  <a:gd name="T17" fmla="*/ 5 h 9"/>
                  <a:gd name="T18" fmla="*/ 2 w 8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2" y="7"/>
                    </a:moveTo>
                    <a:lnTo>
                      <a:pt x="2" y="9"/>
                    </a:lnTo>
                    <a:lnTo>
                      <a:pt x="8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2" name="Freeform 6140">
                <a:extLst>
                  <a:ext uri="{FF2B5EF4-FFF2-40B4-BE49-F238E27FC236}">
                    <a16:creationId xmlns:a16="http://schemas.microsoft.com/office/drawing/2014/main" id="{E2F97EBA-13F9-4C99-8F85-C30023E611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77"/>
                <a:ext cx="7" cy="7"/>
              </a:xfrm>
              <a:custGeom>
                <a:avLst/>
                <a:gdLst>
                  <a:gd name="T0" fmla="*/ 0 w 7"/>
                  <a:gd name="T1" fmla="*/ 2 h 7"/>
                  <a:gd name="T2" fmla="*/ 0 w 7"/>
                  <a:gd name="T3" fmla="*/ 5 h 7"/>
                  <a:gd name="T4" fmla="*/ 4 w 7"/>
                  <a:gd name="T5" fmla="*/ 7 h 7"/>
                  <a:gd name="T6" fmla="*/ 6 w 7"/>
                  <a:gd name="T7" fmla="*/ 5 h 7"/>
                  <a:gd name="T8" fmla="*/ 6 w 7"/>
                  <a:gd name="T9" fmla="*/ 4 h 7"/>
                  <a:gd name="T10" fmla="*/ 7 w 7"/>
                  <a:gd name="T11" fmla="*/ 2 h 7"/>
                  <a:gd name="T12" fmla="*/ 7 w 7"/>
                  <a:gd name="T13" fmla="*/ 0 h 7"/>
                  <a:gd name="T14" fmla="*/ 6 w 7"/>
                  <a:gd name="T15" fmla="*/ 0 h 7"/>
                  <a:gd name="T16" fmla="*/ 0 w 7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lnTo>
                      <a:pt x="0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3" name="Freeform 6141">
                <a:extLst>
                  <a:ext uri="{FF2B5EF4-FFF2-40B4-BE49-F238E27FC236}">
                    <a16:creationId xmlns:a16="http://schemas.microsoft.com/office/drawing/2014/main" id="{84F7675C-D1A7-4601-8397-1D45262E8A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20"/>
                <a:ext cx="9" cy="8"/>
              </a:xfrm>
              <a:custGeom>
                <a:avLst/>
                <a:gdLst>
                  <a:gd name="T0" fmla="*/ 5 w 9"/>
                  <a:gd name="T1" fmla="*/ 0 h 8"/>
                  <a:gd name="T2" fmla="*/ 3 w 9"/>
                  <a:gd name="T3" fmla="*/ 2 h 8"/>
                  <a:gd name="T4" fmla="*/ 2 w 9"/>
                  <a:gd name="T5" fmla="*/ 4 h 8"/>
                  <a:gd name="T6" fmla="*/ 0 w 9"/>
                  <a:gd name="T7" fmla="*/ 4 h 8"/>
                  <a:gd name="T8" fmla="*/ 0 w 9"/>
                  <a:gd name="T9" fmla="*/ 8 h 8"/>
                  <a:gd name="T10" fmla="*/ 3 w 9"/>
                  <a:gd name="T11" fmla="*/ 8 h 8"/>
                  <a:gd name="T12" fmla="*/ 7 w 9"/>
                  <a:gd name="T13" fmla="*/ 8 h 8"/>
                  <a:gd name="T14" fmla="*/ 9 w 9"/>
                  <a:gd name="T15" fmla="*/ 6 h 8"/>
                  <a:gd name="T16" fmla="*/ 7 w 9"/>
                  <a:gd name="T17" fmla="*/ 4 h 8"/>
                  <a:gd name="T18" fmla="*/ 5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4" name="Freeform 6142">
                <a:extLst>
                  <a:ext uri="{FF2B5EF4-FFF2-40B4-BE49-F238E27FC236}">
                    <a16:creationId xmlns:a16="http://schemas.microsoft.com/office/drawing/2014/main" id="{01AC3E9F-0402-4907-87D3-D25C439DBB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9" y="1302"/>
                <a:ext cx="9" cy="7"/>
              </a:xfrm>
              <a:custGeom>
                <a:avLst/>
                <a:gdLst>
                  <a:gd name="T0" fmla="*/ 5 w 9"/>
                  <a:gd name="T1" fmla="*/ 1 h 7"/>
                  <a:gd name="T2" fmla="*/ 3 w 9"/>
                  <a:gd name="T3" fmla="*/ 3 h 7"/>
                  <a:gd name="T4" fmla="*/ 0 w 9"/>
                  <a:gd name="T5" fmla="*/ 3 h 7"/>
                  <a:gd name="T6" fmla="*/ 3 w 9"/>
                  <a:gd name="T7" fmla="*/ 7 h 7"/>
                  <a:gd name="T8" fmla="*/ 7 w 9"/>
                  <a:gd name="T9" fmla="*/ 7 h 7"/>
                  <a:gd name="T10" fmla="*/ 9 w 9"/>
                  <a:gd name="T11" fmla="*/ 5 h 7"/>
                  <a:gd name="T12" fmla="*/ 9 w 9"/>
                  <a:gd name="T13" fmla="*/ 3 h 7"/>
                  <a:gd name="T14" fmla="*/ 7 w 9"/>
                  <a:gd name="T15" fmla="*/ 0 h 7"/>
                  <a:gd name="T16" fmla="*/ 5 w 9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5" y="1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5" name="Freeform 6143">
                <a:extLst>
                  <a:ext uri="{FF2B5EF4-FFF2-40B4-BE49-F238E27FC236}">
                    <a16:creationId xmlns:a16="http://schemas.microsoft.com/office/drawing/2014/main" id="{13BA157B-5672-44C9-BC23-C40C430CB6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9" y="1757"/>
                <a:ext cx="6" cy="5"/>
              </a:xfrm>
              <a:custGeom>
                <a:avLst/>
                <a:gdLst>
                  <a:gd name="T0" fmla="*/ 6 w 6"/>
                  <a:gd name="T1" fmla="*/ 1 h 5"/>
                  <a:gd name="T2" fmla="*/ 6 w 6"/>
                  <a:gd name="T3" fmla="*/ 0 h 5"/>
                  <a:gd name="T4" fmla="*/ 2 w 6"/>
                  <a:gd name="T5" fmla="*/ 0 h 5"/>
                  <a:gd name="T6" fmla="*/ 0 w 6"/>
                  <a:gd name="T7" fmla="*/ 1 h 5"/>
                  <a:gd name="T8" fmla="*/ 0 w 6"/>
                  <a:gd name="T9" fmla="*/ 5 h 5"/>
                  <a:gd name="T10" fmla="*/ 4 w 6"/>
                  <a:gd name="T11" fmla="*/ 5 h 5"/>
                  <a:gd name="T12" fmla="*/ 6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6" name="Freeform 6144">
                <a:extLst>
                  <a:ext uri="{FF2B5EF4-FFF2-40B4-BE49-F238E27FC236}">
                    <a16:creationId xmlns:a16="http://schemas.microsoft.com/office/drawing/2014/main" id="{701D2224-26D3-4052-8CFE-D3522F2C133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8" y="1324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4 h 9"/>
                  <a:gd name="T4" fmla="*/ 2 w 6"/>
                  <a:gd name="T5" fmla="*/ 7 h 9"/>
                  <a:gd name="T6" fmla="*/ 4 w 6"/>
                  <a:gd name="T7" fmla="*/ 9 h 9"/>
                  <a:gd name="T8" fmla="*/ 6 w 6"/>
                  <a:gd name="T9" fmla="*/ 4 h 9"/>
                  <a:gd name="T10" fmla="*/ 4 w 6"/>
                  <a:gd name="T11" fmla="*/ 2 h 9"/>
                  <a:gd name="T12" fmla="*/ 0 w 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7" name="Freeform 6145">
                <a:extLst>
                  <a:ext uri="{FF2B5EF4-FFF2-40B4-BE49-F238E27FC236}">
                    <a16:creationId xmlns:a16="http://schemas.microsoft.com/office/drawing/2014/main" id="{DC7FB6DA-9154-4E2A-9025-4F7ADD05D7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1898"/>
                <a:ext cx="95" cy="200"/>
              </a:xfrm>
              <a:custGeom>
                <a:avLst/>
                <a:gdLst>
                  <a:gd name="T0" fmla="*/ 35 w 95"/>
                  <a:gd name="T1" fmla="*/ 79 h 200"/>
                  <a:gd name="T2" fmla="*/ 37 w 95"/>
                  <a:gd name="T3" fmla="*/ 92 h 200"/>
                  <a:gd name="T4" fmla="*/ 42 w 95"/>
                  <a:gd name="T5" fmla="*/ 97 h 200"/>
                  <a:gd name="T6" fmla="*/ 44 w 95"/>
                  <a:gd name="T7" fmla="*/ 106 h 200"/>
                  <a:gd name="T8" fmla="*/ 46 w 95"/>
                  <a:gd name="T9" fmla="*/ 118 h 200"/>
                  <a:gd name="T10" fmla="*/ 48 w 95"/>
                  <a:gd name="T11" fmla="*/ 125 h 200"/>
                  <a:gd name="T12" fmla="*/ 50 w 95"/>
                  <a:gd name="T13" fmla="*/ 136 h 200"/>
                  <a:gd name="T14" fmla="*/ 57 w 95"/>
                  <a:gd name="T15" fmla="*/ 147 h 200"/>
                  <a:gd name="T16" fmla="*/ 61 w 95"/>
                  <a:gd name="T17" fmla="*/ 162 h 200"/>
                  <a:gd name="T18" fmla="*/ 67 w 95"/>
                  <a:gd name="T19" fmla="*/ 174 h 200"/>
                  <a:gd name="T20" fmla="*/ 67 w 95"/>
                  <a:gd name="T21" fmla="*/ 185 h 200"/>
                  <a:gd name="T22" fmla="*/ 72 w 95"/>
                  <a:gd name="T23" fmla="*/ 196 h 200"/>
                  <a:gd name="T24" fmla="*/ 78 w 95"/>
                  <a:gd name="T25" fmla="*/ 190 h 200"/>
                  <a:gd name="T26" fmla="*/ 76 w 95"/>
                  <a:gd name="T27" fmla="*/ 181 h 200"/>
                  <a:gd name="T28" fmla="*/ 82 w 95"/>
                  <a:gd name="T29" fmla="*/ 183 h 200"/>
                  <a:gd name="T30" fmla="*/ 87 w 95"/>
                  <a:gd name="T31" fmla="*/ 185 h 200"/>
                  <a:gd name="T32" fmla="*/ 95 w 95"/>
                  <a:gd name="T33" fmla="*/ 194 h 200"/>
                  <a:gd name="T34" fmla="*/ 95 w 95"/>
                  <a:gd name="T35" fmla="*/ 185 h 200"/>
                  <a:gd name="T36" fmla="*/ 91 w 95"/>
                  <a:gd name="T37" fmla="*/ 175 h 200"/>
                  <a:gd name="T38" fmla="*/ 85 w 95"/>
                  <a:gd name="T39" fmla="*/ 174 h 200"/>
                  <a:gd name="T40" fmla="*/ 80 w 95"/>
                  <a:gd name="T41" fmla="*/ 166 h 200"/>
                  <a:gd name="T42" fmla="*/ 72 w 95"/>
                  <a:gd name="T43" fmla="*/ 159 h 200"/>
                  <a:gd name="T44" fmla="*/ 68 w 95"/>
                  <a:gd name="T45" fmla="*/ 147 h 200"/>
                  <a:gd name="T46" fmla="*/ 67 w 95"/>
                  <a:gd name="T47" fmla="*/ 136 h 200"/>
                  <a:gd name="T48" fmla="*/ 65 w 95"/>
                  <a:gd name="T49" fmla="*/ 125 h 200"/>
                  <a:gd name="T50" fmla="*/ 67 w 95"/>
                  <a:gd name="T51" fmla="*/ 121 h 200"/>
                  <a:gd name="T52" fmla="*/ 70 w 95"/>
                  <a:gd name="T53" fmla="*/ 121 h 200"/>
                  <a:gd name="T54" fmla="*/ 78 w 95"/>
                  <a:gd name="T55" fmla="*/ 127 h 200"/>
                  <a:gd name="T56" fmla="*/ 87 w 95"/>
                  <a:gd name="T57" fmla="*/ 133 h 200"/>
                  <a:gd name="T58" fmla="*/ 85 w 95"/>
                  <a:gd name="T59" fmla="*/ 125 h 200"/>
                  <a:gd name="T60" fmla="*/ 78 w 95"/>
                  <a:gd name="T61" fmla="*/ 116 h 200"/>
                  <a:gd name="T62" fmla="*/ 72 w 95"/>
                  <a:gd name="T63" fmla="*/ 108 h 200"/>
                  <a:gd name="T64" fmla="*/ 68 w 95"/>
                  <a:gd name="T65" fmla="*/ 101 h 200"/>
                  <a:gd name="T66" fmla="*/ 61 w 95"/>
                  <a:gd name="T67" fmla="*/ 86 h 200"/>
                  <a:gd name="T68" fmla="*/ 52 w 95"/>
                  <a:gd name="T69" fmla="*/ 75 h 200"/>
                  <a:gd name="T70" fmla="*/ 46 w 95"/>
                  <a:gd name="T71" fmla="*/ 67 h 200"/>
                  <a:gd name="T72" fmla="*/ 42 w 95"/>
                  <a:gd name="T73" fmla="*/ 62 h 200"/>
                  <a:gd name="T74" fmla="*/ 37 w 95"/>
                  <a:gd name="T75" fmla="*/ 54 h 200"/>
                  <a:gd name="T76" fmla="*/ 39 w 95"/>
                  <a:gd name="T77" fmla="*/ 52 h 200"/>
                  <a:gd name="T78" fmla="*/ 39 w 95"/>
                  <a:gd name="T79" fmla="*/ 43 h 200"/>
                  <a:gd name="T80" fmla="*/ 28 w 95"/>
                  <a:gd name="T81" fmla="*/ 23 h 200"/>
                  <a:gd name="T82" fmla="*/ 20 w 95"/>
                  <a:gd name="T83" fmla="*/ 17 h 200"/>
                  <a:gd name="T84" fmla="*/ 16 w 95"/>
                  <a:gd name="T85" fmla="*/ 8 h 200"/>
                  <a:gd name="T86" fmla="*/ 9 w 95"/>
                  <a:gd name="T87" fmla="*/ 0 h 200"/>
                  <a:gd name="T88" fmla="*/ 7 w 95"/>
                  <a:gd name="T89" fmla="*/ 6 h 200"/>
                  <a:gd name="T90" fmla="*/ 0 w 95"/>
                  <a:gd name="T91" fmla="*/ 4 h 200"/>
                  <a:gd name="T92" fmla="*/ 11 w 95"/>
                  <a:gd name="T93" fmla="*/ 13 h 200"/>
                  <a:gd name="T94" fmla="*/ 13 w 95"/>
                  <a:gd name="T95" fmla="*/ 23 h 200"/>
                  <a:gd name="T96" fmla="*/ 15 w 95"/>
                  <a:gd name="T97" fmla="*/ 24 h 200"/>
                  <a:gd name="T98" fmla="*/ 7 w 95"/>
                  <a:gd name="T99" fmla="*/ 23 h 200"/>
                  <a:gd name="T100" fmla="*/ 9 w 95"/>
                  <a:gd name="T101" fmla="*/ 34 h 200"/>
                  <a:gd name="T102" fmla="*/ 15 w 95"/>
                  <a:gd name="T103" fmla="*/ 47 h 200"/>
                  <a:gd name="T104" fmla="*/ 18 w 95"/>
                  <a:gd name="T105" fmla="*/ 60 h 200"/>
                  <a:gd name="T106" fmla="*/ 24 w 95"/>
                  <a:gd name="T107" fmla="*/ 6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5" h="200">
                    <a:moveTo>
                      <a:pt x="29" y="75"/>
                    </a:moveTo>
                    <a:lnTo>
                      <a:pt x="31" y="75"/>
                    </a:lnTo>
                    <a:lnTo>
                      <a:pt x="35" y="79"/>
                    </a:lnTo>
                    <a:lnTo>
                      <a:pt x="35" y="84"/>
                    </a:lnTo>
                    <a:lnTo>
                      <a:pt x="35" y="88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41" y="95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101"/>
                    </a:lnTo>
                    <a:lnTo>
                      <a:pt x="44" y="106"/>
                    </a:lnTo>
                    <a:lnTo>
                      <a:pt x="46" y="108"/>
                    </a:lnTo>
                    <a:lnTo>
                      <a:pt x="46" y="112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1"/>
                    </a:lnTo>
                    <a:lnTo>
                      <a:pt x="48" y="125"/>
                    </a:lnTo>
                    <a:lnTo>
                      <a:pt x="50" y="131"/>
                    </a:lnTo>
                    <a:lnTo>
                      <a:pt x="50" y="133"/>
                    </a:lnTo>
                    <a:lnTo>
                      <a:pt x="50" y="136"/>
                    </a:lnTo>
                    <a:lnTo>
                      <a:pt x="54" y="140"/>
                    </a:lnTo>
                    <a:lnTo>
                      <a:pt x="57" y="146"/>
                    </a:lnTo>
                    <a:lnTo>
                      <a:pt x="57" y="147"/>
                    </a:lnTo>
                    <a:lnTo>
                      <a:pt x="59" y="151"/>
                    </a:lnTo>
                    <a:lnTo>
                      <a:pt x="59" y="157"/>
                    </a:lnTo>
                    <a:lnTo>
                      <a:pt x="61" y="162"/>
                    </a:lnTo>
                    <a:lnTo>
                      <a:pt x="63" y="166"/>
                    </a:lnTo>
                    <a:lnTo>
                      <a:pt x="63" y="168"/>
                    </a:lnTo>
                    <a:lnTo>
                      <a:pt x="67" y="174"/>
                    </a:lnTo>
                    <a:lnTo>
                      <a:pt x="67" y="175"/>
                    </a:lnTo>
                    <a:lnTo>
                      <a:pt x="67" y="179"/>
                    </a:lnTo>
                    <a:lnTo>
                      <a:pt x="67" y="185"/>
                    </a:lnTo>
                    <a:lnTo>
                      <a:pt x="68" y="188"/>
                    </a:lnTo>
                    <a:lnTo>
                      <a:pt x="70" y="192"/>
                    </a:lnTo>
                    <a:lnTo>
                      <a:pt x="72" y="196"/>
                    </a:lnTo>
                    <a:lnTo>
                      <a:pt x="78" y="200"/>
                    </a:lnTo>
                    <a:lnTo>
                      <a:pt x="78" y="194"/>
                    </a:lnTo>
                    <a:lnTo>
                      <a:pt x="78" y="190"/>
                    </a:lnTo>
                    <a:lnTo>
                      <a:pt x="78" y="188"/>
                    </a:lnTo>
                    <a:lnTo>
                      <a:pt x="76" y="185"/>
                    </a:lnTo>
                    <a:lnTo>
                      <a:pt x="76" y="181"/>
                    </a:lnTo>
                    <a:lnTo>
                      <a:pt x="78" y="179"/>
                    </a:lnTo>
                    <a:lnTo>
                      <a:pt x="78" y="181"/>
                    </a:lnTo>
                    <a:lnTo>
                      <a:pt x="82" y="183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5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5" y="194"/>
                    </a:lnTo>
                    <a:lnTo>
                      <a:pt x="95" y="190"/>
                    </a:lnTo>
                    <a:lnTo>
                      <a:pt x="95" y="188"/>
                    </a:lnTo>
                    <a:lnTo>
                      <a:pt x="95" y="185"/>
                    </a:lnTo>
                    <a:lnTo>
                      <a:pt x="95" y="181"/>
                    </a:lnTo>
                    <a:lnTo>
                      <a:pt x="91" y="179"/>
                    </a:lnTo>
                    <a:lnTo>
                      <a:pt x="91" y="175"/>
                    </a:lnTo>
                    <a:lnTo>
                      <a:pt x="89" y="174"/>
                    </a:lnTo>
                    <a:lnTo>
                      <a:pt x="87" y="174"/>
                    </a:lnTo>
                    <a:lnTo>
                      <a:pt x="85" y="174"/>
                    </a:lnTo>
                    <a:lnTo>
                      <a:pt x="82" y="172"/>
                    </a:lnTo>
                    <a:lnTo>
                      <a:pt x="82" y="170"/>
                    </a:lnTo>
                    <a:lnTo>
                      <a:pt x="80" y="166"/>
                    </a:lnTo>
                    <a:lnTo>
                      <a:pt x="76" y="162"/>
                    </a:lnTo>
                    <a:lnTo>
                      <a:pt x="74" y="162"/>
                    </a:lnTo>
                    <a:lnTo>
                      <a:pt x="72" y="159"/>
                    </a:lnTo>
                    <a:lnTo>
                      <a:pt x="70" y="155"/>
                    </a:lnTo>
                    <a:lnTo>
                      <a:pt x="68" y="151"/>
                    </a:lnTo>
                    <a:lnTo>
                      <a:pt x="68" y="147"/>
                    </a:lnTo>
                    <a:lnTo>
                      <a:pt x="68" y="144"/>
                    </a:lnTo>
                    <a:lnTo>
                      <a:pt x="68" y="138"/>
                    </a:lnTo>
                    <a:lnTo>
                      <a:pt x="67" y="136"/>
                    </a:lnTo>
                    <a:lnTo>
                      <a:pt x="67" y="131"/>
                    </a:lnTo>
                    <a:lnTo>
                      <a:pt x="67" y="129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8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6" y="123"/>
                    </a:lnTo>
                    <a:lnTo>
                      <a:pt x="78" y="127"/>
                    </a:lnTo>
                    <a:lnTo>
                      <a:pt x="82" y="127"/>
                    </a:lnTo>
                    <a:lnTo>
                      <a:pt x="83" y="129"/>
                    </a:lnTo>
                    <a:lnTo>
                      <a:pt x="87" y="133"/>
                    </a:lnTo>
                    <a:lnTo>
                      <a:pt x="91" y="134"/>
                    </a:lnTo>
                    <a:lnTo>
                      <a:pt x="89" y="129"/>
                    </a:lnTo>
                    <a:lnTo>
                      <a:pt x="85" y="125"/>
                    </a:lnTo>
                    <a:lnTo>
                      <a:pt x="82" y="123"/>
                    </a:lnTo>
                    <a:lnTo>
                      <a:pt x="80" y="120"/>
                    </a:lnTo>
                    <a:lnTo>
                      <a:pt x="78" y="116"/>
                    </a:lnTo>
                    <a:lnTo>
                      <a:pt x="78" y="114"/>
                    </a:lnTo>
                    <a:lnTo>
                      <a:pt x="76" y="112"/>
                    </a:lnTo>
                    <a:lnTo>
                      <a:pt x="72" y="108"/>
                    </a:lnTo>
                    <a:lnTo>
                      <a:pt x="72" y="105"/>
                    </a:lnTo>
                    <a:lnTo>
                      <a:pt x="70" y="103"/>
                    </a:lnTo>
                    <a:lnTo>
                      <a:pt x="68" y="101"/>
                    </a:lnTo>
                    <a:lnTo>
                      <a:pt x="65" y="95"/>
                    </a:lnTo>
                    <a:lnTo>
                      <a:pt x="61" y="90"/>
                    </a:lnTo>
                    <a:lnTo>
                      <a:pt x="61" y="86"/>
                    </a:lnTo>
                    <a:lnTo>
                      <a:pt x="55" y="80"/>
                    </a:lnTo>
                    <a:lnTo>
                      <a:pt x="54" y="75"/>
                    </a:lnTo>
                    <a:lnTo>
                      <a:pt x="52" y="75"/>
                    </a:lnTo>
                    <a:lnTo>
                      <a:pt x="52" y="71"/>
                    </a:lnTo>
                    <a:lnTo>
                      <a:pt x="50" y="67"/>
                    </a:lnTo>
                    <a:lnTo>
                      <a:pt x="46" y="67"/>
                    </a:lnTo>
                    <a:lnTo>
                      <a:pt x="46" y="65"/>
                    </a:lnTo>
                    <a:lnTo>
                      <a:pt x="44" y="64"/>
                    </a:lnTo>
                    <a:lnTo>
                      <a:pt x="42" y="62"/>
                    </a:lnTo>
                    <a:lnTo>
                      <a:pt x="41" y="60"/>
                    </a:lnTo>
                    <a:lnTo>
                      <a:pt x="39" y="56"/>
                    </a:lnTo>
                    <a:lnTo>
                      <a:pt x="37" y="54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9" y="52"/>
                    </a:lnTo>
                    <a:lnTo>
                      <a:pt x="37" y="45"/>
                    </a:lnTo>
                    <a:lnTo>
                      <a:pt x="37" y="41"/>
                    </a:lnTo>
                    <a:lnTo>
                      <a:pt x="39" y="43"/>
                    </a:lnTo>
                    <a:lnTo>
                      <a:pt x="33" y="32"/>
                    </a:lnTo>
                    <a:lnTo>
                      <a:pt x="31" y="26"/>
                    </a:lnTo>
                    <a:lnTo>
                      <a:pt x="28" y="23"/>
                    </a:lnTo>
                    <a:lnTo>
                      <a:pt x="26" y="23"/>
                    </a:lnTo>
                    <a:lnTo>
                      <a:pt x="26" y="21"/>
                    </a:lnTo>
                    <a:lnTo>
                      <a:pt x="20" y="17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5" y="10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1" y="21"/>
                    </a:lnTo>
                    <a:lnTo>
                      <a:pt x="7" y="23"/>
                    </a:lnTo>
                    <a:lnTo>
                      <a:pt x="5" y="28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2" y="67"/>
                    </a:lnTo>
                    <a:lnTo>
                      <a:pt x="29" y="7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8" name="Freeform 6146">
                <a:extLst>
                  <a:ext uri="{FF2B5EF4-FFF2-40B4-BE49-F238E27FC236}">
                    <a16:creationId xmlns:a16="http://schemas.microsoft.com/office/drawing/2014/main" id="{DB7CE2D6-F917-4010-B1C1-D9FDE0A2A5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1" y="1330"/>
                <a:ext cx="20" cy="20"/>
              </a:xfrm>
              <a:custGeom>
                <a:avLst/>
                <a:gdLst>
                  <a:gd name="T0" fmla="*/ 6 w 11"/>
                  <a:gd name="T1" fmla="*/ 6 h 11"/>
                  <a:gd name="T2" fmla="*/ 5 w 11"/>
                  <a:gd name="T3" fmla="*/ 7 h 11"/>
                  <a:gd name="T4" fmla="*/ 4 w 11"/>
                  <a:gd name="T5" fmla="*/ 7 h 11"/>
                  <a:gd name="T6" fmla="*/ 3 w 11"/>
                  <a:gd name="T7" fmla="*/ 7 h 11"/>
                  <a:gd name="T8" fmla="*/ 4 w 11"/>
                  <a:gd name="T9" fmla="*/ 5 h 11"/>
                  <a:gd name="T10" fmla="*/ 5 w 11"/>
                  <a:gd name="T11" fmla="*/ 4 h 11"/>
                  <a:gd name="T12" fmla="*/ 5 w 11"/>
                  <a:gd name="T13" fmla="*/ 2 h 11"/>
                  <a:gd name="T14" fmla="*/ 3 w 11"/>
                  <a:gd name="T15" fmla="*/ 1 h 11"/>
                  <a:gd name="T16" fmla="*/ 1 w 11"/>
                  <a:gd name="T17" fmla="*/ 0 h 11"/>
                  <a:gd name="T18" fmla="*/ 0 w 11"/>
                  <a:gd name="T19" fmla="*/ 3 h 11"/>
                  <a:gd name="T20" fmla="*/ 0 w 11"/>
                  <a:gd name="T21" fmla="*/ 4 h 11"/>
                  <a:gd name="T22" fmla="*/ 0 w 11"/>
                  <a:gd name="T23" fmla="*/ 5 h 11"/>
                  <a:gd name="T24" fmla="*/ 3 w 11"/>
                  <a:gd name="T25" fmla="*/ 7 h 11"/>
                  <a:gd name="T26" fmla="*/ 2 w 11"/>
                  <a:gd name="T27" fmla="*/ 8 h 11"/>
                  <a:gd name="T28" fmla="*/ 4 w 11"/>
                  <a:gd name="T29" fmla="*/ 9 h 11"/>
                  <a:gd name="T30" fmla="*/ 5 w 11"/>
                  <a:gd name="T31" fmla="*/ 11 h 11"/>
                  <a:gd name="T32" fmla="*/ 5 w 11"/>
                  <a:gd name="T33" fmla="*/ 11 h 11"/>
                  <a:gd name="T34" fmla="*/ 7 w 11"/>
                  <a:gd name="T35" fmla="*/ 10 h 11"/>
                  <a:gd name="T36" fmla="*/ 8 w 11"/>
                  <a:gd name="T37" fmla="*/ 10 h 11"/>
                  <a:gd name="T38" fmla="*/ 10 w 11"/>
                  <a:gd name="T39" fmla="*/ 10 h 11"/>
                  <a:gd name="T40" fmla="*/ 11 w 11"/>
                  <a:gd name="T41" fmla="*/ 9 h 11"/>
                  <a:gd name="T42" fmla="*/ 10 w 11"/>
                  <a:gd name="T43" fmla="*/ 7 h 11"/>
                  <a:gd name="T44" fmla="*/ 9 w 11"/>
                  <a:gd name="T45" fmla="*/ 7 h 11"/>
                  <a:gd name="T46" fmla="*/ 9 w 11"/>
                  <a:gd name="T47" fmla="*/ 6 h 11"/>
                  <a:gd name="T48" fmla="*/ 7 w 11"/>
                  <a:gd name="T49" fmla="*/ 2 h 11"/>
                  <a:gd name="T50" fmla="*/ 6 w 11"/>
                  <a:gd name="T51" fmla="*/ 4 h 11"/>
                  <a:gd name="T52" fmla="*/ 6 w 11"/>
                  <a:gd name="T5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11">
                    <a:moveTo>
                      <a:pt x="6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9" name="Freeform 6147">
                <a:extLst>
                  <a:ext uri="{FF2B5EF4-FFF2-40B4-BE49-F238E27FC236}">
                    <a16:creationId xmlns:a16="http://schemas.microsoft.com/office/drawing/2014/main" id="{CC64C781-F60A-48F9-8681-258DF19E0C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5" y="1324"/>
                <a:ext cx="13" cy="13"/>
              </a:xfrm>
              <a:custGeom>
                <a:avLst/>
                <a:gdLst>
                  <a:gd name="T0" fmla="*/ 8 w 13"/>
                  <a:gd name="T1" fmla="*/ 13 h 13"/>
                  <a:gd name="T2" fmla="*/ 11 w 13"/>
                  <a:gd name="T3" fmla="*/ 9 h 13"/>
                  <a:gd name="T4" fmla="*/ 13 w 13"/>
                  <a:gd name="T5" fmla="*/ 6 h 13"/>
                  <a:gd name="T6" fmla="*/ 11 w 13"/>
                  <a:gd name="T7" fmla="*/ 2 h 13"/>
                  <a:gd name="T8" fmla="*/ 9 w 13"/>
                  <a:gd name="T9" fmla="*/ 2 h 13"/>
                  <a:gd name="T10" fmla="*/ 8 w 13"/>
                  <a:gd name="T11" fmla="*/ 0 h 13"/>
                  <a:gd name="T12" fmla="*/ 6 w 13"/>
                  <a:gd name="T13" fmla="*/ 0 h 13"/>
                  <a:gd name="T14" fmla="*/ 2 w 13"/>
                  <a:gd name="T15" fmla="*/ 2 h 13"/>
                  <a:gd name="T16" fmla="*/ 4 w 13"/>
                  <a:gd name="T17" fmla="*/ 6 h 13"/>
                  <a:gd name="T18" fmla="*/ 4 w 13"/>
                  <a:gd name="T19" fmla="*/ 6 h 13"/>
                  <a:gd name="T20" fmla="*/ 0 w 13"/>
                  <a:gd name="T21" fmla="*/ 9 h 13"/>
                  <a:gd name="T22" fmla="*/ 4 w 13"/>
                  <a:gd name="T23" fmla="*/ 11 h 13"/>
                  <a:gd name="T24" fmla="*/ 8 w 13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8" y="13"/>
                    </a:move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0" name="Freeform 6148">
                <a:extLst>
                  <a:ext uri="{FF2B5EF4-FFF2-40B4-BE49-F238E27FC236}">
                    <a16:creationId xmlns:a16="http://schemas.microsoft.com/office/drawing/2014/main" id="{3ADB4E3A-80E0-48D8-B764-8F887F01728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7" y="1311"/>
                <a:ext cx="19" cy="13"/>
              </a:xfrm>
              <a:custGeom>
                <a:avLst/>
                <a:gdLst>
                  <a:gd name="T0" fmla="*/ 3 w 10"/>
                  <a:gd name="T1" fmla="*/ 6 h 7"/>
                  <a:gd name="T2" fmla="*/ 4 w 10"/>
                  <a:gd name="T3" fmla="*/ 5 h 7"/>
                  <a:gd name="T4" fmla="*/ 3 w 10"/>
                  <a:gd name="T5" fmla="*/ 3 h 7"/>
                  <a:gd name="T6" fmla="*/ 3 w 10"/>
                  <a:gd name="T7" fmla="*/ 3 h 7"/>
                  <a:gd name="T8" fmla="*/ 4 w 10"/>
                  <a:gd name="T9" fmla="*/ 5 h 7"/>
                  <a:gd name="T10" fmla="*/ 6 w 10"/>
                  <a:gd name="T11" fmla="*/ 5 h 7"/>
                  <a:gd name="T12" fmla="*/ 6 w 10"/>
                  <a:gd name="T13" fmla="*/ 4 h 7"/>
                  <a:gd name="T14" fmla="*/ 6 w 10"/>
                  <a:gd name="T15" fmla="*/ 5 h 7"/>
                  <a:gd name="T16" fmla="*/ 6 w 10"/>
                  <a:gd name="T17" fmla="*/ 6 h 7"/>
                  <a:gd name="T18" fmla="*/ 7 w 10"/>
                  <a:gd name="T19" fmla="*/ 7 h 7"/>
                  <a:gd name="T20" fmla="*/ 8 w 10"/>
                  <a:gd name="T21" fmla="*/ 7 h 7"/>
                  <a:gd name="T22" fmla="*/ 9 w 10"/>
                  <a:gd name="T23" fmla="*/ 5 h 7"/>
                  <a:gd name="T24" fmla="*/ 9 w 10"/>
                  <a:gd name="T25" fmla="*/ 4 h 7"/>
                  <a:gd name="T26" fmla="*/ 9 w 10"/>
                  <a:gd name="T27" fmla="*/ 4 h 7"/>
                  <a:gd name="T28" fmla="*/ 10 w 10"/>
                  <a:gd name="T29" fmla="*/ 4 h 7"/>
                  <a:gd name="T30" fmla="*/ 10 w 10"/>
                  <a:gd name="T31" fmla="*/ 3 h 7"/>
                  <a:gd name="T32" fmla="*/ 9 w 10"/>
                  <a:gd name="T33" fmla="*/ 1 h 7"/>
                  <a:gd name="T34" fmla="*/ 7 w 10"/>
                  <a:gd name="T35" fmla="*/ 1 h 7"/>
                  <a:gd name="T36" fmla="*/ 6 w 10"/>
                  <a:gd name="T37" fmla="*/ 2 h 7"/>
                  <a:gd name="T38" fmla="*/ 7 w 10"/>
                  <a:gd name="T39" fmla="*/ 3 h 7"/>
                  <a:gd name="T40" fmla="*/ 6 w 10"/>
                  <a:gd name="T41" fmla="*/ 3 h 7"/>
                  <a:gd name="T42" fmla="*/ 6 w 10"/>
                  <a:gd name="T43" fmla="*/ 2 h 7"/>
                  <a:gd name="T44" fmla="*/ 4 w 10"/>
                  <a:gd name="T45" fmla="*/ 0 h 7"/>
                  <a:gd name="T46" fmla="*/ 3 w 10"/>
                  <a:gd name="T47" fmla="*/ 1 h 7"/>
                  <a:gd name="T48" fmla="*/ 3 w 10"/>
                  <a:gd name="T49" fmla="*/ 1 h 7"/>
                  <a:gd name="T50" fmla="*/ 1 w 10"/>
                  <a:gd name="T51" fmla="*/ 0 h 7"/>
                  <a:gd name="T52" fmla="*/ 1 w 10"/>
                  <a:gd name="T53" fmla="*/ 3 h 7"/>
                  <a:gd name="T54" fmla="*/ 0 w 10"/>
                  <a:gd name="T55" fmla="*/ 4 h 7"/>
                  <a:gd name="T56" fmla="*/ 1 w 10"/>
                  <a:gd name="T57" fmla="*/ 5 h 7"/>
                  <a:gd name="T58" fmla="*/ 3 w 10"/>
                  <a:gd name="T5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3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1" name="Freeform 6149">
                <a:extLst>
                  <a:ext uri="{FF2B5EF4-FFF2-40B4-BE49-F238E27FC236}">
                    <a16:creationId xmlns:a16="http://schemas.microsoft.com/office/drawing/2014/main" id="{E304E3F5-2F2E-4440-91FF-4456C2E4313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5" y="1261"/>
                <a:ext cx="7" cy="7"/>
              </a:xfrm>
              <a:custGeom>
                <a:avLst/>
                <a:gdLst>
                  <a:gd name="T0" fmla="*/ 0 w 7"/>
                  <a:gd name="T1" fmla="*/ 7 h 7"/>
                  <a:gd name="T2" fmla="*/ 4 w 7"/>
                  <a:gd name="T3" fmla="*/ 7 h 7"/>
                  <a:gd name="T4" fmla="*/ 5 w 7"/>
                  <a:gd name="T5" fmla="*/ 5 h 7"/>
                  <a:gd name="T6" fmla="*/ 7 w 7"/>
                  <a:gd name="T7" fmla="*/ 3 h 7"/>
                  <a:gd name="T8" fmla="*/ 5 w 7"/>
                  <a:gd name="T9" fmla="*/ 1 h 7"/>
                  <a:gd name="T10" fmla="*/ 4 w 7"/>
                  <a:gd name="T11" fmla="*/ 0 h 7"/>
                  <a:gd name="T12" fmla="*/ 2 w 7"/>
                  <a:gd name="T13" fmla="*/ 0 h 7"/>
                  <a:gd name="T14" fmla="*/ 0 w 7"/>
                  <a:gd name="T15" fmla="*/ 1 h 7"/>
                  <a:gd name="T16" fmla="*/ 0 w 7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2" name="Freeform 6150">
                <a:extLst>
                  <a:ext uri="{FF2B5EF4-FFF2-40B4-BE49-F238E27FC236}">
                    <a16:creationId xmlns:a16="http://schemas.microsoft.com/office/drawing/2014/main" id="{2AA69DD9-050E-464C-B0F2-DA1EEFF63E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73" y="1287"/>
                <a:ext cx="8" cy="7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4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1 h 4"/>
                  <a:gd name="T10" fmla="*/ 3 w 4"/>
                  <a:gd name="T11" fmla="*/ 0 h 4"/>
                  <a:gd name="T12" fmla="*/ 1 w 4"/>
                  <a:gd name="T13" fmla="*/ 0 h 4"/>
                  <a:gd name="T14" fmla="*/ 0 w 4"/>
                  <a:gd name="T15" fmla="*/ 1 h 4"/>
                  <a:gd name="T16" fmla="*/ 0 w 4"/>
                  <a:gd name="T17" fmla="*/ 3 h 4"/>
                  <a:gd name="T18" fmla="*/ 1 w 4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3" name="Freeform 6151">
                <a:extLst>
                  <a:ext uri="{FF2B5EF4-FFF2-40B4-BE49-F238E27FC236}">
                    <a16:creationId xmlns:a16="http://schemas.microsoft.com/office/drawing/2014/main" id="{AF587CBB-F0FA-4FAD-A242-A0A09E36B7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296"/>
                <a:ext cx="39" cy="52"/>
              </a:xfrm>
              <a:custGeom>
                <a:avLst/>
                <a:gdLst>
                  <a:gd name="T0" fmla="*/ 13 w 39"/>
                  <a:gd name="T1" fmla="*/ 24 h 52"/>
                  <a:gd name="T2" fmla="*/ 9 w 39"/>
                  <a:gd name="T3" fmla="*/ 24 h 52"/>
                  <a:gd name="T4" fmla="*/ 6 w 39"/>
                  <a:gd name="T5" fmla="*/ 22 h 52"/>
                  <a:gd name="T6" fmla="*/ 0 w 39"/>
                  <a:gd name="T7" fmla="*/ 22 h 52"/>
                  <a:gd name="T8" fmla="*/ 0 w 39"/>
                  <a:gd name="T9" fmla="*/ 26 h 52"/>
                  <a:gd name="T10" fmla="*/ 4 w 39"/>
                  <a:gd name="T11" fmla="*/ 30 h 52"/>
                  <a:gd name="T12" fmla="*/ 6 w 39"/>
                  <a:gd name="T13" fmla="*/ 30 h 52"/>
                  <a:gd name="T14" fmla="*/ 7 w 39"/>
                  <a:gd name="T15" fmla="*/ 34 h 52"/>
                  <a:gd name="T16" fmla="*/ 2 w 39"/>
                  <a:gd name="T17" fmla="*/ 35 h 52"/>
                  <a:gd name="T18" fmla="*/ 6 w 39"/>
                  <a:gd name="T19" fmla="*/ 45 h 52"/>
                  <a:gd name="T20" fmla="*/ 6 w 39"/>
                  <a:gd name="T21" fmla="*/ 50 h 52"/>
                  <a:gd name="T22" fmla="*/ 11 w 39"/>
                  <a:gd name="T23" fmla="*/ 48 h 52"/>
                  <a:gd name="T24" fmla="*/ 13 w 39"/>
                  <a:gd name="T25" fmla="*/ 45 h 52"/>
                  <a:gd name="T26" fmla="*/ 15 w 39"/>
                  <a:gd name="T27" fmla="*/ 50 h 52"/>
                  <a:gd name="T28" fmla="*/ 19 w 39"/>
                  <a:gd name="T29" fmla="*/ 50 h 52"/>
                  <a:gd name="T30" fmla="*/ 20 w 39"/>
                  <a:gd name="T31" fmla="*/ 45 h 52"/>
                  <a:gd name="T32" fmla="*/ 24 w 39"/>
                  <a:gd name="T33" fmla="*/ 45 h 52"/>
                  <a:gd name="T34" fmla="*/ 24 w 39"/>
                  <a:gd name="T35" fmla="*/ 35 h 52"/>
                  <a:gd name="T36" fmla="*/ 24 w 39"/>
                  <a:gd name="T37" fmla="*/ 34 h 52"/>
                  <a:gd name="T38" fmla="*/ 30 w 39"/>
                  <a:gd name="T39" fmla="*/ 32 h 52"/>
                  <a:gd name="T40" fmla="*/ 32 w 39"/>
                  <a:gd name="T41" fmla="*/ 28 h 52"/>
                  <a:gd name="T42" fmla="*/ 30 w 39"/>
                  <a:gd name="T43" fmla="*/ 26 h 52"/>
                  <a:gd name="T44" fmla="*/ 28 w 39"/>
                  <a:gd name="T45" fmla="*/ 26 h 52"/>
                  <a:gd name="T46" fmla="*/ 28 w 39"/>
                  <a:gd name="T47" fmla="*/ 22 h 52"/>
                  <a:gd name="T48" fmla="*/ 30 w 39"/>
                  <a:gd name="T49" fmla="*/ 24 h 52"/>
                  <a:gd name="T50" fmla="*/ 33 w 39"/>
                  <a:gd name="T51" fmla="*/ 24 h 52"/>
                  <a:gd name="T52" fmla="*/ 39 w 39"/>
                  <a:gd name="T53" fmla="*/ 21 h 52"/>
                  <a:gd name="T54" fmla="*/ 37 w 39"/>
                  <a:gd name="T55" fmla="*/ 15 h 52"/>
                  <a:gd name="T56" fmla="*/ 35 w 39"/>
                  <a:gd name="T57" fmla="*/ 11 h 52"/>
                  <a:gd name="T58" fmla="*/ 32 w 39"/>
                  <a:gd name="T59" fmla="*/ 9 h 52"/>
                  <a:gd name="T60" fmla="*/ 30 w 39"/>
                  <a:gd name="T61" fmla="*/ 6 h 52"/>
                  <a:gd name="T62" fmla="*/ 30 w 39"/>
                  <a:gd name="T63" fmla="*/ 0 h 52"/>
                  <a:gd name="T64" fmla="*/ 24 w 39"/>
                  <a:gd name="T65" fmla="*/ 6 h 52"/>
                  <a:gd name="T66" fmla="*/ 20 w 39"/>
                  <a:gd name="T67" fmla="*/ 4 h 52"/>
                  <a:gd name="T68" fmla="*/ 17 w 39"/>
                  <a:gd name="T69" fmla="*/ 7 h 52"/>
                  <a:gd name="T70" fmla="*/ 19 w 39"/>
                  <a:gd name="T71" fmla="*/ 13 h 52"/>
                  <a:gd name="T72" fmla="*/ 22 w 39"/>
                  <a:gd name="T73" fmla="*/ 13 h 52"/>
                  <a:gd name="T74" fmla="*/ 17 w 39"/>
                  <a:gd name="T75" fmla="*/ 17 h 52"/>
                  <a:gd name="T76" fmla="*/ 17 w 39"/>
                  <a:gd name="T77" fmla="*/ 2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52">
                    <a:moveTo>
                      <a:pt x="15" y="21"/>
                    </a:moveTo>
                    <a:lnTo>
                      <a:pt x="13" y="24"/>
                    </a:lnTo>
                    <a:lnTo>
                      <a:pt x="11" y="24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2" y="35"/>
                    </a:lnTo>
                    <a:lnTo>
                      <a:pt x="4" y="43"/>
                    </a:lnTo>
                    <a:lnTo>
                      <a:pt x="6" y="45"/>
                    </a:lnTo>
                    <a:lnTo>
                      <a:pt x="4" y="47"/>
                    </a:lnTo>
                    <a:lnTo>
                      <a:pt x="6" y="50"/>
                    </a:lnTo>
                    <a:lnTo>
                      <a:pt x="7" y="48"/>
                    </a:lnTo>
                    <a:lnTo>
                      <a:pt x="11" y="48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5" y="45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0"/>
                    </a:lnTo>
                    <a:lnTo>
                      <a:pt x="20" y="47"/>
                    </a:lnTo>
                    <a:lnTo>
                      <a:pt x="20" y="45"/>
                    </a:lnTo>
                    <a:lnTo>
                      <a:pt x="20" y="47"/>
                    </a:lnTo>
                    <a:lnTo>
                      <a:pt x="24" y="45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2" y="34"/>
                    </a:lnTo>
                    <a:lnTo>
                      <a:pt x="24" y="34"/>
                    </a:lnTo>
                    <a:lnTo>
                      <a:pt x="26" y="34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0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7" y="21"/>
                    </a:lnTo>
                    <a:lnTo>
                      <a:pt x="39" y="21"/>
                    </a:lnTo>
                    <a:lnTo>
                      <a:pt x="39" y="19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28" y="9"/>
                    </a:lnTo>
                    <a:lnTo>
                      <a:pt x="30" y="6"/>
                    </a:lnTo>
                    <a:lnTo>
                      <a:pt x="30" y="2"/>
                    </a:lnTo>
                    <a:lnTo>
                      <a:pt x="30" y="0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9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5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4" name="Freeform 6152">
                <a:extLst>
                  <a:ext uri="{FF2B5EF4-FFF2-40B4-BE49-F238E27FC236}">
                    <a16:creationId xmlns:a16="http://schemas.microsoft.com/office/drawing/2014/main" id="{006459E8-0DA9-4834-804A-9B4C43B926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1" y="1307"/>
                <a:ext cx="39" cy="28"/>
              </a:xfrm>
              <a:custGeom>
                <a:avLst/>
                <a:gdLst>
                  <a:gd name="T0" fmla="*/ 3 w 39"/>
                  <a:gd name="T1" fmla="*/ 23 h 28"/>
                  <a:gd name="T2" fmla="*/ 7 w 39"/>
                  <a:gd name="T3" fmla="*/ 21 h 28"/>
                  <a:gd name="T4" fmla="*/ 9 w 39"/>
                  <a:gd name="T5" fmla="*/ 23 h 28"/>
                  <a:gd name="T6" fmla="*/ 11 w 39"/>
                  <a:gd name="T7" fmla="*/ 24 h 28"/>
                  <a:gd name="T8" fmla="*/ 13 w 39"/>
                  <a:gd name="T9" fmla="*/ 26 h 28"/>
                  <a:gd name="T10" fmla="*/ 15 w 39"/>
                  <a:gd name="T11" fmla="*/ 23 h 28"/>
                  <a:gd name="T12" fmla="*/ 15 w 39"/>
                  <a:gd name="T13" fmla="*/ 21 h 28"/>
                  <a:gd name="T14" fmla="*/ 15 w 39"/>
                  <a:gd name="T15" fmla="*/ 21 h 28"/>
                  <a:gd name="T16" fmla="*/ 16 w 39"/>
                  <a:gd name="T17" fmla="*/ 23 h 28"/>
                  <a:gd name="T18" fmla="*/ 18 w 39"/>
                  <a:gd name="T19" fmla="*/ 26 h 28"/>
                  <a:gd name="T20" fmla="*/ 22 w 39"/>
                  <a:gd name="T21" fmla="*/ 28 h 28"/>
                  <a:gd name="T22" fmla="*/ 22 w 39"/>
                  <a:gd name="T23" fmla="*/ 24 h 28"/>
                  <a:gd name="T24" fmla="*/ 20 w 39"/>
                  <a:gd name="T25" fmla="*/ 21 h 28"/>
                  <a:gd name="T26" fmla="*/ 20 w 39"/>
                  <a:gd name="T27" fmla="*/ 17 h 28"/>
                  <a:gd name="T28" fmla="*/ 18 w 39"/>
                  <a:gd name="T29" fmla="*/ 15 h 28"/>
                  <a:gd name="T30" fmla="*/ 16 w 39"/>
                  <a:gd name="T31" fmla="*/ 15 h 28"/>
                  <a:gd name="T32" fmla="*/ 16 w 39"/>
                  <a:gd name="T33" fmla="*/ 13 h 28"/>
                  <a:gd name="T34" fmla="*/ 18 w 39"/>
                  <a:gd name="T35" fmla="*/ 11 h 28"/>
                  <a:gd name="T36" fmla="*/ 20 w 39"/>
                  <a:gd name="T37" fmla="*/ 10 h 28"/>
                  <a:gd name="T38" fmla="*/ 24 w 39"/>
                  <a:gd name="T39" fmla="*/ 8 h 28"/>
                  <a:gd name="T40" fmla="*/ 26 w 39"/>
                  <a:gd name="T41" fmla="*/ 8 h 28"/>
                  <a:gd name="T42" fmla="*/ 26 w 39"/>
                  <a:gd name="T43" fmla="*/ 8 h 28"/>
                  <a:gd name="T44" fmla="*/ 28 w 39"/>
                  <a:gd name="T45" fmla="*/ 10 h 28"/>
                  <a:gd name="T46" fmla="*/ 31 w 39"/>
                  <a:gd name="T47" fmla="*/ 11 h 28"/>
                  <a:gd name="T48" fmla="*/ 35 w 39"/>
                  <a:gd name="T49" fmla="*/ 11 h 28"/>
                  <a:gd name="T50" fmla="*/ 37 w 39"/>
                  <a:gd name="T51" fmla="*/ 10 h 28"/>
                  <a:gd name="T52" fmla="*/ 39 w 39"/>
                  <a:gd name="T53" fmla="*/ 10 h 28"/>
                  <a:gd name="T54" fmla="*/ 37 w 39"/>
                  <a:gd name="T55" fmla="*/ 6 h 28"/>
                  <a:gd name="T56" fmla="*/ 33 w 39"/>
                  <a:gd name="T57" fmla="*/ 6 h 28"/>
                  <a:gd name="T58" fmla="*/ 26 w 39"/>
                  <a:gd name="T59" fmla="*/ 0 h 28"/>
                  <a:gd name="T60" fmla="*/ 18 w 39"/>
                  <a:gd name="T61" fmla="*/ 0 h 28"/>
                  <a:gd name="T62" fmla="*/ 15 w 39"/>
                  <a:gd name="T63" fmla="*/ 0 h 28"/>
                  <a:gd name="T64" fmla="*/ 9 w 39"/>
                  <a:gd name="T65" fmla="*/ 6 h 28"/>
                  <a:gd name="T66" fmla="*/ 7 w 39"/>
                  <a:gd name="T67" fmla="*/ 8 h 28"/>
                  <a:gd name="T68" fmla="*/ 5 w 39"/>
                  <a:gd name="T69" fmla="*/ 10 h 28"/>
                  <a:gd name="T70" fmla="*/ 0 w 39"/>
                  <a:gd name="T71" fmla="*/ 13 h 28"/>
                  <a:gd name="T72" fmla="*/ 1 w 39"/>
                  <a:gd name="T73" fmla="*/ 21 h 28"/>
                  <a:gd name="T74" fmla="*/ 3 w 39"/>
                  <a:gd name="T75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" h="28">
                    <a:moveTo>
                      <a:pt x="3" y="23"/>
                    </a:moveTo>
                    <a:lnTo>
                      <a:pt x="7" y="21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3" y="26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6" y="23"/>
                    </a:lnTo>
                    <a:lnTo>
                      <a:pt x="18" y="26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0" y="21"/>
                    </a:lnTo>
                    <a:lnTo>
                      <a:pt x="20" y="17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8" y="11"/>
                    </a:lnTo>
                    <a:lnTo>
                      <a:pt x="20" y="10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31" y="11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37" y="6"/>
                    </a:lnTo>
                    <a:lnTo>
                      <a:pt x="33" y="6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0" y="13"/>
                    </a:lnTo>
                    <a:lnTo>
                      <a:pt x="1" y="21"/>
                    </a:lnTo>
                    <a:lnTo>
                      <a:pt x="3" y="2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5" name="Freeform 6153">
                <a:extLst>
                  <a:ext uri="{FF2B5EF4-FFF2-40B4-BE49-F238E27FC236}">
                    <a16:creationId xmlns:a16="http://schemas.microsoft.com/office/drawing/2014/main" id="{2F767C78-FEC9-4177-B9BE-52DA4C476D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2" y="1242"/>
                <a:ext cx="13" cy="11"/>
              </a:xfrm>
              <a:custGeom>
                <a:avLst/>
                <a:gdLst>
                  <a:gd name="T0" fmla="*/ 1 w 7"/>
                  <a:gd name="T1" fmla="*/ 5 h 6"/>
                  <a:gd name="T2" fmla="*/ 1 w 7"/>
                  <a:gd name="T3" fmla="*/ 5 h 6"/>
                  <a:gd name="T4" fmla="*/ 2 w 7"/>
                  <a:gd name="T5" fmla="*/ 6 h 6"/>
                  <a:gd name="T6" fmla="*/ 3 w 7"/>
                  <a:gd name="T7" fmla="*/ 6 h 6"/>
                  <a:gd name="T8" fmla="*/ 4 w 7"/>
                  <a:gd name="T9" fmla="*/ 5 h 6"/>
                  <a:gd name="T10" fmla="*/ 5 w 7"/>
                  <a:gd name="T11" fmla="*/ 5 h 6"/>
                  <a:gd name="T12" fmla="*/ 6 w 7"/>
                  <a:gd name="T13" fmla="*/ 4 h 6"/>
                  <a:gd name="T14" fmla="*/ 7 w 7"/>
                  <a:gd name="T15" fmla="*/ 4 h 6"/>
                  <a:gd name="T16" fmla="*/ 6 w 7"/>
                  <a:gd name="T17" fmla="*/ 3 h 6"/>
                  <a:gd name="T18" fmla="*/ 6 w 7"/>
                  <a:gd name="T19" fmla="*/ 1 h 6"/>
                  <a:gd name="T20" fmla="*/ 4 w 7"/>
                  <a:gd name="T21" fmla="*/ 0 h 6"/>
                  <a:gd name="T22" fmla="*/ 3 w 7"/>
                  <a:gd name="T23" fmla="*/ 1 h 6"/>
                  <a:gd name="T24" fmla="*/ 1 w 7"/>
                  <a:gd name="T25" fmla="*/ 1 h 6"/>
                  <a:gd name="T26" fmla="*/ 0 w 7"/>
                  <a:gd name="T27" fmla="*/ 2 h 6"/>
                  <a:gd name="T28" fmla="*/ 0 w 7"/>
                  <a:gd name="T29" fmla="*/ 3 h 6"/>
                  <a:gd name="T30" fmla="*/ 1 w 7"/>
                  <a:gd name="T31" fmla="*/ 4 h 6"/>
                  <a:gd name="T32" fmla="*/ 1 w 7"/>
                  <a:gd name="T3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6" name="Freeform 6154">
                <a:extLst>
                  <a:ext uri="{FF2B5EF4-FFF2-40B4-BE49-F238E27FC236}">
                    <a16:creationId xmlns:a16="http://schemas.microsoft.com/office/drawing/2014/main" id="{B1233370-ADFF-4B66-980D-7848ACB9CAF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07" y="1253"/>
                <a:ext cx="41" cy="56"/>
              </a:xfrm>
              <a:custGeom>
                <a:avLst/>
                <a:gdLst>
                  <a:gd name="T0" fmla="*/ 4 w 22"/>
                  <a:gd name="T1" fmla="*/ 23 h 30"/>
                  <a:gd name="T2" fmla="*/ 6 w 22"/>
                  <a:gd name="T3" fmla="*/ 22 h 30"/>
                  <a:gd name="T4" fmla="*/ 4 w 22"/>
                  <a:gd name="T5" fmla="*/ 24 h 30"/>
                  <a:gd name="T6" fmla="*/ 2 w 22"/>
                  <a:gd name="T7" fmla="*/ 26 h 30"/>
                  <a:gd name="T8" fmla="*/ 5 w 22"/>
                  <a:gd name="T9" fmla="*/ 28 h 30"/>
                  <a:gd name="T10" fmla="*/ 9 w 22"/>
                  <a:gd name="T11" fmla="*/ 28 h 30"/>
                  <a:gd name="T12" fmla="*/ 12 w 22"/>
                  <a:gd name="T13" fmla="*/ 30 h 30"/>
                  <a:gd name="T14" fmla="*/ 15 w 22"/>
                  <a:gd name="T15" fmla="*/ 30 h 30"/>
                  <a:gd name="T16" fmla="*/ 15 w 22"/>
                  <a:gd name="T17" fmla="*/ 26 h 30"/>
                  <a:gd name="T18" fmla="*/ 17 w 22"/>
                  <a:gd name="T19" fmla="*/ 27 h 30"/>
                  <a:gd name="T20" fmla="*/ 18 w 22"/>
                  <a:gd name="T21" fmla="*/ 23 h 30"/>
                  <a:gd name="T22" fmla="*/ 22 w 22"/>
                  <a:gd name="T23" fmla="*/ 23 h 30"/>
                  <a:gd name="T24" fmla="*/ 22 w 22"/>
                  <a:gd name="T25" fmla="*/ 20 h 30"/>
                  <a:gd name="T26" fmla="*/ 19 w 22"/>
                  <a:gd name="T27" fmla="*/ 19 h 30"/>
                  <a:gd name="T28" fmla="*/ 18 w 22"/>
                  <a:gd name="T29" fmla="*/ 20 h 30"/>
                  <a:gd name="T30" fmla="*/ 20 w 22"/>
                  <a:gd name="T31" fmla="*/ 18 h 30"/>
                  <a:gd name="T32" fmla="*/ 18 w 22"/>
                  <a:gd name="T33" fmla="*/ 14 h 30"/>
                  <a:gd name="T34" fmla="*/ 15 w 22"/>
                  <a:gd name="T35" fmla="*/ 15 h 30"/>
                  <a:gd name="T36" fmla="*/ 17 w 22"/>
                  <a:gd name="T37" fmla="*/ 18 h 30"/>
                  <a:gd name="T38" fmla="*/ 12 w 22"/>
                  <a:gd name="T39" fmla="*/ 16 h 30"/>
                  <a:gd name="T40" fmla="*/ 15 w 22"/>
                  <a:gd name="T41" fmla="*/ 14 h 30"/>
                  <a:gd name="T42" fmla="*/ 14 w 22"/>
                  <a:gd name="T43" fmla="*/ 10 h 30"/>
                  <a:gd name="T44" fmla="*/ 12 w 22"/>
                  <a:gd name="T45" fmla="*/ 8 h 30"/>
                  <a:gd name="T46" fmla="*/ 14 w 22"/>
                  <a:gd name="T47" fmla="*/ 6 h 30"/>
                  <a:gd name="T48" fmla="*/ 13 w 22"/>
                  <a:gd name="T49" fmla="*/ 3 h 30"/>
                  <a:gd name="T50" fmla="*/ 13 w 22"/>
                  <a:gd name="T51" fmla="*/ 2 h 30"/>
                  <a:gd name="T52" fmla="*/ 11 w 22"/>
                  <a:gd name="T53" fmla="*/ 3 h 30"/>
                  <a:gd name="T54" fmla="*/ 8 w 22"/>
                  <a:gd name="T55" fmla="*/ 4 h 30"/>
                  <a:gd name="T56" fmla="*/ 7 w 22"/>
                  <a:gd name="T57" fmla="*/ 7 h 30"/>
                  <a:gd name="T58" fmla="*/ 10 w 22"/>
                  <a:gd name="T59" fmla="*/ 8 h 30"/>
                  <a:gd name="T60" fmla="*/ 9 w 22"/>
                  <a:gd name="T61" fmla="*/ 8 h 30"/>
                  <a:gd name="T62" fmla="*/ 5 w 22"/>
                  <a:gd name="T63" fmla="*/ 11 h 30"/>
                  <a:gd name="T64" fmla="*/ 8 w 22"/>
                  <a:gd name="T65" fmla="*/ 13 h 30"/>
                  <a:gd name="T66" fmla="*/ 3 w 22"/>
                  <a:gd name="T67" fmla="*/ 15 h 30"/>
                  <a:gd name="T68" fmla="*/ 7 w 22"/>
                  <a:gd name="T69" fmla="*/ 17 h 30"/>
                  <a:gd name="T70" fmla="*/ 10 w 22"/>
                  <a:gd name="T71" fmla="*/ 18 h 30"/>
                  <a:gd name="T72" fmla="*/ 15 w 22"/>
                  <a:gd name="T73" fmla="*/ 22 h 30"/>
                  <a:gd name="T74" fmla="*/ 10 w 22"/>
                  <a:gd name="T75" fmla="*/ 19 h 30"/>
                  <a:gd name="T76" fmla="*/ 6 w 22"/>
                  <a:gd name="T77" fmla="*/ 18 h 30"/>
                  <a:gd name="T78" fmla="*/ 1 w 22"/>
                  <a:gd name="T79" fmla="*/ 20 h 30"/>
                  <a:gd name="T80" fmla="*/ 18 w 22"/>
                  <a:gd name="T81" fmla="*/ 23 h 30"/>
                  <a:gd name="T82" fmla="*/ 10 w 22"/>
                  <a:gd name="T83" fmla="*/ 15 h 30"/>
                  <a:gd name="T84" fmla="*/ 12 w 22"/>
                  <a:gd name="T85" fmla="*/ 13 h 30"/>
                  <a:gd name="T86" fmla="*/ 12 w 22"/>
                  <a:gd name="T87" fmla="*/ 12 h 30"/>
                  <a:gd name="T88" fmla="*/ 11 w 22"/>
                  <a:gd name="T89" fmla="*/ 26 h 30"/>
                  <a:gd name="T90" fmla="*/ 11 w 22"/>
                  <a:gd name="T91" fmla="*/ 26 h 30"/>
                  <a:gd name="T92" fmla="*/ 9 w 22"/>
                  <a:gd name="T93" fmla="*/ 25 h 30"/>
                  <a:gd name="T94" fmla="*/ 8 w 22"/>
                  <a:gd name="T95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30">
                    <a:moveTo>
                      <a:pt x="0" y="21"/>
                    </a:moveTo>
                    <a:cubicBezTo>
                      <a:pt x="2" y="22"/>
                      <a:pt x="2" y="22"/>
                      <a:pt x="2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lnTo>
                      <a:pt x="0" y="21"/>
                    </a:lnTo>
                    <a:close/>
                    <a:moveTo>
                      <a:pt x="18" y="22"/>
                    </a:move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2"/>
                      <a:pt x="17" y="22"/>
                      <a:pt x="17" y="22"/>
                    </a:cubicBezTo>
                    <a:lnTo>
                      <a:pt x="18" y="22"/>
                    </a:lnTo>
                    <a:close/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lose/>
                    <a:moveTo>
                      <a:pt x="12" y="13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11" y="26"/>
                    </a:moveTo>
                    <a:cubicBezTo>
                      <a:pt x="11" y="26"/>
                      <a:pt x="11" y="26"/>
                      <a:pt x="11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5"/>
                      <a:pt x="10" y="25"/>
                      <a:pt x="10" y="25"/>
                    </a:cubicBezTo>
                    <a:lnTo>
                      <a:pt x="11" y="26"/>
                    </a:lnTo>
                    <a:close/>
                    <a:moveTo>
                      <a:pt x="8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4"/>
                      <a:pt x="7" y="24"/>
                      <a:pt x="7" y="24"/>
                    </a:cubicBezTo>
                    <a:lnTo>
                      <a:pt x="8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7" name="Freeform 6155">
                <a:extLst>
                  <a:ext uri="{FF2B5EF4-FFF2-40B4-BE49-F238E27FC236}">
                    <a16:creationId xmlns:a16="http://schemas.microsoft.com/office/drawing/2014/main" id="{0DFAE647-6304-4163-BD13-5628559A09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06" y="1630"/>
                <a:ext cx="13" cy="15"/>
              </a:xfrm>
              <a:custGeom>
                <a:avLst/>
                <a:gdLst>
                  <a:gd name="T0" fmla="*/ 13 w 13"/>
                  <a:gd name="T1" fmla="*/ 3 h 15"/>
                  <a:gd name="T2" fmla="*/ 9 w 13"/>
                  <a:gd name="T3" fmla="*/ 3 h 15"/>
                  <a:gd name="T4" fmla="*/ 9 w 13"/>
                  <a:gd name="T5" fmla="*/ 2 h 15"/>
                  <a:gd name="T6" fmla="*/ 5 w 13"/>
                  <a:gd name="T7" fmla="*/ 0 h 15"/>
                  <a:gd name="T8" fmla="*/ 1 w 13"/>
                  <a:gd name="T9" fmla="*/ 0 h 15"/>
                  <a:gd name="T10" fmla="*/ 0 w 13"/>
                  <a:gd name="T11" fmla="*/ 3 h 15"/>
                  <a:gd name="T12" fmla="*/ 0 w 13"/>
                  <a:gd name="T13" fmla="*/ 5 h 15"/>
                  <a:gd name="T14" fmla="*/ 3 w 13"/>
                  <a:gd name="T15" fmla="*/ 7 h 15"/>
                  <a:gd name="T16" fmla="*/ 3 w 13"/>
                  <a:gd name="T17" fmla="*/ 7 h 15"/>
                  <a:gd name="T18" fmla="*/ 5 w 13"/>
                  <a:gd name="T19" fmla="*/ 7 h 15"/>
                  <a:gd name="T20" fmla="*/ 5 w 13"/>
                  <a:gd name="T21" fmla="*/ 9 h 15"/>
                  <a:gd name="T22" fmla="*/ 7 w 13"/>
                  <a:gd name="T23" fmla="*/ 11 h 15"/>
                  <a:gd name="T24" fmla="*/ 11 w 13"/>
                  <a:gd name="T25" fmla="*/ 13 h 15"/>
                  <a:gd name="T26" fmla="*/ 13 w 13"/>
                  <a:gd name="T27" fmla="*/ 15 h 15"/>
                  <a:gd name="T28" fmla="*/ 13 w 13"/>
                  <a:gd name="T29" fmla="*/ 11 h 15"/>
                  <a:gd name="T30" fmla="*/ 13 w 13"/>
                  <a:gd name="T31" fmla="*/ 9 h 15"/>
                  <a:gd name="T32" fmla="*/ 13 w 13"/>
                  <a:gd name="T33" fmla="*/ 7 h 15"/>
                  <a:gd name="T34" fmla="*/ 13 w 13"/>
                  <a:gd name="T3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5">
                    <a:moveTo>
                      <a:pt x="13" y="3"/>
                    </a:moveTo>
                    <a:lnTo>
                      <a:pt x="9" y="3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8" name="Freeform 6156">
                <a:extLst>
                  <a:ext uri="{FF2B5EF4-FFF2-40B4-BE49-F238E27FC236}">
                    <a16:creationId xmlns:a16="http://schemas.microsoft.com/office/drawing/2014/main" id="{986105DD-7247-49D0-BFA2-A6CC0865D0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23" y="1311"/>
                <a:ext cx="15" cy="7"/>
              </a:xfrm>
              <a:custGeom>
                <a:avLst/>
                <a:gdLst>
                  <a:gd name="T0" fmla="*/ 5 w 15"/>
                  <a:gd name="T1" fmla="*/ 2 h 7"/>
                  <a:gd name="T2" fmla="*/ 4 w 15"/>
                  <a:gd name="T3" fmla="*/ 0 h 7"/>
                  <a:gd name="T4" fmla="*/ 2 w 15"/>
                  <a:gd name="T5" fmla="*/ 0 h 7"/>
                  <a:gd name="T6" fmla="*/ 0 w 15"/>
                  <a:gd name="T7" fmla="*/ 4 h 7"/>
                  <a:gd name="T8" fmla="*/ 2 w 15"/>
                  <a:gd name="T9" fmla="*/ 6 h 7"/>
                  <a:gd name="T10" fmla="*/ 5 w 15"/>
                  <a:gd name="T11" fmla="*/ 6 h 7"/>
                  <a:gd name="T12" fmla="*/ 7 w 15"/>
                  <a:gd name="T13" fmla="*/ 7 h 7"/>
                  <a:gd name="T14" fmla="*/ 9 w 15"/>
                  <a:gd name="T15" fmla="*/ 7 h 7"/>
                  <a:gd name="T16" fmla="*/ 13 w 15"/>
                  <a:gd name="T17" fmla="*/ 6 h 7"/>
                  <a:gd name="T18" fmla="*/ 15 w 15"/>
                  <a:gd name="T19" fmla="*/ 2 h 7"/>
                  <a:gd name="T20" fmla="*/ 11 w 15"/>
                  <a:gd name="T21" fmla="*/ 2 h 7"/>
                  <a:gd name="T22" fmla="*/ 7 w 15"/>
                  <a:gd name="T23" fmla="*/ 2 h 7"/>
                  <a:gd name="T24" fmla="*/ 5 w 15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7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3" y="6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9" name="Freeform 6157">
                <a:extLst>
                  <a:ext uri="{FF2B5EF4-FFF2-40B4-BE49-F238E27FC236}">
                    <a16:creationId xmlns:a16="http://schemas.microsoft.com/office/drawing/2014/main" id="{831F66F5-F739-472F-B57F-78D987570A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17" y="1249"/>
                <a:ext cx="15" cy="10"/>
              </a:xfrm>
              <a:custGeom>
                <a:avLst/>
                <a:gdLst>
                  <a:gd name="T0" fmla="*/ 1 w 8"/>
                  <a:gd name="T1" fmla="*/ 5 h 5"/>
                  <a:gd name="T2" fmla="*/ 2 w 8"/>
                  <a:gd name="T3" fmla="*/ 5 h 5"/>
                  <a:gd name="T4" fmla="*/ 5 w 8"/>
                  <a:gd name="T5" fmla="*/ 5 h 5"/>
                  <a:gd name="T6" fmla="*/ 7 w 8"/>
                  <a:gd name="T7" fmla="*/ 4 h 5"/>
                  <a:gd name="T8" fmla="*/ 8 w 8"/>
                  <a:gd name="T9" fmla="*/ 3 h 5"/>
                  <a:gd name="T10" fmla="*/ 7 w 8"/>
                  <a:gd name="T11" fmla="*/ 1 h 5"/>
                  <a:gd name="T12" fmla="*/ 5 w 8"/>
                  <a:gd name="T13" fmla="*/ 0 h 5"/>
                  <a:gd name="T14" fmla="*/ 2 w 8"/>
                  <a:gd name="T15" fmla="*/ 0 h 5"/>
                  <a:gd name="T16" fmla="*/ 0 w 8"/>
                  <a:gd name="T17" fmla="*/ 2 h 5"/>
                  <a:gd name="T18" fmla="*/ 0 w 8"/>
                  <a:gd name="T19" fmla="*/ 4 h 5"/>
                  <a:gd name="T20" fmla="*/ 1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0" name="Freeform 6158">
                <a:extLst>
                  <a:ext uri="{FF2B5EF4-FFF2-40B4-BE49-F238E27FC236}">
                    <a16:creationId xmlns:a16="http://schemas.microsoft.com/office/drawing/2014/main" id="{93BBBC40-A05D-4D14-9AB0-F2DA96CD760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89" y="1423"/>
                <a:ext cx="126" cy="231"/>
              </a:xfrm>
              <a:custGeom>
                <a:avLst/>
                <a:gdLst>
                  <a:gd name="T0" fmla="*/ 8 w 68"/>
                  <a:gd name="T1" fmla="*/ 52 h 124"/>
                  <a:gd name="T2" fmla="*/ 11 w 68"/>
                  <a:gd name="T3" fmla="*/ 58 h 124"/>
                  <a:gd name="T4" fmla="*/ 8 w 68"/>
                  <a:gd name="T5" fmla="*/ 61 h 124"/>
                  <a:gd name="T6" fmla="*/ 8 w 68"/>
                  <a:gd name="T7" fmla="*/ 64 h 124"/>
                  <a:gd name="T8" fmla="*/ 7 w 68"/>
                  <a:gd name="T9" fmla="*/ 68 h 124"/>
                  <a:gd name="T10" fmla="*/ 5 w 68"/>
                  <a:gd name="T11" fmla="*/ 71 h 124"/>
                  <a:gd name="T12" fmla="*/ 8 w 68"/>
                  <a:gd name="T13" fmla="*/ 74 h 124"/>
                  <a:gd name="T14" fmla="*/ 8 w 68"/>
                  <a:gd name="T15" fmla="*/ 77 h 124"/>
                  <a:gd name="T16" fmla="*/ 8 w 68"/>
                  <a:gd name="T17" fmla="*/ 79 h 124"/>
                  <a:gd name="T18" fmla="*/ 5 w 68"/>
                  <a:gd name="T19" fmla="*/ 86 h 124"/>
                  <a:gd name="T20" fmla="*/ 3 w 68"/>
                  <a:gd name="T21" fmla="*/ 87 h 124"/>
                  <a:gd name="T22" fmla="*/ 5 w 68"/>
                  <a:gd name="T23" fmla="*/ 92 h 124"/>
                  <a:gd name="T24" fmla="*/ 7 w 68"/>
                  <a:gd name="T25" fmla="*/ 96 h 124"/>
                  <a:gd name="T26" fmla="*/ 4 w 68"/>
                  <a:gd name="T27" fmla="*/ 99 h 124"/>
                  <a:gd name="T28" fmla="*/ 1 w 68"/>
                  <a:gd name="T29" fmla="*/ 104 h 124"/>
                  <a:gd name="T30" fmla="*/ 5 w 68"/>
                  <a:gd name="T31" fmla="*/ 112 h 124"/>
                  <a:gd name="T32" fmla="*/ 11 w 68"/>
                  <a:gd name="T33" fmla="*/ 111 h 124"/>
                  <a:gd name="T34" fmla="*/ 18 w 68"/>
                  <a:gd name="T35" fmla="*/ 114 h 124"/>
                  <a:gd name="T36" fmla="*/ 18 w 68"/>
                  <a:gd name="T37" fmla="*/ 117 h 124"/>
                  <a:gd name="T38" fmla="*/ 22 w 68"/>
                  <a:gd name="T39" fmla="*/ 121 h 124"/>
                  <a:gd name="T40" fmla="*/ 28 w 68"/>
                  <a:gd name="T41" fmla="*/ 124 h 124"/>
                  <a:gd name="T42" fmla="*/ 33 w 68"/>
                  <a:gd name="T43" fmla="*/ 123 h 124"/>
                  <a:gd name="T44" fmla="*/ 37 w 68"/>
                  <a:gd name="T45" fmla="*/ 122 h 124"/>
                  <a:gd name="T46" fmla="*/ 38 w 68"/>
                  <a:gd name="T47" fmla="*/ 124 h 124"/>
                  <a:gd name="T48" fmla="*/ 42 w 68"/>
                  <a:gd name="T49" fmla="*/ 119 h 124"/>
                  <a:gd name="T50" fmla="*/ 38 w 68"/>
                  <a:gd name="T51" fmla="*/ 116 h 124"/>
                  <a:gd name="T52" fmla="*/ 31 w 68"/>
                  <a:gd name="T53" fmla="*/ 111 h 124"/>
                  <a:gd name="T54" fmla="*/ 24 w 68"/>
                  <a:gd name="T55" fmla="*/ 96 h 124"/>
                  <a:gd name="T56" fmla="*/ 23 w 68"/>
                  <a:gd name="T57" fmla="*/ 86 h 124"/>
                  <a:gd name="T58" fmla="*/ 24 w 68"/>
                  <a:gd name="T59" fmla="*/ 79 h 124"/>
                  <a:gd name="T60" fmla="*/ 26 w 68"/>
                  <a:gd name="T61" fmla="*/ 75 h 124"/>
                  <a:gd name="T62" fmla="*/ 27 w 68"/>
                  <a:gd name="T63" fmla="*/ 70 h 124"/>
                  <a:gd name="T64" fmla="*/ 29 w 68"/>
                  <a:gd name="T65" fmla="*/ 64 h 124"/>
                  <a:gd name="T66" fmla="*/ 29 w 68"/>
                  <a:gd name="T67" fmla="*/ 58 h 124"/>
                  <a:gd name="T68" fmla="*/ 29 w 68"/>
                  <a:gd name="T69" fmla="*/ 53 h 124"/>
                  <a:gd name="T70" fmla="*/ 33 w 68"/>
                  <a:gd name="T71" fmla="*/ 54 h 124"/>
                  <a:gd name="T72" fmla="*/ 36 w 68"/>
                  <a:gd name="T73" fmla="*/ 49 h 124"/>
                  <a:gd name="T74" fmla="*/ 38 w 68"/>
                  <a:gd name="T75" fmla="*/ 44 h 124"/>
                  <a:gd name="T76" fmla="*/ 44 w 68"/>
                  <a:gd name="T77" fmla="*/ 36 h 124"/>
                  <a:gd name="T78" fmla="*/ 53 w 68"/>
                  <a:gd name="T79" fmla="*/ 26 h 124"/>
                  <a:gd name="T80" fmla="*/ 62 w 68"/>
                  <a:gd name="T81" fmla="*/ 20 h 124"/>
                  <a:gd name="T82" fmla="*/ 67 w 68"/>
                  <a:gd name="T83" fmla="*/ 15 h 124"/>
                  <a:gd name="T84" fmla="*/ 67 w 68"/>
                  <a:gd name="T85" fmla="*/ 9 h 124"/>
                  <a:gd name="T86" fmla="*/ 64 w 68"/>
                  <a:gd name="T87" fmla="*/ 4 h 124"/>
                  <a:gd name="T88" fmla="*/ 61 w 68"/>
                  <a:gd name="T89" fmla="*/ 0 h 124"/>
                  <a:gd name="T90" fmla="*/ 53 w 68"/>
                  <a:gd name="T91" fmla="*/ 3 h 124"/>
                  <a:gd name="T92" fmla="*/ 49 w 68"/>
                  <a:gd name="T93" fmla="*/ 7 h 124"/>
                  <a:gd name="T94" fmla="*/ 48 w 68"/>
                  <a:gd name="T95" fmla="*/ 11 h 124"/>
                  <a:gd name="T96" fmla="*/ 43 w 68"/>
                  <a:gd name="T97" fmla="*/ 16 h 124"/>
                  <a:gd name="T98" fmla="*/ 38 w 68"/>
                  <a:gd name="T99" fmla="*/ 19 h 124"/>
                  <a:gd name="T100" fmla="*/ 35 w 68"/>
                  <a:gd name="T101" fmla="*/ 20 h 124"/>
                  <a:gd name="T102" fmla="*/ 28 w 68"/>
                  <a:gd name="T103" fmla="*/ 21 h 124"/>
                  <a:gd name="T104" fmla="*/ 24 w 68"/>
                  <a:gd name="T105" fmla="*/ 25 h 124"/>
                  <a:gd name="T106" fmla="*/ 21 w 68"/>
                  <a:gd name="T107" fmla="*/ 29 h 124"/>
                  <a:gd name="T108" fmla="*/ 17 w 68"/>
                  <a:gd name="T109" fmla="*/ 29 h 124"/>
                  <a:gd name="T110" fmla="*/ 17 w 68"/>
                  <a:gd name="T111" fmla="*/ 35 h 124"/>
                  <a:gd name="T112" fmla="*/ 15 w 68"/>
                  <a:gd name="T113" fmla="*/ 41 h 124"/>
                  <a:gd name="T114" fmla="*/ 17 w 68"/>
                  <a:gd name="T115" fmla="*/ 42 h 124"/>
                  <a:gd name="T116" fmla="*/ 11 w 68"/>
                  <a:gd name="T117" fmla="*/ 44 h 124"/>
                  <a:gd name="T118" fmla="*/ 8 w 68"/>
                  <a:gd name="T119" fmla="*/ 46 h 124"/>
                  <a:gd name="T120" fmla="*/ 20 w 68"/>
                  <a:gd name="T121" fmla="*/ 78 h 124"/>
                  <a:gd name="T122" fmla="*/ 20 w 68"/>
                  <a:gd name="T123" fmla="*/ 31 h 124"/>
                  <a:gd name="T124" fmla="*/ 19 w 68"/>
                  <a:gd name="T125" fmla="*/ 3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124">
                    <a:moveTo>
                      <a:pt x="6" y="49"/>
                    </a:moveTo>
                    <a:cubicBezTo>
                      <a:pt x="8" y="50"/>
                      <a:pt x="8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9"/>
                      <a:pt x="17" y="119"/>
                      <a:pt x="17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20" y="120"/>
                      <a:pt x="20" y="120"/>
                      <a:pt x="20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6" y="122"/>
                      <a:pt x="26" y="122"/>
                      <a:pt x="26" y="122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2"/>
                      <a:pt x="33" y="122"/>
                      <a:pt x="33" y="122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2" y="111"/>
                      <a:pt x="32" y="111"/>
                      <a:pt x="32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05"/>
                      <a:pt x="27" y="105"/>
                      <a:pt x="27" y="105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lnTo>
                      <a:pt x="6" y="49"/>
                    </a:lnTo>
                    <a:close/>
                    <a:moveTo>
                      <a:pt x="20" y="78"/>
                    </a:moveTo>
                    <a:cubicBezTo>
                      <a:pt x="19" y="78"/>
                      <a:pt x="19" y="78"/>
                      <a:pt x="19" y="78"/>
                    </a:cubicBezTo>
                    <a:cubicBezTo>
                      <a:pt x="20" y="78"/>
                      <a:pt x="20" y="78"/>
                      <a:pt x="20" y="78"/>
                    </a:cubicBezTo>
                    <a:cubicBezTo>
                      <a:pt x="21" y="78"/>
                      <a:pt x="21" y="78"/>
                      <a:pt x="21" y="78"/>
                    </a:cubicBezTo>
                    <a:lnTo>
                      <a:pt x="20" y="78"/>
                    </a:lnTo>
                    <a:close/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19" y="31"/>
                      <a:pt x="19" y="31"/>
                      <a:pt x="19" y="31"/>
                    </a:cubicBezTo>
                    <a:lnTo>
                      <a:pt x="20" y="31"/>
                    </a:lnTo>
                    <a:close/>
                    <a:moveTo>
                      <a:pt x="19" y="31"/>
                    </a:move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1" name="Freeform 6159">
                <a:extLst>
                  <a:ext uri="{FF2B5EF4-FFF2-40B4-BE49-F238E27FC236}">
                    <a16:creationId xmlns:a16="http://schemas.microsoft.com/office/drawing/2014/main" id="{0CA8232D-9DCD-4707-91C4-2CB38249DF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55" y="1276"/>
                <a:ext cx="28" cy="37"/>
              </a:xfrm>
              <a:custGeom>
                <a:avLst/>
                <a:gdLst>
                  <a:gd name="T0" fmla="*/ 6 w 28"/>
                  <a:gd name="T1" fmla="*/ 11 h 37"/>
                  <a:gd name="T2" fmla="*/ 10 w 28"/>
                  <a:gd name="T3" fmla="*/ 13 h 37"/>
                  <a:gd name="T4" fmla="*/ 12 w 28"/>
                  <a:gd name="T5" fmla="*/ 11 h 37"/>
                  <a:gd name="T6" fmla="*/ 10 w 28"/>
                  <a:gd name="T7" fmla="*/ 14 h 37"/>
                  <a:gd name="T8" fmla="*/ 8 w 28"/>
                  <a:gd name="T9" fmla="*/ 14 h 37"/>
                  <a:gd name="T10" fmla="*/ 6 w 28"/>
                  <a:gd name="T11" fmla="*/ 13 h 37"/>
                  <a:gd name="T12" fmla="*/ 2 w 28"/>
                  <a:gd name="T13" fmla="*/ 14 h 37"/>
                  <a:gd name="T14" fmla="*/ 2 w 28"/>
                  <a:gd name="T15" fmla="*/ 16 h 37"/>
                  <a:gd name="T16" fmla="*/ 4 w 28"/>
                  <a:gd name="T17" fmla="*/ 20 h 37"/>
                  <a:gd name="T18" fmla="*/ 4 w 28"/>
                  <a:gd name="T19" fmla="*/ 27 h 37"/>
                  <a:gd name="T20" fmla="*/ 6 w 28"/>
                  <a:gd name="T21" fmla="*/ 31 h 37"/>
                  <a:gd name="T22" fmla="*/ 10 w 28"/>
                  <a:gd name="T23" fmla="*/ 37 h 37"/>
                  <a:gd name="T24" fmla="*/ 12 w 28"/>
                  <a:gd name="T25" fmla="*/ 37 h 37"/>
                  <a:gd name="T26" fmla="*/ 17 w 28"/>
                  <a:gd name="T27" fmla="*/ 35 h 37"/>
                  <a:gd name="T28" fmla="*/ 21 w 28"/>
                  <a:gd name="T29" fmla="*/ 35 h 37"/>
                  <a:gd name="T30" fmla="*/ 23 w 28"/>
                  <a:gd name="T31" fmla="*/ 33 h 37"/>
                  <a:gd name="T32" fmla="*/ 28 w 28"/>
                  <a:gd name="T33" fmla="*/ 31 h 37"/>
                  <a:gd name="T34" fmla="*/ 28 w 28"/>
                  <a:gd name="T35" fmla="*/ 29 h 37"/>
                  <a:gd name="T36" fmla="*/ 25 w 28"/>
                  <a:gd name="T37" fmla="*/ 27 h 37"/>
                  <a:gd name="T38" fmla="*/ 23 w 28"/>
                  <a:gd name="T39" fmla="*/ 24 h 37"/>
                  <a:gd name="T40" fmla="*/ 21 w 28"/>
                  <a:gd name="T41" fmla="*/ 22 h 37"/>
                  <a:gd name="T42" fmla="*/ 19 w 28"/>
                  <a:gd name="T43" fmla="*/ 20 h 37"/>
                  <a:gd name="T44" fmla="*/ 19 w 28"/>
                  <a:gd name="T45" fmla="*/ 18 h 37"/>
                  <a:gd name="T46" fmla="*/ 21 w 28"/>
                  <a:gd name="T47" fmla="*/ 18 h 37"/>
                  <a:gd name="T48" fmla="*/ 25 w 28"/>
                  <a:gd name="T49" fmla="*/ 18 h 37"/>
                  <a:gd name="T50" fmla="*/ 28 w 28"/>
                  <a:gd name="T51" fmla="*/ 16 h 37"/>
                  <a:gd name="T52" fmla="*/ 28 w 28"/>
                  <a:gd name="T53" fmla="*/ 13 h 37"/>
                  <a:gd name="T54" fmla="*/ 25 w 28"/>
                  <a:gd name="T55" fmla="*/ 9 h 37"/>
                  <a:gd name="T56" fmla="*/ 23 w 28"/>
                  <a:gd name="T57" fmla="*/ 9 h 37"/>
                  <a:gd name="T58" fmla="*/ 21 w 28"/>
                  <a:gd name="T59" fmla="*/ 3 h 37"/>
                  <a:gd name="T60" fmla="*/ 17 w 28"/>
                  <a:gd name="T61" fmla="*/ 7 h 37"/>
                  <a:gd name="T62" fmla="*/ 17 w 28"/>
                  <a:gd name="T63" fmla="*/ 9 h 37"/>
                  <a:gd name="T64" fmla="*/ 17 w 28"/>
                  <a:gd name="T65" fmla="*/ 11 h 37"/>
                  <a:gd name="T66" fmla="*/ 15 w 28"/>
                  <a:gd name="T67" fmla="*/ 11 h 37"/>
                  <a:gd name="T68" fmla="*/ 13 w 28"/>
                  <a:gd name="T69" fmla="*/ 11 h 37"/>
                  <a:gd name="T70" fmla="*/ 15 w 28"/>
                  <a:gd name="T71" fmla="*/ 7 h 37"/>
                  <a:gd name="T72" fmla="*/ 17 w 28"/>
                  <a:gd name="T73" fmla="*/ 7 h 37"/>
                  <a:gd name="T74" fmla="*/ 17 w 28"/>
                  <a:gd name="T75" fmla="*/ 3 h 37"/>
                  <a:gd name="T76" fmla="*/ 15 w 28"/>
                  <a:gd name="T77" fmla="*/ 1 h 37"/>
                  <a:gd name="T78" fmla="*/ 13 w 28"/>
                  <a:gd name="T79" fmla="*/ 0 h 37"/>
                  <a:gd name="T80" fmla="*/ 10 w 28"/>
                  <a:gd name="T81" fmla="*/ 0 h 37"/>
                  <a:gd name="T82" fmla="*/ 6 w 28"/>
                  <a:gd name="T83" fmla="*/ 1 h 37"/>
                  <a:gd name="T84" fmla="*/ 2 w 28"/>
                  <a:gd name="T85" fmla="*/ 3 h 37"/>
                  <a:gd name="T86" fmla="*/ 0 w 28"/>
                  <a:gd name="T87" fmla="*/ 5 h 37"/>
                  <a:gd name="T88" fmla="*/ 2 w 28"/>
                  <a:gd name="T89" fmla="*/ 9 h 37"/>
                  <a:gd name="T90" fmla="*/ 6 w 28"/>
                  <a:gd name="T91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7">
                    <a:moveTo>
                      <a:pt x="6" y="11"/>
                    </a:moveTo>
                    <a:lnTo>
                      <a:pt x="10" y="13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4" y="20"/>
                    </a:lnTo>
                    <a:lnTo>
                      <a:pt x="4" y="27"/>
                    </a:lnTo>
                    <a:lnTo>
                      <a:pt x="6" y="31"/>
                    </a:lnTo>
                    <a:lnTo>
                      <a:pt x="10" y="37"/>
                    </a:lnTo>
                    <a:lnTo>
                      <a:pt x="12" y="37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3" y="33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5" y="27"/>
                    </a:lnTo>
                    <a:lnTo>
                      <a:pt x="23" y="24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9" y="18"/>
                    </a:lnTo>
                    <a:lnTo>
                      <a:pt x="21" y="18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28" y="13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2" name="Freeform 6160">
                <a:extLst>
                  <a:ext uri="{FF2B5EF4-FFF2-40B4-BE49-F238E27FC236}">
                    <a16:creationId xmlns:a16="http://schemas.microsoft.com/office/drawing/2014/main" id="{F0505771-81C9-4D75-922A-9EA90AE523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6" y="1525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12 h 12"/>
                  <a:gd name="T4" fmla="*/ 4 w 11"/>
                  <a:gd name="T5" fmla="*/ 8 h 12"/>
                  <a:gd name="T6" fmla="*/ 6 w 11"/>
                  <a:gd name="T7" fmla="*/ 8 h 12"/>
                  <a:gd name="T8" fmla="*/ 9 w 11"/>
                  <a:gd name="T9" fmla="*/ 6 h 12"/>
                  <a:gd name="T10" fmla="*/ 9 w 11"/>
                  <a:gd name="T11" fmla="*/ 4 h 12"/>
                  <a:gd name="T12" fmla="*/ 9 w 11"/>
                  <a:gd name="T13" fmla="*/ 2 h 12"/>
                  <a:gd name="T14" fmla="*/ 11 w 11"/>
                  <a:gd name="T15" fmla="*/ 2 h 12"/>
                  <a:gd name="T16" fmla="*/ 9 w 11"/>
                  <a:gd name="T17" fmla="*/ 0 h 12"/>
                  <a:gd name="T18" fmla="*/ 6 w 11"/>
                  <a:gd name="T19" fmla="*/ 0 h 12"/>
                  <a:gd name="T20" fmla="*/ 2 w 11"/>
                  <a:gd name="T21" fmla="*/ 2 h 12"/>
                  <a:gd name="T22" fmla="*/ 0 w 11"/>
                  <a:gd name="T2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12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3" name="Freeform 6161">
                <a:extLst>
                  <a:ext uri="{FF2B5EF4-FFF2-40B4-BE49-F238E27FC236}">
                    <a16:creationId xmlns:a16="http://schemas.microsoft.com/office/drawing/2014/main" id="{A881D388-3EF1-418A-A788-CC52795819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7" y="1535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2 h 5"/>
                  <a:gd name="T6" fmla="*/ 8 w 11"/>
                  <a:gd name="T7" fmla="*/ 2 h 5"/>
                  <a:gd name="T8" fmla="*/ 4 w 11"/>
                  <a:gd name="T9" fmla="*/ 0 h 5"/>
                  <a:gd name="T10" fmla="*/ 0 w 11"/>
                  <a:gd name="T11" fmla="*/ 2 h 5"/>
                  <a:gd name="T12" fmla="*/ 4 w 11"/>
                  <a:gd name="T13" fmla="*/ 5 h 5"/>
                  <a:gd name="T14" fmla="*/ 9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4" name="Freeform 6162">
                <a:extLst>
                  <a:ext uri="{FF2B5EF4-FFF2-40B4-BE49-F238E27FC236}">
                    <a16:creationId xmlns:a16="http://schemas.microsoft.com/office/drawing/2014/main" id="{45BF5A80-2950-41CA-AB5C-2859EDD6F2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66" y="1535"/>
                <a:ext cx="20" cy="22"/>
              </a:xfrm>
              <a:custGeom>
                <a:avLst/>
                <a:gdLst>
                  <a:gd name="T0" fmla="*/ 2 w 20"/>
                  <a:gd name="T1" fmla="*/ 13 h 22"/>
                  <a:gd name="T2" fmla="*/ 2 w 20"/>
                  <a:gd name="T3" fmla="*/ 15 h 22"/>
                  <a:gd name="T4" fmla="*/ 2 w 20"/>
                  <a:gd name="T5" fmla="*/ 18 h 22"/>
                  <a:gd name="T6" fmla="*/ 5 w 20"/>
                  <a:gd name="T7" fmla="*/ 20 h 22"/>
                  <a:gd name="T8" fmla="*/ 7 w 20"/>
                  <a:gd name="T9" fmla="*/ 22 h 22"/>
                  <a:gd name="T10" fmla="*/ 7 w 20"/>
                  <a:gd name="T11" fmla="*/ 18 h 22"/>
                  <a:gd name="T12" fmla="*/ 7 w 20"/>
                  <a:gd name="T13" fmla="*/ 18 h 22"/>
                  <a:gd name="T14" fmla="*/ 7 w 20"/>
                  <a:gd name="T15" fmla="*/ 20 h 22"/>
                  <a:gd name="T16" fmla="*/ 9 w 20"/>
                  <a:gd name="T17" fmla="*/ 20 h 22"/>
                  <a:gd name="T18" fmla="*/ 11 w 20"/>
                  <a:gd name="T19" fmla="*/ 20 h 22"/>
                  <a:gd name="T20" fmla="*/ 15 w 20"/>
                  <a:gd name="T21" fmla="*/ 20 h 22"/>
                  <a:gd name="T22" fmla="*/ 15 w 20"/>
                  <a:gd name="T23" fmla="*/ 16 h 22"/>
                  <a:gd name="T24" fmla="*/ 16 w 20"/>
                  <a:gd name="T25" fmla="*/ 15 h 22"/>
                  <a:gd name="T26" fmla="*/ 20 w 20"/>
                  <a:gd name="T27" fmla="*/ 15 h 22"/>
                  <a:gd name="T28" fmla="*/ 20 w 20"/>
                  <a:gd name="T29" fmla="*/ 13 h 22"/>
                  <a:gd name="T30" fmla="*/ 18 w 20"/>
                  <a:gd name="T31" fmla="*/ 9 h 22"/>
                  <a:gd name="T32" fmla="*/ 16 w 20"/>
                  <a:gd name="T33" fmla="*/ 7 h 22"/>
                  <a:gd name="T34" fmla="*/ 15 w 20"/>
                  <a:gd name="T35" fmla="*/ 5 h 22"/>
                  <a:gd name="T36" fmla="*/ 13 w 20"/>
                  <a:gd name="T37" fmla="*/ 2 h 22"/>
                  <a:gd name="T38" fmla="*/ 11 w 20"/>
                  <a:gd name="T39" fmla="*/ 0 h 22"/>
                  <a:gd name="T40" fmla="*/ 7 w 20"/>
                  <a:gd name="T41" fmla="*/ 2 h 22"/>
                  <a:gd name="T42" fmla="*/ 5 w 20"/>
                  <a:gd name="T43" fmla="*/ 3 h 22"/>
                  <a:gd name="T44" fmla="*/ 3 w 20"/>
                  <a:gd name="T45" fmla="*/ 3 h 22"/>
                  <a:gd name="T46" fmla="*/ 0 w 20"/>
                  <a:gd name="T47" fmla="*/ 7 h 22"/>
                  <a:gd name="T48" fmla="*/ 0 w 20"/>
                  <a:gd name="T49" fmla="*/ 9 h 22"/>
                  <a:gd name="T50" fmla="*/ 2 w 20"/>
                  <a:gd name="T5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22">
                    <a:moveTo>
                      <a:pt x="2" y="13"/>
                    </a:moveTo>
                    <a:lnTo>
                      <a:pt x="2" y="15"/>
                    </a:lnTo>
                    <a:lnTo>
                      <a:pt x="2" y="18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6"/>
                    </a:lnTo>
                    <a:lnTo>
                      <a:pt x="16" y="15"/>
                    </a:lnTo>
                    <a:lnTo>
                      <a:pt x="20" y="15"/>
                    </a:lnTo>
                    <a:lnTo>
                      <a:pt x="20" y="13"/>
                    </a:lnTo>
                    <a:lnTo>
                      <a:pt x="18" y="9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5" name="Freeform 6163">
                <a:extLst>
                  <a:ext uri="{FF2B5EF4-FFF2-40B4-BE49-F238E27FC236}">
                    <a16:creationId xmlns:a16="http://schemas.microsoft.com/office/drawing/2014/main" id="{08468E45-2A2A-4B02-B288-21AC7DF7C6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86" y="167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0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2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6" name="Freeform 6164">
                <a:extLst>
                  <a:ext uri="{FF2B5EF4-FFF2-40B4-BE49-F238E27FC236}">
                    <a16:creationId xmlns:a16="http://schemas.microsoft.com/office/drawing/2014/main" id="{E76F37EE-FB89-4726-9BA0-682F58F7AFA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1542"/>
                <a:ext cx="9" cy="13"/>
              </a:xfrm>
              <a:custGeom>
                <a:avLst/>
                <a:gdLst>
                  <a:gd name="T0" fmla="*/ 9 w 9"/>
                  <a:gd name="T1" fmla="*/ 4 h 13"/>
                  <a:gd name="T2" fmla="*/ 8 w 9"/>
                  <a:gd name="T3" fmla="*/ 2 h 13"/>
                  <a:gd name="T4" fmla="*/ 4 w 9"/>
                  <a:gd name="T5" fmla="*/ 0 h 13"/>
                  <a:gd name="T6" fmla="*/ 0 w 9"/>
                  <a:gd name="T7" fmla="*/ 2 h 13"/>
                  <a:gd name="T8" fmla="*/ 0 w 9"/>
                  <a:gd name="T9" fmla="*/ 8 h 13"/>
                  <a:gd name="T10" fmla="*/ 2 w 9"/>
                  <a:gd name="T11" fmla="*/ 11 h 13"/>
                  <a:gd name="T12" fmla="*/ 4 w 9"/>
                  <a:gd name="T13" fmla="*/ 11 h 13"/>
                  <a:gd name="T14" fmla="*/ 6 w 9"/>
                  <a:gd name="T15" fmla="*/ 13 h 13"/>
                  <a:gd name="T16" fmla="*/ 9 w 9"/>
                  <a:gd name="T17" fmla="*/ 13 h 13"/>
                  <a:gd name="T18" fmla="*/ 8 w 9"/>
                  <a:gd name="T19" fmla="*/ 8 h 13"/>
                  <a:gd name="T20" fmla="*/ 8 w 9"/>
                  <a:gd name="T21" fmla="*/ 8 h 13"/>
                  <a:gd name="T22" fmla="*/ 8 w 9"/>
                  <a:gd name="T23" fmla="*/ 6 h 13"/>
                  <a:gd name="T24" fmla="*/ 9 w 9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7" name="Freeform 6165">
                <a:extLst>
                  <a:ext uri="{FF2B5EF4-FFF2-40B4-BE49-F238E27FC236}">
                    <a16:creationId xmlns:a16="http://schemas.microsoft.com/office/drawing/2014/main" id="{2CE2F99E-FA95-481E-9853-E383D3B476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03" y="1208"/>
                <a:ext cx="15" cy="10"/>
              </a:xfrm>
              <a:custGeom>
                <a:avLst/>
                <a:gdLst>
                  <a:gd name="T0" fmla="*/ 6 w 15"/>
                  <a:gd name="T1" fmla="*/ 10 h 10"/>
                  <a:gd name="T2" fmla="*/ 9 w 15"/>
                  <a:gd name="T3" fmla="*/ 8 h 10"/>
                  <a:gd name="T4" fmla="*/ 13 w 15"/>
                  <a:gd name="T5" fmla="*/ 6 h 10"/>
                  <a:gd name="T6" fmla="*/ 13 w 15"/>
                  <a:gd name="T7" fmla="*/ 4 h 10"/>
                  <a:gd name="T8" fmla="*/ 15 w 15"/>
                  <a:gd name="T9" fmla="*/ 0 h 10"/>
                  <a:gd name="T10" fmla="*/ 11 w 15"/>
                  <a:gd name="T11" fmla="*/ 0 h 10"/>
                  <a:gd name="T12" fmla="*/ 6 w 15"/>
                  <a:gd name="T13" fmla="*/ 0 h 10"/>
                  <a:gd name="T14" fmla="*/ 4 w 15"/>
                  <a:gd name="T15" fmla="*/ 2 h 10"/>
                  <a:gd name="T16" fmla="*/ 0 w 15"/>
                  <a:gd name="T17" fmla="*/ 6 h 10"/>
                  <a:gd name="T18" fmla="*/ 2 w 15"/>
                  <a:gd name="T19" fmla="*/ 8 h 10"/>
                  <a:gd name="T20" fmla="*/ 6 w 15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0">
                    <a:moveTo>
                      <a:pt x="6" y="10"/>
                    </a:moveTo>
                    <a:lnTo>
                      <a:pt x="9" y="8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8" name="Freeform 6166">
                <a:extLst>
                  <a:ext uri="{FF2B5EF4-FFF2-40B4-BE49-F238E27FC236}">
                    <a16:creationId xmlns:a16="http://schemas.microsoft.com/office/drawing/2014/main" id="{3F0D97F0-0F79-4EF8-8659-DE41F859D4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35" y="1193"/>
                <a:ext cx="54" cy="60"/>
              </a:xfrm>
              <a:custGeom>
                <a:avLst/>
                <a:gdLst>
                  <a:gd name="T0" fmla="*/ 1 w 54"/>
                  <a:gd name="T1" fmla="*/ 38 h 60"/>
                  <a:gd name="T2" fmla="*/ 3 w 54"/>
                  <a:gd name="T3" fmla="*/ 40 h 60"/>
                  <a:gd name="T4" fmla="*/ 5 w 54"/>
                  <a:gd name="T5" fmla="*/ 42 h 60"/>
                  <a:gd name="T6" fmla="*/ 3 w 54"/>
                  <a:gd name="T7" fmla="*/ 49 h 60"/>
                  <a:gd name="T8" fmla="*/ 1 w 54"/>
                  <a:gd name="T9" fmla="*/ 51 h 60"/>
                  <a:gd name="T10" fmla="*/ 1 w 54"/>
                  <a:gd name="T11" fmla="*/ 55 h 60"/>
                  <a:gd name="T12" fmla="*/ 3 w 54"/>
                  <a:gd name="T13" fmla="*/ 56 h 60"/>
                  <a:gd name="T14" fmla="*/ 5 w 54"/>
                  <a:gd name="T15" fmla="*/ 56 h 60"/>
                  <a:gd name="T16" fmla="*/ 7 w 54"/>
                  <a:gd name="T17" fmla="*/ 53 h 60"/>
                  <a:gd name="T18" fmla="*/ 9 w 54"/>
                  <a:gd name="T19" fmla="*/ 53 h 60"/>
                  <a:gd name="T20" fmla="*/ 11 w 54"/>
                  <a:gd name="T21" fmla="*/ 53 h 60"/>
                  <a:gd name="T22" fmla="*/ 11 w 54"/>
                  <a:gd name="T23" fmla="*/ 56 h 60"/>
                  <a:gd name="T24" fmla="*/ 16 w 54"/>
                  <a:gd name="T25" fmla="*/ 58 h 60"/>
                  <a:gd name="T26" fmla="*/ 18 w 54"/>
                  <a:gd name="T27" fmla="*/ 58 h 60"/>
                  <a:gd name="T28" fmla="*/ 20 w 54"/>
                  <a:gd name="T29" fmla="*/ 58 h 60"/>
                  <a:gd name="T30" fmla="*/ 22 w 54"/>
                  <a:gd name="T31" fmla="*/ 58 h 60"/>
                  <a:gd name="T32" fmla="*/ 24 w 54"/>
                  <a:gd name="T33" fmla="*/ 60 h 60"/>
                  <a:gd name="T34" fmla="*/ 29 w 54"/>
                  <a:gd name="T35" fmla="*/ 60 h 60"/>
                  <a:gd name="T36" fmla="*/ 31 w 54"/>
                  <a:gd name="T37" fmla="*/ 60 h 60"/>
                  <a:gd name="T38" fmla="*/ 37 w 54"/>
                  <a:gd name="T39" fmla="*/ 58 h 60"/>
                  <a:gd name="T40" fmla="*/ 39 w 54"/>
                  <a:gd name="T41" fmla="*/ 55 h 60"/>
                  <a:gd name="T42" fmla="*/ 41 w 54"/>
                  <a:gd name="T43" fmla="*/ 51 h 60"/>
                  <a:gd name="T44" fmla="*/ 42 w 54"/>
                  <a:gd name="T45" fmla="*/ 49 h 60"/>
                  <a:gd name="T46" fmla="*/ 48 w 54"/>
                  <a:gd name="T47" fmla="*/ 45 h 60"/>
                  <a:gd name="T48" fmla="*/ 52 w 54"/>
                  <a:gd name="T49" fmla="*/ 43 h 60"/>
                  <a:gd name="T50" fmla="*/ 54 w 54"/>
                  <a:gd name="T51" fmla="*/ 40 h 60"/>
                  <a:gd name="T52" fmla="*/ 54 w 54"/>
                  <a:gd name="T53" fmla="*/ 36 h 60"/>
                  <a:gd name="T54" fmla="*/ 48 w 54"/>
                  <a:gd name="T55" fmla="*/ 34 h 60"/>
                  <a:gd name="T56" fmla="*/ 44 w 54"/>
                  <a:gd name="T57" fmla="*/ 30 h 60"/>
                  <a:gd name="T58" fmla="*/ 42 w 54"/>
                  <a:gd name="T59" fmla="*/ 27 h 60"/>
                  <a:gd name="T60" fmla="*/ 42 w 54"/>
                  <a:gd name="T61" fmla="*/ 23 h 60"/>
                  <a:gd name="T62" fmla="*/ 44 w 54"/>
                  <a:gd name="T63" fmla="*/ 21 h 60"/>
                  <a:gd name="T64" fmla="*/ 44 w 54"/>
                  <a:gd name="T65" fmla="*/ 17 h 60"/>
                  <a:gd name="T66" fmla="*/ 42 w 54"/>
                  <a:gd name="T67" fmla="*/ 15 h 60"/>
                  <a:gd name="T68" fmla="*/ 35 w 54"/>
                  <a:gd name="T69" fmla="*/ 15 h 60"/>
                  <a:gd name="T70" fmla="*/ 29 w 54"/>
                  <a:gd name="T71" fmla="*/ 15 h 60"/>
                  <a:gd name="T72" fmla="*/ 26 w 54"/>
                  <a:gd name="T73" fmla="*/ 12 h 60"/>
                  <a:gd name="T74" fmla="*/ 20 w 54"/>
                  <a:gd name="T75" fmla="*/ 6 h 60"/>
                  <a:gd name="T76" fmla="*/ 16 w 54"/>
                  <a:gd name="T77" fmla="*/ 2 h 60"/>
                  <a:gd name="T78" fmla="*/ 13 w 54"/>
                  <a:gd name="T79" fmla="*/ 0 h 60"/>
                  <a:gd name="T80" fmla="*/ 9 w 54"/>
                  <a:gd name="T81" fmla="*/ 0 h 60"/>
                  <a:gd name="T82" fmla="*/ 7 w 54"/>
                  <a:gd name="T83" fmla="*/ 2 h 60"/>
                  <a:gd name="T84" fmla="*/ 7 w 54"/>
                  <a:gd name="T85" fmla="*/ 4 h 60"/>
                  <a:gd name="T86" fmla="*/ 7 w 54"/>
                  <a:gd name="T87" fmla="*/ 6 h 60"/>
                  <a:gd name="T88" fmla="*/ 7 w 54"/>
                  <a:gd name="T89" fmla="*/ 10 h 60"/>
                  <a:gd name="T90" fmla="*/ 5 w 54"/>
                  <a:gd name="T91" fmla="*/ 14 h 60"/>
                  <a:gd name="T92" fmla="*/ 3 w 54"/>
                  <a:gd name="T93" fmla="*/ 17 h 60"/>
                  <a:gd name="T94" fmla="*/ 0 w 54"/>
                  <a:gd name="T95" fmla="*/ 21 h 60"/>
                  <a:gd name="T96" fmla="*/ 0 w 54"/>
                  <a:gd name="T97" fmla="*/ 25 h 60"/>
                  <a:gd name="T98" fmla="*/ 0 w 54"/>
                  <a:gd name="T99" fmla="*/ 34 h 60"/>
                  <a:gd name="T100" fmla="*/ 1 w 54"/>
                  <a:gd name="T101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" h="60">
                    <a:moveTo>
                      <a:pt x="1" y="38"/>
                    </a:moveTo>
                    <a:lnTo>
                      <a:pt x="3" y="40"/>
                    </a:lnTo>
                    <a:lnTo>
                      <a:pt x="5" y="42"/>
                    </a:lnTo>
                    <a:lnTo>
                      <a:pt x="3" y="49"/>
                    </a:lnTo>
                    <a:lnTo>
                      <a:pt x="1" y="51"/>
                    </a:lnTo>
                    <a:lnTo>
                      <a:pt x="1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9" y="60"/>
                    </a:lnTo>
                    <a:lnTo>
                      <a:pt x="31" y="60"/>
                    </a:lnTo>
                    <a:lnTo>
                      <a:pt x="37" y="58"/>
                    </a:lnTo>
                    <a:lnTo>
                      <a:pt x="39" y="55"/>
                    </a:lnTo>
                    <a:lnTo>
                      <a:pt x="41" y="51"/>
                    </a:lnTo>
                    <a:lnTo>
                      <a:pt x="42" y="49"/>
                    </a:lnTo>
                    <a:lnTo>
                      <a:pt x="48" y="45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4" y="36"/>
                    </a:lnTo>
                    <a:lnTo>
                      <a:pt x="48" y="34"/>
                    </a:lnTo>
                    <a:lnTo>
                      <a:pt x="44" y="30"/>
                    </a:lnTo>
                    <a:lnTo>
                      <a:pt x="42" y="27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7"/>
                    </a:lnTo>
                    <a:lnTo>
                      <a:pt x="42" y="15"/>
                    </a:lnTo>
                    <a:lnTo>
                      <a:pt x="35" y="15"/>
                    </a:lnTo>
                    <a:lnTo>
                      <a:pt x="29" y="15"/>
                    </a:lnTo>
                    <a:lnTo>
                      <a:pt x="26" y="12"/>
                    </a:lnTo>
                    <a:lnTo>
                      <a:pt x="20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1" y="3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9" name="Freeform 6167">
                <a:extLst>
                  <a:ext uri="{FF2B5EF4-FFF2-40B4-BE49-F238E27FC236}">
                    <a16:creationId xmlns:a16="http://schemas.microsoft.com/office/drawing/2014/main" id="{58E0B39F-4B70-4D78-974B-2EA110565E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255"/>
                <a:ext cx="24" cy="34"/>
              </a:xfrm>
              <a:custGeom>
                <a:avLst/>
                <a:gdLst>
                  <a:gd name="T0" fmla="*/ 2 w 24"/>
                  <a:gd name="T1" fmla="*/ 21 h 34"/>
                  <a:gd name="T2" fmla="*/ 2 w 24"/>
                  <a:gd name="T3" fmla="*/ 22 h 34"/>
                  <a:gd name="T4" fmla="*/ 2 w 24"/>
                  <a:gd name="T5" fmla="*/ 24 h 34"/>
                  <a:gd name="T6" fmla="*/ 4 w 24"/>
                  <a:gd name="T7" fmla="*/ 28 h 34"/>
                  <a:gd name="T8" fmla="*/ 7 w 24"/>
                  <a:gd name="T9" fmla="*/ 28 h 34"/>
                  <a:gd name="T10" fmla="*/ 7 w 24"/>
                  <a:gd name="T11" fmla="*/ 28 h 34"/>
                  <a:gd name="T12" fmla="*/ 9 w 24"/>
                  <a:gd name="T13" fmla="*/ 32 h 34"/>
                  <a:gd name="T14" fmla="*/ 13 w 24"/>
                  <a:gd name="T15" fmla="*/ 34 h 34"/>
                  <a:gd name="T16" fmla="*/ 15 w 24"/>
                  <a:gd name="T17" fmla="*/ 30 h 34"/>
                  <a:gd name="T18" fmla="*/ 15 w 24"/>
                  <a:gd name="T19" fmla="*/ 26 h 34"/>
                  <a:gd name="T20" fmla="*/ 15 w 24"/>
                  <a:gd name="T21" fmla="*/ 24 h 34"/>
                  <a:gd name="T22" fmla="*/ 15 w 24"/>
                  <a:gd name="T23" fmla="*/ 22 h 34"/>
                  <a:gd name="T24" fmla="*/ 18 w 24"/>
                  <a:gd name="T25" fmla="*/ 21 h 34"/>
                  <a:gd name="T26" fmla="*/ 24 w 24"/>
                  <a:gd name="T27" fmla="*/ 19 h 34"/>
                  <a:gd name="T28" fmla="*/ 24 w 24"/>
                  <a:gd name="T29" fmla="*/ 15 h 34"/>
                  <a:gd name="T30" fmla="*/ 22 w 24"/>
                  <a:gd name="T31" fmla="*/ 15 h 34"/>
                  <a:gd name="T32" fmla="*/ 18 w 24"/>
                  <a:gd name="T33" fmla="*/ 11 h 34"/>
                  <a:gd name="T34" fmla="*/ 17 w 24"/>
                  <a:gd name="T35" fmla="*/ 11 h 34"/>
                  <a:gd name="T36" fmla="*/ 17 w 24"/>
                  <a:gd name="T37" fmla="*/ 9 h 34"/>
                  <a:gd name="T38" fmla="*/ 17 w 24"/>
                  <a:gd name="T39" fmla="*/ 6 h 34"/>
                  <a:gd name="T40" fmla="*/ 15 w 24"/>
                  <a:gd name="T41" fmla="*/ 2 h 34"/>
                  <a:gd name="T42" fmla="*/ 13 w 24"/>
                  <a:gd name="T43" fmla="*/ 2 h 34"/>
                  <a:gd name="T44" fmla="*/ 9 w 24"/>
                  <a:gd name="T45" fmla="*/ 0 h 34"/>
                  <a:gd name="T46" fmla="*/ 7 w 24"/>
                  <a:gd name="T47" fmla="*/ 0 h 34"/>
                  <a:gd name="T48" fmla="*/ 5 w 24"/>
                  <a:gd name="T49" fmla="*/ 4 h 34"/>
                  <a:gd name="T50" fmla="*/ 5 w 24"/>
                  <a:gd name="T51" fmla="*/ 6 h 34"/>
                  <a:gd name="T52" fmla="*/ 4 w 24"/>
                  <a:gd name="T53" fmla="*/ 7 h 34"/>
                  <a:gd name="T54" fmla="*/ 2 w 24"/>
                  <a:gd name="T55" fmla="*/ 9 h 34"/>
                  <a:gd name="T56" fmla="*/ 0 w 24"/>
                  <a:gd name="T57" fmla="*/ 13 h 34"/>
                  <a:gd name="T58" fmla="*/ 2 w 24"/>
                  <a:gd name="T59" fmla="*/ 17 h 34"/>
                  <a:gd name="T60" fmla="*/ 2 w 24"/>
                  <a:gd name="T61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4">
                    <a:moveTo>
                      <a:pt x="2" y="21"/>
                    </a:moveTo>
                    <a:lnTo>
                      <a:pt x="2" y="22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5" y="30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4" y="19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7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0" name="Freeform 6168">
                <a:extLst>
                  <a:ext uri="{FF2B5EF4-FFF2-40B4-BE49-F238E27FC236}">
                    <a16:creationId xmlns:a16="http://schemas.microsoft.com/office/drawing/2014/main" id="{B553FA6F-C5BA-4F63-A17F-3236C2F1FC6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3" y="1693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2 h 6"/>
                  <a:gd name="T8" fmla="*/ 2 w 6"/>
                  <a:gd name="T9" fmla="*/ 6 h 6"/>
                  <a:gd name="T10" fmla="*/ 6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1" name="Freeform 6169">
                <a:extLst>
                  <a:ext uri="{FF2B5EF4-FFF2-40B4-BE49-F238E27FC236}">
                    <a16:creationId xmlns:a16="http://schemas.microsoft.com/office/drawing/2014/main" id="{D5C8C8C9-6076-4414-8A81-23281D9282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244"/>
                <a:ext cx="13" cy="7"/>
              </a:xfrm>
              <a:custGeom>
                <a:avLst/>
                <a:gdLst>
                  <a:gd name="T0" fmla="*/ 6 w 13"/>
                  <a:gd name="T1" fmla="*/ 7 h 7"/>
                  <a:gd name="T2" fmla="*/ 7 w 13"/>
                  <a:gd name="T3" fmla="*/ 7 h 7"/>
                  <a:gd name="T4" fmla="*/ 11 w 13"/>
                  <a:gd name="T5" fmla="*/ 7 h 7"/>
                  <a:gd name="T6" fmla="*/ 13 w 13"/>
                  <a:gd name="T7" fmla="*/ 5 h 7"/>
                  <a:gd name="T8" fmla="*/ 13 w 13"/>
                  <a:gd name="T9" fmla="*/ 2 h 7"/>
                  <a:gd name="T10" fmla="*/ 11 w 13"/>
                  <a:gd name="T11" fmla="*/ 2 h 7"/>
                  <a:gd name="T12" fmla="*/ 9 w 13"/>
                  <a:gd name="T13" fmla="*/ 0 h 7"/>
                  <a:gd name="T14" fmla="*/ 7 w 13"/>
                  <a:gd name="T15" fmla="*/ 0 h 7"/>
                  <a:gd name="T16" fmla="*/ 4 w 13"/>
                  <a:gd name="T17" fmla="*/ 2 h 7"/>
                  <a:gd name="T18" fmla="*/ 4 w 13"/>
                  <a:gd name="T19" fmla="*/ 2 h 7"/>
                  <a:gd name="T20" fmla="*/ 0 w 13"/>
                  <a:gd name="T21" fmla="*/ 4 h 7"/>
                  <a:gd name="T22" fmla="*/ 2 w 13"/>
                  <a:gd name="T23" fmla="*/ 5 h 7"/>
                  <a:gd name="T24" fmla="*/ 6 w 13"/>
                  <a:gd name="T2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7">
                    <a:moveTo>
                      <a:pt x="6" y="7"/>
                    </a:moveTo>
                    <a:lnTo>
                      <a:pt x="7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2" name="Freeform 6170">
                <a:extLst>
                  <a:ext uri="{FF2B5EF4-FFF2-40B4-BE49-F238E27FC236}">
                    <a16:creationId xmlns:a16="http://schemas.microsoft.com/office/drawing/2014/main" id="{E679BEDA-4248-47A6-B1DE-2C5927E9E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24"/>
                <a:ext cx="15" cy="13"/>
              </a:xfrm>
              <a:custGeom>
                <a:avLst/>
                <a:gdLst>
                  <a:gd name="T0" fmla="*/ 15 w 15"/>
                  <a:gd name="T1" fmla="*/ 7 h 13"/>
                  <a:gd name="T2" fmla="*/ 13 w 15"/>
                  <a:gd name="T3" fmla="*/ 2 h 13"/>
                  <a:gd name="T4" fmla="*/ 9 w 15"/>
                  <a:gd name="T5" fmla="*/ 0 h 13"/>
                  <a:gd name="T6" fmla="*/ 6 w 15"/>
                  <a:gd name="T7" fmla="*/ 2 h 13"/>
                  <a:gd name="T8" fmla="*/ 2 w 15"/>
                  <a:gd name="T9" fmla="*/ 4 h 13"/>
                  <a:gd name="T10" fmla="*/ 0 w 15"/>
                  <a:gd name="T11" fmla="*/ 7 h 13"/>
                  <a:gd name="T12" fmla="*/ 4 w 15"/>
                  <a:gd name="T13" fmla="*/ 9 h 13"/>
                  <a:gd name="T14" fmla="*/ 7 w 15"/>
                  <a:gd name="T15" fmla="*/ 11 h 13"/>
                  <a:gd name="T16" fmla="*/ 11 w 15"/>
                  <a:gd name="T17" fmla="*/ 13 h 13"/>
                  <a:gd name="T18" fmla="*/ 15 w 15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3" name="Freeform 6171">
                <a:extLst>
                  <a:ext uri="{FF2B5EF4-FFF2-40B4-BE49-F238E27FC236}">
                    <a16:creationId xmlns:a16="http://schemas.microsoft.com/office/drawing/2014/main" id="{6D008856-1BD1-4B76-8700-86B125C6B8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686"/>
                <a:ext cx="24" cy="24"/>
              </a:xfrm>
              <a:custGeom>
                <a:avLst/>
                <a:gdLst>
                  <a:gd name="T0" fmla="*/ 24 w 24"/>
                  <a:gd name="T1" fmla="*/ 13 h 24"/>
                  <a:gd name="T2" fmla="*/ 24 w 24"/>
                  <a:gd name="T3" fmla="*/ 9 h 24"/>
                  <a:gd name="T4" fmla="*/ 20 w 24"/>
                  <a:gd name="T5" fmla="*/ 5 h 24"/>
                  <a:gd name="T6" fmla="*/ 11 w 24"/>
                  <a:gd name="T7" fmla="*/ 0 h 24"/>
                  <a:gd name="T8" fmla="*/ 5 w 24"/>
                  <a:gd name="T9" fmla="*/ 0 h 24"/>
                  <a:gd name="T10" fmla="*/ 2 w 24"/>
                  <a:gd name="T11" fmla="*/ 2 h 24"/>
                  <a:gd name="T12" fmla="*/ 0 w 24"/>
                  <a:gd name="T13" fmla="*/ 7 h 24"/>
                  <a:gd name="T14" fmla="*/ 0 w 24"/>
                  <a:gd name="T15" fmla="*/ 15 h 24"/>
                  <a:gd name="T16" fmla="*/ 2 w 24"/>
                  <a:gd name="T17" fmla="*/ 18 h 24"/>
                  <a:gd name="T18" fmla="*/ 2 w 24"/>
                  <a:gd name="T19" fmla="*/ 24 h 24"/>
                  <a:gd name="T20" fmla="*/ 4 w 24"/>
                  <a:gd name="T21" fmla="*/ 22 h 24"/>
                  <a:gd name="T22" fmla="*/ 5 w 24"/>
                  <a:gd name="T23" fmla="*/ 22 h 24"/>
                  <a:gd name="T24" fmla="*/ 4 w 24"/>
                  <a:gd name="T25" fmla="*/ 24 h 24"/>
                  <a:gd name="T26" fmla="*/ 7 w 24"/>
                  <a:gd name="T27" fmla="*/ 24 h 24"/>
                  <a:gd name="T28" fmla="*/ 9 w 24"/>
                  <a:gd name="T29" fmla="*/ 22 h 24"/>
                  <a:gd name="T30" fmla="*/ 13 w 24"/>
                  <a:gd name="T31" fmla="*/ 22 h 24"/>
                  <a:gd name="T32" fmla="*/ 17 w 24"/>
                  <a:gd name="T33" fmla="*/ 18 h 24"/>
                  <a:gd name="T34" fmla="*/ 18 w 24"/>
                  <a:gd name="T35" fmla="*/ 16 h 24"/>
                  <a:gd name="T36" fmla="*/ 18 w 24"/>
                  <a:gd name="T37" fmla="*/ 22 h 24"/>
                  <a:gd name="T38" fmla="*/ 24 w 24"/>
                  <a:gd name="T3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24" y="13"/>
                    </a:moveTo>
                    <a:lnTo>
                      <a:pt x="24" y="9"/>
                    </a:lnTo>
                    <a:lnTo>
                      <a:pt x="20" y="5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5" y="22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4" name="Freeform 6172">
                <a:extLst>
                  <a:ext uri="{FF2B5EF4-FFF2-40B4-BE49-F238E27FC236}">
                    <a16:creationId xmlns:a16="http://schemas.microsoft.com/office/drawing/2014/main" id="{F8C4824B-515C-435D-AEA8-2DCF30118D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33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4 h 6"/>
                  <a:gd name="T4" fmla="*/ 4 w 7"/>
                  <a:gd name="T5" fmla="*/ 6 h 6"/>
                  <a:gd name="T6" fmla="*/ 6 w 7"/>
                  <a:gd name="T7" fmla="*/ 6 h 6"/>
                  <a:gd name="T8" fmla="*/ 7 w 7"/>
                  <a:gd name="T9" fmla="*/ 4 h 6"/>
                  <a:gd name="T10" fmla="*/ 4 w 7"/>
                  <a:gd name="T11" fmla="*/ 0 h 6"/>
                  <a:gd name="T12" fmla="*/ 0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5" name="Freeform 6173">
                <a:extLst>
                  <a:ext uri="{FF2B5EF4-FFF2-40B4-BE49-F238E27FC236}">
                    <a16:creationId xmlns:a16="http://schemas.microsoft.com/office/drawing/2014/main" id="{025733B6-B5D3-4A0E-A154-AC1EE054D9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1693"/>
                <a:ext cx="13" cy="6"/>
              </a:xfrm>
              <a:custGeom>
                <a:avLst/>
                <a:gdLst>
                  <a:gd name="T0" fmla="*/ 8 w 13"/>
                  <a:gd name="T1" fmla="*/ 0 h 6"/>
                  <a:gd name="T2" fmla="*/ 6 w 13"/>
                  <a:gd name="T3" fmla="*/ 2 h 6"/>
                  <a:gd name="T4" fmla="*/ 4 w 13"/>
                  <a:gd name="T5" fmla="*/ 0 h 6"/>
                  <a:gd name="T6" fmla="*/ 0 w 13"/>
                  <a:gd name="T7" fmla="*/ 2 h 6"/>
                  <a:gd name="T8" fmla="*/ 2 w 13"/>
                  <a:gd name="T9" fmla="*/ 4 h 6"/>
                  <a:gd name="T10" fmla="*/ 4 w 13"/>
                  <a:gd name="T11" fmla="*/ 4 h 6"/>
                  <a:gd name="T12" fmla="*/ 6 w 13"/>
                  <a:gd name="T13" fmla="*/ 4 h 6"/>
                  <a:gd name="T14" fmla="*/ 8 w 13"/>
                  <a:gd name="T15" fmla="*/ 4 h 6"/>
                  <a:gd name="T16" fmla="*/ 10 w 13"/>
                  <a:gd name="T17" fmla="*/ 6 h 6"/>
                  <a:gd name="T18" fmla="*/ 13 w 13"/>
                  <a:gd name="T19" fmla="*/ 6 h 6"/>
                  <a:gd name="T20" fmla="*/ 11 w 13"/>
                  <a:gd name="T21" fmla="*/ 2 h 6"/>
                  <a:gd name="T22" fmla="*/ 8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6" name="Freeform 6174">
                <a:extLst>
                  <a:ext uri="{FF2B5EF4-FFF2-40B4-BE49-F238E27FC236}">
                    <a16:creationId xmlns:a16="http://schemas.microsoft.com/office/drawing/2014/main" id="{C4EEAD2C-8E8E-40CD-9538-205217C69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61" y="1529"/>
                <a:ext cx="13" cy="19"/>
              </a:xfrm>
              <a:custGeom>
                <a:avLst/>
                <a:gdLst>
                  <a:gd name="T0" fmla="*/ 3 w 13"/>
                  <a:gd name="T1" fmla="*/ 17 h 19"/>
                  <a:gd name="T2" fmla="*/ 3 w 13"/>
                  <a:gd name="T3" fmla="*/ 19 h 19"/>
                  <a:gd name="T4" fmla="*/ 7 w 13"/>
                  <a:gd name="T5" fmla="*/ 19 h 19"/>
                  <a:gd name="T6" fmla="*/ 9 w 13"/>
                  <a:gd name="T7" fmla="*/ 19 h 19"/>
                  <a:gd name="T8" fmla="*/ 13 w 13"/>
                  <a:gd name="T9" fmla="*/ 19 h 19"/>
                  <a:gd name="T10" fmla="*/ 13 w 13"/>
                  <a:gd name="T11" fmla="*/ 15 h 19"/>
                  <a:gd name="T12" fmla="*/ 11 w 13"/>
                  <a:gd name="T13" fmla="*/ 11 h 19"/>
                  <a:gd name="T14" fmla="*/ 11 w 13"/>
                  <a:gd name="T15" fmla="*/ 8 h 19"/>
                  <a:gd name="T16" fmla="*/ 7 w 13"/>
                  <a:gd name="T17" fmla="*/ 6 h 19"/>
                  <a:gd name="T18" fmla="*/ 5 w 13"/>
                  <a:gd name="T19" fmla="*/ 0 h 19"/>
                  <a:gd name="T20" fmla="*/ 2 w 13"/>
                  <a:gd name="T21" fmla="*/ 6 h 19"/>
                  <a:gd name="T22" fmla="*/ 2 w 13"/>
                  <a:gd name="T23" fmla="*/ 9 h 19"/>
                  <a:gd name="T24" fmla="*/ 0 w 13"/>
                  <a:gd name="T25" fmla="*/ 13 h 19"/>
                  <a:gd name="T26" fmla="*/ 0 w 13"/>
                  <a:gd name="T27" fmla="*/ 17 h 19"/>
                  <a:gd name="T28" fmla="*/ 3 w 13"/>
                  <a:gd name="T2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9">
                    <a:moveTo>
                      <a:pt x="3" y="17"/>
                    </a:moveTo>
                    <a:lnTo>
                      <a:pt x="3" y="19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3" y="15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7" y="6"/>
                    </a:lnTo>
                    <a:lnTo>
                      <a:pt x="5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7" name="Freeform 6175">
                <a:extLst>
                  <a:ext uri="{FF2B5EF4-FFF2-40B4-BE49-F238E27FC236}">
                    <a16:creationId xmlns:a16="http://schemas.microsoft.com/office/drawing/2014/main" id="{FA23A376-FCD5-4C83-840C-A3DC9BE583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09"/>
                <a:ext cx="39" cy="24"/>
              </a:xfrm>
              <a:custGeom>
                <a:avLst/>
                <a:gdLst>
                  <a:gd name="T0" fmla="*/ 22 w 39"/>
                  <a:gd name="T1" fmla="*/ 2 h 24"/>
                  <a:gd name="T2" fmla="*/ 20 w 39"/>
                  <a:gd name="T3" fmla="*/ 2 h 24"/>
                  <a:gd name="T4" fmla="*/ 18 w 39"/>
                  <a:gd name="T5" fmla="*/ 6 h 24"/>
                  <a:gd name="T6" fmla="*/ 22 w 39"/>
                  <a:gd name="T7" fmla="*/ 11 h 24"/>
                  <a:gd name="T8" fmla="*/ 22 w 39"/>
                  <a:gd name="T9" fmla="*/ 11 h 24"/>
                  <a:gd name="T10" fmla="*/ 20 w 39"/>
                  <a:gd name="T11" fmla="*/ 9 h 24"/>
                  <a:gd name="T12" fmla="*/ 18 w 39"/>
                  <a:gd name="T13" fmla="*/ 6 h 24"/>
                  <a:gd name="T14" fmla="*/ 16 w 39"/>
                  <a:gd name="T15" fmla="*/ 8 h 24"/>
                  <a:gd name="T16" fmla="*/ 13 w 39"/>
                  <a:gd name="T17" fmla="*/ 8 h 24"/>
                  <a:gd name="T18" fmla="*/ 11 w 39"/>
                  <a:gd name="T19" fmla="*/ 9 h 24"/>
                  <a:gd name="T20" fmla="*/ 13 w 39"/>
                  <a:gd name="T21" fmla="*/ 8 h 24"/>
                  <a:gd name="T22" fmla="*/ 11 w 39"/>
                  <a:gd name="T23" fmla="*/ 6 h 24"/>
                  <a:gd name="T24" fmla="*/ 7 w 39"/>
                  <a:gd name="T25" fmla="*/ 6 h 24"/>
                  <a:gd name="T26" fmla="*/ 7 w 39"/>
                  <a:gd name="T27" fmla="*/ 8 h 24"/>
                  <a:gd name="T28" fmla="*/ 5 w 39"/>
                  <a:gd name="T29" fmla="*/ 8 h 24"/>
                  <a:gd name="T30" fmla="*/ 5 w 39"/>
                  <a:gd name="T31" fmla="*/ 6 h 24"/>
                  <a:gd name="T32" fmla="*/ 2 w 39"/>
                  <a:gd name="T33" fmla="*/ 8 h 24"/>
                  <a:gd name="T34" fmla="*/ 0 w 39"/>
                  <a:gd name="T35" fmla="*/ 13 h 24"/>
                  <a:gd name="T36" fmla="*/ 3 w 39"/>
                  <a:gd name="T37" fmla="*/ 11 h 24"/>
                  <a:gd name="T38" fmla="*/ 5 w 39"/>
                  <a:gd name="T39" fmla="*/ 9 h 24"/>
                  <a:gd name="T40" fmla="*/ 5 w 39"/>
                  <a:gd name="T41" fmla="*/ 11 h 24"/>
                  <a:gd name="T42" fmla="*/ 7 w 39"/>
                  <a:gd name="T43" fmla="*/ 11 h 24"/>
                  <a:gd name="T44" fmla="*/ 9 w 39"/>
                  <a:gd name="T45" fmla="*/ 11 h 24"/>
                  <a:gd name="T46" fmla="*/ 7 w 39"/>
                  <a:gd name="T47" fmla="*/ 13 h 24"/>
                  <a:gd name="T48" fmla="*/ 11 w 39"/>
                  <a:gd name="T49" fmla="*/ 17 h 24"/>
                  <a:gd name="T50" fmla="*/ 11 w 39"/>
                  <a:gd name="T51" fmla="*/ 22 h 24"/>
                  <a:gd name="T52" fmla="*/ 13 w 39"/>
                  <a:gd name="T53" fmla="*/ 24 h 24"/>
                  <a:gd name="T54" fmla="*/ 16 w 39"/>
                  <a:gd name="T55" fmla="*/ 24 h 24"/>
                  <a:gd name="T56" fmla="*/ 20 w 39"/>
                  <a:gd name="T57" fmla="*/ 22 h 24"/>
                  <a:gd name="T58" fmla="*/ 24 w 39"/>
                  <a:gd name="T59" fmla="*/ 24 h 24"/>
                  <a:gd name="T60" fmla="*/ 24 w 39"/>
                  <a:gd name="T61" fmla="*/ 21 h 24"/>
                  <a:gd name="T62" fmla="*/ 22 w 39"/>
                  <a:gd name="T63" fmla="*/ 17 h 24"/>
                  <a:gd name="T64" fmla="*/ 22 w 39"/>
                  <a:gd name="T65" fmla="*/ 15 h 24"/>
                  <a:gd name="T66" fmla="*/ 24 w 39"/>
                  <a:gd name="T67" fmla="*/ 19 h 24"/>
                  <a:gd name="T68" fmla="*/ 28 w 39"/>
                  <a:gd name="T69" fmla="*/ 21 h 24"/>
                  <a:gd name="T70" fmla="*/ 31 w 39"/>
                  <a:gd name="T71" fmla="*/ 21 h 24"/>
                  <a:gd name="T72" fmla="*/ 31 w 39"/>
                  <a:gd name="T73" fmla="*/ 19 h 24"/>
                  <a:gd name="T74" fmla="*/ 29 w 39"/>
                  <a:gd name="T75" fmla="*/ 17 h 24"/>
                  <a:gd name="T76" fmla="*/ 31 w 39"/>
                  <a:gd name="T77" fmla="*/ 15 h 24"/>
                  <a:gd name="T78" fmla="*/ 33 w 39"/>
                  <a:gd name="T79" fmla="*/ 11 h 24"/>
                  <a:gd name="T80" fmla="*/ 33 w 39"/>
                  <a:gd name="T81" fmla="*/ 11 h 24"/>
                  <a:gd name="T82" fmla="*/ 35 w 39"/>
                  <a:gd name="T83" fmla="*/ 9 h 24"/>
                  <a:gd name="T84" fmla="*/ 39 w 39"/>
                  <a:gd name="T85" fmla="*/ 9 h 24"/>
                  <a:gd name="T86" fmla="*/ 39 w 39"/>
                  <a:gd name="T87" fmla="*/ 6 h 24"/>
                  <a:gd name="T88" fmla="*/ 35 w 39"/>
                  <a:gd name="T89" fmla="*/ 6 h 24"/>
                  <a:gd name="T90" fmla="*/ 33 w 39"/>
                  <a:gd name="T91" fmla="*/ 6 h 24"/>
                  <a:gd name="T92" fmla="*/ 29 w 39"/>
                  <a:gd name="T93" fmla="*/ 2 h 24"/>
                  <a:gd name="T94" fmla="*/ 26 w 39"/>
                  <a:gd name="T95" fmla="*/ 0 h 24"/>
                  <a:gd name="T96" fmla="*/ 24 w 39"/>
                  <a:gd name="T97" fmla="*/ 0 h 24"/>
                  <a:gd name="T98" fmla="*/ 22 w 39"/>
                  <a:gd name="T9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24">
                    <a:moveTo>
                      <a:pt x="22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0" y="9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11" y="17"/>
                    </a:lnTo>
                    <a:lnTo>
                      <a:pt x="11" y="22"/>
                    </a:lnTo>
                    <a:lnTo>
                      <a:pt x="13" y="24"/>
                    </a:lnTo>
                    <a:lnTo>
                      <a:pt x="16" y="24"/>
                    </a:lnTo>
                    <a:lnTo>
                      <a:pt x="20" y="22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4" y="19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29" y="17"/>
                    </a:lnTo>
                    <a:lnTo>
                      <a:pt x="31" y="15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9" y="9"/>
                    </a:lnTo>
                    <a:lnTo>
                      <a:pt x="39" y="6"/>
                    </a:lnTo>
                    <a:lnTo>
                      <a:pt x="35" y="6"/>
                    </a:lnTo>
                    <a:lnTo>
                      <a:pt x="33" y="6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8" name="Freeform 6176">
                <a:extLst>
                  <a:ext uri="{FF2B5EF4-FFF2-40B4-BE49-F238E27FC236}">
                    <a16:creationId xmlns:a16="http://schemas.microsoft.com/office/drawing/2014/main" id="{36DACB15-2232-4626-A6F9-CE0E888E505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3" y="2413"/>
                <a:ext cx="10" cy="7"/>
              </a:xfrm>
              <a:custGeom>
                <a:avLst/>
                <a:gdLst>
                  <a:gd name="T0" fmla="*/ 6 w 10"/>
                  <a:gd name="T1" fmla="*/ 0 h 7"/>
                  <a:gd name="T2" fmla="*/ 4 w 10"/>
                  <a:gd name="T3" fmla="*/ 0 h 7"/>
                  <a:gd name="T4" fmla="*/ 0 w 10"/>
                  <a:gd name="T5" fmla="*/ 0 h 7"/>
                  <a:gd name="T6" fmla="*/ 2 w 10"/>
                  <a:gd name="T7" fmla="*/ 3 h 7"/>
                  <a:gd name="T8" fmla="*/ 6 w 10"/>
                  <a:gd name="T9" fmla="*/ 5 h 7"/>
                  <a:gd name="T10" fmla="*/ 8 w 10"/>
                  <a:gd name="T11" fmla="*/ 7 h 7"/>
                  <a:gd name="T12" fmla="*/ 10 w 10"/>
                  <a:gd name="T13" fmla="*/ 2 h 7"/>
                  <a:gd name="T14" fmla="*/ 6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9" name="Freeform 6177">
                <a:extLst>
                  <a:ext uri="{FF2B5EF4-FFF2-40B4-BE49-F238E27FC236}">
                    <a16:creationId xmlns:a16="http://schemas.microsoft.com/office/drawing/2014/main" id="{3055649E-C269-457A-9805-122D73F6C4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4" y="2493"/>
                <a:ext cx="28" cy="60"/>
              </a:xfrm>
              <a:custGeom>
                <a:avLst/>
                <a:gdLst>
                  <a:gd name="T0" fmla="*/ 6 w 28"/>
                  <a:gd name="T1" fmla="*/ 17 h 60"/>
                  <a:gd name="T2" fmla="*/ 4 w 28"/>
                  <a:gd name="T3" fmla="*/ 20 h 60"/>
                  <a:gd name="T4" fmla="*/ 2 w 28"/>
                  <a:gd name="T5" fmla="*/ 26 h 60"/>
                  <a:gd name="T6" fmla="*/ 0 w 28"/>
                  <a:gd name="T7" fmla="*/ 28 h 60"/>
                  <a:gd name="T8" fmla="*/ 2 w 28"/>
                  <a:gd name="T9" fmla="*/ 30 h 60"/>
                  <a:gd name="T10" fmla="*/ 2 w 28"/>
                  <a:gd name="T11" fmla="*/ 35 h 60"/>
                  <a:gd name="T12" fmla="*/ 2 w 28"/>
                  <a:gd name="T13" fmla="*/ 41 h 60"/>
                  <a:gd name="T14" fmla="*/ 4 w 28"/>
                  <a:gd name="T15" fmla="*/ 41 h 60"/>
                  <a:gd name="T16" fmla="*/ 4 w 28"/>
                  <a:gd name="T17" fmla="*/ 41 h 60"/>
                  <a:gd name="T18" fmla="*/ 4 w 28"/>
                  <a:gd name="T19" fmla="*/ 41 h 60"/>
                  <a:gd name="T20" fmla="*/ 2 w 28"/>
                  <a:gd name="T21" fmla="*/ 45 h 60"/>
                  <a:gd name="T22" fmla="*/ 4 w 28"/>
                  <a:gd name="T23" fmla="*/ 48 h 60"/>
                  <a:gd name="T24" fmla="*/ 6 w 28"/>
                  <a:gd name="T25" fmla="*/ 48 h 60"/>
                  <a:gd name="T26" fmla="*/ 6 w 28"/>
                  <a:gd name="T27" fmla="*/ 50 h 60"/>
                  <a:gd name="T28" fmla="*/ 11 w 28"/>
                  <a:gd name="T29" fmla="*/ 50 h 60"/>
                  <a:gd name="T30" fmla="*/ 11 w 28"/>
                  <a:gd name="T31" fmla="*/ 54 h 60"/>
                  <a:gd name="T32" fmla="*/ 11 w 28"/>
                  <a:gd name="T33" fmla="*/ 56 h 60"/>
                  <a:gd name="T34" fmla="*/ 11 w 28"/>
                  <a:gd name="T35" fmla="*/ 60 h 60"/>
                  <a:gd name="T36" fmla="*/ 15 w 28"/>
                  <a:gd name="T37" fmla="*/ 60 h 60"/>
                  <a:gd name="T38" fmla="*/ 19 w 28"/>
                  <a:gd name="T39" fmla="*/ 60 h 60"/>
                  <a:gd name="T40" fmla="*/ 17 w 28"/>
                  <a:gd name="T41" fmla="*/ 56 h 60"/>
                  <a:gd name="T42" fmla="*/ 19 w 28"/>
                  <a:gd name="T43" fmla="*/ 52 h 60"/>
                  <a:gd name="T44" fmla="*/ 17 w 28"/>
                  <a:gd name="T45" fmla="*/ 48 h 60"/>
                  <a:gd name="T46" fmla="*/ 19 w 28"/>
                  <a:gd name="T47" fmla="*/ 47 h 60"/>
                  <a:gd name="T48" fmla="*/ 22 w 28"/>
                  <a:gd name="T49" fmla="*/ 41 h 60"/>
                  <a:gd name="T50" fmla="*/ 22 w 28"/>
                  <a:gd name="T51" fmla="*/ 37 h 60"/>
                  <a:gd name="T52" fmla="*/ 24 w 28"/>
                  <a:gd name="T53" fmla="*/ 35 h 60"/>
                  <a:gd name="T54" fmla="*/ 22 w 28"/>
                  <a:gd name="T55" fmla="*/ 35 h 60"/>
                  <a:gd name="T56" fmla="*/ 22 w 28"/>
                  <a:gd name="T57" fmla="*/ 30 h 60"/>
                  <a:gd name="T58" fmla="*/ 24 w 28"/>
                  <a:gd name="T59" fmla="*/ 26 h 60"/>
                  <a:gd name="T60" fmla="*/ 22 w 28"/>
                  <a:gd name="T61" fmla="*/ 22 h 60"/>
                  <a:gd name="T62" fmla="*/ 24 w 28"/>
                  <a:gd name="T63" fmla="*/ 20 h 60"/>
                  <a:gd name="T64" fmla="*/ 24 w 28"/>
                  <a:gd name="T65" fmla="*/ 13 h 60"/>
                  <a:gd name="T66" fmla="*/ 26 w 28"/>
                  <a:gd name="T67" fmla="*/ 11 h 60"/>
                  <a:gd name="T68" fmla="*/ 28 w 28"/>
                  <a:gd name="T69" fmla="*/ 9 h 60"/>
                  <a:gd name="T70" fmla="*/ 26 w 28"/>
                  <a:gd name="T71" fmla="*/ 6 h 60"/>
                  <a:gd name="T72" fmla="*/ 24 w 28"/>
                  <a:gd name="T73" fmla="*/ 4 h 60"/>
                  <a:gd name="T74" fmla="*/ 22 w 28"/>
                  <a:gd name="T75" fmla="*/ 4 h 60"/>
                  <a:gd name="T76" fmla="*/ 22 w 28"/>
                  <a:gd name="T77" fmla="*/ 2 h 60"/>
                  <a:gd name="T78" fmla="*/ 17 w 28"/>
                  <a:gd name="T79" fmla="*/ 0 h 60"/>
                  <a:gd name="T80" fmla="*/ 15 w 28"/>
                  <a:gd name="T81" fmla="*/ 2 h 60"/>
                  <a:gd name="T82" fmla="*/ 15 w 28"/>
                  <a:gd name="T83" fmla="*/ 4 h 60"/>
                  <a:gd name="T84" fmla="*/ 13 w 28"/>
                  <a:gd name="T85" fmla="*/ 4 h 60"/>
                  <a:gd name="T86" fmla="*/ 9 w 28"/>
                  <a:gd name="T87" fmla="*/ 7 h 60"/>
                  <a:gd name="T88" fmla="*/ 6 w 28"/>
                  <a:gd name="T89" fmla="*/ 13 h 60"/>
                  <a:gd name="T90" fmla="*/ 7 w 28"/>
                  <a:gd name="T91" fmla="*/ 15 h 60"/>
                  <a:gd name="T92" fmla="*/ 7 w 28"/>
                  <a:gd name="T93" fmla="*/ 15 h 60"/>
                  <a:gd name="T94" fmla="*/ 6 w 28"/>
                  <a:gd name="T95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60">
                    <a:moveTo>
                      <a:pt x="6" y="17"/>
                    </a:moveTo>
                    <a:lnTo>
                      <a:pt x="4" y="20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2" y="30"/>
                    </a:lnTo>
                    <a:lnTo>
                      <a:pt x="2" y="35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11" y="50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1" y="60"/>
                    </a:lnTo>
                    <a:lnTo>
                      <a:pt x="15" y="60"/>
                    </a:lnTo>
                    <a:lnTo>
                      <a:pt x="19" y="60"/>
                    </a:lnTo>
                    <a:lnTo>
                      <a:pt x="17" y="56"/>
                    </a:lnTo>
                    <a:lnTo>
                      <a:pt x="19" y="52"/>
                    </a:lnTo>
                    <a:lnTo>
                      <a:pt x="17" y="48"/>
                    </a:lnTo>
                    <a:lnTo>
                      <a:pt x="19" y="47"/>
                    </a:lnTo>
                    <a:lnTo>
                      <a:pt x="22" y="41"/>
                    </a:lnTo>
                    <a:lnTo>
                      <a:pt x="22" y="37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2" y="30"/>
                    </a:lnTo>
                    <a:lnTo>
                      <a:pt x="24" y="26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8" y="9"/>
                    </a:lnTo>
                    <a:lnTo>
                      <a:pt x="26" y="6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9" y="7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0" name="Freeform 6178">
                <a:extLst>
                  <a:ext uri="{FF2B5EF4-FFF2-40B4-BE49-F238E27FC236}">
                    <a16:creationId xmlns:a16="http://schemas.microsoft.com/office/drawing/2014/main" id="{B1783AA2-2710-4B5B-A746-972C07B04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3" y="2577"/>
                <a:ext cx="37" cy="32"/>
              </a:xfrm>
              <a:custGeom>
                <a:avLst/>
                <a:gdLst>
                  <a:gd name="T0" fmla="*/ 8 w 37"/>
                  <a:gd name="T1" fmla="*/ 30 h 32"/>
                  <a:gd name="T2" fmla="*/ 10 w 37"/>
                  <a:gd name="T3" fmla="*/ 30 h 32"/>
                  <a:gd name="T4" fmla="*/ 11 w 37"/>
                  <a:gd name="T5" fmla="*/ 32 h 32"/>
                  <a:gd name="T6" fmla="*/ 15 w 37"/>
                  <a:gd name="T7" fmla="*/ 32 h 32"/>
                  <a:gd name="T8" fmla="*/ 17 w 37"/>
                  <a:gd name="T9" fmla="*/ 32 h 32"/>
                  <a:gd name="T10" fmla="*/ 19 w 37"/>
                  <a:gd name="T11" fmla="*/ 32 h 32"/>
                  <a:gd name="T12" fmla="*/ 21 w 37"/>
                  <a:gd name="T13" fmla="*/ 30 h 32"/>
                  <a:gd name="T14" fmla="*/ 21 w 37"/>
                  <a:gd name="T15" fmla="*/ 28 h 32"/>
                  <a:gd name="T16" fmla="*/ 24 w 37"/>
                  <a:gd name="T17" fmla="*/ 30 h 32"/>
                  <a:gd name="T18" fmla="*/ 26 w 37"/>
                  <a:gd name="T19" fmla="*/ 26 h 32"/>
                  <a:gd name="T20" fmla="*/ 26 w 37"/>
                  <a:gd name="T21" fmla="*/ 26 h 32"/>
                  <a:gd name="T22" fmla="*/ 28 w 37"/>
                  <a:gd name="T23" fmla="*/ 24 h 32"/>
                  <a:gd name="T24" fmla="*/ 32 w 37"/>
                  <a:gd name="T25" fmla="*/ 22 h 32"/>
                  <a:gd name="T26" fmla="*/ 32 w 37"/>
                  <a:gd name="T27" fmla="*/ 20 h 32"/>
                  <a:gd name="T28" fmla="*/ 32 w 37"/>
                  <a:gd name="T29" fmla="*/ 17 h 32"/>
                  <a:gd name="T30" fmla="*/ 34 w 37"/>
                  <a:gd name="T31" fmla="*/ 15 h 32"/>
                  <a:gd name="T32" fmla="*/ 34 w 37"/>
                  <a:gd name="T33" fmla="*/ 13 h 32"/>
                  <a:gd name="T34" fmla="*/ 37 w 37"/>
                  <a:gd name="T35" fmla="*/ 9 h 32"/>
                  <a:gd name="T36" fmla="*/ 36 w 37"/>
                  <a:gd name="T37" fmla="*/ 5 h 32"/>
                  <a:gd name="T38" fmla="*/ 32 w 37"/>
                  <a:gd name="T39" fmla="*/ 2 h 32"/>
                  <a:gd name="T40" fmla="*/ 30 w 37"/>
                  <a:gd name="T41" fmla="*/ 2 h 32"/>
                  <a:gd name="T42" fmla="*/ 32 w 37"/>
                  <a:gd name="T43" fmla="*/ 0 h 32"/>
                  <a:gd name="T44" fmla="*/ 23 w 37"/>
                  <a:gd name="T45" fmla="*/ 2 h 32"/>
                  <a:gd name="T46" fmla="*/ 21 w 37"/>
                  <a:gd name="T47" fmla="*/ 2 h 32"/>
                  <a:gd name="T48" fmla="*/ 19 w 37"/>
                  <a:gd name="T49" fmla="*/ 4 h 32"/>
                  <a:gd name="T50" fmla="*/ 17 w 37"/>
                  <a:gd name="T51" fmla="*/ 4 h 32"/>
                  <a:gd name="T52" fmla="*/ 13 w 37"/>
                  <a:gd name="T53" fmla="*/ 4 h 32"/>
                  <a:gd name="T54" fmla="*/ 10 w 37"/>
                  <a:gd name="T55" fmla="*/ 5 h 32"/>
                  <a:gd name="T56" fmla="*/ 10 w 37"/>
                  <a:gd name="T57" fmla="*/ 7 h 32"/>
                  <a:gd name="T58" fmla="*/ 6 w 37"/>
                  <a:gd name="T59" fmla="*/ 9 h 32"/>
                  <a:gd name="T60" fmla="*/ 0 w 37"/>
                  <a:gd name="T61" fmla="*/ 15 h 32"/>
                  <a:gd name="T62" fmla="*/ 2 w 37"/>
                  <a:gd name="T63" fmla="*/ 17 h 32"/>
                  <a:gd name="T64" fmla="*/ 2 w 37"/>
                  <a:gd name="T65" fmla="*/ 22 h 32"/>
                  <a:gd name="T66" fmla="*/ 4 w 37"/>
                  <a:gd name="T67" fmla="*/ 24 h 32"/>
                  <a:gd name="T68" fmla="*/ 4 w 37"/>
                  <a:gd name="T69" fmla="*/ 26 h 32"/>
                  <a:gd name="T70" fmla="*/ 8 w 37"/>
                  <a:gd name="T71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" h="32">
                    <a:moveTo>
                      <a:pt x="8" y="30"/>
                    </a:moveTo>
                    <a:lnTo>
                      <a:pt x="10" y="30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7"/>
                    </a:lnTo>
                    <a:lnTo>
                      <a:pt x="34" y="15"/>
                    </a:lnTo>
                    <a:lnTo>
                      <a:pt x="34" y="13"/>
                    </a:lnTo>
                    <a:lnTo>
                      <a:pt x="37" y="9"/>
                    </a:lnTo>
                    <a:lnTo>
                      <a:pt x="36" y="5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6" y="9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8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1" name="Freeform 6179">
                <a:extLst>
                  <a:ext uri="{FF2B5EF4-FFF2-40B4-BE49-F238E27FC236}">
                    <a16:creationId xmlns:a16="http://schemas.microsoft.com/office/drawing/2014/main" id="{CEDE155D-4A57-47B3-9874-C1CBE63B56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6" y="1415"/>
                <a:ext cx="17" cy="28"/>
              </a:xfrm>
              <a:custGeom>
                <a:avLst/>
                <a:gdLst>
                  <a:gd name="T0" fmla="*/ 4 w 9"/>
                  <a:gd name="T1" fmla="*/ 3 h 15"/>
                  <a:gd name="T2" fmla="*/ 2 w 9"/>
                  <a:gd name="T3" fmla="*/ 1 h 15"/>
                  <a:gd name="T4" fmla="*/ 1 w 9"/>
                  <a:gd name="T5" fmla="*/ 0 h 15"/>
                  <a:gd name="T6" fmla="*/ 0 w 9"/>
                  <a:gd name="T7" fmla="*/ 2 h 15"/>
                  <a:gd name="T8" fmla="*/ 0 w 9"/>
                  <a:gd name="T9" fmla="*/ 4 h 15"/>
                  <a:gd name="T10" fmla="*/ 1 w 9"/>
                  <a:gd name="T11" fmla="*/ 5 h 15"/>
                  <a:gd name="T12" fmla="*/ 1 w 9"/>
                  <a:gd name="T13" fmla="*/ 6 h 15"/>
                  <a:gd name="T14" fmla="*/ 2 w 9"/>
                  <a:gd name="T15" fmla="*/ 9 h 15"/>
                  <a:gd name="T16" fmla="*/ 2 w 9"/>
                  <a:gd name="T17" fmla="*/ 10 h 15"/>
                  <a:gd name="T18" fmla="*/ 4 w 9"/>
                  <a:gd name="T19" fmla="*/ 10 h 15"/>
                  <a:gd name="T20" fmla="*/ 5 w 9"/>
                  <a:gd name="T21" fmla="*/ 11 h 15"/>
                  <a:gd name="T22" fmla="*/ 5 w 9"/>
                  <a:gd name="T23" fmla="*/ 13 h 15"/>
                  <a:gd name="T24" fmla="*/ 6 w 9"/>
                  <a:gd name="T25" fmla="*/ 13 h 15"/>
                  <a:gd name="T26" fmla="*/ 6 w 9"/>
                  <a:gd name="T27" fmla="*/ 14 h 15"/>
                  <a:gd name="T28" fmla="*/ 7 w 9"/>
                  <a:gd name="T29" fmla="*/ 15 h 15"/>
                  <a:gd name="T30" fmla="*/ 7 w 9"/>
                  <a:gd name="T31" fmla="*/ 15 h 15"/>
                  <a:gd name="T32" fmla="*/ 9 w 9"/>
                  <a:gd name="T33" fmla="*/ 15 h 15"/>
                  <a:gd name="T34" fmla="*/ 9 w 9"/>
                  <a:gd name="T35" fmla="*/ 13 h 15"/>
                  <a:gd name="T36" fmla="*/ 8 w 9"/>
                  <a:gd name="T37" fmla="*/ 12 h 15"/>
                  <a:gd name="T38" fmla="*/ 7 w 9"/>
                  <a:gd name="T39" fmla="*/ 10 h 15"/>
                  <a:gd name="T40" fmla="*/ 7 w 9"/>
                  <a:gd name="T41" fmla="*/ 8 h 15"/>
                  <a:gd name="T42" fmla="*/ 6 w 9"/>
                  <a:gd name="T43" fmla="*/ 8 h 15"/>
                  <a:gd name="T44" fmla="*/ 6 w 9"/>
                  <a:gd name="T45" fmla="*/ 8 h 15"/>
                  <a:gd name="T46" fmla="*/ 5 w 9"/>
                  <a:gd name="T47" fmla="*/ 8 h 15"/>
                  <a:gd name="T48" fmla="*/ 5 w 9"/>
                  <a:gd name="T49" fmla="*/ 7 h 15"/>
                  <a:gd name="T50" fmla="*/ 4 w 9"/>
                  <a:gd name="T51" fmla="*/ 6 h 15"/>
                  <a:gd name="T52" fmla="*/ 4 w 9"/>
                  <a:gd name="T53" fmla="*/ 4 h 15"/>
                  <a:gd name="T54" fmla="*/ 4 w 9"/>
                  <a:gd name="T5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15">
                    <a:moveTo>
                      <a:pt x="4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2" name="Freeform 6180">
                <a:extLst>
                  <a:ext uri="{FF2B5EF4-FFF2-40B4-BE49-F238E27FC236}">
                    <a16:creationId xmlns:a16="http://schemas.microsoft.com/office/drawing/2014/main" id="{22910086-40D0-4B19-91A7-172C338C12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9" y="1412"/>
                <a:ext cx="8" cy="13"/>
              </a:xfrm>
              <a:custGeom>
                <a:avLst/>
                <a:gdLst>
                  <a:gd name="T0" fmla="*/ 6 w 8"/>
                  <a:gd name="T1" fmla="*/ 1 h 13"/>
                  <a:gd name="T2" fmla="*/ 4 w 8"/>
                  <a:gd name="T3" fmla="*/ 0 h 13"/>
                  <a:gd name="T4" fmla="*/ 2 w 8"/>
                  <a:gd name="T5" fmla="*/ 1 h 13"/>
                  <a:gd name="T6" fmla="*/ 0 w 8"/>
                  <a:gd name="T7" fmla="*/ 3 h 13"/>
                  <a:gd name="T8" fmla="*/ 0 w 8"/>
                  <a:gd name="T9" fmla="*/ 7 h 13"/>
                  <a:gd name="T10" fmla="*/ 2 w 8"/>
                  <a:gd name="T11" fmla="*/ 9 h 13"/>
                  <a:gd name="T12" fmla="*/ 2 w 8"/>
                  <a:gd name="T13" fmla="*/ 11 h 13"/>
                  <a:gd name="T14" fmla="*/ 6 w 8"/>
                  <a:gd name="T15" fmla="*/ 13 h 13"/>
                  <a:gd name="T16" fmla="*/ 8 w 8"/>
                  <a:gd name="T17" fmla="*/ 9 h 13"/>
                  <a:gd name="T18" fmla="*/ 8 w 8"/>
                  <a:gd name="T19" fmla="*/ 7 h 13"/>
                  <a:gd name="T20" fmla="*/ 6 w 8"/>
                  <a:gd name="T21" fmla="*/ 5 h 13"/>
                  <a:gd name="T22" fmla="*/ 6 w 8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6" y="13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3" name="Freeform 6181">
                <a:extLst>
                  <a:ext uri="{FF2B5EF4-FFF2-40B4-BE49-F238E27FC236}">
                    <a16:creationId xmlns:a16="http://schemas.microsoft.com/office/drawing/2014/main" id="{F4FCA85F-ED56-40EF-BE7C-0372144E84E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705" y="1346"/>
                <a:ext cx="86" cy="58"/>
              </a:xfrm>
              <a:custGeom>
                <a:avLst/>
                <a:gdLst>
                  <a:gd name="T0" fmla="*/ 2 w 46"/>
                  <a:gd name="T1" fmla="*/ 13 h 31"/>
                  <a:gd name="T2" fmla="*/ 2 w 46"/>
                  <a:gd name="T3" fmla="*/ 15 h 31"/>
                  <a:gd name="T4" fmla="*/ 5 w 46"/>
                  <a:gd name="T5" fmla="*/ 19 h 31"/>
                  <a:gd name="T6" fmla="*/ 9 w 46"/>
                  <a:gd name="T7" fmla="*/ 20 h 31"/>
                  <a:gd name="T8" fmla="*/ 11 w 46"/>
                  <a:gd name="T9" fmla="*/ 20 h 31"/>
                  <a:gd name="T10" fmla="*/ 14 w 46"/>
                  <a:gd name="T11" fmla="*/ 19 h 31"/>
                  <a:gd name="T12" fmla="*/ 15 w 46"/>
                  <a:gd name="T13" fmla="*/ 21 h 31"/>
                  <a:gd name="T14" fmla="*/ 13 w 46"/>
                  <a:gd name="T15" fmla="*/ 21 h 31"/>
                  <a:gd name="T16" fmla="*/ 9 w 46"/>
                  <a:gd name="T17" fmla="*/ 23 h 31"/>
                  <a:gd name="T18" fmla="*/ 14 w 46"/>
                  <a:gd name="T19" fmla="*/ 26 h 31"/>
                  <a:gd name="T20" fmla="*/ 16 w 46"/>
                  <a:gd name="T21" fmla="*/ 26 h 31"/>
                  <a:gd name="T22" fmla="*/ 19 w 46"/>
                  <a:gd name="T23" fmla="*/ 28 h 31"/>
                  <a:gd name="T24" fmla="*/ 25 w 46"/>
                  <a:gd name="T25" fmla="*/ 27 h 31"/>
                  <a:gd name="T26" fmla="*/ 26 w 46"/>
                  <a:gd name="T27" fmla="*/ 28 h 31"/>
                  <a:gd name="T28" fmla="*/ 30 w 46"/>
                  <a:gd name="T29" fmla="*/ 31 h 31"/>
                  <a:gd name="T30" fmla="*/ 33 w 46"/>
                  <a:gd name="T31" fmla="*/ 28 h 31"/>
                  <a:gd name="T32" fmla="*/ 35 w 46"/>
                  <a:gd name="T33" fmla="*/ 26 h 31"/>
                  <a:gd name="T34" fmla="*/ 37 w 46"/>
                  <a:gd name="T35" fmla="*/ 27 h 31"/>
                  <a:gd name="T36" fmla="*/ 41 w 46"/>
                  <a:gd name="T37" fmla="*/ 25 h 31"/>
                  <a:gd name="T38" fmla="*/ 41 w 46"/>
                  <a:gd name="T39" fmla="*/ 22 h 31"/>
                  <a:gd name="T40" fmla="*/ 44 w 46"/>
                  <a:gd name="T41" fmla="*/ 17 h 31"/>
                  <a:gd name="T42" fmla="*/ 46 w 46"/>
                  <a:gd name="T43" fmla="*/ 13 h 31"/>
                  <a:gd name="T44" fmla="*/ 46 w 46"/>
                  <a:gd name="T45" fmla="*/ 10 h 31"/>
                  <a:gd name="T46" fmla="*/ 43 w 46"/>
                  <a:gd name="T47" fmla="*/ 8 h 31"/>
                  <a:gd name="T48" fmla="*/ 39 w 46"/>
                  <a:gd name="T49" fmla="*/ 7 h 31"/>
                  <a:gd name="T50" fmla="*/ 35 w 46"/>
                  <a:gd name="T51" fmla="*/ 6 h 31"/>
                  <a:gd name="T52" fmla="*/ 33 w 46"/>
                  <a:gd name="T53" fmla="*/ 4 h 31"/>
                  <a:gd name="T54" fmla="*/ 32 w 46"/>
                  <a:gd name="T55" fmla="*/ 2 h 31"/>
                  <a:gd name="T56" fmla="*/ 30 w 46"/>
                  <a:gd name="T57" fmla="*/ 4 h 31"/>
                  <a:gd name="T58" fmla="*/ 28 w 46"/>
                  <a:gd name="T59" fmla="*/ 5 h 31"/>
                  <a:gd name="T60" fmla="*/ 27 w 46"/>
                  <a:gd name="T61" fmla="*/ 8 h 31"/>
                  <a:gd name="T62" fmla="*/ 26 w 46"/>
                  <a:gd name="T63" fmla="*/ 7 h 31"/>
                  <a:gd name="T64" fmla="*/ 26 w 46"/>
                  <a:gd name="T65" fmla="*/ 3 h 31"/>
                  <a:gd name="T66" fmla="*/ 23 w 46"/>
                  <a:gd name="T67" fmla="*/ 0 h 31"/>
                  <a:gd name="T68" fmla="*/ 20 w 46"/>
                  <a:gd name="T69" fmla="*/ 3 h 31"/>
                  <a:gd name="T70" fmla="*/ 22 w 46"/>
                  <a:gd name="T71" fmla="*/ 7 h 31"/>
                  <a:gd name="T72" fmla="*/ 22 w 46"/>
                  <a:gd name="T73" fmla="*/ 12 h 31"/>
                  <a:gd name="T74" fmla="*/ 20 w 46"/>
                  <a:gd name="T75" fmla="*/ 10 h 31"/>
                  <a:gd name="T76" fmla="*/ 20 w 46"/>
                  <a:gd name="T77" fmla="*/ 8 h 31"/>
                  <a:gd name="T78" fmla="*/ 17 w 46"/>
                  <a:gd name="T79" fmla="*/ 7 h 31"/>
                  <a:gd name="T80" fmla="*/ 15 w 46"/>
                  <a:gd name="T81" fmla="*/ 8 h 31"/>
                  <a:gd name="T82" fmla="*/ 14 w 46"/>
                  <a:gd name="T83" fmla="*/ 6 h 31"/>
                  <a:gd name="T84" fmla="*/ 12 w 46"/>
                  <a:gd name="T85" fmla="*/ 4 h 31"/>
                  <a:gd name="T86" fmla="*/ 10 w 46"/>
                  <a:gd name="T87" fmla="*/ 3 h 31"/>
                  <a:gd name="T88" fmla="*/ 8 w 46"/>
                  <a:gd name="T89" fmla="*/ 0 h 31"/>
                  <a:gd name="T90" fmla="*/ 7 w 46"/>
                  <a:gd name="T91" fmla="*/ 5 h 31"/>
                  <a:gd name="T92" fmla="*/ 8 w 46"/>
                  <a:gd name="T93" fmla="*/ 8 h 31"/>
                  <a:gd name="T94" fmla="*/ 6 w 46"/>
                  <a:gd name="T95" fmla="*/ 8 h 31"/>
                  <a:gd name="T96" fmla="*/ 7 w 46"/>
                  <a:gd name="T97" fmla="*/ 11 h 31"/>
                  <a:gd name="T98" fmla="*/ 5 w 46"/>
                  <a:gd name="T99" fmla="*/ 9 h 31"/>
                  <a:gd name="T100" fmla="*/ 5 w 46"/>
                  <a:gd name="T101" fmla="*/ 8 h 31"/>
                  <a:gd name="T102" fmla="*/ 3 w 46"/>
                  <a:gd name="T103" fmla="*/ 5 h 31"/>
                  <a:gd name="T104" fmla="*/ 2 w 46"/>
                  <a:gd name="T105" fmla="*/ 8 h 31"/>
                  <a:gd name="T106" fmla="*/ 1 w 46"/>
                  <a:gd name="T107" fmla="*/ 8 h 31"/>
                  <a:gd name="T108" fmla="*/ 2 w 46"/>
                  <a:gd name="T109" fmla="*/ 12 h 31"/>
                  <a:gd name="T110" fmla="*/ 20 w 46"/>
                  <a:gd name="T111" fmla="*/ 18 h 31"/>
                  <a:gd name="T112" fmla="*/ 20 w 46"/>
                  <a:gd name="T113" fmla="*/ 18 h 31"/>
                  <a:gd name="T114" fmla="*/ 19 w 46"/>
                  <a:gd name="T115" fmla="*/ 19 h 31"/>
                  <a:gd name="T116" fmla="*/ 14 w 46"/>
                  <a:gd name="T117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" h="31">
                    <a:moveTo>
                      <a:pt x="2" y="12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lnTo>
                      <a:pt x="2" y="12"/>
                    </a:lnTo>
                    <a:close/>
                    <a:moveTo>
                      <a:pt x="16" y="19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16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4" name="Freeform 6182">
                <a:extLst>
                  <a:ext uri="{FF2B5EF4-FFF2-40B4-BE49-F238E27FC236}">
                    <a16:creationId xmlns:a16="http://schemas.microsoft.com/office/drawing/2014/main" id="{1591B074-643B-4273-B295-E943DBEF53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22" y="1337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9 w 13"/>
                  <a:gd name="T3" fmla="*/ 7 h 7"/>
                  <a:gd name="T4" fmla="*/ 11 w 13"/>
                  <a:gd name="T5" fmla="*/ 6 h 7"/>
                  <a:gd name="T6" fmla="*/ 13 w 13"/>
                  <a:gd name="T7" fmla="*/ 4 h 7"/>
                  <a:gd name="T8" fmla="*/ 11 w 13"/>
                  <a:gd name="T9" fmla="*/ 2 h 7"/>
                  <a:gd name="T10" fmla="*/ 8 w 13"/>
                  <a:gd name="T11" fmla="*/ 2 h 7"/>
                  <a:gd name="T12" fmla="*/ 6 w 13"/>
                  <a:gd name="T13" fmla="*/ 0 h 7"/>
                  <a:gd name="T14" fmla="*/ 2 w 13"/>
                  <a:gd name="T15" fmla="*/ 0 h 7"/>
                  <a:gd name="T16" fmla="*/ 0 w 13"/>
                  <a:gd name="T17" fmla="*/ 2 h 7"/>
                  <a:gd name="T18" fmla="*/ 2 w 13"/>
                  <a:gd name="T19" fmla="*/ 4 h 7"/>
                  <a:gd name="T20" fmla="*/ 8 w 13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9" y="7"/>
                    </a:lnTo>
                    <a:lnTo>
                      <a:pt x="11" y="6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5" name="Freeform 6183">
                <a:extLst>
                  <a:ext uri="{FF2B5EF4-FFF2-40B4-BE49-F238E27FC236}">
                    <a16:creationId xmlns:a16="http://schemas.microsoft.com/office/drawing/2014/main" id="{D8E4D5F1-00F4-4BC1-9BD9-0A09B3FB76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7" y="1563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3 h 11"/>
                  <a:gd name="T4" fmla="*/ 0 w 7"/>
                  <a:gd name="T5" fmla="*/ 5 h 11"/>
                  <a:gd name="T6" fmla="*/ 2 w 7"/>
                  <a:gd name="T7" fmla="*/ 7 h 11"/>
                  <a:gd name="T8" fmla="*/ 2 w 7"/>
                  <a:gd name="T9" fmla="*/ 9 h 11"/>
                  <a:gd name="T10" fmla="*/ 6 w 7"/>
                  <a:gd name="T11" fmla="*/ 11 h 11"/>
                  <a:gd name="T12" fmla="*/ 7 w 7"/>
                  <a:gd name="T13" fmla="*/ 7 h 11"/>
                  <a:gd name="T14" fmla="*/ 7 w 7"/>
                  <a:gd name="T15" fmla="*/ 3 h 11"/>
                  <a:gd name="T16" fmla="*/ 6 w 7"/>
                  <a:gd name="T17" fmla="*/ 1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6" name="Freeform 6184">
                <a:extLst>
                  <a:ext uri="{FF2B5EF4-FFF2-40B4-BE49-F238E27FC236}">
                    <a16:creationId xmlns:a16="http://schemas.microsoft.com/office/drawing/2014/main" id="{19A522B0-91A5-4E44-8C77-D1A7B5D012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91" y="1358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6 w 6"/>
                  <a:gd name="T5" fmla="*/ 0 h 5"/>
                  <a:gd name="T6" fmla="*/ 2 w 6"/>
                  <a:gd name="T7" fmla="*/ 0 h 5"/>
                  <a:gd name="T8" fmla="*/ 0 w 6"/>
                  <a:gd name="T9" fmla="*/ 0 h 5"/>
                  <a:gd name="T10" fmla="*/ 0 w 6"/>
                  <a:gd name="T11" fmla="*/ 1 h 5"/>
                  <a:gd name="T12" fmla="*/ 2 w 6"/>
                  <a:gd name="T13" fmla="*/ 5 h 5"/>
                  <a:gd name="T14" fmla="*/ 4 w 6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7" name="Freeform 6185">
                <a:extLst>
                  <a:ext uri="{FF2B5EF4-FFF2-40B4-BE49-F238E27FC236}">
                    <a16:creationId xmlns:a16="http://schemas.microsoft.com/office/drawing/2014/main" id="{3F373E53-AD84-4BCD-A7CB-D4E3EA48464B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644" y="1369"/>
                <a:ext cx="140" cy="136"/>
              </a:xfrm>
              <a:custGeom>
                <a:avLst/>
                <a:gdLst>
                  <a:gd name="T0" fmla="*/ 9 w 140"/>
                  <a:gd name="T1" fmla="*/ 35 h 136"/>
                  <a:gd name="T2" fmla="*/ 9 w 140"/>
                  <a:gd name="T3" fmla="*/ 43 h 136"/>
                  <a:gd name="T4" fmla="*/ 13 w 140"/>
                  <a:gd name="T5" fmla="*/ 46 h 136"/>
                  <a:gd name="T6" fmla="*/ 11 w 140"/>
                  <a:gd name="T7" fmla="*/ 52 h 136"/>
                  <a:gd name="T8" fmla="*/ 19 w 140"/>
                  <a:gd name="T9" fmla="*/ 63 h 136"/>
                  <a:gd name="T10" fmla="*/ 26 w 140"/>
                  <a:gd name="T11" fmla="*/ 74 h 136"/>
                  <a:gd name="T12" fmla="*/ 43 w 140"/>
                  <a:gd name="T13" fmla="*/ 69 h 136"/>
                  <a:gd name="T14" fmla="*/ 39 w 140"/>
                  <a:gd name="T15" fmla="*/ 54 h 136"/>
                  <a:gd name="T16" fmla="*/ 45 w 140"/>
                  <a:gd name="T17" fmla="*/ 52 h 136"/>
                  <a:gd name="T18" fmla="*/ 45 w 140"/>
                  <a:gd name="T19" fmla="*/ 59 h 136"/>
                  <a:gd name="T20" fmla="*/ 56 w 140"/>
                  <a:gd name="T21" fmla="*/ 54 h 136"/>
                  <a:gd name="T22" fmla="*/ 58 w 140"/>
                  <a:gd name="T23" fmla="*/ 65 h 136"/>
                  <a:gd name="T24" fmla="*/ 43 w 140"/>
                  <a:gd name="T25" fmla="*/ 76 h 136"/>
                  <a:gd name="T26" fmla="*/ 32 w 140"/>
                  <a:gd name="T27" fmla="*/ 82 h 136"/>
                  <a:gd name="T28" fmla="*/ 43 w 140"/>
                  <a:gd name="T29" fmla="*/ 89 h 136"/>
                  <a:gd name="T30" fmla="*/ 52 w 140"/>
                  <a:gd name="T31" fmla="*/ 85 h 136"/>
                  <a:gd name="T32" fmla="*/ 46 w 140"/>
                  <a:gd name="T33" fmla="*/ 93 h 136"/>
                  <a:gd name="T34" fmla="*/ 45 w 140"/>
                  <a:gd name="T35" fmla="*/ 95 h 136"/>
                  <a:gd name="T36" fmla="*/ 37 w 140"/>
                  <a:gd name="T37" fmla="*/ 99 h 136"/>
                  <a:gd name="T38" fmla="*/ 39 w 140"/>
                  <a:gd name="T39" fmla="*/ 106 h 136"/>
                  <a:gd name="T40" fmla="*/ 46 w 140"/>
                  <a:gd name="T41" fmla="*/ 112 h 136"/>
                  <a:gd name="T42" fmla="*/ 58 w 140"/>
                  <a:gd name="T43" fmla="*/ 117 h 136"/>
                  <a:gd name="T44" fmla="*/ 59 w 140"/>
                  <a:gd name="T45" fmla="*/ 127 h 136"/>
                  <a:gd name="T46" fmla="*/ 67 w 140"/>
                  <a:gd name="T47" fmla="*/ 136 h 136"/>
                  <a:gd name="T48" fmla="*/ 71 w 140"/>
                  <a:gd name="T49" fmla="*/ 119 h 136"/>
                  <a:gd name="T50" fmla="*/ 76 w 140"/>
                  <a:gd name="T51" fmla="*/ 100 h 136"/>
                  <a:gd name="T52" fmla="*/ 82 w 140"/>
                  <a:gd name="T53" fmla="*/ 87 h 136"/>
                  <a:gd name="T54" fmla="*/ 84 w 140"/>
                  <a:gd name="T55" fmla="*/ 76 h 136"/>
                  <a:gd name="T56" fmla="*/ 87 w 140"/>
                  <a:gd name="T57" fmla="*/ 58 h 136"/>
                  <a:gd name="T58" fmla="*/ 99 w 140"/>
                  <a:gd name="T59" fmla="*/ 54 h 136"/>
                  <a:gd name="T60" fmla="*/ 93 w 140"/>
                  <a:gd name="T61" fmla="*/ 63 h 136"/>
                  <a:gd name="T62" fmla="*/ 100 w 140"/>
                  <a:gd name="T63" fmla="*/ 71 h 136"/>
                  <a:gd name="T64" fmla="*/ 106 w 140"/>
                  <a:gd name="T65" fmla="*/ 82 h 136"/>
                  <a:gd name="T66" fmla="*/ 100 w 140"/>
                  <a:gd name="T67" fmla="*/ 99 h 136"/>
                  <a:gd name="T68" fmla="*/ 113 w 140"/>
                  <a:gd name="T69" fmla="*/ 97 h 136"/>
                  <a:gd name="T70" fmla="*/ 115 w 140"/>
                  <a:gd name="T71" fmla="*/ 102 h 136"/>
                  <a:gd name="T72" fmla="*/ 128 w 140"/>
                  <a:gd name="T73" fmla="*/ 97 h 136"/>
                  <a:gd name="T74" fmla="*/ 134 w 140"/>
                  <a:gd name="T75" fmla="*/ 80 h 136"/>
                  <a:gd name="T76" fmla="*/ 121 w 140"/>
                  <a:gd name="T77" fmla="*/ 72 h 136"/>
                  <a:gd name="T78" fmla="*/ 108 w 140"/>
                  <a:gd name="T79" fmla="*/ 69 h 136"/>
                  <a:gd name="T80" fmla="*/ 112 w 140"/>
                  <a:gd name="T81" fmla="*/ 59 h 136"/>
                  <a:gd name="T82" fmla="*/ 102 w 140"/>
                  <a:gd name="T83" fmla="*/ 54 h 136"/>
                  <a:gd name="T84" fmla="*/ 93 w 140"/>
                  <a:gd name="T85" fmla="*/ 44 h 136"/>
                  <a:gd name="T86" fmla="*/ 86 w 140"/>
                  <a:gd name="T87" fmla="*/ 35 h 136"/>
                  <a:gd name="T88" fmla="*/ 76 w 140"/>
                  <a:gd name="T89" fmla="*/ 31 h 136"/>
                  <a:gd name="T90" fmla="*/ 63 w 140"/>
                  <a:gd name="T91" fmla="*/ 11 h 136"/>
                  <a:gd name="T92" fmla="*/ 50 w 140"/>
                  <a:gd name="T93" fmla="*/ 0 h 136"/>
                  <a:gd name="T94" fmla="*/ 45 w 140"/>
                  <a:gd name="T95" fmla="*/ 18 h 136"/>
                  <a:gd name="T96" fmla="*/ 52 w 140"/>
                  <a:gd name="T97" fmla="*/ 43 h 136"/>
                  <a:gd name="T98" fmla="*/ 43 w 140"/>
                  <a:gd name="T99" fmla="*/ 37 h 136"/>
                  <a:gd name="T100" fmla="*/ 39 w 140"/>
                  <a:gd name="T101" fmla="*/ 17 h 136"/>
                  <a:gd name="T102" fmla="*/ 28 w 140"/>
                  <a:gd name="T103" fmla="*/ 26 h 136"/>
                  <a:gd name="T104" fmla="*/ 20 w 140"/>
                  <a:gd name="T105" fmla="*/ 20 h 136"/>
                  <a:gd name="T106" fmla="*/ 30 w 140"/>
                  <a:gd name="T107" fmla="*/ 13 h 136"/>
                  <a:gd name="T108" fmla="*/ 15 w 140"/>
                  <a:gd name="T109" fmla="*/ 13 h 136"/>
                  <a:gd name="T110" fmla="*/ 4 w 140"/>
                  <a:gd name="T111" fmla="*/ 18 h 136"/>
                  <a:gd name="T112" fmla="*/ 63 w 140"/>
                  <a:gd name="T113" fmla="*/ 2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136">
                    <a:moveTo>
                      <a:pt x="0" y="31"/>
                    </a:moveTo>
                    <a:lnTo>
                      <a:pt x="2" y="33"/>
                    </a:lnTo>
                    <a:lnTo>
                      <a:pt x="4" y="37"/>
                    </a:lnTo>
                    <a:lnTo>
                      <a:pt x="4" y="41"/>
                    </a:lnTo>
                    <a:lnTo>
                      <a:pt x="7" y="41"/>
                    </a:lnTo>
                    <a:lnTo>
                      <a:pt x="9" y="37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9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3" y="46"/>
                    </a:lnTo>
                    <a:lnTo>
                      <a:pt x="9" y="43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3" y="56"/>
                    </a:lnTo>
                    <a:lnTo>
                      <a:pt x="15" y="56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63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30" y="76"/>
                    </a:lnTo>
                    <a:lnTo>
                      <a:pt x="35" y="74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9" y="69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3" y="65"/>
                    </a:lnTo>
                    <a:lnTo>
                      <a:pt x="41" y="61"/>
                    </a:lnTo>
                    <a:lnTo>
                      <a:pt x="39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41" y="56"/>
                    </a:lnTo>
                    <a:lnTo>
                      <a:pt x="41" y="58"/>
                    </a:lnTo>
                    <a:lnTo>
                      <a:pt x="41" y="61"/>
                    </a:lnTo>
                    <a:lnTo>
                      <a:pt x="45" y="58"/>
                    </a:lnTo>
                    <a:lnTo>
                      <a:pt x="45" y="56"/>
                    </a:lnTo>
                    <a:lnTo>
                      <a:pt x="45" y="52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6" y="54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63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4" y="61"/>
                    </a:lnTo>
                    <a:lnTo>
                      <a:pt x="56" y="58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6"/>
                    </a:lnTo>
                    <a:lnTo>
                      <a:pt x="56" y="58"/>
                    </a:lnTo>
                    <a:lnTo>
                      <a:pt x="56" y="59"/>
                    </a:lnTo>
                    <a:lnTo>
                      <a:pt x="56" y="63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4" y="65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3" y="74"/>
                    </a:lnTo>
                    <a:lnTo>
                      <a:pt x="43" y="76"/>
                    </a:lnTo>
                    <a:lnTo>
                      <a:pt x="41" y="74"/>
                    </a:lnTo>
                    <a:lnTo>
                      <a:pt x="39" y="76"/>
                    </a:lnTo>
                    <a:lnTo>
                      <a:pt x="37" y="78"/>
                    </a:lnTo>
                    <a:lnTo>
                      <a:pt x="37" y="76"/>
                    </a:lnTo>
                    <a:lnTo>
                      <a:pt x="32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5"/>
                    </a:lnTo>
                    <a:lnTo>
                      <a:pt x="32" y="89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9" y="89"/>
                    </a:lnTo>
                    <a:lnTo>
                      <a:pt x="41" y="89"/>
                    </a:lnTo>
                    <a:lnTo>
                      <a:pt x="43" y="89"/>
                    </a:lnTo>
                    <a:lnTo>
                      <a:pt x="45" y="89"/>
                    </a:lnTo>
                    <a:lnTo>
                      <a:pt x="46" y="87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2" y="85"/>
                    </a:lnTo>
                    <a:lnTo>
                      <a:pt x="56" y="85"/>
                    </a:lnTo>
                    <a:lnTo>
                      <a:pt x="52" y="87"/>
                    </a:lnTo>
                    <a:lnTo>
                      <a:pt x="48" y="89"/>
                    </a:lnTo>
                    <a:lnTo>
                      <a:pt x="46" y="89"/>
                    </a:lnTo>
                    <a:lnTo>
                      <a:pt x="43" y="89"/>
                    </a:lnTo>
                    <a:lnTo>
                      <a:pt x="43" y="93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2" y="95"/>
                    </a:lnTo>
                    <a:lnTo>
                      <a:pt x="54" y="95"/>
                    </a:lnTo>
                    <a:lnTo>
                      <a:pt x="50" y="95"/>
                    </a:lnTo>
                    <a:lnTo>
                      <a:pt x="48" y="95"/>
                    </a:lnTo>
                    <a:lnTo>
                      <a:pt x="48" y="95"/>
                    </a:lnTo>
                    <a:lnTo>
                      <a:pt x="45" y="95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1" y="93"/>
                    </a:lnTo>
                    <a:lnTo>
                      <a:pt x="39" y="93"/>
                    </a:lnTo>
                    <a:lnTo>
                      <a:pt x="35" y="95"/>
                    </a:lnTo>
                    <a:lnTo>
                      <a:pt x="35" y="97"/>
                    </a:lnTo>
                    <a:lnTo>
                      <a:pt x="37" y="99"/>
                    </a:lnTo>
                    <a:lnTo>
                      <a:pt x="37" y="99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7" y="104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43" y="112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52" y="119"/>
                    </a:lnTo>
                    <a:lnTo>
                      <a:pt x="56" y="117"/>
                    </a:lnTo>
                    <a:lnTo>
                      <a:pt x="56" y="115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4" y="121"/>
                    </a:lnTo>
                    <a:lnTo>
                      <a:pt x="54" y="123"/>
                    </a:lnTo>
                    <a:lnTo>
                      <a:pt x="59" y="127"/>
                    </a:lnTo>
                    <a:lnTo>
                      <a:pt x="59" y="128"/>
                    </a:lnTo>
                    <a:lnTo>
                      <a:pt x="61" y="128"/>
                    </a:lnTo>
                    <a:lnTo>
                      <a:pt x="61" y="132"/>
                    </a:lnTo>
                    <a:lnTo>
                      <a:pt x="61" y="136"/>
                    </a:lnTo>
                    <a:lnTo>
                      <a:pt x="63" y="134"/>
                    </a:lnTo>
                    <a:lnTo>
                      <a:pt x="65" y="134"/>
                    </a:lnTo>
                    <a:lnTo>
                      <a:pt x="67" y="136"/>
                    </a:lnTo>
                    <a:lnTo>
                      <a:pt x="69" y="134"/>
                    </a:lnTo>
                    <a:lnTo>
                      <a:pt x="71" y="132"/>
                    </a:lnTo>
                    <a:lnTo>
                      <a:pt x="73" y="128"/>
                    </a:lnTo>
                    <a:lnTo>
                      <a:pt x="73" y="128"/>
                    </a:lnTo>
                    <a:lnTo>
                      <a:pt x="73" y="127"/>
                    </a:lnTo>
                    <a:lnTo>
                      <a:pt x="71" y="123"/>
                    </a:lnTo>
                    <a:lnTo>
                      <a:pt x="71" y="119"/>
                    </a:lnTo>
                    <a:lnTo>
                      <a:pt x="73" y="119"/>
                    </a:lnTo>
                    <a:lnTo>
                      <a:pt x="73" y="115"/>
                    </a:lnTo>
                    <a:lnTo>
                      <a:pt x="74" y="108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6" y="102"/>
                    </a:lnTo>
                    <a:lnTo>
                      <a:pt x="76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0" y="95"/>
                    </a:lnTo>
                    <a:lnTo>
                      <a:pt x="80" y="91"/>
                    </a:lnTo>
                    <a:lnTo>
                      <a:pt x="82" y="87"/>
                    </a:lnTo>
                    <a:lnTo>
                      <a:pt x="80" y="85"/>
                    </a:lnTo>
                    <a:lnTo>
                      <a:pt x="78" y="82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4" y="72"/>
                    </a:lnTo>
                    <a:lnTo>
                      <a:pt x="84" y="71"/>
                    </a:lnTo>
                    <a:lnTo>
                      <a:pt x="84" y="67"/>
                    </a:lnTo>
                    <a:lnTo>
                      <a:pt x="84" y="63"/>
                    </a:lnTo>
                    <a:lnTo>
                      <a:pt x="84" y="61"/>
                    </a:lnTo>
                    <a:lnTo>
                      <a:pt x="86" y="59"/>
                    </a:lnTo>
                    <a:lnTo>
                      <a:pt x="87" y="58"/>
                    </a:lnTo>
                    <a:lnTo>
                      <a:pt x="86" y="56"/>
                    </a:lnTo>
                    <a:lnTo>
                      <a:pt x="87" y="56"/>
                    </a:lnTo>
                    <a:lnTo>
                      <a:pt x="91" y="54"/>
                    </a:lnTo>
                    <a:lnTo>
                      <a:pt x="93" y="54"/>
                    </a:lnTo>
                    <a:lnTo>
                      <a:pt x="95" y="52"/>
                    </a:lnTo>
                    <a:lnTo>
                      <a:pt x="97" y="56"/>
                    </a:lnTo>
                    <a:lnTo>
                      <a:pt x="99" y="54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8"/>
                    </a:lnTo>
                    <a:lnTo>
                      <a:pt x="95" y="56"/>
                    </a:lnTo>
                    <a:lnTo>
                      <a:pt x="93" y="59"/>
                    </a:lnTo>
                    <a:lnTo>
                      <a:pt x="89" y="61"/>
                    </a:lnTo>
                    <a:lnTo>
                      <a:pt x="93" y="63"/>
                    </a:lnTo>
                    <a:lnTo>
                      <a:pt x="97" y="63"/>
                    </a:lnTo>
                    <a:lnTo>
                      <a:pt x="97" y="65"/>
                    </a:lnTo>
                    <a:lnTo>
                      <a:pt x="97" y="65"/>
                    </a:lnTo>
                    <a:lnTo>
                      <a:pt x="97" y="67"/>
                    </a:lnTo>
                    <a:lnTo>
                      <a:pt x="99" y="69"/>
                    </a:lnTo>
                    <a:lnTo>
                      <a:pt x="97" y="71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0" y="72"/>
                    </a:lnTo>
                    <a:lnTo>
                      <a:pt x="99" y="76"/>
                    </a:lnTo>
                    <a:lnTo>
                      <a:pt x="100" y="78"/>
                    </a:lnTo>
                    <a:lnTo>
                      <a:pt x="102" y="80"/>
                    </a:lnTo>
                    <a:lnTo>
                      <a:pt x="106" y="80"/>
                    </a:lnTo>
                    <a:lnTo>
                      <a:pt x="106" y="82"/>
                    </a:lnTo>
                    <a:lnTo>
                      <a:pt x="104" y="82"/>
                    </a:lnTo>
                    <a:lnTo>
                      <a:pt x="104" y="85"/>
                    </a:lnTo>
                    <a:lnTo>
                      <a:pt x="102" y="87"/>
                    </a:lnTo>
                    <a:lnTo>
                      <a:pt x="102" y="93"/>
                    </a:lnTo>
                    <a:lnTo>
                      <a:pt x="100" y="93"/>
                    </a:lnTo>
                    <a:lnTo>
                      <a:pt x="100" y="97"/>
                    </a:lnTo>
                    <a:lnTo>
                      <a:pt x="100" y="99"/>
                    </a:lnTo>
                    <a:lnTo>
                      <a:pt x="100" y="100"/>
                    </a:lnTo>
                    <a:lnTo>
                      <a:pt x="102" y="102"/>
                    </a:lnTo>
                    <a:lnTo>
                      <a:pt x="104" y="100"/>
                    </a:lnTo>
                    <a:lnTo>
                      <a:pt x="108" y="100"/>
                    </a:lnTo>
                    <a:lnTo>
                      <a:pt x="110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5" y="93"/>
                    </a:lnTo>
                    <a:lnTo>
                      <a:pt x="117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7" y="97"/>
                    </a:lnTo>
                    <a:lnTo>
                      <a:pt x="117" y="100"/>
                    </a:lnTo>
                    <a:lnTo>
                      <a:pt x="115" y="102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3" y="104"/>
                    </a:lnTo>
                    <a:lnTo>
                      <a:pt x="123" y="100"/>
                    </a:lnTo>
                    <a:lnTo>
                      <a:pt x="125" y="100"/>
                    </a:lnTo>
                    <a:lnTo>
                      <a:pt x="127" y="99"/>
                    </a:lnTo>
                    <a:lnTo>
                      <a:pt x="128" y="97"/>
                    </a:lnTo>
                    <a:lnTo>
                      <a:pt x="130" y="91"/>
                    </a:lnTo>
                    <a:lnTo>
                      <a:pt x="132" y="89"/>
                    </a:lnTo>
                    <a:lnTo>
                      <a:pt x="134" y="85"/>
                    </a:lnTo>
                    <a:lnTo>
                      <a:pt x="136" y="85"/>
                    </a:lnTo>
                    <a:lnTo>
                      <a:pt x="140" y="82"/>
                    </a:lnTo>
                    <a:lnTo>
                      <a:pt x="136" y="80"/>
                    </a:lnTo>
                    <a:lnTo>
                      <a:pt x="134" y="80"/>
                    </a:lnTo>
                    <a:lnTo>
                      <a:pt x="130" y="78"/>
                    </a:lnTo>
                    <a:lnTo>
                      <a:pt x="127" y="80"/>
                    </a:lnTo>
                    <a:lnTo>
                      <a:pt x="127" y="80"/>
                    </a:lnTo>
                    <a:lnTo>
                      <a:pt x="123" y="80"/>
                    </a:lnTo>
                    <a:lnTo>
                      <a:pt x="121" y="76"/>
                    </a:lnTo>
                    <a:lnTo>
                      <a:pt x="119" y="74"/>
                    </a:lnTo>
                    <a:lnTo>
                      <a:pt x="121" y="72"/>
                    </a:lnTo>
                    <a:lnTo>
                      <a:pt x="123" y="72"/>
                    </a:lnTo>
                    <a:lnTo>
                      <a:pt x="123" y="71"/>
                    </a:lnTo>
                    <a:lnTo>
                      <a:pt x="121" y="67"/>
                    </a:lnTo>
                    <a:lnTo>
                      <a:pt x="119" y="63"/>
                    </a:lnTo>
                    <a:lnTo>
                      <a:pt x="113" y="65"/>
                    </a:lnTo>
                    <a:lnTo>
                      <a:pt x="112" y="69"/>
                    </a:lnTo>
                    <a:lnTo>
                      <a:pt x="108" y="69"/>
                    </a:lnTo>
                    <a:lnTo>
                      <a:pt x="104" y="71"/>
                    </a:lnTo>
                    <a:lnTo>
                      <a:pt x="106" y="69"/>
                    </a:lnTo>
                    <a:lnTo>
                      <a:pt x="108" y="69"/>
                    </a:lnTo>
                    <a:lnTo>
                      <a:pt x="112" y="65"/>
                    </a:lnTo>
                    <a:lnTo>
                      <a:pt x="110" y="63"/>
                    </a:lnTo>
                    <a:lnTo>
                      <a:pt x="112" y="61"/>
                    </a:lnTo>
                    <a:lnTo>
                      <a:pt x="112" y="59"/>
                    </a:lnTo>
                    <a:lnTo>
                      <a:pt x="113" y="58"/>
                    </a:lnTo>
                    <a:lnTo>
                      <a:pt x="112" y="54"/>
                    </a:lnTo>
                    <a:lnTo>
                      <a:pt x="110" y="54"/>
                    </a:lnTo>
                    <a:lnTo>
                      <a:pt x="110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0" y="52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100" y="50"/>
                    </a:lnTo>
                    <a:lnTo>
                      <a:pt x="100" y="46"/>
                    </a:lnTo>
                    <a:lnTo>
                      <a:pt x="93" y="44"/>
                    </a:lnTo>
                    <a:lnTo>
                      <a:pt x="89" y="43"/>
                    </a:lnTo>
                    <a:lnTo>
                      <a:pt x="91" y="43"/>
                    </a:lnTo>
                    <a:lnTo>
                      <a:pt x="95" y="41"/>
                    </a:lnTo>
                    <a:lnTo>
                      <a:pt x="95" y="37"/>
                    </a:lnTo>
                    <a:lnTo>
                      <a:pt x="93" y="35"/>
                    </a:lnTo>
                    <a:lnTo>
                      <a:pt x="87" y="33"/>
                    </a:lnTo>
                    <a:lnTo>
                      <a:pt x="86" y="35"/>
                    </a:lnTo>
                    <a:lnTo>
                      <a:pt x="86" y="37"/>
                    </a:lnTo>
                    <a:lnTo>
                      <a:pt x="86" y="39"/>
                    </a:lnTo>
                    <a:lnTo>
                      <a:pt x="86" y="37"/>
                    </a:lnTo>
                    <a:lnTo>
                      <a:pt x="82" y="33"/>
                    </a:lnTo>
                    <a:lnTo>
                      <a:pt x="80" y="33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6" y="30"/>
                    </a:lnTo>
                    <a:lnTo>
                      <a:pt x="74" y="24"/>
                    </a:lnTo>
                    <a:lnTo>
                      <a:pt x="73" y="18"/>
                    </a:lnTo>
                    <a:lnTo>
                      <a:pt x="67" y="15"/>
                    </a:lnTo>
                    <a:lnTo>
                      <a:pt x="65" y="17"/>
                    </a:lnTo>
                    <a:lnTo>
                      <a:pt x="65" y="15"/>
                    </a:lnTo>
                    <a:lnTo>
                      <a:pt x="63" y="11"/>
                    </a:lnTo>
                    <a:lnTo>
                      <a:pt x="61" y="7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5" y="28"/>
                    </a:lnTo>
                    <a:lnTo>
                      <a:pt x="46" y="31"/>
                    </a:lnTo>
                    <a:lnTo>
                      <a:pt x="46" y="35"/>
                    </a:lnTo>
                    <a:lnTo>
                      <a:pt x="48" y="37"/>
                    </a:lnTo>
                    <a:lnTo>
                      <a:pt x="50" y="41"/>
                    </a:lnTo>
                    <a:lnTo>
                      <a:pt x="52" y="43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8" y="39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5" y="33"/>
                    </a:lnTo>
                    <a:lnTo>
                      <a:pt x="45" y="31"/>
                    </a:lnTo>
                    <a:lnTo>
                      <a:pt x="43" y="26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32" y="17"/>
                    </a:lnTo>
                    <a:lnTo>
                      <a:pt x="30" y="20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6" y="24"/>
                    </a:lnTo>
                    <a:lnTo>
                      <a:pt x="2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2" y="20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0" y="13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0" y="31"/>
                    </a:lnTo>
                    <a:close/>
                    <a:moveTo>
                      <a:pt x="63" y="22"/>
                    </a:moveTo>
                    <a:lnTo>
                      <a:pt x="65" y="24"/>
                    </a:lnTo>
                    <a:lnTo>
                      <a:pt x="65" y="28"/>
                    </a:lnTo>
                    <a:lnTo>
                      <a:pt x="63" y="28"/>
                    </a:lnTo>
                    <a:lnTo>
                      <a:pt x="63" y="24"/>
                    </a:lnTo>
                    <a:lnTo>
                      <a:pt x="63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8" name="Freeform 6186">
                <a:extLst>
                  <a:ext uri="{FF2B5EF4-FFF2-40B4-BE49-F238E27FC236}">
                    <a16:creationId xmlns:a16="http://schemas.microsoft.com/office/drawing/2014/main" id="{64785C66-7EDA-419D-BE0E-831CFC1F6B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5" y="1348"/>
                <a:ext cx="18" cy="11"/>
              </a:xfrm>
              <a:custGeom>
                <a:avLst/>
                <a:gdLst>
                  <a:gd name="T0" fmla="*/ 2 w 10"/>
                  <a:gd name="T1" fmla="*/ 6 h 6"/>
                  <a:gd name="T2" fmla="*/ 4 w 10"/>
                  <a:gd name="T3" fmla="*/ 6 h 6"/>
                  <a:gd name="T4" fmla="*/ 6 w 10"/>
                  <a:gd name="T5" fmla="*/ 4 h 6"/>
                  <a:gd name="T6" fmla="*/ 7 w 10"/>
                  <a:gd name="T7" fmla="*/ 4 h 6"/>
                  <a:gd name="T8" fmla="*/ 9 w 10"/>
                  <a:gd name="T9" fmla="*/ 2 h 6"/>
                  <a:gd name="T10" fmla="*/ 10 w 10"/>
                  <a:gd name="T11" fmla="*/ 1 h 6"/>
                  <a:gd name="T12" fmla="*/ 9 w 10"/>
                  <a:gd name="T13" fmla="*/ 0 h 6"/>
                  <a:gd name="T14" fmla="*/ 7 w 10"/>
                  <a:gd name="T15" fmla="*/ 0 h 6"/>
                  <a:gd name="T16" fmla="*/ 5 w 10"/>
                  <a:gd name="T17" fmla="*/ 1 h 6"/>
                  <a:gd name="T18" fmla="*/ 4 w 10"/>
                  <a:gd name="T19" fmla="*/ 2 h 6"/>
                  <a:gd name="T20" fmla="*/ 3 w 10"/>
                  <a:gd name="T21" fmla="*/ 3 h 6"/>
                  <a:gd name="T22" fmla="*/ 2 w 10"/>
                  <a:gd name="T23" fmla="*/ 4 h 6"/>
                  <a:gd name="T24" fmla="*/ 1 w 10"/>
                  <a:gd name="T25" fmla="*/ 4 h 6"/>
                  <a:gd name="T26" fmla="*/ 1 w 10"/>
                  <a:gd name="T27" fmla="*/ 5 h 6"/>
                  <a:gd name="T28" fmla="*/ 0 w 10"/>
                  <a:gd name="T29" fmla="*/ 5 h 6"/>
                  <a:gd name="T30" fmla="*/ 1 w 10"/>
                  <a:gd name="T31" fmla="*/ 6 h 6"/>
                  <a:gd name="T32" fmla="*/ 2 w 10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6">
                    <a:moveTo>
                      <a:pt x="2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9" name="Freeform 6187">
                <a:extLst>
                  <a:ext uri="{FF2B5EF4-FFF2-40B4-BE49-F238E27FC236}">
                    <a16:creationId xmlns:a16="http://schemas.microsoft.com/office/drawing/2014/main" id="{2349A447-6EB3-4743-8DA8-F2282328F6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0" y="1406"/>
                <a:ext cx="19" cy="9"/>
              </a:xfrm>
              <a:custGeom>
                <a:avLst/>
                <a:gdLst>
                  <a:gd name="T0" fmla="*/ 8 w 19"/>
                  <a:gd name="T1" fmla="*/ 6 h 9"/>
                  <a:gd name="T2" fmla="*/ 8 w 19"/>
                  <a:gd name="T3" fmla="*/ 6 h 9"/>
                  <a:gd name="T4" fmla="*/ 10 w 19"/>
                  <a:gd name="T5" fmla="*/ 6 h 9"/>
                  <a:gd name="T6" fmla="*/ 11 w 19"/>
                  <a:gd name="T7" fmla="*/ 6 h 9"/>
                  <a:gd name="T8" fmla="*/ 13 w 19"/>
                  <a:gd name="T9" fmla="*/ 7 h 9"/>
                  <a:gd name="T10" fmla="*/ 17 w 19"/>
                  <a:gd name="T11" fmla="*/ 6 h 9"/>
                  <a:gd name="T12" fmla="*/ 19 w 19"/>
                  <a:gd name="T13" fmla="*/ 2 h 9"/>
                  <a:gd name="T14" fmla="*/ 15 w 19"/>
                  <a:gd name="T15" fmla="*/ 2 h 9"/>
                  <a:gd name="T16" fmla="*/ 11 w 19"/>
                  <a:gd name="T17" fmla="*/ 2 h 9"/>
                  <a:gd name="T18" fmla="*/ 11 w 19"/>
                  <a:gd name="T19" fmla="*/ 0 h 9"/>
                  <a:gd name="T20" fmla="*/ 10 w 19"/>
                  <a:gd name="T21" fmla="*/ 0 h 9"/>
                  <a:gd name="T22" fmla="*/ 8 w 19"/>
                  <a:gd name="T23" fmla="*/ 0 h 9"/>
                  <a:gd name="T24" fmla="*/ 4 w 19"/>
                  <a:gd name="T25" fmla="*/ 2 h 9"/>
                  <a:gd name="T26" fmla="*/ 0 w 19"/>
                  <a:gd name="T27" fmla="*/ 7 h 9"/>
                  <a:gd name="T28" fmla="*/ 4 w 19"/>
                  <a:gd name="T29" fmla="*/ 9 h 9"/>
                  <a:gd name="T30" fmla="*/ 8 w 19"/>
                  <a:gd name="T3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9">
                    <a:moveTo>
                      <a:pt x="8" y="6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7" y="6"/>
                    </a:lnTo>
                    <a:lnTo>
                      <a:pt x="19" y="2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0" name="Freeform 6188">
                <a:extLst>
                  <a:ext uri="{FF2B5EF4-FFF2-40B4-BE49-F238E27FC236}">
                    <a16:creationId xmlns:a16="http://schemas.microsoft.com/office/drawing/2014/main" id="{A835D372-6F0A-4B44-B1D1-ED7AC16883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8" y="2103"/>
                <a:ext cx="80" cy="90"/>
              </a:xfrm>
              <a:custGeom>
                <a:avLst/>
                <a:gdLst>
                  <a:gd name="T0" fmla="*/ 35 w 43"/>
                  <a:gd name="T1" fmla="*/ 10 h 48"/>
                  <a:gd name="T2" fmla="*/ 32 w 43"/>
                  <a:gd name="T3" fmla="*/ 13 h 48"/>
                  <a:gd name="T4" fmla="*/ 28 w 43"/>
                  <a:gd name="T5" fmla="*/ 15 h 48"/>
                  <a:gd name="T6" fmla="*/ 24 w 43"/>
                  <a:gd name="T7" fmla="*/ 13 h 48"/>
                  <a:gd name="T8" fmla="*/ 19 w 43"/>
                  <a:gd name="T9" fmla="*/ 11 h 48"/>
                  <a:gd name="T10" fmla="*/ 13 w 43"/>
                  <a:gd name="T11" fmla="*/ 5 h 48"/>
                  <a:gd name="T12" fmla="*/ 8 w 43"/>
                  <a:gd name="T13" fmla="*/ 1 h 48"/>
                  <a:gd name="T14" fmla="*/ 5 w 43"/>
                  <a:gd name="T15" fmla="*/ 1 h 48"/>
                  <a:gd name="T16" fmla="*/ 3 w 43"/>
                  <a:gd name="T17" fmla="*/ 2 h 48"/>
                  <a:gd name="T18" fmla="*/ 7 w 43"/>
                  <a:gd name="T19" fmla="*/ 9 h 48"/>
                  <a:gd name="T20" fmla="*/ 7 w 43"/>
                  <a:gd name="T21" fmla="*/ 14 h 48"/>
                  <a:gd name="T22" fmla="*/ 8 w 43"/>
                  <a:gd name="T23" fmla="*/ 18 h 48"/>
                  <a:gd name="T24" fmla="*/ 8 w 43"/>
                  <a:gd name="T25" fmla="*/ 23 h 48"/>
                  <a:gd name="T26" fmla="*/ 9 w 43"/>
                  <a:gd name="T27" fmla="*/ 24 h 48"/>
                  <a:gd name="T28" fmla="*/ 8 w 43"/>
                  <a:gd name="T29" fmla="*/ 26 h 48"/>
                  <a:gd name="T30" fmla="*/ 2 w 43"/>
                  <a:gd name="T31" fmla="*/ 25 h 48"/>
                  <a:gd name="T32" fmla="*/ 3 w 43"/>
                  <a:gd name="T33" fmla="*/ 28 h 48"/>
                  <a:gd name="T34" fmla="*/ 4 w 43"/>
                  <a:gd name="T35" fmla="*/ 29 h 48"/>
                  <a:gd name="T36" fmla="*/ 2 w 43"/>
                  <a:gd name="T37" fmla="*/ 31 h 48"/>
                  <a:gd name="T38" fmla="*/ 1 w 43"/>
                  <a:gd name="T39" fmla="*/ 35 h 48"/>
                  <a:gd name="T40" fmla="*/ 2 w 43"/>
                  <a:gd name="T41" fmla="*/ 38 h 48"/>
                  <a:gd name="T42" fmla="*/ 5 w 43"/>
                  <a:gd name="T43" fmla="*/ 42 h 48"/>
                  <a:gd name="T44" fmla="*/ 6 w 43"/>
                  <a:gd name="T45" fmla="*/ 47 h 48"/>
                  <a:gd name="T46" fmla="*/ 10 w 43"/>
                  <a:gd name="T47" fmla="*/ 44 h 48"/>
                  <a:gd name="T48" fmla="*/ 12 w 43"/>
                  <a:gd name="T49" fmla="*/ 43 h 48"/>
                  <a:gd name="T50" fmla="*/ 15 w 43"/>
                  <a:gd name="T51" fmla="*/ 41 h 48"/>
                  <a:gd name="T52" fmla="*/ 11 w 43"/>
                  <a:gd name="T53" fmla="*/ 39 h 48"/>
                  <a:gd name="T54" fmla="*/ 6 w 43"/>
                  <a:gd name="T55" fmla="*/ 36 h 48"/>
                  <a:gd name="T56" fmla="*/ 6 w 43"/>
                  <a:gd name="T57" fmla="*/ 34 h 48"/>
                  <a:gd name="T58" fmla="*/ 12 w 43"/>
                  <a:gd name="T59" fmla="*/ 33 h 48"/>
                  <a:gd name="T60" fmla="*/ 15 w 43"/>
                  <a:gd name="T61" fmla="*/ 33 h 48"/>
                  <a:gd name="T62" fmla="*/ 19 w 43"/>
                  <a:gd name="T63" fmla="*/ 34 h 48"/>
                  <a:gd name="T64" fmla="*/ 25 w 43"/>
                  <a:gd name="T65" fmla="*/ 38 h 48"/>
                  <a:gd name="T66" fmla="*/ 28 w 43"/>
                  <a:gd name="T67" fmla="*/ 37 h 48"/>
                  <a:gd name="T68" fmla="*/ 28 w 43"/>
                  <a:gd name="T69" fmla="*/ 32 h 48"/>
                  <a:gd name="T70" fmla="*/ 32 w 43"/>
                  <a:gd name="T71" fmla="*/ 27 h 48"/>
                  <a:gd name="T72" fmla="*/ 35 w 43"/>
                  <a:gd name="T73" fmla="*/ 26 h 48"/>
                  <a:gd name="T74" fmla="*/ 38 w 43"/>
                  <a:gd name="T75" fmla="*/ 26 h 48"/>
                  <a:gd name="T76" fmla="*/ 40 w 43"/>
                  <a:gd name="T77" fmla="*/ 23 h 48"/>
                  <a:gd name="T78" fmla="*/ 42 w 43"/>
                  <a:gd name="T79" fmla="*/ 21 h 48"/>
                  <a:gd name="T80" fmla="*/ 40 w 43"/>
                  <a:gd name="T81" fmla="*/ 20 h 48"/>
                  <a:gd name="T82" fmla="*/ 40 w 43"/>
                  <a:gd name="T83" fmla="*/ 13 h 48"/>
                  <a:gd name="T84" fmla="*/ 43 w 43"/>
                  <a:gd name="T85" fmla="*/ 8 h 48"/>
                  <a:gd name="T86" fmla="*/ 40 w 43"/>
                  <a:gd name="T87" fmla="*/ 8 h 48"/>
                  <a:gd name="T88" fmla="*/ 38 w 43"/>
                  <a:gd name="T89" fmla="*/ 10 h 48"/>
                  <a:gd name="T90" fmla="*/ 36 w 43"/>
                  <a:gd name="T91" fmla="*/ 15 h 48"/>
                  <a:gd name="T92" fmla="*/ 39 w 43"/>
                  <a:gd name="T93" fmla="*/ 20 h 48"/>
                  <a:gd name="T94" fmla="*/ 39 w 43"/>
                  <a:gd name="T95" fmla="*/ 21 h 48"/>
                  <a:gd name="T96" fmla="*/ 35 w 43"/>
                  <a:gd name="T97" fmla="*/ 17 h 48"/>
                  <a:gd name="T98" fmla="*/ 36 w 43"/>
                  <a:gd name="T99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" h="48">
                    <a:moveTo>
                      <a:pt x="36" y="13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9" y="16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lnTo>
                      <a:pt x="3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1" name="Freeform 6189">
                <a:extLst>
                  <a:ext uri="{FF2B5EF4-FFF2-40B4-BE49-F238E27FC236}">
                    <a16:creationId xmlns:a16="http://schemas.microsoft.com/office/drawing/2014/main" id="{444B6E93-99ED-4040-996C-BDFF5BBB4E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2170"/>
                <a:ext cx="6" cy="10"/>
              </a:xfrm>
              <a:custGeom>
                <a:avLst/>
                <a:gdLst>
                  <a:gd name="T0" fmla="*/ 0 w 6"/>
                  <a:gd name="T1" fmla="*/ 4 h 10"/>
                  <a:gd name="T2" fmla="*/ 0 w 6"/>
                  <a:gd name="T3" fmla="*/ 6 h 10"/>
                  <a:gd name="T4" fmla="*/ 2 w 6"/>
                  <a:gd name="T5" fmla="*/ 10 h 10"/>
                  <a:gd name="T6" fmla="*/ 6 w 6"/>
                  <a:gd name="T7" fmla="*/ 8 h 10"/>
                  <a:gd name="T8" fmla="*/ 6 w 6"/>
                  <a:gd name="T9" fmla="*/ 4 h 10"/>
                  <a:gd name="T10" fmla="*/ 6 w 6"/>
                  <a:gd name="T11" fmla="*/ 0 h 10"/>
                  <a:gd name="T12" fmla="*/ 2 w 6"/>
                  <a:gd name="T13" fmla="*/ 0 h 10"/>
                  <a:gd name="T14" fmla="*/ 0 w 6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lnTo>
                      <a:pt x="0" y="6"/>
                    </a:ln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2" name="Freeform 6190">
                <a:extLst>
                  <a:ext uri="{FF2B5EF4-FFF2-40B4-BE49-F238E27FC236}">
                    <a16:creationId xmlns:a16="http://schemas.microsoft.com/office/drawing/2014/main" id="{3E5B2B67-B42D-4FE3-A54C-36D87C31C0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03" y="2252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2 w 8"/>
                  <a:gd name="T3" fmla="*/ 4 h 15"/>
                  <a:gd name="T4" fmla="*/ 0 w 8"/>
                  <a:gd name="T5" fmla="*/ 8 h 15"/>
                  <a:gd name="T6" fmla="*/ 2 w 8"/>
                  <a:gd name="T7" fmla="*/ 12 h 15"/>
                  <a:gd name="T8" fmla="*/ 2 w 8"/>
                  <a:gd name="T9" fmla="*/ 12 h 15"/>
                  <a:gd name="T10" fmla="*/ 2 w 8"/>
                  <a:gd name="T11" fmla="*/ 15 h 15"/>
                  <a:gd name="T12" fmla="*/ 6 w 8"/>
                  <a:gd name="T13" fmla="*/ 13 h 15"/>
                  <a:gd name="T14" fmla="*/ 8 w 8"/>
                  <a:gd name="T15" fmla="*/ 12 h 15"/>
                  <a:gd name="T16" fmla="*/ 8 w 8"/>
                  <a:gd name="T17" fmla="*/ 8 h 15"/>
                  <a:gd name="T18" fmla="*/ 8 w 8"/>
                  <a:gd name="T19" fmla="*/ 6 h 15"/>
                  <a:gd name="T20" fmla="*/ 6 w 8"/>
                  <a:gd name="T21" fmla="*/ 6 h 15"/>
                  <a:gd name="T22" fmla="*/ 6 w 8"/>
                  <a:gd name="T23" fmla="*/ 4 h 15"/>
                  <a:gd name="T24" fmla="*/ 4 w 8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3" name="Freeform 6191">
                <a:extLst>
                  <a:ext uri="{FF2B5EF4-FFF2-40B4-BE49-F238E27FC236}">
                    <a16:creationId xmlns:a16="http://schemas.microsoft.com/office/drawing/2014/main" id="{B1A74771-2F2F-4D44-A017-0DE7B9C1A0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403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 h 8"/>
                  <a:gd name="T4" fmla="*/ 1 w 5"/>
                  <a:gd name="T5" fmla="*/ 8 h 8"/>
                  <a:gd name="T6" fmla="*/ 5 w 5"/>
                  <a:gd name="T7" fmla="*/ 8 h 8"/>
                  <a:gd name="T8" fmla="*/ 5 w 5"/>
                  <a:gd name="T9" fmla="*/ 6 h 8"/>
                  <a:gd name="T10" fmla="*/ 5 w 5"/>
                  <a:gd name="T11" fmla="*/ 4 h 8"/>
                  <a:gd name="T12" fmla="*/ 3 w 5"/>
                  <a:gd name="T13" fmla="*/ 0 h 8"/>
                  <a:gd name="T14" fmla="*/ 0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4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4" name="Freeform 6192">
                <a:extLst>
                  <a:ext uri="{FF2B5EF4-FFF2-40B4-BE49-F238E27FC236}">
                    <a16:creationId xmlns:a16="http://schemas.microsoft.com/office/drawing/2014/main" id="{E2648B79-6F27-4619-B627-DEE3C00FAF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4" y="2512"/>
                <a:ext cx="6" cy="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3 h 3"/>
                  <a:gd name="T4" fmla="*/ 4 w 6"/>
                  <a:gd name="T5" fmla="*/ 3 h 3"/>
                  <a:gd name="T6" fmla="*/ 6 w 6"/>
                  <a:gd name="T7" fmla="*/ 1 h 3"/>
                  <a:gd name="T8" fmla="*/ 6 w 6"/>
                  <a:gd name="T9" fmla="*/ 0 h 3"/>
                  <a:gd name="T10" fmla="*/ 2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5" name="Freeform 6193">
                <a:extLst>
                  <a:ext uri="{FF2B5EF4-FFF2-40B4-BE49-F238E27FC236}">
                    <a16:creationId xmlns:a16="http://schemas.microsoft.com/office/drawing/2014/main" id="{F1C5BF99-5704-4ADB-8194-BCFFF0F9F8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508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5 h 7"/>
                  <a:gd name="T4" fmla="*/ 4 w 5"/>
                  <a:gd name="T5" fmla="*/ 7 h 7"/>
                  <a:gd name="T6" fmla="*/ 5 w 5"/>
                  <a:gd name="T7" fmla="*/ 4 h 7"/>
                  <a:gd name="T8" fmla="*/ 2 w 5"/>
                  <a:gd name="T9" fmla="*/ 0 h 7"/>
                  <a:gd name="T10" fmla="*/ 0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lnTo>
                      <a:pt x="2" y="5"/>
                    </a:lnTo>
                    <a:lnTo>
                      <a:pt x="4" y="7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6" name="Freeform 6194">
                <a:extLst>
                  <a:ext uri="{FF2B5EF4-FFF2-40B4-BE49-F238E27FC236}">
                    <a16:creationId xmlns:a16="http://schemas.microsoft.com/office/drawing/2014/main" id="{C93D17F2-837C-4DA8-92F4-69C8ABD11D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2" y="2297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2 w 7"/>
                  <a:gd name="T7" fmla="*/ 2 h 8"/>
                  <a:gd name="T8" fmla="*/ 2 w 7"/>
                  <a:gd name="T9" fmla="*/ 2 h 8"/>
                  <a:gd name="T10" fmla="*/ 0 w 7"/>
                  <a:gd name="T11" fmla="*/ 6 h 8"/>
                  <a:gd name="T12" fmla="*/ 2 w 7"/>
                  <a:gd name="T13" fmla="*/ 8 h 8"/>
                  <a:gd name="T14" fmla="*/ 5 w 7"/>
                  <a:gd name="T15" fmla="*/ 6 h 8"/>
                  <a:gd name="T16" fmla="*/ 5 w 7"/>
                  <a:gd name="T17" fmla="*/ 6 h 8"/>
                  <a:gd name="T18" fmla="*/ 5 w 7"/>
                  <a:gd name="T19" fmla="*/ 6 h 8"/>
                  <a:gd name="T20" fmla="*/ 7 w 7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7" name="Freeform 6195">
                <a:extLst>
                  <a:ext uri="{FF2B5EF4-FFF2-40B4-BE49-F238E27FC236}">
                    <a16:creationId xmlns:a16="http://schemas.microsoft.com/office/drawing/2014/main" id="{993A6CA5-95ED-4129-ACB2-66FB99655B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465"/>
                <a:ext cx="9" cy="15"/>
              </a:xfrm>
              <a:custGeom>
                <a:avLst/>
                <a:gdLst>
                  <a:gd name="T0" fmla="*/ 0 w 9"/>
                  <a:gd name="T1" fmla="*/ 9 h 15"/>
                  <a:gd name="T2" fmla="*/ 0 w 9"/>
                  <a:gd name="T3" fmla="*/ 15 h 15"/>
                  <a:gd name="T4" fmla="*/ 3 w 9"/>
                  <a:gd name="T5" fmla="*/ 13 h 15"/>
                  <a:gd name="T6" fmla="*/ 3 w 9"/>
                  <a:gd name="T7" fmla="*/ 11 h 15"/>
                  <a:gd name="T8" fmla="*/ 7 w 9"/>
                  <a:gd name="T9" fmla="*/ 9 h 15"/>
                  <a:gd name="T10" fmla="*/ 7 w 9"/>
                  <a:gd name="T11" fmla="*/ 7 h 15"/>
                  <a:gd name="T12" fmla="*/ 9 w 9"/>
                  <a:gd name="T13" fmla="*/ 4 h 15"/>
                  <a:gd name="T14" fmla="*/ 7 w 9"/>
                  <a:gd name="T15" fmla="*/ 0 h 15"/>
                  <a:gd name="T16" fmla="*/ 3 w 9"/>
                  <a:gd name="T17" fmla="*/ 4 h 15"/>
                  <a:gd name="T18" fmla="*/ 2 w 9"/>
                  <a:gd name="T19" fmla="*/ 6 h 15"/>
                  <a:gd name="T20" fmla="*/ 2 w 9"/>
                  <a:gd name="T21" fmla="*/ 7 h 15"/>
                  <a:gd name="T22" fmla="*/ 2 w 9"/>
                  <a:gd name="T23" fmla="*/ 7 h 15"/>
                  <a:gd name="T24" fmla="*/ 0 w 9"/>
                  <a:gd name="T2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lnTo>
                      <a:pt x="0" y="15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8" name="Freeform 6196">
                <a:extLst>
                  <a:ext uri="{FF2B5EF4-FFF2-40B4-BE49-F238E27FC236}">
                    <a16:creationId xmlns:a16="http://schemas.microsoft.com/office/drawing/2014/main" id="{5AE20BC1-0EDC-4D3D-9D95-D03F031C52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3" y="25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2 h 8"/>
                  <a:gd name="T4" fmla="*/ 0 w 5"/>
                  <a:gd name="T5" fmla="*/ 0 h 8"/>
                  <a:gd name="T6" fmla="*/ 0 w 5"/>
                  <a:gd name="T7" fmla="*/ 6 h 8"/>
                  <a:gd name="T8" fmla="*/ 2 w 5"/>
                  <a:gd name="T9" fmla="*/ 8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9" name="Freeform 6197">
                <a:extLst>
                  <a:ext uri="{FF2B5EF4-FFF2-40B4-BE49-F238E27FC236}">
                    <a16:creationId xmlns:a16="http://schemas.microsoft.com/office/drawing/2014/main" id="{B9B98896-D0EA-4E2F-97C9-78402BA663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6" y="2396"/>
                <a:ext cx="4" cy="11"/>
              </a:xfrm>
              <a:custGeom>
                <a:avLst/>
                <a:gdLst>
                  <a:gd name="T0" fmla="*/ 4 w 4"/>
                  <a:gd name="T1" fmla="*/ 7 h 11"/>
                  <a:gd name="T2" fmla="*/ 4 w 4"/>
                  <a:gd name="T3" fmla="*/ 6 h 11"/>
                  <a:gd name="T4" fmla="*/ 4 w 4"/>
                  <a:gd name="T5" fmla="*/ 2 h 11"/>
                  <a:gd name="T6" fmla="*/ 0 w 4"/>
                  <a:gd name="T7" fmla="*/ 0 h 11"/>
                  <a:gd name="T8" fmla="*/ 0 w 4"/>
                  <a:gd name="T9" fmla="*/ 4 h 11"/>
                  <a:gd name="T10" fmla="*/ 0 w 4"/>
                  <a:gd name="T11" fmla="*/ 11 h 11"/>
                  <a:gd name="T12" fmla="*/ 4 w 4"/>
                  <a:gd name="T1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7"/>
                    </a:move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0" name="Freeform 6198">
                <a:extLst>
                  <a:ext uri="{FF2B5EF4-FFF2-40B4-BE49-F238E27FC236}">
                    <a16:creationId xmlns:a16="http://schemas.microsoft.com/office/drawing/2014/main" id="{057ABFE3-EE8D-4C63-8FB7-66F55DBA6A6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6" y="2450"/>
                <a:ext cx="5" cy="7"/>
              </a:xfrm>
              <a:custGeom>
                <a:avLst/>
                <a:gdLst>
                  <a:gd name="T0" fmla="*/ 0 w 5"/>
                  <a:gd name="T1" fmla="*/ 2 h 7"/>
                  <a:gd name="T2" fmla="*/ 0 w 5"/>
                  <a:gd name="T3" fmla="*/ 4 h 7"/>
                  <a:gd name="T4" fmla="*/ 2 w 5"/>
                  <a:gd name="T5" fmla="*/ 7 h 7"/>
                  <a:gd name="T6" fmla="*/ 5 w 5"/>
                  <a:gd name="T7" fmla="*/ 6 h 7"/>
                  <a:gd name="T8" fmla="*/ 3 w 5"/>
                  <a:gd name="T9" fmla="*/ 2 h 7"/>
                  <a:gd name="T10" fmla="*/ 2 w 5"/>
                  <a:gd name="T11" fmla="*/ 0 h 7"/>
                  <a:gd name="T12" fmla="*/ 0 w 5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2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1" name="Freeform 6199">
                <a:extLst>
                  <a:ext uri="{FF2B5EF4-FFF2-40B4-BE49-F238E27FC236}">
                    <a16:creationId xmlns:a16="http://schemas.microsoft.com/office/drawing/2014/main" id="{6ACE2EF7-FCEF-4578-8E34-037E9433B6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8" y="2437"/>
                <a:ext cx="13" cy="11"/>
              </a:xfrm>
              <a:custGeom>
                <a:avLst/>
                <a:gdLst>
                  <a:gd name="T0" fmla="*/ 5 w 13"/>
                  <a:gd name="T1" fmla="*/ 11 h 11"/>
                  <a:gd name="T2" fmla="*/ 7 w 13"/>
                  <a:gd name="T3" fmla="*/ 9 h 11"/>
                  <a:gd name="T4" fmla="*/ 7 w 13"/>
                  <a:gd name="T5" fmla="*/ 7 h 11"/>
                  <a:gd name="T6" fmla="*/ 9 w 13"/>
                  <a:gd name="T7" fmla="*/ 6 h 11"/>
                  <a:gd name="T8" fmla="*/ 13 w 13"/>
                  <a:gd name="T9" fmla="*/ 0 h 11"/>
                  <a:gd name="T10" fmla="*/ 7 w 13"/>
                  <a:gd name="T11" fmla="*/ 2 h 11"/>
                  <a:gd name="T12" fmla="*/ 7 w 13"/>
                  <a:gd name="T13" fmla="*/ 2 h 11"/>
                  <a:gd name="T14" fmla="*/ 5 w 13"/>
                  <a:gd name="T15" fmla="*/ 2 h 11"/>
                  <a:gd name="T16" fmla="*/ 3 w 13"/>
                  <a:gd name="T17" fmla="*/ 4 h 11"/>
                  <a:gd name="T18" fmla="*/ 1 w 13"/>
                  <a:gd name="T19" fmla="*/ 6 h 11"/>
                  <a:gd name="T20" fmla="*/ 0 w 13"/>
                  <a:gd name="T21" fmla="*/ 7 h 11"/>
                  <a:gd name="T22" fmla="*/ 1 w 13"/>
                  <a:gd name="T23" fmla="*/ 9 h 11"/>
                  <a:gd name="T24" fmla="*/ 3 w 13"/>
                  <a:gd name="T25" fmla="*/ 9 h 11"/>
                  <a:gd name="T26" fmla="*/ 5 w 13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5" y="11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2" name="Freeform 6200">
                <a:extLst>
                  <a:ext uri="{FF2B5EF4-FFF2-40B4-BE49-F238E27FC236}">
                    <a16:creationId xmlns:a16="http://schemas.microsoft.com/office/drawing/2014/main" id="{FF054F22-DD1F-47A4-8051-604B07B05AD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97" y="2187"/>
                <a:ext cx="156" cy="211"/>
              </a:xfrm>
              <a:custGeom>
                <a:avLst/>
                <a:gdLst>
                  <a:gd name="T0" fmla="*/ 9 w 156"/>
                  <a:gd name="T1" fmla="*/ 175 h 211"/>
                  <a:gd name="T2" fmla="*/ 13 w 156"/>
                  <a:gd name="T3" fmla="*/ 170 h 211"/>
                  <a:gd name="T4" fmla="*/ 19 w 156"/>
                  <a:gd name="T5" fmla="*/ 179 h 211"/>
                  <a:gd name="T6" fmla="*/ 19 w 156"/>
                  <a:gd name="T7" fmla="*/ 188 h 211"/>
                  <a:gd name="T8" fmla="*/ 26 w 156"/>
                  <a:gd name="T9" fmla="*/ 202 h 211"/>
                  <a:gd name="T10" fmla="*/ 35 w 156"/>
                  <a:gd name="T11" fmla="*/ 211 h 211"/>
                  <a:gd name="T12" fmla="*/ 43 w 156"/>
                  <a:gd name="T13" fmla="*/ 203 h 211"/>
                  <a:gd name="T14" fmla="*/ 49 w 156"/>
                  <a:gd name="T15" fmla="*/ 175 h 211"/>
                  <a:gd name="T16" fmla="*/ 41 w 156"/>
                  <a:gd name="T17" fmla="*/ 166 h 211"/>
                  <a:gd name="T18" fmla="*/ 34 w 156"/>
                  <a:gd name="T19" fmla="*/ 161 h 211"/>
                  <a:gd name="T20" fmla="*/ 47 w 156"/>
                  <a:gd name="T21" fmla="*/ 155 h 211"/>
                  <a:gd name="T22" fmla="*/ 50 w 156"/>
                  <a:gd name="T23" fmla="*/ 149 h 211"/>
                  <a:gd name="T24" fmla="*/ 67 w 156"/>
                  <a:gd name="T25" fmla="*/ 146 h 211"/>
                  <a:gd name="T26" fmla="*/ 58 w 156"/>
                  <a:gd name="T27" fmla="*/ 155 h 211"/>
                  <a:gd name="T28" fmla="*/ 50 w 156"/>
                  <a:gd name="T29" fmla="*/ 164 h 211"/>
                  <a:gd name="T30" fmla="*/ 58 w 156"/>
                  <a:gd name="T31" fmla="*/ 175 h 211"/>
                  <a:gd name="T32" fmla="*/ 62 w 156"/>
                  <a:gd name="T33" fmla="*/ 164 h 211"/>
                  <a:gd name="T34" fmla="*/ 76 w 156"/>
                  <a:gd name="T35" fmla="*/ 159 h 211"/>
                  <a:gd name="T36" fmla="*/ 73 w 156"/>
                  <a:gd name="T37" fmla="*/ 147 h 211"/>
                  <a:gd name="T38" fmla="*/ 80 w 156"/>
                  <a:gd name="T39" fmla="*/ 140 h 211"/>
                  <a:gd name="T40" fmla="*/ 76 w 156"/>
                  <a:gd name="T41" fmla="*/ 142 h 211"/>
                  <a:gd name="T42" fmla="*/ 82 w 156"/>
                  <a:gd name="T43" fmla="*/ 153 h 211"/>
                  <a:gd name="T44" fmla="*/ 99 w 156"/>
                  <a:gd name="T45" fmla="*/ 153 h 211"/>
                  <a:gd name="T46" fmla="*/ 108 w 156"/>
                  <a:gd name="T47" fmla="*/ 144 h 211"/>
                  <a:gd name="T48" fmla="*/ 102 w 156"/>
                  <a:gd name="T49" fmla="*/ 136 h 211"/>
                  <a:gd name="T50" fmla="*/ 106 w 156"/>
                  <a:gd name="T51" fmla="*/ 140 h 211"/>
                  <a:gd name="T52" fmla="*/ 125 w 156"/>
                  <a:gd name="T53" fmla="*/ 133 h 211"/>
                  <a:gd name="T54" fmla="*/ 132 w 156"/>
                  <a:gd name="T55" fmla="*/ 136 h 211"/>
                  <a:gd name="T56" fmla="*/ 140 w 156"/>
                  <a:gd name="T57" fmla="*/ 119 h 211"/>
                  <a:gd name="T58" fmla="*/ 142 w 156"/>
                  <a:gd name="T59" fmla="*/ 133 h 211"/>
                  <a:gd name="T60" fmla="*/ 153 w 156"/>
                  <a:gd name="T61" fmla="*/ 119 h 211"/>
                  <a:gd name="T62" fmla="*/ 151 w 156"/>
                  <a:gd name="T63" fmla="*/ 92 h 211"/>
                  <a:gd name="T64" fmla="*/ 149 w 156"/>
                  <a:gd name="T65" fmla="*/ 64 h 211"/>
                  <a:gd name="T66" fmla="*/ 151 w 156"/>
                  <a:gd name="T67" fmla="*/ 52 h 211"/>
                  <a:gd name="T68" fmla="*/ 151 w 156"/>
                  <a:gd name="T69" fmla="*/ 37 h 211"/>
                  <a:gd name="T70" fmla="*/ 136 w 156"/>
                  <a:gd name="T71" fmla="*/ 13 h 211"/>
                  <a:gd name="T72" fmla="*/ 129 w 156"/>
                  <a:gd name="T73" fmla="*/ 2 h 211"/>
                  <a:gd name="T74" fmla="*/ 119 w 156"/>
                  <a:gd name="T75" fmla="*/ 8 h 211"/>
                  <a:gd name="T76" fmla="*/ 114 w 156"/>
                  <a:gd name="T77" fmla="*/ 21 h 211"/>
                  <a:gd name="T78" fmla="*/ 116 w 156"/>
                  <a:gd name="T79" fmla="*/ 36 h 211"/>
                  <a:gd name="T80" fmla="*/ 119 w 156"/>
                  <a:gd name="T81" fmla="*/ 64 h 211"/>
                  <a:gd name="T82" fmla="*/ 114 w 156"/>
                  <a:gd name="T83" fmla="*/ 88 h 211"/>
                  <a:gd name="T84" fmla="*/ 95 w 156"/>
                  <a:gd name="T85" fmla="*/ 92 h 211"/>
                  <a:gd name="T86" fmla="*/ 91 w 156"/>
                  <a:gd name="T87" fmla="*/ 86 h 211"/>
                  <a:gd name="T88" fmla="*/ 86 w 156"/>
                  <a:gd name="T89" fmla="*/ 108 h 211"/>
                  <a:gd name="T90" fmla="*/ 86 w 156"/>
                  <a:gd name="T91" fmla="*/ 119 h 211"/>
                  <a:gd name="T92" fmla="*/ 78 w 156"/>
                  <a:gd name="T93" fmla="*/ 118 h 211"/>
                  <a:gd name="T94" fmla="*/ 54 w 156"/>
                  <a:gd name="T95" fmla="*/ 123 h 211"/>
                  <a:gd name="T96" fmla="*/ 35 w 156"/>
                  <a:gd name="T97" fmla="*/ 140 h 211"/>
                  <a:gd name="T98" fmla="*/ 26 w 156"/>
                  <a:gd name="T99" fmla="*/ 155 h 211"/>
                  <a:gd name="T100" fmla="*/ 17 w 156"/>
                  <a:gd name="T101" fmla="*/ 164 h 211"/>
                  <a:gd name="T102" fmla="*/ 4 w 156"/>
                  <a:gd name="T103" fmla="*/ 170 h 211"/>
                  <a:gd name="T104" fmla="*/ 0 w 156"/>
                  <a:gd name="T105" fmla="*/ 179 h 211"/>
                  <a:gd name="T106" fmla="*/ 32 w 156"/>
                  <a:gd name="T107" fmla="*/ 200 h 211"/>
                  <a:gd name="T108" fmla="*/ 125 w 156"/>
                  <a:gd name="T109" fmla="*/ 9 h 211"/>
                  <a:gd name="T110" fmla="*/ 123 w 156"/>
                  <a:gd name="T111" fmla="*/ 13 h 211"/>
                  <a:gd name="T112" fmla="*/ 21 w 156"/>
                  <a:gd name="T113" fmla="*/ 181 h 211"/>
                  <a:gd name="T114" fmla="*/ 24 w 156"/>
                  <a:gd name="T115" fmla="*/ 187 h 211"/>
                  <a:gd name="T116" fmla="*/ 24 w 156"/>
                  <a:gd name="T117" fmla="*/ 183 h 211"/>
                  <a:gd name="T118" fmla="*/ 24 w 156"/>
                  <a:gd name="T119" fmla="*/ 179 h 211"/>
                  <a:gd name="T120" fmla="*/ 21 w 156"/>
                  <a:gd name="T121" fmla="*/ 17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6" h="211">
                    <a:moveTo>
                      <a:pt x="0" y="179"/>
                    </a:moveTo>
                    <a:lnTo>
                      <a:pt x="0" y="183"/>
                    </a:lnTo>
                    <a:lnTo>
                      <a:pt x="4" y="183"/>
                    </a:lnTo>
                    <a:lnTo>
                      <a:pt x="6" y="181"/>
                    </a:lnTo>
                    <a:lnTo>
                      <a:pt x="4" y="177"/>
                    </a:lnTo>
                    <a:lnTo>
                      <a:pt x="4" y="177"/>
                    </a:lnTo>
                    <a:lnTo>
                      <a:pt x="9" y="175"/>
                    </a:lnTo>
                    <a:lnTo>
                      <a:pt x="8" y="175"/>
                    </a:lnTo>
                    <a:lnTo>
                      <a:pt x="9" y="172"/>
                    </a:lnTo>
                    <a:lnTo>
                      <a:pt x="9" y="174"/>
                    </a:lnTo>
                    <a:lnTo>
                      <a:pt x="11" y="172"/>
                    </a:lnTo>
                    <a:lnTo>
                      <a:pt x="11" y="170"/>
                    </a:lnTo>
                    <a:lnTo>
                      <a:pt x="13" y="170"/>
                    </a:lnTo>
                    <a:lnTo>
                      <a:pt x="13" y="170"/>
                    </a:lnTo>
                    <a:lnTo>
                      <a:pt x="11" y="174"/>
                    </a:lnTo>
                    <a:lnTo>
                      <a:pt x="13" y="177"/>
                    </a:lnTo>
                    <a:lnTo>
                      <a:pt x="15" y="177"/>
                    </a:lnTo>
                    <a:lnTo>
                      <a:pt x="15" y="179"/>
                    </a:lnTo>
                    <a:lnTo>
                      <a:pt x="11" y="183"/>
                    </a:lnTo>
                    <a:lnTo>
                      <a:pt x="17" y="181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7" y="181"/>
                    </a:lnTo>
                    <a:lnTo>
                      <a:pt x="17" y="185"/>
                    </a:lnTo>
                    <a:lnTo>
                      <a:pt x="19" y="187"/>
                    </a:lnTo>
                    <a:lnTo>
                      <a:pt x="19" y="187"/>
                    </a:lnTo>
                    <a:lnTo>
                      <a:pt x="19" y="188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4"/>
                    </a:lnTo>
                    <a:lnTo>
                      <a:pt x="24" y="198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4" y="203"/>
                    </a:lnTo>
                    <a:lnTo>
                      <a:pt x="28" y="207"/>
                    </a:lnTo>
                    <a:lnTo>
                      <a:pt x="30" y="207"/>
                    </a:lnTo>
                    <a:lnTo>
                      <a:pt x="32" y="209"/>
                    </a:lnTo>
                    <a:lnTo>
                      <a:pt x="34" y="207"/>
                    </a:lnTo>
                    <a:lnTo>
                      <a:pt x="34" y="207"/>
                    </a:lnTo>
                    <a:lnTo>
                      <a:pt x="35" y="211"/>
                    </a:lnTo>
                    <a:lnTo>
                      <a:pt x="39" y="209"/>
                    </a:lnTo>
                    <a:lnTo>
                      <a:pt x="43" y="203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41" y="202"/>
                    </a:lnTo>
                    <a:lnTo>
                      <a:pt x="43" y="203"/>
                    </a:lnTo>
                    <a:lnTo>
                      <a:pt x="45" y="198"/>
                    </a:lnTo>
                    <a:lnTo>
                      <a:pt x="45" y="194"/>
                    </a:lnTo>
                    <a:lnTo>
                      <a:pt x="43" y="192"/>
                    </a:lnTo>
                    <a:lnTo>
                      <a:pt x="45" y="185"/>
                    </a:lnTo>
                    <a:lnTo>
                      <a:pt x="43" y="181"/>
                    </a:lnTo>
                    <a:lnTo>
                      <a:pt x="45" y="179"/>
                    </a:lnTo>
                    <a:lnTo>
                      <a:pt x="49" y="175"/>
                    </a:lnTo>
                    <a:lnTo>
                      <a:pt x="47" y="172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1" y="166"/>
                    </a:lnTo>
                    <a:lnTo>
                      <a:pt x="41" y="166"/>
                    </a:lnTo>
                    <a:lnTo>
                      <a:pt x="43" y="164"/>
                    </a:lnTo>
                    <a:lnTo>
                      <a:pt x="41" y="161"/>
                    </a:lnTo>
                    <a:lnTo>
                      <a:pt x="39" y="159"/>
                    </a:lnTo>
                    <a:lnTo>
                      <a:pt x="35" y="159"/>
                    </a:lnTo>
                    <a:lnTo>
                      <a:pt x="35" y="161"/>
                    </a:lnTo>
                    <a:lnTo>
                      <a:pt x="34" y="161"/>
                    </a:lnTo>
                    <a:lnTo>
                      <a:pt x="34" y="161"/>
                    </a:lnTo>
                    <a:lnTo>
                      <a:pt x="32" y="159"/>
                    </a:lnTo>
                    <a:lnTo>
                      <a:pt x="32" y="157"/>
                    </a:lnTo>
                    <a:lnTo>
                      <a:pt x="35" y="155"/>
                    </a:lnTo>
                    <a:lnTo>
                      <a:pt x="37" y="155"/>
                    </a:lnTo>
                    <a:lnTo>
                      <a:pt x="41" y="157"/>
                    </a:lnTo>
                    <a:lnTo>
                      <a:pt x="45" y="157"/>
                    </a:lnTo>
                    <a:lnTo>
                      <a:pt x="47" y="155"/>
                    </a:lnTo>
                    <a:lnTo>
                      <a:pt x="47" y="153"/>
                    </a:lnTo>
                    <a:lnTo>
                      <a:pt x="47" y="151"/>
                    </a:lnTo>
                    <a:lnTo>
                      <a:pt x="45" y="149"/>
                    </a:lnTo>
                    <a:lnTo>
                      <a:pt x="47" y="147"/>
                    </a:lnTo>
                    <a:lnTo>
                      <a:pt x="47" y="147"/>
                    </a:lnTo>
                    <a:lnTo>
                      <a:pt x="49" y="149"/>
                    </a:lnTo>
                    <a:lnTo>
                      <a:pt x="50" y="149"/>
                    </a:lnTo>
                    <a:lnTo>
                      <a:pt x="52" y="149"/>
                    </a:lnTo>
                    <a:lnTo>
                      <a:pt x="58" y="147"/>
                    </a:lnTo>
                    <a:lnTo>
                      <a:pt x="62" y="146"/>
                    </a:lnTo>
                    <a:lnTo>
                      <a:pt x="63" y="146"/>
                    </a:lnTo>
                    <a:lnTo>
                      <a:pt x="65" y="147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6" y="151"/>
                    </a:lnTo>
                    <a:lnTo>
                      <a:pt x="54" y="151"/>
                    </a:lnTo>
                    <a:lnTo>
                      <a:pt x="49" y="155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7" y="164"/>
                    </a:lnTo>
                    <a:lnTo>
                      <a:pt x="50" y="164"/>
                    </a:lnTo>
                    <a:lnTo>
                      <a:pt x="50" y="166"/>
                    </a:lnTo>
                    <a:lnTo>
                      <a:pt x="50" y="166"/>
                    </a:lnTo>
                    <a:lnTo>
                      <a:pt x="50" y="170"/>
                    </a:lnTo>
                    <a:lnTo>
                      <a:pt x="52" y="174"/>
                    </a:lnTo>
                    <a:lnTo>
                      <a:pt x="56" y="174"/>
                    </a:lnTo>
                    <a:lnTo>
                      <a:pt x="56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0" y="175"/>
                    </a:lnTo>
                    <a:lnTo>
                      <a:pt x="63" y="174"/>
                    </a:lnTo>
                    <a:lnTo>
                      <a:pt x="62" y="172"/>
                    </a:lnTo>
                    <a:lnTo>
                      <a:pt x="60" y="170"/>
                    </a:lnTo>
                    <a:lnTo>
                      <a:pt x="62" y="168"/>
                    </a:lnTo>
                    <a:lnTo>
                      <a:pt x="62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7" y="161"/>
                    </a:lnTo>
                    <a:lnTo>
                      <a:pt x="71" y="164"/>
                    </a:lnTo>
                    <a:lnTo>
                      <a:pt x="73" y="166"/>
                    </a:lnTo>
                    <a:lnTo>
                      <a:pt x="76" y="164"/>
                    </a:lnTo>
                    <a:lnTo>
                      <a:pt x="76" y="159"/>
                    </a:lnTo>
                    <a:lnTo>
                      <a:pt x="80" y="157"/>
                    </a:lnTo>
                    <a:lnTo>
                      <a:pt x="80" y="153"/>
                    </a:lnTo>
                    <a:lnTo>
                      <a:pt x="80" y="153"/>
                    </a:lnTo>
                    <a:lnTo>
                      <a:pt x="78" y="151"/>
                    </a:lnTo>
                    <a:lnTo>
                      <a:pt x="75" y="147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75" y="146"/>
                    </a:lnTo>
                    <a:lnTo>
                      <a:pt x="75" y="144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5" y="140"/>
                    </a:lnTo>
                    <a:lnTo>
                      <a:pt x="76" y="138"/>
                    </a:lnTo>
                    <a:lnTo>
                      <a:pt x="80" y="140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4" y="140"/>
                    </a:lnTo>
                    <a:lnTo>
                      <a:pt x="82" y="144"/>
                    </a:lnTo>
                    <a:lnTo>
                      <a:pt x="80" y="140"/>
                    </a:lnTo>
                    <a:lnTo>
                      <a:pt x="78" y="140"/>
                    </a:lnTo>
                    <a:lnTo>
                      <a:pt x="76" y="142"/>
                    </a:lnTo>
                    <a:lnTo>
                      <a:pt x="76" y="146"/>
                    </a:lnTo>
                    <a:lnTo>
                      <a:pt x="78" y="149"/>
                    </a:lnTo>
                    <a:lnTo>
                      <a:pt x="80" y="149"/>
                    </a:lnTo>
                    <a:lnTo>
                      <a:pt x="82" y="147"/>
                    </a:lnTo>
                    <a:lnTo>
                      <a:pt x="82" y="147"/>
                    </a:lnTo>
                    <a:lnTo>
                      <a:pt x="82" y="151"/>
                    </a:lnTo>
                    <a:lnTo>
                      <a:pt x="82" y="153"/>
                    </a:lnTo>
                    <a:lnTo>
                      <a:pt x="82" y="157"/>
                    </a:lnTo>
                    <a:lnTo>
                      <a:pt x="86" y="157"/>
                    </a:lnTo>
                    <a:lnTo>
                      <a:pt x="89" y="161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9" y="157"/>
                    </a:lnTo>
                    <a:lnTo>
                      <a:pt x="99" y="153"/>
                    </a:lnTo>
                    <a:lnTo>
                      <a:pt x="101" y="153"/>
                    </a:lnTo>
                    <a:lnTo>
                      <a:pt x="101" y="151"/>
                    </a:lnTo>
                    <a:lnTo>
                      <a:pt x="101" y="149"/>
                    </a:lnTo>
                    <a:lnTo>
                      <a:pt x="102" y="147"/>
                    </a:lnTo>
                    <a:lnTo>
                      <a:pt x="102" y="147"/>
                    </a:lnTo>
                    <a:lnTo>
                      <a:pt x="106" y="147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0"/>
                    </a:lnTo>
                    <a:lnTo>
                      <a:pt x="101" y="138"/>
                    </a:lnTo>
                    <a:lnTo>
                      <a:pt x="101" y="136"/>
                    </a:lnTo>
                    <a:lnTo>
                      <a:pt x="101" y="134"/>
                    </a:lnTo>
                    <a:lnTo>
                      <a:pt x="101" y="134"/>
                    </a:lnTo>
                    <a:lnTo>
                      <a:pt x="102" y="136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6"/>
                    </a:lnTo>
                    <a:lnTo>
                      <a:pt x="108" y="136"/>
                    </a:lnTo>
                    <a:lnTo>
                      <a:pt x="106" y="140"/>
                    </a:lnTo>
                    <a:lnTo>
                      <a:pt x="108" y="140"/>
                    </a:lnTo>
                    <a:lnTo>
                      <a:pt x="112" y="140"/>
                    </a:lnTo>
                    <a:lnTo>
                      <a:pt x="116" y="138"/>
                    </a:lnTo>
                    <a:lnTo>
                      <a:pt x="121" y="138"/>
                    </a:lnTo>
                    <a:lnTo>
                      <a:pt x="129" y="138"/>
                    </a:lnTo>
                    <a:lnTo>
                      <a:pt x="125" y="136"/>
                    </a:lnTo>
                    <a:lnTo>
                      <a:pt x="125" y="133"/>
                    </a:lnTo>
                    <a:lnTo>
                      <a:pt x="125" y="131"/>
                    </a:lnTo>
                    <a:lnTo>
                      <a:pt x="127" y="131"/>
                    </a:lnTo>
                    <a:lnTo>
                      <a:pt x="129" y="131"/>
                    </a:lnTo>
                    <a:lnTo>
                      <a:pt x="129" y="133"/>
                    </a:lnTo>
                    <a:lnTo>
                      <a:pt x="129" y="134"/>
                    </a:lnTo>
                    <a:lnTo>
                      <a:pt x="129" y="138"/>
                    </a:lnTo>
                    <a:lnTo>
                      <a:pt x="132" y="136"/>
                    </a:lnTo>
                    <a:lnTo>
                      <a:pt x="136" y="133"/>
                    </a:lnTo>
                    <a:lnTo>
                      <a:pt x="134" y="129"/>
                    </a:lnTo>
                    <a:lnTo>
                      <a:pt x="134" y="127"/>
                    </a:lnTo>
                    <a:lnTo>
                      <a:pt x="138" y="125"/>
                    </a:lnTo>
                    <a:lnTo>
                      <a:pt x="140" y="123"/>
                    </a:lnTo>
                    <a:lnTo>
                      <a:pt x="142" y="121"/>
                    </a:lnTo>
                    <a:lnTo>
                      <a:pt x="140" y="119"/>
                    </a:lnTo>
                    <a:lnTo>
                      <a:pt x="140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9"/>
                    </a:lnTo>
                    <a:lnTo>
                      <a:pt x="140" y="12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7" y="131"/>
                    </a:lnTo>
                    <a:lnTo>
                      <a:pt x="147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5" y="121"/>
                    </a:lnTo>
                    <a:lnTo>
                      <a:pt x="153" y="119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5" y="112"/>
                    </a:lnTo>
                    <a:lnTo>
                      <a:pt x="151" y="108"/>
                    </a:lnTo>
                    <a:lnTo>
                      <a:pt x="149" y="106"/>
                    </a:lnTo>
                    <a:lnTo>
                      <a:pt x="149" y="99"/>
                    </a:lnTo>
                    <a:lnTo>
                      <a:pt x="151" y="92"/>
                    </a:lnTo>
                    <a:lnTo>
                      <a:pt x="151" y="86"/>
                    </a:lnTo>
                    <a:lnTo>
                      <a:pt x="147" y="77"/>
                    </a:lnTo>
                    <a:lnTo>
                      <a:pt x="145" y="73"/>
                    </a:lnTo>
                    <a:lnTo>
                      <a:pt x="143" y="69"/>
                    </a:lnTo>
                    <a:lnTo>
                      <a:pt x="145" y="65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7"/>
                    </a:lnTo>
                    <a:lnTo>
                      <a:pt x="153" y="64"/>
                    </a:lnTo>
                    <a:lnTo>
                      <a:pt x="153" y="58"/>
                    </a:lnTo>
                    <a:lnTo>
                      <a:pt x="151" y="58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2"/>
                    </a:lnTo>
                    <a:lnTo>
                      <a:pt x="151" y="51"/>
                    </a:lnTo>
                    <a:lnTo>
                      <a:pt x="151" y="49"/>
                    </a:lnTo>
                    <a:lnTo>
                      <a:pt x="153" y="47"/>
                    </a:lnTo>
                    <a:lnTo>
                      <a:pt x="151" y="45"/>
                    </a:lnTo>
                    <a:lnTo>
                      <a:pt x="151" y="43"/>
                    </a:lnTo>
                    <a:lnTo>
                      <a:pt x="151" y="41"/>
                    </a:lnTo>
                    <a:lnTo>
                      <a:pt x="151" y="37"/>
                    </a:lnTo>
                    <a:lnTo>
                      <a:pt x="149" y="34"/>
                    </a:lnTo>
                    <a:lnTo>
                      <a:pt x="147" y="28"/>
                    </a:lnTo>
                    <a:lnTo>
                      <a:pt x="145" y="28"/>
                    </a:lnTo>
                    <a:lnTo>
                      <a:pt x="143" y="28"/>
                    </a:lnTo>
                    <a:lnTo>
                      <a:pt x="143" y="23"/>
                    </a:lnTo>
                    <a:lnTo>
                      <a:pt x="142" y="19"/>
                    </a:lnTo>
                    <a:lnTo>
                      <a:pt x="136" y="13"/>
                    </a:lnTo>
                    <a:lnTo>
                      <a:pt x="134" y="11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4" y="0"/>
                    </a:lnTo>
                    <a:lnTo>
                      <a:pt x="130" y="2"/>
                    </a:lnTo>
                    <a:lnTo>
                      <a:pt x="129" y="2"/>
                    </a:lnTo>
                    <a:lnTo>
                      <a:pt x="129" y="2"/>
                    </a:lnTo>
                    <a:lnTo>
                      <a:pt x="127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3" y="4"/>
                    </a:lnTo>
                    <a:lnTo>
                      <a:pt x="123" y="8"/>
                    </a:lnTo>
                    <a:lnTo>
                      <a:pt x="121" y="6"/>
                    </a:lnTo>
                    <a:lnTo>
                      <a:pt x="119" y="8"/>
                    </a:lnTo>
                    <a:lnTo>
                      <a:pt x="117" y="6"/>
                    </a:lnTo>
                    <a:lnTo>
                      <a:pt x="116" y="9"/>
                    </a:lnTo>
                    <a:lnTo>
                      <a:pt x="117" y="13"/>
                    </a:lnTo>
                    <a:lnTo>
                      <a:pt x="117" y="15"/>
                    </a:lnTo>
                    <a:lnTo>
                      <a:pt x="116" y="17"/>
                    </a:lnTo>
                    <a:lnTo>
                      <a:pt x="114" y="19"/>
                    </a:lnTo>
                    <a:lnTo>
                      <a:pt x="114" y="21"/>
                    </a:lnTo>
                    <a:lnTo>
                      <a:pt x="117" y="24"/>
                    </a:lnTo>
                    <a:lnTo>
                      <a:pt x="119" y="26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6" y="36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21" y="39"/>
                    </a:lnTo>
                    <a:lnTo>
                      <a:pt x="123" y="45"/>
                    </a:lnTo>
                    <a:lnTo>
                      <a:pt x="123" y="49"/>
                    </a:lnTo>
                    <a:lnTo>
                      <a:pt x="123" y="54"/>
                    </a:lnTo>
                    <a:lnTo>
                      <a:pt x="119" y="64"/>
                    </a:lnTo>
                    <a:lnTo>
                      <a:pt x="121" y="67"/>
                    </a:lnTo>
                    <a:lnTo>
                      <a:pt x="119" y="71"/>
                    </a:lnTo>
                    <a:lnTo>
                      <a:pt x="116" y="73"/>
                    </a:lnTo>
                    <a:lnTo>
                      <a:pt x="116" y="78"/>
                    </a:lnTo>
                    <a:lnTo>
                      <a:pt x="116" y="82"/>
                    </a:lnTo>
                    <a:lnTo>
                      <a:pt x="114" y="84"/>
                    </a:lnTo>
                    <a:lnTo>
                      <a:pt x="114" y="88"/>
                    </a:lnTo>
                    <a:lnTo>
                      <a:pt x="110" y="90"/>
                    </a:lnTo>
                    <a:lnTo>
                      <a:pt x="104" y="93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7" y="95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9" y="84"/>
                    </a:lnTo>
                    <a:lnTo>
                      <a:pt x="99" y="82"/>
                    </a:lnTo>
                    <a:lnTo>
                      <a:pt x="93" y="84"/>
                    </a:lnTo>
                    <a:lnTo>
                      <a:pt x="91" y="86"/>
                    </a:lnTo>
                    <a:lnTo>
                      <a:pt x="88" y="86"/>
                    </a:lnTo>
                    <a:lnTo>
                      <a:pt x="88" y="90"/>
                    </a:lnTo>
                    <a:lnTo>
                      <a:pt x="89" y="93"/>
                    </a:lnTo>
                    <a:lnTo>
                      <a:pt x="89" y="99"/>
                    </a:lnTo>
                    <a:lnTo>
                      <a:pt x="89" y="103"/>
                    </a:lnTo>
                    <a:lnTo>
                      <a:pt x="86" y="106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4" y="114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4" y="118"/>
                    </a:lnTo>
                    <a:lnTo>
                      <a:pt x="86" y="119"/>
                    </a:lnTo>
                    <a:lnTo>
                      <a:pt x="86" y="119"/>
                    </a:lnTo>
                    <a:lnTo>
                      <a:pt x="82" y="119"/>
                    </a:lnTo>
                    <a:lnTo>
                      <a:pt x="84" y="121"/>
                    </a:lnTo>
                    <a:lnTo>
                      <a:pt x="84" y="121"/>
                    </a:lnTo>
                    <a:lnTo>
                      <a:pt x="82" y="119"/>
                    </a:lnTo>
                    <a:lnTo>
                      <a:pt x="80" y="121"/>
                    </a:lnTo>
                    <a:lnTo>
                      <a:pt x="80" y="119"/>
                    </a:lnTo>
                    <a:lnTo>
                      <a:pt x="78" y="118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3" y="119"/>
                    </a:lnTo>
                    <a:lnTo>
                      <a:pt x="62" y="123"/>
                    </a:lnTo>
                    <a:lnTo>
                      <a:pt x="58" y="123"/>
                    </a:lnTo>
                    <a:lnTo>
                      <a:pt x="54" y="125"/>
                    </a:lnTo>
                    <a:lnTo>
                      <a:pt x="54" y="123"/>
                    </a:lnTo>
                    <a:lnTo>
                      <a:pt x="50" y="123"/>
                    </a:lnTo>
                    <a:lnTo>
                      <a:pt x="45" y="129"/>
                    </a:lnTo>
                    <a:lnTo>
                      <a:pt x="43" y="131"/>
                    </a:lnTo>
                    <a:lnTo>
                      <a:pt x="41" y="133"/>
                    </a:lnTo>
                    <a:lnTo>
                      <a:pt x="41" y="134"/>
                    </a:lnTo>
                    <a:lnTo>
                      <a:pt x="37" y="138"/>
                    </a:lnTo>
                    <a:lnTo>
                      <a:pt x="35" y="140"/>
                    </a:lnTo>
                    <a:lnTo>
                      <a:pt x="32" y="142"/>
                    </a:lnTo>
                    <a:lnTo>
                      <a:pt x="32" y="144"/>
                    </a:lnTo>
                    <a:lnTo>
                      <a:pt x="30" y="146"/>
                    </a:lnTo>
                    <a:lnTo>
                      <a:pt x="26" y="146"/>
                    </a:lnTo>
                    <a:lnTo>
                      <a:pt x="24" y="149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8" y="155"/>
                    </a:lnTo>
                    <a:lnTo>
                      <a:pt x="26" y="157"/>
                    </a:lnTo>
                    <a:lnTo>
                      <a:pt x="24" y="157"/>
                    </a:lnTo>
                    <a:lnTo>
                      <a:pt x="22" y="159"/>
                    </a:lnTo>
                    <a:lnTo>
                      <a:pt x="21" y="161"/>
                    </a:lnTo>
                    <a:lnTo>
                      <a:pt x="19" y="162"/>
                    </a:lnTo>
                    <a:lnTo>
                      <a:pt x="17" y="164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9" y="168"/>
                    </a:lnTo>
                    <a:lnTo>
                      <a:pt x="8" y="168"/>
                    </a:lnTo>
                    <a:lnTo>
                      <a:pt x="6" y="168"/>
                    </a:lnTo>
                    <a:lnTo>
                      <a:pt x="6" y="172"/>
                    </a:lnTo>
                    <a:lnTo>
                      <a:pt x="4" y="170"/>
                    </a:lnTo>
                    <a:lnTo>
                      <a:pt x="6" y="172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5"/>
                    </a:lnTo>
                    <a:lnTo>
                      <a:pt x="0" y="175"/>
                    </a:lnTo>
                    <a:lnTo>
                      <a:pt x="0" y="179"/>
                    </a:lnTo>
                    <a:close/>
                    <a:moveTo>
                      <a:pt x="32" y="200"/>
                    </a:moveTo>
                    <a:lnTo>
                      <a:pt x="34" y="202"/>
                    </a:lnTo>
                    <a:lnTo>
                      <a:pt x="35" y="205"/>
                    </a:lnTo>
                    <a:lnTo>
                      <a:pt x="34" y="207"/>
                    </a:lnTo>
                    <a:lnTo>
                      <a:pt x="34" y="203"/>
                    </a:lnTo>
                    <a:lnTo>
                      <a:pt x="32" y="202"/>
                    </a:lnTo>
                    <a:lnTo>
                      <a:pt x="32" y="200"/>
                    </a:lnTo>
                    <a:close/>
                    <a:moveTo>
                      <a:pt x="127" y="9"/>
                    </a:moveTo>
                    <a:lnTo>
                      <a:pt x="129" y="8"/>
                    </a:lnTo>
                    <a:lnTo>
                      <a:pt x="129" y="8"/>
                    </a:lnTo>
                    <a:lnTo>
                      <a:pt x="129" y="9"/>
                    </a:lnTo>
                    <a:lnTo>
                      <a:pt x="129" y="11"/>
                    </a:lnTo>
                    <a:lnTo>
                      <a:pt x="127" y="9"/>
                    </a:lnTo>
                    <a:lnTo>
                      <a:pt x="125" y="9"/>
                    </a:lnTo>
                    <a:lnTo>
                      <a:pt x="127" y="9"/>
                    </a:lnTo>
                    <a:close/>
                    <a:moveTo>
                      <a:pt x="123" y="8"/>
                    </a:moveTo>
                    <a:lnTo>
                      <a:pt x="125" y="9"/>
                    </a:lnTo>
                    <a:lnTo>
                      <a:pt x="123" y="9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3" y="13"/>
                    </a:lnTo>
                    <a:lnTo>
                      <a:pt x="123" y="9"/>
                    </a:lnTo>
                    <a:lnTo>
                      <a:pt x="123" y="8"/>
                    </a:lnTo>
                    <a:close/>
                    <a:moveTo>
                      <a:pt x="67" y="146"/>
                    </a:moveTo>
                    <a:lnTo>
                      <a:pt x="69" y="144"/>
                    </a:lnTo>
                    <a:lnTo>
                      <a:pt x="67" y="146"/>
                    </a:lnTo>
                    <a:lnTo>
                      <a:pt x="67" y="146"/>
                    </a:lnTo>
                    <a:close/>
                    <a:moveTo>
                      <a:pt x="21" y="181"/>
                    </a:moveTo>
                    <a:lnTo>
                      <a:pt x="21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2" y="179"/>
                    </a:lnTo>
                    <a:lnTo>
                      <a:pt x="21" y="181"/>
                    </a:lnTo>
                    <a:close/>
                    <a:moveTo>
                      <a:pt x="24" y="187"/>
                    </a:moveTo>
                    <a:lnTo>
                      <a:pt x="24" y="187"/>
                    </a:lnTo>
                    <a:lnTo>
                      <a:pt x="24" y="187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7"/>
                    </a:lnTo>
                    <a:close/>
                    <a:moveTo>
                      <a:pt x="24" y="183"/>
                    </a:moveTo>
                    <a:lnTo>
                      <a:pt x="24" y="183"/>
                    </a:lnTo>
                    <a:lnTo>
                      <a:pt x="24" y="183"/>
                    </a:lnTo>
                    <a:lnTo>
                      <a:pt x="24" y="183"/>
                    </a:lnTo>
                    <a:close/>
                    <a:moveTo>
                      <a:pt x="21" y="172"/>
                    </a:moveTo>
                    <a:lnTo>
                      <a:pt x="21" y="172"/>
                    </a:lnTo>
                    <a:lnTo>
                      <a:pt x="24" y="175"/>
                    </a:lnTo>
                    <a:lnTo>
                      <a:pt x="24" y="177"/>
                    </a:lnTo>
                    <a:lnTo>
                      <a:pt x="24" y="179"/>
                    </a:lnTo>
                    <a:lnTo>
                      <a:pt x="24" y="181"/>
                    </a:lnTo>
                    <a:lnTo>
                      <a:pt x="22" y="179"/>
                    </a:lnTo>
                    <a:lnTo>
                      <a:pt x="24" y="179"/>
                    </a:lnTo>
                    <a:lnTo>
                      <a:pt x="24" y="175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2"/>
                    </a:lnTo>
                    <a:lnTo>
                      <a:pt x="21" y="17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3" name="Freeform 6201">
                <a:extLst>
                  <a:ext uri="{FF2B5EF4-FFF2-40B4-BE49-F238E27FC236}">
                    <a16:creationId xmlns:a16="http://schemas.microsoft.com/office/drawing/2014/main" id="{93E220CE-ACCA-4969-AB69-F4C02EEFA8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349"/>
                <a:ext cx="13" cy="10"/>
              </a:xfrm>
              <a:custGeom>
                <a:avLst/>
                <a:gdLst>
                  <a:gd name="T0" fmla="*/ 13 w 13"/>
                  <a:gd name="T1" fmla="*/ 4 h 10"/>
                  <a:gd name="T2" fmla="*/ 11 w 13"/>
                  <a:gd name="T3" fmla="*/ 2 h 10"/>
                  <a:gd name="T4" fmla="*/ 7 w 13"/>
                  <a:gd name="T5" fmla="*/ 0 h 10"/>
                  <a:gd name="T6" fmla="*/ 2 w 13"/>
                  <a:gd name="T7" fmla="*/ 4 h 10"/>
                  <a:gd name="T8" fmla="*/ 0 w 13"/>
                  <a:gd name="T9" fmla="*/ 6 h 10"/>
                  <a:gd name="T10" fmla="*/ 2 w 13"/>
                  <a:gd name="T11" fmla="*/ 10 h 10"/>
                  <a:gd name="T12" fmla="*/ 4 w 13"/>
                  <a:gd name="T13" fmla="*/ 10 h 10"/>
                  <a:gd name="T14" fmla="*/ 9 w 13"/>
                  <a:gd name="T15" fmla="*/ 10 h 10"/>
                  <a:gd name="T16" fmla="*/ 13 w 13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lnTo>
                      <a:pt x="11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9" y="10"/>
                    </a:lnTo>
                    <a:lnTo>
                      <a:pt x="1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4" name="Freeform 6202">
                <a:extLst>
                  <a:ext uri="{FF2B5EF4-FFF2-40B4-BE49-F238E27FC236}">
                    <a16:creationId xmlns:a16="http://schemas.microsoft.com/office/drawing/2014/main" id="{B470F294-AFD8-4006-82DD-FFA2E884D17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7" y="2329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4 w 8"/>
                  <a:gd name="T3" fmla="*/ 15 h 15"/>
                  <a:gd name="T4" fmla="*/ 6 w 8"/>
                  <a:gd name="T5" fmla="*/ 13 h 15"/>
                  <a:gd name="T6" fmla="*/ 6 w 8"/>
                  <a:gd name="T7" fmla="*/ 9 h 15"/>
                  <a:gd name="T8" fmla="*/ 4 w 8"/>
                  <a:gd name="T9" fmla="*/ 9 h 15"/>
                  <a:gd name="T10" fmla="*/ 6 w 8"/>
                  <a:gd name="T11" fmla="*/ 9 h 15"/>
                  <a:gd name="T12" fmla="*/ 8 w 8"/>
                  <a:gd name="T13" fmla="*/ 5 h 15"/>
                  <a:gd name="T14" fmla="*/ 6 w 8"/>
                  <a:gd name="T15" fmla="*/ 4 h 15"/>
                  <a:gd name="T16" fmla="*/ 6 w 8"/>
                  <a:gd name="T17" fmla="*/ 0 h 15"/>
                  <a:gd name="T18" fmla="*/ 2 w 8"/>
                  <a:gd name="T19" fmla="*/ 2 h 15"/>
                  <a:gd name="T20" fmla="*/ 2 w 8"/>
                  <a:gd name="T21" fmla="*/ 4 h 15"/>
                  <a:gd name="T22" fmla="*/ 2 w 8"/>
                  <a:gd name="T23" fmla="*/ 7 h 15"/>
                  <a:gd name="T24" fmla="*/ 2 w 8"/>
                  <a:gd name="T25" fmla="*/ 9 h 15"/>
                  <a:gd name="T26" fmla="*/ 0 w 8"/>
                  <a:gd name="T27" fmla="*/ 11 h 15"/>
                  <a:gd name="T28" fmla="*/ 0 w 8"/>
                  <a:gd name="T2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lnTo>
                      <a:pt x="4" y="15"/>
                    </a:lnTo>
                    <a:lnTo>
                      <a:pt x="6" y="13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5" name="Freeform 6203">
                <a:extLst>
                  <a:ext uri="{FF2B5EF4-FFF2-40B4-BE49-F238E27FC236}">
                    <a16:creationId xmlns:a16="http://schemas.microsoft.com/office/drawing/2014/main" id="{0C65AA32-3416-47FB-A240-59F4FEA2C2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27" y="3104"/>
                <a:ext cx="24" cy="19"/>
              </a:xfrm>
              <a:custGeom>
                <a:avLst/>
                <a:gdLst>
                  <a:gd name="T0" fmla="*/ 22 w 24"/>
                  <a:gd name="T1" fmla="*/ 8 h 19"/>
                  <a:gd name="T2" fmla="*/ 24 w 24"/>
                  <a:gd name="T3" fmla="*/ 4 h 19"/>
                  <a:gd name="T4" fmla="*/ 24 w 24"/>
                  <a:gd name="T5" fmla="*/ 0 h 19"/>
                  <a:gd name="T6" fmla="*/ 19 w 24"/>
                  <a:gd name="T7" fmla="*/ 6 h 19"/>
                  <a:gd name="T8" fmla="*/ 15 w 24"/>
                  <a:gd name="T9" fmla="*/ 6 h 19"/>
                  <a:gd name="T10" fmla="*/ 13 w 24"/>
                  <a:gd name="T11" fmla="*/ 10 h 19"/>
                  <a:gd name="T12" fmla="*/ 9 w 24"/>
                  <a:gd name="T13" fmla="*/ 8 h 19"/>
                  <a:gd name="T14" fmla="*/ 5 w 24"/>
                  <a:gd name="T15" fmla="*/ 10 h 19"/>
                  <a:gd name="T16" fmla="*/ 2 w 24"/>
                  <a:gd name="T17" fmla="*/ 10 h 19"/>
                  <a:gd name="T18" fmla="*/ 0 w 24"/>
                  <a:gd name="T19" fmla="*/ 15 h 19"/>
                  <a:gd name="T20" fmla="*/ 5 w 24"/>
                  <a:gd name="T21" fmla="*/ 19 h 19"/>
                  <a:gd name="T22" fmla="*/ 5 w 24"/>
                  <a:gd name="T23" fmla="*/ 17 h 19"/>
                  <a:gd name="T24" fmla="*/ 9 w 24"/>
                  <a:gd name="T25" fmla="*/ 17 h 19"/>
                  <a:gd name="T26" fmla="*/ 11 w 24"/>
                  <a:gd name="T27" fmla="*/ 15 h 19"/>
                  <a:gd name="T28" fmla="*/ 11 w 24"/>
                  <a:gd name="T29" fmla="*/ 15 h 19"/>
                  <a:gd name="T30" fmla="*/ 13 w 24"/>
                  <a:gd name="T31" fmla="*/ 17 h 19"/>
                  <a:gd name="T32" fmla="*/ 20 w 24"/>
                  <a:gd name="T33" fmla="*/ 17 h 19"/>
                  <a:gd name="T34" fmla="*/ 24 w 24"/>
                  <a:gd name="T35" fmla="*/ 13 h 19"/>
                  <a:gd name="T36" fmla="*/ 22 w 24"/>
                  <a:gd name="T37" fmla="*/ 10 h 19"/>
                  <a:gd name="T38" fmla="*/ 22 w 24"/>
                  <a:gd name="T3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19">
                    <a:moveTo>
                      <a:pt x="22" y="8"/>
                    </a:moveTo>
                    <a:lnTo>
                      <a:pt x="24" y="4"/>
                    </a:lnTo>
                    <a:lnTo>
                      <a:pt x="24" y="0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9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20" y="17"/>
                    </a:lnTo>
                    <a:lnTo>
                      <a:pt x="24" y="13"/>
                    </a:lnTo>
                    <a:lnTo>
                      <a:pt x="22" y="10"/>
                    </a:lnTo>
                    <a:lnTo>
                      <a:pt x="2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6" name="Freeform 6204">
                <a:extLst>
                  <a:ext uri="{FF2B5EF4-FFF2-40B4-BE49-F238E27FC236}">
                    <a16:creationId xmlns:a16="http://schemas.microsoft.com/office/drawing/2014/main" id="{442714AC-20BC-42F7-B60D-52AD998FCA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08" y="3125"/>
                <a:ext cx="23" cy="17"/>
              </a:xfrm>
              <a:custGeom>
                <a:avLst/>
                <a:gdLst>
                  <a:gd name="T0" fmla="*/ 15 w 23"/>
                  <a:gd name="T1" fmla="*/ 0 h 17"/>
                  <a:gd name="T2" fmla="*/ 8 w 23"/>
                  <a:gd name="T3" fmla="*/ 2 h 17"/>
                  <a:gd name="T4" fmla="*/ 2 w 23"/>
                  <a:gd name="T5" fmla="*/ 6 h 17"/>
                  <a:gd name="T6" fmla="*/ 2 w 23"/>
                  <a:gd name="T7" fmla="*/ 9 h 17"/>
                  <a:gd name="T8" fmla="*/ 0 w 23"/>
                  <a:gd name="T9" fmla="*/ 9 h 17"/>
                  <a:gd name="T10" fmla="*/ 0 w 23"/>
                  <a:gd name="T11" fmla="*/ 15 h 17"/>
                  <a:gd name="T12" fmla="*/ 4 w 23"/>
                  <a:gd name="T13" fmla="*/ 17 h 17"/>
                  <a:gd name="T14" fmla="*/ 11 w 23"/>
                  <a:gd name="T15" fmla="*/ 17 h 17"/>
                  <a:gd name="T16" fmla="*/ 13 w 23"/>
                  <a:gd name="T17" fmla="*/ 17 h 17"/>
                  <a:gd name="T18" fmla="*/ 17 w 23"/>
                  <a:gd name="T19" fmla="*/ 17 h 17"/>
                  <a:gd name="T20" fmla="*/ 23 w 23"/>
                  <a:gd name="T21" fmla="*/ 15 h 17"/>
                  <a:gd name="T22" fmla="*/ 21 w 23"/>
                  <a:gd name="T23" fmla="*/ 6 h 17"/>
                  <a:gd name="T24" fmla="*/ 15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15" y="0"/>
                    </a:moveTo>
                    <a:lnTo>
                      <a:pt x="8" y="2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4" y="17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3" y="15"/>
                    </a:lnTo>
                    <a:lnTo>
                      <a:pt x="21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7" name="Freeform 6205">
                <a:extLst>
                  <a:ext uri="{FF2B5EF4-FFF2-40B4-BE49-F238E27FC236}">
                    <a16:creationId xmlns:a16="http://schemas.microsoft.com/office/drawing/2014/main" id="{232DEE62-583B-4A2B-BE67-0C447F7F0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5" y="3155"/>
                <a:ext cx="3" cy="11"/>
              </a:xfrm>
              <a:custGeom>
                <a:avLst/>
                <a:gdLst>
                  <a:gd name="T0" fmla="*/ 0 w 3"/>
                  <a:gd name="T1" fmla="*/ 5 h 11"/>
                  <a:gd name="T2" fmla="*/ 2 w 3"/>
                  <a:gd name="T3" fmla="*/ 11 h 11"/>
                  <a:gd name="T4" fmla="*/ 3 w 3"/>
                  <a:gd name="T5" fmla="*/ 5 h 11"/>
                  <a:gd name="T6" fmla="*/ 0 w 3"/>
                  <a:gd name="T7" fmla="*/ 0 h 11"/>
                  <a:gd name="T8" fmla="*/ 0 w 3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1">
                    <a:moveTo>
                      <a:pt x="0" y="5"/>
                    </a:moveTo>
                    <a:lnTo>
                      <a:pt x="2" y="11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8" name="Freeform 6206">
                <a:extLst>
                  <a:ext uri="{FF2B5EF4-FFF2-40B4-BE49-F238E27FC236}">
                    <a16:creationId xmlns:a16="http://schemas.microsoft.com/office/drawing/2014/main" id="{68CBEA5B-65CC-430B-8C4C-0D5FEE92EE6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12"/>
                <a:ext cx="7" cy="7"/>
              </a:xfrm>
              <a:custGeom>
                <a:avLst/>
                <a:gdLst>
                  <a:gd name="T0" fmla="*/ 5 w 7"/>
                  <a:gd name="T1" fmla="*/ 4 h 7"/>
                  <a:gd name="T2" fmla="*/ 1 w 7"/>
                  <a:gd name="T3" fmla="*/ 0 h 7"/>
                  <a:gd name="T4" fmla="*/ 0 w 7"/>
                  <a:gd name="T5" fmla="*/ 5 h 7"/>
                  <a:gd name="T6" fmla="*/ 1 w 7"/>
                  <a:gd name="T7" fmla="*/ 7 h 7"/>
                  <a:gd name="T8" fmla="*/ 7 w 7"/>
                  <a:gd name="T9" fmla="*/ 5 h 7"/>
                  <a:gd name="T10" fmla="*/ 5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7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9" name="Freeform 6207">
                <a:extLst>
                  <a:ext uri="{FF2B5EF4-FFF2-40B4-BE49-F238E27FC236}">
                    <a16:creationId xmlns:a16="http://schemas.microsoft.com/office/drawing/2014/main" id="{944E7752-F173-4D36-9545-AE63C152A2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3" y="3078"/>
                <a:ext cx="13" cy="21"/>
              </a:xfrm>
              <a:custGeom>
                <a:avLst/>
                <a:gdLst>
                  <a:gd name="T0" fmla="*/ 1 w 7"/>
                  <a:gd name="T1" fmla="*/ 2 h 11"/>
                  <a:gd name="T2" fmla="*/ 1 w 7"/>
                  <a:gd name="T3" fmla="*/ 2 h 11"/>
                  <a:gd name="T4" fmla="*/ 0 w 7"/>
                  <a:gd name="T5" fmla="*/ 5 h 11"/>
                  <a:gd name="T6" fmla="*/ 1 w 7"/>
                  <a:gd name="T7" fmla="*/ 7 h 11"/>
                  <a:gd name="T8" fmla="*/ 1 w 7"/>
                  <a:gd name="T9" fmla="*/ 9 h 11"/>
                  <a:gd name="T10" fmla="*/ 2 w 7"/>
                  <a:gd name="T11" fmla="*/ 11 h 11"/>
                  <a:gd name="T12" fmla="*/ 4 w 7"/>
                  <a:gd name="T13" fmla="*/ 11 h 11"/>
                  <a:gd name="T14" fmla="*/ 4 w 7"/>
                  <a:gd name="T15" fmla="*/ 10 h 11"/>
                  <a:gd name="T16" fmla="*/ 5 w 7"/>
                  <a:gd name="T17" fmla="*/ 11 h 11"/>
                  <a:gd name="T18" fmla="*/ 7 w 7"/>
                  <a:gd name="T19" fmla="*/ 9 h 11"/>
                  <a:gd name="T20" fmla="*/ 7 w 7"/>
                  <a:gd name="T21" fmla="*/ 7 h 11"/>
                  <a:gd name="T22" fmla="*/ 6 w 7"/>
                  <a:gd name="T23" fmla="*/ 6 h 11"/>
                  <a:gd name="T24" fmla="*/ 6 w 7"/>
                  <a:gd name="T25" fmla="*/ 5 h 11"/>
                  <a:gd name="T26" fmla="*/ 5 w 7"/>
                  <a:gd name="T27" fmla="*/ 3 h 11"/>
                  <a:gd name="T28" fmla="*/ 4 w 7"/>
                  <a:gd name="T29" fmla="*/ 4 h 11"/>
                  <a:gd name="T30" fmla="*/ 4 w 7"/>
                  <a:gd name="T31" fmla="*/ 5 h 11"/>
                  <a:gd name="T32" fmla="*/ 4 w 7"/>
                  <a:gd name="T33" fmla="*/ 6 h 11"/>
                  <a:gd name="T34" fmla="*/ 3 w 7"/>
                  <a:gd name="T35" fmla="*/ 5 h 11"/>
                  <a:gd name="T36" fmla="*/ 3 w 7"/>
                  <a:gd name="T37" fmla="*/ 3 h 11"/>
                  <a:gd name="T38" fmla="*/ 3 w 7"/>
                  <a:gd name="T39" fmla="*/ 3 h 11"/>
                  <a:gd name="T40" fmla="*/ 2 w 7"/>
                  <a:gd name="T41" fmla="*/ 2 h 11"/>
                  <a:gd name="T42" fmla="*/ 3 w 7"/>
                  <a:gd name="T43" fmla="*/ 0 h 11"/>
                  <a:gd name="T44" fmla="*/ 1 w 7"/>
                  <a:gd name="T4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" h="11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0" name="Freeform 6208">
                <a:extLst>
                  <a:ext uri="{FF2B5EF4-FFF2-40B4-BE49-F238E27FC236}">
                    <a16:creationId xmlns:a16="http://schemas.microsoft.com/office/drawing/2014/main" id="{52BB72E8-8C67-4ED6-81CC-F86CC1F4F6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01"/>
                <a:ext cx="18" cy="15"/>
              </a:xfrm>
              <a:custGeom>
                <a:avLst/>
                <a:gdLst>
                  <a:gd name="T0" fmla="*/ 0 w 18"/>
                  <a:gd name="T1" fmla="*/ 2 h 15"/>
                  <a:gd name="T2" fmla="*/ 1 w 18"/>
                  <a:gd name="T3" fmla="*/ 5 h 15"/>
                  <a:gd name="T4" fmla="*/ 3 w 18"/>
                  <a:gd name="T5" fmla="*/ 5 h 15"/>
                  <a:gd name="T6" fmla="*/ 3 w 18"/>
                  <a:gd name="T7" fmla="*/ 5 h 15"/>
                  <a:gd name="T8" fmla="*/ 3 w 18"/>
                  <a:gd name="T9" fmla="*/ 7 h 15"/>
                  <a:gd name="T10" fmla="*/ 1 w 18"/>
                  <a:gd name="T11" fmla="*/ 11 h 15"/>
                  <a:gd name="T12" fmla="*/ 3 w 18"/>
                  <a:gd name="T13" fmla="*/ 15 h 15"/>
                  <a:gd name="T14" fmla="*/ 7 w 18"/>
                  <a:gd name="T15" fmla="*/ 13 h 15"/>
                  <a:gd name="T16" fmla="*/ 13 w 18"/>
                  <a:gd name="T17" fmla="*/ 11 h 15"/>
                  <a:gd name="T18" fmla="*/ 11 w 18"/>
                  <a:gd name="T19" fmla="*/ 11 h 15"/>
                  <a:gd name="T20" fmla="*/ 13 w 18"/>
                  <a:gd name="T21" fmla="*/ 11 h 15"/>
                  <a:gd name="T22" fmla="*/ 14 w 18"/>
                  <a:gd name="T23" fmla="*/ 11 h 15"/>
                  <a:gd name="T24" fmla="*/ 16 w 18"/>
                  <a:gd name="T25" fmla="*/ 11 h 15"/>
                  <a:gd name="T26" fmla="*/ 18 w 18"/>
                  <a:gd name="T27" fmla="*/ 11 h 15"/>
                  <a:gd name="T28" fmla="*/ 18 w 18"/>
                  <a:gd name="T29" fmla="*/ 7 h 15"/>
                  <a:gd name="T30" fmla="*/ 16 w 18"/>
                  <a:gd name="T31" fmla="*/ 5 h 15"/>
                  <a:gd name="T32" fmla="*/ 16 w 18"/>
                  <a:gd name="T33" fmla="*/ 3 h 15"/>
                  <a:gd name="T34" fmla="*/ 11 w 18"/>
                  <a:gd name="T35" fmla="*/ 7 h 15"/>
                  <a:gd name="T36" fmla="*/ 11 w 18"/>
                  <a:gd name="T37" fmla="*/ 9 h 15"/>
                  <a:gd name="T38" fmla="*/ 9 w 18"/>
                  <a:gd name="T39" fmla="*/ 9 h 15"/>
                  <a:gd name="T40" fmla="*/ 7 w 18"/>
                  <a:gd name="T41" fmla="*/ 5 h 15"/>
                  <a:gd name="T42" fmla="*/ 7 w 18"/>
                  <a:gd name="T43" fmla="*/ 2 h 15"/>
                  <a:gd name="T44" fmla="*/ 5 w 18"/>
                  <a:gd name="T45" fmla="*/ 0 h 15"/>
                  <a:gd name="T46" fmla="*/ 1 w 18"/>
                  <a:gd name="T47" fmla="*/ 0 h 15"/>
                  <a:gd name="T48" fmla="*/ 0 w 18"/>
                  <a:gd name="T4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1" name="Freeform 6209">
                <a:extLst>
                  <a:ext uri="{FF2B5EF4-FFF2-40B4-BE49-F238E27FC236}">
                    <a16:creationId xmlns:a16="http://schemas.microsoft.com/office/drawing/2014/main" id="{79329FC3-E51B-4FC1-A5A7-7A9F2DB5F9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1" y="314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3 h 11"/>
                  <a:gd name="T4" fmla="*/ 2 w 6"/>
                  <a:gd name="T5" fmla="*/ 0 h 11"/>
                  <a:gd name="T6" fmla="*/ 0 w 6"/>
                  <a:gd name="T7" fmla="*/ 1 h 11"/>
                  <a:gd name="T8" fmla="*/ 0 w 6"/>
                  <a:gd name="T9" fmla="*/ 5 h 11"/>
                  <a:gd name="T10" fmla="*/ 6 w 6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2" name="Freeform 6210">
                <a:extLst>
                  <a:ext uri="{FF2B5EF4-FFF2-40B4-BE49-F238E27FC236}">
                    <a16:creationId xmlns:a16="http://schemas.microsoft.com/office/drawing/2014/main" id="{7258EB31-E2E6-4DC8-9DB2-B5BC8A4F74A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25"/>
                <a:ext cx="5" cy="9"/>
              </a:xfrm>
              <a:custGeom>
                <a:avLst/>
                <a:gdLst>
                  <a:gd name="T0" fmla="*/ 0 w 5"/>
                  <a:gd name="T1" fmla="*/ 6 h 9"/>
                  <a:gd name="T2" fmla="*/ 1 w 5"/>
                  <a:gd name="T3" fmla="*/ 9 h 9"/>
                  <a:gd name="T4" fmla="*/ 5 w 5"/>
                  <a:gd name="T5" fmla="*/ 7 h 9"/>
                  <a:gd name="T6" fmla="*/ 5 w 5"/>
                  <a:gd name="T7" fmla="*/ 4 h 9"/>
                  <a:gd name="T8" fmla="*/ 3 w 5"/>
                  <a:gd name="T9" fmla="*/ 0 h 9"/>
                  <a:gd name="T10" fmla="*/ 0 w 5"/>
                  <a:gd name="T11" fmla="*/ 4 h 9"/>
                  <a:gd name="T12" fmla="*/ 0 w 5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0" y="6"/>
                    </a:moveTo>
                    <a:lnTo>
                      <a:pt x="1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3" name="Freeform 6211">
                <a:extLst>
                  <a:ext uri="{FF2B5EF4-FFF2-40B4-BE49-F238E27FC236}">
                    <a16:creationId xmlns:a16="http://schemas.microsoft.com/office/drawing/2014/main" id="{5A31F5BD-305D-4AE2-A6ED-4AD49E8D03A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8" y="3086"/>
                <a:ext cx="13" cy="18"/>
              </a:xfrm>
              <a:custGeom>
                <a:avLst/>
                <a:gdLst>
                  <a:gd name="T0" fmla="*/ 3 w 7"/>
                  <a:gd name="T1" fmla="*/ 5 h 10"/>
                  <a:gd name="T2" fmla="*/ 4 w 7"/>
                  <a:gd name="T3" fmla="*/ 6 h 10"/>
                  <a:gd name="T4" fmla="*/ 4 w 7"/>
                  <a:gd name="T5" fmla="*/ 7 h 10"/>
                  <a:gd name="T6" fmla="*/ 4 w 7"/>
                  <a:gd name="T7" fmla="*/ 6 h 10"/>
                  <a:gd name="T8" fmla="*/ 4 w 7"/>
                  <a:gd name="T9" fmla="*/ 7 h 10"/>
                  <a:gd name="T10" fmla="*/ 4 w 7"/>
                  <a:gd name="T11" fmla="*/ 7 h 10"/>
                  <a:gd name="T12" fmla="*/ 5 w 7"/>
                  <a:gd name="T13" fmla="*/ 9 h 10"/>
                  <a:gd name="T14" fmla="*/ 6 w 7"/>
                  <a:gd name="T15" fmla="*/ 10 h 10"/>
                  <a:gd name="T16" fmla="*/ 6 w 7"/>
                  <a:gd name="T17" fmla="*/ 6 h 10"/>
                  <a:gd name="T18" fmla="*/ 6 w 7"/>
                  <a:gd name="T19" fmla="*/ 5 h 10"/>
                  <a:gd name="T20" fmla="*/ 5 w 7"/>
                  <a:gd name="T21" fmla="*/ 5 h 10"/>
                  <a:gd name="T22" fmla="*/ 5 w 7"/>
                  <a:gd name="T23" fmla="*/ 5 h 10"/>
                  <a:gd name="T24" fmla="*/ 7 w 7"/>
                  <a:gd name="T25" fmla="*/ 2 h 10"/>
                  <a:gd name="T26" fmla="*/ 6 w 7"/>
                  <a:gd name="T27" fmla="*/ 0 h 10"/>
                  <a:gd name="T28" fmla="*/ 5 w 7"/>
                  <a:gd name="T29" fmla="*/ 0 h 10"/>
                  <a:gd name="T30" fmla="*/ 5 w 7"/>
                  <a:gd name="T31" fmla="*/ 2 h 10"/>
                  <a:gd name="T32" fmla="*/ 2 w 7"/>
                  <a:gd name="T33" fmla="*/ 3 h 10"/>
                  <a:gd name="T34" fmla="*/ 2 w 7"/>
                  <a:gd name="T35" fmla="*/ 3 h 10"/>
                  <a:gd name="T36" fmla="*/ 2 w 7"/>
                  <a:gd name="T37" fmla="*/ 3 h 10"/>
                  <a:gd name="T38" fmla="*/ 2 w 7"/>
                  <a:gd name="T39" fmla="*/ 3 h 10"/>
                  <a:gd name="T40" fmla="*/ 2 w 7"/>
                  <a:gd name="T41" fmla="*/ 3 h 10"/>
                  <a:gd name="T42" fmla="*/ 1 w 7"/>
                  <a:gd name="T43" fmla="*/ 4 h 10"/>
                  <a:gd name="T44" fmla="*/ 0 w 7"/>
                  <a:gd name="T45" fmla="*/ 5 h 10"/>
                  <a:gd name="T46" fmla="*/ 3 w 7"/>
                  <a:gd name="T47" fmla="*/ 5 h 10"/>
                  <a:gd name="T48" fmla="*/ 4 w 7"/>
                  <a:gd name="T49" fmla="*/ 4 h 10"/>
                  <a:gd name="T50" fmla="*/ 5 w 7"/>
                  <a:gd name="T51" fmla="*/ 3 h 10"/>
                  <a:gd name="T52" fmla="*/ 4 w 7"/>
                  <a:gd name="T53" fmla="*/ 5 h 10"/>
                  <a:gd name="T54" fmla="*/ 4 w 7"/>
                  <a:gd name="T5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4" y="4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4" name="Freeform 6212">
                <a:extLst>
                  <a:ext uri="{FF2B5EF4-FFF2-40B4-BE49-F238E27FC236}">
                    <a16:creationId xmlns:a16="http://schemas.microsoft.com/office/drawing/2014/main" id="{D894E253-0688-4410-9DF2-F29E46D4B4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7" y="2938"/>
                <a:ext cx="44" cy="36"/>
              </a:xfrm>
              <a:custGeom>
                <a:avLst/>
                <a:gdLst>
                  <a:gd name="T0" fmla="*/ 24 w 44"/>
                  <a:gd name="T1" fmla="*/ 25 h 36"/>
                  <a:gd name="T2" fmla="*/ 24 w 44"/>
                  <a:gd name="T3" fmla="*/ 25 h 36"/>
                  <a:gd name="T4" fmla="*/ 28 w 44"/>
                  <a:gd name="T5" fmla="*/ 23 h 36"/>
                  <a:gd name="T6" fmla="*/ 26 w 44"/>
                  <a:gd name="T7" fmla="*/ 25 h 36"/>
                  <a:gd name="T8" fmla="*/ 29 w 44"/>
                  <a:gd name="T9" fmla="*/ 28 h 36"/>
                  <a:gd name="T10" fmla="*/ 33 w 44"/>
                  <a:gd name="T11" fmla="*/ 32 h 36"/>
                  <a:gd name="T12" fmla="*/ 37 w 44"/>
                  <a:gd name="T13" fmla="*/ 34 h 36"/>
                  <a:gd name="T14" fmla="*/ 41 w 44"/>
                  <a:gd name="T15" fmla="*/ 36 h 36"/>
                  <a:gd name="T16" fmla="*/ 44 w 44"/>
                  <a:gd name="T17" fmla="*/ 36 h 36"/>
                  <a:gd name="T18" fmla="*/ 44 w 44"/>
                  <a:gd name="T19" fmla="*/ 32 h 36"/>
                  <a:gd name="T20" fmla="*/ 41 w 44"/>
                  <a:gd name="T21" fmla="*/ 30 h 36"/>
                  <a:gd name="T22" fmla="*/ 39 w 44"/>
                  <a:gd name="T23" fmla="*/ 28 h 36"/>
                  <a:gd name="T24" fmla="*/ 39 w 44"/>
                  <a:gd name="T25" fmla="*/ 27 h 36"/>
                  <a:gd name="T26" fmla="*/ 37 w 44"/>
                  <a:gd name="T27" fmla="*/ 25 h 36"/>
                  <a:gd name="T28" fmla="*/ 31 w 44"/>
                  <a:gd name="T29" fmla="*/ 25 h 36"/>
                  <a:gd name="T30" fmla="*/ 31 w 44"/>
                  <a:gd name="T31" fmla="*/ 23 h 36"/>
                  <a:gd name="T32" fmla="*/ 29 w 44"/>
                  <a:gd name="T33" fmla="*/ 21 h 36"/>
                  <a:gd name="T34" fmla="*/ 29 w 44"/>
                  <a:gd name="T35" fmla="*/ 21 h 36"/>
                  <a:gd name="T36" fmla="*/ 31 w 44"/>
                  <a:gd name="T37" fmla="*/ 15 h 36"/>
                  <a:gd name="T38" fmla="*/ 22 w 44"/>
                  <a:gd name="T39" fmla="*/ 25 h 36"/>
                  <a:gd name="T40" fmla="*/ 22 w 44"/>
                  <a:gd name="T41" fmla="*/ 21 h 36"/>
                  <a:gd name="T42" fmla="*/ 18 w 44"/>
                  <a:gd name="T43" fmla="*/ 17 h 36"/>
                  <a:gd name="T44" fmla="*/ 15 w 44"/>
                  <a:gd name="T45" fmla="*/ 14 h 36"/>
                  <a:gd name="T46" fmla="*/ 11 w 44"/>
                  <a:gd name="T47" fmla="*/ 12 h 36"/>
                  <a:gd name="T48" fmla="*/ 11 w 44"/>
                  <a:gd name="T49" fmla="*/ 10 h 36"/>
                  <a:gd name="T50" fmla="*/ 9 w 44"/>
                  <a:gd name="T51" fmla="*/ 6 h 36"/>
                  <a:gd name="T52" fmla="*/ 3 w 44"/>
                  <a:gd name="T53" fmla="*/ 6 h 36"/>
                  <a:gd name="T54" fmla="*/ 5 w 44"/>
                  <a:gd name="T55" fmla="*/ 4 h 36"/>
                  <a:gd name="T56" fmla="*/ 5 w 44"/>
                  <a:gd name="T57" fmla="*/ 0 h 36"/>
                  <a:gd name="T58" fmla="*/ 2 w 44"/>
                  <a:gd name="T59" fmla="*/ 0 h 36"/>
                  <a:gd name="T60" fmla="*/ 0 w 44"/>
                  <a:gd name="T61" fmla="*/ 2 h 36"/>
                  <a:gd name="T62" fmla="*/ 2 w 44"/>
                  <a:gd name="T63" fmla="*/ 4 h 36"/>
                  <a:gd name="T64" fmla="*/ 2 w 44"/>
                  <a:gd name="T65" fmla="*/ 10 h 36"/>
                  <a:gd name="T66" fmla="*/ 3 w 44"/>
                  <a:gd name="T67" fmla="*/ 6 h 36"/>
                  <a:gd name="T68" fmla="*/ 3 w 44"/>
                  <a:gd name="T69" fmla="*/ 10 h 36"/>
                  <a:gd name="T70" fmla="*/ 3 w 44"/>
                  <a:gd name="T71" fmla="*/ 12 h 36"/>
                  <a:gd name="T72" fmla="*/ 3 w 44"/>
                  <a:gd name="T73" fmla="*/ 17 h 36"/>
                  <a:gd name="T74" fmla="*/ 7 w 44"/>
                  <a:gd name="T75" fmla="*/ 19 h 36"/>
                  <a:gd name="T76" fmla="*/ 9 w 44"/>
                  <a:gd name="T77" fmla="*/ 23 h 36"/>
                  <a:gd name="T78" fmla="*/ 7 w 44"/>
                  <a:gd name="T79" fmla="*/ 25 h 36"/>
                  <a:gd name="T80" fmla="*/ 11 w 44"/>
                  <a:gd name="T81" fmla="*/ 27 h 36"/>
                  <a:gd name="T82" fmla="*/ 13 w 44"/>
                  <a:gd name="T83" fmla="*/ 27 h 36"/>
                  <a:gd name="T84" fmla="*/ 15 w 44"/>
                  <a:gd name="T85" fmla="*/ 28 h 36"/>
                  <a:gd name="T86" fmla="*/ 18 w 44"/>
                  <a:gd name="T87" fmla="*/ 28 h 36"/>
                  <a:gd name="T88" fmla="*/ 20 w 44"/>
                  <a:gd name="T89" fmla="*/ 27 h 36"/>
                  <a:gd name="T90" fmla="*/ 20 w 44"/>
                  <a:gd name="T91" fmla="*/ 27 h 36"/>
                  <a:gd name="T92" fmla="*/ 26 w 44"/>
                  <a:gd name="T93" fmla="*/ 30 h 36"/>
                  <a:gd name="T94" fmla="*/ 24 w 44"/>
                  <a:gd name="T95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4" h="36">
                    <a:moveTo>
                      <a:pt x="24" y="25"/>
                    </a:moveTo>
                    <a:lnTo>
                      <a:pt x="24" y="25"/>
                    </a:lnTo>
                    <a:lnTo>
                      <a:pt x="28" y="23"/>
                    </a:lnTo>
                    <a:lnTo>
                      <a:pt x="26" y="25"/>
                    </a:lnTo>
                    <a:lnTo>
                      <a:pt x="29" y="28"/>
                    </a:lnTo>
                    <a:lnTo>
                      <a:pt x="33" y="32"/>
                    </a:lnTo>
                    <a:lnTo>
                      <a:pt x="37" y="34"/>
                    </a:lnTo>
                    <a:lnTo>
                      <a:pt x="41" y="36"/>
                    </a:lnTo>
                    <a:lnTo>
                      <a:pt x="44" y="36"/>
                    </a:lnTo>
                    <a:lnTo>
                      <a:pt x="44" y="32"/>
                    </a:lnTo>
                    <a:lnTo>
                      <a:pt x="41" y="30"/>
                    </a:lnTo>
                    <a:lnTo>
                      <a:pt x="39" y="28"/>
                    </a:lnTo>
                    <a:lnTo>
                      <a:pt x="39" y="27"/>
                    </a:lnTo>
                    <a:lnTo>
                      <a:pt x="37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1" y="15"/>
                    </a:lnTo>
                    <a:lnTo>
                      <a:pt x="22" y="25"/>
                    </a:lnTo>
                    <a:lnTo>
                      <a:pt x="22" y="21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7" y="19"/>
                    </a:lnTo>
                    <a:lnTo>
                      <a:pt x="9" y="23"/>
                    </a:lnTo>
                    <a:lnTo>
                      <a:pt x="7" y="25"/>
                    </a:lnTo>
                    <a:lnTo>
                      <a:pt x="11" y="27"/>
                    </a:lnTo>
                    <a:lnTo>
                      <a:pt x="13" y="27"/>
                    </a:lnTo>
                    <a:lnTo>
                      <a:pt x="15" y="28"/>
                    </a:lnTo>
                    <a:lnTo>
                      <a:pt x="18" y="28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6" y="30"/>
                    </a:lnTo>
                    <a:lnTo>
                      <a:pt x="24" y="2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5" name="Freeform 6213">
                <a:extLst>
                  <a:ext uri="{FF2B5EF4-FFF2-40B4-BE49-F238E27FC236}">
                    <a16:creationId xmlns:a16="http://schemas.microsoft.com/office/drawing/2014/main" id="{9137CECE-D34F-4C86-9FE9-57DE660B6E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35" y="2974"/>
                <a:ext cx="24" cy="20"/>
              </a:xfrm>
              <a:custGeom>
                <a:avLst/>
                <a:gdLst>
                  <a:gd name="T0" fmla="*/ 14 w 24"/>
                  <a:gd name="T1" fmla="*/ 7 h 20"/>
                  <a:gd name="T2" fmla="*/ 13 w 24"/>
                  <a:gd name="T3" fmla="*/ 6 h 20"/>
                  <a:gd name="T4" fmla="*/ 13 w 24"/>
                  <a:gd name="T5" fmla="*/ 7 h 20"/>
                  <a:gd name="T6" fmla="*/ 13 w 24"/>
                  <a:gd name="T7" fmla="*/ 6 h 20"/>
                  <a:gd name="T8" fmla="*/ 7 w 24"/>
                  <a:gd name="T9" fmla="*/ 4 h 20"/>
                  <a:gd name="T10" fmla="*/ 5 w 24"/>
                  <a:gd name="T11" fmla="*/ 6 h 20"/>
                  <a:gd name="T12" fmla="*/ 5 w 24"/>
                  <a:gd name="T13" fmla="*/ 6 h 20"/>
                  <a:gd name="T14" fmla="*/ 7 w 24"/>
                  <a:gd name="T15" fmla="*/ 4 h 20"/>
                  <a:gd name="T16" fmla="*/ 1 w 24"/>
                  <a:gd name="T17" fmla="*/ 0 h 20"/>
                  <a:gd name="T18" fmla="*/ 0 w 24"/>
                  <a:gd name="T19" fmla="*/ 4 h 20"/>
                  <a:gd name="T20" fmla="*/ 1 w 24"/>
                  <a:gd name="T21" fmla="*/ 6 h 20"/>
                  <a:gd name="T22" fmla="*/ 1 w 24"/>
                  <a:gd name="T23" fmla="*/ 9 h 20"/>
                  <a:gd name="T24" fmla="*/ 5 w 24"/>
                  <a:gd name="T25" fmla="*/ 7 h 20"/>
                  <a:gd name="T26" fmla="*/ 5 w 24"/>
                  <a:gd name="T27" fmla="*/ 6 h 20"/>
                  <a:gd name="T28" fmla="*/ 5 w 24"/>
                  <a:gd name="T29" fmla="*/ 7 h 20"/>
                  <a:gd name="T30" fmla="*/ 5 w 24"/>
                  <a:gd name="T31" fmla="*/ 7 h 20"/>
                  <a:gd name="T32" fmla="*/ 7 w 24"/>
                  <a:gd name="T33" fmla="*/ 9 h 20"/>
                  <a:gd name="T34" fmla="*/ 11 w 24"/>
                  <a:gd name="T35" fmla="*/ 9 h 20"/>
                  <a:gd name="T36" fmla="*/ 9 w 24"/>
                  <a:gd name="T37" fmla="*/ 13 h 20"/>
                  <a:gd name="T38" fmla="*/ 13 w 24"/>
                  <a:gd name="T39" fmla="*/ 13 h 20"/>
                  <a:gd name="T40" fmla="*/ 14 w 24"/>
                  <a:gd name="T41" fmla="*/ 15 h 20"/>
                  <a:gd name="T42" fmla="*/ 11 w 24"/>
                  <a:gd name="T43" fmla="*/ 13 h 20"/>
                  <a:gd name="T44" fmla="*/ 7 w 24"/>
                  <a:gd name="T45" fmla="*/ 15 h 20"/>
                  <a:gd name="T46" fmla="*/ 13 w 24"/>
                  <a:gd name="T47" fmla="*/ 17 h 20"/>
                  <a:gd name="T48" fmla="*/ 14 w 24"/>
                  <a:gd name="T49" fmla="*/ 15 h 20"/>
                  <a:gd name="T50" fmla="*/ 16 w 24"/>
                  <a:gd name="T51" fmla="*/ 15 h 20"/>
                  <a:gd name="T52" fmla="*/ 18 w 24"/>
                  <a:gd name="T53" fmla="*/ 17 h 20"/>
                  <a:gd name="T54" fmla="*/ 18 w 24"/>
                  <a:gd name="T55" fmla="*/ 17 h 20"/>
                  <a:gd name="T56" fmla="*/ 18 w 24"/>
                  <a:gd name="T57" fmla="*/ 20 h 20"/>
                  <a:gd name="T58" fmla="*/ 22 w 24"/>
                  <a:gd name="T59" fmla="*/ 19 h 20"/>
                  <a:gd name="T60" fmla="*/ 24 w 24"/>
                  <a:gd name="T61" fmla="*/ 15 h 20"/>
                  <a:gd name="T62" fmla="*/ 20 w 24"/>
                  <a:gd name="T63" fmla="*/ 15 h 20"/>
                  <a:gd name="T64" fmla="*/ 20 w 24"/>
                  <a:gd name="T65" fmla="*/ 11 h 20"/>
                  <a:gd name="T66" fmla="*/ 18 w 24"/>
                  <a:gd name="T67" fmla="*/ 9 h 20"/>
                  <a:gd name="T68" fmla="*/ 16 w 24"/>
                  <a:gd name="T69" fmla="*/ 9 h 20"/>
                  <a:gd name="T70" fmla="*/ 14 w 24"/>
                  <a:gd name="T71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20">
                    <a:moveTo>
                      <a:pt x="14" y="7"/>
                    </a:moveTo>
                    <a:lnTo>
                      <a:pt x="13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7" y="15"/>
                    </a:lnTo>
                    <a:lnTo>
                      <a:pt x="13" y="17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6" name="Freeform 6214">
                <a:extLst>
                  <a:ext uri="{FF2B5EF4-FFF2-40B4-BE49-F238E27FC236}">
                    <a16:creationId xmlns:a16="http://schemas.microsoft.com/office/drawing/2014/main" id="{1C08102D-3898-40FC-9DA4-35DCA24EC7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7" y="3021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1 h 5"/>
                  <a:gd name="T4" fmla="*/ 6 w 8"/>
                  <a:gd name="T5" fmla="*/ 0 h 5"/>
                  <a:gd name="T6" fmla="*/ 4 w 8"/>
                  <a:gd name="T7" fmla="*/ 0 h 5"/>
                  <a:gd name="T8" fmla="*/ 0 w 8"/>
                  <a:gd name="T9" fmla="*/ 1 h 5"/>
                  <a:gd name="T10" fmla="*/ 2 w 8"/>
                  <a:gd name="T11" fmla="*/ 5 h 5"/>
                  <a:gd name="T12" fmla="*/ 6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7" name="Freeform 6215">
                <a:extLst>
                  <a:ext uri="{FF2B5EF4-FFF2-40B4-BE49-F238E27FC236}">
                    <a16:creationId xmlns:a16="http://schemas.microsoft.com/office/drawing/2014/main" id="{0D1A48F8-1BDF-4103-B7E9-58D645AE24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9" y="2985"/>
                <a:ext cx="16" cy="22"/>
              </a:xfrm>
              <a:custGeom>
                <a:avLst/>
                <a:gdLst>
                  <a:gd name="T0" fmla="*/ 1 w 16"/>
                  <a:gd name="T1" fmla="*/ 4 h 22"/>
                  <a:gd name="T2" fmla="*/ 1 w 16"/>
                  <a:gd name="T3" fmla="*/ 6 h 22"/>
                  <a:gd name="T4" fmla="*/ 3 w 16"/>
                  <a:gd name="T5" fmla="*/ 9 h 22"/>
                  <a:gd name="T6" fmla="*/ 3 w 16"/>
                  <a:gd name="T7" fmla="*/ 13 h 22"/>
                  <a:gd name="T8" fmla="*/ 11 w 16"/>
                  <a:gd name="T9" fmla="*/ 19 h 22"/>
                  <a:gd name="T10" fmla="*/ 13 w 16"/>
                  <a:gd name="T11" fmla="*/ 19 h 22"/>
                  <a:gd name="T12" fmla="*/ 13 w 16"/>
                  <a:gd name="T13" fmla="*/ 21 h 22"/>
                  <a:gd name="T14" fmla="*/ 16 w 16"/>
                  <a:gd name="T15" fmla="*/ 22 h 22"/>
                  <a:gd name="T16" fmla="*/ 16 w 16"/>
                  <a:gd name="T17" fmla="*/ 17 h 22"/>
                  <a:gd name="T18" fmla="*/ 14 w 16"/>
                  <a:gd name="T19" fmla="*/ 15 h 22"/>
                  <a:gd name="T20" fmla="*/ 13 w 16"/>
                  <a:gd name="T21" fmla="*/ 13 h 22"/>
                  <a:gd name="T22" fmla="*/ 11 w 16"/>
                  <a:gd name="T23" fmla="*/ 11 h 22"/>
                  <a:gd name="T24" fmla="*/ 7 w 16"/>
                  <a:gd name="T25" fmla="*/ 8 h 22"/>
                  <a:gd name="T26" fmla="*/ 9 w 16"/>
                  <a:gd name="T27" fmla="*/ 6 h 22"/>
                  <a:gd name="T28" fmla="*/ 5 w 16"/>
                  <a:gd name="T29" fmla="*/ 0 h 22"/>
                  <a:gd name="T30" fmla="*/ 0 w 16"/>
                  <a:gd name="T31" fmla="*/ 0 h 22"/>
                  <a:gd name="T32" fmla="*/ 0 w 16"/>
                  <a:gd name="T33" fmla="*/ 4 h 22"/>
                  <a:gd name="T34" fmla="*/ 1 w 16"/>
                  <a:gd name="T3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lnTo>
                      <a:pt x="1" y="6"/>
                    </a:lnTo>
                    <a:lnTo>
                      <a:pt x="3" y="9"/>
                    </a:lnTo>
                    <a:lnTo>
                      <a:pt x="3" y="13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6" y="22"/>
                    </a:lnTo>
                    <a:lnTo>
                      <a:pt x="16" y="17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8" name="Freeform 6216">
                <a:extLst>
                  <a:ext uri="{FF2B5EF4-FFF2-40B4-BE49-F238E27FC236}">
                    <a16:creationId xmlns:a16="http://schemas.microsoft.com/office/drawing/2014/main" id="{FCEDBA0B-C29A-464E-8717-B9E01D400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59" y="2974"/>
                <a:ext cx="24" cy="19"/>
              </a:xfrm>
              <a:custGeom>
                <a:avLst/>
                <a:gdLst>
                  <a:gd name="T0" fmla="*/ 3 w 13"/>
                  <a:gd name="T1" fmla="*/ 2 h 10"/>
                  <a:gd name="T2" fmla="*/ 7 w 13"/>
                  <a:gd name="T3" fmla="*/ 6 h 10"/>
                  <a:gd name="T4" fmla="*/ 8 w 13"/>
                  <a:gd name="T5" fmla="*/ 7 h 10"/>
                  <a:gd name="T6" fmla="*/ 9 w 13"/>
                  <a:gd name="T7" fmla="*/ 7 h 10"/>
                  <a:gd name="T8" fmla="*/ 9 w 13"/>
                  <a:gd name="T9" fmla="*/ 9 h 10"/>
                  <a:gd name="T10" fmla="*/ 10 w 13"/>
                  <a:gd name="T11" fmla="*/ 8 h 10"/>
                  <a:gd name="T12" fmla="*/ 13 w 13"/>
                  <a:gd name="T13" fmla="*/ 10 h 10"/>
                  <a:gd name="T14" fmla="*/ 11 w 13"/>
                  <a:gd name="T15" fmla="*/ 7 h 10"/>
                  <a:gd name="T16" fmla="*/ 12 w 13"/>
                  <a:gd name="T17" fmla="*/ 6 h 10"/>
                  <a:gd name="T18" fmla="*/ 9 w 13"/>
                  <a:gd name="T19" fmla="*/ 3 h 10"/>
                  <a:gd name="T20" fmla="*/ 7 w 13"/>
                  <a:gd name="T21" fmla="*/ 2 h 10"/>
                  <a:gd name="T22" fmla="*/ 5 w 13"/>
                  <a:gd name="T23" fmla="*/ 0 h 10"/>
                  <a:gd name="T24" fmla="*/ 0 w 13"/>
                  <a:gd name="T25" fmla="*/ 0 h 10"/>
                  <a:gd name="T26" fmla="*/ 1 w 13"/>
                  <a:gd name="T27" fmla="*/ 1 h 10"/>
                  <a:gd name="T28" fmla="*/ 3 w 13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0">
                    <a:moveTo>
                      <a:pt x="3" y="2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3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9" name="Freeform 6217">
                <a:extLst>
                  <a:ext uri="{FF2B5EF4-FFF2-40B4-BE49-F238E27FC236}">
                    <a16:creationId xmlns:a16="http://schemas.microsoft.com/office/drawing/2014/main" id="{672D9B26-BB33-4901-A1D8-EA592FAC68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5" y="2994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0 w 5"/>
                  <a:gd name="T7" fmla="*/ 4 h 6"/>
                  <a:gd name="T8" fmla="*/ 5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0" name="Freeform 6218">
                <a:extLst>
                  <a:ext uri="{FF2B5EF4-FFF2-40B4-BE49-F238E27FC236}">
                    <a16:creationId xmlns:a16="http://schemas.microsoft.com/office/drawing/2014/main" id="{021AB2E6-3CC7-445C-8BDB-DA594C4037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96" y="3013"/>
                <a:ext cx="19" cy="13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0 h 13"/>
                  <a:gd name="T4" fmla="*/ 4 w 19"/>
                  <a:gd name="T5" fmla="*/ 4 h 13"/>
                  <a:gd name="T6" fmla="*/ 4 w 19"/>
                  <a:gd name="T7" fmla="*/ 8 h 13"/>
                  <a:gd name="T8" fmla="*/ 7 w 19"/>
                  <a:gd name="T9" fmla="*/ 9 h 13"/>
                  <a:gd name="T10" fmla="*/ 13 w 19"/>
                  <a:gd name="T11" fmla="*/ 13 h 13"/>
                  <a:gd name="T12" fmla="*/ 19 w 19"/>
                  <a:gd name="T13" fmla="*/ 11 h 13"/>
                  <a:gd name="T14" fmla="*/ 17 w 19"/>
                  <a:gd name="T15" fmla="*/ 9 h 13"/>
                  <a:gd name="T16" fmla="*/ 17 w 19"/>
                  <a:gd name="T17" fmla="*/ 8 h 13"/>
                  <a:gd name="T18" fmla="*/ 15 w 19"/>
                  <a:gd name="T19" fmla="*/ 6 h 13"/>
                  <a:gd name="T20" fmla="*/ 9 w 19"/>
                  <a:gd name="T21" fmla="*/ 4 h 13"/>
                  <a:gd name="T22" fmla="*/ 6 w 1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13" y="13"/>
                    </a:lnTo>
                    <a:lnTo>
                      <a:pt x="19" y="11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9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1" name="Freeform 6219">
                <a:extLst>
                  <a:ext uri="{FF2B5EF4-FFF2-40B4-BE49-F238E27FC236}">
                    <a16:creationId xmlns:a16="http://schemas.microsoft.com/office/drawing/2014/main" id="{B47BE1CF-9C13-4068-A12C-C98C7688FF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6" y="2998"/>
                <a:ext cx="18" cy="13"/>
              </a:xfrm>
              <a:custGeom>
                <a:avLst/>
                <a:gdLst>
                  <a:gd name="T0" fmla="*/ 18 w 18"/>
                  <a:gd name="T1" fmla="*/ 9 h 13"/>
                  <a:gd name="T2" fmla="*/ 18 w 18"/>
                  <a:gd name="T3" fmla="*/ 6 h 13"/>
                  <a:gd name="T4" fmla="*/ 16 w 18"/>
                  <a:gd name="T5" fmla="*/ 6 h 13"/>
                  <a:gd name="T6" fmla="*/ 14 w 18"/>
                  <a:gd name="T7" fmla="*/ 4 h 13"/>
                  <a:gd name="T8" fmla="*/ 9 w 18"/>
                  <a:gd name="T9" fmla="*/ 2 h 13"/>
                  <a:gd name="T10" fmla="*/ 7 w 18"/>
                  <a:gd name="T11" fmla="*/ 2 h 13"/>
                  <a:gd name="T12" fmla="*/ 3 w 18"/>
                  <a:gd name="T13" fmla="*/ 0 h 13"/>
                  <a:gd name="T14" fmla="*/ 1 w 18"/>
                  <a:gd name="T15" fmla="*/ 2 h 13"/>
                  <a:gd name="T16" fmla="*/ 0 w 18"/>
                  <a:gd name="T17" fmla="*/ 6 h 13"/>
                  <a:gd name="T18" fmla="*/ 3 w 18"/>
                  <a:gd name="T19" fmla="*/ 9 h 13"/>
                  <a:gd name="T20" fmla="*/ 7 w 18"/>
                  <a:gd name="T21" fmla="*/ 11 h 13"/>
                  <a:gd name="T22" fmla="*/ 11 w 18"/>
                  <a:gd name="T23" fmla="*/ 11 h 13"/>
                  <a:gd name="T24" fmla="*/ 13 w 18"/>
                  <a:gd name="T25" fmla="*/ 13 h 13"/>
                  <a:gd name="T26" fmla="*/ 16 w 18"/>
                  <a:gd name="T27" fmla="*/ 13 h 13"/>
                  <a:gd name="T28" fmla="*/ 18 w 18"/>
                  <a:gd name="T2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3">
                    <a:moveTo>
                      <a:pt x="18" y="9"/>
                    </a:moveTo>
                    <a:lnTo>
                      <a:pt x="18" y="6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6" y="13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2" name="Freeform 6220">
                <a:extLst>
                  <a:ext uri="{FF2B5EF4-FFF2-40B4-BE49-F238E27FC236}">
                    <a16:creationId xmlns:a16="http://schemas.microsoft.com/office/drawing/2014/main" id="{C20243E7-9FA7-4D89-8ED4-44D6A172A3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9" y="3032"/>
                <a:ext cx="11" cy="5"/>
              </a:xfrm>
              <a:custGeom>
                <a:avLst/>
                <a:gdLst>
                  <a:gd name="T0" fmla="*/ 4 w 11"/>
                  <a:gd name="T1" fmla="*/ 0 h 5"/>
                  <a:gd name="T2" fmla="*/ 0 w 11"/>
                  <a:gd name="T3" fmla="*/ 0 h 5"/>
                  <a:gd name="T4" fmla="*/ 0 w 11"/>
                  <a:gd name="T5" fmla="*/ 3 h 5"/>
                  <a:gd name="T6" fmla="*/ 2 w 11"/>
                  <a:gd name="T7" fmla="*/ 5 h 5"/>
                  <a:gd name="T8" fmla="*/ 4 w 11"/>
                  <a:gd name="T9" fmla="*/ 5 h 5"/>
                  <a:gd name="T10" fmla="*/ 8 w 11"/>
                  <a:gd name="T11" fmla="*/ 5 h 5"/>
                  <a:gd name="T12" fmla="*/ 11 w 11"/>
                  <a:gd name="T13" fmla="*/ 3 h 5"/>
                  <a:gd name="T14" fmla="*/ 8 w 11"/>
                  <a:gd name="T15" fmla="*/ 2 h 5"/>
                  <a:gd name="T16" fmla="*/ 4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3" name="Freeform 6221">
                <a:extLst>
                  <a:ext uri="{FF2B5EF4-FFF2-40B4-BE49-F238E27FC236}">
                    <a16:creationId xmlns:a16="http://schemas.microsoft.com/office/drawing/2014/main" id="{0663306E-41EB-4E59-A335-EE84C85102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3" y="2929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4 w 7"/>
                  <a:gd name="T3" fmla="*/ 0 h 8"/>
                  <a:gd name="T4" fmla="*/ 2 w 7"/>
                  <a:gd name="T5" fmla="*/ 2 h 8"/>
                  <a:gd name="T6" fmla="*/ 0 w 7"/>
                  <a:gd name="T7" fmla="*/ 4 h 8"/>
                  <a:gd name="T8" fmla="*/ 0 w 7"/>
                  <a:gd name="T9" fmla="*/ 6 h 8"/>
                  <a:gd name="T10" fmla="*/ 4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4" name="Freeform 6222">
                <a:extLst>
                  <a:ext uri="{FF2B5EF4-FFF2-40B4-BE49-F238E27FC236}">
                    <a16:creationId xmlns:a16="http://schemas.microsoft.com/office/drawing/2014/main" id="{F82FA059-ABA7-4450-B8F5-5BE3A3B7C626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70" y="2873"/>
                <a:ext cx="292" cy="149"/>
              </a:xfrm>
              <a:custGeom>
                <a:avLst/>
                <a:gdLst>
                  <a:gd name="T0" fmla="*/ 137 w 157"/>
                  <a:gd name="T1" fmla="*/ 65 h 80"/>
                  <a:gd name="T2" fmla="*/ 130 w 157"/>
                  <a:gd name="T3" fmla="*/ 57 h 80"/>
                  <a:gd name="T4" fmla="*/ 131 w 157"/>
                  <a:gd name="T5" fmla="*/ 49 h 80"/>
                  <a:gd name="T6" fmla="*/ 123 w 157"/>
                  <a:gd name="T7" fmla="*/ 41 h 80"/>
                  <a:gd name="T8" fmla="*/ 117 w 157"/>
                  <a:gd name="T9" fmla="*/ 33 h 80"/>
                  <a:gd name="T10" fmla="*/ 108 w 157"/>
                  <a:gd name="T11" fmla="*/ 28 h 80"/>
                  <a:gd name="T12" fmla="*/ 98 w 157"/>
                  <a:gd name="T13" fmla="*/ 23 h 80"/>
                  <a:gd name="T14" fmla="*/ 87 w 157"/>
                  <a:gd name="T15" fmla="*/ 19 h 80"/>
                  <a:gd name="T16" fmla="*/ 81 w 157"/>
                  <a:gd name="T17" fmla="*/ 18 h 80"/>
                  <a:gd name="T18" fmla="*/ 75 w 157"/>
                  <a:gd name="T19" fmla="*/ 15 h 80"/>
                  <a:gd name="T20" fmla="*/ 61 w 157"/>
                  <a:gd name="T21" fmla="*/ 11 h 80"/>
                  <a:gd name="T22" fmla="*/ 52 w 157"/>
                  <a:gd name="T23" fmla="*/ 14 h 80"/>
                  <a:gd name="T24" fmla="*/ 45 w 157"/>
                  <a:gd name="T25" fmla="*/ 17 h 80"/>
                  <a:gd name="T26" fmla="*/ 39 w 157"/>
                  <a:gd name="T27" fmla="*/ 23 h 80"/>
                  <a:gd name="T28" fmla="*/ 35 w 157"/>
                  <a:gd name="T29" fmla="*/ 18 h 80"/>
                  <a:gd name="T30" fmla="*/ 31 w 157"/>
                  <a:gd name="T31" fmla="*/ 11 h 80"/>
                  <a:gd name="T32" fmla="*/ 27 w 157"/>
                  <a:gd name="T33" fmla="*/ 3 h 80"/>
                  <a:gd name="T34" fmla="*/ 11 w 157"/>
                  <a:gd name="T35" fmla="*/ 4 h 80"/>
                  <a:gd name="T36" fmla="*/ 4 w 157"/>
                  <a:gd name="T37" fmla="*/ 4 h 80"/>
                  <a:gd name="T38" fmla="*/ 8 w 157"/>
                  <a:gd name="T39" fmla="*/ 10 h 80"/>
                  <a:gd name="T40" fmla="*/ 13 w 157"/>
                  <a:gd name="T41" fmla="*/ 14 h 80"/>
                  <a:gd name="T42" fmla="*/ 23 w 157"/>
                  <a:gd name="T43" fmla="*/ 16 h 80"/>
                  <a:gd name="T44" fmla="*/ 27 w 157"/>
                  <a:gd name="T45" fmla="*/ 16 h 80"/>
                  <a:gd name="T46" fmla="*/ 19 w 157"/>
                  <a:gd name="T47" fmla="*/ 19 h 80"/>
                  <a:gd name="T48" fmla="*/ 16 w 157"/>
                  <a:gd name="T49" fmla="*/ 21 h 80"/>
                  <a:gd name="T50" fmla="*/ 18 w 157"/>
                  <a:gd name="T51" fmla="*/ 25 h 80"/>
                  <a:gd name="T52" fmla="*/ 26 w 157"/>
                  <a:gd name="T53" fmla="*/ 25 h 80"/>
                  <a:gd name="T54" fmla="*/ 29 w 157"/>
                  <a:gd name="T55" fmla="*/ 27 h 80"/>
                  <a:gd name="T56" fmla="*/ 35 w 157"/>
                  <a:gd name="T57" fmla="*/ 30 h 80"/>
                  <a:gd name="T58" fmla="*/ 51 w 157"/>
                  <a:gd name="T59" fmla="*/ 35 h 80"/>
                  <a:gd name="T60" fmla="*/ 57 w 157"/>
                  <a:gd name="T61" fmla="*/ 39 h 80"/>
                  <a:gd name="T62" fmla="*/ 60 w 157"/>
                  <a:gd name="T63" fmla="*/ 44 h 80"/>
                  <a:gd name="T64" fmla="*/ 64 w 157"/>
                  <a:gd name="T65" fmla="*/ 52 h 80"/>
                  <a:gd name="T66" fmla="*/ 53 w 157"/>
                  <a:gd name="T67" fmla="*/ 61 h 80"/>
                  <a:gd name="T68" fmla="*/ 61 w 157"/>
                  <a:gd name="T69" fmla="*/ 61 h 80"/>
                  <a:gd name="T70" fmla="*/ 68 w 157"/>
                  <a:gd name="T71" fmla="*/ 60 h 80"/>
                  <a:gd name="T72" fmla="*/ 75 w 157"/>
                  <a:gd name="T73" fmla="*/ 64 h 80"/>
                  <a:gd name="T74" fmla="*/ 84 w 157"/>
                  <a:gd name="T75" fmla="*/ 68 h 80"/>
                  <a:gd name="T76" fmla="*/ 96 w 157"/>
                  <a:gd name="T77" fmla="*/ 68 h 80"/>
                  <a:gd name="T78" fmla="*/ 101 w 157"/>
                  <a:gd name="T79" fmla="*/ 65 h 80"/>
                  <a:gd name="T80" fmla="*/ 100 w 157"/>
                  <a:gd name="T81" fmla="*/ 60 h 80"/>
                  <a:gd name="T82" fmla="*/ 104 w 157"/>
                  <a:gd name="T83" fmla="*/ 59 h 80"/>
                  <a:gd name="T84" fmla="*/ 107 w 157"/>
                  <a:gd name="T85" fmla="*/ 57 h 80"/>
                  <a:gd name="T86" fmla="*/ 109 w 157"/>
                  <a:gd name="T87" fmla="*/ 56 h 80"/>
                  <a:gd name="T88" fmla="*/ 116 w 157"/>
                  <a:gd name="T89" fmla="*/ 60 h 80"/>
                  <a:gd name="T90" fmla="*/ 124 w 157"/>
                  <a:gd name="T91" fmla="*/ 68 h 80"/>
                  <a:gd name="T92" fmla="*/ 133 w 157"/>
                  <a:gd name="T93" fmla="*/ 75 h 80"/>
                  <a:gd name="T94" fmla="*/ 144 w 157"/>
                  <a:gd name="T95" fmla="*/ 77 h 80"/>
                  <a:gd name="T96" fmla="*/ 152 w 157"/>
                  <a:gd name="T97" fmla="*/ 78 h 80"/>
                  <a:gd name="T98" fmla="*/ 156 w 157"/>
                  <a:gd name="T99" fmla="*/ 74 h 80"/>
                  <a:gd name="T100" fmla="*/ 154 w 157"/>
                  <a:gd name="T101" fmla="*/ 72 h 80"/>
                  <a:gd name="T102" fmla="*/ 151 w 157"/>
                  <a:gd name="T103" fmla="*/ 69 h 80"/>
                  <a:gd name="T104" fmla="*/ 151 w 157"/>
                  <a:gd name="T105" fmla="*/ 71 h 80"/>
                  <a:gd name="T106" fmla="*/ 153 w 157"/>
                  <a:gd name="T107" fmla="*/ 74 h 80"/>
                  <a:gd name="T108" fmla="*/ 147 w 157"/>
                  <a:gd name="T109" fmla="*/ 73 h 80"/>
                  <a:gd name="T110" fmla="*/ 142 w 157"/>
                  <a:gd name="T111" fmla="*/ 68 h 80"/>
                  <a:gd name="T112" fmla="*/ 96 w 157"/>
                  <a:gd name="T113" fmla="*/ 63 h 80"/>
                  <a:gd name="T114" fmla="*/ 99 w 157"/>
                  <a:gd name="T115" fmla="*/ 61 h 80"/>
                  <a:gd name="T116" fmla="*/ 105 w 157"/>
                  <a:gd name="T117" fmla="*/ 5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80">
                    <a:moveTo>
                      <a:pt x="142" y="67"/>
                    </a:moveTo>
                    <a:cubicBezTo>
                      <a:pt x="141" y="65"/>
                      <a:pt x="141" y="65"/>
                      <a:pt x="141" y="65"/>
                    </a:cubicBezTo>
                    <a:cubicBezTo>
                      <a:pt x="140" y="65"/>
                      <a:pt x="140" y="65"/>
                      <a:pt x="140" y="65"/>
                    </a:cubicBezTo>
                    <a:cubicBezTo>
                      <a:pt x="139" y="66"/>
                      <a:pt x="139" y="66"/>
                      <a:pt x="139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7" y="65"/>
                      <a:pt x="137" y="65"/>
                      <a:pt x="137" y="65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33" y="58"/>
                      <a:pt x="133" y="58"/>
                      <a:pt x="133" y="58"/>
                    </a:cubicBezTo>
                    <a:cubicBezTo>
                      <a:pt x="133" y="57"/>
                      <a:pt x="133" y="57"/>
                      <a:pt x="133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0" y="57"/>
                      <a:pt x="130" y="57"/>
                      <a:pt x="130" y="57"/>
                    </a:cubicBezTo>
                    <a:cubicBezTo>
                      <a:pt x="129" y="55"/>
                      <a:pt x="129" y="55"/>
                      <a:pt x="129" y="55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31" y="49"/>
                      <a:pt x="131" y="49"/>
                      <a:pt x="131" y="49"/>
                    </a:cubicBezTo>
                    <a:cubicBezTo>
                      <a:pt x="132" y="47"/>
                      <a:pt x="132" y="47"/>
                      <a:pt x="132" y="47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28" y="42"/>
                      <a:pt x="128" y="42"/>
                      <a:pt x="128" y="42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6"/>
                      <a:pt x="80" y="16"/>
                      <a:pt x="80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7" y="56"/>
                      <a:pt x="57" y="56"/>
                      <a:pt x="57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2"/>
                      <a:pt x="54" y="62"/>
                    </a:cubicBezTo>
                    <a:cubicBezTo>
                      <a:pt x="55" y="62"/>
                      <a:pt x="56" y="61"/>
                      <a:pt x="57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8" y="68"/>
                      <a:pt x="88" y="68"/>
                      <a:pt x="88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2" y="70"/>
                      <a:pt x="92" y="70"/>
                      <a:pt x="92" y="70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7" y="68"/>
                      <a:pt x="97" y="68"/>
                      <a:pt x="97" y="68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1" y="65"/>
                      <a:pt x="101" y="65"/>
                      <a:pt x="101" y="65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100" y="63"/>
                      <a:pt x="101" y="63"/>
                      <a:pt x="101" y="63"/>
                    </a:cubicBezTo>
                    <a:cubicBezTo>
                      <a:pt x="101" y="63"/>
                      <a:pt x="101" y="63"/>
                      <a:pt x="101" y="63"/>
                    </a:cubicBezTo>
                    <a:cubicBezTo>
                      <a:pt x="102" y="61"/>
                      <a:pt x="102" y="61"/>
                      <a:pt x="102" y="61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1" y="60"/>
                      <a:pt x="101" y="60"/>
                      <a:pt x="101" y="60"/>
                    </a:cubicBezTo>
                    <a:cubicBezTo>
                      <a:pt x="102" y="60"/>
                      <a:pt x="102" y="60"/>
                      <a:pt x="102" y="60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1"/>
                      <a:pt x="118" y="61"/>
                      <a:pt x="118" y="61"/>
                    </a:cubicBezTo>
                    <a:cubicBezTo>
                      <a:pt x="119" y="63"/>
                      <a:pt x="119" y="63"/>
                      <a:pt x="119" y="63"/>
                    </a:cubicBezTo>
                    <a:cubicBezTo>
                      <a:pt x="121" y="66"/>
                      <a:pt x="121" y="66"/>
                      <a:pt x="121" y="66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3" y="67"/>
                      <a:pt x="123" y="67"/>
                      <a:pt x="123" y="67"/>
                    </a:cubicBezTo>
                    <a:cubicBezTo>
                      <a:pt x="124" y="68"/>
                      <a:pt x="124" y="68"/>
                      <a:pt x="124" y="68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7" y="74"/>
                      <a:pt x="127" y="74"/>
                      <a:pt x="127" y="74"/>
                    </a:cubicBezTo>
                    <a:cubicBezTo>
                      <a:pt x="129" y="75"/>
                      <a:pt x="129" y="75"/>
                      <a:pt x="129" y="75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32" y="75"/>
                      <a:pt x="132" y="75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6"/>
                      <a:pt x="134" y="76"/>
                      <a:pt x="134" y="76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8" y="76"/>
                      <a:pt x="138" y="76"/>
                      <a:pt x="138" y="76"/>
                    </a:cubicBezTo>
                    <a:cubicBezTo>
                      <a:pt x="139" y="76"/>
                      <a:pt x="139" y="76"/>
                      <a:pt x="139" y="76"/>
                    </a:cubicBezTo>
                    <a:cubicBezTo>
                      <a:pt x="141" y="76"/>
                      <a:pt x="141" y="76"/>
                      <a:pt x="141" y="76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44" y="77"/>
                      <a:pt x="144" y="77"/>
                      <a:pt x="144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6" y="77"/>
                      <a:pt x="146" y="77"/>
                      <a:pt x="146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1" y="79"/>
                      <a:pt x="151" y="79"/>
                      <a:pt x="151" y="79"/>
                    </a:cubicBezTo>
                    <a:cubicBezTo>
                      <a:pt x="152" y="78"/>
                      <a:pt x="152" y="78"/>
                      <a:pt x="152" y="78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1" y="77"/>
                      <a:pt x="151" y="77"/>
                      <a:pt x="151" y="77"/>
                    </a:cubicBezTo>
                    <a:cubicBezTo>
                      <a:pt x="154" y="75"/>
                      <a:pt x="154" y="75"/>
                      <a:pt x="154" y="75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5"/>
                      <a:pt x="156" y="75"/>
                      <a:pt x="156" y="75"/>
                    </a:cubicBezTo>
                    <a:cubicBezTo>
                      <a:pt x="156" y="74"/>
                      <a:pt x="156" y="74"/>
                      <a:pt x="156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2"/>
                      <a:pt x="157" y="72"/>
                      <a:pt x="157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1"/>
                      <a:pt x="154" y="71"/>
                      <a:pt x="154" y="71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3" y="70"/>
                      <a:pt x="153" y="70"/>
                      <a:pt x="153" y="70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52" y="69"/>
                      <a:pt x="152" y="69"/>
                      <a:pt x="152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0" y="68"/>
                      <a:pt x="150" y="68"/>
                      <a:pt x="150" y="68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48" y="70"/>
                      <a:pt x="148" y="70"/>
                      <a:pt x="148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1"/>
                      <a:pt x="149" y="71"/>
                      <a:pt x="149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5"/>
                      <a:pt x="153" y="75"/>
                      <a:pt x="153" y="75"/>
                    </a:cubicBezTo>
                    <a:cubicBezTo>
                      <a:pt x="150" y="74"/>
                      <a:pt x="150" y="74"/>
                      <a:pt x="150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6" y="72"/>
                      <a:pt x="146" y="72"/>
                      <a:pt x="146" y="72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44" y="70"/>
                      <a:pt x="144" y="70"/>
                      <a:pt x="144" y="70"/>
                    </a:cubicBezTo>
                    <a:cubicBezTo>
                      <a:pt x="142" y="70"/>
                      <a:pt x="142" y="70"/>
                      <a:pt x="142" y="70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2" y="68"/>
                      <a:pt x="142" y="68"/>
                      <a:pt x="142" y="68"/>
                    </a:cubicBezTo>
                    <a:lnTo>
                      <a:pt x="142" y="67"/>
                    </a:lnTo>
                    <a:close/>
                    <a:moveTo>
                      <a:pt x="8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lnTo>
                      <a:pt x="8" y="7"/>
                    </a:lnTo>
                    <a:close/>
                    <a:moveTo>
                      <a:pt x="96" y="63"/>
                    </a:move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2"/>
                      <a:pt x="96" y="62"/>
                    </a:cubicBezTo>
                    <a:lnTo>
                      <a:pt x="96" y="63"/>
                    </a:lnTo>
                    <a:close/>
                    <a:moveTo>
                      <a:pt x="99" y="61"/>
                    </a:move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1"/>
                      <a:pt x="99" y="61"/>
                    </a:cubicBezTo>
                    <a:close/>
                    <a:moveTo>
                      <a:pt x="106" y="55"/>
                    </a:move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6" y="54"/>
                      <a:pt x="106" y="54"/>
                      <a:pt x="106" y="54"/>
                    </a:cubicBezTo>
                    <a:lnTo>
                      <a:pt x="106" y="5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5" name="Freeform 6223">
                <a:extLst>
                  <a:ext uri="{FF2B5EF4-FFF2-40B4-BE49-F238E27FC236}">
                    <a16:creationId xmlns:a16="http://schemas.microsoft.com/office/drawing/2014/main" id="{156E54C5-3846-4F98-83B6-BEC30108E3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7" y="302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6 w 6"/>
                  <a:gd name="T9" fmla="*/ 0 h 6"/>
                  <a:gd name="T10" fmla="*/ 2 w 6"/>
                  <a:gd name="T11" fmla="*/ 0 h 6"/>
                  <a:gd name="T12" fmla="*/ 0 w 6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6" name="Freeform 6224">
                <a:extLst>
                  <a:ext uri="{FF2B5EF4-FFF2-40B4-BE49-F238E27FC236}">
                    <a16:creationId xmlns:a16="http://schemas.microsoft.com/office/drawing/2014/main" id="{3387233A-E571-4BA2-95A7-C6317F78A6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03"/>
                <a:ext cx="34" cy="37"/>
              </a:xfrm>
              <a:custGeom>
                <a:avLst/>
                <a:gdLst>
                  <a:gd name="T0" fmla="*/ 26 w 34"/>
                  <a:gd name="T1" fmla="*/ 15 h 37"/>
                  <a:gd name="T2" fmla="*/ 25 w 34"/>
                  <a:gd name="T3" fmla="*/ 13 h 37"/>
                  <a:gd name="T4" fmla="*/ 23 w 34"/>
                  <a:gd name="T5" fmla="*/ 11 h 37"/>
                  <a:gd name="T6" fmla="*/ 17 w 34"/>
                  <a:gd name="T7" fmla="*/ 11 h 37"/>
                  <a:gd name="T8" fmla="*/ 13 w 34"/>
                  <a:gd name="T9" fmla="*/ 6 h 37"/>
                  <a:gd name="T10" fmla="*/ 8 w 34"/>
                  <a:gd name="T11" fmla="*/ 6 h 37"/>
                  <a:gd name="T12" fmla="*/ 0 w 34"/>
                  <a:gd name="T13" fmla="*/ 0 h 37"/>
                  <a:gd name="T14" fmla="*/ 0 w 34"/>
                  <a:gd name="T15" fmla="*/ 6 h 37"/>
                  <a:gd name="T16" fmla="*/ 2 w 34"/>
                  <a:gd name="T17" fmla="*/ 8 h 37"/>
                  <a:gd name="T18" fmla="*/ 13 w 34"/>
                  <a:gd name="T19" fmla="*/ 13 h 37"/>
                  <a:gd name="T20" fmla="*/ 17 w 34"/>
                  <a:gd name="T21" fmla="*/ 15 h 37"/>
                  <a:gd name="T22" fmla="*/ 21 w 34"/>
                  <a:gd name="T23" fmla="*/ 15 h 37"/>
                  <a:gd name="T24" fmla="*/ 26 w 34"/>
                  <a:gd name="T25" fmla="*/ 21 h 37"/>
                  <a:gd name="T26" fmla="*/ 28 w 34"/>
                  <a:gd name="T27" fmla="*/ 26 h 37"/>
                  <a:gd name="T28" fmla="*/ 26 w 34"/>
                  <a:gd name="T29" fmla="*/ 28 h 37"/>
                  <a:gd name="T30" fmla="*/ 26 w 34"/>
                  <a:gd name="T31" fmla="*/ 32 h 37"/>
                  <a:gd name="T32" fmla="*/ 32 w 34"/>
                  <a:gd name="T33" fmla="*/ 37 h 37"/>
                  <a:gd name="T34" fmla="*/ 34 w 34"/>
                  <a:gd name="T35" fmla="*/ 32 h 37"/>
                  <a:gd name="T36" fmla="*/ 34 w 34"/>
                  <a:gd name="T37" fmla="*/ 28 h 37"/>
                  <a:gd name="T38" fmla="*/ 34 w 34"/>
                  <a:gd name="T39" fmla="*/ 26 h 37"/>
                  <a:gd name="T40" fmla="*/ 32 w 34"/>
                  <a:gd name="T41" fmla="*/ 24 h 37"/>
                  <a:gd name="T42" fmla="*/ 32 w 34"/>
                  <a:gd name="T43" fmla="*/ 19 h 37"/>
                  <a:gd name="T44" fmla="*/ 30 w 34"/>
                  <a:gd name="T45" fmla="*/ 19 h 37"/>
                  <a:gd name="T46" fmla="*/ 26 w 34"/>
                  <a:gd name="T47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7">
                    <a:moveTo>
                      <a:pt x="26" y="15"/>
                    </a:moveTo>
                    <a:lnTo>
                      <a:pt x="25" y="13"/>
                    </a:lnTo>
                    <a:lnTo>
                      <a:pt x="23" y="11"/>
                    </a:lnTo>
                    <a:lnTo>
                      <a:pt x="17" y="11"/>
                    </a:lnTo>
                    <a:lnTo>
                      <a:pt x="13" y="6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13" y="13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6" y="21"/>
                    </a:lnTo>
                    <a:lnTo>
                      <a:pt x="28" y="26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32" y="37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2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7" name="Freeform 6225">
                <a:extLst>
                  <a:ext uri="{FF2B5EF4-FFF2-40B4-BE49-F238E27FC236}">
                    <a16:creationId xmlns:a16="http://schemas.microsoft.com/office/drawing/2014/main" id="{ABFB4BCC-F3C6-4207-9612-6ED77CAC26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7" y="299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7 h 11"/>
                  <a:gd name="T4" fmla="*/ 4 w 9"/>
                  <a:gd name="T5" fmla="*/ 7 h 11"/>
                  <a:gd name="T6" fmla="*/ 9 w 9"/>
                  <a:gd name="T7" fmla="*/ 11 h 11"/>
                  <a:gd name="T8" fmla="*/ 7 w 9"/>
                  <a:gd name="T9" fmla="*/ 5 h 11"/>
                  <a:gd name="T10" fmla="*/ 2 w 9"/>
                  <a:gd name="T11" fmla="*/ 0 h 11"/>
                  <a:gd name="T12" fmla="*/ 0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7" y="5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8" name="Freeform 6226">
                <a:extLst>
                  <a:ext uri="{FF2B5EF4-FFF2-40B4-BE49-F238E27FC236}">
                    <a16:creationId xmlns:a16="http://schemas.microsoft.com/office/drawing/2014/main" id="{03A65EA0-F518-413B-B50A-EB4CD1FEE6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84" y="3030"/>
                <a:ext cx="12" cy="5"/>
              </a:xfrm>
              <a:custGeom>
                <a:avLst/>
                <a:gdLst>
                  <a:gd name="T0" fmla="*/ 12 w 12"/>
                  <a:gd name="T1" fmla="*/ 5 h 5"/>
                  <a:gd name="T2" fmla="*/ 10 w 12"/>
                  <a:gd name="T3" fmla="*/ 2 h 5"/>
                  <a:gd name="T4" fmla="*/ 8 w 12"/>
                  <a:gd name="T5" fmla="*/ 2 h 5"/>
                  <a:gd name="T6" fmla="*/ 4 w 12"/>
                  <a:gd name="T7" fmla="*/ 0 h 5"/>
                  <a:gd name="T8" fmla="*/ 0 w 12"/>
                  <a:gd name="T9" fmla="*/ 0 h 5"/>
                  <a:gd name="T10" fmla="*/ 6 w 12"/>
                  <a:gd name="T11" fmla="*/ 5 h 5"/>
                  <a:gd name="T12" fmla="*/ 8 w 12"/>
                  <a:gd name="T13" fmla="*/ 5 h 5"/>
                  <a:gd name="T14" fmla="*/ 10 w 12"/>
                  <a:gd name="T15" fmla="*/ 5 h 5"/>
                  <a:gd name="T16" fmla="*/ 12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lnTo>
                      <a:pt x="10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9" name="Freeform 6227">
                <a:extLst>
                  <a:ext uri="{FF2B5EF4-FFF2-40B4-BE49-F238E27FC236}">
                    <a16:creationId xmlns:a16="http://schemas.microsoft.com/office/drawing/2014/main" id="{BBE81BD8-1081-4CA2-9B72-55F42713FB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5" y="2903"/>
                <a:ext cx="8" cy="8"/>
              </a:xfrm>
              <a:custGeom>
                <a:avLst/>
                <a:gdLst>
                  <a:gd name="T0" fmla="*/ 0 w 8"/>
                  <a:gd name="T1" fmla="*/ 2 h 8"/>
                  <a:gd name="T2" fmla="*/ 0 w 8"/>
                  <a:gd name="T3" fmla="*/ 6 h 8"/>
                  <a:gd name="T4" fmla="*/ 4 w 8"/>
                  <a:gd name="T5" fmla="*/ 8 h 8"/>
                  <a:gd name="T6" fmla="*/ 8 w 8"/>
                  <a:gd name="T7" fmla="*/ 6 h 8"/>
                  <a:gd name="T8" fmla="*/ 8 w 8"/>
                  <a:gd name="T9" fmla="*/ 2 h 8"/>
                  <a:gd name="T10" fmla="*/ 6 w 8"/>
                  <a:gd name="T11" fmla="*/ 0 h 8"/>
                  <a:gd name="T12" fmla="*/ 0 w 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0" name="Freeform 6228">
                <a:extLst>
                  <a:ext uri="{FF2B5EF4-FFF2-40B4-BE49-F238E27FC236}">
                    <a16:creationId xmlns:a16="http://schemas.microsoft.com/office/drawing/2014/main" id="{DC49409C-74BD-4B0A-A2AA-F00DCC7A6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8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6 h 9"/>
                  <a:gd name="T4" fmla="*/ 6 w 6"/>
                  <a:gd name="T5" fmla="*/ 0 h 9"/>
                  <a:gd name="T6" fmla="*/ 2 w 6"/>
                  <a:gd name="T7" fmla="*/ 2 h 9"/>
                  <a:gd name="T8" fmla="*/ 0 w 6"/>
                  <a:gd name="T9" fmla="*/ 4 h 9"/>
                  <a:gd name="T10" fmla="*/ 2 w 6"/>
                  <a:gd name="T11" fmla="*/ 6 h 9"/>
                  <a:gd name="T12" fmla="*/ 2 w 6"/>
                  <a:gd name="T13" fmla="*/ 6 h 9"/>
                  <a:gd name="T14" fmla="*/ 2 w 6"/>
                  <a:gd name="T15" fmla="*/ 8 h 9"/>
                  <a:gd name="T16" fmla="*/ 2 w 6"/>
                  <a:gd name="T17" fmla="*/ 9 h 9"/>
                  <a:gd name="T18" fmla="*/ 6 w 6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1" name="Freeform 6229">
                <a:extLst>
                  <a:ext uri="{FF2B5EF4-FFF2-40B4-BE49-F238E27FC236}">
                    <a16:creationId xmlns:a16="http://schemas.microsoft.com/office/drawing/2014/main" id="{809EC48B-D79A-412B-80FC-790CE9A828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88" y="2931"/>
                <a:ext cx="5" cy="7"/>
              </a:xfrm>
              <a:custGeom>
                <a:avLst/>
                <a:gdLst>
                  <a:gd name="T0" fmla="*/ 5 w 5"/>
                  <a:gd name="T1" fmla="*/ 6 h 7"/>
                  <a:gd name="T2" fmla="*/ 5 w 5"/>
                  <a:gd name="T3" fmla="*/ 0 h 7"/>
                  <a:gd name="T4" fmla="*/ 0 w 5"/>
                  <a:gd name="T5" fmla="*/ 4 h 7"/>
                  <a:gd name="T6" fmla="*/ 1 w 5"/>
                  <a:gd name="T7" fmla="*/ 7 h 7"/>
                  <a:gd name="T8" fmla="*/ 5 w 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2" name="Freeform 6230">
                <a:extLst>
                  <a:ext uri="{FF2B5EF4-FFF2-40B4-BE49-F238E27FC236}">
                    <a16:creationId xmlns:a16="http://schemas.microsoft.com/office/drawing/2014/main" id="{66C65020-0065-4099-BB52-2A927C40C7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38" y="2884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4 h 8"/>
                  <a:gd name="T4" fmla="*/ 4 w 5"/>
                  <a:gd name="T5" fmla="*/ 0 h 8"/>
                  <a:gd name="T6" fmla="*/ 0 w 5"/>
                  <a:gd name="T7" fmla="*/ 0 h 8"/>
                  <a:gd name="T8" fmla="*/ 0 w 5"/>
                  <a:gd name="T9" fmla="*/ 4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3" name="Freeform 6231">
                <a:extLst>
                  <a:ext uri="{FF2B5EF4-FFF2-40B4-BE49-F238E27FC236}">
                    <a16:creationId xmlns:a16="http://schemas.microsoft.com/office/drawing/2014/main" id="{B60059FC-A364-48C4-AF3A-7647D6079B0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99" y="2896"/>
                <a:ext cx="13" cy="5"/>
              </a:xfrm>
              <a:custGeom>
                <a:avLst/>
                <a:gdLst>
                  <a:gd name="T0" fmla="*/ 5 w 7"/>
                  <a:gd name="T1" fmla="*/ 0 h 3"/>
                  <a:gd name="T2" fmla="*/ 4 w 7"/>
                  <a:gd name="T3" fmla="*/ 0 h 3"/>
                  <a:gd name="T4" fmla="*/ 3 w 7"/>
                  <a:gd name="T5" fmla="*/ 0 h 3"/>
                  <a:gd name="T6" fmla="*/ 2 w 7"/>
                  <a:gd name="T7" fmla="*/ 0 h 3"/>
                  <a:gd name="T8" fmla="*/ 1 w 7"/>
                  <a:gd name="T9" fmla="*/ 0 h 3"/>
                  <a:gd name="T10" fmla="*/ 0 w 7"/>
                  <a:gd name="T11" fmla="*/ 0 h 3"/>
                  <a:gd name="T12" fmla="*/ 0 w 7"/>
                  <a:gd name="T13" fmla="*/ 1 h 3"/>
                  <a:gd name="T14" fmla="*/ 0 w 7"/>
                  <a:gd name="T15" fmla="*/ 1 h 3"/>
                  <a:gd name="T16" fmla="*/ 0 w 7"/>
                  <a:gd name="T17" fmla="*/ 1 h 3"/>
                  <a:gd name="T18" fmla="*/ 0 w 7"/>
                  <a:gd name="T19" fmla="*/ 2 h 3"/>
                  <a:gd name="T20" fmla="*/ 0 w 7"/>
                  <a:gd name="T21" fmla="*/ 2 h 3"/>
                  <a:gd name="T22" fmla="*/ 2 w 7"/>
                  <a:gd name="T23" fmla="*/ 3 h 3"/>
                  <a:gd name="T24" fmla="*/ 2 w 7"/>
                  <a:gd name="T25" fmla="*/ 3 h 3"/>
                  <a:gd name="T26" fmla="*/ 5 w 7"/>
                  <a:gd name="T27" fmla="*/ 3 h 3"/>
                  <a:gd name="T28" fmla="*/ 7 w 7"/>
                  <a:gd name="T29" fmla="*/ 1 h 3"/>
                  <a:gd name="T30" fmla="*/ 5 w 7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1"/>
                      <a:pt x="7" y="1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4" name="Freeform 6232">
                <a:extLst>
                  <a:ext uri="{FF2B5EF4-FFF2-40B4-BE49-F238E27FC236}">
                    <a16:creationId xmlns:a16="http://schemas.microsoft.com/office/drawing/2014/main" id="{F51AABA0-FEEA-4DEB-8AB0-ED18224480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2" y="2944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5 w 7"/>
                  <a:gd name="T3" fmla="*/ 2 h 9"/>
                  <a:gd name="T4" fmla="*/ 3 w 7"/>
                  <a:gd name="T5" fmla="*/ 0 h 9"/>
                  <a:gd name="T6" fmla="*/ 0 w 7"/>
                  <a:gd name="T7" fmla="*/ 4 h 9"/>
                  <a:gd name="T8" fmla="*/ 2 w 7"/>
                  <a:gd name="T9" fmla="*/ 6 h 9"/>
                  <a:gd name="T10" fmla="*/ 5 w 7"/>
                  <a:gd name="T11" fmla="*/ 9 h 9"/>
                  <a:gd name="T12" fmla="*/ 7 w 7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5" name="Freeform 6233">
                <a:extLst>
                  <a:ext uri="{FF2B5EF4-FFF2-40B4-BE49-F238E27FC236}">
                    <a16:creationId xmlns:a16="http://schemas.microsoft.com/office/drawing/2014/main" id="{6EDAA9C4-912B-4834-B591-C68FE1B14A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02" y="2940"/>
                <a:ext cx="6" cy="8"/>
              </a:xfrm>
              <a:custGeom>
                <a:avLst/>
                <a:gdLst>
                  <a:gd name="T0" fmla="*/ 0 w 6"/>
                  <a:gd name="T1" fmla="*/ 4 h 8"/>
                  <a:gd name="T2" fmla="*/ 2 w 6"/>
                  <a:gd name="T3" fmla="*/ 8 h 8"/>
                  <a:gd name="T4" fmla="*/ 6 w 6"/>
                  <a:gd name="T5" fmla="*/ 6 h 8"/>
                  <a:gd name="T6" fmla="*/ 6 w 6"/>
                  <a:gd name="T7" fmla="*/ 2 h 8"/>
                  <a:gd name="T8" fmla="*/ 2 w 6"/>
                  <a:gd name="T9" fmla="*/ 0 h 8"/>
                  <a:gd name="T10" fmla="*/ 0 w 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6" name="Freeform 6234">
                <a:extLst>
                  <a:ext uri="{FF2B5EF4-FFF2-40B4-BE49-F238E27FC236}">
                    <a16:creationId xmlns:a16="http://schemas.microsoft.com/office/drawing/2014/main" id="{13EDEA14-3F7F-4AD3-A6C1-2B332430AC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2925"/>
                <a:ext cx="62" cy="34"/>
              </a:xfrm>
              <a:custGeom>
                <a:avLst/>
                <a:gdLst>
                  <a:gd name="T0" fmla="*/ 56 w 62"/>
                  <a:gd name="T1" fmla="*/ 15 h 34"/>
                  <a:gd name="T2" fmla="*/ 56 w 62"/>
                  <a:gd name="T3" fmla="*/ 15 h 34"/>
                  <a:gd name="T4" fmla="*/ 62 w 62"/>
                  <a:gd name="T5" fmla="*/ 12 h 34"/>
                  <a:gd name="T6" fmla="*/ 58 w 62"/>
                  <a:gd name="T7" fmla="*/ 0 h 34"/>
                  <a:gd name="T8" fmla="*/ 56 w 62"/>
                  <a:gd name="T9" fmla="*/ 4 h 34"/>
                  <a:gd name="T10" fmla="*/ 50 w 62"/>
                  <a:gd name="T11" fmla="*/ 2 h 34"/>
                  <a:gd name="T12" fmla="*/ 49 w 62"/>
                  <a:gd name="T13" fmla="*/ 12 h 34"/>
                  <a:gd name="T14" fmla="*/ 49 w 62"/>
                  <a:gd name="T15" fmla="*/ 13 h 34"/>
                  <a:gd name="T16" fmla="*/ 41 w 62"/>
                  <a:gd name="T17" fmla="*/ 17 h 34"/>
                  <a:gd name="T18" fmla="*/ 39 w 62"/>
                  <a:gd name="T19" fmla="*/ 21 h 34"/>
                  <a:gd name="T20" fmla="*/ 36 w 62"/>
                  <a:gd name="T21" fmla="*/ 21 h 34"/>
                  <a:gd name="T22" fmla="*/ 32 w 62"/>
                  <a:gd name="T23" fmla="*/ 19 h 34"/>
                  <a:gd name="T24" fmla="*/ 30 w 62"/>
                  <a:gd name="T25" fmla="*/ 21 h 34"/>
                  <a:gd name="T26" fmla="*/ 30 w 62"/>
                  <a:gd name="T27" fmla="*/ 17 h 34"/>
                  <a:gd name="T28" fmla="*/ 32 w 62"/>
                  <a:gd name="T29" fmla="*/ 13 h 34"/>
                  <a:gd name="T30" fmla="*/ 26 w 62"/>
                  <a:gd name="T31" fmla="*/ 12 h 34"/>
                  <a:gd name="T32" fmla="*/ 26 w 62"/>
                  <a:gd name="T33" fmla="*/ 15 h 34"/>
                  <a:gd name="T34" fmla="*/ 24 w 62"/>
                  <a:gd name="T35" fmla="*/ 17 h 34"/>
                  <a:gd name="T36" fmla="*/ 23 w 62"/>
                  <a:gd name="T37" fmla="*/ 19 h 34"/>
                  <a:gd name="T38" fmla="*/ 17 w 62"/>
                  <a:gd name="T39" fmla="*/ 21 h 34"/>
                  <a:gd name="T40" fmla="*/ 13 w 62"/>
                  <a:gd name="T41" fmla="*/ 19 h 34"/>
                  <a:gd name="T42" fmla="*/ 8 w 62"/>
                  <a:gd name="T43" fmla="*/ 21 h 34"/>
                  <a:gd name="T44" fmla="*/ 0 w 62"/>
                  <a:gd name="T45" fmla="*/ 23 h 34"/>
                  <a:gd name="T46" fmla="*/ 8 w 62"/>
                  <a:gd name="T47" fmla="*/ 28 h 34"/>
                  <a:gd name="T48" fmla="*/ 11 w 62"/>
                  <a:gd name="T49" fmla="*/ 34 h 34"/>
                  <a:gd name="T50" fmla="*/ 19 w 62"/>
                  <a:gd name="T51" fmla="*/ 32 h 34"/>
                  <a:gd name="T52" fmla="*/ 24 w 62"/>
                  <a:gd name="T53" fmla="*/ 34 h 34"/>
                  <a:gd name="T54" fmla="*/ 34 w 62"/>
                  <a:gd name="T55" fmla="*/ 34 h 34"/>
                  <a:gd name="T56" fmla="*/ 39 w 62"/>
                  <a:gd name="T57" fmla="*/ 34 h 34"/>
                  <a:gd name="T58" fmla="*/ 41 w 62"/>
                  <a:gd name="T59" fmla="*/ 30 h 34"/>
                  <a:gd name="T60" fmla="*/ 50 w 62"/>
                  <a:gd name="T61" fmla="*/ 25 h 34"/>
                  <a:gd name="T62" fmla="*/ 50 w 62"/>
                  <a:gd name="T63" fmla="*/ 23 h 34"/>
                  <a:gd name="T64" fmla="*/ 56 w 62"/>
                  <a:gd name="T65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" h="34">
                    <a:moveTo>
                      <a:pt x="60" y="19"/>
                    </a:moveTo>
                    <a:lnTo>
                      <a:pt x="56" y="15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8" y="15"/>
                    </a:lnTo>
                    <a:lnTo>
                      <a:pt x="62" y="12"/>
                    </a:lnTo>
                    <a:lnTo>
                      <a:pt x="62" y="4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1" y="17"/>
                    </a:lnTo>
                    <a:lnTo>
                      <a:pt x="39" y="19"/>
                    </a:lnTo>
                    <a:lnTo>
                      <a:pt x="39" y="21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8" y="19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2" y="13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4" y="13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4" y="17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4" y="27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1" y="34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1" y="34"/>
                    </a:lnTo>
                    <a:lnTo>
                      <a:pt x="24" y="34"/>
                    </a:lnTo>
                    <a:lnTo>
                      <a:pt x="32" y="34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39" y="34"/>
                    </a:lnTo>
                    <a:lnTo>
                      <a:pt x="41" y="32"/>
                    </a:lnTo>
                    <a:lnTo>
                      <a:pt x="41" y="30"/>
                    </a:lnTo>
                    <a:lnTo>
                      <a:pt x="45" y="30"/>
                    </a:lnTo>
                    <a:lnTo>
                      <a:pt x="50" y="25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2" y="25"/>
                    </a:lnTo>
                    <a:lnTo>
                      <a:pt x="56" y="23"/>
                    </a:lnTo>
                    <a:lnTo>
                      <a:pt x="6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7" name="Freeform 6235">
                <a:extLst>
                  <a:ext uri="{FF2B5EF4-FFF2-40B4-BE49-F238E27FC236}">
                    <a16:creationId xmlns:a16="http://schemas.microsoft.com/office/drawing/2014/main" id="{FAAF5306-409E-4010-8F7D-81D0D062D6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6" y="2590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5 h 5"/>
                  <a:gd name="T4" fmla="*/ 8 w 8"/>
                  <a:gd name="T5" fmla="*/ 4 h 5"/>
                  <a:gd name="T6" fmla="*/ 2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lnTo>
                      <a:pt x="0" y="5"/>
                    </a:lnTo>
                    <a:lnTo>
                      <a:pt x="8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8" name="Freeform 6236">
                <a:extLst>
                  <a:ext uri="{FF2B5EF4-FFF2-40B4-BE49-F238E27FC236}">
                    <a16:creationId xmlns:a16="http://schemas.microsoft.com/office/drawing/2014/main" id="{954418AD-4BDA-47E6-8762-1174BF16AC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7" y="2685"/>
                <a:ext cx="22" cy="39"/>
              </a:xfrm>
              <a:custGeom>
                <a:avLst/>
                <a:gdLst>
                  <a:gd name="T0" fmla="*/ 4 w 22"/>
                  <a:gd name="T1" fmla="*/ 37 h 39"/>
                  <a:gd name="T2" fmla="*/ 7 w 22"/>
                  <a:gd name="T3" fmla="*/ 35 h 39"/>
                  <a:gd name="T4" fmla="*/ 7 w 22"/>
                  <a:gd name="T5" fmla="*/ 35 h 39"/>
                  <a:gd name="T6" fmla="*/ 11 w 22"/>
                  <a:gd name="T7" fmla="*/ 34 h 39"/>
                  <a:gd name="T8" fmla="*/ 9 w 22"/>
                  <a:gd name="T9" fmla="*/ 35 h 39"/>
                  <a:gd name="T10" fmla="*/ 13 w 22"/>
                  <a:gd name="T11" fmla="*/ 39 h 39"/>
                  <a:gd name="T12" fmla="*/ 17 w 22"/>
                  <a:gd name="T13" fmla="*/ 35 h 39"/>
                  <a:gd name="T14" fmla="*/ 17 w 22"/>
                  <a:gd name="T15" fmla="*/ 32 h 39"/>
                  <a:gd name="T16" fmla="*/ 15 w 22"/>
                  <a:gd name="T17" fmla="*/ 32 h 39"/>
                  <a:gd name="T18" fmla="*/ 17 w 22"/>
                  <a:gd name="T19" fmla="*/ 30 h 39"/>
                  <a:gd name="T20" fmla="*/ 18 w 22"/>
                  <a:gd name="T21" fmla="*/ 28 h 39"/>
                  <a:gd name="T22" fmla="*/ 20 w 22"/>
                  <a:gd name="T23" fmla="*/ 24 h 39"/>
                  <a:gd name="T24" fmla="*/ 22 w 22"/>
                  <a:gd name="T25" fmla="*/ 24 h 39"/>
                  <a:gd name="T26" fmla="*/ 22 w 22"/>
                  <a:gd name="T27" fmla="*/ 20 h 39"/>
                  <a:gd name="T28" fmla="*/ 20 w 22"/>
                  <a:gd name="T29" fmla="*/ 17 h 39"/>
                  <a:gd name="T30" fmla="*/ 18 w 22"/>
                  <a:gd name="T31" fmla="*/ 19 h 39"/>
                  <a:gd name="T32" fmla="*/ 17 w 22"/>
                  <a:gd name="T33" fmla="*/ 20 h 39"/>
                  <a:gd name="T34" fmla="*/ 17 w 22"/>
                  <a:gd name="T35" fmla="*/ 19 h 39"/>
                  <a:gd name="T36" fmla="*/ 13 w 22"/>
                  <a:gd name="T37" fmla="*/ 17 h 39"/>
                  <a:gd name="T38" fmla="*/ 11 w 22"/>
                  <a:gd name="T39" fmla="*/ 17 h 39"/>
                  <a:gd name="T40" fmla="*/ 11 w 22"/>
                  <a:gd name="T41" fmla="*/ 17 h 39"/>
                  <a:gd name="T42" fmla="*/ 7 w 22"/>
                  <a:gd name="T43" fmla="*/ 15 h 39"/>
                  <a:gd name="T44" fmla="*/ 5 w 22"/>
                  <a:gd name="T45" fmla="*/ 13 h 39"/>
                  <a:gd name="T46" fmla="*/ 5 w 22"/>
                  <a:gd name="T47" fmla="*/ 13 h 39"/>
                  <a:gd name="T48" fmla="*/ 7 w 22"/>
                  <a:gd name="T49" fmla="*/ 7 h 39"/>
                  <a:gd name="T50" fmla="*/ 7 w 22"/>
                  <a:gd name="T51" fmla="*/ 6 h 39"/>
                  <a:gd name="T52" fmla="*/ 7 w 22"/>
                  <a:gd name="T53" fmla="*/ 0 h 39"/>
                  <a:gd name="T54" fmla="*/ 4 w 22"/>
                  <a:gd name="T55" fmla="*/ 4 h 39"/>
                  <a:gd name="T56" fmla="*/ 4 w 22"/>
                  <a:gd name="T57" fmla="*/ 6 h 39"/>
                  <a:gd name="T58" fmla="*/ 2 w 22"/>
                  <a:gd name="T59" fmla="*/ 9 h 39"/>
                  <a:gd name="T60" fmla="*/ 4 w 22"/>
                  <a:gd name="T61" fmla="*/ 13 h 39"/>
                  <a:gd name="T62" fmla="*/ 2 w 22"/>
                  <a:gd name="T63" fmla="*/ 15 h 39"/>
                  <a:gd name="T64" fmla="*/ 0 w 22"/>
                  <a:gd name="T65" fmla="*/ 17 h 39"/>
                  <a:gd name="T66" fmla="*/ 4 w 22"/>
                  <a:gd name="T67" fmla="*/ 19 h 39"/>
                  <a:gd name="T68" fmla="*/ 4 w 22"/>
                  <a:gd name="T69" fmla="*/ 19 h 39"/>
                  <a:gd name="T70" fmla="*/ 4 w 22"/>
                  <a:gd name="T71" fmla="*/ 20 h 39"/>
                  <a:gd name="T72" fmla="*/ 4 w 22"/>
                  <a:gd name="T73" fmla="*/ 22 h 39"/>
                  <a:gd name="T74" fmla="*/ 4 w 22"/>
                  <a:gd name="T75" fmla="*/ 28 h 39"/>
                  <a:gd name="T76" fmla="*/ 4 w 22"/>
                  <a:gd name="T77" fmla="*/ 32 h 39"/>
                  <a:gd name="T78" fmla="*/ 4 w 22"/>
                  <a:gd name="T7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39">
                    <a:moveTo>
                      <a:pt x="4" y="37"/>
                    </a:moveTo>
                    <a:lnTo>
                      <a:pt x="7" y="35"/>
                    </a:lnTo>
                    <a:lnTo>
                      <a:pt x="7" y="35"/>
                    </a:lnTo>
                    <a:lnTo>
                      <a:pt x="11" y="34"/>
                    </a:lnTo>
                    <a:lnTo>
                      <a:pt x="9" y="35"/>
                    </a:lnTo>
                    <a:lnTo>
                      <a:pt x="13" y="39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5" y="32"/>
                    </a:lnTo>
                    <a:lnTo>
                      <a:pt x="17" y="30"/>
                    </a:lnTo>
                    <a:lnTo>
                      <a:pt x="18" y="28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0" y="17"/>
                    </a:lnTo>
                    <a:lnTo>
                      <a:pt x="18" y="19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4" y="3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9" name="Freeform 6237">
                <a:extLst>
                  <a:ext uri="{FF2B5EF4-FFF2-40B4-BE49-F238E27FC236}">
                    <a16:creationId xmlns:a16="http://schemas.microsoft.com/office/drawing/2014/main" id="{4A4401D6-E6A5-49A5-B380-A801D9940A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691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2 w 6"/>
                  <a:gd name="T3" fmla="*/ 0 h 3"/>
                  <a:gd name="T4" fmla="*/ 0 w 6"/>
                  <a:gd name="T5" fmla="*/ 0 h 3"/>
                  <a:gd name="T6" fmla="*/ 0 w 6"/>
                  <a:gd name="T7" fmla="*/ 3 h 3"/>
                  <a:gd name="T8" fmla="*/ 6 w 6"/>
                  <a:gd name="T9" fmla="*/ 3 h 3"/>
                  <a:gd name="T10" fmla="*/ 6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0" name="Freeform 6238">
                <a:extLst>
                  <a:ext uri="{FF2B5EF4-FFF2-40B4-BE49-F238E27FC236}">
                    <a16:creationId xmlns:a16="http://schemas.microsoft.com/office/drawing/2014/main" id="{4B8037FE-A155-4FAA-B1A8-5E64D7DDA0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709"/>
                <a:ext cx="26" cy="34"/>
              </a:xfrm>
              <a:custGeom>
                <a:avLst/>
                <a:gdLst>
                  <a:gd name="T0" fmla="*/ 19 w 26"/>
                  <a:gd name="T1" fmla="*/ 10 h 34"/>
                  <a:gd name="T2" fmla="*/ 19 w 26"/>
                  <a:gd name="T3" fmla="*/ 6 h 34"/>
                  <a:gd name="T4" fmla="*/ 15 w 26"/>
                  <a:gd name="T5" fmla="*/ 4 h 34"/>
                  <a:gd name="T6" fmla="*/ 13 w 26"/>
                  <a:gd name="T7" fmla="*/ 4 h 34"/>
                  <a:gd name="T8" fmla="*/ 11 w 26"/>
                  <a:gd name="T9" fmla="*/ 4 h 34"/>
                  <a:gd name="T10" fmla="*/ 9 w 26"/>
                  <a:gd name="T11" fmla="*/ 6 h 34"/>
                  <a:gd name="T12" fmla="*/ 9 w 26"/>
                  <a:gd name="T13" fmla="*/ 8 h 34"/>
                  <a:gd name="T14" fmla="*/ 8 w 26"/>
                  <a:gd name="T15" fmla="*/ 11 h 34"/>
                  <a:gd name="T16" fmla="*/ 8 w 26"/>
                  <a:gd name="T17" fmla="*/ 15 h 34"/>
                  <a:gd name="T18" fmla="*/ 6 w 26"/>
                  <a:gd name="T19" fmla="*/ 17 h 34"/>
                  <a:gd name="T20" fmla="*/ 2 w 26"/>
                  <a:gd name="T21" fmla="*/ 19 h 34"/>
                  <a:gd name="T22" fmla="*/ 0 w 26"/>
                  <a:gd name="T23" fmla="*/ 21 h 34"/>
                  <a:gd name="T24" fmla="*/ 2 w 26"/>
                  <a:gd name="T25" fmla="*/ 26 h 34"/>
                  <a:gd name="T26" fmla="*/ 4 w 26"/>
                  <a:gd name="T27" fmla="*/ 26 h 34"/>
                  <a:gd name="T28" fmla="*/ 8 w 26"/>
                  <a:gd name="T29" fmla="*/ 28 h 34"/>
                  <a:gd name="T30" fmla="*/ 9 w 26"/>
                  <a:gd name="T31" fmla="*/ 28 h 34"/>
                  <a:gd name="T32" fmla="*/ 9 w 26"/>
                  <a:gd name="T33" fmla="*/ 32 h 34"/>
                  <a:gd name="T34" fmla="*/ 13 w 26"/>
                  <a:gd name="T35" fmla="*/ 32 h 34"/>
                  <a:gd name="T36" fmla="*/ 15 w 26"/>
                  <a:gd name="T37" fmla="*/ 30 h 34"/>
                  <a:gd name="T38" fmla="*/ 19 w 26"/>
                  <a:gd name="T39" fmla="*/ 34 h 34"/>
                  <a:gd name="T40" fmla="*/ 22 w 26"/>
                  <a:gd name="T41" fmla="*/ 32 h 34"/>
                  <a:gd name="T42" fmla="*/ 22 w 26"/>
                  <a:gd name="T43" fmla="*/ 28 h 34"/>
                  <a:gd name="T44" fmla="*/ 21 w 26"/>
                  <a:gd name="T45" fmla="*/ 28 h 34"/>
                  <a:gd name="T46" fmla="*/ 17 w 26"/>
                  <a:gd name="T47" fmla="*/ 28 h 34"/>
                  <a:gd name="T48" fmla="*/ 17 w 26"/>
                  <a:gd name="T49" fmla="*/ 30 h 34"/>
                  <a:gd name="T50" fmla="*/ 17 w 26"/>
                  <a:gd name="T51" fmla="*/ 28 h 34"/>
                  <a:gd name="T52" fmla="*/ 17 w 26"/>
                  <a:gd name="T53" fmla="*/ 26 h 34"/>
                  <a:gd name="T54" fmla="*/ 19 w 26"/>
                  <a:gd name="T55" fmla="*/ 24 h 34"/>
                  <a:gd name="T56" fmla="*/ 21 w 26"/>
                  <a:gd name="T57" fmla="*/ 17 h 34"/>
                  <a:gd name="T58" fmla="*/ 24 w 26"/>
                  <a:gd name="T59" fmla="*/ 13 h 34"/>
                  <a:gd name="T60" fmla="*/ 24 w 26"/>
                  <a:gd name="T61" fmla="*/ 11 h 34"/>
                  <a:gd name="T62" fmla="*/ 24 w 26"/>
                  <a:gd name="T63" fmla="*/ 8 h 34"/>
                  <a:gd name="T64" fmla="*/ 26 w 26"/>
                  <a:gd name="T65" fmla="*/ 6 h 34"/>
                  <a:gd name="T66" fmla="*/ 26 w 26"/>
                  <a:gd name="T67" fmla="*/ 0 h 34"/>
                  <a:gd name="T68" fmla="*/ 22 w 26"/>
                  <a:gd name="T69" fmla="*/ 0 h 34"/>
                  <a:gd name="T70" fmla="*/ 21 w 26"/>
                  <a:gd name="T71" fmla="*/ 6 h 34"/>
                  <a:gd name="T72" fmla="*/ 19 w 26"/>
                  <a:gd name="T73" fmla="*/ 10 h 34"/>
                  <a:gd name="T74" fmla="*/ 19 w 26"/>
                  <a:gd name="T75" fmla="*/ 13 h 34"/>
                  <a:gd name="T76" fmla="*/ 17 w 26"/>
                  <a:gd name="T77" fmla="*/ 17 h 34"/>
                  <a:gd name="T78" fmla="*/ 15 w 26"/>
                  <a:gd name="T79" fmla="*/ 21 h 34"/>
                  <a:gd name="T80" fmla="*/ 15 w 26"/>
                  <a:gd name="T81" fmla="*/ 23 h 34"/>
                  <a:gd name="T82" fmla="*/ 15 w 26"/>
                  <a:gd name="T83" fmla="*/ 24 h 34"/>
                  <a:gd name="T84" fmla="*/ 15 w 26"/>
                  <a:gd name="T85" fmla="*/ 24 h 34"/>
                  <a:gd name="T86" fmla="*/ 15 w 26"/>
                  <a:gd name="T87" fmla="*/ 19 h 34"/>
                  <a:gd name="T88" fmla="*/ 15 w 26"/>
                  <a:gd name="T89" fmla="*/ 11 h 34"/>
                  <a:gd name="T90" fmla="*/ 19 w 26"/>
                  <a:gd name="T9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34">
                    <a:moveTo>
                      <a:pt x="19" y="10"/>
                    </a:moveTo>
                    <a:lnTo>
                      <a:pt x="19" y="6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9" y="34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9" y="24"/>
                    </a:lnTo>
                    <a:lnTo>
                      <a:pt x="21" y="17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6" y="6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6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9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1" name="Freeform 6239">
                <a:extLst>
                  <a:ext uri="{FF2B5EF4-FFF2-40B4-BE49-F238E27FC236}">
                    <a16:creationId xmlns:a16="http://schemas.microsoft.com/office/drawing/2014/main" id="{8E45C486-A903-4730-A49E-64812865B6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80" y="2705"/>
                <a:ext cx="45" cy="56"/>
              </a:xfrm>
              <a:custGeom>
                <a:avLst/>
                <a:gdLst>
                  <a:gd name="T0" fmla="*/ 0 w 45"/>
                  <a:gd name="T1" fmla="*/ 53 h 56"/>
                  <a:gd name="T2" fmla="*/ 4 w 45"/>
                  <a:gd name="T3" fmla="*/ 56 h 56"/>
                  <a:gd name="T4" fmla="*/ 5 w 45"/>
                  <a:gd name="T5" fmla="*/ 56 h 56"/>
                  <a:gd name="T6" fmla="*/ 5 w 45"/>
                  <a:gd name="T7" fmla="*/ 53 h 56"/>
                  <a:gd name="T8" fmla="*/ 7 w 45"/>
                  <a:gd name="T9" fmla="*/ 51 h 56"/>
                  <a:gd name="T10" fmla="*/ 5 w 45"/>
                  <a:gd name="T11" fmla="*/ 49 h 56"/>
                  <a:gd name="T12" fmla="*/ 7 w 45"/>
                  <a:gd name="T13" fmla="*/ 49 h 56"/>
                  <a:gd name="T14" fmla="*/ 11 w 45"/>
                  <a:gd name="T15" fmla="*/ 51 h 56"/>
                  <a:gd name="T16" fmla="*/ 9 w 45"/>
                  <a:gd name="T17" fmla="*/ 45 h 56"/>
                  <a:gd name="T18" fmla="*/ 7 w 45"/>
                  <a:gd name="T19" fmla="*/ 45 h 56"/>
                  <a:gd name="T20" fmla="*/ 7 w 45"/>
                  <a:gd name="T21" fmla="*/ 45 h 56"/>
                  <a:gd name="T22" fmla="*/ 9 w 45"/>
                  <a:gd name="T23" fmla="*/ 43 h 56"/>
                  <a:gd name="T24" fmla="*/ 11 w 45"/>
                  <a:gd name="T25" fmla="*/ 43 h 56"/>
                  <a:gd name="T26" fmla="*/ 13 w 45"/>
                  <a:gd name="T27" fmla="*/ 41 h 56"/>
                  <a:gd name="T28" fmla="*/ 17 w 45"/>
                  <a:gd name="T29" fmla="*/ 40 h 56"/>
                  <a:gd name="T30" fmla="*/ 18 w 45"/>
                  <a:gd name="T31" fmla="*/ 36 h 56"/>
                  <a:gd name="T32" fmla="*/ 22 w 45"/>
                  <a:gd name="T33" fmla="*/ 34 h 56"/>
                  <a:gd name="T34" fmla="*/ 26 w 45"/>
                  <a:gd name="T35" fmla="*/ 32 h 56"/>
                  <a:gd name="T36" fmla="*/ 26 w 45"/>
                  <a:gd name="T37" fmla="*/ 30 h 56"/>
                  <a:gd name="T38" fmla="*/ 28 w 45"/>
                  <a:gd name="T39" fmla="*/ 28 h 56"/>
                  <a:gd name="T40" fmla="*/ 28 w 45"/>
                  <a:gd name="T41" fmla="*/ 25 h 56"/>
                  <a:gd name="T42" fmla="*/ 28 w 45"/>
                  <a:gd name="T43" fmla="*/ 23 h 56"/>
                  <a:gd name="T44" fmla="*/ 33 w 45"/>
                  <a:gd name="T45" fmla="*/ 23 h 56"/>
                  <a:gd name="T46" fmla="*/ 33 w 45"/>
                  <a:gd name="T47" fmla="*/ 19 h 56"/>
                  <a:gd name="T48" fmla="*/ 35 w 45"/>
                  <a:gd name="T49" fmla="*/ 19 h 56"/>
                  <a:gd name="T50" fmla="*/ 37 w 45"/>
                  <a:gd name="T51" fmla="*/ 17 h 56"/>
                  <a:gd name="T52" fmla="*/ 39 w 45"/>
                  <a:gd name="T53" fmla="*/ 17 h 56"/>
                  <a:gd name="T54" fmla="*/ 41 w 45"/>
                  <a:gd name="T55" fmla="*/ 17 h 56"/>
                  <a:gd name="T56" fmla="*/ 45 w 45"/>
                  <a:gd name="T57" fmla="*/ 17 h 56"/>
                  <a:gd name="T58" fmla="*/ 45 w 45"/>
                  <a:gd name="T59" fmla="*/ 14 h 56"/>
                  <a:gd name="T60" fmla="*/ 43 w 45"/>
                  <a:gd name="T61" fmla="*/ 14 h 56"/>
                  <a:gd name="T62" fmla="*/ 41 w 45"/>
                  <a:gd name="T63" fmla="*/ 10 h 56"/>
                  <a:gd name="T64" fmla="*/ 41 w 45"/>
                  <a:gd name="T65" fmla="*/ 14 h 56"/>
                  <a:gd name="T66" fmla="*/ 39 w 45"/>
                  <a:gd name="T67" fmla="*/ 14 h 56"/>
                  <a:gd name="T68" fmla="*/ 37 w 45"/>
                  <a:gd name="T69" fmla="*/ 12 h 56"/>
                  <a:gd name="T70" fmla="*/ 35 w 45"/>
                  <a:gd name="T71" fmla="*/ 8 h 56"/>
                  <a:gd name="T72" fmla="*/ 35 w 45"/>
                  <a:gd name="T73" fmla="*/ 6 h 56"/>
                  <a:gd name="T74" fmla="*/ 35 w 45"/>
                  <a:gd name="T75" fmla="*/ 0 h 56"/>
                  <a:gd name="T76" fmla="*/ 33 w 45"/>
                  <a:gd name="T77" fmla="*/ 2 h 56"/>
                  <a:gd name="T78" fmla="*/ 31 w 45"/>
                  <a:gd name="T79" fmla="*/ 8 h 56"/>
                  <a:gd name="T80" fmla="*/ 31 w 45"/>
                  <a:gd name="T81" fmla="*/ 10 h 56"/>
                  <a:gd name="T82" fmla="*/ 28 w 45"/>
                  <a:gd name="T83" fmla="*/ 6 h 56"/>
                  <a:gd name="T84" fmla="*/ 31 w 45"/>
                  <a:gd name="T85" fmla="*/ 14 h 56"/>
                  <a:gd name="T86" fmla="*/ 31 w 45"/>
                  <a:gd name="T87" fmla="*/ 14 h 56"/>
                  <a:gd name="T88" fmla="*/ 30 w 45"/>
                  <a:gd name="T89" fmla="*/ 15 h 56"/>
                  <a:gd name="T90" fmla="*/ 28 w 45"/>
                  <a:gd name="T91" fmla="*/ 15 h 56"/>
                  <a:gd name="T92" fmla="*/ 26 w 45"/>
                  <a:gd name="T93" fmla="*/ 19 h 56"/>
                  <a:gd name="T94" fmla="*/ 26 w 45"/>
                  <a:gd name="T95" fmla="*/ 21 h 56"/>
                  <a:gd name="T96" fmla="*/ 22 w 45"/>
                  <a:gd name="T97" fmla="*/ 23 h 56"/>
                  <a:gd name="T98" fmla="*/ 20 w 45"/>
                  <a:gd name="T99" fmla="*/ 28 h 56"/>
                  <a:gd name="T100" fmla="*/ 17 w 45"/>
                  <a:gd name="T101" fmla="*/ 32 h 56"/>
                  <a:gd name="T102" fmla="*/ 13 w 45"/>
                  <a:gd name="T103" fmla="*/ 32 h 56"/>
                  <a:gd name="T104" fmla="*/ 11 w 45"/>
                  <a:gd name="T105" fmla="*/ 36 h 56"/>
                  <a:gd name="T106" fmla="*/ 9 w 45"/>
                  <a:gd name="T107" fmla="*/ 36 h 56"/>
                  <a:gd name="T108" fmla="*/ 5 w 45"/>
                  <a:gd name="T109" fmla="*/ 41 h 56"/>
                  <a:gd name="T110" fmla="*/ 5 w 45"/>
                  <a:gd name="T111" fmla="*/ 43 h 56"/>
                  <a:gd name="T112" fmla="*/ 5 w 45"/>
                  <a:gd name="T113" fmla="*/ 45 h 56"/>
                  <a:gd name="T114" fmla="*/ 2 w 45"/>
                  <a:gd name="T115" fmla="*/ 49 h 56"/>
                  <a:gd name="T116" fmla="*/ 4 w 45"/>
                  <a:gd name="T117" fmla="*/ 49 h 56"/>
                  <a:gd name="T118" fmla="*/ 0 w 45"/>
                  <a:gd name="T119" fmla="*/ 49 h 56"/>
                  <a:gd name="T120" fmla="*/ 0 w 45"/>
                  <a:gd name="T121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" h="56">
                    <a:moveTo>
                      <a:pt x="0" y="53"/>
                    </a:moveTo>
                    <a:lnTo>
                      <a:pt x="4" y="56"/>
                    </a:lnTo>
                    <a:lnTo>
                      <a:pt x="5" y="56"/>
                    </a:lnTo>
                    <a:lnTo>
                      <a:pt x="5" y="53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11" y="51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3" y="41"/>
                    </a:lnTo>
                    <a:lnTo>
                      <a:pt x="17" y="40"/>
                    </a:lnTo>
                    <a:lnTo>
                      <a:pt x="18" y="36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8" y="28"/>
                    </a:lnTo>
                    <a:lnTo>
                      <a:pt x="28" y="25"/>
                    </a:lnTo>
                    <a:lnTo>
                      <a:pt x="28" y="23"/>
                    </a:lnTo>
                    <a:lnTo>
                      <a:pt x="33" y="23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3" y="14"/>
                    </a:lnTo>
                    <a:lnTo>
                      <a:pt x="41" y="10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8" y="15"/>
                    </a:lnTo>
                    <a:lnTo>
                      <a:pt x="26" y="19"/>
                    </a:lnTo>
                    <a:lnTo>
                      <a:pt x="26" y="21"/>
                    </a:lnTo>
                    <a:lnTo>
                      <a:pt x="22" y="23"/>
                    </a:lnTo>
                    <a:lnTo>
                      <a:pt x="20" y="28"/>
                    </a:lnTo>
                    <a:lnTo>
                      <a:pt x="17" y="32"/>
                    </a:lnTo>
                    <a:lnTo>
                      <a:pt x="13" y="32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5" y="41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2" y="49"/>
                    </a:lnTo>
                    <a:lnTo>
                      <a:pt x="4" y="49"/>
                    </a:lnTo>
                    <a:lnTo>
                      <a:pt x="0" y="49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2" name="Freeform 6240">
                <a:extLst>
                  <a:ext uri="{FF2B5EF4-FFF2-40B4-BE49-F238E27FC236}">
                    <a16:creationId xmlns:a16="http://schemas.microsoft.com/office/drawing/2014/main" id="{AAB74FC5-DC73-4CFC-BAD7-FA1107119D1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599"/>
                <a:ext cx="71" cy="103"/>
              </a:xfrm>
              <a:custGeom>
                <a:avLst/>
                <a:gdLst>
                  <a:gd name="T0" fmla="*/ 30 w 71"/>
                  <a:gd name="T1" fmla="*/ 2 h 103"/>
                  <a:gd name="T2" fmla="*/ 25 w 71"/>
                  <a:gd name="T3" fmla="*/ 6 h 103"/>
                  <a:gd name="T4" fmla="*/ 10 w 71"/>
                  <a:gd name="T5" fmla="*/ 2 h 103"/>
                  <a:gd name="T6" fmla="*/ 8 w 71"/>
                  <a:gd name="T7" fmla="*/ 21 h 103"/>
                  <a:gd name="T8" fmla="*/ 6 w 71"/>
                  <a:gd name="T9" fmla="*/ 36 h 103"/>
                  <a:gd name="T10" fmla="*/ 0 w 71"/>
                  <a:gd name="T11" fmla="*/ 39 h 103"/>
                  <a:gd name="T12" fmla="*/ 2 w 71"/>
                  <a:gd name="T13" fmla="*/ 49 h 103"/>
                  <a:gd name="T14" fmla="*/ 8 w 71"/>
                  <a:gd name="T15" fmla="*/ 58 h 103"/>
                  <a:gd name="T16" fmla="*/ 17 w 71"/>
                  <a:gd name="T17" fmla="*/ 62 h 103"/>
                  <a:gd name="T18" fmla="*/ 17 w 71"/>
                  <a:gd name="T19" fmla="*/ 62 h 103"/>
                  <a:gd name="T20" fmla="*/ 17 w 71"/>
                  <a:gd name="T21" fmla="*/ 77 h 103"/>
                  <a:gd name="T22" fmla="*/ 13 w 71"/>
                  <a:gd name="T23" fmla="*/ 80 h 103"/>
                  <a:gd name="T24" fmla="*/ 17 w 71"/>
                  <a:gd name="T25" fmla="*/ 90 h 103"/>
                  <a:gd name="T26" fmla="*/ 26 w 71"/>
                  <a:gd name="T27" fmla="*/ 97 h 103"/>
                  <a:gd name="T28" fmla="*/ 32 w 71"/>
                  <a:gd name="T29" fmla="*/ 90 h 103"/>
                  <a:gd name="T30" fmla="*/ 28 w 71"/>
                  <a:gd name="T31" fmla="*/ 80 h 103"/>
                  <a:gd name="T32" fmla="*/ 26 w 71"/>
                  <a:gd name="T33" fmla="*/ 78 h 103"/>
                  <a:gd name="T34" fmla="*/ 32 w 71"/>
                  <a:gd name="T35" fmla="*/ 71 h 103"/>
                  <a:gd name="T36" fmla="*/ 45 w 71"/>
                  <a:gd name="T37" fmla="*/ 82 h 103"/>
                  <a:gd name="T38" fmla="*/ 45 w 71"/>
                  <a:gd name="T39" fmla="*/ 73 h 103"/>
                  <a:gd name="T40" fmla="*/ 54 w 71"/>
                  <a:gd name="T41" fmla="*/ 80 h 103"/>
                  <a:gd name="T42" fmla="*/ 49 w 71"/>
                  <a:gd name="T43" fmla="*/ 84 h 103"/>
                  <a:gd name="T44" fmla="*/ 52 w 71"/>
                  <a:gd name="T45" fmla="*/ 97 h 103"/>
                  <a:gd name="T46" fmla="*/ 58 w 71"/>
                  <a:gd name="T47" fmla="*/ 97 h 103"/>
                  <a:gd name="T48" fmla="*/ 69 w 71"/>
                  <a:gd name="T49" fmla="*/ 99 h 103"/>
                  <a:gd name="T50" fmla="*/ 64 w 71"/>
                  <a:gd name="T51" fmla="*/ 93 h 103"/>
                  <a:gd name="T52" fmla="*/ 69 w 71"/>
                  <a:gd name="T53" fmla="*/ 86 h 103"/>
                  <a:gd name="T54" fmla="*/ 62 w 71"/>
                  <a:gd name="T55" fmla="*/ 82 h 103"/>
                  <a:gd name="T56" fmla="*/ 60 w 71"/>
                  <a:gd name="T57" fmla="*/ 75 h 103"/>
                  <a:gd name="T58" fmla="*/ 71 w 71"/>
                  <a:gd name="T59" fmla="*/ 77 h 103"/>
                  <a:gd name="T60" fmla="*/ 65 w 71"/>
                  <a:gd name="T61" fmla="*/ 69 h 103"/>
                  <a:gd name="T62" fmla="*/ 64 w 71"/>
                  <a:gd name="T63" fmla="*/ 73 h 103"/>
                  <a:gd name="T64" fmla="*/ 52 w 71"/>
                  <a:gd name="T65" fmla="*/ 69 h 103"/>
                  <a:gd name="T66" fmla="*/ 52 w 71"/>
                  <a:gd name="T67" fmla="*/ 69 h 103"/>
                  <a:gd name="T68" fmla="*/ 38 w 71"/>
                  <a:gd name="T69" fmla="*/ 65 h 103"/>
                  <a:gd name="T70" fmla="*/ 36 w 71"/>
                  <a:gd name="T71" fmla="*/ 60 h 103"/>
                  <a:gd name="T72" fmla="*/ 30 w 71"/>
                  <a:gd name="T73" fmla="*/ 54 h 103"/>
                  <a:gd name="T74" fmla="*/ 32 w 71"/>
                  <a:gd name="T75" fmla="*/ 64 h 103"/>
                  <a:gd name="T76" fmla="*/ 30 w 71"/>
                  <a:gd name="T77" fmla="*/ 64 h 103"/>
                  <a:gd name="T78" fmla="*/ 28 w 71"/>
                  <a:gd name="T79" fmla="*/ 54 h 103"/>
                  <a:gd name="T80" fmla="*/ 28 w 71"/>
                  <a:gd name="T81" fmla="*/ 45 h 103"/>
                  <a:gd name="T82" fmla="*/ 38 w 71"/>
                  <a:gd name="T83" fmla="*/ 37 h 103"/>
                  <a:gd name="T84" fmla="*/ 36 w 71"/>
                  <a:gd name="T85" fmla="*/ 34 h 103"/>
                  <a:gd name="T86" fmla="*/ 38 w 71"/>
                  <a:gd name="T87" fmla="*/ 17 h 103"/>
                  <a:gd name="T88" fmla="*/ 36 w 71"/>
                  <a:gd name="T89" fmla="*/ 8 h 103"/>
                  <a:gd name="T90" fmla="*/ 19 w 71"/>
                  <a:gd name="T91" fmla="*/ 73 h 103"/>
                  <a:gd name="T92" fmla="*/ 56 w 71"/>
                  <a:gd name="T93" fmla="*/ 86 h 103"/>
                  <a:gd name="T94" fmla="*/ 62 w 71"/>
                  <a:gd name="T95" fmla="*/ 90 h 103"/>
                  <a:gd name="T96" fmla="*/ 58 w 71"/>
                  <a:gd name="T97" fmla="*/ 9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03">
                    <a:moveTo>
                      <a:pt x="36" y="8"/>
                    </a:moveTo>
                    <a:lnTo>
                      <a:pt x="36" y="4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6" y="11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2" y="49"/>
                    </a:lnTo>
                    <a:lnTo>
                      <a:pt x="4" y="52"/>
                    </a:lnTo>
                    <a:lnTo>
                      <a:pt x="4" y="58"/>
                    </a:lnTo>
                    <a:lnTo>
                      <a:pt x="8" y="60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5"/>
                    </a:lnTo>
                    <a:lnTo>
                      <a:pt x="15" y="65"/>
                    </a:lnTo>
                    <a:lnTo>
                      <a:pt x="17" y="62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1"/>
                    </a:lnTo>
                    <a:lnTo>
                      <a:pt x="17" y="77"/>
                    </a:lnTo>
                    <a:lnTo>
                      <a:pt x="15" y="75"/>
                    </a:lnTo>
                    <a:lnTo>
                      <a:pt x="12" y="77"/>
                    </a:lnTo>
                    <a:lnTo>
                      <a:pt x="12" y="80"/>
                    </a:lnTo>
                    <a:lnTo>
                      <a:pt x="13" y="80"/>
                    </a:lnTo>
                    <a:lnTo>
                      <a:pt x="15" y="82"/>
                    </a:lnTo>
                    <a:lnTo>
                      <a:pt x="17" y="84"/>
                    </a:lnTo>
                    <a:lnTo>
                      <a:pt x="17" y="86"/>
                    </a:lnTo>
                    <a:lnTo>
                      <a:pt x="17" y="90"/>
                    </a:lnTo>
                    <a:lnTo>
                      <a:pt x="21" y="92"/>
                    </a:lnTo>
                    <a:lnTo>
                      <a:pt x="21" y="93"/>
                    </a:lnTo>
                    <a:lnTo>
                      <a:pt x="23" y="97"/>
                    </a:lnTo>
                    <a:lnTo>
                      <a:pt x="26" y="97"/>
                    </a:lnTo>
                    <a:lnTo>
                      <a:pt x="30" y="95"/>
                    </a:lnTo>
                    <a:lnTo>
                      <a:pt x="30" y="93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8" y="80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78"/>
                    </a:lnTo>
                    <a:lnTo>
                      <a:pt x="30" y="75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1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41" y="78"/>
                    </a:lnTo>
                    <a:lnTo>
                      <a:pt x="45" y="82"/>
                    </a:lnTo>
                    <a:lnTo>
                      <a:pt x="47" y="82"/>
                    </a:lnTo>
                    <a:lnTo>
                      <a:pt x="47" y="77"/>
                    </a:lnTo>
                    <a:lnTo>
                      <a:pt x="43" y="73"/>
                    </a:lnTo>
                    <a:lnTo>
                      <a:pt x="45" y="73"/>
                    </a:lnTo>
                    <a:lnTo>
                      <a:pt x="47" y="75"/>
                    </a:lnTo>
                    <a:lnTo>
                      <a:pt x="49" y="77"/>
                    </a:lnTo>
                    <a:lnTo>
                      <a:pt x="52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2" y="80"/>
                    </a:lnTo>
                    <a:lnTo>
                      <a:pt x="49" y="82"/>
                    </a:lnTo>
                    <a:lnTo>
                      <a:pt x="49" y="84"/>
                    </a:lnTo>
                    <a:lnTo>
                      <a:pt x="54" y="90"/>
                    </a:lnTo>
                    <a:lnTo>
                      <a:pt x="54" y="93"/>
                    </a:lnTo>
                    <a:lnTo>
                      <a:pt x="54" y="95"/>
                    </a:lnTo>
                    <a:lnTo>
                      <a:pt x="52" y="97"/>
                    </a:lnTo>
                    <a:lnTo>
                      <a:pt x="52" y="99"/>
                    </a:lnTo>
                    <a:lnTo>
                      <a:pt x="54" y="103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62" y="101"/>
                    </a:lnTo>
                    <a:lnTo>
                      <a:pt x="65" y="103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7" y="97"/>
                    </a:lnTo>
                    <a:lnTo>
                      <a:pt x="64" y="95"/>
                    </a:lnTo>
                    <a:lnTo>
                      <a:pt x="65" y="95"/>
                    </a:lnTo>
                    <a:lnTo>
                      <a:pt x="64" y="93"/>
                    </a:lnTo>
                    <a:lnTo>
                      <a:pt x="67" y="93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6"/>
                    </a:lnTo>
                    <a:lnTo>
                      <a:pt x="67" y="84"/>
                    </a:lnTo>
                    <a:lnTo>
                      <a:pt x="65" y="84"/>
                    </a:lnTo>
                    <a:lnTo>
                      <a:pt x="64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0" y="77"/>
                    </a:lnTo>
                    <a:lnTo>
                      <a:pt x="60" y="75"/>
                    </a:lnTo>
                    <a:lnTo>
                      <a:pt x="60" y="75"/>
                    </a:lnTo>
                    <a:lnTo>
                      <a:pt x="60" y="77"/>
                    </a:lnTo>
                    <a:lnTo>
                      <a:pt x="64" y="75"/>
                    </a:lnTo>
                    <a:lnTo>
                      <a:pt x="65" y="78"/>
                    </a:lnTo>
                    <a:lnTo>
                      <a:pt x="71" y="77"/>
                    </a:lnTo>
                    <a:lnTo>
                      <a:pt x="71" y="73"/>
                    </a:lnTo>
                    <a:lnTo>
                      <a:pt x="71" y="69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5" y="73"/>
                    </a:lnTo>
                    <a:lnTo>
                      <a:pt x="65" y="75"/>
                    </a:lnTo>
                    <a:lnTo>
                      <a:pt x="64" y="75"/>
                    </a:lnTo>
                    <a:lnTo>
                      <a:pt x="64" y="73"/>
                    </a:lnTo>
                    <a:lnTo>
                      <a:pt x="60" y="71"/>
                    </a:lnTo>
                    <a:lnTo>
                      <a:pt x="56" y="71"/>
                    </a:lnTo>
                    <a:lnTo>
                      <a:pt x="54" y="67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2" y="73"/>
                    </a:lnTo>
                    <a:lnTo>
                      <a:pt x="52" y="71"/>
                    </a:lnTo>
                    <a:lnTo>
                      <a:pt x="52" y="69"/>
                    </a:lnTo>
                    <a:lnTo>
                      <a:pt x="51" y="65"/>
                    </a:lnTo>
                    <a:lnTo>
                      <a:pt x="45" y="62"/>
                    </a:lnTo>
                    <a:lnTo>
                      <a:pt x="41" y="64"/>
                    </a:lnTo>
                    <a:lnTo>
                      <a:pt x="38" y="65"/>
                    </a:lnTo>
                    <a:lnTo>
                      <a:pt x="38" y="67"/>
                    </a:lnTo>
                    <a:lnTo>
                      <a:pt x="38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8" y="56"/>
                    </a:lnTo>
                    <a:lnTo>
                      <a:pt x="39" y="54"/>
                    </a:lnTo>
                    <a:lnTo>
                      <a:pt x="36" y="52"/>
                    </a:lnTo>
                    <a:lnTo>
                      <a:pt x="30" y="54"/>
                    </a:lnTo>
                    <a:lnTo>
                      <a:pt x="32" y="58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32" y="65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0" y="58"/>
                    </a:lnTo>
                    <a:lnTo>
                      <a:pt x="28" y="54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8" y="49"/>
                    </a:lnTo>
                    <a:lnTo>
                      <a:pt x="28" y="45"/>
                    </a:lnTo>
                    <a:lnTo>
                      <a:pt x="30" y="43"/>
                    </a:lnTo>
                    <a:lnTo>
                      <a:pt x="32" y="39"/>
                    </a:lnTo>
                    <a:lnTo>
                      <a:pt x="32" y="43"/>
                    </a:lnTo>
                    <a:lnTo>
                      <a:pt x="38" y="37"/>
                    </a:lnTo>
                    <a:lnTo>
                      <a:pt x="36" y="36"/>
                    </a:lnTo>
                    <a:lnTo>
                      <a:pt x="38" y="34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9" y="23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6" y="17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8"/>
                    </a:lnTo>
                    <a:close/>
                    <a:moveTo>
                      <a:pt x="17" y="77"/>
                    </a:moveTo>
                    <a:lnTo>
                      <a:pt x="19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7"/>
                    </a:lnTo>
                    <a:close/>
                    <a:moveTo>
                      <a:pt x="56" y="88"/>
                    </a:moveTo>
                    <a:lnTo>
                      <a:pt x="54" y="84"/>
                    </a:lnTo>
                    <a:lnTo>
                      <a:pt x="56" y="86"/>
                    </a:lnTo>
                    <a:lnTo>
                      <a:pt x="60" y="90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56" y="88"/>
                    </a:lnTo>
                    <a:lnTo>
                      <a:pt x="60" y="92"/>
                    </a:lnTo>
                    <a:lnTo>
                      <a:pt x="58" y="92"/>
                    </a:lnTo>
                    <a:lnTo>
                      <a:pt x="58" y="92"/>
                    </a:lnTo>
                    <a:lnTo>
                      <a:pt x="54" y="90"/>
                    </a:lnTo>
                    <a:lnTo>
                      <a:pt x="56" y="8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3" name="Freeform 6241">
                <a:extLst>
                  <a:ext uri="{FF2B5EF4-FFF2-40B4-BE49-F238E27FC236}">
                    <a16:creationId xmlns:a16="http://schemas.microsoft.com/office/drawing/2014/main" id="{62DC5BC0-9D2D-4228-B839-A3A7F7902D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7" y="2724"/>
                <a:ext cx="13" cy="9"/>
              </a:xfrm>
              <a:custGeom>
                <a:avLst/>
                <a:gdLst>
                  <a:gd name="T0" fmla="*/ 7 w 13"/>
                  <a:gd name="T1" fmla="*/ 9 h 9"/>
                  <a:gd name="T2" fmla="*/ 11 w 13"/>
                  <a:gd name="T3" fmla="*/ 8 h 9"/>
                  <a:gd name="T4" fmla="*/ 13 w 13"/>
                  <a:gd name="T5" fmla="*/ 6 h 9"/>
                  <a:gd name="T6" fmla="*/ 13 w 13"/>
                  <a:gd name="T7" fmla="*/ 2 h 9"/>
                  <a:gd name="T8" fmla="*/ 11 w 13"/>
                  <a:gd name="T9" fmla="*/ 0 h 9"/>
                  <a:gd name="T10" fmla="*/ 7 w 13"/>
                  <a:gd name="T11" fmla="*/ 0 h 9"/>
                  <a:gd name="T12" fmla="*/ 3 w 13"/>
                  <a:gd name="T13" fmla="*/ 2 h 9"/>
                  <a:gd name="T14" fmla="*/ 0 w 13"/>
                  <a:gd name="T15" fmla="*/ 6 h 9"/>
                  <a:gd name="T16" fmla="*/ 1 w 13"/>
                  <a:gd name="T17" fmla="*/ 8 h 9"/>
                  <a:gd name="T18" fmla="*/ 1 w 13"/>
                  <a:gd name="T19" fmla="*/ 9 h 9"/>
                  <a:gd name="T20" fmla="*/ 7 w 13"/>
                  <a:gd name="T2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7" y="9"/>
                    </a:moveTo>
                    <a:lnTo>
                      <a:pt x="11" y="8"/>
                    </a:lnTo>
                    <a:lnTo>
                      <a:pt x="13" y="6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4" name="Freeform 6242">
                <a:extLst>
                  <a:ext uri="{FF2B5EF4-FFF2-40B4-BE49-F238E27FC236}">
                    <a16:creationId xmlns:a16="http://schemas.microsoft.com/office/drawing/2014/main" id="{548B5DAB-AEF0-4F9D-8AB9-4B25847B03A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51" y="2689"/>
                <a:ext cx="70" cy="104"/>
              </a:xfrm>
              <a:custGeom>
                <a:avLst/>
                <a:gdLst>
                  <a:gd name="T0" fmla="*/ 39 w 70"/>
                  <a:gd name="T1" fmla="*/ 0 h 104"/>
                  <a:gd name="T2" fmla="*/ 31 w 70"/>
                  <a:gd name="T3" fmla="*/ 0 h 104"/>
                  <a:gd name="T4" fmla="*/ 41 w 70"/>
                  <a:gd name="T5" fmla="*/ 15 h 104"/>
                  <a:gd name="T6" fmla="*/ 37 w 70"/>
                  <a:gd name="T7" fmla="*/ 18 h 104"/>
                  <a:gd name="T8" fmla="*/ 33 w 70"/>
                  <a:gd name="T9" fmla="*/ 15 h 104"/>
                  <a:gd name="T10" fmla="*/ 33 w 70"/>
                  <a:gd name="T11" fmla="*/ 22 h 104"/>
                  <a:gd name="T12" fmla="*/ 35 w 70"/>
                  <a:gd name="T13" fmla="*/ 33 h 104"/>
                  <a:gd name="T14" fmla="*/ 39 w 70"/>
                  <a:gd name="T15" fmla="*/ 26 h 104"/>
                  <a:gd name="T16" fmla="*/ 44 w 70"/>
                  <a:gd name="T17" fmla="*/ 39 h 104"/>
                  <a:gd name="T18" fmla="*/ 44 w 70"/>
                  <a:gd name="T19" fmla="*/ 39 h 104"/>
                  <a:gd name="T20" fmla="*/ 48 w 70"/>
                  <a:gd name="T21" fmla="*/ 48 h 104"/>
                  <a:gd name="T22" fmla="*/ 42 w 70"/>
                  <a:gd name="T23" fmla="*/ 52 h 104"/>
                  <a:gd name="T24" fmla="*/ 39 w 70"/>
                  <a:gd name="T25" fmla="*/ 50 h 104"/>
                  <a:gd name="T26" fmla="*/ 35 w 70"/>
                  <a:gd name="T27" fmla="*/ 59 h 104"/>
                  <a:gd name="T28" fmla="*/ 29 w 70"/>
                  <a:gd name="T29" fmla="*/ 65 h 104"/>
                  <a:gd name="T30" fmla="*/ 20 w 70"/>
                  <a:gd name="T31" fmla="*/ 57 h 104"/>
                  <a:gd name="T32" fmla="*/ 14 w 70"/>
                  <a:gd name="T33" fmla="*/ 65 h 104"/>
                  <a:gd name="T34" fmla="*/ 3 w 70"/>
                  <a:gd name="T35" fmla="*/ 71 h 104"/>
                  <a:gd name="T36" fmla="*/ 3 w 70"/>
                  <a:gd name="T37" fmla="*/ 84 h 104"/>
                  <a:gd name="T38" fmla="*/ 1 w 70"/>
                  <a:gd name="T39" fmla="*/ 91 h 104"/>
                  <a:gd name="T40" fmla="*/ 7 w 70"/>
                  <a:gd name="T41" fmla="*/ 85 h 104"/>
                  <a:gd name="T42" fmla="*/ 11 w 70"/>
                  <a:gd name="T43" fmla="*/ 76 h 104"/>
                  <a:gd name="T44" fmla="*/ 13 w 70"/>
                  <a:gd name="T45" fmla="*/ 76 h 104"/>
                  <a:gd name="T46" fmla="*/ 18 w 70"/>
                  <a:gd name="T47" fmla="*/ 76 h 104"/>
                  <a:gd name="T48" fmla="*/ 20 w 70"/>
                  <a:gd name="T49" fmla="*/ 76 h 104"/>
                  <a:gd name="T50" fmla="*/ 26 w 70"/>
                  <a:gd name="T51" fmla="*/ 74 h 104"/>
                  <a:gd name="T52" fmla="*/ 27 w 70"/>
                  <a:gd name="T53" fmla="*/ 74 h 104"/>
                  <a:gd name="T54" fmla="*/ 31 w 70"/>
                  <a:gd name="T55" fmla="*/ 80 h 104"/>
                  <a:gd name="T56" fmla="*/ 31 w 70"/>
                  <a:gd name="T57" fmla="*/ 85 h 104"/>
                  <a:gd name="T58" fmla="*/ 37 w 70"/>
                  <a:gd name="T59" fmla="*/ 97 h 104"/>
                  <a:gd name="T60" fmla="*/ 48 w 70"/>
                  <a:gd name="T61" fmla="*/ 98 h 104"/>
                  <a:gd name="T62" fmla="*/ 57 w 70"/>
                  <a:gd name="T63" fmla="*/ 97 h 104"/>
                  <a:gd name="T64" fmla="*/ 54 w 70"/>
                  <a:gd name="T65" fmla="*/ 85 h 104"/>
                  <a:gd name="T66" fmla="*/ 59 w 70"/>
                  <a:gd name="T67" fmla="*/ 80 h 104"/>
                  <a:gd name="T68" fmla="*/ 61 w 70"/>
                  <a:gd name="T69" fmla="*/ 91 h 104"/>
                  <a:gd name="T70" fmla="*/ 65 w 70"/>
                  <a:gd name="T71" fmla="*/ 84 h 104"/>
                  <a:gd name="T72" fmla="*/ 67 w 70"/>
                  <a:gd name="T73" fmla="*/ 84 h 104"/>
                  <a:gd name="T74" fmla="*/ 67 w 70"/>
                  <a:gd name="T75" fmla="*/ 69 h 104"/>
                  <a:gd name="T76" fmla="*/ 65 w 70"/>
                  <a:gd name="T77" fmla="*/ 59 h 104"/>
                  <a:gd name="T78" fmla="*/ 65 w 70"/>
                  <a:gd name="T79" fmla="*/ 54 h 104"/>
                  <a:gd name="T80" fmla="*/ 59 w 70"/>
                  <a:gd name="T81" fmla="*/ 46 h 104"/>
                  <a:gd name="T82" fmla="*/ 59 w 70"/>
                  <a:gd name="T83" fmla="*/ 33 h 104"/>
                  <a:gd name="T84" fmla="*/ 55 w 70"/>
                  <a:gd name="T85" fmla="*/ 41 h 104"/>
                  <a:gd name="T86" fmla="*/ 54 w 70"/>
                  <a:gd name="T87" fmla="*/ 43 h 104"/>
                  <a:gd name="T88" fmla="*/ 54 w 70"/>
                  <a:gd name="T89" fmla="*/ 33 h 104"/>
                  <a:gd name="T90" fmla="*/ 55 w 70"/>
                  <a:gd name="T91" fmla="*/ 28 h 104"/>
                  <a:gd name="T92" fmla="*/ 52 w 70"/>
                  <a:gd name="T93" fmla="*/ 20 h 104"/>
                  <a:gd name="T94" fmla="*/ 50 w 70"/>
                  <a:gd name="T95" fmla="*/ 9 h 104"/>
                  <a:gd name="T96" fmla="*/ 44 w 70"/>
                  <a:gd name="T97" fmla="*/ 0 h 104"/>
                  <a:gd name="T98" fmla="*/ 52 w 70"/>
                  <a:gd name="T99" fmla="*/ 24 h 104"/>
                  <a:gd name="T100" fmla="*/ 52 w 70"/>
                  <a:gd name="T101" fmla="*/ 26 h 104"/>
                  <a:gd name="T102" fmla="*/ 50 w 70"/>
                  <a:gd name="T103" fmla="*/ 35 h 104"/>
                  <a:gd name="T104" fmla="*/ 50 w 70"/>
                  <a:gd name="T105" fmla="*/ 41 h 104"/>
                  <a:gd name="T106" fmla="*/ 48 w 70"/>
                  <a:gd name="T107" fmla="*/ 33 h 104"/>
                  <a:gd name="T108" fmla="*/ 42 w 70"/>
                  <a:gd name="T109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104">
                    <a:moveTo>
                      <a:pt x="42" y="0"/>
                    </a:moveTo>
                    <a:lnTo>
                      <a:pt x="42" y="0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3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39" y="16"/>
                    </a:lnTo>
                    <a:lnTo>
                      <a:pt x="39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9" y="13"/>
                    </a:lnTo>
                    <a:lnTo>
                      <a:pt x="33" y="15"/>
                    </a:lnTo>
                    <a:lnTo>
                      <a:pt x="29" y="16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1" y="28"/>
                    </a:lnTo>
                    <a:lnTo>
                      <a:pt x="35" y="33"/>
                    </a:lnTo>
                    <a:lnTo>
                      <a:pt x="35" y="26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37" y="30"/>
                    </a:lnTo>
                    <a:lnTo>
                      <a:pt x="39" y="31"/>
                    </a:lnTo>
                    <a:lnTo>
                      <a:pt x="39" y="37"/>
                    </a:lnTo>
                    <a:lnTo>
                      <a:pt x="44" y="39"/>
                    </a:lnTo>
                    <a:lnTo>
                      <a:pt x="44" y="37"/>
                    </a:lnTo>
                    <a:lnTo>
                      <a:pt x="44" y="37"/>
                    </a:lnTo>
                    <a:lnTo>
                      <a:pt x="46" y="37"/>
                    </a:lnTo>
                    <a:lnTo>
                      <a:pt x="44" y="39"/>
                    </a:lnTo>
                    <a:lnTo>
                      <a:pt x="48" y="43"/>
                    </a:lnTo>
                    <a:lnTo>
                      <a:pt x="48" y="44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6" y="48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2" y="52"/>
                    </a:lnTo>
                    <a:lnTo>
                      <a:pt x="42" y="48"/>
                    </a:lnTo>
                    <a:lnTo>
                      <a:pt x="39" y="44"/>
                    </a:lnTo>
                    <a:lnTo>
                      <a:pt x="37" y="48"/>
                    </a:lnTo>
                    <a:lnTo>
                      <a:pt x="39" y="50"/>
                    </a:lnTo>
                    <a:lnTo>
                      <a:pt x="41" y="52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5" y="59"/>
                    </a:lnTo>
                    <a:lnTo>
                      <a:pt x="33" y="63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59"/>
                    </a:lnTo>
                    <a:lnTo>
                      <a:pt x="26" y="56"/>
                    </a:lnTo>
                    <a:lnTo>
                      <a:pt x="22" y="56"/>
                    </a:lnTo>
                    <a:lnTo>
                      <a:pt x="20" y="57"/>
                    </a:lnTo>
                    <a:lnTo>
                      <a:pt x="16" y="59"/>
                    </a:lnTo>
                    <a:lnTo>
                      <a:pt x="14" y="63"/>
                    </a:lnTo>
                    <a:lnTo>
                      <a:pt x="16" y="65"/>
                    </a:lnTo>
                    <a:lnTo>
                      <a:pt x="14" y="65"/>
                    </a:lnTo>
                    <a:lnTo>
                      <a:pt x="11" y="65"/>
                    </a:lnTo>
                    <a:lnTo>
                      <a:pt x="9" y="67"/>
                    </a:lnTo>
                    <a:lnTo>
                      <a:pt x="5" y="67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3" y="76"/>
                    </a:lnTo>
                    <a:lnTo>
                      <a:pt x="1" y="80"/>
                    </a:lnTo>
                    <a:lnTo>
                      <a:pt x="3" y="84"/>
                    </a:lnTo>
                    <a:lnTo>
                      <a:pt x="3" y="85"/>
                    </a:lnTo>
                    <a:lnTo>
                      <a:pt x="0" y="85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5" y="93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7" y="85"/>
                    </a:lnTo>
                    <a:lnTo>
                      <a:pt x="5" y="85"/>
                    </a:lnTo>
                    <a:lnTo>
                      <a:pt x="7" y="82"/>
                    </a:lnTo>
                    <a:lnTo>
                      <a:pt x="9" y="76"/>
                    </a:lnTo>
                    <a:lnTo>
                      <a:pt x="11" y="76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6"/>
                    </a:lnTo>
                    <a:lnTo>
                      <a:pt x="14" y="78"/>
                    </a:lnTo>
                    <a:lnTo>
                      <a:pt x="16" y="76"/>
                    </a:lnTo>
                    <a:lnTo>
                      <a:pt x="18" y="78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2" y="78"/>
                    </a:lnTo>
                    <a:lnTo>
                      <a:pt x="26" y="78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6" y="72"/>
                    </a:lnTo>
                    <a:lnTo>
                      <a:pt x="27" y="74"/>
                    </a:lnTo>
                    <a:lnTo>
                      <a:pt x="29" y="74"/>
                    </a:lnTo>
                    <a:lnTo>
                      <a:pt x="31" y="76"/>
                    </a:lnTo>
                    <a:lnTo>
                      <a:pt x="33" y="78"/>
                    </a:lnTo>
                    <a:lnTo>
                      <a:pt x="31" y="80"/>
                    </a:lnTo>
                    <a:lnTo>
                      <a:pt x="31" y="82"/>
                    </a:lnTo>
                    <a:lnTo>
                      <a:pt x="29" y="84"/>
                    </a:lnTo>
                    <a:lnTo>
                      <a:pt x="31" y="85"/>
                    </a:lnTo>
                    <a:lnTo>
                      <a:pt x="31" y="85"/>
                    </a:lnTo>
                    <a:lnTo>
                      <a:pt x="31" y="89"/>
                    </a:lnTo>
                    <a:lnTo>
                      <a:pt x="33" y="91"/>
                    </a:lnTo>
                    <a:lnTo>
                      <a:pt x="33" y="93"/>
                    </a:lnTo>
                    <a:lnTo>
                      <a:pt x="37" y="97"/>
                    </a:lnTo>
                    <a:lnTo>
                      <a:pt x="41" y="97"/>
                    </a:lnTo>
                    <a:lnTo>
                      <a:pt x="42" y="98"/>
                    </a:lnTo>
                    <a:lnTo>
                      <a:pt x="46" y="100"/>
                    </a:lnTo>
                    <a:lnTo>
                      <a:pt x="48" y="98"/>
                    </a:lnTo>
                    <a:lnTo>
                      <a:pt x="50" y="100"/>
                    </a:lnTo>
                    <a:lnTo>
                      <a:pt x="52" y="104"/>
                    </a:lnTo>
                    <a:lnTo>
                      <a:pt x="54" y="100"/>
                    </a:lnTo>
                    <a:lnTo>
                      <a:pt x="57" y="97"/>
                    </a:lnTo>
                    <a:lnTo>
                      <a:pt x="57" y="93"/>
                    </a:lnTo>
                    <a:lnTo>
                      <a:pt x="57" y="91"/>
                    </a:lnTo>
                    <a:lnTo>
                      <a:pt x="55" y="87"/>
                    </a:lnTo>
                    <a:lnTo>
                      <a:pt x="54" y="85"/>
                    </a:lnTo>
                    <a:lnTo>
                      <a:pt x="54" y="84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9" y="80"/>
                    </a:lnTo>
                    <a:lnTo>
                      <a:pt x="59" y="82"/>
                    </a:lnTo>
                    <a:lnTo>
                      <a:pt x="61" y="84"/>
                    </a:lnTo>
                    <a:lnTo>
                      <a:pt x="61" y="87"/>
                    </a:lnTo>
                    <a:lnTo>
                      <a:pt x="61" y="91"/>
                    </a:lnTo>
                    <a:lnTo>
                      <a:pt x="65" y="97"/>
                    </a:lnTo>
                    <a:lnTo>
                      <a:pt x="65" y="93"/>
                    </a:lnTo>
                    <a:lnTo>
                      <a:pt x="65" y="87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7" y="87"/>
                    </a:lnTo>
                    <a:lnTo>
                      <a:pt x="67" y="84"/>
                    </a:lnTo>
                    <a:lnTo>
                      <a:pt x="68" y="84"/>
                    </a:lnTo>
                    <a:lnTo>
                      <a:pt x="70" y="78"/>
                    </a:lnTo>
                    <a:lnTo>
                      <a:pt x="68" y="74"/>
                    </a:lnTo>
                    <a:lnTo>
                      <a:pt x="67" y="69"/>
                    </a:lnTo>
                    <a:lnTo>
                      <a:pt x="67" y="67"/>
                    </a:lnTo>
                    <a:lnTo>
                      <a:pt x="65" y="59"/>
                    </a:lnTo>
                    <a:lnTo>
                      <a:pt x="65" y="61"/>
                    </a:lnTo>
                    <a:lnTo>
                      <a:pt x="65" y="59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5" y="57"/>
                    </a:lnTo>
                    <a:lnTo>
                      <a:pt x="65" y="54"/>
                    </a:lnTo>
                    <a:lnTo>
                      <a:pt x="63" y="50"/>
                    </a:lnTo>
                    <a:lnTo>
                      <a:pt x="63" y="46"/>
                    </a:lnTo>
                    <a:lnTo>
                      <a:pt x="59" y="48"/>
                    </a:lnTo>
                    <a:lnTo>
                      <a:pt x="59" y="46"/>
                    </a:lnTo>
                    <a:lnTo>
                      <a:pt x="59" y="43"/>
                    </a:lnTo>
                    <a:lnTo>
                      <a:pt x="63" y="43"/>
                    </a:lnTo>
                    <a:lnTo>
                      <a:pt x="61" y="39"/>
                    </a:lnTo>
                    <a:lnTo>
                      <a:pt x="59" y="33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5" y="41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4" y="35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7" y="26"/>
                    </a:lnTo>
                    <a:lnTo>
                      <a:pt x="55" y="24"/>
                    </a:lnTo>
                    <a:lnTo>
                      <a:pt x="52" y="20"/>
                    </a:lnTo>
                    <a:lnTo>
                      <a:pt x="52" y="18"/>
                    </a:lnTo>
                    <a:lnTo>
                      <a:pt x="50" y="16"/>
                    </a:lnTo>
                    <a:lnTo>
                      <a:pt x="50" y="13"/>
                    </a:lnTo>
                    <a:lnTo>
                      <a:pt x="50" y="9"/>
                    </a:lnTo>
                    <a:lnTo>
                      <a:pt x="50" y="7"/>
                    </a:lnTo>
                    <a:lnTo>
                      <a:pt x="48" y="5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50" y="24"/>
                    </a:moveTo>
                    <a:lnTo>
                      <a:pt x="52" y="24"/>
                    </a:lnTo>
                    <a:lnTo>
                      <a:pt x="52" y="24"/>
                    </a:lnTo>
                    <a:lnTo>
                      <a:pt x="54" y="24"/>
                    </a:lnTo>
                    <a:lnTo>
                      <a:pt x="52" y="24"/>
                    </a:lnTo>
                    <a:lnTo>
                      <a:pt x="54" y="26"/>
                    </a:lnTo>
                    <a:lnTo>
                      <a:pt x="52" y="26"/>
                    </a:lnTo>
                    <a:lnTo>
                      <a:pt x="52" y="30"/>
                    </a:lnTo>
                    <a:lnTo>
                      <a:pt x="54" y="30"/>
                    </a:lnTo>
                    <a:lnTo>
                      <a:pt x="50" y="31"/>
                    </a:lnTo>
                    <a:lnTo>
                      <a:pt x="50" y="35"/>
                    </a:lnTo>
                    <a:lnTo>
                      <a:pt x="52" y="39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0" y="41"/>
                    </a:lnTo>
                    <a:lnTo>
                      <a:pt x="50" y="39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3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4" y="24"/>
                    </a:lnTo>
                    <a:lnTo>
                      <a:pt x="42" y="18"/>
                    </a:lnTo>
                    <a:lnTo>
                      <a:pt x="44" y="20"/>
                    </a:lnTo>
                    <a:lnTo>
                      <a:pt x="44" y="22"/>
                    </a:lnTo>
                    <a:lnTo>
                      <a:pt x="5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5" name="Freeform 6243">
                <a:extLst>
                  <a:ext uri="{FF2B5EF4-FFF2-40B4-BE49-F238E27FC236}">
                    <a16:creationId xmlns:a16="http://schemas.microsoft.com/office/drawing/2014/main" id="{34BA51A4-A2BF-4326-9EB5-3DBCEB20C0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8" y="2594"/>
                <a:ext cx="15" cy="5"/>
              </a:xfrm>
              <a:custGeom>
                <a:avLst/>
                <a:gdLst>
                  <a:gd name="T0" fmla="*/ 7 w 8"/>
                  <a:gd name="T1" fmla="*/ 0 h 3"/>
                  <a:gd name="T2" fmla="*/ 6 w 8"/>
                  <a:gd name="T3" fmla="*/ 0 h 3"/>
                  <a:gd name="T4" fmla="*/ 5 w 8"/>
                  <a:gd name="T5" fmla="*/ 1 h 3"/>
                  <a:gd name="T6" fmla="*/ 0 w 8"/>
                  <a:gd name="T7" fmla="*/ 1 h 3"/>
                  <a:gd name="T8" fmla="*/ 2 w 8"/>
                  <a:gd name="T9" fmla="*/ 3 h 3"/>
                  <a:gd name="T10" fmla="*/ 5 w 8"/>
                  <a:gd name="T11" fmla="*/ 2 h 3"/>
                  <a:gd name="T12" fmla="*/ 7 w 8"/>
                  <a:gd name="T13" fmla="*/ 3 h 3"/>
                  <a:gd name="T14" fmla="*/ 8 w 8"/>
                  <a:gd name="T15" fmla="*/ 1 h 3"/>
                  <a:gd name="T16" fmla="*/ 8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7 w 8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6" name="Freeform 6244">
                <a:extLst>
                  <a:ext uri="{FF2B5EF4-FFF2-40B4-BE49-F238E27FC236}">
                    <a16:creationId xmlns:a16="http://schemas.microsoft.com/office/drawing/2014/main" id="{44F6F543-DE6A-4B8A-9071-16E0A2D97C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2674"/>
                <a:ext cx="7" cy="9"/>
              </a:xfrm>
              <a:custGeom>
                <a:avLst/>
                <a:gdLst>
                  <a:gd name="T0" fmla="*/ 6 w 7"/>
                  <a:gd name="T1" fmla="*/ 5 h 9"/>
                  <a:gd name="T2" fmla="*/ 7 w 7"/>
                  <a:gd name="T3" fmla="*/ 3 h 9"/>
                  <a:gd name="T4" fmla="*/ 6 w 7"/>
                  <a:gd name="T5" fmla="*/ 0 h 9"/>
                  <a:gd name="T6" fmla="*/ 2 w 7"/>
                  <a:gd name="T7" fmla="*/ 0 h 9"/>
                  <a:gd name="T8" fmla="*/ 0 w 7"/>
                  <a:gd name="T9" fmla="*/ 2 h 9"/>
                  <a:gd name="T10" fmla="*/ 0 w 7"/>
                  <a:gd name="T11" fmla="*/ 5 h 9"/>
                  <a:gd name="T12" fmla="*/ 6 w 7"/>
                  <a:gd name="T13" fmla="*/ 9 h 9"/>
                  <a:gd name="T14" fmla="*/ 6 w 7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6" y="5"/>
                    </a:moveTo>
                    <a:lnTo>
                      <a:pt x="7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6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grpSp>
          <p:nvGrpSpPr>
            <p:cNvPr id="9" name="Group 6446">
              <a:extLst>
                <a:ext uri="{FF2B5EF4-FFF2-40B4-BE49-F238E27FC236}">
                  <a16:creationId xmlns:a16="http://schemas.microsoft.com/office/drawing/2014/main" id="{A2F78469-78B8-4384-9647-76C6C707E131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2335" y="1184"/>
              <a:ext cx="3621" cy="2670"/>
              <a:chOff x="2335" y="1184"/>
              <a:chExt cx="3621" cy="2670"/>
            </a:xfrm>
            <a:grpFill/>
          </p:grpSpPr>
          <p:sp>
            <p:nvSpPr>
              <p:cNvPr id="107" name="Freeform 6246">
                <a:extLst>
                  <a:ext uri="{FF2B5EF4-FFF2-40B4-BE49-F238E27FC236}">
                    <a16:creationId xmlns:a16="http://schemas.microsoft.com/office/drawing/2014/main" id="{3CC69C05-79F3-40B6-B5EF-258425E10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586"/>
                <a:ext cx="4" cy="8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0 h 8"/>
                  <a:gd name="T4" fmla="*/ 0 w 4"/>
                  <a:gd name="T5" fmla="*/ 4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8" name="Freeform 6247">
                <a:extLst>
                  <a:ext uri="{FF2B5EF4-FFF2-40B4-BE49-F238E27FC236}">
                    <a16:creationId xmlns:a16="http://schemas.microsoft.com/office/drawing/2014/main" id="{0A3EF582-677A-4BFE-8886-889D022F2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9" y="2670"/>
                <a:ext cx="7" cy="6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0 h 6"/>
                  <a:gd name="T4" fmla="*/ 0 w 7"/>
                  <a:gd name="T5" fmla="*/ 0 h 6"/>
                  <a:gd name="T6" fmla="*/ 0 w 7"/>
                  <a:gd name="T7" fmla="*/ 4 h 6"/>
                  <a:gd name="T8" fmla="*/ 6 w 7"/>
                  <a:gd name="T9" fmla="*/ 6 h 6"/>
                  <a:gd name="T10" fmla="*/ 7 w 7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6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9" name="Freeform 6248">
                <a:extLst>
                  <a:ext uri="{FF2B5EF4-FFF2-40B4-BE49-F238E27FC236}">
                    <a16:creationId xmlns:a16="http://schemas.microsoft.com/office/drawing/2014/main" id="{44655AE2-DBB2-409C-95F0-666891DCCB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692"/>
                <a:ext cx="9" cy="13"/>
              </a:xfrm>
              <a:custGeom>
                <a:avLst/>
                <a:gdLst>
                  <a:gd name="T0" fmla="*/ 8 w 9"/>
                  <a:gd name="T1" fmla="*/ 8 h 13"/>
                  <a:gd name="T2" fmla="*/ 9 w 9"/>
                  <a:gd name="T3" fmla="*/ 6 h 13"/>
                  <a:gd name="T4" fmla="*/ 9 w 9"/>
                  <a:gd name="T5" fmla="*/ 4 h 13"/>
                  <a:gd name="T6" fmla="*/ 6 w 9"/>
                  <a:gd name="T7" fmla="*/ 2 h 13"/>
                  <a:gd name="T8" fmla="*/ 4 w 9"/>
                  <a:gd name="T9" fmla="*/ 0 h 13"/>
                  <a:gd name="T10" fmla="*/ 2 w 9"/>
                  <a:gd name="T11" fmla="*/ 0 h 13"/>
                  <a:gd name="T12" fmla="*/ 0 w 9"/>
                  <a:gd name="T13" fmla="*/ 2 h 13"/>
                  <a:gd name="T14" fmla="*/ 0 w 9"/>
                  <a:gd name="T15" fmla="*/ 6 h 13"/>
                  <a:gd name="T16" fmla="*/ 2 w 9"/>
                  <a:gd name="T17" fmla="*/ 6 h 13"/>
                  <a:gd name="T18" fmla="*/ 0 w 9"/>
                  <a:gd name="T19" fmla="*/ 6 h 13"/>
                  <a:gd name="T20" fmla="*/ 0 w 9"/>
                  <a:gd name="T21" fmla="*/ 10 h 13"/>
                  <a:gd name="T22" fmla="*/ 0 w 9"/>
                  <a:gd name="T23" fmla="*/ 13 h 13"/>
                  <a:gd name="T24" fmla="*/ 4 w 9"/>
                  <a:gd name="T25" fmla="*/ 13 h 13"/>
                  <a:gd name="T26" fmla="*/ 6 w 9"/>
                  <a:gd name="T27" fmla="*/ 12 h 13"/>
                  <a:gd name="T28" fmla="*/ 6 w 9"/>
                  <a:gd name="T29" fmla="*/ 10 h 13"/>
                  <a:gd name="T30" fmla="*/ 6 w 9"/>
                  <a:gd name="T31" fmla="*/ 8 h 13"/>
                  <a:gd name="T32" fmla="*/ 6 w 9"/>
                  <a:gd name="T33" fmla="*/ 8 h 13"/>
                  <a:gd name="T34" fmla="*/ 8 w 9"/>
                  <a:gd name="T3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13">
                    <a:moveTo>
                      <a:pt x="8" y="8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0" name="Freeform 6249">
                <a:extLst>
                  <a:ext uri="{FF2B5EF4-FFF2-40B4-BE49-F238E27FC236}">
                    <a16:creationId xmlns:a16="http://schemas.microsoft.com/office/drawing/2014/main" id="{C58488EA-BFDF-490B-890D-F443F671EE4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9" y="2804"/>
                <a:ext cx="6" cy="13"/>
              </a:xfrm>
              <a:custGeom>
                <a:avLst/>
                <a:gdLst>
                  <a:gd name="T0" fmla="*/ 0 w 3"/>
                  <a:gd name="T1" fmla="*/ 3 h 7"/>
                  <a:gd name="T2" fmla="*/ 1 w 3"/>
                  <a:gd name="T3" fmla="*/ 5 h 7"/>
                  <a:gd name="T4" fmla="*/ 0 w 3"/>
                  <a:gd name="T5" fmla="*/ 4 h 7"/>
                  <a:gd name="T6" fmla="*/ 0 w 3"/>
                  <a:gd name="T7" fmla="*/ 5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2 w 3"/>
                  <a:gd name="T15" fmla="*/ 5 h 7"/>
                  <a:gd name="T16" fmla="*/ 2 w 3"/>
                  <a:gd name="T17" fmla="*/ 5 h 7"/>
                  <a:gd name="T18" fmla="*/ 3 w 3"/>
                  <a:gd name="T19" fmla="*/ 3 h 7"/>
                  <a:gd name="T20" fmla="*/ 3 w 3"/>
                  <a:gd name="T21" fmla="*/ 1 h 7"/>
                  <a:gd name="T22" fmla="*/ 1 w 3"/>
                  <a:gd name="T23" fmla="*/ 0 h 7"/>
                  <a:gd name="T24" fmla="*/ 0 w 3"/>
                  <a:gd name="T25" fmla="*/ 1 h 7"/>
                  <a:gd name="T26" fmla="*/ 0 w 3"/>
                  <a:gd name="T2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1" name="Freeform 6250">
                <a:extLst>
                  <a:ext uri="{FF2B5EF4-FFF2-40B4-BE49-F238E27FC236}">
                    <a16:creationId xmlns:a16="http://schemas.microsoft.com/office/drawing/2014/main" id="{180587D1-2A4B-4741-BB9B-81AF5D7A61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797"/>
                <a:ext cx="2" cy="13"/>
              </a:xfrm>
              <a:custGeom>
                <a:avLst/>
                <a:gdLst>
                  <a:gd name="T0" fmla="*/ 0 w 2"/>
                  <a:gd name="T1" fmla="*/ 5 h 13"/>
                  <a:gd name="T2" fmla="*/ 2 w 2"/>
                  <a:gd name="T3" fmla="*/ 13 h 13"/>
                  <a:gd name="T4" fmla="*/ 2 w 2"/>
                  <a:gd name="T5" fmla="*/ 5 h 13"/>
                  <a:gd name="T6" fmla="*/ 0 w 2"/>
                  <a:gd name="T7" fmla="*/ 0 h 13"/>
                  <a:gd name="T8" fmla="*/ 0 w 2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3">
                    <a:moveTo>
                      <a:pt x="0" y="5"/>
                    </a:moveTo>
                    <a:lnTo>
                      <a:pt x="2" y="13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2" name="Freeform 6251">
                <a:extLst>
                  <a:ext uri="{FF2B5EF4-FFF2-40B4-BE49-F238E27FC236}">
                    <a16:creationId xmlns:a16="http://schemas.microsoft.com/office/drawing/2014/main" id="{F1F27B32-FD85-42D8-81A5-C86FFB9F4B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5" y="2974"/>
                <a:ext cx="16" cy="9"/>
              </a:xfrm>
              <a:custGeom>
                <a:avLst/>
                <a:gdLst>
                  <a:gd name="T0" fmla="*/ 5 w 16"/>
                  <a:gd name="T1" fmla="*/ 7 h 9"/>
                  <a:gd name="T2" fmla="*/ 9 w 16"/>
                  <a:gd name="T3" fmla="*/ 7 h 9"/>
                  <a:gd name="T4" fmla="*/ 11 w 16"/>
                  <a:gd name="T5" fmla="*/ 9 h 9"/>
                  <a:gd name="T6" fmla="*/ 13 w 16"/>
                  <a:gd name="T7" fmla="*/ 7 h 9"/>
                  <a:gd name="T8" fmla="*/ 14 w 16"/>
                  <a:gd name="T9" fmla="*/ 6 h 9"/>
                  <a:gd name="T10" fmla="*/ 16 w 16"/>
                  <a:gd name="T11" fmla="*/ 6 h 9"/>
                  <a:gd name="T12" fmla="*/ 16 w 16"/>
                  <a:gd name="T13" fmla="*/ 2 h 9"/>
                  <a:gd name="T14" fmla="*/ 13 w 16"/>
                  <a:gd name="T15" fmla="*/ 0 h 9"/>
                  <a:gd name="T16" fmla="*/ 11 w 16"/>
                  <a:gd name="T17" fmla="*/ 2 h 9"/>
                  <a:gd name="T18" fmla="*/ 5 w 16"/>
                  <a:gd name="T19" fmla="*/ 2 h 9"/>
                  <a:gd name="T20" fmla="*/ 5 w 16"/>
                  <a:gd name="T21" fmla="*/ 2 h 9"/>
                  <a:gd name="T22" fmla="*/ 1 w 16"/>
                  <a:gd name="T23" fmla="*/ 4 h 9"/>
                  <a:gd name="T24" fmla="*/ 0 w 16"/>
                  <a:gd name="T25" fmla="*/ 7 h 9"/>
                  <a:gd name="T26" fmla="*/ 1 w 16"/>
                  <a:gd name="T27" fmla="*/ 9 h 9"/>
                  <a:gd name="T28" fmla="*/ 5 w 16"/>
                  <a:gd name="T2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9">
                    <a:moveTo>
                      <a:pt x="5" y="7"/>
                    </a:moveTo>
                    <a:lnTo>
                      <a:pt x="9" y="7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3" name="Freeform 6252">
                <a:extLst>
                  <a:ext uri="{FF2B5EF4-FFF2-40B4-BE49-F238E27FC236}">
                    <a16:creationId xmlns:a16="http://schemas.microsoft.com/office/drawing/2014/main" id="{4D424A63-CBA4-490D-BAB9-73D5CC9171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1" y="2793"/>
                <a:ext cx="9" cy="8"/>
              </a:xfrm>
              <a:custGeom>
                <a:avLst/>
                <a:gdLst>
                  <a:gd name="T0" fmla="*/ 2 w 9"/>
                  <a:gd name="T1" fmla="*/ 8 h 8"/>
                  <a:gd name="T2" fmla="*/ 5 w 9"/>
                  <a:gd name="T3" fmla="*/ 6 h 8"/>
                  <a:gd name="T4" fmla="*/ 9 w 9"/>
                  <a:gd name="T5" fmla="*/ 4 h 8"/>
                  <a:gd name="T6" fmla="*/ 9 w 9"/>
                  <a:gd name="T7" fmla="*/ 0 h 8"/>
                  <a:gd name="T8" fmla="*/ 5 w 9"/>
                  <a:gd name="T9" fmla="*/ 0 h 8"/>
                  <a:gd name="T10" fmla="*/ 0 w 9"/>
                  <a:gd name="T11" fmla="*/ 4 h 8"/>
                  <a:gd name="T12" fmla="*/ 2 w 9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lnTo>
                      <a:pt x="5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4" name="Freeform 6253">
                <a:extLst>
                  <a:ext uri="{FF2B5EF4-FFF2-40B4-BE49-F238E27FC236}">
                    <a16:creationId xmlns:a16="http://schemas.microsoft.com/office/drawing/2014/main" id="{C3929F62-64C7-49D4-A57A-C1D220389D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8" y="2912"/>
                <a:ext cx="23" cy="13"/>
              </a:xfrm>
              <a:custGeom>
                <a:avLst/>
                <a:gdLst>
                  <a:gd name="T0" fmla="*/ 19 w 23"/>
                  <a:gd name="T1" fmla="*/ 12 h 13"/>
                  <a:gd name="T2" fmla="*/ 21 w 23"/>
                  <a:gd name="T3" fmla="*/ 12 h 13"/>
                  <a:gd name="T4" fmla="*/ 23 w 23"/>
                  <a:gd name="T5" fmla="*/ 8 h 13"/>
                  <a:gd name="T6" fmla="*/ 19 w 23"/>
                  <a:gd name="T7" fmla="*/ 4 h 13"/>
                  <a:gd name="T8" fmla="*/ 19 w 23"/>
                  <a:gd name="T9" fmla="*/ 2 h 13"/>
                  <a:gd name="T10" fmla="*/ 15 w 23"/>
                  <a:gd name="T11" fmla="*/ 0 h 13"/>
                  <a:gd name="T12" fmla="*/ 10 w 23"/>
                  <a:gd name="T13" fmla="*/ 0 h 13"/>
                  <a:gd name="T14" fmla="*/ 6 w 23"/>
                  <a:gd name="T15" fmla="*/ 2 h 13"/>
                  <a:gd name="T16" fmla="*/ 4 w 23"/>
                  <a:gd name="T17" fmla="*/ 0 h 13"/>
                  <a:gd name="T18" fmla="*/ 0 w 23"/>
                  <a:gd name="T19" fmla="*/ 4 h 13"/>
                  <a:gd name="T20" fmla="*/ 0 w 23"/>
                  <a:gd name="T21" fmla="*/ 8 h 13"/>
                  <a:gd name="T22" fmla="*/ 4 w 23"/>
                  <a:gd name="T23" fmla="*/ 12 h 13"/>
                  <a:gd name="T24" fmla="*/ 8 w 23"/>
                  <a:gd name="T25" fmla="*/ 12 h 13"/>
                  <a:gd name="T26" fmla="*/ 10 w 23"/>
                  <a:gd name="T27" fmla="*/ 13 h 13"/>
                  <a:gd name="T28" fmla="*/ 11 w 23"/>
                  <a:gd name="T29" fmla="*/ 13 h 13"/>
                  <a:gd name="T30" fmla="*/ 15 w 23"/>
                  <a:gd name="T31" fmla="*/ 13 h 13"/>
                  <a:gd name="T32" fmla="*/ 19 w 23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3">
                    <a:moveTo>
                      <a:pt x="19" y="12"/>
                    </a:moveTo>
                    <a:lnTo>
                      <a:pt x="21" y="12"/>
                    </a:lnTo>
                    <a:lnTo>
                      <a:pt x="23" y="8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19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5" name="Freeform 6254">
                <a:extLst>
                  <a:ext uri="{FF2B5EF4-FFF2-40B4-BE49-F238E27FC236}">
                    <a16:creationId xmlns:a16="http://schemas.microsoft.com/office/drawing/2014/main" id="{307CCF80-1CD1-469E-80AF-C826E7A3FF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815"/>
                <a:ext cx="5" cy="12"/>
              </a:xfrm>
              <a:custGeom>
                <a:avLst/>
                <a:gdLst>
                  <a:gd name="T0" fmla="*/ 5 w 5"/>
                  <a:gd name="T1" fmla="*/ 8 h 12"/>
                  <a:gd name="T2" fmla="*/ 3 w 5"/>
                  <a:gd name="T3" fmla="*/ 4 h 12"/>
                  <a:gd name="T4" fmla="*/ 0 w 5"/>
                  <a:gd name="T5" fmla="*/ 0 h 12"/>
                  <a:gd name="T6" fmla="*/ 0 w 5"/>
                  <a:gd name="T7" fmla="*/ 4 h 12"/>
                  <a:gd name="T8" fmla="*/ 0 w 5"/>
                  <a:gd name="T9" fmla="*/ 8 h 12"/>
                  <a:gd name="T10" fmla="*/ 3 w 5"/>
                  <a:gd name="T11" fmla="*/ 12 h 12"/>
                  <a:gd name="T12" fmla="*/ 5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5" y="8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2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6" name="Freeform 6255">
                <a:extLst>
                  <a:ext uri="{FF2B5EF4-FFF2-40B4-BE49-F238E27FC236}">
                    <a16:creationId xmlns:a16="http://schemas.microsoft.com/office/drawing/2014/main" id="{C9FF68A6-6F46-434D-84D9-5352FCC531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776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4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7" name="Freeform 6256">
                <a:extLst>
                  <a:ext uri="{FF2B5EF4-FFF2-40B4-BE49-F238E27FC236}">
                    <a16:creationId xmlns:a16="http://schemas.microsoft.com/office/drawing/2014/main" id="{09919017-7479-4E9C-A149-743B221879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6" y="2782"/>
                <a:ext cx="11" cy="5"/>
              </a:xfrm>
              <a:custGeom>
                <a:avLst/>
                <a:gdLst>
                  <a:gd name="T0" fmla="*/ 5 w 11"/>
                  <a:gd name="T1" fmla="*/ 5 h 5"/>
                  <a:gd name="T2" fmla="*/ 7 w 11"/>
                  <a:gd name="T3" fmla="*/ 5 h 5"/>
                  <a:gd name="T4" fmla="*/ 7 w 11"/>
                  <a:gd name="T5" fmla="*/ 5 h 5"/>
                  <a:gd name="T6" fmla="*/ 11 w 11"/>
                  <a:gd name="T7" fmla="*/ 4 h 5"/>
                  <a:gd name="T8" fmla="*/ 11 w 11"/>
                  <a:gd name="T9" fmla="*/ 2 h 5"/>
                  <a:gd name="T10" fmla="*/ 7 w 11"/>
                  <a:gd name="T11" fmla="*/ 0 h 5"/>
                  <a:gd name="T12" fmla="*/ 3 w 11"/>
                  <a:gd name="T13" fmla="*/ 2 h 5"/>
                  <a:gd name="T14" fmla="*/ 0 w 11"/>
                  <a:gd name="T15" fmla="*/ 4 h 5"/>
                  <a:gd name="T16" fmla="*/ 2 w 11"/>
                  <a:gd name="T17" fmla="*/ 5 h 5"/>
                  <a:gd name="T18" fmla="*/ 5 w 11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5" y="5"/>
                    </a:moveTo>
                    <a:lnTo>
                      <a:pt x="7" y="5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8" name="Freeform 6257">
                <a:extLst>
                  <a:ext uri="{FF2B5EF4-FFF2-40B4-BE49-F238E27FC236}">
                    <a16:creationId xmlns:a16="http://schemas.microsoft.com/office/drawing/2014/main" id="{D49AA57B-2D84-4BC5-9D02-E7A2F9058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9" y="2875"/>
                <a:ext cx="7" cy="4"/>
              </a:xfrm>
              <a:custGeom>
                <a:avLst/>
                <a:gdLst>
                  <a:gd name="T0" fmla="*/ 3 w 4"/>
                  <a:gd name="T1" fmla="*/ 0 h 2"/>
                  <a:gd name="T2" fmla="*/ 1 w 4"/>
                  <a:gd name="T3" fmla="*/ 0 h 2"/>
                  <a:gd name="T4" fmla="*/ 1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4 w 4"/>
                  <a:gd name="T11" fmla="*/ 2 h 2"/>
                  <a:gd name="T12" fmla="*/ 4 w 4"/>
                  <a:gd name="T13" fmla="*/ 2 h 2"/>
                  <a:gd name="T14" fmla="*/ 4 w 4"/>
                  <a:gd name="T15" fmla="*/ 2 h 2"/>
                  <a:gd name="T16" fmla="*/ 4 w 4"/>
                  <a:gd name="T17" fmla="*/ 2 h 2"/>
                  <a:gd name="T18" fmla="*/ 4 w 4"/>
                  <a:gd name="T19" fmla="*/ 2 h 2"/>
                  <a:gd name="T20" fmla="*/ 4 w 4"/>
                  <a:gd name="T21" fmla="*/ 0 h 2"/>
                  <a:gd name="T22" fmla="*/ 3 w 4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9" name="Freeform 6258">
                <a:extLst>
                  <a:ext uri="{FF2B5EF4-FFF2-40B4-BE49-F238E27FC236}">
                    <a16:creationId xmlns:a16="http://schemas.microsoft.com/office/drawing/2014/main" id="{BD621E78-2A92-40BF-BC62-EEBEE4D34A2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08" y="2847"/>
                <a:ext cx="95" cy="118"/>
              </a:xfrm>
              <a:custGeom>
                <a:avLst/>
                <a:gdLst>
                  <a:gd name="T0" fmla="*/ 5 w 51"/>
                  <a:gd name="T1" fmla="*/ 40 h 63"/>
                  <a:gd name="T2" fmla="*/ 5 w 51"/>
                  <a:gd name="T3" fmla="*/ 48 h 63"/>
                  <a:gd name="T4" fmla="*/ 9 w 51"/>
                  <a:gd name="T5" fmla="*/ 55 h 63"/>
                  <a:gd name="T6" fmla="*/ 13 w 51"/>
                  <a:gd name="T7" fmla="*/ 56 h 63"/>
                  <a:gd name="T8" fmla="*/ 15 w 51"/>
                  <a:gd name="T9" fmla="*/ 60 h 63"/>
                  <a:gd name="T10" fmla="*/ 13 w 51"/>
                  <a:gd name="T11" fmla="*/ 51 h 63"/>
                  <a:gd name="T12" fmla="*/ 13 w 51"/>
                  <a:gd name="T13" fmla="*/ 43 h 63"/>
                  <a:gd name="T14" fmla="*/ 15 w 51"/>
                  <a:gd name="T15" fmla="*/ 35 h 63"/>
                  <a:gd name="T16" fmla="*/ 18 w 51"/>
                  <a:gd name="T17" fmla="*/ 36 h 63"/>
                  <a:gd name="T18" fmla="*/ 18 w 51"/>
                  <a:gd name="T19" fmla="*/ 42 h 63"/>
                  <a:gd name="T20" fmla="*/ 20 w 51"/>
                  <a:gd name="T21" fmla="*/ 47 h 63"/>
                  <a:gd name="T22" fmla="*/ 24 w 51"/>
                  <a:gd name="T23" fmla="*/ 50 h 63"/>
                  <a:gd name="T24" fmla="*/ 23 w 51"/>
                  <a:gd name="T25" fmla="*/ 54 h 63"/>
                  <a:gd name="T26" fmla="*/ 27 w 51"/>
                  <a:gd name="T27" fmla="*/ 53 h 63"/>
                  <a:gd name="T28" fmla="*/ 29 w 51"/>
                  <a:gd name="T29" fmla="*/ 54 h 63"/>
                  <a:gd name="T30" fmla="*/ 35 w 51"/>
                  <a:gd name="T31" fmla="*/ 52 h 63"/>
                  <a:gd name="T32" fmla="*/ 34 w 51"/>
                  <a:gd name="T33" fmla="*/ 49 h 63"/>
                  <a:gd name="T34" fmla="*/ 33 w 51"/>
                  <a:gd name="T35" fmla="*/ 45 h 63"/>
                  <a:gd name="T36" fmla="*/ 35 w 51"/>
                  <a:gd name="T37" fmla="*/ 42 h 63"/>
                  <a:gd name="T38" fmla="*/ 31 w 51"/>
                  <a:gd name="T39" fmla="*/ 42 h 63"/>
                  <a:gd name="T40" fmla="*/ 29 w 51"/>
                  <a:gd name="T41" fmla="*/ 40 h 63"/>
                  <a:gd name="T42" fmla="*/ 29 w 51"/>
                  <a:gd name="T43" fmla="*/ 39 h 63"/>
                  <a:gd name="T44" fmla="*/ 28 w 51"/>
                  <a:gd name="T45" fmla="*/ 35 h 63"/>
                  <a:gd name="T46" fmla="*/ 25 w 51"/>
                  <a:gd name="T47" fmla="*/ 32 h 63"/>
                  <a:gd name="T48" fmla="*/ 25 w 51"/>
                  <a:gd name="T49" fmla="*/ 27 h 63"/>
                  <a:gd name="T50" fmla="*/ 33 w 51"/>
                  <a:gd name="T51" fmla="*/ 21 h 63"/>
                  <a:gd name="T52" fmla="*/ 38 w 51"/>
                  <a:gd name="T53" fmla="*/ 19 h 63"/>
                  <a:gd name="T54" fmla="*/ 29 w 51"/>
                  <a:gd name="T55" fmla="*/ 17 h 63"/>
                  <a:gd name="T56" fmla="*/ 23 w 51"/>
                  <a:gd name="T57" fmla="*/ 19 h 63"/>
                  <a:gd name="T58" fmla="*/ 16 w 51"/>
                  <a:gd name="T59" fmla="*/ 23 h 63"/>
                  <a:gd name="T60" fmla="*/ 12 w 51"/>
                  <a:gd name="T61" fmla="*/ 14 h 63"/>
                  <a:gd name="T62" fmla="*/ 20 w 51"/>
                  <a:gd name="T63" fmla="*/ 11 h 63"/>
                  <a:gd name="T64" fmla="*/ 27 w 51"/>
                  <a:gd name="T65" fmla="*/ 10 h 63"/>
                  <a:gd name="T66" fmla="*/ 35 w 51"/>
                  <a:gd name="T67" fmla="*/ 10 h 63"/>
                  <a:gd name="T68" fmla="*/ 46 w 51"/>
                  <a:gd name="T69" fmla="*/ 8 h 63"/>
                  <a:gd name="T70" fmla="*/ 50 w 51"/>
                  <a:gd name="T71" fmla="*/ 3 h 63"/>
                  <a:gd name="T72" fmla="*/ 45 w 51"/>
                  <a:gd name="T73" fmla="*/ 0 h 63"/>
                  <a:gd name="T74" fmla="*/ 41 w 51"/>
                  <a:gd name="T75" fmla="*/ 5 h 63"/>
                  <a:gd name="T76" fmla="*/ 32 w 51"/>
                  <a:gd name="T77" fmla="*/ 6 h 63"/>
                  <a:gd name="T78" fmla="*/ 26 w 51"/>
                  <a:gd name="T79" fmla="*/ 4 h 63"/>
                  <a:gd name="T80" fmla="*/ 18 w 51"/>
                  <a:gd name="T81" fmla="*/ 2 h 63"/>
                  <a:gd name="T82" fmla="*/ 14 w 51"/>
                  <a:gd name="T83" fmla="*/ 7 h 63"/>
                  <a:gd name="T84" fmla="*/ 8 w 51"/>
                  <a:gd name="T85" fmla="*/ 10 h 63"/>
                  <a:gd name="T86" fmla="*/ 8 w 51"/>
                  <a:gd name="T87" fmla="*/ 17 h 63"/>
                  <a:gd name="T88" fmla="*/ 4 w 51"/>
                  <a:gd name="T89" fmla="*/ 23 h 63"/>
                  <a:gd name="T90" fmla="*/ 3 w 51"/>
                  <a:gd name="T91" fmla="*/ 29 h 63"/>
                  <a:gd name="T92" fmla="*/ 0 w 51"/>
                  <a:gd name="T93" fmla="*/ 36 h 63"/>
                  <a:gd name="T94" fmla="*/ 30 w 51"/>
                  <a:gd name="T95" fmla="*/ 51 h 63"/>
                  <a:gd name="T96" fmla="*/ 26 w 51"/>
                  <a:gd name="T97" fmla="*/ 48 h 63"/>
                  <a:gd name="T98" fmla="*/ 32 w 51"/>
                  <a:gd name="T99" fmla="*/ 46 h 63"/>
                  <a:gd name="T100" fmla="*/ 30 w 51"/>
                  <a:gd name="T101" fmla="*/ 47 h 63"/>
                  <a:gd name="T102" fmla="*/ 26 w 51"/>
                  <a:gd name="T10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1" h="63">
                    <a:moveTo>
                      <a:pt x="2" y="40"/>
                    </a:moveTo>
                    <a:cubicBezTo>
                      <a:pt x="3" y="40"/>
                      <a:pt x="3" y="40"/>
                      <a:pt x="3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9"/>
                      <a:pt x="1" y="39"/>
                      <a:pt x="1" y="39"/>
                    </a:cubicBezTo>
                    <a:lnTo>
                      <a:pt x="2" y="40"/>
                    </a:lnTo>
                    <a:close/>
                    <a:moveTo>
                      <a:pt x="31" y="51"/>
                    </a:move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0"/>
                      <a:pt x="31" y="50"/>
                      <a:pt x="31" y="50"/>
                    </a:cubicBezTo>
                    <a:lnTo>
                      <a:pt x="31" y="51"/>
                    </a:lnTo>
                    <a:close/>
                    <a:moveTo>
                      <a:pt x="25" y="50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4" y="50"/>
                      <a:pt x="24" y="50"/>
                      <a:pt x="24" y="50"/>
                    </a:cubicBezTo>
                    <a:lnTo>
                      <a:pt x="25" y="5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0" name="Freeform 6259">
                <a:extLst>
                  <a:ext uri="{FF2B5EF4-FFF2-40B4-BE49-F238E27FC236}">
                    <a16:creationId xmlns:a16="http://schemas.microsoft.com/office/drawing/2014/main" id="{2D5A7538-F8CC-4F19-878C-FF190122FA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5" y="2886"/>
                <a:ext cx="15" cy="13"/>
              </a:xfrm>
              <a:custGeom>
                <a:avLst/>
                <a:gdLst>
                  <a:gd name="T0" fmla="*/ 7 w 8"/>
                  <a:gd name="T1" fmla="*/ 3 h 7"/>
                  <a:gd name="T2" fmla="*/ 7 w 8"/>
                  <a:gd name="T3" fmla="*/ 2 h 7"/>
                  <a:gd name="T4" fmla="*/ 6 w 8"/>
                  <a:gd name="T5" fmla="*/ 0 h 7"/>
                  <a:gd name="T6" fmla="*/ 5 w 8"/>
                  <a:gd name="T7" fmla="*/ 1 h 7"/>
                  <a:gd name="T8" fmla="*/ 5 w 8"/>
                  <a:gd name="T9" fmla="*/ 0 h 7"/>
                  <a:gd name="T10" fmla="*/ 2 w 8"/>
                  <a:gd name="T11" fmla="*/ 0 h 7"/>
                  <a:gd name="T12" fmla="*/ 0 w 8"/>
                  <a:gd name="T13" fmla="*/ 1 h 7"/>
                  <a:gd name="T14" fmla="*/ 0 w 8"/>
                  <a:gd name="T15" fmla="*/ 3 h 7"/>
                  <a:gd name="T16" fmla="*/ 2 w 8"/>
                  <a:gd name="T17" fmla="*/ 5 h 7"/>
                  <a:gd name="T18" fmla="*/ 3 w 8"/>
                  <a:gd name="T19" fmla="*/ 4 h 7"/>
                  <a:gd name="T20" fmla="*/ 4 w 8"/>
                  <a:gd name="T21" fmla="*/ 5 h 7"/>
                  <a:gd name="T22" fmla="*/ 5 w 8"/>
                  <a:gd name="T23" fmla="*/ 4 h 7"/>
                  <a:gd name="T24" fmla="*/ 5 w 8"/>
                  <a:gd name="T25" fmla="*/ 4 h 7"/>
                  <a:gd name="T26" fmla="*/ 5 w 8"/>
                  <a:gd name="T27" fmla="*/ 4 h 7"/>
                  <a:gd name="T28" fmla="*/ 5 w 8"/>
                  <a:gd name="T29" fmla="*/ 4 h 7"/>
                  <a:gd name="T30" fmla="*/ 5 w 8"/>
                  <a:gd name="T31" fmla="*/ 4 h 7"/>
                  <a:gd name="T32" fmla="*/ 5 w 8"/>
                  <a:gd name="T33" fmla="*/ 4 h 7"/>
                  <a:gd name="T34" fmla="*/ 4 w 8"/>
                  <a:gd name="T35" fmla="*/ 5 h 7"/>
                  <a:gd name="T36" fmla="*/ 4 w 8"/>
                  <a:gd name="T37" fmla="*/ 5 h 7"/>
                  <a:gd name="T38" fmla="*/ 1 w 8"/>
                  <a:gd name="T39" fmla="*/ 6 h 7"/>
                  <a:gd name="T40" fmla="*/ 3 w 8"/>
                  <a:gd name="T41" fmla="*/ 7 h 7"/>
                  <a:gd name="T42" fmla="*/ 4 w 8"/>
                  <a:gd name="T43" fmla="*/ 7 h 7"/>
                  <a:gd name="T44" fmla="*/ 4 w 8"/>
                  <a:gd name="T45" fmla="*/ 6 h 7"/>
                  <a:gd name="T46" fmla="*/ 7 w 8"/>
                  <a:gd name="T47" fmla="*/ 6 h 7"/>
                  <a:gd name="T48" fmla="*/ 5 w 8"/>
                  <a:gd name="T49" fmla="*/ 5 h 7"/>
                  <a:gd name="T50" fmla="*/ 8 w 8"/>
                  <a:gd name="T51" fmla="*/ 5 h 7"/>
                  <a:gd name="T52" fmla="*/ 7 w 8"/>
                  <a:gd name="T5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" h="7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5"/>
                      <a:pt x="8" y="5"/>
                      <a:pt x="8" y="5"/>
                    </a:cubicBezTo>
                    <a:lnTo>
                      <a:pt x="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1" name="Freeform 6260">
                <a:extLst>
                  <a:ext uri="{FF2B5EF4-FFF2-40B4-BE49-F238E27FC236}">
                    <a16:creationId xmlns:a16="http://schemas.microsoft.com/office/drawing/2014/main" id="{596FA3D2-ECEA-4235-AB22-FE794487F21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2894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13 w 13"/>
                  <a:gd name="T3" fmla="*/ 3 h 7"/>
                  <a:gd name="T4" fmla="*/ 11 w 13"/>
                  <a:gd name="T5" fmla="*/ 3 h 7"/>
                  <a:gd name="T6" fmla="*/ 11 w 13"/>
                  <a:gd name="T7" fmla="*/ 2 h 7"/>
                  <a:gd name="T8" fmla="*/ 10 w 13"/>
                  <a:gd name="T9" fmla="*/ 0 h 7"/>
                  <a:gd name="T10" fmla="*/ 4 w 13"/>
                  <a:gd name="T11" fmla="*/ 0 h 7"/>
                  <a:gd name="T12" fmla="*/ 0 w 13"/>
                  <a:gd name="T13" fmla="*/ 2 h 7"/>
                  <a:gd name="T14" fmla="*/ 2 w 13"/>
                  <a:gd name="T15" fmla="*/ 5 h 7"/>
                  <a:gd name="T16" fmla="*/ 8 w 13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13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2" name="Freeform 6261">
                <a:extLst>
                  <a:ext uri="{FF2B5EF4-FFF2-40B4-BE49-F238E27FC236}">
                    <a16:creationId xmlns:a16="http://schemas.microsoft.com/office/drawing/2014/main" id="{986B22AD-D4FE-4417-A97F-621D854CC77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25" y="2875"/>
                <a:ext cx="13" cy="9"/>
              </a:xfrm>
              <a:custGeom>
                <a:avLst/>
                <a:gdLst>
                  <a:gd name="T0" fmla="*/ 7 w 13"/>
                  <a:gd name="T1" fmla="*/ 0 h 9"/>
                  <a:gd name="T2" fmla="*/ 6 w 13"/>
                  <a:gd name="T3" fmla="*/ 2 h 9"/>
                  <a:gd name="T4" fmla="*/ 6 w 13"/>
                  <a:gd name="T5" fmla="*/ 2 h 9"/>
                  <a:gd name="T6" fmla="*/ 6 w 13"/>
                  <a:gd name="T7" fmla="*/ 0 h 9"/>
                  <a:gd name="T8" fmla="*/ 2 w 13"/>
                  <a:gd name="T9" fmla="*/ 0 h 9"/>
                  <a:gd name="T10" fmla="*/ 0 w 13"/>
                  <a:gd name="T11" fmla="*/ 4 h 9"/>
                  <a:gd name="T12" fmla="*/ 2 w 13"/>
                  <a:gd name="T13" fmla="*/ 6 h 9"/>
                  <a:gd name="T14" fmla="*/ 0 w 13"/>
                  <a:gd name="T15" fmla="*/ 8 h 9"/>
                  <a:gd name="T16" fmla="*/ 7 w 13"/>
                  <a:gd name="T17" fmla="*/ 9 h 9"/>
                  <a:gd name="T18" fmla="*/ 6 w 13"/>
                  <a:gd name="T19" fmla="*/ 6 h 9"/>
                  <a:gd name="T20" fmla="*/ 6 w 13"/>
                  <a:gd name="T21" fmla="*/ 8 h 9"/>
                  <a:gd name="T22" fmla="*/ 9 w 13"/>
                  <a:gd name="T23" fmla="*/ 8 h 9"/>
                  <a:gd name="T24" fmla="*/ 11 w 13"/>
                  <a:gd name="T25" fmla="*/ 9 h 9"/>
                  <a:gd name="T26" fmla="*/ 13 w 13"/>
                  <a:gd name="T27" fmla="*/ 8 h 9"/>
                  <a:gd name="T28" fmla="*/ 11 w 13"/>
                  <a:gd name="T29" fmla="*/ 6 h 9"/>
                  <a:gd name="T30" fmla="*/ 11 w 13"/>
                  <a:gd name="T31" fmla="*/ 4 h 9"/>
                  <a:gd name="T32" fmla="*/ 11 w 13"/>
                  <a:gd name="T33" fmla="*/ 2 h 9"/>
                  <a:gd name="T34" fmla="*/ 7 w 13"/>
                  <a:gd name="T35" fmla="*/ 0 h 9"/>
                  <a:gd name="T36" fmla="*/ 4 w 13"/>
                  <a:gd name="T37" fmla="*/ 6 h 9"/>
                  <a:gd name="T38" fmla="*/ 4 w 13"/>
                  <a:gd name="T39" fmla="*/ 4 h 9"/>
                  <a:gd name="T40" fmla="*/ 4 w 13"/>
                  <a:gd name="T41" fmla="*/ 6 h 9"/>
                  <a:gd name="T42" fmla="*/ 6 w 13"/>
                  <a:gd name="T43" fmla="*/ 6 h 9"/>
                  <a:gd name="T44" fmla="*/ 4 w 13"/>
                  <a:gd name="T4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7" y="9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  <a:moveTo>
                      <a:pt x="4" y="6"/>
                    </a:moveTo>
                    <a:lnTo>
                      <a:pt x="4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3" name="Freeform 6262">
                <a:extLst>
                  <a:ext uri="{FF2B5EF4-FFF2-40B4-BE49-F238E27FC236}">
                    <a16:creationId xmlns:a16="http://schemas.microsoft.com/office/drawing/2014/main" id="{12A1864C-CDC2-487D-A31A-2E6881AA5E7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968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2 h 4"/>
                  <a:gd name="T6" fmla="*/ 2 w 6"/>
                  <a:gd name="T7" fmla="*/ 0 h 4"/>
                  <a:gd name="T8" fmla="*/ 0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4" name="Freeform 6263">
                <a:extLst>
                  <a:ext uri="{FF2B5EF4-FFF2-40B4-BE49-F238E27FC236}">
                    <a16:creationId xmlns:a16="http://schemas.microsoft.com/office/drawing/2014/main" id="{FE4B87D3-16DE-45C4-B8A9-5501C71F4D2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77" y="2983"/>
                <a:ext cx="20" cy="10"/>
              </a:xfrm>
              <a:custGeom>
                <a:avLst/>
                <a:gdLst>
                  <a:gd name="T0" fmla="*/ 13 w 20"/>
                  <a:gd name="T1" fmla="*/ 8 h 10"/>
                  <a:gd name="T2" fmla="*/ 18 w 20"/>
                  <a:gd name="T3" fmla="*/ 6 h 10"/>
                  <a:gd name="T4" fmla="*/ 20 w 20"/>
                  <a:gd name="T5" fmla="*/ 2 h 10"/>
                  <a:gd name="T6" fmla="*/ 18 w 20"/>
                  <a:gd name="T7" fmla="*/ 0 h 10"/>
                  <a:gd name="T8" fmla="*/ 15 w 20"/>
                  <a:gd name="T9" fmla="*/ 2 h 10"/>
                  <a:gd name="T10" fmla="*/ 13 w 20"/>
                  <a:gd name="T11" fmla="*/ 0 h 10"/>
                  <a:gd name="T12" fmla="*/ 9 w 20"/>
                  <a:gd name="T13" fmla="*/ 2 h 10"/>
                  <a:gd name="T14" fmla="*/ 9 w 20"/>
                  <a:gd name="T15" fmla="*/ 2 h 10"/>
                  <a:gd name="T16" fmla="*/ 7 w 20"/>
                  <a:gd name="T17" fmla="*/ 2 h 10"/>
                  <a:gd name="T18" fmla="*/ 7 w 20"/>
                  <a:gd name="T19" fmla="*/ 2 h 10"/>
                  <a:gd name="T20" fmla="*/ 7 w 20"/>
                  <a:gd name="T21" fmla="*/ 2 h 10"/>
                  <a:gd name="T22" fmla="*/ 5 w 20"/>
                  <a:gd name="T23" fmla="*/ 4 h 10"/>
                  <a:gd name="T24" fmla="*/ 3 w 20"/>
                  <a:gd name="T25" fmla="*/ 6 h 10"/>
                  <a:gd name="T26" fmla="*/ 0 w 20"/>
                  <a:gd name="T27" fmla="*/ 8 h 10"/>
                  <a:gd name="T28" fmla="*/ 3 w 20"/>
                  <a:gd name="T29" fmla="*/ 8 h 10"/>
                  <a:gd name="T30" fmla="*/ 5 w 20"/>
                  <a:gd name="T31" fmla="*/ 10 h 10"/>
                  <a:gd name="T32" fmla="*/ 9 w 20"/>
                  <a:gd name="T33" fmla="*/ 6 h 10"/>
                  <a:gd name="T34" fmla="*/ 9 w 20"/>
                  <a:gd name="T35" fmla="*/ 6 h 10"/>
                  <a:gd name="T36" fmla="*/ 9 w 20"/>
                  <a:gd name="T37" fmla="*/ 8 h 10"/>
                  <a:gd name="T38" fmla="*/ 13 w 20"/>
                  <a:gd name="T39" fmla="*/ 8 h 10"/>
                  <a:gd name="T40" fmla="*/ 9 w 20"/>
                  <a:gd name="T41" fmla="*/ 4 h 10"/>
                  <a:gd name="T42" fmla="*/ 9 w 20"/>
                  <a:gd name="T43" fmla="*/ 4 h 10"/>
                  <a:gd name="T44" fmla="*/ 9 w 20"/>
                  <a:gd name="T45" fmla="*/ 4 h 10"/>
                  <a:gd name="T46" fmla="*/ 9 w 20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10">
                    <a:moveTo>
                      <a:pt x="13" y="8"/>
                    </a:moveTo>
                    <a:lnTo>
                      <a:pt x="18" y="6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3" y="8"/>
                    </a:lnTo>
                    <a:close/>
                    <a:moveTo>
                      <a:pt x="9" y="4"/>
                    </a:move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5" name="Freeform 6264">
                <a:extLst>
                  <a:ext uri="{FF2B5EF4-FFF2-40B4-BE49-F238E27FC236}">
                    <a16:creationId xmlns:a16="http://schemas.microsoft.com/office/drawing/2014/main" id="{799D6B94-5134-451C-B0F0-FC557E235E0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57" y="296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2 w 8"/>
                  <a:gd name="T3" fmla="*/ 0 h 7"/>
                  <a:gd name="T4" fmla="*/ 0 w 8"/>
                  <a:gd name="T5" fmla="*/ 1 h 7"/>
                  <a:gd name="T6" fmla="*/ 0 w 8"/>
                  <a:gd name="T7" fmla="*/ 3 h 7"/>
                  <a:gd name="T8" fmla="*/ 2 w 8"/>
                  <a:gd name="T9" fmla="*/ 7 h 7"/>
                  <a:gd name="T10" fmla="*/ 4 w 8"/>
                  <a:gd name="T11" fmla="*/ 3 h 7"/>
                  <a:gd name="T12" fmla="*/ 6 w 8"/>
                  <a:gd name="T13" fmla="*/ 3 h 7"/>
                  <a:gd name="T14" fmla="*/ 8 w 8"/>
                  <a:gd name="T15" fmla="*/ 3 h 7"/>
                  <a:gd name="T16" fmla="*/ 6 w 8"/>
                  <a:gd name="T17" fmla="*/ 1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6" name="Freeform 6265">
                <a:extLst>
                  <a:ext uri="{FF2B5EF4-FFF2-40B4-BE49-F238E27FC236}">
                    <a16:creationId xmlns:a16="http://schemas.microsoft.com/office/drawing/2014/main" id="{6763E4C9-9792-48BC-AEF0-33D1174363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2" y="289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4 w 5"/>
                  <a:gd name="T5" fmla="*/ 3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7" name="Freeform 6266">
                <a:extLst>
                  <a:ext uri="{FF2B5EF4-FFF2-40B4-BE49-F238E27FC236}">
                    <a16:creationId xmlns:a16="http://schemas.microsoft.com/office/drawing/2014/main" id="{C6BFE032-CBD3-42C0-88A8-A293509FC8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0" y="2877"/>
                <a:ext cx="19" cy="11"/>
              </a:xfrm>
              <a:custGeom>
                <a:avLst/>
                <a:gdLst>
                  <a:gd name="T0" fmla="*/ 10 w 19"/>
                  <a:gd name="T1" fmla="*/ 9 h 11"/>
                  <a:gd name="T2" fmla="*/ 12 w 19"/>
                  <a:gd name="T3" fmla="*/ 9 h 11"/>
                  <a:gd name="T4" fmla="*/ 12 w 19"/>
                  <a:gd name="T5" fmla="*/ 11 h 11"/>
                  <a:gd name="T6" fmla="*/ 19 w 19"/>
                  <a:gd name="T7" fmla="*/ 9 h 11"/>
                  <a:gd name="T8" fmla="*/ 15 w 19"/>
                  <a:gd name="T9" fmla="*/ 7 h 11"/>
                  <a:gd name="T10" fmla="*/ 13 w 19"/>
                  <a:gd name="T11" fmla="*/ 6 h 11"/>
                  <a:gd name="T12" fmla="*/ 12 w 19"/>
                  <a:gd name="T13" fmla="*/ 4 h 11"/>
                  <a:gd name="T14" fmla="*/ 10 w 19"/>
                  <a:gd name="T15" fmla="*/ 2 h 11"/>
                  <a:gd name="T16" fmla="*/ 6 w 19"/>
                  <a:gd name="T17" fmla="*/ 2 h 11"/>
                  <a:gd name="T18" fmla="*/ 0 w 19"/>
                  <a:gd name="T19" fmla="*/ 0 h 11"/>
                  <a:gd name="T20" fmla="*/ 2 w 19"/>
                  <a:gd name="T21" fmla="*/ 4 h 11"/>
                  <a:gd name="T22" fmla="*/ 6 w 19"/>
                  <a:gd name="T23" fmla="*/ 7 h 11"/>
                  <a:gd name="T24" fmla="*/ 6 w 19"/>
                  <a:gd name="T25" fmla="*/ 6 h 11"/>
                  <a:gd name="T26" fmla="*/ 8 w 19"/>
                  <a:gd name="T27" fmla="*/ 7 h 11"/>
                  <a:gd name="T28" fmla="*/ 8 w 19"/>
                  <a:gd name="T29" fmla="*/ 9 h 11"/>
                  <a:gd name="T30" fmla="*/ 10 w 19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1">
                    <a:moveTo>
                      <a:pt x="10" y="9"/>
                    </a:moveTo>
                    <a:lnTo>
                      <a:pt x="12" y="9"/>
                    </a:lnTo>
                    <a:lnTo>
                      <a:pt x="12" y="11"/>
                    </a:lnTo>
                    <a:lnTo>
                      <a:pt x="19" y="9"/>
                    </a:lnTo>
                    <a:lnTo>
                      <a:pt x="15" y="7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8" name="Freeform 6267">
                <a:extLst>
                  <a:ext uri="{FF2B5EF4-FFF2-40B4-BE49-F238E27FC236}">
                    <a16:creationId xmlns:a16="http://schemas.microsoft.com/office/drawing/2014/main" id="{C153927D-081E-4EE0-8AED-F3D1E4E8B1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63" y="2970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8 w 8"/>
                  <a:gd name="T3" fmla="*/ 0 h 4"/>
                  <a:gd name="T4" fmla="*/ 4 w 8"/>
                  <a:gd name="T5" fmla="*/ 0 h 4"/>
                  <a:gd name="T6" fmla="*/ 0 w 8"/>
                  <a:gd name="T7" fmla="*/ 0 h 4"/>
                  <a:gd name="T8" fmla="*/ 2 w 8"/>
                  <a:gd name="T9" fmla="*/ 4 h 4"/>
                  <a:gd name="T10" fmla="*/ 6 w 8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9" name="Freeform 6268">
                <a:extLst>
                  <a:ext uri="{FF2B5EF4-FFF2-40B4-BE49-F238E27FC236}">
                    <a16:creationId xmlns:a16="http://schemas.microsoft.com/office/drawing/2014/main" id="{688520CB-704A-46E4-A005-DD9F8D5919E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74" y="2763"/>
                <a:ext cx="143" cy="166"/>
              </a:xfrm>
              <a:custGeom>
                <a:avLst/>
                <a:gdLst>
                  <a:gd name="T0" fmla="*/ 75 w 77"/>
                  <a:gd name="T1" fmla="*/ 50 h 89"/>
                  <a:gd name="T2" fmla="*/ 67 w 77"/>
                  <a:gd name="T3" fmla="*/ 44 h 89"/>
                  <a:gd name="T4" fmla="*/ 68 w 77"/>
                  <a:gd name="T5" fmla="*/ 41 h 89"/>
                  <a:gd name="T6" fmla="*/ 63 w 77"/>
                  <a:gd name="T7" fmla="*/ 33 h 89"/>
                  <a:gd name="T8" fmla="*/ 65 w 77"/>
                  <a:gd name="T9" fmla="*/ 31 h 89"/>
                  <a:gd name="T10" fmla="*/ 67 w 77"/>
                  <a:gd name="T11" fmla="*/ 29 h 89"/>
                  <a:gd name="T12" fmla="*/ 66 w 77"/>
                  <a:gd name="T13" fmla="*/ 27 h 89"/>
                  <a:gd name="T14" fmla="*/ 71 w 77"/>
                  <a:gd name="T15" fmla="*/ 25 h 89"/>
                  <a:gd name="T16" fmla="*/ 73 w 77"/>
                  <a:gd name="T17" fmla="*/ 20 h 89"/>
                  <a:gd name="T18" fmla="*/ 74 w 77"/>
                  <a:gd name="T19" fmla="*/ 16 h 89"/>
                  <a:gd name="T20" fmla="*/ 69 w 77"/>
                  <a:gd name="T21" fmla="*/ 13 h 89"/>
                  <a:gd name="T22" fmla="*/ 65 w 77"/>
                  <a:gd name="T23" fmla="*/ 12 h 89"/>
                  <a:gd name="T24" fmla="*/ 63 w 77"/>
                  <a:gd name="T25" fmla="*/ 8 h 89"/>
                  <a:gd name="T26" fmla="*/ 62 w 77"/>
                  <a:gd name="T27" fmla="*/ 1 h 89"/>
                  <a:gd name="T28" fmla="*/ 58 w 77"/>
                  <a:gd name="T29" fmla="*/ 3 h 89"/>
                  <a:gd name="T30" fmla="*/ 59 w 77"/>
                  <a:gd name="T31" fmla="*/ 6 h 89"/>
                  <a:gd name="T32" fmla="*/ 54 w 77"/>
                  <a:gd name="T33" fmla="*/ 8 h 89"/>
                  <a:gd name="T34" fmla="*/ 46 w 77"/>
                  <a:gd name="T35" fmla="*/ 17 h 89"/>
                  <a:gd name="T36" fmla="*/ 38 w 77"/>
                  <a:gd name="T37" fmla="*/ 22 h 89"/>
                  <a:gd name="T38" fmla="*/ 33 w 77"/>
                  <a:gd name="T39" fmla="*/ 30 h 89"/>
                  <a:gd name="T40" fmla="*/ 22 w 77"/>
                  <a:gd name="T41" fmla="*/ 36 h 89"/>
                  <a:gd name="T42" fmla="*/ 17 w 77"/>
                  <a:gd name="T43" fmla="*/ 41 h 89"/>
                  <a:gd name="T44" fmla="*/ 16 w 77"/>
                  <a:gd name="T45" fmla="*/ 46 h 89"/>
                  <a:gd name="T46" fmla="*/ 7 w 77"/>
                  <a:gd name="T47" fmla="*/ 42 h 89"/>
                  <a:gd name="T48" fmla="*/ 5 w 77"/>
                  <a:gd name="T49" fmla="*/ 43 h 89"/>
                  <a:gd name="T50" fmla="*/ 1 w 77"/>
                  <a:gd name="T51" fmla="*/ 51 h 89"/>
                  <a:gd name="T52" fmla="*/ 1 w 77"/>
                  <a:gd name="T53" fmla="*/ 59 h 89"/>
                  <a:gd name="T54" fmla="*/ 2 w 77"/>
                  <a:gd name="T55" fmla="*/ 64 h 89"/>
                  <a:gd name="T56" fmla="*/ 4 w 77"/>
                  <a:gd name="T57" fmla="*/ 66 h 89"/>
                  <a:gd name="T58" fmla="*/ 8 w 77"/>
                  <a:gd name="T59" fmla="*/ 67 h 89"/>
                  <a:gd name="T60" fmla="*/ 8 w 77"/>
                  <a:gd name="T61" fmla="*/ 73 h 89"/>
                  <a:gd name="T62" fmla="*/ 12 w 77"/>
                  <a:gd name="T63" fmla="*/ 81 h 89"/>
                  <a:gd name="T64" fmla="*/ 18 w 77"/>
                  <a:gd name="T65" fmla="*/ 81 h 89"/>
                  <a:gd name="T66" fmla="*/ 22 w 77"/>
                  <a:gd name="T67" fmla="*/ 84 h 89"/>
                  <a:gd name="T68" fmla="*/ 27 w 77"/>
                  <a:gd name="T69" fmla="*/ 84 h 89"/>
                  <a:gd name="T70" fmla="*/ 32 w 77"/>
                  <a:gd name="T71" fmla="*/ 82 h 89"/>
                  <a:gd name="T72" fmla="*/ 35 w 77"/>
                  <a:gd name="T73" fmla="*/ 84 h 89"/>
                  <a:gd name="T74" fmla="*/ 40 w 77"/>
                  <a:gd name="T75" fmla="*/ 85 h 89"/>
                  <a:gd name="T76" fmla="*/ 44 w 77"/>
                  <a:gd name="T77" fmla="*/ 89 h 89"/>
                  <a:gd name="T78" fmla="*/ 52 w 77"/>
                  <a:gd name="T79" fmla="*/ 85 h 89"/>
                  <a:gd name="T80" fmla="*/ 56 w 77"/>
                  <a:gd name="T81" fmla="*/ 86 h 89"/>
                  <a:gd name="T82" fmla="*/ 53 w 77"/>
                  <a:gd name="T83" fmla="*/ 83 h 89"/>
                  <a:gd name="T84" fmla="*/ 56 w 77"/>
                  <a:gd name="T85" fmla="*/ 78 h 89"/>
                  <a:gd name="T86" fmla="*/ 56 w 77"/>
                  <a:gd name="T87" fmla="*/ 74 h 89"/>
                  <a:gd name="T88" fmla="*/ 55 w 77"/>
                  <a:gd name="T89" fmla="*/ 72 h 89"/>
                  <a:gd name="T90" fmla="*/ 59 w 77"/>
                  <a:gd name="T91" fmla="*/ 68 h 89"/>
                  <a:gd name="T92" fmla="*/ 63 w 77"/>
                  <a:gd name="T93" fmla="*/ 59 h 89"/>
                  <a:gd name="T94" fmla="*/ 66 w 77"/>
                  <a:gd name="T95" fmla="*/ 52 h 89"/>
                  <a:gd name="T96" fmla="*/ 71 w 77"/>
                  <a:gd name="T97" fmla="*/ 53 h 89"/>
                  <a:gd name="T98" fmla="*/ 64 w 77"/>
                  <a:gd name="T99" fmla="*/ 27 h 89"/>
                  <a:gd name="T100" fmla="*/ 46 w 77"/>
                  <a:gd name="T101" fmla="*/ 20 h 89"/>
                  <a:gd name="T102" fmla="*/ 63 w 77"/>
                  <a:gd name="T103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" h="89">
                    <a:moveTo>
                      <a:pt x="71" y="53"/>
                    </a:moveTo>
                    <a:cubicBezTo>
                      <a:pt x="72" y="52"/>
                      <a:pt x="72" y="52"/>
                      <a:pt x="72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4" y="52"/>
                      <a:pt x="74" y="52"/>
                      <a:pt x="74" y="52"/>
                    </a:cubicBezTo>
                    <a:cubicBezTo>
                      <a:pt x="75" y="50"/>
                      <a:pt x="75" y="50"/>
                      <a:pt x="75" y="50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6" y="81"/>
                      <a:pt x="16" y="81"/>
                      <a:pt x="16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31" y="82"/>
                      <a:pt x="31" y="82"/>
                      <a:pt x="31" y="82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1" y="88"/>
                      <a:pt x="51" y="88"/>
                      <a:pt x="51" y="88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2"/>
                      <a:pt x="54" y="82"/>
                      <a:pt x="54" y="82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3" y="82"/>
                      <a:pt x="53" y="82"/>
                      <a:pt x="53" y="82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6" y="78"/>
                      <a:pt x="56" y="78"/>
                      <a:pt x="56" y="78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2"/>
                      <a:pt x="69" y="52"/>
                      <a:pt x="69" y="52"/>
                    </a:cubicBezTo>
                    <a:lnTo>
                      <a:pt x="71" y="53"/>
                    </a:lnTo>
                    <a:close/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6"/>
                      <a:pt x="64" y="26"/>
                      <a:pt x="64" y="26"/>
                    </a:cubicBezTo>
                    <a:close/>
                    <a:moveTo>
                      <a:pt x="46" y="20"/>
                    </a:move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20"/>
                      <a:pt x="46" y="20"/>
                      <a:pt x="46" y="20"/>
                    </a:cubicBezTo>
                    <a:close/>
                    <a:moveTo>
                      <a:pt x="63" y="30"/>
                    </a:move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1"/>
                      <a:pt x="63" y="31"/>
                      <a:pt x="63" y="31"/>
                    </a:cubicBezTo>
                    <a:lnTo>
                      <a:pt x="6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0" name="Freeform 6269">
                <a:extLst>
                  <a:ext uri="{FF2B5EF4-FFF2-40B4-BE49-F238E27FC236}">
                    <a16:creationId xmlns:a16="http://schemas.microsoft.com/office/drawing/2014/main" id="{61310C3B-7EB9-43FB-A043-6E103C61B0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83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0 h 3"/>
                  <a:gd name="T4" fmla="*/ 4 w 8"/>
                  <a:gd name="T5" fmla="*/ 3 h 3"/>
                  <a:gd name="T6" fmla="*/ 8 w 8"/>
                  <a:gd name="T7" fmla="*/ 3 h 3"/>
                  <a:gd name="T8" fmla="*/ 4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8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1" name="Freeform 6270">
                <a:extLst>
                  <a:ext uri="{FF2B5EF4-FFF2-40B4-BE49-F238E27FC236}">
                    <a16:creationId xmlns:a16="http://schemas.microsoft.com/office/drawing/2014/main" id="{167EC698-0788-4EC8-8F39-1EE1331890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8" y="2870"/>
                <a:ext cx="20" cy="7"/>
              </a:xfrm>
              <a:custGeom>
                <a:avLst/>
                <a:gdLst>
                  <a:gd name="T0" fmla="*/ 20 w 20"/>
                  <a:gd name="T1" fmla="*/ 5 h 7"/>
                  <a:gd name="T2" fmla="*/ 20 w 20"/>
                  <a:gd name="T3" fmla="*/ 1 h 7"/>
                  <a:gd name="T4" fmla="*/ 17 w 20"/>
                  <a:gd name="T5" fmla="*/ 0 h 7"/>
                  <a:gd name="T6" fmla="*/ 11 w 20"/>
                  <a:gd name="T7" fmla="*/ 0 h 7"/>
                  <a:gd name="T8" fmla="*/ 9 w 20"/>
                  <a:gd name="T9" fmla="*/ 1 h 7"/>
                  <a:gd name="T10" fmla="*/ 5 w 20"/>
                  <a:gd name="T11" fmla="*/ 1 h 7"/>
                  <a:gd name="T12" fmla="*/ 4 w 20"/>
                  <a:gd name="T13" fmla="*/ 3 h 7"/>
                  <a:gd name="T14" fmla="*/ 4 w 20"/>
                  <a:gd name="T15" fmla="*/ 3 h 7"/>
                  <a:gd name="T16" fmla="*/ 0 w 20"/>
                  <a:gd name="T17" fmla="*/ 5 h 7"/>
                  <a:gd name="T18" fmla="*/ 7 w 20"/>
                  <a:gd name="T19" fmla="*/ 7 h 7"/>
                  <a:gd name="T20" fmla="*/ 11 w 20"/>
                  <a:gd name="T21" fmla="*/ 7 h 7"/>
                  <a:gd name="T22" fmla="*/ 15 w 20"/>
                  <a:gd name="T23" fmla="*/ 7 h 7"/>
                  <a:gd name="T24" fmla="*/ 15 w 20"/>
                  <a:gd name="T25" fmla="*/ 5 h 7"/>
                  <a:gd name="T26" fmla="*/ 17 w 20"/>
                  <a:gd name="T27" fmla="*/ 7 h 7"/>
                  <a:gd name="T28" fmla="*/ 20 w 20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7">
                    <a:moveTo>
                      <a:pt x="20" y="5"/>
                    </a:moveTo>
                    <a:lnTo>
                      <a:pt x="20" y="1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7" y="7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2" name="Freeform 6271">
                <a:extLst>
                  <a:ext uri="{FF2B5EF4-FFF2-40B4-BE49-F238E27FC236}">
                    <a16:creationId xmlns:a16="http://schemas.microsoft.com/office/drawing/2014/main" id="{A3F8B93B-2E78-428D-A68E-C7A18D8FA0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836"/>
                <a:ext cx="33" cy="56"/>
              </a:xfrm>
              <a:custGeom>
                <a:avLst/>
                <a:gdLst>
                  <a:gd name="T0" fmla="*/ 9 w 33"/>
                  <a:gd name="T1" fmla="*/ 30 h 56"/>
                  <a:gd name="T2" fmla="*/ 11 w 33"/>
                  <a:gd name="T3" fmla="*/ 32 h 56"/>
                  <a:gd name="T4" fmla="*/ 15 w 33"/>
                  <a:gd name="T5" fmla="*/ 32 h 56"/>
                  <a:gd name="T6" fmla="*/ 16 w 33"/>
                  <a:gd name="T7" fmla="*/ 34 h 56"/>
                  <a:gd name="T8" fmla="*/ 22 w 33"/>
                  <a:gd name="T9" fmla="*/ 32 h 56"/>
                  <a:gd name="T10" fmla="*/ 26 w 33"/>
                  <a:gd name="T11" fmla="*/ 35 h 56"/>
                  <a:gd name="T12" fmla="*/ 33 w 33"/>
                  <a:gd name="T13" fmla="*/ 39 h 56"/>
                  <a:gd name="T14" fmla="*/ 31 w 33"/>
                  <a:gd name="T15" fmla="*/ 35 h 56"/>
                  <a:gd name="T16" fmla="*/ 20 w 33"/>
                  <a:gd name="T17" fmla="*/ 30 h 56"/>
                  <a:gd name="T18" fmla="*/ 20 w 33"/>
                  <a:gd name="T19" fmla="*/ 30 h 56"/>
                  <a:gd name="T20" fmla="*/ 20 w 33"/>
                  <a:gd name="T21" fmla="*/ 28 h 56"/>
                  <a:gd name="T22" fmla="*/ 15 w 33"/>
                  <a:gd name="T23" fmla="*/ 24 h 56"/>
                  <a:gd name="T24" fmla="*/ 15 w 33"/>
                  <a:gd name="T25" fmla="*/ 24 h 56"/>
                  <a:gd name="T26" fmla="*/ 13 w 33"/>
                  <a:gd name="T27" fmla="*/ 24 h 56"/>
                  <a:gd name="T28" fmla="*/ 15 w 33"/>
                  <a:gd name="T29" fmla="*/ 22 h 56"/>
                  <a:gd name="T30" fmla="*/ 20 w 33"/>
                  <a:gd name="T31" fmla="*/ 20 h 56"/>
                  <a:gd name="T32" fmla="*/ 22 w 33"/>
                  <a:gd name="T33" fmla="*/ 15 h 56"/>
                  <a:gd name="T34" fmla="*/ 22 w 33"/>
                  <a:gd name="T35" fmla="*/ 13 h 56"/>
                  <a:gd name="T36" fmla="*/ 20 w 33"/>
                  <a:gd name="T37" fmla="*/ 11 h 56"/>
                  <a:gd name="T38" fmla="*/ 15 w 33"/>
                  <a:gd name="T39" fmla="*/ 13 h 56"/>
                  <a:gd name="T40" fmla="*/ 11 w 33"/>
                  <a:gd name="T41" fmla="*/ 15 h 56"/>
                  <a:gd name="T42" fmla="*/ 11 w 33"/>
                  <a:gd name="T43" fmla="*/ 9 h 56"/>
                  <a:gd name="T44" fmla="*/ 7 w 33"/>
                  <a:gd name="T45" fmla="*/ 9 h 56"/>
                  <a:gd name="T46" fmla="*/ 7 w 33"/>
                  <a:gd name="T47" fmla="*/ 7 h 56"/>
                  <a:gd name="T48" fmla="*/ 9 w 33"/>
                  <a:gd name="T49" fmla="*/ 6 h 56"/>
                  <a:gd name="T50" fmla="*/ 11 w 33"/>
                  <a:gd name="T51" fmla="*/ 2 h 56"/>
                  <a:gd name="T52" fmla="*/ 11 w 33"/>
                  <a:gd name="T53" fmla="*/ 9 h 56"/>
                  <a:gd name="T54" fmla="*/ 15 w 33"/>
                  <a:gd name="T55" fmla="*/ 7 h 56"/>
                  <a:gd name="T56" fmla="*/ 16 w 33"/>
                  <a:gd name="T57" fmla="*/ 7 h 56"/>
                  <a:gd name="T58" fmla="*/ 20 w 33"/>
                  <a:gd name="T59" fmla="*/ 4 h 56"/>
                  <a:gd name="T60" fmla="*/ 18 w 33"/>
                  <a:gd name="T61" fmla="*/ 2 h 56"/>
                  <a:gd name="T62" fmla="*/ 15 w 33"/>
                  <a:gd name="T63" fmla="*/ 0 h 56"/>
                  <a:gd name="T64" fmla="*/ 13 w 33"/>
                  <a:gd name="T65" fmla="*/ 2 h 56"/>
                  <a:gd name="T66" fmla="*/ 11 w 33"/>
                  <a:gd name="T67" fmla="*/ 2 h 56"/>
                  <a:gd name="T68" fmla="*/ 11 w 33"/>
                  <a:gd name="T69" fmla="*/ 2 h 56"/>
                  <a:gd name="T70" fmla="*/ 7 w 33"/>
                  <a:gd name="T71" fmla="*/ 4 h 56"/>
                  <a:gd name="T72" fmla="*/ 1 w 33"/>
                  <a:gd name="T73" fmla="*/ 7 h 56"/>
                  <a:gd name="T74" fmla="*/ 1 w 33"/>
                  <a:gd name="T75" fmla="*/ 11 h 56"/>
                  <a:gd name="T76" fmla="*/ 1 w 33"/>
                  <a:gd name="T77" fmla="*/ 15 h 56"/>
                  <a:gd name="T78" fmla="*/ 0 w 33"/>
                  <a:gd name="T79" fmla="*/ 15 h 56"/>
                  <a:gd name="T80" fmla="*/ 0 w 33"/>
                  <a:gd name="T81" fmla="*/ 20 h 56"/>
                  <a:gd name="T82" fmla="*/ 1 w 33"/>
                  <a:gd name="T83" fmla="*/ 22 h 56"/>
                  <a:gd name="T84" fmla="*/ 1 w 33"/>
                  <a:gd name="T85" fmla="*/ 24 h 56"/>
                  <a:gd name="T86" fmla="*/ 1 w 33"/>
                  <a:gd name="T87" fmla="*/ 26 h 56"/>
                  <a:gd name="T88" fmla="*/ 0 w 33"/>
                  <a:gd name="T89" fmla="*/ 30 h 56"/>
                  <a:gd name="T90" fmla="*/ 3 w 33"/>
                  <a:gd name="T91" fmla="*/ 32 h 56"/>
                  <a:gd name="T92" fmla="*/ 3 w 33"/>
                  <a:gd name="T93" fmla="*/ 34 h 56"/>
                  <a:gd name="T94" fmla="*/ 3 w 33"/>
                  <a:gd name="T95" fmla="*/ 34 h 56"/>
                  <a:gd name="T96" fmla="*/ 1 w 33"/>
                  <a:gd name="T97" fmla="*/ 37 h 56"/>
                  <a:gd name="T98" fmla="*/ 3 w 33"/>
                  <a:gd name="T99" fmla="*/ 41 h 56"/>
                  <a:gd name="T100" fmla="*/ 7 w 33"/>
                  <a:gd name="T101" fmla="*/ 43 h 56"/>
                  <a:gd name="T102" fmla="*/ 9 w 33"/>
                  <a:gd name="T103" fmla="*/ 47 h 56"/>
                  <a:gd name="T104" fmla="*/ 11 w 33"/>
                  <a:gd name="T105" fmla="*/ 48 h 56"/>
                  <a:gd name="T106" fmla="*/ 13 w 33"/>
                  <a:gd name="T107" fmla="*/ 56 h 56"/>
                  <a:gd name="T108" fmla="*/ 15 w 33"/>
                  <a:gd name="T109" fmla="*/ 48 h 56"/>
                  <a:gd name="T110" fmla="*/ 16 w 33"/>
                  <a:gd name="T111" fmla="*/ 48 h 56"/>
                  <a:gd name="T112" fmla="*/ 15 w 33"/>
                  <a:gd name="T113" fmla="*/ 45 h 56"/>
                  <a:gd name="T114" fmla="*/ 11 w 33"/>
                  <a:gd name="T115" fmla="*/ 43 h 56"/>
                  <a:gd name="T116" fmla="*/ 11 w 33"/>
                  <a:gd name="T117" fmla="*/ 39 h 56"/>
                  <a:gd name="T118" fmla="*/ 7 w 33"/>
                  <a:gd name="T119" fmla="*/ 35 h 56"/>
                  <a:gd name="T120" fmla="*/ 7 w 33"/>
                  <a:gd name="T121" fmla="*/ 30 h 56"/>
                  <a:gd name="T122" fmla="*/ 9 w 33"/>
                  <a:gd name="T123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" h="56">
                    <a:moveTo>
                      <a:pt x="9" y="30"/>
                    </a:moveTo>
                    <a:lnTo>
                      <a:pt x="11" y="32"/>
                    </a:lnTo>
                    <a:lnTo>
                      <a:pt x="15" y="32"/>
                    </a:lnTo>
                    <a:lnTo>
                      <a:pt x="16" y="34"/>
                    </a:lnTo>
                    <a:lnTo>
                      <a:pt x="22" y="32"/>
                    </a:lnTo>
                    <a:lnTo>
                      <a:pt x="26" y="35"/>
                    </a:lnTo>
                    <a:lnTo>
                      <a:pt x="33" y="39"/>
                    </a:lnTo>
                    <a:lnTo>
                      <a:pt x="31" y="35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5" y="22"/>
                    </a:lnTo>
                    <a:lnTo>
                      <a:pt x="20" y="20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5" y="13"/>
                    </a:lnTo>
                    <a:lnTo>
                      <a:pt x="11" y="15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2"/>
                    </a:lnTo>
                    <a:lnTo>
                      <a:pt x="11" y="9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1" y="7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1" y="24"/>
                    </a:lnTo>
                    <a:lnTo>
                      <a:pt x="1" y="26"/>
                    </a:lnTo>
                    <a:lnTo>
                      <a:pt x="0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1" y="37"/>
                    </a:lnTo>
                    <a:lnTo>
                      <a:pt x="3" y="41"/>
                    </a:lnTo>
                    <a:lnTo>
                      <a:pt x="7" y="43"/>
                    </a:lnTo>
                    <a:lnTo>
                      <a:pt x="9" y="47"/>
                    </a:lnTo>
                    <a:lnTo>
                      <a:pt x="11" y="48"/>
                    </a:lnTo>
                    <a:lnTo>
                      <a:pt x="13" y="56"/>
                    </a:lnTo>
                    <a:lnTo>
                      <a:pt x="15" y="48"/>
                    </a:lnTo>
                    <a:lnTo>
                      <a:pt x="16" y="48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1" y="39"/>
                    </a:lnTo>
                    <a:lnTo>
                      <a:pt x="7" y="35"/>
                    </a:lnTo>
                    <a:lnTo>
                      <a:pt x="7" y="30"/>
                    </a:lnTo>
                    <a:lnTo>
                      <a:pt x="9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3" name="Freeform 6272">
                <a:extLst>
                  <a:ext uri="{FF2B5EF4-FFF2-40B4-BE49-F238E27FC236}">
                    <a16:creationId xmlns:a16="http://schemas.microsoft.com/office/drawing/2014/main" id="{497A5992-7F38-4F53-8CBC-82FC0CF31E8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90"/>
                <a:ext cx="34" cy="7"/>
              </a:xfrm>
              <a:custGeom>
                <a:avLst/>
                <a:gdLst>
                  <a:gd name="T0" fmla="*/ 6 w 18"/>
                  <a:gd name="T1" fmla="*/ 2 h 4"/>
                  <a:gd name="T2" fmla="*/ 6 w 18"/>
                  <a:gd name="T3" fmla="*/ 2 h 4"/>
                  <a:gd name="T4" fmla="*/ 6 w 18"/>
                  <a:gd name="T5" fmla="*/ 2 h 4"/>
                  <a:gd name="T6" fmla="*/ 9 w 18"/>
                  <a:gd name="T7" fmla="*/ 4 h 4"/>
                  <a:gd name="T8" fmla="*/ 13 w 18"/>
                  <a:gd name="T9" fmla="*/ 4 h 4"/>
                  <a:gd name="T10" fmla="*/ 16 w 18"/>
                  <a:gd name="T11" fmla="*/ 4 h 4"/>
                  <a:gd name="T12" fmla="*/ 18 w 18"/>
                  <a:gd name="T13" fmla="*/ 2 h 4"/>
                  <a:gd name="T14" fmla="*/ 14 w 18"/>
                  <a:gd name="T15" fmla="*/ 1 h 4"/>
                  <a:gd name="T16" fmla="*/ 13 w 18"/>
                  <a:gd name="T17" fmla="*/ 2 h 4"/>
                  <a:gd name="T18" fmla="*/ 11 w 18"/>
                  <a:gd name="T19" fmla="*/ 1 h 4"/>
                  <a:gd name="T20" fmla="*/ 9 w 18"/>
                  <a:gd name="T21" fmla="*/ 2 h 4"/>
                  <a:gd name="T22" fmla="*/ 7 w 18"/>
                  <a:gd name="T23" fmla="*/ 1 h 4"/>
                  <a:gd name="T24" fmla="*/ 8 w 18"/>
                  <a:gd name="T25" fmla="*/ 0 h 4"/>
                  <a:gd name="T26" fmla="*/ 0 w 18"/>
                  <a:gd name="T27" fmla="*/ 0 h 4"/>
                  <a:gd name="T28" fmla="*/ 4 w 18"/>
                  <a:gd name="T29" fmla="*/ 2 h 4"/>
                  <a:gd name="T30" fmla="*/ 6 w 18"/>
                  <a:gd name="T31" fmla="*/ 1 h 4"/>
                  <a:gd name="T32" fmla="*/ 6 w 18"/>
                  <a:gd name="T3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4" name="Freeform 6273">
                <a:extLst>
                  <a:ext uri="{FF2B5EF4-FFF2-40B4-BE49-F238E27FC236}">
                    <a16:creationId xmlns:a16="http://schemas.microsoft.com/office/drawing/2014/main" id="{0CD47998-4C82-4E31-B534-AAC12A5B63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20" y="2944"/>
                <a:ext cx="13" cy="24"/>
              </a:xfrm>
              <a:custGeom>
                <a:avLst/>
                <a:gdLst>
                  <a:gd name="T0" fmla="*/ 11 w 13"/>
                  <a:gd name="T1" fmla="*/ 0 h 24"/>
                  <a:gd name="T2" fmla="*/ 7 w 13"/>
                  <a:gd name="T3" fmla="*/ 2 h 24"/>
                  <a:gd name="T4" fmla="*/ 7 w 13"/>
                  <a:gd name="T5" fmla="*/ 2 h 24"/>
                  <a:gd name="T6" fmla="*/ 7 w 13"/>
                  <a:gd name="T7" fmla="*/ 2 h 24"/>
                  <a:gd name="T8" fmla="*/ 6 w 13"/>
                  <a:gd name="T9" fmla="*/ 4 h 24"/>
                  <a:gd name="T10" fmla="*/ 0 w 13"/>
                  <a:gd name="T11" fmla="*/ 6 h 24"/>
                  <a:gd name="T12" fmla="*/ 4 w 13"/>
                  <a:gd name="T13" fmla="*/ 6 h 24"/>
                  <a:gd name="T14" fmla="*/ 2 w 13"/>
                  <a:gd name="T15" fmla="*/ 8 h 24"/>
                  <a:gd name="T16" fmla="*/ 6 w 13"/>
                  <a:gd name="T17" fmla="*/ 8 h 24"/>
                  <a:gd name="T18" fmla="*/ 6 w 13"/>
                  <a:gd name="T19" fmla="*/ 9 h 24"/>
                  <a:gd name="T20" fmla="*/ 2 w 13"/>
                  <a:gd name="T21" fmla="*/ 9 h 24"/>
                  <a:gd name="T22" fmla="*/ 2 w 13"/>
                  <a:gd name="T23" fmla="*/ 11 h 24"/>
                  <a:gd name="T24" fmla="*/ 0 w 13"/>
                  <a:gd name="T25" fmla="*/ 9 h 24"/>
                  <a:gd name="T26" fmla="*/ 2 w 13"/>
                  <a:gd name="T27" fmla="*/ 15 h 24"/>
                  <a:gd name="T28" fmla="*/ 2 w 13"/>
                  <a:gd name="T29" fmla="*/ 17 h 24"/>
                  <a:gd name="T30" fmla="*/ 2 w 13"/>
                  <a:gd name="T31" fmla="*/ 17 h 24"/>
                  <a:gd name="T32" fmla="*/ 2 w 13"/>
                  <a:gd name="T33" fmla="*/ 22 h 24"/>
                  <a:gd name="T34" fmla="*/ 4 w 13"/>
                  <a:gd name="T35" fmla="*/ 24 h 24"/>
                  <a:gd name="T36" fmla="*/ 6 w 13"/>
                  <a:gd name="T37" fmla="*/ 22 h 24"/>
                  <a:gd name="T38" fmla="*/ 7 w 13"/>
                  <a:gd name="T39" fmla="*/ 22 h 24"/>
                  <a:gd name="T40" fmla="*/ 7 w 13"/>
                  <a:gd name="T41" fmla="*/ 24 h 24"/>
                  <a:gd name="T42" fmla="*/ 7 w 13"/>
                  <a:gd name="T43" fmla="*/ 22 h 24"/>
                  <a:gd name="T44" fmla="*/ 9 w 13"/>
                  <a:gd name="T45" fmla="*/ 21 h 24"/>
                  <a:gd name="T46" fmla="*/ 9 w 13"/>
                  <a:gd name="T47" fmla="*/ 19 h 24"/>
                  <a:gd name="T48" fmla="*/ 11 w 13"/>
                  <a:gd name="T49" fmla="*/ 19 h 24"/>
                  <a:gd name="T50" fmla="*/ 9 w 13"/>
                  <a:gd name="T51" fmla="*/ 21 h 24"/>
                  <a:gd name="T52" fmla="*/ 11 w 13"/>
                  <a:gd name="T53" fmla="*/ 22 h 24"/>
                  <a:gd name="T54" fmla="*/ 13 w 13"/>
                  <a:gd name="T55" fmla="*/ 21 h 24"/>
                  <a:gd name="T56" fmla="*/ 13 w 13"/>
                  <a:gd name="T57" fmla="*/ 17 h 24"/>
                  <a:gd name="T58" fmla="*/ 11 w 13"/>
                  <a:gd name="T59" fmla="*/ 17 h 24"/>
                  <a:gd name="T60" fmla="*/ 11 w 13"/>
                  <a:gd name="T61" fmla="*/ 15 h 24"/>
                  <a:gd name="T62" fmla="*/ 11 w 13"/>
                  <a:gd name="T63" fmla="*/ 15 h 24"/>
                  <a:gd name="T64" fmla="*/ 13 w 13"/>
                  <a:gd name="T65" fmla="*/ 13 h 24"/>
                  <a:gd name="T66" fmla="*/ 13 w 13"/>
                  <a:gd name="T67" fmla="*/ 11 h 24"/>
                  <a:gd name="T68" fmla="*/ 13 w 13"/>
                  <a:gd name="T69" fmla="*/ 11 h 24"/>
                  <a:gd name="T70" fmla="*/ 13 w 13"/>
                  <a:gd name="T71" fmla="*/ 9 h 24"/>
                  <a:gd name="T72" fmla="*/ 11 w 13"/>
                  <a:gd name="T73" fmla="*/ 8 h 24"/>
                  <a:gd name="T74" fmla="*/ 13 w 13"/>
                  <a:gd name="T75" fmla="*/ 8 h 24"/>
                  <a:gd name="T76" fmla="*/ 13 w 13"/>
                  <a:gd name="T77" fmla="*/ 4 h 24"/>
                  <a:gd name="T78" fmla="*/ 13 w 13"/>
                  <a:gd name="T79" fmla="*/ 6 h 24"/>
                  <a:gd name="T80" fmla="*/ 11 w 13"/>
                  <a:gd name="T8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9" y="21"/>
                    </a:lnTo>
                    <a:lnTo>
                      <a:pt x="11" y="22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5" name="Freeform 6274">
                <a:extLst>
                  <a:ext uri="{FF2B5EF4-FFF2-40B4-BE49-F238E27FC236}">
                    <a16:creationId xmlns:a16="http://schemas.microsoft.com/office/drawing/2014/main" id="{F2C490A8-7094-4FB2-918E-366A7BE9E3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9" y="2942"/>
                <a:ext cx="14" cy="13"/>
              </a:xfrm>
              <a:custGeom>
                <a:avLst/>
                <a:gdLst>
                  <a:gd name="T0" fmla="*/ 6 w 14"/>
                  <a:gd name="T1" fmla="*/ 13 h 13"/>
                  <a:gd name="T2" fmla="*/ 6 w 14"/>
                  <a:gd name="T3" fmla="*/ 13 h 13"/>
                  <a:gd name="T4" fmla="*/ 6 w 14"/>
                  <a:gd name="T5" fmla="*/ 13 h 13"/>
                  <a:gd name="T6" fmla="*/ 10 w 14"/>
                  <a:gd name="T7" fmla="*/ 11 h 13"/>
                  <a:gd name="T8" fmla="*/ 12 w 14"/>
                  <a:gd name="T9" fmla="*/ 6 h 13"/>
                  <a:gd name="T10" fmla="*/ 14 w 14"/>
                  <a:gd name="T11" fmla="*/ 0 h 13"/>
                  <a:gd name="T12" fmla="*/ 8 w 14"/>
                  <a:gd name="T13" fmla="*/ 4 h 13"/>
                  <a:gd name="T14" fmla="*/ 6 w 14"/>
                  <a:gd name="T15" fmla="*/ 8 h 13"/>
                  <a:gd name="T16" fmla="*/ 0 w 14"/>
                  <a:gd name="T17" fmla="*/ 0 h 13"/>
                  <a:gd name="T18" fmla="*/ 4 w 14"/>
                  <a:gd name="T19" fmla="*/ 8 h 13"/>
                  <a:gd name="T20" fmla="*/ 4 w 14"/>
                  <a:gd name="T21" fmla="*/ 11 h 13"/>
                  <a:gd name="T22" fmla="*/ 4 w 14"/>
                  <a:gd name="T23" fmla="*/ 11 h 13"/>
                  <a:gd name="T24" fmla="*/ 4 w 14"/>
                  <a:gd name="T25" fmla="*/ 13 h 13"/>
                  <a:gd name="T26" fmla="*/ 6 w 14"/>
                  <a:gd name="T2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lnTo>
                      <a:pt x="6" y="13"/>
                    </a:lnTo>
                    <a:lnTo>
                      <a:pt x="6" y="13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6" name="Freeform 6275">
                <a:extLst>
                  <a:ext uri="{FF2B5EF4-FFF2-40B4-BE49-F238E27FC236}">
                    <a16:creationId xmlns:a16="http://schemas.microsoft.com/office/drawing/2014/main" id="{8149B6AF-A1A8-4C60-9C9A-F0165CB908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88" y="2894"/>
                <a:ext cx="33" cy="13"/>
              </a:xfrm>
              <a:custGeom>
                <a:avLst/>
                <a:gdLst>
                  <a:gd name="T0" fmla="*/ 20 w 33"/>
                  <a:gd name="T1" fmla="*/ 5 h 13"/>
                  <a:gd name="T2" fmla="*/ 20 w 33"/>
                  <a:gd name="T3" fmla="*/ 9 h 13"/>
                  <a:gd name="T4" fmla="*/ 22 w 33"/>
                  <a:gd name="T5" fmla="*/ 13 h 13"/>
                  <a:gd name="T6" fmla="*/ 24 w 33"/>
                  <a:gd name="T7" fmla="*/ 13 h 13"/>
                  <a:gd name="T8" fmla="*/ 24 w 33"/>
                  <a:gd name="T9" fmla="*/ 11 h 13"/>
                  <a:gd name="T10" fmla="*/ 22 w 33"/>
                  <a:gd name="T11" fmla="*/ 7 h 13"/>
                  <a:gd name="T12" fmla="*/ 22 w 33"/>
                  <a:gd name="T13" fmla="*/ 5 h 13"/>
                  <a:gd name="T14" fmla="*/ 33 w 33"/>
                  <a:gd name="T15" fmla="*/ 2 h 13"/>
                  <a:gd name="T16" fmla="*/ 28 w 33"/>
                  <a:gd name="T17" fmla="*/ 2 h 13"/>
                  <a:gd name="T18" fmla="*/ 20 w 33"/>
                  <a:gd name="T19" fmla="*/ 0 h 13"/>
                  <a:gd name="T20" fmla="*/ 18 w 33"/>
                  <a:gd name="T21" fmla="*/ 2 h 13"/>
                  <a:gd name="T22" fmla="*/ 15 w 33"/>
                  <a:gd name="T23" fmla="*/ 0 h 13"/>
                  <a:gd name="T24" fmla="*/ 15 w 33"/>
                  <a:gd name="T25" fmla="*/ 0 h 13"/>
                  <a:gd name="T26" fmla="*/ 15 w 33"/>
                  <a:gd name="T27" fmla="*/ 0 h 13"/>
                  <a:gd name="T28" fmla="*/ 11 w 33"/>
                  <a:gd name="T29" fmla="*/ 0 h 13"/>
                  <a:gd name="T30" fmla="*/ 9 w 33"/>
                  <a:gd name="T31" fmla="*/ 0 h 13"/>
                  <a:gd name="T32" fmla="*/ 9 w 33"/>
                  <a:gd name="T33" fmla="*/ 0 h 13"/>
                  <a:gd name="T34" fmla="*/ 5 w 33"/>
                  <a:gd name="T35" fmla="*/ 0 h 13"/>
                  <a:gd name="T36" fmla="*/ 4 w 33"/>
                  <a:gd name="T37" fmla="*/ 0 h 13"/>
                  <a:gd name="T38" fmla="*/ 2 w 33"/>
                  <a:gd name="T39" fmla="*/ 0 h 13"/>
                  <a:gd name="T40" fmla="*/ 0 w 33"/>
                  <a:gd name="T41" fmla="*/ 2 h 13"/>
                  <a:gd name="T42" fmla="*/ 0 w 33"/>
                  <a:gd name="T43" fmla="*/ 3 h 13"/>
                  <a:gd name="T44" fmla="*/ 0 w 33"/>
                  <a:gd name="T45" fmla="*/ 5 h 13"/>
                  <a:gd name="T46" fmla="*/ 4 w 33"/>
                  <a:gd name="T47" fmla="*/ 7 h 13"/>
                  <a:gd name="T48" fmla="*/ 7 w 33"/>
                  <a:gd name="T49" fmla="*/ 5 h 13"/>
                  <a:gd name="T50" fmla="*/ 9 w 33"/>
                  <a:gd name="T51" fmla="*/ 5 h 13"/>
                  <a:gd name="T52" fmla="*/ 11 w 33"/>
                  <a:gd name="T53" fmla="*/ 3 h 13"/>
                  <a:gd name="T54" fmla="*/ 15 w 33"/>
                  <a:gd name="T55" fmla="*/ 5 h 13"/>
                  <a:gd name="T56" fmla="*/ 15 w 33"/>
                  <a:gd name="T57" fmla="*/ 5 h 13"/>
                  <a:gd name="T58" fmla="*/ 18 w 33"/>
                  <a:gd name="T59" fmla="*/ 5 h 13"/>
                  <a:gd name="T60" fmla="*/ 20 w 33"/>
                  <a:gd name="T6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13">
                    <a:moveTo>
                      <a:pt x="20" y="5"/>
                    </a:moveTo>
                    <a:lnTo>
                      <a:pt x="20" y="9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33" y="2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7" name="Freeform 6276">
                <a:extLst>
                  <a:ext uri="{FF2B5EF4-FFF2-40B4-BE49-F238E27FC236}">
                    <a16:creationId xmlns:a16="http://schemas.microsoft.com/office/drawing/2014/main" id="{C2A5BFA1-3977-4269-828B-F377D2CA05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9" y="2983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6 w 6"/>
                  <a:gd name="T5" fmla="*/ 4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8" name="Freeform 6277">
                <a:extLst>
                  <a:ext uri="{FF2B5EF4-FFF2-40B4-BE49-F238E27FC236}">
                    <a16:creationId xmlns:a16="http://schemas.microsoft.com/office/drawing/2014/main" id="{81D400E6-BC0D-42D6-8EA1-1A0570786A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8" y="2989"/>
                <a:ext cx="67" cy="37"/>
              </a:xfrm>
              <a:custGeom>
                <a:avLst/>
                <a:gdLst>
                  <a:gd name="T0" fmla="*/ 13 w 67"/>
                  <a:gd name="T1" fmla="*/ 30 h 37"/>
                  <a:gd name="T2" fmla="*/ 19 w 67"/>
                  <a:gd name="T3" fmla="*/ 30 h 37"/>
                  <a:gd name="T4" fmla="*/ 22 w 67"/>
                  <a:gd name="T5" fmla="*/ 26 h 37"/>
                  <a:gd name="T6" fmla="*/ 26 w 67"/>
                  <a:gd name="T7" fmla="*/ 26 h 37"/>
                  <a:gd name="T8" fmla="*/ 28 w 67"/>
                  <a:gd name="T9" fmla="*/ 26 h 37"/>
                  <a:gd name="T10" fmla="*/ 30 w 67"/>
                  <a:gd name="T11" fmla="*/ 24 h 37"/>
                  <a:gd name="T12" fmla="*/ 32 w 67"/>
                  <a:gd name="T13" fmla="*/ 20 h 37"/>
                  <a:gd name="T14" fmla="*/ 37 w 67"/>
                  <a:gd name="T15" fmla="*/ 17 h 37"/>
                  <a:gd name="T16" fmla="*/ 39 w 67"/>
                  <a:gd name="T17" fmla="*/ 17 h 37"/>
                  <a:gd name="T18" fmla="*/ 41 w 67"/>
                  <a:gd name="T19" fmla="*/ 15 h 37"/>
                  <a:gd name="T20" fmla="*/ 43 w 67"/>
                  <a:gd name="T21" fmla="*/ 13 h 37"/>
                  <a:gd name="T22" fmla="*/ 45 w 67"/>
                  <a:gd name="T23" fmla="*/ 13 h 37"/>
                  <a:gd name="T24" fmla="*/ 47 w 67"/>
                  <a:gd name="T25" fmla="*/ 13 h 37"/>
                  <a:gd name="T26" fmla="*/ 54 w 67"/>
                  <a:gd name="T27" fmla="*/ 11 h 37"/>
                  <a:gd name="T28" fmla="*/ 58 w 67"/>
                  <a:gd name="T29" fmla="*/ 9 h 37"/>
                  <a:gd name="T30" fmla="*/ 61 w 67"/>
                  <a:gd name="T31" fmla="*/ 7 h 37"/>
                  <a:gd name="T32" fmla="*/ 63 w 67"/>
                  <a:gd name="T33" fmla="*/ 5 h 37"/>
                  <a:gd name="T34" fmla="*/ 63 w 67"/>
                  <a:gd name="T35" fmla="*/ 5 h 37"/>
                  <a:gd name="T36" fmla="*/ 67 w 67"/>
                  <a:gd name="T37" fmla="*/ 4 h 37"/>
                  <a:gd name="T38" fmla="*/ 67 w 67"/>
                  <a:gd name="T39" fmla="*/ 2 h 37"/>
                  <a:gd name="T40" fmla="*/ 65 w 67"/>
                  <a:gd name="T41" fmla="*/ 0 h 37"/>
                  <a:gd name="T42" fmla="*/ 60 w 67"/>
                  <a:gd name="T43" fmla="*/ 2 h 37"/>
                  <a:gd name="T44" fmla="*/ 56 w 67"/>
                  <a:gd name="T45" fmla="*/ 0 h 37"/>
                  <a:gd name="T46" fmla="*/ 54 w 67"/>
                  <a:gd name="T47" fmla="*/ 2 h 37"/>
                  <a:gd name="T48" fmla="*/ 50 w 67"/>
                  <a:gd name="T49" fmla="*/ 2 h 37"/>
                  <a:gd name="T50" fmla="*/ 47 w 67"/>
                  <a:gd name="T51" fmla="*/ 2 h 37"/>
                  <a:gd name="T52" fmla="*/ 41 w 67"/>
                  <a:gd name="T53" fmla="*/ 2 h 37"/>
                  <a:gd name="T54" fmla="*/ 35 w 67"/>
                  <a:gd name="T55" fmla="*/ 5 h 37"/>
                  <a:gd name="T56" fmla="*/ 32 w 67"/>
                  <a:gd name="T57" fmla="*/ 7 h 37"/>
                  <a:gd name="T58" fmla="*/ 28 w 67"/>
                  <a:gd name="T59" fmla="*/ 9 h 37"/>
                  <a:gd name="T60" fmla="*/ 24 w 67"/>
                  <a:gd name="T61" fmla="*/ 9 h 37"/>
                  <a:gd name="T62" fmla="*/ 20 w 67"/>
                  <a:gd name="T63" fmla="*/ 13 h 37"/>
                  <a:gd name="T64" fmla="*/ 19 w 67"/>
                  <a:gd name="T65" fmla="*/ 13 h 37"/>
                  <a:gd name="T66" fmla="*/ 17 w 67"/>
                  <a:gd name="T67" fmla="*/ 17 h 37"/>
                  <a:gd name="T68" fmla="*/ 15 w 67"/>
                  <a:gd name="T69" fmla="*/ 20 h 37"/>
                  <a:gd name="T70" fmla="*/ 13 w 67"/>
                  <a:gd name="T71" fmla="*/ 22 h 37"/>
                  <a:gd name="T72" fmla="*/ 13 w 67"/>
                  <a:gd name="T73" fmla="*/ 22 h 37"/>
                  <a:gd name="T74" fmla="*/ 13 w 67"/>
                  <a:gd name="T75" fmla="*/ 24 h 37"/>
                  <a:gd name="T76" fmla="*/ 11 w 67"/>
                  <a:gd name="T77" fmla="*/ 24 h 37"/>
                  <a:gd name="T78" fmla="*/ 7 w 67"/>
                  <a:gd name="T79" fmla="*/ 28 h 37"/>
                  <a:gd name="T80" fmla="*/ 11 w 67"/>
                  <a:gd name="T81" fmla="*/ 28 h 37"/>
                  <a:gd name="T82" fmla="*/ 7 w 67"/>
                  <a:gd name="T83" fmla="*/ 30 h 37"/>
                  <a:gd name="T84" fmla="*/ 7 w 67"/>
                  <a:gd name="T85" fmla="*/ 30 h 37"/>
                  <a:gd name="T86" fmla="*/ 4 w 67"/>
                  <a:gd name="T87" fmla="*/ 32 h 37"/>
                  <a:gd name="T88" fmla="*/ 0 w 67"/>
                  <a:gd name="T89" fmla="*/ 35 h 37"/>
                  <a:gd name="T90" fmla="*/ 6 w 67"/>
                  <a:gd name="T91" fmla="*/ 37 h 37"/>
                  <a:gd name="T92" fmla="*/ 11 w 67"/>
                  <a:gd name="T93" fmla="*/ 33 h 37"/>
                  <a:gd name="T94" fmla="*/ 13 w 67"/>
                  <a:gd name="T95" fmla="*/ 30 h 37"/>
                  <a:gd name="T96" fmla="*/ 11 w 67"/>
                  <a:gd name="T97" fmla="*/ 28 h 37"/>
                  <a:gd name="T98" fmla="*/ 11 w 67"/>
                  <a:gd name="T99" fmla="*/ 28 h 37"/>
                  <a:gd name="T100" fmla="*/ 13 w 67"/>
                  <a:gd name="T101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" h="37">
                    <a:moveTo>
                      <a:pt x="13" y="30"/>
                    </a:moveTo>
                    <a:lnTo>
                      <a:pt x="19" y="30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30" y="24"/>
                    </a:lnTo>
                    <a:lnTo>
                      <a:pt x="32" y="20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5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7" y="13"/>
                    </a:lnTo>
                    <a:lnTo>
                      <a:pt x="54" y="11"/>
                    </a:lnTo>
                    <a:lnTo>
                      <a:pt x="58" y="9"/>
                    </a:lnTo>
                    <a:lnTo>
                      <a:pt x="61" y="7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5" y="0"/>
                    </a:lnTo>
                    <a:lnTo>
                      <a:pt x="60" y="2"/>
                    </a:lnTo>
                    <a:lnTo>
                      <a:pt x="56" y="0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2"/>
                    </a:lnTo>
                    <a:lnTo>
                      <a:pt x="41" y="2"/>
                    </a:lnTo>
                    <a:lnTo>
                      <a:pt x="35" y="5"/>
                    </a:lnTo>
                    <a:lnTo>
                      <a:pt x="32" y="7"/>
                    </a:lnTo>
                    <a:lnTo>
                      <a:pt x="28" y="9"/>
                    </a:lnTo>
                    <a:lnTo>
                      <a:pt x="24" y="9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1" y="24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4" y="32"/>
                    </a:lnTo>
                    <a:lnTo>
                      <a:pt x="0" y="35"/>
                    </a:lnTo>
                    <a:lnTo>
                      <a:pt x="6" y="37"/>
                    </a:lnTo>
                    <a:lnTo>
                      <a:pt x="11" y="33"/>
                    </a:lnTo>
                    <a:lnTo>
                      <a:pt x="13" y="30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9" name="Freeform 6278">
                <a:extLst>
                  <a:ext uri="{FF2B5EF4-FFF2-40B4-BE49-F238E27FC236}">
                    <a16:creationId xmlns:a16="http://schemas.microsoft.com/office/drawing/2014/main" id="{00335AC9-6E0A-4CD5-976B-0EE355266FB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85"/>
                <a:ext cx="11" cy="2"/>
              </a:xfrm>
              <a:custGeom>
                <a:avLst/>
                <a:gdLst>
                  <a:gd name="T0" fmla="*/ 11 w 11"/>
                  <a:gd name="T1" fmla="*/ 2 h 2"/>
                  <a:gd name="T2" fmla="*/ 7 w 11"/>
                  <a:gd name="T3" fmla="*/ 0 h 2"/>
                  <a:gd name="T4" fmla="*/ 0 w 11"/>
                  <a:gd name="T5" fmla="*/ 0 h 2"/>
                  <a:gd name="T6" fmla="*/ 5 w 11"/>
                  <a:gd name="T7" fmla="*/ 2 h 2"/>
                  <a:gd name="T8" fmla="*/ 11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0" name="Freeform 6279">
                <a:extLst>
                  <a:ext uri="{FF2B5EF4-FFF2-40B4-BE49-F238E27FC236}">
                    <a16:creationId xmlns:a16="http://schemas.microsoft.com/office/drawing/2014/main" id="{9B2EDE3F-7C7E-4BE7-A5B1-1DCC490CED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3017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4 w 7"/>
                  <a:gd name="T5" fmla="*/ 5 h 5"/>
                  <a:gd name="T6" fmla="*/ 7 w 7"/>
                  <a:gd name="T7" fmla="*/ 4 h 5"/>
                  <a:gd name="T8" fmla="*/ 6 w 7"/>
                  <a:gd name="T9" fmla="*/ 0 h 5"/>
                  <a:gd name="T10" fmla="*/ 4 w 7"/>
                  <a:gd name="T11" fmla="*/ 0 h 5"/>
                  <a:gd name="T12" fmla="*/ 2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0" y="5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1" name="Freeform 6280">
                <a:extLst>
                  <a:ext uri="{FF2B5EF4-FFF2-40B4-BE49-F238E27FC236}">
                    <a16:creationId xmlns:a16="http://schemas.microsoft.com/office/drawing/2014/main" id="{7264B9EE-7103-4D57-AF53-3636E5E033A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981"/>
                <a:ext cx="67" cy="17"/>
              </a:xfrm>
              <a:custGeom>
                <a:avLst/>
                <a:gdLst>
                  <a:gd name="T0" fmla="*/ 24 w 36"/>
                  <a:gd name="T1" fmla="*/ 7 h 9"/>
                  <a:gd name="T2" fmla="*/ 27 w 36"/>
                  <a:gd name="T3" fmla="*/ 6 h 9"/>
                  <a:gd name="T4" fmla="*/ 26 w 36"/>
                  <a:gd name="T5" fmla="*/ 9 h 9"/>
                  <a:gd name="T6" fmla="*/ 30 w 36"/>
                  <a:gd name="T7" fmla="*/ 5 h 9"/>
                  <a:gd name="T8" fmla="*/ 33 w 36"/>
                  <a:gd name="T9" fmla="*/ 6 h 9"/>
                  <a:gd name="T10" fmla="*/ 36 w 36"/>
                  <a:gd name="T11" fmla="*/ 3 h 9"/>
                  <a:gd name="T12" fmla="*/ 34 w 36"/>
                  <a:gd name="T13" fmla="*/ 3 h 9"/>
                  <a:gd name="T14" fmla="*/ 31 w 36"/>
                  <a:gd name="T15" fmla="*/ 3 h 9"/>
                  <a:gd name="T16" fmla="*/ 30 w 36"/>
                  <a:gd name="T17" fmla="*/ 2 h 9"/>
                  <a:gd name="T18" fmla="*/ 27 w 36"/>
                  <a:gd name="T19" fmla="*/ 0 h 9"/>
                  <a:gd name="T20" fmla="*/ 26 w 36"/>
                  <a:gd name="T21" fmla="*/ 2 h 9"/>
                  <a:gd name="T22" fmla="*/ 24 w 36"/>
                  <a:gd name="T23" fmla="*/ 3 h 9"/>
                  <a:gd name="T24" fmla="*/ 22 w 36"/>
                  <a:gd name="T25" fmla="*/ 4 h 9"/>
                  <a:gd name="T26" fmla="*/ 19 w 36"/>
                  <a:gd name="T27" fmla="*/ 3 h 9"/>
                  <a:gd name="T28" fmla="*/ 15 w 36"/>
                  <a:gd name="T29" fmla="*/ 3 h 9"/>
                  <a:gd name="T30" fmla="*/ 12 w 36"/>
                  <a:gd name="T31" fmla="*/ 2 h 9"/>
                  <a:gd name="T32" fmla="*/ 7 w 36"/>
                  <a:gd name="T33" fmla="*/ 2 h 9"/>
                  <a:gd name="T34" fmla="*/ 4 w 36"/>
                  <a:gd name="T35" fmla="*/ 4 h 9"/>
                  <a:gd name="T36" fmla="*/ 3 w 36"/>
                  <a:gd name="T37" fmla="*/ 5 h 9"/>
                  <a:gd name="T38" fmla="*/ 1 w 36"/>
                  <a:gd name="T39" fmla="*/ 3 h 9"/>
                  <a:gd name="T40" fmla="*/ 2 w 36"/>
                  <a:gd name="T41" fmla="*/ 8 h 9"/>
                  <a:gd name="T42" fmla="*/ 4 w 36"/>
                  <a:gd name="T43" fmla="*/ 7 h 9"/>
                  <a:gd name="T44" fmla="*/ 6 w 36"/>
                  <a:gd name="T45" fmla="*/ 8 h 9"/>
                  <a:gd name="T46" fmla="*/ 8 w 36"/>
                  <a:gd name="T47" fmla="*/ 8 h 9"/>
                  <a:gd name="T48" fmla="*/ 10 w 36"/>
                  <a:gd name="T49" fmla="*/ 8 h 9"/>
                  <a:gd name="T50" fmla="*/ 12 w 36"/>
                  <a:gd name="T51" fmla="*/ 8 h 9"/>
                  <a:gd name="T52" fmla="*/ 14 w 36"/>
                  <a:gd name="T53" fmla="*/ 8 h 9"/>
                  <a:gd name="T54" fmla="*/ 16 w 36"/>
                  <a:gd name="T55" fmla="*/ 7 h 9"/>
                  <a:gd name="T56" fmla="*/ 21 w 36"/>
                  <a:gd name="T57" fmla="*/ 7 h 9"/>
                  <a:gd name="T58" fmla="*/ 31 w 36"/>
                  <a:gd name="T59" fmla="*/ 3 h 9"/>
                  <a:gd name="T60" fmla="*/ 31 w 36"/>
                  <a:gd name="T61" fmla="*/ 4 h 9"/>
                  <a:gd name="T62" fmla="*/ 29 w 36"/>
                  <a:gd name="T63" fmla="*/ 4 h 9"/>
                  <a:gd name="T64" fmla="*/ 29 w 36"/>
                  <a:gd name="T65" fmla="*/ 4 h 9"/>
                  <a:gd name="T66" fmla="*/ 2 w 36"/>
                  <a:gd name="T67" fmla="*/ 5 h 9"/>
                  <a:gd name="T68" fmla="*/ 2 w 36"/>
                  <a:gd name="T6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9">
                    <a:moveTo>
                      <a:pt x="23" y="7"/>
                    </a:move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3" y="7"/>
                    </a:lnTo>
                    <a:close/>
                    <a:moveTo>
                      <a:pt x="31" y="3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lnTo>
                      <a:pt x="31" y="3"/>
                    </a:lnTo>
                    <a:close/>
                    <a:moveTo>
                      <a:pt x="29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2" name="Freeform 6281">
                <a:extLst>
                  <a:ext uri="{FF2B5EF4-FFF2-40B4-BE49-F238E27FC236}">
                    <a16:creationId xmlns:a16="http://schemas.microsoft.com/office/drawing/2014/main" id="{9EE065F1-EE3C-4425-B2E1-F0F6F3E031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2" y="2965"/>
                <a:ext cx="26" cy="22"/>
              </a:xfrm>
              <a:custGeom>
                <a:avLst/>
                <a:gdLst>
                  <a:gd name="T0" fmla="*/ 12 w 14"/>
                  <a:gd name="T1" fmla="*/ 0 h 12"/>
                  <a:gd name="T2" fmla="*/ 10 w 14"/>
                  <a:gd name="T3" fmla="*/ 2 h 12"/>
                  <a:gd name="T4" fmla="*/ 6 w 14"/>
                  <a:gd name="T5" fmla="*/ 1 h 12"/>
                  <a:gd name="T6" fmla="*/ 8 w 14"/>
                  <a:gd name="T7" fmla="*/ 2 h 12"/>
                  <a:gd name="T8" fmla="*/ 7 w 14"/>
                  <a:gd name="T9" fmla="*/ 3 h 12"/>
                  <a:gd name="T10" fmla="*/ 7 w 14"/>
                  <a:gd name="T11" fmla="*/ 4 h 12"/>
                  <a:gd name="T12" fmla="*/ 6 w 14"/>
                  <a:gd name="T13" fmla="*/ 5 h 12"/>
                  <a:gd name="T14" fmla="*/ 7 w 14"/>
                  <a:gd name="T15" fmla="*/ 4 h 12"/>
                  <a:gd name="T16" fmla="*/ 1 w 14"/>
                  <a:gd name="T17" fmla="*/ 4 h 12"/>
                  <a:gd name="T18" fmla="*/ 3 w 14"/>
                  <a:gd name="T19" fmla="*/ 5 h 12"/>
                  <a:gd name="T20" fmla="*/ 0 w 14"/>
                  <a:gd name="T21" fmla="*/ 6 h 12"/>
                  <a:gd name="T22" fmla="*/ 2 w 14"/>
                  <a:gd name="T23" fmla="*/ 6 h 12"/>
                  <a:gd name="T24" fmla="*/ 1 w 14"/>
                  <a:gd name="T25" fmla="*/ 7 h 12"/>
                  <a:gd name="T26" fmla="*/ 2 w 14"/>
                  <a:gd name="T27" fmla="*/ 6 h 12"/>
                  <a:gd name="T28" fmla="*/ 4 w 14"/>
                  <a:gd name="T29" fmla="*/ 7 h 12"/>
                  <a:gd name="T30" fmla="*/ 4 w 14"/>
                  <a:gd name="T31" fmla="*/ 6 h 12"/>
                  <a:gd name="T32" fmla="*/ 4 w 14"/>
                  <a:gd name="T33" fmla="*/ 6 h 12"/>
                  <a:gd name="T34" fmla="*/ 4 w 14"/>
                  <a:gd name="T35" fmla="*/ 6 h 12"/>
                  <a:gd name="T36" fmla="*/ 4 w 14"/>
                  <a:gd name="T37" fmla="*/ 6 h 12"/>
                  <a:gd name="T38" fmla="*/ 4 w 14"/>
                  <a:gd name="T39" fmla="*/ 6 h 12"/>
                  <a:gd name="T40" fmla="*/ 5 w 14"/>
                  <a:gd name="T41" fmla="*/ 6 h 12"/>
                  <a:gd name="T42" fmla="*/ 5 w 14"/>
                  <a:gd name="T43" fmla="*/ 7 h 12"/>
                  <a:gd name="T44" fmla="*/ 5 w 14"/>
                  <a:gd name="T45" fmla="*/ 7 h 12"/>
                  <a:gd name="T46" fmla="*/ 5 w 14"/>
                  <a:gd name="T47" fmla="*/ 7 h 12"/>
                  <a:gd name="T48" fmla="*/ 5 w 14"/>
                  <a:gd name="T49" fmla="*/ 9 h 12"/>
                  <a:gd name="T50" fmla="*/ 5 w 14"/>
                  <a:gd name="T51" fmla="*/ 9 h 12"/>
                  <a:gd name="T52" fmla="*/ 5 w 14"/>
                  <a:gd name="T53" fmla="*/ 9 h 12"/>
                  <a:gd name="T54" fmla="*/ 3 w 14"/>
                  <a:gd name="T55" fmla="*/ 10 h 12"/>
                  <a:gd name="T56" fmla="*/ 2 w 14"/>
                  <a:gd name="T57" fmla="*/ 12 h 12"/>
                  <a:gd name="T58" fmla="*/ 4 w 14"/>
                  <a:gd name="T59" fmla="*/ 12 h 12"/>
                  <a:gd name="T60" fmla="*/ 6 w 14"/>
                  <a:gd name="T61" fmla="*/ 11 h 12"/>
                  <a:gd name="T62" fmla="*/ 6 w 14"/>
                  <a:gd name="T63" fmla="*/ 10 h 12"/>
                  <a:gd name="T64" fmla="*/ 6 w 14"/>
                  <a:gd name="T65" fmla="*/ 10 h 12"/>
                  <a:gd name="T66" fmla="*/ 8 w 14"/>
                  <a:gd name="T67" fmla="*/ 10 h 12"/>
                  <a:gd name="T68" fmla="*/ 9 w 14"/>
                  <a:gd name="T69" fmla="*/ 8 h 12"/>
                  <a:gd name="T70" fmla="*/ 10 w 14"/>
                  <a:gd name="T71" fmla="*/ 6 h 12"/>
                  <a:gd name="T72" fmla="*/ 10 w 14"/>
                  <a:gd name="T73" fmla="*/ 5 h 12"/>
                  <a:gd name="T74" fmla="*/ 10 w 14"/>
                  <a:gd name="T75" fmla="*/ 4 h 12"/>
                  <a:gd name="T76" fmla="*/ 10 w 14"/>
                  <a:gd name="T77" fmla="*/ 3 h 12"/>
                  <a:gd name="T78" fmla="*/ 14 w 14"/>
                  <a:gd name="T79" fmla="*/ 5 h 12"/>
                  <a:gd name="T80" fmla="*/ 12 w 14"/>
                  <a:gd name="T81" fmla="*/ 2 h 12"/>
                  <a:gd name="T82" fmla="*/ 14 w 14"/>
                  <a:gd name="T83" fmla="*/ 1 h 12"/>
                  <a:gd name="T84" fmla="*/ 12 w 14"/>
                  <a:gd name="T8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12">
                    <a:moveTo>
                      <a:pt x="12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3" name="Freeform 6282">
                <a:extLst>
                  <a:ext uri="{FF2B5EF4-FFF2-40B4-BE49-F238E27FC236}">
                    <a16:creationId xmlns:a16="http://schemas.microsoft.com/office/drawing/2014/main" id="{99D042AE-B9E0-4203-8BA6-DF91C87AEF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6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2 w 5"/>
                  <a:gd name="T5" fmla="*/ 0 h 4"/>
                  <a:gd name="T6" fmla="*/ 0 w 5"/>
                  <a:gd name="T7" fmla="*/ 2 h 4"/>
                  <a:gd name="T8" fmla="*/ 0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4" name="Freeform 6283">
                <a:extLst>
                  <a:ext uri="{FF2B5EF4-FFF2-40B4-BE49-F238E27FC236}">
                    <a16:creationId xmlns:a16="http://schemas.microsoft.com/office/drawing/2014/main" id="{939F1C43-FC44-4C2F-B493-93A29C8BB6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7" y="294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0 w 7"/>
                  <a:gd name="T3" fmla="*/ 2 h 8"/>
                  <a:gd name="T4" fmla="*/ 7 w 7"/>
                  <a:gd name="T5" fmla="*/ 8 h 8"/>
                  <a:gd name="T6" fmla="*/ 7 w 7"/>
                  <a:gd name="T7" fmla="*/ 2 h 8"/>
                  <a:gd name="T8" fmla="*/ 5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0" y="2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5" name="Freeform 6284">
                <a:extLst>
                  <a:ext uri="{FF2B5EF4-FFF2-40B4-BE49-F238E27FC236}">
                    <a16:creationId xmlns:a16="http://schemas.microsoft.com/office/drawing/2014/main" id="{DC2FFA2D-7D8B-4621-913C-6A99CDFAE7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284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6 w 15"/>
                  <a:gd name="T3" fmla="*/ 0 h 15"/>
                  <a:gd name="T4" fmla="*/ 4 w 15"/>
                  <a:gd name="T5" fmla="*/ 2 h 15"/>
                  <a:gd name="T6" fmla="*/ 0 w 15"/>
                  <a:gd name="T7" fmla="*/ 2 h 15"/>
                  <a:gd name="T8" fmla="*/ 4 w 15"/>
                  <a:gd name="T9" fmla="*/ 6 h 15"/>
                  <a:gd name="T10" fmla="*/ 6 w 15"/>
                  <a:gd name="T11" fmla="*/ 9 h 15"/>
                  <a:gd name="T12" fmla="*/ 7 w 15"/>
                  <a:gd name="T13" fmla="*/ 9 h 15"/>
                  <a:gd name="T14" fmla="*/ 11 w 15"/>
                  <a:gd name="T15" fmla="*/ 15 h 15"/>
                  <a:gd name="T16" fmla="*/ 13 w 15"/>
                  <a:gd name="T17" fmla="*/ 13 h 15"/>
                  <a:gd name="T18" fmla="*/ 13 w 15"/>
                  <a:gd name="T19" fmla="*/ 9 h 15"/>
                  <a:gd name="T20" fmla="*/ 15 w 15"/>
                  <a:gd name="T21" fmla="*/ 7 h 15"/>
                  <a:gd name="T22" fmla="*/ 11 w 15"/>
                  <a:gd name="T23" fmla="*/ 4 h 15"/>
                  <a:gd name="T24" fmla="*/ 9 w 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1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6" name="Freeform 6285">
                <a:extLst>
                  <a:ext uri="{FF2B5EF4-FFF2-40B4-BE49-F238E27FC236}">
                    <a16:creationId xmlns:a16="http://schemas.microsoft.com/office/drawing/2014/main" id="{B7259A0A-6D97-4320-B2A2-891AEF4292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897"/>
                <a:ext cx="9" cy="8"/>
              </a:xfrm>
              <a:custGeom>
                <a:avLst/>
                <a:gdLst>
                  <a:gd name="T0" fmla="*/ 3 w 9"/>
                  <a:gd name="T1" fmla="*/ 0 h 8"/>
                  <a:gd name="T2" fmla="*/ 0 w 9"/>
                  <a:gd name="T3" fmla="*/ 4 h 8"/>
                  <a:gd name="T4" fmla="*/ 3 w 9"/>
                  <a:gd name="T5" fmla="*/ 6 h 8"/>
                  <a:gd name="T6" fmla="*/ 9 w 9"/>
                  <a:gd name="T7" fmla="*/ 8 h 8"/>
                  <a:gd name="T8" fmla="*/ 3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9" y="8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7" name="Freeform 6286">
                <a:extLst>
                  <a:ext uri="{FF2B5EF4-FFF2-40B4-BE49-F238E27FC236}">
                    <a16:creationId xmlns:a16="http://schemas.microsoft.com/office/drawing/2014/main" id="{AFD9E102-C85C-4641-9813-A9E1EDBB9A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9" y="2907"/>
                <a:ext cx="11" cy="13"/>
              </a:xfrm>
              <a:custGeom>
                <a:avLst/>
                <a:gdLst>
                  <a:gd name="T0" fmla="*/ 9 w 11"/>
                  <a:gd name="T1" fmla="*/ 5 h 13"/>
                  <a:gd name="T2" fmla="*/ 6 w 11"/>
                  <a:gd name="T3" fmla="*/ 2 h 13"/>
                  <a:gd name="T4" fmla="*/ 6 w 11"/>
                  <a:gd name="T5" fmla="*/ 2 h 13"/>
                  <a:gd name="T6" fmla="*/ 0 w 11"/>
                  <a:gd name="T7" fmla="*/ 0 h 13"/>
                  <a:gd name="T8" fmla="*/ 0 w 11"/>
                  <a:gd name="T9" fmla="*/ 5 h 13"/>
                  <a:gd name="T10" fmla="*/ 4 w 11"/>
                  <a:gd name="T11" fmla="*/ 4 h 13"/>
                  <a:gd name="T12" fmla="*/ 2 w 11"/>
                  <a:gd name="T13" fmla="*/ 5 h 13"/>
                  <a:gd name="T14" fmla="*/ 11 w 11"/>
                  <a:gd name="T15" fmla="*/ 13 h 13"/>
                  <a:gd name="T16" fmla="*/ 9 w 11"/>
                  <a:gd name="T17" fmla="*/ 7 h 13"/>
                  <a:gd name="T18" fmla="*/ 9 w 11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8" name="Freeform 6287">
                <a:extLst>
                  <a:ext uri="{FF2B5EF4-FFF2-40B4-BE49-F238E27FC236}">
                    <a16:creationId xmlns:a16="http://schemas.microsoft.com/office/drawing/2014/main" id="{05CD073A-CE16-4B9D-8E27-31093E696C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83"/>
                <a:ext cx="14" cy="14"/>
              </a:xfrm>
              <a:custGeom>
                <a:avLst/>
                <a:gdLst>
                  <a:gd name="T0" fmla="*/ 4 w 14"/>
                  <a:gd name="T1" fmla="*/ 0 h 14"/>
                  <a:gd name="T2" fmla="*/ 0 w 14"/>
                  <a:gd name="T3" fmla="*/ 3 h 14"/>
                  <a:gd name="T4" fmla="*/ 0 w 14"/>
                  <a:gd name="T5" fmla="*/ 7 h 14"/>
                  <a:gd name="T6" fmla="*/ 4 w 14"/>
                  <a:gd name="T7" fmla="*/ 9 h 14"/>
                  <a:gd name="T8" fmla="*/ 8 w 14"/>
                  <a:gd name="T9" fmla="*/ 13 h 14"/>
                  <a:gd name="T10" fmla="*/ 14 w 14"/>
                  <a:gd name="T11" fmla="*/ 14 h 14"/>
                  <a:gd name="T12" fmla="*/ 14 w 14"/>
                  <a:gd name="T13" fmla="*/ 9 h 14"/>
                  <a:gd name="T14" fmla="*/ 8 w 14"/>
                  <a:gd name="T15" fmla="*/ 1 h 14"/>
                  <a:gd name="T16" fmla="*/ 4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13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8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9" name="Freeform 6288">
                <a:extLst>
                  <a:ext uri="{FF2B5EF4-FFF2-40B4-BE49-F238E27FC236}">
                    <a16:creationId xmlns:a16="http://schemas.microsoft.com/office/drawing/2014/main" id="{5CCA1B36-0C78-4AE9-BCED-1E9CD610B2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6" y="2840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0 w 9"/>
                  <a:gd name="T3" fmla="*/ 2 h 3"/>
                  <a:gd name="T4" fmla="*/ 9 w 9"/>
                  <a:gd name="T5" fmla="*/ 3 h 3"/>
                  <a:gd name="T6" fmla="*/ 6 w 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0" y="2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0" name="Freeform 6289">
                <a:extLst>
                  <a:ext uri="{FF2B5EF4-FFF2-40B4-BE49-F238E27FC236}">
                    <a16:creationId xmlns:a16="http://schemas.microsoft.com/office/drawing/2014/main" id="{0A1B488B-ECCC-4947-AC60-ECF1FABA02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66"/>
                <a:ext cx="8" cy="7"/>
              </a:xfrm>
              <a:custGeom>
                <a:avLst/>
                <a:gdLst>
                  <a:gd name="T0" fmla="*/ 8 w 8"/>
                  <a:gd name="T1" fmla="*/ 7 h 7"/>
                  <a:gd name="T2" fmla="*/ 8 w 8"/>
                  <a:gd name="T3" fmla="*/ 2 h 7"/>
                  <a:gd name="T4" fmla="*/ 2 w 8"/>
                  <a:gd name="T5" fmla="*/ 0 h 7"/>
                  <a:gd name="T6" fmla="*/ 0 w 8"/>
                  <a:gd name="T7" fmla="*/ 5 h 7"/>
                  <a:gd name="T8" fmla="*/ 4 w 8"/>
                  <a:gd name="T9" fmla="*/ 5 h 7"/>
                  <a:gd name="T10" fmla="*/ 8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lnTo>
                      <a:pt x="8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1" name="Freeform 6290">
                <a:extLst>
                  <a:ext uri="{FF2B5EF4-FFF2-40B4-BE49-F238E27FC236}">
                    <a16:creationId xmlns:a16="http://schemas.microsoft.com/office/drawing/2014/main" id="{86ED300F-2DF3-4B8C-A47E-64524E5FF27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5" y="2875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3 w 7"/>
                  <a:gd name="T3" fmla="*/ 0 h 8"/>
                  <a:gd name="T4" fmla="*/ 0 w 7"/>
                  <a:gd name="T5" fmla="*/ 6 h 8"/>
                  <a:gd name="T6" fmla="*/ 3 w 7"/>
                  <a:gd name="T7" fmla="*/ 8 h 8"/>
                  <a:gd name="T8" fmla="*/ 7 w 7"/>
                  <a:gd name="T9" fmla="*/ 6 h 8"/>
                  <a:gd name="T10" fmla="*/ 7 w 7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2" name="Freeform 6291">
                <a:extLst>
                  <a:ext uri="{FF2B5EF4-FFF2-40B4-BE49-F238E27FC236}">
                    <a16:creationId xmlns:a16="http://schemas.microsoft.com/office/drawing/2014/main" id="{36D6B220-6A43-4F16-89F6-9E83EF69D9D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5" y="2961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3" name="Freeform 6292">
                <a:extLst>
                  <a:ext uri="{FF2B5EF4-FFF2-40B4-BE49-F238E27FC236}">
                    <a16:creationId xmlns:a16="http://schemas.microsoft.com/office/drawing/2014/main" id="{6704B90C-67C3-4466-AE37-B25C0AEA8B8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882" y="2789"/>
                <a:ext cx="154" cy="166"/>
              </a:xfrm>
              <a:custGeom>
                <a:avLst/>
                <a:gdLst>
                  <a:gd name="T0" fmla="*/ 143 w 154"/>
                  <a:gd name="T1" fmla="*/ 159 h 166"/>
                  <a:gd name="T2" fmla="*/ 151 w 154"/>
                  <a:gd name="T3" fmla="*/ 161 h 166"/>
                  <a:gd name="T4" fmla="*/ 151 w 154"/>
                  <a:gd name="T5" fmla="*/ 142 h 166"/>
                  <a:gd name="T6" fmla="*/ 151 w 154"/>
                  <a:gd name="T7" fmla="*/ 131 h 166"/>
                  <a:gd name="T8" fmla="*/ 154 w 154"/>
                  <a:gd name="T9" fmla="*/ 123 h 166"/>
                  <a:gd name="T10" fmla="*/ 149 w 154"/>
                  <a:gd name="T11" fmla="*/ 118 h 166"/>
                  <a:gd name="T12" fmla="*/ 143 w 154"/>
                  <a:gd name="T13" fmla="*/ 114 h 166"/>
                  <a:gd name="T14" fmla="*/ 136 w 154"/>
                  <a:gd name="T15" fmla="*/ 110 h 166"/>
                  <a:gd name="T16" fmla="*/ 132 w 154"/>
                  <a:gd name="T17" fmla="*/ 103 h 166"/>
                  <a:gd name="T18" fmla="*/ 127 w 154"/>
                  <a:gd name="T19" fmla="*/ 95 h 166"/>
                  <a:gd name="T20" fmla="*/ 117 w 154"/>
                  <a:gd name="T21" fmla="*/ 92 h 166"/>
                  <a:gd name="T22" fmla="*/ 121 w 154"/>
                  <a:gd name="T23" fmla="*/ 86 h 166"/>
                  <a:gd name="T24" fmla="*/ 119 w 154"/>
                  <a:gd name="T25" fmla="*/ 84 h 166"/>
                  <a:gd name="T26" fmla="*/ 117 w 154"/>
                  <a:gd name="T27" fmla="*/ 75 h 166"/>
                  <a:gd name="T28" fmla="*/ 112 w 154"/>
                  <a:gd name="T29" fmla="*/ 75 h 166"/>
                  <a:gd name="T30" fmla="*/ 114 w 154"/>
                  <a:gd name="T31" fmla="*/ 67 h 166"/>
                  <a:gd name="T32" fmla="*/ 104 w 154"/>
                  <a:gd name="T33" fmla="*/ 62 h 166"/>
                  <a:gd name="T34" fmla="*/ 97 w 154"/>
                  <a:gd name="T35" fmla="*/ 60 h 166"/>
                  <a:gd name="T36" fmla="*/ 97 w 154"/>
                  <a:gd name="T37" fmla="*/ 54 h 166"/>
                  <a:gd name="T38" fmla="*/ 87 w 154"/>
                  <a:gd name="T39" fmla="*/ 53 h 166"/>
                  <a:gd name="T40" fmla="*/ 78 w 154"/>
                  <a:gd name="T41" fmla="*/ 45 h 166"/>
                  <a:gd name="T42" fmla="*/ 73 w 154"/>
                  <a:gd name="T43" fmla="*/ 45 h 166"/>
                  <a:gd name="T44" fmla="*/ 69 w 154"/>
                  <a:gd name="T45" fmla="*/ 41 h 166"/>
                  <a:gd name="T46" fmla="*/ 63 w 154"/>
                  <a:gd name="T47" fmla="*/ 34 h 166"/>
                  <a:gd name="T48" fmla="*/ 50 w 154"/>
                  <a:gd name="T49" fmla="*/ 26 h 166"/>
                  <a:gd name="T50" fmla="*/ 45 w 154"/>
                  <a:gd name="T51" fmla="*/ 21 h 166"/>
                  <a:gd name="T52" fmla="*/ 39 w 154"/>
                  <a:gd name="T53" fmla="*/ 12 h 166"/>
                  <a:gd name="T54" fmla="*/ 32 w 154"/>
                  <a:gd name="T55" fmla="*/ 6 h 166"/>
                  <a:gd name="T56" fmla="*/ 26 w 154"/>
                  <a:gd name="T57" fmla="*/ 6 h 166"/>
                  <a:gd name="T58" fmla="*/ 9 w 154"/>
                  <a:gd name="T59" fmla="*/ 0 h 166"/>
                  <a:gd name="T60" fmla="*/ 0 w 154"/>
                  <a:gd name="T61" fmla="*/ 4 h 166"/>
                  <a:gd name="T62" fmla="*/ 7 w 154"/>
                  <a:gd name="T63" fmla="*/ 17 h 166"/>
                  <a:gd name="T64" fmla="*/ 19 w 154"/>
                  <a:gd name="T65" fmla="*/ 28 h 166"/>
                  <a:gd name="T66" fmla="*/ 26 w 154"/>
                  <a:gd name="T67" fmla="*/ 32 h 166"/>
                  <a:gd name="T68" fmla="*/ 37 w 154"/>
                  <a:gd name="T69" fmla="*/ 43 h 166"/>
                  <a:gd name="T70" fmla="*/ 39 w 154"/>
                  <a:gd name="T71" fmla="*/ 51 h 166"/>
                  <a:gd name="T72" fmla="*/ 48 w 154"/>
                  <a:gd name="T73" fmla="*/ 58 h 166"/>
                  <a:gd name="T74" fmla="*/ 52 w 154"/>
                  <a:gd name="T75" fmla="*/ 58 h 166"/>
                  <a:gd name="T76" fmla="*/ 54 w 154"/>
                  <a:gd name="T77" fmla="*/ 66 h 166"/>
                  <a:gd name="T78" fmla="*/ 58 w 154"/>
                  <a:gd name="T79" fmla="*/ 79 h 166"/>
                  <a:gd name="T80" fmla="*/ 65 w 154"/>
                  <a:gd name="T81" fmla="*/ 84 h 166"/>
                  <a:gd name="T82" fmla="*/ 73 w 154"/>
                  <a:gd name="T83" fmla="*/ 99 h 166"/>
                  <a:gd name="T84" fmla="*/ 78 w 154"/>
                  <a:gd name="T85" fmla="*/ 116 h 166"/>
                  <a:gd name="T86" fmla="*/ 89 w 154"/>
                  <a:gd name="T87" fmla="*/ 131 h 166"/>
                  <a:gd name="T88" fmla="*/ 99 w 154"/>
                  <a:gd name="T89" fmla="*/ 135 h 166"/>
                  <a:gd name="T90" fmla="*/ 106 w 154"/>
                  <a:gd name="T91" fmla="*/ 144 h 166"/>
                  <a:gd name="T92" fmla="*/ 117 w 154"/>
                  <a:gd name="T93" fmla="*/ 151 h 166"/>
                  <a:gd name="T94" fmla="*/ 128 w 154"/>
                  <a:gd name="T95" fmla="*/ 163 h 166"/>
                  <a:gd name="T96" fmla="*/ 132 w 154"/>
                  <a:gd name="T97" fmla="*/ 161 h 166"/>
                  <a:gd name="T98" fmla="*/ 140 w 154"/>
                  <a:gd name="T99" fmla="*/ 164 h 166"/>
                  <a:gd name="T100" fmla="*/ 100 w 154"/>
                  <a:gd name="T101" fmla="*/ 69 h 166"/>
                  <a:gd name="T102" fmla="*/ 100 w 154"/>
                  <a:gd name="T103" fmla="*/ 67 h 166"/>
                  <a:gd name="T104" fmla="*/ 100 w 154"/>
                  <a:gd name="T105" fmla="*/ 6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4" h="166">
                    <a:moveTo>
                      <a:pt x="141" y="159"/>
                    </a:moveTo>
                    <a:lnTo>
                      <a:pt x="141" y="159"/>
                    </a:lnTo>
                    <a:lnTo>
                      <a:pt x="143" y="159"/>
                    </a:lnTo>
                    <a:lnTo>
                      <a:pt x="145" y="163"/>
                    </a:lnTo>
                    <a:lnTo>
                      <a:pt x="147" y="163"/>
                    </a:lnTo>
                    <a:lnTo>
                      <a:pt x="151" y="161"/>
                    </a:lnTo>
                    <a:lnTo>
                      <a:pt x="151" y="155"/>
                    </a:lnTo>
                    <a:lnTo>
                      <a:pt x="153" y="148"/>
                    </a:lnTo>
                    <a:lnTo>
                      <a:pt x="151" y="142"/>
                    </a:lnTo>
                    <a:lnTo>
                      <a:pt x="153" y="136"/>
                    </a:lnTo>
                    <a:lnTo>
                      <a:pt x="151" y="135"/>
                    </a:lnTo>
                    <a:lnTo>
                      <a:pt x="151" y="131"/>
                    </a:lnTo>
                    <a:lnTo>
                      <a:pt x="154" y="131"/>
                    </a:lnTo>
                    <a:lnTo>
                      <a:pt x="154" y="127"/>
                    </a:lnTo>
                    <a:lnTo>
                      <a:pt x="154" y="123"/>
                    </a:lnTo>
                    <a:lnTo>
                      <a:pt x="153" y="123"/>
                    </a:lnTo>
                    <a:lnTo>
                      <a:pt x="151" y="122"/>
                    </a:lnTo>
                    <a:lnTo>
                      <a:pt x="149" y="118"/>
                    </a:lnTo>
                    <a:lnTo>
                      <a:pt x="147" y="118"/>
                    </a:lnTo>
                    <a:lnTo>
                      <a:pt x="147" y="114"/>
                    </a:lnTo>
                    <a:lnTo>
                      <a:pt x="143" y="114"/>
                    </a:lnTo>
                    <a:lnTo>
                      <a:pt x="138" y="114"/>
                    </a:lnTo>
                    <a:lnTo>
                      <a:pt x="138" y="114"/>
                    </a:lnTo>
                    <a:lnTo>
                      <a:pt x="136" y="110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2" y="103"/>
                    </a:lnTo>
                    <a:lnTo>
                      <a:pt x="132" y="95"/>
                    </a:lnTo>
                    <a:lnTo>
                      <a:pt x="128" y="97"/>
                    </a:lnTo>
                    <a:lnTo>
                      <a:pt x="127" y="95"/>
                    </a:lnTo>
                    <a:lnTo>
                      <a:pt x="121" y="95"/>
                    </a:lnTo>
                    <a:lnTo>
                      <a:pt x="117" y="94"/>
                    </a:lnTo>
                    <a:lnTo>
                      <a:pt x="117" y="92"/>
                    </a:lnTo>
                    <a:lnTo>
                      <a:pt x="121" y="92"/>
                    </a:lnTo>
                    <a:lnTo>
                      <a:pt x="125" y="88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9" y="84"/>
                    </a:lnTo>
                    <a:lnTo>
                      <a:pt x="125" y="84"/>
                    </a:lnTo>
                    <a:lnTo>
                      <a:pt x="123" y="81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4" y="75"/>
                    </a:lnTo>
                    <a:lnTo>
                      <a:pt x="112" y="75"/>
                    </a:lnTo>
                    <a:lnTo>
                      <a:pt x="112" y="75"/>
                    </a:lnTo>
                    <a:lnTo>
                      <a:pt x="115" y="73"/>
                    </a:lnTo>
                    <a:lnTo>
                      <a:pt x="114" y="67"/>
                    </a:lnTo>
                    <a:lnTo>
                      <a:pt x="110" y="66"/>
                    </a:lnTo>
                    <a:lnTo>
                      <a:pt x="106" y="64"/>
                    </a:lnTo>
                    <a:lnTo>
                      <a:pt x="104" y="62"/>
                    </a:lnTo>
                    <a:lnTo>
                      <a:pt x="99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7" y="54"/>
                    </a:lnTo>
                    <a:lnTo>
                      <a:pt x="93" y="51"/>
                    </a:lnTo>
                    <a:lnTo>
                      <a:pt x="89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4" y="47"/>
                    </a:lnTo>
                    <a:lnTo>
                      <a:pt x="78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39"/>
                    </a:lnTo>
                    <a:lnTo>
                      <a:pt x="69" y="43"/>
                    </a:lnTo>
                    <a:lnTo>
                      <a:pt x="69" y="41"/>
                    </a:lnTo>
                    <a:lnTo>
                      <a:pt x="69" y="38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1" y="32"/>
                    </a:lnTo>
                    <a:lnTo>
                      <a:pt x="54" y="26"/>
                    </a:lnTo>
                    <a:lnTo>
                      <a:pt x="50" y="26"/>
                    </a:lnTo>
                    <a:lnTo>
                      <a:pt x="48" y="23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43" y="15"/>
                    </a:lnTo>
                    <a:lnTo>
                      <a:pt x="41" y="15"/>
                    </a:lnTo>
                    <a:lnTo>
                      <a:pt x="39" y="12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9" y="6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5"/>
                    </a:lnTo>
                    <a:lnTo>
                      <a:pt x="7" y="17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6" y="32"/>
                    </a:lnTo>
                    <a:lnTo>
                      <a:pt x="32" y="39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7"/>
                    </a:lnTo>
                    <a:lnTo>
                      <a:pt x="39" y="49"/>
                    </a:lnTo>
                    <a:lnTo>
                      <a:pt x="39" y="51"/>
                    </a:lnTo>
                    <a:lnTo>
                      <a:pt x="41" y="54"/>
                    </a:lnTo>
                    <a:lnTo>
                      <a:pt x="45" y="54"/>
                    </a:lnTo>
                    <a:lnTo>
                      <a:pt x="48" y="58"/>
                    </a:lnTo>
                    <a:lnTo>
                      <a:pt x="50" y="60"/>
                    </a:lnTo>
                    <a:lnTo>
                      <a:pt x="50" y="58"/>
                    </a:lnTo>
                    <a:lnTo>
                      <a:pt x="52" y="58"/>
                    </a:lnTo>
                    <a:lnTo>
                      <a:pt x="50" y="62"/>
                    </a:lnTo>
                    <a:lnTo>
                      <a:pt x="52" y="64"/>
                    </a:lnTo>
                    <a:lnTo>
                      <a:pt x="54" y="66"/>
                    </a:lnTo>
                    <a:lnTo>
                      <a:pt x="54" y="67"/>
                    </a:lnTo>
                    <a:lnTo>
                      <a:pt x="56" y="75"/>
                    </a:lnTo>
                    <a:lnTo>
                      <a:pt x="58" y="79"/>
                    </a:lnTo>
                    <a:lnTo>
                      <a:pt x="61" y="81"/>
                    </a:lnTo>
                    <a:lnTo>
                      <a:pt x="65" y="82"/>
                    </a:lnTo>
                    <a:lnTo>
                      <a:pt x="65" y="84"/>
                    </a:lnTo>
                    <a:lnTo>
                      <a:pt x="69" y="92"/>
                    </a:lnTo>
                    <a:lnTo>
                      <a:pt x="71" y="94"/>
                    </a:lnTo>
                    <a:lnTo>
                      <a:pt x="73" y="99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78" y="116"/>
                    </a:lnTo>
                    <a:lnTo>
                      <a:pt x="84" y="120"/>
                    </a:lnTo>
                    <a:lnTo>
                      <a:pt x="89" y="127"/>
                    </a:lnTo>
                    <a:lnTo>
                      <a:pt x="89" y="131"/>
                    </a:lnTo>
                    <a:lnTo>
                      <a:pt x="95" y="131"/>
                    </a:lnTo>
                    <a:lnTo>
                      <a:pt x="95" y="133"/>
                    </a:lnTo>
                    <a:lnTo>
                      <a:pt x="99" y="135"/>
                    </a:lnTo>
                    <a:lnTo>
                      <a:pt x="99" y="138"/>
                    </a:lnTo>
                    <a:lnTo>
                      <a:pt x="102" y="140"/>
                    </a:lnTo>
                    <a:lnTo>
                      <a:pt x="106" y="144"/>
                    </a:lnTo>
                    <a:lnTo>
                      <a:pt x="112" y="148"/>
                    </a:lnTo>
                    <a:lnTo>
                      <a:pt x="114" y="151"/>
                    </a:lnTo>
                    <a:lnTo>
                      <a:pt x="117" y="151"/>
                    </a:lnTo>
                    <a:lnTo>
                      <a:pt x="125" y="159"/>
                    </a:lnTo>
                    <a:lnTo>
                      <a:pt x="127" y="161"/>
                    </a:lnTo>
                    <a:lnTo>
                      <a:pt x="128" y="163"/>
                    </a:lnTo>
                    <a:lnTo>
                      <a:pt x="130" y="166"/>
                    </a:lnTo>
                    <a:lnTo>
                      <a:pt x="132" y="164"/>
                    </a:lnTo>
                    <a:lnTo>
                      <a:pt x="132" y="161"/>
                    </a:lnTo>
                    <a:lnTo>
                      <a:pt x="132" y="159"/>
                    </a:lnTo>
                    <a:lnTo>
                      <a:pt x="132" y="159"/>
                    </a:lnTo>
                    <a:lnTo>
                      <a:pt x="140" y="164"/>
                    </a:lnTo>
                    <a:lnTo>
                      <a:pt x="141" y="163"/>
                    </a:lnTo>
                    <a:lnTo>
                      <a:pt x="141" y="159"/>
                    </a:lnTo>
                    <a:close/>
                    <a:moveTo>
                      <a:pt x="100" y="69"/>
                    </a:moveTo>
                    <a:lnTo>
                      <a:pt x="100" y="67"/>
                    </a:lnTo>
                    <a:lnTo>
                      <a:pt x="100" y="66"/>
                    </a:lnTo>
                    <a:lnTo>
                      <a:pt x="100" y="67"/>
                    </a:lnTo>
                    <a:lnTo>
                      <a:pt x="102" y="67"/>
                    </a:lnTo>
                    <a:lnTo>
                      <a:pt x="102" y="71"/>
                    </a:lnTo>
                    <a:lnTo>
                      <a:pt x="100" y="6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4" name="Freeform 6293">
                <a:extLst>
                  <a:ext uri="{FF2B5EF4-FFF2-40B4-BE49-F238E27FC236}">
                    <a16:creationId xmlns:a16="http://schemas.microsoft.com/office/drawing/2014/main" id="{263B4A8A-BE2D-4FA0-A51E-B42D9D3127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4" y="2955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5" name="Freeform 6294">
                <a:extLst>
                  <a:ext uri="{FF2B5EF4-FFF2-40B4-BE49-F238E27FC236}">
                    <a16:creationId xmlns:a16="http://schemas.microsoft.com/office/drawing/2014/main" id="{4B4441BF-0631-4A17-9672-9946163C50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7" y="2978"/>
                <a:ext cx="11" cy="7"/>
              </a:xfrm>
              <a:custGeom>
                <a:avLst/>
                <a:gdLst>
                  <a:gd name="T0" fmla="*/ 7 w 11"/>
                  <a:gd name="T1" fmla="*/ 7 h 7"/>
                  <a:gd name="T2" fmla="*/ 11 w 11"/>
                  <a:gd name="T3" fmla="*/ 2 h 7"/>
                  <a:gd name="T4" fmla="*/ 7 w 11"/>
                  <a:gd name="T5" fmla="*/ 3 h 7"/>
                  <a:gd name="T6" fmla="*/ 7 w 11"/>
                  <a:gd name="T7" fmla="*/ 2 h 7"/>
                  <a:gd name="T8" fmla="*/ 3 w 11"/>
                  <a:gd name="T9" fmla="*/ 0 h 7"/>
                  <a:gd name="T10" fmla="*/ 2 w 11"/>
                  <a:gd name="T11" fmla="*/ 2 h 7"/>
                  <a:gd name="T12" fmla="*/ 2 w 11"/>
                  <a:gd name="T13" fmla="*/ 3 h 7"/>
                  <a:gd name="T14" fmla="*/ 3 w 11"/>
                  <a:gd name="T15" fmla="*/ 5 h 7"/>
                  <a:gd name="T16" fmla="*/ 5 w 11"/>
                  <a:gd name="T17" fmla="*/ 5 h 7"/>
                  <a:gd name="T18" fmla="*/ 0 w 11"/>
                  <a:gd name="T19" fmla="*/ 7 h 7"/>
                  <a:gd name="T20" fmla="*/ 7 w 11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7" y="7"/>
                    </a:moveTo>
                    <a:lnTo>
                      <a:pt x="11" y="2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6" name="Freeform 6295">
                <a:extLst>
                  <a:ext uri="{FF2B5EF4-FFF2-40B4-BE49-F238E27FC236}">
                    <a16:creationId xmlns:a16="http://schemas.microsoft.com/office/drawing/2014/main" id="{03301AD0-27C4-4BAF-91A3-03F29D15915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22" y="2952"/>
                <a:ext cx="191" cy="48"/>
              </a:xfrm>
              <a:custGeom>
                <a:avLst/>
                <a:gdLst>
                  <a:gd name="T0" fmla="*/ 50 w 103"/>
                  <a:gd name="T1" fmla="*/ 19 h 26"/>
                  <a:gd name="T2" fmla="*/ 56 w 103"/>
                  <a:gd name="T3" fmla="*/ 20 h 26"/>
                  <a:gd name="T4" fmla="*/ 60 w 103"/>
                  <a:gd name="T5" fmla="*/ 20 h 26"/>
                  <a:gd name="T6" fmla="*/ 65 w 103"/>
                  <a:gd name="T7" fmla="*/ 22 h 26"/>
                  <a:gd name="T8" fmla="*/ 68 w 103"/>
                  <a:gd name="T9" fmla="*/ 20 h 26"/>
                  <a:gd name="T10" fmla="*/ 68 w 103"/>
                  <a:gd name="T11" fmla="*/ 20 h 26"/>
                  <a:gd name="T12" fmla="*/ 73 w 103"/>
                  <a:gd name="T13" fmla="*/ 23 h 26"/>
                  <a:gd name="T14" fmla="*/ 74 w 103"/>
                  <a:gd name="T15" fmla="*/ 22 h 26"/>
                  <a:gd name="T16" fmla="*/ 78 w 103"/>
                  <a:gd name="T17" fmla="*/ 23 h 26"/>
                  <a:gd name="T18" fmla="*/ 84 w 103"/>
                  <a:gd name="T19" fmla="*/ 24 h 26"/>
                  <a:gd name="T20" fmla="*/ 86 w 103"/>
                  <a:gd name="T21" fmla="*/ 26 h 26"/>
                  <a:gd name="T22" fmla="*/ 91 w 103"/>
                  <a:gd name="T23" fmla="*/ 25 h 26"/>
                  <a:gd name="T24" fmla="*/ 94 w 103"/>
                  <a:gd name="T25" fmla="*/ 24 h 26"/>
                  <a:gd name="T26" fmla="*/ 97 w 103"/>
                  <a:gd name="T27" fmla="*/ 24 h 26"/>
                  <a:gd name="T28" fmla="*/ 102 w 103"/>
                  <a:gd name="T29" fmla="*/ 23 h 26"/>
                  <a:gd name="T30" fmla="*/ 102 w 103"/>
                  <a:gd name="T31" fmla="*/ 20 h 26"/>
                  <a:gd name="T32" fmla="*/ 99 w 103"/>
                  <a:gd name="T33" fmla="*/ 18 h 26"/>
                  <a:gd name="T34" fmla="*/ 96 w 103"/>
                  <a:gd name="T35" fmla="*/ 18 h 26"/>
                  <a:gd name="T36" fmla="*/ 91 w 103"/>
                  <a:gd name="T37" fmla="*/ 18 h 26"/>
                  <a:gd name="T38" fmla="*/ 95 w 103"/>
                  <a:gd name="T39" fmla="*/ 21 h 26"/>
                  <a:gd name="T40" fmla="*/ 92 w 103"/>
                  <a:gd name="T41" fmla="*/ 21 h 26"/>
                  <a:gd name="T42" fmla="*/ 89 w 103"/>
                  <a:gd name="T43" fmla="*/ 19 h 26"/>
                  <a:gd name="T44" fmla="*/ 85 w 103"/>
                  <a:gd name="T45" fmla="*/ 20 h 26"/>
                  <a:gd name="T46" fmla="*/ 81 w 103"/>
                  <a:gd name="T47" fmla="*/ 18 h 26"/>
                  <a:gd name="T48" fmla="*/ 78 w 103"/>
                  <a:gd name="T49" fmla="*/ 21 h 26"/>
                  <a:gd name="T50" fmla="*/ 77 w 103"/>
                  <a:gd name="T51" fmla="*/ 21 h 26"/>
                  <a:gd name="T52" fmla="*/ 73 w 103"/>
                  <a:gd name="T53" fmla="*/ 16 h 26"/>
                  <a:gd name="T54" fmla="*/ 68 w 103"/>
                  <a:gd name="T55" fmla="*/ 17 h 26"/>
                  <a:gd name="T56" fmla="*/ 66 w 103"/>
                  <a:gd name="T57" fmla="*/ 14 h 26"/>
                  <a:gd name="T58" fmla="*/ 63 w 103"/>
                  <a:gd name="T59" fmla="*/ 14 h 26"/>
                  <a:gd name="T60" fmla="*/ 59 w 103"/>
                  <a:gd name="T61" fmla="*/ 14 h 26"/>
                  <a:gd name="T62" fmla="*/ 57 w 103"/>
                  <a:gd name="T63" fmla="*/ 12 h 26"/>
                  <a:gd name="T64" fmla="*/ 58 w 103"/>
                  <a:gd name="T65" fmla="*/ 12 h 26"/>
                  <a:gd name="T66" fmla="*/ 63 w 103"/>
                  <a:gd name="T67" fmla="*/ 11 h 26"/>
                  <a:gd name="T68" fmla="*/ 65 w 103"/>
                  <a:gd name="T69" fmla="*/ 8 h 26"/>
                  <a:gd name="T70" fmla="*/ 58 w 103"/>
                  <a:gd name="T71" fmla="*/ 8 h 26"/>
                  <a:gd name="T72" fmla="*/ 55 w 103"/>
                  <a:gd name="T73" fmla="*/ 7 h 26"/>
                  <a:gd name="T74" fmla="*/ 51 w 103"/>
                  <a:gd name="T75" fmla="*/ 7 h 26"/>
                  <a:gd name="T76" fmla="*/ 47 w 103"/>
                  <a:gd name="T77" fmla="*/ 5 h 26"/>
                  <a:gd name="T78" fmla="*/ 43 w 103"/>
                  <a:gd name="T79" fmla="*/ 3 h 26"/>
                  <a:gd name="T80" fmla="*/ 39 w 103"/>
                  <a:gd name="T81" fmla="*/ 7 h 26"/>
                  <a:gd name="T82" fmla="*/ 28 w 103"/>
                  <a:gd name="T83" fmla="*/ 7 h 26"/>
                  <a:gd name="T84" fmla="*/ 25 w 103"/>
                  <a:gd name="T85" fmla="*/ 5 h 26"/>
                  <a:gd name="T86" fmla="*/ 18 w 103"/>
                  <a:gd name="T87" fmla="*/ 2 h 26"/>
                  <a:gd name="T88" fmla="*/ 13 w 103"/>
                  <a:gd name="T89" fmla="*/ 1 h 26"/>
                  <a:gd name="T90" fmla="*/ 10 w 103"/>
                  <a:gd name="T91" fmla="*/ 0 h 26"/>
                  <a:gd name="T92" fmla="*/ 5 w 103"/>
                  <a:gd name="T93" fmla="*/ 2 h 26"/>
                  <a:gd name="T94" fmla="*/ 3 w 103"/>
                  <a:gd name="T95" fmla="*/ 5 h 26"/>
                  <a:gd name="T96" fmla="*/ 2 w 103"/>
                  <a:gd name="T97" fmla="*/ 6 h 26"/>
                  <a:gd name="T98" fmla="*/ 0 w 103"/>
                  <a:gd name="T99" fmla="*/ 5 h 26"/>
                  <a:gd name="T100" fmla="*/ 1 w 103"/>
                  <a:gd name="T101" fmla="*/ 8 h 26"/>
                  <a:gd name="T102" fmla="*/ 6 w 103"/>
                  <a:gd name="T103" fmla="*/ 8 h 26"/>
                  <a:gd name="T104" fmla="*/ 9 w 103"/>
                  <a:gd name="T105" fmla="*/ 10 h 26"/>
                  <a:gd name="T106" fmla="*/ 11 w 103"/>
                  <a:gd name="T107" fmla="*/ 13 h 26"/>
                  <a:gd name="T108" fmla="*/ 15 w 103"/>
                  <a:gd name="T109" fmla="*/ 13 h 26"/>
                  <a:gd name="T110" fmla="*/ 24 w 103"/>
                  <a:gd name="T111" fmla="*/ 16 h 26"/>
                  <a:gd name="T112" fmla="*/ 26 w 103"/>
                  <a:gd name="T113" fmla="*/ 15 h 26"/>
                  <a:gd name="T114" fmla="*/ 30 w 103"/>
                  <a:gd name="T115" fmla="*/ 15 h 26"/>
                  <a:gd name="T116" fmla="*/ 38 w 103"/>
                  <a:gd name="T117" fmla="*/ 18 h 26"/>
                  <a:gd name="T118" fmla="*/ 46 w 103"/>
                  <a:gd name="T119" fmla="*/ 19 h 26"/>
                  <a:gd name="T120" fmla="*/ 84 w 103"/>
                  <a:gd name="T121" fmla="*/ 23 h 26"/>
                  <a:gd name="T122" fmla="*/ 83 w 103"/>
                  <a:gd name="T12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26">
                    <a:moveTo>
                      <a:pt x="46" y="19"/>
                    </a:moveTo>
                    <a:cubicBezTo>
                      <a:pt x="48" y="20"/>
                      <a:pt x="48" y="20"/>
                      <a:pt x="48" y="20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4" y="20"/>
                      <a:pt x="84" y="21"/>
                      <a:pt x="84" y="21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19"/>
                      <a:pt x="43" y="19"/>
                      <a:pt x="43" y="19"/>
                    </a:cubicBezTo>
                    <a:lnTo>
                      <a:pt x="46" y="19"/>
                    </a:lnTo>
                    <a:close/>
                    <a:moveTo>
                      <a:pt x="83" y="23"/>
                    </a:moveTo>
                    <a:cubicBezTo>
                      <a:pt x="83" y="23"/>
                      <a:pt x="83" y="23"/>
                      <a:pt x="83" y="23"/>
                    </a:cubicBezTo>
                    <a:cubicBezTo>
                      <a:pt x="84" y="23"/>
                      <a:pt x="84" y="23"/>
                      <a:pt x="84" y="23"/>
                    </a:cubicBezTo>
                    <a:lnTo>
                      <a:pt x="83" y="23"/>
                    </a:lnTo>
                    <a:close/>
                    <a:moveTo>
                      <a:pt x="83" y="22"/>
                    </a:moveTo>
                    <a:cubicBezTo>
                      <a:pt x="83" y="22"/>
                      <a:pt x="83" y="22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7" name="Freeform 6296">
                <a:extLst>
                  <a:ext uri="{FF2B5EF4-FFF2-40B4-BE49-F238E27FC236}">
                    <a16:creationId xmlns:a16="http://schemas.microsoft.com/office/drawing/2014/main" id="{99737BA8-39A0-4131-B6AE-5D858F1674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0" y="2871"/>
                <a:ext cx="13" cy="12"/>
              </a:xfrm>
              <a:custGeom>
                <a:avLst/>
                <a:gdLst>
                  <a:gd name="T0" fmla="*/ 12 w 13"/>
                  <a:gd name="T1" fmla="*/ 8 h 12"/>
                  <a:gd name="T2" fmla="*/ 13 w 13"/>
                  <a:gd name="T3" fmla="*/ 6 h 12"/>
                  <a:gd name="T4" fmla="*/ 8 w 13"/>
                  <a:gd name="T5" fmla="*/ 0 h 12"/>
                  <a:gd name="T6" fmla="*/ 4 w 13"/>
                  <a:gd name="T7" fmla="*/ 0 h 12"/>
                  <a:gd name="T8" fmla="*/ 2 w 13"/>
                  <a:gd name="T9" fmla="*/ 4 h 12"/>
                  <a:gd name="T10" fmla="*/ 4 w 13"/>
                  <a:gd name="T11" fmla="*/ 6 h 12"/>
                  <a:gd name="T12" fmla="*/ 2 w 13"/>
                  <a:gd name="T13" fmla="*/ 6 h 12"/>
                  <a:gd name="T14" fmla="*/ 0 w 13"/>
                  <a:gd name="T15" fmla="*/ 10 h 12"/>
                  <a:gd name="T16" fmla="*/ 4 w 13"/>
                  <a:gd name="T17" fmla="*/ 12 h 12"/>
                  <a:gd name="T18" fmla="*/ 8 w 13"/>
                  <a:gd name="T19" fmla="*/ 10 h 12"/>
                  <a:gd name="T20" fmla="*/ 6 w 13"/>
                  <a:gd name="T21" fmla="*/ 6 h 12"/>
                  <a:gd name="T22" fmla="*/ 8 w 13"/>
                  <a:gd name="T23" fmla="*/ 6 h 12"/>
                  <a:gd name="T24" fmla="*/ 12 w 13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2" y="8"/>
                    </a:moveTo>
                    <a:lnTo>
                      <a:pt x="13" y="6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8" name="Freeform 6297">
                <a:extLst>
                  <a:ext uri="{FF2B5EF4-FFF2-40B4-BE49-F238E27FC236}">
                    <a16:creationId xmlns:a16="http://schemas.microsoft.com/office/drawing/2014/main" id="{679FA044-D796-44C8-8A10-6BE6C9FF97E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32" y="2909"/>
                <a:ext cx="47" cy="18"/>
              </a:xfrm>
              <a:custGeom>
                <a:avLst/>
                <a:gdLst>
                  <a:gd name="T0" fmla="*/ 12 w 47"/>
                  <a:gd name="T1" fmla="*/ 13 h 18"/>
                  <a:gd name="T2" fmla="*/ 12 w 47"/>
                  <a:gd name="T3" fmla="*/ 15 h 18"/>
                  <a:gd name="T4" fmla="*/ 15 w 47"/>
                  <a:gd name="T5" fmla="*/ 15 h 18"/>
                  <a:gd name="T6" fmla="*/ 15 w 47"/>
                  <a:gd name="T7" fmla="*/ 15 h 18"/>
                  <a:gd name="T8" fmla="*/ 17 w 47"/>
                  <a:gd name="T9" fmla="*/ 13 h 18"/>
                  <a:gd name="T10" fmla="*/ 17 w 47"/>
                  <a:gd name="T11" fmla="*/ 11 h 18"/>
                  <a:gd name="T12" fmla="*/ 17 w 47"/>
                  <a:gd name="T13" fmla="*/ 11 h 18"/>
                  <a:gd name="T14" fmla="*/ 19 w 47"/>
                  <a:gd name="T15" fmla="*/ 9 h 18"/>
                  <a:gd name="T16" fmla="*/ 19 w 47"/>
                  <a:gd name="T17" fmla="*/ 9 h 18"/>
                  <a:gd name="T18" fmla="*/ 21 w 47"/>
                  <a:gd name="T19" fmla="*/ 11 h 18"/>
                  <a:gd name="T20" fmla="*/ 28 w 47"/>
                  <a:gd name="T21" fmla="*/ 11 h 18"/>
                  <a:gd name="T22" fmla="*/ 30 w 47"/>
                  <a:gd name="T23" fmla="*/ 9 h 18"/>
                  <a:gd name="T24" fmla="*/ 32 w 47"/>
                  <a:gd name="T25" fmla="*/ 9 h 18"/>
                  <a:gd name="T26" fmla="*/ 36 w 47"/>
                  <a:gd name="T27" fmla="*/ 13 h 18"/>
                  <a:gd name="T28" fmla="*/ 40 w 47"/>
                  <a:gd name="T29" fmla="*/ 13 h 18"/>
                  <a:gd name="T30" fmla="*/ 41 w 47"/>
                  <a:gd name="T31" fmla="*/ 16 h 18"/>
                  <a:gd name="T32" fmla="*/ 47 w 47"/>
                  <a:gd name="T33" fmla="*/ 16 h 18"/>
                  <a:gd name="T34" fmla="*/ 47 w 47"/>
                  <a:gd name="T35" fmla="*/ 13 h 18"/>
                  <a:gd name="T36" fmla="*/ 47 w 47"/>
                  <a:gd name="T37" fmla="*/ 7 h 18"/>
                  <a:gd name="T38" fmla="*/ 40 w 47"/>
                  <a:gd name="T39" fmla="*/ 3 h 18"/>
                  <a:gd name="T40" fmla="*/ 34 w 47"/>
                  <a:gd name="T41" fmla="*/ 2 h 18"/>
                  <a:gd name="T42" fmla="*/ 30 w 47"/>
                  <a:gd name="T43" fmla="*/ 0 h 18"/>
                  <a:gd name="T44" fmla="*/ 27 w 47"/>
                  <a:gd name="T45" fmla="*/ 0 h 18"/>
                  <a:gd name="T46" fmla="*/ 25 w 47"/>
                  <a:gd name="T47" fmla="*/ 2 h 18"/>
                  <a:gd name="T48" fmla="*/ 23 w 47"/>
                  <a:gd name="T49" fmla="*/ 2 h 18"/>
                  <a:gd name="T50" fmla="*/ 19 w 47"/>
                  <a:gd name="T51" fmla="*/ 0 h 18"/>
                  <a:gd name="T52" fmla="*/ 15 w 47"/>
                  <a:gd name="T53" fmla="*/ 2 h 18"/>
                  <a:gd name="T54" fmla="*/ 10 w 47"/>
                  <a:gd name="T55" fmla="*/ 2 h 18"/>
                  <a:gd name="T56" fmla="*/ 8 w 47"/>
                  <a:gd name="T57" fmla="*/ 2 h 18"/>
                  <a:gd name="T58" fmla="*/ 8 w 47"/>
                  <a:gd name="T59" fmla="*/ 2 h 18"/>
                  <a:gd name="T60" fmla="*/ 2 w 47"/>
                  <a:gd name="T61" fmla="*/ 2 h 18"/>
                  <a:gd name="T62" fmla="*/ 4 w 47"/>
                  <a:gd name="T63" fmla="*/ 3 h 18"/>
                  <a:gd name="T64" fmla="*/ 0 w 47"/>
                  <a:gd name="T65" fmla="*/ 7 h 18"/>
                  <a:gd name="T66" fmla="*/ 4 w 47"/>
                  <a:gd name="T67" fmla="*/ 7 h 18"/>
                  <a:gd name="T68" fmla="*/ 4 w 47"/>
                  <a:gd name="T69" fmla="*/ 7 h 18"/>
                  <a:gd name="T70" fmla="*/ 6 w 47"/>
                  <a:gd name="T71" fmla="*/ 11 h 18"/>
                  <a:gd name="T72" fmla="*/ 8 w 47"/>
                  <a:gd name="T73" fmla="*/ 11 h 18"/>
                  <a:gd name="T74" fmla="*/ 8 w 47"/>
                  <a:gd name="T75" fmla="*/ 11 h 18"/>
                  <a:gd name="T76" fmla="*/ 2 w 47"/>
                  <a:gd name="T77" fmla="*/ 13 h 18"/>
                  <a:gd name="T78" fmla="*/ 6 w 47"/>
                  <a:gd name="T79" fmla="*/ 16 h 18"/>
                  <a:gd name="T80" fmla="*/ 8 w 47"/>
                  <a:gd name="T81" fmla="*/ 15 h 18"/>
                  <a:gd name="T82" fmla="*/ 10 w 47"/>
                  <a:gd name="T83" fmla="*/ 18 h 18"/>
                  <a:gd name="T84" fmla="*/ 12 w 47"/>
                  <a:gd name="T85" fmla="*/ 13 h 18"/>
                  <a:gd name="T86" fmla="*/ 6 w 47"/>
                  <a:gd name="T87" fmla="*/ 5 h 18"/>
                  <a:gd name="T88" fmla="*/ 4 w 47"/>
                  <a:gd name="T89" fmla="*/ 5 h 18"/>
                  <a:gd name="T90" fmla="*/ 4 w 47"/>
                  <a:gd name="T91" fmla="*/ 5 h 18"/>
                  <a:gd name="T92" fmla="*/ 6 w 47"/>
                  <a:gd name="T93" fmla="*/ 5 h 18"/>
                  <a:gd name="T94" fmla="*/ 6 w 47"/>
                  <a:gd name="T95" fmla="*/ 5 h 18"/>
                  <a:gd name="T96" fmla="*/ 8 w 47"/>
                  <a:gd name="T97" fmla="*/ 3 h 18"/>
                  <a:gd name="T98" fmla="*/ 8 w 47"/>
                  <a:gd name="T99" fmla="*/ 3 h 18"/>
                  <a:gd name="T100" fmla="*/ 8 w 47"/>
                  <a:gd name="T101" fmla="*/ 3 h 18"/>
                  <a:gd name="T102" fmla="*/ 8 w 47"/>
                  <a:gd name="T103" fmla="*/ 3 h 18"/>
                  <a:gd name="T104" fmla="*/ 10 w 47"/>
                  <a:gd name="T105" fmla="*/ 7 h 18"/>
                  <a:gd name="T106" fmla="*/ 12 w 47"/>
                  <a:gd name="T107" fmla="*/ 9 h 18"/>
                  <a:gd name="T108" fmla="*/ 14 w 47"/>
                  <a:gd name="T109" fmla="*/ 11 h 18"/>
                  <a:gd name="T110" fmla="*/ 12 w 47"/>
                  <a:gd name="T111" fmla="*/ 11 h 18"/>
                  <a:gd name="T112" fmla="*/ 10 w 47"/>
                  <a:gd name="T113" fmla="*/ 11 h 18"/>
                  <a:gd name="T114" fmla="*/ 8 w 47"/>
                  <a:gd name="T115" fmla="*/ 11 h 18"/>
                  <a:gd name="T116" fmla="*/ 10 w 47"/>
                  <a:gd name="T1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" h="18">
                    <a:moveTo>
                      <a:pt x="12" y="13"/>
                    </a:moveTo>
                    <a:lnTo>
                      <a:pt x="12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1" y="11"/>
                    </a:lnTo>
                    <a:lnTo>
                      <a:pt x="28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13"/>
                    </a:lnTo>
                    <a:lnTo>
                      <a:pt x="40" y="13"/>
                    </a:lnTo>
                    <a:lnTo>
                      <a:pt x="41" y="16"/>
                    </a:lnTo>
                    <a:lnTo>
                      <a:pt x="47" y="16"/>
                    </a:lnTo>
                    <a:lnTo>
                      <a:pt x="47" y="13"/>
                    </a:lnTo>
                    <a:lnTo>
                      <a:pt x="47" y="7"/>
                    </a:lnTo>
                    <a:lnTo>
                      <a:pt x="40" y="3"/>
                    </a:lnTo>
                    <a:lnTo>
                      <a:pt x="34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2" y="13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10" y="18"/>
                    </a:lnTo>
                    <a:lnTo>
                      <a:pt x="12" y="13"/>
                    </a:lnTo>
                    <a:close/>
                    <a:moveTo>
                      <a:pt x="6" y="5"/>
                    </a:move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  <a:moveTo>
                      <a:pt x="8" y="3"/>
                    </a:move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close/>
                    <a:moveTo>
                      <a:pt x="10" y="7"/>
                    </a:moveTo>
                    <a:lnTo>
                      <a:pt x="12" y="9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1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9" name="Freeform 6298">
                <a:extLst>
                  <a:ext uri="{FF2B5EF4-FFF2-40B4-BE49-F238E27FC236}">
                    <a16:creationId xmlns:a16="http://schemas.microsoft.com/office/drawing/2014/main" id="{0875F07A-87C3-45B7-A6F9-93D321B7CA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88" y="2828"/>
                <a:ext cx="9" cy="6"/>
              </a:xfrm>
              <a:custGeom>
                <a:avLst/>
                <a:gdLst>
                  <a:gd name="T0" fmla="*/ 3 w 9"/>
                  <a:gd name="T1" fmla="*/ 0 h 6"/>
                  <a:gd name="T2" fmla="*/ 1 w 9"/>
                  <a:gd name="T3" fmla="*/ 2 h 6"/>
                  <a:gd name="T4" fmla="*/ 0 w 9"/>
                  <a:gd name="T5" fmla="*/ 4 h 6"/>
                  <a:gd name="T6" fmla="*/ 3 w 9"/>
                  <a:gd name="T7" fmla="*/ 6 h 6"/>
                  <a:gd name="T8" fmla="*/ 9 w 9"/>
                  <a:gd name="T9" fmla="*/ 6 h 6"/>
                  <a:gd name="T10" fmla="*/ 7 w 9"/>
                  <a:gd name="T11" fmla="*/ 2 h 6"/>
                  <a:gd name="T12" fmla="*/ 3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0" name="Freeform 6299">
                <a:extLst>
                  <a:ext uri="{FF2B5EF4-FFF2-40B4-BE49-F238E27FC236}">
                    <a16:creationId xmlns:a16="http://schemas.microsoft.com/office/drawing/2014/main" id="{53C7EF2C-16E8-4B98-9C32-D567AE5AD0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9" y="2808"/>
                <a:ext cx="9" cy="9"/>
              </a:xfrm>
              <a:custGeom>
                <a:avLst/>
                <a:gdLst>
                  <a:gd name="T0" fmla="*/ 7 w 9"/>
                  <a:gd name="T1" fmla="*/ 9 h 9"/>
                  <a:gd name="T2" fmla="*/ 9 w 9"/>
                  <a:gd name="T3" fmla="*/ 4 h 9"/>
                  <a:gd name="T4" fmla="*/ 5 w 9"/>
                  <a:gd name="T5" fmla="*/ 0 h 9"/>
                  <a:gd name="T6" fmla="*/ 2 w 9"/>
                  <a:gd name="T7" fmla="*/ 2 h 9"/>
                  <a:gd name="T8" fmla="*/ 0 w 9"/>
                  <a:gd name="T9" fmla="*/ 4 h 9"/>
                  <a:gd name="T10" fmla="*/ 4 w 9"/>
                  <a:gd name="T11" fmla="*/ 7 h 9"/>
                  <a:gd name="T12" fmla="*/ 4 w 9"/>
                  <a:gd name="T13" fmla="*/ 7 h 9"/>
                  <a:gd name="T14" fmla="*/ 4 w 9"/>
                  <a:gd name="T15" fmla="*/ 9 h 9"/>
                  <a:gd name="T16" fmla="*/ 7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7" y="9"/>
                    </a:moveTo>
                    <a:lnTo>
                      <a:pt x="9" y="4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1" name="Freeform 6300">
                <a:extLst>
                  <a:ext uri="{FF2B5EF4-FFF2-40B4-BE49-F238E27FC236}">
                    <a16:creationId xmlns:a16="http://schemas.microsoft.com/office/drawing/2014/main" id="{10881A00-1521-4333-96B4-54E3DC8BD8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0" y="2905"/>
                <a:ext cx="18" cy="13"/>
              </a:xfrm>
              <a:custGeom>
                <a:avLst/>
                <a:gdLst>
                  <a:gd name="T0" fmla="*/ 9 w 18"/>
                  <a:gd name="T1" fmla="*/ 13 h 13"/>
                  <a:gd name="T2" fmla="*/ 11 w 18"/>
                  <a:gd name="T3" fmla="*/ 9 h 13"/>
                  <a:gd name="T4" fmla="*/ 11 w 18"/>
                  <a:gd name="T5" fmla="*/ 11 h 13"/>
                  <a:gd name="T6" fmla="*/ 14 w 18"/>
                  <a:gd name="T7" fmla="*/ 11 h 13"/>
                  <a:gd name="T8" fmla="*/ 16 w 18"/>
                  <a:gd name="T9" fmla="*/ 9 h 13"/>
                  <a:gd name="T10" fmla="*/ 18 w 18"/>
                  <a:gd name="T11" fmla="*/ 7 h 13"/>
                  <a:gd name="T12" fmla="*/ 16 w 18"/>
                  <a:gd name="T13" fmla="*/ 4 h 13"/>
                  <a:gd name="T14" fmla="*/ 13 w 18"/>
                  <a:gd name="T15" fmla="*/ 2 h 13"/>
                  <a:gd name="T16" fmla="*/ 7 w 18"/>
                  <a:gd name="T17" fmla="*/ 0 h 13"/>
                  <a:gd name="T18" fmla="*/ 3 w 18"/>
                  <a:gd name="T19" fmla="*/ 2 h 13"/>
                  <a:gd name="T20" fmla="*/ 5 w 18"/>
                  <a:gd name="T21" fmla="*/ 4 h 13"/>
                  <a:gd name="T22" fmla="*/ 5 w 18"/>
                  <a:gd name="T23" fmla="*/ 4 h 13"/>
                  <a:gd name="T24" fmla="*/ 3 w 18"/>
                  <a:gd name="T25" fmla="*/ 6 h 13"/>
                  <a:gd name="T26" fmla="*/ 0 w 18"/>
                  <a:gd name="T27" fmla="*/ 9 h 13"/>
                  <a:gd name="T28" fmla="*/ 5 w 18"/>
                  <a:gd name="T29" fmla="*/ 9 h 13"/>
                  <a:gd name="T30" fmla="*/ 5 w 18"/>
                  <a:gd name="T31" fmla="*/ 9 h 13"/>
                  <a:gd name="T32" fmla="*/ 9 w 18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3">
                    <a:moveTo>
                      <a:pt x="9" y="13"/>
                    </a:moveTo>
                    <a:lnTo>
                      <a:pt x="11" y="9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2" name="Freeform 6301">
                <a:extLst>
                  <a:ext uri="{FF2B5EF4-FFF2-40B4-BE49-F238E27FC236}">
                    <a16:creationId xmlns:a16="http://schemas.microsoft.com/office/drawing/2014/main" id="{7EC6AD41-60F6-4566-97E7-13EDFF0AA86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2" y="2892"/>
                <a:ext cx="28" cy="24"/>
              </a:xfrm>
              <a:custGeom>
                <a:avLst/>
                <a:gdLst>
                  <a:gd name="T0" fmla="*/ 28 w 28"/>
                  <a:gd name="T1" fmla="*/ 20 h 24"/>
                  <a:gd name="T2" fmla="*/ 24 w 28"/>
                  <a:gd name="T3" fmla="*/ 19 h 24"/>
                  <a:gd name="T4" fmla="*/ 24 w 28"/>
                  <a:gd name="T5" fmla="*/ 20 h 24"/>
                  <a:gd name="T6" fmla="*/ 22 w 28"/>
                  <a:gd name="T7" fmla="*/ 19 h 24"/>
                  <a:gd name="T8" fmla="*/ 24 w 28"/>
                  <a:gd name="T9" fmla="*/ 15 h 24"/>
                  <a:gd name="T10" fmla="*/ 18 w 28"/>
                  <a:gd name="T11" fmla="*/ 13 h 24"/>
                  <a:gd name="T12" fmla="*/ 16 w 28"/>
                  <a:gd name="T13" fmla="*/ 11 h 24"/>
                  <a:gd name="T14" fmla="*/ 14 w 28"/>
                  <a:gd name="T15" fmla="*/ 4 h 24"/>
                  <a:gd name="T16" fmla="*/ 14 w 28"/>
                  <a:gd name="T17" fmla="*/ 4 h 24"/>
                  <a:gd name="T18" fmla="*/ 13 w 28"/>
                  <a:gd name="T19" fmla="*/ 0 h 24"/>
                  <a:gd name="T20" fmla="*/ 11 w 28"/>
                  <a:gd name="T21" fmla="*/ 0 h 24"/>
                  <a:gd name="T22" fmla="*/ 7 w 28"/>
                  <a:gd name="T23" fmla="*/ 0 h 24"/>
                  <a:gd name="T24" fmla="*/ 7 w 28"/>
                  <a:gd name="T25" fmla="*/ 4 h 24"/>
                  <a:gd name="T26" fmla="*/ 5 w 28"/>
                  <a:gd name="T27" fmla="*/ 0 h 24"/>
                  <a:gd name="T28" fmla="*/ 3 w 28"/>
                  <a:gd name="T29" fmla="*/ 2 h 24"/>
                  <a:gd name="T30" fmla="*/ 3 w 28"/>
                  <a:gd name="T31" fmla="*/ 4 h 24"/>
                  <a:gd name="T32" fmla="*/ 0 w 28"/>
                  <a:gd name="T33" fmla="*/ 7 h 24"/>
                  <a:gd name="T34" fmla="*/ 3 w 28"/>
                  <a:gd name="T35" fmla="*/ 9 h 24"/>
                  <a:gd name="T36" fmla="*/ 9 w 28"/>
                  <a:gd name="T37" fmla="*/ 11 h 24"/>
                  <a:gd name="T38" fmla="*/ 9 w 28"/>
                  <a:gd name="T39" fmla="*/ 11 h 24"/>
                  <a:gd name="T40" fmla="*/ 9 w 28"/>
                  <a:gd name="T41" fmla="*/ 13 h 24"/>
                  <a:gd name="T42" fmla="*/ 11 w 28"/>
                  <a:gd name="T43" fmla="*/ 15 h 24"/>
                  <a:gd name="T44" fmla="*/ 11 w 28"/>
                  <a:gd name="T45" fmla="*/ 19 h 24"/>
                  <a:gd name="T46" fmla="*/ 14 w 28"/>
                  <a:gd name="T47" fmla="*/ 20 h 24"/>
                  <a:gd name="T48" fmla="*/ 18 w 28"/>
                  <a:gd name="T49" fmla="*/ 20 h 24"/>
                  <a:gd name="T50" fmla="*/ 18 w 28"/>
                  <a:gd name="T51" fmla="*/ 22 h 24"/>
                  <a:gd name="T52" fmla="*/ 20 w 28"/>
                  <a:gd name="T53" fmla="*/ 24 h 24"/>
                  <a:gd name="T54" fmla="*/ 24 w 28"/>
                  <a:gd name="T55" fmla="*/ 22 h 24"/>
                  <a:gd name="T56" fmla="*/ 22 w 28"/>
                  <a:gd name="T57" fmla="*/ 24 h 24"/>
                  <a:gd name="T58" fmla="*/ 28 w 28"/>
                  <a:gd name="T59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4">
                    <a:moveTo>
                      <a:pt x="28" y="20"/>
                    </a:moveTo>
                    <a:lnTo>
                      <a:pt x="24" y="19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18" y="13"/>
                    </a:lnTo>
                    <a:lnTo>
                      <a:pt x="16" y="11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1" y="15"/>
                    </a:lnTo>
                    <a:lnTo>
                      <a:pt x="11" y="19"/>
                    </a:lnTo>
                    <a:lnTo>
                      <a:pt x="14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2" y="24"/>
                    </a:lnTo>
                    <a:lnTo>
                      <a:pt x="28" y="2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3" name="Freeform 6302">
                <a:extLst>
                  <a:ext uri="{FF2B5EF4-FFF2-40B4-BE49-F238E27FC236}">
                    <a16:creationId xmlns:a16="http://schemas.microsoft.com/office/drawing/2014/main" id="{B4FB6D6C-FFBB-43D7-98D4-97B2FE1F5C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7" y="2825"/>
                <a:ext cx="8" cy="5"/>
              </a:xfrm>
              <a:custGeom>
                <a:avLst/>
                <a:gdLst>
                  <a:gd name="T0" fmla="*/ 8 w 8"/>
                  <a:gd name="T1" fmla="*/ 2 h 5"/>
                  <a:gd name="T2" fmla="*/ 4 w 8"/>
                  <a:gd name="T3" fmla="*/ 0 h 5"/>
                  <a:gd name="T4" fmla="*/ 0 w 8"/>
                  <a:gd name="T5" fmla="*/ 0 h 5"/>
                  <a:gd name="T6" fmla="*/ 0 w 8"/>
                  <a:gd name="T7" fmla="*/ 3 h 5"/>
                  <a:gd name="T8" fmla="*/ 4 w 8"/>
                  <a:gd name="T9" fmla="*/ 5 h 5"/>
                  <a:gd name="T10" fmla="*/ 8 w 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4" name="Freeform 6303">
                <a:extLst>
                  <a:ext uri="{FF2B5EF4-FFF2-40B4-BE49-F238E27FC236}">
                    <a16:creationId xmlns:a16="http://schemas.microsoft.com/office/drawing/2014/main" id="{7782D58D-BD0A-47EE-A170-D6444EE7D4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35" y="2819"/>
                <a:ext cx="5" cy="13"/>
              </a:xfrm>
              <a:custGeom>
                <a:avLst/>
                <a:gdLst>
                  <a:gd name="T0" fmla="*/ 1 w 5"/>
                  <a:gd name="T1" fmla="*/ 8 h 13"/>
                  <a:gd name="T2" fmla="*/ 1 w 5"/>
                  <a:gd name="T3" fmla="*/ 13 h 13"/>
                  <a:gd name="T4" fmla="*/ 5 w 5"/>
                  <a:gd name="T5" fmla="*/ 11 h 13"/>
                  <a:gd name="T6" fmla="*/ 1 w 5"/>
                  <a:gd name="T7" fmla="*/ 8 h 13"/>
                  <a:gd name="T8" fmla="*/ 5 w 5"/>
                  <a:gd name="T9" fmla="*/ 8 h 13"/>
                  <a:gd name="T10" fmla="*/ 3 w 5"/>
                  <a:gd name="T11" fmla="*/ 4 h 13"/>
                  <a:gd name="T12" fmla="*/ 5 w 5"/>
                  <a:gd name="T13" fmla="*/ 2 h 13"/>
                  <a:gd name="T14" fmla="*/ 1 w 5"/>
                  <a:gd name="T15" fmla="*/ 0 h 13"/>
                  <a:gd name="T16" fmla="*/ 1 w 5"/>
                  <a:gd name="T17" fmla="*/ 6 h 13"/>
                  <a:gd name="T18" fmla="*/ 0 w 5"/>
                  <a:gd name="T19" fmla="*/ 8 h 13"/>
                  <a:gd name="T20" fmla="*/ 1 w 5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3">
                    <a:moveTo>
                      <a:pt x="1" y="8"/>
                    </a:moveTo>
                    <a:lnTo>
                      <a:pt x="1" y="13"/>
                    </a:lnTo>
                    <a:lnTo>
                      <a:pt x="5" y="11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5" name="Freeform 6304">
                <a:extLst>
                  <a:ext uri="{FF2B5EF4-FFF2-40B4-BE49-F238E27FC236}">
                    <a16:creationId xmlns:a16="http://schemas.microsoft.com/office/drawing/2014/main" id="{00D98D87-B18E-4BF1-B999-1B70D53AEBD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8" y="2998"/>
                <a:ext cx="28" cy="19"/>
              </a:xfrm>
              <a:custGeom>
                <a:avLst/>
                <a:gdLst>
                  <a:gd name="T0" fmla="*/ 22 w 28"/>
                  <a:gd name="T1" fmla="*/ 6 h 19"/>
                  <a:gd name="T2" fmla="*/ 20 w 28"/>
                  <a:gd name="T3" fmla="*/ 6 h 19"/>
                  <a:gd name="T4" fmla="*/ 20 w 28"/>
                  <a:gd name="T5" fmla="*/ 4 h 19"/>
                  <a:gd name="T6" fmla="*/ 15 w 28"/>
                  <a:gd name="T7" fmla="*/ 2 h 19"/>
                  <a:gd name="T8" fmla="*/ 13 w 28"/>
                  <a:gd name="T9" fmla="*/ 4 h 19"/>
                  <a:gd name="T10" fmla="*/ 11 w 28"/>
                  <a:gd name="T11" fmla="*/ 4 h 19"/>
                  <a:gd name="T12" fmla="*/ 7 w 28"/>
                  <a:gd name="T13" fmla="*/ 0 h 19"/>
                  <a:gd name="T14" fmla="*/ 0 w 28"/>
                  <a:gd name="T15" fmla="*/ 4 h 19"/>
                  <a:gd name="T16" fmla="*/ 0 w 28"/>
                  <a:gd name="T17" fmla="*/ 8 h 19"/>
                  <a:gd name="T18" fmla="*/ 2 w 28"/>
                  <a:gd name="T19" fmla="*/ 9 h 19"/>
                  <a:gd name="T20" fmla="*/ 7 w 28"/>
                  <a:gd name="T21" fmla="*/ 11 h 19"/>
                  <a:gd name="T22" fmla="*/ 9 w 28"/>
                  <a:gd name="T23" fmla="*/ 9 h 19"/>
                  <a:gd name="T24" fmla="*/ 11 w 28"/>
                  <a:gd name="T25" fmla="*/ 13 h 19"/>
                  <a:gd name="T26" fmla="*/ 13 w 28"/>
                  <a:gd name="T27" fmla="*/ 13 h 19"/>
                  <a:gd name="T28" fmla="*/ 15 w 28"/>
                  <a:gd name="T29" fmla="*/ 17 h 19"/>
                  <a:gd name="T30" fmla="*/ 20 w 28"/>
                  <a:gd name="T31" fmla="*/ 19 h 19"/>
                  <a:gd name="T32" fmla="*/ 24 w 28"/>
                  <a:gd name="T33" fmla="*/ 17 h 19"/>
                  <a:gd name="T34" fmla="*/ 28 w 28"/>
                  <a:gd name="T35" fmla="*/ 15 h 19"/>
                  <a:gd name="T36" fmla="*/ 28 w 28"/>
                  <a:gd name="T37" fmla="*/ 13 h 19"/>
                  <a:gd name="T38" fmla="*/ 26 w 28"/>
                  <a:gd name="T39" fmla="*/ 9 h 19"/>
                  <a:gd name="T40" fmla="*/ 22 w 28"/>
                  <a:gd name="T4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19">
                    <a:moveTo>
                      <a:pt x="22" y="6"/>
                    </a:moveTo>
                    <a:lnTo>
                      <a:pt x="20" y="6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5" y="17"/>
                    </a:lnTo>
                    <a:lnTo>
                      <a:pt x="20" y="19"/>
                    </a:lnTo>
                    <a:lnTo>
                      <a:pt x="24" y="17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26" y="9"/>
                    </a:lnTo>
                    <a:lnTo>
                      <a:pt x="2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6" name="Freeform 6305">
                <a:extLst>
                  <a:ext uri="{FF2B5EF4-FFF2-40B4-BE49-F238E27FC236}">
                    <a16:creationId xmlns:a16="http://schemas.microsoft.com/office/drawing/2014/main" id="{2248799B-6881-421E-8935-B053DBD870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5" y="2972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2 w 6"/>
                  <a:gd name="T3" fmla="*/ 0 h 8"/>
                  <a:gd name="T4" fmla="*/ 0 w 6"/>
                  <a:gd name="T5" fmla="*/ 2 h 8"/>
                  <a:gd name="T6" fmla="*/ 0 w 6"/>
                  <a:gd name="T7" fmla="*/ 8 h 8"/>
                  <a:gd name="T8" fmla="*/ 6 w 6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7" name="Freeform 6306">
                <a:extLst>
                  <a:ext uri="{FF2B5EF4-FFF2-40B4-BE49-F238E27FC236}">
                    <a16:creationId xmlns:a16="http://schemas.microsoft.com/office/drawing/2014/main" id="{9B6943BB-7EB0-490A-AFAF-4EC4EFE23E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9" y="2888"/>
                <a:ext cx="13" cy="9"/>
              </a:xfrm>
              <a:custGeom>
                <a:avLst/>
                <a:gdLst>
                  <a:gd name="T0" fmla="*/ 5 w 13"/>
                  <a:gd name="T1" fmla="*/ 9 h 9"/>
                  <a:gd name="T2" fmla="*/ 7 w 13"/>
                  <a:gd name="T3" fmla="*/ 8 h 9"/>
                  <a:gd name="T4" fmla="*/ 13 w 13"/>
                  <a:gd name="T5" fmla="*/ 8 h 9"/>
                  <a:gd name="T6" fmla="*/ 13 w 13"/>
                  <a:gd name="T7" fmla="*/ 6 h 9"/>
                  <a:gd name="T8" fmla="*/ 9 w 13"/>
                  <a:gd name="T9" fmla="*/ 2 h 9"/>
                  <a:gd name="T10" fmla="*/ 5 w 13"/>
                  <a:gd name="T11" fmla="*/ 0 h 9"/>
                  <a:gd name="T12" fmla="*/ 0 w 13"/>
                  <a:gd name="T13" fmla="*/ 6 h 9"/>
                  <a:gd name="T14" fmla="*/ 2 w 13"/>
                  <a:gd name="T15" fmla="*/ 8 h 9"/>
                  <a:gd name="T16" fmla="*/ 5 w 13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5" y="9"/>
                    </a:moveTo>
                    <a:lnTo>
                      <a:pt x="7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8" name="Freeform 6307">
                <a:extLst>
                  <a:ext uri="{FF2B5EF4-FFF2-40B4-BE49-F238E27FC236}">
                    <a16:creationId xmlns:a16="http://schemas.microsoft.com/office/drawing/2014/main" id="{08098C29-8459-4814-8653-A10C9B7398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1" y="2983"/>
                <a:ext cx="21" cy="6"/>
              </a:xfrm>
              <a:custGeom>
                <a:avLst/>
                <a:gdLst>
                  <a:gd name="T0" fmla="*/ 11 w 21"/>
                  <a:gd name="T1" fmla="*/ 6 h 6"/>
                  <a:gd name="T2" fmla="*/ 11 w 21"/>
                  <a:gd name="T3" fmla="*/ 2 h 6"/>
                  <a:gd name="T4" fmla="*/ 11 w 21"/>
                  <a:gd name="T5" fmla="*/ 4 h 6"/>
                  <a:gd name="T6" fmla="*/ 15 w 21"/>
                  <a:gd name="T7" fmla="*/ 6 h 6"/>
                  <a:gd name="T8" fmla="*/ 21 w 21"/>
                  <a:gd name="T9" fmla="*/ 4 h 6"/>
                  <a:gd name="T10" fmla="*/ 21 w 21"/>
                  <a:gd name="T11" fmla="*/ 0 h 6"/>
                  <a:gd name="T12" fmla="*/ 17 w 21"/>
                  <a:gd name="T13" fmla="*/ 0 h 6"/>
                  <a:gd name="T14" fmla="*/ 11 w 21"/>
                  <a:gd name="T15" fmla="*/ 0 h 6"/>
                  <a:gd name="T16" fmla="*/ 11 w 21"/>
                  <a:gd name="T17" fmla="*/ 0 h 6"/>
                  <a:gd name="T18" fmla="*/ 8 w 21"/>
                  <a:gd name="T19" fmla="*/ 2 h 6"/>
                  <a:gd name="T20" fmla="*/ 4 w 21"/>
                  <a:gd name="T21" fmla="*/ 0 h 6"/>
                  <a:gd name="T22" fmla="*/ 0 w 21"/>
                  <a:gd name="T23" fmla="*/ 2 h 6"/>
                  <a:gd name="T24" fmla="*/ 4 w 21"/>
                  <a:gd name="T25" fmla="*/ 4 h 6"/>
                  <a:gd name="T26" fmla="*/ 6 w 21"/>
                  <a:gd name="T27" fmla="*/ 2 h 6"/>
                  <a:gd name="T28" fmla="*/ 11 w 21"/>
                  <a:gd name="T2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1" y="6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9" name="Freeform 6308">
                <a:extLst>
                  <a:ext uri="{FF2B5EF4-FFF2-40B4-BE49-F238E27FC236}">
                    <a16:creationId xmlns:a16="http://schemas.microsoft.com/office/drawing/2014/main" id="{BCB02C34-4884-4BAC-9BB1-FE6F8E7E53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728"/>
                <a:ext cx="7" cy="13"/>
              </a:xfrm>
              <a:custGeom>
                <a:avLst/>
                <a:gdLst>
                  <a:gd name="T0" fmla="*/ 3 w 7"/>
                  <a:gd name="T1" fmla="*/ 9 h 13"/>
                  <a:gd name="T2" fmla="*/ 7 w 7"/>
                  <a:gd name="T3" fmla="*/ 13 h 13"/>
                  <a:gd name="T4" fmla="*/ 7 w 7"/>
                  <a:gd name="T5" fmla="*/ 7 h 13"/>
                  <a:gd name="T6" fmla="*/ 7 w 7"/>
                  <a:gd name="T7" fmla="*/ 4 h 13"/>
                  <a:gd name="T8" fmla="*/ 5 w 7"/>
                  <a:gd name="T9" fmla="*/ 4 h 13"/>
                  <a:gd name="T10" fmla="*/ 7 w 7"/>
                  <a:gd name="T11" fmla="*/ 0 h 13"/>
                  <a:gd name="T12" fmla="*/ 0 w 7"/>
                  <a:gd name="T13" fmla="*/ 4 h 13"/>
                  <a:gd name="T14" fmla="*/ 5 w 7"/>
                  <a:gd name="T15" fmla="*/ 5 h 13"/>
                  <a:gd name="T16" fmla="*/ 3 w 7"/>
                  <a:gd name="T17" fmla="*/ 5 h 13"/>
                  <a:gd name="T18" fmla="*/ 3 w 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9"/>
                    </a:moveTo>
                    <a:lnTo>
                      <a:pt x="7" y="13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0" name="Freeform 6309">
                <a:extLst>
                  <a:ext uri="{FF2B5EF4-FFF2-40B4-BE49-F238E27FC236}">
                    <a16:creationId xmlns:a16="http://schemas.microsoft.com/office/drawing/2014/main" id="{3AEA9087-C6A4-48C6-BE82-32A6DD996AF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318" y="1309"/>
                <a:ext cx="2370" cy="2051"/>
              </a:xfrm>
              <a:custGeom>
                <a:avLst/>
                <a:gdLst>
                  <a:gd name="T0" fmla="*/ 905 w 1273"/>
                  <a:gd name="T1" fmla="*/ 830 h 1100"/>
                  <a:gd name="T2" fmla="*/ 902 w 1273"/>
                  <a:gd name="T3" fmla="*/ 755 h 1100"/>
                  <a:gd name="T4" fmla="*/ 918 w 1273"/>
                  <a:gd name="T5" fmla="*/ 676 h 1100"/>
                  <a:gd name="T6" fmla="*/ 1005 w 1273"/>
                  <a:gd name="T7" fmla="*/ 638 h 1100"/>
                  <a:gd name="T8" fmla="*/ 1006 w 1273"/>
                  <a:gd name="T9" fmla="*/ 530 h 1100"/>
                  <a:gd name="T10" fmla="*/ 1023 w 1273"/>
                  <a:gd name="T11" fmla="*/ 518 h 1100"/>
                  <a:gd name="T12" fmla="*/ 1083 w 1273"/>
                  <a:gd name="T13" fmla="*/ 448 h 1100"/>
                  <a:gd name="T14" fmla="*/ 1049 w 1273"/>
                  <a:gd name="T15" fmla="*/ 325 h 1100"/>
                  <a:gd name="T16" fmla="*/ 1123 w 1273"/>
                  <a:gd name="T17" fmla="*/ 239 h 1100"/>
                  <a:gd name="T18" fmla="*/ 1172 w 1273"/>
                  <a:gd name="T19" fmla="*/ 168 h 1100"/>
                  <a:gd name="T20" fmla="*/ 1205 w 1273"/>
                  <a:gd name="T21" fmla="*/ 341 h 1100"/>
                  <a:gd name="T22" fmla="*/ 1204 w 1273"/>
                  <a:gd name="T23" fmla="*/ 203 h 1100"/>
                  <a:gd name="T24" fmla="*/ 1224 w 1273"/>
                  <a:gd name="T25" fmla="*/ 66 h 1100"/>
                  <a:gd name="T26" fmla="*/ 1231 w 1273"/>
                  <a:gd name="T27" fmla="*/ 37 h 1100"/>
                  <a:gd name="T28" fmla="*/ 1097 w 1273"/>
                  <a:gd name="T29" fmla="*/ 34 h 1100"/>
                  <a:gd name="T30" fmla="*/ 903 w 1273"/>
                  <a:gd name="T31" fmla="*/ 46 h 1100"/>
                  <a:gd name="T32" fmla="*/ 829 w 1273"/>
                  <a:gd name="T33" fmla="*/ 49 h 1100"/>
                  <a:gd name="T34" fmla="*/ 722 w 1273"/>
                  <a:gd name="T35" fmla="*/ 82 h 1100"/>
                  <a:gd name="T36" fmla="*/ 661 w 1273"/>
                  <a:gd name="T37" fmla="*/ 7 h 1100"/>
                  <a:gd name="T38" fmla="*/ 595 w 1273"/>
                  <a:gd name="T39" fmla="*/ 69 h 1100"/>
                  <a:gd name="T40" fmla="*/ 582 w 1273"/>
                  <a:gd name="T41" fmla="*/ 139 h 1100"/>
                  <a:gd name="T42" fmla="*/ 584 w 1273"/>
                  <a:gd name="T43" fmla="*/ 200 h 1100"/>
                  <a:gd name="T44" fmla="*/ 506 w 1273"/>
                  <a:gd name="T45" fmla="*/ 166 h 1100"/>
                  <a:gd name="T46" fmla="*/ 475 w 1273"/>
                  <a:gd name="T47" fmla="*/ 205 h 1100"/>
                  <a:gd name="T48" fmla="*/ 391 w 1273"/>
                  <a:gd name="T49" fmla="*/ 239 h 1100"/>
                  <a:gd name="T50" fmla="*/ 349 w 1273"/>
                  <a:gd name="T51" fmla="*/ 254 h 1100"/>
                  <a:gd name="T52" fmla="*/ 288 w 1273"/>
                  <a:gd name="T53" fmla="*/ 196 h 1100"/>
                  <a:gd name="T54" fmla="*/ 242 w 1273"/>
                  <a:gd name="T55" fmla="*/ 207 h 1100"/>
                  <a:gd name="T56" fmla="*/ 211 w 1273"/>
                  <a:gd name="T57" fmla="*/ 241 h 1100"/>
                  <a:gd name="T58" fmla="*/ 165 w 1273"/>
                  <a:gd name="T59" fmla="*/ 308 h 1100"/>
                  <a:gd name="T60" fmla="*/ 210 w 1273"/>
                  <a:gd name="T61" fmla="*/ 382 h 1100"/>
                  <a:gd name="T62" fmla="*/ 171 w 1273"/>
                  <a:gd name="T63" fmla="*/ 404 h 1100"/>
                  <a:gd name="T64" fmla="*/ 116 w 1273"/>
                  <a:gd name="T65" fmla="*/ 496 h 1100"/>
                  <a:gd name="T66" fmla="*/ 150 w 1273"/>
                  <a:gd name="T67" fmla="*/ 506 h 1100"/>
                  <a:gd name="T68" fmla="*/ 252 w 1273"/>
                  <a:gd name="T69" fmla="*/ 525 h 1100"/>
                  <a:gd name="T70" fmla="*/ 273 w 1273"/>
                  <a:gd name="T71" fmla="*/ 545 h 1100"/>
                  <a:gd name="T72" fmla="*/ 287 w 1273"/>
                  <a:gd name="T73" fmla="*/ 526 h 1100"/>
                  <a:gd name="T74" fmla="*/ 324 w 1273"/>
                  <a:gd name="T75" fmla="*/ 556 h 1100"/>
                  <a:gd name="T76" fmla="*/ 270 w 1273"/>
                  <a:gd name="T77" fmla="*/ 606 h 1100"/>
                  <a:gd name="T78" fmla="*/ 95 w 1273"/>
                  <a:gd name="T79" fmla="*/ 568 h 1100"/>
                  <a:gd name="T80" fmla="*/ 21 w 1273"/>
                  <a:gd name="T81" fmla="*/ 758 h 1100"/>
                  <a:gd name="T82" fmla="*/ 196 w 1273"/>
                  <a:gd name="T83" fmla="*/ 848 h 1100"/>
                  <a:gd name="T84" fmla="*/ 271 w 1273"/>
                  <a:gd name="T85" fmla="*/ 1098 h 1100"/>
                  <a:gd name="T86" fmla="*/ 404 w 1273"/>
                  <a:gd name="T87" fmla="*/ 966 h 1100"/>
                  <a:gd name="T88" fmla="*/ 509 w 1273"/>
                  <a:gd name="T89" fmla="*/ 763 h 1100"/>
                  <a:gd name="T90" fmla="*/ 401 w 1273"/>
                  <a:gd name="T91" fmla="*/ 674 h 1100"/>
                  <a:gd name="T92" fmla="*/ 444 w 1273"/>
                  <a:gd name="T93" fmla="*/ 719 h 1100"/>
                  <a:gd name="T94" fmla="*/ 541 w 1273"/>
                  <a:gd name="T95" fmla="*/ 641 h 1100"/>
                  <a:gd name="T96" fmla="*/ 517 w 1273"/>
                  <a:gd name="T97" fmla="*/ 632 h 1100"/>
                  <a:gd name="T98" fmla="*/ 665 w 1273"/>
                  <a:gd name="T99" fmla="*/ 673 h 1100"/>
                  <a:gd name="T100" fmla="*/ 782 w 1273"/>
                  <a:gd name="T101" fmla="*/ 673 h 1100"/>
                  <a:gd name="T102" fmla="*/ 1244 w 1273"/>
                  <a:gd name="T103" fmla="*/ 124 h 1100"/>
                  <a:gd name="T104" fmla="*/ 905 w 1273"/>
                  <a:gd name="T105" fmla="*/ 67 h 1100"/>
                  <a:gd name="T106" fmla="*/ 163 w 1273"/>
                  <a:gd name="T107" fmla="*/ 322 h 1100"/>
                  <a:gd name="T108" fmla="*/ 235 w 1273"/>
                  <a:gd name="T109" fmla="*/ 205 h 1100"/>
                  <a:gd name="T110" fmla="*/ 288 w 1273"/>
                  <a:gd name="T111" fmla="*/ 544 h 1100"/>
                  <a:gd name="T112" fmla="*/ 258 w 1273"/>
                  <a:gd name="T113" fmla="*/ 391 h 1100"/>
                  <a:gd name="T114" fmla="*/ 235 w 1273"/>
                  <a:gd name="T115" fmla="*/ 375 h 1100"/>
                  <a:gd name="T116" fmla="*/ 273 w 1273"/>
                  <a:gd name="T117" fmla="*/ 264 h 1100"/>
                  <a:gd name="T118" fmla="*/ 306 w 1273"/>
                  <a:gd name="T119" fmla="*/ 325 h 1100"/>
                  <a:gd name="T120" fmla="*/ 333 w 1273"/>
                  <a:gd name="T121" fmla="*/ 520 h 1100"/>
                  <a:gd name="T122" fmla="*/ 357 w 1273"/>
                  <a:gd name="T123" fmla="*/ 484 h 1100"/>
                  <a:gd name="T124" fmla="*/ 605 w 1273"/>
                  <a:gd name="T125" fmla="*/ 163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73" h="1100">
                    <a:moveTo>
                      <a:pt x="841" y="713"/>
                    </a:moveTo>
                    <a:cubicBezTo>
                      <a:pt x="841" y="713"/>
                      <a:pt x="841" y="713"/>
                      <a:pt x="841" y="713"/>
                    </a:cubicBezTo>
                    <a:cubicBezTo>
                      <a:pt x="843" y="713"/>
                      <a:pt x="843" y="713"/>
                      <a:pt x="843" y="713"/>
                    </a:cubicBezTo>
                    <a:cubicBezTo>
                      <a:pt x="846" y="712"/>
                      <a:pt x="846" y="712"/>
                      <a:pt x="846" y="712"/>
                    </a:cubicBezTo>
                    <a:cubicBezTo>
                      <a:pt x="845" y="712"/>
                      <a:pt x="845" y="712"/>
                      <a:pt x="845" y="712"/>
                    </a:cubicBezTo>
                    <a:cubicBezTo>
                      <a:pt x="848" y="710"/>
                      <a:pt x="848" y="710"/>
                      <a:pt x="848" y="710"/>
                    </a:cubicBezTo>
                    <a:cubicBezTo>
                      <a:pt x="847" y="709"/>
                      <a:pt x="847" y="709"/>
                      <a:pt x="847" y="709"/>
                    </a:cubicBezTo>
                    <a:cubicBezTo>
                      <a:pt x="848" y="708"/>
                      <a:pt x="848" y="708"/>
                      <a:pt x="848" y="708"/>
                    </a:cubicBezTo>
                    <a:cubicBezTo>
                      <a:pt x="848" y="707"/>
                      <a:pt x="848" y="707"/>
                      <a:pt x="848" y="707"/>
                    </a:cubicBezTo>
                    <a:cubicBezTo>
                      <a:pt x="850" y="709"/>
                      <a:pt x="850" y="709"/>
                      <a:pt x="850" y="709"/>
                    </a:cubicBezTo>
                    <a:cubicBezTo>
                      <a:pt x="850" y="710"/>
                      <a:pt x="850" y="710"/>
                      <a:pt x="850" y="710"/>
                    </a:cubicBezTo>
                    <a:cubicBezTo>
                      <a:pt x="851" y="712"/>
                      <a:pt x="851" y="712"/>
                      <a:pt x="851" y="712"/>
                    </a:cubicBezTo>
                    <a:cubicBezTo>
                      <a:pt x="852" y="712"/>
                      <a:pt x="852" y="712"/>
                      <a:pt x="852" y="712"/>
                    </a:cubicBezTo>
                    <a:cubicBezTo>
                      <a:pt x="853" y="712"/>
                      <a:pt x="853" y="712"/>
                      <a:pt x="853" y="712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3" y="714"/>
                      <a:pt x="853" y="714"/>
                      <a:pt x="853" y="714"/>
                    </a:cubicBezTo>
                    <a:cubicBezTo>
                      <a:pt x="854" y="716"/>
                      <a:pt x="854" y="716"/>
                      <a:pt x="854" y="716"/>
                    </a:cubicBezTo>
                    <a:cubicBezTo>
                      <a:pt x="854" y="717"/>
                      <a:pt x="854" y="717"/>
                      <a:pt x="854" y="717"/>
                    </a:cubicBezTo>
                    <a:cubicBezTo>
                      <a:pt x="855" y="722"/>
                      <a:pt x="855" y="722"/>
                      <a:pt x="855" y="722"/>
                    </a:cubicBezTo>
                    <a:cubicBezTo>
                      <a:pt x="856" y="722"/>
                      <a:pt x="856" y="722"/>
                      <a:pt x="856" y="722"/>
                    </a:cubicBezTo>
                    <a:cubicBezTo>
                      <a:pt x="856" y="725"/>
                      <a:pt x="856" y="725"/>
                      <a:pt x="856" y="725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8"/>
                      <a:pt x="857" y="728"/>
                      <a:pt x="857" y="728"/>
                    </a:cubicBezTo>
                    <a:cubicBezTo>
                      <a:pt x="858" y="729"/>
                      <a:pt x="858" y="729"/>
                      <a:pt x="858" y="729"/>
                    </a:cubicBezTo>
                    <a:cubicBezTo>
                      <a:pt x="858" y="732"/>
                      <a:pt x="858" y="732"/>
                      <a:pt x="858" y="732"/>
                    </a:cubicBezTo>
                    <a:cubicBezTo>
                      <a:pt x="859" y="733"/>
                      <a:pt x="859" y="733"/>
                      <a:pt x="859" y="733"/>
                    </a:cubicBezTo>
                    <a:cubicBezTo>
                      <a:pt x="858" y="736"/>
                      <a:pt x="858" y="736"/>
                      <a:pt x="858" y="736"/>
                    </a:cubicBezTo>
                    <a:cubicBezTo>
                      <a:pt x="860" y="735"/>
                      <a:pt x="860" y="735"/>
                      <a:pt x="860" y="735"/>
                    </a:cubicBezTo>
                    <a:cubicBezTo>
                      <a:pt x="860" y="734"/>
                      <a:pt x="860" y="734"/>
                      <a:pt x="860" y="734"/>
                    </a:cubicBezTo>
                    <a:cubicBezTo>
                      <a:pt x="861" y="735"/>
                      <a:pt x="861" y="735"/>
                      <a:pt x="861" y="735"/>
                    </a:cubicBezTo>
                    <a:cubicBezTo>
                      <a:pt x="862" y="736"/>
                      <a:pt x="862" y="736"/>
                      <a:pt x="862" y="736"/>
                    </a:cubicBezTo>
                    <a:cubicBezTo>
                      <a:pt x="862" y="741"/>
                      <a:pt x="862" y="741"/>
                      <a:pt x="862" y="741"/>
                    </a:cubicBezTo>
                    <a:cubicBezTo>
                      <a:pt x="863" y="741"/>
                      <a:pt x="863" y="741"/>
                      <a:pt x="863" y="741"/>
                    </a:cubicBezTo>
                    <a:cubicBezTo>
                      <a:pt x="863" y="742"/>
                      <a:pt x="863" y="742"/>
                      <a:pt x="863" y="742"/>
                    </a:cubicBezTo>
                    <a:cubicBezTo>
                      <a:pt x="863" y="743"/>
                      <a:pt x="863" y="743"/>
                      <a:pt x="863" y="743"/>
                    </a:cubicBezTo>
                    <a:cubicBezTo>
                      <a:pt x="863" y="745"/>
                      <a:pt x="863" y="745"/>
                      <a:pt x="863" y="745"/>
                    </a:cubicBezTo>
                    <a:cubicBezTo>
                      <a:pt x="864" y="746"/>
                      <a:pt x="864" y="746"/>
                      <a:pt x="864" y="746"/>
                    </a:cubicBezTo>
                    <a:cubicBezTo>
                      <a:pt x="864" y="747"/>
                      <a:pt x="864" y="747"/>
                      <a:pt x="864" y="747"/>
                    </a:cubicBezTo>
                    <a:cubicBezTo>
                      <a:pt x="864" y="748"/>
                      <a:pt x="864" y="748"/>
                      <a:pt x="864" y="748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1"/>
                      <a:pt x="864" y="751"/>
                      <a:pt x="864" y="751"/>
                    </a:cubicBezTo>
                    <a:cubicBezTo>
                      <a:pt x="863" y="753"/>
                      <a:pt x="863" y="753"/>
                      <a:pt x="863" y="753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2" y="755"/>
                      <a:pt x="862" y="755"/>
                      <a:pt x="862" y="755"/>
                    </a:cubicBezTo>
                    <a:cubicBezTo>
                      <a:pt x="862" y="757"/>
                      <a:pt x="862" y="757"/>
                      <a:pt x="862" y="757"/>
                    </a:cubicBezTo>
                    <a:cubicBezTo>
                      <a:pt x="862" y="758"/>
                      <a:pt x="862" y="758"/>
                      <a:pt x="862" y="758"/>
                    </a:cubicBezTo>
                    <a:cubicBezTo>
                      <a:pt x="862" y="760"/>
                      <a:pt x="862" y="760"/>
                      <a:pt x="862" y="760"/>
                    </a:cubicBez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4"/>
                      <a:pt x="863" y="764"/>
                      <a:pt x="863" y="764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8"/>
                      <a:pt x="862" y="768"/>
                      <a:pt x="862" y="768"/>
                    </a:cubicBezTo>
                    <a:cubicBezTo>
                      <a:pt x="861" y="769"/>
                      <a:pt x="861" y="769"/>
                      <a:pt x="861" y="769"/>
                    </a:cubicBezTo>
                    <a:cubicBezTo>
                      <a:pt x="862" y="771"/>
                      <a:pt x="862" y="771"/>
                      <a:pt x="862" y="771"/>
                    </a:cubicBezTo>
                    <a:cubicBezTo>
                      <a:pt x="861" y="772"/>
                      <a:pt x="861" y="772"/>
                      <a:pt x="861" y="772"/>
                    </a:cubicBezTo>
                    <a:cubicBezTo>
                      <a:pt x="862" y="774"/>
                      <a:pt x="862" y="774"/>
                      <a:pt x="862" y="774"/>
                    </a:cubicBezTo>
                    <a:cubicBezTo>
                      <a:pt x="862" y="775"/>
                      <a:pt x="862" y="775"/>
                      <a:pt x="862" y="775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81"/>
                      <a:pt x="862" y="781"/>
                      <a:pt x="862" y="781"/>
                    </a:cubicBezTo>
                    <a:cubicBezTo>
                      <a:pt x="864" y="778"/>
                      <a:pt x="864" y="778"/>
                      <a:pt x="864" y="778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4"/>
                      <a:pt x="864" y="774"/>
                      <a:pt x="864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5"/>
                      <a:pt x="865" y="775"/>
                      <a:pt x="865" y="775"/>
                    </a:cubicBezTo>
                    <a:cubicBezTo>
                      <a:pt x="865" y="776"/>
                      <a:pt x="865" y="776"/>
                      <a:pt x="865" y="776"/>
                    </a:cubicBezTo>
                    <a:cubicBezTo>
                      <a:pt x="867" y="776"/>
                      <a:pt x="867" y="776"/>
                      <a:pt x="867" y="776"/>
                    </a:cubicBezTo>
                    <a:cubicBezTo>
                      <a:pt x="868" y="779"/>
                      <a:pt x="868" y="779"/>
                      <a:pt x="868" y="779"/>
                    </a:cubicBezTo>
                    <a:cubicBezTo>
                      <a:pt x="867" y="779"/>
                      <a:pt x="867" y="779"/>
                      <a:pt x="867" y="779"/>
                    </a:cubicBezTo>
                    <a:cubicBezTo>
                      <a:pt x="868" y="784"/>
                      <a:pt x="868" y="784"/>
                      <a:pt x="868" y="784"/>
                    </a:cubicBezTo>
                    <a:cubicBezTo>
                      <a:pt x="869" y="780"/>
                      <a:pt x="869" y="780"/>
                      <a:pt x="869" y="780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70" y="781"/>
                      <a:pt x="870" y="781"/>
                      <a:pt x="870" y="781"/>
                    </a:cubicBezTo>
                    <a:cubicBezTo>
                      <a:pt x="870" y="782"/>
                      <a:pt x="870" y="782"/>
                      <a:pt x="870" y="782"/>
                    </a:cubicBezTo>
                    <a:cubicBezTo>
                      <a:pt x="872" y="782"/>
                      <a:pt x="872" y="782"/>
                      <a:pt x="872" y="782"/>
                    </a:cubicBezTo>
                    <a:cubicBezTo>
                      <a:pt x="872" y="784"/>
                      <a:pt x="872" y="784"/>
                      <a:pt x="872" y="784"/>
                    </a:cubicBezTo>
                    <a:cubicBezTo>
                      <a:pt x="873" y="784"/>
                      <a:pt x="873" y="784"/>
                      <a:pt x="873" y="784"/>
                    </a:cubicBezTo>
                    <a:cubicBezTo>
                      <a:pt x="872" y="785"/>
                      <a:pt x="872" y="785"/>
                      <a:pt x="872" y="785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2" y="786"/>
                      <a:pt x="872" y="786"/>
                      <a:pt x="872" y="786"/>
                    </a:cubicBezTo>
                    <a:cubicBezTo>
                      <a:pt x="873" y="788"/>
                      <a:pt x="873" y="788"/>
                      <a:pt x="873" y="788"/>
                    </a:cubicBezTo>
                    <a:cubicBezTo>
                      <a:pt x="874" y="788"/>
                      <a:pt x="874" y="788"/>
                      <a:pt x="874" y="788"/>
                    </a:cubicBezTo>
                    <a:cubicBezTo>
                      <a:pt x="874" y="787"/>
                      <a:pt x="874" y="787"/>
                      <a:pt x="874" y="787"/>
                    </a:cubicBezTo>
                    <a:cubicBezTo>
                      <a:pt x="876" y="788"/>
                      <a:pt x="876" y="788"/>
                      <a:pt x="876" y="788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7" y="789"/>
                      <a:pt x="877" y="789"/>
                      <a:pt x="877" y="789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8" y="791"/>
                      <a:pt x="878" y="791"/>
                      <a:pt x="878" y="791"/>
                    </a:cubicBezTo>
                    <a:cubicBezTo>
                      <a:pt x="878" y="796"/>
                      <a:pt x="878" y="796"/>
                      <a:pt x="878" y="796"/>
                    </a:cubicBezTo>
                    <a:cubicBezTo>
                      <a:pt x="878" y="794"/>
                      <a:pt x="878" y="794"/>
                      <a:pt x="878" y="794"/>
                    </a:cubicBezTo>
                    <a:cubicBezTo>
                      <a:pt x="876" y="794"/>
                      <a:pt x="876" y="794"/>
                      <a:pt x="876" y="794"/>
                    </a:cubicBezTo>
                    <a:cubicBezTo>
                      <a:pt x="876" y="796"/>
                      <a:pt x="876" y="796"/>
                      <a:pt x="876" y="796"/>
                    </a:cubicBezTo>
                    <a:cubicBezTo>
                      <a:pt x="878" y="798"/>
                      <a:pt x="878" y="798"/>
                      <a:pt x="878" y="798"/>
                    </a:cubicBezTo>
                    <a:cubicBezTo>
                      <a:pt x="879" y="797"/>
                      <a:pt x="879" y="797"/>
                      <a:pt x="879" y="797"/>
                    </a:cubicBezTo>
                    <a:cubicBezTo>
                      <a:pt x="880" y="799"/>
                      <a:pt x="880" y="799"/>
                      <a:pt x="880" y="799"/>
                    </a:cubicBezTo>
                    <a:cubicBezTo>
                      <a:pt x="880" y="801"/>
                      <a:pt x="880" y="801"/>
                      <a:pt x="880" y="801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5"/>
                      <a:pt x="880" y="805"/>
                      <a:pt x="880" y="805"/>
                    </a:cubicBezTo>
                    <a:cubicBezTo>
                      <a:pt x="881" y="806"/>
                      <a:pt x="881" y="806"/>
                      <a:pt x="881" y="806"/>
                    </a:cubicBezTo>
                    <a:cubicBezTo>
                      <a:pt x="880" y="807"/>
                      <a:pt x="880" y="807"/>
                      <a:pt x="880" y="807"/>
                    </a:cubicBezTo>
                    <a:cubicBezTo>
                      <a:pt x="882" y="808"/>
                      <a:pt x="882" y="808"/>
                      <a:pt x="882" y="808"/>
                    </a:cubicBezTo>
                    <a:cubicBezTo>
                      <a:pt x="884" y="810"/>
                      <a:pt x="884" y="810"/>
                      <a:pt x="884" y="810"/>
                    </a:cubicBezTo>
                    <a:cubicBezTo>
                      <a:pt x="885" y="812"/>
                      <a:pt x="885" y="812"/>
                      <a:pt x="885" y="812"/>
                    </a:cubicBezTo>
                    <a:cubicBezTo>
                      <a:pt x="886" y="812"/>
                      <a:pt x="886" y="812"/>
                      <a:pt x="886" y="812"/>
                    </a:cubicBezTo>
                    <a:cubicBezTo>
                      <a:pt x="887" y="813"/>
                      <a:pt x="887" y="813"/>
                      <a:pt x="887" y="813"/>
                    </a:cubicBezTo>
                    <a:cubicBezTo>
                      <a:pt x="886" y="814"/>
                      <a:pt x="886" y="814"/>
                      <a:pt x="886" y="814"/>
                    </a:cubicBezTo>
                    <a:cubicBezTo>
                      <a:pt x="886" y="816"/>
                      <a:pt x="886" y="816"/>
                      <a:pt x="886" y="816"/>
                    </a:cubicBezTo>
                    <a:cubicBezTo>
                      <a:pt x="887" y="817"/>
                      <a:pt x="887" y="817"/>
                      <a:pt x="887" y="817"/>
                    </a:cubicBezTo>
                    <a:cubicBezTo>
                      <a:pt x="890" y="818"/>
                      <a:pt x="890" y="818"/>
                      <a:pt x="890" y="818"/>
                    </a:cubicBezTo>
                    <a:cubicBezTo>
                      <a:pt x="892" y="819"/>
                      <a:pt x="892" y="819"/>
                      <a:pt x="892" y="819"/>
                    </a:cubicBezTo>
                    <a:cubicBezTo>
                      <a:pt x="891" y="820"/>
                      <a:pt x="891" y="820"/>
                      <a:pt x="891" y="820"/>
                    </a:cubicBezTo>
                    <a:cubicBezTo>
                      <a:pt x="894" y="823"/>
                      <a:pt x="894" y="823"/>
                      <a:pt x="894" y="823"/>
                    </a:cubicBezTo>
                    <a:cubicBezTo>
                      <a:pt x="895" y="823"/>
                      <a:pt x="895" y="823"/>
                      <a:pt x="895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7" y="824"/>
                      <a:pt x="897" y="824"/>
                      <a:pt x="897" y="824"/>
                    </a:cubicBezTo>
                    <a:cubicBezTo>
                      <a:pt x="900" y="825"/>
                      <a:pt x="900" y="825"/>
                      <a:pt x="900" y="825"/>
                    </a:cubicBezTo>
                    <a:cubicBezTo>
                      <a:pt x="902" y="826"/>
                      <a:pt x="902" y="826"/>
                      <a:pt x="902" y="826"/>
                    </a:cubicBezTo>
                    <a:cubicBezTo>
                      <a:pt x="903" y="827"/>
                      <a:pt x="903" y="827"/>
                      <a:pt x="903" y="827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6" y="828"/>
                      <a:pt x="906" y="828"/>
                      <a:pt x="906" y="828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5" y="830"/>
                      <a:pt x="905" y="830"/>
                      <a:pt x="905" y="830"/>
                    </a:cubicBezTo>
                    <a:cubicBezTo>
                      <a:pt x="908" y="831"/>
                      <a:pt x="908" y="831"/>
                      <a:pt x="908" y="831"/>
                    </a:cubicBezTo>
                    <a:cubicBezTo>
                      <a:pt x="909" y="830"/>
                      <a:pt x="909" y="830"/>
                      <a:pt x="909" y="830"/>
                    </a:cubicBezTo>
                    <a:cubicBezTo>
                      <a:pt x="910" y="831"/>
                      <a:pt x="910" y="831"/>
                      <a:pt x="910" y="831"/>
                    </a:cubicBezTo>
                    <a:cubicBezTo>
                      <a:pt x="911" y="833"/>
                      <a:pt x="911" y="833"/>
                      <a:pt x="911" y="833"/>
                    </a:cubicBezTo>
                    <a:cubicBezTo>
                      <a:pt x="913" y="832"/>
                      <a:pt x="913" y="832"/>
                      <a:pt x="913" y="832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4" y="827"/>
                      <a:pt x="914" y="827"/>
                      <a:pt x="914" y="827"/>
                    </a:cubicBezTo>
                    <a:cubicBezTo>
                      <a:pt x="912" y="827"/>
                      <a:pt x="912" y="827"/>
                      <a:pt x="912" y="827"/>
                    </a:cubicBezTo>
                    <a:cubicBezTo>
                      <a:pt x="911" y="828"/>
                      <a:pt x="911" y="828"/>
                      <a:pt x="911" y="828"/>
                    </a:cubicBezTo>
                    <a:cubicBezTo>
                      <a:pt x="910" y="828"/>
                      <a:pt x="910" y="828"/>
                      <a:pt x="910" y="828"/>
                    </a:cubicBezTo>
                    <a:cubicBezTo>
                      <a:pt x="909" y="829"/>
                      <a:pt x="909" y="829"/>
                      <a:pt x="909" y="829"/>
                    </a:cubicBezTo>
                    <a:cubicBezTo>
                      <a:pt x="909" y="827"/>
                      <a:pt x="909" y="827"/>
                      <a:pt x="909" y="827"/>
                    </a:cubicBezTo>
                    <a:cubicBezTo>
                      <a:pt x="910" y="827"/>
                      <a:pt x="910" y="827"/>
                      <a:pt x="910" y="827"/>
                    </a:cubicBezTo>
                    <a:cubicBezTo>
                      <a:pt x="910" y="825"/>
                      <a:pt x="910" y="825"/>
                      <a:pt x="910" y="825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18"/>
                      <a:pt x="907" y="818"/>
                      <a:pt x="907" y="818"/>
                    </a:cubicBezTo>
                    <a:cubicBezTo>
                      <a:pt x="907" y="817"/>
                      <a:pt x="907" y="817"/>
                      <a:pt x="907" y="817"/>
                    </a:cubicBezTo>
                    <a:cubicBezTo>
                      <a:pt x="906" y="816"/>
                      <a:pt x="906" y="816"/>
                      <a:pt x="906" y="816"/>
                    </a:cubicBezTo>
                    <a:cubicBezTo>
                      <a:pt x="905" y="816"/>
                      <a:pt x="905" y="816"/>
                      <a:pt x="905" y="816"/>
                    </a:cubicBezTo>
                    <a:cubicBezTo>
                      <a:pt x="903" y="815"/>
                      <a:pt x="903" y="815"/>
                      <a:pt x="903" y="815"/>
                    </a:cubicBezTo>
                    <a:cubicBezTo>
                      <a:pt x="903" y="813"/>
                      <a:pt x="903" y="813"/>
                      <a:pt x="903" y="813"/>
                    </a:cubicBezTo>
                    <a:cubicBezTo>
                      <a:pt x="903" y="810"/>
                      <a:pt x="903" y="810"/>
                      <a:pt x="903" y="810"/>
                    </a:cubicBezTo>
                    <a:cubicBezTo>
                      <a:pt x="902" y="809"/>
                      <a:pt x="902" y="809"/>
                      <a:pt x="902" y="809"/>
                    </a:cubicBezTo>
                    <a:cubicBezTo>
                      <a:pt x="902" y="808"/>
                      <a:pt x="902" y="808"/>
                      <a:pt x="902" y="808"/>
                    </a:cubicBezTo>
                    <a:cubicBezTo>
                      <a:pt x="902" y="807"/>
                      <a:pt x="902" y="807"/>
                      <a:pt x="902" y="807"/>
                    </a:cubicBezTo>
                    <a:cubicBezTo>
                      <a:pt x="902" y="804"/>
                      <a:pt x="902" y="804"/>
                      <a:pt x="902" y="804"/>
                    </a:cubicBezTo>
                    <a:cubicBezTo>
                      <a:pt x="903" y="803"/>
                      <a:pt x="903" y="803"/>
                      <a:pt x="903" y="803"/>
                    </a:cubicBezTo>
                    <a:cubicBezTo>
                      <a:pt x="902" y="800"/>
                      <a:pt x="902" y="800"/>
                      <a:pt x="902" y="800"/>
                    </a:cubicBezTo>
                    <a:cubicBezTo>
                      <a:pt x="900" y="797"/>
                      <a:pt x="900" y="797"/>
                      <a:pt x="900" y="797"/>
                    </a:cubicBezTo>
                    <a:cubicBezTo>
                      <a:pt x="895" y="791"/>
                      <a:pt x="895" y="791"/>
                      <a:pt x="895" y="791"/>
                    </a:cubicBezTo>
                    <a:cubicBezTo>
                      <a:pt x="894" y="789"/>
                      <a:pt x="894" y="789"/>
                      <a:pt x="894" y="789"/>
                    </a:cubicBezTo>
                    <a:cubicBezTo>
                      <a:pt x="892" y="789"/>
                      <a:pt x="892" y="789"/>
                      <a:pt x="892" y="789"/>
                    </a:cubicBezTo>
                    <a:cubicBezTo>
                      <a:pt x="892" y="790"/>
                      <a:pt x="892" y="790"/>
                      <a:pt x="892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0" y="789"/>
                      <a:pt x="890" y="789"/>
                      <a:pt x="890" y="789"/>
                    </a:cubicBezTo>
                    <a:cubicBezTo>
                      <a:pt x="889" y="788"/>
                      <a:pt x="889" y="788"/>
                      <a:pt x="889" y="788"/>
                    </a:cubicBezTo>
                    <a:cubicBezTo>
                      <a:pt x="888" y="786"/>
                      <a:pt x="888" y="786"/>
                      <a:pt x="888" y="786"/>
                    </a:cubicBezTo>
                    <a:cubicBezTo>
                      <a:pt x="886" y="785"/>
                      <a:pt x="886" y="785"/>
                      <a:pt x="886" y="785"/>
                    </a:cubicBezTo>
                    <a:cubicBezTo>
                      <a:pt x="885" y="785"/>
                      <a:pt x="885" y="785"/>
                      <a:pt x="885" y="785"/>
                    </a:cubicBezTo>
                    <a:cubicBezTo>
                      <a:pt x="884" y="785"/>
                      <a:pt x="884" y="785"/>
                      <a:pt x="884" y="785"/>
                    </a:cubicBezTo>
                    <a:cubicBezTo>
                      <a:pt x="882" y="783"/>
                      <a:pt x="882" y="783"/>
                      <a:pt x="882" y="783"/>
                    </a:cubicBezTo>
                    <a:cubicBezTo>
                      <a:pt x="881" y="782"/>
                      <a:pt x="881" y="782"/>
                      <a:pt x="881" y="782"/>
                    </a:cubicBezTo>
                    <a:cubicBezTo>
                      <a:pt x="881" y="781"/>
                      <a:pt x="881" y="781"/>
                      <a:pt x="881" y="781"/>
                    </a:cubicBezTo>
                    <a:cubicBezTo>
                      <a:pt x="879" y="780"/>
                      <a:pt x="879" y="780"/>
                      <a:pt x="879" y="780"/>
                    </a:cubicBezTo>
                    <a:cubicBezTo>
                      <a:pt x="880" y="779"/>
                      <a:pt x="880" y="779"/>
                      <a:pt x="880" y="779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4"/>
                      <a:pt x="879" y="774"/>
                      <a:pt x="879" y="774"/>
                    </a:cubicBezTo>
                    <a:cubicBezTo>
                      <a:pt x="878" y="773"/>
                      <a:pt x="878" y="773"/>
                      <a:pt x="878" y="773"/>
                    </a:cubicBezTo>
                    <a:cubicBezTo>
                      <a:pt x="877" y="769"/>
                      <a:pt x="877" y="769"/>
                      <a:pt x="877" y="769"/>
                    </a:cubicBezTo>
                    <a:cubicBezTo>
                      <a:pt x="876" y="772"/>
                      <a:pt x="876" y="772"/>
                      <a:pt x="876" y="772"/>
                    </a:cubicBezTo>
                    <a:cubicBezTo>
                      <a:pt x="876" y="771"/>
                      <a:pt x="876" y="771"/>
                      <a:pt x="876" y="771"/>
                    </a:cubicBezTo>
                    <a:cubicBezTo>
                      <a:pt x="875" y="771"/>
                      <a:pt x="875" y="771"/>
                      <a:pt x="875" y="771"/>
                    </a:cubicBezTo>
                    <a:cubicBezTo>
                      <a:pt x="875" y="770"/>
                      <a:pt x="875" y="770"/>
                      <a:pt x="875" y="770"/>
                    </a:cubicBezTo>
                    <a:cubicBezTo>
                      <a:pt x="875" y="769"/>
                      <a:pt x="875" y="769"/>
                      <a:pt x="875" y="769"/>
                    </a:cubicBezTo>
                    <a:cubicBezTo>
                      <a:pt x="874" y="767"/>
                      <a:pt x="874" y="767"/>
                      <a:pt x="874" y="767"/>
                    </a:cubicBezTo>
                    <a:cubicBezTo>
                      <a:pt x="873" y="766"/>
                      <a:pt x="873" y="766"/>
                      <a:pt x="873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1" y="767"/>
                      <a:pt x="871" y="767"/>
                      <a:pt x="871" y="767"/>
                    </a:cubicBezTo>
                    <a:cubicBezTo>
                      <a:pt x="871" y="766"/>
                      <a:pt x="871" y="766"/>
                      <a:pt x="871" y="766"/>
                    </a:cubicBezTo>
                    <a:cubicBezTo>
                      <a:pt x="869" y="764"/>
                      <a:pt x="869" y="764"/>
                      <a:pt x="869" y="764"/>
                    </a:cubicBezTo>
                    <a:cubicBezTo>
                      <a:pt x="869" y="763"/>
                      <a:pt x="869" y="763"/>
                      <a:pt x="869" y="763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70" y="760"/>
                      <a:pt x="870" y="760"/>
                      <a:pt x="870" y="760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8"/>
                      <a:pt x="869" y="758"/>
                      <a:pt x="869" y="758"/>
                    </a:cubicBezTo>
                    <a:cubicBezTo>
                      <a:pt x="869" y="757"/>
                      <a:pt x="869" y="757"/>
                      <a:pt x="869" y="757"/>
                    </a:cubicBezTo>
                    <a:cubicBezTo>
                      <a:pt x="871" y="755"/>
                      <a:pt x="871" y="755"/>
                      <a:pt x="871" y="755"/>
                    </a:cubicBezTo>
                    <a:cubicBezTo>
                      <a:pt x="871" y="749"/>
                      <a:pt x="871" y="749"/>
                      <a:pt x="871" y="749"/>
                    </a:cubicBezTo>
                    <a:cubicBezTo>
                      <a:pt x="872" y="748"/>
                      <a:pt x="872" y="748"/>
                      <a:pt x="872" y="748"/>
                    </a:cubicBezTo>
                    <a:cubicBezTo>
                      <a:pt x="873" y="746"/>
                      <a:pt x="873" y="746"/>
                      <a:pt x="873" y="746"/>
                    </a:cubicBezTo>
                    <a:cubicBezTo>
                      <a:pt x="874" y="745"/>
                      <a:pt x="874" y="745"/>
                      <a:pt x="874" y="745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1"/>
                      <a:pt x="874" y="741"/>
                      <a:pt x="874" y="741"/>
                    </a:cubicBezTo>
                    <a:cubicBezTo>
                      <a:pt x="874" y="740"/>
                      <a:pt x="874" y="740"/>
                      <a:pt x="874" y="740"/>
                    </a:cubicBezTo>
                    <a:cubicBezTo>
                      <a:pt x="874" y="738"/>
                      <a:pt x="874" y="738"/>
                      <a:pt x="874" y="738"/>
                    </a:cubicBezTo>
                    <a:cubicBezTo>
                      <a:pt x="874" y="737"/>
                      <a:pt x="874" y="737"/>
                      <a:pt x="874" y="737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4" y="736"/>
                      <a:pt x="874" y="736"/>
                      <a:pt x="874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6" y="736"/>
                      <a:pt x="876" y="736"/>
                      <a:pt x="876" y="736"/>
                    </a:cubicBezTo>
                    <a:cubicBezTo>
                      <a:pt x="877" y="735"/>
                      <a:pt x="877" y="735"/>
                      <a:pt x="877" y="735"/>
                    </a:cubicBezTo>
                    <a:cubicBezTo>
                      <a:pt x="878" y="736"/>
                      <a:pt x="878" y="736"/>
                      <a:pt x="878" y="736"/>
                    </a:cubicBezTo>
                    <a:cubicBezTo>
                      <a:pt x="878" y="735"/>
                      <a:pt x="878" y="735"/>
                      <a:pt x="878" y="735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9"/>
                      <a:pt x="879" y="739"/>
                      <a:pt x="879" y="739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8" y="742"/>
                      <a:pt x="878" y="742"/>
                      <a:pt x="878" y="742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1" y="742"/>
                      <a:pt x="881" y="742"/>
                      <a:pt x="881" y="742"/>
                    </a:cubicBezTo>
                    <a:cubicBezTo>
                      <a:pt x="883" y="742"/>
                      <a:pt x="883" y="742"/>
                      <a:pt x="883" y="742"/>
                    </a:cubicBezTo>
                    <a:cubicBezTo>
                      <a:pt x="884" y="742"/>
                      <a:pt x="884" y="742"/>
                      <a:pt x="884" y="742"/>
                    </a:cubicBezTo>
                    <a:cubicBezTo>
                      <a:pt x="885" y="743"/>
                      <a:pt x="885" y="743"/>
                      <a:pt x="885" y="743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1"/>
                      <a:pt x="886" y="741"/>
                      <a:pt x="886" y="741"/>
                    </a:cubicBezTo>
                    <a:cubicBezTo>
                      <a:pt x="887" y="742"/>
                      <a:pt x="887" y="742"/>
                      <a:pt x="887" y="742"/>
                    </a:cubicBezTo>
                    <a:cubicBezTo>
                      <a:pt x="889" y="743"/>
                      <a:pt x="889" y="743"/>
                      <a:pt x="889" y="743"/>
                    </a:cubicBezTo>
                    <a:cubicBezTo>
                      <a:pt x="889" y="744"/>
                      <a:pt x="889" y="744"/>
                      <a:pt x="889" y="744"/>
                    </a:cubicBezTo>
                    <a:cubicBezTo>
                      <a:pt x="889" y="746"/>
                      <a:pt x="889" y="746"/>
                      <a:pt x="889" y="746"/>
                    </a:cubicBezTo>
                    <a:cubicBezTo>
                      <a:pt x="891" y="747"/>
                      <a:pt x="891" y="747"/>
                      <a:pt x="891" y="747"/>
                    </a:cubicBezTo>
                    <a:cubicBezTo>
                      <a:pt x="893" y="747"/>
                      <a:pt x="893" y="747"/>
                      <a:pt x="893" y="747"/>
                    </a:cubicBezTo>
                    <a:cubicBezTo>
                      <a:pt x="892" y="746"/>
                      <a:pt x="892" y="746"/>
                      <a:pt x="892" y="746"/>
                    </a:cubicBezTo>
                    <a:cubicBezTo>
                      <a:pt x="893" y="746"/>
                      <a:pt x="893" y="746"/>
                      <a:pt x="893" y="746"/>
                    </a:cubicBezTo>
                    <a:cubicBezTo>
                      <a:pt x="893" y="745"/>
                      <a:pt x="893" y="745"/>
                      <a:pt x="893" y="745"/>
                    </a:cubicBezTo>
                    <a:cubicBezTo>
                      <a:pt x="894" y="746"/>
                      <a:pt x="894" y="746"/>
                      <a:pt x="894" y="746"/>
                    </a:cubicBezTo>
                    <a:cubicBezTo>
                      <a:pt x="894" y="747"/>
                      <a:pt x="894" y="747"/>
                      <a:pt x="894" y="747"/>
                    </a:cubicBezTo>
                    <a:cubicBezTo>
                      <a:pt x="895" y="748"/>
                      <a:pt x="895" y="748"/>
                      <a:pt x="895" y="748"/>
                    </a:cubicBezTo>
                    <a:cubicBezTo>
                      <a:pt x="895" y="750"/>
                      <a:pt x="895" y="750"/>
                      <a:pt x="895" y="750"/>
                    </a:cubicBezTo>
                    <a:cubicBezTo>
                      <a:pt x="896" y="752"/>
                      <a:pt x="896" y="752"/>
                      <a:pt x="896" y="752"/>
                    </a:cubicBezTo>
                    <a:cubicBezTo>
                      <a:pt x="897" y="751"/>
                      <a:pt x="897" y="751"/>
                      <a:pt x="897" y="751"/>
                    </a:cubicBezTo>
                    <a:cubicBezTo>
                      <a:pt x="897" y="752"/>
                      <a:pt x="897" y="752"/>
                      <a:pt x="897" y="752"/>
                    </a:cubicBezTo>
                    <a:cubicBezTo>
                      <a:pt x="897" y="753"/>
                      <a:pt x="897" y="753"/>
                      <a:pt x="897" y="753"/>
                    </a:cubicBezTo>
                    <a:cubicBezTo>
                      <a:pt x="897" y="754"/>
                      <a:pt x="897" y="754"/>
                      <a:pt x="897" y="754"/>
                    </a:cubicBezTo>
                    <a:cubicBezTo>
                      <a:pt x="898" y="755"/>
                      <a:pt x="898" y="755"/>
                      <a:pt x="898" y="755"/>
                    </a:cubicBezTo>
                    <a:cubicBezTo>
                      <a:pt x="899" y="756"/>
                      <a:pt x="899" y="756"/>
                      <a:pt x="899" y="756"/>
                    </a:cubicBezTo>
                    <a:cubicBezTo>
                      <a:pt x="901" y="755"/>
                      <a:pt x="901" y="755"/>
                      <a:pt x="901" y="755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1" y="756"/>
                      <a:pt x="901" y="756"/>
                      <a:pt x="901" y="756"/>
                    </a:cubicBezTo>
                    <a:cubicBezTo>
                      <a:pt x="901" y="757"/>
                      <a:pt x="901" y="757"/>
                      <a:pt x="901" y="757"/>
                    </a:cubicBezTo>
                    <a:cubicBezTo>
                      <a:pt x="902" y="758"/>
                      <a:pt x="902" y="758"/>
                      <a:pt x="902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4" y="760"/>
                      <a:pt x="904" y="760"/>
                      <a:pt x="904" y="760"/>
                    </a:cubicBezTo>
                    <a:cubicBezTo>
                      <a:pt x="903" y="760"/>
                      <a:pt x="903" y="760"/>
                      <a:pt x="903" y="760"/>
                    </a:cubicBezTo>
                    <a:cubicBezTo>
                      <a:pt x="904" y="762"/>
                      <a:pt x="904" y="762"/>
                      <a:pt x="904" y="762"/>
                    </a:cubicBezTo>
                    <a:cubicBezTo>
                      <a:pt x="906" y="761"/>
                      <a:pt x="906" y="761"/>
                      <a:pt x="906" y="761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5" y="758"/>
                      <a:pt x="905" y="758"/>
                      <a:pt x="905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8" y="758"/>
                      <a:pt x="908" y="758"/>
                      <a:pt x="908" y="758"/>
                    </a:cubicBezTo>
                    <a:cubicBezTo>
                      <a:pt x="908" y="759"/>
                      <a:pt x="908" y="759"/>
                      <a:pt x="908" y="759"/>
                    </a:cubicBezTo>
                    <a:cubicBezTo>
                      <a:pt x="907" y="760"/>
                      <a:pt x="907" y="760"/>
                      <a:pt x="907" y="760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1" y="761"/>
                      <a:pt x="911" y="761"/>
                      <a:pt x="911" y="761"/>
                    </a:cubicBezTo>
                    <a:cubicBezTo>
                      <a:pt x="912" y="761"/>
                      <a:pt x="912" y="761"/>
                      <a:pt x="912" y="761"/>
                    </a:cubicBezTo>
                    <a:cubicBezTo>
                      <a:pt x="913" y="761"/>
                      <a:pt x="913" y="761"/>
                      <a:pt x="913" y="761"/>
                    </a:cubicBezTo>
                    <a:cubicBezTo>
                      <a:pt x="912" y="762"/>
                      <a:pt x="912" y="762"/>
                      <a:pt x="912" y="762"/>
                    </a:cubicBezTo>
                    <a:cubicBezTo>
                      <a:pt x="911" y="764"/>
                      <a:pt x="911" y="764"/>
                      <a:pt x="911" y="764"/>
                    </a:cubicBezTo>
                    <a:cubicBezTo>
                      <a:pt x="911" y="766"/>
                      <a:pt x="911" y="766"/>
                      <a:pt x="911" y="766"/>
                    </a:cubicBezTo>
                    <a:cubicBezTo>
                      <a:pt x="910" y="767"/>
                      <a:pt x="910" y="767"/>
                      <a:pt x="910" y="767"/>
                    </a:cubicBezTo>
                    <a:cubicBezTo>
                      <a:pt x="911" y="768"/>
                      <a:pt x="911" y="768"/>
                      <a:pt x="911" y="768"/>
                    </a:cubicBezTo>
                    <a:cubicBezTo>
                      <a:pt x="910" y="770"/>
                      <a:pt x="910" y="770"/>
                      <a:pt x="910" y="770"/>
                    </a:cubicBezTo>
                    <a:cubicBezTo>
                      <a:pt x="911" y="770"/>
                      <a:pt x="911" y="770"/>
                      <a:pt x="911" y="770"/>
                    </a:cubicBezTo>
                    <a:cubicBezTo>
                      <a:pt x="911" y="771"/>
                      <a:pt x="911" y="771"/>
                      <a:pt x="911" y="771"/>
                    </a:cubicBezTo>
                    <a:cubicBezTo>
                      <a:pt x="908" y="772"/>
                      <a:pt x="908" y="772"/>
                      <a:pt x="908" y="772"/>
                    </a:cubicBezTo>
                    <a:cubicBezTo>
                      <a:pt x="912" y="773"/>
                      <a:pt x="912" y="773"/>
                      <a:pt x="912" y="773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7" y="770"/>
                      <a:pt x="917" y="770"/>
                      <a:pt x="917" y="770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8" y="768"/>
                      <a:pt x="918" y="768"/>
                      <a:pt x="918" y="768"/>
                    </a:cubicBezTo>
                    <a:cubicBezTo>
                      <a:pt x="918" y="767"/>
                      <a:pt x="918" y="767"/>
                      <a:pt x="918" y="767"/>
                    </a:cubicBezTo>
                    <a:cubicBezTo>
                      <a:pt x="920" y="766"/>
                      <a:pt x="920" y="766"/>
                      <a:pt x="920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2" y="765"/>
                      <a:pt x="922" y="765"/>
                      <a:pt x="922" y="765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3" y="764"/>
                      <a:pt x="923" y="764"/>
                      <a:pt x="923" y="764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6" y="762"/>
                      <a:pt x="926" y="762"/>
                      <a:pt x="926" y="762"/>
                    </a:cubicBezTo>
                    <a:cubicBezTo>
                      <a:pt x="925" y="760"/>
                      <a:pt x="925" y="760"/>
                      <a:pt x="925" y="760"/>
                    </a:cubicBezTo>
                    <a:cubicBezTo>
                      <a:pt x="926" y="759"/>
                      <a:pt x="926" y="759"/>
                      <a:pt x="926" y="759"/>
                    </a:cubicBezTo>
                    <a:cubicBezTo>
                      <a:pt x="925" y="759"/>
                      <a:pt x="925" y="759"/>
                      <a:pt x="925" y="759"/>
                    </a:cubicBezTo>
                    <a:cubicBezTo>
                      <a:pt x="927" y="759"/>
                      <a:pt x="927" y="759"/>
                      <a:pt x="927" y="759"/>
                    </a:cubicBezTo>
                    <a:cubicBezTo>
                      <a:pt x="928" y="759"/>
                      <a:pt x="928" y="759"/>
                      <a:pt x="928" y="759"/>
                    </a:cubicBezTo>
                    <a:cubicBezTo>
                      <a:pt x="930" y="759"/>
                      <a:pt x="930" y="759"/>
                      <a:pt x="930" y="759"/>
                    </a:cubicBezTo>
                    <a:cubicBezTo>
                      <a:pt x="933" y="757"/>
                      <a:pt x="933" y="757"/>
                      <a:pt x="933" y="757"/>
                    </a:cubicBezTo>
                    <a:cubicBezTo>
                      <a:pt x="934" y="756"/>
                      <a:pt x="934" y="756"/>
                      <a:pt x="934" y="756"/>
                    </a:cubicBezTo>
                    <a:cubicBezTo>
                      <a:pt x="936" y="756"/>
                      <a:pt x="936" y="756"/>
                      <a:pt x="936" y="756"/>
                    </a:cubicBezTo>
                    <a:cubicBezTo>
                      <a:pt x="936" y="755"/>
                      <a:pt x="936" y="755"/>
                      <a:pt x="936" y="755"/>
                    </a:cubicBezTo>
                    <a:cubicBezTo>
                      <a:pt x="937" y="754"/>
                      <a:pt x="937" y="754"/>
                      <a:pt x="937" y="754"/>
                    </a:cubicBezTo>
                    <a:cubicBezTo>
                      <a:pt x="938" y="753"/>
                      <a:pt x="938" y="753"/>
                      <a:pt x="938" y="753"/>
                    </a:cubicBezTo>
                    <a:cubicBezTo>
                      <a:pt x="940" y="752"/>
                      <a:pt x="940" y="752"/>
                      <a:pt x="940" y="752"/>
                    </a:cubicBezTo>
                    <a:cubicBezTo>
                      <a:pt x="941" y="751"/>
                      <a:pt x="941" y="751"/>
                      <a:pt x="941" y="751"/>
                    </a:cubicBezTo>
                    <a:cubicBezTo>
                      <a:pt x="941" y="750"/>
                      <a:pt x="941" y="750"/>
                      <a:pt x="941" y="750"/>
                    </a:cubicBezTo>
                    <a:cubicBezTo>
                      <a:pt x="942" y="749"/>
                      <a:pt x="942" y="749"/>
                      <a:pt x="942" y="749"/>
                    </a:cubicBezTo>
                    <a:cubicBezTo>
                      <a:pt x="943" y="748"/>
                      <a:pt x="943" y="748"/>
                      <a:pt x="943" y="748"/>
                    </a:cubicBezTo>
                    <a:cubicBezTo>
                      <a:pt x="942" y="747"/>
                      <a:pt x="942" y="747"/>
                      <a:pt x="942" y="747"/>
                    </a:cubicBezTo>
                    <a:cubicBezTo>
                      <a:pt x="943" y="746"/>
                      <a:pt x="943" y="746"/>
                      <a:pt x="943" y="746"/>
                    </a:cubicBezTo>
                    <a:cubicBezTo>
                      <a:pt x="942" y="745"/>
                      <a:pt x="942" y="745"/>
                      <a:pt x="942" y="745"/>
                    </a:cubicBezTo>
                    <a:cubicBezTo>
                      <a:pt x="943" y="744"/>
                      <a:pt x="943" y="744"/>
                      <a:pt x="943" y="744"/>
                    </a:cubicBezTo>
                    <a:cubicBezTo>
                      <a:pt x="943" y="743"/>
                      <a:pt x="943" y="743"/>
                      <a:pt x="943" y="743"/>
                    </a:cubicBezTo>
                    <a:cubicBezTo>
                      <a:pt x="944" y="743"/>
                      <a:pt x="944" y="743"/>
                      <a:pt x="944" y="743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5" y="741"/>
                      <a:pt x="945" y="741"/>
                      <a:pt x="945" y="741"/>
                    </a:cubicBezTo>
                    <a:cubicBezTo>
                      <a:pt x="945" y="739"/>
                      <a:pt x="945" y="739"/>
                      <a:pt x="945" y="739"/>
                    </a:cubicBezTo>
                    <a:cubicBezTo>
                      <a:pt x="944" y="738"/>
                      <a:pt x="944" y="738"/>
                      <a:pt x="944" y="738"/>
                    </a:cubicBezTo>
                    <a:cubicBezTo>
                      <a:pt x="944" y="736"/>
                      <a:pt x="944" y="736"/>
                      <a:pt x="944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2" y="734"/>
                      <a:pt x="942" y="734"/>
                      <a:pt x="942" y="734"/>
                    </a:cubicBezTo>
                    <a:cubicBezTo>
                      <a:pt x="943" y="734"/>
                      <a:pt x="943" y="734"/>
                      <a:pt x="943" y="734"/>
                    </a:cubicBezTo>
                    <a:cubicBezTo>
                      <a:pt x="942" y="732"/>
                      <a:pt x="942" y="732"/>
                      <a:pt x="942" y="732"/>
                    </a:cubicBezTo>
                    <a:cubicBezTo>
                      <a:pt x="943" y="731"/>
                      <a:pt x="943" y="731"/>
                      <a:pt x="943" y="731"/>
                    </a:cubicBezTo>
                    <a:cubicBezTo>
                      <a:pt x="942" y="730"/>
                      <a:pt x="942" y="730"/>
                      <a:pt x="942" y="730"/>
                    </a:cubicBezTo>
                    <a:cubicBezTo>
                      <a:pt x="942" y="729"/>
                      <a:pt x="942" y="729"/>
                      <a:pt x="942" y="729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0" y="724"/>
                      <a:pt x="940" y="724"/>
                      <a:pt x="940" y="724"/>
                    </a:cubicBezTo>
                    <a:cubicBezTo>
                      <a:pt x="939" y="723"/>
                      <a:pt x="939" y="723"/>
                      <a:pt x="939" y="723"/>
                    </a:cubicBezTo>
                    <a:cubicBezTo>
                      <a:pt x="940" y="722"/>
                      <a:pt x="940" y="722"/>
                      <a:pt x="940" y="722"/>
                    </a:cubicBezTo>
                    <a:cubicBezTo>
                      <a:pt x="939" y="721"/>
                      <a:pt x="939" y="721"/>
                      <a:pt x="939" y="721"/>
                    </a:cubicBezTo>
                    <a:cubicBezTo>
                      <a:pt x="939" y="720"/>
                      <a:pt x="939" y="720"/>
                      <a:pt x="939" y="720"/>
                    </a:cubicBezTo>
                    <a:cubicBezTo>
                      <a:pt x="937" y="719"/>
                      <a:pt x="937" y="719"/>
                      <a:pt x="937" y="719"/>
                    </a:cubicBezTo>
                    <a:cubicBezTo>
                      <a:pt x="938" y="717"/>
                      <a:pt x="938" y="717"/>
                      <a:pt x="938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6" y="715"/>
                      <a:pt x="936" y="715"/>
                      <a:pt x="936" y="715"/>
                    </a:cubicBezTo>
                    <a:cubicBezTo>
                      <a:pt x="932" y="712"/>
                      <a:pt x="932" y="712"/>
                      <a:pt x="932" y="712"/>
                    </a:cubicBezTo>
                    <a:cubicBezTo>
                      <a:pt x="932" y="711"/>
                      <a:pt x="932" y="711"/>
                      <a:pt x="932" y="711"/>
                    </a:cubicBezTo>
                    <a:cubicBezTo>
                      <a:pt x="928" y="708"/>
                      <a:pt x="928" y="708"/>
                      <a:pt x="928" y="708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2" y="705"/>
                      <a:pt x="922" y="705"/>
                      <a:pt x="922" y="705"/>
                    </a:cubicBezTo>
                    <a:cubicBezTo>
                      <a:pt x="919" y="702"/>
                      <a:pt x="919" y="702"/>
                      <a:pt x="919" y="702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699"/>
                      <a:pt x="919" y="699"/>
                      <a:pt x="919" y="699"/>
                    </a:cubicBezTo>
                    <a:cubicBezTo>
                      <a:pt x="918" y="697"/>
                      <a:pt x="918" y="697"/>
                      <a:pt x="918" y="697"/>
                    </a:cubicBezTo>
                    <a:cubicBezTo>
                      <a:pt x="917" y="697"/>
                      <a:pt x="917" y="697"/>
                      <a:pt x="917" y="697"/>
                    </a:cubicBezTo>
                    <a:cubicBezTo>
                      <a:pt x="915" y="695"/>
                      <a:pt x="915" y="695"/>
                      <a:pt x="915" y="695"/>
                    </a:cubicBezTo>
                    <a:cubicBezTo>
                      <a:pt x="913" y="694"/>
                      <a:pt x="913" y="694"/>
                      <a:pt x="913" y="694"/>
                    </a:cubicBezTo>
                    <a:cubicBezTo>
                      <a:pt x="913" y="693"/>
                      <a:pt x="913" y="693"/>
                      <a:pt x="913" y="693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3" y="688"/>
                      <a:pt x="913" y="688"/>
                      <a:pt x="913" y="688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5" y="684"/>
                      <a:pt x="915" y="684"/>
                      <a:pt x="915" y="684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7" y="681"/>
                      <a:pt x="917" y="681"/>
                      <a:pt x="917" y="681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79"/>
                      <a:pt x="917" y="679"/>
                      <a:pt x="917" y="679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8" y="676"/>
                      <a:pt x="918" y="676"/>
                      <a:pt x="918" y="676"/>
                    </a:cubicBezTo>
                    <a:cubicBezTo>
                      <a:pt x="919" y="676"/>
                      <a:pt x="919" y="676"/>
                      <a:pt x="919" y="676"/>
                    </a:cubicBezTo>
                    <a:cubicBezTo>
                      <a:pt x="920" y="676"/>
                      <a:pt x="920" y="676"/>
                      <a:pt x="920" y="676"/>
                    </a:cubicBezTo>
                    <a:cubicBezTo>
                      <a:pt x="921" y="676"/>
                      <a:pt x="921" y="676"/>
                      <a:pt x="921" y="676"/>
                    </a:cubicBezTo>
                    <a:cubicBezTo>
                      <a:pt x="921" y="675"/>
                      <a:pt x="921" y="675"/>
                      <a:pt x="921" y="675"/>
                    </a:cubicBezTo>
                    <a:cubicBezTo>
                      <a:pt x="922" y="675"/>
                      <a:pt x="922" y="675"/>
                      <a:pt x="922" y="675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3" y="673"/>
                      <a:pt x="923" y="673"/>
                      <a:pt x="923" y="673"/>
                    </a:cubicBezTo>
                    <a:cubicBezTo>
                      <a:pt x="925" y="673"/>
                      <a:pt x="925" y="673"/>
                      <a:pt x="925" y="673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8" y="672"/>
                      <a:pt x="928" y="672"/>
                      <a:pt x="928" y="672"/>
                    </a:cubicBezTo>
                    <a:cubicBezTo>
                      <a:pt x="928" y="671"/>
                      <a:pt x="928" y="671"/>
                      <a:pt x="928" y="671"/>
                    </a:cubicBezTo>
                    <a:cubicBezTo>
                      <a:pt x="929" y="672"/>
                      <a:pt x="929" y="672"/>
                      <a:pt x="929" y="672"/>
                    </a:cubicBezTo>
                    <a:cubicBezTo>
                      <a:pt x="929" y="671"/>
                      <a:pt x="929" y="671"/>
                      <a:pt x="929" y="671"/>
                    </a:cubicBezTo>
                    <a:cubicBezTo>
                      <a:pt x="933" y="672"/>
                      <a:pt x="933" y="672"/>
                      <a:pt x="933" y="672"/>
                    </a:cubicBezTo>
                    <a:cubicBezTo>
                      <a:pt x="930" y="671"/>
                      <a:pt x="930" y="671"/>
                      <a:pt x="930" y="671"/>
                    </a:cubicBezTo>
                    <a:cubicBezTo>
                      <a:pt x="931" y="670"/>
                      <a:pt x="931" y="670"/>
                      <a:pt x="931" y="670"/>
                    </a:cubicBezTo>
                    <a:cubicBezTo>
                      <a:pt x="931" y="669"/>
                      <a:pt x="931" y="669"/>
                      <a:pt x="931" y="669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5" y="672"/>
                      <a:pt x="935" y="672"/>
                      <a:pt x="935" y="672"/>
                    </a:cubicBezTo>
                    <a:cubicBezTo>
                      <a:pt x="936" y="672"/>
                      <a:pt x="936" y="672"/>
                      <a:pt x="936" y="672"/>
                    </a:cubicBezTo>
                    <a:cubicBezTo>
                      <a:pt x="938" y="672"/>
                      <a:pt x="938" y="672"/>
                      <a:pt x="938" y="672"/>
                    </a:cubicBezTo>
                    <a:cubicBezTo>
                      <a:pt x="938" y="671"/>
                      <a:pt x="938" y="671"/>
                      <a:pt x="938" y="671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3"/>
                      <a:pt x="939" y="673"/>
                      <a:pt x="939" y="673"/>
                    </a:cubicBezTo>
                    <a:cubicBezTo>
                      <a:pt x="938" y="674"/>
                      <a:pt x="938" y="674"/>
                      <a:pt x="938" y="674"/>
                    </a:cubicBezTo>
                    <a:cubicBezTo>
                      <a:pt x="938" y="675"/>
                      <a:pt x="938" y="675"/>
                      <a:pt x="938" y="675"/>
                    </a:cubicBezTo>
                    <a:cubicBezTo>
                      <a:pt x="940" y="678"/>
                      <a:pt x="940" y="678"/>
                      <a:pt x="940" y="678"/>
                    </a:cubicBezTo>
                    <a:cubicBezTo>
                      <a:pt x="941" y="678"/>
                      <a:pt x="941" y="678"/>
                      <a:pt x="941" y="678"/>
                    </a:cubicBezTo>
                    <a:cubicBezTo>
                      <a:pt x="941" y="679"/>
                      <a:pt x="941" y="679"/>
                      <a:pt x="941" y="679"/>
                    </a:cubicBezTo>
                    <a:cubicBezTo>
                      <a:pt x="941" y="682"/>
                      <a:pt x="941" y="682"/>
                      <a:pt x="941" y="682"/>
                    </a:cubicBezTo>
                    <a:cubicBezTo>
                      <a:pt x="942" y="680"/>
                      <a:pt x="942" y="680"/>
                      <a:pt x="942" y="680"/>
                    </a:cubicBezTo>
                    <a:cubicBezTo>
                      <a:pt x="943" y="680"/>
                      <a:pt x="943" y="680"/>
                      <a:pt x="943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5" y="680"/>
                      <a:pt x="945" y="680"/>
                      <a:pt x="945" y="680"/>
                    </a:cubicBezTo>
                    <a:cubicBezTo>
                      <a:pt x="947" y="678"/>
                      <a:pt x="947" y="678"/>
                      <a:pt x="947" y="678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5" y="675"/>
                      <a:pt x="945" y="675"/>
                      <a:pt x="945" y="675"/>
                    </a:cubicBezTo>
                    <a:cubicBezTo>
                      <a:pt x="945" y="676"/>
                      <a:pt x="945" y="676"/>
                      <a:pt x="945" y="676"/>
                    </a:cubicBezTo>
                    <a:cubicBezTo>
                      <a:pt x="947" y="675"/>
                      <a:pt x="947" y="675"/>
                      <a:pt x="947" y="675"/>
                    </a:cubicBezTo>
                    <a:cubicBezTo>
                      <a:pt x="949" y="676"/>
                      <a:pt x="949" y="676"/>
                      <a:pt x="949" y="676"/>
                    </a:cubicBezTo>
                    <a:cubicBezTo>
                      <a:pt x="949" y="674"/>
                      <a:pt x="949" y="674"/>
                      <a:pt x="949" y="674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8" y="672"/>
                      <a:pt x="948" y="672"/>
                      <a:pt x="948" y="672"/>
                    </a:cubicBezTo>
                    <a:cubicBezTo>
                      <a:pt x="949" y="672"/>
                      <a:pt x="949" y="672"/>
                      <a:pt x="949" y="672"/>
                    </a:cubicBezTo>
                    <a:cubicBezTo>
                      <a:pt x="950" y="671"/>
                      <a:pt x="950" y="671"/>
                      <a:pt x="950" y="671"/>
                    </a:cubicBezTo>
                    <a:cubicBezTo>
                      <a:pt x="951" y="671"/>
                      <a:pt x="951" y="671"/>
                      <a:pt x="951" y="671"/>
                    </a:cubicBezTo>
                    <a:cubicBezTo>
                      <a:pt x="952" y="671"/>
                      <a:pt x="952" y="671"/>
                      <a:pt x="952" y="671"/>
                    </a:cubicBezTo>
                    <a:cubicBezTo>
                      <a:pt x="955" y="670"/>
                      <a:pt x="955" y="670"/>
                      <a:pt x="955" y="670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6" y="669"/>
                      <a:pt x="956" y="669"/>
                      <a:pt x="956" y="669"/>
                    </a:cubicBezTo>
                    <a:cubicBezTo>
                      <a:pt x="957" y="669"/>
                      <a:pt x="957" y="669"/>
                      <a:pt x="957" y="669"/>
                    </a:cubicBezTo>
                    <a:cubicBezTo>
                      <a:pt x="959" y="669"/>
                      <a:pt x="959" y="669"/>
                      <a:pt x="959" y="669"/>
                    </a:cubicBezTo>
                    <a:cubicBezTo>
                      <a:pt x="960" y="668"/>
                      <a:pt x="960" y="668"/>
                      <a:pt x="960" y="668"/>
                    </a:cubicBezTo>
                    <a:cubicBezTo>
                      <a:pt x="962" y="667"/>
                      <a:pt x="962" y="667"/>
                      <a:pt x="962" y="667"/>
                    </a:cubicBezTo>
                    <a:cubicBezTo>
                      <a:pt x="963" y="665"/>
                      <a:pt x="963" y="665"/>
                      <a:pt x="963" y="665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4" y="665"/>
                      <a:pt x="964" y="665"/>
                      <a:pt x="964" y="665"/>
                    </a:cubicBezTo>
                    <a:cubicBezTo>
                      <a:pt x="965" y="664"/>
                      <a:pt x="965" y="664"/>
                      <a:pt x="965" y="664"/>
                    </a:cubicBezTo>
                    <a:cubicBezTo>
                      <a:pt x="967" y="663"/>
                      <a:pt x="967" y="663"/>
                      <a:pt x="967" y="663"/>
                    </a:cubicBezTo>
                    <a:cubicBezTo>
                      <a:pt x="966" y="661"/>
                      <a:pt x="966" y="661"/>
                      <a:pt x="966" y="661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7" y="660"/>
                      <a:pt x="967" y="660"/>
                      <a:pt x="967" y="660"/>
                    </a:cubicBezTo>
                    <a:cubicBezTo>
                      <a:pt x="967" y="661"/>
                      <a:pt x="967" y="661"/>
                      <a:pt x="967" y="661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8" y="663"/>
                      <a:pt x="968" y="663"/>
                      <a:pt x="968" y="663"/>
                    </a:cubicBezTo>
                    <a:cubicBezTo>
                      <a:pt x="969" y="665"/>
                      <a:pt x="969" y="665"/>
                      <a:pt x="969" y="665"/>
                    </a:cubicBezTo>
                    <a:cubicBezTo>
                      <a:pt x="972" y="663"/>
                      <a:pt x="972" y="663"/>
                      <a:pt x="972" y="663"/>
                    </a:cubicBezTo>
                    <a:cubicBezTo>
                      <a:pt x="972" y="662"/>
                      <a:pt x="972" y="662"/>
                      <a:pt x="972" y="662"/>
                    </a:cubicBezTo>
                    <a:cubicBezTo>
                      <a:pt x="973" y="661"/>
                      <a:pt x="973" y="661"/>
                      <a:pt x="973" y="661"/>
                    </a:cubicBezTo>
                    <a:cubicBezTo>
                      <a:pt x="974" y="661"/>
                      <a:pt x="974" y="661"/>
                      <a:pt x="974" y="661"/>
                    </a:cubicBezTo>
                    <a:cubicBezTo>
                      <a:pt x="975" y="662"/>
                      <a:pt x="975" y="662"/>
                      <a:pt x="975" y="662"/>
                    </a:cubicBezTo>
                    <a:cubicBezTo>
                      <a:pt x="977" y="661"/>
                      <a:pt x="977" y="661"/>
                      <a:pt x="977" y="661"/>
                    </a:cubicBezTo>
                    <a:cubicBezTo>
                      <a:pt x="977" y="660"/>
                      <a:pt x="977" y="660"/>
                      <a:pt x="977" y="660"/>
                    </a:cubicBezTo>
                    <a:cubicBezTo>
                      <a:pt x="978" y="660"/>
                      <a:pt x="978" y="660"/>
                      <a:pt x="978" y="660"/>
                    </a:cubicBezTo>
                    <a:cubicBezTo>
                      <a:pt x="979" y="662"/>
                      <a:pt x="979" y="662"/>
                      <a:pt x="979" y="662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3" y="660"/>
                      <a:pt x="983" y="660"/>
                      <a:pt x="983" y="660"/>
                    </a:cubicBezTo>
                    <a:cubicBezTo>
                      <a:pt x="983" y="659"/>
                      <a:pt x="983" y="659"/>
                      <a:pt x="983" y="659"/>
                    </a:cubicBezTo>
                    <a:cubicBezTo>
                      <a:pt x="985" y="659"/>
                      <a:pt x="985" y="659"/>
                      <a:pt x="985" y="659"/>
                    </a:cubicBezTo>
                    <a:cubicBezTo>
                      <a:pt x="986" y="658"/>
                      <a:pt x="986" y="658"/>
                      <a:pt x="986" y="658"/>
                    </a:cubicBezTo>
                    <a:cubicBezTo>
                      <a:pt x="986" y="659"/>
                      <a:pt x="986" y="659"/>
                      <a:pt x="986" y="659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90" y="657"/>
                      <a:pt x="990" y="657"/>
                      <a:pt x="990" y="657"/>
                    </a:cubicBezTo>
                    <a:cubicBezTo>
                      <a:pt x="989" y="656"/>
                      <a:pt x="989" y="656"/>
                      <a:pt x="989" y="656"/>
                    </a:cubicBezTo>
                    <a:cubicBezTo>
                      <a:pt x="989" y="655"/>
                      <a:pt x="989" y="655"/>
                      <a:pt x="989" y="655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2"/>
                      <a:pt x="990" y="652"/>
                      <a:pt x="990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2" y="652"/>
                      <a:pt x="992" y="652"/>
                      <a:pt x="992" y="652"/>
                    </a:cubicBezTo>
                    <a:cubicBezTo>
                      <a:pt x="991" y="653"/>
                      <a:pt x="991" y="653"/>
                      <a:pt x="991" y="653"/>
                    </a:cubicBezTo>
                    <a:cubicBezTo>
                      <a:pt x="991" y="655"/>
                      <a:pt x="991" y="655"/>
                      <a:pt x="991" y="655"/>
                    </a:cubicBezTo>
                    <a:cubicBezTo>
                      <a:pt x="993" y="655"/>
                      <a:pt x="993" y="655"/>
                      <a:pt x="993" y="655"/>
                    </a:cubicBezTo>
                    <a:cubicBezTo>
                      <a:pt x="995" y="654"/>
                      <a:pt x="995" y="654"/>
                      <a:pt x="995" y="654"/>
                    </a:cubicBezTo>
                    <a:cubicBezTo>
                      <a:pt x="993" y="652"/>
                      <a:pt x="993" y="652"/>
                      <a:pt x="993" y="652"/>
                    </a:cubicBezTo>
                    <a:cubicBezTo>
                      <a:pt x="994" y="652"/>
                      <a:pt x="994" y="652"/>
                      <a:pt x="994" y="652"/>
                    </a:cubicBezTo>
                    <a:cubicBezTo>
                      <a:pt x="994" y="651"/>
                      <a:pt x="994" y="651"/>
                      <a:pt x="994" y="651"/>
                    </a:cubicBezTo>
                    <a:cubicBezTo>
                      <a:pt x="995" y="651"/>
                      <a:pt x="995" y="651"/>
                      <a:pt x="995" y="651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6" y="650"/>
                      <a:pt x="996" y="650"/>
                      <a:pt x="996" y="650"/>
                    </a:cubicBezTo>
                    <a:cubicBezTo>
                      <a:pt x="997" y="649"/>
                      <a:pt x="997" y="649"/>
                      <a:pt x="997" y="649"/>
                    </a:cubicBezTo>
                    <a:cubicBezTo>
                      <a:pt x="998" y="650"/>
                      <a:pt x="998" y="650"/>
                      <a:pt x="998" y="650"/>
                    </a:cubicBezTo>
                    <a:cubicBezTo>
                      <a:pt x="998" y="648"/>
                      <a:pt x="998" y="648"/>
                      <a:pt x="998" y="648"/>
                    </a:cubicBezTo>
                    <a:cubicBezTo>
                      <a:pt x="999" y="648"/>
                      <a:pt x="999" y="648"/>
                      <a:pt x="999" y="648"/>
                    </a:cubicBezTo>
                    <a:cubicBezTo>
                      <a:pt x="1000" y="646"/>
                      <a:pt x="1000" y="646"/>
                      <a:pt x="1000" y="646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9" y="644"/>
                      <a:pt x="999" y="644"/>
                      <a:pt x="999" y="644"/>
                    </a:cubicBezTo>
                    <a:cubicBezTo>
                      <a:pt x="999" y="645"/>
                      <a:pt x="999" y="645"/>
                      <a:pt x="999" y="645"/>
                    </a:cubicBezTo>
                    <a:cubicBezTo>
                      <a:pt x="1000" y="644"/>
                      <a:pt x="1000" y="644"/>
                      <a:pt x="1000" y="644"/>
                    </a:cubicBezTo>
                    <a:cubicBezTo>
                      <a:pt x="1002" y="645"/>
                      <a:pt x="1002" y="645"/>
                      <a:pt x="1002" y="645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4" y="640"/>
                      <a:pt x="1004" y="640"/>
                      <a:pt x="1004" y="640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4" y="637"/>
                      <a:pt x="1004" y="637"/>
                      <a:pt x="1004" y="637"/>
                    </a:cubicBezTo>
                    <a:cubicBezTo>
                      <a:pt x="1004" y="636"/>
                      <a:pt x="1004" y="636"/>
                      <a:pt x="1004" y="636"/>
                    </a:cubicBezTo>
                    <a:cubicBezTo>
                      <a:pt x="1005" y="637"/>
                      <a:pt x="1005" y="637"/>
                      <a:pt x="1005" y="637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6" y="638"/>
                      <a:pt x="1006" y="638"/>
                      <a:pt x="1006" y="638"/>
                    </a:cubicBezTo>
                    <a:cubicBezTo>
                      <a:pt x="1007" y="640"/>
                      <a:pt x="1007" y="640"/>
                      <a:pt x="1007" y="640"/>
                    </a:cubicBezTo>
                    <a:cubicBezTo>
                      <a:pt x="1008" y="637"/>
                      <a:pt x="1008" y="637"/>
                      <a:pt x="1008" y="637"/>
                    </a:cubicBezTo>
                    <a:cubicBezTo>
                      <a:pt x="1009" y="636"/>
                      <a:pt x="1009" y="636"/>
                      <a:pt x="1009" y="636"/>
                    </a:cubicBezTo>
                    <a:cubicBezTo>
                      <a:pt x="1009" y="635"/>
                      <a:pt x="1009" y="635"/>
                      <a:pt x="1009" y="635"/>
                    </a:cubicBezTo>
                    <a:cubicBezTo>
                      <a:pt x="1008" y="634"/>
                      <a:pt x="1008" y="634"/>
                      <a:pt x="1008" y="634"/>
                    </a:cubicBezTo>
                    <a:cubicBezTo>
                      <a:pt x="1007" y="634"/>
                      <a:pt x="1007" y="634"/>
                      <a:pt x="1007" y="634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8" y="632"/>
                      <a:pt x="1008" y="632"/>
                      <a:pt x="1008" y="632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7" y="630"/>
                      <a:pt x="1007" y="630"/>
                      <a:pt x="1007" y="630"/>
                    </a:cubicBezTo>
                    <a:cubicBezTo>
                      <a:pt x="1010" y="629"/>
                      <a:pt x="1010" y="629"/>
                      <a:pt x="1010" y="629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5"/>
                      <a:pt x="1007" y="625"/>
                      <a:pt x="1007" y="625"/>
                    </a:cubicBezTo>
                    <a:cubicBezTo>
                      <a:pt x="1008" y="625"/>
                      <a:pt x="1008" y="625"/>
                      <a:pt x="1008" y="625"/>
                    </a:cubicBezTo>
                    <a:cubicBezTo>
                      <a:pt x="1011" y="623"/>
                      <a:pt x="1011" y="623"/>
                      <a:pt x="1011" y="623"/>
                    </a:cubicBezTo>
                    <a:cubicBezTo>
                      <a:pt x="1011" y="622"/>
                      <a:pt x="1011" y="622"/>
                      <a:pt x="1011" y="622"/>
                    </a:cubicBezTo>
                    <a:cubicBezTo>
                      <a:pt x="1013" y="623"/>
                      <a:pt x="1013" y="623"/>
                      <a:pt x="1013" y="623"/>
                    </a:cubicBezTo>
                    <a:cubicBezTo>
                      <a:pt x="1012" y="621"/>
                      <a:pt x="1012" y="621"/>
                      <a:pt x="1012" y="621"/>
                    </a:cubicBezTo>
                    <a:cubicBezTo>
                      <a:pt x="1013" y="620"/>
                      <a:pt x="1013" y="620"/>
                      <a:pt x="1013" y="620"/>
                    </a:cubicBezTo>
                    <a:cubicBezTo>
                      <a:pt x="1013" y="619"/>
                      <a:pt x="1013" y="619"/>
                      <a:pt x="1013" y="619"/>
                    </a:cubicBezTo>
                    <a:cubicBezTo>
                      <a:pt x="1013" y="618"/>
                      <a:pt x="1013" y="618"/>
                      <a:pt x="1013" y="618"/>
                    </a:cubicBezTo>
                    <a:cubicBezTo>
                      <a:pt x="1013" y="617"/>
                      <a:pt x="1013" y="617"/>
                      <a:pt x="1013" y="617"/>
                    </a:cubicBezTo>
                    <a:cubicBezTo>
                      <a:pt x="1013" y="616"/>
                      <a:pt x="1013" y="616"/>
                      <a:pt x="1013" y="616"/>
                    </a:cubicBezTo>
                    <a:cubicBezTo>
                      <a:pt x="1014" y="616"/>
                      <a:pt x="1014" y="616"/>
                      <a:pt x="1014" y="616"/>
                    </a:cubicBezTo>
                    <a:cubicBezTo>
                      <a:pt x="1013" y="615"/>
                      <a:pt x="1013" y="615"/>
                      <a:pt x="1013" y="615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4" y="614"/>
                      <a:pt x="1014" y="614"/>
                      <a:pt x="1014" y="614"/>
                    </a:cubicBezTo>
                    <a:cubicBezTo>
                      <a:pt x="1015" y="611"/>
                      <a:pt x="1015" y="611"/>
                      <a:pt x="1015" y="611"/>
                    </a:cubicBezTo>
                    <a:cubicBezTo>
                      <a:pt x="1016" y="611"/>
                      <a:pt x="1016" y="611"/>
                      <a:pt x="1016" y="611"/>
                    </a:cubicBezTo>
                    <a:cubicBezTo>
                      <a:pt x="1016" y="612"/>
                      <a:pt x="1016" y="612"/>
                      <a:pt x="1016" y="612"/>
                    </a:cubicBezTo>
                    <a:cubicBezTo>
                      <a:pt x="1017" y="614"/>
                      <a:pt x="1017" y="614"/>
                      <a:pt x="1017" y="614"/>
                    </a:cubicBezTo>
                    <a:cubicBezTo>
                      <a:pt x="1018" y="611"/>
                      <a:pt x="1018" y="611"/>
                      <a:pt x="1018" y="611"/>
                    </a:cubicBezTo>
                    <a:cubicBezTo>
                      <a:pt x="1019" y="610"/>
                      <a:pt x="1019" y="610"/>
                      <a:pt x="1019" y="610"/>
                    </a:cubicBezTo>
                    <a:cubicBezTo>
                      <a:pt x="1018" y="608"/>
                      <a:pt x="1018" y="608"/>
                      <a:pt x="1018" y="608"/>
                    </a:cubicBezTo>
                    <a:cubicBezTo>
                      <a:pt x="1017" y="608"/>
                      <a:pt x="1017" y="608"/>
                      <a:pt x="1017" y="608"/>
                    </a:cubicBezTo>
                    <a:cubicBezTo>
                      <a:pt x="1019" y="607"/>
                      <a:pt x="1019" y="607"/>
                      <a:pt x="1019" y="607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7" y="606"/>
                      <a:pt x="1017" y="606"/>
                      <a:pt x="1017" y="606"/>
                    </a:cubicBezTo>
                    <a:cubicBezTo>
                      <a:pt x="1017" y="605"/>
                      <a:pt x="1017" y="605"/>
                      <a:pt x="1017" y="605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9" y="604"/>
                      <a:pt x="1019" y="604"/>
                      <a:pt x="1019" y="604"/>
                    </a:cubicBezTo>
                    <a:cubicBezTo>
                      <a:pt x="1017" y="603"/>
                      <a:pt x="1017" y="603"/>
                      <a:pt x="1017" y="603"/>
                    </a:cubicBezTo>
                    <a:cubicBezTo>
                      <a:pt x="1016" y="603"/>
                      <a:pt x="1016" y="603"/>
                      <a:pt x="1016" y="603"/>
                    </a:cubicBezTo>
                    <a:cubicBezTo>
                      <a:pt x="1017" y="602"/>
                      <a:pt x="1017" y="602"/>
                      <a:pt x="1017" y="602"/>
                    </a:cubicBezTo>
                    <a:cubicBezTo>
                      <a:pt x="1018" y="603"/>
                      <a:pt x="1018" y="603"/>
                      <a:pt x="1018" y="603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3"/>
                      <a:pt x="1019" y="603"/>
                      <a:pt x="1019" y="603"/>
                    </a:cubicBezTo>
                    <a:cubicBezTo>
                      <a:pt x="1021" y="601"/>
                      <a:pt x="1021" y="601"/>
                      <a:pt x="1021" y="601"/>
                    </a:cubicBezTo>
                    <a:cubicBezTo>
                      <a:pt x="1021" y="600"/>
                      <a:pt x="1021" y="600"/>
                      <a:pt x="1021" y="600"/>
                    </a:cubicBezTo>
                    <a:cubicBezTo>
                      <a:pt x="1020" y="598"/>
                      <a:pt x="1020" y="598"/>
                      <a:pt x="1020" y="598"/>
                    </a:cubicBezTo>
                    <a:cubicBezTo>
                      <a:pt x="1019" y="597"/>
                      <a:pt x="1019" y="597"/>
                      <a:pt x="1019" y="597"/>
                    </a:cubicBezTo>
                    <a:cubicBezTo>
                      <a:pt x="1020" y="596"/>
                      <a:pt x="1020" y="596"/>
                      <a:pt x="1020" y="596"/>
                    </a:cubicBezTo>
                    <a:cubicBezTo>
                      <a:pt x="1019" y="595"/>
                      <a:pt x="1019" y="595"/>
                      <a:pt x="1019" y="595"/>
                    </a:cubicBezTo>
                    <a:cubicBezTo>
                      <a:pt x="1018" y="595"/>
                      <a:pt x="1018" y="595"/>
                      <a:pt x="1018" y="595"/>
                    </a:cubicBezTo>
                    <a:cubicBezTo>
                      <a:pt x="1017" y="594"/>
                      <a:pt x="1017" y="594"/>
                      <a:pt x="1017" y="594"/>
                    </a:cubicBezTo>
                    <a:cubicBezTo>
                      <a:pt x="1016" y="594"/>
                      <a:pt x="1016" y="594"/>
                      <a:pt x="1016" y="594"/>
                    </a:cubicBezTo>
                    <a:cubicBezTo>
                      <a:pt x="1014" y="592"/>
                      <a:pt x="1014" y="592"/>
                      <a:pt x="1014" y="592"/>
                    </a:cubicBezTo>
                    <a:cubicBezTo>
                      <a:pt x="1012" y="592"/>
                      <a:pt x="1012" y="592"/>
                      <a:pt x="1012" y="592"/>
                    </a:cubicBezTo>
                    <a:cubicBezTo>
                      <a:pt x="1010" y="593"/>
                      <a:pt x="1010" y="593"/>
                      <a:pt x="1010" y="593"/>
                    </a:cubicBezTo>
                    <a:cubicBezTo>
                      <a:pt x="1009" y="593"/>
                      <a:pt x="1009" y="593"/>
                      <a:pt x="1009" y="593"/>
                    </a:cubicBezTo>
                    <a:cubicBezTo>
                      <a:pt x="1008" y="591"/>
                      <a:pt x="1008" y="591"/>
                      <a:pt x="1008" y="591"/>
                    </a:cubicBezTo>
                    <a:cubicBezTo>
                      <a:pt x="1009" y="592"/>
                      <a:pt x="1009" y="592"/>
                      <a:pt x="1009" y="592"/>
                    </a:cubicBezTo>
                    <a:cubicBezTo>
                      <a:pt x="1011" y="591"/>
                      <a:pt x="1011" y="591"/>
                      <a:pt x="1011" y="591"/>
                    </a:cubicBezTo>
                    <a:cubicBezTo>
                      <a:pt x="1011" y="590"/>
                      <a:pt x="1011" y="590"/>
                      <a:pt x="1011" y="590"/>
                    </a:cubicBezTo>
                    <a:cubicBezTo>
                      <a:pt x="1012" y="590"/>
                      <a:pt x="1012" y="590"/>
                      <a:pt x="1012" y="590"/>
                    </a:cubicBezTo>
                    <a:cubicBezTo>
                      <a:pt x="1013" y="590"/>
                      <a:pt x="1013" y="590"/>
                      <a:pt x="1013" y="590"/>
                    </a:cubicBezTo>
                    <a:cubicBezTo>
                      <a:pt x="1015" y="588"/>
                      <a:pt x="1015" y="588"/>
                      <a:pt x="1015" y="588"/>
                    </a:cubicBezTo>
                    <a:cubicBezTo>
                      <a:pt x="1017" y="587"/>
                      <a:pt x="1017" y="587"/>
                      <a:pt x="1017" y="587"/>
                    </a:cubicBezTo>
                    <a:cubicBezTo>
                      <a:pt x="1017" y="586"/>
                      <a:pt x="1017" y="586"/>
                      <a:pt x="1017" y="586"/>
                    </a:cubicBezTo>
                    <a:cubicBezTo>
                      <a:pt x="1015" y="583"/>
                      <a:pt x="1015" y="583"/>
                      <a:pt x="1015" y="583"/>
                    </a:cubicBezTo>
                    <a:cubicBezTo>
                      <a:pt x="1012" y="581"/>
                      <a:pt x="1012" y="581"/>
                      <a:pt x="1012" y="581"/>
                    </a:cubicBezTo>
                    <a:cubicBezTo>
                      <a:pt x="1013" y="581"/>
                      <a:pt x="1013" y="581"/>
                      <a:pt x="1013" y="581"/>
                    </a:cubicBezTo>
                    <a:cubicBezTo>
                      <a:pt x="1016" y="582"/>
                      <a:pt x="1016" y="582"/>
                      <a:pt x="1016" y="582"/>
                    </a:cubicBezTo>
                    <a:cubicBezTo>
                      <a:pt x="1015" y="579"/>
                      <a:pt x="1015" y="579"/>
                      <a:pt x="1015" y="579"/>
                    </a:cubicBezTo>
                    <a:cubicBezTo>
                      <a:pt x="1016" y="578"/>
                      <a:pt x="1016" y="578"/>
                      <a:pt x="1016" y="578"/>
                    </a:cubicBezTo>
                    <a:cubicBezTo>
                      <a:pt x="1015" y="576"/>
                      <a:pt x="1015" y="576"/>
                      <a:pt x="1015" y="576"/>
                    </a:cubicBezTo>
                    <a:cubicBezTo>
                      <a:pt x="1014" y="575"/>
                      <a:pt x="1014" y="575"/>
                      <a:pt x="1014" y="575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1" y="572"/>
                      <a:pt x="1011" y="572"/>
                      <a:pt x="1011" y="572"/>
                    </a:cubicBezTo>
                    <a:cubicBezTo>
                      <a:pt x="1009" y="572"/>
                      <a:pt x="1009" y="572"/>
                      <a:pt x="1009" y="572"/>
                    </a:cubicBezTo>
                    <a:cubicBezTo>
                      <a:pt x="1008" y="571"/>
                      <a:pt x="1008" y="571"/>
                      <a:pt x="1008" y="571"/>
                    </a:cubicBezTo>
                    <a:cubicBezTo>
                      <a:pt x="1006" y="569"/>
                      <a:pt x="1006" y="569"/>
                      <a:pt x="1006" y="569"/>
                    </a:cubicBezTo>
                    <a:cubicBezTo>
                      <a:pt x="1006" y="567"/>
                      <a:pt x="1006" y="567"/>
                      <a:pt x="1006" y="567"/>
                    </a:cubicBezTo>
                    <a:cubicBezTo>
                      <a:pt x="1004" y="565"/>
                      <a:pt x="1004" y="565"/>
                      <a:pt x="1004" y="565"/>
                    </a:cubicBezTo>
                    <a:cubicBezTo>
                      <a:pt x="1003" y="562"/>
                      <a:pt x="1003" y="562"/>
                      <a:pt x="1003" y="562"/>
                    </a:cubicBezTo>
                    <a:cubicBezTo>
                      <a:pt x="1002" y="562"/>
                      <a:pt x="1002" y="562"/>
                      <a:pt x="1002" y="562"/>
                    </a:cubicBezTo>
                    <a:cubicBezTo>
                      <a:pt x="1003" y="560"/>
                      <a:pt x="1003" y="560"/>
                      <a:pt x="1003" y="560"/>
                    </a:cubicBezTo>
                    <a:cubicBezTo>
                      <a:pt x="1002" y="560"/>
                      <a:pt x="1002" y="560"/>
                      <a:pt x="1002" y="560"/>
                    </a:cubicBezTo>
                    <a:cubicBezTo>
                      <a:pt x="1000" y="556"/>
                      <a:pt x="1000" y="556"/>
                      <a:pt x="1000" y="556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5" y="554"/>
                      <a:pt x="995" y="554"/>
                      <a:pt x="995" y="554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1" y="551"/>
                      <a:pt x="991" y="551"/>
                      <a:pt x="991" y="551"/>
                    </a:cubicBezTo>
                    <a:cubicBezTo>
                      <a:pt x="990" y="551"/>
                      <a:pt x="990" y="551"/>
                      <a:pt x="990" y="551"/>
                    </a:cubicBezTo>
                    <a:cubicBezTo>
                      <a:pt x="990" y="548"/>
                      <a:pt x="990" y="548"/>
                      <a:pt x="990" y="548"/>
                    </a:cubicBezTo>
                    <a:cubicBezTo>
                      <a:pt x="991" y="546"/>
                      <a:pt x="991" y="546"/>
                      <a:pt x="991" y="546"/>
                    </a:cubicBezTo>
                    <a:cubicBezTo>
                      <a:pt x="990" y="544"/>
                      <a:pt x="990" y="544"/>
                      <a:pt x="990" y="544"/>
                    </a:cubicBezTo>
                    <a:cubicBezTo>
                      <a:pt x="991" y="543"/>
                      <a:pt x="991" y="543"/>
                      <a:pt x="991" y="543"/>
                    </a:cubicBezTo>
                    <a:cubicBezTo>
                      <a:pt x="992" y="543"/>
                      <a:pt x="992" y="543"/>
                      <a:pt x="992" y="543"/>
                    </a:cubicBezTo>
                    <a:cubicBezTo>
                      <a:pt x="993" y="541"/>
                      <a:pt x="993" y="541"/>
                      <a:pt x="993" y="541"/>
                    </a:cubicBezTo>
                    <a:cubicBezTo>
                      <a:pt x="994" y="541"/>
                      <a:pt x="994" y="541"/>
                      <a:pt x="994" y="541"/>
                    </a:cubicBezTo>
                    <a:cubicBezTo>
                      <a:pt x="996" y="539"/>
                      <a:pt x="996" y="539"/>
                      <a:pt x="996" y="539"/>
                    </a:cubicBezTo>
                    <a:cubicBezTo>
                      <a:pt x="994" y="538"/>
                      <a:pt x="994" y="538"/>
                      <a:pt x="994" y="538"/>
                    </a:cubicBezTo>
                    <a:cubicBezTo>
                      <a:pt x="994" y="537"/>
                      <a:pt x="994" y="537"/>
                      <a:pt x="994" y="537"/>
                    </a:cubicBezTo>
                    <a:cubicBezTo>
                      <a:pt x="995" y="536"/>
                      <a:pt x="995" y="536"/>
                      <a:pt x="995" y="536"/>
                    </a:cubicBezTo>
                    <a:cubicBezTo>
                      <a:pt x="997" y="537"/>
                      <a:pt x="997" y="537"/>
                      <a:pt x="997" y="537"/>
                    </a:cubicBezTo>
                    <a:cubicBezTo>
                      <a:pt x="997" y="535"/>
                      <a:pt x="997" y="535"/>
                      <a:pt x="997" y="535"/>
                    </a:cubicBezTo>
                    <a:cubicBezTo>
                      <a:pt x="999" y="535"/>
                      <a:pt x="999" y="535"/>
                      <a:pt x="999" y="535"/>
                    </a:cubicBezTo>
                    <a:cubicBezTo>
                      <a:pt x="999" y="533"/>
                      <a:pt x="999" y="533"/>
                      <a:pt x="999" y="533"/>
                    </a:cubicBezTo>
                    <a:cubicBezTo>
                      <a:pt x="1000" y="534"/>
                      <a:pt x="1000" y="534"/>
                      <a:pt x="1000" y="534"/>
                    </a:cubicBezTo>
                    <a:cubicBezTo>
                      <a:pt x="1000" y="532"/>
                      <a:pt x="1000" y="532"/>
                      <a:pt x="1000" y="532"/>
                    </a:cubicBezTo>
                    <a:cubicBezTo>
                      <a:pt x="1001" y="532"/>
                      <a:pt x="1001" y="532"/>
                      <a:pt x="1001" y="532"/>
                    </a:cubicBezTo>
                    <a:cubicBezTo>
                      <a:pt x="1003" y="531"/>
                      <a:pt x="1003" y="531"/>
                      <a:pt x="1003" y="531"/>
                    </a:cubicBezTo>
                    <a:cubicBezTo>
                      <a:pt x="1004" y="531"/>
                      <a:pt x="1004" y="531"/>
                      <a:pt x="1004" y="531"/>
                    </a:cubicBezTo>
                    <a:cubicBezTo>
                      <a:pt x="1005" y="530"/>
                      <a:pt x="1005" y="530"/>
                      <a:pt x="1005" y="530"/>
                    </a:cubicBezTo>
                    <a:cubicBezTo>
                      <a:pt x="1006" y="531"/>
                      <a:pt x="1006" y="531"/>
                      <a:pt x="1006" y="531"/>
                    </a:cubicBezTo>
                    <a:cubicBezTo>
                      <a:pt x="1006" y="530"/>
                      <a:pt x="1006" y="530"/>
                      <a:pt x="1006" y="530"/>
                    </a:cubicBezTo>
                    <a:cubicBezTo>
                      <a:pt x="1008" y="531"/>
                      <a:pt x="1008" y="531"/>
                      <a:pt x="1008" y="531"/>
                    </a:cubicBezTo>
                    <a:cubicBezTo>
                      <a:pt x="1011" y="529"/>
                      <a:pt x="1011" y="529"/>
                      <a:pt x="1011" y="529"/>
                    </a:cubicBezTo>
                    <a:cubicBezTo>
                      <a:pt x="1011" y="528"/>
                      <a:pt x="1011" y="528"/>
                      <a:pt x="1011" y="528"/>
                    </a:cubicBezTo>
                    <a:cubicBezTo>
                      <a:pt x="1010" y="528"/>
                      <a:pt x="1010" y="528"/>
                      <a:pt x="1010" y="528"/>
                    </a:cubicBezTo>
                    <a:cubicBezTo>
                      <a:pt x="1009" y="527"/>
                      <a:pt x="1009" y="527"/>
                      <a:pt x="1009" y="527"/>
                    </a:cubicBezTo>
                    <a:cubicBezTo>
                      <a:pt x="1010" y="527"/>
                      <a:pt x="1010" y="527"/>
                      <a:pt x="1010" y="527"/>
                    </a:cubicBezTo>
                    <a:cubicBezTo>
                      <a:pt x="1012" y="527"/>
                      <a:pt x="1012" y="527"/>
                      <a:pt x="1012" y="527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3" y="523"/>
                      <a:pt x="1013" y="523"/>
                      <a:pt x="1013" y="523"/>
                    </a:cubicBezTo>
                    <a:cubicBezTo>
                      <a:pt x="1010" y="522"/>
                      <a:pt x="1010" y="522"/>
                      <a:pt x="1010" y="522"/>
                    </a:cubicBezTo>
                    <a:cubicBezTo>
                      <a:pt x="1008" y="523"/>
                      <a:pt x="1008" y="523"/>
                      <a:pt x="1008" y="523"/>
                    </a:cubicBezTo>
                    <a:cubicBezTo>
                      <a:pt x="1007" y="523"/>
                      <a:pt x="1007" y="523"/>
                      <a:pt x="1007" y="523"/>
                    </a:cubicBezTo>
                    <a:cubicBezTo>
                      <a:pt x="1007" y="522"/>
                      <a:pt x="1007" y="522"/>
                      <a:pt x="1007" y="522"/>
                    </a:cubicBezTo>
                    <a:cubicBezTo>
                      <a:pt x="1004" y="522"/>
                      <a:pt x="1004" y="522"/>
                      <a:pt x="1004" y="522"/>
                    </a:cubicBezTo>
                    <a:cubicBezTo>
                      <a:pt x="1004" y="523"/>
                      <a:pt x="1004" y="523"/>
                      <a:pt x="1004" y="523"/>
                    </a:cubicBezTo>
                    <a:cubicBezTo>
                      <a:pt x="1000" y="523"/>
                      <a:pt x="1000" y="523"/>
                      <a:pt x="1000" y="523"/>
                    </a:cubicBezTo>
                    <a:cubicBezTo>
                      <a:pt x="999" y="522"/>
                      <a:pt x="999" y="522"/>
                      <a:pt x="999" y="522"/>
                    </a:cubicBezTo>
                    <a:cubicBezTo>
                      <a:pt x="998" y="522"/>
                      <a:pt x="998" y="522"/>
                      <a:pt x="998" y="522"/>
                    </a:cubicBezTo>
                    <a:cubicBezTo>
                      <a:pt x="997" y="520"/>
                      <a:pt x="997" y="520"/>
                      <a:pt x="997" y="520"/>
                    </a:cubicBezTo>
                    <a:cubicBezTo>
                      <a:pt x="996" y="520"/>
                      <a:pt x="996" y="520"/>
                      <a:pt x="996" y="520"/>
                    </a:cubicBezTo>
                    <a:cubicBezTo>
                      <a:pt x="996" y="519"/>
                      <a:pt x="996" y="519"/>
                      <a:pt x="996" y="519"/>
                    </a:cubicBezTo>
                    <a:cubicBezTo>
                      <a:pt x="992" y="521"/>
                      <a:pt x="992" y="521"/>
                      <a:pt x="992" y="521"/>
                    </a:cubicBezTo>
                    <a:cubicBezTo>
                      <a:pt x="989" y="521"/>
                      <a:pt x="989" y="521"/>
                      <a:pt x="989" y="521"/>
                    </a:cubicBezTo>
                    <a:cubicBezTo>
                      <a:pt x="990" y="522"/>
                      <a:pt x="990" y="522"/>
                      <a:pt x="990" y="522"/>
                    </a:cubicBezTo>
                    <a:cubicBezTo>
                      <a:pt x="990" y="523"/>
                      <a:pt x="990" y="523"/>
                      <a:pt x="990" y="523"/>
                    </a:cubicBezTo>
                    <a:cubicBezTo>
                      <a:pt x="990" y="524"/>
                      <a:pt x="990" y="524"/>
                      <a:pt x="990" y="524"/>
                    </a:cubicBezTo>
                    <a:cubicBezTo>
                      <a:pt x="987" y="525"/>
                      <a:pt x="987" y="525"/>
                      <a:pt x="987" y="525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7"/>
                      <a:pt x="988" y="527"/>
                      <a:pt x="988" y="527"/>
                    </a:cubicBezTo>
                    <a:cubicBezTo>
                      <a:pt x="987" y="527"/>
                      <a:pt x="987" y="527"/>
                      <a:pt x="987" y="527"/>
                    </a:cubicBezTo>
                    <a:cubicBezTo>
                      <a:pt x="986" y="527"/>
                      <a:pt x="986" y="527"/>
                      <a:pt x="986" y="527"/>
                    </a:cubicBezTo>
                    <a:cubicBezTo>
                      <a:pt x="984" y="528"/>
                      <a:pt x="984" y="528"/>
                      <a:pt x="984" y="528"/>
                    </a:cubicBezTo>
                    <a:cubicBezTo>
                      <a:pt x="983" y="528"/>
                      <a:pt x="983" y="528"/>
                      <a:pt x="983" y="528"/>
                    </a:cubicBezTo>
                    <a:cubicBezTo>
                      <a:pt x="981" y="524"/>
                      <a:pt x="981" y="524"/>
                      <a:pt x="981" y="524"/>
                    </a:cubicBezTo>
                    <a:cubicBezTo>
                      <a:pt x="981" y="522"/>
                      <a:pt x="981" y="522"/>
                      <a:pt x="981" y="522"/>
                    </a:cubicBezTo>
                    <a:cubicBezTo>
                      <a:pt x="981" y="521"/>
                      <a:pt x="981" y="521"/>
                      <a:pt x="981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0"/>
                      <a:pt x="978" y="520"/>
                      <a:pt x="978" y="520"/>
                    </a:cubicBezTo>
                    <a:cubicBezTo>
                      <a:pt x="976" y="520"/>
                      <a:pt x="976" y="520"/>
                      <a:pt x="976" y="520"/>
                    </a:cubicBezTo>
                    <a:cubicBezTo>
                      <a:pt x="976" y="521"/>
                      <a:pt x="976" y="521"/>
                      <a:pt x="976" y="521"/>
                    </a:cubicBezTo>
                    <a:cubicBezTo>
                      <a:pt x="975" y="519"/>
                      <a:pt x="975" y="519"/>
                      <a:pt x="975" y="519"/>
                    </a:cubicBezTo>
                    <a:cubicBezTo>
                      <a:pt x="975" y="520"/>
                      <a:pt x="975" y="520"/>
                      <a:pt x="975" y="520"/>
                    </a:cubicBezTo>
                    <a:cubicBezTo>
                      <a:pt x="974" y="519"/>
                      <a:pt x="974" y="519"/>
                      <a:pt x="974" y="519"/>
                    </a:cubicBezTo>
                    <a:cubicBezTo>
                      <a:pt x="972" y="517"/>
                      <a:pt x="972" y="517"/>
                      <a:pt x="972" y="517"/>
                    </a:cubicBezTo>
                    <a:cubicBezTo>
                      <a:pt x="970" y="516"/>
                      <a:pt x="970" y="516"/>
                      <a:pt x="970" y="516"/>
                    </a:cubicBezTo>
                    <a:cubicBezTo>
                      <a:pt x="970" y="515"/>
                      <a:pt x="970" y="515"/>
                      <a:pt x="970" y="515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2"/>
                      <a:pt x="970" y="512"/>
                      <a:pt x="970" y="512"/>
                    </a:cubicBezTo>
                    <a:cubicBezTo>
                      <a:pt x="970" y="511"/>
                      <a:pt x="970" y="511"/>
                      <a:pt x="970" y="511"/>
                    </a:cubicBezTo>
                    <a:cubicBezTo>
                      <a:pt x="970" y="510"/>
                      <a:pt x="970" y="510"/>
                      <a:pt x="970" y="510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4" y="510"/>
                      <a:pt x="974" y="510"/>
                      <a:pt x="974" y="510"/>
                    </a:cubicBezTo>
                    <a:cubicBezTo>
                      <a:pt x="978" y="510"/>
                      <a:pt x="978" y="510"/>
                      <a:pt x="978" y="510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79" y="507"/>
                      <a:pt x="979" y="507"/>
                      <a:pt x="979" y="507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80" y="505"/>
                      <a:pt x="980" y="505"/>
                      <a:pt x="980" y="505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499"/>
                      <a:pt x="983" y="499"/>
                      <a:pt x="983" y="499"/>
                    </a:cubicBezTo>
                    <a:cubicBezTo>
                      <a:pt x="985" y="499"/>
                      <a:pt x="985" y="499"/>
                      <a:pt x="985" y="499"/>
                    </a:cubicBezTo>
                    <a:cubicBezTo>
                      <a:pt x="986" y="497"/>
                      <a:pt x="986" y="497"/>
                      <a:pt x="986" y="497"/>
                    </a:cubicBezTo>
                    <a:cubicBezTo>
                      <a:pt x="987" y="497"/>
                      <a:pt x="987" y="497"/>
                      <a:pt x="987" y="497"/>
                    </a:cubicBezTo>
                    <a:cubicBezTo>
                      <a:pt x="987" y="494"/>
                      <a:pt x="987" y="494"/>
                      <a:pt x="987" y="494"/>
                    </a:cubicBezTo>
                    <a:cubicBezTo>
                      <a:pt x="988" y="492"/>
                      <a:pt x="988" y="492"/>
                      <a:pt x="988" y="492"/>
                    </a:cubicBezTo>
                    <a:cubicBezTo>
                      <a:pt x="989" y="491"/>
                      <a:pt x="989" y="491"/>
                      <a:pt x="989" y="491"/>
                    </a:cubicBezTo>
                    <a:cubicBezTo>
                      <a:pt x="989" y="490"/>
                      <a:pt x="989" y="490"/>
                      <a:pt x="989" y="490"/>
                    </a:cubicBezTo>
                    <a:cubicBezTo>
                      <a:pt x="990" y="489"/>
                      <a:pt x="990" y="489"/>
                      <a:pt x="990" y="489"/>
                    </a:cubicBezTo>
                    <a:cubicBezTo>
                      <a:pt x="991" y="489"/>
                      <a:pt x="991" y="489"/>
                      <a:pt x="991" y="489"/>
                    </a:cubicBezTo>
                    <a:cubicBezTo>
                      <a:pt x="992" y="489"/>
                      <a:pt x="992" y="489"/>
                      <a:pt x="992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6" y="490"/>
                      <a:pt x="996" y="490"/>
                      <a:pt x="996" y="490"/>
                    </a:cubicBezTo>
                    <a:cubicBezTo>
                      <a:pt x="999" y="492"/>
                      <a:pt x="999" y="492"/>
                      <a:pt x="999" y="492"/>
                    </a:cubicBezTo>
                    <a:cubicBezTo>
                      <a:pt x="999" y="493"/>
                      <a:pt x="999" y="493"/>
                      <a:pt x="999" y="493"/>
                    </a:cubicBezTo>
                    <a:cubicBezTo>
                      <a:pt x="998" y="493"/>
                      <a:pt x="998" y="493"/>
                      <a:pt x="998" y="493"/>
                    </a:cubicBezTo>
                    <a:cubicBezTo>
                      <a:pt x="998" y="494"/>
                      <a:pt x="998" y="494"/>
                      <a:pt x="998" y="494"/>
                    </a:cubicBezTo>
                    <a:cubicBezTo>
                      <a:pt x="996" y="496"/>
                      <a:pt x="996" y="496"/>
                      <a:pt x="996" y="496"/>
                    </a:cubicBezTo>
                    <a:cubicBezTo>
                      <a:pt x="996" y="498"/>
                      <a:pt x="996" y="498"/>
                      <a:pt x="996" y="498"/>
                    </a:cubicBezTo>
                    <a:cubicBezTo>
                      <a:pt x="995" y="498"/>
                      <a:pt x="995" y="498"/>
                      <a:pt x="995" y="498"/>
                    </a:cubicBezTo>
                    <a:cubicBezTo>
                      <a:pt x="995" y="499"/>
                      <a:pt x="995" y="499"/>
                      <a:pt x="995" y="499"/>
                    </a:cubicBezTo>
                    <a:cubicBezTo>
                      <a:pt x="995" y="501"/>
                      <a:pt x="995" y="501"/>
                      <a:pt x="995" y="501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5" y="503"/>
                      <a:pt x="995" y="503"/>
                      <a:pt x="995" y="503"/>
                    </a:cubicBezTo>
                    <a:cubicBezTo>
                      <a:pt x="995" y="505"/>
                      <a:pt x="995" y="505"/>
                      <a:pt x="995" y="505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6" y="507"/>
                      <a:pt x="996" y="507"/>
                      <a:pt x="996" y="507"/>
                    </a:cubicBezTo>
                    <a:cubicBezTo>
                      <a:pt x="996" y="508"/>
                      <a:pt x="996" y="508"/>
                      <a:pt x="996" y="508"/>
                    </a:cubicBezTo>
                    <a:cubicBezTo>
                      <a:pt x="994" y="508"/>
                      <a:pt x="994" y="508"/>
                      <a:pt x="994" y="508"/>
                    </a:cubicBezTo>
                    <a:cubicBezTo>
                      <a:pt x="993" y="510"/>
                      <a:pt x="993" y="510"/>
                      <a:pt x="993" y="510"/>
                    </a:cubicBezTo>
                    <a:cubicBezTo>
                      <a:pt x="995" y="511"/>
                      <a:pt x="995" y="511"/>
                      <a:pt x="995" y="511"/>
                    </a:cubicBezTo>
                    <a:cubicBezTo>
                      <a:pt x="995" y="512"/>
                      <a:pt x="995" y="512"/>
                      <a:pt x="995" y="512"/>
                    </a:cubicBezTo>
                    <a:cubicBezTo>
                      <a:pt x="997" y="512"/>
                      <a:pt x="997" y="512"/>
                      <a:pt x="997" y="512"/>
                    </a:cubicBezTo>
                    <a:cubicBezTo>
                      <a:pt x="997" y="511"/>
                      <a:pt x="997" y="511"/>
                      <a:pt x="997" y="511"/>
                    </a:cubicBezTo>
                    <a:cubicBezTo>
                      <a:pt x="998" y="511"/>
                      <a:pt x="998" y="511"/>
                      <a:pt x="998" y="511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1002" y="508"/>
                      <a:pt x="1002" y="508"/>
                      <a:pt x="1002" y="508"/>
                    </a:cubicBezTo>
                    <a:cubicBezTo>
                      <a:pt x="1002" y="507"/>
                      <a:pt x="1002" y="507"/>
                      <a:pt x="1002" y="507"/>
                    </a:cubicBezTo>
                    <a:cubicBezTo>
                      <a:pt x="1002" y="506"/>
                      <a:pt x="1002" y="506"/>
                      <a:pt x="1002" y="506"/>
                    </a:cubicBezTo>
                    <a:cubicBezTo>
                      <a:pt x="1006" y="503"/>
                      <a:pt x="1006" y="503"/>
                      <a:pt x="1006" y="503"/>
                    </a:cubicBezTo>
                    <a:cubicBezTo>
                      <a:pt x="1008" y="503"/>
                      <a:pt x="1008" y="503"/>
                      <a:pt x="1008" y="503"/>
                    </a:cubicBezTo>
                    <a:cubicBezTo>
                      <a:pt x="1008" y="501"/>
                      <a:pt x="1008" y="501"/>
                      <a:pt x="1008" y="501"/>
                    </a:cubicBezTo>
                    <a:cubicBezTo>
                      <a:pt x="1009" y="501"/>
                      <a:pt x="1009" y="501"/>
                      <a:pt x="1009" y="501"/>
                    </a:cubicBezTo>
                    <a:cubicBezTo>
                      <a:pt x="1011" y="500"/>
                      <a:pt x="1011" y="500"/>
                      <a:pt x="1011" y="500"/>
                    </a:cubicBezTo>
                    <a:cubicBezTo>
                      <a:pt x="1012" y="501"/>
                      <a:pt x="1012" y="501"/>
                      <a:pt x="1012" y="501"/>
                    </a:cubicBezTo>
                    <a:cubicBezTo>
                      <a:pt x="1013" y="500"/>
                      <a:pt x="1013" y="500"/>
                      <a:pt x="1013" y="500"/>
                    </a:cubicBezTo>
                    <a:cubicBezTo>
                      <a:pt x="1015" y="500"/>
                      <a:pt x="1015" y="500"/>
                      <a:pt x="1015" y="500"/>
                    </a:cubicBezTo>
                    <a:cubicBezTo>
                      <a:pt x="1016" y="498"/>
                      <a:pt x="1016" y="498"/>
                      <a:pt x="1016" y="498"/>
                    </a:cubicBezTo>
                    <a:cubicBezTo>
                      <a:pt x="1016" y="499"/>
                      <a:pt x="1016" y="499"/>
                      <a:pt x="1016" y="499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2"/>
                      <a:pt x="1017" y="502"/>
                      <a:pt x="1017" y="502"/>
                    </a:cubicBezTo>
                    <a:cubicBezTo>
                      <a:pt x="1017" y="501"/>
                      <a:pt x="1017" y="501"/>
                      <a:pt x="1017" y="501"/>
                    </a:cubicBezTo>
                    <a:cubicBezTo>
                      <a:pt x="1018" y="502"/>
                      <a:pt x="1018" y="502"/>
                      <a:pt x="1018" y="502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1" y="501"/>
                      <a:pt x="1021" y="501"/>
                      <a:pt x="1021" y="501"/>
                    </a:cubicBezTo>
                    <a:cubicBezTo>
                      <a:pt x="1021" y="502"/>
                      <a:pt x="1021" y="502"/>
                      <a:pt x="1021" y="502"/>
                    </a:cubicBezTo>
                    <a:cubicBezTo>
                      <a:pt x="1024" y="502"/>
                      <a:pt x="1024" y="502"/>
                      <a:pt x="1024" y="502"/>
                    </a:cubicBezTo>
                    <a:cubicBezTo>
                      <a:pt x="1025" y="503"/>
                      <a:pt x="1025" y="503"/>
                      <a:pt x="1025" y="503"/>
                    </a:cubicBezTo>
                    <a:cubicBezTo>
                      <a:pt x="1023" y="506"/>
                      <a:pt x="1023" y="506"/>
                      <a:pt x="1023" y="506"/>
                    </a:cubicBezTo>
                    <a:cubicBezTo>
                      <a:pt x="1023" y="510"/>
                      <a:pt x="1023" y="510"/>
                      <a:pt x="1023" y="510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3" y="513"/>
                      <a:pt x="1023" y="513"/>
                      <a:pt x="1023" y="513"/>
                    </a:cubicBezTo>
                    <a:cubicBezTo>
                      <a:pt x="1023" y="516"/>
                      <a:pt x="1023" y="516"/>
                      <a:pt x="1023" y="516"/>
                    </a:cubicBezTo>
                    <a:cubicBezTo>
                      <a:pt x="1023" y="518"/>
                      <a:pt x="1023" y="518"/>
                      <a:pt x="1023" y="518"/>
                    </a:cubicBezTo>
                    <a:cubicBezTo>
                      <a:pt x="1024" y="518"/>
                      <a:pt x="1024" y="518"/>
                      <a:pt x="1024" y="518"/>
                    </a:cubicBezTo>
                    <a:cubicBezTo>
                      <a:pt x="1025" y="518"/>
                      <a:pt x="1025" y="518"/>
                      <a:pt x="1025" y="518"/>
                    </a:cubicBezTo>
                    <a:cubicBezTo>
                      <a:pt x="1026" y="518"/>
                      <a:pt x="1026" y="518"/>
                      <a:pt x="1026" y="518"/>
                    </a:cubicBezTo>
                    <a:cubicBezTo>
                      <a:pt x="1025" y="520"/>
                      <a:pt x="1025" y="520"/>
                      <a:pt x="1025" y="520"/>
                    </a:cubicBezTo>
                    <a:cubicBezTo>
                      <a:pt x="1026" y="522"/>
                      <a:pt x="1026" y="522"/>
                      <a:pt x="1026" y="522"/>
                    </a:cubicBezTo>
                    <a:cubicBezTo>
                      <a:pt x="1028" y="520"/>
                      <a:pt x="1028" y="520"/>
                      <a:pt x="1028" y="520"/>
                    </a:cubicBezTo>
                    <a:cubicBezTo>
                      <a:pt x="1029" y="521"/>
                      <a:pt x="1029" y="521"/>
                      <a:pt x="1029" y="521"/>
                    </a:cubicBezTo>
                    <a:cubicBezTo>
                      <a:pt x="1031" y="518"/>
                      <a:pt x="1031" y="518"/>
                      <a:pt x="1031" y="518"/>
                    </a:cubicBezTo>
                    <a:cubicBezTo>
                      <a:pt x="1030" y="518"/>
                      <a:pt x="1030" y="518"/>
                      <a:pt x="1030" y="518"/>
                    </a:cubicBezTo>
                    <a:cubicBezTo>
                      <a:pt x="1032" y="519"/>
                      <a:pt x="1032" y="519"/>
                      <a:pt x="1032" y="519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4" y="519"/>
                      <a:pt x="1034" y="519"/>
                      <a:pt x="1034" y="519"/>
                    </a:cubicBezTo>
                    <a:cubicBezTo>
                      <a:pt x="1037" y="522"/>
                      <a:pt x="1037" y="522"/>
                      <a:pt x="1037" y="522"/>
                    </a:cubicBezTo>
                    <a:cubicBezTo>
                      <a:pt x="1039" y="524"/>
                      <a:pt x="1039" y="524"/>
                      <a:pt x="1039" y="524"/>
                    </a:cubicBezTo>
                    <a:cubicBezTo>
                      <a:pt x="1040" y="524"/>
                      <a:pt x="1040" y="524"/>
                      <a:pt x="1040" y="524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41" y="527"/>
                      <a:pt x="1041" y="527"/>
                      <a:pt x="1041" y="527"/>
                    </a:cubicBezTo>
                    <a:cubicBezTo>
                      <a:pt x="1040" y="526"/>
                      <a:pt x="1040" y="526"/>
                      <a:pt x="1040" y="526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38" y="527"/>
                      <a:pt x="1038" y="527"/>
                      <a:pt x="1038" y="527"/>
                    </a:cubicBezTo>
                    <a:cubicBezTo>
                      <a:pt x="1037" y="526"/>
                      <a:pt x="1037" y="526"/>
                      <a:pt x="1037" y="526"/>
                    </a:cubicBezTo>
                    <a:cubicBezTo>
                      <a:pt x="1035" y="529"/>
                      <a:pt x="1035" y="529"/>
                      <a:pt x="1035" y="529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40" y="532"/>
                      <a:pt x="1040" y="532"/>
                      <a:pt x="1040" y="532"/>
                    </a:cubicBezTo>
                    <a:cubicBezTo>
                      <a:pt x="1040" y="535"/>
                      <a:pt x="1040" y="535"/>
                      <a:pt x="1040" y="535"/>
                    </a:cubicBezTo>
                    <a:cubicBezTo>
                      <a:pt x="1041" y="536"/>
                      <a:pt x="1041" y="536"/>
                      <a:pt x="1041" y="536"/>
                    </a:cubicBezTo>
                    <a:cubicBezTo>
                      <a:pt x="1042" y="536"/>
                      <a:pt x="1042" y="536"/>
                      <a:pt x="1042" y="536"/>
                    </a:cubicBezTo>
                    <a:cubicBezTo>
                      <a:pt x="1042" y="537"/>
                      <a:pt x="1042" y="537"/>
                      <a:pt x="1042" y="537"/>
                    </a:cubicBezTo>
                    <a:cubicBezTo>
                      <a:pt x="1040" y="539"/>
                      <a:pt x="1040" y="539"/>
                      <a:pt x="1040" y="539"/>
                    </a:cubicBezTo>
                    <a:cubicBezTo>
                      <a:pt x="1040" y="540"/>
                      <a:pt x="1040" y="540"/>
                      <a:pt x="1040" y="540"/>
                    </a:cubicBezTo>
                    <a:cubicBezTo>
                      <a:pt x="1041" y="541"/>
                      <a:pt x="1041" y="541"/>
                      <a:pt x="1041" y="541"/>
                    </a:cubicBezTo>
                    <a:cubicBezTo>
                      <a:pt x="1041" y="542"/>
                      <a:pt x="1041" y="542"/>
                      <a:pt x="1041" y="542"/>
                    </a:cubicBezTo>
                    <a:cubicBezTo>
                      <a:pt x="1040" y="542"/>
                      <a:pt x="1040" y="542"/>
                      <a:pt x="1040" y="542"/>
                    </a:cubicBezTo>
                    <a:cubicBezTo>
                      <a:pt x="1040" y="544"/>
                      <a:pt x="1040" y="544"/>
                      <a:pt x="1040" y="544"/>
                    </a:cubicBezTo>
                    <a:cubicBezTo>
                      <a:pt x="1041" y="545"/>
                      <a:pt x="1041" y="545"/>
                      <a:pt x="1041" y="545"/>
                    </a:cubicBezTo>
                    <a:cubicBezTo>
                      <a:pt x="1040" y="545"/>
                      <a:pt x="1040" y="545"/>
                      <a:pt x="1040" y="545"/>
                    </a:cubicBezTo>
                    <a:cubicBezTo>
                      <a:pt x="1042" y="549"/>
                      <a:pt x="1042" y="549"/>
                      <a:pt x="1042" y="549"/>
                    </a:cubicBezTo>
                    <a:cubicBezTo>
                      <a:pt x="1043" y="549"/>
                      <a:pt x="1043" y="549"/>
                      <a:pt x="1043" y="549"/>
                    </a:cubicBezTo>
                    <a:cubicBezTo>
                      <a:pt x="1042" y="550"/>
                      <a:pt x="1042" y="550"/>
                      <a:pt x="1042" y="550"/>
                    </a:cubicBezTo>
                    <a:cubicBezTo>
                      <a:pt x="1041" y="550"/>
                      <a:pt x="1041" y="550"/>
                      <a:pt x="1041" y="550"/>
                    </a:cubicBezTo>
                    <a:cubicBezTo>
                      <a:pt x="1041" y="552"/>
                      <a:pt x="1041" y="552"/>
                      <a:pt x="1041" y="552"/>
                    </a:cubicBezTo>
                    <a:cubicBezTo>
                      <a:pt x="1042" y="553"/>
                      <a:pt x="1042" y="553"/>
                      <a:pt x="1042" y="553"/>
                    </a:cubicBezTo>
                    <a:cubicBezTo>
                      <a:pt x="1043" y="553"/>
                      <a:pt x="1043" y="553"/>
                      <a:pt x="1043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6" y="552"/>
                      <a:pt x="1046" y="552"/>
                      <a:pt x="1046" y="552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8" y="549"/>
                      <a:pt x="1048" y="549"/>
                      <a:pt x="1048" y="549"/>
                    </a:cubicBezTo>
                    <a:cubicBezTo>
                      <a:pt x="1051" y="547"/>
                      <a:pt x="1051" y="547"/>
                      <a:pt x="1051" y="547"/>
                    </a:cubicBezTo>
                    <a:cubicBezTo>
                      <a:pt x="1052" y="546"/>
                      <a:pt x="1052" y="546"/>
                      <a:pt x="1052" y="546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3" y="549"/>
                      <a:pt x="1053" y="549"/>
                      <a:pt x="1053" y="549"/>
                    </a:cubicBezTo>
                    <a:cubicBezTo>
                      <a:pt x="1055" y="548"/>
                      <a:pt x="1055" y="548"/>
                      <a:pt x="1055" y="548"/>
                    </a:cubicBezTo>
                    <a:cubicBezTo>
                      <a:pt x="1055" y="547"/>
                      <a:pt x="1055" y="547"/>
                      <a:pt x="1055" y="547"/>
                    </a:cubicBezTo>
                    <a:cubicBezTo>
                      <a:pt x="1056" y="547"/>
                      <a:pt x="1056" y="547"/>
                      <a:pt x="1056" y="547"/>
                    </a:cubicBezTo>
                    <a:cubicBezTo>
                      <a:pt x="1057" y="548"/>
                      <a:pt x="1057" y="548"/>
                      <a:pt x="1057" y="548"/>
                    </a:cubicBezTo>
                    <a:cubicBezTo>
                      <a:pt x="1058" y="547"/>
                      <a:pt x="1058" y="547"/>
                      <a:pt x="1058" y="547"/>
                    </a:cubicBezTo>
                    <a:cubicBezTo>
                      <a:pt x="1058" y="548"/>
                      <a:pt x="1058" y="548"/>
                      <a:pt x="1058" y="548"/>
                    </a:cubicBezTo>
                    <a:cubicBezTo>
                      <a:pt x="1060" y="548"/>
                      <a:pt x="1060" y="548"/>
                      <a:pt x="1060" y="548"/>
                    </a:cubicBezTo>
                    <a:cubicBezTo>
                      <a:pt x="1060" y="547"/>
                      <a:pt x="1060" y="547"/>
                      <a:pt x="1060" y="547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1" y="545"/>
                      <a:pt x="1061" y="545"/>
                      <a:pt x="1061" y="545"/>
                    </a:cubicBezTo>
                    <a:cubicBezTo>
                      <a:pt x="1063" y="542"/>
                      <a:pt x="1063" y="542"/>
                      <a:pt x="1063" y="542"/>
                    </a:cubicBezTo>
                    <a:cubicBezTo>
                      <a:pt x="1063" y="541"/>
                      <a:pt x="1063" y="541"/>
                      <a:pt x="1063" y="541"/>
                    </a:cubicBezTo>
                    <a:cubicBezTo>
                      <a:pt x="1064" y="540"/>
                      <a:pt x="1064" y="540"/>
                      <a:pt x="1064" y="540"/>
                    </a:cubicBezTo>
                    <a:cubicBezTo>
                      <a:pt x="1063" y="534"/>
                      <a:pt x="1063" y="534"/>
                      <a:pt x="1063" y="534"/>
                    </a:cubicBezTo>
                    <a:cubicBezTo>
                      <a:pt x="1062" y="534"/>
                      <a:pt x="1062" y="534"/>
                      <a:pt x="1062" y="534"/>
                    </a:cubicBezTo>
                    <a:cubicBezTo>
                      <a:pt x="1062" y="533"/>
                      <a:pt x="1062" y="533"/>
                      <a:pt x="1062" y="533"/>
                    </a:cubicBezTo>
                    <a:cubicBezTo>
                      <a:pt x="1061" y="528"/>
                      <a:pt x="1061" y="528"/>
                      <a:pt x="1061" y="528"/>
                    </a:cubicBezTo>
                    <a:cubicBezTo>
                      <a:pt x="1060" y="527"/>
                      <a:pt x="1060" y="527"/>
                      <a:pt x="1060" y="527"/>
                    </a:cubicBezTo>
                    <a:cubicBezTo>
                      <a:pt x="1060" y="524"/>
                      <a:pt x="1060" y="524"/>
                      <a:pt x="1060" y="524"/>
                    </a:cubicBezTo>
                    <a:cubicBezTo>
                      <a:pt x="1055" y="518"/>
                      <a:pt x="1055" y="518"/>
                      <a:pt x="1055" y="518"/>
                    </a:cubicBezTo>
                    <a:cubicBezTo>
                      <a:pt x="1051" y="514"/>
                      <a:pt x="1051" y="514"/>
                      <a:pt x="1051" y="514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8"/>
                      <a:pt x="1048" y="508"/>
                      <a:pt x="1048" y="508"/>
                    </a:cubicBezTo>
                    <a:cubicBezTo>
                      <a:pt x="1042" y="505"/>
                      <a:pt x="1042" y="505"/>
                      <a:pt x="1042" y="505"/>
                    </a:cubicBezTo>
                    <a:cubicBezTo>
                      <a:pt x="1041" y="503"/>
                      <a:pt x="1041" y="503"/>
                      <a:pt x="1041" y="503"/>
                    </a:cubicBezTo>
                    <a:cubicBezTo>
                      <a:pt x="1039" y="503"/>
                      <a:pt x="1039" y="503"/>
                      <a:pt x="1039" y="503"/>
                    </a:cubicBezTo>
                    <a:cubicBezTo>
                      <a:pt x="1039" y="502"/>
                      <a:pt x="1039" y="502"/>
                      <a:pt x="1039" y="502"/>
                    </a:cubicBezTo>
                    <a:cubicBezTo>
                      <a:pt x="1039" y="501"/>
                      <a:pt x="1039" y="501"/>
                      <a:pt x="1039" y="501"/>
                    </a:cubicBezTo>
                    <a:cubicBezTo>
                      <a:pt x="1039" y="499"/>
                      <a:pt x="1039" y="499"/>
                      <a:pt x="1039" y="499"/>
                    </a:cubicBezTo>
                    <a:cubicBezTo>
                      <a:pt x="1039" y="498"/>
                      <a:pt x="1039" y="498"/>
                      <a:pt x="1039" y="498"/>
                    </a:cubicBezTo>
                    <a:cubicBezTo>
                      <a:pt x="1041" y="496"/>
                      <a:pt x="1041" y="496"/>
                      <a:pt x="1041" y="496"/>
                    </a:cubicBezTo>
                    <a:cubicBezTo>
                      <a:pt x="1041" y="495"/>
                      <a:pt x="1041" y="495"/>
                      <a:pt x="1041" y="495"/>
                    </a:cubicBezTo>
                    <a:cubicBezTo>
                      <a:pt x="1042" y="494"/>
                      <a:pt x="1042" y="494"/>
                      <a:pt x="1042" y="494"/>
                    </a:cubicBezTo>
                    <a:cubicBezTo>
                      <a:pt x="1044" y="494"/>
                      <a:pt x="1044" y="494"/>
                      <a:pt x="1044" y="494"/>
                    </a:cubicBezTo>
                    <a:cubicBezTo>
                      <a:pt x="1044" y="493"/>
                      <a:pt x="1044" y="493"/>
                      <a:pt x="1044" y="493"/>
                    </a:cubicBezTo>
                    <a:cubicBezTo>
                      <a:pt x="1046" y="492"/>
                      <a:pt x="1046" y="492"/>
                      <a:pt x="1046" y="492"/>
                    </a:cubicBezTo>
                    <a:cubicBezTo>
                      <a:pt x="1045" y="491"/>
                      <a:pt x="1045" y="491"/>
                      <a:pt x="1045" y="491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50" y="485"/>
                      <a:pt x="1050" y="485"/>
                      <a:pt x="1050" y="485"/>
                    </a:cubicBezTo>
                    <a:cubicBezTo>
                      <a:pt x="1051" y="483"/>
                      <a:pt x="1051" y="483"/>
                      <a:pt x="1051" y="483"/>
                    </a:cubicBezTo>
                    <a:cubicBezTo>
                      <a:pt x="1050" y="482"/>
                      <a:pt x="1050" y="482"/>
                      <a:pt x="1050" y="482"/>
                    </a:cubicBezTo>
                    <a:cubicBezTo>
                      <a:pt x="1050" y="478"/>
                      <a:pt x="1050" y="478"/>
                      <a:pt x="1050" y="478"/>
                    </a:cubicBezTo>
                    <a:cubicBezTo>
                      <a:pt x="1048" y="477"/>
                      <a:pt x="1048" y="477"/>
                      <a:pt x="1048" y="477"/>
                    </a:cubicBezTo>
                    <a:cubicBezTo>
                      <a:pt x="1048" y="475"/>
                      <a:pt x="1048" y="475"/>
                      <a:pt x="1048" y="475"/>
                    </a:cubicBezTo>
                    <a:cubicBezTo>
                      <a:pt x="1049" y="472"/>
                      <a:pt x="1049" y="472"/>
                      <a:pt x="1049" y="472"/>
                    </a:cubicBezTo>
                    <a:cubicBezTo>
                      <a:pt x="1049" y="471"/>
                      <a:pt x="1049" y="471"/>
                      <a:pt x="1049" y="471"/>
                    </a:cubicBezTo>
                    <a:cubicBezTo>
                      <a:pt x="1050" y="471"/>
                      <a:pt x="1050" y="471"/>
                      <a:pt x="1050" y="471"/>
                    </a:cubicBezTo>
                    <a:cubicBezTo>
                      <a:pt x="1052" y="468"/>
                      <a:pt x="1052" y="468"/>
                      <a:pt x="1052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4" y="466"/>
                      <a:pt x="1054" y="466"/>
                      <a:pt x="1054" y="466"/>
                    </a:cubicBezTo>
                    <a:cubicBezTo>
                      <a:pt x="1055" y="466"/>
                      <a:pt x="1055" y="466"/>
                      <a:pt x="1055" y="466"/>
                    </a:cubicBezTo>
                    <a:cubicBezTo>
                      <a:pt x="1056" y="467"/>
                      <a:pt x="1056" y="467"/>
                      <a:pt x="1056" y="467"/>
                    </a:cubicBezTo>
                    <a:cubicBezTo>
                      <a:pt x="1057" y="464"/>
                      <a:pt x="1057" y="464"/>
                      <a:pt x="1057" y="464"/>
                    </a:cubicBezTo>
                    <a:cubicBezTo>
                      <a:pt x="1058" y="463"/>
                      <a:pt x="1058" y="463"/>
                      <a:pt x="1058" y="463"/>
                    </a:cubicBezTo>
                    <a:cubicBezTo>
                      <a:pt x="1058" y="460"/>
                      <a:pt x="1058" y="460"/>
                      <a:pt x="1058" y="460"/>
                    </a:cubicBezTo>
                    <a:cubicBezTo>
                      <a:pt x="1059" y="459"/>
                      <a:pt x="1059" y="459"/>
                      <a:pt x="1059" y="459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61" y="458"/>
                      <a:pt x="1061" y="458"/>
                      <a:pt x="1061" y="458"/>
                    </a:cubicBezTo>
                    <a:cubicBezTo>
                      <a:pt x="1062" y="458"/>
                      <a:pt x="1062" y="458"/>
                      <a:pt x="1062" y="458"/>
                    </a:cubicBezTo>
                    <a:cubicBezTo>
                      <a:pt x="1063" y="458"/>
                      <a:pt x="1063" y="458"/>
                      <a:pt x="1063" y="458"/>
                    </a:cubicBezTo>
                    <a:cubicBezTo>
                      <a:pt x="1063" y="461"/>
                      <a:pt x="1063" y="461"/>
                      <a:pt x="1063" y="461"/>
                    </a:cubicBezTo>
                    <a:cubicBezTo>
                      <a:pt x="1066" y="461"/>
                      <a:pt x="1066" y="461"/>
                      <a:pt x="1066" y="461"/>
                    </a:cubicBezTo>
                    <a:cubicBezTo>
                      <a:pt x="1068" y="463"/>
                      <a:pt x="1068" y="463"/>
                      <a:pt x="1068" y="463"/>
                    </a:cubicBezTo>
                    <a:cubicBezTo>
                      <a:pt x="1069" y="462"/>
                      <a:pt x="1069" y="462"/>
                      <a:pt x="1069" y="462"/>
                    </a:cubicBezTo>
                    <a:cubicBezTo>
                      <a:pt x="1070" y="463"/>
                      <a:pt x="1070" y="463"/>
                      <a:pt x="1070" y="463"/>
                    </a:cubicBezTo>
                    <a:cubicBezTo>
                      <a:pt x="1072" y="461"/>
                      <a:pt x="1072" y="461"/>
                      <a:pt x="1072" y="461"/>
                    </a:cubicBezTo>
                    <a:cubicBezTo>
                      <a:pt x="1074" y="461"/>
                      <a:pt x="1074" y="461"/>
                      <a:pt x="1074" y="461"/>
                    </a:cubicBezTo>
                    <a:cubicBezTo>
                      <a:pt x="1074" y="460"/>
                      <a:pt x="1074" y="460"/>
                      <a:pt x="1074" y="460"/>
                    </a:cubicBezTo>
                    <a:cubicBezTo>
                      <a:pt x="1075" y="460"/>
                      <a:pt x="1075" y="460"/>
                      <a:pt x="1075" y="460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9" y="455"/>
                      <a:pt x="1079" y="455"/>
                      <a:pt x="1079" y="455"/>
                    </a:cubicBezTo>
                    <a:cubicBezTo>
                      <a:pt x="1079" y="454"/>
                      <a:pt x="1079" y="454"/>
                      <a:pt x="1079" y="454"/>
                    </a:cubicBezTo>
                    <a:cubicBezTo>
                      <a:pt x="1081" y="453"/>
                      <a:pt x="1081" y="453"/>
                      <a:pt x="1081" y="453"/>
                    </a:cubicBezTo>
                    <a:cubicBezTo>
                      <a:pt x="1081" y="452"/>
                      <a:pt x="1081" y="452"/>
                      <a:pt x="1081" y="452"/>
                    </a:cubicBezTo>
                    <a:cubicBezTo>
                      <a:pt x="1083" y="448"/>
                      <a:pt x="1083" y="448"/>
                      <a:pt x="1083" y="448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5"/>
                      <a:pt x="1083" y="445"/>
                      <a:pt x="1083" y="445"/>
                    </a:cubicBezTo>
                    <a:cubicBezTo>
                      <a:pt x="1084" y="444"/>
                      <a:pt x="1084" y="444"/>
                      <a:pt x="1084" y="444"/>
                    </a:cubicBezTo>
                    <a:cubicBezTo>
                      <a:pt x="1084" y="442"/>
                      <a:pt x="1084" y="442"/>
                      <a:pt x="1084" y="442"/>
                    </a:cubicBezTo>
                    <a:cubicBezTo>
                      <a:pt x="1086" y="441"/>
                      <a:pt x="1086" y="441"/>
                      <a:pt x="1086" y="441"/>
                    </a:cubicBezTo>
                    <a:cubicBezTo>
                      <a:pt x="1087" y="440"/>
                      <a:pt x="1087" y="440"/>
                      <a:pt x="1087" y="440"/>
                    </a:cubicBezTo>
                    <a:cubicBezTo>
                      <a:pt x="1086" y="439"/>
                      <a:pt x="1086" y="439"/>
                      <a:pt x="1086" y="439"/>
                    </a:cubicBezTo>
                    <a:cubicBezTo>
                      <a:pt x="1086" y="438"/>
                      <a:pt x="1086" y="438"/>
                      <a:pt x="1086" y="438"/>
                    </a:cubicBezTo>
                    <a:cubicBezTo>
                      <a:pt x="1087" y="438"/>
                      <a:pt x="1087" y="438"/>
                      <a:pt x="1087" y="438"/>
                    </a:cubicBezTo>
                    <a:cubicBezTo>
                      <a:pt x="1088" y="431"/>
                      <a:pt x="1088" y="431"/>
                      <a:pt x="1088" y="431"/>
                    </a:cubicBezTo>
                    <a:cubicBezTo>
                      <a:pt x="1090" y="429"/>
                      <a:pt x="1090" y="429"/>
                      <a:pt x="1090" y="429"/>
                    </a:cubicBezTo>
                    <a:cubicBezTo>
                      <a:pt x="1090" y="428"/>
                      <a:pt x="1090" y="428"/>
                      <a:pt x="1090" y="428"/>
                    </a:cubicBezTo>
                    <a:cubicBezTo>
                      <a:pt x="1092" y="427"/>
                      <a:pt x="1092" y="427"/>
                      <a:pt x="1092" y="427"/>
                    </a:cubicBezTo>
                    <a:cubicBezTo>
                      <a:pt x="1092" y="425"/>
                      <a:pt x="1092" y="425"/>
                      <a:pt x="1092" y="425"/>
                    </a:cubicBezTo>
                    <a:cubicBezTo>
                      <a:pt x="1094" y="423"/>
                      <a:pt x="1094" y="423"/>
                      <a:pt x="1094" y="423"/>
                    </a:cubicBezTo>
                    <a:cubicBezTo>
                      <a:pt x="1094" y="421"/>
                      <a:pt x="1094" y="421"/>
                      <a:pt x="1094" y="421"/>
                    </a:cubicBezTo>
                    <a:cubicBezTo>
                      <a:pt x="1093" y="420"/>
                      <a:pt x="1093" y="420"/>
                      <a:pt x="1093" y="420"/>
                    </a:cubicBezTo>
                    <a:cubicBezTo>
                      <a:pt x="1093" y="419"/>
                      <a:pt x="1093" y="419"/>
                      <a:pt x="1093" y="419"/>
                    </a:cubicBezTo>
                    <a:cubicBezTo>
                      <a:pt x="1094" y="418"/>
                      <a:pt x="1094" y="418"/>
                      <a:pt x="1094" y="418"/>
                    </a:cubicBezTo>
                    <a:cubicBezTo>
                      <a:pt x="1094" y="414"/>
                      <a:pt x="1094" y="414"/>
                      <a:pt x="1094" y="414"/>
                    </a:cubicBezTo>
                    <a:cubicBezTo>
                      <a:pt x="1095" y="413"/>
                      <a:pt x="1095" y="413"/>
                      <a:pt x="1095" y="413"/>
                    </a:cubicBezTo>
                    <a:cubicBezTo>
                      <a:pt x="1095" y="411"/>
                      <a:pt x="1095" y="411"/>
                      <a:pt x="1095" y="411"/>
                    </a:cubicBezTo>
                    <a:cubicBezTo>
                      <a:pt x="1094" y="411"/>
                      <a:pt x="1094" y="411"/>
                      <a:pt x="1094" y="411"/>
                    </a:cubicBezTo>
                    <a:cubicBezTo>
                      <a:pt x="1095" y="409"/>
                      <a:pt x="1095" y="409"/>
                      <a:pt x="1095" y="409"/>
                    </a:cubicBezTo>
                    <a:cubicBezTo>
                      <a:pt x="1095" y="408"/>
                      <a:pt x="1095" y="408"/>
                      <a:pt x="1095" y="408"/>
                    </a:cubicBezTo>
                    <a:cubicBezTo>
                      <a:pt x="1096" y="406"/>
                      <a:pt x="1096" y="406"/>
                      <a:pt x="1096" y="406"/>
                    </a:cubicBezTo>
                    <a:cubicBezTo>
                      <a:pt x="1097" y="404"/>
                      <a:pt x="1097" y="404"/>
                      <a:pt x="1097" y="404"/>
                    </a:cubicBezTo>
                    <a:cubicBezTo>
                      <a:pt x="1096" y="403"/>
                      <a:pt x="1096" y="403"/>
                      <a:pt x="1096" y="403"/>
                    </a:cubicBezTo>
                    <a:cubicBezTo>
                      <a:pt x="1096" y="401"/>
                      <a:pt x="1096" y="401"/>
                      <a:pt x="1096" y="401"/>
                    </a:cubicBezTo>
                    <a:cubicBezTo>
                      <a:pt x="1097" y="399"/>
                      <a:pt x="1097" y="399"/>
                      <a:pt x="1097" y="399"/>
                    </a:cubicBezTo>
                    <a:cubicBezTo>
                      <a:pt x="1097" y="397"/>
                      <a:pt x="1097" y="397"/>
                      <a:pt x="1097" y="397"/>
                    </a:cubicBezTo>
                    <a:cubicBezTo>
                      <a:pt x="1099" y="395"/>
                      <a:pt x="1099" y="395"/>
                      <a:pt x="1099" y="395"/>
                    </a:cubicBezTo>
                    <a:cubicBezTo>
                      <a:pt x="1099" y="393"/>
                      <a:pt x="1099" y="393"/>
                      <a:pt x="1099" y="393"/>
                    </a:cubicBezTo>
                    <a:cubicBezTo>
                      <a:pt x="1098" y="391"/>
                      <a:pt x="1098" y="391"/>
                      <a:pt x="1098" y="391"/>
                    </a:cubicBezTo>
                    <a:cubicBezTo>
                      <a:pt x="1098" y="389"/>
                      <a:pt x="1098" y="389"/>
                      <a:pt x="1098" y="389"/>
                    </a:cubicBezTo>
                    <a:cubicBezTo>
                      <a:pt x="1099" y="389"/>
                      <a:pt x="1099" y="389"/>
                      <a:pt x="1099" y="389"/>
                    </a:cubicBezTo>
                    <a:cubicBezTo>
                      <a:pt x="1099" y="386"/>
                      <a:pt x="1099" y="386"/>
                      <a:pt x="1099" y="386"/>
                    </a:cubicBezTo>
                    <a:cubicBezTo>
                      <a:pt x="1098" y="386"/>
                      <a:pt x="1098" y="386"/>
                      <a:pt x="1098" y="386"/>
                    </a:cubicBezTo>
                    <a:cubicBezTo>
                      <a:pt x="1097" y="384"/>
                      <a:pt x="1097" y="384"/>
                      <a:pt x="1097" y="384"/>
                    </a:cubicBezTo>
                    <a:cubicBezTo>
                      <a:pt x="1097" y="382"/>
                      <a:pt x="1097" y="382"/>
                      <a:pt x="1097" y="382"/>
                    </a:cubicBezTo>
                    <a:cubicBezTo>
                      <a:pt x="1097" y="381"/>
                      <a:pt x="1097" y="381"/>
                      <a:pt x="1097" y="381"/>
                    </a:cubicBezTo>
                    <a:cubicBezTo>
                      <a:pt x="1097" y="379"/>
                      <a:pt x="1097" y="379"/>
                      <a:pt x="1097" y="379"/>
                    </a:cubicBezTo>
                    <a:cubicBezTo>
                      <a:pt x="1095" y="376"/>
                      <a:pt x="1095" y="376"/>
                      <a:pt x="1095" y="376"/>
                    </a:cubicBezTo>
                    <a:cubicBezTo>
                      <a:pt x="1094" y="376"/>
                      <a:pt x="1094" y="376"/>
                      <a:pt x="1094" y="376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5" y="373"/>
                      <a:pt x="1095" y="373"/>
                      <a:pt x="1095" y="373"/>
                    </a:cubicBezTo>
                    <a:cubicBezTo>
                      <a:pt x="1095" y="371"/>
                      <a:pt x="1095" y="371"/>
                      <a:pt x="1095" y="371"/>
                    </a:cubicBezTo>
                    <a:cubicBezTo>
                      <a:pt x="1093" y="372"/>
                      <a:pt x="1093" y="372"/>
                      <a:pt x="1093" y="372"/>
                    </a:cubicBezTo>
                    <a:cubicBezTo>
                      <a:pt x="1092" y="372"/>
                      <a:pt x="1092" y="372"/>
                      <a:pt x="1092" y="372"/>
                    </a:cubicBezTo>
                    <a:cubicBezTo>
                      <a:pt x="1091" y="368"/>
                      <a:pt x="1091" y="368"/>
                      <a:pt x="1091" y="368"/>
                    </a:cubicBezTo>
                    <a:cubicBezTo>
                      <a:pt x="1091" y="367"/>
                      <a:pt x="1091" y="367"/>
                      <a:pt x="1091" y="367"/>
                    </a:cubicBezTo>
                    <a:cubicBezTo>
                      <a:pt x="1091" y="366"/>
                      <a:pt x="1091" y="366"/>
                      <a:pt x="1091" y="366"/>
                    </a:cubicBezTo>
                    <a:cubicBezTo>
                      <a:pt x="1091" y="363"/>
                      <a:pt x="1091" y="363"/>
                      <a:pt x="1091" y="363"/>
                    </a:cubicBezTo>
                    <a:cubicBezTo>
                      <a:pt x="1091" y="362"/>
                      <a:pt x="1091" y="362"/>
                      <a:pt x="1091" y="362"/>
                    </a:cubicBezTo>
                    <a:cubicBezTo>
                      <a:pt x="1090" y="359"/>
                      <a:pt x="1090" y="359"/>
                      <a:pt x="1090" y="359"/>
                    </a:cubicBezTo>
                    <a:cubicBezTo>
                      <a:pt x="1091" y="358"/>
                      <a:pt x="1091" y="358"/>
                      <a:pt x="1091" y="358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1" y="355"/>
                      <a:pt x="1091" y="355"/>
                      <a:pt x="1091" y="355"/>
                    </a:cubicBezTo>
                    <a:cubicBezTo>
                      <a:pt x="1090" y="355"/>
                      <a:pt x="1090" y="355"/>
                      <a:pt x="1090" y="355"/>
                    </a:cubicBezTo>
                    <a:cubicBezTo>
                      <a:pt x="1091" y="354"/>
                      <a:pt x="1091" y="354"/>
                      <a:pt x="1091" y="354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1" y="351"/>
                      <a:pt x="1091" y="351"/>
                      <a:pt x="1091" y="351"/>
                    </a:cubicBezTo>
                    <a:cubicBezTo>
                      <a:pt x="1090" y="349"/>
                      <a:pt x="1090" y="349"/>
                      <a:pt x="1090" y="349"/>
                    </a:cubicBezTo>
                    <a:cubicBezTo>
                      <a:pt x="1090" y="348"/>
                      <a:pt x="1090" y="348"/>
                      <a:pt x="1090" y="348"/>
                    </a:cubicBezTo>
                    <a:cubicBezTo>
                      <a:pt x="1090" y="347"/>
                      <a:pt x="1090" y="347"/>
                      <a:pt x="1090" y="347"/>
                    </a:cubicBezTo>
                    <a:cubicBezTo>
                      <a:pt x="1090" y="344"/>
                      <a:pt x="1090" y="344"/>
                      <a:pt x="1090" y="344"/>
                    </a:cubicBezTo>
                    <a:cubicBezTo>
                      <a:pt x="1088" y="346"/>
                      <a:pt x="1088" y="346"/>
                      <a:pt x="1088" y="346"/>
                    </a:cubicBezTo>
                    <a:cubicBezTo>
                      <a:pt x="1088" y="345"/>
                      <a:pt x="1088" y="345"/>
                      <a:pt x="1088" y="345"/>
                    </a:cubicBezTo>
                    <a:cubicBezTo>
                      <a:pt x="1086" y="345"/>
                      <a:pt x="1086" y="345"/>
                      <a:pt x="1086" y="345"/>
                    </a:cubicBezTo>
                    <a:cubicBezTo>
                      <a:pt x="1086" y="343"/>
                      <a:pt x="1086" y="343"/>
                      <a:pt x="1086" y="343"/>
                    </a:cubicBezTo>
                    <a:cubicBezTo>
                      <a:pt x="1087" y="342"/>
                      <a:pt x="1087" y="342"/>
                      <a:pt x="1087" y="342"/>
                    </a:cubicBezTo>
                    <a:cubicBezTo>
                      <a:pt x="1087" y="341"/>
                      <a:pt x="1087" y="341"/>
                      <a:pt x="1087" y="341"/>
                    </a:cubicBezTo>
                    <a:cubicBezTo>
                      <a:pt x="1085" y="338"/>
                      <a:pt x="1085" y="338"/>
                      <a:pt x="1085" y="338"/>
                    </a:cubicBezTo>
                    <a:cubicBezTo>
                      <a:pt x="1084" y="338"/>
                      <a:pt x="1084" y="338"/>
                      <a:pt x="1084" y="338"/>
                    </a:cubicBezTo>
                    <a:cubicBezTo>
                      <a:pt x="1083" y="337"/>
                      <a:pt x="1083" y="337"/>
                      <a:pt x="1083" y="337"/>
                    </a:cubicBezTo>
                    <a:cubicBezTo>
                      <a:pt x="1084" y="337"/>
                      <a:pt x="1084" y="337"/>
                      <a:pt x="1084" y="337"/>
                    </a:cubicBezTo>
                    <a:cubicBezTo>
                      <a:pt x="1084" y="335"/>
                      <a:pt x="1084" y="335"/>
                      <a:pt x="1084" y="335"/>
                    </a:cubicBezTo>
                    <a:cubicBezTo>
                      <a:pt x="1085" y="334"/>
                      <a:pt x="1085" y="334"/>
                      <a:pt x="1085" y="334"/>
                    </a:cubicBezTo>
                    <a:cubicBezTo>
                      <a:pt x="1083" y="331"/>
                      <a:pt x="1083" y="331"/>
                      <a:pt x="1083" y="331"/>
                    </a:cubicBezTo>
                    <a:cubicBezTo>
                      <a:pt x="1082" y="331"/>
                      <a:pt x="1082" y="331"/>
                      <a:pt x="1082" y="331"/>
                    </a:cubicBezTo>
                    <a:cubicBezTo>
                      <a:pt x="1081" y="330"/>
                      <a:pt x="1081" y="330"/>
                      <a:pt x="1081" y="330"/>
                    </a:cubicBezTo>
                    <a:cubicBezTo>
                      <a:pt x="1080" y="330"/>
                      <a:pt x="1080" y="330"/>
                      <a:pt x="1080" y="330"/>
                    </a:cubicBezTo>
                    <a:cubicBezTo>
                      <a:pt x="1080" y="329"/>
                      <a:pt x="1080" y="329"/>
                      <a:pt x="1080" y="329"/>
                    </a:cubicBezTo>
                    <a:cubicBezTo>
                      <a:pt x="1076" y="328"/>
                      <a:pt x="1076" y="328"/>
                      <a:pt x="1076" y="328"/>
                    </a:cubicBezTo>
                    <a:cubicBezTo>
                      <a:pt x="1076" y="327"/>
                      <a:pt x="1076" y="327"/>
                      <a:pt x="1076" y="327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2" y="324"/>
                      <a:pt x="1072" y="324"/>
                      <a:pt x="1072" y="324"/>
                    </a:cubicBezTo>
                    <a:cubicBezTo>
                      <a:pt x="1071" y="323"/>
                      <a:pt x="1071" y="323"/>
                      <a:pt x="1071" y="323"/>
                    </a:cubicBezTo>
                    <a:cubicBezTo>
                      <a:pt x="1069" y="323"/>
                      <a:pt x="1069" y="323"/>
                      <a:pt x="1069" y="323"/>
                    </a:cubicBezTo>
                    <a:cubicBezTo>
                      <a:pt x="1067" y="321"/>
                      <a:pt x="1067" y="321"/>
                      <a:pt x="1067" y="321"/>
                    </a:cubicBezTo>
                    <a:cubicBezTo>
                      <a:pt x="1065" y="323"/>
                      <a:pt x="1065" y="323"/>
                      <a:pt x="1065" y="323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2" y="324"/>
                      <a:pt x="1062" y="324"/>
                      <a:pt x="1062" y="324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1" y="322"/>
                      <a:pt x="1061" y="322"/>
                      <a:pt x="1061" y="322"/>
                    </a:cubicBezTo>
                    <a:cubicBezTo>
                      <a:pt x="1058" y="322"/>
                      <a:pt x="1058" y="322"/>
                      <a:pt x="1058" y="322"/>
                    </a:cubicBezTo>
                    <a:cubicBezTo>
                      <a:pt x="1059" y="325"/>
                      <a:pt x="1059" y="325"/>
                      <a:pt x="1059" y="325"/>
                    </a:cubicBezTo>
                    <a:cubicBezTo>
                      <a:pt x="1060" y="326"/>
                      <a:pt x="1060" y="326"/>
                      <a:pt x="1060" y="326"/>
                    </a:cubicBezTo>
                    <a:cubicBezTo>
                      <a:pt x="1060" y="327"/>
                      <a:pt x="1060" y="327"/>
                      <a:pt x="1060" y="327"/>
                    </a:cubicBezTo>
                    <a:cubicBezTo>
                      <a:pt x="1059" y="326"/>
                      <a:pt x="1059" y="326"/>
                      <a:pt x="1059" y="326"/>
                    </a:cubicBezTo>
                    <a:cubicBezTo>
                      <a:pt x="1058" y="328"/>
                      <a:pt x="1058" y="328"/>
                      <a:pt x="1058" y="328"/>
                    </a:cubicBezTo>
                    <a:cubicBezTo>
                      <a:pt x="1058" y="329"/>
                      <a:pt x="1058" y="329"/>
                      <a:pt x="1058" y="329"/>
                    </a:cubicBezTo>
                    <a:cubicBezTo>
                      <a:pt x="1058" y="331"/>
                      <a:pt x="1058" y="331"/>
                      <a:pt x="1058" y="331"/>
                    </a:cubicBezTo>
                    <a:cubicBezTo>
                      <a:pt x="1056" y="332"/>
                      <a:pt x="1056" y="332"/>
                      <a:pt x="1056" y="332"/>
                    </a:cubicBezTo>
                    <a:cubicBezTo>
                      <a:pt x="1053" y="332"/>
                      <a:pt x="1053" y="332"/>
                      <a:pt x="1053" y="332"/>
                    </a:cubicBezTo>
                    <a:cubicBezTo>
                      <a:pt x="1054" y="332"/>
                      <a:pt x="1054" y="332"/>
                      <a:pt x="1054" y="332"/>
                    </a:cubicBezTo>
                    <a:cubicBezTo>
                      <a:pt x="1055" y="332"/>
                      <a:pt x="1055" y="332"/>
                      <a:pt x="1055" y="332"/>
                    </a:cubicBezTo>
                    <a:cubicBezTo>
                      <a:pt x="1055" y="329"/>
                      <a:pt x="1055" y="329"/>
                      <a:pt x="1055" y="329"/>
                    </a:cubicBezTo>
                    <a:cubicBezTo>
                      <a:pt x="1056" y="329"/>
                      <a:pt x="1056" y="329"/>
                      <a:pt x="1056" y="329"/>
                    </a:cubicBezTo>
                    <a:cubicBezTo>
                      <a:pt x="1057" y="327"/>
                      <a:pt x="1057" y="327"/>
                      <a:pt x="1057" y="327"/>
                    </a:cubicBezTo>
                    <a:cubicBezTo>
                      <a:pt x="1054" y="327"/>
                      <a:pt x="1054" y="327"/>
                      <a:pt x="1054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3" y="326"/>
                      <a:pt x="1053" y="326"/>
                      <a:pt x="1053" y="326"/>
                    </a:cubicBezTo>
                    <a:cubicBezTo>
                      <a:pt x="1054" y="325"/>
                      <a:pt x="1054" y="325"/>
                      <a:pt x="1054" y="325"/>
                    </a:cubicBezTo>
                    <a:cubicBezTo>
                      <a:pt x="1053" y="324"/>
                      <a:pt x="1053" y="324"/>
                      <a:pt x="1053" y="324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3" y="323"/>
                      <a:pt x="1053" y="323"/>
                      <a:pt x="1053" y="323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4" y="321"/>
                      <a:pt x="1054" y="321"/>
                      <a:pt x="1054" y="321"/>
                    </a:cubicBezTo>
                    <a:cubicBezTo>
                      <a:pt x="1052" y="320"/>
                      <a:pt x="1052" y="320"/>
                      <a:pt x="1052" y="320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1" y="320"/>
                      <a:pt x="1051" y="320"/>
                      <a:pt x="1051" y="320"/>
                    </a:cubicBezTo>
                    <a:cubicBezTo>
                      <a:pt x="1050" y="320"/>
                      <a:pt x="1050" y="320"/>
                      <a:pt x="1050" y="320"/>
                    </a:cubicBezTo>
                    <a:cubicBezTo>
                      <a:pt x="1050" y="322"/>
                      <a:pt x="1050" y="322"/>
                      <a:pt x="1050" y="322"/>
                    </a:cubicBezTo>
                    <a:cubicBezTo>
                      <a:pt x="1051" y="323"/>
                      <a:pt x="1051" y="323"/>
                      <a:pt x="1051" y="323"/>
                    </a:cubicBezTo>
                    <a:cubicBezTo>
                      <a:pt x="1050" y="323"/>
                      <a:pt x="1050" y="323"/>
                      <a:pt x="1050" y="323"/>
                    </a:cubicBezTo>
                    <a:cubicBezTo>
                      <a:pt x="1049" y="325"/>
                      <a:pt x="1049" y="325"/>
                      <a:pt x="1049" y="325"/>
                    </a:cubicBezTo>
                    <a:cubicBezTo>
                      <a:pt x="1049" y="327"/>
                      <a:pt x="1049" y="327"/>
                      <a:pt x="1049" y="327"/>
                    </a:cubicBezTo>
                    <a:cubicBezTo>
                      <a:pt x="1051" y="328"/>
                      <a:pt x="1051" y="328"/>
                      <a:pt x="1051" y="328"/>
                    </a:cubicBezTo>
                    <a:cubicBezTo>
                      <a:pt x="1051" y="329"/>
                      <a:pt x="1051" y="329"/>
                      <a:pt x="1051" y="329"/>
                    </a:cubicBezTo>
                    <a:cubicBezTo>
                      <a:pt x="1050" y="329"/>
                      <a:pt x="1050" y="329"/>
                      <a:pt x="1050" y="329"/>
                    </a:cubicBezTo>
                    <a:cubicBezTo>
                      <a:pt x="1049" y="329"/>
                      <a:pt x="1049" y="329"/>
                      <a:pt x="1049" y="329"/>
                    </a:cubicBezTo>
                    <a:cubicBezTo>
                      <a:pt x="1049" y="330"/>
                      <a:pt x="1049" y="330"/>
                      <a:pt x="1049" y="330"/>
                    </a:cubicBezTo>
                    <a:cubicBezTo>
                      <a:pt x="1047" y="329"/>
                      <a:pt x="1047" y="329"/>
                      <a:pt x="1047" y="329"/>
                    </a:cubicBezTo>
                    <a:cubicBezTo>
                      <a:pt x="1048" y="327"/>
                      <a:pt x="1048" y="327"/>
                      <a:pt x="1048" y="327"/>
                    </a:cubicBezTo>
                    <a:cubicBezTo>
                      <a:pt x="1047" y="325"/>
                      <a:pt x="1047" y="325"/>
                      <a:pt x="1047" y="325"/>
                    </a:cubicBezTo>
                    <a:cubicBezTo>
                      <a:pt x="1045" y="323"/>
                      <a:pt x="1045" y="323"/>
                      <a:pt x="1045" y="323"/>
                    </a:cubicBezTo>
                    <a:cubicBezTo>
                      <a:pt x="1045" y="318"/>
                      <a:pt x="1045" y="318"/>
                      <a:pt x="1045" y="318"/>
                    </a:cubicBezTo>
                    <a:cubicBezTo>
                      <a:pt x="1043" y="319"/>
                      <a:pt x="1043" y="319"/>
                      <a:pt x="1043" y="319"/>
                    </a:cubicBezTo>
                    <a:cubicBezTo>
                      <a:pt x="1042" y="319"/>
                      <a:pt x="1042" y="319"/>
                      <a:pt x="1042" y="319"/>
                    </a:cubicBezTo>
                    <a:cubicBezTo>
                      <a:pt x="1041" y="320"/>
                      <a:pt x="1041" y="320"/>
                      <a:pt x="1041" y="320"/>
                    </a:cubicBezTo>
                    <a:cubicBezTo>
                      <a:pt x="1040" y="320"/>
                      <a:pt x="1040" y="320"/>
                      <a:pt x="1040" y="320"/>
                    </a:cubicBezTo>
                    <a:cubicBezTo>
                      <a:pt x="1038" y="321"/>
                      <a:pt x="1038" y="321"/>
                      <a:pt x="1038" y="321"/>
                    </a:cubicBezTo>
                    <a:cubicBezTo>
                      <a:pt x="1037" y="321"/>
                      <a:pt x="1037" y="321"/>
                      <a:pt x="1037" y="321"/>
                    </a:cubicBezTo>
                    <a:cubicBezTo>
                      <a:pt x="1036" y="320"/>
                      <a:pt x="1036" y="320"/>
                      <a:pt x="1036" y="320"/>
                    </a:cubicBezTo>
                    <a:cubicBezTo>
                      <a:pt x="1034" y="321"/>
                      <a:pt x="1034" y="321"/>
                      <a:pt x="1034" y="321"/>
                    </a:cubicBezTo>
                    <a:cubicBezTo>
                      <a:pt x="1033" y="320"/>
                      <a:pt x="1033" y="320"/>
                      <a:pt x="1033" y="320"/>
                    </a:cubicBezTo>
                    <a:cubicBezTo>
                      <a:pt x="1033" y="319"/>
                      <a:pt x="1033" y="319"/>
                      <a:pt x="1033" y="319"/>
                    </a:cubicBezTo>
                    <a:cubicBezTo>
                      <a:pt x="1033" y="318"/>
                      <a:pt x="1033" y="318"/>
                      <a:pt x="1033" y="318"/>
                    </a:cubicBezTo>
                    <a:cubicBezTo>
                      <a:pt x="1034" y="317"/>
                      <a:pt x="1034" y="317"/>
                      <a:pt x="1034" y="317"/>
                    </a:cubicBezTo>
                    <a:cubicBezTo>
                      <a:pt x="1035" y="314"/>
                      <a:pt x="1035" y="314"/>
                      <a:pt x="1035" y="314"/>
                    </a:cubicBezTo>
                    <a:cubicBezTo>
                      <a:pt x="1035" y="313"/>
                      <a:pt x="1035" y="313"/>
                      <a:pt x="1035" y="313"/>
                    </a:cubicBezTo>
                    <a:cubicBezTo>
                      <a:pt x="1037" y="311"/>
                      <a:pt x="1037" y="311"/>
                      <a:pt x="1037" y="311"/>
                    </a:cubicBezTo>
                    <a:cubicBezTo>
                      <a:pt x="1037" y="309"/>
                      <a:pt x="1037" y="309"/>
                      <a:pt x="1037" y="309"/>
                    </a:cubicBezTo>
                    <a:cubicBezTo>
                      <a:pt x="1040" y="307"/>
                      <a:pt x="1040" y="307"/>
                      <a:pt x="1040" y="307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4"/>
                      <a:pt x="1040" y="304"/>
                      <a:pt x="1040" y="304"/>
                    </a:cubicBezTo>
                    <a:cubicBezTo>
                      <a:pt x="1042" y="302"/>
                      <a:pt x="1042" y="302"/>
                      <a:pt x="1042" y="302"/>
                    </a:cubicBezTo>
                    <a:cubicBezTo>
                      <a:pt x="1042" y="300"/>
                      <a:pt x="1042" y="300"/>
                      <a:pt x="1042" y="300"/>
                    </a:cubicBezTo>
                    <a:cubicBezTo>
                      <a:pt x="1043" y="299"/>
                      <a:pt x="1043" y="299"/>
                      <a:pt x="1043" y="299"/>
                    </a:cubicBezTo>
                    <a:cubicBezTo>
                      <a:pt x="1042" y="297"/>
                      <a:pt x="1042" y="297"/>
                      <a:pt x="1042" y="297"/>
                    </a:cubicBezTo>
                    <a:cubicBezTo>
                      <a:pt x="1043" y="296"/>
                      <a:pt x="1043" y="296"/>
                      <a:pt x="1043" y="296"/>
                    </a:cubicBezTo>
                    <a:cubicBezTo>
                      <a:pt x="1043" y="294"/>
                      <a:pt x="1043" y="294"/>
                      <a:pt x="1043" y="294"/>
                    </a:cubicBezTo>
                    <a:cubicBezTo>
                      <a:pt x="1043" y="291"/>
                      <a:pt x="1043" y="291"/>
                      <a:pt x="1043" y="291"/>
                    </a:cubicBezTo>
                    <a:cubicBezTo>
                      <a:pt x="1044" y="291"/>
                      <a:pt x="1044" y="291"/>
                      <a:pt x="1044" y="291"/>
                    </a:cubicBezTo>
                    <a:cubicBezTo>
                      <a:pt x="1045" y="288"/>
                      <a:pt x="1045" y="288"/>
                      <a:pt x="1045" y="288"/>
                    </a:cubicBezTo>
                    <a:cubicBezTo>
                      <a:pt x="1046" y="287"/>
                      <a:pt x="1046" y="287"/>
                      <a:pt x="1046" y="287"/>
                    </a:cubicBezTo>
                    <a:cubicBezTo>
                      <a:pt x="1045" y="285"/>
                      <a:pt x="1045" y="285"/>
                      <a:pt x="1045" y="285"/>
                    </a:cubicBezTo>
                    <a:cubicBezTo>
                      <a:pt x="1047" y="283"/>
                      <a:pt x="1047" y="283"/>
                      <a:pt x="1047" y="283"/>
                    </a:cubicBezTo>
                    <a:cubicBezTo>
                      <a:pt x="1048" y="281"/>
                      <a:pt x="1048" y="281"/>
                      <a:pt x="1048" y="281"/>
                    </a:cubicBezTo>
                    <a:cubicBezTo>
                      <a:pt x="1049" y="280"/>
                      <a:pt x="1049" y="280"/>
                      <a:pt x="1049" y="280"/>
                    </a:cubicBezTo>
                    <a:cubicBezTo>
                      <a:pt x="1048" y="277"/>
                      <a:pt x="1048" y="277"/>
                      <a:pt x="1048" y="277"/>
                    </a:cubicBezTo>
                    <a:cubicBezTo>
                      <a:pt x="1049" y="277"/>
                      <a:pt x="1049" y="277"/>
                      <a:pt x="1049" y="277"/>
                    </a:cubicBezTo>
                    <a:cubicBezTo>
                      <a:pt x="1049" y="275"/>
                      <a:pt x="1049" y="275"/>
                      <a:pt x="1049" y="275"/>
                    </a:cubicBezTo>
                    <a:cubicBezTo>
                      <a:pt x="1050" y="275"/>
                      <a:pt x="1050" y="275"/>
                      <a:pt x="1050" y="275"/>
                    </a:cubicBezTo>
                    <a:cubicBezTo>
                      <a:pt x="1051" y="275"/>
                      <a:pt x="1051" y="275"/>
                      <a:pt x="1051" y="275"/>
                    </a:cubicBezTo>
                    <a:cubicBezTo>
                      <a:pt x="1051" y="273"/>
                      <a:pt x="1051" y="273"/>
                      <a:pt x="1051" y="273"/>
                    </a:cubicBezTo>
                    <a:cubicBezTo>
                      <a:pt x="1050" y="272"/>
                      <a:pt x="1050" y="272"/>
                      <a:pt x="1050" y="272"/>
                    </a:cubicBezTo>
                    <a:cubicBezTo>
                      <a:pt x="1050" y="269"/>
                      <a:pt x="1050" y="269"/>
                      <a:pt x="1050" y="269"/>
                    </a:cubicBezTo>
                    <a:cubicBezTo>
                      <a:pt x="1050" y="267"/>
                      <a:pt x="1050" y="267"/>
                      <a:pt x="1050" y="267"/>
                    </a:cubicBezTo>
                    <a:cubicBezTo>
                      <a:pt x="1051" y="265"/>
                      <a:pt x="1051" y="265"/>
                      <a:pt x="1051" y="265"/>
                    </a:cubicBezTo>
                    <a:cubicBezTo>
                      <a:pt x="1053" y="263"/>
                      <a:pt x="1053" y="263"/>
                      <a:pt x="1053" y="263"/>
                    </a:cubicBezTo>
                    <a:cubicBezTo>
                      <a:pt x="1053" y="260"/>
                      <a:pt x="1053" y="260"/>
                      <a:pt x="1053" y="260"/>
                    </a:cubicBezTo>
                    <a:cubicBezTo>
                      <a:pt x="1052" y="257"/>
                      <a:pt x="1052" y="257"/>
                      <a:pt x="1052" y="257"/>
                    </a:cubicBezTo>
                    <a:cubicBezTo>
                      <a:pt x="1052" y="255"/>
                      <a:pt x="1052" y="255"/>
                      <a:pt x="1052" y="255"/>
                    </a:cubicBezTo>
                    <a:cubicBezTo>
                      <a:pt x="1053" y="254"/>
                      <a:pt x="1053" y="254"/>
                      <a:pt x="1053" y="254"/>
                    </a:cubicBezTo>
                    <a:cubicBezTo>
                      <a:pt x="1053" y="253"/>
                      <a:pt x="1053" y="253"/>
                      <a:pt x="1053" y="253"/>
                    </a:cubicBezTo>
                    <a:cubicBezTo>
                      <a:pt x="1056" y="251"/>
                      <a:pt x="1056" y="251"/>
                      <a:pt x="1056" y="251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8" y="250"/>
                      <a:pt x="1058" y="250"/>
                      <a:pt x="1058" y="250"/>
                    </a:cubicBezTo>
                    <a:cubicBezTo>
                      <a:pt x="1060" y="250"/>
                      <a:pt x="1060" y="250"/>
                      <a:pt x="1060" y="250"/>
                    </a:cubicBezTo>
                    <a:cubicBezTo>
                      <a:pt x="1062" y="248"/>
                      <a:pt x="1062" y="248"/>
                      <a:pt x="1062" y="248"/>
                    </a:cubicBezTo>
                    <a:cubicBezTo>
                      <a:pt x="1064" y="248"/>
                      <a:pt x="1064" y="248"/>
                      <a:pt x="1064" y="248"/>
                    </a:cubicBezTo>
                    <a:cubicBezTo>
                      <a:pt x="1067" y="247"/>
                      <a:pt x="1067" y="247"/>
                      <a:pt x="1067" y="247"/>
                    </a:cubicBezTo>
                    <a:cubicBezTo>
                      <a:pt x="1068" y="247"/>
                      <a:pt x="1068" y="247"/>
                      <a:pt x="1068" y="247"/>
                    </a:cubicBezTo>
                    <a:cubicBezTo>
                      <a:pt x="1070" y="246"/>
                      <a:pt x="1070" y="246"/>
                      <a:pt x="1070" y="246"/>
                    </a:cubicBezTo>
                    <a:cubicBezTo>
                      <a:pt x="1071" y="246"/>
                      <a:pt x="1071" y="246"/>
                      <a:pt x="1071" y="246"/>
                    </a:cubicBezTo>
                    <a:cubicBezTo>
                      <a:pt x="1073" y="246"/>
                      <a:pt x="1073" y="246"/>
                      <a:pt x="1073" y="246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7"/>
                      <a:pt x="1073" y="247"/>
                      <a:pt x="1073" y="247"/>
                    </a:cubicBezTo>
                    <a:cubicBezTo>
                      <a:pt x="1074" y="247"/>
                      <a:pt x="1074" y="247"/>
                      <a:pt x="1074" y="247"/>
                    </a:cubicBezTo>
                    <a:cubicBezTo>
                      <a:pt x="1076" y="249"/>
                      <a:pt x="1076" y="249"/>
                      <a:pt x="1076" y="249"/>
                    </a:cubicBezTo>
                    <a:cubicBezTo>
                      <a:pt x="1077" y="247"/>
                      <a:pt x="1077" y="247"/>
                      <a:pt x="1077" y="247"/>
                    </a:cubicBezTo>
                    <a:cubicBezTo>
                      <a:pt x="1079" y="246"/>
                      <a:pt x="1079" y="246"/>
                      <a:pt x="1079" y="246"/>
                    </a:cubicBezTo>
                    <a:cubicBezTo>
                      <a:pt x="1076" y="244"/>
                      <a:pt x="1076" y="244"/>
                      <a:pt x="1076" y="244"/>
                    </a:cubicBezTo>
                    <a:cubicBezTo>
                      <a:pt x="1078" y="243"/>
                      <a:pt x="1078" y="243"/>
                      <a:pt x="1078" y="243"/>
                    </a:cubicBezTo>
                    <a:cubicBezTo>
                      <a:pt x="1080" y="243"/>
                      <a:pt x="1080" y="243"/>
                      <a:pt x="1080" y="243"/>
                    </a:cubicBezTo>
                    <a:cubicBezTo>
                      <a:pt x="1082" y="243"/>
                      <a:pt x="1082" y="243"/>
                      <a:pt x="1082" y="243"/>
                    </a:cubicBezTo>
                    <a:cubicBezTo>
                      <a:pt x="1084" y="243"/>
                      <a:pt x="1084" y="243"/>
                      <a:pt x="1084" y="243"/>
                    </a:cubicBezTo>
                    <a:cubicBezTo>
                      <a:pt x="1085" y="244"/>
                      <a:pt x="1085" y="244"/>
                      <a:pt x="1085" y="244"/>
                    </a:cubicBezTo>
                    <a:cubicBezTo>
                      <a:pt x="1086" y="244"/>
                      <a:pt x="1086" y="244"/>
                      <a:pt x="1086" y="244"/>
                    </a:cubicBezTo>
                    <a:cubicBezTo>
                      <a:pt x="1087" y="243"/>
                      <a:pt x="1087" y="243"/>
                      <a:pt x="1087" y="243"/>
                    </a:cubicBezTo>
                    <a:cubicBezTo>
                      <a:pt x="1089" y="243"/>
                      <a:pt x="1089" y="243"/>
                      <a:pt x="1089" y="243"/>
                    </a:cubicBezTo>
                    <a:cubicBezTo>
                      <a:pt x="1088" y="242"/>
                      <a:pt x="1088" y="242"/>
                      <a:pt x="1088" y="242"/>
                    </a:cubicBezTo>
                    <a:cubicBezTo>
                      <a:pt x="1088" y="241"/>
                      <a:pt x="1088" y="241"/>
                      <a:pt x="1088" y="241"/>
                    </a:cubicBezTo>
                    <a:cubicBezTo>
                      <a:pt x="1090" y="241"/>
                      <a:pt x="1090" y="241"/>
                      <a:pt x="1090" y="241"/>
                    </a:cubicBezTo>
                    <a:cubicBezTo>
                      <a:pt x="1092" y="243"/>
                      <a:pt x="1092" y="243"/>
                      <a:pt x="1092" y="243"/>
                    </a:cubicBezTo>
                    <a:cubicBezTo>
                      <a:pt x="1095" y="241"/>
                      <a:pt x="1095" y="241"/>
                      <a:pt x="1095" y="241"/>
                    </a:cubicBezTo>
                    <a:cubicBezTo>
                      <a:pt x="1095" y="240"/>
                      <a:pt x="1095" y="240"/>
                      <a:pt x="1095" y="240"/>
                    </a:cubicBezTo>
                    <a:cubicBezTo>
                      <a:pt x="1094" y="239"/>
                      <a:pt x="1094" y="239"/>
                      <a:pt x="1094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6" y="238"/>
                      <a:pt x="1096" y="238"/>
                      <a:pt x="1096" y="238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6" y="234"/>
                      <a:pt x="1096" y="234"/>
                      <a:pt x="1096" y="234"/>
                    </a:cubicBezTo>
                    <a:cubicBezTo>
                      <a:pt x="1098" y="234"/>
                      <a:pt x="1098" y="234"/>
                      <a:pt x="1098" y="234"/>
                    </a:cubicBezTo>
                    <a:cubicBezTo>
                      <a:pt x="1099" y="235"/>
                      <a:pt x="1099" y="235"/>
                      <a:pt x="1099" y="235"/>
                    </a:cubicBezTo>
                    <a:cubicBezTo>
                      <a:pt x="1100" y="234"/>
                      <a:pt x="1100" y="234"/>
                      <a:pt x="1100" y="234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4" y="234"/>
                      <a:pt x="1104" y="234"/>
                      <a:pt x="1104" y="234"/>
                    </a:cubicBezTo>
                    <a:cubicBezTo>
                      <a:pt x="1104" y="235"/>
                      <a:pt x="1104" y="235"/>
                      <a:pt x="1104" y="235"/>
                    </a:cubicBezTo>
                    <a:cubicBezTo>
                      <a:pt x="1106" y="236"/>
                      <a:pt x="1106" y="236"/>
                      <a:pt x="1106" y="236"/>
                    </a:cubicBezTo>
                    <a:cubicBezTo>
                      <a:pt x="1108" y="235"/>
                      <a:pt x="1108" y="235"/>
                      <a:pt x="1108" y="235"/>
                    </a:cubicBezTo>
                    <a:cubicBezTo>
                      <a:pt x="1107" y="234"/>
                      <a:pt x="1107" y="234"/>
                      <a:pt x="1107" y="234"/>
                    </a:cubicBezTo>
                    <a:cubicBezTo>
                      <a:pt x="1108" y="234"/>
                      <a:pt x="1108" y="234"/>
                      <a:pt x="1108" y="234"/>
                    </a:cubicBezTo>
                    <a:cubicBezTo>
                      <a:pt x="1110" y="235"/>
                      <a:pt x="1110" y="235"/>
                      <a:pt x="1110" y="235"/>
                    </a:cubicBezTo>
                    <a:cubicBezTo>
                      <a:pt x="1112" y="235"/>
                      <a:pt x="1112" y="235"/>
                      <a:pt x="1112" y="235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3" y="237"/>
                      <a:pt x="1113" y="237"/>
                      <a:pt x="1113" y="237"/>
                    </a:cubicBezTo>
                    <a:cubicBezTo>
                      <a:pt x="1112" y="239"/>
                      <a:pt x="1112" y="239"/>
                      <a:pt x="1112" y="239"/>
                    </a:cubicBezTo>
                    <a:cubicBezTo>
                      <a:pt x="1112" y="240"/>
                      <a:pt x="1112" y="240"/>
                      <a:pt x="1112" y="240"/>
                    </a:cubicBezTo>
                    <a:cubicBezTo>
                      <a:pt x="1111" y="240"/>
                      <a:pt x="1111" y="240"/>
                      <a:pt x="1111" y="240"/>
                    </a:cubicBezTo>
                    <a:cubicBezTo>
                      <a:pt x="1110" y="241"/>
                      <a:pt x="1110" y="241"/>
                      <a:pt x="1110" y="241"/>
                    </a:cubicBezTo>
                    <a:cubicBezTo>
                      <a:pt x="1112" y="242"/>
                      <a:pt x="1112" y="242"/>
                      <a:pt x="1112" y="242"/>
                    </a:cubicBezTo>
                    <a:cubicBezTo>
                      <a:pt x="1113" y="242"/>
                      <a:pt x="1113" y="242"/>
                      <a:pt x="1113" y="242"/>
                    </a:cubicBezTo>
                    <a:cubicBezTo>
                      <a:pt x="1115" y="245"/>
                      <a:pt x="1115" y="245"/>
                      <a:pt x="1115" y="245"/>
                    </a:cubicBezTo>
                    <a:cubicBezTo>
                      <a:pt x="1116" y="244"/>
                      <a:pt x="1116" y="244"/>
                      <a:pt x="1116" y="244"/>
                    </a:cubicBezTo>
                    <a:cubicBezTo>
                      <a:pt x="1118" y="243"/>
                      <a:pt x="1118" y="243"/>
                      <a:pt x="1118" y="243"/>
                    </a:cubicBezTo>
                    <a:cubicBezTo>
                      <a:pt x="1119" y="242"/>
                      <a:pt x="1119" y="242"/>
                      <a:pt x="1119" y="242"/>
                    </a:cubicBezTo>
                    <a:cubicBezTo>
                      <a:pt x="1119" y="241"/>
                      <a:pt x="1119" y="241"/>
                      <a:pt x="1119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3" y="241"/>
                      <a:pt x="1123" y="241"/>
                      <a:pt x="1123" y="241"/>
                    </a:cubicBezTo>
                    <a:cubicBezTo>
                      <a:pt x="1124" y="240"/>
                      <a:pt x="1124" y="240"/>
                      <a:pt x="1124" y="240"/>
                    </a:cubicBezTo>
                    <a:cubicBezTo>
                      <a:pt x="1123" y="239"/>
                      <a:pt x="1123" y="239"/>
                      <a:pt x="1123" y="239"/>
                    </a:cubicBezTo>
                    <a:cubicBezTo>
                      <a:pt x="1124" y="239"/>
                      <a:pt x="1124" y="239"/>
                      <a:pt x="1124" y="239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6" y="236"/>
                      <a:pt x="1126" y="236"/>
                      <a:pt x="1126" y="236"/>
                    </a:cubicBezTo>
                    <a:cubicBezTo>
                      <a:pt x="1127" y="236"/>
                      <a:pt x="1127" y="236"/>
                      <a:pt x="1127" y="236"/>
                    </a:cubicBezTo>
                    <a:cubicBezTo>
                      <a:pt x="1128" y="236"/>
                      <a:pt x="1128" y="236"/>
                      <a:pt x="1128" y="236"/>
                    </a:cubicBezTo>
                    <a:cubicBezTo>
                      <a:pt x="1128" y="237"/>
                      <a:pt x="1128" y="237"/>
                      <a:pt x="1128" y="237"/>
                    </a:cubicBezTo>
                    <a:cubicBezTo>
                      <a:pt x="1130" y="238"/>
                      <a:pt x="1130" y="238"/>
                      <a:pt x="1130" y="238"/>
                    </a:cubicBezTo>
                    <a:cubicBezTo>
                      <a:pt x="1132" y="235"/>
                      <a:pt x="1132" y="235"/>
                      <a:pt x="1132" y="235"/>
                    </a:cubicBezTo>
                    <a:cubicBezTo>
                      <a:pt x="1131" y="234"/>
                      <a:pt x="1131" y="234"/>
                      <a:pt x="1131" y="234"/>
                    </a:cubicBezTo>
                    <a:cubicBezTo>
                      <a:pt x="1132" y="234"/>
                      <a:pt x="1132" y="234"/>
                      <a:pt x="1132" y="234"/>
                    </a:cubicBezTo>
                    <a:cubicBezTo>
                      <a:pt x="1133" y="234"/>
                      <a:pt x="1133" y="234"/>
                      <a:pt x="1133" y="234"/>
                    </a:cubicBezTo>
                    <a:cubicBezTo>
                      <a:pt x="1134" y="234"/>
                      <a:pt x="1134" y="234"/>
                      <a:pt x="1134" y="234"/>
                    </a:cubicBezTo>
                    <a:cubicBezTo>
                      <a:pt x="1135" y="234"/>
                      <a:pt x="1135" y="234"/>
                      <a:pt x="1135" y="234"/>
                    </a:cubicBezTo>
                    <a:cubicBezTo>
                      <a:pt x="1136" y="232"/>
                      <a:pt x="1136" y="232"/>
                      <a:pt x="1136" y="232"/>
                    </a:cubicBezTo>
                    <a:cubicBezTo>
                      <a:pt x="1134" y="231"/>
                      <a:pt x="1134" y="231"/>
                      <a:pt x="1134" y="231"/>
                    </a:cubicBezTo>
                    <a:cubicBezTo>
                      <a:pt x="1135" y="231"/>
                      <a:pt x="1135" y="231"/>
                      <a:pt x="1135" y="231"/>
                    </a:cubicBezTo>
                    <a:cubicBezTo>
                      <a:pt x="1134" y="230"/>
                      <a:pt x="1134" y="230"/>
                      <a:pt x="1134" y="230"/>
                    </a:cubicBezTo>
                    <a:cubicBezTo>
                      <a:pt x="1133" y="229"/>
                      <a:pt x="1133" y="229"/>
                      <a:pt x="1133" y="229"/>
                    </a:cubicBezTo>
                    <a:cubicBezTo>
                      <a:pt x="1131" y="228"/>
                      <a:pt x="1131" y="228"/>
                      <a:pt x="1131" y="228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29" y="228"/>
                      <a:pt x="1129" y="228"/>
                      <a:pt x="1129" y="228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8" y="228"/>
                      <a:pt x="1128" y="228"/>
                      <a:pt x="1128" y="228"/>
                    </a:cubicBezTo>
                    <a:cubicBezTo>
                      <a:pt x="1126" y="226"/>
                      <a:pt x="1126" y="226"/>
                      <a:pt x="1126" y="226"/>
                    </a:cubicBezTo>
                    <a:cubicBezTo>
                      <a:pt x="1127" y="225"/>
                      <a:pt x="1127" y="225"/>
                      <a:pt x="1127" y="225"/>
                    </a:cubicBezTo>
                    <a:cubicBezTo>
                      <a:pt x="1125" y="223"/>
                      <a:pt x="1125" y="223"/>
                      <a:pt x="1125" y="223"/>
                    </a:cubicBezTo>
                    <a:cubicBezTo>
                      <a:pt x="1126" y="220"/>
                      <a:pt x="1126" y="220"/>
                      <a:pt x="1126" y="220"/>
                    </a:cubicBezTo>
                    <a:cubicBezTo>
                      <a:pt x="1126" y="219"/>
                      <a:pt x="1126" y="219"/>
                      <a:pt x="1126" y="219"/>
                    </a:cubicBezTo>
                    <a:cubicBezTo>
                      <a:pt x="1127" y="218"/>
                      <a:pt x="1127" y="218"/>
                      <a:pt x="1127" y="218"/>
                    </a:cubicBezTo>
                    <a:cubicBezTo>
                      <a:pt x="1127" y="215"/>
                      <a:pt x="1127" y="215"/>
                      <a:pt x="1127" y="215"/>
                    </a:cubicBezTo>
                    <a:cubicBezTo>
                      <a:pt x="1129" y="214"/>
                      <a:pt x="1129" y="214"/>
                      <a:pt x="1129" y="214"/>
                    </a:cubicBezTo>
                    <a:cubicBezTo>
                      <a:pt x="1129" y="212"/>
                      <a:pt x="1129" y="212"/>
                      <a:pt x="1129" y="212"/>
                    </a:cubicBezTo>
                    <a:cubicBezTo>
                      <a:pt x="1130" y="212"/>
                      <a:pt x="1130" y="212"/>
                      <a:pt x="1130" y="212"/>
                    </a:cubicBezTo>
                    <a:cubicBezTo>
                      <a:pt x="1128" y="209"/>
                      <a:pt x="1128" y="209"/>
                      <a:pt x="1128" y="209"/>
                    </a:cubicBezTo>
                    <a:cubicBezTo>
                      <a:pt x="1129" y="204"/>
                      <a:pt x="1129" y="204"/>
                      <a:pt x="1129" y="204"/>
                    </a:cubicBezTo>
                    <a:cubicBezTo>
                      <a:pt x="1130" y="203"/>
                      <a:pt x="1130" y="203"/>
                      <a:pt x="1130" y="203"/>
                    </a:cubicBezTo>
                    <a:cubicBezTo>
                      <a:pt x="1128" y="201"/>
                      <a:pt x="1128" y="201"/>
                      <a:pt x="1128" y="201"/>
                    </a:cubicBezTo>
                    <a:cubicBezTo>
                      <a:pt x="1128" y="199"/>
                      <a:pt x="1128" y="199"/>
                      <a:pt x="1128" y="199"/>
                    </a:cubicBezTo>
                    <a:cubicBezTo>
                      <a:pt x="1127" y="198"/>
                      <a:pt x="1127" y="198"/>
                      <a:pt x="1127" y="198"/>
                    </a:cubicBezTo>
                    <a:cubicBezTo>
                      <a:pt x="1129" y="197"/>
                      <a:pt x="1129" y="197"/>
                      <a:pt x="1129" y="197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31" y="192"/>
                      <a:pt x="1131" y="192"/>
                      <a:pt x="1131" y="192"/>
                    </a:cubicBezTo>
                    <a:cubicBezTo>
                      <a:pt x="1132" y="193"/>
                      <a:pt x="1132" y="193"/>
                      <a:pt x="1132" y="193"/>
                    </a:cubicBezTo>
                    <a:cubicBezTo>
                      <a:pt x="1133" y="192"/>
                      <a:pt x="1133" y="192"/>
                      <a:pt x="1133" y="192"/>
                    </a:cubicBezTo>
                    <a:cubicBezTo>
                      <a:pt x="1134" y="192"/>
                      <a:pt x="1134" y="192"/>
                      <a:pt x="1134" y="192"/>
                    </a:cubicBezTo>
                    <a:cubicBezTo>
                      <a:pt x="1135" y="191"/>
                      <a:pt x="1135" y="191"/>
                      <a:pt x="1135" y="191"/>
                    </a:cubicBezTo>
                    <a:cubicBezTo>
                      <a:pt x="1138" y="191"/>
                      <a:pt x="1138" y="191"/>
                      <a:pt x="1138" y="191"/>
                    </a:cubicBezTo>
                    <a:cubicBezTo>
                      <a:pt x="1138" y="190"/>
                      <a:pt x="1138" y="190"/>
                      <a:pt x="1138" y="190"/>
                    </a:cubicBezTo>
                    <a:cubicBezTo>
                      <a:pt x="1139" y="190"/>
                      <a:pt x="1139" y="190"/>
                      <a:pt x="1139" y="190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1" y="188"/>
                      <a:pt x="1141" y="188"/>
                      <a:pt x="1141" y="188"/>
                    </a:cubicBezTo>
                    <a:cubicBezTo>
                      <a:pt x="1142" y="188"/>
                      <a:pt x="1142" y="188"/>
                      <a:pt x="1142" y="188"/>
                    </a:cubicBezTo>
                    <a:cubicBezTo>
                      <a:pt x="1142" y="190"/>
                      <a:pt x="1142" y="190"/>
                      <a:pt x="1142" y="190"/>
                    </a:cubicBezTo>
                    <a:cubicBezTo>
                      <a:pt x="1143" y="189"/>
                      <a:pt x="1143" y="189"/>
                      <a:pt x="1143" y="189"/>
                    </a:cubicBezTo>
                    <a:cubicBezTo>
                      <a:pt x="1144" y="191"/>
                      <a:pt x="1144" y="191"/>
                      <a:pt x="1144" y="191"/>
                    </a:cubicBezTo>
                    <a:cubicBezTo>
                      <a:pt x="1145" y="191"/>
                      <a:pt x="1145" y="191"/>
                      <a:pt x="1145" y="191"/>
                    </a:cubicBezTo>
                    <a:cubicBezTo>
                      <a:pt x="1147" y="189"/>
                      <a:pt x="1147" y="189"/>
                      <a:pt x="1147" y="189"/>
                    </a:cubicBezTo>
                    <a:cubicBezTo>
                      <a:pt x="1147" y="188"/>
                      <a:pt x="1147" y="188"/>
                      <a:pt x="1147" y="188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48" y="186"/>
                      <a:pt x="1148" y="186"/>
                      <a:pt x="1148" y="186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50" y="188"/>
                      <a:pt x="1150" y="188"/>
                      <a:pt x="1150" y="188"/>
                    </a:cubicBezTo>
                    <a:cubicBezTo>
                      <a:pt x="1150" y="189"/>
                      <a:pt x="1150" y="189"/>
                      <a:pt x="1150" y="189"/>
                    </a:cubicBezTo>
                    <a:cubicBezTo>
                      <a:pt x="1149" y="190"/>
                      <a:pt x="1149" y="190"/>
                      <a:pt x="1149" y="190"/>
                    </a:cubicBezTo>
                    <a:cubicBezTo>
                      <a:pt x="1150" y="191"/>
                      <a:pt x="1150" y="191"/>
                      <a:pt x="1150" y="191"/>
                    </a:cubicBezTo>
                    <a:cubicBezTo>
                      <a:pt x="1150" y="192"/>
                      <a:pt x="1150" y="192"/>
                      <a:pt x="1150" y="192"/>
                    </a:cubicBezTo>
                    <a:cubicBezTo>
                      <a:pt x="1149" y="193"/>
                      <a:pt x="1149" y="193"/>
                      <a:pt x="1149" y="193"/>
                    </a:cubicBezTo>
                    <a:cubicBezTo>
                      <a:pt x="1150" y="193"/>
                      <a:pt x="1150" y="193"/>
                      <a:pt x="1150" y="193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49" y="198"/>
                      <a:pt x="1149" y="198"/>
                      <a:pt x="1149" y="198"/>
                    </a:cubicBezTo>
                    <a:cubicBezTo>
                      <a:pt x="1150" y="200"/>
                      <a:pt x="1150" y="200"/>
                      <a:pt x="1150" y="200"/>
                    </a:cubicBezTo>
                    <a:cubicBezTo>
                      <a:pt x="1152" y="198"/>
                      <a:pt x="1152" y="198"/>
                      <a:pt x="1152" y="198"/>
                    </a:cubicBezTo>
                    <a:cubicBezTo>
                      <a:pt x="1152" y="199"/>
                      <a:pt x="1152" y="199"/>
                      <a:pt x="1152" y="199"/>
                    </a:cubicBezTo>
                    <a:cubicBezTo>
                      <a:pt x="1153" y="199"/>
                      <a:pt x="1153" y="199"/>
                      <a:pt x="1153" y="199"/>
                    </a:cubicBezTo>
                    <a:cubicBezTo>
                      <a:pt x="1153" y="203"/>
                      <a:pt x="1153" y="203"/>
                      <a:pt x="1153" y="203"/>
                    </a:cubicBezTo>
                    <a:cubicBezTo>
                      <a:pt x="1155" y="201"/>
                      <a:pt x="1155" y="201"/>
                      <a:pt x="1155" y="201"/>
                    </a:cubicBezTo>
                    <a:cubicBezTo>
                      <a:pt x="1155" y="200"/>
                      <a:pt x="1155" y="200"/>
                      <a:pt x="1155" y="200"/>
                    </a:cubicBezTo>
                    <a:cubicBezTo>
                      <a:pt x="1156" y="199"/>
                      <a:pt x="1156" y="199"/>
                      <a:pt x="1156" y="199"/>
                    </a:cubicBezTo>
                    <a:cubicBezTo>
                      <a:pt x="1157" y="199"/>
                      <a:pt x="1157" y="199"/>
                      <a:pt x="1157" y="199"/>
                    </a:cubicBezTo>
                    <a:cubicBezTo>
                      <a:pt x="1157" y="200"/>
                      <a:pt x="1157" y="200"/>
                      <a:pt x="1157" y="200"/>
                    </a:cubicBezTo>
                    <a:cubicBezTo>
                      <a:pt x="1156" y="202"/>
                      <a:pt x="1156" y="202"/>
                      <a:pt x="1156" y="202"/>
                    </a:cubicBezTo>
                    <a:cubicBezTo>
                      <a:pt x="1157" y="203"/>
                      <a:pt x="1157" y="203"/>
                      <a:pt x="1157" y="203"/>
                    </a:cubicBezTo>
                    <a:cubicBezTo>
                      <a:pt x="1158" y="206"/>
                      <a:pt x="1158" y="206"/>
                      <a:pt x="1158" y="206"/>
                    </a:cubicBezTo>
                    <a:cubicBezTo>
                      <a:pt x="1160" y="203"/>
                      <a:pt x="1160" y="203"/>
                      <a:pt x="1160" y="203"/>
                    </a:cubicBezTo>
                    <a:cubicBezTo>
                      <a:pt x="1161" y="202"/>
                      <a:pt x="1161" y="202"/>
                      <a:pt x="1161" y="202"/>
                    </a:cubicBezTo>
                    <a:cubicBezTo>
                      <a:pt x="1161" y="201"/>
                      <a:pt x="1161" y="201"/>
                      <a:pt x="1161" y="201"/>
                    </a:cubicBezTo>
                    <a:cubicBezTo>
                      <a:pt x="1161" y="200"/>
                      <a:pt x="1161" y="200"/>
                      <a:pt x="1161" y="200"/>
                    </a:cubicBezTo>
                    <a:cubicBezTo>
                      <a:pt x="1162" y="196"/>
                      <a:pt x="1162" y="196"/>
                      <a:pt x="1162" y="196"/>
                    </a:cubicBezTo>
                    <a:cubicBezTo>
                      <a:pt x="1163" y="195"/>
                      <a:pt x="1163" y="195"/>
                      <a:pt x="1163" y="195"/>
                    </a:cubicBezTo>
                    <a:cubicBezTo>
                      <a:pt x="1162" y="194"/>
                      <a:pt x="1162" y="194"/>
                      <a:pt x="1162" y="194"/>
                    </a:cubicBezTo>
                    <a:cubicBezTo>
                      <a:pt x="1163" y="193"/>
                      <a:pt x="1163" y="193"/>
                      <a:pt x="1163" y="193"/>
                    </a:cubicBezTo>
                    <a:cubicBezTo>
                      <a:pt x="1163" y="192"/>
                      <a:pt x="1163" y="192"/>
                      <a:pt x="1163" y="192"/>
                    </a:cubicBezTo>
                    <a:cubicBezTo>
                      <a:pt x="1162" y="191"/>
                      <a:pt x="1162" y="191"/>
                      <a:pt x="1162" y="191"/>
                    </a:cubicBezTo>
                    <a:cubicBezTo>
                      <a:pt x="1163" y="191"/>
                      <a:pt x="1163" y="191"/>
                      <a:pt x="1163" y="191"/>
                    </a:cubicBezTo>
                    <a:cubicBezTo>
                      <a:pt x="1163" y="188"/>
                      <a:pt x="1163" y="188"/>
                      <a:pt x="1163" y="188"/>
                    </a:cubicBezTo>
                    <a:cubicBezTo>
                      <a:pt x="1162" y="187"/>
                      <a:pt x="1162" y="187"/>
                      <a:pt x="1162" y="187"/>
                    </a:cubicBezTo>
                    <a:cubicBezTo>
                      <a:pt x="1163" y="186"/>
                      <a:pt x="1163" y="186"/>
                      <a:pt x="1163" y="186"/>
                    </a:cubicBezTo>
                    <a:cubicBezTo>
                      <a:pt x="1164" y="185"/>
                      <a:pt x="1164" y="185"/>
                      <a:pt x="1164" y="185"/>
                    </a:cubicBezTo>
                    <a:cubicBezTo>
                      <a:pt x="1165" y="185"/>
                      <a:pt x="1165" y="185"/>
                      <a:pt x="1165" y="185"/>
                    </a:cubicBezTo>
                    <a:cubicBezTo>
                      <a:pt x="1166" y="186"/>
                      <a:pt x="1166" y="186"/>
                      <a:pt x="1166" y="186"/>
                    </a:cubicBezTo>
                    <a:cubicBezTo>
                      <a:pt x="1168" y="187"/>
                      <a:pt x="1168" y="187"/>
                      <a:pt x="1168" y="187"/>
                    </a:cubicBezTo>
                    <a:cubicBezTo>
                      <a:pt x="1169" y="185"/>
                      <a:pt x="1169" y="185"/>
                      <a:pt x="1169" y="185"/>
                    </a:cubicBezTo>
                    <a:cubicBezTo>
                      <a:pt x="1168" y="184"/>
                      <a:pt x="1168" y="184"/>
                      <a:pt x="1168" y="184"/>
                    </a:cubicBezTo>
                    <a:cubicBezTo>
                      <a:pt x="1168" y="182"/>
                      <a:pt x="1168" y="182"/>
                      <a:pt x="1168" y="182"/>
                    </a:cubicBezTo>
                    <a:cubicBezTo>
                      <a:pt x="1166" y="181"/>
                      <a:pt x="1166" y="181"/>
                      <a:pt x="1166" y="181"/>
                    </a:cubicBezTo>
                    <a:cubicBezTo>
                      <a:pt x="1165" y="178"/>
                      <a:pt x="1165" y="178"/>
                      <a:pt x="1165" y="178"/>
                    </a:cubicBezTo>
                    <a:cubicBezTo>
                      <a:pt x="1164" y="178"/>
                      <a:pt x="1164" y="178"/>
                      <a:pt x="1164" y="178"/>
                    </a:cubicBezTo>
                    <a:cubicBezTo>
                      <a:pt x="1164" y="177"/>
                      <a:pt x="1164" y="177"/>
                      <a:pt x="1164" y="177"/>
                    </a:cubicBezTo>
                    <a:cubicBezTo>
                      <a:pt x="1162" y="176"/>
                      <a:pt x="1162" y="176"/>
                      <a:pt x="1162" y="176"/>
                    </a:cubicBezTo>
                    <a:cubicBezTo>
                      <a:pt x="1162" y="174"/>
                      <a:pt x="1162" y="174"/>
                      <a:pt x="1162" y="174"/>
                    </a:cubicBezTo>
                    <a:cubicBezTo>
                      <a:pt x="1163" y="174"/>
                      <a:pt x="1163" y="174"/>
                      <a:pt x="1163" y="174"/>
                    </a:cubicBezTo>
                    <a:cubicBezTo>
                      <a:pt x="1162" y="172"/>
                      <a:pt x="1162" y="172"/>
                      <a:pt x="1162" y="172"/>
                    </a:cubicBezTo>
                    <a:cubicBezTo>
                      <a:pt x="1161" y="171"/>
                      <a:pt x="1161" y="171"/>
                      <a:pt x="1161" y="171"/>
                    </a:cubicBezTo>
                    <a:cubicBezTo>
                      <a:pt x="1161" y="169"/>
                      <a:pt x="1161" y="169"/>
                      <a:pt x="1161" y="169"/>
                    </a:cubicBezTo>
                    <a:cubicBezTo>
                      <a:pt x="1160" y="169"/>
                      <a:pt x="1160" y="169"/>
                      <a:pt x="1160" y="169"/>
                    </a:cubicBezTo>
                    <a:cubicBezTo>
                      <a:pt x="1162" y="168"/>
                      <a:pt x="1162" y="168"/>
                      <a:pt x="1162" y="168"/>
                    </a:cubicBezTo>
                    <a:cubicBezTo>
                      <a:pt x="1163" y="168"/>
                      <a:pt x="1163" y="168"/>
                      <a:pt x="1163" y="168"/>
                    </a:cubicBezTo>
                    <a:cubicBezTo>
                      <a:pt x="1165" y="166"/>
                      <a:pt x="1165" y="166"/>
                      <a:pt x="1165" y="166"/>
                    </a:cubicBezTo>
                    <a:cubicBezTo>
                      <a:pt x="1166" y="166"/>
                      <a:pt x="1166" y="166"/>
                      <a:pt x="1166" y="166"/>
                    </a:cubicBezTo>
                    <a:cubicBezTo>
                      <a:pt x="1167" y="166"/>
                      <a:pt x="1167" y="166"/>
                      <a:pt x="1167" y="166"/>
                    </a:cubicBezTo>
                    <a:cubicBezTo>
                      <a:pt x="1169" y="167"/>
                      <a:pt x="1169" y="167"/>
                      <a:pt x="1169" y="167"/>
                    </a:cubicBezTo>
                    <a:cubicBezTo>
                      <a:pt x="1171" y="167"/>
                      <a:pt x="1171" y="167"/>
                      <a:pt x="1171" y="167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1" y="168"/>
                      <a:pt x="1171" y="168"/>
                      <a:pt x="1171" y="168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0" y="168"/>
                      <a:pt x="1170" y="168"/>
                      <a:pt x="1170" y="168"/>
                    </a:cubicBezTo>
                    <a:cubicBezTo>
                      <a:pt x="1168" y="171"/>
                      <a:pt x="1168" y="171"/>
                      <a:pt x="1168" y="171"/>
                    </a:cubicBezTo>
                    <a:cubicBezTo>
                      <a:pt x="1167" y="172"/>
                      <a:pt x="1167" y="172"/>
                      <a:pt x="1167" y="172"/>
                    </a:cubicBezTo>
                    <a:cubicBezTo>
                      <a:pt x="1168" y="174"/>
                      <a:pt x="1168" y="174"/>
                      <a:pt x="1168" y="174"/>
                    </a:cubicBezTo>
                    <a:cubicBezTo>
                      <a:pt x="1168" y="176"/>
                      <a:pt x="1168" y="176"/>
                      <a:pt x="1168" y="176"/>
                    </a:cubicBezTo>
                    <a:cubicBezTo>
                      <a:pt x="1169" y="176"/>
                      <a:pt x="1169" y="176"/>
                      <a:pt x="1169" y="176"/>
                    </a:cubicBezTo>
                    <a:cubicBezTo>
                      <a:pt x="1169" y="178"/>
                      <a:pt x="1169" y="178"/>
                      <a:pt x="1169" y="178"/>
                    </a:cubicBezTo>
                    <a:cubicBezTo>
                      <a:pt x="1171" y="179"/>
                      <a:pt x="1171" y="179"/>
                      <a:pt x="1171" y="179"/>
                    </a:cubicBezTo>
                    <a:cubicBezTo>
                      <a:pt x="1171" y="180"/>
                      <a:pt x="1171" y="180"/>
                      <a:pt x="1171" y="180"/>
                    </a:cubicBezTo>
                    <a:cubicBezTo>
                      <a:pt x="1171" y="181"/>
                      <a:pt x="1171" y="181"/>
                      <a:pt x="1171" y="181"/>
                    </a:cubicBezTo>
                    <a:cubicBezTo>
                      <a:pt x="1173" y="182"/>
                      <a:pt x="1173" y="182"/>
                      <a:pt x="1173" y="182"/>
                    </a:cubicBezTo>
                    <a:cubicBezTo>
                      <a:pt x="1173" y="183"/>
                      <a:pt x="1173" y="183"/>
                      <a:pt x="1173" y="183"/>
                    </a:cubicBezTo>
                    <a:cubicBezTo>
                      <a:pt x="1173" y="184"/>
                      <a:pt x="1173" y="184"/>
                      <a:pt x="1173" y="184"/>
                    </a:cubicBezTo>
                    <a:cubicBezTo>
                      <a:pt x="1172" y="184"/>
                      <a:pt x="1172" y="184"/>
                      <a:pt x="1172" y="184"/>
                    </a:cubicBezTo>
                    <a:cubicBezTo>
                      <a:pt x="1173" y="188"/>
                      <a:pt x="1173" y="188"/>
                      <a:pt x="1173" y="188"/>
                    </a:cubicBezTo>
                    <a:cubicBezTo>
                      <a:pt x="1174" y="189"/>
                      <a:pt x="1174" y="189"/>
                      <a:pt x="1174" y="189"/>
                    </a:cubicBezTo>
                    <a:cubicBezTo>
                      <a:pt x="1175" y="188"/>
                      <a:pt x="1175" y="188"/>
                      <a:pt x="1175" y="188"/>
                    </a:cubicBezTo>
                    <a:cubicBezTo>
                      <a:pt x="1176" y="190"/>
                      <a:pt x="1176" y="190"/>
                      <a:pt x="1176" y="190"/>
                    </a:cubicBezTo>
                    <a:cubicBezTo>
                      <a:pt x="1175" y="192"/>
                      <a:pt x="1175" y="192"/>
                      <a:pt x="1175" y="192"/>
                    </a:cubicBezTo>
                    <a:cubicBezTo>
                      <a:pt x="1175" y="195"/>
                      <a:pt x="1175" y="195"/>
                      <a:pt x="1175" y="195"/>
                    </a:cubicBezTo>
                    <a:cubicBezTo>
                      <a:pt x="1176" y="196"/>
                      <a:pt x="1176" y="196"/>
                      <a:pt x="1176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4" y="199"/>
                      <a:pt x="1174" y="199"/>
                      <a:pt x="1174" y="199"/>
                    </a:cubicBezTo>
                    <a:cubicBezTo>
                      <a:pt x="1174" y="200"/>
                      <a:pt x="1174" y="200"/>
                      <a:pt x="1174" y="200"/>
                    </a:cubicBezTo>
                    <a:cubicBezTo>
                      <a:pt x="1172" y="201"/>
                      <a:pt x="1172" y="201"/>
                      <a:pt x="1172" y="201"/>
                    </a:cubicBezTo>
                    <a:cubicBezTo>
                      <a:pt x="1172" y="202"/>
                      <a:pt x="1172" y="202"/>
                      <a:pt x="1172" y="202"/>
                    </a:cubicBezTo>
                    <a:cubicBezTo>
                      <a:pt x="1170" y="202"/>
                      <a:pt x="1170" y="202"/>
                      <a:pt x="1170" y="202"/>
                    </a:cubicBezTo>
                    <a:cubicBezTo>
                      <a:pt x="1170" y="204"/>
                      <a:pt x="1170" y="204"/>
                      <a:pt x="1170" y="204"/>
                    </a:cubicBezTo>
                    <a:cubicBezTo>
                      <a:pt x="1169" y="205"/>
                      <a:pt x="1169" y="205"/>
                      <a:pt x="1169" y="205"/>
                    </a:cubicBezTo>
                    <a:cubicBezTo>
                      <a:pt x="1170" y="208"/>
                      <a:pt x="1170" y="208"/>
                      <a:pt x="1170" y="208"/>
                    </a:cubicBezTo>
                    <a:cubicBezTo>
                      <a:pt x="1171" y="208"/>
                      <a:pt x="1171" y="208"/>
                      <a:pt x="1171" y="208"/>
                    </a:cubicBezTo>
                    <a:cubicBezTo>
                      <a:pt x="1171" y="209"/>
                      <a:pt x="1171" y="209"/>
                      <a:pt x="1171" y="209"/>
                    </a:cubicBezTo>
                    <a:cubicBezTo>
                      <a:pt x="1170" y="211"/>
                      <a:pt x="1170" y="211"/>
                      <a:pt x="1170" y="211"/>
                    </a:cubicBezTo>
                    <a:cubicBezTo>
                      <a:pt x="1170" y="212"/>
                      <a:pt x="1170" y="212"/>
                      <a:pt x="1170" y="212"/>
                    </a:cubicBezTo>
                    <a:cubicBezTo>
                      <a:pt x="1171" y="213"/>
                      <a:pt x="1171" y="213"/>
                      <a:pt x="1171" y="213"/>
                    </a:cubicBezTo>
                    <a:cubicBezTo>
                      <a:pt x="1170" y="216"/>
                      <a:pt x="1170" y="216"/>
                      <a:pt x="1170" y="216"/>
                    </a:cubicBezTo>
                    <a:cubicBezTo>
                      <a:pt x="1171" y="218"/>
                      <a:pt x="1171" y="218"/>
                      <a:pt x="1171" y="218"/>
                    </a:cubicBezTo>
                    <a:cubicBezTo>
                      <a:pt x="1170" y="218"/>
                      <a:pt x="1170" y="218"/>
                      <a:pt x="1170" y="218"/>
                    </a:cubicBezTo>
                    <a:cubicBezTo>
                      <a:pt x="1168" y="219"/>
                      <a:pt x="1168" y="219"/>
                      <a:pt x="1168" y="219"/>
                    </a:cubicBezTo>
                    <a:cubicBezTo>
                      <a:pt x="1168" y="221"/>
                      <a:pt x="1168" y="221"/>
                      <a:pt x="1168" y="221"/>
                    </a:cubicBezTo>
                    <a:cubicBezTo>
                      <a:pt x="1169" y="222"/>
                      <a:pt x="1169" y="222"/>
                      <a:pt x="1169" y="222"/>
                    </a:cubicBezTo>
                    <a:cubicBezTo>
                      <a:pt x="1168" y="224"/>
                      <a:pt x="1168" y="224"/>
                      <a:pt x="1168" y="224"/>
                    </a:cubicBezTo>
                    <a:cubicBezTo>
                      <a:pt x="1168" y="225"/>
                      <a:pt x="1168" y="225"/>
                      <a:pt x="1168" y="225"/>
                    </a:cubicBezTo>
                    <a:cubicBezTo>
                      <a:pt x="1168" y="226"/>
                      <a:pt x="1168" y="226"/>
                      <a:pt x="1168" y="226"/>
                    </a:cubicBezTo>
                    <a:cubicBezTo>
                      <a:pt x="1169" y="227"/>
                      <a:pt x="1169" y="227"/>
                      <a:pt x="1169" y="227"/>
                    </a:cubicBezTo>
                    <a:cubicBezTo>
                      <a:pt x="1168" y="227"/>
                      <a:pt x="1168" y="227"/>
                      <a:pt x="1168" y="227"/>
                    </a:cubicBezTo>
                    <a:cubicBezTo>
                      <a:pt x="1168" y="230"/>
                      <a:pt x="1168" y="230"/>
                      <a:pt x="1168" y="230"/>
                    </a:cubicBezTo>
                    <a:cubicBezTo>
                      <a:pt x="1168" y="231"/>
                      <a:pt x="1168" y="231"/>
                      <a:pt x="1168" y="231"/>
                    </a:cubicBezTo>
                    <a:cubicBezTo>
                      <a:pt x="1168" y="232"/>
                      <a:pt x="1168" y="232"/>
                      <a:pt x="1168" y="232"/>
                    </a:cubicBezTo>
                    <a:cubicBezTo>
                      <a:pt x="1167" y="234"/>
                      <a:pt x="1167" y="234"/>
                      <a:pt x="1167" y="234"/>
                    </a:cubicBezTo>
                    <a:cubicBezTo>
                      <a:pt x="1168" y="236"/>
                      <a:pt x="1168" y="236"/>
                      <a:pt x="1168" y="236"/>
                    </a:cubicBezTo>
                    <a:cubicBezTo>
                      <a:pt x="1168" y="238"/>
                      <a:pt x="1168" y="238"/>
                      <a:pt x="1168" y="238"/>
                    </a:cubicBezTo>
                    <a:cubicBezTo>
                      <a:pt x="1169" y="241"/>
                      <a:pt x="1169" y="241"/>
                      <a:pt x="1169" y="241"/>
                    </a:cubicBezTo>
                    <a:cubicBezTo>
                      <a:pt x="1167" y="245"/>
                      <a:pt x="1167" y="245"/>
                      <a:pt x="1167" y="245"/>
                    </a:cubicBezTo>
                    <a:cubicBezTo>
                      <a:pt x="1167" y="246"/>
                      <a:pt x="1167" y="246"/>
                      <a:pt x="1167" y="246"/>
                    </a:cubicBezTo>
                    <a:cubicBezTo>
                      <a:pt x="1164" y="246"/>
                      <a:pt x="1164" y="246"/>
                      <a:pt x="1164" y="246"/>
                    </a:cubicBezTo>
                    <a:cubicBezTo>
                      <a:pt x="1164" y="250"/>
                      <a:pt x="1164" y="250"/>
                      <a:pt x="1164" y="250"/>
                    </a:cubicBezTo>
                    <a:cubicBezTo>
                      <a:pt x="1164" y="251"/>
                      <a:pt x="1164" y="251"/>
                      <a:pt x="1164" y="251"/>
                    </a:cubicBezTo>
                    <a:cubicBezTo>
                      <a:pt x="1163" y="252"/>
                      <a:pt x="1163" y="252"/>
                      <a:pt x="1163" y="252"/>
                    </a:cubicBezTo>
                    <a:cubicBezTo>
                      <a:pt x="1160" y="251"/>
                      <a:pt x="1160" y="251"/>
                      <a:pt x="1160" y="251"/>
                    </a:cubicBezTo>
                    <a:cubicBezTo>
                      <a:pt x="1158" y="252"/>
                      <a:pt x="1158" y="252"/>
                      <a:pt x="1158" y="252"/>
                    </a:cubicBezTo>
                    <a:cubicBezTo>
                      <a:pt x="1158" y="254"/>
                      <a:pt x="1158" y="254"/>
                      <a:pt x="1158" y="254"/>
                    </a:cubicBezTo>
                    <a:cubicBezTo>
                      <a:pt x="1161" y="254"/>
                      <a:pt x="1161" y="254"/>
                      <a:pt x="1161" y="254"/>
                    </a:cubicBezTo>
                    <a:cubicBezTo>
                      <a:pt x="1163" y="258"/>
                      <a:pt x="1163" y="258"/>
                      <a:pt x="1163" y="258"/>
                    </a:cubicBezTo>
                    <a:cubicBezTo>
                      <a:pt x="1163" y="261"/>
                      <a:pt x="1163" y="261"/>
                      <a:pt x="1163" y="261"/>
                    </a:cubicBezTo>
                    <a:cubicBezTo>
                      <a:pt x="1162" y="262"/>
                      <a:pt x="1162" y="262"/>
                      <a:pt x="1162" y="262"/>
                    </a:cubicBezTo>
                    <a:cubicBezTo>
                      <a:pt x="1163" y="263"/>
                      <a:pt x="1163" y="263"/>
                      <a:pt x="1163" y="263"/>
                    </a:cubicBezTo>
                    <a:cubicBezTo>
                      <a:pt x="1162" y="263"/>
                      <a:pt x="1162" y="263"/>
                      <a:pt x="1162" y="263"/>
                    </a:cubicBezTo>
                    <a:cubicBezTo>
                      <a:pt x="1162" y="265"/>
                      <a:pt x="1162" y="265"/>
                      <a:pt x="1162" y="265"/>
                    </a:cubicBezTo>
                    <a:cubicBezTo>
                      <a:pt x="1160" y="267"/>
                      <a:pt x="1160" y="267"/>
                      <a:pt x="1160" y="267"/>
                    </a:cubicBezTo>
                    <a:cubicBezTo>
                      <a:pt x="1160" y="271"/>
                      <a:pt x="1160" y="271"/>
                      <a:pt x="1160" y="271"/>
                    </a:cubicBezTo>
                    <a:cubicBezTo>
                      <a:pt x="1161" y="273"/>
                      <a:pt x="1161" y="273"/>
                      <a:pt x="1161" y="273"/>
                    </a:cubicBezTo>
                    <a:cubicBezTo>
                      <a:pt x="1162" y="278"/>
                      <a:pt x="1162" y="278"/>
                      <a:pt x="1162" y="278"/>
                    </a:cubicBezTo>
                    <a:cubicBezTo>
                      <a:pt x="1164" y="282"/>
                      <a:pt x="1164" y="282"/>
                      <a:pt x="1164" y="282"/>
                    </a:cubicBezTo>
                    <a:cubicBezTo>
                      <a:pt x="1164" y="284"/>
                      <a:pt x="1164" y="284"/>
                      <a:pt x="1164" y="284"/>
                    </a:cubicBezTo>
                    <a:cubicBezTo>
                      <a:pt x="1167" y="291"/>
                      <a:pt x="1167" y="291"/>
                      <a:pt x="1167" y="291"/>
                    </a:cubicBezTo>
                    <a:cubicBezTo>
                      <a:pt x="1171" y="299"/>
                      <a:pt x="1171" y="299"/>
                      <a:pt x="1171" y="299"/>
                    </a:cubicBezTo>
                    <a:cubicBezTo>
                      <a:pt x="1175" y="306"/>
                      <a:pt x="1175" y="306"/>
                      <a:pt x="1175" y="306"/>
                    </a:cubicBezTo>
                    <a:cubicBezTo>
                      <a:pt x="1177" y="308"/>
                      <a:pt x="1177" y="308"/>
                      <a:pt x="1177" y="308"/>
                    </a:cubicBezTo>
                    <a:cubicBezTo>
                      <a:pt x="1177" y="310"/>
                      <a:pt x="1177" y="310"/>
                      <a:pt x="1177" y="310"/>
                    </a:cubicBezTo>
                    <a:cubicBezTo>
                      <a:pt x="1182" y="316"/>
                      <a:pt x="1182" y="316"/>
                      <a:pt x="1182" y="316"/>
                    </a:cubicBezTo>
                    <a:cubicBezTo>
                      <a:pt x="1188" y="326"/>
                      <a:pt x="1188" y="326"/>
                      <a:pt x="1188" y="326"/>
                    </a:cubicBezTo>
                    <a:cubicBezTo>
                      <a:pt x="1191" y="327"/>
                      <a:pt x="1191" y="327"/>
                      <a:pt x="1191" y="327"/>
                    </a:cubicBezTo>
                    <a:cubicBezTo>
                      <a:pt x="1193" y="328"/>
                      <a:pt x="1193" y="328"/>
                      <a:pt x="1193" y="328"/>
                    </a:cubicBezTo>
                    <a:cubicBezTo>
                      <a:pt x="1192" y="328"/>
                      <a:pt x="1192" y="328"/>
                      <a:pt x="1192" y="328"/>
                    </a:cubicBezTo>
                    <a:cubicBezTo>
                      <a:pt x="1190" y="327"/>
                      <a:pt x="1190" y="327"/>
                      <a:pt x="1190" y="327"/>
                    </a:cubicBezTo>
                    <a:cubicBezTo>
                      <a:pt x="1193" y="331"/>
                      <a:pt x="1193" y="331"/>
                      <a:pt x="1193" y="331"/>
                    </a:cubicBezTo>
                    <a:cubicBezTo>
                      <a:pt x="1196" y="337"/>
                      <a:pt x="1196" y="337"/>
                      <a:pt x="1196" y="337"/>
                    </a:cubicBezTo>
                    <a:cubicBezTo>
                      <a:pt x="1196" y="340"/>
                      <a:pt x="1196" y="340"/>
                      <a:pt x="1196" y="340"/>
                    </a:cubicBezTo>
                    <a:cubicBezTo>
                      <a:pt x="1198" y="343"/>
                      <a:pt x="1198" y="343"/>
                      <a:pt x="1198" y="343"/>
                    </a:cubicBezTo>
                    <a:cubicBezTo>
                      <a:pt x="1201" y="343"/>
                      <a:pt x="1201" y="343"/>
                      <a:pt x="1201" y="343"/>
                    </a:cubicBezTo>
                    <a:cubicBezTo>
                      <a:pt x="1201" y="344"/>
                      <a:pt x="1201" y="344"/>
                      <a:pt x="1201" y="344"/>
                    </a:cubicBezTo>
                    <a:cubicBezTo>
                      <a:pt x="1201" y="345"/>
                      <a:pt x="1201" y="345"/>
                      <a:pt x="1201" y="345"/>
                    </a:cubicBezTo>
                    <a:cubicBezTo>
                      <a:pt x="1201" y="346"/>
                      <a:pt x="1201" y="346"/>
                      <a:pt x="1201" y="346"/>
                    </a:cubicBezTo>
                    <a:cubicBezTo>
                      <a:pt x="1201" y="348"/>
                      <a:pt x="1201" y="348"/>
                      <a:pt x="1201" y="348"/>
                    </a:cubicBezTo>
                    <a:cubicBezTo>
                      <a:pt x="1200" y="347"/>
                      <a:pt x="1200" y="347"/>
                      <a:pt x="1200" y="347"/>
                    </a:cubicBezTo>
                    <a:cubicBezTo>
                      <a:pt x="1199" y="348"/>
                      <a:pt x="1199" y="348"/>
                      <a:pt x="1199" y="348"/>
                    </a:cubicBezTo>
                    <a:cubicBezTo>
                      <a:pt x="1199" y="350"/>
                      <a:pt x="1199" y="350"/>
                      <a:pt x="1199" y="350"/>
                    </a:cubicBezTo>
                    <a:cubicBezTo>
                      <a:pt x="1197" y="348"/>
                      <a:pt x="1197" y="348"/>
                      <a:pt x="1197" y="348"/>
                    </a:cubicBezTo>
                    <a:cubicBezTo>
                      <a:pt x="1197" y="350"/>
                      <a:pt x="1197" y="350"/>
                      <a:pt x="1197" y="350"/>
                    </a:cubicBezTo>
                    <a:cubicBezTo>
                      <a:pt x="1197" y="353"/>
                      <a:pt x="1197" y="353"/>
                      <a:pt x="1197" y="353"/>
                    </a:cubicBezTo>
                    <a:cubicBezTo>
                      <a:pt x="1197" y="354"/>
                      <a:pt x="1197" y="354"/>
                      <a:pt x="1197" y="354"/>
                    </a:cubicBezTo>
                    <a:cubicBezTo>
                      <a:pt x="1196" y="354"/>
                      <a:pt x="1196" y="354"/>
                      <a:pt x="1196" y="354"/>
                    </a:cubicBezTo>
                    <a:cubicBezTo>
                      <a:pt x="1195" y="356"/>
                      <a:pt x="1195" y="356"/>
                      <a:pt x="1195" y="356"/>
                    </a:cubicBezTo>
                    <a:cubicBezTo>
                      <a:pt x="1194" y="356"/>
                      <a:pt x="1194" y="356"/>
                      <a:pt x="1194" y="356"/>
                    </a:cubicBezTo>
                    <a:cubicBezTo>
                      <a:pt x="1193" y="357"/>
                      <a:pt x="1193" y="357"/>
                      <a:pt x="1193" y="357"/>
                    </a:cubicBezTo>
                    <a:cubicBezTo>
                      <a:pt x="1195" y="358"/>
                      <a:pt x="1195" y="358"/>
                      <a:pt x="1195" y="358"/>
                    </a:cubicBezTo>
                    <a:cubicBezTo>
                      <a:pt x="1195" y="359"/>
                      <a:pt x="1195" y="359"/>
                      <a:pt x="1195" y="359"/>
                    </a:cubicBezTo>
                    <a:cubicBezTo>
                      <a:pt x="1193" y="359"/>
                      <a:pt x="1193" y="359"/>
                      <a:pt x="1193" y="359"/>
                    </a:cubicBezTo>
                    <a:cubicBezTo>
                      <a:pt x="1194" y="361"/>
                      <a:pt x="1194" y="361"/>
                      <a:pt x="1194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8" y="362"/>
                      <a:pt x="1198" y="362"/>
                      <a:pt x="1198" y="362"/>
                    </a:cubicBezTo>
                    <a:cubicBezTo>
                      <a:pt x="1198" y="359"/>
                      <a:pt x="1198" y="359"/>
                      <a:pt x="1198" y="359"/>
                    </a:cubicBezTo>
                    <a:cubicBezTo>
                      <a:pt x="1198" y="358"/>
                      <a:pt x="1198" y="358"/>
                      <a:pt x="1198" y="358"/>
                    </a:cubicBezTo>
                    <a:cubicBezTo>
                      <a:pt x="1199" y="358"/>
                      <a:pt x="1199" y="358"/>
                      <a:pt x="1199" y="358"/>
                    </a:cubicBezTo>
                    <a:cubicBezTo>
                      <a:pt x="1200" y="356"/>
                      <a:pt x="1200" y="356"/>
                      <a:pt x="1200" y="356"/>
                    </a:cubicBezTo>
                    <a:cubicBezTo>
                      <a:pt x="1200" y="355"/>
                      <a:pt x="1200" y="355"/>
                      <a:pt x="1200" y="355"/>
                    </a:cubicBezTo>
                    <a:cubicBezTo>
                      <a:pt x="1200" y="354"/>
                      <a:pt x="1200" y="354"/>
                      <a:pt x="1200" y="354"/>
                    </a:cubicBezTo>
                    <a:cubicBezTo>
                      <a:pt x="1201" y="353"/>
                      <a:pt x="1201" y="353"/>
                      <a:pt x="1201" y="353"/>
                    </a:cubicBezTo>
                    <a:cubicBezTo>
                      <a:pt x="1200" y="351"/>
                      <a:pt x="1200" y="351"/>
                      <a:pt x="1200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2" y="350"/>
                      <a:pt x="1202" y="350"/>
                      <a:pt x="1202" y="350"/>
                    </a:cubicBezTo>
                    <a:cubicBezTo>
                      <a:pt x="1202" y="349"/>
                      <a:pt x="1202" y="349"/>
                      <a:pt x="1202" y="349"/>
                    </a:cubicBezTo>
                    <a:cubicBezTo>
                      <a:pt x="1204" y="344"/>
                      <a:pt x="1204" y="344"/>
                      <a:pt x="1204" y="344"/>
                    </a:cubicBezTo>
                    <a:cubicBezTo>
                      <a:pt x="1204" y="341"/>
                      <a:pt x="1204" y="341"/>
                      <a:pt x="1204" y="341"/>
                    </a:cubicBezTo>
                    <a:cubicBezTo>
                      <a:pt x="1205" y="341"/>
                      <a:pt x="1205" y="341"/>
                      <a:pt x="1205" y="341"/>
                    </a:cubicBezTo>
                    <a:cubicBezTo>
                      <a:pt x="1205" y="340"/>
                      <a:pt x="1205" y="340"/>
                      <a:pt x="1205" y="340"/>
                    </a:cubicBezTo>
                    <a:cubicBezTo>
                      <a:pt x="1207" y="338"/>
                      <a:pt x="1207" y="338"/>
                      <a:pt x="1207" y="338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5"/>
                      <a:pt x="1207" y="335"/>
                      <a:pt x="1207" y="335"/>
                    </a:cubicBezTo>
                    <a:cubicBezTo>
                      <a:pt x="1208" y="331"/>
                      <a:pt x="1208" y="331"/>
                      <a:pt x="1208" y="331"/>
                    </a:cubicBezTo>
                    <a:cubicBezTo>
                      <a:pt x="1207" y="330"/>
                      <a:pt x="1207" y="330"/>
                      <a:pt x="1207" y="330"/>
                    </a:cubicBezTo>
                    <a:cubicBezTo>
                      <a:pt x="1207" y="328"/>
                      <a:pt x="1207" y="328"/>
                      <a:pt x="1207" y="328"/>
                    </a:cubicBezTo>
                    <a:cubicBezTo>
                      <a:pt x="1209" y="327"/>
                      <a:pt x="1209" y="327"/>
                      <a:pt x="1209" y="327"/>
                    </a:cubicBezTo>
                    <a:cubicBezTo>
                      <a:pt x="1207" y="325"/>
                      <a:pt x="1207" y="325"/>
                      <a:pt x="1207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5" y="323"/>
                      <a:pt x="1205" y="323"/>
                      <a:pt x="1205" y="323"/>
                    </a:cubicBezTo>
                    <a:cubicBezTo>
                      <a:pt x="1207" y="322"/>
                      <a:pt x="1207" y="322"/>
                      <a:pt x="1207" y="322"/>
                    </a:cubicBezTo>
                    <a:cubicBezTo>
                      <a:pt x="1205" y="321"/>
                      <a:pt x="1205" y="321"/>
                      <a:pt x="1205" y="321"/>
                    </a:cubicBezTo>
                    <a:cubicBezTo>
                      <a:pt x="1205" y="320"/>
                      <a:pt x="1205" y="320"/>
                      <a:pt x="1205" y="320"/>
                    </a:cubicBezTo>
                    <a:cubicBezTo>
                      <a:pt x="1206" y="318"/>
                      <a:pt x="1206" y="318"/>
                      <a:pt x="1206" y="318"/>
                    </a:cubicBezTo>
                    <a:cubicBezTo>
                      <a:pt x="1205" y="318"/>
                      <a:pt x="1205" y="318"/>
                      <a:pt x="1205" y="318"/>
                    </a:cubicBezTo>
                    <a:cubicBezTo>
                      <a:pt x="1207" y="316"/>
                      <a:pt x="1207" y="316"/>
                      <a:pt x="1207" y="316"/>
                    </a:cubicBezTo>
                    <a:cubicBezTo>
                      <a:pt x="1208" y="316"/>
                      <a:pt x="1208" y="316"/>
                      <a:pt x="1208" y="316"/>
                    </a:cubicBezTo>
                    <a:cubicBezTo>
                      <a:pt x="1210" y="315"/>
                      <a:pt x="1210" y="315"/>
                      <a:pt x="1210" y="315"/>
                    </a:cubicBezTo>
                    <a:cubicBezTo>
                      <a:pt x="1211" y="314"/>
                      <a:pt x="1211" y="314"/>
                      <a:pt x="1211" y="314"/>
                    </a:cubicBezTo>
                    <a:cubicBezTo>
                      <a:pt x="1211" y="315"/>
                      <a:pt x="1211" y="315"/>
                      <a:pt x="1211" y="315"/>
                    </a:cubicBezTo>
                    <a:cubicBezTo>
                      <a:pt x="1214" y="315"/>
                      <a:pt x="1214" y="315"/>
                      <a:pt x="1214" y="315"/>
                    </a:cubicBezTo>
                    <a:cubicBezTo>
                      <a:pt x="1212" y="312"/>
                      <a:pt x="1212" y="312"/>
                      <a:pt x="1212" y="312"/>
                    </a:cubicBezTo>
                    <a:cubicBezTo>
                      <a:pt x="1210" y="311"/>
                      <a:pt x="1210" y="311"/>
                      <a:pt x="1210" y="311"/>
                    </a:cubicBezTo>
                    <a:cubicBezTo>
                      <a:pt x="1211" y="310"/>
                      <a:pt x="1211" y="310"/>
                      <a:pt x="1211" y="310"/>
                    </a:cubicBezTo>
                    <a:cubicBezTo>
                      <a:pt x="1208" y="308"/>
                      <a:pt x="1208" y="308"/>
                      <a:pt x="1208" y="308"/>
                    </a:cubicBezTo>
                    <a:cubicBezTo>
                      <a:pt x="1207" y="305"/>
                      <a:pt x="1207" y="305"/>
                      <a:pt x="1207" y="305"/>
                    </a:cubicBezTo>
                    <a:cubicBezTo>
                      <a:pt x="1208" y="301"/>
                      <a:pt x="1208" y="301"/>
                      <a:pt x="1208" y="301"/>
                    </a:cubicBezTo>
                    <a:cubicBezTo>
                      <a:pt x="1207" y="300"/>
                      <a:pt x="1207" y="300"/>
                      <a:pt x="1207" y="300"/>
                    </a:cubicBezTo>
                    <a:cubicBezTo>
                      <a:pt x="1208" y="299"/>
                      <a:pt x="1208" y="299"/>
                      <a:pt x="1208" y="299"/>
                    </a:cubicBezTo>
                    <a:cubicBezTo>
                      <a:pt x="1208" y="297"/>
                      <a:pt x="1208" y="297"/>
                      <a:pt x="1208" y="297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11" y="293"/>
                      <a:pt x="1211" y="293"/>
                      <a:pt x="1211" y="293"/>
                    </a:cubicBezTo>
                    <a:cubicBezTo>
                      <a:pt x="1212" y="294"/>
                      <a:pt x="1212" y="294"/>
                      <a:pt x="1212" y="294"/>
                    </a:cubicBezTo>
                    <a:cubicBezTo>
                      <a:pt x="1217" y="292"/>
                      <a:pt x="1217" y="292"/>
                      <a:pt x="1217" y="292"/>
                    </a:cubicBezTo>
                    <a:cubicBezTo>
                      <a:pt x="1217" y="290"/>
                      <a:pt x="1217" y="290"/>
                      <a:pt x="1217" y="290"/>
                    </a:cubicBezTo>
                    <a:cubicBezTo>
                      <a:pt x="1218" y="288"/>
                      <a:pt x="1218" y="288"/>
                      <a:pt x="1218" y="288"/>
                    </a:cubicBezTo>
                    <a:cubicBezTo>
                      <a:pt x="1216" y="287"/>
                      <a:pt x="1216" y="287"/>
                      <a:pt x="1216" y="287"/>
                    </a:cubicBezTo>
                    <a:cubicBezTo>
                      <a:pt x="1213" y="283"/>
                      <a:pt x="1213" y="283"/>
                      <a:pt x="1213" y="283"/>
                    </a:cubicBezTo>
                    <a:cubicBezTo>
                      <a:pt x="1212" y="283"/>
                      <a:pt x="1212" y="283"/>
                      <a:pt x="1212" y="283"/>
                    </a:cubicBezTo>
                    <a:cubicBezTo>
                      <a:pt x="1209" y="278"/>
                      <a:pt x="1209" y="278"/>
                      <a:pt x="1209" y="278"/>
                    </a:cubicBezTo>
                    <a:cubicBezTo>
                      <a:pt x="1209" y="277"/>
                      <a:pt x="1209" y="277"/>
                      <a:pt x="1209" y="277"/>
                    </a:cubicBezTo>
                    <a:cubicBezTo>
                      <a:pt x="1208" y="276"/>
                      <a:pt x="1208" y="276"/>
                      <a:pt x="1208" y="276"/>
                    </a:cubicBezTo>
                    <a:cubicBezTo>
                      <a:pt x="1208" y="271"/>
                      <a:pt x="1208" y="271"/>
                      <a:pt x="1208" y="271"/>
                    </a:cubicBezTo>
                    <a:cubicBezTo>
                      <a:pt x="1208" y="270"/>
                      <a:pt x="1208" y="270"/>
                      <a:pt x="1208" y="270"/>
                    </a:cubicBezTo>
                    <a:cubicBezTo>
                      <a:pt x="1207" y="268"/>
                      <a:pt x="1207" y="268"/>
                      <a:pt x="1207" y="268"/>
                    </a:cubicBezTo>
                    <a:cubicBezTo>
                      <a:pt x="1208" y="267"/>
                      <a:pt x="1208" y="267"/>
                      <a:pt x="1208" y="267"/>
                    </a:cubicBezTo>
                    <a:cubicBezTo>
                      <a:pt x="1211" y="268"/>
                      <a:pt x="1211" y="268"/>
                      <a:pt x="1211" y="268"/>
                    </a:cubicBezTo>
                    <a:cubicBezTo>
                      <a:pt x="1213" y="269"/>
                      <a:pt x="1213" y="269"/>
                      <a:pt x="1213" y="269"/>
                    </a:cubicBezTo>
                    <a:cubicBezTo>
                      <a:pt x="1214" y="269"/>
                      <a:pt x="1214" y="269"/>
                      <a:pt x="1214" y="269"/>
                    </a:cubicBezTo>
                    <a:cubicBezTo>
                      <a:pt x="1214" y="266"/>
                      <a:pt x="1214" y="266"/>
                      <a:pt x="1214" y="266"/>
                    </a:cubicBezTo>
                    <a:cubicBezTo>
                      <a:pt x="1215" y="265"/>
                      <a:pt x="1215" y="265"/>
                      <a:pt x="1215" y="265"/>
                    </a:cubicBezTo>
                    <a:cubicBezTo>
                      <a:pt x="1214" y="263"/>
                      <a:pt x="1214" y="263"/>
                      <a:pt x="1214" y="263"/>
                    </a:cubicBezTo>
                    <a:cubicBezTo>
                      <a:pt x="1211" y="260"/>
                      <a:pt x="1211" y="260"/>
                      <a:pt x="1211" y="260"/>
                    </a:cubicBezTo>
                    <a:cubicBezTo>
                      <a:pt x="1211" y="256"/>
                      <a:pt x="1211" y="256"/>
                      <a:pt x="1211" y="256"/>
                    </a:cubicBezTo>
                    <a:cubicBezTo>
                      <a:pt x="1209" y="255"/>
                      <a:pt x="1209" y="255"/>
                      <a:pt x="1209" y="255"/>
                    </a:cubicBezTo>
                    <a:cubicBezTo>
                      <a:pt x="1208" y="255"/>
                      <a:pt x="1208" y="255"/>
                      <a:pt x="1208" y="255"/>
                    </a:cubicBezTo>
                    <a:cubicBezTo>
                      <a:pt x="1207" y="256"/>
                      <a:pt x="1207" y="256"/>
                      <a:pt x="1207" y="256"/>
                    </a:cubicBezTo>
                    <a:cubicBezTo>
                      <a:pt x="1206" y="257"/>
                      <a:pt x="1206" y="257"/>
                      <a:pt x="1206" y="257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5" y="257"/>
                      <a:pt x="1205" y="257"/>
                      <a:pt x="1205" y="257"/>
                    </a:cubicBezTo>
                    <a:cubicBezTo>
                      <a:pt x="1205" y="255"/>
                      <a:pt x="1205" y="255"/>
                      <a:pt x="1205" y="255"/>
                    </a:cubicBezTo>
                    <a:cubicBezTo>
                      <a:pt x="1204" y="253"/>
                      <a:pt x="1204" y="253"/>
                      <a:pt x="1204" y="253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4" y="249"/>
                      <a:pt x="1204" y="249"/>
                      <a:pt x="1204" y="249"/>
                    </a:cubicBezTo>
                    <a:cubicBezTo>
                      <a:pt x="1204" y="248"/>
                      <a:pt x="1204" y="248"/>
                      <a:pt x="1204" y="248"/>
                    </a:cubicBezTo>
                    <a:cubicBezTo>
                      <a:pt x="1205" y="246"/>
                      <a:pt x="1205" y="246"/>
                      <a:pt x="1205" y="246"/>
                    </a:cubicBezTo>
                    <a:cubicBezTo>
                      <a:pt x="1204" y="245"/>
                      <a:pt x="1204" y="245"/>
                      <a:pt x="1204" y="245"/>
                    </a:cubicBezTo>
                    <a:cubicBezTo>
                      <a:pt x="1204" y="244"/>
                      <a:pt x="1204" y="244"/>
                      <a:pt x="1204" y="244"/>
                    </a:cubicBezTo>
                    <a:cubicBezTo>
                      <a:pt x="1204" y="243"/>
                      <a:pt x="1204" y="243"/>
                      <a:pt x="1204" y="243"/>
                    </a:cubicBezTo>
                    <a:cubicBezTo>
                      <a:pt x="1202" y="242"/>
                      <a:pt x="1202" y="242"/>
                      <a:pt x="1202" y="242"/>
                    </a:cubicBezTo>
                    <a:cubicBezTo>
                      <a:pt x="1201" y="242"/>
                      <a:pt x="1201" y="242"/>
                      <a:pt x="1201" y="242"/>
                    </a:cubicBezTo>
                    <a:cubicBezTo>
                      <a:pt x="1199" y="240"/>
                      <a:pt x="1199" y="240"/>
                      <a:pt x="1199" y="240"/>
                    </a:cubicBezTo>
                    <a:cubicBezTo>
                      <a:pt x="1197" y="240"/>
                      <a:pt x="1197" y="240"/>
                      <a:pt x="1197" y="240"/>
                    </a:cubicBezTo>
                    <a:cubicBezTo>
                      <a:pt x="1195" y="241"/>
                      <a:pt x="1195" y="241"/>
                      <a:pt x="1195" y="241"/>
                    </a:cubicBezTo>
                    <a:cubicBezTo>
                      <a:pt x="1195" y="243"/>
                      <a:pt x="1195" y="243"/>
                      <a:pt x="1195" y="243"/>
                    </a:cubicBezTo>
                    <a:cubicBezTo>
                      <a:pt x="1197" y="245"/>
                      <a:pt x="1197" y="245"/>
                      <a:pt x="1197" y="245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6" y="245"/>
                      <a:pt x="1196" y="245"/>
                      <a:pt x="1196" y="245"/>
                    </a:cubicBezTo>
                    <a:cubicBezTo>
                      <a:pt x="1194" y="243"/>
                      <a:pt x="1194" y="243"/>
                      <a:pt x="1194" y="243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0"/>
                      <a:pt x="1192" y="240"/>
                      <a:pt x="1192" y="240"/>
                    </a:cubicBezTo>
                    <a:cubicBezTo>
                      <a:pt x="1191" y="237"/>
                      <a:pt x="1191" y="237"/>
                      <a:pt x="1191" y="237"/>
                    </a:cubicBezTo>
                    <a:cubicBezTo>
                      <a:pt x="1191" y="236"/>
                      <a:pt x="1191" y="236"/>
                      <a:pt x="1191" y="236"/>
                    </a:cubicBezTo>
                    <a:cubicBezTo>
                      <a:pt x="1191" y="235"/>
                      <a:pt x="1191" y="235"/>
                      <a:pt x="1191" y="235"/>
                    </a:cubicBezTo>
                    <a:cubicBezTo>
                      <a:pt x="1190" y="234"/>
                      <a:pt x="1190" y="234"/>
                      <a:pt x="1190" y="234"/>
                    </a:cubicBezTo>
                    <a:cubicBezTo>
                      <a:pt x="1191" y="233"/>
                      <a:pt x="1191" y="233"/>
                      <a:pt x="1191" y="233"/>
                    </a:cubicBezTo>
                    <a:cubicBezTo>
                      <a:pt x="1190" y="231"/>
                      <a:pt x="1190" y="231"/>
                      <a:pt x="1190" y="231"/>
                    </a:cubicBezTo>
                    <a:cubicBezTo>
                      <a:pt x="1191" y="230"/>
                      <a:pt x="1191" y="230"/>
                      <a:pt x="1191" y="230"/>
                    </a:cubicBezTo>
                    <a:cubicBezTo>
                      <a:pt x="1191" y="228"/>
                      <a:pt x="1191" y="228"/>
                      <a:pt x="1191" y="228"/>
                    </a:cubicBezTo>
                    <a:cubicBezTo>
                      <a:pt x="1191" y="227"/>
                      <a:pt x="1191" y="227"/>
                      <a:pt x="1191" y="227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3"/>
                      <a:pt x="1191" y="223"/>
                      <a:pt x="1191" y="223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90" y="221"/>
                      <a:pt x="1190" y="221"/>
                      <a:pt x="1190" y="221"/>
                    </a:cubicBezTo>
                    <a:cubicBezTo>
                      <a:pt x="1190" y="219"/>
                      <a:pt x="1190" y="219"/>
                      <a:pt x="1190" y="219"/>
                    </a:cubicBezTo>
                    <a:cubicBezTo>
                      <a:pt x="1188" y="218"/>
                      <a:pt x="1188" y="218"/>
                      <a:pt x="1188" y="218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8" y="217"/>
                      <a:pt x="1188" y="217"/>
                      <a:pt x="1188" y="217"/>
                    </a:cubicBezTo>
                    <a:cubicBezTo>
                      <a:pt x="1187" y="214"/>
                      <a:pt x="1187" y="214"/>
                      <a:pt x="1187" y="214"/>
                    </a:cubicBezTo>
                    <a:cubicBezTo>
                      <a:pt x="1186" y="213"/>
                      <a:pt x="1186" y="213"/>
                      <a:pt x="1186" y="213"/>
                    </a:cubicBezTo>
                    <a:cubicBezTo>
                      <a:pt x="1186" y="212"/>
                      <a:pt x="1186" y="212"/>
                      <a:pt x="1186" y="212"/>
                    </a:cubicBezTo>
                    <a:cubicBezTo>
                      <a:pt x="1186" y="211"/>
                      <a:pt x="1186" y="211"/>
                      <a:pt x="1186" y="211"/>
                    </a:cubicBezTo>
                    <a:cubicBezTo>
                      <a:pt x="1187" y="210"/>
                      <a:pt x="1187" y="210"/>
                      <a:pt x="1187" y="210"/>
                    </a:cubicBezTo>
                    <a:cubicBezTo>
                      <a:pt x="1186" y="209"/>
                      <a:pt x="1186" y="209"/>
                      <a:pt x="1186" y="209"/>
                    </a:cubicBezTo>
                    <a:cubicBezTo>
                      <a:pt x="1186" y="208"/>
                      <a:pt x="1186" y="208"/>
                      <a:pt x="1186" y="208"/>
                    </a:cubicBezTo>
                    <a:cubicBezTo>
                      <a:pt x="1187" y="208"/>
                      <a:pt x="1187" y="208"/>
                      <a:pt x="1187" y="208"/>
                    </a:cubicBezTo>
                    <a:cubicBezTo>
                      <a:pt x="1188" y="209"/>
                      <a:pt x="1188" y="209"/>
                      <a:pt x="1188" y="209"/>
                    </a:cubicBezTo>
                    <a:cubicBezTo>
                      <a:pt x="1190" y="209"/>
                      <a:pt x="1190" y="209"/>
                      <a:pt x="1190" y="209"/>
                    </a:cubicBezTo>
                    <a:cubicBezTo>
                      <a:pt x="1190" y="207"/>
                      <a:pt x="1190" y="207"/>
                      <a:pt x="1190" y="207"/>
                    </a:cubicBezTo>
                    <a:cubicBezTo>
                      <a:pt x="1191" y="207"/>
                      <a:pt x="1191" y="207"/>
                      <a:pt x="1191" y="207"/>
                    </a:cubicBezTo>
                    <a:cubicBezTo>
                      <a:pt x="1191" y="208"/>
                      <a:pt x="1191" y="208"/>
                      <a:pt x="1191" y="208"/>
                    </a:cubicBezTo>
                    <a:cubicBezTo>
                      <a:pt x="1192" y="208"/>
                      <a:pt x="1192" y="208"/>
                      <a:pt x="1192" y="208"/>
                    </a:cubicBezTo>
                    <a:cubicBezTo>
                      <a:pt x="1194" y="210"/>
                      <a:pt x="1194" y="210"/>
                      <a:pt x="1194" y="210"/>
                    </a:cubicBezTo>
                    <a:cubicBezTo>
                      <a:pt x="1196" y="205"/>
                      <a:pt x="1196" y="205"/>
                      <a:pt x="1196" y="205"/>
                    </a:cubicBezTo>
                    <a:cubicBezTo>
                      <a:pt x="1194" y="205"/>
                      <a:pt x="1194" y="205"/>
                      <a:pt x="1194" y="205"/>
                    </a:cubicBezTo>
                    <a:cubicBezTo>
                      <a:pt x="1194" y="204"/>
                      <a:pt x="1194" y="204"/>
                      <a:pt x="1194" y="204"/>
                    </a:cubicBezTo>
                    <a:cubicBezTo>
                      <a:pt x="1195" y="203"/>
                      <a:pt x="1195" y="203"/>
                      <a:pt x="1195" y="203"/>
                    </a:cubicBezTo>
                    <a:cubicBezTo>
                      <a:pt x="1197" y="200"/>
                      <a:pt x="1197" y="200"/>
                      <a:pt x="1197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9" y="201"/>
                      <a:pt x="1199" y="201"/>
                      <a:pt x="1199" y="201"/>
                    </a:cubicBezTo>
                    <a:cubicBezTo>
                      <a:pt x="1199" y="202"/>
                      <a:pt x="1199" y="202"/>
                      <a:pt x="1199" y="202"/>
                    </a:cubicBezTo>
                    <a:cubicBezTo>
                      <a:pt x="1201" y="207"/>
                      <a:pt x="1201" y="207"/>
                      <a:pt x="1201" y="207"/>
                    </a:cubicBezTo>
                    <a:cubicBezTo>
                      <a:pt x="1202" y="209"/>
                      <a:pt x="1202" y="209"/>
                      <a:pt x="1202" y="209"/>
                    </a:cubicBezTo>
                    <a:cubicBezTo>
                      <a:pt x="1204" y="207"/>
                      <a:pt x="1204" y="207"/>
                      <a:pt x="1204" y="207"/>
                    </a:cubicBezTo>
                    <a:cubicBezTo>
                      <a:pt x="1204" y="203"/>
                      <a:pt x="1204" y="203"/>
                      <a:pt x="1204" y="203"/>
                    </a:cubicBezTo>
                    <a:cubicBezTo>
                      <a:pt x="1205" y="202"/>
                      <a:pt x="1205" y="202"/>
                      <a:pt x="1205" y="202"/>
                    </a:cubicBezTo>
                    <a:cubicBezTo>
                      <a:pt x="1204" y="200"/>
                      <a:pt x="1204" y="200"/>
                      <a:pt x="1204" y="200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7" y="197"/>
                      <a:pt x="1207" y="197"/>
                      <a:pt x="1207" y="197"/>
                    </a:cubicBezTo>
                    <a:cubicBezTo>
                      <a:pt x="1207" y="195"/>
                      <a:pt x="1207" y="195"/>
                      <a:pt x="1207" y="195"/>
                    </a:cubicBezTo>
                    <a:cubicBezTo>
                      <a:pt x="1208" y="195"/>
                      <a:pt x="1208" y="195"/>
                      <a:pt x="1208" y="195"/>
                    </a:cubicBezTo>
                    <a:cubicBezTo>
                      <a:pt x="1210" y="193"/>
                      <a:pt x="1210" y="193"/>
                      <a:pt x="1210" y="193"/>
                    </a:cubicBezTo>
                    <a:cubicBezTo>
                      <a:pt x="1211" y="192"/>
                      <a:pt x="1211" y="192"/>
                      <a:pt x="1211" y="192"/>
                    </a:cubicBezTo>
                    <a:cubicBezTo>
                      <a:pt x="1212" y="193"/>
                      <a:pt x="1212" y="193"/>
                      <a:pt x="1212" y="193"/>
                    </a:cubicBezTo>
                    <a:cubicBezTo>
                      <a:pt x="1215" y="192"/>
                      <a:pt x="1215" y="192"/>
                      <a:pt x="1215" y="192"/>
                    </a:cubicBezTo>
                    <a:cubicBezTo>
                      <a:pt x="1216" y="192"/>
                      <a:pt x="1216" y="192"/>
                      <a:pt x="1216" y="192"/>
                    </a:cubicBezTo>
                    <a:cubicBezTo>
                      <a:pt x="1220" y="194"/>
                      <a:pt x="1220" y="194"/>
                      <a:pt x="1220" y="194"/>
                    </a:cubicBezTo>
                    <a:cubicBezTo>
                      <a:pt x="1220" y="195"/>
                      <a:pt x="1220" y="195"/>
                      <a:pt x="1220" y="195"/>
                    </a:cubicBezTo>
                    <a:cubicBezTo>
                      <a:pt x="1222" y="196"/>
                      <a:pt x="1222" y="196"/>
                      <a:pt x="1222" y="196"/>
                    </a:cubicBezTo>
                    <a:cubicBezTo>
                      <a:pt x="1223" y="195"/>
                      <a:pt x="1223" y="195"/>
                      <a:pt x="1223" y="195"/>
                    </a:cubicBezTo>
                    <a:cubicBezTo>
                      <a:pt x="1225" y="199"/>
                      <a:pt x="1225" y="199"/>
                      <a:pt x="1225" y="199"/>
                    </a:cubicBezTo>
                    <a:cubicBezTo>
                      <a:pt x="1226" y="198"/>
                      <a:pt x="1226" y="198"/>
                      <a:pt x="1226" y="198"/>
                    </a:cubicBezTo>
                    <a:cubicBezTo>
                      <a:pt x="1227" y="199"/>
                      <a:pt x="1227" y="199"/>
                      <a:pt x="1227" y="199"/>
                    </a:cubicBezTo>
                    <a:cubicBezTo>
                      <a:pt x="1229" y="199"/>
                      <a:pt x="1229" y="199"/>
                      <a:pt x="1229" y="199"/>
                    </a:cubicBezTo>
                    <a:cubicBezTo>
                      <a:pt x="1231" y="199"/>
                      <a:pt x="1231" y="199"/>
                      <a:pt x="1231" y="199"/>
                    </a:cubicBezTo>
                    <a:cubicBezTo>
                      <a:pt x="1231" y="197"/>
                      <a:pt x="1231" y="197"/>
                      <a:pt x="1231" y="197"/>
                    </a:cubicBezTo>
                    <a:cubicBezTo>
                      <a:pt x="1229" y="195"/>
                      <a:pt x="1229" y="195"/>
                      <a:pt x="1229" y="195"/>
                    </a:cubicBezTo>
                    <a:cubicBezTo>
                      <a:pt x="1230" y="194"/>
                      <a:pt x="1230" y="194"/>
                      <a:pt x="1230" y="194"/>
                    </a:cubicBezTo>
                    <a:cubicBezTo>
                      <a:pt x="1229" y="192"/>
                      <a:pt x="1229" y="192"/>
                      <a:pt x="1229" y="192"/>
                    </a:cubicBezTo>
                    <a:cubicBezTo>
                      <a:pt x="1228" y="192"/>
                      <a:pt x="1228" y="192"/>
                      <a:pt x="1228" y="192"/>
                    </a:cubicBezTo>
                    <a:cubicBezTo>
                      <a:pt x="1228" y="191"/>
                      <a:pt x="1228" y="191"/>
                      <a:pt x="1228" y="191"/>
                    </a:cubicBezTo>
                    <a:cubicBezTo>
                      <a:pt x="1229" y="190"/>
                      <a:pt x="1229" y="190"/>
                      <a:pt x="1229" y="190"/>
                    </a:cubicBezTo>
                    <a:cubicBezTo>
                      <a:pt x="1230" y="187"/>
                      <a:pt x="1230" y="187"/>
                      <a:pt x="1230" y="187"/>
                    </a:cubicBezTo>
                    <a:cubicBezTo>
                      <a:pt x="1231" y="184"/>
                      <a:pt x="1231" y="184"/>
                      <a:pt x="1231" y="184"/>
                    </a:cubicBezTo>
                    <a:cubicBezTo>
                      <a:pt x="1230" y="183"/>
                      <a:pt x="1230" y="183"/>
                      <a:pt x="1230" y="183"/>
                    </a:cubicBezTo>
                    <a:cubicBezTo>
                      <a:pt x="1232" y="181"/>
                      <a:pt x="1232" y="181"/>
                      <a:pt x="1232" y="181"/>
                    </a:cubicBezTo>
                    <a:cubicBezTo>
                      <a:pt x="1231" y="180"/>
                      <a:pt x="1231" y="180"/>
                      <a:pt x="1231" y="180"/>
                    </a:cubicBezTo>
                    <a:cubicBezTo>
                      <a:pt x="1232" y="179"/>
                      <a:pt x="1232" y="179"/>
                      <a:pt x="1232" y="179"/>
                    </a:cubicBezTo>
                    <a:cubicBezTo>
                      <a:pt x="1231" y="176"/>
                      <a:pt x="1231" y="176"/>
                      <a:pt x="1231" y="176"/>
                    </a:cubicBezTo>
                    <a:cubicBezTo>
                      <a:pt x="1230" y="176"/>
                      <a:pt x="1230" y="176"/>
                      <a:pt x="1230" y="176"/>
                    </a:cubicBezTo>
                    <a:cubicBezTo>
                      <a:pt x="1232" y="176"/>
                      <a:pt x="1232" y="176"/>
                      <a:pt x="1232" y="176"/>
                    </a:cubicBezTo>
                    <a:cubicBezTo>
                      <a:pt x="1233" y="173"/>
                      <a:pt x="1233" y="173"/>
                      <a:pt x="1233" y="173"/>
                    </a:cubicBezTo>
                    <a:cubicBezTo>
                      <a:pt x="1231" y="172"/>
                      <a:pt x="1231" y="172"/>
                      <a:pt x="1231" y="172"/>
                    </a:cubicBezTo>
                    <a:cubicBezTo>
                      <a:pt x="1233" y="172"/>
                      <a:pt x="1233" y="172"/>
                      <a:pt x="1233" y="172"/>
                    </a:cubicBezTo>
                    <a:cubicBezTo>
                      <a:pt x="1233" y="170"/>
                      <a:pt x="1233" y="170"/>
                      <a:pt x="1233" y="170"/>
                    </a:cubicBezTo>
                    <a:cubicBezTo>
                      <a:pt x="1232" y="170"/>
                      <a:pt x="1232" y="170"/>
                      <a:pt x="1232" y="170"/>
                    </a:cubicBezTo>
                    <a:cubicBezTo>
                      <a:pt x="1234" y="169"/>
                      <a:pt x="1234" y="169"/>
                      <a:pt x="1234" y="169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6" y="164"/>
                      <a:pt x="1236" y="164"/>
                      <a:pt x="1236" y="164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8" y="161"/>
                      <a:pt x="1238" y="161"/>
                      <a:pt x="1238" y="161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8" y="160"/>
                      <a:pt x="1238" y="160"/>
                      <a:pt x="1238" y="160"/>
                    </a:cubicBezTo>
                    <a:cubicBezTo>
                      <a:pt x="1240" y="158"/>
                      <a:pt x="1240" y="158"/>
                      <a:pt x="1240" y="158"/>
                    </a:cubicBezTo>
                    <a:cubicBezTo>
                      <a:pt x="1239" y="156"/>
                      <a:pt x="1239" y="156"/>
                      <a:pt x="1239" y="156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40" y="155"/>
                      <a:pt x="1240" y="155"/>
                      <a:pt x="1240" y="155"/>
                    </a:cubicBezTo>
                    <a:cubicBezTo>
                      <a:pt x="1241" y="154"/>
                      <a:pt x="1241" y="154"/>
                      <a:pt x="1241" y="154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7" y="147"/>
                      <a:pt x="1247" y="147"/>
                      <a:pt x="1247" y="147"/>
                    </a:cubicBezTo>
                    <a:cubicBezTo>
                      <a:pt x="1246" y="146"/>
                      <a:pt x="1246" y="146"/>
                      <a:pt x="1246" y="146"/>
                    </a:cubicBezTo>
                    <a:cubicBezTo>
                      <a:pt x="1247" y="146"/>
                      <a:pt x="1247" y="146"/>
                      <a:pt x="1247" y="146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2" y="145"/>
                      <a:pt x="1252" y="145"/>
                      <a:pt x="1252" y="145"/>
                    </a:cubicBezTo>
                    <a:cubicBezTo>
                      <a:pt x="1253" y="145"/>
                      <a:pt x="1253" y="145"/>
                      <a:pt x="1253" y="145"/>
                    </a:cubicBezTo>
                    <a:cubicBezTo>
                      <a:pt x="1254" y="146"/>
                      <a:pt x="1254" y="146"/>
                      <a:pt x="1254" y="146"/>
                    </a:cubicBezTo>
                    <a:cubicBezTo>
                      <a:pt x="1260" y="146"/>
                      <a:pt x="1260" y="146"/>
                      <a:pt x="1260" y="146"/>
                    </a:cubicBezTo>
                    <a:cubicBezTo>
                      <a:pt x="1261" y="147"/>
                      <a:pt x="1261" y="147"/>
                      <a:pt x="1261" y="147"/>
                    </a:cubicBezTo>
                    <a:cubicBezTo>
                      <a:pt x="1262" y="146"/>
                      <a:pt x="1262" y="146"/>
                      <a:pt x="1262" y="146"/>
                    </a:cubicBezTo>
                    <a:cubicBezTo>
                      <a:pt x="1261" y="143"/>
                      <a:pt x="1261" y="143"/>
                      <a:pt x="1261" y="143"/>
                    </a:cubicBezTo>
                    <a:cubicBezTo>
                      <a:pt x="1260" y="143"/>
                      <a:pt x="1260" y="143"/>
                      <a:pt x="1260" y="143"/>
                    </a:cubicBezTo>
                    <a:cubicBezTo>
                      <a:pt x="1261" y="142"/>
                      <a:pt x="1261" y="142"/>
                      <a:pt x="1261" y="142"/>
                    </a:cubicBezTo>
                    <a:cubicBezTo>
                      <a:pt x="1261" y="137"/>
                      <a:pt x="1261" y="137"/>
                      <a:pt x="1261" y="137"/>
                    </a:cubicBezTo>
                    <a:cubicBezTo>
                      <a:pt x="1259" y="134"/>
                      <a:pt x="1259" y="134"/>
                      <a:pt x="1259" y="134"/>
                    </a:cubicBezTo>
                    <a:cubicBezTo>
                      <a:pt x="1257" y="134"/>
                      <a:pt x="1257" y="134"/>
                      <a:pt x="1257" y="134"/>
                    </a:cubicBezTo>
                    <a:cubicBezTo>
                      <a:pt x="1255" y="132"/>
                      <a:pt x="1255" y="132"/>
                      <a:pt x="1255" y="132"/>
                    </a:cubicBezTo>
                    <a:cubicBezTo>
                      <a:pt x="1257" y="130"/>
                      <a:pt x="1257" y="130"/>
                      <a:pt x="1257" y="130"/>
                    </a:cubicBezTo>
                    <a:cubicBezTo>
                      <a:pt x="1254" y="128"/>
                      <a:pt x="1254" y="128"/>
                      <a:pt x="1254" y="128"/>
                    </a:cubicBezTo>
                    <a:cubicBezTo>
                      <a:pt x="1251" y="127"/>
                      <a:pt x="1251" y="127"/>
                      <a:pt x="1251" y="127"/>
                    </a:cubicBezTo>
                    <a:cubicBezTo>
                      <a:pt x="1248" y="125"/>
                      <a:pt x="1248" y="125"/>
                      <a:pt x="1248" y="125"/>
                    </a:cubicBezTo>
                    <a:cubicBezTo>
                      <a:pt x="1246" y="122"/>
                      <a:pt x="1246" y="122"/>
                      <a:pt x="1246" y="122"/>
                    </a:cubicBezTo>
                    <a:cubicBezTo>
                      <a:pt x="1245" y="123"/>
                      <a:pt x="1245" y="123"/>
                      <a:pt x="1245" y="123"/>
                    </a:cubicBezTo>
                    <a:cubicBezTo>
                      <a:pt x="1242" y="118"/>
                      <a:pt x="1242" y="118"/>
                      <a:pt x="1242" y="118"/>
                    </a:cubicBezTo>
                    <a:cubicBezTo>
                      <a:pt x="1239" y="115"/>
                      <a:pt x="1239" y="115"/>
                      <a:pt x="1239" y="115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8" y="119"/>
                      <a:pt x="1238" y="119"/>
                      <a:pt x="1238" y="119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8" y="116"/>
                      <a:pt x="1238" y="116"/>
                      <a:pt x="1238" y="116"/>
                    </a:cubicBezTo>
                    <a:cubicBezTo>
                      <a:pt x="1237" y="114"/>
                      <a:pt x="1237" y="114"/>
                      <a:pt x="1237" y="114"/>
                    </a:cubicBezTo>
                    <a:cubicBezTo>
                      <a:pt x="1233" y="111"/>
                      <a:pt x="1233" y="111"/>
                      <a:pt x="1233" y="111"/>
                    </a:cubicBezTo>
                    <a:cubicBezTo>
                      <a:pt x="1231" y="110"/>
                      <a:pt x="1231" y="110"/>
                      <a:pt x="1231" y="110"/>
                    </a:cubicBezTo>
                    <a:cubicBezTo>
                      <a:pt x="1232" y="112"/>
                      <a:pt x="1232" y="112"/>
                      <a:pt x="1232" y="112"/>
                    </a:cubicBezTo>
                    <a:cubicBezTo>
                      <a:pt x="1231" y="113"/>
                      <a:pt x="1231" y="113"/>
                      <a:pt x="1231" y="113"/>
                    </a:cubicBezTo>
                    <a:cubicBezTo>
                      <a:pt x="1230" y="113"/>
                      <a:pt x="1230" y="113"/>
                      <a:pt x="1230" y="113"/>
                    </a:cubicBezTo>
                    <a:cubicBezTo>
                      <a:pt x="1228" y="111"/>
                      <a:pt x="1228" y="111"/>
                      <a:pt x="1228" y="111"/>
                    </a:cubicBezTo>
                    <a:cubicBezTo>
                      <a:pt x="1226" y="111"/>
                      <a:pt x="1226" y="111"/>
                      <a:pt x="1226" y="111"/>
                    </a:cubicBezTo>
                    <a:cubicBezTo>
                      <a:pt x="1225" y="108"/>
                      <a:pt x="1225" y="108"/>
                      <a:pt x="1225" y="108"/>
                    </a:cubicBezTo>
                    <a:cubicBezTo>
                      <a:pt x="1225" y="107"/>
                      <a:pt x="1225" y="107"/>
                      <a:pt x="1225" y="107"/>
                    </a:cubicBezTo>
                    <a:cubicBezTo>
                      <a:pt x="1226" y="108"/>
                      <a:pt x="1226" y="108"/>
                      <a:pt x="1226" y="108"/>
                    </a:cubicBezTo>
                    <a:cubicBezTo>
                      <a:pt x="1227" y="107"/>
                      <a:pt x="1227" y="107"/>
                      <a:pt x="1227" y="107"/>
                    </a:cubicBezTo>
                    <a:cubicBezTo>
                      <a:pt x="1228" y="108"/>
                      <a:pt x="1228" y="108"/>
                      <a:pt x="1228" y="108"/>
                    </a:cubicBezTo>
                    <a:cubicBezTo>
                      <a:pt x="1231" y="105"/>
                      <a:pt x="1231" y="105"/>
                      <a:pt x="1231" y="105"/>
                    </a:cubicBezTo>
                    <a:cubicBezTo>
                      <a:pt x="1231" y="108"/>
                      <a:pt x="1231" y="108"/>
                      <a:pt x="1231" y="108"/>
                    </a:cubicBezTo>
                    <a:cubicBezTo>
                      <a:pt x="1233" y="106"/>
                      <a:pt x="1233" y="106"/>
                      <a:pt x="1233" y="106"/>
                    </a:cubicBezTo>
                    <a:cubicBezTo>
                      <a:pt x="1233" y="104"/>
                      <a:pt x="1233" y="104"/>
                      <a:pt x="1233" y="104"/>
                    </a:cubicBezTo>
                    <a:cubicBezTo>
                      <a:pt x="1235" y="101"/>
                      <a:pt x="1235" y="101"/>
                      <a:pt x="1235" y="101"/>
                    </a:cubicBezTo>
                    <a:cubicBezTo>
                      <a:pt x="1235" y="100"/>
                      <a:pt x="1235" y="100"/>
                      <a:pt x="1235" y="100"/>
                    </a:cubicBezTo>
                    <a:cubicBezTo>
                      <a:pt x="1235" y="98"/>
                      <a:pt x="1235" y="98"/>
                      <a:pt x="1235" y="98"/>
                    </a:cubicBezTo>
                    <a:cubicBezTo>
                      <a:pt x="1234" y="95"/>
                      <a:pt x="1234" y="95"/>
                      <a:pt x="1234" y="95"/>
                    </a:cubicBezTo>
                    <a:cubicBezTo>
                      <a:pt x="1235" y="90"/>
                      <a:pt x="1235" y="90"/>
                      <a:pt x="1235" y="90"/>
                    </a:cubicBezTo>
                    <a:cubicBezTo>
                      <a:pt x="1235" y="87"/>
                      <a:pt x="1235" y="87"/>
                      <a:pt x="1235" y="87"/>
                    </a:cubicBezTo>
                    <a:cubicBezTo>
                      <a:pt x="1234" y="85"/>
                      <a:pt x="1234" y="85"/>
                      <a:pt x="1234" y="85"/>
                    </a:cubicBezTo>
                    <a:cubicBezTo>
                      <a:pt x="1233" y="84"/>
                      <a:pt x="1233" y="84"/>
                      <a:pt x="1233" y="84"/>
                    </a:cubicBezTo>
                    <a:cubicBezTo>
                      <a:pt x="1232" y="83"/>
                      <a:pt x="1232" y="83"/>
                      <a:pt x="1232" y="83"/>
                    </a:cubicBezTo>
                    <a:cubicBezTo>
                      <a:pt x="1233" y="82"/>
                      <a:pt x="1233" y="82"/>
                      <a:pt x="1233" y="82"/>
                    </a:cubicBezTo>
                    <a:cubicBezTo>
                      <a:pt x="1232" y="79"/>
                      <a:pt x="1232" y="79"/>
                      <a:pt x="1232" y="79"/>
                    </a:cubicBezTo>
                    <a:cubicBezTo>
                      <a:pt x="1230" y="78"/>
                      <a:pt x="1230" y="78"/>
                      <a:pt x="1230" y="78"/>
                    </a:cubicBezTo>
                    <a:cubicBezTo>
                      <a:pt x="1228" y="79"/>
                      <a:pt x="1228" y="79"/>
                      <a:pt x="1228" y="79"/>
                    </a:cubicBezTo>
                    <a:cubicBezTo>
                      <a:pt x="1225" y="78"/>
                      <a:pt x="1225" y="78"/>
                      <a:pt x="1225" y="78"/>
                    </a:cubicBezTo>
                    <a:cubicBezTo>
                      <a:pt x="1221" y="74"/>
                      <a:pt x="1221" y="74"/>
                      <a:pt x="1221" y="74"/>
                    </a:cubicBezTo>
                    <a:cubicBezTo>
                      <a:pt x="1221" y="73"/>
                      <a:pt x="1221" y="73"/>
                      <a:pt x="1221" y="73"/>
                    </a:cubicBezTo>
                    <a:cubicBezTo>
                      <a:pt x="1223" y="73"/>
                      <a:pt x="1223" y="73"/>
                      <a:pt x="1223" y="73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3" y="70"/>
                      <a:pt x="1223" y="70"/>
                      <a:pt x="1223" y="70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5" y="69"/>
                      <a:pt x="1225" y="69"/>
                      <a:pt x="1225" y="69"/>
                    </a:cubicBezTo>
                    <a:cubicBezTo>
                      <a:pt x="1224" y="67"/>
                      <a:pt x="1224" y="67"/>
                      <a:pt x="1224" y="67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5" y="67"/>
                      <a:pt x="1225" y="67"/>
                      <a:pt x="1225" y="67"/>
                    </a:cubicBezTo>
                    <a:cubicBezTo>
                      <a:pt x="1226" y="67"/>
                      <a:pt x="1226" y="67"/>
                      <a:pt x="1226" y="67"/>
                    </a:cubicBezTo>
                    <a:cubicBezTo>
                      <a:pt x="1226" y="71"/>
                      <a:pt x="1226" y="71"/>
                      <a:pt x="1226" y="71"/>
                    </a:cubicBezTo>
                    <a:cubicBezTo>
                      <a:pt x="1226" y="72"/>
                      <a:pt x="1226" y="72"/>
                      <a:pt x="1226" y="72"/>
                    </a:cubicBezTo>
                    <a:cubicBezTo>
                      <a:pt x="1230" y="75"/>
                      <a:pt x="1230" y="75"/>
                      <a:pt x="1230" y="75"/>
                    </a:cubicBezTo>
                    <a:cubicBezTo>
                      <a:pt x="1232" y="74"/>
                      <a:pt x="1232" y="74"/>
                      <a:pt x="1232" y="74"/>
                    </a:cubicBezTo>
                    <a:cubicBezTo>
                      <a:pt x="1233" y="75"/>
                      <a:pt x="1233" y="75"/>
                      <a:pt x="1233" y="75"/>
                    </a:cubicBezTo>
                    <a:cubicBezTo>
                      <a:pt x="1233" y="77"/>
                      <a:pt x="1233" y="77"/>
                      <a:pt x="1233" y="77"/>
                    </a:cubicBezTo>
                    <a:cubicBezTo>
                      <a:pt x="1235" y="77"/>
                      <a:pt x="1235" y="77"/>
                      <a:pt x="1235" y="77"/>
                    </a:cubicBezTo>
                    <a:cubicBezTo>
                      <a:pt x="1238" y="73"/>
                      <a:pt x="1238" y="73"/>
                      <a:pt x="1238" y="73"/>
                    </a:cubicBezTo>
                    <a:cubicBezTo>
                      <a:pt x="1239" y="71"/>
                      <a:pt x="1239" y="71"/>
                      <a:pt x="1239" y="71"/>
                    </a:cubicBezTo>
                    <a:cubicBezTo>
                      <a:pt x="1238" y="70"/>
                      <a:pt x="1238" y="70"/>
                      <a:pt x="1238" y="70"/>
                    </a:cubicBezTo>
                    <a:cubicBezTo>
                      <a:pt x="1238" y="69"/>
                      <a:pt x="1238" y="69"/>
                      <a:pt x="1238" y="69"/>
                    </a:cubicBezTo>
                    <a:cubicBezTo>
                      <a:pt x="1239" y="69"/>
                      <a:pt x="1239" y="69"/>
                      <a:pt x="1239" y="69"/>
                    </a:cubicBezTo>
                    <a:cubicBezTo>
                      <a:pt x="1241" y="68"/>
                      <a:pt x="1241" y="68"/>
                      <a:pt x="1241" y="68"/>
                    </a:cubicBezTo>
                    <a:cubicBezTo>
                      <a:pt x="1243" y="67"/>
                      <a:pt x="1243" y="67"/>
                      <a:pt x="1243" y="67"/>
                    </a:cubicBezTo>
                    <a:cubicBezTo>
                      <a:pt x="1244" y="66"/>
                      <a:pt x="1244" y="66"/>
                      <a:pt x="1244" y="66"/>
                    </a:cubicBezTo>
                    <a:cubicBezTo>
                      <a:pt x="1245" y="66"/>
                      <a:pt x="1245" y="66"/>
                      <a:pt x="1245" y="66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50" y="72"/>
                      <a:pt x="1250" y="72"/>
                      <a:pt x="1250" y="72"/>
                    </a:cubicBezTo>
                    <a:cubicBezTo>
                      <a:pt x="1250" y="73"/>
                      <a:pt x="1250" y="73"/>
                      <a:pt x="1250" y="73"/>
                    </a:cubicBezTo>
                    <a:cubicBezTo>
                      <a:pt x="1251" y="74"/>
                      <a:pt x="1251" y="74"/>
                      <a:pt x="1251" y="74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4"/>
                      <a:pt x="1254" y="74"/>
                      <a:pt x="1254" y="74"/>
                    </a:cubicBezTo>
                    <a:cubicBezTo>
                      <a:pt x="1256" y="74"/>
                      <a:pt x="1256" y="74"/>
                      <a:pt x="1256" y="74"/>
                    </a:cubicBezTo>
                    <a:cubicBezTo>
                      <a:pt x="1257" y="72"/>
                      <a:pt x="1257" y="72"/>
                      <a:pt x="1257" y="72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60" y="71"/>
                      <a:pt x="1260" y="71"/>
                      <a:pt x="1260" y="71"/>
                    </a:cubicBezTo>
                    <a:cubicBezTo>
                      <a:pt x="1261" y="71"/>
                      <a:pt x="1261" y="71"/>
                      <a:pt x="1261" y="71"/>
                    </a:cubicBezTo>
                    <a:cubicBezTo>
                      <a:pt x="1264" y="71"/>
                      <a:pt x="1264" y="71"/>
                      <a:pt x="1264" y="71"/>
                    </a:cubicBezTo>
                    <a:cubicBezTo>
                      <a:pt x="1265" y="72"/>
                      <a:pt x="1265" y="72"/>
                      <a:pt x="1265" y="72"/>
                    </a:cubicBezTo>
                    <a:cubicBezTo>
                      <a:pt x="1266" y="71"/>
                      <a:pt x="1266" y="71"/>
                      <a:pt x="1266" y="71"/>
                    </a:cubicBezTo>
                    <a:cubicBezTo>
                      <a:pt x="1266" y="72"/>
                      <a:pt x="1266" y="72"/>
                      <a:pt x="1266" y="72"/>
                    </a:cubicBezTo>
                    <a:cubicBezTo>
                      <a:pt x="1268" y="72"/>
                      <a:pt x="1268" y="72"/>
                      <a:pt x="1268" y="72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70" y="71"/>
                      <a:pt x="1270" y="71"/>
                      <a:pt x="1270" y="71"/>
                    </a:cubicBezTo>
                    <a:cubicBezTo>
                      <a:pt x="1273" y="70"/>
                      <a:pt x="1273" y="70"/>
                      <a:pt x="1273" y="70"/>
                    </a:cubicBezTo>
                    <a:cubicBezTo>
                      <a:pt x="1273" y="68"/>
                      <a:pt x="1273" y="68"/>
                      <a:pt x="1273" y="68"/>
                    </a:cubicBezTo>
                    <a:cubicBezTo>
                      <a:pt x="1271" y="66"/>
                      <a:pt x="1271" y="66"/>
                      <a:pt x="1271" y="66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69" y="66"/>
                      <a:pt x="1269" y="66"/>
                      <a:pt x="1269" y="66"/>
                    </a:cubicBezTo>
                    <a:cubicBezTo>
                      <a:pt x="1269" y="65"/>
                      <a:pt x="1269" y="65"/>
                      <a:pt x="1269" y="65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72" y="65"/>
                      <a:pt x="1272" y="65"/>
                      <a:pt x="1272" y="65"/>
                    </a:cubicBezTo>
                    <a:cubicBezTo>
                      <a:pt x="1272" y="63"/>
                      <a:pt x="1272" y="63"/>
                      <a:pt x="1272" y="63"/>
                    </a:cubicBezTo>
                    <a:cubicBezTo>
                      <a:pt x="1270" y="62"/>
                      <a:pt x="1270" y="62"/>
                      <a:pt x="1270" y="62"/>
                    </a:cubicBezTo>
                    <a:cubicBezTo>
                      <a:pt x="1269" y="62"/>
                      <a:pt x="1269" y="62"/>
                      <a:pt x="1269" y="62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6" y="63"/>
                      <a:pt x="1266" y="63"/>
                      <a:pt x="1266" y="63"/>
                    </a:cubicBezTo>
                    <a:cubicBezTo>
                      <a:pt x="1267" y="62"/>
                      <a:pt x="1267" y="62"/>
                      <a:pt x="1267" y="62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6" y="56"/>
                      <a:pt x="1266" y="56"/>
                      <a:pt x="1266" y="56"/>
                    </a:cubicBezTo>
                    <a:cubicBezTo>
                      <a:pt x="1265" y="54"/>
                      <a:pt x="1265" y="54"/>
                      <a:pt x="1265" y="54"/>
                    </a:cubicBezTo>
                    <a:cubicBezTo>
                      <a:pt x="1265" y="53"/>
                      <a:pt x="1265" y="53"/>
                      <a:pt x="1265" y="53"/>
                    </a:cubicBezTo>
                    <a:cubicBezTo>
                      <a:pt x="1263" y="51"/>
                      <a:pt x="1263" y="51"/>
                      <a:pt x="1263" y="51"/>
                    </a:cubicBezTo>
                    <a:cubicBezTo>
                      <a:pt x="1260" y="51"/>
                      <a:pt x="1260" y="51"/>
                      <a:pt x="1260" y="51"/>
                    </a:cubicBezTo>
                    <a:cubicBezTo>
                      <a:pt x="1261" y="50"/>
                      <a:pt x="1261" y="50"/>
                      <a:pt x="1261" y="50"/>
                    </a:cubicBezTo>
                    <a:cubicBezTo>
                      <a:pt x="1259" y="48"/>
                      <a:pt x="1259" y="48"/>
                      <a:pt x="1259" y="48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58" y="46"/>
                      <a:pt x="1258" y="46"/>
                      <a:pt x="1258" y="46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6" y="46"/>
                      <a:pt x="1256" y="46"/>
                      <a:pt x="1256" y="46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8" y="45"/>
                      <a:pt x="1258" y="45"/>
                      <a:pt x="1258" y="45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61" y="43"/>
                      <a:pt x="1261" y="43"/>
                      <a:pt x="1261" y="43"/>
                    </a:cubicBezTo>
                    <a:cubicBezTo>
                      <a:pt x="1262" y="43"/>
                      <a:pt x="1262" y="43"/>
                      <a:pt x="1262" y="43"/>
                    </a:cubicBezTo>
                    <a:cubicBezTo>
                      <a:pt x="1263" y="41"/>
                      <a:pt x="1263" y="41"/>
                      <a:pt x="1263" y="41"/>
                    </a:cubicBezTo>
                    <a:cubicBezTo>
                      <a:pt x="1262" y="39"/>
                      <a:pt x="1262" y="39"/>
                      <a:pt x="1262" y="39"/>
                    </a:cubicBezTo>
                    <a:cubicBezTo>
                      <a:pt x="1263" y="39"/>
                      <a:pt x="1263" y="39"/>
                      <a:pt x="1263" y="39"/>
                    </a:cubicBezTo>
                    <a:cubicBezTo>
                      <a:pt x="1264" y="38"/>
                      <a:pt x="1264" y="38"/>
                      <a:pt x="1264" y="38"/>
                    </a:cubicBezTo>
                    <a:cubicBezTo>
                      <a:pt x="1264" y="36"/>
                      <a:pt x="1264" y="36"/>
                      <a:pt x="1264" y="36"/>
                    </a:cubicBezTo>
                    <a:cubicBezTo>
                      <a:pt x="1262" y="35"/>
                      <a:pt x="1262" y="35"/>
                      <a:pt x="1262" y="35"/>
                    </a:cubicBezTo>
                    <a:cubicBezTo>
                      <a:pt x="1261" y="33"/>
                      <a:pt x="1261" y="33"/>
                      <a:pt x="1261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1"/>
                      <a:pt x="1260" y="31"/>
                      <a:pt x="1260" y="31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60" y="26"/>
                      <a:pt x="1260" y="26"/>
                      <a:pt x="1260" y="26"/>
                    </a:cubicBezTo>
                    <a:cubicBezTo>
                      <a:pt x="1260" y="24"/>
                      <a:pt x="1260" y="24"/>
                      <a:pt x="1260" y="24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4"/>
                      <a:pt x="1256" y="24"/>
                      <a:pt x="1256" y="24"/>
                    </a:cubicBezTo>
                    <a:cubicBezTo>
                      <a:pt x="1254" y="24"/>
                      <a:pt x="1254" y="24"/>
                      <a:pt x="1254" y="24"/>
                    </a:cubicBezTo>
                    <a:cubicBezTo>
                      <a:pt x="1254" y="23"/>
                      <a:pt x="1254" y="23"/>
                      <a:pt x="1254" y="23"/>
                    </a:cubicBezTo>
                    <a:cubicBezTo>
                      <a:pt x="1248" y="22"/>
                      <a:pt x="1248" y="22"/>
                      <a:pt x="1248" y="22"/>
                    </a:cubicBezTo>
                    <a:cubicBezTo>
                      <a:pt x="1247" y="23"/>
                      <a:pt x="1247" y="23"/>
                      <a:pt x="1247" y="23"/>
                    </a:cubicBezTo>
                    <a:cubicBezTo>
                      <a:pt x="1245" y="22"/>
                      <a:pt x="1245" y="22"/>
                      <a:pt x="1245" y="22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1" y="20"/>
                      <a:pt x="1241" y="20"/>
                      <a:pt x="1241" y="20"/>
                    </a:cubicBezTo>
                    <a:cubicBezTo>
                      <a:pt x="1239" y="19"/>
                      <a:pt x="1239" y="19"/>
                      <a:pt x="1239" y="19"/>
                    </a:cubicBezTo>
                    <a:cubicBezTo>
                      <a:pt x="1238" y="22"/>
                      <a:pt x="1238" y="22"/>
                      <a:pt x="1238" y="22"/>
                    </a:cubicBezTo>
                    <a:cubicBezTo>
                      <a:pt x="1237" y="22"/>
                      <a:pt x="1237" y="22"/>
                      <a:pt x="1237" y="22"/>
                    </a:cubicBezTo>
                    <a:cubicBezTo>
                      <a:pt x="1236" y="22"/>
                      <a:pt x="1236" y="22"/>
                      <a:pt x="1236" y="22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2" y="24"/>
                      <a:pt x="1232" y="24"/>
                      <a:pt x="1232" y="24"/>
                    </a:cubicBezTo>
                    <a:cubicBezTo>
                      <a:pt x="1230" y="27"/>
                      <a:pt x="1230" y="27"/>
                      <a:pt x="1230" y="27"/>
                    </a:cubicBezTo>
                    <a:cubicBezTo>
                      <a:pt x="1229" y="29"/>
                      <a:pt x="1229" y="29"/>
                      <a:pt x="1229" y="29"/>
                    </a:cubicBezTo>
                    <a:cubicBezTo>
                      <a:pt x="1227" y="31"/>
                      <a:pt x="1227" y="31"/>
                      <a:pt x="1227" y="31"/>
                    </a:cubicBezTo>
                    <a:cubicBezTo>
                      <a:pt x="1228" y="33"/>
                      <a:pt x="1228" y="33"/>
                      <a:pt x="1228" y="33"/>
                    </a:cubicBezTo>
                    <a:cubicBezTo>
                      <a:pt x="1230" y="31"/>
                      <a:pt x="1230" y="31"/>
                      <a:pt x="1230" y="31"/>
                    </a:cubicBezTo>
                    <a:cubicBezTo>
                      <a:pt x="1231" y="31"/>
                      <a:pt x="1231" y="31"/>
                      <a:pt x="1231" y="31"/>
                    </a:cubicBezTo>
                    <a:cubicBezTo>
                      <a:pt x="1231" y="32"/>
                      <a:pt x="1231" y="32"/>
                      <a:pt x="1231" y="32"/>
                    </a:cubicBezTo>
                    <a:cubicBezTo>
                      <a:pt x="1233" y="33"/>
                      <a:pt x="1233" y="33"/>
                      <a:pt x="1233" y="33"/>
                    </a:cubicBezTo>
                    <a:cubicBezTo>
                      <a:pt x="1235" y="35"/>
                      <a:pt x="1235" y="35"/>
                      <a:pt x="1235" y="35"/>
                    </a:cubicBezTo>
                    <a:cubicBezTo>
                      <a:pt x="1236" y="36"/>
                      <a:pt x="1236" y="36"/>
                      <a:pt x="1236" y="36"/>
                    </a:cubicBezTo>
                    <a:cubicBezTo>
                      <a:pt x="1235" y="37"/>
                      <a:pt x="1235" y="37"/>
                      <a:pt x="1235" y="37"/>
                    </a:cubicBezTo>
                    <a:cubicBezTo>
                      <a:pt x="1235" y="39"/>
                      <a:pt x="1235" y="39"/>
                      <a:pt x="1235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7" y="40"/>
                      <a:pt x="1237" y="40"/>
                      <a:pt x="1237" y="40"/>
                    </a:cubicBezTo>
                    <a:cubicBezTo>
                      <a:pt x="1237" y="42"/>
                      <a:pt x="1237" y="42"/>
                      <a:pt x="1237" y="42"/>
                    </a:cubicBezTo>
                    <a:cubicBezTo>
                      <a:pt x="1236" y="40"/>
                      <a:pt x="1236" y="40"/>
                      <a:pt x="1236" y="40"/>
                    </a:cubicBezTo>
                    <a:cubicBezTo>
                      <a:pt x="1234" y="40"/>
                      <a:pt x="1234" y="40"/>
                      <a:pt x="1234" y="40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0"/>
                      <a:pt x="1232" y="40"/>
                      <a:pt x="1232" y="40"/>
                    </a:cubicBezTo>
                    <a:cubicBezTo>
                      <a:pt x="1232" y="39"/>
                      <a:pt x="1232" y="39"/>
                      <a:pt x="1232" y="39"/>
                    </a:cubicBezTo>
                    <a:cubicBezTo>
                      <a:pt x="1231" y="37"/>
                      <a:pt x="1231" y="37"/>
                      <a:pt x="1231" y="37"/>
                    </a:cubicBezTo>
                    <a:cubicBezTo>
                      <a:pt x="1230" y="36"/>
                      <a:pt x="1230" y="36"/>
                      <a:pt x="1230" y="36"/>
                    </a:cubicBezTo>
                    <a:cubicBezTo>
                      <a:pt x="1229" y="34"/>
                      <a:pt x="1229" y="34"/>
                      <a:pt x="1229" y="34"/>
                    </a:cubicBezTo>
                    <a:cubicBezTo>
                      <a:pt x="1227" y="33"/>
                      <a:pt x="1227" y="33"/>
                      <a:pt x="1227" y="33"/>
                    </a:cubicBezTo>
                    <a:cubicBezTo>
                      <a:pt x="1224" y="29"/>
                      <a:pt x="1224" y="29"/>
                      <a:pt x="1224" y="29"/>
                    </a:cubicBezTo>
                    <a:cubicBezTo>
                      <a:pt x="1223" y="28"/>
                      <a:pt x="1223" y="28"/>
                      <a:pt x="1223" y="28"/>
                    </a:cubicBezTo>
                    <a:cubicBezTo>
                      <a:pt x="1223" y="27"/>
                      <a:pt x="1223" y="27"/>
                      <a:pt x="1223" y="27"/>
                    </a:cubicBezTo>
                    <a:cubicBezTo>
                      <a:pt x="1222" y="26"/>
                      <a:pt x="1222" y="26"/>
                      <a:pt x="1222" y="26"/>
                    </a:cubicBezTo>
                    <a:cubicBezTo>
                      <a:pt x="1219" y="25"/>
                      <a:pt x="1219" y="25"/>
                      <a:pt x="1219" y="25"/>
                    </a:cubicBezTo>
                    <a:cubicBezTo>
                      <a:pt x="1217" y="24"/>
                      <a:pt x="1217" y="24"/>
                      <a:pt x="1217" y="24"/>
                    </a:cubicBezTo>
                    <a:cubicBezTo>
                      <a:pt x="1214" y="23"/>
                      <a:pt x="1214" y="23"/>
                      <a:pt x="1214" y="23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1" y="23"/>
                      <a:pt x="1211" y="23"/>
                      <a:pt x="1211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4" y="22"/>
                      <a:pt x="1204" y="22"/>
                      <a:pt x="1204" y="22"/>
                    </a:cubicBezTo>
                    <a:cubicBezTo>
                      <a:pt x="1203" y="23"/>
                      <a:pt x="1203" y="23"/>
                      <a:pt x="1203" y="23"/>
                    </a:cubicBezTo>
                    <a:cubicBezTo>
                      <a:pt x="1203" y="24"/>
                      <a:pt x="1203" y="24"/>
                      <a:pt x="1203" y="24"/>
                    </a:cubicBezTo>
                    <a:cubicBezTo>
                      <a:pt x="1202" y="22"/>
                      <a:pt x="1202" y="22"/>
                      <a:pt x="1202" y="22"/>
                    </a:cubicBezTo>
                    <a:cubicBezTo>
                      <a:pt x="1199" y="22"/>
                      <a:pt x="1199" y="22"/>
                      <a:pt x="1199" y="22"/>
                    </a:cubicBezTo>
                    <a:cubicBezTo>
                      <a:pt x="1199" y="23"/>
                      <a:pt x="1199" y="23"/>
                      <a:pt x="1199" y="23"/>
                    </a:cubicBezTo>
                    <a:cubicBezTo>
                      <a:pt x="1194" y="22"/>
                      <a:pt x="1194" y="22"/>
                      <a:pt x="1194" y="22"/>
                    </a:cubicBezTo>
                    <a:cubicBezTo>
                      <a:pt x="1192" y="23"/>
                      <a:pt x="1192" y="23"/>
                      <a:pt x="1192" y="23"/>
                    </a:cubicBezTo>
                    <a:cubicBezTo>
                      <a:pt x="1191" y="22"/>
                      <a:pt x="1191" y="22"/>
                      <a:pt x="1191" y="22"/>
                    </a:cubicBezTo>
                    <a:cubicBezTo>
                      <a:pt x="1191" y="21"/>
                      <a:pt x="1191" y="21"/>
                      <a:pt x="1191" y="21"/>
                    </a:cubicBezTo>
                    <a:cubicBezTo>
                      <a:pt x="1188" y="21"/>
                      <a:pt x="1188" y="21"/>
                      <a:pt x="1188" y="21"/>
                    </a:cubicBezTo>
                    <a:cubicBezTo>
                      <a:pt x="1187" y="21"/>
                      <a:pt x="1187" y="21"/>
                      <a:pt x="1187" y="21"/>
                    </a:cubicBezTo>
                    <a:cubicBezTo>
                      <a:pt x="1186" y="21"/>
                      <a:pt x="1186" y="21"/>
                      <a:pt x="1186" y="21"/>
                    </a:cubicBezTo>
                    <a:cubicBezTo>
                      <a:pt x="1184" y="20"/>
                      <a:pt x="1184" y="20"/>
                      <a:pt x="1184" y="20"/>
                    </a:cubicBezTo>
                    <a:cubicBezTo>
                      <a:pt x="1182" y="21"/>
                      <a:pt x="1182" y="21"/>
                      <a:pt x="1182" y="21"/>
                    </a:cubicBezTo>
                    <a:cubicBezTo>
                      <a:pt x="1183" y="22"/>
                      <a:pt x="1183" y="22"/>
                      <a:pt x="1183" y="22"/>
                    </a:cubicBezTo>
                    <a:cubicBezTo>
                      <a:pt x="1181" y="21"/>
                      <a:pt x="1181" y="21"/>
                      <a:pt x="1181" y="21"/>
                    </a:cubicBezTo>
                    <a:cubicBezTo>
                      <a:pt x="1179" y="22"/>
                      <a:pt x="1179" y="22"/>
                      <a:pt x="1179" y="22"/>
                    </a:cubicBezTo>
                    <a:cubicBezTo>
                      <a:pt x="1179" y="23"/>
                      <a:pt x="1179" y="23"/>
                      <a:pt x="1179" y="23"/>
                    </a:cubicBezTo>
                    <a:cubicBezTo>
                      <a:pt x="1177" y="23"/>
                      <a:pt x="1177" y="23"/>
                      <a:pt x="1177" y="23"/>
                    </a:cubicBezTo>
                    <a:cubicBezTo>
                      <a:pt x="1177" y="22"/>
                      <a:pt x="1177" y="22"/>
                      <a:pt x="1177" y="22"/>
                    </a:cubicBezTo>
                    <a:cubicBezTo>
                      <a:pt x="1173" y="19"/>
                      <a:pt x="1173" y="19"/>
                      <a:pt x="1173" y="19"/>
                    </a:cubicBezTo>
                    <a:cubicBezTo>
                      <a:pt x="1167" y="18"/>
                      <a:pt x="1167" y="18"/>
                      <a:pt x="1167" y="18"/>
                    </a:cubicBezTo>
                    <a:cubicBezTo>
                      <a:pt x="1165" y="19"/>
                      <a:pt x="1165" y="19"/>
                      <a:pt x="1165" y="19"/>
                    </a:cubicBezTo>
                    <a:cubicBezTo>
                      <a:pt x="1166" y="18"/>
                      <a:pt x="1166" y="18"/>
                      <a:pt x="1166" y="18"/>
                    </a:cubicBezTo>
                    <a:cubicBezTo>
                      <a:pt x="1164" y="17"/>
                      <a:pt x="1164" y="17"/>
                      <a:pt x="1164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0" y="17"/>
                      <a:pt x="1160" y="17"/>
                      <a:pt x="1160" y="17"/>
                    </a:cubicBezTo>
                    <a:cubicBezTo>
                      <a:pt x="1156" y="16"/>
                      <a:pt x="1156" y="16"/>
                      <a:pt x="1156" y="16"/>
                    </a:cubicBezTo>
                    <a:cubicBezTo>
                      <a:pt x="1155" y="16"/>
                      <a:pt x="1155" y="16"/>
                      <a:pt x="1155" y="16"/>
                    </a:cubicBezTo>
                    <a:cubicBezTo>
                      <a:pt x="1153" y="16"/>
                      <a:pt x="1153" y="16"/>
                      <a:pt x="1153" y="16"/>
                    </a:cubicBezTo>
                    <a:cubicBezTo>
                      <a:pt x="1152" y="17"/>
                      <a:pt x="1152" y="17"/>
                      <a:pt x="1152" y="17"/>
                    </a:cubicBezTo>
                    <a:cubicBezTo>
                      <a:pt x="1151" y="16"/>
                      <a:pt x="1151" y="16"/>
                      <a:pt x="1151" y="16"/>
                    </a:cubicBezTo>
                    <a:cubicBezTo>
                      <a:pt x="1151" y="15"/>
                      <a:pt x="1151" y="15"/>
                      <a:pt x="1151" y="15"/>
                    </a:cubicBezTo>
                    <a:cubicBezTo>
                      <a:pt x="1149" y="16"/>
                      <a:pt x="1149" y="16"/>
                      <a:pt x="1149" y="16"/>
                    </a:cubicBezTo>
                    <a:cubicBezTo>
                      <a:pt x="1146" y="16"/>
                      <a:pt x="1146" y="16"/>
                      <a:pt x="1146" y="16"/>
                    </a:cubicBezTo>
                    <a:cubicBezTo>
                      <a:pt x="1145" y="15"/>
                      <a:pt x="1145" y="15"/>
                      <a:pt x="1145" y="15"/>
                    </a:cubicBezTo>
                    <a:cubicBezTo>
                      <a:pt x="1142" y="15"/>
                      <a:pt x="1142" y="15"/>
                      <a:pt x="1142" y="15"/>
                    </a:cubicBezTo>
                    <a:cubicBezTo>
                      <a:pt x="1141" y="15"/>
                      <a:pt x="1141" y="15"/>
                      <a:pt x="1141" y="15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33" y="18"/>
                      <a:pt x="1133" y="18"/>
                      <a:pt x="1133" y="18"/>
                    </a:cubicBezTo>
                    <a:cubicBezTo>
                      <a:pt x="1133" y="19"/>
                      <a:pt x="1133" y="19"/>
                      <a:pt x="1133" y="19"/>
                    </a:cubicBezTo>
                    <a:cubicBezTo>
                      <a:pt x="1131" y="18"/>
                      <a:pt x="1131" y="18"/>
                      <a:pt x="1131" y="18"/>
                    </a:cubicBezTo>
                    <a:cubicBezTo>
                      <a:pt x="1131" y="20"/>
                      <a:pt x="1131" y="20"/>
                      <a:pt x="1131" y="20"/>
                    </a:cubicBezTo>
                    <a:cubicBezTo>
                      <a:pt x="1130" y="19"/>
                      <a:pt x="1130" y="19"/>
                      <a:pt x="1130" y="19"/>
                    </a:cubicBezTo>
                    <a:cubicBezTo>
                      <a:pt x="1127" y="19"/>
                      <a:pt x="1127" y="19"/>
                      <a:pt x="1127" y="19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6" y="21"/>
                      <a:pt x="1126" y="21"/>
                      <a:pt x="1126" y="21"/>
                    </a:cubicBezTo>
                    <a:cubicBezTo>
                      <a:pt x="1124" y="20"/>
                      <a:pt x="1124" y="20"/>
                      <a:pt x="1124" y="20"/>
                    </a:cubicBezTo>
                    <a:cubicBezTo>
                      <a:pt x="1121" y="21"/>
                      <a:pt x="1121" y="21"/>
                      <a:pt x="1121" y="21"/>
                    </a:cubicBezTo>
                    <a:cubicBezTo>
                      <a:pt x="1121" y="22"/>
                      <a:pt x="1121" y="22"/>
                      <a:pt x="1121" y="22"/>
                    </a:cubicBezTo>
                    <a:cubicBezTo>
                      <a:pt x="1118" y="22"/>
                      <a:pt x="1118" y="22"/>
                      <a:pt x="1118" y="22"/>
                    </a:cubicBezTo>
                    <a:cubicBezTo>
                      <a:pt x="1114" y="22"/>
                      <a:pt x="1114" y="22"/>
                      <a:pt x="1114" y="22"/>
                    </a:cubicBezTo>
                    <a:cubicBezTo>
                      <a:pt x="1113" y="21"/>
                      <a:pt x="1113" y="21"/>
                      <a:pt x="1113" y="21"/>
                    </a:cubicBezTo>
                    <a:cubicBezTo>
                      <a:pt x="1110" y="22"/>
                      <a:pt x="1110" y="22"/>
                      <a:pt x="1110" y="22"/>
                    </a:cubicBezTo>
                    <a:cubicBezTo>
                      <a:pt x="1109" y="23"/>
                      <a:pt x="1109" y="23"/>
                      <a:pt x="1109" y="23"/>
                    </a:cubicBezTo>
                    <a:cubicBezTo>
                      <a:pt x="1111" y="25"/>
                      <a:pt x="1111" y="25"/>
                      <a:pt x="1111" y="25"/>
                    </a:cubicBezTo>
                    <a:cubicBezTo>
                      <a:pt x="1112" y="27"/>
                      <a:pt x="1112" y="27"/>
                      <a:pt x="1112" y="27"/>
                    </a:cubicBezTo>
                    <a:cubicBezTo>
                      <a:pt x="1113" y="28"/>
                      <a:pt x="1113" y="28"/>
                      <a:pt x="1113" y="28"/>
                    </a:cubicBezTo>
                    <a:cubicBezTo>
                      <a:pt x="1113" y="29"/>
                      <a:pt x="1113" y="29"/>
                      <a:pt x="1113" y="29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2" y="30"/>
                      <a:pt x="1112" y="30"/>
                      <a:pt x="1112" y="30"/>
                    </a:cubicBezTo>
                    <a:cubicBezTo>
                      <a:pt x="1111" y="32"/>
                      <a:pt x="1111" y="32"/>
                      <a:pt x="1111" y="32"/>
                    </a:cubicBezTo>
                    <a:cubicBezTo>
                      <a:pt x="1112" y="33"/>
                      <a:pt x="1112" y="33"/>
                      <a:pt x="1112" y="33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4" y="31"/>
                      <a:pt x="1114" y="31"/>
                      <a:pt x="1114" y="31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4"/>
                      <a:pt x="1114" y="34"/>
                      <a:pt x="1114" y="34"/>
                    </a:cubicBezTo>
                    <a:cubicBezTo>
                      <a:pt x="1116" y="34"/>
                      <a:pt x="1116" y="34"/>
                      <a:pt x="1116" y="34"/>
                    </a:cubicBezTo>
                    <a:cubicBezTo>
                      <a:pt x="1117" y="33"/>
                      <a:pt x="1117" y="33"/>
                      <a:pt x="1117" y="33"/>
                    </a:cubicBezTo>
                    <a:cubicBezTo>
                      <a:pt x="1119" y="34"/>
                      <a:pt x="1119" y="34"/>
                      <a:pt x="1119" y="34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21" y="36"/>
                      <a:pt x="1121" y="36"/>
                      <a:pt x="1121" y="36"/>
                    </a:cubicBezTo>
                    <a:cubicBezTo>
                      <a:pt x="1123" y="38"/>
                      <a:pt x="1123" y="38"/>
                      <a:pt x="1123" y="38"/>
                    </a:cubicBezTo>
                    <a:cubicBezTo>
                      <a:pt x="1124" y="41"/>
                      <a:pt x="1124" y="41"/>
                      <a:pt x="1124" y="41"/>
                    </a:cubicBezTo>
                    <a:cubicBezTo>
                      <a:pt x="1126" y="41"/>
                      <a:pt x="1126" y="41"/>
                      <a:pt x="1126" y="41"/>
                    </a:cubicBezTo>
                    <a:cubicBezTo>
                      <a:pt x="1127" y="43"/>
                      <a:pt x="1127" y="43"/>
                      <a:pt x="1127" y="43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5"/>
                      <a:pt x="1127" y="45"/>
                      <a:pt x="1127" y="45"/>
                    </a:cubicBezTo>
                    <a:cubicBezTo>
                      <a:pt x="1128" y="46"/>
                      <a:pt x="1128" y="46"/>
                      <a:pt x="1128" y="46"/>
                    </a:cubicBezTo>
                    <a:cubicBezTo>
                      <a:pt x="1127" y="46"/>
                      <a:pt x="1127" y="46"/>
                      <a:pt x="1127" y="46"/>
                    </a:cubicBezTo>
                    <a:cubicBezTo>
                      <a:pt x="1124" y="48"/>
                      <a:pt x="1124" y="48"/>
                      <a:pt x="1124" y="48"/>
                    </a:cubicBezTo>
                    <a:cubicBezTo>
                      <a:pt x="1125" y="48"/>
                      <a:pt x="1125" y="48"/>
                      <a:pt x="1125" y="48"/>
                    </a:cubicBezTo>
                    <a:cubicBezTo>
                      <a:pt x="1123" y="49"/>
                      <a:pt x="1123" y="49"/>
                      <a:pt x="1123" y="49"/>
                    </a:cubicBezTo>
                    <a:cubicBezTo>
                      <a:pt x="1122" y="49"/>
                      <a:pt x="1122" y="49"/>
                      <a:pt x="1122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7"/>
                      <a:pt x="1120" y="47"/>
                      <a:pt x="1120" y="47"/>
                    </a:cubicBezTo>
                    <a:cubicBezTo>
                      <a:pt x="1117" y="43"/>
                      <a:pt x="1117" y="43"/>
                      <a:pt x="1117" y="43"/>
                    </a:cubicBezTo>
                    <a:cubicBezTo>
                      <a:pt x="1115" y="43"/>
                      <a:pt x="1115" y="43"/>
                      <a:pt x="1115" y="43"/>
                    </a:cubicBezTo>
                    <a:cubicBezTo>
                      <a:pt x="1115" y="44"/>
                      <a:pt x="1115" y="44"/>
                      <a:pt x="1115" y="44"/>
                    </a:cubicBezTo>
                    <a:cubicBezTo>
                      <a:pt x="1111" y="43"/>
                      <a:pt x="1111" y="43"/>
                      <a:pt x="1111" y="43"/>
                    </a:cubicBezTo>
                    <a:cubicBezTo>
                      <a:pt x="1109" y="43"/>
                      <a:pt x="1109" y="43"/>
                      <a:pt x="1109" y="43"/>
                    </a:cubicBezTo>
                    <a:cubicBezTo>
                      <a:pt x="1108" y="43"/>
                      <a:pt x="1108" y="43"/>
                      <a:pt x="1108" y="43"/>
                    </a:cubicBezTo>
                    <a:cubicBezTo>
                      <a:pt x="1106" y="41"/>
                      <a:pt x="1106" y="41"/>
                      <a:pt x="1106" y="41"/>
                    </a:cubicBezTo>
                    <a:cubicBezTo>
                      <a:pt x="1107" y="39"/>
                      <a:pt x="1107" y="39"/>
                      <a:pt x="1107" y="39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3" y="37"/>
                      <a:pt x="1103" y="37"/>
                      <a:pt x="1103" y="37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7" y="37"/>
                      <a:pt x="1107" y="37"/>
                      <a:pt x="1107" y="37"/>
                    </a:cubicBezTo>
                    <a:cubicBezTo>
                      <a:pt x="1108" y="35"/>
                      <a:pt x="1108" y="35"/>
                      <a:pt x="1108" y="35"/>
                    </a:cubicBezTo>
                    <a:cubicBezTo>
                      <a:pt x="1108" y="33"/>
                      <a:pt x="1108" y="33"/>
                      <a:pt x="1108" y="33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6" y="30"/>
                      <a:pt x="1106" y="30"/>
                      <a:pt x="1106" y="30"/>
                    </a:cubicBezTo>
                    <a:cubicBezTo>
                      <a:pt x="1104" y="28"/>
                      <a:pt x="1104" y="28"/>
                      <a:pt x="1104" y="28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2" y="28"/>
                      <a:pt x="1102" y="28"/>
                      <a:pt x="1102" y="28"/>
                    </a:cubicBezTo>
                    <a:cubicBezTo>
                      <a:pt x="1099" y="28"/>
                      <a:pt x="1099" y="28"/>
                      <a:pt x="1099" y="28"/>
                    </a:cubicBezTo>
                    <a:cubicBezTo>
                      <a:pt x="1099" y="29"/>
                      <a:pt x="1099" y="29"/>
                      <a:pt x="1099" y="29"/>
                    </a:cubicBezTo>
                    <a:cubicBezTo>
                      <a:pt x="1098" y="29"/>
                      <a:pt x="1098" y="29"/>
                      <a:pt x="1098" y="29"/>
                    </a:cubicBezTo>
                    <a:cubicBezTo>
                      <a:pt x="1098" y="30"/>
                      <a:pt x="1098" y="30"/>
                      <a:pt x="1098" y="30"/>
                    </a:cubicBezTo>
                    <a:cubicBezTo>
                      <a:pt x="1097" y="30"/>
                      <a:pt x="1097" y="30"/>
                      <a:pt x="1097" y="30"/>
                    </a:cubicBezTo>
                    <a:cubicBezTo>
                      <a:pt x="1097" y="31"/>
                      <a:pt x="1097" y="31"/>
                      <a:pt x="1097" y="31"/>
                    </a:cubicBezTo>
                    <a:cubicBezTo>
                      <a:pt x="1097" y="34"/>
                      <a:pt x="1097" y="34"/>
                      <a:pt x="1097" y="34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7"/>
                      <a:pt x="1098" y="37"/>
                      <a:pt x="1098" y="37"/>
                    </a:cubicBezTo>
                    <a:cubicBezTo>
                      <a:pt x="1098" y="39"/>
                      <a:pt x="1098" y="39"/>
                      <a:pt x="1098" y="39"/>
                    </a:cubicBezTo>
                    <a:cubicBezTo>
                      <a:pt x="1098" y="40"/>
                      <a:pt x="1098" y="40"/>
                      <a:pt x="1098" y="40"/>
                    </a:cubicBezTo>
                    <a:cubicBezTo>
                      <a:pt x="1096" y="42"/>
                      <a:pt x="1096" y="42"/>
                      <a:pt x="1096" y="42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5" y="41"/>
                      <a:pt x="1095" y="41"/>
                      <a:pt x="1095" y="41"/>
                    </a:cubicBezTo>
                    <a:cubicBezTo>
                      <a:pt x="1094" y="41"/>
                      <a:pt x="1094" y="41"/>
                      <a:pt x="1094" y="41"/>
                    </a:cubicBezTo>
                    <a:cubicBezTo>
                      <a:pt x="1093" y="42"/>
                      <a:pt x="1093" y="42"/>
                      <a:pt x="1093" y="42"/>
                    </a:cubicBezTo>
                    <a:cubicBezTo>
                      <a:pt x="1090" y="42"/>
                      <a:pt x="1090" y="42"/>
                      <a:pt x="1090" y="42"/>
                    </a:cubicBezTo>
                    <a:cubicBezTo>
                      <a:pt x="1087" y="43"/>
                      <a:pt x="1087" y="43"/>
                      <a:pt x="1087" y="43"/>
                    </a:cubicBezTo>
                    <a:cubicBezTo>
                      <a:pt x="1086" y="43"/>
                      <a:pt x="1086" y="43"/>
                      <a:pt x="1086" y="43"/>
                    </a:cubicBezTo>
                    <a:cubicBezTo>
                      <a:pt x="1084" y="44"/>
                      <a:pt x="1084" y="44"/>
                      <a:pt x="1084" y="44"/>
                    </a:cubicBezTo>
                    <a:cubicBezTo>
                      <a:pt x="1082" y="45"/>
                      <a:pt x="1082" y="45"/>
                      <a:pt x="1082" y="45"/>
                    </a:cubicBezTo>
                    <a:cubicBezTo>
                      <a:pt x="1081" y="44"/>
                      <a:pt x="1081" y="44"/>
                      <a:pt x="1081" y="44"/>
                    </a:cubicBezTo>
                    <a:cubicBezTo>
                      <a:pt x="1079" y="43"/>
                      <a:pt x="1079" y="43"/>
                      <a:pt x="1079" y="43"/>
                    </a:cubicBezTo>
                    <a:cubicBezTo>
                      <a:pt x="1078" y="43"/>
                      <a:pt x="1078" y="43"/>
                      <a:pt x="1078" y="43"/>
                    </a:cubicBezTo>
                    <a:cubicBezTo>
                      <a:pt x="1077" y="44"/>
                      <a:pt x="1077" y="44"/>
                      <a:pt x="1077" y="44"/>
                    </a:cubicBezTo>
                    <a:cubicBezTo>
                      <a:pt x="1077" y="45"/>
                      <a:pt x="1077" y="45"/>
                      <a:pt x="1077" y="45"/>
                    </a:cubicBezTo>
                    <a:cubicBezTo>
                      <a:pt x="1075" y="46"/>
                      <a:pt x="1075" y="46"/>
                      <a:pt x="1075" y="46"/>
                    </a:cubicBezTo>
                    <a:cubicBezTo>
                      <a:pt x="1074" y="47"/>
                      <a:pt x="1074" y="47"/>
                      <a:pt x="1074" y="47"/>
                    </a:cubicBezTo>
                    <a:cubicBezTo>
                      <a:pt x="1071" y="47"/>
                      <a:pt x="1071" y="47"/>
                      <a:pt x="1071" y="47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7" y="48"/>
                      <a:pt x="1067" y="48"/>
                      <a:pt x="1067" y="48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5" y="50"/>
                      <a:pt x="1065" y="50"/>
                      <a:pt x="1065" y="50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6" y="52"/>
                      <a:pt x="1066" y="52"/>
                      <a:pt x="1066" y="52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4" y="52"/>
                      <a:pt x="1064" y="52"/>
                      <a:pt x="1064" y="52"/>
                    </a:cubicBezTo>
                    <a:cubicBezTo>
                      <a:pt x="1063" y="51"/>
                      <a:pt x="1063" y="51"/>
                      <a:pt x="1063" y="51"/>
                    </a:cubicBezTo>
                    <a:cubicBezTo>
                      <a:pt x="1062" y="52"/>
                      <a:pt x="1062" y="52"/>
                      <a:pt x="1062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59" y="52"/>
                      <a:pt x="1059" y="52"/>
                      <a:pt x="1059" y="52"/>
                    </a:cubicBezTo>
                    <a:cubicBezTo>
                      <a:pt x="1059" y="54"/>
                      <a:pt x="1059" y="54"/>
                      <a:pt x="1059" y="54"/>
                    </a:cubicBezTo>
                    <a:cubicBezTo>
                      <a:pt x="1058" y="53"/>
                      <a:pt x="1058" y="53"/>
                      <a:pt x="1058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2" y="53"/>
                      <a:pt x="1052" y="53"/>
                      <a:pt x="1052" y="53"/>
                    </a:cubicBezTo>
                    <a:cubicBezTo>
                      <a:pt x="1050" y="55"/>
                      <a:pt x="1050" y="55"/>
                      <a:pt x="1050" y="55"/>
                    </a:cubicBezTo>
                    <a:cubicBezTo>
                      <a:pt x="1051" y="55"/>
                      <a:pt x="1051" y="55"/>
                      <a:pt x="1051" y="55"/>
                    </a:cubicBezTo>
                    <a:cubicBezTo>
                      <a:pt x="1050" y="53"/>
                      <a:pt x="1050" y="53"/>
                      <a:pt x="1050" y="53"/>
                    </a:cubicBezTo>
                    <a:cubicBezTo>
                      <a:pt x="1049" y="50"/>
                      <a:pt x="1049" y="50"/>
                      <a:pt x="1049" y="50"/>
                    </a:cubicBezTo>
                    <a:cubicBezTo>
                      <a:pt x="1049" y="48"/>
                      <a:pt x="1049" y="48"/>
                      <a:pt x="1049" y="48"/>
                    </a:cubicBezTo>
                    <a:cubicBezTo>
                      <a:pt x="1048" y="47"/>
                      <a:pt x="1048" y="47"/>
                      <a:pt x="1048" y="47"/>
                    </a:cubicBezTo>
                    <a:cubicBezTo>
                      <a:pt x="1048" y="46"/>
                      <a:pt x="1048" y="46"/>
                      <a:pt x="1048" y="46"/>
                    </a:cubicBezTo>
                    <a:cubicBezTo>
                      <a:pt x="1047" y="43"/>
                      <a:pt x="1047" y="43"/>
                      <a:pt x="1047" y="43"/>
                    </a:cubicBezTo>
                    <a:cubicBezTo>
                      <a:pt x="1044" y="40"/>
                      <a:pt x="1044" y="40"/>
                      <a:pt x="1044" y="40"/>
                    </a:cubicBezTo>
                    <a:cubicBezTo>
                      <a:pt x="1041" y="39"/>
                      <a:pt x="1041" y="39"/>
                      <a:pt x="1041" y="39"/>
                    </a:cubicBezTo>
                    <a:cubicBezTo>
                      <a:pt x="1038" y="35"/>
                      <a:pt x="1038" y="35"/>
                      <a:pt x="1038" y="35"/>
                    </a:cubicBezTo>
                    <a:cubicBezTo>
                      <a:pt x="1030" y="33"/>
                      <a:pt x="1030" y="33"/>
                      <a:pt x="1030" y="33"/>
                    </a:cubicBezTo>
                    <a:cubicBezTo>
                      <a:pt x="1026" y="33"/>
                      <a:pt x="1026" y="33"/>
                      <a:pt x="1026" y="33"/>
                    </a:cubicBezTo>
                    <a:cubicBezTo>
                      <a:pt x="1024" y="33"/>
                      <a:pt x="1024" y="33"/>
                      <a:pt x="1024" y="33"/>
                    </a:cubicBezTo>
                    <a:cubicBezTo>
                      <a:pt x="1021" y="35"/>
                      <a:pt x="1021" y="35"/>
                      <a:pt x="1021" y="35"/>
                    </a:cubicBezTo>
                    <a:cubicBezTo>
                      <a:pt x="1021" y="36"/>
                      <a:pt x="1021" y="36"/>
                      <a:pt x="1021" y="36"/>
                    </a:cubicBezTo>
                    <a:cubicBezTo>
                      <a:pt x="1019" y="35"/>
                      <a:pt x="1019" y="35"/>
                      <a:pt x="1019" y="35"/>
                    </a:cubicBezTo>
                    <a:cubicBezTo>
                      <a:pt x="1016" y="36"/>
                      <a:pt x="1016" y="36"/>
                      <a:pt x="1016" y="36"/>
                    </a:cubicBezTo>
                    <a:cubicBezTo>
                      <a:pt x="1011" y="39"/>
                      <a:pt x="1011" y="39"/>
                      <a:pt x="1011" y="39"/>
                    </a:cubicBezTo>
                    <a:cubicBezTo>
                      <a:pt x="1009" y="40"/>
                      <a:pt x="1009" y="40"/>
                      <a:pt x="1009" y="40"/>
                    </a:cubicBezTo>
                    <a:cubicBezTo>
                      <a:pt x="1006" y="42"/>
                      <a:pt x="1006" y="42"/>
                      <a:pt x="1006" y="42"/>
                    </a:cubicBezTo>
                    <a:cubicBezTo>
                      <a:pt x="1005" y="43"/>
                      <a:pt x="1005" y="43"/>
                      <a:pt x="1005" y="43"/>
                    </a:cubicBezTo>
                    <a:cubicBezTo>
                      <a:pt x="1002" y="45"/>
                      <a:pt x="1002" y="45"/>
                      <a:pt x="1002" y="45"/>
                    </a:cubicBezTo>
                    <a:cubicBezTo>
                      <a:pt x="1000" y="46"/>
                      <a:pt x="1000" y="46"/>
                      <a:pt x="1000" y="46"/>
                    </a:cubicBezTo>
                    <a:cubicBezTo>
                      <a:pt x="998" y="47"/>
                      <a:pt x="998" y="47"/>
                      <a:pt x="998" y="47"/>
                    </a:cubicBezTo>
                    <a:cubicBezTo>
                      <a:pt x="996" y="48"/>
                      <a:pt x="996" y="48"/>
                      <a:pt x="996" y="48"/>
                    </a:cubicBezTo>
                    <a:cubicBezTo>
                      <a:pt x="994" y="47"/>
                      <a:pt x="994" y="47"/>
                      <a:pt x="994" y="47"/>
                    </a:cubicBezTo>
                    <a:cubicBezTo>
                      <a:pt x="992" y="48"/>
                      <a:pt x="992" y="48"/>
                      <a:pt x="992" y="48"/>
                    </a:cubicBezTo>
                    <a:cubicBezTo>
                      <a:pt x="993" y="47"/>
                      <a:pt x="993" y="47"/>
                      <a:pt x="993" y="47"/>
                    </a:cubicBezTo>
                    <a:cubicBezTo>
                      <a:pt x="994" y="45"/>
                      <a:pt x="994" y="45"/>
                      <a:pt x="994" y="45"/>
                    </a:cubicBezTo>
                    <a:cubicBezTo>
                      <a:pt x="991" y="42"/>
                      <a:pt x="991" y="42"/>
                      <a:pt x="991" y="42"/>
                    </a:cubicBezTo>
                    <a:cubicBezTo>
                      <a:pt x="988" y="41"/>
                      <a:pt x="988" y="41"/>
                      <a:pt x="988" y="41"/>
                    </a:cubicBezTo>
                    <a:cubicBezTo>
                      <a:pt x="984" y="39"/>
                      <a:pt x="984" y="39"/>
                      <a:pt x="984" y="39"/>
                    </a:cubicBezTo>
                    <a:cubicBezTo>
                      <a:pt x="983" y="38"/>
                      <a:pt x="983" y="38"/>
                      <a:pt x="983" y="38"/>
                    </a:cubicBezTo>
                    <a:cubicBezTo>
                      <a:pt x="982" y="39"/>
                      <a:pt x="982" y="39"/>
                      <a:pt x="982" y="39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79" y="43"/>
                      <a:pt x="979" y="43"/>
                      <a:pt x="979" y="43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3"/>
                      <a:pt x="978" y="43"/>
                      <a:pt x="978" y="43"/>
                    </a:cubicBezTo>
                    <a:cubicBezTo>
                      <a:pt x="979" y="42"/>
                      <a:pt x="979" y="42"/>
                      <a:pt x="979" y="42"/>
                    </a:cubicBezTo>
                    <a:cubicBezTo>
                      <a:pt x="978" y="40"/>
                      <a:pt x="978" y="40"/>
                      <a:pt x="978" y="40"/>
                    </a:cubicBezTo>
                    <a:cubicBezTo>
                      <a:pt x="976" y="39"/>
                      <a:pt x="976" y="39"/>
                      <a:pt x="976" y="39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4" y="42"/>
                      <a:pt x="974" y="42"/>
                      <a:pt x="974" y="42"/>
                    </a:cubicBezTo>
                    <a:cubicBezTo>
                      <a:pt x="973" y="43"/>
                      <a:pt x="973" y="43"/>
                      <a:pt x="973" y="43"/>
                    </a:cubicBezTo>
                    <a:cubicBezTo>
                      <a:pt x="973" y="42"/>
                      <a:pt x="973" y="42"/>
                      <a:pt x="973" y="42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2" y="39"/>
                      <a:pt x="972" y="39"/>
                      <a:pt x="972" y="39"/>
                    </a:cubicBezTo>
                    <a:cubicBezTo>
                      <a:pt x="971" y="36"/>
                      <a:pt x="971" y="36"/>
                      <a:pt x="971" y="36"/>
                    </a:cubicBezTo>
                    <a:cubicBezTo>
                      <a:pt x="969" y="38"/>
                      <a:pt x="969" y="38"/>
                      <a:pt x="969" y="38"/>
                    </a:cubicBezTo>
                    <a:cubicBezTo>
                      <a:pt x="967" y="38"/>
                      <a:pt x="967" y="38"/>
                      <a:pt x="967" y="38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5" y="37"/>
                      <a:pt x="965" y="37"/>
                      <a:pt x="965" y="37"/>
                    </a:cubicBezTo>
                    <a:cubicBezTo>
                      <a:pt x="966" y="35"/>
                      <a:pt x="966" y="35"/>
                      <a:pt x="966" y="35"/>
                    </a:cubicBezTo>
                    <a:cubicBezTo>
                      <a:pt x="965" y="35"/>
                      <a:pt x="965" y="35"/>
                      <a:pt x="965" y="35"/>
                    </a:cubicBezTo>
                    <a:cubicBezTo>
                      <a:pt x="967" y="36"/>
                      <a:pt x="967" y="36"/>
                      <a:pt x="967" y="36"/>
                    </a:cubicBezTo>
                    <a:cubicBezTo>
                      <a:pt x="969" y="35"/>
                      <a:pt x="969" y="35"/>
                      <a:pt x="969" y="35"/>
                    </a:cubicBezTo>
                    <a:cubicBezTo>
                      <a:pt x="970" y="33"/>
                      <a:pt x="970" y="33"/>
                      <a:pt x="970" y="33"/>
                    </a:cubicBezTo>
                    <a:cubicBezTo>
                      <a:pt x="967" y="29"/>
                      <a:pt x="967" y="29"/>
                      <a:pt x="967" y="29"/>
                    </a:cubicBezTo>
                    <a:cubicBezTo>
                      <a:pt x="962" y="27"/>
                      <a:pt x="962" y="27"/>
                      <a:pt x="962" y="27"/>
                    </a:cubicBezTo>
                    <a:cubicBezTo>
                      <a:pt x="957" y="27"/>
                      <a:pt x="957" y="27"/>
                      <a:pt x="957" y="27"/>
                    </a:cubicBezTo>
                    <a:cubicBezTo>
                      <a:pt x="953" y="28"/>
                      <a:pt x="953" y="28"/>
                      <a:pt x="953" y="28"/>
                    </a:cubicBezTo>
                    <a:cubicBezTo>
                      <a:pt x="949" y="29"/>
                      <a:pt x="949" y="29"/>
                      <a:pt x="949" y="29"/>
                    </a:cubicBezTo>
                    <a:cubicBezTo>
                      <a:pt x="946" y="31"/>
                      <a:pt x="946" y="31"/>
                      <a:pt x="946" y="31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1" y="31"/>
                      <a:pt x="941" y="31"/>
                      <a:pt x="941" y="31"/>
                    </a:cubicBezTo>
                    <a:cubicBezTo>
                      <a:pt x="939" y="32"/>
                      <a:pt x="939" y="32"/>
                      <a:pt x="939" y="32"/>
                    </a:cubicBezTo>
                    <a:cubicBezTo>
                      <a:pt x="936" y="31"/>
                      <a:pt x="936" y="31"/>
                      <a:pt x="936" y="31"/>
                    </a:cubicBezTo>
                    <a:cubicBezTo>
                      <a:pt x="929" y="32"/>
                      <a:pt x="929" y="32"/>
                      <a:pt x="929" y="32"/>
                    </a:cubicBezTo>
                    <a:cubicBezTo>
                      <a:pt x="928" y="32"/>
                      <a:pt x="928" y="32"/>
                      <a:pt x="928" y="32"/>
                    </a:cubicBezTo>
                    <a:cubicBezTo>
                      <a:pt x="919" y="33"/>
                      <a:pt x="919" y="33"/>
                      <a:pt x="919" y="33"/>
                    </a:cubicBezTo>
                    <a:cubicBezTo>
                      <a:pt x="914" y="33"/>
                      <a:pt x="914" y="33"/>
                      <a:pt x="914" y="33"/>
                    </a:cubicBezTo>
                    <a:cubicBezTo>
                      <a:pt x="911" y="34"/>
                      <a:pt x="911" y="34"/>
                      <a:pt x="911" y="34"/>
                    </a:cubicBezTo>
                    <a:cubicBezTo>
                      <a:pt x="908" y="32"/>
                      <a:pt x="908" y="32"/>
                      <a:pt x="908" y="32"/>
                    </a:cubicBezTo>
                    <a:cubicBezTo>
                      <a:pt x="905" y="33"/>
                      <a:pt x="905" y="33"/>
                      <a:pt x="905" y="33"/>
                    </a:cubicBezTo>
                    <a:cubicBezTo>
                      <a:pt x="902" y="34"/>
                      <a:pt x="902" y="34"/>
                      <a:pt x="902" y="34"/>
                    </a:cubicBezTo>
                    <a:cubicBezTo>
                      <a:pt x="904" y="37"/>
                      <a:pt x="904" y="37"/>
                      <a:pt x="904" y="37"/>
                    </a:cubicBezTo>
                    <a:cubicBezTo>
                      <a:pt x="907" y="37"/>
                      <a:pt x="907" y="37"/>
                      <a:pt x="907" y="37"/>
                    </a:cubicBezTo>
                    <a:cubicBezTo>
                      <a:pt x="908" y="37"/>
                      <a:pt x="908" y="37"/>
                      <a:pt x="908" y="37"/>
                    </a:cubicBezTo>
                    <a:cubicBezTo>
                      <a:pt x="910" y="37"/>
                      <a:pt x="910" y="37"/>
                      <a:pt x="910" y="37"/>
                    </a:cubicBezTo>
                    <a:cubicBezTo>
                      <a:pt x="911" y="38"/>
                      <a:pt x="911" y="38"/>
                      <a:pt x="911" y="38"/>
                    </a:cubicBezTo>
                    <a:cubicBezTo>
                      <a:pt x="911" y="39"/>
                      <a:pt x="911" y="39"/>
                      <a:pt x="911" y="39"/>
                    </a:cubicBezTo>
                    <a:cubicBezTo>
                      <a:pt x="909" y="41"/>
                      <a:pt x="909" y="41"/>
                      <a:pt x="909" y="41"/>
                    </a:cubicBezTo>
                    <a:cubicBezTo>
                      <a:pt x="907" y="41"/>
                      <a:pt x="907" y="41"/>
                      <a:pt x="907" y="41"/>
                    </a:cubicBezTo>
                    <a:cubicBezTo>
                      <a:pt x="904" y="42"/>
                      <a:pt x="904" y="42"/>
                      <a:pt x="904" y="42"/>
                    </a:cubicBezTo>
                    <a:cubicBezTo>
                      <a:pt x="904" y="44"/>
                      <a:pt x="904" y="44"/>
                      <a:pt x="904" y="44"/>
                    </a:cubicBezTo>
                    <a:cubicBezTo>
                      <a:pt x="903" y="46"/>
                      <a:pt x="903" y="46"/>
                      <a:pt x="903" y="46"/>
                    </a:cubicBezTo>
                    <a:cubicBezTo>
                      <a:pt x="905" y="49"/>
                      <a:pt x="905" y="49"/>
                      <a:pt x="905" y="49"/>
                    </a:cubicBezTo>
                    <a:cubicBezTo>
                      <a:pt x="908" y="50"/>
                      <a:pt x="908" y="50"/>
                      <a:pt x="908" y="50"/>
                    </a:cubicBezTo>
                    <a:cubicBezTo>
                      <a:pt x="909" y="48"/>
                      <a:pt x="909" y="48"/>
                      <a:pt x="909" y="48"/>
                    </a:cubicBezTo>
                    <a:cubicBezTo>
                      <a:pt x="910" y="50"/>
                      <a:pt x="910" y="50"/>
                      <a:pt x="910" y="50"/>
                    </a:cubicBezTo>
                    <a:cubicBezTo>
                      <a:pt x="909" y="50"/>
                      <a:pt x="909" y="50"/>
                      <a:pt x="909" y="50"/>
                    </a:cubicBezTo>
                    <a:cubicBezTo>
                      <a:pt x="910" y="51"/>
                      <a:pt x="910" y="51"/>
                      <a:pt x="910" y="51"/>
                    </a:cubicBezTo>
                    <a:cubicBezTo>
                      <a:pt x="907" y="53"/>
                      <a:pt x="907" y="53"/>
                      <a:pt x="907" y="53"/>
                    </a:cubicBezTo>
                    <a:cubicBezTo>
                      <a:pt x="911" y="53"/>
                      <a:pt x="911" y="53"/>
                      <a:pt x="911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5"/>
                      <a:pt x="912" y="55"/>
                      <a:pt x="912" y="55"/>
                    </a:cubicBezTo>
                    <a:cubicBezTo>
                      <a:pt x="914" y="57"/>
                      <a:pt x="914" y="57"/>
                      <a:pt x="914" y="57"/>
                    </a:cubicBezTo>
                    <a:cubicBezTo>
                      <a:pt x="916" y="57"/>
                      <a:pt x="916" y="57"/>
                      <a:pt x="916" y="57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7" y="59"/>
                      <a:pt x="917" y="59"/>
                      <a:pt x="917" y="59"/>
                    </a:cubicBezTo>
                    <a:cubicBezTo>
                      <a:pt x="915" y="60"/>
                      <a:pt x="915" y="60"/>
                      <a:pt x="915" y="60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4" y="61"/>
                      <a:pt x="914" y="61"/>
                      <a:pt x="914" y="61"/>
                    </a:cubicBezTo>
                    <a:cubicBezTo>
                      <a:pt x="913" y="62"/>
                      <a:pt x="913" y="62"/>
                      <a:pt x="913" y="62"/>
                    </a:cubicBezTo>
                    <a:cubicBezTo>
                      <a:pt x="913" y="60"/>
                      <a:pt x="913" y="60"/>
                      <a:pt x="913" y="60"/>
                    </a:cubicBezTo>
                    <a:cubicBezTo>
                      <a:pt x="910" y="58"/>
                      <a:pt x="910" y="58"/>
                      <a:pt x="910" y="58"/>
                    </a:cubicBezTo>
                    <a:cubicBezTo>
                      <a:pt x="908" y="59"/>
                      <a:pt x="908" y="59"/>
                      <a:pt x="908" y="59"/>
                    </a:cubicBezTo>
                    <a:cubicBezTo>
                      <a:pt x="909" y="60"/>
                      <a:pt x="909" y="60"/>
                      <a:pt x="909" y="60"/>
                    </a:cubicBezTo>
                    <a:cubicBezTo>
                      <a:pt x="909" y="61"/>
                      <a:pt x="909" y="61"/>
                      <a:pt x="909" y="61"/>
                    </a:cubicBezTo>
                    <a:cubicBezTo>
                      <a:pt x="908" y="60"/>
                      <a:pt x="908" y="60"/>
                      <a:pt x="908" y="60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4" y="61"/>
                      <a:pt x="904" y="61"/>
                      <a:pt x="904" y="61"/>
                    </a:cubicBezTo>
                    <a:cubicBezTo>
                      <a:pt x="904" y="63"/>
                      <a:pt x="904" y="63"/>
                      <a:pt x="904" y="63"/>
                    </a:cubicBezTo>
                    <a:cubicBezTo>
                      <a:pt x="903" y="63"/>
                      <a:pt x="903" y="63"/>
                      <a:pt x="903" y="63"/>
                    </a:cubicBezTo>
                    <a:cubicBezTo>
                      <a:pt x="903" y="63"/>
                      <a:pt x="902" y="63"/>
                      <a:pt x="902" y="63"/>
                    </a:cubicBezTo>
                    <a:cubicBezTo>
                      <a:pt x="902" y="64"/>
                      <a:pt x="902" y="64"/>
                      <a:pt x="902" y="64"/>
                    </a:cubicBezTo>
                    <a:cubicBezTo>
                      <a:pt x="901" y="64"/>
                      <a:pt x="901" y="64"/>
                      <a:pt x="901" y="64"/>
                    </a:cubicBezTo>
                    <a:cubicBezTo>
                      <a:pt x="902" y="65"/>
                      <a:pt x="902" y="65"/>
                      <a:pt x="902" y="65"/>
                    </a:cubicBezTo>
                    <a:cubicBezTo>
                      <a:pt x="901" y="65"/>
                      <a:pt x="901" y="65"/>
                      <a:pt x="901" y="65"/>
                    </a:cubicBezTo>
                    <a:cubicBezTo>
                      <a:pt x="899" y="65"/>
                      <a:pt x="899" y="65"/>
                      <a:pt x="899" y="65"/>
                    </a:cubicBezTo>
                    <a:cubicBezTo>
                      <a:pt x="897" y="64"/>
                      <a:pt x="897" y="64"/>
                      <a:pt x="897" y="64"/>
                    </a:cubicBezTo>
                    <a:cubicBezTo>
                      <a:pt x="896" y="64"/>
                      <a:pt x="896" y="64"/>
                      <a:pt x="896" y="64"/>
                    </a:cubicBezTo>
                    <a:cubicBezTo>
                      <a:pt x="895" y="63"/>
                      <a:pt x="895" y="63"/>
                      <a:pt x="895" y="63"/>
                    </a:cubicBezTo>
                    <a:cubicBezTo>
                      <a:pt x="889" y="66"/>
                      <a:pt x="889" y="66"/>
                      <a:pt x="889" y="66"/>
                    </a:cubicBezTo>
                    <a:cubicBezTo>
                      <a:pt x="889" y="67"/>
                      <a:pt x="889" y="67"/>
                      <a:pt x="889" y="67"/>
                    </a:cubicBezTo>
                    <a:cubicBezTo>
                      <a:pt x="888" y="68"/>
                      <a:pt x="888" y="68"/>
                      <a:pt x="888" y="68"/>
                    </a:cubicBezTo>
                    <a:cubicBezTo>
                      <a:pt x="889" y="69"/>
                      <a:pt x="889" y="69"/>
                      <a:pt x="889" y="69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8" y="71"/>
                      <a:pt x="888" y="71"/>
                      <a:pt x="888" y="71"/>
                    </a:cubicBezTo>
                    <a:cubicBezTo>
                      <a:pt x="887" y="70"/>
                      <a:pt x="887" y="70"/>
                      <a:pt x="887" y="70"/>
                    </a:cubicBezTo>
                    <a:cubicBezTo>
                      <a:pt x="881" y="71"/>
                      <a:pt x="881" y="71"/>
                      <a:pt x="881" y="71"/>
                    </a:cubicBezTo>
                    <a:cubicBezTo>
                      <a:pt x="878" y="71"/>
                      <a:pt x="878" y="71"/>
                      <a:pt x="878" y="71"/>
                    </a:cubicBezTo>
                    <a:cubicBezTo>
                      <a:pt x="877" y="69"/>
                      <a:pt x="877" y="69"/>
                      <a:pt x="877" y="69"/>
                    </a:cubicBezTo>
                    <a:cubicBezTo>
                      <a:pt x="875" y="69"/>
                      <a:pt x="875" y="69"/>
                      <a:pt x="875" y="69"/>
                    </a:cubicBezTo>
                    <a:cubicBezTo>
                      <a:pt x="874" y="67"/>
                      <a:pt x="874" y="67"/>
                      <a:pt x="874" y="67"/>
                    </a:cubicBezTo>
                    <a:cubicBezTo>
                      <a:pt x="873" y="65"/>
                      <a:pt x="873" y="65"/>
                      <a:pt x="873" y="65"/>
                    </a:cubicBezTo>
                    <a:cubicBezTo>
                      <a:pt x="870" y="64"/>
                      <a:pt x="870" y="64"/>
                      <a:pt x="870" y="64"/>
                    </a:cubicBezTo>
                    <a:cubicBezTo>
                      <a:pt x="870" y="66"/>
                      <a:pt x="870" y="66"/>
                      <a:pt x="870" y="66"/>
                    </a:cubicBezTo>
                    <a:cubicBezTo>
                      <a:pt x="872" y="69"/>
                      <a:pt x="872" y="69"/>
                      <a:pt x="872" y="69"/>
                    </a:cubicBezTo>
                    <a:cubicBezTo>
                      <a:pt x="872" y="72"/>
                      <a:pt x="872" y="72"/>
                      <a:pt x="872" y="72"/>
                    </a:cubicBezTo>
                    <a:cubicBezTo>
                      <a:pt x="874" y="77"/>
                      <a:pt x="874" y="77"/>
                      <a:pt x="874" y="77"/>
                    </a:cubicBezTo>
                    <a:cubicBezTo>
                      <a:pt x="876" y="80"/>
                      <a:pt x="876" y="80"/>
                      <a:pt x="876" y="80"/>
                    </a:cubicBezTo>
                    <a:cubicBezTo>
                      <a:pt x="877" y="88"/>
                      <a:pt x="877" y="88"/>
                      <a:pt x="877" y="88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6" y="88"/>
                      <a:pt x="876" y="88"/>
                      <a:pt x="876" y="88"/>
                    </a:cubicBezTo>
                    <a:cubicBezTo>
                      <a:pt x="876" y="87"/>
                      <a:pt x="876" y="87"/>
                      <a:pt x="876" y="87"/>
                    </a:cubicBezTo>
                    <a:cubicBezTo>
                      <a:pt x="874" y="85"/>
                      <a:pt x="874" y="85"/>
                      <a:pt x="874" y="85"/>
                    </a:cubicBezTo>
                    <a:cubicBezTo>
                      <a:pt x="872" y="86"/>
                      <a:pt x="872" y="86"/>
                      <a:pt x="872" y="86"/>
                    </a:cubicBezTo>
                    <a:cubicBezTo>
                      <a:pt x="873" y="87"/>
                      <a:pt x="873" y="87"/>
                      <a:pt x="873" y="87"/>
                    </a:cubicBezTo>
                    <a:cubicBezTo>
                      <a:pt x="873" y="88"/>
                      <a:pt x="873" y="88"/>
                      <a:pt x="873" y="88"/>
                    </a:cubicBezTo>
                    <a:cubicBezTo>
                      <a:pt x="871" y="87"/>
                      <a:pt x="871" y="87"/>
                      <a:pt x="871" y="87"/>
                    </a:cubicBezTo>
                    <a:cubicBezTo>
                      <a:pt x="869" y="85"/>
                      <a:pt x="869" y="85"/>
                      <a:pt x="869" y="85"/>
                    </a:cubicBezTo>
                    <a:cubicBezTo>
                      <a:pt x="866" y="84"/>
                      <a:pt x="866" y="84"/>
                      <a:pt x="866" y="84"/>
                    </a:cubicBezTo>
                    <a:cubicBezTo>
                      <a:pt x="864" y="83"/>
                      <a:pt x="864" y="83"/>
                      <a:pt x="864" y="83"/>
                    </a:cubicBezTo>
                    <a:cubicBezTo>
                      <a:pt x="863" y="82"/>
                      <a:pt x="863" y="82"/>
                      <a:pt x="863" y="82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7" y="78"/>
                      <a:pt x="857" y="78"/>
                      <a:pt x="857" y="78"/>
                    </a:cubicBezTo>
                    <a:cubicBezTo>
                      <a:pt x="856" y="78"/>
                      <a:pt x="856" y="78"/>
                      <a:pt x="856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7" y="76"/>
                      <a:pt x="857" y="76"/>
                      <a:pt x="857" y="76"/>
                    </a:cubicBezTo>
                    <a:cubicBezTo>
                      <a:pt x="860" y="76"/>
                      <a:pt x="860" y="76"/>
                      <a:pt x="860" y="76"/>
                    </a:cubicBezTo>
                    <a:cubicBezTo>
                      <a:pt x="857" y="74"/>
                      <a:pt x="857" y="74"/>
                      <a:pt x="857" y="74"/>
                    </a:cubicBezTo>
                    <a:cubicBezTo>
                      <a:pt x="856" y="73"/>
                      <a:pt x="856" y="73"/>
                      <a:pt x="856" y="73"/>
                    </a:cubicBezTo>
                    <a:cubicBezTo>
                      <a:pt x="854" y="72"/>
                      <a:pt x="854" y="72"/>
                      <a:pt x="854" y="72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73"/>
                      <a:pt x="853" y="73"/>
                      <a:pt x="853" y="73"/>
                    </a:cubicBezTo>
                    <a:cubicBezTo>
                      <a:pt x="854" y="75"/>
                      <a:pt x="854" y="75"/>
                      <a:pt x="854" y="75"/>
                    </a:cubicBezTo>
                    <a:cubicBezTo>
                      <a:pt x="854" y="76"/>
                      <a:pt x="854" y="76"/>
                      <a:pt x="854" y="76"/>
                    </a:cubicBezTo>
                    <a:cubicBezTo>
                      <a:pt x="853" y="76"/>
                      <a:pt x="853" y="76"/>
                      <a:pt x="853" y="76"/>
                    </a:cubicBezTo>
                    <a:cubicBezTo>
                      <a:pt x="851" y="76"/>
                      <a:pt x="851" y="76"/>
                      <a:pt x="851" y="76"/>
                    </a:cubicBezTo>
                    <a:cubicBezTo>
                      <a:pt x="848" y="74"/>
                      <a:pt x="848" y="74"/>
                      <a:pt x="848" y="74"/>
                    </a:cubicBezTo>
                    <a:cubicBezTo>
                      <a:pt x="848" y="73"/>
                      <a:pt x="848" y="73"/>
                      <a:pt x="848" y="73"/>
                    </a:cubicBezTo>
                    <a:cubicBezTo>
                      <a:pt x="845" y="72"/>
                      <a:pt x="845" y="72"/>
                      <a:pt x="845" y="72"/>
                    </a:cubicBezTo>
                    <a:cubicBezTo>
                      <a:pt x="844" y="71"/>
                      <a:pt x="844" y="71"/>
                      <a:pt x="844" y="71"/>
                    </a:cubicBezTo>
                    <a:cubicBezTo>
                      <a:pt x="846" y="71"/>
                      <a:pt x="846" y="71"/>
                      <a:pt x="846" y="71"/>
                    </a:cubicBezTo>
                    <a:cubicBezTo>
                      <a:pt x="848" y="72"/>
                      <a:pt x="848" y="72"/>
                      <a:pt x="848" y="72"/>
                    </a:cubicBezTo>
                    <a:cubicBezTo>
                      <a:pt x="850" y="73"/>
                      <a:pt x="850" y="73"/>
                      <a:pt x="850" y="73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69"/>
                      <a:pt x="853" y="69"/>
                      <a:pt x="853" y="69"/>
                    </a:cubicBezTo>
                    <a:cubicBezTo>
                      <a:pt x="853" y="67"/>
                      <a:pt x="853" y="67"/>
                      <a:pt x="853" y="67"/>
                    </a:cubicBezTo>
                    <a:cubicBezTo>
                      <a:pt x="852" y="68"/>
                      <a:pt x="852" y="68"/>
                      <a:pt x="852" y="68"/>
                    </a:cubicBezTo>
                    <a:cubicBezTo>
                      <a:pt x="852" y="67"/>
                      <a:pt x="852" y="67"/>
                      <a:pt x="852" y="67"/>
                    </a:cubicBezTo>
                    <a:cubicBezTo>
                      <a:pt x="851" y="67"/>
                      <a:pt x="851" y="67"/>
                      <a:pt x="851" y="67"/>
                    </a:cubicBezTo>
                    <a:cubicBezTo>
                      <a:pt x="851" y="66"/>
                      <a:pt x="851" y="66"/>
                      <a:pt x="851" y="66"/>
                    </a:cubicBezTo>
                    <a:cubicBezTo>
                      <a:pt x="849" y="63"/>
                      <a:pt x="849" y="63"/>
                      <a:pt x="849" y="63"/>
                    </a:cubicBezTo>
                    <a:cubicBezTo>
                      <a:pt x="848" y="64"/>
                      <a:pt x="848" y="64"/>
                      <a:pt x="848" y="64"/>
                    </a:cubicBezTo>
                    <a:cubicBezTo>
                      <a:pt x="848" y="63"/>
                      <a:pt x="848" y="63"/>
                      <a:pt x="848" y="63"/>
                    </a:cubicBezTo>
                    <a:cubicBezTo>
                      <a:pt x="846" y="62"/>
                      <a:pt x="846" y="62"/>
                      <a:pt x="846" y="62"/>
                    </a:cubicBezTo>
                    <a:cubicBezTo>
                      <a:pt x="845" y="63"/>
                      <a:pt x="845" y="63"/>
                      <a:pt x="845" y="63"/>
                    </a:cubicBezTo>
                    <a:cubicBezTo>
                      <a:pt x="844" y="64"/>
                      <a:pt x="844" y="64"/>
                      <a:pt x="844" y="64"/>
                    </a:cubicBezTo>
                    <a:cubicBezTo>
                      <a:pt x="843" y="63"/>
                      <a:pt x="843" y="63"/>
                      <a:pt x="843" y="63"/>
                    </a:cubicBezTo>
                    <a:cubicBezTo>
                      <a:pt x="843" y="62"/>
                      <a:pt x="843" y="62"/>
                      <a:pt x="843" y="62"/>
                    </a:cubicBezTo>
                    <a:cubicBezTo>
                      <a:pt x="846" y="60"/>
                      <a:pt x="846" y="60"/>
                      <a:pt x="846" y="60"/>
                    </a:cubicBezTo>
                    <a:cubicBezTo>
                      <a:pt x="845" y="58"/>
                      <a:pt x="845" y="58"/>
                      <a:pt x="845" y="58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5"/>
                      <a:pt x="842" y="55"/>
                      <a:pt x="842" y="55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41" y="56"/>
                      <a:pt x="841" y="56"/>
                      <a:pt x="841" y="56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39" y="55"/>
                      <a:pt x="839" y="55"/>
                      <a:pt x="839" y="55"/>
                    </a:cubicBezTo>
                    <a:cubicBezTo>
                      <a:pt x="839" y="54"/>
                      <a:pt x="839" y="54"/>
                      <a:pt x="839" y="54"/>
                    </a:cubicBezTo>
                    <a:cubicBezTo>
                      <a:pt x="838" y="54"/>
                      <a:pt x="838" y="54"/>
                      <a:pt x="838" y="54"/>
                    </a:cubicBezTo>
                    <a:cubicBezTo>
                      <a:pt x="839" y="52"/>
                      <a:pt x="839" y="52"/>
                      <a:pt x="839" y="52"/>
                    </a:cubicBezTo>
                    <a:cubicBezTo>
                      <a:pt x="837" y="50"/>
                      <a:pt x="837" y="50"/>
                      <a:pt x="837" y="50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6" y="52"/>
                      <a:pt x="836" y="52"/>
                      <a:pt x="836" y="52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4" y="49"/>
                      <a:pt x="834" y="49"/>
                      <a:pt x="834" y="49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1" y="48"/>
                      <a:pt x="831" y="48"/>
                      <a:pt x="831" y="48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6" y="47"/>
                      <a:pt x="826" y="47"/>
                      <a:pt x="826" y="47"/>
                    </a:cubicBezTo>
                    <a:cubicBezTo>
                      <a:pt x="825" y="48"/>
                      <a:pt x="825" y="48"/>
                      <a:pt x="825" y="48"/>
                    </a:cubicBezTo>
                    <a:cubicBezTo>
                      <a:pt x="825" y="47"/>
                      <a:pt x="825" y="47"/>
                      <a:pt x="825" y="47"/>
                    </a:cubicBezTo>
                    <a:cubicBezTo>
                      <a:pt x="822" y="48"/>
                      <a:pt x="822" y="48"/>
                      <a:pt x="822" y="48"/>
                    </a:cubicBezTo>
                    <a:cubicBezTo>
                      <a:pt x="821" y="48"/>
                      <a:pt x="821" y="48"/>
                      <a:pt x="821" y="48"/>
                    </a:cubicBezTo>
                    <a:cubicBezTo>
                      <a:pt x="820" y="49"/>
                      <a:pt x="820" y="49"/>
                      <a:pt x="820" y="49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0" y="51"/>
                      <a:pt x="820" y="51"/>
                      <a:pt x="820" y="51"/>
                    </a:cubicBezTo>
                    <a:cubicBezTo>
                      <a:pt x="820" y="52"/>
                      <a:pt x="820" y="52"/>
                      <a:pt x="820" y="52"/>
                    </a:cubicBezTo>
                    <a:cubicBezTo>
                      <a:pt x="818" y="52"/>
                      <a:pt x="818" y="52"/>
                      <a:pt x="818" y="52"/>
                    </a:cubicBezTo>
                    <a:cubicBezTo>
                      <a:pt x="819" y="51"/>
                      <a:pt x="819" y="51"/>
                      <a:pt x="819" y="51"/>
                    </a:cubicBezTo>
                    <a:cubicBezTo>
                      <a:pt x="820" y="50"/>
                      <a:pt x="820" y="50"/>
                      <a:pt x="820" y="50"/>
                    </a:cubicBezTo>
                    <a:cubicBezTo>
                      <a:pt x="819" y="48"/>
                      <a:pt x="819" y="48"/>
                      <a:pt x="819" y="48"/>
                    </a:cubicBezTo>
                    <a:cubicBezTo>
                      <a:pt x="816" y="48"/>
                      <a:pt x="816" y="48"/>
                      <a:pt x="816" y="48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6" y="50"/>
                      <a:pt x="816" y="50"/>
                      <a:pt x="816" y="50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4" y="48"/>
                      <a:pt x="814" y="48"/>
                      <a:pt x="814" y="48"/>
                    </a:cubicBezTo>
                    <a:cubicBezTo>
                      <a:pt x="813" y="46"/>
                      <a:pt x="813" y="46"/>
                      <a:pt x="813" y="46"/>
                    </a:cubicBezTo>
                    <a:cubicBezTo>
                      <a:pt x="812" y="48"/>
                      <a:pt x="812" y="48"/>
                      <a:pt x="812" y="48"/>
                    </a:cubicBezTo>
                    <a:cubicBezTo>
                      <a:pt x="811" y="48"/>
                      <a:pt x="811" y="48"/>
                      <a:pt x="811" y="48"/>
                    </a:cubicBezTo>
                    <a:cubicBezTo>
                      <a:pt x="809" y="48"/>
                      <a:pt x="809" y="48"/>
                      <a:pt x="809" y="48"/>
                    </a:cubicBezTo>
                    <a:cubicBezTo>
                      <a:pt x="808" y="46"/>
                      <a:pt x="808" y="46"/>
                      <a:pt x="808" y="46"/>
                    </a:cubicBezTo>
                    <a:cubicBezTo>
                      <a:pt x="808" y="49"/>
                      <a:pt x="808" y="49"/>
                      <a:pt x="808" y="49"/>
                    </a:cubicBezTo>
                    <a:cubicBezTo>
                      <a:pt x="807" y="49"/>
                      <a:pt x="807" y="49"/>
                      <a:pt x="807" y="49"/>
                    </a:cubicBezTo>
                    <a:cubicBezTo>
                      <a:pt x="806" y="48"/>
                      <a:pt x="806" y="48"/>
                      <a:pt x="806" y="48"/>
                    </a:cubicBezTo>
                    <a:cubicBezTo>
                      <a:pt x="805" y="48"/>
                      <a:pt x="805" y="48"/>
                      <a:pt x="805" y="48"/>
                    </a:cubicBezTo>
                    <a:cubicBezTo>
                      <a:pt x="805" y="47"/>
                      <a:pt x="805" y="47"/>
                      <a:pt x="805" y="47"/>
                    </a:cubicBezTo>
                    <a:cubicBezTo>
                      <a:pt x="806" y="45"/>
                      <a:pt x="806" y="45"/>
                      <a:pt x="806" y="45"/>
                    </a:cubicBezTo>
                    <a:cubicBezTo>
                      <a:pt x="806" y="43"/>
                      <a:pt x="806" y="43"/>
                      <a:pt x="806" y="43"/>
                    </a:cubicBezTo>
                    <a:cubicBezTo>
                      <a:pt x="803" y="44"/>
                      <a:pt x="803" y="44"/>
                      <a:pt x="803" y="44"/>
                    </a:cubicBezTo>
                    <a:cubicBezTo>
                      <a:pt x="802" y="45"/>
                      <a:pt x="802" y="45"/>
                      <a:pt x="802" y="45"/>
                    </a:cubicBezTo>
                    <a:cubicBezTo>
                      <a:pt x="802" y="47"/>
                      <a:pt x="802" y="47"/>
                      <a:pt x="802" y="47"/>
                    </a:cubicBezTo>
                    <a:cubicBezTo>
                      <a:pt x="803" y="47"/>
                      <a:pt x="803" y="47"/>
                      <a:pt x="803" y="47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49"/>
                      <a:pt x="803" y="49"/>
                      <a:pt x="803" y="49"/>
                    </a:cubicBezTo>
                    <a:cubicBezTo>
                      <a:pt x="801" y="52"/>
                      <a:pt x="801" y="52"/>
                      <a:pt x="801" y="52"/>
                    </a:cubicBezTo>
                    <a:cubicBezTo>
                      <a:pt x="801" y="54"/>
                      <a:pt x="801" y="54"/>
                      <a:pt x="801" y="54"/>
                    </a:cubicBezTo>
                    <a:cubicBezTo>
                      <a:pt x="802" y="55"/>
                      <a:pt x="802" y="55"/>
                      <a:pt x="802" y="55"/>
                    </a:cubicBezTo>
                    <a:cubicBezTo>
                      <a:pt x="803" y="56"/>
                      <a:pt x="803" y="56"/>
                      <a:pt x="803" y="56"/>
                    </a:cubicBezTo>
                    <a:cubicBezTo>
                      <a:pt x="804" y="57"/>
                      <a:pt x="804" y="57"/>
                      <a:pt x="804" y="57"/>
                    </a:cubicBezTo>
                    <a:cubicBezTo>
                      <a:pt x="804" y="59"/>
                      <a:pt x="804" y="59"/>
                      <a:pt x="804" y="59"/>
                    </a:cubicBezTo>
                    <a:cubicBezTo>
                      <a:pt x="806" y="59"/>
                      <a:pt x="806" y="59"/>
                      <a:pt x="806" y="59"/>
                    </a:cubicBezTo>
                    <a:cubicBezTo>
                      <a:pt x="806" y="60"/>
                      <a:pt x="806" y="60"/>
                      <a:pt x="806" y="60"/>
                    </a:cubicBezTo>
                    <a:cubicBezTo>
                      <a:pt x="806" y="61"/>
                      <a:pt x="806" y="61"/>
                      <a:pt x="806" y="61"/>
                    </a:cubicBezTo>
                    <a:cubicBezTo>
                      <a:pt x="807" y="63"/>
                      <a:pt x="807" y="63"/>
                      <a:pt x="807" y="63"/>
                    </a:cubicBezTo>
                    <a:cubicBezTo>
                      <a:pt x="808" y="63"/>
                      <a:pt x="808" y="63"/>
                      <a:pt x="808" y="63"/>
                    </a:cubicBezTo>
                    <a:cubicBezTo>
                      <a:pt x="807" y="64"/>
                      <a:pt x="807" y="64"/>
                      <a:pt x="807" y="64"/>
                    </a:cubicBezTo>
                    <a:cubicBezTo>
                      <a:pt x="806" y="63"/>
                      <a:pt x="806" y="63"/>
                      <a:pt x="806" y="63"/>
                    </a:cubicBezTo>
                    <a:cubicBezTo>
                      <a:pt x="804" y="63"/>
                      <a:pt x="804" y="63"/>
                      <a:pt x="804" y="63"/>
                    </a:cubicBezTo>
                    <a:cubicBezTo>
                      <a:pt x="803" y="63"/>
                      <a:pt x="803" y="63"/>
                      <a:pt x="803" y="63"/>
                    </a:cubicBezTo>
                    <a:cubicBezTo>
                      <a:pt x="800" y="64"/>
                      <a:pt x="800" y="64"/>
                      <a:pt x="800" y="64"/>
                    </a:cubicBezTo>
                    <a:cubicBezTo>
                      <a:pt x="801" y="65"/>
                      <a:pt x="801" y="65"/>
                      <a:pt x="801" y="65"/>
                    </a:cubicBezTo>
                    <a:cubicBezTo>
                      <a:pt x="801" y="66"/>
                      <a:pt x="801" y="66"/>
                      <a:pt x="801" y="66"/>
                    </a:cubicBezTo>
                    <a:cubicBezTo>
                      <a:pt x="800" y="66"/>
                      <a:pt x="800" y="66"/>
                      <a:pt x="800" y="66"/>
                    </a:cubicBezTo>
                    <a:cubicBezTo>
                      <a:pt x="798" y="65"/>
                      <a:pt x="798" y="65"/>
                      <a:pt x="798" y="65"/>
                    </a:cubicBezTo>
                    <a:cubicBezTo>
                      <a:pt x="795" y="67"/>
                      <a:pt x="795" y="67"/>
                      <a:pt x="795" y="67"/>
                    </a:cubicBezTo>
                    <a:cubicBezTo>
                      <a:pt x="791" y="68"/>
                      <a:pt x="791" y="68"/>
                      <a:pt x="791" y="68"/>
                    </a:cubicBezTo>
                    <a:cubicBezTo>
                      <a:pt x="789" y="68"/>
                      <a:pt x="789" y="68"/>
                      <a:pt x="789" y="68"/>
                    </a:cubicBezTo>
                    <a:cubicBezTo>
                      <a:pt x="789" y="66"/>
                      <a:pt x="789" y="66"/>
                      <a:pt x="789" y="66"/>
                    </a:cubicBezTo>
                    <a:cubicBezTo>
                      <a:pt x="788" y="65"/>
                      <a:pt x="788" y="65"/>
                      <a:pt x="788" y="65"/>
                    </a:cubicBezTo>
                    <a:cubicBezTo>
                      <a:pt x="787" y="64"/>
                      <a:pt x="787" y="64"/>
                      <a:pt x="787" y="64"/>
                    </a:cubicBezTo>
                    <a:cubicBezTo>
                      <a:pt x="785" y="64"/>
                      <a:pt x="785" y="64"/>
                      <a:pt x="785" y="64"/>
                    </a:cubicBezTo>
                    <a:cubicBezTo>
                      <a:pt x="784" y="65"/>
                      <a:pt x="784" y="65"/>
                      <a:pt x="784" y="65"/>
                    </a:cubicBezTo>
                    <a:cubicBezTo>
                      <a:pt x="784" y="66"/>
                      <a:pt x="784" y="66"/>
                      <a:pt x="784" y="66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78" y="67"/>
                      <a:pt x="778" y="67"/>
                      <a:pt x="778" y="67"/>
                    </a:cubicBezTo>
                    <a:cubicBezTo>
                      <a:pt x="777" y="66"/>
                      <a:pt x="777" y="66"/>
                      <a:pt x="777" y="66"/>
                    </a:cubicBezTo>
                    <a:cubicBezTo>
                      <a:pt x="776" y="63"/>
                      <a:pt x="776" y="63"/>
                      <a:pt x="776" y="63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0"/>
                      <a:pt x="777" y="60"/>
                      <a:pt x="777" y="60"/>
                    </a:cubicBezTo>
                    <a:cubicBezTo>
                      <a:pt x="775" y="59"/>
                      <a:pt x="775" y="59"/>
                      <a:pt x="775" y="59"/>
                    </a:cubicBezTo>
                    <a:cubicBezTo>
                      <a:pt x="772" y="59"/>
                      <a:pt x="772" y="59"/>
                      <a:pt x="772" y="59"/>
                    </a:cubicBezTo>
                    <a:cubicBezTo>
                      <a:pt x="768" y="61"/>
                      <a:pt x="768" y="61"/>
                      <a:pt x="768" y="61"/>
                    </a:cubicBezTo>
                    <a:cubicBezTo>
                      <a:pt x="762" y="61"/>
                      <a:pt x="762" y="61"/>
                      <a:pt x="762" y="61"/>
                    </a:cubicBezTo>
                    <a:cubicBezTo>
                      <a:pt x="757" y="62"/>
                      <a:pt x="757" y="62"/>
                      <a:pt x="757" y="62"/>
                    </a:cubicBezTo>
                    <a:cubicBezTo>
                      <a:pt x="754" y="63"/>
                      <a:pt x="754" y="63"/>
                      <a:pt x="754" y="63"/>
                    </a:cubicBezTo>
                    <a:cubicBezTo>
                      <a:pt x="753" y="64"/>
                      <a:pt x="753" y="64"/>
                      <a:pt x="753" y="64"/>
                    </a:cubicBezTo>
                    <a:cubicBezTo>
                      <a:pt x="752" y="64"/>
                      <a:pt x="752" y="64"/>
                      <a:pt x="752" y="64"/>
                    </a:cubicBezTo>
                    <a:cubicBezTo>
                      <a:pt x="751" y="65"/>
                      <a:pt x="751" y="65"/>
                      <a:pt x="751" y="65"/>
                    </a:cubicBezTo>
                    <a:cubicBezTo>
                      <a:pt x="750" y="66"/>
                      <a:pt x="750" y="66"/>
                      <a:pt x="750" y="66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8" y="69"/>
                      <a:pt x="748" y="69"/>
                      <a:pt x="748" y="69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6"/>
                      <a:pt x="747" y="66"/>
                      <a:pt x="747" y="66"/>
                    </a:cubicBezTo>
                    <a:cubicBezTo>
                      <a:pt x="745" y="65"/>
                      <a:pt x="745" y="65"/>
                      <a:pt x="745" y="65"/>
                    </a:cubicBezTo>
                    <a:cubicBezTo>
                      <a:pt x="744" y="65"/>
                      <a:pt x="744" y="65"/>
                      <a:pt x="744" y="65"/>
                    </a:cubicBezTo>
                    <a:cubicBezTo>
                      <a:pt x="741" y="62"/>
                      <a:pt x="741" y="62"/>
                      <a:pt x="741" y="62"/>
                    </a:cubicBezTo>
                    <a:cubicBezTo>
                      <a:pt x="740" y="62"/>
                      <a:pt x="740" y="62"/>
                      <a:pt x="740" y="62"/>
                    </a:cubicBezTo>
                    <a:cubicBezTo>
                      <a:pt x="740" y="63"/>
                      <a:pt x="740" y="63"/>
                      <a:pt x="740" y="63"/>
                    </a:cubicBezTo>
                    <a:cubicBezTo>
                      <a:pt x="742" y="66"/>
                      <a:pt x="742" y="66"/>
                      <a:pt x="742" y="66"/>
                    </a:cubicBezTo>
                    <a:cubicBezTo>
                      <a:pt x="742" y="67"/>
                      <a:pt x="742" y="67"/>
                      <a:pt x="742" y="67"/>
                    </a:cubicBezTo>
                    <a:cubicBezTo>
                      <a:pt x="741" y="68"/>
                      <a:pt x="741" y="68"/>
                      <a:pt x="741" y="68"/>
                    </a:cubicBezTo>
                    <a:cubicBezTo>
                      <a:pt x="739" y="68"/>
                      <a:pt x="739" y="68"/>
                      <a:pt x="739" y="68"/>
                    </a:cubicBezTo>
                    <a:cubicBezTo>
                      <a:pt x="738" y="69"/>
                      <a:pt x="738" y="69"/>
                      <a:pt x="738" y="69"/>
                    </a:cubicBezTo>
                    <a:cubicBezTo>
                      <a:pt x="736" y="69"/>
                      <a:pt x="736" y="69"/>
                      <a:pt x="736" y="69"/>
                    </a:cubicBezTo>
                    <a:cubicBezTo>
                      <a:pt x="732" y="66"/>
                      <a:pt x="732" y="66"/>
                      <a:pt x="732" y="66"/>
                    </a:cubicBezTo>
                    <a:cubicBezTo>
                      <a:pt x="732" y="65"/>
                      <a:pt x="732" y="65"/>
                      <a:pt x="732" y="65"/>
                    </a:cubicBezTo>
                    <a:cubicBezTo>
                      <a:pt x="733" y="64"/>
                      <a:pt x="733" y="64"/>
                      <a:pt x="733" y="64"/>
                    </a:cubicBezTo>
                    <a:cubicBezTo>
                      <a:pt x="733" y="62"/>
                      <a:pt x="733" y="62"/>
                      <a:pt x="733" y="62"/>
                    </a:cubicBezTo>
                    <a:cubicBezTo>
                      <a:pt x="730" y="63"/>
                      <a:pt x="730" y="63"/>
                      <a:pt x="730" y="63"/>
                    </a:cubicBezTo>
                    <a:cubicBezTo>
                      <a:pt x="730" y="65"/>
                      <a:pt x="730" y="65"/>
                      <a:pt x="730" y="65"/>
                    </a:cubicBezTo>
                    <a:cubicBezTo>
                      <a:pt x="729" y="66"/>
                      <a:pt x="729" y="66"/>
                      <a:pt x="729" y="66"/>
                    </a:cubicBezTo>
                    <a:cubicBezTo>
                      <a:pt x="727" y="64"/>
                      <a:pt x="727" y="64"/>
                      <a:pt x="727" y="64"/>
                    </a:cubicBezTo>
                    <a:cubicBezTo>
                      <a:pt x="724" y="64"/>
                      <a:pt x="724" y="64"/>
                      <a:pt x="724" y="64"/>
                    </a:cubicBezTo>
                    <a:cubicBezTo>
                      <a:pt x="723" y="66"/>
                      <a:pt x="723" y="66"/>
                      <a:pt x="723" y="66"/>
                    </a:cubicBezTo>
                    <a:cubicBezTo>
                      <a:pt x="723" y="68"/>
                      <a:pt x="723" y="68"/>
                      <a:pt x="723" y="68"/>
                    </a:cubicBezTo>
                    <a:cubicBezTo>
                      <a:pt x="722" y="70"/>
                      <a:pt x="722" y="70"/>
                      <a:pt x="722" y="70"/>
                    </a:cubicBezTo>
                    <a:cubicBezTo>
                      <a:pt x="723" y="72"/>
                      <a:pt x="723" y="72"/>
                      <a:pt x="723" y="72"/>
                    </a:cubicBezTo>
                    <a:cubicBezTo>
                      <a:pt x="725" y="73"/>
                      <a:pt x="725" y="73"/>
                      <a:pt x="725" y="73"/>
                    </a:cubicBezTo>
                    <a:cubicBezTo>
                      <a:pt x="728" y="72"/>
                      <a:pt x="728" y="72"/>
                      <a:pt x="728" y="72"/>
                    </a:cubicBezTo>
                    <a:cubicBezTo>
                      <a:pt x="728" y="71"/>
                      <a:pt x="728" y="71"/>
                      <a:pt x="728" y="71"/>
                    </a:cubicBezTo>
                    <a:cubicBezTo>
                      <a:pt x="730" y="69"/>
                      <a:pt x="730" y="69"/>
                      <a:pt x="730" y="69"/>
                    </a:cubicBezTo>
                    <a:cubicBezTo>
                      <a:pt x="730" y="70"/>
                      <a:pt x="730" y="70"/>
                      <a:pt x="730" y="70"/>
                    </a:cubicBezTo>
                    <a:cubicBezTo>
                      <a:pt x="730" y="71"/>
                      <a:pt x="730" y="71"/>
                      <a:pt x="730" y="71"/>
                    </a:cubicBezTo>
                    <a:cubicBezTo>
                      <a:pt x="727" y="73"/>
                      <a:pt x="727" y="73"/>
                      <a:pt x="727" y="73"/>
                    </a:cubicBezTo>
                    <a:cubicBezTo>
                      <a:pt x="728" y="75"/>
                      <a:pt x="728" y="75"/>
                      <a:pt x="728" y="75"/>
                    </a:cubicBezTo>
                    <a:cubicBezTo>
                      <a:pt x="727" y="76"/>
                      <a:pt x="727" y="76"/>
                      <a:pt x="727" y="76"/>
                    </a:cubicBezTo>
                    <a:cubicBezTo>
                      <a:pt x="726" y="76"/>
                      <a:pt x="726" y="76"/>
                      <a:pt x="726" y="76"/>
                    </a:cubicBezTo>
                    <a:cubicBezTo>
                      <a:pt x="724" y="75"/>
                      <a:pt x="724" y="75"/>
                      <a:pt x="724" y="75"/>
                    </a:cubicBezTo>
                    <a:cubicBezTo>
                      <a:pt x="724" y="76"/>
                      <a:pt x="724" y="76"/>
                      <a:pt x="724" y="76"/>
                    </a:cubicBezTo>
                    <a:cubicBezTo>
                      <a:pt x="724" y="78"/>
                      <a:pt x="724" y="78"/>
                      <a:pt x="724" y="78"/>
                    </a:cubicBezTo>
                    <a:cubicBezTo>
                      <a:pt x="724" y="79"/>
                      <a:pt x="724" y="79"/>
                      <a:pt x="724" y="79"/>
                    </a:cubicBezTo>
                    <a:cubicBezTo>
                      <a:pt x="721" y="81"/>
                      <a:pt x="721" y="81"/>
                      <a:pt x="721" y="81"/>
                    </a:cubicBezTo>
                    <a:cubicBezTo>
                      <a:pt x="722" y="82"/>
                      <a:pt x="722" y="82"/>
                      <a:pt x="722" y="82"/>
                    </a:cubicBezTo>
                    <a:cubicBezTo>
                      <a:pt x="722" y="83"/>
                      <a:pt x="722" y="83"/>
                      <a:pt x="722" y="83"/>
                    </a:cubicBezTo>
                    <a:cubicBezTo>
                      <a:pt x="721" y="83"/>
                      <a:pt x="721" y="83"/>
                      <a:pt x="721" y="83"/>
                    </a:cubicBezTo>
                    <a:cubicBezTo>
                      <a:pt x="718" y="84"/>
                      <a:pt x="718" y="84"/>
                      <a:pt x="718" y="84"/>
                    </a:cubicBezTo>
                    <a:cubicBezTo>
                      <a:pt x="716" y="85"/>
                      <a:pt x="716" y="85"/>
                      <a:pt x="716" y="85"/>
                    </a:cubicBezTo>
                    <a:cubicBezTo>
                      <a:pt x="713" y="85"/>
                      <a:pt x="713" y="85"/>
                      <a:pt x="713" y="85"/>
                    </a:cubicBezTo>
                    <a:cubicBezTo>
                      <a:pt x="712" y="87"/>
                      <a:pt x="712" y="87"/>
                      <a:pt x="712" y="87"/>
                    </a:cubicBezTo>
                    <a:cubicBezTo>
                      <a:pt x="712" y="85"/>
                      <a:pt x="712" y="85"/>
                      <a:pt x="712" y="85"/>
                    </a:cubicBezTo>
                    <a:cubicBezTo>
                      <a:pt x="712" y="84"/>
                      <a:pt x="712" y="84"/>
                      <a:pt x="712" y="84"/>
                    </a:cubicBezTo>
                    <a:cubicBezTo>
                      <a:pt x="714" y="83"/>
                      <a:pt x="714" y="83"/>
                      <a:pt x="714" y="83"/>
                    </a:cubicBezTo>
                    <a:cubicBezTo>
                      <a:pt x="714" y="81"/>
                      <a:pt x="714" y="81"/>
                      <a:pt x="714" y="81"/>
                    </a:cubicBezTo>
                    <a:cubicBezTo>
                      <a:pt x="713" y="78"/>
                      <a:pt x="713" y="78"/>
                      <a:pt x="713" y="78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7" y="76"/>
                      <a:pt x="717" y="76"/>
                      <a:pt x="717" y="76"/>
                    </a:cubicBezTo>
                    <a:cubicBezTo>
                      <a:pt x="718" y="73"/>
                      <a:pt x="718" y="73"/>
                      <a:pt x="718" y="73"/>
                    </a:cubicBezTo>
                    <a:cubicBezTo>
                      <a:pt x="718" y="71"/>
                      <a:pt x="718" y="71"/>
                      <a:pt x="718" y="71"/>
                    </a:cubicBezTo>
                    <a:cubicBezTo>
                      <a:pt x="717" y="70"/>
                      <a:pt x="717" y="70"/>
                      <a:pt x="717" y="70"/>
                    </a:cubicBezTo>
                    <a:cubicBezTo>
                      <a:pt x="718" y="67"/>
                      <a:pt x="718" y="67"/>
                      <a:pt x="718" y="67"/>
                    </a:cubicBezTo>
                    <a:cubicBezTo>
                      <a:pt x="719" y="65"/>
                      <a:pt x="719" y="65"/>
                      <a:pt x="719" y="65"/>
                    </a:cubicBezTo>
                    <a:cubicBezTo>
                      <a:pt x="721" y="63"/>
                      <a:pt x="721" y="63"/>
                      <a:pt x="721" y="63"/>
                    </a:cubicBezTo>
                    <a:cubicBezTo>
                      <a:pt x="720" y="60"/>
                      <a:pt x="720" y="60"/>
                      <a:pt x="720" y="60"/>
                    </a:cubicBezTo>
                    <a:cubicBezTo>
                      <a:pt x="719" y="60"/>
                      <a:pt x="719" y="60"/>
                      <a:pt x="719" y="60"/>
                    </a:cubicBezTo>
                    <a:cubicBezTo>
                      <a:pt x="720" y="59"/>
                      <a:pt x="720" y="59"/>
                      <a:pt x="720" y="59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6"/>
                      <a:pt x="721" y="56"/>
                      <a:pt x="721" y="56"/>
                    </a:cubicBezTo>
                    <a:cubicBezTo>
                      <a:pt x="723" y="53"/>
                      <a:pt x="723" y="53"/>
                      <a:pt x="723" y="53"/>
                    </a:cubicBezTo>
                    <a:cubicBezTo>
                      <a:pt x="722" y="53"/>
                      <a:pt x="722" y="53"/>
                      <a:pt x="722" y="53"/>
                    </a:cubicBezTo>
                    <a:cubicBezTo>
                      <a:pt x="723" y="52"/>
                      <a:pt x="723" y="52"/>
                      <a:pt x="723" y="52"/>
                    </a:cubicBezTo>
                    <a:cubicBezTo>
                      <a:pt x="725" y="51"/>
                      <a:pt x="725" y="51"/>
                      <a:pt x="725" y="51"/>
                    </a:cubicBezTo>
                    <a:cubicBezTo>
                      <a:pt x="725" y="49"/>
                      <a:pt x="725" y="49"/>
                      <a:pt x="725" y="49"/>
                    </a:cubicBezTo>
                    <a:cubicBezTo>
                      <a:pt x="724" y="48"/>
                      <a:pt x="724" y="48"/>
                      <a:pt x="724" y="48"/>
                    </a:cubicBezTo>
                    <a:cubicBezTo>
                      <a:pt x="723" y="48"/>
                      <a:pt x="723" y="48"/>
                      <a:pt x="723" y="48"/>
                    </a:cubicBezTo>
                    <a:cubicBezTo>
                      <a:pt x="725" y="46"/>
                      <a:pt x="725" y="46"/>
                      <a:pt x="725" y="46"/>
                    </a:cubicBezTo>
                    <a:cubicBezTo>
                      <a:pt x="724" y="44"/>
                      <a:pt x="724" y="44"/>
                      <a:pt x="724" y="44"/>
                    </a:cubicBezTo>
                    <a:cubicBezTo>
                      <a:pt x="725" y="44"/>
                      <a:pt x="725" y="44"/>
                      <a:pt x="725" y="44"/>
                    </a:cubicBezTo>
                    <a:cubicBezTo>
                      <a:pt x="725" y="43"/>
                      <a:pt x="725" y="43"/>
                      <a:pt x="725" y="43"/>
                    </a:cubicBezTo>
                    <a:cubicBezTo>
                      <a:pt x="726" y="41"/>
                      <a:pt x="726" y="41"/>
                      <a:pt x="726" y="41"/>
                    </a:cubicBezTo>
                    <a:cubicBezTo>
                      <a:pt x="727" y="38"/>
                      <a:pt x="727" y="38"/>
                      <a:pt x="727" y="38"/>
                    </a:cubicBezTo>
                    <a:cubicBezTo>
                      <a:pt x="726" y="35"/>
                      <a:pt x="726" y="35"/>
                      <a:pt x="726" y="35"/>
                    </a:cubicBezTo>
                    <a:cubicBezTo>
                      <a:pt x="725" y="33"/>
                      <a:pt x="725" y="33"/>
                      <a:pt x="725" y="33"/>
                    </a:cubicBezTo>
                    <a:cubicBezTo>
                      <a:pt x="725" y="32"/>
                      <a:pt x="725" y="32"/>
                      <a:pt x="725" y="32"/>
                    </a:cubicBezTo>
                    <a:cubicBezTo>
                      <a:pt x="725" y="31"/>
                      <a:pt x="725" y="31"/>
                      <a:pt x="725" y="31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31"/>
                      <a:pt x="723" y="31"/>
                      <a:pt x="723" y="31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28"/>
                      <a:pt x="723" y="28"/>
                      <a:pt x="723" y="28"/>
                    </a:cubicBezTo>
                    <a:cubicBezTo>
                      <a:pt x="722" y="27"/>
                      <a:pt x="722" y="27"/>
                      <a:pt x="722" y="27"/>
                    </a:cubicBezTo>
                    <a:cubicBezTo>
                      <a:pt x="722" y="25"/>
                      <a:pt x="722" y="25"/>
                      <a:pt x="722" y="25"/>
                    </a:cubicBezTo>
                    <a:cubicBezTo>
                      <a:pt x="721" y="24"/>
                      <a:pt x="721" y="24"/>
                      <a:pt x="721" y="24"/>
                    </a:cubicBezTo>
                    <a:cubicBezTo>
                      <a:pt x="720" y="23"/>
                      <a:pt x="720" y="23"/>
                      <a:pt x="720" y="23"/>
                    </a:cubicBezTo>
                    <a:cubicBezTo>
                      <a:pt x="719" y="23"/>
                      <a:pt x="719" y="23"/>
                      <a:pt x="719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7" y="22"/>
                      <a:pt x="717" y="22"/>
                      <a:pt x="717" y="22"/>
                    </a:cubicBezTo>
                    <a:cubicBezTo>
                      <a:pt x="715" y="20"/>
                      <a:pt x="715" y="20"/>
                      <a:pt x="715" y="20"/>
                    </a:cubicBezTo>
                    <a:cubicBezTo>
                      <a:pt x="715" y="19"/>
                      <a:pt x="715" y="19"/>
                      <a:pt x="715" y="19"/>
                    </a:cubicBezTo>
                    <a:cubicBezTo>
                      <a:pt x="714" y="18"/>
                      <a:pt x="714" y="18"/>
                      <a:pt x="714" y="18"/>
                    </a:cubicBezTo>
                    <a:cubicBezTo>
                      <a:pt x="713" y="16"/>
                      <a:pt x="713" y="16"/>
                      <a:pt x="713" y="16"/>
                    </a:cubicBezTo>
                    <a:cubicBezTo>
                      <a:pt x="711" y="16"/>
                      <a:pt x="711" y="16"/>
                      <a:pt x="711" y="16"/>
                    </a:cubicBezTo>
                    <a:cubicBezTo>
                      <a:pt x="710" y="17"/>
                      <a:pt x="710" y="17"/>
                      <a:pt x="710" y="17"/>
                    </a:cubicBezTo>
                    <a:cubicBezTo>
                      <a:pt x="710" y="20"/>
                      <a:pt x="710" y="20"/>
                      <a:pt x="710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1" y="21"/>
                      <a:pt x="711" y="21"/>
                      <a:pt x="711" y="21"/>
                    </a:cubicBezTo>
                    <a:cubicBezTo>
                      <a:pt x="711" y="22"/>
                      <a:pt x="711" y="22"/>
                      <a:pt x="711" y="22"/>
                    </a:cubicBezTo>
                    <a:cubicBezTo>
                      <a:pt x="709" y="19"/>
                      <a:pt x="709" y="19"/>
                      <a:pt x="709" y="19"/>
                    </a:cubicBezTo>
                    <a:cubicBezTo>
                      <a:pt x="709" y="18"/>
                      <a:pt x="709" y="18"/>
                      <a:pt x="709" y="18"/>
                    </a:cubicBezTo>
                    <a:cubicBezTo>
                      <a:pt x="708" y="16"/>
                      <a:pt x="708" y="16"/>
                      <a:pt x="708" y="16"/>
                    </a:cubicBezTo>
                    <a:cubicBezTo>
                      <a:pt x="707" y="16"/>
                      <a:pt x="707" y="16"/>
                      <a:pt x="707" y="16"/>
                    </a:cubicBezTo>
                    <a:cubicBezTo>
                      <a:pt x="701" y="13"/>
                      <a:pt x="701" y="13"/>
                      <a:pt x="701" y="13"/>
                    </a:cubicBezTo>
                    <a:cubicBezTo>
                      <a:pt x="700" y="12"/>
                      <a:pt x="700" y="12"/>
                      <a:pt x="700" y="12"/>
                    </a:cubicBezTo>
                    <a:cubicBezTo>
                      <a:pt x="699" y="12"/>
                      <a:pt x="699" y="12"/>
                      <a:pt x="699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7" y="11"/>
                      <a:pt x="697" y="11"/>
                      <a:pt x="697" y="11"/>
                    </a:cubicBezTo>
                    <a:cubicBezTo>
                      <a:pt x="696" y="9"/>
                      <a:pt x="696" y="9"/>
                      <a:pt x="696" y="9"/>
                    </a:cubicBezTo>
                    <a:cubicBezTo>
                      <a:pt x="694" y="10"/>
                      <a:pt x="694" y="10"/>
                      <a:pt x="694" y="10"/>
                    </a:cubicBezTo>
                    <a:cubicBezTo>
                      <a:pt x="694" y="9"/>
                      <a:pt x="694" y="9"/>
                      <a:pt x="694" y="9"/>
                    </a:cubicBezTo>
                    <a:cubicBezTo>
                      <a:pt x="692" y="10"/>
                      <a:pt x="692" y="10"/>
                      <a:pt x="692" y="10"/>
                    </a:cubicBezTo>
                    <a:cubicBezTo>
                      <a:pt x="691" y="10"/>
                      <a:pt x="691" y="10"/>
                      <a:pt x="691" y="10"/>
                    </a:cubicBezTo>
                    <a:cubicBezTo>
                      <a:pt x="690" y="10"/>
                      <a:pt x="690" y="10"/>
                      <a:pt x="690" y="10"/>
                    </a:cubicBezTo>
                    <a:cubicBezTo>
                      <a:pt x="689" y="12"/>
                      <a:pt x="689" y="12"/>
                      <a:pt x="689" y="12"/>
                    </a:cubicBezTo>
                    <a:cubicBezTo>
                      <a:pt x="688" y="13"/>
                      <a:pt x="688" y="13"/>
                      <a:pt x="688" y="13"/>
                    </a:cubicBezTo>
                    <a:cubicBezTo>
                      <a:pt x="687" y="13"/>
                      <a:pt x="687" y="13"/>
                      <a:pt x="687" y="13"/>
                    </a:cubicBezTo>
                    <a:cubicBezTo>
                      <a:pt x="685" y="13"/>
                      <a:pt x="685" y="13"/>
                      <a:pt x="685" y="13"/>
                    </a:cubicBezTo>
                    <a:cubicBezTo>
                      <a:pt x="683" y="15"/>
                      <a:pt x="683" y="15"/>
                      <a:pt x="683" y="15"/>
                    </a:cubicBezTo>
                    <a:cubicBezTo>
                      <a:pt x="681" y="15"/>
                      <a:pt x="681" y="15"/>
                      <a:pt x="681" y="15"/>
                    </a:cubicBezTo>
                    <a:cubicBezTo>
                      <a:pt x="680" y="15"/>
                      <a:pt x="680" y="15"/>
                      <a:pt x="680" y="15"/>
                    </a:cubicBezTo>
                    <a:cubicBezTo>
                      <a:pt x="679" y="15"/>
                      <a:pt x="679" y="15"/>
                      <a:pt x="679" y="15"/>
                    </a:cubicBezTo>
                    <a:cubicBezTo>
                      <a:pt x="678" y="15"/>
                      <a:pt x="678" y="15"/>
                      <a:pt x="678" y="15"/>
                    </a:cubicBezTo>
                    <a:cubicBezTo>
                      <a:pt x="677" y="16"/>
                      <a:pt x="677" y="16"/>
                      <a:pt x="677" y="16"/>
                    </a:cubicBezTo>
                    <a:cubicBezTo>
                      <a:pt x="677" y="18"/>
                      <a:pt x="677" y="18"/>
                      <a:pt x="677" y="18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80" y="20"/>
                      <a:pt x="680" y="20"/>
                      <a:pt x="680" y="20"/>
                    </a:cubicBezTo>
                    <a:cubicBezTo>
                      <a:pt x="680" y="22"/>
                      <a:pt x="680" y="22"/>
                      <a:pt x="680" y="22"/>
                    </a:cubicBezTo>
                    <a:cubicBezTo>
                      <a:pt x="679" y="24"/>
                      <a:pt x="679" y="24"/>
                      <a:pt x="679" y="24"/>
                    </a:cubicBezTo>
                    <a:cubicBezTo>
                      <a:pt x="677" y="24"/>
                      <a:pt x="677" y="24"/>
                      <a:pt x="677" y="24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4" y="26"/>
                      <a:pt x="674" y="26"/>
                      <a:pt x="674" y="26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5" y="24"/>
                      <a:pt x="675" y="24"/>
                      <a:pt x="675" y="24"/>
                    </a:cubicBezTo>
                    <a:cubicBezTo>
                      <a:pt x="673" y="21"/>
                      <a:pt x="673" y="21"/>
                      <a:pt x="673" y="21"/>
                    </a:cubicBezTo>
                    <a:cubicBezTo>
                      <a:pt x="674" y="19"/>
                      <a:pt x="674" y="19"/>
                      <a:pt x="674" y="19"/>
                    </a:cubicBezTo>
                    <a:cubicBezTo>
                      <a:pt x="674" y="18"/>
                      <a:pt x="674" y="18"/>
                      <a:pt x="674" y="18"/>
                    </a:cubicBezTo>
                    <a:cubicBezTo>
                      <a:pt x="675" y="17"/>
                      <a:pt x="675" y="17"/>
                      <a:pt x="675" y="17"/>
                    </a:cubicBezTo>
                    <a:cubicBezTo>
                      <a:pt x="674" y="14"/>
                      <a:pt x="674" y="14"/>
                      <a:pt x="674" y="14"/>
                    </a:cubicBezTo>
                    <a:cubicBezTo>
                      <a:pt x="674" y="13"/>
                      <a:pt x="674" y="13"/>
                      <a:pt x="674" y="13"/>
                    </a:cubicBezTo>
                    <a:cubicBezTo>
                      <a:pt x="671" y="10"/>
                      <a:pt x="671" y="10"/>
                      <a:pt x="671" y="10"/>
                    </a:cubicBezTo>
                    <a:cubicBezTo>
                      <a:pt x="670" y="11"/>
                      <a:pt x="670" y="11"/>
                      <a:pt x="670" y="11"/>
                    </a:cubicBezTo>
                    <a:cubicBezTo>
                      <a:pt x="669" y="10"/>
                      <a:pt x="669" y="10"/>
                      <a:pt x="669" y="10"/>
                    </a:cubicBezTo>
                    <a:cubicBezTo>
                      <a:pt x="668" y="10"/>
                      <a:pt x="668" y="10"/>
                      <a:pt x="668" y="10"/>
                    </a:cubicBezTo>
                    <a:cubicBezTo>
                      <a:pt x="667" y="12"/>
                      <a:pt x="667" y="12"/>
                      <a:pt x="667" y="12"/>
                    </a:cubicBezTo>
                    <a:cubicBezTo>
                      <a:pt x="666" y="12"/>
                      <a:pt x="666" y="12"/>
                      <a:pt x="666" y="12"/>
                    </a:cubicBezTo>
                    <a:cubicBezTo>
                      <a:pt x="665" y="11"/>
                      <a:pt x="665" y="11"/>
                      <a:pt x="665" y="11"/>
                    </a:cubicBezTo>
                    <a:cubicBezTo>
                      <a:pt x="663" y="12"/>
                      <a:pt x="663" y="12"/>
                      <a:pt x="663" y="12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3" y="13"/>
                      <a:pt x="663" y="13"/>
                      <a:pt x="663" y="13"/>
                    </a:cubicBezTo>
                    <a:cubicBezTo>
                      <a:pt x="663" y="11"/>
                      <a:pt x="663" y="11"/>
                      <a:pt x="663" y="11"/>
                    </a:cubicBezTo>
                    <a:cubicBezTo>
                      <a:pt x="661" y="10"/>
                      <a:pt x="661" y="10"/>
                      <a:pt x="661" y="10"/>
                    </a:cubicBezTo>
                    <a:cubicBezTo>
                      <a:pt x="658" y="14"/>
                      <a:pt x="658" y="14"/>
                      <a:pt x="658" y="14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4"/>
                      <a:pt x="655" y="14"/>
                      <a:pt x="655" y="14"/>
                    </a:cubicBezTo>
                    <a:cubicBezTo>
                      <a:pt x="657" y="14"/>
                      <a:pt x="657" y="14"/>
                      <a:pt x="657" y="14"/>
                    </a:cubicBezTo>
                    <a:cubicBezTo>
                      <a:pt x="659" y="11"/>
                      <a:pt x="659" y="11"/>
                      <a:pt x="659" y="11"/>
                    </a:cubicBezTo>
                    <a:cubicBezTo>
                      <a:pt x="658" y="10"/>
                      <a:pt x="658" y="10"/>
                      <a:pt x="658" y="10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61" y="7"/>
                      <a:pt x="661" y="7"/>
                      <a:pt x="661" y="7"/>
                    </a:cubicBezTo>
                    <a:cubicBezTo>
                      <a:pt x="660" y="6"/>
                      <a:pt x="660" y="6"/>
                      <a:pt x="660" y="6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7" y="2"/>
                      <a:pt x="657" y="2"/>
                      <a:pt x="657" y="2"/>
                    </a:cubicBezTo>
                    <a:cubicBezTo>
                      <a:pt x="656" y="2"/>
                      <a:pt x="656" y="2"/>
                      <a:pt x="656" y="2"/>
                    </a:cubicBezTo>
                    <a:cubicBezTo>
                      <a:pt x="654" y="4"/>
                      <a:pt x="654" y="4"/>
                      <a:pt x="654" y="4"/>
                    </a:cubicBezTo>
                    <a:cubicBezTo>
                      <a:pt x="653" y="3"/>
                      <a:pt x="653" y="3"/>
                      <a:pt x="653" y="3"/>
                    </a:cubicBezTo>
                    <a:cubicBezTo>
                      <a:pt x="652" y="1"/>
                      <a:pt x="652" y="1"/>
                      <a:pt x="652" y="1"/>
                    </a:cubicBezTo>
                    <a:cubicBezTo>
                      <a:pt x="650" y="1"/>
                      <a:pt x="650" y="1"/>
                      <a:pt x="650" y="1"/>
                    </a:cubicBezTo>
                    <a:cubicBezTo>
                      <a:pt x="649" y="2"/>
                      <a:pt x="649" y="2"/>
                      <a:pt x="649" y="2"/>
                    </a:cubicBezTo>
                    <a:cubicBezTo>
                      <a:pt x="647" y="1"/>
                      <a:pt x="647" y="1"/>
                      <a:pt x="647" y="1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43" y="3"/>
                      <a:pt x="643" y="3"/>
                      <a:pt x="643" y="3"/>
                    </a:cubicBezTo>
                    <a:cubicBezTo>
                      <a:pt x="643" y="4"/>
                      <a:pt x="643" y="4"/>
                      <a:pt x="643" y="4"/>
                    </a:cubicBezTo>
                    <a:cubicBezTo>
                      <a:pt x="641" y="4"/>
                      <a:pt x="641" y="4"/>
                      <a:pt x="641" y="4"/>
                    </a:cubicBezTo>
                    <a:cubicBezTo>
                      <a:pt x="642" y="6"/>
                      <a:pt x="642" y="6"/>
                      <a:pt x="642" y="6"/>
                    </a:cubicBezTo>
                    <a:cubicBezTo>
                      <a:pt x="641" y="7"/>
                      <a:pt x="641" y="7"/>
                      <a:pt x="641" y="7"/>
                    </a:cubicBezTo>
                    <a:cubicBezTo>
                      <a:pt x="641" y="10"/>
                      <a:pt x="641" y="10"/>
                      <a:pt x="641" y="10"/>
                    </a:cubicBezTo>
                    <a:cubicBezTo>
                      <a:pt x="641" y="11"/>
                      <a:pt x="641" y="11"/>
                      <a:pt x="641" y="11"/>
                    </a:cubicBezTo>
                    <a:cubicBezTo>
                      <a:pt x="640" y="13"/>
                      <a:pt x="640" y="13"/>
                      <a:pt x="640" y="13"/>
                    </a:cubicBezTo>
                    <a:cubicBezTo>
                      <a:pt x="640" y="20"/>
                      <a:pt x="640" y="20"/>
                      <a:pt x="640" y="20"/>
                    </a:cubicBezTo>
                    <a:cubicBezTo>
                      <a:pt x="641" y="22"/>
                      <a:pt x="641" y="22"/>
                      <a:pt x="641" y="22"/>
                    </a:cubicBezTo>
                    <a:cubicBezTo>
                      <a:pt x="641" y="23"/>
                      <a:pt x="641" y="23"/>
                      <a:pt x="641" y="23"/>
                    </a:cubicBezTo>
                    <a:cubicBezTo>
                      <a:pt x="640" y="23"/>
                      <a:pt x="640" y="23"/>
                      <a:pt x="640" y="23"/>
                    </a:cubicBezTo>
                    <a:cubicBezTo>
                      <a:pt x="640" y="25"/>
                      <a:pt x="640" y="25"/>
                      <a:pt x="640" y="25"/>
                    </a:cubicBezTo>
                    <a:cubicBezTo>
                      <a:pt x="642" y="27"/>
                      <a:pt x="642" y="27"/>
                      <a:pt x="642" y="27"/>
                    </a:cubicBezTo>
                    <a:cubicBezTo>
                      <a:pt x="643" y="27"/>
                      <a:pt x="643" y="27"/>
                      <a:pt x="643" y="27"/>
                    </a:cubicBezTo>
                    <a:cubicBezTo>
                      <a:pt x="645" y="29"/>
                      <a:pt x="645" y="29"/>
                      <a:pt x="645" y="29"/>
                    </a:cubicBezTo>
                    <a:cubicBezTo>
                      <a:pt x="646" y="30"/>
                      <a:pt x="646" y="30"/>
                      <a:pt x="646" y="30"/>
                    </a:cubicBezTo>
                    <a:cubicBezTo>
                      <a:pt x="645" y="30"/>
                      <a:pt x="645" y="30"/>
                      <a:pt x="645" y="30"/>
                    </a:cubicBezTo>
                    <a:cubicBezTo>
                      <a:pt x="645" y="32"/>
                      <a:pt x="645" y="32"/>
                      <a:pt x="645" y="32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49" y="34"/>
                      <a:pt x="649" y="34"/>
                      <a:pt x="649" y="34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53" y="34"/>
                      <a:pt x="653" y="34"/>
                      <a:pt x="653" y="34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4" y="35"/>
                      <a:pt x="654" y="35"/>
                      <a:pt x="654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47" y="36"/>
                      <a:pt x="647" y="36"/>
                      <a:pt x="647" y="36"/>
                    </a:cubicBezTo>
                    <a:cubicBezTo>
                      <a:pt x="646" y="35"/>
                      <a:pt x="646" y="35"/>
                      <a:pt x="646" y="35"/>
                    </a:cubicBezTo>
                    <a:cubicBezTo>
                      <a:pt x="644" y="36"/>
                      <a:pt x="644" y="36"/>
                      <a:pt x="644" y="36"/>
                    </a:cubicBezTo>
                    <a:cubicBezTo>
                      <a:pt x="643" y="35"/>
                      <a:pt x="643" y="35"/>
                      <a:pt x="643" y="35"/>
                    </a:cubicBezTo>
                    <a:cubicBezTo>
                      <a:pt x="641" y="35"/>
                      <a:pt x="641" y="35"/>
                      <a:pt x="641" y="35"/>
                    </a:cubicBezTo>
                    <a:cubicBezTo>
                      <a:pt x="640" y="36"/>
                      <a:pt x="640" y="36"/>
                      <a:pt x="640" y="36"/>
                    </a:cubicBezTo>
                    <a:cubicBezTo>
                      <a:pt x="637" y="36"/>
                      <a:pt x="637" y="36"/>
                      <a:pt x="637" y="36"/>
                    </a:cubicBezTo>
                    <a:cubicBezTo>
                      <a:pt x="636" y="38"/>
                      <a:pt x="636" y="38"/>
                      <a:pt x="636" y="38"/>
                    </a:cubicBezTo>
                    <a:cubicBezTo>
                      <a:pt x="636" y="39"/>
                      <a:pt x="636" y="39"/>
                      <a:pt x="636" y="39"/>
                    </a:cubicBezTo>
                    <a:cubicBezTo>
                      <a:pt x="638" y="40"/>
                      <a:pt x="638" y="40"/>
                      <a:pt x="638" y="40"/>
                    </a:cubicBezTo>
                    <a:cubicBezTo>
                      <a:pt x="638" y="41"/>
                      <a:pt x="638" y="41"/>
                      <a:pt x="638" y="41"/>
                    </a:cubicBezTo>
                    <a:cubicBezTo>
                      <a:pt x="640" y="41"/>
                      <a:pt x="640" y="41"/>
                      <a:pt x="640" y="41"/>
                    </a:cubicBezTo>
                    <a:cubicBezTo>
                      <a:pt x="641" y="41"/>
                      <a:pt x="641" y="41"/>
                      <a:pt x="641" y="41"/>
                    </a:cubicBezTo>
                    <a:cubicBezTo>
                      <a:pt x="639" y="42"/>
                      <a:pt x="639" y="42"/>
                      <a:pt x="639" y="42"/>
                    </a:cubicBezTo>
                    <a:cubicBezTo>
                      <a:pt x="637" y="42"/>
                      <a:pt x="637" y="42"/>
                      <a:pt x="637" y="42"/>
                    </a:cubicBezTo>
                    <a:cubicBezTo>
                      <a:pt x="635" y="44"/>
                      <a:pt x="635" y="44"/>
                      <a:pt x="635" y="44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4" y="45"/>
                      <a:pt x="634" y="45"/>
                      <a:pt x="634" y="45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4" y="48"/>
                      <a:pt x="634" y="48"/>
                      <a:pt x="634" y="48"/>
                    </a:cubicBezTo>
                    <a:cubicBezTo>
                      <a:pt x="634" y="47"/>
                      <a:pt x="634" y="47"/>
                      <a:pt x="634" y="47"/>
                    </a:cubicBezTo>
                    <a:cubicBezTo>
                      <a:pt x="633" y="47"/>
                      <a:pt x="633" y="47"/>
                      <a:pt x="633" y="47"/>
                    </a:cubicBezTo>
                    <a:cubicBezTo>
                      <a:pt x="631" y="48"/>
                      <a:pt x="631" y="48"/>
                      <a:pt x="631" y="48"/>
                    </a:cubicBezTo>
                    <a:cubicBezTo>
                      <a:pt x="632" y="50"/>
                      <a:pt x="632" y="50"/>
                      <a:pt x="632" y="50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49"/>
                      <a:pt x="631" y="49"/>
                      <a:pt x="631" y="49"/>
                    </a:cubicBezTo>
                    <a:cubicBezTo>
                      <a:pt x="629" y="47"/>
                      <a:pt x="629" y="47"/>
                      <a:pt x="629" y="47"/>
                    </a:cubicBezTo>
                    <a:cubicBezTo>
                      <a:pt x="628" y="48"/>
                      <a:pt x="628" y="48"/>
                      <a:pt x="628" y="48"/>
                    </a:cubicBezTo>
                    <a:cubicBezTo>
                      <a:pt x="628" y="50"/>
                      <a:pt x="628" y="50"/>
                      <a:pt x="628" y="50"/>
                    </a:cubicBezTo>
                    <a:cubicBezTo>
                      <a:pt x="627" y="52"/>
                      <a:pt x="627" y="52"/>
                      <a:pt x="627" y="52"/>
                    </a:cubicBezTo>
                    <a:cubicBezTo>
                      <a:pt x="627" y="53"/>
                      <a:pt x="627" y="53"/>
                      <a:pt x="627" y="53"/>
                    </a:cubicBezTo>
                    <a:cubicBezTo>
                      <a:pt x="626" y="53"/>
                      <a:pt x="626" y="53"/>
                      <a:pt x="626" y="53"/>
                    </a:cubicBezTo>
                    <a:cubicBezTo>
                      <a:pt x="626" y="52"/>
                      <a:pt x="626" y="52"/>
                      <a:pt x="626" y="52"/>
                    </a:cubicBezTo>
                    <a:cubicBezTo>
                      <a:pt x="628" y="49"/>
                      <a:pt x="628" y="49"/>
                      <a:pt x="628" y="49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6" y="47"/>
                      <a:pt x="626" y="47"/>
                      <a:pt x="626" y="47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8" y="47"/>
                      <a:pt x="628" y="47"/>
                      <a:pt x="628" y="47"/>
                    </a:cubicBezTo>
                    <a:cubicBezTo>
                      <a:pt x="629" y="45"/>
                      <a:pt x="629" y="45"/>
                      <a:pt x="629" y="45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8" y="42"/>
                      <a:pt x="628" y="42"/>
                      <a:pt x="628" y="42"/>
                    </a:cubicBezTo>
                    <a:cubicBezTo>
                      <a:pt x="626" y="42"/>
                      <a:pt x="626" y="42"/>
                      <a:pt x="626" y="42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4"/>
                      <a:pt x="625" y="44"/>
                      <a:pt x="625" y="44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3" y="43"/>
                      <a:pt x="623" y="43"/>
                      <a:pt x="623" y="43"/>
                    </a:cubicBezTo>
                    <a:cubicBezTo>
                      <a:pt x="623" y="44"/>
                      <a:pt x="623" y="44"/>
                      <a:pt x="623" y="44"/>
                    </a:cubicBezTo>
                    <a:cubicBezTo>
                      <a:pt x="622" y="44"/>
                      <a:pt x="622" y="44"/>
                      <a:pt x="622" y="44"/>
                    </a:cubicBezTo>
                    <a:cubicBezTo>
                      <a:pt x="621" y="44"/>
                      <a:pt x="621" y="44"/>
                      <a:pt x="621" y="44"/>
                    </a:cubicBezTo>
                    <a:cubicBezTo>
                      <a:pt x="620" y="45"/>
                      <a:pt x="620" y="45"/>
                      <a:pt x="620" y="45"/>
                    </a:cubicBezTo>
                    <a:cubicBezTo>
                      <a:pt x="621" y="47"/>
                      <a:pt x="621" y="47"/>
                      <a:pt x="621" y="47"/>
                    </a:cubicBezTo>
                    <a:cubicBezTo>
                      <a:pt x="622" y="46"/>
                      <a:pt x="622" y="46"/>
                      <a:pt x="622" y="46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1" y="48"/>
                      <a:pt x="621" y="48"/>
                      <a:pt x="621" y="48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17" y="49"/>
                      <a:pt x="617" y="49"/>
                      <a:pt x="617" y="49"/>
                    </a:cubicBezTo>
                    <a:cubicBezTo>
                      <a:pt x="616" y="49"/>
                      <a:pt x="616" y="49"/>
                      <a:pt x="616" y="49"/>
                    </a:cubicBezTo>
                    <a:cubicBezTo>
                      <a:pt x="615" y="48"/>
                      <a:pt x="615" y="48"/>
                      <a:pt x="615" y="48"/>
                    </a:cubicBezTo>
                    <a:cubicBezTo>
                      <a:pt x="611" y="48"/>
                      <a:pt x="611" y="48"/>
                      <a:pt x="611" y="48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3" y="51"/>
                      <a:pt x="613" y="51"/>
                      <a:pt x="613" y="51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2" y="49"/>
                      <a:pt x="612" y="49"/>
                      <a:pt x="612" y="49"/>
                    </a:cubicBezTo>
                    <a:cubicBezTo>
                      <a:pt x="611" y="51"/>
                      <a:pt x="611" y="51"/>
                      <a:pt x="611" y="51"/>
                    </a:cubicBezTo>
                    <a:cubicBezTo>
                      <a:pt x="610" y="52"/>
                      <a:pt x="610" y="52"/>
                      <a:pt x="610" y="52"/>
                    </a:cubicBezTo>
                    <a:cubicBezTo>
                      <a:pt x="610" y="55"/>
                      <a:pt x="610" y="55"/>
                      <a:pt x="610" y="55"/>
                    </a:cubicBezTo>
                    <a:cubicBezTo>
                      <a:pt x="611" y="57"/>
                      <a:pt x="611" y="57"/>
                      <a:pt x="611" y="57"/>
                    </a:cubicBezTo>
                    <a:cubicBezTo>
                      <a:pt x="613" y="55"/>
                      <a:pt x="613" y="55"/>
                      <a:pt x="613" y="55"/>
                    </a:cubicBezTo>
                    <a:cubicBezTo>
                      <a:pt x="614" y="56"/>
                      <a:pt x="614" y="56"/>
                      <a:pt x="614" y="56"/>
                    </a:cubicBezTo>
                    <a:cubicBezTo>
                      <a:pt x="616" y="54"/>
                      <a:pt x="616" y="54"/>
                      <a:pt x="616" y="54"/>
                    </a:cubicBezTo>
                    <a:cubicBezTo>
                      <a:pt x="617" y="54"/>
                      <a:pt x="617" y="54"/>
                      <a:pt x="617" y="54"/>
                    </a:cubicBezTo>
                    <a:cubicBezTo>
                      <a:pt x="616" y="55"/>
                      <a:pt x="616" y="55"/>
                      <a:pt x="616" y="55"/>
                    </a:cubicBezTo>
                    <a:cubicBezTo>
                      <a:pt x="612" y="57"/>
                      <a:pt x="612" y="57"/>
                      <a:pt x="612" y="57"/>
                    </a:cubicBezTo>
                    <a:cubicBezTo>
                      <a:pt x="612" y="58"/>
                      <a:pt x="612" y="58"/>
                      <a:pt x="612" y="58"/>
                    </a:cubicBezTo>
                    <a:cubicBezTo>
                      <a:pt x="610" y="59"/>
                      <a:pt x="610" y="59"/>
                      <a:pt x="610" y="59"/>
                    </a:cubicBezTo>
                    <a:cubicBezTo>
                      <a:pt x="606" y="60"/>
                      <a:pt x="606" y="60"/>
                      <a:pt x="606" y="60"/>
                    </a:cubicBezTo>
                    <a:cubicBezTo>
                      <a:pt x="606" y="61"/>
                      <a:pt x="606" y="61"/>
                      <a:pt x="606" y="61"/>
                    </a:cubicBezTo>
                    <a:cubicBezTo>
                      <a:pt x="606" y="62"/>
                      <a:pt x="606" y="62"/>
                      <a:pt x="606" y="62"/>
                    </a:cubicBezTo>
                    <a:cubicBezTo>
                      <a:pt x="605" y="62"/>
                      <a:pt x="605" y="62"/>
                      <a:pt x="605" y="62"/>
                    </a:cubicBezTo>
                    <a:cubicBezTo>
                      <a:pt x="603" y="62"/>
                      <a:pt x="603" y="62"/>
                      <a:pt x="603" y="62"/>
                    </a:cubicBezTo>
                    <a:cubicBezTo>
                      <a:pt x="602" y="62"/>
                      <a:pt x="602" y="62"/>
                      <a:pt x="602" y="62"/>
                    </a:cubicBezTo>
                    <a:cubicBezTo>
                      <a:pt x="602" y="63"/>
                      <a:pt x="602" y="63"/>
                      <a:pt x="602" y="63"/>
                    </a:cubicBezTo>
                    <a:cubicBezTo>
                      <a:pt x="599" y="64"/>
                      <a:pt x="599" y="64"/>
                      <a:pt x="599" y="64"/>
                    </a:cubicBezTo>
                    <a:cubicBezTo>
                      <a:pt x="598" y="65"/>
                      <a:pt x="598" y="65"/>
                      <a:pt x="598" y="65"/>
                    </a:cubicBezTo>
                    <a:cubicBezTo>
                      <a:pt x="599" y="66"/>
                      <a:pt x="599" y="66"/>
                      <a:pt x="599" y="66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7"/>
                      <a:pt x="598" y="67"/>
                      <a:pt x="598" y="67"/>
                    </a:cubicBezTo>
                    <a:cubicBezTo>
                      <a:pt x="596" y="67"/>
                      <a:pt x="596" y="67"/>
                      <a:pt x="596" y="67"/>
                    </a:cubicBezTo>
                    <a:cubicBezTo>
                      <a:pt x="595" y="69"/>
                      <a:pt x="595" y="69"/>
                      <a:pt x="595" y="69"/>
                    </a:cubicBezTo>
                    <a:cubicBezTo>
                      <a:pt x="595" y="70"/>
                      <a:pt x="595" y="70"/>
                      <a:pt x="595" y="70"/>
                    </a:cubicBezTo>
                    <a:cubicBezTo>
                      <a:pt x="594" y="71"/>
                      <a:pt x="594" y="71"/>
                      <a:pt x="594" y="71"/>
                    </a:cubicBezTo>
                    <a:cubicBezTo>
                      <a:pt x="594" y="72"/>
                      <a:pt x="594" y="72"/>
                      <a:pt x="594" y="72"/>
                    </a:cubicBezTo>
                    <a:cubicBezTo>
                      <a:pt x="593" y="74"/>
                      <a:pt x="593" y="74"/>
                      <a:pt x="593" y="74"/>
                    </a:cubicBezTo>
                    <a:cubicBezTo>
                      <a:pt x="593" y="75"/>
                      <a:pt x="593" y="75"/>
                      <a:pt x="593" y="75"/>
                    </a:cubicBezTo>
                    <a:cubicBezTo>
                      <a:pt x="592" y="75"/>
                      <a:pt x="592" y="75"/>
                      <a:pt x="592" y="75"/>
                    </a:cubicBezTo>
                    <a:cubicBezTo>
                      <a:pt x="589" y="75"/>
                      <a:pt x="589" y="75"/>
                      <a:pt x="589" y="75"/>
                    </a:cubicBezTo>
                    <a:cubicBezTo>
                      <a:pt x="587" y="77"/>
                      <a:pt x="587" y="77"/>
                      <a:pt x="587" y="77"/>
                    </a:cubicBezTo>
                    <a:cubicBezTo>
                      <a:pt x="587" y="79"/>
                      <a:pt x="587" y="79"/>
                      <a:pt x="587" y="79"/>
                    </a:cubicBezTo>
                    <a:cubicBezTo>
                      <a:pt x="588" y="79"/>
                      <a:pt x="588" y="79"/>
                      <a:pt x="588" y="79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6" y="80"/>
                      <a:pt x="586" y="80"/>
                      <a:pt x="586" y="80"/>
                    </a:cubicBezTo>
                    <a:cubicBezTo>
                      <a:pt x="585" y="80"/>
                      <a:pt x="585" y="80"/>
                      <a:pt x="585" y="80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4" y="82"/>
                      <a:pt x="584" y="82"/>
                      <a:pt x="584" y="82"/>
                    </a:cubicBezTo>
                    <a:cubicBezTo>
                      <a:pt x="583" y="83"/>
                      <a:pt x="583" y="83"/>
                      <a:pt x="583" y="83"/>
                    </a:cubicBezTo>
                    <a:cubicBezTo>
                      <a:pt x="585" y="84"/>
                      <a:pt x="585" y="84"/>
                      <a:pt x="585" y="84"/>
                    </a:cubicBezTo>
                    <a:cubicBezTo>
                      <a:pt x="585" y="85"/>
                      <a:pt x="585" y="85"/>
                      <a:pt x="585" y="85"/>
                    </a:cubicBezTo>
                    <a:cubicBezTo>
                      <a:pt x="584" y="86"/>
                      <a:pt x="584" y="86"/>
                      <a:pt x="584" y="86"/>
                    </a:cubicBezTo>
                    <a:cubicBezTo>
                      <a:pt x="585" y="88"/>
                      <a:pt x="585" y="88"/>
                      <a:pt x="585" y="88"/>
                    </a:cubicBezTo>
                    <a:cubicBezTo>
                      <a:pt x="587" y="88"/>
                      <a:pt x="587" y="88"/>
                      <a:pt x="587" y="88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4" y="89"/>
                      <a:pt x="584" y="89"/>
                      <a:pt x="584" y="89"/>
                    </a:cubicBezTo>
                    <a:cubicBezTo>
                      <a:pt x="583" y="90"/>
                      <a:pt x="583" y="90"/>
                      <a:pt x="583" y="90"/>
                    </a:cubicBezTo>
                    <a:cubicBezTo>
                      <a:pt x="584" y="92"/>
                      <a:pt x="584" y="92"/>
                      <a:pt x="584" y="92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91"/>
                      <a:pt x="586" y="91"/>
                      <a:pt x="586" y="91"/>
                    </a:cubicBezTo>
                    <a:cubicBezTo>
                      <a:pt x="587" y="92"/>
                      <a:pt x="587" y="92"/>
                      <a:pt x="587" y="92"/>
                    </a:cubicBezTo>
                    <a:cubicBezTo>
                      <a:pt x="588" y="91"/>
                      <a:pt x="588" y="91"/>
                      <a:pt x="588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8" y="92"/>
                      <a:pt x="588" y="92"/>
                      <a:pt x="588" y="92"/>
                    </a:cubicBezTo>
                    <a:cubicBezTo>
                      <a:pt x="590" y="95"/>
                      <a:pt x="590" y="95"/>
                      <a:pt x="590" y="95"/>
                    </a:cubicBezTo>
                    <a:cubicBezTo>
                      <a:pt x="592" y="94"/>
                      <a:pt x="592" y="94"/>
                      <a:pt x="592" y="94"/>
                    </a:cubicBezTo>
                    <a:cubicBezTo>
                      <a:pt x="594" y="94"/>
                      <a:pt x="594" y="94"/>
                      <a:pt x="594" y="94"/>
                    </a:cubicBezTo>
                    <a:cubicBezTo>
                      <a:pt x="595" y="96"/>
                      <a:pt x="595" y="96"/>
                      <a:pt x="595" y="96"/>
                    </a:cubicBezTo>
                    <a:cubicBezTo>
                      <a:pt x="596" y="97"/>
                      <a:pt x="596" y="97"/>
                      <a:pt x="596" y="97"/>
                    </a:cubicBezTo>
                    <a:cubicBezTo>
                      <a:pt x="597" y="96"/>
                      <a:pt x="597" y="96"/>
                      <a:pt x="597" y="96"/>
                    </a:cubicBezTo>
                    <a:cubicBezTo>
                      <a:pt x="598" y="96"/>
                      <a:pt x="598" y="96"/>
                      <a:pt x="598" y="96"/>
                    </a:cubicBezTo>
                    <a:cubicBezTo>
                      <a:pt x="598" y="97"/>
                      <a:pt x="598" y="97"/>
                      <a:pt x="598" y="97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602" y="99"/>
                      <a:pt x="602" y="99"/>
                      <a:pt x="602" y="99"/>
                    </a:cubicBezTo>
                    <a:cubicBezTo>
                      <a:pt x="603" y="100"/>
                      <a:pt x="603" y="100"/>
                      <a:pt x="603" y="100"/>
                    </a:cubicBezTo>
                    <a:cubicBezTo>
                      <a:pt x="602" y="102"/>
                      <a:pt x="602" y="102"/>
                      <a:pt x="602" y="102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598" y="106"/>
                      <a:pt x="598" y="106"/>
                      <a:pt x="598" y="106"/>
                    </a:cubicBezTo>
                    <a:cubicBezTo>
                      <a:pt x="598" y="107"/>
                      <a:pt x="598" y="107"/>
                      <a:pt x="598" y="107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597" y="108"/>
                      <a:pt x="597" y="108"/>
                      <a:pt x="597" y="108"/>
                    </a:cubicBezTo>
                    <a:cubicBezTo>
                      <a:pt x="597" y="107"/>
                      <a:pt x="597" y="107"/>
                      <a:pt x="597" y="107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600" y="103"/>
                      <a:pt x="600" y="103"/>
                      <a:pt x="600" y="103"/>
                    </a:cubicBezTo>
                    <a:cubicBezTo>
                      <a:pt x="600" y="102"/>
                      <a:pt x="600" y="102"/>
                      <a:pt x="600" y="102"/>
                    </a:cubicBezTo>
                    <a:cubicBezTo>
                      <a:pt x="601" y="100"/>
                      <a:pt x="601" y="100"/>
                      <a:pt x="601" y="100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5" y="98"/>
                      <a:pt x="595" y="98"/>
                      <a:pt x="595" y="98"/>
                    </a:cubicBezTo>
                    <a:cubicBezTo>
                      <a:pt x="593" y="97"/>
                      <a:pt x="593" y="97"/>
                      <a:pt x="593" y="97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1" y="102"/>
                      <a:pt x="591" y="102"/>
                      <a:pt x="591" y="102"/>
                    </a:cubicBezTo>
                    <a:cubicBezTo>
                      <a:pt x="590" y="104"/>
                      <a:pt x="590" y="104"/>
                      <a:pt x="590" y="104"/>
                    </a:cubicBezTo>
                    <a:cubicBezTo>
                      <a:pt x="589" y="104"/>
                      <a:pt x="589" y="104"/>
                      <a:pt x="589" y="104"/>
                    </a:cubicBezTo>
                    <a:cubicBezTo>
                      <a:pt x="587" y="104"/>
                      <a:pt x="587" y="104"/>
                      <a:pt x="587" y="104"/>
                    </a:cubicBezTo>
                    <a:cubicBezTo>
                      <a:pt x="585" y="104"/>
                      <a:pt x="585" y="104"/>
                      <a:pt x="585" y="104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78" y="108"/>
                      <a:pt x="578" y="108"/>
                      <a:pt x="578" y="108"/>
                    </a:cubicBezTo>
                    <a:cubicBezTo>
                      <a:pt x="574" y="109"/>
                      <a:pt x="574" y="109"/>
                      <a:pt x="574" y="109"/>
                    </a:cubicBezTo>
                    <a:cubicBezTo>
                      <a:pt x="572" y="109"/>
                      <a:pt x="572" y="109"/>
                      <a:pt x="572" y="109"/>
                    </a:cubicBezTo>
                    <a:cubicBezTo>
                      <a:pt x="570" y="111"/>
                      <a:pt x="570" y="111"/>
                      <a:pt x="570" y="111"/>
                    </a:cubicBezTo>
                    <a:cubicBezTo>
                      <a:pt x="568" y="111"/>
                      <a:pt x="568" y="111"/>
                      <a:pt x="568" y="111"/>
                    </a:cubicBezTo>
                    <a:cubicBezTo>
                      <a:pt x="566" y="112"/>
                      <a:pt x="566" y="112"/>
                      <a:pt x="566" y="112"/>
                    </a:cubicBezTo>
                    <a:cubicBezTo>
                      <a:pt x="568" y="114"/>
                      <a:pt x="568" y="114"/>
                      <a:pt x="568" y="114"/>
                    </a:cubicBezTo>
                    <a:cubicBezTo>
                      <a:pt x="568" y="115"/>
                      <a:pt x="568" y="115"/>
                      <a:pt x="568" y="115"/>
                    </a:cubicBezTo>
                    <a:cubicBezTo>
                      <a:pt x="567" y="117"/>
                      <a:pt x="567" y="117"/>
                      <a:pt x="567" y="117"/>
                    </a:cubicBezTo>
                    <a:cubicBezTo>
                      <a:pt x="569" y="118"/>
                      <a:pt x="569" y="118"/>
                      <a:pt x="569" y="118"/>
                    </a:cubicBezTo>
                    <a:cubicBezTo>
                      <a:pt x="570" y="118"/>
                      <a:pt x="570" y="118"/>
                      <a:pt x="570" y="118"/>
                    </a:cubicBezTo>
                    <a:cubicBezTo>
                      <a:pt x="570" y="119"/>
                      <a:pt x="570" y="119"/>
                      <a:pt x="570" y="119"/>
                    </a:cubicBezTo>
                    <a:cubicBezTo>
                      <a:pt x="569" y="120"/>
                      <a:pt x="569" y="120"/>
                      <a:pt x="569" y="120"/>
                    </a:cubicBezTo>
                    <a:cubicBezTo>
                      <a:pt x="572" y="122"/>
                      <a:pt x="572" y="122"/>
                      <a:pt x="572" y="122"/>
                    </a:cubicBezTo>
                    <a:cubicBezTo>
                      <a:pt x="574" y="125"/>
                      <a:pt x="574" y="125"/>
                      <a:pt x="574" y="125"/>
                    </a:cubicBezTo>
                    <a:cubicBezTo>
                      <a:pt x="574" y="127"/>
                      <a:pt x="574" y="127"/>
                      <a:pt x="574" y="127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31"/>
                      <a:pt x="575" y="131"/>
                      <a:pt x="575" y="131"/>
                    </a:cubicBezTo>
                    <a:cubicBezTo>
                      <a:pt x="578" y="132"/>
                      <a:pt x="578" y="132"/>
                      <a:pt x="578" y="132"/>
                    </a:cubicBezTo>
                    <a:cubicBezTo>
                      <a:pt x="580" y="132"/>
                      <a:pt x="580" y="132"/>
                      <a:pt x="580" y="132"/>
                    </a:cubicBezTo>
                    <a:cubicBezTo>
                      <a:pt x="585" y="132"/>
                      <a:pt x="585" y="132"/>
                      <a:pt x="585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7" y="133"/>
                      <a:pt x="587" y="133"/>
                      <a:pt x="587" y="133"/>
                    </a:cubicBezTo>
                    <a:cubicBezTo>
                      <a:pt x="587" y="135"/>
                      <a:pt x="587" y="135"/>
                      <a:pt x="587" y="135"/>
                    </a:cubicBezTo>
                    <a:cubicBezTo>
                      <a:pt x="589" y="136"/>
                      <a:pt x="589" y="136"/>
                      <a:pt x="589" y="136"/>
                    </a:cubicBezTo>
                    <a:cubicBezTo>
                      <a:pt x="590" y="139"/>
                      <a:pt x="590" y="139"/>
                      <a:pt x="590" y="139"/>
                    </a:cubicBezTo>
                    <a:cubicBezTo>
                      <a:pt x="594" y="139"/>
                      <a:pt x="594" y="139"/>
                      <a:pt x="594" y="139"/>
                    </a:cubicBezTo>
                    <a:cubicBezTo>
                      <a:pt x="597" y="140"/>
                      <a:pt x="597" y="140"/>
                      <a:pt x="597" y="140"/>
                    </a:cubicBezTo>
                    <a:cubicBezTo>
                      <a:pt x="598" y="140"/>
                      <a:pt x="598" y="140"/>
                      <a:pt x="598" y="140"/>
                    </a:cubicBezTo>
                    <a:cubicBezTo>
                      <a:pt x="599" y="142"/>
                      <a:pt x="599" y="142"/>
                      <a:pt x="599" y="142"/>
                    </a:cubicBezTo>
                    <a:cubicBezTo>
                      <a:pt x="600" y="145"/>
                      <a:pt x="600" y="145"/>
                      <a:pt x="600" y="145"/>
                    </a:cubicBezTo>
                    <a:cubicBezTo>
                      <a:pt x="600" y="147"/>
                      <a:pt x="600" y="147"/>
                      <a:pt x="600" y="147"/>
                    </a:cubicBezTo>
                    <a:cubicBezTo>
                      <a:pt x="600" y="149"/>
                      <a:pt x="600" y="149"/>
                      <a:pt x="600" y="149"/>
                    </a:cubicBezTo>
                    <a:cubicBezTo>
                      <a:pt x="601" y="151"/>
                      <a:pt x="601" y="151"/>
                      <a:pt x="601" y="151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4" y="153"/>
                      <a:pt x="604" y="153"/>
                      <a:pt x="604" y="153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1" y="153"/>
                      <a:pt x="601" y="153"/>
                      <a:pt x="601" y="153"/>
                    </a:cubicBezTo>
                    <a:cubicBezTo>
                      <a:pt x="602" y="155"/>
                      <a:pt x="602" y="155"/>
                      <a:pt x="602" y="155"/>
                    </a:cubicBezTo>
                    <a:cubicBezTo>
                      <a:pt x="601" y="154"/>
                      <a:pt x="601" y="154"/>
                      <a:pt x="601" y="154"/>
                    </a:cubicBezTo>
                    <a:cubicBezTo>
                      <a:pt x="600" y="157"/>
                      <a:pt x="600" y="157"/>
                      <a:pt x="600" y="157"/>
                    </a:cubicBezTo>
                    <a:cubicBezTo>
                      <a:pt x="599" y="157"/>
                      <a:pt x="599" y="157"/>
                      <a:pt x="599" y="157"/>
                    </a:cubicBezTo>
                    <a:cubicBezTo>
                      <a:pt x="599" y="159"/>
                      <a:pt x="599" y="159"/>
                      <a:pt x="599" y="159"/>
                    </a:cubicBezTo>
                    <a:cubicBezTo>
                      <a:pt x="598" y="160"/>
                      <a:pt x="598" y="160"/>
                      <a:pt x="598" y="160"/>
                    </a:cubicBezTo>
                    <a:cubicBezTo>
                      <a:pt x="599" y="162"/>
                      <a:pt x="599" y="162"/>
                      <a:pt x="599" y="162"/>
                    </a:cubicBezTo>
                    <a:cubicBezTo>
                      <a:pt x="598" y="162"/>
                      <a:pt x="598" y="162"/>
                      <a:pt x="598" y="162"/>
                    </a:cubicBezTo>
                    <a:cubicBezTo>
                      <a:pt x="598" y="159"/>
                      <a:pt x="598" y="159"/>
                      <a:pt x="598" y="159"/>
                    </a:cubicBezTo>
                    <a:cubicBezTo>
                      <a:pt x="599" y="158"/>
                      <a:pt x="599" y="158"/>
                      <a:pt x="599" y="158"/>
                    </a:cubicBezTo>
                    <a:cubicBezTo>
                      <a:pt x="599" y="155"/>
                      <a:pt x="599" y="155"/>
                      <a:pt x="599" y="155"/>
                    </a:cubicBezTo>
                    <a:cubicBezTo>
                      <a:pt x="596" y="154"/>
                      <a:pt x="596" y="154"/>
                      <a:pt x="596" y="154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95" y="150"/>
                      <a:pt x="595" y="150"/>
                      <a:pt x="595" y="150"/>
                    </a:cubicBezTo>
                    <a:cubicBezTo>
                      <a:pt x="595" y="148"/>
                      <a:pt x="595" y="148"/>
                      <a:pt x="595" y="148"/>
                    </a:cubicBezTo>
                    <a:cubicBezTo>
                      <a:pt x="598" y="147"/>
                      <a:pt x="598" y="147"/>
                      <a:pt x="598" y="147"/>
                    </a:cubicBezTo>
                    <a:cubicBezTo>
                      <a:pt x="598" y="145"/>
                      <a:pt x="598" y="145"/>
                      <a:pt x="598" y="145"/>
                    </a:cubicBezTo>
                    <a:cubicBezTo>
                      <a:pt x="597" y="144"/>
                      <a:pt x="597" y="144"/>
                      <a:pt x="597" y="144"/>
                    </a:cubicBezTo>
                    <a:cubicBezTo>
                      <a:pt x="598" y="141"/>
                      <a:pt x="598" y="141"/>
                      <a:pt x="598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4" y="140"/>
                      <a:pt x="594" y="140"/>
                      <a:pt x="594" y="140"/>
                    </a:cubicBezTo>
                    <a:cubicBezTo>
                      <a:pt x="590" y="142"/>
                      <a:pt x="590" y="142"/>
                      <a:pt x="590" y="142"/>
                    </a:cubicBezTo>
                    <a:cubicBezTo>
                      <a:pt x="587" y="142"/>
                      <a:pt x="587" y="142"/>
                      <a:pt x="587" y="142"/>
                    </a:cubicBezTo>
                    <a:cubicBezTo>
                      <a:pt x="585" y="142"/>
                      <a:pt x="585" y="142"/>
                      <a:pt x="585" y="142"/>
                    </a:cubicBezTo>
                    <a:cubicBezTo>
                      <a:pt x="582" y="139"/>
                      <a:pt x="582" y="139"/>
                      <a:pt x="582" y="139"/>
                    </a:cubicBezTo>
                    <a:cubicBezTo>
                      <a:pt x="580" y="138"/>
                      <a:pt x="580" y="138"/>
                      <a:pt x="580" y="138"/>
                    </a:cubicBezTo>
                    <a:cubicBezTo>
                      <a:pt x="580" y="137"/>
                      <a:pt x="580" y="137"/>
                      <a:pt x="580" y="137"/>
                    </a:cubicBezTo>
                    <a:cubicBezTo>
                      <a:pt x="575" y="136"/>
                      <a:pt x="575" y="136"/>
                      <a:pt x="575" y="136"/>
                    </a:cubicBezTo>
                    <a:cubicBezTo>
                      <a:pt x="574" y="135"/>
                      <a:pt x="574" y="135"/>
                      <a:pt x="574" y="135"/>
                    </a:cubicBezTo>
                    <a:cubicBezTo>
                      <a:pt x="572" y="133"/>
                      <a:pt x="572" y="133"/>
                      <a:pt x="572" y="133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5" y="133"/>
                      <a:pt x="565" y="133"/>
                      <a:pt x="565" y="133"/>
                    </a:cubicBezTo>
                    <a:cubicBezTo>
                      <a:pt x="563" y="134"/>
                      <a:pt x="563" y="134"/>
                      <a:pt x="563" y="134"/>
                    </a:cubicBezTo>
                    <a:cubicBezTo>
                      <a:pt x="564" y="133"/>
                      <a:pt x="564" y="133"/>
                      <a:pt x="564" y="133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2" y="130"/>
                      <a:pt x="562" y="130"/>
                      <a:pt x="562" y="130"/>
                    </a:cubicBezTo>
                    <a:cubicBezTo>
                      <a:pt x="561" y="130"/>
                      <a:pt x="561" y="130"/>
                      <a:pt x="561" y="130"/>
                    </a:cubicBezTo>
                    <a:cubicBezTo>
                      <a:pt x="558" y="131"/>
                      <a:pt x="558" y="131"/>
                      <a:pt x="558" y="131"/>
                    </a:cubicBezTo>
                    <a:cubicBezTo>
                      <a:pt x="557" y="132"/>
                      <a:pt x="557" y="132"/>
                      <a:pt x="557" y="132"/>
                    </a:cubicBezTo>
                    <a:cubicBezTo>
                      <a:pt x="557" y="134"/>
                      <a:pt x="557" y="134"/>
                      <a:pt x="557" y="134"/>
                    </a:cubicBezTo>
                    <a:cubicBezTo>
                      <a:pt x="556" y="135"/>
                      <a:pt x="556" y="135"/>
                      <a:pt x="556" y="135"/>
                    </a:cubicBezTo>
                    <a:cubicBezTo>
                      <a:pt x="555" y="136"/>
                      <a:pt x="555" y="136"/>
                      <a:pt x="555" y="136"/>
                    </a:cubicBezTo>
                    <a:cubicBezTo>
                      <a:pt x="555" y="137"/>
                      <a:pt x="555" y="137"/>
                      <a:pt x="555" y="137"/>
                    </a:cubicBezTo>
                    <a:cubicBezTo>
                      <a:pt x="556" y="139"/>
                      <a:pt x="556" y="139"/>
                      <a:pt x="556" y="139"/>
                    </a:cubicBezTo>
                    <a:cubicBezTo>
                      <a:pt x="557" y="139"/>
                      <a:pt x="557" y="139"/>
                      <a:pt x="557" y="139"/>
                    </a:cubicBezTo>
                    <a:cubicBezTo>
                      <a:pt x="559" y="137"/>
                      <a:pt x="559" y="137"/>
                      <a:pt x="559" y="137"/>
                    </a:cubicBezTo>
                    <a:cubicBezTo>
                      <a:pt x="560" y="137"/>
                      <a:pt x="560" y="137"/>
                      <a:pt x="560" y="137"/>
                    </a:cubicBezTo>
                    <a:cubicBezTo>
                      <a:pt x="561" y="135"/>
                      <a:pt x="561" y="135"/>
                      <a:pt x="561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1" y="137"/>
                      <a:pt x="561" y="137"/>
                      <a:pt x="561" y="137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59" y="138"/>
                      <a:pt x="559" y="138"/>
                      <a:pt x="559" y="138"/>
                    </a:cubicBezTo>
                    <a:cubicBezTo>
                      <a:pt x="558" y="140"/>
                      <a:pt x="558" y="140"/>
                      <a:pt x="558" y="140"/>
                    </a:cubicBezTo>
                    <a:cubicBezTo>
                      <a:pt x="560" y="141"/>
                      <a:pt x="560" y="141"/>
                      <a:pt x="560" y="141"/>
                    </a:cubicBezTo>
                    <a:cubicBezTo>
                      <a:pt x="563" y="140"/>
                      <a:pt x="563" y="140"/>
                      <a:pt x="563" y="140"/>
                    </a:cubicBezTo>
                    <a:cubicBezTo>
                      <a:pt x="565" y="140"/>
                      <a:pt x="565" y="140"/>
                      <a:pt x="565" y="140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5" y="145"/>
                      <a:pt x="565" y="145"/>
                      <a:pt x="565" y="145"/>
                    </a:cubicBezTo>
                    <a:cubicBezTo>
                      <a:pt x="563" y="145"/>
                      <a:pt x="563" y="145"/>
                      <a:pt x="563" y="145"/>
                    </a:cubicBezTo>
                    <a:cubicBezTo>
                      <a:pt x="560" y="144"/>
                      <a:pt x="560" y="144"/>
                      <a:pt x="560" y="144"/>
                    </a:cubicBezTo>
                    <a:cubicBezTo>
                      <a:pt x="558" y="141"/>
                      <a:pt x="558" y="141"/>
                      <a:pt x="558" y="141"/>
                    </a:cubicBezTo>
                    <a:cubicBezTo>
                      <a:pt x="556" y="141"/>
                      <a:pt x="556" y="141"/>
                      <a:pt x="556" y="141"/>
                    </a:cubicBezTo>
                    <a:cubicBezTo>
                      <a:pt x="554" y="143"/>
                      <a:pt x="554" y="143"/>
                      <a:pt x="554" y="143"/>
                    </a:cubicBezTo>
                    <a:cubicBezTo>
                      <a:pt x="553" y="144"/>
                      <a:pt x="553" y="144"/>
                      <a:pt x="553" y="144"/>
                    </a:cubicBezTo>
                    <a:cubicBezTo>
                      <a:pt x="552" y="144"/>
                      <a:pt x="552" y="144"/>
                      <a:pt x="552" y="144"/>
                    </a:cubicBezTo>
                    <a:cubicBezTo>
                      <a:pt x="554" y="149"/>
                      <a:pt x="554" y="149"/>
                      <a:pt x="554" y="149"/>
                    </a:cubicBezTo>
                    <a:cubicBezTo>
                      <a:pt x="555" y="149"/>
                      <a:pt x="555" y="149"/>
                      <a:pt x="555" y="149"/>
                    </a:cubicBezTo>
                    <a:cubicBezTo>
                      <a:pt x="556" y="150"/>
                      <a:pt x="556" y="150"/>
                      <a:pt x="556" y="150"/>
                    </a:cubicBezTo>
                    <a:cubicBezTo>
                      <a:pt x="559" y="153"/>
                      <a:pt x="559" y="153"/>
                      <a:pt x="559" y="153"/>
                    </a:cubicBezTo>
                    <a:cubicBezTo>
                      <a:pt x="561" y="153"/>
                      <a:pt x="561" y="153"/>
                      <a:pt x="561" y="153"/>
                    </a:cubicBezTo>
                    <a:cubicBezTo>
                      <a:pt x="562" y="154"/>
                      <a:pt x="562" y="154"/>
                      <a:pt x="562" y="154"/>
                    </a:cubicBezTo>
                    <a:cubicBezTo>
                      <a:pt x="567" y="154"/>
                      <a:pt x="567" y="154"/>
                      <a:pt x="567" y="154"/>
                    </a:cubicBezTo>
                    <a:cubicBezTo>
                      <a:pt x="567" y="153"/>
                      <a:pt x="567" y="153"/>
                      <a:pt x="567" y="153"/>
                    </a:cubicBezTo>
                    <a:cubicBezTo>
                      <a:pt x="568" y="154"/>
                      <a:pt x="568" y="154"/>
                      <a:pt x="568" y="154"/>
                    </a:cubicBezTo>
                    <a:cubicBezTo>
                      <a:pt x="570" y="154"/>
                      <a:pt x="570" y="154"/>
                      <a:pt x="570" y="154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2" y="157"/>
                      <a:pt x="572" y="157"/>
                      <a:pt x="572" y="157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0" y="157"/>
                      <a:pt x="570" y="157"/>
                      <a:pt x="570" y="157"/>
                    </a:cubicBezTo>
                    <a:cubicBezTo>
                      <a:pt x="568" y="155"/>
                      <a:pt x="568" y="155"/>
                      <a:pt x="568" y="155"/>
                    </a:cubicBezTo>
                    <a:cubicBezTo>
                      <a:pt x="566" y="155"/>
                      <a:pt x="566" y="155"/>
                      <a:pt x="566" y="155"/>
                    </a:cubicBezTo>
                    <a:cubicBezTo>
                      <a:pt x="565" y="155"/>
                      <a:pt x="565" y="155"/>
                      <a:pt x="565" y="155"/>
                    </a:cubicBezTo>
                    <a:cubicBezTo>
                      <a:pt x="563" y="156"/>
                      <a:pt x="563" y="156"/>
                      <a:pt x="563" y="156"/>
                    </a:cubicBezTo>
                    <a:cubicBezTo>
                      <a:pt x="562" y="157"/>
                      <a:pt x="562" y="157"/>
                      <a:pt x="562" y="157"/>
                    </a:cubicBezTo>
                    <a:cubicBezTo>
                      <a:pt x="562" y="156"/>
                      <a:pt x="562" y="156"/>
                      <a:pt x="562" y="156"/>
                    </a:cubicBezTo>
                    <a:cubicBezTo>
                      <a:pt x="560" y="155"/>
                      <a:pt x="560" y="155"/>
                      <a:pt x="560" y="155"/>
                    </a:cubicBezTo>
                    <a:cubicBezTo>
                      <a:pt x="559" y="156"/>
                      <a:pt x="559" y="156"/>
                      <a:pt x="559" y="156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4" y="154"/>
                      <a:pt x="554" y="154"/>
                      <a:pt x="554" y="154"/>
                    </a:cubicBezTo>
                    <a:cubicBezTo>
                      <a:pt x="552" y="155"/>
                      <a:pt x="552" y="155"/>
                      <a:pt x="552" y="155"/>
                    </a:cubicBezTo>
                    <a:cubicBezTo>
                      <a:pt x="552" y="154"/>
                      <a:pt x="552" y="154"/>
                      <a:pt x="552" y="154"/>
                    </a:cubicBezTo>
                    <a:cubicBezTo>
                      <a:pt x="553" y="154"/>
                      <a:pt x="553" y="154"/>
                      <a:pt x="553" y="154"/>
                    </a:cubicBezTo>
                    <a:cubicBezTo>
                      <a:pt x="553" y="152"/>
                      <a:pt x="553" y="152"/>
                      <a:pt x="553" y="152"/>
                    </a:cubicBezTo>
                    <a:cubicBezTo>
                      <a:pt x="552" y="151"/>
                      <a:pt x="552" y="151"/>
                      <a:pt x="552" y="151"/>
                    </a:cubicBezTo>
                    <a:cubicBezTo>
                      <a:pt x="552" y="150"/>
                      <a:pt x="552" y="150"/>
                      <a:pt x="552" y="150"/>
                    </a:cubicBezTo>
                    <a:cubicBezTo>
                      <a:pt x="550" y="148"/>
                      <a:pt x="550" y="148"/>
                      <a:pt x="550" y="148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50" y="145"/>
                      <a:pt x="550" y="145"/>
                      <a:pt x="550" y="145"/>
                    </a:cubicBezTo>
                    <a:cubicBezTo>
                      <a:pt x="548" y="143"/>
                      <a:pt x="548" y="143"/>
                      <a:pt x="548" y="143"/>
                    </a:cubicBezTo>
                    <a:cubicBezTo>
                      <a:pt x="549" y="139"/>
                      <a:pt x="549" y="139"/>
                      <a:pt x="549" y="139"/>
                    </a:cubicBezTo>
                    <a:cubicBezTo>
                      <a:pt x="547" y="138"/>
                      <a:pt x="547" y="138"/>
                      <a:pt x="547" y="138"/>
                    </a:cubicBezTo>
                    <a:cubicBezTo>
                      <a:pt x="547" y="135"/>
                      <a:pt x="547" y="135"/>
                      <a:pt x="547" y="135"/>
                    </a:cubicBezTo>
                    <a:cubicBezTo>
                      <a:pt x="546" y="134"/>
                      <a:pt x="546" y="134"/>
                      <a:pt x="546" y="134"/>
                    </a:cubicBezTo>
                    <a:cubicBezTo>
                      <a:pt x="545" y="134"/>
                      <a:pt x="545" y="134"/>
                      <a:pt x="545" y="134"/>
                    </a:cubicBezTo>
                    <a:cubicBezTo>
                      <a:pt x="545" y="132"/>
                      <a:pt x="545" y="132"/>
                      <a:pt x="545" y="132"/>
                    </a:cubicBezTo>
                    <a:cubicBezTo>
                      <a:pt x="542" y="131"/>
                      <a:pt x="542" y="131"/>
                      <a:pt x="542" y="131"/>
                    </a:cubicBezTo>
                    <a:cubicBezTo>
                      <a:pt x="540" y="132"/>
                      <a:pt x="540" y="132"/>
                      <a:pt x="540" y="132"/>
                    </a:cubicBezTo>
                    <a:cubicBezTo>
                      <a:pt x="544" y="138"/>
                      <a:pt x="544" y="138"/>
                      <a:pt x="544" y="138"/>
                    </a:cubicBezTo>
                    <a:cubicBezTo>
                      <a:pt x="545" y="142"/>
                      <a:pt x="545" y="142"/>
                      <a:pt x="545" y="142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1" y="147"/>
                      <a:pt x="541" y="147"/>
                      <a:pt x="541" y="147"/>
                    </a:cubicBezTo>
                    <a:cubicBezTo>
                      <a:pt x="540" y="149"/>
                      <a:pt x="540" y="149"/>
                      <a:pt x="540" y="149"/>
                    </a:cubicBezTo>
                    <a:cubicBezTo>
                      <a:pt x="540" y="150"/>
                      <a:pt x="540" y="150"/>
                      <a:pt x="540" y="150"/>
                    </a:cubicBezTo>
                    <a:cubicBezTo>
                      <a:pt x="541" y="151"/>
                      <a:pt x="541" y="151"/>
                      <a:pt x="541" y="151"/>
                    </a:cubicBezTo>
                    <a:cubicBezTo>
                      <a:pt x="541" y="153"/>
                      <a:pt x="541" y="153"/>
                      <a:pt x="541" y="153"/>
                    </a:cubicBezTo>
                    <a:cubicBezTo>
                      <a:pt x="540" y="156"/>
                      <a:pt x="540" y="156"/>
                      <a:pt x="540" y="156"/>
                    </a:cubicBezTo>
                    <a:cubicBezTo>
                      <a:pt x="540" y="158"/>
                      <a:pt x="540" y="158"/>
                      <a:pt x="540" y="158"/>
                    </a:cubicBezTo>
                    <a:cubicBezTo>
                      <a:pt x="543" y="160"/>
                      <a:pt x="543" y="160"/>
                      <a:pt x="543" y="160"/>
                    </a:cubicBezTo>
                    <a:cubicBezTo>
                      <a:pt x="547" y="163"/>
                      <a:pt x="547" y="163"/>
                      <a:pt x="547" y="163"/>
                    </a:cubicBezTo>
                    <a:cubicBezTo>
                      <a:pt x="548" y="165"/>
                      <a:pt x="548" y="165"/>
                      <a:pt x="548" y="165"/>
                    </a:cubicBezTo>
                    <a:cubicBezTo>
                      <a:pt x="550" y="165"/>
                      <a:pt x="550" y="165"/>
                      <a:pt x="550" y="165"/>
                    </a:cubicBezTo>
                    <a:cubicBezTo>
                      <a:pt x="551" y="166"/>
                      <a:pt x="551" y="166"/>
                      <a:pt x="551" y="166"/>
                    </a:cubicBezTo>
                    <a:cubicBezTo>
                      <a:pt x="552" y="169"/>
                      <a:pt x="552" y="169"/>
                      <a:pt x="552" y="169"/>
                    </a:cubicBezTo>
                    <a:cubicBezTo>
                      <a:pt x="552" y="173"/>
                      <a:pt x="552" y="173"/>
                      <a:pt x="552" y="173"/>
                    </a:cubicBezTo>
                    <a:cubicBezTo>
                      <a:pt x="551" y="176"/>
                      <a:pt x="551" y="176"/>
                      <a:pt x="551" y="176"/>
                    </a:cubicBezTo>
                    <a:cubicBezTo>
                      <a:pt x="553" y="178"/>
                      <a:pt x="553" y="178"/>
                      <a:pt x="553" y="178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4" y="183"/>
                      <a:pt x="554" y="183"/>
                      <a:pt x="554" y="183"/>
                    </a:cubicBezTo>
                    <a:cubicBezTo>
                      <a:pt x="557" y="186"/>
                      <a:pt x="557" y="186"/>
                      <a:pt x="557" y="186"/>
                    </a:cubicBezTo>
                    <a:cubicBezTo>
                      <a:pt x="557" y="187"/>
                      <a:pt x="557" y="187"/>
                      <a:pt x="557" y="187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8" y="191"/>
                      <a:pt x="558" y="191"/>
                      <a:pt x="558" y="191"/>
                    </a:cubicBezTo>
                    <a:cubicBezTo>
                      <a:pt x="560" y="191"/>
                      <a:pt x="560" y="191"/>
                      <a:pt x="560" y="191"/>
                    </a:cubicBezTo>
                    <a:cubicBezTo>
                      <a:pt x="562" y="190"/>
                      <a:pt x="562" y="190"/>
                      <a:pt x="562" y="190"/>
                    </a:cubicBezTo>
                    <a:cubicBezTo>
                      <a:pt x="565" y="191"/>
                      <a:pt x="565" y="191"/>
                      <a:pt x="565" y="191"/>
                    </a:cubicBezTo>
                    <a:cubicBezTo>
                      <a:pt x="566" y="190"/>
                      <a:pt x="566" y="190"/>
                      <a:pt x="566" y="190"/>
                    </a:cubicBezTo>
                    <a:cubicBezTo>
                      <a:pt x="567" y="188"/>
                      <a:pt x="567" y="188"/>
                      <a:pt x="567" y="188"/>
                    </a:cubicBezTo>
                    <a:cubicBezTo>
                      <a:pt x="568" y="186"/>
                      <a:pt x="568" y="186"/>
                      <a:pt x="568" y="186"/>
                    </a:cubicBezTo>
                    <a:cubicBezTo>
                      <a:pt x="570" y="187"/>
                      <a:pt x="570" y="187"/>
                      <a:pt x="570" y="187"/>
                    </a:cubicBezTo>
                    <a:cubicBezTo>
                      <a:pt x="571" y="186"/>
                      <a:pt x="571" y="186"/>
                      <a:pt x="571" y="186"/>
                    </a:cubicBezTo>
                    <a:cubicBezTo>
                      <a:pt x="574" y="188"/>
                      <a:pt x="574" y="188"/>
                      <a:pt x="574" y="188"/>
                    </a:cubicBezTo>
                    <a:cubicBezTo>
                      <a:pt x="575" y="187"/>
                      <a:pt x="575" y="187"/>
                      <a:pt x="575" y="187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80" y="190"/>
                      <a:pt x="580" y="190"/>
                      <a:pt x="580" y="190"/>
                    </a:cubicBezTo>
                    <a:cubicBezTo>
                      <a:pt x="582" y="190"/>
                      <a:pt x="582" y="190"/>
                      <a:pt x="582" y="190"/>
                    </a:cubicBezTo>
                    <a:cubicBezTo>
                      <a:pt x="584" y="192"/>
                      <a:pt x="584" y="192"/>
                      <a:pt x="584" y="192"/>
                    </a:cubicBezTo>
                    <a:cubicBezTo>
                      <a:pt x="584" y="193"/>
                      <a:pt x="584" y="193"/>
                      <a:pt x="584" y="193"/>
                    </a:cubicBezTo>
                    <a:cubicBezTo>
                      <a:pt x="586" y="195"/>
                      <a:pt x="586" y="195"/>
                      <a:pt x="586" y="195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7"/>
                      <a:pt x="587" y="197"/>
                      <a:pt x="587" y="197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6" y="199"/>
                      <a:pt x="586" y="199"/>
                      <a:pt x="586" y="199"/>
                    </a:cubicBezTo>
                    <a:cubicBezTo>
                      <a:pt x="586" y="202"/>
                      <a:pt x="586" y="202"/>
                      <a:pt x="586" y="202"/>
                    </a:cubicBezTo>
                    <a:cubicBezTo>
                      <a:pt x="586" y="203"/>
                      <a:pt x="586" y="203"/>
                      <a:pt x="586" y="203"/>
                    </a:cubicBezTo>
                    <a:cubicBezTo>
                      <a:pt x="585" y="202"/>
                      <a:pt x="585" y="202"/>
                      <a:pt x="585" y="202"/>
                    </a:cubicBezTo>
                    <a:cubicBezTo>
                      <a:pt x="585" y="200"/>
                      <a:pt x="585" y="200"/>
                      <a:pt x="585" y="200"/>
                    </a:cubicBezTo>
                    <a:cubicBezTo>
                      <a:pt x="584" y="200"/>
                      <a:pt x="584" y="200"/>
                      <a:pt x="584" y="200"/>
                    </a:cubicBezTo>
                    <a:cubicBezTo>
                      <a:pt x="584" y="198"/>
                      <a:pt x="584" y="198"/>
                      <a:pt x="584" y="198"/>
                    </a:cubicBezTo>
                    <a:cubicBezTo>
                      <a:pt x="582" y="195"/>
                      <a:pt x="582" y="195"/>
                      <a:pt x="582" y="195"/>
                    </a:cubicBezTo>
                    <a:cubicBezTo>
                      <a:pt x="581" y="195"/>
                      <a:pt x="581" y="195"/>
                      <a:pt x="581" y="195"/>
                    </a:cubicBezTo>
                    <a:cubicBezTo>
                      <a:pt x="581" y="194"/>
                      <a:pt x="581" y="194"/>
                      <a:pt x="581" y="194"/>
                    </a:cubicBezTo>
                    <a:cubicBezTo>
                      <a:pt x="578" y="193"/>
                      <a:pt x="578" y="193"/>
                      <a:pt x="578" y="193"/>
                    </a:cubicBezTo>
                    <a:cubicBezTo>
                      <a:pt x="578" y="191"/>
                      <a:pt x="578" y="191"/>
                      <a:pt x="578" y="191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73" y="189"/>
                      <a:pt x="573" y="189"/>
                      <a:pt x="573" y="189"/>
                    </a:cubicBezTo>
                    <a:cubicBezTo>
                      <a:pt x="570" y="192"/>
                      <a:pt x="570" y="192"/>
                      <a:pt x="570" y="192"/>
                    </a:cubicBezTo>
                    <a:cubicBezTo>
                      <a:pt x="568" y="192"/>
                      <a:pt x="568" y="192"/>
                      <a:pt x="568" y="192"/>
                    </a:cubicBezTo>
                    <a:cubicBezTo>
                      <a:pt x="567" y="194"/>
                      <a:pt x="567" y="194"/>
                      <a:pt x="567" y="194"/>
                    </a:cubicBezTo>
                    <a:cubicBezTo>
                      <a:pt x="564" y="196"/>
                      <a:pt x="564" y="196"/>
                      <a:pt x="564" y="196"/>
                    </a:cubicBezTo>
                    <a:cubicBezTo>
                      <a:pt x="564" y="200"/>
                      <a:pt x="564" y="200"/>
                      <a:pt x="564" y="200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9" y="204"/>
                      <a:pt x="569" y="204"/>
                      <a:pt x="569" y="204"/>
                    </a:cubicBezTo>
                    <a:cubicBezTo>
                      <a:pt x="571" y="209"/>
                      <a:pt x="571" y="209"/>
                      <a:pt x="571" y="209"/>
                    </a:cubicBezTo>
                    <a:cubicBezTo>
                      <a:pt x="571" y="210"/>
                      <a:pt x="571" y="210"/>
                      <a:pt x="571" y="210"/>
                    </a:cubicBezTo>
                    <a:cubicBezTo>
                      <a:pt x="568" y="213"/>
                      <a:pt x="568" y="213"/>
                      <a:pt x="568" y="213"/>
                    </a:cubicBezTo>
                    <a:cubicBezTo>
                      <a:pt x="568" y="216"/>
                      <a:pt x="568" y="216"/>
                      <a:pt x="568" y="216"/>
                    </a:cubicBezTo>
                    <a:cubicBezTo>
                      <a:pt x="569" y="218"/>
                      <a:pt x="569" y="218"/>
                      <a:pt x="569" y="218"/>
                    </a:cubicBezTo>
                    <a:cubicBezTo>
                      <a:pt x="568" y="222"/>
                      <a:pt x="568" y="222"/>
                      <a:pt x="568" y="222"/>
                    </a:cubicBezTo>
                    <a:cubicBezTo>
                      <a:pt x="568" y="223"/>
                      <a:pt x="568" y="223"/>
                      <a:pt x="568" y="223"/>
                    </a:cubicBezTo>
                    <a:cubicBezTo>
                      <a:pt x="566" y="225"/>
                      <a:pt x="566" y="225"/>
                      <a:pt x="566" y="225"/>
                    </a:cubicBezTo>
                    <a:cubicBezTo>
                      <a:pt x="565" y="226"/>
                      <a:pt x="565" y="226"/>
                      <a:pt x="565" y="226"/>
                    </a:cubicBezTo>
                    <a:cubicBezTo>
                      <a:pt x="564" y="226"/>
                      <a:pt x="564" y="226"/>
                      <a:pt x="564" y="226"/>
                    </a:cubicBezTo>
                    <a:cubicBezTo>
                      <a:pt x="563" y="228"/>
                      <a:pt x="563" y="228"/>
                      <a:pt x="563" y="228"/>
                    </a:cubicBezTo>
                    <a:cubicBezTo>
                      <a:pt x="563" y="230"/>
                      <a:pt x="563" y="230"/>
                      <a:pt x="563" y="230"/>
                    </a:cubicBezTo>
                    <a:cubicBezTo>
                      <a:pt x="564" y="231"/>
                      <a:pt x="564" y="231"/>
                      <a:pt x="564" y="231"/>
                    </a:cubicBezTo>
                    <a:cubicBezTo>
                      <a:pt x="564" y="232"/>
                      <a:pt x="564" y="232"/>
                      <a:pt x="564" y="232"/>
                    </a:cubicBezTo>
                    <a:cubicBezTo>
                      <a:pt x="562" y="233"/>
                      <a:pt x="562" y="233"/>
                      <a:pt x="562" y="233"/>
                    </a:cubicBezTo>
                    <a:cubicBezTo>
                      <a:pt x="560" y="232"/>
                      <a:pt x="560" y="232"/>
                      <a:pt x="560" y="232"/>
                    </a:cubicBezTo>
                    <a:cubicBezTo>
                      <a:pt x="559" y="232"/>
                      <a:pt x="559" y="232"/>
                      <a:pt x="559" y="232"/>
                    </a:cubicBezTo>
                    <a:cubicBezTo>
                      <a:pt x="556" y="232"/>
                      <a:pt x="556" y="232"/>
                      <a:pt x="556" y="232"/>
                    </a:cubicBezTo>
                    <a:cubicBezTo>
                      <a:pt x="554" y="232"/>
                      <a:pt x="554" y="232"/>
                      <a:pt x="554" y="232"/>
                    </a:cubicBezTo>
                    <a:cubicBezTo>
                      <a:pt x="551" y="231"/>
                      <a:pt x="551" y="231"/>
                      <a:pt x="551" y="231"/>
                    </a:cubicBezTo>
                    <a:cubicBezTo>
                      <a:pt x="547" y="231"/>
                      <a:pt x="547" y="231"/>
                      <a:pt x="547" y="231"/>
                    </a:cubicBezTo>
                    <a:cubicBezTo>
                      <a:pt x="549" y="230"/>
                      <a:pt x="549" y="230"/>
                      <a:pt x="549" y="230"/>
                    </a:cubicBezTo>
                    <a:cubicBezTo>
                      <a:pt x="550" y="229"/>
                      <a:pt x="550" y="229"/>
                      <a:pt x="550" y="229"/>
                    </a:cubicBezTo>
                    <a:cubicBezTo>
                      <a:pt x="549" y="227"/>
                      <a:pt x="549" y="227"/>
                      <a:pt x="549" y="227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1" y="228"/>
                      <a:pt x="551" y="228"/>
                      <a:pt x="551" y="228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2" y="230"/>
                      <a:pt x="552" y="230"/>
                      <a:pt x="552" y="230"/>
                    </a:cubicBezTo>
                    <a:cubicBezTo>
                      <a:pt x="555" y="230"/>
                      <a:pt x="555" y="230"/>
                      <a:pt x="555" y="230"/>
                    </a:cubicBezTo>
                    <a:cubicBezTo>
                      <a:pt x="556" y="229"/>
                      <a:pt x="556" y="229"/>
                      <a:pt x="556" y="229"/>
                    </a:cubicBezTo>
                    <a:cubicBezTo>
                      <a:pt x="558" y="228"/>
                      <a:pt x="558" y="228"/>
                      <a:pt x="558" y="228"/>
                    </a:cubicBezTo>
                    <a:cubicBezTo>
                      <a:pt x="558" y="226"/>
                      <a:pt x="558" y="226"/>
                      <a:pt x="558" y="226"/>
                    </a:cubicBezTo>
                    <a:cubicBezTo>
                      <a:pt x="557" y="225"/>
                      <a:pt x="557" y="225"/>
                      <a:pt x="557" y="225"/>
                    </a:cubicBezTo>
                    <a:cubicBezTo>
                      <a:pt x="558" y="225"/>
                      <a:pt x="558" y="225"/>
                      <a:pt x="558" y="225"/>
                    </a:cubicBezTo>
                    <a:cubicBezTo>
                      <a:pt x="559" y="224"/>
                      <a:pt x="559" y="224"/>
                      <a:pt x="559" y="224"/>
                    </a:cubicBezTo>
                    <a:cubicBezTo>
                      <a:pt x="559" y="221"/>
                      <a:pt x="559" y="221"/>
                      <a:pt x="559" y="221"/>
                    </a:cubicBezTo>
                    <a:cubicBezTo>
                      <a:pt x="561" y="220"/>
                      <a:pt x="561" y="220"/>
                      <a:pt x="561" y="220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3"/>
                      <a:pt x="561" y="213"/>
                      <a:pt x="561" y="213"/>
                    </a:cubicBezTo>
                    <a:cubicBezTo>
                      <a:pt x="561" y="212"/>
                      <a:pt x="561" y="212"/>
                      <a:pt x="561" y="212"/>
                    </a:cubicBezTo>
                    <a:cubicBezTo>
                      <a:pt x="563" y="211"/>
                      <a:pt x="563" y="211"/>
                      <a:pt x="563" y="211"/>
                    </a:cubicBezTo>
                    <a:cubicBezTo>
                      <a:pt x="562" y="208"/>
                      <a:pt x="562" y="208"/>
                      <a:pt x="562" y="208"/>
                    </a:cubicBezTo>
                    <a:cubicBezTo>
                      <a:pt x="561" y="206"/>
                      <a:pt x="561" y="206"/>
                      <a:pt x="561" y="206"/>
                    </a:cubicBezTo>
                    <a:cubicBezTo>
                      <a:pt x="560" y="204"/>
                      <a:pt x="560" y="204"/>
                      <a:pt x="560" y="204"/>
                    </a:cubicBezTo>
                    <a:cubicBezTo>
                      <a:pt x="560" y="202"/>
                      <a:pt x="560" y="202"/>
                      <a:pt x="560" y="202"/>
                    </a:cubicBezTo>
                    <a:cubicBezTo>
                      <a:pt x="560" y="201"/>
                      <a:pt x="560" y="201"/>
                      <a:pt x="560" y="201"/>
                    </a:cubicBezTo>
                    <a:cubicBezTo>
                      <a:pt x="561" y="202"/>
                      <a:pt x="561" y="202"/>
                      <a:pt x="561" y="202"/>
                    </a:cubicBezTo>
                    <a:cubicBezTo>
                      <a:pt x="561" y="199"/>
                      <a:pt x="561" y="199"/>
                      <a:pt x="561" y="199"/>
                    </a:cubicBezTo>
                    <a:cubicBezTo>
                      <a:pt x="558" y="197"/>
                      <a:pt x="558" y="197"/>
                      <a:pt x="558" y="197"/>
                    </a:cubicBezTo>
                    <a:cubicBezTo>
                      <a:pt x="557" y="197"/>
                      <a:pt x="557" y="197"/>
                      <a:pt x="557" y="197"/>
                    </a:cubicBezTo>
                    <a:cubicBezTo>
                      <a:pt x="556" y="195"/>
                      <a:pt x="556" y="195"/>
                      <a:pt x="556" y="195"/>
                    </a:cubicBezTo>
                    <a:cubicBezTo>
                      <a:pt x="554" y="195"/>
                      <a:pt x="554" y="195"/>
                      <a:pt x="554" y="195"/>
                    </a:cubicBezTo>
                    <a:cubicBezTo>
                      <a:pt x="551" y="191"/>
                      <a:pt x="551" y="191"/>
                      <a:pt x="551" y="191"/>
                    </a:cubicBezTo>
                    <a:cubicBezTo>
                      <a:pt x="551" y="188"/>
                      <a:pt x="551" y="188"/>
                      <a:pt x="551" y="188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1" y="186"/>
                      <a:pt x="551" y="186"/>
                      <a:pt x="551" y="186"/>
                    </a:cubicBezTo>
                    <a:cubicBezTo>
                      <a:pt x="549" y="185"/>
                      <a:pt x="549" y="185"/>
                      <a:pt x="549" y="185"/>
                    </a:cubicBezTo>
                    <a:cubicBezTo>
                      <a:pt x="548" y="184"/>
                      <a:pt x="548" y="184"/>
                      <a:pt x="548" y="184"/>
                    </a:cubicBezTo>
                    <a:cubicBezTo>
                      <a:pt x="549" y="182"/>
                      <a:pt x="549" y="182"/>
                      <a:pt x="549" y="182"/>
                    </a:cubicBezTo>
                    <a:cubicBezTo>
                      <a:pt x="546" y="178"/>
                      <a:pt x="546" y="178"/>
                      <a:pt x="546" y="178"/>
                    </a:cubicBezTo>
                    <a:cubicBezTo>
                      <a:pt x="546" y="176"/>
                      <a:pt x="546" y="176"/>
                      <a:pt x="546" y="176"/>
                    </a:cubicBezTo>
                    <a:cubicBezTo>
                      <a:pt x="545" y="175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5" y="173"/>
                      <a:pt x="545" y="173"/>
                      <a:pt x="545" y="173"/>
                    </a:cubicBezTo>
                    <a:cubicBezTo>
                      <a:pt x="544" y="171"/>
                      <a:pt x="544" y="171"/>
                      <a:pt x="544" y="171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2" y="165"/>
                      <a:pt x="542" y="165"/>
                      <a:pt x="542" y="165"/>
                    </a:cubicBezTo>
                    <a:cubicBezTo>
                      <a:pt x="541" y="164"/>
                      <a:pt x="541" y="164"/>
                      <a:pt x="541" y="164"/>
                    </a:cubicBezTo>
                    <a:cubicBezTo>
                      <a:pt x="540" y="161"/>
                      <a:pt x="540" y="161"/>
                      <a:pt x="540" y="161"/>
                    </a:cubicBezTo>
                    <a:cubicBezTo>
                      <a:pt x="539" y="160"/>
                      <a:pt x="539" y="160"/>
                      <a:pt x="539" y="160"/>
                    </a:cubicBezTo>
                    <a:cubicBezTo>
                      <a:pt x="538" y="161"/>
                      <a:pt x="538" y="161"/>
                      <a:pt x="538" y="161"/>
                    </a:cubicBezTo>
                    <a:cubicBezTo>
                      <a:pt x="536" y="160"/>
                      <a:pt x="536" y="160"/>
                      <a:pt x="536" y="160"/>
                    </a:cubicBezTo>
                    <a:cubicBezTo>
                      <a:pt x="535" y="158"/>
                      <a:pt x="535" y="158"/>
                      <a:pt x="535" y="158"/>
                    </a:cubicBezTo>
                    <a:cubicBezTo>
                      <a:pt x="534" y="157"/>
                      <a:pt x="534" y="157"/>
                      <a:pt x="534" y="157"/>
                    </a:cubicBezTo>
                    <a:cubicBezTo>
                      <a:pt x="533" y="156"/>
                      <a:pt x="533" y="156"/>
                      <a:pt x="533" y="156"/>
                    </a:cubicBezTo>
                    <a:cubicBezTo>
                      <a:pt x="534" y="156"/>
                      <a:pt x="534" y="156"/>
                      <a:pt x="534" y="156"/>
                    </a:cubicBezTo>
                    <a:cubicBezTo>
                      <a:pt x="535" y="154"/>
                      <a:pt x="535" y="154"/>
                      <a:pt x="535" y="154"/>
                    </a:cubicBezTo>
                    <a:cubicBezTo>
                      <a:pt x="534" y="152"/>
                      <a:pt x="534" y="152"/>
                      <a:pt x="534" y="152"/>
                    </a:cubicBezTo>
                    <a:cubicBezTo>
                      <a:pt x="534" y="151"/>
                      <a:pt x="534" y="151"/>
                      <a:pt x="534" y="151"/>
                    </a:cubicBezTo>
                    <a:cubicBezTo>
                      <a:pt x="533" y="150"/>
                      <a:pt x="533" y="150"/>
                      <a:pt x="533" y="150"/>
                    </a:cubicBezTo>
                    <a:cubicBezTo>
                      <a:pt x="534" y="146"/>
                      <a:pt x="534" y="146"/>
                      <a:pt x="534" y="146"/>
                    </a:cubicBezTo>
                    <a:cubicBezTo>
                      <a:pt x="533" y="144"/>
                      <a:pt x="533" y="144"/>
                      <a:pt x="533" y="144"/>
                    </a:cubicBezTo>
                    <a:cubicBezTo>
                      <a:pt x="533" y="141"/>
                      <a:pt x="533" y="141"/>
                      <a:pt x="533" y="141"/>
                    </a:cubicBezTo>
                    <a:cubicBezTo>
                      <a:pt x="532" y="141"/>
                      <a:pt x="532" y="141"/>
                      <a:pt x="532" y="141"/>
                    </a:cubicBezTo>
                    <a:cubicBezTo>
                      <a:pt x="532" y="139"/>
                      <a:pt x="532" y="139"/>
                      <a:pt x="532" y="139"/>
                    </a:cubicBezTo>
                    <a:cubicBezTo>
                      <a:pt x="532" y="138"/>
                      <a:pt x="532" y="138"/>
                      <a:pt x="532" y="138"/>
                    </a:cubicBezTo>
                    <a:cubicBezTo>
                      <a:pt x="533" y="137"/>
                      <a:pt x="533" y="137"/>
                      <a:pt x="533" y="137"/>
                    </a:cubicBezTo>
                    <a:cubicBezTo>
                      <a:pt x="532" y="135"/>
                      <a:pt x="532" y="135"/>
                      <a:pt x="532" y="135"/>
                    </a:cubicBezTo>
                    <a:cubicBezTo>
                      <a:pt x="530" y="135"/>
                      <a:pt x="530" y="135"/>
                      <a:pt x="530" y="135"/>
                    </a:cubicBezTo>
                    <a:cubicBezTo>
                      <a:pt x="528" y="135"/>
                      <a:pt x="528" y="135"/>
                      <a:pt x="528" y="135"/>
                    </a:cubicBezTo>
                    <a:cubicBezTo>
                      <a:pt x="524" y="133"/>
                      <a:pt x="524" y="133"/>
                      <a:pt x="524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0" y="133"/>
                      <a:pt x="520" y="133"/>
                      <a:pt x="520" y="133"/>
                    </a:cubicBezTo>
                    <a:cubicBezTo>
                      <a:pt x="518" y="133"/>
                      <a:pt x="518" y="133"/>
                      <a:pt x="518" y="133"/>
                    </a:cubicBezTo>
                    <a:cubicBezTo>
                      <a:pt x="516" y="134"/>
                      <a:pt x="516" y="134"/>
                      <a:pt x="516" y="134"/>
                    </a:cubicBezTo>
                    <a:cubicBezTo>
                      <a:pt x="514" y="134"/>
                      <a:pt x="514" y="134"/>
                      <a:pt x="514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1" y="133"/>
                      <a:pt x="511" y="133"/>
                      <a:pt x="511" y="133"/>
                    </a:cubicBezTo>
                    <a:cubicBezTo>
                      <a:pt x="509" y="133"/>
                      <a:pt x="509" y="133"/>
                      <a:pt x="509" y="133"/>
                    </a:cubicBezTo>
                    <a:cubicBezTo>
                      <a:pt x="510" y="137"/>
                      <a:pt x="510" y="137"/>
                      <a:pt x="510" y="137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09" y="144"/>
                      <a:pt x="509" y="144"/>
                      <a:pt x="509" y="144"/>
                    </a:cubicBezTo>
                    <a:cubicBezTo>
                      <a:pt x="510" y="145"/>
                      <a:pt x="510" y="145"/>
                      <a:pt x="510" y="145"/>
                    </a:cubicBezTo>
                    <a:cubicBezTo>
                      <a:pt x="510" y="147"/>
                      <a:pt x="510" y="147"/>
                      <a:pt x="510" y="147"/>
                    </a:cubicBezTo>
                    <a:cubicBezTo>
                      <a:pt x="511" y="148"/>
                      <a:pt x="511" y="148"/>
                      <a:pt x="511" y="148"/>
                    </a:cubicBezTo>
                    <a:cubicBezTo>
                      <a:pt x="510" y="149"/>
                      <a:pt x="510" y="149"/>
                      <a:pt x="510" y="149"/>
                    </a:cubicBezTo>
                    <a:cubicBezTo>
                      <a:pt x="510" y="151"/>
                      <a:pt x="510" y="151"/>
                      <a:pt x="510" y="151"/>
                    </a:cubicBezTo>
                    <a:cubicBezTo>
                      <a:pt x="511" y="153"/>
                      <a:pt x="511" y="153"/>
                      <a:pt x="511" y="153"/>
                    </a:cubicBezTo>
                    <a:cubicBezTo>
                      <a:pt x="510" y="154"/>
                      <a:pt x="510" y="154"/>
                      <a:pt x="510" y="154"/>
                    </a:cubicBezTo>
                    <a:cubicBezTo>
                      <a:pt x="511" y="156"/>
                      <a:pt x="511" y="156"/>
                      <a:pt x="511" y="156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09" y="159"/>
                      <a:pt x="509" y="159"/>
                      <a:pt x="509" y="159"/>
                    </a:cubicBezTo>
                    <a:cubicBezTo>
                      <a:pt x="507" y="163"/>
                      <a:pt x="507" y="163"/>
                      <a:pt x="507" y="163"/>
                    </a:cubicBezTo>
                    <a:cubicBezTo>
                      <a:pt x="505" y="164"/>
                      <a:pt x="505" y="164"/>
                      <a:pt x="505" y="164"/>
                    </a:cubicBezTo>
                    <a:cubicBezTo>
                      <a:pt x="506" y="166"/>
                      <a:pt x="506" y="166"/>
                      <a:pt x="506" y="166"/>
                    </a:cubicBezTo>
                    <a:cubicBezTo>
                      <a:pt x="507" y="167"/>
                      <a:pt x="507" y="167"/>
                      <a:pt x="507" y="167"/>
                    </a:cubicBezTo>
                    <a:cubicBezTo>
                      <a:pt x="506" y="168"/>
                      <a:pt x="506" y="168"/>
                      <a:pt x="506" y="168"/>
                    </a:cubicBezTo>
                    <a:cubicBezTo>
                      <a:pt x="506" y="171"/>
                      <a:pt x="506" y="171"/>
                      <a:pt x="506" y="171"/>
                    </a:cubicBezTo>
                    <a:cubicBezTo>
                      <a:pt x="508" y="173"/>
                      <a:pt x="508" y="173"/>
                      <a:pt x="508" y="173"/>
                    </a:cubicBezTo>
                    <a:cubicBezTo>
                      <a:pt x="509" y="172"/>
                      <a:pt x="509" y="172"/>
                      <a:pt x="509" y="172"/>
                    </a:cubicBezTo>
                    <a:cubicBezTo>
                      <a:pt x="510" y="173"/>
                      <a:pt x="510" y="173"/>
                      <a:pt x="510" y="173"/>
                    </a:cubicBezTo>
                    <a:cubicBezTo>
                      <a:pt x="511" y="176"/>
                      <a:pt x="511" y="176"/>
                      <a:pt x="511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1" y="177"/>
                      <a:pt x="511" y="177"/>
                      <a:pt x="511" y="177"/>
                    </a:cubicBezTo>
                    <a:cubicBezTo>
                      <a:pt x="512" y="180"/>
                      <a:pt x="512" y="180"/>
                      <a:pt x="512" y="180"/>
                    </a:cubicBezTo>
                    <a:cubicBezTo>
                      <a:pt x="514" y="181"/>
                      <a:pt x="514" y="181"/>
                      <a:pt x="514" y="181"/>
                    </a:cubicBezTo>
                    <a:cubicBezTo>
                      <a:pt x="514" y="182"/>
                      <a:pt x="514" y="182"/>
                      <a:pt x="514" y="182"/>
                    </a:cubicBezTo>
                    <a:cubicBezTo>
                      <a:pt x="513" y="183"/>
                      <a:pt x="513" y="183"/>
                      <a:pt x="513" y="183"/>
                    </a:cubicBezTo>
                    <a:cubicBezTo>
                      <a:pt x="512" y="182"/>
                      <a:pt x="512" y="182"/>
                      <a:pt x="512" y="182"/>
                    </a:cubicBezTo>
                    <a:cubicBezTo>
                      <a:pt x="512" y="184"/>
                      <a:pt x="512" y="184"/>
                      <a:pt x="512" y="184"/>
                    </a:cubicBezTo>
                    <a:cubicBezTo>
                      <a:pt x="513" y="187"/>
                      <a:pt x="513" y="187"/>
                      <a:pt x="513" y="187"/>
                    </a:cubicBezTo>
                    <a:cubicBezTo>
                      <a:pt x="514" y="188"/>
                      <a:pt x="514" y="188"/>
                      <a:pt x="514" y="188"/>
                    </a:cubicBezTo>
                    <a:cubicBezTo>
                      <a:pt x="515" y="192"/>
                      <a:pt x="515" y="192"/>
                      <a:pt x="515" y="192"/>
                    </a:cubicBezTo>
                    <a:cubicBezTo>
                      <a:pt x="516" y="190"/>
                      <a:pt x="516" y="190"/>
                      <a:pt x="516" y="190"/>
                    </a:cubicBezTo>
                    <a:cubicBezTo>
                      <a:pt x="517" y="191"/>
                      <a:pt x="517" y="191"/>
                      <a:pt x="517" y="191"/>
                    </a:cubicBezTo>
                    <a:cubicBezTo>
                      <a:pt x="516" y="191"/>
                      <a:pt x="516" y="191"/>
                      <a:pt x="516" y="191"/>
                    </a:cubicBezTo>
                    <a:cubicBezTo>
                      <a:pt x="516" y="192"/>
                      <a:pt x="516" y="192"/>
                      <a:pt x="516" y="192"/>
                    </a:cubicBezTo>
                    <a:cubicBezTo>
                      <a:pt x="516" y="193"/>
                      <a:pt x="516" y="193"/>
                      <a:pt x="516" y="193"/>
                    </a:cubicBezTo>
                    <a:cubicBezTo>
                      <a:pt x="516" y="193"/>
                      <a:pt x="516" y="193"/>
                      <a:pt x="516" y="194"/>
                    </a:cubicBezTo>
                    <a:cubicBezTo>
                      <a:pt x="516" y="194"/>
                      <a:pt x="516" y="194"/>
                      <a:pt x="516" y="194"/>
                    </a:cubicBezTo>
                    <a:cubicBezTo>
                      <a:pt x="518" y="195"/>
                      <a:pt x="518" y="195"/>
                      <a:pt x="518" y="195"/>
                    </a:cubicBezTo>
                    <a:cubicBezTo>
                      <a:pt x="519" y="193"/>
                      <a:pt x="519" y="193"/>
                      <a:pt x="519" y="193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18" y="191"/>
                      <a:pt x="518" y="191"/>
                      <a:pt x="518" y="191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21" y="192"/>
                      <a:pt x="521" y="192"/>
                      <a:pt x="521" y="192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3"/>
                      <a:pt x="522" y="193"/>
                      <a:pt x="522" y="193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7" y="198"/>
                      <a:pt x="527" y="198"/>
                      <a:pt x="527" y="198"/>
                    </a:cubicBezTo>
                    <a:cubicBezTo>
                      <a:pt x="529" y="199"/>
                      <a:pt x="529" y="199"/>
                      <a:pt x="529" y="199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2" y="199"/>
                      <a:pt x="532" y="199"/>
                      <a:pt x="532" y="199"/>
                    </a:cubicBezTo>
                    <a:cubicBezTo>
                      <a:pt x="531" y="199"/>
                      <a:pt x="531" y="199"/>
                      <a:pt x="531" y="199"/>
                    </a:cubicBezTo>
                    <a:cubicBezTo>
                      <a:pt x="532" y="203"/>
                      <a:pt x="532" y="203"/>
                      <a:pt x="532" y="203"/>
                    </a:cubicBezTo>
                    <a:cubicBezTo>
                      <a:pt x="531" y="204"/>
                      <a:pt x="531" y="204"/>
                      <a:pt x="531" y="204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1" y="206"/>
                      <a:pt x="531" y="206"/>
                      <a:pt x="531" y="206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31" y="209"/>
                      <a:pt x="531" y="209"/>
                      <a:pt x="531" y="209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29" y="205"/>
                      <a:pt x="529" y="205"/>
                      <a:pt x="529" y="205"/>
                    </a:cubicBezTo>
                    <a:cubicBezTo>
                      <a:pt x="527" y="204"/>
                      <a:pt x="527" y="204"/>
                      <a:pt x="527" y="204"/>
                    </a:cubicBezTo>
                    <a:cubicBezTo>
                      <a:pt x="524" y="203"/>
                      <a:pt x="524" y="203"/>
                      <a:pt x="524" y="203"/>
                    </a:cubicBezTo>
                    <a:cubicBezTo>
                      <a:pt x="524" y="202"/>
                      <a:pt x="524" y="202"/>
                      <a:pt x="524" y="202"/>
                    </a:cubicBezTo>
                    <a:cubicBezTo>
                      <a:pt x="522" y="200"/>
                      <a:pt x="522" y="200"/>
                      <a:pt x="522" y="200"/>
                    </a:cubicBezTo>
                    <a:cubicBezTo>
                      <a:pt x="518" y="200"/>
                      <a:pt x="518" y="200"/>
                      <a:pt x="518" y="200"/>
                    </a:cubicBezTo>
                    <a:cubicBezTo>
                      <a:pt x="514" y="197"/>
                      <a:pt x="514" y="197"/>
                      <a:pt x="514" y="197"/>
                    </a:cubicBezTo>
                    <a:cubicBezTo>
                      <a:pt x="512" y="197"/>
                      <a:pt x="512" y="197"/>
                      <a:pt x="512" y="197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09" y="194"/>
                      <a:pt x="509" y="194"/>
                      <a:pt x="509" y="194"/>
                    </a:cubicBezTo>
                    <a:cubicBezTo>
                      <a:pt x="506" y="195"/>
                      <a:pt x="506" y="195"/>
                      <a:pt x="506" y="195"/>
                    </a:cubicBezTo>
                    <a:cubicBezTo>
                      <a:pt x="505" y="196"/>
                      <a:pt x="505" y="196"/>
                      <a:pt x="505" y="196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3"/>
                      <a:pt x="505" y="193"/>
                      <a:pt x="505" y="193"/>
                    </a:cubicBezTo>
                    <a:cubicBezTo>
                      <a:pt x="500" y="191"/>
                      <a:pt x="500" y="191"/>
                      <a:pt x="500" y="191"/>
                    </a:cubicBezTo>
                    <a:cubicBezTo>
                      <a:pt x="498" y="190"/>
                      <a:pt x="498" y="190"/>
                      <a:pt x="498" y="190"/>
                    </a:cubicBezTo>
                    <a:cubicBezTo>
                      <a:pt x="490" y="189"/>
                      <a:pt x="490" y="189"/>
                      <a:pt x="490" y="189"/>
                    </a:cubicBezTo>
                    <a:cubicBezTo>
                      <a:pt x="485" y="190"/>
                      <a:pt x="485" y="190"/>
                      <a:pt x="485" y="190"/>
                    </a:cubicBezTo>
                    <a:cubicBezTo>
                      <a:pt x="483" y="190"/>
                      <a:pt x="483" y="190"/>
                      <a:pt x="483" y="190"/>
                    </a:cubicBezTo>
                    <a:cubicBezTo>
                      <a:pt x="482" y="190"/>
                      <a:pt x="482" y="190"/>
                      <a:pt x="482" y="190"/>
                    </a:cubicBezTo>
                    <a:cubicBezTo>
                      <a:pt x="481" y="189"/>
                      <a:pt x="481" y="189"/>
                      <a:pt x="481" y="189"/>
                    </a:cubicBezTo>
                    <a:cubicBezTo>
                      <a:pt x="480" y="190"/>
                      <a:pt x="480" y="190"/>
                      <a:pt x="480" y="190"/>
                    </a:cubicBezTo>
                    <a:cubicBezTo>
                      <a:pt x="478" y="189"/>
                      <a:pt x="478" y="189"/>
                      <a:pt x="478" y="189"/>
                    </a:cubicBezTo>
                    <a:cubicBezTo>
                      <a:pt x="477" y="190"/>
                      <a:pt x="477" y="190"/>
                      <a:pt x="477" y="190"/>
                    </a:cubicBezTo>
                    <a:cubicBezTo>
                      <a:pt x="477" y="189"/>
                      <a:pt x="477" y="189"/>
                      <a:pt x="477" y="189"/>
                    </a:cubicBezTo>
                    <a:cubicBezTo>
                      <a:pt x="474" y="188"/>
                      <a:pt x="474" y="188"/>
                      <a:pt x="474" y="188"/>
                    </a:cubicBezTo>
                    <a:cubicBezTo>
                      <a:pt x="473" y="186"/>
                      <a:pt x="473" y="186"/>
                      <a:pt x="473" y="186"/>
                    </a:cubicBezTo>
                    <a:cubicBezTo>
                      <a:pt x="471" y="186"/>
                      <a:pt x="471" y="186"/>
                      <a:pt x="471" y="186"/>
                    </a:cubicBezTo>
                    <a:cubicBezTo>
                      <a:pt x="470" y="184"/>
                      <a:pt x="470" y="184"/>
                      <a:pt x="470" y="184"/>
                    </a:cubicBezTo>
                    <a:cubicBezTo>
                      <a:pt x="468" y="183"/>
                      <a:pt x="468" y="183"/>
                      <a:pt x="468" y="183"/>
                    </a:cubicBezTo>
                    <a:cubicBezTo>
                      <a:pt x="468" y="182"/>
                      <a:pt x="468" y="182"/>
                      <a:pt x="468" y="182"/>
                    </a:cubicBezTo>
                    <a:cubicBezTo>
                      <a:pt x="466" y="181"/>
                      <a:pt x="466" y="181"/>
                      <a:pt x="466" y="181"/>
                    </a:cubicBezTo>
                    <a:cubicBezTo>
                      <a:pt x="464" y="181"/>
                      <a:pt x="464" y="181"/>
                      <a:pt x="464" y="181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2" y="183"/>
                      <a:pt x="462" y="183"/>
                      <a:pt x="462" y="183"/>
                    </a:cubicBezTo>
                    <a:cubicBezTo>
                      <a:pt x="463" y="184"/>
                      <a:pt x="463" y="184"/>
                      <a:pt x="463" y="184"/>
                    </a:cubicBezTo>
                    <a:cubicBezTo>
                      <a:pt x="461" y="185"/>
                      <a:pt x="461" y="185"/>
                      <a:pt x="461" y="185"/>
                    </a:cubicBezTo>
                    <a:cubicBezTo>
                      <a:pt x="462" y="186"/>
                      <a:pt x="462" y="186"/>
                      <a:pt x="462" y="186"/>
                    </a:cubicBezTo>
                    <a:cubicBezTo>
                      <a:pt x="465" y="189"/>
                      <a:pt x="465" y="189"/>
                      <a:pt x="465" y="189"/>
                    </a:cubicBezTo>
                    <a:cubicBezTo>
                      <a:pt x="466" y="190"/>
                      <a:pt x="466" y="190"/>
                      <a:pt x="466" y="190"/>
                    </a:cubicBezTo>
                    <a:cubicBezTo>
                      <a:pt x="467" y="192"/>
                      <a:pt x="467" y="192"/>
                      <a:pt x="467" y="192"/>
                    </a:cubicBezTo>
                    <a:cubicBezTo>
                      <a:pt x="469" y="192"/>
                      <a:pt x="469" y="192"/>
                      <a:pt x="469" y="192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70" y="191"/>
                      <a:pt x="470" y="191"/>
                      <a:pt x="470" y="191"/>
                    </a:cubicBezTo>
                    <a:cubicBezTo>
                      <a:pt x="471" y="191"/>
                      <a:pt x="471" y="191"/>
                      <a:pt x="471" y="191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1" y="193"/>
                      <a:pt x="471" y="193"/>
                      <a:pt x="471" y="193"/>
                    </a:cubicBezTo>
                    <a:cubicBezTo>
                      <a:pt x="472" y="194"/>
                      <a:pt x="472" y="194"/>
                      <a:pt x="472" y="194"/>
                    </a:cubicBezTo>
                    <a:cubicBezTo>
                      <a:pt x="474" y="195"/>
                      <a:pt x="474" y="195"/>
                      <a:pt x="474" y="195"/>
                    </a:cubicBezTo>
                    <a:cubicBezTo>
                      <a:pt x="475" y="194"/>
                      <a:pt x="475" y="194"/>
                      <a:pt x="475" y="194"/>
                    </a:cubicBezTo>
                    <a:cubicBezTo>
                      <a:pt x="476" y="194"/>
                      <a:pt x="476" y="194"/>
                      <a:pt x="476" y="194"/>
                    </a:cubicBezTo>
                    <a:cubicBezTo>
                      <a:pt x="476" y="195"/>
                      <a:pt x="476" y="195"/>
                      <a:pt x="476" y="195"/>
                    </a:cubicBezTo>
                    <a:cubicBezTo>
                      <a:pt x="477" y="197"/>
                      <a:pt x="477" y="197"/>
                      <a:pt x="477" y="197"/>
                    </a:cubicBezTo>
                    <a:cubicBezTo>
                      <a:pt x="478" y="197"/>
                      <a:pt x="478" y="197"/>
                      <a:pt x="478" y="197"/>
                    </a:cubicBezTo>
                    <a:cubicBezTo>
                      <a:pt x="479" y="200"/>
                      <a:pt x="479" y="200"/>
                      <a:pt x="479" y="200"/>
                    </a:cubicBezTo>
                    <a:cubicBezTo>
                      <a:pt x="481" y="202"/>
                      <a:pt x="481" y="202"/>
                      <a:pt x="481" y="202"/>
                    </a:cubicBezTo>
                    <a:cubicBezTo>
                      <a:pt x="481" y="200"/>
                      <a:pt x="481" y="200"/>
                      <a:pt x="481" y="200"/>
                    </a:cubicBezTo>
                    <a:cubicBezTo>
                      <a:pt x="482" y="202"/>
                      <a:pt x="482" y="202"/>
                      <a:pt x="482" y="202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5" y="205"/>
                      <a:pt x="485" y="205"/>
                      <a:pt x="485" y="205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2" y="207"/>
                      <a:pt x="482" y="207"/>
                      <a:pt x="482" y="207"/>
                    </a:cubicBezTo>
                    <a:cubicBezTo>
                      <a:pt x="481" y="208"/>
                      <a:pt x="481" y="208"/>
                      <a:pt x="481" y="208"/>
                    </a:cubicBezTo>
                    <a:cubicBezTo>
                      <a:pt x="479" y="207"/>
                      <a:pt x="479" y="207"/>
                      <a:pt x="479" y="207"/>
                    </a:cubicBezTo>
                    <a:cubicBezTo>
                      <a:pt x="477" y="208"/>
                      <a:pt x="477" y="208"/>
                      <a:pt x="477" y="208"/>
                    </a:cubicBezTo>
                    <a:cubicBezTo>
                      <a:pt x="477" y="209"/>
                      <a:pt x="477" y="209"/>
                      <a:pt x="477" y="209"/>
                    </a:cubicBezTo>
                    <a:cubicBezTo>
                      <a:pt x="479" y="211"/>
                      <a:pt x="479" y="211"/>
                      <a:pt x="479" y="211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6" y="212"/>
                      <a:pt x="476" y="212"/>
                      <a:pt x="476" y="212"/>
                    </a:cubicBezTo>
                    <a:cubicBezTo>
                      <a:pt x="475" y="212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5" y="211"/>
                    </a:cubicBezTo>
                    <a:cubicBezTo>
                      <a:pt x="475" y="209"/>
                      <a:pt x="475" y="209"/>
                      <a:pt x="475" y="209"/>
                    </a:cubicBezTo>
                    <a:cubicBezTo>
                      <a:pt x="476" y="208"/>
                      <a:pt x="476" y="208"/>
                      <a:pt x="476" y="208"/>
                    </a:cubicBezTo>
                    <a:cubicBezTo>
                      <a:pt x="476" y="207"/>
                      <a:pt x="476" y="207"/>
                      <a:pt x="476" y="207"/>
                    </a:cubicBezTo>
                    <a:cubicBezTo>
                      <a:pt x="474" y="206"/>
                      <a:pt x="474" y="206"/>
                      <a:pt x="474" y="206"/>
                    </a:cubicBezTo>
                    <a:cubicBezTo>
                      <a:pt x="474" y="205"/>
                      <a:pt x="474" y="205"/>
                      <a:pt x="474" y="205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5" y="205"/>
                      <a:pt x="475" y="205"/>
                      <a:pt x="475" y="205"/>
                    </a:cubicBezTo>
                    <a:cubicBezTo>
                      <a:pt x="475" y="203"/>
                      <a:pt x="475" y="203"/>
                      <a:pt x="475" y="203"/>
                    </a:cubicBezTo>
                    <a:cubicBezTo>
                      <a:pt x="475" y="203"/>
                      <a:pt x="475" y="202"/>
                      <a:pt x="475" y="202"/>
                    </a:cubicBezTo>
                    <a:cubicBezTo>
                      <a:pt x="476" y="201"/>
                      <a:pt x="476" y="201"/>
                      <a:pt x="476" y="201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198"/>
                      <a:pt x="473" y="198"/>
                      <a:pt x="473" y="198"/>
                    </a:cubicBezTo>
                    <a:cubicBezTo>
                      <a:pt x="470" y="197"/>
                      <a:pt x="470" y="197"/>
                      <a:pt x="470" y="197"/>
                    </a:cubicBezTo>
                    <a:cubicBezTo>
                      <a:pt x="469" y="196"/>
                      <a:pt x="469" y="196"/>
                      <a:pt x="469" y="196"/>
                    </a:cubicBezTo>
                    <a:cubicBezTo>
                      <a:pt x="468" y="198"/>
                      <a:pt x="468" y="198"/>
                      <a:pt x="468" y="198"/>
                    </a:cubicBezTo>
                    <a:cubicBezTo>
                      <a:pt x="470" y="199"/>
                      <a:pt x="470" y="199"/>
                      <a:pt x="470" y="199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203"/>
                      <a:pt x="473" y="203"/>
                      <a:pt x="473" y="203"/>
                    </a:cubicBezTo>
                    <a:cubicBezTo>
                      <a:pt x="473" y="203"/>
                      <a:pt x="473" y="203"/>
                      <a:pt x="474" y="203"/>
                    </a:cubicBezTo>
                    <a:cubicBezTo>
                      <a:pt x="474" y="203"/>
                      <a:pt x="474" y="203"/>
                      <a:pt x="474" y="203"/>
                    </a:cubicBezTo>
                    <a:cubicBezTo>
                      <a:pt x="472" y="204"/>
                      <a:pt x="472" y="204"/>
                      <a:pt x="472" y="204"/>
                    </a:cubicBezTo>
                    <a:cubicBezTo>
                      <a:pt x="471" y="204"/>
                      <a:pt x="471" y="204"/>
                      <a:pt x="471" y="204"/>
                    </a:cubicBezTo>
                    <a:cubicBezTo>
                      <a:pt x="469" y="206"/>
                      <a:pt x="469" y="206"/>
                      <a:pt x="469" y="206"/>
                    </a:cubicBezTo>
                    <a:cubicBezTo>
                      <a:pt x="468" y="206"/>
                      <a:pt x="468" y="206"/>
                      <a:pt x="468" y="206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5" y="206"/>
                      <a:pt x="465" y="206"/>
                      <a:pt x="465" y="206"/>
                    </a:cubicBezTo>
                    <a:cubicBezTo>
                      <a:pt x="462" y="207"/>
                      <a:pt x="462" y="207"/>
                      <a:pt x="462" y="207"/>
                    </a:cubicBezTo>
                    <a:cubicBezTo>
                      <a:pt x="461" y="209"/>
                      <a:pt x="461" y="209"/>
                      <a:pt x="461" y="209"/>
                    </a:cubicBezTo>
                    <a:cubicBezTo>
                      <a:pt x="463" y="210"/>
                      <a:pt x="463" y="210"/>
                      <a:pt x="463" y="210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10"/>
                      <a:pt x="464" y="210"/>
                      <a:pt x="464" y="210"/>
                    </a:cubicBezTo>
                    <a:cubicBezTo>
                      <a:pt x="463" y="211"/>
                      <a:pt x="463" y="211"/>
                      <a:pt x="463" y="211"/>
                    </a:cubicBezTo>
                    <a:cubicBezTo>
                      <a:pt x="460" y="211"/>
                      <a:pt x="460" y="211"/>
                      <a:pt x="460" y="211"/>
                    </a:cubicBezTo>
                    <a:cubicBezTo>
                      <a:pt x="459" y="210"/>
                      <a:pt x="459" y="210"/>
                      <a:pt x="459" y="210"/>
                    </a:cubicBezTo>
                    <a:cubicBezTo>
                      <a:pt x="458" y="211"/>
                      <a:pt x="458" y="211"/>
                      <a:pt x="458" y="211"/>
                    </a:cubicBezTo>
                    <a:cubicBezTo>
                      <a:pt x="457" y="211"/>
                      <a:pt x="457" y="211"/>
                      <a:pt x="457" y="211"/>
                    </a:cubicBezTo>
                    <a:cubicBezTo>
                      <a:pt x="456" y="210"/>
                      <a:pt x="456" y="210"/>
                      <a:pt x="456" y="210"/>
                    </a:cubicBezTo>
                    <a:cubicBezTo>
                      <a:pt x="454" y="211"/>
                      <a:pt x="454" y="211"/>
                      <a:pt x="454" y="211"/>
                    </a:cubicBezTo>
                    <a:cubicBezTo>
                      <a:pt x="454" y="212"/>
                      <a:pt x="454" y="212"/>
                      <a:pt x="454" y="212"/>
                    </a:cubicBezTo>
                    <a:cubicBezTo>
                      <a:pt x="452" y="212"/>
                      <a:pt x="452" y="212"/>
                      <a:pt x="452" y="212"/>
                    </a:cubicBezTo>
                    <a:cubicBezTo>
                      <a:pt x="451" y="214"/>
                      <a:pt x="451" y="214"/>
                      <a:pt x="451" y="214"/>
                    </a:cubicBezTo>
                    <a:cubicBezTo>
                      <a:pt x="451" y="215"/>
                      <a:pt x="451" y="215"/>
                      <a:pt x="451" y="215"/>
                    </a:cubicBezTo>
                    <a:cubicBezTo>
                      <a:pt x="452" y="216"/>
                      <a:pt x="452" y="216"/>
                      <a:pt x="452" y="216"/>
                    </a:cubicBezTo>
                    <a:cubicBezTo>
                      <a:pt x="451" y="216"/>
                      <a:pt x="451" y="216"/>
                      <a:pt x="451" y="216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0" y="215"/>
                      <a:pt x="450" y="215"/>
                      <a:pt x="450" y="215"/>
                    </a:cubicBezTo>
                    <a:cubicBezTo>
                      <a:pt x="449" y="215"/>
                      <a:pt x="449" y="215"/>
                      <a:pt x="449" y="215"/>
                    </a:cubicBezTo>
                    <a:cubicBezTo>
                      <a:pt x="449" y="214"/>
                      <a:pt x="449" y="214"/>
                      <a:pt x="449" y="214"/>
                    </a:cubicBezTo>
                    <a:cubicBezTo>
                      <a:pt x="447" y="214"/>
                      <a:pt x="447" y="214"/>
                      <a:pt x="447" y="214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4"/>
                      <a:pt x="446" y="214"/>
                      <a:pt x="446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4" y="213"/>
                      <a:pt x="444" y="213"/>
                      <a:pt x="444" y="213"/>
                    </a:cubicBezTo>
                    <a:cubicBezTo>
                      <a:pt x="446" y="212"/>
                      <a:pt x="446" y="212"/>
                      <a:pt x="446" y="212"/>
                    </a:cubicBezTo>
                    <a:cubicBezTo>
                      <a:pt x="443" y="209"/>
                      <a:pt x="443" y="209"/>
                      <a:pt x="443" y="209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4" y="209"/>
                      <a:pt x="444" y="209"/>
                      <a:pt x="444" y="209"/>
                    </a:cubicBezTo>
                    <a:cubicBezTo>
                      <a:pt x="445" y="209"/>
                      <a:pt x="445" y="209"/>
                      <a:pt x="445" y="209"/>
                    </a:cubicBezTo>
                    <a:cubicBezTo>
                      <a:pt x="447" y="208"/>
                      <a:pt x="447" y="208"/>
                      <a:pt x="447" y="208"/>
                    </a:cubicBezTo>
                    <a:cubicBezTo>
                      <a:pt x="446" y="206"/>
                      <a:pt x="446" y="206"/>
                      <a:pt x="446" y="206"/>
                    </a:cubicBezTo>
                    <a:cubicBezTo>
                      <a:pt x="443" y="207"/>
                      <a:pt x="443" y="207"/>
                      <a:pt x="443" y="207"/>
                    </a:cubicBezTo>
                    <a:cubicBezTo>
                      <a:pt x="439" y="208"/>
                      <a:pt x="439" y="208"/>
                      <a:pt x="439" y="208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6" y="210"/>
                      <a:pt x="436" y="210"/>
                      <a:pt x="436" y="210"/>
                    </a:cubicBezTo>
                    <a:cubicBezTo>
                      <a:pt x="433" y="213"/>
                      <a:pt x="433" y="213"/>
                      <a:pt x="433" y="213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27" y="214"/>
                      <a:pt x="427" y="214"/>
                      <a:pt x="427" y="214"/>
                    </a:cubicBezTo>
                    <a:cubicBezTo>
                      <a:pt x="425" y="215"/>
                      <a:pt x="425" y="215"/>
                      <a:pt x="425" y="215"/>
                    </a:cubicBezTo>
                    <a:cubicBezTo>
                      <a:pt x="425" y="217"/>
                      <a:pt x="425" y="217"/>
                      <a:pt x="425" y="217"/>
                    </a:cubicBezTo>
                    <a:cubicBezTo>
                      <a:pt x="424" y="217"/>
                      <a:pt x="424" y="217"/>
                      <a:pt x="424" y="217"/>
                    </a:cubicBezTo>
                    <a:cubicBezTo>
                      <a:pt x="424" y="218"/>
                      <a:pt x="424" y="218"/>
                      <a:pt x="424" y="218"/>
                    </a:cubicBezTo>
                    <a:cubicBezTo>
                      <a:pt x="422" y="221"/>
                      <a:pt x="422" y="221"/>
                      <a:pt x="422" y="221"/>
                    </a:cubicBezTo>
                    <a:cubicBezTo>
                      <a:pt x="421" y="222"/>
                      <a:pt x="421" y="222"/>
                      <a:pt x="421" y="222"/>
                    </a:cubicBezTo>
                    <a:cubicBezTo>
                      <a:pt x="418" y="225"/>
                      <a:pt x="418" y="225"/>
                      <a:pt x="418" y="225"/>
                    </a:cubicBezTo>
                    <a:cubicBezTo>
                      <a:pt x="417" y="225"/>
                      <a:pt x="417" y="225"/>
                      <a:pt x="417" y="225"/>
                    </a:cubicBezTo>
                    <a:cubicBezTo>
                      <a:pt x="416" y="224"/>
                      <a:pt x="416" y="224"/>
                      <a:pt x="416" y="224"/>
                    </a:cubicBezTo>
                    <a:cubicBezTo>
                      <a:pt x="414" y="224"/>
                      <a:pt x="414" y="224"/>
                      <a:pt x="414" y="224"/>
                    </a:cubicBezTo>
                    <a:cubicBezTo>
                      <a:pt x="415" y="227"/>
                      <a:pt x="415" y="227"/>
                      <a:pt x="415" y="227"/>
                    </a:cubicBezTo>
                    <a:cubicBezTo>
                      <a:pt x="417" y="228"/>
                      <a:pt x="417" y="228"/>
                      <a:pt x="417" y="228"/>
                    </a:cubicBezTo>
                    <a:cubicBezTo>
                      <a:pt x="416" y="227"/>
                      <a:pt x="416" y="227"/>
                      <a:pt x="416" y="227"/>
                    </a:cubicBezTo>
                    <a:cubicBezTo>
                      <a:pt x="415" y="228"/>
                      <a:pt x="415" y="228"/>
                      <a:pt x="415" y="228"/>
                    </a:cubicBezTo>
                    <a:cubicBezTo>
                      <a:pt x="411" y="229"/>
                      <a:pt x="411" y="229"/>
                      <a:pt x="411" y="229"/>
                    </a:cubicBezTo>
                    <a:cubicBezTo>
                      <a:pt x="410" y="230"/>
                      <a:pt x="410" y="230"/>
                      <a:pt x="410" y="230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0" y="234"/>
                      <a:pt x="410" y="234"/>
                      <a:pt x="410" y="234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8"/>
                      <a:pt x="410" y="238"/>
                      <a:pt x="410" y="238"/>
                    </a:cubicBezTo>
                    <a:cubicBezTo>
                      <a:pt x="408" y="239"/>
                      <a:pt x="408" y="239"/>
                      <a:pt x="408" y="239"/>
                    </a:cubicBezTo>
                    <a:cubicBezTo>
                      <a:pt x="407" y="239"/>
                      <a:pt x="407" y="239"/>
                      <a:pt x="407" y="239"/>
                    </a:cubicBezTo>
                    <a:cubicBezTo>
                      <a:pt x="406" y="239"/>
                      <a:pt x="406" y="239"/>
                      <a:pt x="406" y="239"/>
                    </a:cubicBezTo>
                    <a:cubicBezTo>
                      <a:pt x="406" y="240"/>
                      <a:pt x="406" y="240"/>
                      <a:pt x="406" y="240"/>
                    </a:cubicBezTo>
                    <a:cubicBezTo>
                      <a:pt x="405" y="238"/>
                      <a:pt x="405" y="238"/>
                      <a:pt x="405" y="238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399" y="236"/>
                      <a:pt x="399" y="236"/>
                      <a:pt x="399" y="236"/>
                    </a:cubicBezTo>
                    <a:cubicBezTo>
                      <a:pt x="396" y="234"/>
                      <a:pt x="396" y="234"/>
                      <a:pt x="396" y="234"/>
                    </a:cubicBezTo>
                    <a:cubicBezTo>
                      <a:pt x="395" y="233"/>
                      <a:pt x="395" y="233"/>
                      <a:pt x="395" y="233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6" y="232"/>
                      <a:pt x="396" y="232"/>
                      <a:pt x="396" y="232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29"/>
                      <a:pt x="397" y="229"/>
                      <a:pt x="397" y="229"/>
                    </a:cubicBezTo>
                    <a:cubicBezTo>
                      <a:pt x="399" y="229"/>
                      <a:pt x="399" y="229"/>
                      <a:pt x="399" y="229"/>
                    </a:cubicBezTo>
                    <a:cubicBezTo>
                      <a:pt x="400" y="228"/>
                      <a:pt x="400" y="228"/>
                      <a:pt x="400" y="228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03" y="226"/>
                      <a:pt x="403" y="226"/>
                      <a:pt x="403" y="226"/>
                    </a:cubicBezTo>
                    <a:cubicBezTo>
                      <a:pt x="401" y="224"/>
                      <a:pt x="401" y="224"/>
                      <a:pt x="401" y="224"/>
                    </a:cubicBezTo>
                    <a:cubicBezTo>
                      <a:pt x="401" y="222"/>
                      <a:pt x="401" y="222"/>
                      <a:pt x="401" y="222"/>
                    </a:cubicBezTo>
                    <a:cubicBezTo>
                      <a:pt x="399" y="222"/>
                      <a:pt x="399" y="222"/>
                      <a:pt x="399" y="222"/>
                    </a:cubicBezTo>
                    <a:cubicBezTo>
                      <a:pt x="397" y="221"/>
                      <a:pt x="397" y="221"/>
                      <a:pt x="397" y="221"/>
                    </a:cubicBezTo>
                    <a:cubicBezTo>
                      <a:pt x="398" y="219"/>
                      <a:pt x="398" y="219"/>
                      <a:pt x="398" y="219"/>
                    </a:cubicBezTo>
                    <a:cubicBezTo>
                      <a:pt x="395" y="218"/>
                      <a:pt x="395" y="218"/>
                      <a:pt x="395" y="218"/>
                    </a:cubicBezTo>
                    <a:cubicBezTo>
                      <a:pt x="391" y="217"/>
                      <a:pt x="391" y="217"/>
                      <a:pt x="391" y="217"/>
                    </a:cubicBezTo>
                    <a:cubicBezTo>
                      <a:pt x="388" y="218"/>
                      <a:pt x="388" y="218"/>
                      <a:pt x="388" y="218"/>
                    </a:cubicBezTo>
                    <a:cubicBezTo>
                      <a:pt x="387" y="218"/>
                      <a:pt x="387" y="218"/>
                      <a:pt x="387" y="218"/>
                    </a:cubicBezTo>
                    <a:cubicBezTo>
                      <a:pt x="385" y="218"/>
                      <a:pt x="385" y="218"/>
                      <a:pt x="385" y="218"/>
                    </a:cubicBezTo>
                    <a:cubicBezTo>
                      <a:pt x="382" y="216"/>
                      <a:pt x="382" y="216"/>
                      <a:pt x="382" y="216"/>
                    </a:cubicBezTo>
                    <a:cubicBezTo>
                      <a:pt x="380" y="216"/>
                      <a:pt x="380" y="216"/>
                      <a:pt x="380" y="216"/>
                    </a:cubicBezTo>
                    <a:cubicBezTo>
                      <a:pt x="380" y="218"/>
                      <a:pt x="380" y="218"/>
                      <a:pt x="380" y="218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86" y="222"/>
                      <a:pt x="386" y="222"/>
                      <a:pt x="386" y="222"/>
                    </a:cubicBezTo>
                    <a:cubicBezTo>
                      <a:pt x="387" y="225"/>
                      <a:pt x="387" y="225"/>
                      <a:pt x="387" y="225"/>
                    </a:cubicBezTo>
                    <a:cubicBezTo>
                      <a:pt x="387" y="227"/>
                      <a:pt x="387" y="227"/>
                      <a:pt x="387" y="227"/>
                    </a:cubicBezTo>
                    <a:cubicBezTo>
                      <a:pt x="388" y="228"/>
                      <a:pt x="388" y="228"/>
                      <a:pt x="388" y="228"/>
                    </a:cubicBezTo>
                    <a:cubicBezTo>
                      <a:pt x="387" y="228"/>
                      <a:pt x="387" y="228"/>
                      <a:pt x="387" y="228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1"/>
                      <a:pt x="387" y="231"/>
                      <a:pt x="387" y="231"/>
                    </a:cubicBezTo>
                    <a:cubicBezTo>
                      <a:pt x="387" y="234"/>
                      <a:pt x="387" y="234"/>
                      <a:pt x="387" y="234"/>
                    </a:cubicBezTo>
                    <a:cubicBezTo>
                      <a:pt x="386" y="236"/>
                      <a:pt x="386" y="236"/>
                      <a:pt x="386" y="236"/>
                    </a:cubicBezTo>
                    <a:cubicBezTo>
                      <a:pt x="387" y="239"/>
                      <a:pt x="387" y="239"/>
                      <a:pt x="387" y="239"/>
                    </a:cubicBezTo>
                    <a:cubicBezTo>
                      <a:pt x="390" y="238"/>
                      <a:pt x="390" y="238"/>
                      <a:pt x="390" y="238"/>
                    </a:cubicBezTo>
                    <a:cubicBezTo>
                      <a:pt x="391" y="239"/>
                      <a:pt x="391" y="239"/>
                      <a:pt x="391" y="239"/>
                    </a:cubicBezTo>
                    <a:cubicBezTo>
                      <a:pt x="392" y="240"/>
                      <a:pt x="392" y="240"/>
                      <a:pt x="392" y="240"/>
                    </a:cubicBezTo>
                    <a:cubicBezTo>
                      <a:pt x="392" y="241"/>
                      <a:pt x="392" y="241"/>
                      <a:pt x="392" y="241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3"/>
                      <a:pt x="392" y="243"/>
                      <a:pt x="392" y="243"/>
                    </a:cubicBezTo>
                    <a:cubicBezTo>
                      <a:pt x="392" y="244"/>
                      <a:pt x="392" y="244"/>
                      <a:pt x="392" y="244"/>
                    </a:cubicBezTo>
                    <a:cubicBezTo>
                      <a:pt x="392" y="245"/>
                      <a:pt x="392" y="245"/>
                      <a:pt x="392" y="245"/>
                    </a:cubicBezTo>
                    <a:cubicBezTo>
                      <a:pt x="392" y="248"/>
                      <a:pt x="392" y="248"/>
                      <a:pt x="392" y="248"/>
                    </a:cubicBezTo>
                    <a:cubicBezTo>
                      <a:pt x="391" y="249"/>
                      <a:pt x="391" y="249"/>
                      <a:pt x="391" y="249"/>
                    </a:cubicBezTo>
                    <a:cubicBezTo>
                      <a:pt x="392" y="250"/>
                      <a:pt x="392" y="250"/>
                      <a:pt x="392" y="250"/>
                    </a:cubicBezTo>
                    <a:cubicBezTo>
                      <a:pt x="390" y="249"/>
                      <a:pt x="390" y="249"/>
                      <a:pt x="390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8" y="248"/>
                      <a:pt x="388" y="248"/>
                      <a:pt x="388" y="248"/>
                    </a:cubicBezTo>
                    <a:cubicBezTo>
                      <a:pt x="385" y="248"/>
                      <a:pt x="385" y="248"/>
                      <a:pt x="385" y="248"/>
                    </a:cubicBezTo>
                    <a:cubicBezTo>
                      <a:pt x="383" y="248"/>
                      <a:pt x="383" y="248"/>
                      <a:pt x="383" y="248"/>
                    </a:cubicBezTo>
                    <a:cubicBezTo>
                      <a:pt x="382" y="247"/>
                      <a:pt x="382" y="247"/>
                      <a:pt x="382" y="247"/>
                    </a:cubicBezTo>
                    <a:cubicBezTo>
                      <a:pt x="379" y="246"/>
                      <a:pt x="379" y="246"/>
                      <a:pt x="379" y="246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4" y="253"/>
                      <a:pt x="374" y="253"/>
                      <a:pt x="374" y="253"/>
                    </a:cubicBezTo>
                    <a:cubicBezTo>
                      <a:pt x="372" y="253"/>
                      <a:pt x="372" y="253"/>
                      <a:pt x="372" y="253"/>
                    </a:cubicBezTo>
                    <a:cubicBezTo>
                      <a:pt x="371" y="254"/>
                      <a:pt x="371" y="254"/>
                      <a:pt x="371" y="254"/>
                    </a:cubicBezTo>
                    <a:cubicBezTo>
                      <a:pt x="370" y="256"/>
                      <a:pt x="370" y="256"/>
                      <a:pt x="370" y="256"/>
                    </a:cubicBezTo>
                    <a:cubicBezTo>
                      <a:pt x="369" y="258"/>
                      <a:pt x="369" y="258"/>
                      <a:pt x="369" y="258"/>
                    </a:cubicBezTo>
                    <a:cubicBezTo>
                      <a:pt x="367" y="260"/>
                      <a:pt x="367" y="260"/>
                      <a:pt x="367" y="260"/>
                    </a:cubicBezTo>
                    <a:cubicBezTo>
                      <a:pt x="367" y="262"/>
                      <a:pt x="367" y="262"/>
                      <a:pt x="367" y="262"/>
                    </a:cubicBezTo>
                    <a:cubicBezTo>
                      <a:pt x="367" y="264"/>
                      <a:pt x="367" y="264"/>
                      <a:pt x="367" y="264"/>
                    </a:cubicBezTo>
                    <a:cubicBezTo>
                      <a:pt x="371" y="267"/>
                      <a:pt x="371" y="267"/>
                      <a:pt x="371" y="267"/>
                    </a:cubicBezTo>
                    <a:cubicBezTo>
                      <a:pt x="372" y="270"/>
                      <a:pt x="372" y="270"/>
                      <a:pt x="372" y="270"/>
                    </a:cubicBezTo>
                    <a:cubicBezTo>
                      <a:pt x="372" y="271"/>
                      <a:pt x="372" y="271"/>
                      <a:pt x="372" y="271"/>
                    </a:cubicBezTo>
                    <a:cubicBezTo>
                      <a:pt x="370" y="271"/>
                      <a:pt x="370" y="271"/>
                      <a:pt x="370" y="271"/>
                    </a:cubicBezTo>
                    <a:cubicBezTo>
                      <a:pt x="370" y="273"/>
                      <a:pt x="370" y="273"/>
                      <a:pt x="370" y="273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69" y="274"/>
                      <a:pt x="369" y="274"/>
                      <a:pt x="369" y="274"/>
                    </a:cubicBezTo>
                    <a:cubicBezTo>
                      <a:pt x="367" y="273"/>
                      <a:pt x="367" y="273"/>
                      <a:pt x="367" y="273"/>
                    </a:cubicBezTo>
                    <a:cubicBezTo>
                      <a:pt x="362" y="270"/>
                      <a:pt x="362" y="270"/>
                      <a:pt x="362" y="270"/>
                    </a:cubicBezTo>
                    <a:cubicBezTo>
                      <a:pt x="361" y="270"/>
                      <a:pt x="361" y="270"/>
                      <a:pt x="361" y="270"/>
                    </a:cubicBezTo>
                    <a:cubicBezTo>
                      <a:pt x="360" y="269"/>
                      <a:pt x="360" y="269"/>
                      <a:pt x="360" y="269"/>
                    </a:cubicBezTo>
                    <a:cubicBezTo>
                      <a:pt x="358" y="269"/>
                      <a:pt x="358" y="269"/>
                      <a:pt x="358" y="269"/>
                    </a:cubicBezTo>
                    <a:cubicBezTo>
                      <a:pt x="357" y="268"/>
                      <a:pt x="357" y="268"/>
                      <a:pt x="357" y="268"/>
                    </a:cubicBezTo>
                    <a:cubicBezTo>
                      <a:pt x="355" y="267"/>
                      <a:pt x="355" y="267"/>
                      <a:pt x="355" y="267"/>
                    </a:cubicBezTo>
                    <a:cubicBezTo>
                      <a:pt x="353" y="266"/>
                      <a:pt x="353" y="266"/>
                      <a:pt x="353" y="266"/>
                    </a:cubicBezTo>
                    <a:cubicBezTo>
                      <a:pt x="352" y="265"/>
                      <a:pt x="352" y="265"/>
                      <a:pt x="352" y="265"/>
                    </a:cubicBezTo>
                    <a:cubicBezTo>
                      <a:pt x="349" y="265"/>
                      <a:pt x="349" y="265"/>
                      <a:pt x="349" y="265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6" y="269"/>
                      <a:pt x="346" y="269"/>
                      <a:pt x="346" y="269"/>
                    </a:cubicBezTo>
                    <a:cubicBezTo>
                      <a:pt x="348" y="272"/>
                      <a:pt x="348" y="272"/>
                      <a:pt x="348" y="272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51" y="275"/>
                      <a:pt x="351" y="275"/>
                      <a:pt x="351" y="275"/>
                    </a:cubicBezTo>
                    <a:cubicBezTo>
                      <a:pt x="352" y="277"/>
                      <a:pt x="352" y="277"/>
                      <a:pt x="352" y="277"/>
                    </a:cubicBezTo>
                    <a:cubicBezTo>
                      <a:pt x="354" y="278"/>
                      <a:pt x="354" y="278"/>
                      <a:pt x="354" y="278"/>
                    </a:cubicBezTo>
                    <a:cubicBezTo>
                      <a:pt x="356" y="277"/>
                      <a:pt x="356" y="277"/>
                      <a:pt x="356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9" y="278"/>
                      <a:pt x="359" y="278"/>
                      <a:pt x="359" y="278"/>
                    </a:cubicBezTo>
                    <a:cubicBezTo>
                      <a:pt x="358" y="279"/>
                      <a:pt x="358" y="279"/>
                      <a:pt x="358" y="279"/>
                    </a:cubicBezTo>
                    <a:cubicBezTo>
                      <a:pt x="359" y="280"/>
                      <a:pt x="359" y="280"/>
                      <a:pt x="359" y="280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8" y="282"/>
                      <a:pt x="358" y="282"/>
                      <a:pt x="358" y="282"/>
                    </a:cubicBezTo>
                    <a:cubicBezTo>
                      <a:pt x="356" y="284"/>
                      <a:pt x="356" y="284"/>
                      <a:pt x="356" y="284"/>
                    </a:cubicBezTo>
                    <a:cubicBezTo>
                      <a:pt x="356" y="283"/>
                      <a:pt x="356" y="283"/>
                      <a:pt x="356" y="283"/>
                    </a:cubicBezTo>
                    <a:cubicBezTo>
                      <a:pt x="354" y="282"/>
                      <a:pt x="354" y="282"/>
                      <a:pt x="354" y="282"/>
                    </a:cubicBezTo>
                    <a:cubicBezTo>
                      <a:pt x="352" y="282"/>
                      <a:pt x="352" y="282"/>
                      <a:pt x="352" y="282"/>
                    </a:cubicBezTo>
                    <a:cubicBezTo>
                      <a:pt x="351" y="281"/>
                      <a:pt x="351" y="281"/>
                      <a:pt x="351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8" y="279"/>
                      <a:pt x="348" y="279"/>
                      <a:pt x="348" y="279"/>
                    </a:cubicBezTo>
                    <a:cubicBezTo>
                      <a:pt x="347" y="278"/>
                      <a:pt x="347" y="278"/>
                      <a:pt x="347" y="278"/>
                    </a:cubicBezTo>
                    <a:cubicBezTo>
                      <a:pt x="346" y="277"/>
                      <a:pt x="346" y="277"/>
                      <a:pt x="346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3" y="278"/>
                      <a:pt x="343" y="278"/>
                      <a:pt x="343" y="278"/>
                    </a:cubicBezTo>
                    <a:cubicBezTo>
                      <a:pt x="341" y="277"/>
                      <a:pt x="341" y="277"/>
                      <a:pt x="341" y="277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5"/>
                      <a:pt x="340" y="275"/>
                      <a:pt x="340" y="275"/>
                    </a:cubicBezTo>
                    <a:cubicBezTo>
                      <a:pt x="340" y="273"/>
                      <a:pt x="340" y="273"/>
                      <a:pt x="340" y="273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0"/>
                      <a:pt x="339" y="270"/>
                      <a:pt x="339" y="270"/>
                    </a:cubicBezTo>
                    <a:cubicBezTo>
                      <a:pt x="339" y="269"/>
                      <a:pt x="339" y="269"/>
                      <a:pt x="339" y="269"/>
                    </a:cubicBezTo>
                    <a:cubicBezTo>
                      <a:pt x="337" y="267"/>
                      <a:pt x="337" y="267"/>
                      <a:pt x="337" y="267"/>
                    </a:cubicBezTo>
                    <a:cubicBezTo>
                      <a:pt x="337" y="265"/>
                      <a:pt x="337" y="265"/>
                      <a:pt x="337" y="265"/>
                    </a:cubicBezTo>
                    <a:cubicBezTo>
                      <a:pt x="336" y="265"/>
                      <a:pt x="336" y="265"/>
                      <a:pt x="336" y="265"/>
                    </a:cubicBezTo>
                    <a:cubicBezTo>
                      <a:pt x="336" y="264"/>
                      <a:pt x="336" y="264"/>
                      <a:pt x="336" y="264"/>
                    </a:cubicBezTo>
                    <a:cubicBezTo>
                      <a:pt x="337" y="264"/>
                      <a:pt x="337" y="264"/>
                      <a:pt x="337" y="264"/>
                    </a:cubicBezTo>
                    <a:cubicBezTo>
                      <a:pt x="337" y="261"/>
                      <a:pt x="337" y="261"/>
                      <a:pt x="337" y="261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6" y="259"/>
                      <a:pt x="336" y="259"/>
                      <a:pt x="336" y="259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7" y="257"/>
                      <a:pt x="337" y="257"/>
                      <a:pt x="337" y="257"/>
                    </a:cubicBezTo>
                    <a:cubicBezTo>
                      <a:pt x="336" y="257"/>
                      <a:pt x="336" y="257"/>
                      <a:pt x="336" y="257"/>
                    </a:cubicBezTo>
                    <a:cubicBezTo>
                      <a:pt x="334" y="255"/>
                      <a:pt x="334" y="255"/>
                      <a:pt x="334" y="255"/>
                    </a:cubicBezTo>
                    <a:cubicBezTo>
                      <a:pt x="331" y="253"/>
                      <a:pt x="331" y="253"/>
                      <a:pt x="331" y="253"/>
                    </a:cubicBezTo>
                    <a:cubicBezTo>
                      <a:pt x="330" y="254"/>
                      <a:pt x="330" y="254"/>
                      <a:pt x="330" y="254"/>
                    </a:cubicBezTo>
                    <a:cubicBezTo>
                      <a:pt x="329" y="253"/>
                      <a:pt x="329" y="253"/>
                      <a:pt x="329" y="253"/>
                    </a:cubicBezTo>
                    <a:cubicBezTo>
                      <a:pt x="328" y="253"/>
                      <a:pt x="328" y="253"/>
                      <a:pt x="328" y="253"/>
                    </a:cubicBezTo>
                    <a:cubicBezTo>
                      <a:pt x="329" y="252"/>
                      <a:pt x="329" y="252"/>
                      <a:pt x="329" y="252"/>
                    </a:cubicBezTo>
                    <a:cubicBezTo>
                      <a:pt x="328" y="251"/>
                      <a:pt x="328" y="251"/>
                      <a:pt x="328" y="251"/>
                    </a:cubicBezTo>
                    <a:cubicBezTo>
                      <a:pt x="329" y="251"/>
                      <a:pt x="329" y="251"/>
                      <a:pt x="329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50"/>
                      <a:pt x="325" y="250"/>
                      <a:pt x="325" y="250"/>
                    </a:cubicBezTo>
                    <a:cubicBezTo>
                      <a:pt x="324" y="251"/>
                      <a:pt x="324" y="251"/>
                      <a:pt x="324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49"/>
                      <a:pt x="325" y="249"/>
                      <a:pt x="325" y="249"/>
                    </a:cubicBezTo>
                    <a:cubicBezTo>
                      <a:pt x="323" y="248"/>
                      <a:pt x="323" y="248"/>
                      <a:pt x="323" y="248"/>
                    </a:cubicBezTo>
                    <a:cubicBezTo>
                      <a:pt x="322" y="247"/>
                      <a:pt x="322" y="247"/>
                      <a:pt x="322" y="247"/>
                    </a:cubicBezTo>
                    <a:cubicBezTo>
                      <a:pt x="321" y="246"/>
                      <a:pt x="321" y="246"/>
                      <a:pt x="321" y="246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2" y="244"/>
                      <a:pt x="322" y="244"/>
                      <a:pt x="322" y="244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5" y="248"/>
                      <a:pt x="325" y="248"/>
                      <a:pt x="325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8" y="249"/>
                      <a:pt x="328" y="249"/>
                      <a:pt x="328" y="249"/>
                    </a:cubicBezTo>
                    <a:cubicBezTo>
                      <a:pt x="331" y="249"/>
                      <a:pt x="331" y="249"/>
                      <a:pt x="331" y="249"/>
                    </a:cubicBezTo>
                    <a:cubicBezTo>
                      <a:pt x="330" y="249"/>
                      <a:pt x="330" y="249"/>
                      <a:pt x="330" y="249"/>
                    </a:cubicBezTo>
                    <a:cubicBezTo>
                      <a:pt x="331" y="250"/>
                      <a:pt x="331" y="250"/>
                      <a:pt x="331" y="250"/>
                    </a:cubicBezTo>
                    <a:cubicBezTo>
                      <a:pt x="331" y="251"/>
                      <a:pt x="331" y="251"/>
                      <a:pt x="331" y="251"/>
                    </a:cubicBezTo>
                    <a:cubicBezTo>
                      <a:pt x="333" y="251"/>
                      <a:pt x="333" y="251"/>
                      <a:pt x="333" y="251"/>
                    </a:cubicBezTo>
                    <a:cubicBezTo>
                      <a:pt x="334" y="250"/>
                      <a:pt x="334" y="250"/>
                      <a:pt x="334" y="250"/>
                    </a:cubicBezTo>
                    <a:cubicBezTo>
                      <a:pt x="337" y="251"/>
                      <a:pt x="337" y="251"/>
                      <a:pt x="337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40" y="253"/>
                      <a:pt x="340" y="253"/>
                      <a:pt x="340" y="253"/>
                    </a:cubicBezTo>
                    <a:cubicBezTo>
                      <a:pt x="341" y="253"/>
                      <a:pt x="341" y="253"/>
                      <a:pt x="341" y="253"/>
                    </a:cubicBezTo>
                    <a:cubicBezTo>
                      <a:pt x="342" y="253"/>
                      <a:pt x="342" y="253"/>
                      <a:pt x="342" y="253"/>
                    </a:cubicBezTo>
                    <a:cubicBezTo>
                      <a:pt x="342" y="254"/>
                      <a:pt x="342" y="254"/>
                      <a:pt x="342" y="254"/>
                    </a:cubicBezTo>
                    <a:cubicBezTo>
                      <a:pt x="345" y="254"/>
                      <a:pt x="345" y="254"/>
                      <a:pt x="345" y="254"/>
                    </a:cubicBezTo>
                    <a:cubicBezTo>
                      <a:pt x="346" y="254"/>
                      <a:pt x="346" y="254"/>
                      <a:pt x="346" y="254"/>
                    </a:cubicBezTo>
                    <a:cubicBezTo>
                      <a:pt x="347" y="253"/>
                      <a:pt x="347" y="253"/>
                      <a:pt x="347" y="253"/>
                    </a:cubicBezTo>
                    <a:cubicBezTo>
                      <a:pt x="349" y="254"/>
                      <a:pt x="349" y="254"/>
                      <a:pt x="349" y="254"/>
                    </a:cubicBezTo>
                    <a:cubicBezTo>
                      <a:pt x="351" y="255"/>
                      <a:pt x="351" y="255"/>
                      <a:pt x="351" y="255"/>
                    </a:cubicBezTo>
                    <a:cubicBezTo>
                      <a:pt x="356" y="255"/>
                      <a:pt x="356" y="255"/>
                      <a:pt x="356" y="255"/>
                    </a:cubicBezTo>
                    <a:cubicBezTo>
                      <a:pt x="359" y="255"/>
                      <a:pt x="359" y="255"/>
                      <a:pt x="359" y="255"/>
                    </a:cubicBezTo>
                    <a:cubicBezTo>
                      <a:pt x="360" y="254"/>
                      <a:pt x="360" y="254"/>
                      <a:pt x="360" y="254"/>
                    </a:cubicBezTo>
                    <a:cubicBezTo>
                      <a:pt x="362" y="254"/>
                      <a:pt x="362" y="254"/>
                      <a:pt x="362" y="254"/>
                    </a:cubicBezTo>
                    <a:cubicBezTo>
                      <a:pt x="363" y="253"/>
                      <a:pt x="363" y="253"/>
                      <a:pt x="363" y="253"/>
                    </a:cubicBezTo>
                    <a:cubicBezTo>
                      <a:pt x="365" y="253"/>
                      <a:pt x="365" y="253"/>
                      <a:pt x="365" y="253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70" y="248"/>
                      <a:pt x="370" y="248"/>
                      <a:pt x="370" y="248"/>
                    </a:cubicBezTo>
                    <a:cubicBezTo>
                      <a:pt x="371" y="247"/>
                      <a:pt x="371" y="247"/>
                      <a:pt x="371" y="247"/>
                    </a:cubicBezTo>
                    <a:cubicBezTo>
                      <a:pt x="372" y="245"/>
                      <a:pt x="372" y="245"/>
                      <a:pt x="372" y="245"/>
                    </a:cubicBezTo>
                    <a:cubicBezTo>
                      <a:pt x="372" y="244"/>
                      <a:pt x="372" y="244"/>
                      <a:pt x="372" y="244"/>
                    </a:cubicBezTo>
                    <a:cubicBezTo>
                      <a:pt x="373" y="243"/>
                      <a:pt x="373" y="243"/>
                      <a:pt x="373" y="243"/>
                    </a:cubicBezTo>
                    <a:cubicBezTo>
                      <a:pt x="373" y="240"/>
                      <a:pt x="373" y="240"/>
                      <a:pt x="373" y="240"/>
                    </a:cubicBezTo>
                    <a:cubicBezTo>
                      <a:pt x="373" y="237"/>
                      <a:pt x="373" y="237"/>
                      <a:pt x="373" y="237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0" y="234"/>
                      <a:pt x="370" y="234"/>
                      <a:pt x="370" y="234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6" y="230"/>
                      <a:pt x="366" y="230"/>
                      <a:pt x="366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2" y="227"/>
                      <a:pt x="362" y="227"/>
                      <a:pt x="362" y="227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0" y="224"/>
                      <a:pt x="360" y="224"/>
                      <a:pt x="360" y="224"/>
                    </a:cubicBezTo>
                    <a:cubicBezTo>
                      <a:pt x="358" y="224"/>
                      <a:pt x="358" y="224"/>
                      <a:pt x="358" y="224"/>
                    </a:cubicBezTo>
                    <a:cubicBezTo>
                      <a:pt x="359" y="226"/>
                      <a:pt x="359" y="226"/>
                      <a:pt x="359" y="226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58" y="225"/>
                      <a:pt x="358" y="225"/>
                      <a:pt x="358" y="225"/>
                    </a:cubicBezTo>
                    <a:cubicBezTo>
                      <a:pt x="357" y="225"/>
                      <a:pt x="357" y="225"/>
                      <a:pt x="357" y="225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3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1" y="222"/>
                      <a:pt x="351" y="222"/>
                      <a:pt x="351" y="222"/>
                    </a:cubicBezTo>
                    <a:cubicBezTo>
                      <a:pt x="350" y="221"/>
                      <a:pt x="350" y="221"/>
                      <a:pt x="350" y="221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4" y="217"/>
                      <a:pt x="344" y="217"/>
                      <a:pt x="344" y="217"/>
                    </a:cubicBezTo>
                    <a:cubicBezTo>
                      <a:pt x="336" y="213"/>
                      <a:pt x="336" y="213"/>
                      <a:pt x="336" y="213"/>
                    </a:cubicBezTo>
                    <a:cubicBezTo>
                      <a:pt x="334" y="212"/>
                      <a:pt x="334" y="212"/>
                      <a:pt x="334" y="212"/>
                    </a:cubicBezTo>
                    <a:cubicBezTo>
                      <a:pt x="333" y="212"/>
                      <a:pt x="333" y="212"/>
                      <a:pt x="333" y="212"/>
                    </a:cubicBezTo>
                    <a:cubicBezTo>
                      <a:pt x="332" y="212"/>
                      <a:pt x="332" y="212"/>
                      <a:pt x="332" y="212"/>
                    </a:cubicBezTo>
                    <a:cubicBezTo>
                      <a:pt x="330" y="211"/>
                      <a:pt x="330" y="211"/>
                      <a:pt x="330" y="211"/>
                    </a:cubicBezTo>
                    <a:cubicBezTo>
                      <a:pt x="330" y="212"/>
                      <a:pt x="330" y="212"/>
                      <a:pt x="330" y="212"/>
                    </a:cubicBezTo>
                    <a:cubicBezTo>
                      <a:pt x="329" y="213"/>
                      <a:pt x="329" y="213"/>
                      <a:pt x="329" y="213"/>
                    </a:cubicBezTo>
                    <a:cubicBezTo>
                      <a:pt x="328" y="212"/>
                      <a:pt x="328" y="212"/>
                      <a:pt x="328" y="212"/>
                    </a:cubicBezTo>
                    <a:cubicBezTo>
                      <a:pt x="326" y="212"/>
                      <a:pt x="326" y="212"/>
                      <a:pt x="326" y="212"/>
                    </a:cubicBezTo>
                    <a:cubicBezTo>
                      <a:pt x="325" y="211"/>
                      <a:pt x="325" y="211"/>
                      <a:pt x="325" y="211"/>
                    </a:cubicBezTo>
                    <a:cubicBezTo>
                      <a:pt x="323" y="210"/>
                      <a:pt x="323" y="210"/>
                      <a:pt x="323" y="210"/>
                    </a:cubicBezTo>
                    <a:cubicBezTo>
                      <a:pt x="323" y="211"/>
                      <a:pt x="323" y="211"/>
                      <a:pt x="323" y="211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2"/>
                      <a:pt x="320" y="212"/>
                      <a:pt x="320" y="212"/>
                    </a:cubicBezTo>
                    <a:cubicBezTo>
                      <a:pt x="319" y="211"/>
                      <a:pt x="319" y="211"/>
                      <a:pt x="319" y="211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7" y="211"/>
                      <a:pt x="317" y="211"/>
                      <a:pt x="317" y="211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4" y="211"/>
                      <a:pt x="314" y="211"/>
                      <a:pt x="314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0"/>
                      <a:pt x="313" y="210"/>
                      <a:pt x="313" y="210"/>
                    </a:cubicBezTo>
                    <a:cubicBezTo>
                      <a:pt x="314" y="210"/>
                      <a:pt x="314" y="210"/>
                      <a:pt x="314" y="210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8" y="209"/>
                      <a:pt x="318" y="209"/>
                      <a:pt x="318" y="209"/>
                    </a:cubicBezTo>
                    <a:cubicBezTo>
                      <a:pt x="317" y="208"/>
                      <a:pt x="317" y="208"/>
                      <a:pt x="317" y="208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3" y="206"/>
                      <a:pt x="313" y="206"/>
                      <a:pt x="313" y="206"/>
                    </a:cubicBezTo>
                    <a:cubicBezTo>
                      <a:pt x="313" y="205"/>
                      <a:pt x="313" y="205"/>
                      <a:pt x="313" y="205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09" y="204"/>
                      <a:pt x="309" y="204"/>
                      <a:pt x="309" y="204"/>
                    </a:cubicBezTo>
                    <a:cubicBezTo>
                      <a:pt x="308" y="205"/>
                      <a:pt x="308" y="205"/>
                      <a:pt x="308" y="205"/>
                    </a:cubicBezTo>
                    <a:cubicBezTo>
                      <a:pt x="309" y="206"/>
                      <a:pt x="309" y="206"/>
                      <a:pt x="309" y="206"/>
                    </a:cubicBezTo>
                    <a:cubicBezTo>
                      <a:pt x="308" y="206"/>
                      <a:pt x="308" y="206"/>
                      <a:pt x="308" y="206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7" y="208"/>
                      <a:pt x="307" y="208"/>
                      <a:pt x="307" y="208"/>
                    </a:cubicBezTo>
                    <a:cubicBezTo>
                      <a:pt x="306" y="208"/>
                      <a:pt x="306" y="208"/>
                      <a:pt x="306" y="208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3" y="207"/>
                      <a:pt x="303" y="207"/>
                      <a:pt x="303" y="207"/>
                    </a:cubicBezTo>
                    <a:cubicBezTo>
                      <a:pt x="302" y="207"/>
                      <a:pt x="302" y="207"/>
                      <a:pt x="302" y="207"/>
                    </a:cubicBezTo>
                    <a:cubicBezTo>
                      <a:pt x="301" y="207"/>
                      <a:pt x="301" y="207"/>
                      <a:pt x="301" y="207"/>
                    </a:cubicBezTo>
                    <a:cubicBezTo>
                      <a:pt x="301" y="206"/>
                      <a:pt x="301" y="206"/>
                      <a:pt x="301" y="206"/>
                    </a:cubicBezTo>
                    <a:cubicBezTo>
                      <a:pt x="299" y="206"/>
                      <a:pt x="299" y="206"/>
                      <a:pt x="299" y="206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7"/>
                      <a:pt x="299" y="207"/>
                      <a:pt x="299" y="207"/>
                    </a:cubicBezTo>
                    <a:cubicBezTo>
                      <a:pt x="297" y="208"/>
                      <a:pt x="297" y="208"/>
                      <a:pt x="297" y="208"/>
                    </a:cubicBezTo>
                    <a:cubicBezTo>
                      <a:pt x="297" y="206"/>
                      <a:pt x="297" y="206"/>
                      <a:pt x="297" y="206"/>
                    </a:cubicBezTo>
                    <a:cubicBezTo>
                      <a:pt x="296" y="206"/>
                      <a:pt x="296" y="206"/>
                      <a:pt x="296" y="206"/>
                    </a:cubicBezTo>
                    <a:cubicBezTo>
                      <a:pt x="296" y="205"/>
                      <a:pt x="296" y="205"/>
                      <a:pt x="296" y="205"/>
                    </a:cubicBezTo>
                    <a:cubicBezTo>
                      <a:pt x="295" y="204"/>
                      <a:pt x="295" y="204"/>
                      <a:pt x="295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4" y="204"/>
                      <a:pt x="294" y="204"/>
                      <a:pt x="294" y="204"/>
                    </a:cubicBezTo>
                    <a:cubicBezTo>
                      <a:pt x="299" y="204"/>
                      <a:pt x="299" y="204"/>
                      <a:pt x="299" y="204"/>
                    </a:cubicBezTo>
                    <a:cubicBezTo>
                      <a:pt x="301" y="204"/>
                      <a:pt x="301" y="204"/>
                      <a:pt x="301" y="204"/>
                    </a:cubicBezTo>
                    <a:cubicBezTo>
                      <a:pt x="302" y="201"/>
                      <a:pt x="302" y="201"/>
                      <a:pt x="302" y="201"/>
                    </a:cubicBezTo>
                    <a:cubicBezTo>
                      <a:pt x="305" y="200"/>
                      <a:pt x="305" y="200"/>
                      <a:pt x="305" y="200"/>
                    </a:cubicBezTo>
                    <a:cubicBezTo>
                      <a:pt x="306" y="199"/>
                      <a:pt x="306" y="199"/>
                      <a:pt x="306" y="199"/>
                    </a:cubicBezTo>
                    <a:cubicBezTo>
                      <a:pt x="306" y="198"/>
                      <a:pt x="306" y="198"/>
                      <a:pt x="306" y="198"/>
                    </a:cubicBezTo>
                    <a:cubicBezTo>
                      <a:pt x="305" y="198"/>
                      <a:pt x="305" y="198"/>
                      <a:pt x="305" y="198"/>
                    </a:cubicBezTo>
                    <a:cubicBezTo>
                      <a:pt x="305" y="197"/>
                      <a:pt x="305" y="197"/>
                      <a:pt x="305" y="197"/>
                    </a:cubicBezTo>
                    <a:cubicBezTo>
                      <a:pt x="304" y="197"/>
                      <a:pt x="304" y="197"/>
                      <a:pt x="304" y="197"/>
                    </a:cubicBezTo>
                    <a:cubicBezTo>
                      <a:pt x="302" y="197"/>
                      <a:pt x="302" y="197"/>
                      <a:pt x="302" y="197"/>
                    </a:cubicBezTo>
                    <a:cubicBezTo>
                      <a:pt x="301" y="195"/>
                      <a:pt x="301" y="195"/>
                      <a:pt x="301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8" y="194"/>
                      <a:pt x="298" y="194"/>
                      <a:pt x="298" y="194"/>
                    </a:cubicBez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6" y="194"/>
                      <a:pt x="296" y="194"/>
                      <a:pt x="296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4" y="194"/>
                      <a:pt x="294" y="194"/>
                      <a:pt x="294" y="194"/>
                    </a:cubicBezTo>
                    <a:cubicBezTo>
                      <a:pt x="294" y="193"/>
                      <a:pt x="294" y="193"/>
                      <a:pt x="294" y="193"/>
                    </a:cubicBezTo>
                    <a:cubicBezTo>
                      <a:pt x="292" y="192"/>
                      <a:pt x="292" y="192"/>
                      <a:pt x="292" y="192"/>
                    </a:cubicBezTo>
                    <a:cubicBezTo>
                      <a:pt x="290" y="192"/>
                      <a:pt x="290" y="192"/>
                      <a:pt x="290" y="192"/>
                    </a:cubicBezTo>
                    <a:cubicBezTo>
                      <a:pt x="289" y="193"/>
                      <a:pt x="289" y="193"/>
                      <a:pt x="289" y="193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8" y="195"/>
                      <a:pt x="288" y="195"/>
                      <a:pt x="288" y="195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9" y="198"/>
                      <a:pt x="289" y="198"/>
                      <a:pt x="289" y="198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8" y="198"/>
                      <a:pt x="288" y="198"/>
                      <a:pt x="288" y="198"/>
                    </a:cubicBezTo>
                    <a:cubicBezTo>
                      <a:pt x="287" y="198"/>
                      <a:pt x="287" y="198"/>
                      <a:pt x="287" y="198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7" y="195"/>
                      <a:pt x="287" y="195"/>
                      <a:pt x="287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4"/>
                      <a:pt x="286" y="194"/>
                      <a:pt x="286" y="194"/>
                    </a:cubicBezTo>
                    <a:cubicBezTo>
                      <a:pt x="287" y="194"/>
                      <a:pt x="287" y="194"/>
                      <a:pt x="287" y="194"/>
                    </a:cubicBezTo>
                    <a:cubicBezTo>
                      <a:pt x="288" y="191"/>
                      <a:pt x="288" y="191"/>
                      <a:pt x="288" y="191"/>
                    </a:cubicBezTo>
                    <a:cubicBezTo>
                      <a:pt x="288" y="189"/>
                      <a:pt x="288" y="189"/>
                      <a:pt x="288" y="189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89"/>
                      <a:pt x="286" y="189"/>
                      <a:pt x="286" y="189"/>
                    </a:cubicBezTo>
                    <a:cubicBezTo>
                      <a:pt x="285" y="187"/>
                      <a:pt x="285" y="187"/>
                      <a:pt x="285" y="187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7"/>
                      <a:pt x="282" y="187"/>
                      <a:pt x="282" y="187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1" y="190"/>
                      <a:pt x="281" y="190"/>
                      <a:pt x="281" y="190"/>
                    </a:cubicBezTo>
                    <a:cubicBezTo>
                      <a:pt x="282" y="191"/>
                      <a:pt x="282" y="191"/>
                      <a:pt x="282" y="191"/>
                    </a:cubicBezTo>
                    <a:cubicBezTo>
                      <a:pt x="281" y="191"/>
                      <a:pt x="281" y="191"/>
                      <a:pt x="281" y="191"/>
                    </a:cubicBezTo>
                    <a:cubicBezTo>
                      <a:pt x="280" y="189"/>
                      <a:pt x="280" y="189"/>
                      <a:pt x="280" y="189"/>
                    </a:cubicBezTo>
                    <a:cubicBezTo>
                      <a:pt x="279" y="191"/>
                      <a:pt x="279" y="191"/>
                      <a:pt x="279" y="191"/>
                    </a:cubicBezTo>
                    <a:cubicBezTo>
                      <a:pt x="278" y="192"/>
                      <a:pt x="278" y="192"/>
                      <a:pt x="278" y="192"/>
                    </a:cubicBezTo>
                    <a:cubicBezTo>
                      <a:pt x="279" y="193"/>
                      <a:pt x="279" y="193"/>
                      <a:pt x="279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79" y="194"/>
                      <a:pt x="279" y="194"/>
                      <a:pt x="279" y="194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78" y="195"/>
                      <a:pt x="278" y="195"/>
                      <a:pt x="278" y="195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6" y="199"/>
                      <a:pt x="276" y="199"/>
                      <a:pt x="276" y="199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6" y="196"/>
                      <a:pt x="276" y="196"/>
                      <a:pt x="276" y="196"/>
                    </a:cubicBezTo>
                    <a:cubicBezTo>
                      <a:pt x="277" y="195"/>
                      <a:pt x="277" y="195"/>
                      <a:pt x="277" y="195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6" y="191"/>
                      <a:pt x="276" y="191"/>
                      <a:pt x="276" y="191"/>
                    </a:cubicBezTo>
                    <a:cubicBezTo>
                      <a:pt x="275" y="191"/>
                      <a:pt x="275" y="191"/>
                      <a:pt x="275" y="191"/>
                    </a:cubicBezTo>
                    <a:cubicBezTo>
                      <a:pt x="273" y="195"/>
                      <a:pt x="273" y="195"/>
                      <a:pt x="273" y="195"/>
                    </a:cubicBezTo>
                    <a:cubicBezTo>
                      <a:pt x="273" y="196"/>
                      <a:pt x="273" y="196"/>
                      <a:pt x="273" y="196"/>
                    </a:cubicBezTo>
                    <a:cubicBezTo>
                      <a:pt x="271" y="199"/>
                      <a:pt x="271" y="199"/>
                      <a:pt x="271" y="199"/>
                    </a:cubicBezTo>
                    <a:cubicBezTo>
                      <a:pt x="270" y="201"/>
                      <a:pt x="270" y="201"/>
                      <a:pt x="270" y="201"/>
                    </a:cubicBezTo>
                    <a:cubicBezTo>
                      <a:pt x="271" y="202"/>
                      <a:pt x="271" y="202"/>
                      <a:pt x="271" y="202"/>
                    </a:cubicBezTo>
                    <a:cubicBezTo>
                      <a:pt x="271" y="203"/>
                      <a:pt x="271" y="203"/>
                      <a:pt x="271" y="203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4"/>
                      <a:pt x="269" y="204"/>
                      <a:pt x="269" y="204"/>
                    </a:cubicBezTo>
                    <a:cubicBezTo>
                      <a:pt x="269" y="203"/>
                      <a:pt x="269" y="203"/>
                      <a:pt x="269" y="203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70" y="200"/>
                      <a:pt x="270" y="200"/>
                      <a:pt x="270" y="200"/>
                    </a:cubicBezTo>
                    <a:cubicBezTo>
                      <a:pt x="270" y="199"/>
                      <a:pt x="270" y="199"/>
                      <a:pt x="270" y="199"/>
                    </a:cubicBezTo>
                    <a:cubicBezTo>
                      <a:pt x="270" y="198"/>
                      <a:pt x="270" y="198"/>
                      <a:pt x="270" y="198"/>
                    </a:cubicBezTo>
                    <a:cubicBezTo>
                      <a:pt x="271" y="196"/>
                      <a:pt x="271" y="196"/>
                      <a:pt x="271" y="196"/>
                    </a:cubicBezTo>
                    <a:cubicBezTo>
                      <a:pt x="272" y="195"/>
                      <a:pt x="272" y="195"/>
                      <a:pt x="272" y="195"/>
                    </a:cubicBezTo>
                    <a:cubicBezTo>
                      <a:pt x="272" y="194"/>
                      <a:pt x="272" y="194"/>
                      <a:pt x="272" y="194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3" y="192"/>
                      <a:pt x="273" y="192"/>
                      <a:pt x="273" y="192"/>
                    </a:cubicBezTo>
                    <a:cubicBezTo>
                      <a:pt x="274" y="190"/>
                      <a:pt x="274" y="190"/>
                      <a:pt x="274" y="190"/>
                    </a:cubicBezTo>
                    <a:cubicBezTo>
                      <a:pt x="273" y="190"/>
                      <a:pt x="273" y="190"/>
                      <a:pt x="273" y="190"/>
                    </a:cubicBezTo>
                    <a:cubicBezTo>
                      <a:pt x="274" y="189"/>
                      <a:pt x="274" y="189"/>
                      <a:pt x="274" y="189"/>
                    </a:cubicBezTo>
                    <a:cubicBezTo>
                      <a:pt x="272" y="188"/>
                      <a:pt x="272" y="188"/>
                      <a:pt x="272" y="188"/>
                    </a:cubicBezTo>
                    <a:cubicBezTo>
                      <a:pt x="270" y="187"/>
                      <a:pt x="270" y="187"/>
                      <a:pt x="270" y="187"/>
                    </a:cubicBezTo>
                    <a:cubicBezTo>
                      <a:pt x="270" y="189"/>
                      <a:pt x="270" y="189"/>
                      <a:pt x="270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7" y="190"/>
                      <a:pt x="267" y="190"/>
                      <a:pt x="267" y="190"/>
                    </a:cubicBezTo>
                    <a:cubicBezTo>
                      <a:pt x="267" y="191"/>
                      <a:pt x="267" y="191"/>
                      <a:pt x="267" y="191"/>
                    </a:cubicBezTo>
                    <a:cubicBezTo>
                      <a:pt x="269" y="191"/>
                      <a:pt x="269" y="191"/>
                      <a:pt x="269" y="191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7" y="192"/>
                      <a:pt x="267" y="192"/>
                      <a:pt x="267" y="192"/>
                    </a:cubicBezTo>
                    <a:cubicBezTo>
                      <a:pt x="266" y="191"/>
                      <a:pt x="266" y="191"/>
                      <a:pt x="266" y="191"/>
                    </a:cubicBezTo>
                    <a:cubicBezTo>
                      <a:pt x="264" y="192"/>
                      <a:pt x="264" y="192"/>
                      <a:pt x="264" y="192"/>
                    </a:cubicBezTo>
                    <a:cubicBezTo>
                      <a:pt x="264" y="194"/>
                      <a:pt x="264" y="194"/>
                      <a:pt x="264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2"/>
                      <a:pt x="263" y="192"/>
                      <a:pt x="263" y="192"/>
                    </a:cubicBezTo>
                    <a:cubicBezTo>
                      <a:pt x="262" y="191"/>
                      <a:pt x="262" y="191"/>
                      <a:pt x="262" y="191"/>
                    </a:cubicBezTo>
                    <a:cubicBezTo>
                      <a:pt x="260" y="191"/>
                      <a:pt x="260" y="191"/>
                      <a:pt x="260" y="191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2" y="194"/>
                      <a:pt x="262" y="194"/>
                      <a:pt x="262" y="194"/>
                    </a:cubicBezTo>
                    <a:cubicBezTo>
                      <a:pt x="262" y="195"/>
                      <a:pt x="262" y="195"/>
                      <a:pt x="262" y="195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3" y="197"/>
                      <a:pt x="263" y="197"/>
                      <a:pt x="263" y="197"/>
                    </a:cubicBezTo>
                    <a:cubicBezTo>
                      <a:pt x="263" y="196"/>
                      <a:pt x="263" y="196"/>
                      <a:pt x="263" y="196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59" y="195"/>
                      <a:pt x="259" y="195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8" y="193"/>
                      <a:pt x="258" y="193"/>
                      <a:pt x="258" y="193"/>
                    </a:cubicBezTo>
                    <a:cubicBezTo>
                      <a:pt x="255" y="195"/>
                      <a:pt x="255" y="195"/>
                      <a:pt x="255" y="195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3" y="196"/>
                      <a:pt x="253" y="196"/>
                      <a:pt x="253" y="196"/>
                    </a:cubicBezTo>
                    <a:cubicBezTo>
                      <a:pt x="253" y="195"/>
                      <a:pt x="253" y="195"/>
                      <a:pt x="253" y="195"/>
                    </a:cubicBezTo>
                    <a:cubicBezTo>
                      <a:pt x="251" y="196"/>
                      <a:pt x="251" y="196"/>
                      <a:pt x="251" y="196"/>
                    </a:cubicBezTo>
                    <a:cubicBezTo>
                      <a:pt x="249" y="196"/>
                      <a:pt x="249" y="196"/>
                      <a:pt x="249" y="196"/>
                    </a:cubicBezTo>
                    <a:cubicBezTo>
                      <a:pt x="250" y="199"/>
                      <a:pt x="250" y="199"/>
                      <a:pt x="250" y="199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4" y="199"/>
                      <a:pt x="254" y="199"/>
                      <a:pt x="254" y="199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6" y="200"/>
                      <a:pt x="256" y="200"/>
                      <a:pt x="256" y="200"/>
                    </a:cubicBezTo>
                    <a:cubicBezTo>
                      <a:pt x="255" y="200"/>
                      <a:pt x="255" y="200"/>
                      <a:pt x="255" y="200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5" y="203"/>
                      <a:pt x="255" y="203"/>
                      <a:pt x="255" y="203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3" y="203"/>
                      <a:pt x="253" y="203"/>
                      <a:pt x="253" y="203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7" y="202"/>
                      <a:pt x="247" y="202"/>
                      <a:pt x="247" y="202"/>
                    </a:cubicBezTo>
                    <a:cubicBezTo>
                      <a:pt x="245" y="202"/>
                      <a:pt x="245" y="202"/>
                      <a:pt x="245" y="202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8" y="206"/>
                      <a:pt x="248" y="206"/>
                      <a:pt x="248" y="206"/>
                    </a:cubicBezTo>
                    <a:cubicBezTo>
                      <a:pt x="249" y="207"/>
                      <a:pt x="249" y="207"/>
                      <a:pt x="249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8"/>
                      <a:pt x="250" y="208"/>
                      <a:pt x="250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6" y="208"/>
                      <a:pt x="246" y="208"/>
                      <a:pt x="246" y="208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6"/>
                      <a:pt x="245" y="206"/>
                      <a:pt x="245" y="206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3" y="202"/>
                      <a:pt x="243" y="202"/>
                      <a:pt x="243" y="202"/>
                    </a:cubicBezTo>
                    <a:cubicBezTo>
                      <a:pt x="241" y="204"/>
                      <a:pt x="241" y="204"/>
                      <a:pt x="241" y="204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3" y="207"/>
                      <a:pt x="243" y="207"/>
                      <a:pt x="243" y="207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3" y="210"/>
                      <a:pt x="243" y="210"/>
                      <a:pt x="243" y="210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0" y="208"/>
                      <a:pt x="240" y="208"/>
                      <a:pt x="240" y="208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9" y="209"/>
                      <a:pt x="239" y="209"/>
                      <a:pt x="239" y="209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8" y="207"/>
                      <a:pt x="238" y="207"/>
                      <a:pt x="238" y="207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40" y="207"/>
                      <a:pt x="240" y="207"/>
                      <a:pt x="240" y="207"/>
                    </a:cubicBezTo>
                    <a:cubicBezTo>
                      <a:pt x="241" y="206"/>
                      <a:pt x="241" y="206"/>
                      <a:pt x="241" y="206"/>
                    </a:cubicBezTo>
                    <a:cubicBezTo>
                      <a:pt x="240" y="205"/>
                      <a:pt x="240" y="205"/>
                      <a:pt x="240" y="205"/>
                    </a:cubicBezTo>
                    <a:cubicBezTo>
                      <a:pt x="239" y="204"/>
                      <a:pt x="239" y="204"/>
                      <a:pt x="239" y="204"/>
                    </a:cubicBezTo>
                    <a:cubicBezTo>
                      <a:pt x="238" y="201"/>
                      <a:pt x="238" y="201"/>
                      <a:pt x="238" y="201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3" y="203"/>
                      <a:pt x="233" y="203"/>
                      <a:pt x="233" y="203"/>
                    </a:cubicBezTo>
                    <a:cubicBezTo>
                      <a:pt x="234" y="204"/>
                      <a:pt x="234" y="204"/>
                      <a:pt x="234" y="204"/>
                    </a:cubicBezTo>
                    <a:cubicBezTo>
                      <a:pt x="231" y="205"/>
                      <a:pt x="231" y="205"/>
                      <a:pt x="231" y="205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3" y="207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2" y="211"/>
                      <a:pt x="232" y="211"/>
                      <a:pt x="232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27" y="212"/>
                      <a:pt x="227" y="212"/>
                      <a:pt x="227" y="212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3"/>
                      <a:pt x="227" y="213"/>
                      <a:pt x="227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3" y="219"/>
                      <a:pt x="223" y="219"/>
                      <a:pt x="223" y="219"/>
                    </a:cubicBezTo>
                    <a:cubicBezTo>
                      <a:pt x="221" y="220"/>
                      <a:pt x="221" y="220"/>
                      <a:pt x="221" y="220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4" y="222"/>
                      <a:pt x="224" y="222"/>
                      <a:pt x="224" y="222"/>
                    </a:cubicBezTo>
                    <a:cubicBezTo>
                      <a:pt x="223" y="225"/>
                      <a:pt x="223" y="225"/>
                      <a:pt x="223" y="225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0" y="223"/>
                      <a:pt x="220" y="223"/>
                      <a:pt x="220" y="223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2"/>
                      <a:pt x="222" y="222"/>
                      <a:pt x="222" y="222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8" y="224"/>
                      <a:pt x="218" y="224"/>
                      <a:pt x="218" y="224"/>
                    </a:cubicBezTo>
                    <a:cubicBezTo>
                      <a:pt x="219" y="225"/>
                      <a:pt x="219" y="225"/>
                      <a:pt x="219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9" y="218"/>
                      <a:pt x="219" y="218"/>
                      <a:pt x="219" y="218"/>
                    </a:cubicBezTo>
                    <a:cubicBezTo>
                      <a:pt x="219" y="216"/>
                      <a:pt x="219" y="216"/>
                      <a:pt x="219" y="216"/>
                    </a:cubicBezTo>
                    <a:cubicBezTo>
                      <a:pt x="216" y="217"/>
                      <a:pt x="216" y="217"/>
                      <a:pt x="216" y="217"/>
                    </a:cubicBezTo>
                    <a:cubicBezTo>
                      <a:pt x="216" y="219"/>
                      <a:pt x="216" y="219"/>
                      <a:pt x="216" y="219"/>
                    </a:cubicBezTo>
                    <a:cubicBezTo>
                      <a:pt x="214" y="220"/>
                      <a:pt x="214" y="220"/>
                      <a:pt x="214" y="220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1" y="222"/>
                      <a:pt x="211" y="222"/>
                      <a:pt x="211" y="222"/>
                    </a:cubicBezTo>
                    <a:cubicBezTo>
                      <a:pt x="212" y="223"/>
                      <a:pt x="212" y="223"/>
                      <a:pt x="212" y="223"/>
                    </a:cubicBezTo>
                    <a:cubicBezTo>
                      <a:pt x="211" y="224"/>
                      <a:pt x="211" y="224"/>
                      <a:pt x="211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6"/>
                      <a:pt x="209" y="226"/>
                      <a:pt x="209" y="226"/>
                    </a:cubicBezTo>
                    <a:cubicBezTo>
                      <a:pt x="210" y="227"/>
                      <a:pt x="210" y="227"/>
                      <a:pt x="210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11" y="229"/>
                      <a:pt x="211" y="229"/>
                      <a:pt x="211" y="229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5" y="233"/>
                      <a:pt x="205" y="233"/>
                      <a:pt x="205" y="233"/>
                    </a:cubicBezTo>
                    <a:cubicBezTo>
                      <a:pt x="203" y="233"/>
                      <a:pt x="203" y="233"/>
                      <a:pt x="203" y="233"/>
                    </a:cubicBezTo>
                    <a:cubicBezTo>
                      <a:pt x="203" y="234"/>
                      <a:pt x="203" y="234"/>
                      <a:pt x="203" y="234"/>
                    </a:cubicBezTo>
                    <a:cubicBezTo>
                      <a:pt x="202" y="232"/>
                      <a:pt x="202" y="232"/>
                      <a:pt x="202" y="232"/>
                    </a:cubicBezTo>
                    <a:cubicBezTo>
                      <a:pt x="200" y="236"/>
                      <a:pt x="200" y="236"/>
                      <a:pt x="200" y="236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199" y="241"/>
                      <a:pt x="199" y="241"/>
                      <a:pt x="199" y="241"/>
                    </a:cubicBezTo>
                    <a:cubicBezTo>
                      <a:pt x="200" y="242"/>
                      <a:pt x="200" y="242"/>
                      <a:pt x="200" y="242"/>
                    </a:cubicBezTo>
                    <a:cubicBezTo>
                      <a:pt x="201" y="241"/>
                      <a:pt x="201" y="241"/>
                      <a:pt x="201" y="241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3" y="236"/>
                      <a:pt x="203" y="236"/>
                      <a:pt x="203" y="236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4" y="235"/>
                      <a:pt x="204" y="235"/>
                      <a:pt x="204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11" y="232"/>
                      <a:pt x="211" y="232"/>
                      <a:pt x="211" y="232"/>
                    </a:cubicBezTo>
                    <a:cubicBezTo>
                      <a:pt x="213" y="233"/>
                      <a:pt x="213" y="233"/>
                      <a:pt x="213" y="233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4" y="232"/>
                      <a:pt x="214" y="232"/>
                      <a:pt x="214" y="232"/>
                    </a:cubicBezTo>
                    <a:cubicBezTo>
                      <a:pt x="215" y="231"/>
                      <a:pt x="215" y="231"/>
                      <a:pt x="215" y="231"/>
                    </a:cubicBezTo>
                    <a:cubicBezTo>
                      <a:pt x="217" y="231"/>
                      <a:pt x="217" y="231"/>
                      <a:pt x="217" y="231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0" y="228"/>
                      <a:pt x="220" y="228"/>
                      <a:pt x="220" y="228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18" y="231"/>
                      <a:pt x="218" y="231"/>
                      <a:pt x="218" y="231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19" y="232"/>
                      <a:pt x="219" y="232"/>
                      <a:pt x="219" y="232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8" y="232"/>
                      <a:pt x="218" y="232"/>
                      <a:pt x="218" y="232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4" y="234"/>
                      <a:pt x="214" y="234"/>
                      <a:pt x="214" y="234"/>
                    </a:cubicBezTo>
                    <a:cubicBezTo>
                      <a:pt x="215" y="235"/>
                      <a:pt x="215" y="235"/>
                      <a:pt x="215" y="235"/>
                    </a:cubicBezTo>
                    <a:cubicBezTo>
                      <a:pt x="217" y="235"/>
                      <a:pt x="217" y="235"/>
                      <a:pt x="217" y="235"/>
                    </a:cubicBezTo>
                    <a:cubicBezTo>
                      <a:pt x="218" y="236"/>
                      <a:pt x="218" y="236"/>
                      <a:pt x="218" y="236"/>
                    </a:cubicBezTo>
                    <a:cubicBezTo>
                      <a:pt x="217" y="236"/>
                      <a:pt x="217" y="236"/>
                      <a:pt x="217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3" y="236"/>
                      <a:pt x="213" y="236"/>
                      <a:pt x="213" y="236"/>
                    </a:cubicBezTo>
                    <a:cubicBezTo>
                      <a:pt x="212" y="238"/>
                      <a:pt x="212" y="238"/>
                      <a:pt x="212" y="238"/>
                    </a:cubicBezTo>
                    <a:cubicBezTo>
                      <a:pt x="213" y="239"/>
                      <a:pt x="213" y="239"/>
                      <a:pt x="213" y="239"/>
                    </a:cubicBezTo>
                    <a:cubicBezTo>
                      <a:pt x="211" y="241"/>
                      <a:pt x="211" y="241"/>
                      <a:pt x="211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5" y="242"/>
                      <a:pt x="215" y="242"/>
                      <a:pt x="215" y="242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3" y="241"/>
                      <a:pt x="213" y="241"/>
                      <a:pt x="213" y="241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6"/>
                      <a:pt x="210" y="246"/>
                      <a:pt x="210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4" y="246"/>
                      <a:pt x="214" y="246"/>
                      <a:pt x="214" y="246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11" y="246"/>
                      <a:pt x="211" y="246"/>
                      <a:pt x="211" y="246"/>
                    </a:cubicBezTo>
                    <a:cubicBezTo>
                      <a:pt x="209" y="246"/>
                      <a:pt x="209" y="246"/>
                      <a:pt x="209" y="24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8"/>
                      <a:pt x="209" y="248"/>
                      <a:pt x="209" y="248"/>
                    </a:cubicBezTo>
                    <a:cubicBezTo>
                      <a:pt x="207" y="249"/>
                      <a:pt x="207" y="249"/>
                      <a:pt x="207" y="249"/>
                    </a:cubicBezTo>
                    <a:cubicBezTo>
                      <a:pt x="206" y="249"/>
                      <a:pt x="206" y="249"/>
                      <a:pt x="206" y="249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207" y="251"/>
                      <a:pt x="207" y="251"/>
                      <a:pt x="207" y="251"/>
                    </a:cubicBezTo>
                    <a:cubicBezTo>
                      <a:pt x="207" y="252"/>
                      <a:pt x="207" y="252"/>
                      <a:pt x="207" y="252"/>
                    </a:cubicBezTo>
                    <a:cubicBezTo>
                      <a:pt x="206" y="251"/>
                      <a:pt x="206" y="251"/>
                      <a:pt x="206" y="251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5"/>
                      <a:pt x="204" y="255"/>
                      <a:pt x="204" y="255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3" y="254"/>
                      <a:pt x="203" y="254"/>
                      <a:pt x="203" y="254"/>
                    </a:cubicBezTo>
                    <a:cubicBezTo>
                      <a:pt x="203" y="256"/>
                      <a:pt x="203" y="256"/>
                      <a:pt x="203" y="256"/>
                    </a:cubicBezTo>
                    <a:cubicBezTo>
                      <a:pt x="202" y="258"/>
                      <a:pt x="202" y="258"/>
                      <a:pt x="202" y="258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3" y="259"/>
                      <a:pt x="203" y="259"/>
                      <a:pt x="203" y="259"/>
                    </a:cubicBezTo>
                    <a:cubicBezTo>
                      <a:pt x="202" y="260"/>
                      <a:pt x="202" y="260"/>
                      <a:pt x="202" y="260"/>
                    </a:cubicBezTo>
                    <a:cubicBezTo>
                      <a:pt x="201" y="258"/>
                      <a:pt x="201" y="258"/>
                      <a:pt x="201" y="258"/>
                    </a:cubicBezTo>
                    <a:cubicBezTo>
                      <a:pt x="199" y="260"/>
                      <a:pt x="199" y="260"/>
                      <a:pt x="199" y="260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200" y="263"/>
                      <a:pt x="200" y="263"/>
                      <a:pt x="200" y="263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5"/>
                      <a:pt x="202" y="265"/>
                      <a:pt x="202" y="265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1" y="266"/>
                      <a:pt x="201" y="266"/>
                      <a:pt x="201" y="266"/>
                    </a:cubicBezTo>
                    <a:cubicBezTo>
                      <a:pt x="200" y="267"/>
                      <a:pt x="200" y="267"/>
                      <a:pt x="200" y="267"/>
                    </a:cubicBezTo>
                    <a:cubicBezTo>
                      <a:pt x="200" y="268"/>
                      <a:pt x="200" y="268"/>
                      <a:pt x="200" y="268"/>
                    </a:cubicBezTo>
                    <a:cubicBezTo>
                      <a:pt x="199" y="269"/>
                      <a:pt x="199" y="269"/>
                      <a:pt x="199" y="269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200" y="271"/>
                      <a:pt x="200" y="271"/>
                      <a:pt x="200" y="271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0" y="274"/>
                      <a:pt x="200" y="274"/>
                      <a:pt x="200" y="274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5"/>
                      <a:pt x="198" y="275"/>
                      <a:pt x="198" y="275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4"/>
                      <a:pt x="198" y="274"/>
                      <a:pt x="198" y="274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196" y="273"/>
                      <a:pt x="196" y="273"/>
                      <a:pt x="196" y="273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6" y="275"/>
                      <a:pt x="196" y="275"/>
                      <a:pt x="196" y="275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3" y="275"/>
                      <a:pt x="193" y="275"/>
                      <a:pt x="193" y="275"/>
                    </a:cubicBezTo>
                    <a:cubicBezTo>
                      <a:pt x="191" y="278"/>
                      <a:pt x="191" y="278"/>
                      <a:pt x="191" y="278"/>
                    </a:cubicBezTo>
                    <a:cubicBezTo>
                      <a:pt x="193" y="278"/>
                      <a:pt x="193" y="278"/>
                      <a:pt x="193" y="278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2"/>
                      <a:pt x="194" y="282"/>
                      <a:pt x="194" y="282"/>
                    </a:cubicBezTo>
                    <a:cubicBezTo>
                      <a:pt x="193" y="282"/>
                      <a:pt x="193" y="282"/>
                      <a:pt x="193" y="282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2" y="280"/>
                      <a:pt x="192" y="280"/>
                      <a:pt x="192" y="280"/>
                    </a:cubicBezTo>
                    <a:cubicBezTo>
                      <a:pt x="191" y="281"/>
                      <a:pt x="191" y="281"/>
                      <a:pt x="191" y="281"/>
                    </a:cubicBezTo>
                    <a:cubicBezTo>
                      <a:pt x="190" y="281"/>
                      <a:pt x="190" y="281"/>
                      <a:pt x="190" y="281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0" y="283"/>
                      <a:pt x="190" y="283"/>
                      <a:pt x="190" y="283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7" y="284"/>
                      <a:pt x="187" y="284"/>
                      <a:pt x="187" y="284"/>
                    </a:cubicBezTo>
                    <a:cubicBezTo>
                      <a:pt x="188" y="286"/>
                      <a:pt x="188" y="286"/>
                      <a:pt x="188" y="286"/>
                    </a:cubicBezTo>
                    <a:cubicBezTo>
                      <a:pt x="186" y="287"/>
                      <a:pt x="186" y="287"/>
                      <a:pt x="186" y="287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5" y="289"/>
                      <a:pt x="185" y="289"/>
                      <a:pt x="185" y="289"/>
                    </a:cubicBezTo>
                    <a:cubicBezTo>
                      <a:pt x="184" y="291"/>
                      <a:pt x="184" y="291"/>
                      <a:pt x="184" y="291"/>
                    </a:cubicBezTo>
                    <a:cubicBezTo>
                      <a:pt x="185" y="292"/>
                      <a:pt x="185" y="292"/>
                      <a:pt x="185" y="292"/>
                    </a:cubicBezTo>
                    <a:cubicBezTo>
                      <a:pt x="183" y="292"/>
                      <a:pt x="183" y="292"/>
                      <a:pt x="183" y="292"/>
                    </a:cubicBezTo>
                    <a:cubicBezTo>
                      <a:pt x="183" y="293"/>
                      <a:pt x="183" y="293"/>
                      <a:pt x="183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1" y="292"/>
                      <a:pt x="181" y="292"/>
                      <a:pt x="181" y="292"/>
                    </a:cubicBezTo>
                    <a:cubicBezTo>
                      <a:pt x="179" y="292"/>
                      <a:pt x="179" y="292"/>
                      <a:pt x="179" y="292"/>
                    </a:cubicBezTo>
                    <a:cubicBezTo>
                      <a:pt x="180" y="291"/>
                      <a:pt x="180" y="291"/>
                      <a:pt x="180" y="291"/>
                    </a:cubicBezTo>
                    <a:cubicBezTo>
                      <a:pt x="178" y="289"/>
                      <a:pt x="178" y="289"/>
                      <a:pt x="178" y="289"/>
                    </a:cubicBezTo>
                    <a:cubicBezTo>
                      <a:pt x="174" y="293"/>
                      <a:pt x="174" y="293"/>
                      <a:pt x="174" y="293"/>
                    </a:cubicBezTo>
                    <a:cubicBezTo>
                      <a:pt x="177" y="293"/>
                      <a:pt x="177" y="293"/>
                      <a:pt x="177" y="293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3" y="301"/>
                      <a:pt x="173" y="301"/>
                      <a:pt x="173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0" y="300"/>
                      <a:pt x="170" y="300"/>
                      <a:pt x="170" y="300"/>
                    </a:cubicBezTo>
                    <a:cubicBezTo>
                      <a:pt x="169" y="299"/>
                      <a:pt x="169" y="299"/>
                      <a:pt x="169" y="299"/>
                    </a:cubicBezTo>
                    <a:cubicBezTo>
                      <a:pt x="168" y="300"/>
                      <a:pt x="168" y="300"/>
                      <a:pt x="168" y="300"/>
                    </a:cubicBezTo>
                    <a:cubicBezTo>
                      <a:pt x="168" y="301"/>
                      <a:pt x="168" y="301"/>
                      <a:pt x="168" y="301"/>
                    </a:cubicBezTo>
                    <a:cubicBezTo>
                      <a:pt x="167" y="302"/>
                      <a:pt x="167" y="302"/>
                      <a:pt x="167" y="302"/>
                    </a:cubicBezTo>
                    <a:cubicBezTo>
                      <a:pt x="169" y="304"/>
                      <a:pt x="169" y="304"/>
                      <a:pt x="169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1" y="305"/>
                      <a:pt x="171" y="305"/>
                      <a:pt x="171" y="305"/>
                    </a:cubicBezTo>
                    <a:cubicBezTo>
                      <a:pt x="171" y="306"/>
                      <a:pt x="171" y="306"/>
                      <a:pt x="171" y="306"/>
                    </a:cubicBezTo>
                    <a:cubicBezTo>
                      <a:pt x="170" y="305"/>
                      <a:pt x="170" y="305"/>
                      <a:pt x="170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6" y="303"/>
                      <a:pt x="166" y="303"/>
                      <a:pt x="166" y="303"/>
                    </a:cubicBezTo>
                    <a:cubicBezTo>
                      <a:pt x="165" y="304"/>
                      <a:pt x="165" y="304"/>
                      <a:pt x="165" y="304"/>
                    </a:cubicBezTo>
                    <a:cubicBezTo>
                      <a:pt x="164" y="303"/>
                      <a:pt x="164" y="303"/>
                      <a:pt x="164" y="303"/>
                    </a:cubicBezTo>
                    <a:cubicBezTo>
                      <a:pt x="162" y="305"/>
                      <a:pt x="162" y="305"/>
                      <a:pt x="162" y="305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3" y="308"/>
                      <a:pt x="163" y="308"/>
                      <a:pt x="163" y="308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61" y="308"/>
                      <a:pt x="161" y="308"/>
                      <a:pt x="161" y="308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58" y="309"/>
                      <a:pt x="158" y="309"/>
                      <a:pt x="158" y="309"/>
                    </a:cubicBezTo>
                    <a:cubicBezTo>
                      <a:pt x="157" y="308"/>
                      <a:pt x="157" y="308"/>
                      <a:pt x="157" y="308"/>
                    </a:cubicBezTo>
                    <a:cubicBezTo>
                      <a:pt x="156" y="309"/>
                      <a:pt x="156" y="309"/>
                      <a:pt x="156" y="309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4" y="312"/>
                      <a:pt x="154" y="312"/>
                      <a:pt x="154" y="312"/>
                    </a:cubicBezTo>
                    <a:cubicBezTo>
                      <a:pt x="155" y="315"/>
                      <a:pt x="155" y="315"/>
                      <a:pt x="155" y="315"/>
                    </a:cubicBezTo>
                    <a:cubicBezTo>
                      <a:pt x="156" y="315"/>
                      <a:pt x="156" y="315"/>
                      <a:pt x="156" y="315"/>
                    </a:cubicBezTo>
                    <a:cubicBezTo>
                      <a:pt x="155" y="316"/>
                      <a:pt x="155" y="316"/>
                      <a:pt x="155" y="316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6" y="317"/>
                      <a:pt x="156" y="317"/>
                      <a:pt x="156" y="317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7" y="319"/>
                      <a:pt x="157" y="319"/>
                      <a:pt x="157" y="319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6" y="321"/>
                      <a:pt x="156" y="321"/>
                      <a:pt x="156" y="321"/>
                    </a:cubicBezTo>
                    <a:cubicBezTo>
                      <a:pt x="157" y="321"/>
                      <a:pt x="157" y="321"/>
                      <a:pt x="157" y="321"/>
                    </a:cubicBezTo>
                    <a:cubicBezTo>
                      <a:pt x="158" y="322"/>
                      <a:pt x="158" y="322"/>
                      <a:pt x="158" y="322"/>
                    </a:cubicBezTo>
                    <a:cubicBezTo>
                      <a:pt x="157" y="322"/>
                      <a:pt x="157" y="322"/>
                      <a:pt x="157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3" y="324"/>
                      <a:pt x="153" y="324"/>
                      <a:pt x="153" y="324"/>
                    </a:cubicBezTo>
                    <a:cubicBezTo>
                      <a:pt x="155" y="325"/>
                      <a:pt x="155" y="325"/>
                      <a:pt x="155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4" y="327"/>
                      <a:pt x="154" y="327"/>
                      <a:pt x="154" y="327"/>
                    </a:cubicBezTo>
                    <a:cubicBezTo>
                      <a:pt x="156" y="328"/>
                      <a:pt x="156" y="328"/>
                      <a:pt x="156" y="328"/>
                    </a:cubicBezTo>
                    <a:cubicBezTo>
                      <a:pt x="155" y="328"/>
                      <a:pt x="155" y="328"/>
                      <a:pt x="155" y="328"/>
                    </a:cubicBezTo>
                    <a:cubicBezTo>
                      <a:pt x="156" y="330"/>
                      <a:pt x="156" y="330"/>
                      <a:pt x="156" y="330"/>
                    </a:cubicBezTo>
                    <a:cubicBezTo>
                      <a:pt x="155" y="330"/>
                      <a:pt x="155" y="330"/>
                      <a:pt x="155" y="330"/>
                    </a:cubicBezTo>
                    <a:cubicBezTo>
                      <a:pt x="157" y="333"/>
                      <a:pt x="157" y="333"/>
                      <a:pt x="157" y="333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9" y="332"/>
                      <a:pt x="159" y="332"/>
                      <a:pt x="159" y="332"/>
                    </a:cubicBezTo>
                    <a:cubicBezTo>
                      <a:pt x="156" y="334"/>
                      <a:pt x="156" y="334"/>
                      <a:pt x="156" y="334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8" y="335"/>
                      <a:pt x="158" y="335"/>
                      <a:pt x="158" y="335"/>
                    </a:cubicBezTo>
                    <a:cubicBezTo>
                      <a:pt x="158" y="336"/>
                      <a:pt x="157" y="336"/>
                      <a:pt x="157" y="336"/>
                    </a:cubicBezTo>
                    <a:cubicBezTo>
                      <a:pt x="157" y="336"/>
                      <a:pt x="157" y="336"/>
                      <a:pt x="157" y="336"/>
                    </a:cubicBezTo>
                    <a:cubicBezTo>
                      <a:pt x="159" y="339"/>
                      <a:pt x="159" y="339"/>
                      <a:pt x="159" y="339"/>
                    </a:cubicBezTo>
                    <a:cubicBezTo>
                      <a:pt x="157" y="340"/>
                      <a:pt x="157" y="340"/>
                      <a:pt x="157" y="340"/>
                    </a:cubicBezTo>
                    <a:cubicBezTo>
                      <a:pt x="158" y="342"/>
                      <a:pt x="158" y="342"/>
                      <a:pt x="158" y="342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8"/>
                      <a:pt x="160" y="348"/>
                      <a:pt x="160" y="348"/>
                    </a:cubicBezTo>
                    <a:cubicBezTo>
                      <a:pt x="159" y="348"/>
                      <a:pt x="159" y="348"/>
                      <a:pt x="159" y="348"/>
                    </a:cubicBezTo>
                    <a:cubicBezTo>
                      <a:pt x="161" y="352"/>
                      <a:pt x="161" y="352"/>
                      <a:pt x="161" y="352"/>
                    </a:cubicBezTo>
                    <a:cubicBezTo>
                      <a:pt x="163" y="352"/>
                      <a:pt x="163" y="352"/>
                      <a:pt x="163" y="352"/>
                    </a:cubicBezTo>
                    <a:cubicBezTo>
                      <a:pt x="165" y="354"/>
                      <a:pt x="165" y="354"/>
                      <a:pt x="165" y="354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6" y="356"/>
                      <a:pt x="166" y="356"/>
                      <a:pt x="166" y="356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70" y="357"/>
                      <a:pt x="170" y="357"/>
                      <a:pt x="170" y="357"/>
                    </a:cubicBezTo>
                    <a:cubicBezTo>
                      <a:pt x="170" y="356"/>
                      <a:pt x="170" y="356"/>
                      <a:pt x="170" y="356"/>
                    </a:cubicBezTo>
                    <a:cubicBezTo>
                      <a:pt x="172" y="359"/>
                      <a:pt x="172" y="359"/>
                      <a:pt x="172" y="359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5" y="357"/>
                      <a:pt x="175" y="357"/>
                      <a:pt x="175" y="357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5"/>
                      <a:pt x="177" y="355"/>
                      <a:pt x="177" y="355"/>
                    </a:cubicBezTo>
                    <a:cubicBezTo>
                      <a:pt x="178" y="356"/>
                      <a:pt x="178" y="356"/>
                      <a:pt x="178" y="356"/>
                    </a:cubicBezTo>
                    <a:cubicBezTo>
                      <a:pt x="179" y="356"/>
                      <a:pt x="179" y="356"/>
                      <a:pt x="179" y="356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5" y="351"/>
                      <a:pt x="185" y="351"/>
                      <a:pt x="185" y="351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5" y="350"/>
                      <a:pt x="185" y="350"/>
                      <a:pt x="185" y="350"/>
                    </a:cubicBezTo>
                    <a:cubicBezTo>
                      <a:pt x="185" y="349"/>
                      <a:pt x="185" y="349"/>
                      <a:pt x="185" y="349"/>
                    </a:cubicBezTo>
                    <a:cubicBezTo>
                      <a:pt x="186" y="348"/>
                      <a:pt x="186" y="348"/>
                      <a:pt x="186" y="348"/>
                    </a:cubicBezTo>
                    <a:cubicBezTo>
                      <a:pt x="187" y="348"/>
                      <a:pt x="187" y="348"/>
                      <a:pt x="187" y="348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3" y="345"/>
                      <a:pt x="193" y="345"/>
                      <a:pt x="193" y="345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4" y="342"/>
                      <a:pt x="194" y="342"/>
                      <a:pt x="194" y="342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6" y="345"/>
                      <a:pt x="196" y="345"/>
                      <a:pt x="196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7" y="346"/>
                      <a:pt x="197" y="346"/>
                      <a:pt x="197" y="346"/>
                    </a:cubicBezTo>
                    <a:cubicBezTo>
                      <a:pt x="197" y="349"/>
                      <a:pt x="197" y="349"/>
                      <a:pt x="197" y="349"/>
                    </a:cubicBezTo>
                    <a:cubicBezTo>
                      <a:pt x="197" y="350"/>
                      <a:pt x="197" y="350"/>
                      <a:pt x="197" y="350"/>
                    </a:cubicBezTo>
                    <a:cubicBezTo>
                      <a:pt x="198" y="353"/>
                      <a:pt x="198" y="353"/>
                      <a:pt x="198" y="353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199" y="354"/>
                      <a:pt x="199" y="354"/>
                      <a:pt x="199" y="354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8" y="357"/>
                      <a:pt x="198" y="357"/>
                      <a:pt x="198" y="357"/>
                    </a:cubicBezTo>
                    <a:cubicBezTo>
                      <a:pt x="200" y="357"/>
                      <a:pt x="200" y="357"/>
                      <a:pt x="200" y="357"/>
                    </a:cubicBezTo>
                    <a:cubicBezTo>
                      <a:pt x="200" y="358"/>
                      <a:pt x="200" y="358"/>
                      <a:pt x="200" y="358"/>
                    </a:cubicBezTo>
                    <a:cubicBezTo>
                      <a:pt x="200" y="359"/>
                      <a:pt x="200" y="359"/>
                      <a:pt x="200" y="359"/>
                    </a:cubicBezTo>
                    <a:cubicBezTo>
                      <a:pt x="199" y="360"/>
                      <a:pt x="199" y="360"/>
                      <a:pt x="199" y="360"/>
                    </a:cubicBezTo>
                    <a:cubicBezTo>
                      <a:pt x="201" y="362"/>
                      <a:pt x="201" y="362"/>
                      <a:pt x="201" y="362"/>
                    </a:cubicBezTo>
                    <a:cubicBezTo>
                      <a:pt x="202" y="362"/>
                      <a:pt x="202" y="362"/>
                      <a:pt x="202" y="362"/>
                    </a:cubicBezTo>
                    <a:cubicBezTo>
                      <a:pt x="202" y="364"/>
                      <a:pt x="202" y="364"/>
                      <a:pt x="202" y="364"/>
                    </a:cubicBezTo>
                    <a:cubicBezTo>
                      <a:pt x="203" y="364"/>
                      <a:pt x="203" y="364"/>
                      <a:pt x="203" y="364"/>
                    </a:cubicBezTo>
                    <a:cubicBezTo>
                      <a:pt x="204" y="367"/>
                      <a:pt x="204" y="367"/>
                      <a:pt x="204" y="367"/>
                    </a:cubicBezTo>
                    <a:cubicBezTo>
                      <a:pt x="205" y="369"/>
                      <a:pt x="205" y="369"/>
                      <a:pt x="205" y="369"/>
                    </a:cubicBezTo>
                    <a:cubicBezTo>
                      <a:pt x="206" y="370"/>
                      <a:pt x="206" y="370"/>
                      <a:pt x="206" y="370"/>
                    </a:cubicBezTo>
                    <a:cubicBezTo>
                      <a:pt x="206" y="371"/>
                      <a:pt x="206" y="371"/>
                      <a:pt x="206" y="371"/>
                    </a:cubicBezTo>
                    <a:cubicBezTo>
                      <a:pt x="208" y="373"/>
                      <a:pt x="208" y="373"/>
                      <a:pt x="208" y="373"/>
                    </a:cubicBezTo>
                    <a:cubicBezTo>
                      <a:pt x="210" y="372"/>
                      <a:pt x="210" y="372"/>
                      <a:pt x="210" y="372"/>
                    </a:cubicBezTo>
                    <a:cubicBezTo>
                      <a:pt x="210" y="373"/>
                      <a:pt x="210" y="373"/>
                      <a:pt x="210" y="373"/>
                    </a:cubicBezTo>
                    <a:cubicBezTo>
                      <a:pt x="209" y="374"/>
                      <a:pt x="209" y="374"/>
                      <a:pt x="209" y="374"/>
                    </a:cubicBezTo>
                    <a:cubicBezTo>
                      <a:pt x="207" y="375"/>
                      <a:pt x="207" y="375"/>
                      <a:pt x="207" y="375"/>
                    </a:cubicBezTo>
                    <a:cubicBezTo>
                      <a:pt x="206" y="376"/>
                      <a:pt x="206" y="376"/>
                      <a:pt x="206" y="376"/>
                    </a:cubicBezTo>
                    <a:cubicBezTo>
                      <a:pt x="208" y="377"/>
                      <a:pt x="208" y="377"/>
                      <a:pt x="208" y="377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9" y="379"/>
                      <a:pt x="209" y="379"/>
                      <a:pt x="209" y="379"/>
                    </a:cubicBezTo>
                    <a:cubicBezTo>
                      <a:pt x="210" y="382"/>
                      <a:pt x="210" y="382"/>
                      <a:pt x="210" y="382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7" y="377"/>
                      <a:pt x="207" y="377"/>
                      <a:pt x="207" y="377"/>
                    </a:cubicBezTo>
                    <a:cubicBezTo>
                      <a:pt x="205" y="377"/>
                      <a:pt x="205" y="377"/>
                      <a:pt x="205" y="377"/>
                    </a:cubicBezTo>
                    <a:cubicBezTo>
                      <a:pt x="203" y="377"/>
                      <a:pt x="203" y="377"/>
                      <a:pt x="203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1" y="378"/>
                      <a:pt x="201" y="378"/>
                      <a:pt x="201" y="378"/>
                    </a:cubicBezTo>
                    <a:cubicBezTo>
                      <a:pt x="200" y="379"/>
                      <a:pt x="200" y="379"/>
                      <a:pt x="200" y="379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198" y="381"/>
                      <a:pt x="198" y="381"/>
                      <a:pt x="198" y="381"/>
                    </a:cubicBezTo>
                    <a:cubicBezTo>
                      <a:pt x="198" y="382"/>
                      <a:pt x="198" y="382"/>
                      <a:pt x="198" y="382"/>
                    </a:cubicBezTo>
                    <a:cubicBezTo>
                      <a:pt x="199" y="383"/>
                      <a:pt x="199" y="383"/>
                      <a:pt x="199" y="383"/>
                    </a:cubicBezTo>
                    <a:cubicBezTo>
                      <a:pt x="199" y="385"/>
                      <a:pt x="199" y="385"/>
                      <a:pt x="199" y="385"/>
                    </a:cubicBezTo>
                    <a:cubicBezTo>
                      <a:pt x="200" y="386"/>
                      <a:pt x="200" y="386"/>
                      <a:pt x="200" y="386"/>
                    </a:cubicBezTo>
                    <a:cubicBezTo>
                      <a:pt x="201" y="386"/>
                      <a:pt x="201" y="386"/>
                      <a:pt x="201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7"/>
                      <a:pt x="202" y="387"/>
                      <a:pt x="202" y="387"/>
                    </a:cubicBezTo>
                    <a:cubicBezTo>
                      <a:pt x="202" y="388"/>
                      <a:pt x="202" y="388"/>
                      <a:pt x="202" y="388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1" y="389"/>
                      <a:pt x="201" y="389"/>
                      <a:pt x="201" y="389"/>
                    </a:cubicBezTo>
                    <a:cubicBezTo>
                      <a:pt x="200" y="388"/>
                      <a:pt x="200" y="388"/>
                      <a:pt x="200" y="388"/>
                    </a:cubicBezTo>
                    <a:cubicBezTo>
                      <a:pt x="198" y="388"/>
                      <a:pt x="198" y="388"/>
                      <a:pt x="198" y="388"/>
                    </a:cubicBezTo>
                    <a:cubicBezTo>
                      <a:pt x="198" y="389"/>
                      <a:pt x="198" y="389"/>
                      <a:pt x="198" y="389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7" y="386"/>
                      <a:pt x="197" y="386"/>
                    </a:cubicBezTo>
                    <a:cubicBezTo>
                      <a:pt x="197" y="384"/>
                      <a:pt x="197" y="384"/>
                      <a:pt x="197" y="384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5" y="382"/>
                      <a:pt x="195" y="382"/>
                      <a:pt x="195" y="382"/>
                    </a:cubicBezTo>
                    <a:cubicBezTo>
                      <a:pt x="194" y="382"/>
                      <a:pt x="194" y="382"/>
                      <a:pt x="194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2" y="381"/>
                      <a:pt x="192" y="381"/>
                      <a:pt x="192" y="381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4" y="378"/>
                      <a:pt x="194" y="378"/>
                      <a:pt x="194" y="378"/>
                    </a:cubicBezTo>
                    <a:cubicBezTo>
                      <a:pt x="193" y="377"/>
                      <a:pt x="193" y="377"/>
                      <a:pt x="193" y="377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3" y="382"/>
                      <a:pt x="193" y="382"/>
                      <a:pt x="193" y="382"/>
                    </a:cubicBezTo>
                    <a:cubicBezTo>
                      <a:pt x="196" y="381"/>
                      <a:pt x="196" y="381"/>
                      <a:pt x="196" y="381"/>
                    </a:cubicBezTo>
                    <a:cubicBezTo>
                      <a:pt x="196" y="380"/>
                      <a:pt x="196" y="380"/>
                      <a:pt x="196" y="380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7" y="377"/>
                      <a:pt x="197" y="377"/>
                      <a:pt x="197" y="377"/>
                    </a:cubicBezTo>
                    <a:cubicBezTo>
                      <a:pt x="198" y="376"/>
                      <a:pt x="198" y="376"/>
                      <a:pt x="198" y="376"/>
                    </a:cubicBezTo>
                    <a:cubicBezTo>
                      <a:pt x="198" y="374"/>
                      <a:pt x="198" y="374"/>
                      <a:pt x="198" y="374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5" y="373"/>
                      <a:pt x="195" y="373"/>
                      <a:pt x="195" y="373"/>
                    </a:cubicBezTo>
                    <a:cubicBezTo>
                      <a:pt x="194" y="373"/>
                      <a:pt x="194" y="373"/>
                      <a:pt x="194" y="373"/>
                    </a:cubicBezTo>
                    <a:cubicBezTo>
                      <a:pt x="193" y="372"/>
                      <a:pt x="193" y="372"/>
                      <a:pt x="193" y="372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2" y="371"/>
                      <a:pt x="192" y="371"/>
                      <a:pt x="192" y="371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3" y="369"/>
                      <a:pt x="193" y="369"/>
                      <a:pt x="193" y="369"/>
                    </a:cubicBezTo>
                    <a:cubicBezTo>
                      <a:pt x="192" y="369"/>
                      <a:pt x="192" y="369"/>
                      <a:pt x="192" y="369"/>
                    </a:cubicBezTo>
                    <a:cubicBezTo>
                      <a:pt x="193" y="368"/>
                      <a:pt x="193" y="368"/>
                      <a:pt x="193" y="368"/>
                    </a:cubicBezTo>
                    <a:cubicBezTo>
                      <a:pt x="194" y="366"/>
                      <a:pt x="194" y="366"/>
                      <a:pt x="194" y="366"/>
                    </a:cubicBezTo>
                    <a:cubicBezTo>
                      <a:pt x="194" y="364"/>
                      <a:pt x="194" y="364"/>
                      <a:pt x="194" y="364"/>
                    </a:cubicBezTo>
                    <a:cubicBezTo>
                      <a:pt x="194" y="363"/>
                      <a:pt x="194" y="363"/>
                      <a:pt x="194" y="363"/>
                    </a:cubicBezTo>
                    <a:cubicBezTo>
                      <a:pt x="194" y="362"/>
                      <a:pt x="194" y="362"/>
                      <a:pt x="194" y="362"/>
                    </a:cubicBezTo>
                    <a:cubicBezTo>
                      <a:pt x="195" y="360"/>
                      <a:pt x="195" y="360"/>
                      <a:pt x="195" y="360"/>
                    </a:cubicBezTo>
                    <a:cubicBezTo>
                      <a:pt x="195" y="358"/>
                      <a:pt x="195" y="358"/>
                      <a:pt x="195" y="358"/>
                    </a:cubicBezTo>
                    <a:cubicBezTo>
                      <a:pt x="192" y="361"/>
                      <a:pt x="192" y="361"/>
                      <a:pt x="192" y="361"/>
                    </a:cubicBezTo>
                    <a:cubicBezTo>
                      <a:pt x="190" y="362"/>
                      <a:pt x="190" y="362"/>
                      <a:pt x="190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8" y="363"/>
                      <a:pt x="188" y="363"/>
                      <a:pt x="188" y="363"/>
                    </a:cubicBezTo>
                    <a:cubicBezTo>
                      <a:pt x="187" y="365"/>
                      <a:pt x="187" y="365"/>
                      <a:pt x="187" y="365"/>
                    </a:cubicBezTo>
                    <a:cubicBezTo>
                      <a:pt x="186" y="366"/>
                      <a:pt x="186" y="366"/>
                      <a:pt x="186" y="366"/>
                    </a:cubicBezTo>
                    <a:cubicBezTo>
                      <a:pt x="184" y="366"/>
                      <a:pt x="184" y="366"/>
                      <a:pt x="184" y="366"/>
                    </a:cubicBezTo>
                    <a:cubicBezTo>
                      <a:pt x="183" y="367"/>
                      <a:pt x="183" y="367"/>
                      <a:pt x="183" y="367"/>
                    </a:cubicBezTo>
                    <a:cubicBezTo>
                      <a:pt x="182" y="367"/>
                      <a:pt x="182" y="367"/>
                      <a:pt x="182" y="367"/>
                    </a:cubicBezTo>
                    <a:cubicBezTo>
                      <a:pt x="180" y="367"/>
                      <a:pt x="180" y="367"/>
                      <a:pt x="180" y="367"/>
                    </a:cubicBezTo>
                    <a:cubicBezTo>
                      <a:pt x="180" y="369"/>
                      <a:pt x="180" y="369"/>
                      <a:pt x="180" y="369"/>
                    </a:cubicBezTo>
                    <a:cubicBezTo>
                      <a:pt x="178" y="370"/>
                      <a:pt x="178" y="370"/>
                      <a:pt x="178" y="370"/>
                    </a:cubicBezTo>
                    <a:cubicBezTo>
                      <a:pt x="180" y="371"/>
                      <a:pt x="180" y="371"/>
                      <a:pt x="180" y="371"/>
                    </a:cubicBezTo>
                    <a:cubicBezTo>
                      <a:pt x="181" y="371"/>
                      <a:pt x="181" y="371"/>
                      <a:pt x="181" y="371"/>
                    </a:cubicBezTo>
                    <a:cubicBezTo>
                      <a:pt x="182" y="372"/>
                      <a:pt x="182" y="372"/>
                      <a:pt x="182" y="372"/>
                    </a:cubicBezTo>
                    <a:cubicBezTo>
                      <a:pt x="181" y="372"/>
                      <a:pt x="181" y="372"/>
                      <a:pt x="181" y="372"/>
                    </a:cubicBezTo>
                    <a:cubicBezTo>
                      <a:pt x="180" y="372"/>
                      <a:pt x="180" y="372"/>
                      <a:pt x="180" y="372"/>
                    </a:cubicBezTo>
                    <a:cubicBezTo>
                      <a:pt x="178" y="374"/>
                      <a:pt x="178" y="374"/>
                      <a:pt x="178" y="374"/>
                    </a:cubicBezTo>
                    <a:cubicBezTo>
                      <a:pt x="179" y="375"/>
                      <a:pt x="179" y="375"/>
                      <a:pt x="179" y="375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78" y="378"/>
                      <a:pt x="178" y="378"/>
                      <a:pt x="178" y="378"/>
                    </a:cubicBezTo>
                    <a:cubicBezTo>
                      <a:pt x="179" y="378"/>
                      <a:pt x="179" y="378"/>
                      <a:pt x="179" y="378"/>
                    </a:cubicBezTo>
                    <a:cubicBezTo>
                      <a:pt x="179" y="380"/>
                      <a:pt x="179" y="380"/>
                      <a:pt x="179" y="380"/>
                    </a:cubicBezTo>
                    <a:cubicBezTo>
                      <a:pt x="180" y="380"/>
                      <a:pt x="180" y="380"/>
                      <a:pt x="180" y="380"/>
                    </a:cubicBezTo>
                    <a:cubicBezTo>
                      <a:pt x="178" y="381"/>
                      <a:pt x="178" y="381"/>
                      <a:pt x="178" y="381"/>
                    </a:cubicBezTo>
                    <a:cubicBezTo>
                      <a:pt x="177" y="383"/>
                      <a:pt x="177" y="383"/>
                      <a:pt x="177" y="383"/>
                    </a:cubicBezTo>
                    <a:cubicBezTo>
                      <a:pt x="179" y="385"/>
                      <a:pt x="179" y="385"/>
                      <a:pt x="179" y="385"/>
                    </a:cubicBezTo>
                    <a:cubicBezTo>
                      <a:pt x="180" y="384"/>
                      <a:pt x="180" y="384"/>
                      <a:pt x="180" y="384"/>
                    </a:cubicBezTo>
                    <a:cubicBezTo>
                      <a:pt x="181" y="385"/>
                      <a:pt x="181" y="385"/>
                      <a:pt x="181" y="385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90"/>
                      <a:pt x="181" y="390"/>
                      <a:pt x="181" y="390"/>
                    </a:cubicBezTo>
                    <a:cubicBezTo>
                      <a:pt x="182" y="391"/>
                      <a:pt x="182" y="391"/>
                      <a:pt x="182" y="391"/>
                    </a:cubicBezTo>
                    <a:cubicBezTo>
                      <a:pt x="183" y="391"/>
                      <a:pt x="183" y="391"/>
                      <a:pt x="183" y="391"/>
                    </a:cubicBezTo>
                    <a:cubicBezTo>
                      <a:pt x="183" y="392"/>
                      <a:pt x="183" y="392"/>
                      <a:pt x="183" y="392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2" y="393"/>
                      <a:pt x="182" y="393"/>
                      <a:pt x="182" y="393"/>
                    </a:cubicBezTo>
                    <a:cubicBezTo>
                      <a:pt x="182" y="396"/>
                      <a:pt x="182" y="396"/>
                      <a:pt x="182" y="396"/>
                    </a:cubicBezTo>
                    <a:cubicBezTo>
                      <a:pt x="183" y="395"/>
                      <a:pt x="183" y="395"/>
                      <a:pt x="183" y="395"/>
                    </a:cubicBezTo>
                    <a:cubicBezTo>
                      <a:pt x="183" y="396"/>
                      <a:pt x="183" y="396"/>
                      <a:pt x="183" y="396"/>
                    </a:cubicBezTo>
                    <a:cubicBezTo>
                      <a:pt x="184" y="397"/>
                      <a:pt x="184" y="397"/>
                      <a:pt x="184" y="397"/>
                    </a:cubicBezTo>
                    <a:cubicBezTo>
                      <a:pt x="183" y="398"/>
                      <a:pt x="183" y="398"/>
                      <a:pt x="183" y="398"/>
                    </a:cubicBezTo>
                    <a:cubicBezTo>
                      <a:pt x="183" y="399"/>
                      <a:pt x="183" y="399"/>
                      <a:pt x="183" y="399"/>
                    </a:cubicBezTo>
                    <a:cubicBezTo>
                      <a:pt x="184" y="399"/>
                      <a:pt x="184" y="399"/>
                      <a:pt x="184" y="399"/>
                    </a:cubicBezTo>
                    <a:cubicBezTo>
                      <a:pt x="182" y="400"/>
                      <a:pt x="182" y="400"/>
                      <a:pt x="182" y="400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0" y="401"/>
                      <a:pt x="180" y="401"/>
                      <a:pt x="180" y="401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9" y="403"/>
                      <a:pt x="179" y="403"/>
                      <a:pt x="179" y="403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7" y="400"/>
                      <a:pt x="177" y="400"/>
                      <a:pt x="177" y="400"/>
                    </a:cubicBezTo>
                    <a:cubicBezTo>
                      <a:pt x="176" y="401"/>
                      <a:pt x="176" y="401"/>
                      <a:pt x="176" y="401"/>
                    </a:cubicBezTo>
                    <a:cubicBezTo>
                      <a:pt x="172" y="402"/>
                      <a:pt x="172" y="402"/>
                      <a:pt x="172" y="402"/>
                    </a:cubicBezTo>
                    <a:cubicBezTo>
                      <a:pt x="171" y="404"/>
                      <a:pt x="171" y="404"/>
                      <a:pt x="171" y="404"/>
                    </a:cubicBezTo>
                    <a:cubicBezTo>
                      <a:pt x="172" y="404"/>
                      <a:pt x="172" y="404"/>
                      <a:pt x="172" y="404"/>
                    </a:cubicBezTo>
                    <a:cubicBezTo>
                      <a:pt x="170" y="404"/>
                      <a:pt x="170" y="404"/>
                      <a:pt x="170" y="404"/>
                    </a:cubicBezTo>
                    <a:cubicBezTo>
                      <a:pt x="168" y="404"/>
                      <a:pt x="168" y="404"/>
                      <a:pt x="168" y="404"/>
                    </a:cubicBezTo>
                    <a:cubicBezTo>
                      <a:pt x="166" y="405"/>
                      <a:pt x="166" y="405"/>
                      <a:pt x="166" y="405"/>
                    </a:cubicBezTo>
                    <a:cubicBezTo>
                      <a:pt x="165" y="404"/>
                      <a:pt x="165" y="404"/>
                      <a:pt x="165" y="404"/>
                    </a:cubicBezTo>
                    <a:cubicBezTo>
                      <a:pt x="164" y="405"/>
                      <a:pt x="164" y="405"/>
                      <a:pt x="164" y="405"/>
                    </a:cubicBezTo>
                    <a:cubicBezTo>
                      <a:pt x="162" y="405"/>
                      <a:pt x="162" y="405"/>
                      <a:pt x="162" y="405"/>
                    </a:cubicBezTo>
                    <a:cubicBezTo>
                      <a:pt x="161" y="407"/>
                      <a:pt x="161" y="407"/>
                      <a:pt x="161" y="407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6" y="409"/>
                      <a:pt x="156" y="409"/>
                      <a:pt x="156" y="409"/>
                    </a:cubicBezTo>
                    <a:cubicBezTo>
                      <a:pt x="155" y="411"/>
                      <a:pt x="155" y="411"/>
                      <a:pt x="155" y="411"/>
                    </a:cubicBezTo>
                    <a:cubicBezTo>
                      <a:pt x="154" y="412"/>
                      <a:pt x="154" y="412"/>
                      <a:pt x="154" y="412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5"/>
                      <a:pt x="154" y="415"/>
                      <a:pt x="154" y="415"/>
                    </a:cubicBezTo>
                    <a:cubicBezTo>
                      <a:pt x="154" y="416"/>
                      <a:pt x="154" y="416"/>
                      <a:pt x="154" y="416"/>
                    </a:cubicBezTo>
                    <a:cubicBezTo>
                      <a:pt x="153" y="417"/>
                      <a:pt x="153" y="417"/>
                      <a:pt x="153" y="417"/>
                    </a:cubicBezTo>
                    <a:cubicBezTo>
                      <a:pt x="152" y="418"/>
                      <a:pt x="152" y="418"/>
                      <a:pt x="152" y="418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1" y="421"/>
                      <a:pt x="151" y="421"/>
                      <a:pt x="151" y="421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2"/>
                      <a:pt x="149" y="422"/>
                      <a:pt x="149" y="422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3"/>
                      <a:pt x="149" y="423"/>
                      <a:pt x="149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6" y="425"/>
                      <a:pt x="146" y="425"/>
                      <a:pt x="146" y="425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7"/>
                      <a:pt x="145" y="427"/>
                      <a:pt x="145" y="427"/>
                    </a:cubicBezTo>
                    <a:cubicBezTo>
                      <a:pt x="143" y="428"/>
                      <a:pt x="143" y="428"/>
                      <a:pt x="143" y="428"/>
                    </a:cubicBezTo>
                    <a:cubicBezTo>
                      <a:pt x="142" y="427"/>
                      <a:pt x="142" y="427"/>
                      <a:pt x="142" y="427"/>
                    </a:cubicBezTo>
                    <a:cubicBezTo>
                      <a:pt x="140" y="429"/>
                      <a:pt x="140" y="429"/>
                      <a:pt x="140" y="429"/>
                    </a:cubicBezTo>
                    <a:cubicBezTo>
                      <a:pt x="139" y="430"/>
                      <a:pt x="139" y="430"/>
                      <a:pt x="139" y="430"/>
                    </a:cubicBezTo>
                    <a:cubicBezTo>
                      <a:pt x="139" y="432"/>
                      <a:pt x="139" y="432"/>
                      <a:pt x="139" y="432"/>
                    </a:cubicBezTo>
                    <a:cubicBezTo>
                      <a:pt x="139" y="435"/>
                      <a:pt x="139" y="435"/>
                      <a:pt x="139" y="435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5" y="438"/>
                      <a:pt x="135" y="438"/>
                      <a:pt x="135" y="438"/>
                    </a:cubicBezTo>
                    <a:cubicBezTo>
                      <a:pt x="134" y="438"/>
                      <a:pt x="134" y="438"/>
                      <a:pt x="134" y="438"/>
                    </a:cubicBezTo>
                    <a:cubicBezTo>
                      <a:pt x="132" y="437"/>
                      <a:pt x="132" y="437"/>
                      <a:pt x="132" y="437"/>
                    </a:cubicBezTo>
                    <a:cubicBezTo>
                      <a:pt x="129" y="439"/>
                      <a:pt x="129" y="439"/>
                      <a:pt x="129" y="439"/>
                    </a:cubicBezTo>
                    <a:cubicBezTo>
                      <a:pt x="128" y="441"/>
                      <a:pt x="128" y="441"/>
                      <a:pt x="128" y="441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3"/>
                      <a:pt x="129" y="443"/>
                      <a:pt x="129" y="443"/>
                    </a:cubicBezTo>
                    <a:cubicBezTo>
                      <a:pt x="127" y="443"/>
                      <a:pt x="127" y="443"/>
                      <a:pt x="127" y="443"/>
                    </a:cubicBezTo>
                    <a:cubicBezTo>
                      <a:pt x="124" y="443"/>
                      <a:pt x="124" y="443"/>
                      <a:pt x="124" y="443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1" y="442"/>
                      <a:pt x="121" y="442"/>
                      <a:pt x="121" y="442"/>
                    </a:cubicBezTo>
                    <a:cubicBezTo>
                      <a:pt x="121" y="441"/>
                      <a:pt x="121" y="441"/>
                      <a:pt x="121" y="441"/>
                    </a:cubicBezTo>
                    <a:cubicBezTo>
                      <a:pt x="121" y="440"/>
                      <a:pt x="121" y="440"/>
                      <a:pt x="121" y="440"/>
                    </a:cubicBezTo>
                    <a:cubicBezTo>
                      <a:pt x="119" y="439"/>
                      <a:pt x="119" y="439"/>
                      <a:pt x="119" y="439"/>
                    </a:cubicBezTo>
                    <a:cubicBezTo>
                      <a:pt x="118" y="440"/>
                      <a:pt x="118" y="440"/>
                      <a:pt x="118" y="440"/>
                    </a:cubicBezTo>
                    <a:cubicBezTo>
                      <a:pt x="116" y="440"/>
                      <a:pt x="116" y="440"/>
                      <a:pt x="116" y="440"/>
                    </a:cubicBezTo>
                    <a:cubicBezTo>
                      <a:pt x="115" y="439"/>
                      <a:pt x="115" y="439"/>
                      <a:pt x="115" y="439"/>
                    </a:cubicBezTo>
                    <a:cubicBezTo>
                      <a:pt x="115" y="442"/>
                      <a:pt x="115" y="442"/>
                      <a:pt x="115" y="442"/>
                    </a:cubicBezTo>
                    <a:cubicBezTo>
                      <a:pt x="115" y="443"/>
                      <a:pt x="115" y="443"/>
                      <a:pt x="115" y="443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6"/>
                      <a:pt x="117" y="446"/>
                      <a:pt x="117" y="446"/>
                    </a:cubicBezTo>
                    <a:cubicBezTo>
                      <a:pt x="117" y="448"/>
                      <a:pt x="117" y="448"/>
                      <a:pt x="117" y="448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6" y="449"/>
                      <a:pt x="116" y="449"/>
                      <a:pt x="116" y="449"/>
                    </a:cubicBezTo>
                    <a:cubicBezTo>
                      <a:pt x="115" y="449"/>
                      <a:pt x="115" y="449"/>
                      <a:pt x="115" y="449"/>
                    </a:cubicBezTo>
                    <a:cubicBezTo>
                      <a:pt x="114" y="449"/>
                      <a:pt x="114" y="449"/>
                      <a:pt x="114" y="449"/>
                    </a:cubicBezTo>
                    <a:cubicBezTo>
                      <a:pt x="113" y="449"/>
                      <a:pt x="113" y="449"/>
                      <a:pt x="113" y="449"/>
                    </a:cubicBezTo>
                    <a:cubicBezTo>
                      <a:pt x="112" y="449"/>
                      <a:pt x="112" y="449"/>
                      <a:pt x="112" y="449"/>
                    </a:cubicBezTo>
                    <a:cubicBezTo>
                      <a:pt x="111" y="450"/>
                      <a:pt x="111" y="450"/>
                      <a:pt x="111" y="450"/>
                    </a:cubicBezTo>
                    <a:cubicBezTo>
                      <a:pt x="109" y="447"/>
                      <a:pt x="109" y="447"/>
                      <a:pt x="109" y="447"/>
                    </a:cubicBezTo>
                    <a:cubicBezTo>
                      <a:pt x="107" y="447"/>
                      <a:pt x="107" y="447"/>
                      <a:pt x="107" y="447"/>
                    </a:cubicBezTo>
                    <a:cubicBezTo>
                      <a:pt x="105" y="447"/>
                      <a:pt x="105" y="447"/>
                      <a:pt x="105" y="447"/>
                    </a:cubicBezTo>
                    <a:cubicBezTo>
                      <a:pt x="104" y="449"/>
                      <a:pt x="104" y="449"/>
                      <a:pt x="104" y="449"/>
                    </a:cubicBezTo>
                    <a:cubicBezTo>
                      <a:pt x="103" y="448"/>
                      <a:pt x="103" y="448"/>
                      <a:pt x="103" y="448"/>
                    </a:cubicBezTo>
                    <a:cubicBezTo>
                      <a:pt x="103" y="449"/>
                      <a:pt x="103" y="449"/>
                      <a:pt x="103" y="449"/>
                    </a:cubicBezTo>
                    <a:cubicBezTo>
                      <a:pt x="102" y="449"/>
                      <a:pt x="102" y="449"/>
                      <a:pt x="102" y="449"/>
                    </a:cubicBezTo>
                    <a:cubicBezTo>
                      <a:pt x="100" y="449"/>
                      <a:pt x="100" y="449"/>
                      <a:pt x="100" y="449"/>
                    </a:cubicBezTo>
                    <a:cubicBezTo>
                      <a:pt x="99" y="450"/>
                      <a:pt x="99" y="450"/>
                      <a:pt x="99" y="450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5" y="451"/>
                      <a:pt x="95" y="451"/>
                      <a:pt x="95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4"/>
                      <a:pt x="97" y="454"/>
                      <a:pt x="97" y="454"/>
                    </a:cubicBezTo>
                    <a:cubicBezTo>
                      <a:pt x="97" y="455"/>
                      <a:pt x="97" y="455"/>
                      <a:pt x="97" y="455"/>
                    </a:cubicBezTo>
                    <a:cubicBezTo>
                      <a:pt x="97" y="456"/>
                      <a:pt x="97" y="456"/>
                      <a:pt x="97" y="456"/>
                    </a:cubicBezTo>
                    <a:cubicBezTo>
                      <a:pt x="98" y="456"/>
                      <a:pt x="98" y="456"/>
                      <a:pt x="98" y="456"/>
                    </a:cubicBezTo>
                    <a:cubicBezTo>
                      <a:pt x="99" y="457"/>
                      <a:pt x="99" y="457"/>
                      <a:pt x="99" y="457"/>
                    </a:cubicBezTo>
                    <a:cubicBezTo>
                      <a:pt x="98" y="459"/>
                      <a:pt x="98" y="459"/>
                      <a:pt x="98" y="459"/>
                    </a:cubicBezTo>
                    <a:cubicBezTo>
                      <a:pt x="101" y="458"/>
                      <a:pt x="101" y="458"/>
                      <a:pt x="101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4" y="459"/>
                      <a:pt x="104" y="459"/>
                      <a:pt x="104" y="459"/>
                    </a:cubicBezTo>
                    <a:cubicBezTo>
                      <a:pt x="105" y="459"/>
                      <a:pt x="105" y="459"/>
                      <a:pt x="105" y="459"/>
                    </a:cubicBezTo>
                    <a:cubicBezTo>
                      <a:pt x="106" y="459"/>
                      <a:pt x="106" y="459"/>
                      <a:pt x="106" y="459"/>
                    </a:cubicBezTo>
                    <a:cubicBezTo>
                      <a:pt x="108" y="461"/>
                      <a:pt x="108" y="461"/>
                      <a:pt x="108" y="461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10" y="461"/>
                      <a:pt x="110" y="461"/>
                      <a:pt x="110" y="461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2"/>
                      <a:pt x="111" y="462"/>
                      <a:pt x="111" y="462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3" y="463"/>
                      <a:pt x="113" y="463"/>
                      <a:pt x="113" y="463"/>
                    </a:cubicBezTo>
                    <a:cubicBezTo>
                      <a:pt x="113" y="464"/>
                      <a:pt x="113" y="464"/>
                      <a:pt x="113" y="464"/>
                    </a:cubicBezTo>
                    <a:cubicBezTo>
                      <a:pt x="114" y="465"/>
                      <a:pt x="114" y="465"/>
                      <a:pt x="114" y="465"/>
                    </a:cubicBezTo>
                    <a:cubicBezTo>
                      <a:pt x="114" y="466"/>
                      <a:pt x="114" y="466"/>
                      <a:pt x="114" y="466"/>
                    </a:cubicBezTo>
                    <a:cubicBezTo>
                      <a:pt x="113" y="467"/>
                      <a:pt x="113" y="467"/>
                      <a:pt x="113" y="467"/>
                    </a:cubicBezTo>
                    <a:cubicBezTo>
                      <a:pt x="114" y="468"/>
                      <a:pt x="114" y="468"/>
                      <a:pt x="114" y="468"/>
                    </a:cubicBezTo>
                    <a:cubicBezTo>
                      <a:pt x="115" y="469"/>
                      <a:pt x="115" y="469"/>
                      <a:pt x="115" y="469"/>
                    </a:cubicBezTo>
                    <a:cubicBezTo>
                      <a:pt x="117" y="471"/>
                      <a:pt x="117" y="471"/>
                      <a:pt x="117" y="471"/>
                    </a:cubicBezTo>
                    <a:cubicBezTo>
                      <a:pt x="119" y="471"/>
                      <a:pt x="119" y="471"/>
                      <a:pt x="119" y="471"/>
                    </a:cubicBezTo>
                    <a:cubicBezTo>
                      <a:pt x="120" y="472"/>
                      <a:pt x="120" y="472"/>
                      <a:pt x="120" y="472"/>
                    </a:cubicBezTo>
                    <a:cubicBezTo>
                      <a:pt x="120" y="473"/>
                      <a:pt x="120" y="473"/>
                      <a:pt x="120" y="473"/>
                    </a:cubicBezTo>
                    <a:cubicBezTo>
                      <a:pt x="121" y="474"/>
                      <a:pt x="121" y="474"/>
                      <a:pt x="121" y="474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19" y="477"/>
                      <a:pt x="119" y="477"/>
                      <a:pt x="119" y="477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0" y="479"/>
                      <a:pt x="120" y="479"/>
                      <a:pt x="120" y="479"/>
                    </a:cubicBezTo>
                    <a:cubicBezTo>
                      <a:pt x="119" y="483"/>
                      <a:pt x="119" y="483"/>
                      <a:pt x="119" y="483"/>
                    </a:cubicBezTo>
                    <a:cubicBezTo>
                      <a:pt x="119" y="486"/>
                      <a:pt x="119" y="486"/>
                      <a:pt x="119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19" y="491"/>
                      <a:pt x="119" y="491"/>
                      <a:pt x="119" y="491"/>
                    </a:cubicBezTo>
                    <a:cubicBezTo>
                      <a:pt x="118" y="495"/>
                      <a:pt x="118" y="495"/>
                      <a:pt x="118" y="495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6" y="496"/>
                      <a:pt x="116" y="496"/>
                      <a:pt x="116" y="496"/>
                    </a:cubicBezTo>
                    <a:cubicBezTo>
                      <a:pt x="116" y="497"/>
                      <a:pt x="116" y="497"/>
                      <a:pt x="116" y="497"/>
                    </a:cubicBezTo>
                    <a:cubicBezTo>
                      <a:pt x="115" y="497"/>
                      <a:pt x="115" y="497"/>
                      <a:pt x="115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1" y="496"/>
                      <a:pt x="111" y="496"/>
                      <a:pt x="111" y="496"/>
                    </a:cubicBezTo>
                    <a:cubicBezTo>
                      <a:pt x="109" y="496"/>
                      <a:pt x="109" y="496"/>
                      <a:pt x="109" y="496"/>
                    </a:cubicBezTo>
                    <a:cubicBezTo>
                      <a:pt x="108" y="497"/>
                      <a:pt x="108" y="497"/>
                      <a:pt x="108" y="497"/>
                    </a:cubicBezTo>
                    <a:cubicBezTo>
                      <a:pt x="106" y="496"/>
                      <a:pt x="106" y="496"/>
                      <a:pt x="106" y="496"/>
                    </a:cubicBezTo>
                    <a:cubicBezTo>
                      <a:pt x="105" y="495"/>
                      <a:pt x="105" y="495"/>
                      <a:pt x="105" y="495"/>
                    </a:cubicBezTo>
                    <a:cubicBezTo>
                      <a:pt x="102" y="495"/>
                      <a:pt x="102" y="495"/>
                      <a:pt x="102" y="495"/>
                    </a:cubicBezTo>
                    <a:cubicBezTo>
                      <a:pt x="98" y="496"/>
                      <a:pt x="98" y="496"/>
                      <a:pt x="98" y="496"/>
                    </a:cubicBezTo>
                    <a:cubicBezTo>
                      <a:pt x="96" y="496"/>
                      <a:pt x="96" y="496"/>
                      <a:pt x="96" y="496"/>
                    </a:cubicBezTo>
                    <a:cubicBezTo>
                      <a:pt x="91" y="495"/>
                      <a:pt x="91" y="495"/>
                      <a:pt x="91" y="495"/>
                    </a:cubicBezTo>
                    <a:cubicBezTo>
                      <a:pt x="89" y="494"/>
                      <a:pt x="89" y="494"/>
                      <a:pt x="89" y="494"/>
                    </a:cubicBezTo>
                    <a:cubicBezTo>
                      <a:pt x="88" y="493"/>
                      <a:pt x="88" y="493"/>
                      <a:pt x="88" y="493"/>
                    </a:cubicBezTo>
                    <a:cubicBezTo>
                      <a:pt x="86" y="494"/>
                      <a:pt x="86" y="494"/>
                      <a:pt x="86" y="494"/>
                    </a:cubicBezTo>
                    <a:cubicBezTo>
                      <a:pt x="84" y="495"/>
                      <a:pt x="84" y="495"/>
                      <a:pt x="84" y="495"/>
                    </a:cubicBezTo>
                    <a:cubicBezTo>
                      <a:pt x="82" y="494"/>
                      <a:pt x="82" y="494"/>
                      <a:pt x="82" y="494"/>
                    </a:cubicBezTo>
                    <a:cubicBezTo>
                      <a:pt x="80" y="494"/>
                      <a:pt x="80" y="494"/>
                      <a:pt x="80" y="494"/>
                    </a:cubicBezTo>
                    <a:cubicBezTo>
                      <a:pt x="79" y="495"/>
                      <a:pt x="79" y="495"/>
                      <a:pt x="79" y="495"/>
                    </a:cubicBezTo>
                    <a:cubicBezTo>
                      <a:pt x="78" y="493"/>
                      <a:pt x="78" y="493"/>
                      <a:pt x="78" y="493"/>
                    </a:cubicBezTo>
                    <a:cubicBezTo>
                      <a:pt x="76" y="493"/>
                      <a:pt x="76" y="493"/>
                      <a:pt x="76" y="493"/>
                    </a:cubicBezTo>
                    <a:cubicBezTo>
                      <a:pt x="75" y="493"/>
                      <a:pt x="75" y="493"/>
                      <a:pt x="75" y="493"/>
                    </a:cubicBezTo>
                    <a:cubicBezTo>
                      <a:pt x="74" y="493"/>
                      <a:pt x="74" y="493"/>
                      <a:pt x="74" y="493"/>
                    </a:cubicBezTo>
                    <a:cubicBezTo>
                      <a:pt x="71" y="495"/>
                      <a:pt x="71" y="495"/>
                      <a:pt x="71" y="495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72" y="497"/>
                      <a:pt x="72" y="497"/>
                      <a:pt x="72" y="497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69" y="497"/>
                      <a:pt x="69" y="497"/>
                      <a:pt x="69" y="497"/>
                    </a:cubicBezTo>
                    <a:cubicBezTo>
                      <a:pt x="68" y="497"/>
                      <a:pt x="68" y="497"/>
                      <a:pt x="68" y="497"/>
                    </a:cubicBezTo>
                    <a:cubicBezTo>
                      <a:pt x="65" y="498"/>
                      <a:pt x="65" y="498"/>
                      <a:pt x="65" y="498"/>
                    </a:cubicBezTo>
                    <a:cubicBezTo>
                      <a:pt x="64" y="500"/>
                      <a:pt x="64" y="500"/>
                      <a:pt x="64" y="500"/>
                    </a:cubicBezTo>
                    <a:cubicBezTo>
                      <a:pt x="65" y="502"/>
                      <a:pt x="65" y="502"/>
                      <a:pt x="65" y="502"/>
                    </a:cubicBezTo>
                    <a:cubicBezTo>
                      <a:pt x="66" y="502"/>
                      <a:pt x="66" y="502"/>
                      <a:pt x="66" y="502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5"/>
                      <a:pt x="66" y="505"/>
                      <a:pt x="66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8" y="506"/>
                      <a:pt x="68" y="506"/>
                      <a:pt x="68" y="506"/>
                    </a:cubicBezTo>
                    <a:cubicBezTo>
                      <a:pt x="66" y="507"/>
                      <a:pt x="66" y="507"/>
                      <a:pt x="66" y="507"/>
                    </a:cubicBezTo>
                    <a:cubicBezTo>
                      <a:pt x="67" y="507"/>
                      <a:pt x="67" y="507"/>
                      <a:pt x="67" y="507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10"/>
                      <a:pt x="67" y="510"/>
                      <a:pt x="67" y="510"/>
                    </a:cubicBezTo>
                    <a:cubicBezTo>
                      <a:pt x="68" y="513"/>
                      <a:pt x="68" y="513"/>
                      <a:pt x="68" y="513"/>
                    </a:cubicBezTo>
                    <a:cubicBezTo>
                      <a:pt x="67" y="517"/>
                      <a:pt x="67" y="517"/>
                      <a:pt x="67" y="517"/>
                    </a:cubicBezTo>
                    <a:cubicBezTo>
                      <a:pt x="68" y="518"/>
                      <a:pt x="68" y="518"/>
                      <a:pt x="68" y="518"/>
                    </a:cubicBezTo>
                    <a:cubicBezTo>
                      <a:pt x="67" y="520"/>
                      <a:pt x="67" y="520"/>
                      <a:pt x="67" y="520"/>
                    </a:cubicBezTo>
                    <a:cubicBezTo>
                      <a:pt x="68" y="521"/>
                      <a:pt x="68" y="521"/>
                      <a:pt x="68" y="521"/>
                    </a:cubicBezTo>
                    <a:cubicBezTo>
                      <a:pt x="67" y="522"/>
                      <a:pt x="67" y="522"/>
                      <a:pt x="67" y="522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6" y="526"/>
                      <a:pt x="66" y="526"/>
                    </a:cubicBezTo>
                    <a:cubicBezTo>
                      <a:pt x="65" y="529"/>
                      <a:pt x="65" y="529"/>
                      <a:pt x="65" y="529"/>
                    </a:cubicBezTo>
                    <a:cubicBezTo>
                      <a:pt x="65" y="530"/>
                      <a:pt x="65" y="530"/>
                      <a:pt x="65" y="530"/>
                    </a:cubicBezTo>
                    <a:cubicBezTo>
                      <a:pt x="63" y="532"/>
                      <a:pt x="63" y="532"/>
                      <a:pt x="63" y="532"/>
                    </a:cubicBezTo>
                    <a:cubicBezTo>
                      <a:pt x="62" y="537"/>
                      <a:pt x="62" y="537"/>
                      <a:pt x="62" y="537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39"/>
                      <a:pt x="63" y="539"/>
                      <a:pt x="63" y="539"/>
                    </a:cubicBezTo>
                    <a:cubicBezTo>
                      <a:pt x="63" y="541"/>
                      <a:pt x="63" y="541"/>
                      <a:pt x="63" y="541"/>
                    </a:cubicBezTo>
                    <a:cubicBezTo>
                      <a:pt x="65" y="542"/>
                      <a:pt x="65" y="542"/>
                      <a:pt x="65" y="542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7" y="543"/>
                      <a:pt x="67" y="543"/>
                      <a:pt x="67" y="543"/>
                    </a:cubicBezTo>
                    <a:cubicBezTo>
                      <a:pt x="66" y="545"/>
                      <a:pt x="66" y="545"/>
                      <a:pt x="66" y="545"/>
                    </a:cubicBezTo>
                    <a:cubicBezTo>
                      <a:pt x="66" y="548"/>
                      <a:pt x="66" y="548"/>
                      <a:pt x="66" y="548"/>
                    </a:cubicBezTo>
                    <a:cubicBezTo>
                      <a:pt x="65" y="551"/>
                      <a:pt x="65" y="551"/>
                      <a:pt x="65" y="551"/>
                    </a:cubicBezTo>
                    <a:cubicBezTo>
                      <a:pt x="65" y="552"/>
                      <a:pt x="65" y="552"/>
                      <a:pt x="65" y="552"/>
                    </a:cubicBezTo>
                    <a:cubicBezTo>
                      <a:pt x="66" y="553"/>
                      <a:pt x="66" y="553"/>
                      <a:pt x="66" y="553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71" y="553"/>
                      <a:pt x="71" y="553"/>
                      <a:pt x="71" y="553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5" y="553"/>
                      <a:pt x="75" y="553"/>
                      <a:pt x="75" y="553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8" y="552"/>
                      <a:pt x="78" y="552"/>
                      <a:pt x="78" y="552"/>
                    </a:cubicBezTo>
                    <a:cubicBezTo>
                      <a:pt x="80" y="552"/>
                      <a:pt x="80" y="552"/>
                      <a:pt x="80" y="552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7" y="561"/>
                      <a:pt x="87" y="561"/>
                      <a:pt x="87" y="561"/>
                    </a:cubicBezTo>
                    <a:cubicBezTo>
                      <a:pt x="90" y="562"/>
                      <a:pt x="90" y="562"/>
                      <a:pt x="90" y="562"/>
                    </a:cubicBezTo>
                    <a:cubicBezTo>
                      <a:pt x="92" y="560"/>
                      <a:pt x="92" y="560"/>
                      <a:pt x="92" y="560"/>
                    </a:cubicBezTo>
                    <a:cubicBezTo>
                      <a:pt x="92" y="559"/>
                      <a:pt x="92" y="559"/>
                      <a:pt x="92" y="559"/>
                    </a:cubicBezTo>
                    <a:cubicBezTo>
                      <a:pt x="93" y="558"/>
                      <a:pt x="93" y="558"/>
                      <a:pt x="93" y="558"/>
                    </a:cubicBezTo>
                    <a:cubicBezTo>
                      <a:pt x="96" y="558"/>
                      <a:pt x="96" y="558"/>
                      <a:pt x="96" y="558"/>
                    </a:cubicBezTo>
                    <a:cubicBezTo>
                      <a:pt x="98" y="556"/>
                      <a:pt x="98" y="556"/>
                      <a:pt x="98" y="556"/>
                    </a:cubicBezTo>
                    <a:cubicBezTo>
                      <a:pt x="101" y="556"/>
                      <a:pt x="101" y="556"/>
                      <a:pt x="101" y="556"/>
                    </a:cubicBezTo>
                    <a:cubicBezTo>
                      <a:pt x="102" y="555"/>
                      <a:pt x="102" y="555"/>
                      <a:pt x="102" y="555"/>
                    </a:cubicBezTo>
                    <a:cubicBezTo>
                      <a:pt x="105" y="556"/>
                      <a:pt x="105" y="556"/>
                      <a:pt x="105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8" y="555"/>
                      <a:pt x="108" y="555"/>
                      <a:pt x="108" y="555"/>
                    </a:cubicBezTo>
                    <a:cubicBezTo>
                      <a:pt x="109" y="555"/>
                      <a:pt x="109" y="555"/>
                      <a:pt x="109" y="555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12" y="555"/>
                      <a:pt x="112" y="555"/>
                      <a:pt x="112" y="555"/>
                    </a:cubicBezTo>
                    <a:cubicBezTo>
                      <a:pt x="112" y="554"/>
                      <a:pt x="112" y="554"/>
                      <a:pt x="112" y="554"/>
                    </a:cubicBezTo>
                    <a:cubicBezTo>
                      <a:pt x="113" y="555"/>
                      <a:pt x="113" y="555"/>
                      <a:pt x="113" y="555"/>
                    </a:cubicBezTo>
                    <a:cubicBezTo>
                      <a:pt x="115" y="556"/>
                      <a:pt x="115" y="556"/>
                      <a:pt x="115" y="556"/>
                    </a:cubicBezTo>
                    <a:cubicBezTo>
                      <a:pt x="117" y="553"/>
                      <a:pt x="117" y="553"/>
                      <a:pt x="117" y="553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21" y="550"/>
                      <a:pt x="121" y="550"/>
                      <a:pt x="121" y="550"/>
                    </a:cubicBezTo>
                    <a:cubicBezTo>
                      <a:pt x="124" y="550"/>
                      <a:pt x="124" y="550"/>
                      <a:pt x="124" y="550"/>
                    </a:cubicBezTo>
                    <a:cubicBezTo>
                      <a:pt x="125" y="548"/>
                      <a:pt x="125" y="548"/>
                      <a:pt x="125" y="548"/>
                    </a:cubicBezTo>
                    <a:cubicBezTo>
                      <a:pt x="124" y="547"/>
                      <a:pt x="124" y="547"/>
                      <a:pt x="124" y="547"/>
                    </a:cubicBezTo>
                    <a:cubicBezTo>
                      <a:pt x="125" y="546"/>
                      <a:pt x="125" y="546"/>
                      <a:pt x="125" y="546"/>
                    </a:cubicBezTo>
                    <a:cubicBezTo>
                      <a:pt x="127" y="542"/>
                      <a:pt x="127" y="542"/>
                      <a:pt x="127" y="542"/>
                    </a:cubicBezTo>
                    <a:cubicBezTo>
                      <a:pt x="127" y="541"/>
                      <a:pt x="127" y="541"/>
                      <a:pt x="127" y="541"/>
                    </a:cubicBezTo>
                    <a:cubicBezTo>
                      <a:pt x="129" y="540"/>
                      <a:pt x="129" y="540"/>
                      <a:pt x="129" y="540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29" y="535"/>
                      <a:pt x="129" y="535"/>
                      <a:pt x="129" y="535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8" y="534"/>
                      <a:pt x="128" y="534"/>
                      <a:pt x="128" y="534"/>
                    </a:cubicBezTo>
                    <a:cubicBezTo>
                      <a:pt x="127" y="532"/>
                      <a:pt x="127" y="532"/>
                      <a:pt x="127" y="532"/>
                    </a:cubicBezTo>
                    <a:cubicBezTo>
                      <a:pt x="127" y="531"/>
                      <a:pt x="127" y="531"/>
                      <a:pt x="127" y="531"/>
                    </a:cubicBezTo>
                    <a:cubicBezTo>
                      <a:pt x="130" y="526"/>
                      <a:pt x="130" y="526"/>
                      <a:pt x="130" y="526"/>
                    </a:cubicBezTo>
                    <a:cubicBezTo>
                      <a:pt x="131" y="526"/>
                      <a:pt x="131" y="526"/>
                      <a:pt x="131" y="526"/>
                    </a:cubicBezTo>
                    <a:cubicBezTo>
                      <a:pt x="133" y="523"/>
                      <a:pt x="133" y="523"/>
                      <a:pt x="133" y="523"/>
                    </a:cubicBezTo>
                    <a:cubicBezTo>
                      <a:pt x="134" y="523"/>
                      <a:pt x="134" y="523"/>
                      <a:pt x="134" y="523"/>
                    </a:cubicBezTo>
                    <a:cubicBezTo>
                      <a:pt x="135" y="522"/>
                      <a:pt x="135" y="522"/>
                      <a:pt x="135" y="522"/>
                    </a:cubicBezTo>
                    <a:cubicBezTo>
                      <a:pt x="136" y="520"/>
                      <a:pt x="136" y="520"/>
                      <a:pt x="136" y="520"/>
                    </a:cubicBezTo>
                    <a:cubicBezTo>
                      <a:pt x="136" y="519"/>
                      <a:pt x="136" y="519"/>
                      <a:pt x="136" y="519"/>
                    </a:cubicBezTo>
                    <a:cubicBezTo>
                      <a:pt x="137" y="519"/>
                      <a:pt x="137" y="519"/>
                      <a:pt x="137" y="519"/>
                    </a:cubicBezTo>
                    <a:cubicBezTo>
                      <a:pt x="138" y="518"/>
                      <a:pt x="138" y="518"/>
                      <a:pt x="138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3" y="517"/>
                      <a:pt x="143" y="517"/>
                    </a:cubicBezTo>
                    <a:cubicBezTo>
                      <a:pt x="144" y="517"/>
                      <a:pt x="144" y="517"/>
                      <a:pt x="145" y="515"/>
                    </a:cubicBezTo>
                    <a:cubicBezTo>
                      <a:pt x="148" y="514"/>
                      <a:pt x="148" y="514"/>
                      <a:pt x="148" y="514"/>
                    </a:cubicBezTo>
                    <a:cubicBezTo>
                      <a:pt x="149" y="512"/>
                      <a:pt x="149" y="512"/>
                      <a:pt x="149" y="512"/>
                    </a:cubicBezTo>
                    <a:cubicBezTo>
                      <a:pt x="149" y="510"/>
                      <a:pt x="149" y="510"/>
                      <a:pt x="149" y="510"/>
                    </a:cubicBezTo>
                    <a:cubicBezTo>
                      <a:pt x="149" y="508"/>
                      <a:pt x="149" y="508"/>
                      <a:pt x="149" y="508"/>
                    </a:cubicBezTo>
                    <a:cubicBezTo>
                      <a:pt x="150" y="507"/>
                      <a:pt x="150" y="507"/>
                      <a:pt x="150" y="507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49" y="505"/>
                      <a:pt x="149" y="505"/>
                      <a:pt x="149" y="505"/>
                    </a:cubicBezTo>
                    <a:cubicBezTo>
                      <a:pt x="149" y="503"/>
                      <a:pt x="149" y="503"/>
                      <a:pt x="149" y="503"/>
                    </a:cubicBezTo>
                    <a:cubicBezTo>
                      <a:pt x="149" y="501"/>
                      <a:pt x="149" y="501"/>
                      <a:pt x="149" y="501"/>
                    </a:cubicBezTo>
                    <a:cubicBezTo>
                      <a:pt x="150" y="500"/>
                      <a:pt x="150" y="500"/>
                      <a:pt x="150" y="500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5" y="497"/>
                      <a:pt x="155" y="497"/>
                      <a:pt x="155" y="497"/>
                    </a:cubicBezTo>
                    <a:cubicBezTo>
                      <a:pt x="157" y="497"/>
                      <a:pt x="157" y="497"/>
                      <a:pt x="157" y="497"/>
                    </a:cubicBezTo>
                    <a:cubicBezTo>
                      <a:pt x="158" y="498"/>
                      <a:pt x="158" y="498"/>
                      <a:pt x="158" y="498"/>
                    </a:cubicBezTo>
                    <a:cubicBezTo>
                      <a:pt x="160" y="498"/>
                      <a:pt x="160" y="498"/>
                      <a:pt x="160" y="498"/>
                    </a:cubicBezTo>
                    <a:cubicBezTo>
                      <a:pt x="161" y="497"/>
                      <a:pt x="161" y="497"/>
                      <a:pt x="161" y="497"/>
                    </a:cubicBezTo>
                    <a:cubicBezTo>
                      <a:pt x="162" y="497"/>
                      <a:pt x="162" y="497"/>
                      <a:pt x="162" y="497"/>
                    </a:cubicBezTo>
                    <a:cubicBezTo>
                      <a:pt x="166" y="500"/>
                      <a:pt x="166" y="500"/>
                      <a:pt x="166" y="500"/>
                    </a:cubicBezTo>
                    <a:cubicBezTo>
                      <a:pt x="167" y="501"/>
                      <a:pt x="167" y="501"/>
                      <a:pt x="167" y="501"/>
                    </a:cubicBezTo>
                    <a:cubicBezTo>
                      <a:pt x="171" y="501"/>
                      <a:pt x="171" y="501"/>
                      <a:pt x="171" y="501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4" y="497"/>
                      <a:pt x="174" y="497"/>
                      <a:pt x="174" y="497"/>
                    </a:cubicBezTo>
                    <a:cubicBezTo>
                      <a:pt x="178" y="494"/>
                      <a:pt x="178" y="494"/>
                      <a:pt x="178" y="494"/>
                    </a:cubicBezTo>
                    <a:cubicBezTo>
                      <a:pt x="182" y="493"/>
                      <a:pt x="182" y="493"/>
                      <a:pt x="182" y="493"/>
                    </a:cubicBezTo>
                    <a:cubicBezTo>
                      <a:pt x="184" y="491"/>
                      <a:pt x="184" y="491"/>
                      <a:pt x="184" y="491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7" y="489"/>
                      <a:pt x="187" y="489"/>
                      <a:pt x="187" y="489"/>
                    </a:cubicBezTo>
                    <a:cubicBezTo>
                      <a:pt x="192" y="490"/>
                      <a:pt x="192" y="490"/>
                      <a:pt x="192" y="490"/>
                    </a:cubicBezTo>
                    <a:cubicBezTo>
                      <a:pt x="193" y="491"/>
                      <a:pt x="193" y="491"/>
                      <a:pt x="193" y="491"/>
                    </a:cubicBezTo>
                    <a:cubicBezTo>
                      <a:pt x="195" y="491"/>
                      <a:pt x="195" y="491"/>
                      <a:pt x="195" y="491"/>
                    </a:cubicBezTo>
                    <a:cubicBezTo>
                      <a:pt x="197" y="494"/>
                      <a:pt x="197" y="494"/>
                      <a:pt x="197" y="494"/>
                    </a:cubicBezTo>
                    <a:cubicBezTo>
                      <a:pt x="198" y="496"/>
                      <a:pt x="198" y="496"/>
                      <a:pt x="198" y="496"/>
                    </a:cubicBezTo>
                    <a:cubicBezTo>
                      <a:pt x="198" y="498"/>
                      <a:pt x="198" y="498"/>
                      <a:pt x="198" y="498"/>
                    </a:cubicBezTo>
                    <a:cubicBezTo>
                      <a:pt x="199" y="498"/>
                      <a:pt x="199" y="498"/>
                      <a:pt x="199" y="498"/>
                    </a:cubicBezTo>
                    <a:cubicBezTo>
                      <a:pt x="199" y="500"/>
                      <a:pt x="199" y="500"/>
                      <a:pt x="199" y="500"/>
                    </a:cubicBezTo>
                    <a:cubicBezTo>
                      <a:pt x="201" y="501"/>
                      <a:pt x="201" y="501"/>
                      <a:pt x="201" y="501"/>
                    </a:cubicBezTo>
                    <a:cubicBezTo>
                      <a:pt x="202" y="503"/>
                      <a:pt x="202" y="503"/>
                      <a:pt x="202" y="503"/>
                    </a:cubicBezTo>
                    <a:cubicBezTo>
                      <a:pt x="204" y="504"/>
                      <a:pt x="204" y="504"/>
                      <a:pt x="204" y="504"/>
                    </a:cubicBezTo>
                    <a:cubicBezTo>
                      <a:pt x="204" y="506"/>
                      <a:pt x="204" y="506"/>
                      <a:pt x="204" y="506"/>
                    </a:cubicBezTo>
                    <a:cubicBezTo>
                      <a:pt x="207" y="506"/>
                      <a:pt x="207" y="506"/>
                      <a:pt x="207" y="506"/>
                    </a:cubicBezTo>
                    <a:cubicBezTo>
                      <a:pt x="208" y="507"/>
                      <a:pt x="208" y="507"/>
                      <a:pt x="208" y="507"/>
                    </a:cubicBezTo>
                    <a:cubicBezTo>
                      <a:pt x="208" y="509"/>
                      <a:pt x="208" y="509"/>
                      <a:pt x="208" y="509"/>
                    </a:cubicBezTo>
                    <a:cubicBezTo>
                      <a:pt x="209" y="509"/>
                      <a:pt x="209" y="509"/>
                      <a:pt x="209" y="509"/>
                    </a:cubicBezTo>
                    <a:cubicBezTo>
                      <a:pt x="212" y="513"/>
                      <a:pt x="212" y="513"/>
                      <a:pt x="212" y="513"/>
                    </a:cubicBezTo>
                    <a:cubicBezTo>
                      <a:pt x="215" y="515"/>
                      <a:pt x="215" y="515"/>
                      <a:pt x="215" y="515"/>
                    </a:cubicBezTo>
                    <a:cubicBezTo>
                      <a:pt x="217" y="515"/>
                      <a:pt x="217" y="515"/>
                      <a:pt x="217" y="515"/>
                    </a:cubicBezTo>
                    <a:cubicBezTo>
                      <a:pt x="218" y="516"/>
                      <a:pt x="218" y="516"/>
                      <a:pt x="218" y="516"/>
                    </a:cubicBezTo>
                    <a:cubicBezTo>
                      <a:pt x="218" y="517"/>
                      <a:pt x="218" y="517"/>
                      <a:pt x="218" y="517"/>
                    </a:cubicBezTo>
                    <a:cubicBezTo>
                      <a:pt x="220" y="517"/>
                      <a:pt x="220" y="517"/>
                      <a:pt x="220" y="517"/>
                    </a:cubicBezTo>
                    <a:cubicBezTo>
                      <a:pt x="221" y="517"/>
                      <a:pt x="221" y="517"/>
                      <a:pt x="221" y="517"/>
                    </a:cubicBezTo>
                    <a:cubicBezTo>
                      <a:pt x="222" y="517"/>
                      <a:pt x="222" y="517"/>
                      <a:pt x="222" y="517"/>
                    </a:cubicBezTo>
                    <a:cubicBezTo>
                      <a:pt x="224" y="517"/>
                      <a:pt x="224" y="517"/>
                      <a:pt x="224" y="517"/>
                    </a:cubicBezTo>
                    <a:cubicBezTo>
                      <a:pt x="225" y="520"/>
                      <a:pt x="225" y="520"/>
                      <a:pt x="225" y="520"/>
                    </a:cubicBezTo>
                    <a:cubicBezTo>
                      <a:pt x="226" y="521"/>
                      <a:pt x="226" y="521"/>
                      <a:pt x="226" y="521"/>
                    </a:cubicBezTo>
                    <a:cubicBezTo>
                      <a:pt x="227" y="520"/>
                      <a:pt x="227" y="520"/>
                      <a:pt x="227" y="520"/>
                    </a:cubicBezTo>
                    <a:cubicBezTo>
                      <a:pt x="228" y="521"/>
                      <a:pt x="228" y="521"/>
                      <a:pt x="228" y="521"/>
                    </a:cubicBezTo>
                    <a:cubicBezTo>
                      <a:pt x="228" y="522"/>
                      <a:pt x="228" y="522"/>
                      <a:pt x="228" y="522"/>
                    </a:cubicBezTo>
                    <a:cubicBezTo>
                      <a:pt x="230" y="522"/>
                      <a:pt x="230" y="522"/>
                      <a:pt x="230" y="522"/>
                    </a:cubicBezTo>
                    <a:cubicBezTo>
                      <a:pt x="231" y="522"/>
                      <a:pt x="231" y="522"/>
                      <a:pt x="231" y="522"/>
                    </a:cubicBezTo>
                    <a:cubicBezTo>
                      <a:pt x="231" y="523"/>
                      <a:pt x="231" y="523"/>
                      <a:pt x="231" y="523"/>
                    </a:cubicBezTo>
                    <a:cubicBezTo>
                      <a:pt x="231" y="524"/>
                      <a:pt x="231" y="524"/>
                      <a:pt x="231" y="524"/>
                    </a:cubicBezTo>
                    <a:cubicBezTo>
                      <a:pt x="231" y="525"/>
                      <a:pt x="231" y="525"/>
                      <a:pt x="231" y="525"/>
                    </a:cubicBezTo>
                    <a:cubicBezTo>
                      <a:pt x="232" y="526"/>
                      <a:pt x="232" y="526"/>
                      <a:pt x="232" y="526"/>
                    </a:cubicBezTo>
                    <a:cubicBezTo>
                      <a:pt x="233" y="526"/>
                      <a:pt x="233" y="526"/>
                      <a:pt x="233" y="526"/>
                    </a:cubicBezTo>
                    <a:cubicBezTo>
                      <a:pt x="234" y="527"/>
                      <a:pt x="234" y="527"/>
                      <a:pt x="234" y="527"/>
                    </a:cubicBezTo>
                    <a:cubicBezTo>
                      <a:pt x="236" y="528"/>
                      <a:pt x="236" y="528"/>
                      <a:pt x="236" y="528"/>
                    </a:cubicBezTo>
                    <a:cubicBezTo>
                      <a:pt x="237" y="527"/>
                      <a:pt x="237" y="527"/>
                      <a:pt x="237" y="527"/>
                    </a:cubicBezTo>
                    <a:cubicBezTo>
                      <a:pt x="238" y="528"/>
                      <a:pt x="238" y="528"/>
                      <a:pt x="238" y="528"/>
                    </a:cubicBezTo>
                    <a:cubicBezTo>
                      <a:pt x="238" y="530"/>
                      <a:pt x="238" y="530"/>
                      <a:pt x="238" y="530"/>
                    </a:cubicBezTo>
                    <a:cubicBezTo>
                      <a:pt x="239" y="532"/>
                      <a:pt x="239" y="532"/>
                      <a:pt x="239" y="532"/>
                    </a:cubicBezTo>
                    <a:cubicBezTo>
                      <a:pt x="239" y="533"/>
                      <a:pt x="239" y="533"/>
                      <a:pt x="239" y="533"/>
                    </a:cubicBezTo>
                    <a:cubicBezTo>
                      <a:pt x="240" y="535"/>
                      <a:pt x="240" y="535"/>
                      <a:pt x="240" y="535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39" y="539"/>
                      <a:pt x="239" y="539"/>
                      <a:pt x="239" y="539"/>
                    </a:cubicBezTo>
                    <a:cubicBezTo>
                      <a:pt x="239" y="540"/>
                      <a:pt x="239" y="540"/>
                      <a:pt x="239" y="540"/>
                    </a:cubicBezTo>
                    <a:cubicBezTo>
                      <a:pt x="239" y="541"/>
                      <a:pt x="239" y="541"/>
                      <a:pt x="239" y="541"/>
                    </a:cubicBezTo>
                    <a:cubicBezTo>
                      <a:pt x="238" y="542"/>
                      <a:pt x="238" y="542"/>
                      <a:pt x="238" y="542"/>
                    </a:cubicBezTo>
                    <a:cubicBezTo>
                      <a:pt x="238" y="543"/>
                      <a:pt x="238" y="543"/>
                      <a:pt x="238" y="543"/>
                    </a:cubicBezTo>
                    <a:cubicBezTo>
                      <a:pt x="237" y="543"/>
                      <a:pt x="237" y="543"/>
                      <a:pt x="237" y="543"/>
                    </a:cubicBezTo>
                    <a:cubicBezTo>
                      <a:pt x="236" y="542"/>
                      <a:pt x="236" y="542"/>
                      <a:pt x="236" y="542"/>
                    </a:cubicBezTo>
                    <a:cubicBezTo>
                      <a:pt x="234" y="544"/>
                      <a:pt x="234" y="544"/>
                      <a:pt x="234" y="544"/>
                    </a:cubicBezTo>
                    <a:cubicBezTo>
                      <a:pt x="233" y="544"/>
                      <a:pt x="233" y="544"/>
                      <a:pt x="233" y="544"/>
                    </a:cubicBezTo>
                    <a:cubicBezTo>
                      <a:pt x="231" y="543"/>
                      <a:pt x="231" y="543"/>
                      <a:pt x="231" y="543"/>
                    </a:cubicBezTo>
                    <a:cubicBezTo>
                      <a:pt x="230" y="544"/>
                      <a:pt x="230" y="544"/>
                      <a:pt x="230" y="544"/>
                    </a:cubicBezTo>
                    <a:cubicBezTo>
                      <a:pt x="226" y="544"/>
                      <a:pt x="226" y="544"/>
                      <a:pt x="226" y="544"/>
                    </a:cubicBezTo>
                    <a:cubicBezTo>
                      <a:pt x="224" y="545"/>
                      <a:pt x="224" y="545"/>
                      <a:pt x="224" y="54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0" y="544"/>
                      <a:pt x="220" y="544"/>
                      <a:pt x="220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7" y="544"/>
                      <a:pt x="217" y="544"/>
                      <a:pt x="217" y="544"/>
                    </a:cubicBezTo>
                    <a:cubicBezTo>
                      <a:pt x="215" y="545"/>
                      <a:pt x="215" y="545"/>
                      <a:pt x="215" y="545"/>
                    </a:cubicBezTo>
                    <a:cubicBezTo>
                      <a:pt x="215" y="548"/>
                      <a:pt x="215" y="548"/>
                      <a:pt x="215" y="548"/>
                    </a:cubicBezTo>
                    <a:cubicBezTo>
                      <a:pt x="217" y="550"/>
                      <a:pt x="217" y="550"/>
                      <a:pt x="217" y="550"/>
                    </a:cubicBezTo>
                    <a:cubicBezTo>
                      <a:pt x="218" y="549"/>
                      <a:pt x="218" y="549"/>
                      <a:pt x="218" y="549"/>
                    </a:cubicBezTo>
                    <a:cubicBezTo>
                      <a:pt x="221" y="551"/>
                      <a:pt x="221" y="551"/>
                      <a:pt x="221" y="551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4" y="553"/>
                      <a:pt x="224" y="553"/>
                      <a:pt x="224" y="553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9" y="556"/>
                      <a:pt x="229" y="556"/>
                      <a:pt x="229" y="556"/>
                    </a:cubicBezTo>
                    <a:cubicBezTo>
                      <a:pt x="233" y="557"/>
                      <a:pt x="233" y="557"/>
                      <a:pt x="233" y="557"/>
                    </a:cubicBezTo>
                    <a:cubicBezTo>
                      <a:pt x="235" y="557"/>
                      <a:pt x="235" y="557"/>
                      <a:pt x="235" y="557"/>
                    </a:cubicBezTo>
                    <a:cubicBezTo>
                      <a:pt x="235" y="555"/>
                      <a:pt x="235" y="555"/>
                      <a:pt x="235" y="555"/>
                    </a:cubicBezTo>
                    <a:cubicBezTo>
                      <a:pt x="236" y="554"/>
                      <a:pt x="236" y="554"/>
                      <a:pt x="236" y="554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5" y="550"/>
                      <a:pt x="235" y="550"/>
                      <a:pt x="235" y="550"/>
                    </a:cubicBezTo>
                    <a:cubicBezTo>
                      <a:pt x="236" y="547"/>
                      <a:pt x="236" y="547"/>
                      <a:pt x="236" y="547"/>
                    </a:cubicBezTo>
                    <a:cubicBezTo>
                      <a:pt x="237" y="546"/>
                      <a:pt x="237" y="546"/>
                      <a:pt x="237" y="546"/>
                    </a:cubicBezTo>
                    <a:cubicBezTo>
                      <a:pt x="237" y="545"/>
                      <a:pt x="237" y="545"/>
                      <a:pt x="237" y="545"/>
                    </a:cubicBezTo>
                    <a:cubicBezTo>
                      <a:pt x="239" y="547"/>
                      <a:pt x="239" y="547"/>
                      <a:pt x="239" y="547"/>
                    </a:cubicBezTo>
                    <a:cubicBezTo>
                      <a:pt x="242" y="547"/>
                      <a:pt x="242" y="547"/>
                      <a:pt x="242" y="547"/>
                    </a:cubicBezTo>
                    <a:cubicBezTo>
                      <a:pt x="243" y="545"/>
                      <a:pt x="243" y="545"/>
                      <a:pt x="243" y="545"/>
                    </a:cubicBezTo>
                    <a:cubicBezTo>
                      <a:pt x="243" y="544"/>
                      <a:pt x="243" y="544"/>
                      <a:pt x="243" y="544"/>
                    </a:cubicBezTo>
                    <a:cubicBezTo>
                      <a:pt x="245" y="542"/>
                      <a:pt x="245" y="542"/>
                      <a:pt x="245" y="542"/>
                    </a:cubicBezTo>
                    <a:cubicBezTo>
                      <a:pt x="245" y="539"/>
                      <a:pt x="245" y="539"/>
                      <a:pt x="245" y="539"/>
                    </a:cubicBezTo>
                    <a:cubicBezTo>
                      <a:pt x="246" y="538"/>
                      <a:pt x="246" y="538"/>
                      <a:pt x="246" y="538"/>
                    </a:cubicBezTo>
                    <a:cubicBezTo>
                      <a:pt x="248" y="537"/>
                      <a:pt x="248" y="537"/>
                      <a:pt x="248" y="537"/>
                    </a:cubicBezTo>
                    <a:cubicBezTo>
                      <a:pt x="249" y="536"/>
                      <a:pt x="249" y="536"/>
                      <a:pt x="249" y="536"/>
                    </a:cubicBezTo>
                    <a:cubicBezTo>
                      <a:pt x="248" y="535"/>
                      <a:pt x="248" y="535"/>
                      <a:pt x="248" y="535"/>
                    </a:cubicBezTo>
                    <a:cubicBezTo>
                      <a:pt x="248" y="533"/>
                      <a:pt x="248" y="533"/>
                      <a:pt x="248" y="533"/>
                    </a:cubicBezTo>
                    <a:cubicBezTo>
                      <a:pt x="248" y="532"/>
                      <a:pt x="248" y="532"/>
                      <a:pt x="248" y="532"/>
                    </a:cubicBezTo>
                    <a:cubicBezTo>
                      <a:pt x="245" y="530"/>
                      <a:pt x="245" y="530"/>
                      <a:pt x="245" y="530"/>
                    </a:cubicBezTo>
                    <a:cubicBezTo>
                      <a:pt x="244" y="530"/>
                      <a:pt x="244" y="530"/>
                      <a:pt x="244" y="530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5" y="528"/>
                      <a:pt x="245" y="528"/>
                      <a:pt x="245" y="528"/>
                    </a:cubicBezTo>
                    <a:cubicBezTo>
                      <a:pt x="245" y="527"/>
                      <a:pt x="245" y="527"/>
                      <a:pt x="245" y="527"/>
                    </a:cubicBezTo>
                    <a:cubicBezTo>
                      <a:pt x="245" y="526"/>
                      <a:pt x="245" y="526"/>
                      <a:pt x="245" y="526"/>
                    </a:cubicBezTo>
                    <a:cubicBezTo>
                      <a:pt x="246" y="525"/>
                      <a:pt x="246" y="525"/>
                      <a:pt x="246" y="525"/>
                    </a:cubicBezTo>
                    <a:cubicBezTo>
                      <a:pt x="247" y="524"/>
                      <a:pt x="247" y="524"/>
                      <a:pt x="247" y="524"/>
                    </a:cubicBezTo>
                    <a:cubicBezTo>
                      <a:pt x="247" y="523"/>
                      <a:pt x="247" y="523"/>
                      <a:pt x="247" y="523"/>
                    </a:cubicBezTo>
                    <a:cubicBezTo>
                      <a:pt x="248" y="523"/>
                      <a:pt x="248" y="523"/>
                      <a:pt x="248" y="523"/>
                    </a:cubicBezTo>
                    <a:cubicBezTo>
                      <a:pt x="249" y="524"/>
                      <a:pt x="249" y="524"/>
                      <a:pt x="249" y="524"/>
                    </a:cubicBezTo>
                    <a:cubicBezTo>
                      <a:pt x="249" y="525"/>
                      <a:pt x="249" y="525"/>
                      <a:pt x="249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6"/>
                      <a:pt x="252" y="526"/>
                      <a:pt x="252" y="526"/>
                    </a:cubicBezTo>
                    <a:cubicBezTo>
                      <a:pt x="253" y="527"/>
                      <a:pt x="253" y="527"/>
                      <a:pt x="253" y="527"/>
                    </a:cubicBezTo>
                    <a:cubicBezTo>
                      <a:pt x="254" y="529"/>
                      <a:pt x="254" y="529"/>
                      <a:pt x="254" y="529"/>
                    </a:cubicBezTo>
                    <a:cubicBezTo>
                      <a:pt x="256" y="530"/>
                      <a:pt x="256" y="530"/>
                      <a:pt x="256" y="530"/>
                    </a:cubicBezTo>
                    <a:cubicBezTo>
                      <a:pt x="256" y="529"/>
                      <a:pt x="256" y="529"/>
                      <a:pt x="256" y="529"/>
                    </a:cubicBezTo>
                    <a:cubicBezTo>
                      <a:pt x="257" y="528"/>
                      <a:pt x="257" y="528"/>
                      <a:pt x="257" y="528"/>
                    </a:cubicBezTo>
                    <a:cubicBezTo>
                      <a:pt x="257" y="527"/>
                      <a:pt x="257" y="527"/>
                      <a:pt x="257" y="527"/>
                    </a:cubicBezTo>
                    <a:cubicBezTo>
                      <a:pt x="257" y="526"/>
                      <a:pt x="257" y="526"/>
                      <a:pt x="257" y="526"/>
                    </a:cubicBezTo>
                    <a:cubicBezTo>
                      <a:pt x="257" y="524"/>
                      <a:pt x="257" y="524"/>
                      <a:pt x="257" y="524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5" y="522"/>
                      <a:pt x="255" y="522"/>
                      <a:pt x="255" y="522"/>
                    </a:cubicBezTo>
                    <a:cubicBezTo>
                      <a:pt x="253" y="521"/>
                      <a:pt x="253" y="521"/>
                      <a:pt x="253" y="521"/>
                    </a:cubicBezTo>
                    <a:cubicBezTo>
                      <a:pt x="251" y="520"/>
                      <a:pt x="251" y="520"/>
                      <a:pt x="251" y="520"/>
                    </a:cubicBezTo>
                    <a:cubicBezTo>
                      <a:pt x="249" y="518"/>
                      <a:pt x="249" y="518"/>
                      <a:pt x="249" y="518"/>
                    </a:cubicBezTo>
                    <a:cubicBezTo>
                      <a:pt x="243" y="515"/>
                      <a:pt x="243" y="515"/>
                      <a:pt x="243" y="515"/>
                    </a:cubicBezTo>
                    <a:cubicBezTo>
                      <a:pt x="240" y="514"/>
                      <a:pt x="240" y="514"/>
                      <a:pt x="240" y="514"/>
                    </a:cubicBezTo>
                    <a:cubicBezTo>
                      <a:pt x="239" y="514"/>
                      <a:pt x="239" y="514"/>
                      <a:pt x="239" y="514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40" y="512"/>
                      <a:pt x="240" y="512"/>
                      <a:pt x="240" y="512"/>
                    </a:cubicBezTo>
                    <a:cubicBezTo>
                      <a:pt x="241" y="510"/>
                      <a:pt x="241" y="510"/>
                      <a:pt x="241" y="510"/>
                    </a:cubicBezTo>
                    <a:cubicBezTo>
                      <a:pt x="239" y="509"/>
                      <a:pt x="239" y="509"/>
                      <a:pt x="239" y="509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6" y="509"/>
                      <a:pt x="236" y="509"/>
                      <a:pt x="236" y="509"/>
                    </a:cubicBezTo>
                    <a:cubicBezTo>
                      <a:pt x="233" y="509"/>
                      <a:pt x="233" y="509"/>
                      <a:pt x="233" y="509"/>
                    </a:cubicBezTo>
                    <a:cubicBezTo>
                      <a:pt x="232" y="509"/>
                      <a:pt x="232" y="509"/>
                      <a:pt x="232" y="509"/>
                    </a:cubicBezTo>
                    <a:cubicBezTo>
                      <a:pt x="231" y="509"/>
                      <a:pt x="231" y="509"/>
                      <a:pt x="231" y="509"/>
                    </a:cubicBezTo>
                    <a:cubicBezTo>
                      <a:pt x="230" y="508"/>
                      <a:pt x="230" y="508"/>
                      <a:pt x="230" y="508"/>
                    </a:cubicBezTo>
                    <a:cubicBezTo>
                      <a:pt x="228" y="506"/>
                      <a:pt x="228" y="506"/>
                      <a:pt x="228" y="506"/>
                    </a:cubicBezTo>
                    <a:cubicBezTo>
                      <a:pt x="227" y="504"/>
                      <a:pt x="227" y="504"/>
                      <a:pt x="227" y="504"/>
                    </a:cubicBezTo>
                    <a:cubicBezTo>
                      <a:pt x="225" y="503"/>
                      <a:pt x="225" y="503"/>
                      <a:pt x="225" y="503"/>
                    </a:cubicBezTo>
                    <a:cubicBezTo>
                      <a:pt x="225" y="502"/>
                      <a:pt x="225" y="502"/>
                      <a:pt x="225" y="502"/>
                    </a:cubicBezTo>
                    <a:cubicBezTo>
                      <a:pt x="225" y="500"/>
                      <a:pt x="225" y="500"/>
                      <a:pt x="225" y="500"/>
                    </a:cubicBezTo>
                    <a:cubicBezTo>
                      <a:pt x="224" y="500"/>
                      <a:pt x="224" y="500"/>
                      <a:pt x="224" y="500"/>
                    </a:cubicBezTo>
                    <a:cubicBezTo>
                      <a:pt x="224" y="499"/>
                      <a:pt x="224" y="499"/>
                      <a:pt x="224" y="499"/>
                    </a:cubicBezTo>
                    <a:cubicBezTo>
                      <a:pt x="219" y="494"/>
                      <a:pt x="219" y="494"/>
                      <a:pt x="219" y="494"/>
                    </a:cubicBezTo>
                    <a:cubicBezTo>
                      <a:pt x="218" y="493"/>
                      <a:pt x="218" y="493"/>
                      <a:pt x="218" y="493"/>
                    </a:cubicBezTo>
                    <a:cubicBezTo>
                      <a:pt x="213" y="490"/>
                      <a:pt x="213" y="490"/>
                      <a:pt x="213" y="490"/>
                    </a:cubicBezTo>
                    <a:cubicBezTo>
                      <a:pt x="212" y="489"/>
                      <a:pt x="212" y="489"/>
                      <a:pt x="212" y="489"/>
                    </a:cubicBezTo>
                    <a:cubicBezTo>
                      <a:pt x="212" y="487"/>
                      <a:pt x="212" y="487"/>
                      <a:pt x="212" y="487"/>
                    </a:cubicBezTo>
                    <a:cubicBezTo>
                      <a:pt x="211" y="486"/>
                      <a:pt x="211" y="486"/>
                      <a:pt x="211" y="486"/>
                    </a:cubicBezTo>
                    <a:cubicBezTo>
                      <a:pt x="212" y="485"/>
                      <a:pt x="212" y="485"/>
                      <a:pt x="212" y="485"/>
                    </a:cubicBezTo>
                    <a:cubicBezTo>
                      <a:pt x="213" y="483"/>
                      <a:pt x="213" y="483"/>
                      <a:pt x="213" y="483"/>
                    </a:cubicBezTo>
                    <a:cubicBezTo>
                      <a:pt x="212" y="482"/>
                      <a:pt x="212" y="482"/>
                      <a:pt x="212" y="482"/>
                    </a:cubicBezTo>
                    <a:cubicBezTo>
                      <a:pt x="211" y="480"/>
                      <a:pt x="211" y="480"/>
                      <a:pt x="211" y="480"/>
                    </a:cubicBezTo>
                    <a:cubicBezTo>
                      <a:pt x="212" y="480"/>
                      <a:pt x="212" y="480"/>
                      <a:pt x="212" y="480"/>
                    </a:cubicBezTo>
                    <a:cubicBezTo>
                      <a:pt x="213" y="480"/>
                      <a:pt x="213" y="480"/>
                      <a:pt x="213" y="480"/>
                    </a:cubicBezTo>
                    <a:cubicBezTo>
                      <a:pt x="214" y="478"/>
                      <a:pt x="214" y="478"/>
                      <a:pt x="214" y="478"/>
                    </a:cubicBezTo>
                    <a:cubicBezTo>
                      <a:pt x="216" y="478"/>
                      <a:pt x="216" y="478"/>
                      <a:pt x="216" y="478"/>
                    </a:cubicBezTo>
                    <a:cubicBezTo>
                      <a:pt x="217" y="477"/>
                      <a:pt x="217" y="477"/>
                      <a:pt x="217" y="477"/>
                    </a:cubicBezTo>
                    <a:cubicBezTo>
                      <a:pt x="218" y="477"/>
                      <a:pt x="218" y="477"/>
                      <a:pt x="218" y="477"/>
                    </a:cubicBezTo>
                    <a:cubicBezTo>
                      <a:pt x="219" y="477"/>
                      <a:pt x="219" y="477"/>
                      <a:pt x="219" y="477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19" y="478"/>
                      <a:pt x="219" y="478"/>
                      <a:pt x="219" y="478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20" y="483"/>
                      <a:pt x="220" y="483"/>
                      <a:pt x="220" y="483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4" y="484"/>
                      <a:pt x="224" y="484"/>
                      <a:pt x="224" y="484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5" y="486"/>
                      <a:pt x="225" y="486"/>
                      <a:pt x="225" y="486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8" y="489"/>
                      <a:pt x="228" y="489"/>
                      <a:pt x="228" y="489"/>
                    </a:cubicBezTo>
                    <a:cubicBezTo>
                      <a:pt x="233" y="496"/>
                      <a:pt x="233" y="496"/>
                      <a:pt x="233" y="496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4" y="493"/>
                      <a:pt x="234" y="493"/>
                      <a:pt x="234" y="493"/>
                    </a:cubicBezTo>
                    <a:cubicBezTo>
                      <a:pt x="236" y="494"/>
                      <a:pt x="236" y="494"/>
                      <a:pt x="236" y="494"/>
                    </a:cubicBezTo>
                    <a:cubicBezTo>
                      <a:pt x="237" y="495"/>
                      <a:pt x="237" y="495"/>
                      <a:pt x="237" y="495"/>
                    </a:cubicBezTo>
                    <a:cubicBezTo>
                      <a:pt x="238" y="496"/>
                      <a:pt x="238" y="496"/>
                      <a:pt x="238" y="496"/>
                    </a:cubicBezTo>
                    <a:cubicBezTo>
                      <a:pt x="239" y="497"/>
                      <a:pt x="239" y="497"/>
                      <a:pt x="239" y="497"/>
                    </a:cubicBezTo>
                    <a:cubicBezTo>
                      <a:pt x="240" y="497"/>
                      <a:pt x="240" y="497"/>
                      <a:pt x="240" y="497"/>
                    </a:cubicBezTo>
                    <a:cubicBezTo>
                      <a:pt x="241" y="498"/>
                      <a:pt x="241" y="498"/>
                      <a:pt x="241" y="498"/>
                    </a:cubicBezTo>
                    <a:cubicBezTo>
                      <a:pt x="238" y="498"/>
                      <a:pt x="238" y="498"/>
                      <a:pt x="238" y="498"/>
                    </a:cubicBezTo>
                    <a:cubicBezTo>
                      <a:pt x="243" y="500"/>
                      <a:pt x="243" y="500"/>
                      <a:pt x="243" y="500"/>
                    </a:cubicBezTo>
                    <a:cubicBezTo>
                      <a:pt x="242" y="501"/>
                      <a:pt x="242" y="501"/>
                      <a:pt x="242" y="501"/>
                    </a:cubicBezTo>
                    <a:cubicBezTo>
                      <a:pt x="244" y="502"/>
                      <a:pt x="244" y="502"/>
                      <a:pt x="244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50" y="503"/>
                      <a:pt x="250" y="503"/>
                      <a:pt x="250" y="503"/>
                    </a:cubicBezTo>
                    <a:cubicBezTo>
                      <a:pt x="250" y="502"/>
                      <a:pt x="250" y="502"/>
                      <a:pt x="250" y="502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5" y="504"/>
                      <a:pt x="255" y="504"/>
                      <a:pt x="255" y="504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7" y="506"/>
                      <a:pt x="257" y="506"/>
                      <a:pt x="257" y="506"/>
                    </a:cubicBezTo>
                    <a:cubicBezTo>
                      <a:pt x="259" y="509"/>
                      <a:pt x="259" y="509"/>
                      <a:pt x="259" y="509"/>
                    </a:cubicBezTo>
                    <a:cubicBezTo>
                      <a:pt x="260" y="510"/>
                      <a:pt x="260" y="510"/>
                      <a:pt x="260" y="510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3"/>
                      <a:pt x="263" y="513"/>
                      <a:pt x="263" y="513"/>
                    </a:cubicBezTo>
                    <a:cubicBezTo>
                      <a:pt x="262" y="516"/>
                      <a:pt x="262" y="516"/>
                      <a:pt x="262" y="516"/>
                    </a:cubicBezTo>
                    <a:cubicBezTo>
                      <a:pt x="263" y="519"/>
                      <a:pt x="263" y="519"/>
                      <a:pt x="263" y="519"/>
                    </a:cubicBezTo>
                    <a:cubicBezTo>
                      <a:pt x="262" y="520"/>
                      <a:pt x="262" y="520"/>
                      <a:pt x="262" y="520"/>
                    </a:cubicBezTo>
                    <a:cubicBezTo>
                      <a:pt x="262" y="522"/>
                      <a:pt x="262" y="522"/>
                      <a:pt x="262" y="522"/>
                    </a:cubicBezTo>
                    <a:cubicBezTo>
                      <a:pt x="263" y="523"/>
                      <a:pt x="263" y="523"/>
                      <a:pt x="263" y="523"/>
                    </a:cubicBezTo>
                    <a:cubicBezTo>
                      <a:pt x="262" y="525"/>
                      <a:pt x="262" y="525"/>
                      <a:pt x="262" y="525"/>
                    </a:cubicBezTo>
                    <a:cubicBezTo>
                      <a:pt x="263" y="526"/>
                      <a:pt x="263" y="526"/>
                      <a:pt x="263" y="526"/>
                    </a:cubicBezTo>
                    <a:cubicBezTo>
                      <a:pt x="266" y="526"/>
                      <a:pt x="266" y="526"/>
                      <a:pt x="266" y="526"/>
                    </a:cubicBezTo>
                    <a:cubicBezTo>
                      <a:pt x="267" y="529"/>
                      <a:pt x="267" y="529"/>
                      <a:pt x="267" y="529"/>
                    </a:cubicBezTo>
                    <a:cubicBezTo>
                      <a:pt x="266" y="528"/>
                      <a:pt x="266" y="528"/>
                      <a:pt x="266" y="528"/>
                    </a:cubicBezTo>
                    <a:cubicBezTo>
                      <a:pt x="264" y="529"/>
                      <a:pt x="264" y="529"/>
                      <a:pt x="264" y="529"/>
                    </a:cubicBezTo>
                    <a:cubicBezTo>
                      <a:pt x="264" y="531"/>
                      <a:pt x="264" y="531"/>
                      <a:pt x="264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8" y="534"/>
                      <a:pt x="268" y="534"/>
                      <a:pt x="268" y="534"/>
                    </a:cubicBezTo>
                    <a:cubicBezTo>
                      <a:pt x="269" y="533"/>
                      <a:pt x="269" y="533"/>
                      <a:pt x="269" y="533"/>
                    </a:cubicBezTo>
                    <a:cubicBezTo>
                      <a:pt x="272" y="535"/>
                      <a:pt x="272" y="535"/>
                      <a:pt x="272" y="535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8"/>
                      <a:pt x="273" y="538"/>
                      <a:pt x="273" y="538"/>
                    </a:cubicBezTo>
                    <a:cubicBezTo>
                      <a:pt x="272" y="539"/>
                      <a:pt x="272" y="539"/>
                      <a:pt x="272" y="539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1" y="542"/>
                      <a:pt x="271" y="542"/>
                      <a:pt x="271" y="542"/>
                    </a:cubicBezTo>
                    <a:cubicBezTo>
                      <a:pt x="271" y="544"/>
                      <a:pt x="271" y="544"/>
                      <a:pt x="271" y="544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3" y="545"/>
                      <a:pt x="273" y="545"/>
                      <a:pt x="273" y="545"/>
                    </a:cubicBezTo>
                    <a:cubicBezTo>
                      <a:pt x="274" y="545"/>
                      <a:pt x="274" y="545"/>
                      <a:pt x="274" y="545"/>
                    </a:cubicBezTo>
                    <a:cubicBezTo>
                      <a:pt x="273" y="546"/>
                      <a:pt x="273" y="546"/>
                      <a:pt x="273" y="546"/>
                    </a:cubicBezTo>
                    <a:cubicBezTo>
                      <a:pt x="272" y="547"/>
                      <a:pt x="272" y="547"/>
                      <a:pt x="272" y="547"/>
                    </a:cubicBezTo>
                    <a:cubicBezTo>
                      <a:pt x="274" y="549"/>
                      <a:pt x="274" y="549"/>
                      <a:pt x="274" y="549"/>
                    </a:cubicBezTo>
                    <a:cubicBezTo>
                      <a:pt x="275" y="549"/>
                      <a:pt x="275" y="549"/>
                      <a:pt x="275" y="549"/>
                    </a:cubicBezTo>
                    <a:cubicBezTo>
                      <a:pt x="275" y="548"/>
                      <a:pt x="275" y="548"/>
                      <a:pt x="275" y="548"/>
                    </a:cubicBezTo>
                    <a:cubicBezTo>
                      <a:pt x="278" y="549"/>
                      <a:pt x="278" y="549"/>
                      <a:pt x="278" y="549"/>
                    </a:cubicBezTo>
                    <a:cubicBezTo>
                      <a:pt x="276" y="547"/>
                      <a:pt x="276" y="547"/>
                      <a:pt x="276" y="547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6" y="544"/>
                      <a:pt x="276" y="544"/>
                      <a:pt x="276" y="544"/>
                    </a:cubicBezTo>
                    <a:cubicBezTo>
                      <a:pt x="275" y="544"/>
                      <a:pt x="275" y="544"/>
                      <a:pt x="275" y="544"/>
                    </a:cubicBezTo>
                    <a:cubicBezTo>
                      <a:pt x="275" y="543"/>
                      <a:pt x="275" y="543"/>
                      <a:pt x="275" y="543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4" y="541"/>
                      <a:pt x="274" y="541"/>
                      <a:pt x="274" y="541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5" y="539"/>
                      <a:pt x="275" y="539"/>
                      <a:pt x="275" y="539"/>
                    </a:cubicBezTo>
                    <a:cubicBezTo>
                      <a:pt x="274" y="539"/>
                      <a:pt x="274" y="539"/>
                      <a:pt x="274" y="539"/>
                    </a:cubicBezTo>
                    <a:cubicBezTo>
                      <a:pt x="276" y="540"/>
                      <a:pt x="276" y="540"/>
                      <a:pt x="276" y="540"/>
                    </a:cubicBezTo>
                    <a:cubicBezTo>
                      <a:pt x="276" y="543"/>
                      <a:pt x="276" y="543"/>
                      <a:pt x="276" y="543"/>
                    </a:cubicBezTo>
                    <a:cubicBezTo>
                      <a:pt x="278" y="543"/>
                      <a:pt x="278" y="543"/>
                      <a:pt x="278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9" y="543"/>
                      <a:pt x="279" y="543"/>
                      <a:pt x="279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8" y="544"/>
                      <a:pt x="278" y="544"/>
                      <a:pt x="278" y="544"/>
                    </a:cubicBezTo>
                    <a:cubicBezTo>
                      <a:pt x="277" y="544"/>
                      <a:pt x="277" y="544"/>
                      <a:pt x="277" y="544"/>
                    </a:cubicBezTo>
                    <a:cubicBezTo>
                      <a:pt x="276" y="546"/>
                      <a:pt x="276" y="546"/>
                      <a:pt x="276" y="546"/>
                    </a:cubicBezTo>
                    <a:cubicBezTo>
                      <a:pt x="278" y="548"/>
                      <a:pt x="278" y="548"/>
                      <a:pt x="278" y="548"/>
                    </a:cubicBezTo>
                    <a:cubicBezTo>
                      <a:pt x="280" y="549"/>
                      <a:pt x="280" y="549"/>
                      <a:pt x="280" y="549"/>
                    </a:cubicBezTo>
                    <a:cubicBezTo>
                      <a:pt x="281" y="550"/>
                      <a:pt x="281" y="550"/>
                      <a:pt x="281" y="550"/>
                    </a:cubicBezTo>
                    <a:cubicBezTo>
                      <a:pt x="281" y="551"/>
                      <a:pt x="281" y="551"/>
                      <a:pt x="281" y="551"/>
                    </a:cubicBezTo>
                    <a:cubicBezTo>
                      <a:pt x="280" y="551"/>
                      <a:pt x="280" y="551"/>
                      <a:pt x="280" y="551"/>
                    </a:cubicBezTo>
                    <a:cubicBezTo>
                      <a:pt x="281" y="553"/>
                      <a:pt x="281" y="553"/>
                      <a:pt x="281" y="553"/>
                    </a:cubicBezTo>
                    <a:cubicBezTo>
                      <a:pt x="282" y="555"/>
                      <a:pt x="282" y="555"/>
                      <a:pt x="282" y="555"/>
                    </a:cubicBezTo>
                    <a:cubicBezTo>
                      <a:pt x="284" y="557"/>
                      <a:pt x="284" y="557"/>
                      <a:pt x="284" y="557"/>
                    </a:cubicBezTo>
                    <a:cubicBezTo>
                      <a:pt x="284" y="555"/>
                      <a:pt x="284" y="555"/>
                      <a:pt x="284" y="555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8"/>
                      <a:pt x="286" y="558"/>
                      <a:pt x="286" y="558"/>
                    </a:cubicBezTo>
                    <a:cubicBezTo>
                      <a:pt x="288" y="560"/>
                      <a:pt x="288" y="560"/>
                      <a:pt x="288" y="560"/>
                    </a:cubicBezTo>
                    <a:cubicBezTo>
                      <a:pt x="288" y="557"/>
                      <a:pt x="288" y="557"/>
                      <a:pt x="288" y="557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1"/>
                      <a:pt x="290" y="561"/>
                      <a:pt x="290" y="561"/>
                    </a:cubicBezTo>
                    <a:cubicBezTo>
                      <a:pt x="292" y="562"/>
                      <a:pt x="292" y="562"/>
                      <a:pt x="292" y="562"/>
                    </a:cubicBezTo>
                    <a:cubicBezTo>
                      <a:pt x="293" y="560"/>
                      <a:pt x="293" y="560"/>
                      <a:pt x="293" y="560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4" y="559"/>
                      <a:pt x="294" y="559"/>
                      <a:pt x="294" y="559"/>
                    </a:cubicBezTo>
                    <a:cubicBezTo>
                      <a:pt x="292" y="556"/>
                      <a:pt x="292" y="556"/>
                      <a:pt x="292" y="556"/>
                    </a:cubicBezTo>
                    <a:cubicBezTo>
                      <a:pt x="292" y="555"/>
                      <a:pt x="292" y="555"/>
                      <a:pt x="292" y="555"/>
                    </a:cubicBezTo>
                    <a:cubicBezTo>
                      <a:pt x="291" y="553"/>
                      <a:pt x="291" y="553"/>
                      <a:pt x="291" y="553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1" y="550"/>
                      <a:pt x="291" y="550"/>
                      <a:pt x="291" y="550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1" y="552"/>
                      <a:pt x="291" y="552"/>
                      <a:pt x="291" y="552"/>
                    </a:cubicBezTo>
                    <a:cubicBezTo>
                      <a:pt x="293" y="551"/>
                      <a:pt x="293" y="551"/>
                      <a:pt x="293" y="551"/>
                    </a:cubicBezTo>
                    <a:cubicBezTo>
                      <a:pt x="295" y="552"/>
                      <a:pt x="295" y="552"/>
                      <a:pt x="295" y="552"/>
                    </a:cubicBezTo>
                    <a:cubicBezTo>
                      <a:pt x="295" y="550"/>
                      <a:pt x="295" y="550"/>
                      <a:pt x="295" y="550"/>
                    </a:cubicBezTo>
                    <a:cubicBezTo>
                      <a:pt x="294" y="550"/>
                      <a:pt x="294" y="550"/>
                      <a:pt x="294" y="550"/>
                    </a:cubicBezTo>
                    <a:cubicBezTo>
                      <a:pt x="294" y="549"/>
                      <a:pt x="294" y="549"/>
                      <a:pt x="294" y="549"/>
                    </a:cubicBezTo>
                    <a:cubicBezTo>
                      <a:pt x="293" y="549"/>
                      <a:pt x="293" y="549"/>
                      <a:pt x="293" y="549"/>
                    </a:cubicBezTo>
                    <a:cubicBezTo>
                      <a:pt x="292" y="548"/>
                      <a:pt x="292" y="548"/>
                      <a:pt x="292" y="548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1" y="547"/>
                      <a:pt x="291" y="547"/>
                      <a:pt x="291" y="547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3" y="547"/>
                      <a:pt x="293" y="547"/>
                      <a:pt x="293" y="547"/>
                    </a:cubicBezTo>
                    <a:cubicBezTo>
                      <a:pt x="294" y="546"/>
                      <a:pt x="294" y="546"/>
                      <a:pt x="294" y="546"/>
                    </a:cubicBezTo>
                    <a:cubicBezTo>
                      <a:pt x="295" y="547"/>
                      <a:pt x="295" y="547"/>
                      <a:pt x="295" y="547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8" y="548"/>
                      <a:pt x="298" y="548"/>
                      <a:pt x="298" y="548"/>
                    </a:cubicBezTo>
                    <a:cubicBezTo>
                      <a:pt x="298" y="547"/>
                      <a:pt x="298" y="547"/>
                      <a:pt x="298" y="547"/>
                    </a:cubicBezTo>
                    <a:cubicBezTo>
                      <a:pt x="297" y="545"/>
                      <a:pt x="297" y="545"/>
                      <a:pt x="297" y="545"/>
                    </a:cubicBezTo>
                    <a:cubicBezTo>
                      <a:pt x="297" y="543"/>
                      <a:pt x="297" y="543"/>
                      <a:pt x="297" y="543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300" y="547"/>
                      <a:pt x="300" y="547"/>
                      <a:pt x="300" y="547"/>
                    </a:cubicBezTo>
                    <a:cubicBezTo>
                      <a:pt x="301" y="546"/>
                      <a:pt x="301" y="546"/>
                      <a:pt x="301" y="546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4" y="549"/>
                      <a:pt x="304" y="549"/>
                      <a:pt x="304" y="549"/>
                    </a:cubicBezTo>
                    <a:cubicBezTo>
                      <a:pt x="305" y="549"/>
                      <a:pt x="305" y="549"/>
                      <a:pt x="305" y="549"/>
                    </a:cubicBezTo>
                    <a:cubicBezTo>
                      <a:pt x="306" y="550"/>
                      <a:pt x="306" y="550"/>
                      <a:pt x="306" y="550"/>
                    </a:cubicBezTo>
                    <a:cubicBezTo>
                      <a:pt x="307" y="551"/>
                      <a:pt x="307" y="551"/>
                      <a:pt x="307" y="551"/>
                    </a:cubicBezTo>
                    <a:cubicBezTo>
                      <a:pt x="307" y="552"/>
                      <a:pt x="307" y="552"/>
                      <a:pt x="307" y="552"/>
                    </a:cubicBezTo>
                    <a:cubicBezTo>
                      <a:pt x="310" y="550"/>
                      <a:pt x="310" y="550"/>
                      <a:pt x="310" y="550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7" y="548"/>
                      <a:pt x="307" y="548"/>
                      <a:pt x="307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4" y="546"/>
                      <a:pt x="304" y="546"/>
                      <a:pt x="304" y="546"/>
                    </a:cubicBezTo>
                    <a:cubicBezTo>
                      <a:pt x="304" y="545"/>
                      <a:pt x="304" y="545"/>
                      <a:pt x="304" y="545"/>
                    </a:cubicBezTo>
                    <a:cubicBezTo>
                      <a:pt x="302" y="545"/>
                      <a:pt x="302" y="545"/>
                      <a:pt x="302" y="545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03" y="544"/>
                      <a:pt x="303" y="544"/>
                      <a:pt x="303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2"/>
                      <a:pt x="300" y="542"/>
                      <a:pt x="300" y="542"/>
                    </a:cubicBezTo>
                    <a:cubicBezTo>
                      <a:pt x="300" y="541"/>
                      <a:pt x="300" y="541"/>
                      <a:pt x="300" y="541"/>
                    </a:cubicBezTo>
                    <a:cubicBezTo>
                      <a:pt x="299" y="540"/>
                      <a:pt x="299" y="540"/>
                      <a:pt x="299" y="540"/>
                    </a:cubicBezTo>
                    <a:cubicBezTo>
                      <a:pt x="296" y="537"/>
                      <a:pt x="296" y="537"/>
                      <a:pt x="296" y="537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4" y="537"/>
                      <a:pt x="294" y="537"/>
                      <a:pt x="294" y="537"/>
                    </a:cubicBezTo>
                    <a:cubicBezTo>
                      <a:pt x="293" y="537"/>
                      <a:pt x="293" y="537"/>
                      <a:pt x="293" y="537"/>
                    </a:cubicBezTo>
                    <a:cubicBezTo>
                      <a:pt x="293" y="536"/>
                      <a:pt x="293" y="536"/>
                      <a:pt x="293" y="536"/>
                    </a:cubicBezTo>
                    <a:cubicBezTo>
                      <a:pt x="293" y="535"/>
                      <a:pt x="293" y="535"/>
                      <a:pt x="293" y="535"/>
                    </a:cubicBezTo>
                    <a:cubicBezTo>
                      <a:pt x="295" y="537"/>
                      <a:pt x="295" y="537"/>
                      <a:pt x="295" y="537"/>
                    </a:cubicBezTo>
                    <a:cubicBezTo>
                      <a:pt x="295" y="536"/>
                      <a:pt x="295" y="536"/>
                      <a:pt x="295" y="536"/>
                    </a:cubicBezTo>
                    <a:cubicBezTo>
                      <a:pt x="295" y="534"/>
                      <a:pt x="295" y="534"/>
                      <a:pt x="295" y="534"/>
                    </a:cubicBezTo>
                    <a:cubicBezTo>
                      <a:pt x="294" y="534"/>
                      <a:pt x="294" y="534"/>
                      <a:pt x="294" y="534"/>
                    </a:cubicBezTo>
                    <a:cubicBezTo>
                      <a:pt x="293" y="534"/>
                      <a:pt x="293" y="534"/>
                      <a:pt x="293" y="534"/>
                    </a:cubicBezTo>
                    <a:cubicBezTo>
                      <a:pt x="293" y="533"/>
                      <a:pt x="293" y="533"/>
                      <a:pt x="293" y="533"/>
                    </a:cubicBezTo>
                    <a:cubicBezTo>
                      <a:pt x="292" y="534"/>
                      <a:pt x="292" y="534"/>
                      <a:pt x="292" y="534"/>
                    </a:cubicBezTo>
                    <a:cubicBezTo>
                      <a:pt x="292" y="533"/>
                      <a:pt x="292" y="533"/>
                      <a:pt x="292" y="533"/>
                    </a:cubicBezTo>
                    <a:cubicBezTo>
                      <a:pt x="289" y="529"/>
                      <a:pt x="289" y="529"/>
                      <a:pt x="289" y="529"/>
                    </a:cubicBezTo>
                    <a:cubicBezTo>
                      <a:pt x="288" y="529"/>
                      <a:pt x="288" y="529"/>
                      <a:pt x="288" y="529"/>
                    </a:cubicBezTo>
                    <a:cubicBezTo>
                      <a:pt x="288" y="528"/>
                      <a:pt x="288" y="528"/>
                      <a:pt x="288" y="528"/>
                    </a:cubicBezTo>
                    <a:cubicBezTo>
                      <a:pt x="286" y="527"/>
                      <a:pt x="286" y="527"/>
                      <a:pt x="286" y="527"/>
                    </a:cubicBezTo>
                    <a:cubicBezTo>
                      <a:pt x="287" y="526"/>
                      <a:pt x="287" y="526"/>
                      <a:pt x="287" y="526"/>
                    </a:cubicBezTo>
                    <a:cubicBezTo>
                      <a:pt x="286" y="523"/>
                      <a:pt x="286" y="523"/>
                      <a:pt x="286" y="523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90" y="525"/>
                      <a:pt x="290" y="525"/>
                      <a:pt x="290" y="525"/>
                    </a:cubicBezTo>
                    <a:cubicBezTo>
                      <a:pt x="290" y="526"/>
                      <a:pt x="290" y="526"/>
                      <a:pt x="290" y="526"/>
                    </a:cubicBezTo>
                    <a:cubicBezTo>
                      <a:pt x="292" y="528"/>
                      <a:pt x="292" y="528"/>
                      <a:pt x="292" y="528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3" y="526"/>
                      <a:pt x="293" y="526"/>
                      <a:pt x="293" y="526"/>
                    </a:cubicBezTo>
                    <a:cubicBezTo>
                      <a:pt x="292" y="525"/>
                      <a:pt x="292" y="525"/>
                      <a:pt x="292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4" y="527"/>
                      <a:pt x="294" y="527"/>
                      <a:pt x="294" y="527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7" y="526"/>
                      <a:pt x="297" y="526"/>
                      <a:pt x="297" y="526"/>
                    </a:cubicBezTo>
                    <a:cubicBezTo>
                      <a:pt x="296" y="525"/>
                      <a:pt x="296" y="525"/>
                      <a:pt x="296" y="525"/>
                    </a:cubicBezTo>
                    <a:cubicBezTo>
                      <a:pt x="295" y="525"/>
                      <a:pt x="295" y="525"/>
                      <a:pt x="295" y="525"/>
                    </a:cubicBezTo>
                    <a:cubicBezTo>
                      <a:pt x="297" y="525"/>
                      <a:pt x="297" y="525"/>
                      <a:pt x="297" y="525"/>
                    </a:cubicBezTo>
                    <a:cubicBezTo>
                      <a:pt x="298" y="526"/>
                      <a:pt x="298" y="526"/>
                      <a:pt x="298" y="526"/>
                    </a:cubicBezTo>
                    <a:cubicBezTo>
                      <a:pt x="299" y="524"/>
                      <a:pt x="299" y="524"/>
                      <a:pt x="299" y="524"/>
                    </a:cubicBezTo>
                    <a:cubicBezTo>
                      <a:pt x="297" y="522"/>
                      <a:pt x="297" y="522"/>
                      <a:pt x="297" y="522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8" y="521"/>
                      <a:pt x="298" y="521"/>
                      <a:pt x="298" y="521"/>
                    </a:cubicBezTo>
                    <a:cubicBezTo>
                      <a:pt x="298" y="519"/>
                      <a:pt x="298" y="519"/>
                      <a:pt x="298" y="519"/>
                    </a:cubicBezTo>
                    <a:cubicBezTo>
                      <a:pt x="299" y="519"/>
                      <a:pt x="299" y="519"/>
                      <a:pt x="299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299" y="522"/>
                      <a:pt x="299" y="522"/>
                      <a:pt x="299" y="522"/>
                    </a:cubicBezTo>
                    <a:cubicBezTo>
                      <a:pt x="300" y="522"/>
                      <a:pt x="300" y="522"/>
                      <a:pt x="300" y="522"/>
                    </a:cubicBezTo>
                    <a:cubicBezTo>
                      <a:pt x="301" y="522"/>
                      <a:pt x="301" y="522"/>
                      <a:pt x="301" y="522"/>
                    </a:cubicBezTo>
                    <a:cubicBezTo>
                      <a:pt x="302" y="521"/>
                      <a:pt x="302" y="521"/>
                      <a:pt x="302" y="521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5" y="519"/>
                      <a:pt x="305" y="519"/>
                      <a:pt x="305" y="519"/>
                    </a:cubicBezTo>
                    <a:cubicBezTo>
                      <a:pt x="308" y="519"/>
                      <a:pt x="308" y="519"/>
                      <a:pt x="308" y="519"/>
                    </a:cubicBezTo>
                    <a:cubicBezTo>
                      <a:pt x="310" y="519"/>
                      <a:pt x="310" y="519"/>
                      <a:pt x="310" y="519"/>
                    </a:cubicBezTo>
                    <a:cubicBezTo>
                      <a:pt x="310" y="521"/>
                      <a:pt x="310" y="521"/>
                      <a:pt x="310" y="521"/>
                    </a:cubicBezTo>
                    <a:cubicBezTo>
                      <a:pt x="312" y="522"/>
                      <a:pt x="312" y="522"/>
                      <a:pt x="312" y="522"/>
                    </a:cubicBezTo>
                    <a:cubicBezTo>
                      <a:pt x="312" y="521"/>
                      <a:pt x="312" y="521"/>
                      <a:pt x="312" y="521"/>
                    </a:cubicBezTo>
                    <a:cubicBezTo>
                      <a:pt x="312" y="524"/>
                      <a:pt x="312" y="524"/>
                      <a:pt x="312" y="524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1" y="528"/>
                      <a:pt x="311" y="528"/>
                      <a:pt x="311" y="528"/>
                    </a:cubicBezTo>
                    <a:cubicBezTo>
                      <a:pt x="312" y="529"/>
                      <a:pt x="312" y="529"/>
                      <a:pt x="312" y="529"/>
                    </a:cubicBezTo>
                    <a:cubicBezTo>
                      <a:pt x="312" y="530"/>
                      <a:pt x="312" y="530"/>
                      <a:pt x="312" y="530"/>
                    </a:cubicBezTo>
                    <a:cubicBezTo>
                      <a:pt x="311" y="531"/>
                      <a:pt x="311" y="531"/>
                      <a:pt x="311" y="531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0" y="533"/>
                      <a:pt x="310" y="533"/>
                      <a:pt x="310" y="533"/>
                    </a:cubicBezTo>
                    <a:cubicBezTo>
                      <a:pt x="309" y="535"/>
                      <a:pt x="309" y="535"/>
                      <a:pt x="309" y="535"/>
                    </a:cubicBezTo>
                    <a:cubicBezTo>
                      <a:pt x="310" y="536"/>
                      <a:pt x="310" y="536"/>
                      <a:pt x="310" y="536"/>
                    </a:cubicBezTo>
                    <a:cubicBezTo>
                      <a:pt x="311" y="536"/>
                      <a:pt x="311" y="536"/>
                      <a:pt x="311" y="536"/>
                    </a:cubicBezTo>
                    <a:cubicBezTo>
                      <a:pt x="312" y="536"/>
                      <a:pt x="312" y="536"/>
                      <a:pt x="312" y="536"/>
                    </a:cubicBezTo>
                    <a:cubicBezTo>
                      <a:pt x="313" y="537"/>
                      <a:pt x="313" y="537"/>
                      <a:pt x="313" y="537"/>
                    </a:cubicBezTo>
                    <a:cubicBezTo>
                      <a:pt x="315" y="537"/>
                      <a:pt x="315" y="537"/>
                      <a:pt x="315" y="537"/>
                    </a:cubicBezTo>
                    <a:cubicBezTo>
                      <a:pt x="315" y="534"/>
                      <a:pt x="315" y="534"/>
                      <a:pt x="315" y="534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6" y="531"/>
                      <a:pt x="316" y="531"/>
                      <a:pt x="316" y="531"/>
                    </a:cubicBezTo>
                    <a:cubicBezTo>
                      <a:pt x="317" y="531"/>
                      <a:pt x="317" y="531"/>
                      <a:pt x="317" y="531"/>
                    </a:cubicBezTo>
                    <a:cubicBezTo>
                      <a:pt x="316" y="532"/>
                      <a:pt x="316" y="532"/>
                      <a:pt x="316" y="532"/>
                    </a:cubicBezTo>
                    <a:cubicBezTo>
                      <a:pt x="316" y="534"/>
                      <a:pt x="316" y="534"/>
                      <a:pt x="316" y="534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5" y="538"/>
                      <a:pt x="315" y="538"/>
                      <a:pt x="315" y="538"/>
                    </a:cubicBezTo>
                    <a:cubicBezTo>
                      <a:pt x="317" y="539"/>
                      <a:pt x="317" y="539"/>
                      <a:pt x="317" y="539"/>
                    </a:cubicBezTo>
                    <a:cubicBezTo>
                      <a:pt x="316" y="540"/>
                      <a:pt x="316" y="540"/>
                      <a:pt x="316" y="540"/>
                    </a:cubicBezTo>
                    <a:cubicBezTo>
                      <a:pt x="315" y="539"/>
                      <a:pt x="315" y="539"/>
                      <a:pt x="315" y="539"/>
                    </a:cubicBezTo>
                    <a:cubicBezTo>
                      <a:pt x="314" y="538"/>
                      <a:pt x="314" y="538"/>
                      <a:pt x="314" y="538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3" y="539"/>
                      <a:pt x="313" y="539"/>
                      <a:pt x="313" y="539"/>
                    </a:cubicBezTo>
                    <a:cubicBezTo>
                      <a:pt x="311" y="538"/>
                      <a:pt x="311" y="538"/>
                      <a:pt x="311" y="538"/>
                    </a:cubicBezTo>
                    <a:cubicBezTo>
                      <a:pt x="310" y="539"/>
                      <a:pt x="310" y="539"/>
                      <a:pt x="310" y="539"/>
                    </a:cubicBezTo>
                    <a:cubicBezTo>
                      <a:pt x="310" y="540"/>
                      <a:pt x="310" y="540"/>
                      <a:pt x="310" y="540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0" y="542"/>
                      <a:pt x="310" y="542"/>
                      <a:pt x="310" y="542"/>
                    </a:cubicBezTo>
                    <a:cubicBezTo>
                      <a:pt x="310" y="543"/>
                      <a:pt x="310" y="543"/>
                      <a:pt x="310" y="543"/>
                    </a:cubicBezTo>
                    <a:cubicBezTo>
                      <a:pt x="312" y="544"/>
                      <a:pt x="312" y="544"/>
                      <a:pt x="312" y="544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4" y="543"/>
                      <a:pt x="314" y="543"/>
                      <a:pt x="314" y="543"/>
                    </a:cubicBezTo>
                    <a:cubicBezTo>
                      <a:pt x="316" y="545"/>
                      <a:pt x="316" y="545"/>
                      <a:pt x="316" y="545"/>
                    </a:cubicBezTo>
                    <a:cubicBezTo>
                      <a:pt x="316" y="544"/>
                      <a:pt x="316" y="544"/>
                      <a:pt x="316" y="544"/>
                    </a:cubicBezTo>
                    <a:cubicBezTo>
                      <a:pt x="317" y="545"/>
                      <a:pt x="317" y="545"/>
                      <a:pt x="317" y="545"/>
                    </a:cubicBezTo>
                    <a:cubicBezTo>
                      <a:pt x="318" y="545"/>
                      <a:pt x="318" y="545"/>
                      <a:pt x="318" y="545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20" y="547"/>
                      <a:pt x="320" y="547"/>
                      <a:pt x="320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7" y="546"/>
                      <a:pt x="317" y="546"/>
                      <a:pt x="317" y="546"/>
                    </a:cubicBezTo>
                    <a:cubicBezTo>
                      <a:pt x="316" y="546"/>
                      <a:pt x="316" y="546"/>
                      <a:pt x="316" y="546"/>
                    </a:cubicBezTo>
                    <a:cubicBezTo>
                      <a:pt x="315" y="547"/>
                      <a:pt x="315" y="547"/>
                      <a:pt x="315" y="547"/>
                    </a:cubicBezTo>
                    <a:cubicBezTo>
                      <a:pt x="314" y="548"/>
                      <a:pt x="314" y="548"/>
                      <a:pt x="314" y="548"/>
                    </a:cubicBezTo>
                    <a:cubicBezTo>
                      <a:pt x="312" y="548"/>
                      <a:pt x="312" y="548"/>
                      <a:pt x="312" y="548"/>
                    </a:cubicBezTo>
                    <a:cubicBezTo>
                      <a:pt x="311" y="550"/>
                      <a:pt x="311" y="550"/>
                      <a:pt x="311" y="550"/>
                    </a:cubicBezTo>
                    <a:cubicBezTo>
                      <a:pt x="312" y="551"/>
                      <a:pt x="312" y="551"/>
                      <a:pt x="312" y="551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7" y="549"/>
                      <a:pt x="317" y="549"/>
                      <a:pt x="317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9"/>
                      <a:pt x="319" y="549"/>
                      <a:pt x="319" y="549"/>
                    </a:cubicBezTo>
                    <a:cubicBezTo>
                      <a:pt x="320" y="550"/>
                      <a:pt x="320" y="550"/>
                      <a:pt x="320" y="550"/>
                    </a:cubicBezTo>
                    <a:cubicBezTo>
                      <a:pt x="321" y="550"/>
                      <a:pt x="321" y="550"/>
                      <a:pt x="321" y="550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1" y="552"/>
                      <a:pt x="321" y="552"/>
                      <a:pt x="321" y="552"/>
                    </a:cubicBezTo>
                    <a:cubicBezTo>
                      <a:pt x="320" y="554"/>
                      <a:pt x="320" y="554"/>
                      <a:pt x="320" y="554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4" y="554"/>
                      <a:pt x="324" y="554"/>
                      <a:pt x="324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4" y="555"/>
                      <a:pt x="324" y="555"/>
                      <a:pt x="324" y="555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1" y="556"/>
                      <a:pt x="321" y="556"/>
                      <a:pt x="321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5" y="558"/>
                      <a:pt x="325" y="558"/>
                      <a:pt x="325" y="558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7" y="558"/>
                      <a:pt x="327" y="558"/>
                      <a:pt x="327" y="558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30" y="556"/>
                      <a:pt x="330" y="556"/>
                      <a:pt x="330" y="556"/>
                    </a:cubicBezTo>
                    <a:cubicBezTo>
                      <a:pt x="331" y="556"/>
                      <a:pt x="331" y="556"/>
                      <a:pt x="331" y="556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4" y="558"/>
                      <a:pt x="334" y="558"/>
                      <a:pt x="334" y="558"/>
                    </a:cubicBezTo>
                    <a:cubicBezTo>
                      <a:pt x="334" y="559"/>
                      <a:pt x="334" y="559"/>
                      <a:pt x="334" y="559"/>
                    </a:cubicBezTo>
                    <a:cubicBezTo>
                      <a:pt x="336" y="560"/>
                      <a:pt x="336" y="560"/>
                      <a:pt x="336" y="560"/>
                    </a:cubicBezTo>
                    <a:cubicBezTo>
                      <a:pt x="337" y="560"/>
                      <a:pt x="337" y="560"/>
                      <a:pt x="337" y="560"/>
                    </a:cubicBezTo>
                    <a:cubicBezTo>
                      <a:pt x="338" y="561"/>
                      <a:pt x="338" y="561"/>
                      <a:pt x="338" y="561"/>
                    </a:cubicBezTo>
                    <a:cubicBezTo>
                      <a:pt x="340" y="560"/>
                      <a:pt x="340" y="560"/>
                      <a:pt x="340" y="560"/>
                    </a:cubicBezTo>
                    <a:cubicBezTo>
                      <a:pt x="341" y="560"/>
                      <a:pt x="341" y="560"/>
                      <a:pt x="341" y="560"/>
                    </a:cubicBezTo>
                    <a:cubicBezTo>
                      <a:pt x="343" y="560"/>
                      <a:pt x="343" y="560"/>
                      <a:pt x="343" y="560"/>
                    </a:cubicBezTo>
                    <a:cubicBezTo>
                      <a:pt x="343" y="559"/>
                      <a:pt x="343" y="559"/>
                      <a:pt x="343" y="559"/>
                    </a:cubicBezTo>
                    <a:cubicBezTo>
                      <a:pt x="345" y="560"/>
                      <a:pt x="345" y="560"/>
                      <a:pt x="345" y="560"/>
                    </a:cubicBezTo>
                    <a:cubicBezTo>
                      <a:pt x="346" y="559"/>
                      <a:pt x="346" y="559"/>
                      <a:pt x="346" y="559"/>
                    </a:cubicBezTo>
                    <a:cubicBezTo>
                      <a:pt x="346" y="557"/>
                      <a:pt x="346" y="557"/>
                      <a:pt x="346" y="557"/>
                    </a:cubicBezTo>
                    <a:cubicBezTo>
                      <a:pt x="346" y="556"/>
                      <a:pt x="346" y="556"/>
                      <a:pt x="346" y="556"/>
                    </a:cubicBezTo>
                    <a:cubicBezTo>
                      <a:pt x="346" y="555"/>
                      <a:pt x="346" y="555"/>
                      <a:pt x="346" y="555"/>
                    </a:cubicBezTo>
                    <a:cubicBezTo>
                      <a:pt x="348" y="555"/>
                      <a:pt x="348" y="555"/>
                      <a:pt x="348" y="555"/>
                    </a:cubicBezTo>
                    <a:cubicBezTo>
                      <a:pt x="351" y="555"/>
                      <a:pt x="351" y="555"/>
                      <a:pt x="351" y="555"/>
                    </a:cubicBezTo>
                    <a:cubicBezTo>
                      <a:pt x="355" y="557"/>
                      <a:pt x="355" y="557"/>
                      <a:pt x="355" y="557"/>
                    </a:cubicBezTo>
                    <a:cubicBezTo>
                      <a:pt x="356" y="557"/>
                      <a:pt x="356" y="557"/>
                      <a:pt x="356" y="557"/>
                    </a:cubicBezTo>
                    <a:cubicBezTo>
                      <a:pt x="358" y="560"/>
                      <a:pt x="358" y="560"/>
                      <a:pt x="358" y="560"/>
                    </a:cubicBezTo>
                    <a:cubicBezTo>
                      <a:pt x="360" y="561"/>
                      <a:pt x="360" y="561"/>
                      <a:pt x="360" y="561"/>
                    </a:cubicBezTo>
                    <a:cubicBezTo>
                      <a:pt x="367" y="560"/>
                      <a:pt x="367" y="560"/>
                      <a:pt x="367" y="560"/>
                    </a:cubicBezTo>
                    <a:cubicBezTo>
                      <a:pt x="369" y="559"/>
                      <a:pt x="369" y="559"/>
                      <a:pt x="369" y="559"/>
                    </a:cubicBezTo>
                    <a:cubicBezTo>
                      <a:pt x="370" y="559"/>
                      <a:pt x="370" y="559"/>
                      <a:pt x="370" y="559"/>
                    </a:cubicBezTo>
                    <a:cubicBezTo>
                      <a:pt x="370" y="560"/>
                      <a:pt x="370" y="560"/>
                      <a:pt x="370" y="560"/>
                    </a:cubicBezTo>
                    <a:cubicBezTo>
                      <a:pt x="372" y="559"/>
                      <a:pt x="372" y="559"/>
                      <a:pt x="372" y="559"/>
                    </a:cubicBezTo>
                    <a:cubicBezTo>
                      <a:pt x="372" y="558"/>
                      <a:pt x="372" y="558"/>
                      <a:pt x="372" y="558"/>
                    </a:cubicBezTo>
                    <a:cubicBezTo>
                      <a:pt x="375" y="554"/>
                      <a:pt x="375" y="554"/>
                      <a:pt x="375" y="554"/>
                    </a:cubicBezTo>
                    <a:cubicBezTo>
                      <a:pt x="376" y="554"/>
                      <a:pt x="376" y="554"/>
                      <a:pt x="376" y="554"/>
                    </a:cubicBezTo>
                    <a:cubicBezTo>
                      <a:pt x="378" y="555"/>
                      <a:pt x="378" y="555"/>
                      <a:pt x="378" y="555"/>
                    </a:cubicBezTo>
                    <a:cubicBezTo>
                      <a:pt x="380" y="556"/>
                      <a:pt x="380" y="556"/>
                      <a:pt x="380" y="556"/>
                    </a:cubicBezTo>
                    <a:cubicBezTo>
                      <a:pt x="383" y="555"/>
                      <a:pt x="383" y="555"/>
                      <a:pt x="383" y="555"/>
                    </a:cubicBezTo>
                    <a:cubicBezTo>
                      <a:pt x="384" y="555"/>
                      <a:pt x="384" y="555"/>
                      <a:pt x="384" y="555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4" y="556"/>
                      <a:pt x="384" y="556"/>
                      <a:pt x="384" y="556"/>
                    </a:cubicBezTo>
                    <a:cubicBezTo>
                      <a:pt x="383" y="557"/>
                      <a:pt x="383" y="557"/>
                      <a:pt x="383" y="557"/>
                    </a:cubicBezTo>
                    <a:cubicBezTo>
                      <a:pt x="383" y="558"/>
                      <a:pt x="383" y="558"/>
                      <a:pt x="383" y="558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3" y="561"/>
                      <a:pt x="383" y="561"/>
                      <a:pt x="383" y="561"/>
                    </a:cubicBezTo>
                    <a:cubicBezTo>
                      <a:pt x="383" y="564"/>
                      <a:pt x="383" y="564"/>
                      <a:pt x="383" y="564"/>
                    </a:cubicBezTo>
                    <a:cubicBezTo>
                      <a:pt x="384" y="566"/>
                      <a:pt x="384" y="566"/>
                      <a:pt x="384" y="566"/>
                    </a:cubicBezTo>
                    <a:cubicBezTo>
                      <a:pt x="385" y="568"/>
                      <a:pt x="385" y="568"/>
                      <a:pt x="385" y="568"/>
                    </a:cubicBezTo>
                    <a:cubicBezTo>
                      <a:pt x="385" y="569"/>
                      <a:pt x="385" y="569"/>
                      <a:pt x="385" y="569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3" y="572"/>
                      <a:pt x="383" y="572"/>
                      <a:pt x="383" y="572"/>
                    </a:cubicBezTo>
                    <a:cubicBezTo>
                      <a:pt x="383" y="578"/>
                      <a:pt x="383" y="578"/>
                      <a:pt x="383" y="578"/>
                    </a:cubicBezTo>
                    <a:cubicBezTo>
                      <a:pt x="382" y="579"/>
                      <a:pt x="382" y="579"/>
                      <a:pt x="382" y="579"/>
                    </a:cubicBezTo>
                    <a:cubicBezTo>
                      <a:pt x="380" y="581"/>
                      <a:pt x="380" y="581"/>
                      <a:pt x="380" y="581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79" y="585"/>
                      <a:pt x="379" y="585"/>
                      <a:pt x="379" y="585"/>
                    </a:cubicBezTo>
                    <a:cubicBezTo>
                      <a:pt x="378" y="591"/>
                      <a:pt x="378" y="591"/>
                      <a:pt x="378" y="591"/>
                    </a:cubicBezTo>
                    <a:cubicBezTo>
                      <a:pt x="376" y="595"/>
                      <a:pt x="376" y="595"/>
                      <a:pt x="376" y="595"/>
                    </a:cubicBezTo>
                    <a:cubicBezTo>
                      <a:pt x="374" y="598"/>
                      <a:pt x="374" y="598"/>
                      <a:pt x="374" y="598"/>
                    </a:cubicBezTo>
                    <a:cubicBezTo>
                      <a:pt x="373" y="599"/>
                      <a:pt x="373" y="599"/>
                      <a:pt x="373" y="599"/>
                    </a:cubicBezTo>
                    <a:cubicBezTo>
                      <a:pt x="371" y="599"/>
                      <a:pt x="371" y="599"/>
                      <a:pt x="371" y="599"/>
                    </a:cubicBezTo>
                    <a:cubicBezTo>
                      <a:pt x="366" y="599"/>
                      <a:pt x="366" y="599"/>
                      <a:pt x="366" y="599"/>
                    </a:cubicBezTo>
                    <a:cubicBezTo>
                      <a:pt x="363" y="600"/>
                      <a:pt x="363" y="600"/>
                      <a:pt x="363" y="600"/>
                    </a:cubicBezTo>
                    <a:cubicBezTo>
                      <a:pt x="360" y="597"/>
                      <a:pt x="360" y="597"/>
                      <a:pt x="360" y="597"/>
                    </a:cubicBezTo>
                    <a:cubicBezTo>
                      <a:pt x="359" y="598"/>
                      <a:pt x="359" y="598"/>
                      <a:pt x="359" y="598"/>
                    </a:cubicBezTo>
                    <a:cubicBezTo>
                      <a:pt x="358" y="597"/>
                      <a:pt x="358" y="597"/>
                      <a:pt x="358" y="597"/>
                    </a:cubicBezTo>
                    <a:cubicBezTo>
                      <a:pt x="357" y="597"/>
                      <a:pt x="357" y="597"/>
                      <a:pt x="357" y="597"/>
                    </a:cubicBezTo>
                    <a:cubicBezTo>
                      <a:pt x="355" y="597"/>
                      <a:pt x="355" y="597"/>
                      <a:pt x="355" y="597"/>
                    </a:cubicBezTo>
                    <a:cubicBezTo>
                      <a:pt x="354" y="596"/>
                      <a:pt x="354" y="596"/>
                      <a:pt x="354" y="596"/>
                    </a:cubicBezTo>
                    <a:cubicBezTo>
                      <a:pt x="356" y="596"/>
                      <a:pt x="356" y="596"/>
                      <a:pt x="356" y="596"/>
                    </a:cubicBezTo>
                    <a:cubicBezTo>
                      <a:pt x="353" y="596"/>
                      <a:pt x="353" y="596"/>
                      <a:pt x="353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0" y="597"/>
                      <a:pt x="350" y="597"/>
                      <a:pt x="350" y="597"/>
                    </a:cubicBezTo>
                    <a:cubicBezTo>
                      <a:pt x="347" y="597"/>
                      <a:pt x="347" y="597"/>
                      <a:pt x="347" y="597"/>
                    </a:cubicBezTo>
                    <a:cubicBezTo>
                      <a:pt x="346" y="597"/>
                      <a:pt x="346" y="597"/>
                      <a:pt x="346" y="597"/>
                    </a:cubicBezTo>
                    <a:cubicBezTo>
                      <a:pt x="344" y="599"/>
                      <a:pt x="344" y="599"/>
                      <a:pt x="344" y="599"/>
                    </a:cubicBezTo>
                    <a:cubicBezTo>
                      <a:pt x="342" y="599"/>
                      <a:pt x="342" y="599"/>
                      <a:pt x="342" y="599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38" y="601"/>
                      <a:pt x="338" y="601"/>
                      <a:pt x="338" y="601"/>
                    </a:cubicBezTo>
                    <a:cubicBezTo>
                      <a:pt x="335" y="600"/>
                      <a:pt x="335" y="600"/>
                      <a:pt x="335" y="600"/>
                    </a:cubicBezTo>
                    <a:cubicBezTo>
                      <a:pt x="333" y="600"/>
                      <a:pt x="333" y="600"/>
                      <a:pt x="333" y="600"/>
                    </a:cubicBezTo>
                    <a:cubicBezTo>
                      <a:pt x="331" y="600"/>
                      <a:pt x="331" y="600"/>
                      <a:pt x="331" y="600"/>
                    </a:cubicBezTo>
                    <a:cubicBezTo>
                      <a:pt x="329" y="599"/>
                      <a:pt x="329" y="599"/>
                      <a:pt x="329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5" y="598"/>
                      <a:pt x="325" y="598"/>
                      <a:pt x="325" y="598"/>
                    </a:cubicBezTo>
                    <a:cubicBezTo>
                      <a:pt x="322" y="597"/>
                      <a:pt x="322" y="597"/>
                      <a:pt x="322" y="597"/>
                    </a:cubicBezTo>
                    <a:cubicBezTo>
                      <a:pt x="317" y="597"/>
                      <a:pt x="317" y="597"/>
                      <a:pt x="317" y="597"/>
                    </a:cubicBezTo>
                    <a:cubicBezTo>
                      <a:pt x="314" y="596"/>
                      <a:pt x="314" y="596"/>
                      <a:pt x="314" y="596"/>
                    </a:cubicBezTo>
                    <a:cubicBezTo>
                      <a:pt x="310" y="596"/>
                      <a:pt x="310" y="596"/>
                      <a:pt x="310" y="596"/>
                    </a:cubicBezTo>
                    <a:cubicBezTo>
                      <a:pt x="309" y="596"/>
                      <a:pt x="309" y="596"/>
                      <a:pt x="309" y="596"/>
                    </a:cubicBezTo>
                    <a:cubicBezTo>
                      <a:pt x="309" y="595"/>
                      <a:pt x="309" y="595"/>
                      <a:pt x="309" y="595"/>
                    </a:cubicBezTo>
                    <a:cubicBezTo>
                      <a:pt x="308" y="593"/>
                      <a:pt x="308" y="593"/>
                      <a:pt x="308" y="593"/>
                    </a:cubicBezTo>
                    <a:cubicBezTo>
                      <a:pt x="306" y="593"/>
                      <a:pt x="306" y="593"/>
                      <a:pt x="306" y="593"/>
                    </a:cubicBezTo>
                    <a:cubicBezTo>
                      <a:pt x="305" y="593"/>
                      <a:pt x="305" y="593"/>
                      <a:pt x="305" y="593"/>
                    </a:cubicBezTo>
                    <a:cubicBezTo>
                      <a:pt x="300" y="592"/>
                      <a:pt x="300" y="592"/>
                      <a:pt x="300" y="592"/>
                    </a:cubicBezTo>
                    <a:cubicBezTo>
                      <a:pt x="299" y="592"/>
                      <a:pt x="299" y="592"/>
                      <a:pt x="299" y="592"/>
                    </a:cubicBezTo>
                    <a:cubicBezTo>
                      <a:pt x="297" y="591"/>
                      <a:pt x="297" y="591"/>
                      <a:pt x="297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5" y="591"/>
                      <a:pt x="295" y="591"/>
                      <a:pt x="295" y="591"/>
                    </a:cubicBezTo>
                    <a:cubicBezTo>
                      <a:pt x="295" y="589"/>
                      <a:pt x="295" y="589"/>
                      <a:pt x="295" y="589"/>
                    </a:cubicBezTo>
                    <a:cubicBezTo>
                      <a:pt x="291" y="587"/>
                      <a:pt x="291" y="587"/>
                      <a:pt x="291" y="587"/>
                    </a:cubicBezTo>
                    <a:cubicBezTo>
                      <a:pt x="289" y="587"/>
                      <a:pt x="289" y="587"/>
                      <a:pt x="289" y="587"/>
                    </a:cubicBezTo>
                    <a:cubicBezTo>
                      <a:pt x="287" y="586"/>
                      <a:pt x="287" y="586"/>
                      <a:pt x="287" y="586"/>
                    </a:cubicBezTo>
                    <a:cubicBezTo>
                      <a:pt x="286" y="586"/>
                      <a:pt x="286" y="586"/>
                      <a:pt x="286" y="586"/>
                    </a:cubicBezTo>
                    <a:cubicBezTo>
                      <a:pt x="285" y="587"/>
                      <a:pt x="285" y="587"/>
                      <a:pt x="285" y="587"/>
                    </a:cubicBezTo>
                    <a:cubicBezTo>
                      <a:pt x="284" y="586"/>
                      <a:pt x="284" y="586"/>
                      <a:pt x="284" y="586"/>
                    </a:cubicBezTo>
                    <a:cubicBezTo>
                      <a:pt x="283" y="586"/>
                      <a:pt x="283" y="586"/>
                      <a:pt x="283" y="586"/>
                    </a:cubicBezTo>
                    <a:cubicBezTo>
                      <a:pt x="281" y="587"/>
                      <a:pt x="281" y="587"/>
                      <a:pt x="281" y="587"/>
                    </a:cubicBezTo>
                    <a:cubicBezTo>
                      <a:pt x="277" y="587"/>
                      <a:pt x="277" y="587"/>
                      <a:pt x="277" y="587"/>
                    </a:cubicBezTo>
                    <a:cubicBezTo>
                      <a:pt x="274" y="589"/>
                      <a:pt x="274" y="589"/>
                      <a:pt x="274" y="589"/>
                    </a:cubicBezTo>
                    <a:cubicBezTo>
                      <a:pt x="272" y="591"/>
                      <a:pt x="272" y="591"/>
                      <a:pt x="272" y="591"/>
                    </a:cubicBezTo>
                    <a:cubicBezTo>
                      <a:pt x="271" y="593"/>
                      <a:pt x="271" y="593"/>
                      <a:pt x="271" y="593"/>
                    </a:cubicBezTo>
                    <a:cubicBezTo>
                      <a:pt x="270" y="594"/>
                      <a:pt x="270" y="594"/>
                      <a:pt x="270" y="594"/>
                    </a:cubicBezTo>
                    <a:cubicBezTo>
                      <a:pt x="270" y="598"/>
                      <a:pt x="270" y="598"/>
                      <a:pt x="270" y="598"/>
                    </a:cubicBezTo>
                    <a:cubicBezTo>
                      <a:pt x="271" y="600"/>
                      <a:pt x="271" y="600"/>
                      <a:pt x="271" y="600"/>
                    </a:cubicBezTo>
                    <a:cubicBezTo>
                      <a:pt x="272" y="603"/>
                      <a:pt x="272" y="603"/>
                      <a:pt x="272" y="603"/>
                    </a:cubicBezTo>
                    <a:cubicBezTo>
                      <a:pt x="272" y="604"/>
                      <a:pt x="272" y="604"/>
                      <a:pt x="272" y="604"/>
                    </a:cubicBezTo>
                    <a:cubicBezTo>
                      <a:pt x="270" y="606"/>
                      <a:pt x="270" y="606"/>
                      <a:pt x="270" y="606"/>
                    </a:cubicBezTo>
                    <a:cubicBezTo>
                      <a:pt x="269" y="606"/>
                      <a:pt x="269" y="606"/>
                      <a:pt x="269" y="606"/>
                    </a:cubicBezTo>
                    <a:cubicBezTo>
                      <a:pt x="267" y="608"/>
                      <a:pt x="267" y="608"/>
                      <a:pt x="267" y="608"/>
                    </a:cubicBezTo>
                    <a:cubicBezTo>
                      <a:pt x="266" y="609"/>
                      <a:pt x="266" y="609"/>
                      <a:pt x="266" y="609"/>
                    </a:cubicBezTo>
                    <a:cubicBezTo>
                      <a:pt x="263" y="608"/>
                      <a:pt x="263" y="608"/>
                      <a:pt x="263" y="608"/>
                    </a:cubicBezTo>
                    <a:cubicBezTo>
                      <a:pt x="258" y="604"/>
                      <a:pt x="258" y="604"/>
                      <a:pt x="258" y="604"/>
                    </a:cubicBezTo>
                    <a:cubicBezTo>
                      <a:pt x="254" y="602"/>
                      <a:pt x="254" y="602"/>
                      <a:pt x="254" y="602"/>
                    </a:cubicBezTo>
                    <a:cubicBezTo>
                      <a:pt x="249" y="600"/>
                      <a:pt x="249" y="600"/>
                      <a:pt x="249" y="600"/>
                    </a:cubicBezTo>
                    <a:cubicBezTo>
                      <a:pt x="246" y="599"/>
                      <a:pt x="246" y="599"/>
                      <a:pt x="246" y="599"/>
                    </a:cubicBezTo>
                    <a:cubicBezTo>
                      <a:pt x="245" y="600"/>
                      <a:pt x="245" y="600"/>
                      <a:pt x="245" y="600"/>
                    </a:cubicBezTo>
                    <a:cubicBezTo>
                      <a:pt x="243" y="600"/>
                      <a:pt x="243" y="600"/>
                      <a:pt x="243" y="600"/>
                    </a:cubicBezTo>
                    <a:cubicBezTo>
                      <a:pt x="240" y="599"/>
                      <a:pt x="240" y="599"/>
                      <a:pt x="240" y="599"/>
                    </a:cubicBezTo>
                    <a:cubicBezTo>
                      <a:pt x="238" y="595"/>
                      <a:pt x="238" y="595"/>
                      <a:pt x="238" y="595"/>
                    </a:cubicBezTo>
                    <a:cubicBezTo>
                      <a:pt x="238" y="592"/>
                      <a:pt x="238" y="592"/>
                      <a:pt x="238" y="592"/>
                    </a:cubicBezTo>
                    <a:cubicBezTo>
                      <a:pt x="236" y="590"/>
                      <a:pt x="236" y="590"/>
                      <a:pt x="236" y="590"/>
                    </a:cubicBezTo>
                    <a:cubicBezTo>
                      <a:pt x="231" y="589"/>
                      <a:pt x="231" y="589"/>
                      <a:pt x="231" y="589"/>
                    </a:cubicBezTo>
                    <a:cubicBezTo>
                      <a:pt x="229" y="587"/>
                      <a:pt x="229" y="587"/>
                      <a:pt x="229" y="587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2" y="586"/>
                      <a:pt x="222" y="586"/>
                      <a:pt x="222" y="586"/>
                    </a:cubicBezTo>
                    <a:cubicBezTo>
                      <a:pt x="217" y="587"/>
                      <a:pt x="217" y="587"/>
                      <a:pt x="217" y="587"/>
                    </a:cubicBezTo>
                    <a:cubicBezTo>
                      <a:pt x="214" y="586"/>
                      <a:pt x="214" y="586"/>
                      <a:pt x="214" y="586"/>
                    </a:cubicBezTo>
                    <a:cubicBezTo>
                      <a:pt x="212" y="585"/>
                      <a:pt x="212" y="585"/>
                      <a:pt x="212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08" y="583"/>
                      <a:pt x="208" y="583"/>
                      <a:pt x="208" y="583"/>
                    </a:cubicBezTo>
                    <a:cubicBezTo>
                      <a:pt x="207" y="583"/>
                      <a:pt x="207" y="583"/>
                      <a:pt x="207" y="583"/>
                    </a:cubicBezTo>
                    <a:cubicBezTo>
                      <a:pt x="207" y="582"/>
                      <a:pt x="207" y="582"/>
                      <a:pt x="207" y="582"/>
                    </a:cubicBezTo>
                    <a:cubicBezTo>
                      <a:pt x="206" y="581"/>
                      <a:pt x="206" y="581"/>
                      <a:pt x="206" y="581"/>
                    </a:cubicBezTo>
                    <a:cubicBezTo>
                      <a:pt x="207" y="580"/>
                      <a:pt x="207" y="580"/>
                      <a:pt x="207" y="580"/>
                    </a:cubicBezTo>
                    <a:cubicBezTo>
                      <a:pt x="206" y="579"/>
                      <a:pt x="206" y="579"/>
                      <a:pt x="206" y="579"/>
                    </a:cubicBezTo>
                    <a:cubicBezTo>
                      <a:pt x="204" y="579"/>
                      <a:pt x="204" y="579"/>
                      <a:pt x="204" y="579"/>
                    </a:cubicBezTo>
                    <a:cubicBezTo>
                      <a:pt x="203" y="580"/>
                      <a:pt x="203" y="580"/>
                      <a:pt x="203" y="580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0" y="579"/>
                      <a:pt x="200" y="579"/>
                      <a:pt x="200" y="579"/>
                    </a:cubicBezTo>
                    <a:cubicBezTo>
                      <a:pt x="199" y="578"/>
                      <a:pt x="199" y="578"/>
                      <a:pt x="199" y="578"/>
                    </a:cubicBezTo>
                    <a:cubicBezTo>
                      <a:pt x="200" y="576"/>
                      <a:pt x="200" y="576"/>
                      <a:pt x="200" y="576"/>
                    </a:cubicBezTo>
                    <a:cubicBezTo>
                      <a:pt x="204" y="574"/>
                      <a:pt x="204" y="574"/>
                      <a:pt x="204" y="574"/>
                    </a:cubicBezTo>
                    <a:cubicBezTo>
                      <a:pt x="206" y="571"/>
                      <a:pt x="206" y="571"/>
                      <a:pt x="206" y="571"/>
                    </a:cubicBezTo>
                    <a:cubicBezTo>
                      <a:pt x="207" y="570"/>
                      <a:pt x="207" y="570"/>
                      <a:pt x="207" y="570"/>
                    </a:cubicBezTo>
                    <a:cubicBezTo>
                      <a:pt x="206" y="570"/>
                      <a:pt x="206" y="570"/>
                      <a:pt x="206" y="570"/>
                    </a:cubicBezTo>
                    <a:cubicBezTo>
                      <a:pt x="207" y="569"/>
                      <a:pt x="207" y="569"/>
                      <a:pt x="207" y="569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5"/>
                      <a:pt x="206" y="565"/>
                      <a:pt x="206" y="565"/>
                    </a:cubicBezTo>
                    <a:cubicBezTo>
                      <a:pt x="204" y="564"/>
                      <a:pt x="204" y="564"/>
                      <a:pt x="204" y="564"/>
                    </a:cubicBezTo>
                    <a:cubicBezTo>
                      <a:pt x="202" y="562"/>
                      <a:pt x="202" y="562"/>
                      <a:pt x="202" y="562"/>
                    </a:cubicBezTo>
                    <a:cubicBezTo>
                      <a:pt x="202" y="560"/>
                      <a:pt x="202" y="560"/>
                      <a:pt x="202" y="560"/>
                    </a:cubicBezTo>
                    <a:cubicBezTo>
                      <a:pt x="204" y="559"/>
                      <a:pt x="204" y="559"/>
                      <a:pt x="204" y="559"/>
                    </a:cubicBezTo>
                    <a:cubicBezTo>
                      <a:pt x="204" y="558"/>
                      <a:pt x="204" y="558"/>
                      <a:pt x="204" y="558"/>
                    </a:cubicBezTo>
                    <a:cubicBezTo>
                      <a:pt x="206" y="555"/>
                      <a:pt x="206" y="555"/>
                      <a:pt x="206" y="555"/>
                    </a:cubicBezTo>
                    <a:cubicBezTo>
                      <a:pt x="206" y="553"/>
                      <a:pt x="206" y="553"/>
                      <a:pt x="206" y="553"/>
                    </a:cubicBezTo>
                    <a:cubicBezTo>
                      <a:pt x="204" y="553"/>
                      <a:pt x="204" y="553"/>
                      <a:pt x="204" y="553"/>
                    </a:cubicBezTo>
                    <a:cubicBezTo>
                      <a:pt x="201" y="555"/>
                      <a:pt x="201" y="555"/>
                      <a:pt x="201" y="555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2"/>
                      <a:pt x="199" y="552"/>
                      <a:pt x="199" y="552"/>
                    </a:cubicBezTo>
                    <a:cubicBezTo>
                      <a:pt x="198" y="551"/>
                      <a:pt x="198" y="551"/>
                      <a:pt x="198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3" y="551"/>
                      <a:pt x="193" y="551"/>
                      <a:pt x="193" y="551"/>
                    </a:cubicBezTo>
                    <a:cubicBezTo>
                      <a:pt x="190" y="553"/>
                      <a:pt x="190" y="553"/>
                      <a:pt x="190" y="553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6" y="554"/>
                      <a:pt x="186" y="554"/>
                      <a:pt x="186" y="554"/>
                    </a:cubicBezTo>
                    <a:cubicBezTo>
                      <a:pt x="185" y="554"/>
                      <a:pt x="185" y="554"/>
                      <a:pt x="185" y="554"/>
                    </a:cubicBezTo>
                    <a:cubicBezTo>
                      <a:pt x="182" y="555"/>
                      <a:pt x="182" y="555"/>
                      <a:pt x="182" y="555"/>
                    </a:cubicBezTo>
                    <a:cubicBezTo>
                      <a:pt x="180" y="554"/>
                      <a:pt x="180" y="554"/>
                      <a:pt x="180" y="554"/>
                    </a:cubicBezTo>
                    <a:cubicBezTo>
                      <a:pt x="177" y="553"/>
                      <a:pt x="177" y="553"/>
                      <a:pt x="177" y="553"/>
                    </a:cubicBezTo>
                    <a:cubicBezTo>
                      <a:pt x="177" y="554"/>
                      <a:pt x="177" y="554"/>
                      <a:pt x="177" y="554"/>
                    </a:cubicBezTo>
                    <a:cubicBezTo>
                      <a:pt x="176" y="555"/>
                      <a:pt x="176" y="555"/>
                      <a:pt x="176" y="555"/>
                    </a:cubicBezTo>
                    <a:cubicBezTo>
                      <a:pt x="175" y="555"/>
                      <a:pt x="175" y="555"/>
                      <a:pt x="175" y="555"/>
                    </a:cubicBezTo>
                    <a:cubicBezTo>
                      <a:pt x="175" y="554"/>
                      <a:pt x="175" y="554"/>
                      <a:pt x="175" y="554"/>
                    </a:cubicBezTo>
                    <a:cubicBezTo>
                      <a:pt x="173" y="553"/>
                      <a:pt x="173" y="553"/>
                      <a:pt x="173" y="553"/>
                    </a:cubicBezTo>
                    <a:cubicBezTo>
                      <a:pt x="171" y="553"/>
                      <a:pt x="171" y="553"/>
                      <a:pt x="171" y="553"/>
                    </a:cubicBezTo>
                    <a:cubicBezTo>
                      <a:pt x="171" y="554"/>
                      <a:pt x="171" y="554"/>
                      <a:pt x="171" y="554"/>
                    </a:cubicBezTo>
                    <a:cubicBezTo>
                      <a:pt x="169" y="554"/>
                      <a:pt x="169" y="554"/>
                      <a:pt x="169" y="554"/>
                    </a:cubicBezTo>
                    <a:cubicBezTo>
                      <a:pt x="169" y="555"/>
                      <a:pt x="169" y="555"/>
                      <a:pt x="169" y="555"/>
                    </a:cubicBezTo>
                    <a:cubicBezTo>
                      <a:pt x="168" y="555"/>
                      <a:pt x="168" y="555"/>
                      <a:pt x="168" y="555"/>
                    </a:cubicBezTo>
                    <a:cubicBezTo>
                      <a:pt x="167" y="555"/>
                      <a:pt x="167" y="555"/>
                      <a:pt x="167" y="555"/>
                    </a:cubicBezTo>
                    <a:cubicBezTo>
                      <a:pt x="165" y="556"/>
                      <a:pt x="165" y="556"/>
                      <a:pt x="165" y="556"/>
                    </a:cubicBezTo>
                    <a:cubicBezTo>
                      <a:pt x="164" y="556"/>
                      <a:pt x="164" y="556"/>
                      <a:pt x="164" y="556"/>
                    </a:cubicBezTo>
                    <a:cubicBezTo>
                      <a:pt x="163" y="555"/>
                      <a:pt x="163" y="555"/>
                      <a:pt x="163" y="555"/>
                    </a:cubicBezTo>
                    <a:cubicBezTo>
                      <a:pt x="161" y="555"/>
                      <a:pt x="161" y="555"/>
                      <a:pt x="161" y="555"/>
                    </a:cubicBezTo>
                    <a:cubicBezTo>
                      <a:pt x="160" y="554"/>
                      <a:pt x="160" y="554"/>
                      <a:pt x="160" y="554"/>
                    </a:cubicBezTo>
                    <a:cubicBezTo>
                      <a:pt x="158" y="555"/>
                      <a:pt x="158" y="555"/>
                      <a:pt x="158" y="555"/>
                    </a:cubicBezTo>
                    <a:cubicBezTo>
                      <a:pt x="156" y="554"/>
                      <a:pt x="156" y="554"/>
                      <a:pt x="156" y="554"/>
                    </a:cubicBezTo>
                    <a:cubicBezTo>
                      <a:pt x="155" y="554"/>
                      <a:pt x="155" y="554"/>
                      <a:pt x="155" y="554"/>
                    </a:cubicBezTo>
                    <a:cubicBezTo>
                      <a:pt x="154" y="554"/>
                      <a:pt x="154" y="554"/>
                      <a:pt x="154" y="554"/>
                    </a:cubicBezTo>
                    <a:cubicBezTo>
                      <a:pt x="153" y="554"/>
                      <a:pt x="153" y="554"/>
                      <a:pt x="153" y="554"/>
                    </a:cubicBezTo>
                    <a:cubicBezTo>
                      <a:pt x="152" y="556"/>
                      <a:pt x="152" y="556"/>
                      <a:pt x="152" y="556"/>
                    </a:cubicBezTo>
                    <a:cubicBezTo>
                      <a:pt x="151" y="556"/>
                      <a:pt x="151" y="556"/>
                      <a:pt x="151" y="556"/>
                    </a:cubicBezTo>
                    <a:cubicBezTo>
                      <a:pt x="149" y="555"/>
                      <a:pt x="149" y="555"/>
                      <a:pt x="149" y="555"/>
                    </a:cubicBezTo>
                    <a:cubicBezTo>
                      <a:pt x="147" y="557"/>
                      <a:pt x="147" y="557"/>
                      <a:pt x="147" y="557"/>
                    </a:cubicBezTo>
                    <a:cubicBezTo>
                      <a:pt x="146" y="557"/>
                      <a:pt x="146" y="557"/>
                      <a:pt x="146" y="557"/>
                    </a:cubicBezTo>
                    <a:cubicBezTo>
                      <a:pt x="145" y="556"/>
                      <a:pt x="145" y="556"/>
                      <a:pt x="145" y="556"/>
                    </a:cubicBezTo>
                    <a:cubicBezTo>
                      <a:pt x="143" y="557"/>
                      <a:pt x="143" y="557"/>
                      <a:pt x="143" y="557"/>
                    </a:cubicBezTo>
                    <a:cubicBezTo>
                      <a:pt x="140" y="557"/>
                      <a:pt x="140" y="557"/>
                      <a:pt x="140" y="557"/>
                    </a:cubicBezTo>
                    <a:cubicBezTo>
                      <a:pt x="138" y="556"/>
                      <a:pt x="138" y="556"/>
                      <a:pt x="138" y="556"/>
                    </a:cubicBezTo>
                    <a:cubicBezTo>
                      <a:pt x="135" y="559"/>
                      <a:pt x="135" y="559"/>
                      <a:pt x="135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2" y="559"/>
                      <a:pt x="132" y="559"/>
                      <a:pt x="132" y="559"/>
                    </a:cubicBezTo>
                    <a:cubicBezTo>
                      <a:pt x="129" y="561"/>
                      <a:pt x="129" y="561"/>
                      <a:pt x="129" y="561"/>
                    </a:cubicBezTo>
                    <a:cubicBezTo>
                      <a:pt x="129" y="562"/>
                      <a:pt x="129" y="562"/>
                      <a:pt x="129" y="562"/>
                    </a:cubicBezTo>
                    <a:cubicBezTo>
                      <a:pt x="129" y="563"/>
                      <a:pt x="129" y="563"/>
                      <a:pt x="129" y="563"/>
                    </a:cubicBezTo>
                    <a:cubicBezTo>
                      <a:pt x="128" y="563"/>
                      <a:pt x="128" y="563"/>
                      <a:pt x="128" y="563"/>
                    </a:cubicBezTo>
                    <a:cubicBezTo>
                      <a:pt x="128" y="562"/>
                      <a:pt x="128" y="562"/>
                      <a:pt x="128" y="562"/>
                    </a:cubicBezTo>
                    <a:cubicBezTo>
                      <a:pt x="126" y="562"/>
                      <a:pt x="126" y="562"/>
                      <a:pt x="126" y="562"/>
                    </a:cubicBezTo>
                    <a:cubicBezTo>
                      <a:pt x="125" y="563"/>
                      <a:pt x="125" y="563"/>
                      <a:pt x="125" y="563"/>
                    </a:cubicBezTo>
                    <a:cubicBezTo>
                      <a:pt x="125" y="564"/>
                      <a:pt x="125" y="564"/>
                      <a:pt x="125" y="564"/>
                    </a:cubicBezTo>
                    <a:cubicBezTo>
                      <a:pt x="123" y="564"/>
                      <a:pt x="123" y="564"/>
                      <a:pt x="123" y="564"/>
                    </a:cubicBezTo>
                    <a:cubicBezTo>
                      <a:pt x="121" y="565"/>
                      <a:pt x="121" y="565"/>
                      <a:pt x="121" y="565"/>
                    </a:cubicBezTo>
                    <a:cubicBezTo>
                      <a:pt x="120" y="566"/>
                      <a:pt x="120" y="566"/>
                      <a:pt x="120" y="566"/>
                    </a:cubicBezTo>
                    <a:cubicBezTo>
                      <a:pt x="120" y="567"/>
                      <a:pt x="120" y="567"/>
                      <a:pt x="120" y="567"/>
                    </a:cubicBezTo>
                    <a:cubicBezTo>
                      <a:pt x="119" y="568"/>
                      <a:pt x="119" y="568"/>
                      <a:pt x="119" y="568"/>
                    </a:cubicBezTo>
                    <a:cubicBezTo>
                      <a:pt x="117" y="568"/>
                      <a:pt x="117" y="568"/>
                      <a:pt x="117" y="568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0" y="568"/>
                      <a:pt x="110" y="568"/>
                      <a:pt x="110" y="568"/>
                    </a:cubicBezTo>
                    <a:cubicBezTo>
                      <a:pt x="109" y="568"/>
                      <a:pt x="109" y="568"/>
                      <a:pt x="109" y="568"/>
                    </a:cubicBezTo>
                    <a:cubicBezTo>
                      <a:pt x="109" y="566"/>
                      <a:pt x="109" y="566"/>
                      <a:pt x="109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6" y="567"/>
                      <a:pt x="106" y="567"/>
                      <a:pt x="106" y="567"/>
                    </a:cubicBezTo>
                    <a:cubicBezTo>
                      <a:pt x="104" y="568"/>
                      <a:pt x="104" y="568"/>
                      <a:pt x="104" y="568"/>
                    </a:cubicBezTo>
                    <a:cubicBezTo>
                      <a:pt x="101" y="567"/>
                      <a:pt x="101" y="567"/>
                      <a:pt x="101" y="567"/>
                    </a:cubicBezTo>
                    <a:cubicBezTo>
                      <a:pt x="100" y="567"/>
                      <a:pt x="100" y="567"/>
                      <a:pt x="100" y="567"/>
                    </a:cubicBezTo>
                    <a:cubicBezTo>
                      <a:pt x="98" y="568"/>
                      <a:pt x="98" y="568"/>
                      <a:pt x="98" y="568"/>
                    </a:cubicBezTo>
                    <a:cubicBezTo>
                      <a:pt x="96" y="568"/>
                      <a:pt x="96" y="568"/>
                      <a:pt x="96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3" y="566"/>
                      <a:pt x="93" y="566"/>
                      <a:pt x="93" y="566"/>
                    </a:cubicBezTo>
                    <a:cubicBezTo>
                      <a:pt x="92" y="565"/>
                      <a:pt x="92" y="565"/>
                      <a:pt x="92" y="565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3" y="563"/>
                      <a:pt x="93" y="563"/>
                      <a:pt x="93" y="563"/>
                    </a:cubicBezTo>
                    <a:cubicBezTo>
                      <a:pt x="92" y="562"/>
                      <a:pt x="92" y="562"/>
                      <a:pt x="92" y="562"/>
                    </a:cubicBezTo>
                    <a:cubicBezTo>
                      <a:pt x="90" y="563"/>
                      <a:pt x="90" y="563"/>
                      <a:pt x="90" y="563"/>
                    </a:cubicBezTo>
                    <a:cubicBezTo>
                      <a:pt x="89" y="563"/>
                      <a:pt x="89" y="563"/>
                      <a:pt x="89" y="563"/>
                    </a:cubicBezTo>
                    <a:cubicBezTo>
                      <a:pt x="88" y="563"/>
                      <a:pt x="88" y="563"/>
                      <a:pt x="88" y="563"/>
                    </a:cubicBezTo>
                    <a:cubicBezTo>
                      <a:pt x="86" y="565"/>
                      <a:pt x="86" y="565"/>
                      <a:pt x="86" y="565"/>
                    </a:cubicBezTo>
                    <a:cubicBezTo>
                      <a:pt x="86" y="569"/>
                      <a:pt x="86" y="569"/>
                      <a:pt x="86" y="569"/>
                    </a:cubicBezTo>
                    <a:cubicBezTo>
                      <a:pt x="84" y="571"/>
                      <a:pt x="84" y="571"/>
                      <a:pt x="84" y="571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3" y="576"/>
                      <a:pt x="83" y="576"/>
                      <a:pt x="83" y="576"/>
                    </a:cubicBezTo>
                    <a:cubicBezTo>
                      <a:pt x="80" y="578"/>
                      <a:pt x="80" y="578"/>
                      <a:pt x="80" y="578"/>
                    </a:cubicBezTo>
                    <a:cubicBezTo>
                      <a:pt x="79" y="579"/>
                      <a:pt x="79" y="579"/>
                      <a:pt x="79" y="579"/>
                    </a:cubicBezTo>
                    <a:cubicBezTo>
                      <a:pt x="77" y="580"/>
                      <a:pt x="77" y="580"/>
                      <a:pt x="77" y="580"/>
                    </a:cubicBezTo>
                    <a:cubicBezTo>
                      <a:pt x="75" y="581"/>
                      <a:pt x="75" y="581"/>
                      <a:pt x="75" y="581"/>
                    </a:cubicBezTo>
                    <a:cubicBezTo>
                      <a:pt x="73" y="583"/>
                      <a:pt x="73" y="583"/>
                      <a:pt x="73" y="583"/>
                    </a:cubicBezTo>
                    <a:cubicBezTo>
                      <a:pt x="72" y="583"/>
                      <a:pt x="72" y="583"/>
                      <a:pt x="72" y="583"/>
                    </a:cubicBezTo>
                    <a:cubicBezTo>
                      <a:pt x="69" y="585"/>
                      <a:pt x="69" y="585"/>
                      <a:pt x="69" y="585"/>
                    </a:cubicBezTo>
                    <a:cubicBezTo>
                      <a:pt x="67" y="585"/>
                      <a:pt x="67" y="585"/>
                      <a:pt x="67" y="585"/>
                    </a:cubicBezTo>
                    <a:cubicBezTo>
                      <a:pt x="66" y="587"/>
                      <a:pt x="66" y="587"/>
                      <a:pt x="66" y="587"/>
                    </a:cubicBezTo>
                    <a:cubicBezTo>
                      <a:pt x="62" y="590"/>
                      <a:pt x="62" y="590"/>
                      <a:pt x="62" y="590"/>
                    </a:cubicBezTo>
                    <a:cubicBezTo>
                      <a:pt x="63" y="592"/>
                      <a:pt x="63" y="592"/>
                      <a:pt x="63" y="592"/>
                    </a:cubicBezTo>
                    <a:cubicBezTo>
                      <a:pt x="63" y="594"/>
                      <a:pt x="63" y="594"/>
                      <a:pt x="63" y="594"/>
                    </a:cubicBezTo>
                    <a:cubicBezTo>
                      <a:pt x="60" y="596"/>
                      <a:pt x="60" y="596"/>
                      <a:pt x="60" y="596"/>
                    </a:cubicBezTo>
                    <a:cubicBezTo>
                      <a:pt x="58" y="600"/>
                      <a:pt x="58" y="600"/>
                      <a:pt x="58" y="600"/>
                    </a:cubicBezTo>
                    <a:cubicBezTo>
                      <a:pt x="58" y="602"/>
                      <a:pt x="58" y="602"/>
                      <a:pt x="58" y="602"/>
                    </a:cubicBezTo>
                    <a:cubicBezTo>
                      <a:pt x="59" y="605"/>
                      <a:pt x="59" y="605"/>
                      <a:pt x="59" y="605"/>
                    </a:cubicBezTo>
                    <a:cubicBezTo>
                      <a:pt x="58" y="607"/>
                      <a:pt x="58" y="607"/>
                      <a:pt x="58" y="607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55" y="616"/>
                      <a:pt x="55" y="616"/>
                      <a:pt x="55" y="616"/>
                    </a:cubicBezTo>
                    <a:cubicBezTo>
                      <a:pt x="54" y="618"/>
                      <a:pt x="54" y="618"/>
                      <a:pt x="54" y="618"/>
                    </a:cubicBezTo>
                    <a:cubicBezTo>
                      <a:pt x="53" y="620"/>
                      <a:pt x="53" y="620"/>
                      <a:pt x="53" y="620"/>
                    </a:cubicBezTo>
                    <a:cubicBezTo>
                      <a:pt x="50" y="620"/>
                      <a:pt x="50" y="620"/>
                      <a:pt x="50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38" y="626"/>
                      <a:pt x="38" y="626"/>
                      <a:pt x="38" y="626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9"/>
                      <a:pt x="36" y="629"/>
                      <a:pt x="36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3" y="633"/>
                      <a:pt x="33" y="633"/>
                      <a:pt x="33" y="633"/>
                    </a:cubicBezTo>
                    <a:cubicBezTo>
                      <a:pt x="33" y="635"/>
                      <a:pt x="33" y="635"/>
                      <a:pt x="33" y="635"/>
                    </a:cubicBezTo>
                    <a:cubicBezTo>
                      <a:pt x="32" y="635"/>
                      <a:pt x="32" y="635"/>
                      <a:pt x="32" y="635"/>
                    </a:cubicBezTo>
                    <a:cubicBezTo>
                      <a:pt x="26" y="638"/>
                      <a:pt x="26" y="638"/>
                      <a:pt x="26" y="638"/>
                    </a:cubicBezTo>
                    <a:cubicBezTo>
                      <a:pt x="26" y="639"/>
                      <a:pt x="26" y="639"/>
                      <a:pt x="26" y="639"/>
                    </a:cubicBezTo>
                    <a:cubicBezTo>
                      <a:pt x="24" y="641"/>
                      <a:pt x="24" y="641"/>
                      <a:pt x="24" y="641"/>
                    </a:cubicBezTo>
                    <a:cubicBezTo>
                      <a:pt x="24" y="643"/>
                      <a:pt x="24" y="643"/>
                      <a:pt x="24" y="643"/>
                    </a:cubicBezTo>
                    <a:cubicBezTo>
                      <a:pt x="20" y="649"/>
                      <a:pt x="20" y="649"/>
                      <a:pt x="20" y="649"/>
                    </a:cubicBezTo>
                    <a:cubicBezTo>
                      <a:pt x="19" y="651"/>
                      <a:pt x="19" y="651"/>
                      <a:pt x="19" y="651"/>
                    </a:cubicBezTo>
                    <a:cubicBezTo>
                      <a:pt x="16" y="654"/>
                      <a:pt x="16" y="654"/>
                      <a:pt x="16" y="654"/>
                    </a:cubicBezTo>
                    <a:cubicBezTo>
                      <a:pt x="15" y="655"/>
                      <a:pt x="15" y="655"/>
                      <a:pt x="15" y="655"/>
                    </a:cubicBezTo>
                    <a:cubicBezTo>
                      <a:pt x="13" y="659"/>
                      <a:pt x="13" y="659"/>
                      <a:pt x="13" y="659"/>
                    </a:cubicBezTo>
                    <a:cubicBezTo>
                      <a:pt x="13" y="660"/>
                      <a:pt x="13" y="660"/>
                      <a:pt x="13" y="660"/>
                    </a:cubicBezTo>
                    <a:cubicBezTo>
                      <a:pt x="10" y="664"/>
                      <a:pt x="10" y="664"/>
                      <a:pt x="10" y="664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8" y="669"/>
                      <a:pt x="8" y="669"/>
                      <a:pt x="8" y="669"/>
                    </a:cubicBezTo>
                    <a:cubicBezTo>
                      <a:pt x="7" y="670"/>
                      <a:pt x="7" y="670"/>
                      <a:pt x="7" y="670"/>
                    </a:cubicBezTo>
                    <a:cubicBezTo>
                      <a:pt x="5" y="671"/>
                      <a:pt x="5" y="671"/>
                      <a:pt x="5" y="671"/>
                    </a:cubicBezTo>
                    <a:cubicBezTo>
                      <a:pt x="5" y="673"/>
                      <a:pt x="5" y="673"/>
                      <a:pt x="5" y="673"/>
                    </a:cubicBezTo>
                    <a:cubicBezTo>
                      <a:pt x="5" y="675"/>
                      <a:pt x="5" y="675"/>
                      <a:pt x="5" y="675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7"/>
                      <a:pt x="5" y="677"/>
                      <a:pt x="5" y="677"/>
                    </a:cubicBezTo>
                    <a:cubicBezTo>
                      <a:pt x="4" y="679"/>
                      <a:pt x="4" y="679"/>
                      <a:pt x="4" y="679"/>
                    </a:cubicBezTo>
                    <a:cubicBezTo>
                      <a:pt x="4" y="683"/>
                      <a:pt x="4" y="683"/>
                      <a:pt x="4" y="683"/>
                    </a:cubicBezTo>
                    <a:cubicBezTo>
                      <a:pt x="6" y="681"/>
                      <a:pt x="6" y="681"/>
                      <a:pt x="6" y="681"/>
                    </a:cubicBezTo>
                    <a:cubicBezTo>
                      <a:pt x="7" y="682"/>
                      <a:pt x="7" y="682"/>
                      <a:pt x="7" y="682"/>
                    </a:cubicBezTo>
                    <a:cubicBezTo>
                      <a:pt x="8" y="683"/>
                      <a:pt x="8" y="683"/>
                      <a:pt x="8" y="683"/>
                    </a:cubicBezTo>
                    <a:cubicBezTo>
                      <a:pt x="8" y="682"/>
                      <a:pt x="8" y="682"/>
                      <a:pt x="8" y="682"/>
                    </a:cubicBezTo>
                    <a:cubicBezTo>
                      <a:pt x="10" y="684"/>
                      <a:pt x="10" y="684"/>
                      <a:pt x="10" y="684"/>
                    </a:cubicBezTo>
                    <a:cubicBezTo>
                      <a:pt x="9" y="685"/>
                      <a:pt x="9" y="685"/>
                      <a:pt x="9" y="685"/>
                    </a:cubicBezTo>
                    <a:cubicBezTo>
                      <a:pt x="10" y="687"/>
                      <a:pt x="10" y="687"/>
                      <a:pt x="10" y="687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7" y="690"/>
                      <a:pt x="7" y="690"/>
                      <a:pt x="7" y="690"/>
                    </a:cubicBezTo>
                    <a:cubicBezTo>
                      <a:pt x="10" y="693"/>
                      <a:pt x="10" y="693"/>
                      <a:pt x="10" y="693"/>
                    </a:cubicBezTo>
                    <a:cubicBezTo>
                      <a:pt x="11" y="701"/>
                      <a:pt x="11" y="701"/>
                      <a:pt x="11" y="701"/>
                    </a:cubicBezTo>
                    <a:cubicBezTo>
                      <a:pt x="11" y="706"/>
                      <a:pt x="11" y="706"/>
                      <a:pt x="11" y="706"/>
                    </a:cubicBezTo>
                    <a:cubicBezTo>
                      <a:pt x="9" y="708"/>
                      <a:pt x="9" y="708"/>
                      <a:pt x="9" y="708"/>
                    </a:cubicBezTo>
                    <a:cubicBezTo>
                      <a:pt x="8" y="713"/>
                      <a:pt x="8" y="713"/>
                      <a:pt x="8" y="713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8"/>
                      <a:pt x="7" y="718"/>
                      <a:pt x="7" y="718"/>
                    </a:cubicBezTo>
                    <a:cubicBezTo>
                      <a:pt x="5" y="721"/>
                      <a:pt x="5" y="721"/>
                      <a:pt x="5" y="721"/>
                    </a:cubicBezTo>
                    <a:cubicBezTo>
                      <a:pt x="0" y="726"/>
                      <a:pt x="0" y="726"/>
                      <a:pt x="0" y="726"/>
                    </a:cubicBezTo>
                    <a:cubicBezTo>
                      <a:pt x="3" y="728"/>
                      <a:pt x="3" y="728"/>
                      <a:pt x="3" y="728"/>
                    </a:cubicBezTo>
                    <a:cubicBezTo>
                      <a:pt x="5" y="731"/>
                      <a:pt x="5" y="731"/>
                      <a:pt x="5" y="731"/>
                    </a:cubicBezTo>
                    <a:cubicBezTo>
                      <a:pt x="6" y="731"/>
                      <a:pt x="6" y="731"/>
                      <a:pt x="6" y="731"/>
                    </a:cubicBezTo>
                    <a:cubicBezTo>
                      <a:pt x="6" y="732"/>
                      <a:pt x="6" y="732"/>
                      <a:pt x="6" y="732"/>
                    </a:cubicBezTo>
                    <a:cubicBezTo>
                      <a:pt x="4" y="732"/>
                      <a:pt x="4" y="732"/>
                      <a:pt x="4" y="732"/>
                    </a:cubicBezTo>
                    <a:cubicBezTo>
                      <a:pt x="7" y="734"/>
                      <a:pt x="7" y="734"/>
                      <a:pt x="7" y="734"/>
                    </a:cubicBezTo>
                    <a:cubicBezTo>
                      <a:pt x="6" y="734"/>
                      <a:pt x="6" y="734"/>
                      <a:pt x="6" y="734"/>
                    </a:cubicBezTo>
                    <a:cubicBezTo>
                      <a:pt x="6" y="735"/>
                      <a:pt x="6" y="735"/>
                      <a:pt x="6" y="735"/>
                    </a:cubicBezTo>
                    <a:cubicBezTo>
                      <a:pt x="4" y="737"/>
                      <a:pt x="4" y="737"/>
                      <a:pt x="4" y="737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40"/>
                      <a:pt x="5" y="740"/>
                      <a:pt x="5" y="740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7" y="745"/>
                      <a:pt x="7" y="745"/>
                      <a:pt x="7" y="745"/>
                    </a:cubicBezTo>
                    <a:cubicBezTo>
                      <a:pt x="9" y="746"/>
                      <a:pt x="9" y="746"/>
                      <a:pt x="9" y="746"/>
                    </a:cubicBezTo>
                    <a:cubicBezTo>
                      <a:pt x="8" y="746"/>
                      <a:pt x="8" y="746"/>
                      <a:pt x="8" y="746"/>
                    </a:cubicBezTo>
                    <a:cubicBezTo>
                      <a:pt x="10" y="748"/>
                      <a:pt x="10" y="748"/>
                      <a:pt x="10" y="748"/>
                    </a:cubicBezTo>
                    <a:cubicBezTo>
                      <a:pt x="12" y="748"/>
                      <a:pt x="12" y="748"/>
                      <a:pt x="12" y="748"/>
                    </a:cubicBezTo>
                    <a:cubicBezTo>
                      <a:pt x="12" y="749"/>
                      <a:pt x="12" y="749"/>
                      <a:pt x="12" y="749"/>
                    </a:cubicBezTo>
                    <a:cubicBezTo>
                      <a:pt x="13" y="749"/>
                      <a:pt x="13" y="749"/>
                      <a:pt x="13" y="749"/>
                    </a:cubicBezTo>
                    <a:cubicBezTo>
                      <a:pt x="14" y="749"/>
                      <a:pt x="14" y="749"/>
                      <a:pt x="14" y="749"/>
                    </a:cubicBezTo>
                    <a:cubicBezTo>
                      <a:pt x="15" y="750"/>
                      <a:pt x="15" y="750"/>
                      <a:pt x="15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5" y="752"/>
                      <a:pt x="15" y="752"/>
                      <a:pt x="15" y="752"/>
                    </a:cubicBezTo>
                    <a:cubicBezTo>
                      <a:pt x="16" y="752"/>
                      <a:pt x="16" y="752"/>
                      <a:pt x="16" y="752"/>
                    </a:cubicBezTo>
                    <a:cubicBezTo>
                      <a:pt x="14" y="754"/>
                      <a:pt x="14" y="754"/>
                      <a:pt x="14" y="754"/>
                    </a:cubicBezTo>
                    <a:cubicBezTo>
                      <a:pt x="18" y="753"/>
                      <a:pt x="18" y="753"/>
                      <a:pt x="18" y="753"/>
                    </a:cubicBezTo>
                    <a:cubicBezTo>
                      <a:pt x="18" y="754"/>
                      <a:pt x="18" y="754"/>
                      <a:pt x="18" y="754"/>
                    </a:cubicBezTo>
                    <a:cubicBezTo>
                      <a:pt x="19" y="755"/>
                      <a:pt x="19" y="755"/>
                      <a:pt x="19" y="755"/>
                    </a:cubicBezTo>
                    <a:cubicBezTo>
                      <a:pt x="21" y="754"/>
                      <a:pt x="21" y="754"/>
                      <a:pt x="21" y="754"/>
                    </a:cubicBezTo>
                    <a:cubicBezTo>
                      <a:pt x="21" y="755"/>
                      <a:pt x="21" y="755"/>
                      <a:pt x="21" y="755"/>
                    </a:cubicBezTo>
                    <a:cubicBezTo>
                      <a:pt x="21" y="758"/>
                      <a:pt x="21" y="758"/>
                      <a:pt x="21" y="758"/>
                    </a:cubicBezTo>
                    <a:cubicBezTo>
                      <a:pt x="23" y="761"/>
                      <a:pt x="23" y="761"/>
                      <a:pt x="23" y="761"/>
                    </a:cubicBezTo>
                    <a:cubicBezTo>
                      <a:pt x="25" y="761"/>
                      <a:pt x="25" y="761"/>
                      <a:pt x="25" y="761"/>
                    </a:cubicBezTo>
                    <a:cubicBezTo>
                      <a:pt x="26" y="761"/>
                      <a:pt x="26" y="761"/>
                      <a:pt x="26" y="761"/>
                    </a:cubicBezTo>
                    <a:cubicBezTo>
                      <a:pt x="27" y="760"/>
                      <a:pt x="27" y="760"/>
                      <a:pt x="27" y="760"/>
                    </a:cubicBezTo>
                    <a:cubicBezTo>
                      <a:pt x="27" y="762"/>
                      <a:pt x="27" y="762"/>
                      <a:pt x="27" y="762"/>
                    </a:cubicBezTo>
                    <a:cubicBezTo>
                      <a:pt x="28" y="763"/>
                      <a:pt x="28" y="763"/>
                      <a:pt x="28" y="763"/>
                    </a:cubicBezTo>
                    <a:cubicBezTo>
                      <a:pt x="29" y="763"/>
                      <a:pt x="29" y="763"/>
                      <a:pt x="29" y="763"/>
                    </a:cubicBezTo>
                    <a:cubicBezTo>
                      <a:pt x="30" y="765"/>
                      <a:pt x="30" y="765"/>
                      <a:pt x="30" y="765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7"/>
                      <a:pt x="32" y="767"/>
                      <a:pt x="32" y="767"/>
                    </a:cubicBezTo>
                    <a:cubicBezTo>
                      <a:pt x="32" y="768"/>
                      <a:pt x="32" y="768"/>
                      <a:pt x="32" y="768"/>
                    </a:cubicBezTo>
                    <a:cubicBezTo>
                      <a:pt x="32" y="770"/>
                      <a:pt x="32" y="770"/>
                      <a:pt x="32" y="770"/>
                    </a:cubicBezTo>
                    <a:cubicBezTo>
                      <a:pt x="33" y="770"/>
                      <a:pt x="33" y="770"/>
                      <a:pt x="33" y="770"/>
                    </a:cubicBezTo>
                    <a:cubicBezTo>
                      <a:pt x="32" y="772"/>
                      <a:pt x="32" y="772"/>
                      <a:pt x="32" y="772"/>
                    </a:cubicBezTo>
                    <a:cubicBezTo>
                      <a:pt x="33" y="773"/>
                      <a:pt x="33" y="773"/>
                      <a:pt x="33" y="773"/>
                    </a:cubicBezTo>
                    <a:cubicBezTo>
                      <a:pt x="34" y="773"/>
                      <a:pt x="34" y="773"/>
                      <a:pt x="34" y="773"/>
                    </a:cubicBezTo>
                    <a:cubicBezTo>
                      <a:pt x="35" y="775"/>
                      <a:pt x="35" y="775"/>
                      <a:pt x="35" y="775"/>
                    </a:cubicBezTo>
                    <a:cubicBezTo>
                      <a:pt x="35" y="777"/>
                      <a:pt x="35" y="777"/>
                      <a:pt x="35" y="777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6" y="779"/>
                      <a:pt x="36" y="779"/>
                      <a:pt x="36" y="779"/>
                    </a:cubicBezTo>
                    <a:cubicBezTo>
                      <a:pt x="35" y="780"/>
                      <a:pt x="35" y="780"/>
                      <a:pt x="35" y="780"/>
                    </a:cubicBezTo>
                    <a:cubicBezTo>
                      <a:pt x="36" y="782"/>
                      <a:pt x="36" y="782"/>
                      <a:pt x="36" y="782"/>
                    </a:cubicBezTo>
                    <a:cubicBezTo>
                      <a:pt x="37" y="782"/>
                      <a:pt x="37" y="782"/>
                      <a:pt x="37" y="782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1"/>
                      <a:pt x="38" y="781"/>
                      <a:pt x="38" y="781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3"/>
                      <a:pt x="38" y="783"/>
                      <a:pt x="38" y="783"/>
                    </a:cubicBezTo>
                    <a:cubicBezTo>
                      <a:pt x="41" y="784"/>
                      <a:pt x="41" y="784"/>
                      <a:pt x="41" y="784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7"/>
                      <a:pt x="48" y="787"/>
                      <a:pt x="48" y="787"/>
                    </a:cubicBezTo>
                    <a:cubicBezTo>
                      <a:pt x="49" y="788"/>
                      <a:pt x="49" y="788"/>
                      <a:pt x="49" y="788"/>
                    </a:cubicBezTo>
                    <a:cubicBezTo>
                      <a:pt x="51" y="790"/>
                      <a:pt x="51" y="790"/>
                      <a:pt x="51" y="790"/>
                    </a:cubicBezTo>
                    <a:cubicBezTo>
                      <a:pt x="52" y="790"/>
                      <a:pt x="52" y="790"/>
                      <a:pt x="52" y="790"/>
                    </a:cubicBezTo>
                    <a:cubicBezTo>
                      <a:pt x="55" y="792"/>
                      <a:pt x="55" y="792"/>
                      <a:pt x="55" y="792"/>
                    </a:cubicBezTo>
                    <a:cubicBezTo>
                      <a:pt x="60" y="797"/>
                      <a:pt x="60" y="797"/>
                      <a:pt x="60" y="797"/>
                    </a:cubicBezTo>
                    <a:cubicBezTo>
                      <a:pt x="62" y="797"/>
                      <a:pt x="62" y="797"/>
                      <a:pt x="62" y="797"/>
                    </a:cubicBezTo>
                    <a:cubicBezTo>
                      <a:pt x="67" y="801"/>
                      <a:pt x="67" y="801"/>
                      <a:pt x="67" y="801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5" y="804"/>
                      <a:pt x="75" y="804"/>
                      <a:pt x="75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8" y="802"/>
                      <a:pt x="78" y="802"/>
                      <a:pt x="78" y="802"/>
                    </a:cubicBezTo>
                    <a:cubicBezTo>
                      <a:pt x="80" y="802"/>
                      <a:pt x="80" y="802"/>
                      <a:pt x="80" y="802"/>
                    </a:cubicBezTo>
                    <a:cubicBezTo>
                      <a:pt x="81" y="801"/>
                      <a:pt x="81" y="801"/>
                      <a:pt x="81" y="801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8" y="798"/>
                      <a:pt x="88" y="798"/>
                      <a:pt x="88" y="798"/>
                    </a:cubicBezTo>
                    <a:cubicBezTo>
                      <a:pt x="98" y="798"/>
                      <a:pt x="98" y="798"/>
                      <a:pt x="98" y="798"/>
                    </a:cubicBezTo>
                    <a:cubicBezTo>
                      <a:pt x="102" y="797"/>
                      <a:pt x="102" y="797"/>
                      <a:pt x="102" y="797"/>
                    </a:cubicBezTo>
                    <a:cubicBezTo>
                      <a:pt x="106" y="799"/>
                      <a:pt x="106" y="799"/>
                      <a:pt x="106" y="799"/>
                    </a:cubicBezTo>
                    <a:cubicBezTo>
                      <a:pt x="106" y="797"/>
                      <a:pt x="106" y="797"/>
                      <a:pt x="106" y="797"/>
                    </a:cubicBezTo>
                    <a:cubicBezTo>
                      <a:pt x="107" y="797"/>
                      <a:pt x="107" y="797"/>
                      <a:pt x="107" y="797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12" y="800"/>
                      <a:pt x="112" y="800"/>
                      <a:pt x="112" y="800"/>
                    </a:cubicBezTo>
                    <a:cubicBezTo>
                      <a:pt x="116" y="801"/>
                      <a:pt x="116" y="801"/>
                      <a:pt x="116" y="801"/>
                    </a:cubicBezTo>
                    <a:cubicBezTo>
                      <a:pt x="122" y="798"/>
                      <a:pt x="122" y="798"/>
                      <a:pt x="122" y="798"/>
                    </a:cubicBezTo>
                    <a:cubicBezTo>
                      <a:pt x="127" y="798"/>
                      <a:pt x="127" y="798"/>
                      <a:pt x="127" y="798"/>
                    </a:cubicBezTo>
                    <a:cubicBezTo>
                      <a:pt x="131" y="794"/>
                      <a:pt x="131" y="794"/>
                      <a:pt x="131" y="794"/>
                    </a:cubicBezTo>
                    <a:cubicBezTo>
                      <a:pt x="134" y="793"/>
                      <a:pt x="134" y="793"/>
                      <a:pt x="134" y="793"/>
                    </a:cubicBezTo>
                    <a:cubicBezTo>
                      <a:pt x="138" y="792"/>
                      <a:pt x="138" y="792"/>
                      <a:pt x="138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43" y="790"/>
                      <a:pt x="143" y="790"/>
                      <a:pt x="143" y="790"/>
                    </a:cubicBezTo>
                    <a:cubicBezTo>
                      <a:pt x="146" y="790"/>
                      <a:pt x="146" y="790"/>
                      <a:pt x="146" y="790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4" y="789"/>
                      <a:pt x="154" y="789"/>
                      <a:pt x="154" y="789"/>
                    </a:cubicBezTo>
                    <a:cubicBezTo>
                      <a:pt x="157" y="788"/>
                      <a:pt x="157" y="788"/>
                      <a:pt x="157" y="788"/>
                    </a:cubicBezTo>
                    <a:cubicBezTo>
                      <a:pt x="162" y="791"/>
                      <a:pt x="162" y="791"/>
                      <a:pt x="162" y="791"/>
                    </a:cubicBezTo>
                    <a:cubicBezTo>
                      <a:pt x="165" y="794"/>
                      <a:pt x="165" y="794"/>
                      <a:pt x="165" y="794"/>
                    </a:cubicBezTo>
                    <a:cubicBezTo>
                      <a:pt x="166" y="797"/>
                      <a:pt x="166" y="797"/>
                      <a:pt x="166" y="797"/>
                    </a:cubicBezTo>
                    <a:cubicBezTo>
                      <a:pt x="166" y="799"/>
                      <a:pt x="166" y="799"/>
                      <a:pt x="166" y="799"/>
                    </a:cubicBezTo>
                    <a:cubicBezTo>
                      <a:pt x="167" y="800"/>
                      <a:pt x="167" y="800"/>
                      <a:pt x="167" y="800"/>
                    </a:cubicBezTo>
                    <a:cubicBezTo>
                      <a:pt x="168" y="802"/>
                      <a:pt x="168" y="802"/>
                      <a:pt x="168" y="802"/>
                    </a:cubicBezTo>
                    <a:cubicBezTo>
                      <a:pt x="170" y="804"/>
                      <a:pt x="170" y="804"/>
                      <a:pt x="170" y="804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81" y="805"/>
                      <a:pt x="181" y="805"/>
                      <a:pt x="181" y="805"/>
                    </a:cubicBezTo>
                    <a:cubicBezTo>
                      <a:pt x="182" y="804"/>
                      <a:pt x="182" y="804"/>
                      <a:pt x="182" y="804"/>
                    </a:cubicBezTo>
                    <a:cubicBezTo>
                      <a:pt x="183" y="804"/>
                      <a:pt x="183" y="804"/>
                      <a:pt x="183" y="804"/>
                    </a:cubicBezTo>
                    <a:cubicBezTo>
                      <a:pt x="187" y="803"/>
                      <a:pt x="187" y="803"/>
                      <a:pt x="187" y="803"/>
                    </a:cubicBezTo>
                    <a:cubicBezTo>
                      <a:pt x="188" y="804"/>
                      <a:pt x="188" y="804"/>
                      <a:pt x="188" y="804"/>
                    </a:cubicBezTo>
                    <a:cubicBezTo>
                      <a:pt x="190" y="803"/>
                      <a:pt x="190" y="803"/>
                      <a:pt x="190" y="803"/>
                    </a:cubicBezTo>
                    <a:cubicBezTo>
                      <a:pt x="191" y="802"/>
                      <a:pt x="191" y="802"/>
                      <a:pt x="191" y="802"/>
                    </a:cubicBezTo>
                    <a:cubicBezTo>
                      <a:pt x="192" y="803"/>
                      <a:pt x="192" y="803"/>
                      <a:pt x="192" y="803"/>
                    </a:cubicBezTo>
                    <a:cubicBezTo>
                      <a:pt x="192" y="802"/>
                      <a:pt x="192" y="802"/>
                      <a:pt x="192" y="802"/>
                    </a:cubicBezTo>
                    <a:cubicBezTo>
                      <a:pt x="193" y="803"/>
                      <a:pt x="193" y="803"/>
                      <a:pt x="193" y="803"/>
                    </a:cubicBezTo>
                    <a:cubicBezTo>
                      <a:pt x="194" y="802"/>
                      <a:pt x="194" y="802"/>
                      <a:pt x="194" y="802"/>
                    </a:cubicBezTo>
                    <a:cubicBezTo>
                      <a:pt x="195" y="806"/>
                      <a:pt x="195" y="806"/>
                      <a:pt x="195" y="806"/>
                    </a:cubicBezTo>
                    <a:cubicBezTo>
                      <a:pt x="196" y="807"/>
                      <a:pt x="196" y="807"/>
                      <a:pt x="196" y="807"/>
                    </a:cubicBezTo>
                    <a:cubicBezTo>
                      <a:pt x="197" y="808"/>
                      <a:pt x="197" y="808"/>
                      <a:pt x="197" y="808"/>
                    </a:cubicBezTo>
                    <a:cubicBezTo>
                      <a:pt x="199" y="807"/>
                      <a:pt x="199" y="807"/>
                      <a:pt x="199" y="807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11"/>
                      <a:pt x="200" y="811"/>
                      <a:pt x="200" y="811"/>
                    </a:cubicBezTo>
                    <a:cubicBezTo>
                      <a:pt x="201" y="813"/>
                      <a:pt x="201" y="813"/>
                      <a:pt x="201" y="813"/>
                    </a:cubicBezTo>
                    <a:cubicBezTo>
                      <a:pt x="201" y="815"/>
                      <a:pt x="201" y="815"/>
                      <a:pt x="201" y="815"/>
                    </a:cubicBezTo>
                    <a:cubicBezTo>
                      <a:pt x="200" y="818"/>
                      <a:pt x="200" y="818"/>
                      <a:pt x="200" y="818"/>
                    </a:cubicBezTo>
                    <a:cubicBezTo>
                      <a:pt x="201" y="819"/>
                      <a:pt x="201" y="819"/>
                      <a:pt x="201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20"/>
                      <a:pt x="200" y="820"/>
                      <a:pt x="200" y="820"/>
                    </a:cubicBezTo>
                    <a:cubicBezTo>
                      <a:pt x="199" y="821"/>
                      <a:pt x="199" y="821"/>
                      <a:pt x="199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198" y="824"/>
                      <a:pt x="198" y="824"/>
                      <a:pt x="198" y="824"/>
                    </a:cubicBezTo>
                    <a:cubicBezTo>
                      <a:pt x="196" y="828"/>
                      <a:pt x="196" y="828"/>
                      <a:pt x="196" y="828"/>
                    </a:cubicBezTo>
                    <a:cubicBezTo>
                      <a:pt x="198" y="829"/>
                      <a:pt x="198" y="829"/>
                      <a:pt x="198" y="829"/>
                    </a:cubicBezTo>
                    <a:cubicBezTo>
                      <a:pt x="198" y="830"/>
                      <a:pt x="198" y="830"/>
                      <a:pt x="198" y="830"/>
                    </a:cubicBezTo>
                    <a:cubicBezTo>
                      <a:pt x="196" y="830"/>
                      <a:pt x="196" y="830"/>
                      <a:pt x="196" y="830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6" y="832"/>
                      <a:pt x="196" y="832"/>
                      <a:pt x="196" y="832"/>
                    </a:cubicBezTo>
                    <a:cubicBezTo>
                      <a:pt x="195" y="839"/>
                      <a:pt x="195" y="839"/>
                      <a:pt x="195" y="839"/>
                    </a:cubicBezTo>
                    <a:cubicBezTo>
                      <a:pt x="194" y="840"/>
                      <a:pt x="194" y="840"/>
                      <a:pt x="194" y="840"/>
                    </a:cubicBezTo>
                    <a:cubicBezTo>
                      <a:pt x="192" y="840"/>
                      <a:pt x="192" y="840"/>
                      <a:pt x="192" y="840"/>
                    </a:cubicBezTo>
                    <a:cubicBezTo>
                      <a:pt x="192" y="841"/>
                      <a:pt x="192" y="841"/>
                      <a:pt x="192" y="841"/>
                    </a:cubicBezTo>
                    <a:cubicBezTo>
                      <a:pt x="194" y="845"/>
                      <a:pt x="194" y="845"/>
                      <a:pt x="194" y="845"/>
                    </a:cubicBezTo>
                    <a:cubicBezTo>
                      <a:pt x="195" y="845"/>
                      <a:pt x="195" y="845"/>
                      <a:pt x="195" y="845"/>
                    </a:cubicBezTo>
                    <a:cubicBezTo>
                      <a:pt x="195" y="846"/>
                      <a:pt x="195" y="846"/>
                      <a:pt x="195" y="846"/>
                    </a:cubicBezTo>
                    <a:cubicBezTo>
                      <a:pt x="196" y="848"/>
                      <a:pt x="196" y="848"/>
                      <a:pt x="196" y="848"/>
                    </a:cubicBezTo>
                    <a:cubicBezTo>
                      <a:pt x="196" y="850"/>
                      <a:pt x="196" y="850"/>
                      <a:pt x="196" y="850"/>
                    </a:cubicBezTo>
                    <a:cubicBezTo>
                      <a:pt x="197" y="851"/>
                      <a:pt x="197" y="851"/>
                      <a:pt x="197" y="851"/>
                    </a:cubicBezTo>
                    <a:cubicBezTo>
                      <a:pt x="198" y="853"/>
                      <a:pt x="198" y="853"/>
                      <a:pt x="198" y="853"/>
                    </a:cubicBezTo>
                    <a:cubicBezTo>
                      <a:pt x="199" y="854"/>
                      <a:pt x="199" y="854"/>
                      <a:pt x="199" y="854"/>
                    </a:cubicBezTo>
                    <a:cubicBezTo>
                      <a:pt x="199" y="855"/>
                      <a:pt x="199" y="855"/>
                      <a:pt x="199" y="855"/>
                    </a:cubicBezTo>
                    <a:cubicBezTo>
                      <a:pt x="201" y="857"/>
                      <a:pt x="201" y="857"/>
                      <a:pt x="201" y="857"/>
                    </a:cubicBezTo>
                    <a:cubicBezTo>
                      <a:pt x="205" y="860"/>
                      <a:pt x="205" y="860"/>
                      <a:pt x="205" y="860"/>
                    </a:cubicBezTo>
                    <a:cubicBezTo>
                      <a:pt x="205" y="861"/>
                      <a:pt x="205" y="861"/>
                      <a:pt x="205" y="861"/>
                    </a:cubicBezTo>
                    <a:cubicBezTo>
                      <a:pt x="208" y="863"/>
                      <a:pt x="208" y="863"/>
                      <a:pt x="208" y="863"/>
                    </a:cubicBezTo>
                    <a:cubicBezTo>
                      <a:pt x="208" y="864"/>
                      <a:pt x="208" y="864"/>
                      <a:pt x="208" y="864"/>
                    </a:cubicBezTo>
                    <a:cubicBezTo>
                      <a:pt x="210" y="864"/>
                      <a:pt x="210" y="864"/>
                      <a:pt x="210" y="864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1" y="866"/>
                      <a:pt x="211" y="866"/>
                      <a:pt x="211" y="866"/>
                    </a:cubicBezTo>
                    <a:cubicBezTo>
                      <a:pt x="212" y="867"/>
                      <a:pt x="212" y="867"/>
                      <a:pt x="212" y="867"/>
                    </a:cubicBezTo>
                    <a:cubicBezTo>
                      <a:pt x="214" y="868"/>
                      <a:pt x="214" y="868"/>
                      <a:pt x="214" y="868"/>
                    </a:cubicBezTo>
                    <a:cubicBezTo>
                      <a:pt x="214" y="870"/>
                      <a:pt x="214" y="870"/>
                      <a:pt x="214" y="870"/>
                    </a:cubicBezTo>
                    <a:cubicBezTo>
                      <a:pt x="215" y="871"/>
                      <a:pt x="215" y="871"/>
                      <a:pt x="215" y="871"/>
                    </a:cubicBezTo>
                    <a:cubicBezTo>
                      <a:pt x="215" y="872"/>
                      <a:pt x="215" y="872"/>
                      <a:pt x="215" y="872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6"/>
                      <a:pt x="217" y="876"/>
                      <a:pt x="217" y="876"/>
                    </a:cubicBezTo>
                    <a:cubicBezTo>
                      <a:pt x="216" y="877"/>
                      <a:pt x="216" y="877"/>
                      <a:pt x="216" y="877"/>
                    </a:cubicBezTo>
                    <a:cubicBezTo>
                      <a:pt x="217" y="878"/>
                      <a:pt x="217" y="878"/>
                      <a:pt x="217" y="878"/>
                    </a:cubicBezTo>
                    <a:cubicBezTo>
                      <a:pt x="218" y="880"/>
                      <a:pt x="218" y="880"/>
                      <a:pt x="218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18" y="881"/>
                      <a:pt x="218" y="881"/>
                      <a:pt x="218" y="881"/>
                    </a:cubicBezTo>
                    <a:cubicBezTo>
                      <a:pt x="219" y="882"/>
                      <a:pt x="219" y="882"/>
                      <a:pt x="219" y="882"/>
                    </a:cubicBezTo>
                    <a:cubicBezTo>
                      <a:pt x="219" y="883"/>
                      <a:pt x="219" y="883"/>
                      <a:pt x="219" y="883"/>
                    </a:cubicBezTo>
                    <a:cubicBezTo>
                      <a:pt x="223" y="888"/>
                      <a:pt x="223" y="888"/>
                      <a:pt x="223" y="888"/>
                    </a:cubicBezTo>
                    <a:cubicBezTo>
                      <a:pt x="223" y="893"/>
                      <a:pt x="223" y="893"/>
                      <a:pt x="223" y="893"/>
                    </a:cubicBezTo>
                    <a:cubicBezTo>
                      <a:pt x="226" y="896"/>
                      <a:pt x="226" y="896"/>
                      <a:pt x="226" y="896"/>
                    </a:cubicBezTo>
                    <a:cubicBezTo>
                      <a:pt x="225" y="899"/>
                      <a:pt x="225" y="899"/>
                      <a:pt x="225" y="899"/>
                    </a:cubicBezTo>
                    <a:cubicBezTo>
                      <a:pt x="223" y="902"/>
                      <a:pt x="223" y="902"/>
                      <a:pt x="223" y="902"/>
                    </a:cubicBezTo>
                    <a:cubicBezTo>
                      <a:pt x="224" y="903"/>
                      <a:pt x="224" y="903"/>
                      <a:pt x="224" y="903"/>
                    </a:cubicBezTo>
                    <a:cubicBezTo>
                      <a:pt x="224" y="905"/>
                      <a:pt x="224" y="905"/>
                      <a:pt x="224" y="905"/>
                    </a:cubicBezTo>
                    <a:cubicBezTo>
                      <a:pt x="225" y="907"/>
                      <a:pt x="225" y="907"/>
                      <a:pt x="225" y="907"/>
                    </a:cubicBezTo>
                    <a:cubicBezTo>
                      <a:pt x="225" y="909"/>
                      <a:pt x="225" y="909"/>
                      <a:pt x="225" y="909"/>
                    </a:cubicBezTo>
                    <a:cubicBezTo>
                      <a:pt x="228" y="914"/>
                      <a:pt x="228" y="914"/>
                      <a:pt x="228" y="914"/>
                    </a:cubicBezTo>
                    <a:cubicBezTo>
                      <a:pt x="228" y="915"/>
                      <a:pt x="228" y="915"/>
                      <a:pt x="228" y="915"/>
                    </a:cubicBezTo>
                    <a:cubicBezTo>
                      <a:pt x="229" y="916"/>
                      <a:pt x="229" y="916"/>
                      <a:pt x="229" y="916"/>
                    </a:cubicBezTo>
                    <a:cubicBezTo>
                      <a:pt x="229" y="922"/>
                      <a:pt x="229" y="922"/>
                      <a:pt x="229" y="922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2" y="930"/>
                      <a:pt x="222" y="930"/>
                      <a:pt x="222" y="930"/>
                    </a:cubicBezTo>
                    <a:cubicBezTo>
                      <a:pt x="222" y="931"/>
                      <a:pt x="222" y="931"/>
                      <a:pt x="222" y="931"/>
                    </a:cubicBezTo>
                    <a:cubicBezTo>
                      <a:pt x="218" y="935"/>
                      <a:pt x="218" y="935"/>
                      <a:pt x="218" y="935"/>
                    </a:cubicBezTo>
                    <a:cubicBezTo>
                      <a:pt x="218" y="937"/>
                      <a:pt x="218" y="937"/>
                      <a:pt x="218" y="937"/>
                    </a:cubicBezTo>
                    <a:cubicBezTo>
                      <a:pt x="217" y="938"/>
                      <a:pt x="217" y="938"/>
                      <a:pt x="217" y="938"/>
                    </a:cubicBezTo>
                    <a:cubicBezTo>
                      <a:pt x="217" y="944"/>
                      <a:pt x="217" y="944"/>
                      <a:pt x="217" y="944"/>
                    </a:cubicBezTo>
                    <a:cubicBezTo>
                      <a:pt x="215" y="946"/>
                      <a:pt x="215" y="946"/>
                      <a:pt x="215" y="946"/>
                    </a:cubicBezTo>
                    <a:cubicBezTo>
                      <a:pt x="215" y="949"/>
                      <a:pt x="215" y="949"/>
                      <a:pt x="215" y="949"/>
                    </a:cubicBezTo>
                    <a:cubicBezTo>
                      <a:pt x="213" y="951"/>
                      <a:pt x="213" y="951"/>
                      <a:pt x="213" y="951"/>
                    </a:cubicBezTo>
                    <a:cubicBezTo>
                      <a:pt x="213" y="954"/>
                      <a:pt x="213" y="954"/>
                      <a:pt x="213" y="954"/>
                    </a:cubicBezTo>
                    <a:cubicBezTo>
                      <a:pt x="212" y="956"/>
                      <a:pt x="212" y="956"/>
                      <a:pt x="212" y="956"/>
                    </a:cubicBezTo>
                    <a:cubicBezTo>
                      <a:pt x="212" y="960"/>
                      <a:pt x="212" y="960"/>
                      <a:pt x="212" y="960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3" y="969"/>
                      <a:pt x="213" y="969"/>
                      <a:pt x="213" y="969"/>
                    </a:cubicBezTo>
                    <a:cubicBezTo>
                      <a:pt x="217" y="974"/>
                      <a:pt x="217" y="974"/>
                      <a:pt x="217" y="974"/>
                    </a:cubicBezTo>
                    <a:cubicBezTo>
                      <a:pt x="219" y="978"/>
                      <a:pt x="219" y="978"/>
                      <a:pt x="219" y="978"/>
                    </a:cubicBezTo>
                    <a:cubicBezTo>
                      <a:pt x="223" y="986"/>
                      <a:pt x="223" y="986"/>
                      <a:pt x="223" y="986"/>
                    </a:cubicBezTo>
                    <a:cubicBezTo>
                      <a:pt x="224" y="989"/>
                      <a:pt x="224" y="989"/>
                      <a:pt x="224" y="989"/>
                    </a:cubicBezTo>
                    <a:cubicBezTo>
                      <a:pt x="227" y="994"/>
                      <a:pt x="227" y="994"/>
                      <a:pt x="227" y="994"/>
                    </a:cubicBezTo>
                    <a:cubicBezTo>
                      <a:pt x="227" y="996"/>
                      <a:pt x="227" y="996"/>
                      <a:pt x="227" y="996"/>
                    </a:cubicBezTo>
                    <a:cubicBezTo>
                      <a:pt x="231" y="1002"/>
                      <a:pt x="231" y="1002"/>
                      <a:pt x="231" y="1002"/>
                    </a:cubicBezTo>
                    <a:cubicBezTo>
                      <a:pt x="231" y="1004"/>
                      <a:pt x="231" y="1004"/>
                      <a:pt x="231" y="1004"/>
                    </a:cubicBezTo>
                    <a:cubicBezTo>
                      <a:pt x="230" y="1005"/>
                      <a:pt x="230" y="1005"/>
                      <a:pt x="230" y="1005"/>
                    </a:cubicBezTo>
                    <a:cubicBezTo>
                      <a:pt x="231" y="1009"/>
                      <a:pt x="231" y="1009"/>
                      <a:pt x="231" y="1009"/>
                    </a:cubicBezTo>
                    <a:cubicBezTo>
                      <a:pt x="231" y="1014"/>
                      <a:pt x="231" y="1014"/>
                      <a:pt x="231" y="1014"/>
                    </a:cubicBezTo>
                    <a:cubicBezTo>
                      <a:pt x="234" y="1020"/>
                      <a:pt x="234" y="1020"/>
                      <a:pt x="234" y="1020"/>
                    </a:cubicBezTo>
                    <a:cubicBezTo>
                      <a:pt x="233" y="1023"/>
                      <a:pt x="233" y="1023"/>
                      <a:pt x="233" y="1023"/>
                    </a:cubicBezTo>
                    <a:cubicBezTo>
                      <a:pt x="234" y="1025"/>
                      <a:pt x="234" y="1025"/>
                      <a:pt x="234" y="1025"/>
                    </a:cubicBezTo>
                    <a:cubicBezTo>
                      <a:pt x="233" y="1026"/>
                      <a:pt x="233" y="1026"/>
                      <a:pt x="233" y="1026"/>
                    </a:cubicBezTo>
                    <a:cubicBezTo>
                      <a:pt x="234" y="1027"/>
                      <a:pt x="234" y="1027"/>
                      <a:pt x="234" y="1027"/>
                    </a:cubicBezTo>
                    <a:cubicBezTo>
                      <a:pt x="235" y="1031"/>
                      <a:pt x="235" y="1031"/>
                      <a:pt x="235" y="1031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5" y="1033"/>
                      <a:pt x="235" y="1033"/>
                      <a:pt x="235" y="1033"/>
                    </a:cubicBezTo>
                    <a:cubicBezTo>
                      <a:pt x="235" y="1035"/>
                      <a:pt x="235" y="1035"/>
                      <a:pt x="235" y="1035"/>
                    </a:cubicBezTo>
                    <a:cubicBezTo>
                      <a:pt x="237" y="1036"/>
                      <a:pt x="237" y="1036"/>
                      <a:pt x="237" y="1036"/>
                    </a:cubicBezTo>
                    <a:cubicBezTo>
                      <a:pt x="237" y="1039"/>
                      <a:pt x="237" y="1039"/>
                      <a:pt x="237" y="1039"/>
                    </a:cubicBezTo>
                    <a:cubicBezTo>
                      <a:pt x="238" y="1041"/>
                      <a:pt x="238" y="1041"/>
                      <a:pt x="238" y="1041"/>
                    </a:cubicBezTo>
                    <a:cubicBezTo>
                      <a:pt x="240" y="1044"/>
                      <a:pt x="240" y="1044"/>
                      <a:pt x="240" y="1044"/>
                    </a:cubicBezTo>
                    <a:cubicBezTo>
                      <a:pt x="242" y="1046"/>
                      <a:pt x="242" y="1046"/>
                      <a:pt x="242" y="1046"/>
                    </a:cubicBezTo>
                    <a:cubicBezTo>
                      <a:pt x="242" y="1047"/>
                      <a:pt x="242" y="1047"/>
                      <a:pt x="242" y="1047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5" y="1049"/>
                      <a:pt x="245" y="1049"/>
                      <a:pt x="245" y="1049"/>
                    </a:cubicBezTo>
                    <a:cubicBezTo>
                      <a:pt x="245" y="1051"/>
                      <a:pt x="245" y="1051"/>
                      <a:pt x="245" y="1051"/>
                    </a:cubicBezTo>
                    <a:cubicBezTo>
                      <a:pt x="248" y="1053"/>
                      <a:pt x="248" y="1053"/>
                      <a:pt x="248" y="1053"/>
                    </a:cubicBezTo>
                    <a:cubicBezTo>
                      <a:pt x="249" y="1057"/>
                      <a:pt x="249" y="1057"/>
                      <a:pt x="249" y="1057"/>
                    </a:cubicBezTo>
                    <a:cubicBezTo>
                      <a:pt x="249" y="1059"/>
                      <a:pt x="249" y="1059"/>
                      <a:pt x="249" y="1059"/>
                    </a:cubicBezTo>
                    <a:cubicBezTo>
                      <a:pt x="251" y="1063"/>
                      <a:pt x="251" y="1063"/>
                      <a:pt x="251" y="1063"/>
                    </a:cubicBezTo>
                    <a:cubicBezTo>
                      <a:pt x="252" y="1067"/>
                      <a:pt x="252" y="1067"/>
                      <a:pt x="252" y="1067"/>
                    </a:cubicBezTo>
                    <a:cubicBezTo>
                      <a:pt x="254" y="1070"/>
                      <a:pt x="254" y="1070"/>
                      <a:pt x="254" y="1070"/>
                    </a:cubicBezTo>
                    <a:cubicBezTo>
                      <a:pt x="254" y="1072"/>
                      <a:pt x="254" y="1072"/>
                      <a:pt x="254" y="1072"/>
                    </a:cubicBezTo>
                    <a:cubicBezTo>
                      <a:pt x="256" y="1075"/>
                      <a:pt x="256" y="1075"/>
                      <a:pt x="256" y="1075"/>
                    </a:cubicBezTo>
                    <a:cubicBezTo>
                      <a:pt x="256" y="1076"/>
                      <a:pt x="256" y="1076"/>
                      <a:pt x="256" y="1076"/>
                    </a:cubicBezTo>
                    <a:cubicBezTo>
                      <a:pt x="256" y="1078"/>
                      <a:pt x="256" y="1078"/>
                      <a:pt x="256" y="1078"/>
                    </a:cubicBezTo>
                    <a:cubicBezTo>
                      <a:pt x="256" y="1080"/>
                      <a:pt x="256" y="1080"/>
                      <a:pt x="256" y="1080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4" y="1080"/>
                      <a:pt x="254" y="1080"/>
                      <a:pt x="254" y="1080"/>
                    </a:cubicBezTo>
                    <a:cubicBezTo>
                      <a:pt x="253" y="1081"/>
                      <a:pt x="253" y="1081"/>
                      <a:pt x="253" y="1081"/>
                    </a:cubicBezTo>
                    <a:cubicBezTo>
                      <a:pt x="253" y="1083"/>
                      <a:pt x="253" y="1083"/>
                      <a:pt x="253" y="1083"/>
                    </a:cubicBezTo>
                    <a:cubicBezTo>
                      <a:pt x="254" y="1086"/>
                      <a:pt x="254" y="1086"/>
                      <a:pt x="254" y="1086"/>
                    </a:cubicBezTo>
                    <a:cubicBezTo>
                      <a:pt x="256" y="1087"/>
                      <a:pt x="256" y="1087"/>
                      <a:pt x="256" y="1087"/>
                    </a:cubicBezTo>
                    <a:cubicBezTo>
                      <a:pt x="257" y="1089"/>
                      <a:pt x="257" y="1089"/>
                      <a:pt x="257" y="1089"/>
                    </a:cubicBezTo>
                    <a:cubicBezTo>
                      <a:pt x="256" y="1090"/>
                      <a:pt x="256" y="1090"/>
                      <a:pt x="256" y="1090"/>
                    </a:cubicBezTo>
                    <a:cubicBezTo>
                      <a:pt x="256" y="1092"/>
                      <a:pt x="256" y="1092"/>
                      <a:pt x="256" y="1092"/>
                    </a:cubicBezTo>
                    <a:cubicBezTo>
                      <a:pt x="256" y="1093"/>
                      <a:pt x="256" y="1093"/>
                      <a:pt x="256" y="1093"/>
                    </a:cubicBezTo>
                    <a:cubicBezTo>
                      <a:pt x="256" y="1095"/>
                      <a:pt x="256" y="1095"/>
                      <a:pt x="256" y="1095"/>
                    </a:cubicBezTo>
                    <a:cubicBezTo>
                      <a:pt x="258" y="1097"/>
                      <a:pt x="258" y="1097"/>
                      <a:pt x="258" y="1097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60" y="1094"/>
                      <a:pt x="260" y="1094"/>
                      <a:pt x="260" y="1094"/>
                    </a:cubicBezTo>
                    <a:cubicBezTo>
                      <a:pt x="260" y="1095"/>
                      <a:pt x="260" y="1095"/>
                      <a:pt x="260" y="1095"/>
                    </a:cubicBezTo>
                    <a:cubicBezTo>
                      <a:pt x="259" y="1096"/>
                      <a:pt x="259" y="1096"/>
                      <a:pt x="259" y="1096"/>
                    </a:cubicBezTo>
                    <a:cubicBezTo>
                      <a:pt x="261" y="1096"/>
                      <a:pt x="261" y="1096"/>
                      <a:pt x="261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3" y="1099"/>
                      <a:pt x="263" y="1099"/>
                      <a:pt x="263" y="1099"/>
                    </a:cubicBezTo>
                    <a:cubicBezTo>
                      <a:pt x="264" y="1098"/>
                      <a:pt x="264" y="1098"/>
                      <a:pt x="264" y="1098"/>
                    </a:cubicBezTo>
                    <a:cubicBezTo>
                      <a:pt x="268" y="1100"/>
                      <a:pt x="268" y="1100"/>
                      <a:pt x="268" y="1100"/>
                    </a:cubicBezTo>
                    <a:cubicBezTo>
                      <a:pt x="268" y="1099"/>
                      <a:pt x="268" y="1099"/>
                      <a:pt x="268" y="1099"/>
                    </a:cubicBezTo>
                    <a:cubicBezTo>
                      <a:pt x="269" y="1100"/>
                      <a:pt x="269" y="1100"/>
                      <a:pt x="269" y="1100"/>
                    </a:cubicBezTo>
                    <a:cubicBezTo>
                      <a:pt x="270" y="1098"/>
                      <a:pt x="270" y="1098"/>
                      <a:pt x="270" y="1098"/>
                    </a:cubicBezTo>
                    <a:cubicBezTo>
                      <a:pt x="271" y="1098"/>
                      <a:pt x="271" y="1098"/>
                      <a:pt x="271" y="1098"/>
                    </a:cubicBezTo>
                    <a:cubicBezTo>
                      <a:pt x="273" y="1096"/>
                      <a:pt x="273" y="1096"/>
                      <a:pt x="273" y="1096"/>
                    </a:cubicBezTo>
                    <a:cubicBezTo>
                      <a:pt x="274" y="1097"/>
                      <a:pt x="274" y="1097"/>
                      <a:pt x="274" y="1097"/>
                    </a:cubicBezTo>
                    <a:cubicBezTo>
                      <a:pt x="275" y="1096"/>
                      <a:pt x="275" y="1096"/>
                      <a:pt x="275" y="1096"/>
                    </a:cubicBezTo>
                    <a:cubicBezTo>
                      <a:pt x="276" y="1096"/>
                      <a:pt x="276" y="1096"/>
                      <a:pt x="276" y="1096"/>
                    </a:cubicBezTo>
                    <a:cubicBezTo>
                      <a:pt x="279" y="1097"/>
                      <a:pt x="279" y="1097"/>
                      <a:pt x="279" y="1097"/>
                    </a:cubicBezTo>
                    <a:cubicBezTo>
                      <a:pt x="280" y="1096"/>
                      <a:pt x="280" y="1096"/>
                      <a:pt x="280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3" y="1095"/>
                      <a:pt x="283" y="1095"/>
                      <a:pt x="283" y="1095"/>
                    </a:cubicBezTo>
                    <a:cubicBezTo>
                      <a:pt x="284" y="1095"/>
                      <a:pt x="284" y="1095"/>
                      <a:pt x="284" y="1095"/>
                    </a:cubicBezTo>
                    <a:cubicBezTo>
                      <a:pt x="285" y="1095"/>
                      <a:pt x="285" y="1095"/>
                      <a:pt x="285" y="1095"/>
                    </a:cubicBezTo>
                    <a:cubicBezTo>
                      <a:pt x="285" y="1094"/>
                      <a:pt x="285" y="1094"/>
                      <a:pt x="285" y="1094"/>
                    </a:cubicBezTo>
                    <a:cubicBezTo>
                      <a:pt x="286" y="1093"/>
                      <a:pt x="286" y="1093"/>
                      <a:pt x="286" y="1093"/>
                    </a:cubicBezTo>
                    <a:cubicBezTo>
                      <a:pt x="290" y="1093"/>
                      <a:pt x="290" y="1093"/>
                      <a:pt x="290" y="1093"/>
                    </a:cubicBezTo>
                    <a:cubicBezTo>
                      <a:pt x="292" y="1094"/>
                      <a:pt x="292" y="1094"/>
                      <a:pt x="292" y="1094"/>
                    </a:cubicBezTo>
                    <a:cubicBezTo>
                      <a:pt x="294" y="1094"/>
                      <a:pt x="294" y="1094"/>
                      <a:pt x="294" y="1094"/>
                    </a:cubicBezTo>
                    <a:cubicBezTo>
                      <a:pt x="294" y="1093"/>
                      <a:pt x="294" y="1093"/>
                      <a:pt x="294" y="1093"/>
                    </a:cubicBezTo>
                    <a:cubicBezTo>
                      <a:pt x="295" y="1093"/>
                      <a:pt x="295" y="1093"/>
                      <a:pt x="295" y="1093"/>
                    </a:cubicBezTo>
                    <a:cubicBezTo>
                      <a:pt x="298" y="1094"/>
                      <a:pt x="298" y="1094"/>
                      <a:pt x="298" y="1094"/>
                    </a:cubicBezTo>
                    <a:cubicBezTo>
                      <a:pt x="299" y="1095"/>
                      <a:pt x="299" y="1095"/>
                      <a:pt x="299" y="1095"/>
                    </a:cubicBezTo>
                    <a:cubicBezTo>
                      <a:pt x="303" y="1095"/>
                      <a:pt x="303" y="1095"/>
                      <a:pt x="303" y="1095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7" y="1094"/>
                      <a:pt x="307" y="1094"/>
                      <a:pt x="307" y="1094"/>
                    </a:cubicBezTo>
                    <a:cubicBezTo>
                      <a:pt x="310" y="1094"/>
                      <a:pt x="310" y="1094"/>
                      <a:pt x="310" y="1094"/>
                    </a:cubicBezTo>
                    <a:cubicBezTo>
                      <a:pt x="310" y="1093"/>
                      <a:pt x="310" y="1093"/>
                      <a:pt x="310" y="1093"/>
                    </a:cubicBezTo>
                    <a:cubicBezTo>
                      <a:pt x="309" y="1092"/>
                      <a:pt x="309" y="1092"/>
                      <a:pt x="309" y="1092"/>
                    </a:cubicBezTo>
                    <a:cubicBezTo>
                      <a:pt x="310" y="1091"/>
                      <a:pt x="310" y="1091"/>
                      <a:pt x="310" y="1091"/>
                    </a:cubicBezTo>
                    <a:cubicBezTo>
                      <a:pt x="311" y="1091"/>
                      <a:pt x="311" y="1091"/>
                      <a:pt x="311" y="1091"/>
                    </a:cubicBezTo>
                    <a:cubicBezTo>
                      <a:pt x="313" y="1091"/>
                      <a:pt x="313" y="1091"/>
                      <a:pt x="313" y="1091"/>
                    </a:cubicBezTo>
                    <a:cubicBezTo>
                      <a:pt x="314" y="1091"/>
                      <a:pt x="314" y="1091"/>
                      <a:pt x="314" y="1091"/>
                    </a:cubicBezTo>
                    <a:cubicBezTo>
                      <a:pt x="316" y="1091"/>
                      <a:pt x="316" y="1091"/>
                      <a:pt x="316" y="1091"/>
                    </a:cubicBezTo>
                    <a:cubicBezTo>
                      <a:pt x="318" y="1090"/>
                      <a:pt x="318" y="1090"/>
                      <a:pt x="318" y="1090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3" y="1088"/>
                      <a:pt x="323" y="1088"/>
                      <a:pt x="323" y="1088"/>
                    </a:cubicBezTo>
                    <a:cubicBezTo>
                      <a:pt x="324" y="1087"/>
                      <a:pt x="324" y="1087"/>
                      <a:pt x="324" y="1087"/>
                    </a:cubicBezTo>
                    <a:cubicBezTo>
                      <a:pt x="329" y="1084"/>
                      <a:pt x="329" y="1084"/>
                      <a:pt x="329" y="1084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1" y="1082"/>
                      <a:pt x="331" y="1082"/>
                      <a:pt x="331" y="1082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40" y="1074"/>
                      <a:pt x="340" y="1074"/>
                      <a:pt x="340" y="1074"/>
                    </a:cubicBezTo>
                    <a:cubicBezTo>
                      <a:pt x="341" y="1072"/>
                      <a:pt x="341" y="1072"/>
                      <a:pt x="341" y="1072"/>
                    </a:cubicBezTo>
                    <a:cubicBezTo>
                      <a:pt x="343" y="1072"/>
                      <a:pt x="343" y="1072"/>
                      <a:pt x="343" y="1072"/>
                    </a:cubicBezTo>
                    <a:cubicBezTo>
                      <a:pt x="343" y="1070"/>
                      <a:pt x="343" y="1070"/>
                      <a:pt x="343" y="1070"/>
                    </a:cubicBezTo>
                    <a:cubicBezTo>
                      <a:pt x="345" y="1067"/>
                      <a:pt x="345" y="1067"/>
                      <a:pt x="345" y="1067"/>
                    </a:cubicBezTo>
                    <a:cubicBezTo>
                      <a:pt x="349" y="1062"/>
                      <a:pt x="349" y="1062"/>
                      <a:pt x="349" y="1062"/>
                    </a:cubicBezTo>
                    <a:cubicBezTo>
                      <a:pt x="350" y="1060"/>
                      <a:pt x="350" y="1060"/>
                      <a:pt x="350" y="1060"/>
                    </a:cubicBezTo>
                    <a:cubicBezTo>
                      <a:pt x="351" y="1060"/>
                      <a:pt x="351" y="1060"/>
                      <a:pt x="351" y="1060"/>
                    </a:cubicBezTo>
                    <a:cubicBezTo>
                      <a:pt x="352" y="1059"/>
                      <a:pt x="352" y="1059"/>
                      <a:pt x="352" y="1059"/>
                    </a:cubicBezTo>
                    <a:cubicBezTo>
                      <a:pt x="352" y="1058"/>
                      <a:pt x="352" y="1058"/>
                      <a:pt x="352" y="1058"/>
                    </a:cubicBezTo>
                    <a:cubicBezTo>
                      <a:pt x="354" y="1056"/>
                      <a:pt x="354" y="1056"/>
                      <a:pt x="354" y="1056"/>
                    </a:cubicBezTo>
                    <a:cubicBezTo>
                      <a:pt x="354" y="1055"/>
                      <a:pt x="354" y="1055"/>
                      <a:pt x="354" y="1055"/>
                    </a:cubicBezTo>
                    <a:cubicBezTo>
                      <a:pt x="356" y="1054"/>
                      <a:pt x="356" y="1054"/>
                      <a:pt x="356" y="1054"/>
                    </a:cubicBezTo>
                    <a:cubicBezTo>
                      <a:pt x="357" y="1053"/>
                      <a:pt x="357" y="1053"/>
                      <a:pt x="357" y="1053"/>
                    </a:cubicBezTo>
                    <a:cubicBezTo>
                      <a:pt x="358" y="1052"/>
                      <a:pt x="358" y="1052"/>
                      <a:pt x="358" y="1052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61" y="1049"/>
                      <a:pt x="361" y="1049"/>
                      <a:pt x="361" y="1049"/>
                    </a:cubicBezTo>
                    <a:cubicBezTo>
                      <a:pt x="362" y="1048"/>
                      <a:pt x="362" y="1048"/>
                      <a:pt x="362" y="1048"/>
                    </a:cubicBezTo>
                    <a:cubicBezTo>
                      <a:pt x="363" y="1046"/>
                      <a:pt x="363" y="1046"/>
                      <a:pt x="363" y="1046"/>
                    </a:cubicBezTo>
                    <a:cubicBezTo>
                      <a:pt x="364" y="1043"/>
                      <a:pt x="364" y="1043"/>
                      <a:pt x="364" y="1043"/>
                    </a:cubicBezTo>
                    <a:cubicBezTo>
                      <a:pt x="365" y="1041"/>
                      <a:pt x="365" y="1041"/>
                      <a:pt x="365" y="1041"/>
                    </a:cubicBezTo>
                    <a:cubicBezTo>
                      <a:pt x="365" y="1039"/>
                      <a:pt x="365" y="1039"/>
                      <a:pt x="365" y="1039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4"/>
                      <a:pt x="366" y="1034"/>
                      <a:pt x="366" y="1034"/>
                    </a:cubicBezTo>
                    <a:cubicBezTo>
                      <a:pt x="367" y="1034"/>
                      <a:pt x="367" y="1034"/>
                      <a:pt x="367" y="1034"/>
                    </a:cubicBezTo>
                    <a:cubicBezTo>
                      <a:pt x="367" y="1032"/>
                      <a:pt x="367" y="1032"/>
                      <a:pt x="367" y="1032"/>
                    </a:cubicBezTo>
                    <a:cubicBezTo>
                      <a:pt x="368" y="1030"/>
                      <a:pt x="368" y="1030"/>
                      <a:pt x="368" y="1030"/>
                    </a:cubicBezTo>
                    <a:cubicBezTo>
                      <a:pt x="367" y="1029"/>
                      <a:pt x="367" y="1029"/>
                      <a:pt x="367" y="1029"/>
                    </a:cubicBezTo>
                    <a:cubicBezTo>
                      <a:pt x="366" y="1029"/>
                      <a:pt x="366" y="1029"/>
                      <a:pt x="366" y="1029"/>
                    </a:cubicBezTo>
                    <a:cubicBezTo>
                      <a:pt x="366" y="1030"/>
                      <a:pt x="366" y="1030"/>
                      <a:pt x="366" y="1030"/>
                    </a:cubicBezTo>
                    <a:cubicBezTo>
                      <a:pt x="365" y="1030"/>
                      <a:pt x="365" y="1030"/>
                      <a:pt x="365" y="1030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5" y="1028"/>
                      <a:pt x="365" y="1028"/>
                      <a:pt x="365" y="1028"/>
                    </a:cubicBezTo>
                    <a:cubicBezTo>
                      <a:pt x="366" y="1026"/>
                      <a:pt x="366" y="1026"/>
                      <a:pt x="366" y="1026"/>
                    </a:cubicBezTo>
                    <a:cubicBezTo>
                      <a:pt x="367" y="1026"/>
                      <a:pt x="367" y="1026"/>
                      <a:pt x="367" y="1026"/>
                    </a:cubicBezTo>
                    <a:cubicBezTo>
                      <a:pt x="367" y="1025"/>
                      <a:pt x="367" y="1025"/>
                      <a:pt x="367" y="1025"/>
                    </a:cubicBezTo>
                    <a:cubicBezTo>
                      <a:pt x="369" y="1024"/>
                      <a:pt x="369" y="1024"/>
                      <a:pt x="369" y="1024"/>
                    </a:cubicBezTo>
                    <a:cubicBezTo>
                      <a:pt x="372" y="1022"/>
                      <a:pt x="372" y="1022"/>
                      <a:pt x="372" y="1022"/>
                    </a:cubicBezTo>
                    <a:cubicBezTo>
                      <a:pt x="378" y="1021"/>
                      <a:pt x="378" y="1021"/>
                      <a:pt x="378" y="1021"/>
                    </a:cubicBezTo>
                    <a:cubicBezTo>
                      <a:pt x="383" y="1019"/>
                      <a:pt x="383" y="1019"/>
                      <a:pt x="383" y="1019"/>
                    </a:cubicBezTo>
                    <a:cubicBezTo>
                      <a:pt x="386" y="1016"/>
                      <a:pt x="386" y="1016"/>
                      <a:pt x="386" y="1016"/>
                    </a:cubicBezTo>
                    <a:cubicBezTo>
                      <a:pt x="386" y="1014"/>
                      <a:pt x="386" y="1014"/>
                      <a:pt x="386" y="1014"/>
                    </a:cubicBezTo>
                    <a:cubicBezTo>
                      <a:pt x="387" y="1012"/>
                      <a:pt x="387" y="1012"/>
                      <a:pt x="387" y="1012"/>
                    </a:cubicBezTo>
                    <a:cubicBezTo>
                      <a:pt x="387" y="1010"/>
                      <a:pt x="387" y="1010"/>
                      <a:pt x="387" y="1010"/>
                    </a:cubicBezTo>
                    <a:cubicBezTo>
                      <a:pt x="386" y="1011"/>
                      <a:pt x="386" y="1011"/>
                      <a:pt x="386" y="1011"/>
                    </a:cubicBezTo>
                    <a:cubicBezTo>
                      <a:pt x="386" y="1009"/>
                      <a:pt x="386" y="1009"/>
                      <a:pt x="386" y="1009"/>
                    </a:cubicBezTo>
                    <a:cubicBezTo>
                      <a:pt x="387" y="1009"/>
                      <a:pt x="387" y="1009"/>
                      <a:pt x="387" y="1009"/>
                    </a:cubicBezTo>
                    <a:cubicBezTo>
                      <a:pt x="387" y="1007"/>
                      <a:pt x="387" y="1007"/>
                      <a:pt x="387" y="1007"/>
                    </a:cubicBezTo>
                    <a:cubicBezTo>
                      <a:pt x="388" y="1005"/>
                      <a:pt x="388" y="1005"/>
                      <a:pt x="388" y="1005"/>
                    </a:cubicBezTo>
                    <a:cubicBezTo>
                      <a:pt x="387" y="1004"/>
                      <a:pt x="387" y="1004"/>
                      <a:pt x="387" y="1004"/>
                    </a:cubicBezTo>
                    <a:cubicBezTo>
                      <a:pt x="388" y="1003"/>
                      <a:pt x="388" y="1003"/>
                      <a:pt x="388" y="1003"/>
                    </a:cubicBezTo>
                    <a:cubicBezTo>
                      <a:pt x="388" y="1002"/>
                      <a:pt x="388" y="1002"/>
                      <a:pt x="388" y="1002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6"/>
                      <a:pt x="388" y="996"/>
                      <a:pt x="388" y="996"/>
                    </a:cubicBezTo>
                    <a:cubicBezTo>
                      <a:pt x="386" y="999"/>
                      <a:pt x="386" y="999"/>
                      <a:pt x="386" y="999"/>
                    </a:cubicBezTo>
                    <a:cubicBezTo>
                      <a:pt x="386" y="995"/>
                      <a:pt x="386" y="995"/>
                      <a:pt x="386" y="995"/>
                    </a:cubicBezTo>
                    <a:cubicBezTo>
                      <a:pt x="385" y="994"/>
                      <a:pt x="385" y="994"/>
                      <a:pt x="385" y="994"/>
                    </a:cubicBezTo>
                    <a:cubicBezTo>
                      <a:pt x="385" y="992"/>
                      <a:pt x="385" y="992"/>
                      <a:pt x="385" y="992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5" y="990"/>
                      <a:pt x="385" y="990"/>
                      <a:pt x="385" y="990"/>
                    </a:cubicBezTo>
                    <a:cubicBezTo>
                      <a:pt x="385" y="989"/>
                      <a:pt x="385" y="989"/>
                      <a:pt x="385" y="989"/>
                    </a:cubicBezTo>
                    <a:cubicBezTo>
                      <a:pt x="383" y="986"/>
                      <a:pt x="383" y="986"/>
                      <a:pt x="383" y="986"/>
                    </a:cubicBezTo>
                    <a:cubicBezTo>
                      <a:pt x="383" y="985"/>
                      <a:pt x="383" y="985"/>
                      <a:pt x="383" y="985"/>
                    </a:cubicBezTo>
                    <a:cubicBezTo>
                      <a:pt x="383" y="984"/>
                      <a:pt x="383" y="984"/>
                      <a:pt x="383" y="984"/>
                    </a:cubicBezTo>
                    <a:cubicBezTo>
                      <a:pt x="384" y="983"/>
                      <a:pt x="384" y="983"/>
                      <a:pt x="384" y="983"/>
                    </a:cubicBezTo>
                    <a:cubicBezTo>
                      <a:pt x="384" y="982"/>
                      <a:pt x="384" y="982"/>
                      <a:pt x="384" y="982"/>
                    </a:cubicBezTo>
                    <a:cubicBezTo>
                      <a:pt x="383" y="981"/>
                      <a:pt x="383" y="981"/>
                      <a:pt x="383" y="981"/>
                    </a:cubicBezTo>
                    <a:cubicBezTo>
                      <a:pt x="385" y="982"/>
                      <a:pt x="385" y="982"/>
                      <a:pt x="385" y="982"/>
                    </a:cubicBezTo>
                    <a:cubicBezTo>
                      <a:pt x="386" y="981"/>
                      <a:pt x="386" y="981"/>
                      <a:pt x="386" y="981"/>
                    </a:cubicBezTo>
                    <a:cubicBezTo>
                      <a:pt x="387" y="981"/>
                      <a:pt x="387" y="981"/>
                      <a:pt x="387" y="981"/>
                    </a:cubicBezTo>
                    <a:cubicBezTo>
                      <a:pt x="389" y="980"/>
                      <a:pt x="389" y="980"/>
                      <a:pt x="389" y="980"/>
                    </a:cubicBezTo>
                    <a:cubicBezTo>
                      <a:pt x="389" y="978"/>
                      <a:pt x="389" y="978"/>
                      <a:pt x="389" y="978"/>
                    </a:cubicBezTo>
                    <a:cubicBezTo>
                      <a:pt x="392" y="976"/>
                      <a:pt x="392" y="976"/>
                      <a:pt x="392" y="976"/>
                    </a:cubicBezTo>
                    <a:cubicBezTo>
                      <a:pt x="395" y="976"/>
                      <a:pt x="395" y="976"/>
                      <a:pt x="395" y="976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9" y="971"/>
                      <a:pt x="399" y="971"/>
                      <a:pt x="399" y="971"/>
                    </a:cubicBezTo>
                    <a:cubicBezTo>
                      <a:pt x="399" y="970"/>
                      <a:pt x="399" y="970"/>
                      <a:pt x="399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2" y="969"/>
                      <a:pt x="402" y="969"/>
                      <a:pt x="402" y="969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7" y="964"/>
                      <a:pt x="407" y="964"/>
                      <a:pt x="407" y="964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1" y="963"/>
                      <a:pt x="411" y="963"/>
                      <a:pt x="411" y="963"/>
                    </a:cubicBezTo>
                    <a:cubicBezTo>
                      <a:pt x="416" y="961"/>
                      <a:pt x="416" y="961"/>
                      <a:pt x="416" y="961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22" y="957"/>
                      <a:pt x="422" y="957"/>
                      <a:pt x="422" y="957"/>
                    </a:cubicBezTo>
                    <a:cubicBezTo>
                      <a:pt x="422" y="956"/>
                      <a:pt x="422" y="956"/>
                      <a:pt x="422" y="956"/>
                    </a:cubicBezTo>
                    <a:cubicBezTo>
                      <a:pt x="423" y="955"/>
                      <a:pt x="423" y="955"/>
                      <a:pt x="423" y="955"/>
                    </a:cubicBezTo>
                    <a:cubicBezTo>
                      <a:pt x="425" y="953"/>
                      <a:pt x="425" y="953"/>
                      <a:pt x="425" y="953"/>
                    </a:cubicBezTo>
                    <a:cubicBezTo>
                      <a:pt x="425" y="952"/>
                      <a:pt x="425" y="952"/>
                      <a:pt x="425" y="952"/>
                    </a:cubicBezTo>
                    <a:cubicBezTo>
                      <a:pt x="426" y="951"/>
                      <a:pt x="426" y="951"/>
                      <a:pt x="426" y="951"/>
                    </a:cubicBezTo>
                    <a:cubicBezTo>
                      <a:pt x="428" y="950"/>
                      <a:pt x="428" y="950"/>
                      <a:pt x="428" y="950"/>
                    </a:cubicBezTo>
                    <a:cubicBezTo>
                      <a:pt x="428" y="949"/>
                      <a:pt x="428" y="949"/>
                      <a:pt x="428" y="949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8" y="947"/>
                      <a:pt x="428" y="947"/>
                      <a:pt x="428" y="947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30" y="944"/>
                      <a:pt x="430" y="944"/>
                      <a:pt x="430" y="944"/>
                    </a:cubicBezTo>
                    <a:cubicBezTo>
                      <a:pt x="430" y="940"/>
                      <a:pt x="430" y="940"/>
                      <a:pt x="430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36"/>
                      <a:pt x="429" y="936"/>
                      <a:pt x="429" y="936"/>
                    </a:cubicBezTo>
                    <a:cubicBezTo>
                      <a:pt x="429" y="935"/>
                      <a:pt x="429" y="935"/>
                      <a:pt x="429" y="935"/>
                    </a:cubicBezTo>
                    <a:cubicBezTo>
                      <a:pt x="429" y="932"/>
                      <a:pt x="429" y="932"/>
                      <a:pt x="429" y="932"/>
                    </a:cubicBezTo>
                    <a:cubicBezTo>
                      <a:pt x="429" y="930"/>
                      <a:pt x="429" y="930"/>
                      <a:pt x="429" y="930"/>
                    </a:cubicBezTo>
                    <a:cubicBezTo>
                      <a:pt x="430" y="929"/>
                      <a:pt x="430" y="929"/>
                      <a:pt x="430" y="929"/>
                    </a:cubicBezTo>
                    <a:cubicBezTo>
                      <a:pt x="430" y="927"/>
                      <a:pt x="430" y="927"/>
                      <a:pt x="430" y="927"/>
                    </a:cubicBezTo>
                    <a:cubicBezTo>
                      <a:pt x="429" y="926"/>
                      <a:pt x="429" y="926"/>
                      <a:pt x="429" y="926"/>
                    </a:cubicBezTo>
                    <a:cubicBezTo>
                      <a:pt x="429" y="925"/>
                      <a:pt x="429" y="925"/>
                      <a:pt x="429" y="925"/>
                    </a:cubicBezTo>
                    <a:cubicBezTo>
                      <a:pt x="430" y="925"/>
                      <a:pt x="430" y="925"/>
                      <a:pt x="430" y="925"/>
                    </a:cubicBezTo>
                    <a:cubicBezTo>
                      <a:pt x="429" y="923"/>
                      <a:pt x="429" y="923"/>
                      <a:pt x="429" y="923"/>
                    </a:cubicBezTo>
                    <a:cubicBezTo>
                      <a:pt x="428" y="921"/>
                      <a:pt x="428" y="921"/>
                      <a:pt x="428" y="921"/>
                    </a:cubicBezTo>
                    <a:cubicBezTo>
                      <a:pt x="429" y="920"/>
                      <a:pt x="429" y="920"/>
                      <a:pt x="429" y="920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8"/>
                      <a:pt x="429" y="918"/>
                      <a:pt x="429" y="918"/>
                    </a:cubicBezTo>
                    <a:cubicBezTo>
                      <a:pt x="431" y="916"/>
                      <a:pt x="431" y="916"/>
                      <a:pt x="431" y="916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0" y="913"/>
                      <a:pt x="430" y="913"/>
                      <a:pt x="430" y="913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28" y="910"/>
                      <a:pt x="428" y="910"/>
                      <a:pt x="428" y="910"/>
                    </a:cubicBezTo>
                    <a:cubicBezTo>
                      <a:pt x="426" y="910"/>
                      <a:pt x="426" y="910"/>
                      <a:pt x="426" y="910"/>
                    </a:cubicBezTo>
                    <a:cubicBezTo>
                      <a:pt x="424" y="908"/>
                      <a:pt x="424" y="908"/>
                      <a:pt x="424" y="908"/>
                    </a:cubicBezTo>
                    <a:cubicBezTo>
                      <a:pt x="424" y="907"/>
                      <a:pt x="424" y="907"/>
                      <a:pt x="424" y="907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2"/>
                      <a:pt x="423" y="902"/>
                      <a:pt x="423" y="902"/>
                    </a:cubicBezTo>
                    <a:cubicBezTo>
                      <a:pt x="422" y="901"/>
                      <a:pt x="422" y="901"/>
                      <a:pt x="422" y="901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1" y="897"/>
                      <a:pt x="421" y="897"/>
                      <a:pt x="421" y="897"/>
                    </a:cubicBezTo>
                    <a:cubicBezTo>
                      <a:pt x="421" y="896"/>
                      <a:pt x="421" y="896"/>
                      <a:pt x="421" y="896"/>
                    </a:cubicBezTo>
                    <a:cubicBezTo>
                      <a:pt x="422" y="895"/>
                      <a:pt x="422" y="895"/>
                      <a:pt x="422" y="895"/>
                    </a:cubicBezTo>
                    <a:cubicBezTo>
                      <a:pt x="422" y="893"/>
                      <a:pt x="422" y="893"/>
                      <a:pt x="422" y="893"/>
                    </a:cubicBezTo>
                    <a:cubicBezTo>
                      <a:pt x="421" y="892"/>
                      <a:pt x="421" y="892"/>
                      <a:pt x="421" y="892"/>
                    </a:cubicBezTo>
                    <a:cubicBezTo>
                      <a:pt x="421" y="890"/>
                      <a:pt x="421" y="890"/>
                      <a:pt x="421" y="890"/>
                    </a:cubicBezTo>
                    <a:cubicBezTo>
                      <a:pt x="421" y="888"/>
                      <a:pt x="421" y="888"/>
                      <a:pt x="421" y="888"/>
                    </a:cubicBezTo>
                    <a:cubicBezTo>
                      <a:pt x="422" y="888"/>
                      <a:pt x="422" y="888"/>
                      <a:pt x="422" y="888"/>
                    </a:cubicBezTo>
                    <a:cubicBezTo>
                      <a:pt x="423" y="888"/>
                      <a:pt x="423" y="888"/>
                      <a:pt x="423" y="888"/>
                    </a:cubicBezTo>
                    <a:cubicBezTo>
                      <a:pt x="423" y="887"/>
                      <a:pt x="423" y="887"/>
                      <a:pt x="423" y="887"/>
                    </a:cubicBezTo>
                    <a:cubicBezTo>
                      <a:pt x="422" y="883"/>
                      <a:pt x="422" y="883"/>
                      <a:pt x="422" y="883"/>
                    </a:cubicBezTo>
                    <a:cubicBezTo>
                      <a:pt x="421" y="883"/>
                      <a:pt x="421" y="883"/>
                      <a:pt x="421" y="883"/>
                    </a:cubicBezTo>
                    <a:cubicBezTo>
                      <a:pt x="420" y="882"/>
                      <a:pt x="420" y="882"/>
                      <a:pt x="420" y="882"/>
                    </a:cubicBezTo>
                    <a:cubicBezTo>
                      <a:pt x="418" y="880"/>
                      <a:pt x="418" y="880"/>
                      <a:pt x="418" y="880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9" y="876"/>
                      <a:pt x="419" y="876"/>
                      <a:pt x="419" y="876"/>
                    </a:cubicBezTo>
                    <a:cubicBezTo>
                      <a:pt x="420" y="871"/>
                      <a:pt x="420" y="871"/>
                      <a:pt x="420" y="871"/>
                    </a:cubicBezTo>
                    <a:cubicBezTo>
                      <a:pt x="421" y="870"/>
                      <a:pt x="421" y="870"/>
                      <a:pt x="421" y="870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3" y="869"/>
                      <a:pt x="423" y="869"/>
                      <a:pt x="423" y="869"/>
                    </a:cubicBezTo>
                    <a:cubicBezTo>
                      <a:pt x="426" y="865"/>
                      <a:pt x="426" y="865"/>
                      <a:pt x="426" y="865"/>
                    </a:cubicBezTo>
                    <a:cubicBezTo>
                      <a:pt x="427" y="862"/>
                      <a:pt x="427" y="862"/>
                      <a:pt x="427" y="862"/>
                    </a:cubicBezTo>
                    <a:cubicBezTo>
                      <a:pt x="427" y="861"/>
                      <a:pt x="427" y="861"/>
                      <a:pt x="427" y="861"/>
                    </a:cubicBezTo>
                    <a:cubicBezTo>
                      <a:pt x="428" y="859"/>
                      <a:pt x="428" y="859"/>
                      <a:pt x="428" y="859"/>
                    </a:cubicBezTo>
                    <a:cubicBezTo>
                      <a:pt x="429" y="857"/>
                      <a:pt x="429" y="857"/>
                      <a:pt x="429" y="857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4"/>
                      <a:pt x="430" y="854"/>
                      <a:pt x="430" y="854"/>
                    </a:cubicBezTo>
                    <a:cubicBezTo>
                      <a:pt x="433" y="854"/>
                      <a:pt x="433" y="854"/>
                      <a:pt x="433" y="854"/>
                    </a:cubicBezTo>
                    <a:cubicBezTo>
                      <a:pt x="434" y="853"/>
                      <a:pt x="434" y="853"/>
                      <a:pt x="434" y="853"/>
                    </a:cubicBezTo>
                    <a:cubicBezTo>
                      <a:pt x="437" y="851"/>
                      <a:pt x="437" y="851"/>
                      <a:pt x="437" y="851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8" y="850"/>
                      <a:pt x="438" y="850"/>
                      <a:pt x="438" y="850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6"/>
                      <a:pt x="440" y="846"/>
                      <a:pt x="440" y="846"/>
                    </a:cubicBezTo>
                    <a:cubicBezTo>
                      <a:pt x="447" y="839"/>
                      <a:pt x="447" y="839"/>
                      <a:pt x="447" y="839"/>
                    </a:cubicBezTo>
                    <a:cubicBezTo>
                      <a:pt x="447" y="838"/>
                      <a:pt x="447" y="838"/>
                      <a:pt x="447" y="838"/>
                    </a:cubicBezTo>
                    <a:cubicBezTo>
                      <a:pt x="449" y="837"/>
                      <a:pt x="449" y="837"/>
                      <a:pt x="449" y="837"/>
                    </a:cubicBezTo>
                    <a:cubicBezTo>
                      <a:pt x="450" y="836"/>
                      <a:pt x="450" y="836"/>
                      <a:pt x="450" y="836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6" y="830"/>
                      <a:pt x="456" y="830"/>
                      <a:pt x="456" y="830"/>
                    </a:cubicBezTo>
                    <a:cubicBezTo>
                      <a:pt x="457" y="830"/>
                      <a:pt x="457" y="830"/>
                      <a:pt x="457" y="830"/>
                    </a:cubicBezTo>
                    <a:cubicBezTo>
                      <a:pt x="462" y="825"/>
                      <a:pt x="462" y="825"/>
                      <a:pt x="462" y="825"/>
                    </a:cubicBezTo>
                    <a:cubicBezTo>
                      <a:pt x="465" y="823"/>
                      <a:pt x="465" y="823"/>
                      <a:pt x="465" y="823"/>
                    </a:cubicBezTo>
                    <a:cubicBezTo>
                      <a:pt x="467" y="821"/>
                      <a:pt x="467" y="821"/>
                      <a:pt x="467" y="821"/>
                    </a:cubicBezTo>
                    <a:cubicBezTo>
                      <a:pt x="469" y="821"/>
                      <a:pt x="469" y="821"/>
                      <a:pt x="469" y="821"/>
                    </a:cubicBezTo>
                    <a:cubicBezTo>
                      <a:pt x="481" y="811"/>
                      <a:pt x="481" y="811"/>
                      <a:pt x="481" y="811"/>
                    </a:cubicBezTo>
                    <a:cubicBezTo>
                      <a:pt x="485" y="806"/>
                      <a:pt x="485" y="806"/>
                      <a:pt x="485" y="806"/>
                    </a:cubicBezTo>
                    <a:cubicBezTo>
                      <a:pt x="487" y="804"/>
                      <a:pt x="487" y="804"/>
                      <a:pt x="487" y="804"/>
                    </a:cubicBezTo>
                    <a:cubicBezTo>
                      <a:pt x="488" y="802"/>
                      <a:pt x="488" y="802"/>
                      <a:pt x="488" y="802"/>
                    </a:cubicBezTo>
                    <a:cubicBezTo>
                      <a:pt x="493" y="795"/>
                      <a:pt x="493" y="795"/>
                      <a:pt x="493" y="795"/>
                    </a:cubicBezTo>
                    <a:cubicBezTo>
                      <a:pt x="493" y="794"/>
                      <a:pt x="493" y="794"/>
                      <a:pt x="493" y="794"/>
                    </a:cubicBezTo>
                    <a:cubicBezTo>
                      <a:pt x="496" y="790"/>
                      <a:pt x="496" y="790"/>
                      <a:pt x="496" y="790"/>
                    </a:cubicBezTo>
                    <a:cubicBezTo>
                      <a:pt x="496" y="788"/>
                      <a:pt x="496" y="788"/>
                      <a:pt x="496" y="788"/>
                    </a:cubicBezTo>
                    <a:cubicBezTo>
                      <a:pt x="500" y="780"/>
                      <a:pt x="500" y="780"/>
                      <a:pt x="500" y="780"/>
                    </a:cubicBezTo>
                    <a:cubicBezTo>
                      <a:pt x="501" y="779"/>
                      <a:pt x="501" y="779"/>
                      <a:pt x="501" y="779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4" y="775"/>
                      <a:pt x="504" y="775"/>
                      <a:pt x="504" y="775"/>
                    </a:cubicBezTo>
                    <a:cubicBezTo>
                      <a:pt x="505" y="771"/>
                      <a:pt x="505" y="771"/>
                      <a:pt x="505" y="771"/>
                    </a:cubicBezTo>
                    <a:cubicBezTo>
                      <a:pt x="508" y="767"/>
                      <a:pt x="508" y="767"/>
                      <a:pt x="508" y="767"/>
                    </a:cubicBezTo>
                    <a:cubicBezTo>
                      <a:pt x="508" y="766"/>
                      <a:pt x="508" y="766"/>
                      <a:pt x="508" y="766"/>
                    </a:cubicBezTo>
                    <a:cubicBezTo>
                      <a:pt x="508" y="765"/>
                      <a:pt x="508" y="765"/>
                      <a:pt x="508" y="765"/>
                    </a:cubicBezTo>
                    <a:cubicBezTo>
                      <a:pt x="509" y="763"/>
                      <a:pt x="509" y="763"/>
                      <a:pt x="509" y="763"/>
                    </a:cubicBezTo>
                    <a:cubicBezTo>
                      <a:pt x="508" y="762"/>
                      <a:pt x="508" y="762"/>
                      <a:pt x="508" y="762"/>
                    </a:cubicBezTo>
                    <a:cubicBezTo>
                      <a:pt x="509" y="761"/>
                      <a:pt x="509" y="761"/>
                      <a:pt x="509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2" y="760"/>
                      <a:pt x="512" y="760"/>
                      <a:pt x="512" y="760"/>
                    </a:cubicBezTo>
                    <a:cubicBezTo>
                      <a:pt x="511" y="759"/>
                      <a:pt x="511" y="759"/>
                      <a:pt x="511" y="759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7"/>
                      <a:pt x="510" y="757"/>
                      <a:pt x="510" y="757"/>
                    </a:cubicBezTo>
                    <a:cubicBezTo>
                      <a:pt x="509" y="756"/>
                      <a:pt x="509" y="756"/>
                      <a:pt x="509" y="756"/>
                    </a:cubicBezTo>
                    <a:cubicBezTo>
                      <a:pt x="510" y="755"/>
                      <a:pt x="510" y="755"/>
                      <a:pt x="510" y="755"/>
                    </a:cubicBezTo>
                    <a:cubicBezTo>
                      <a:pt x="511" y="754"/>
                      <a:pt x="511" y="754"/>
                      <a:pt x="511" y="754"/>
                    </a:cubicBezTo>
                    <a:cubicBezTo>
                      <a:pt x="511" y="753"/>
                      <a:pt x="511" y="753"/>
                      <a:pt x="511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10" y="753"/>
                      <a:pt x="510" y="753"/>
                      <a:pt x="510" y="753"/>
                    </a:cubicBezTo>
                    <a:cubicBezTo>
                      <a:pt x="510" y="751"/>
                      <a:pt x="510" y="751"/>
                      <a:pt x="510" y="751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1" y="749"/>
                      <a:pt x="511" y="749"/>
                      <a:pt x="511" y="749"/>
                    </a:cubicBezTo>
                    <a:cubicBezTo>
                      <a:pt x="510" y="748"/>
                      <a:pt x="510" y="748"/>
                      <a:pt x="510" y="748"/>
                    </a:cubicBezTo>
                    <a:cubicBezTo>
                      <a:pt x="509" y="748"/>
                      <a:pt x="509" y="748"/>
                      <a:pt x="509" y="748"/>
                    </a:cubicBezTo>
                    <a:cubicBezTo>
                      <a:pt x="508" y="748"/>
                      <a:pt x="508" y="748"/>
                      <a:pt x="508" y="748"/>
                    </a:cubicBezTo>
                    <a:cubicBezTo>
                      <a:pt x="506" y="746"/>
                      <a:pt x="506" y="746"/>
                      <a:pt x="506" y="746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498" y="751"/>
                      <a:pt x="498" y="751"/>
                      <a:pt x="498" y="751"/>
                    </a:cubicBezTo>
                    <a:cubicBezTo>
                      <a:pt x="496" y="752"/>
                      <a:pt x="496" y="752"/>
                      <a:pt x="496" y="752"/>
                    </a:cubicBezTo>
                    <a:cubicBezTo>
                      <a:pt x="493" y="753"/>
                      <a:pt x="493" y="753"/>
                      <a:pt x="493" y="753"/>
                    </a:cubicBezTo>
                    <a:cubicBezTo>
                      <a:pt x="492" y="753"/>
                      <a:pt x="492" y="753"/>
                      <a:pt x="492" y="753"/>
                    </a:cubicBezTo>
                    <a:cubicBezTo>
                      <a:pt x="491" y="752"/>
                      <a:pt x="491" y="752"/>
                      <a:pt x="491" y="752"/>
                    </a:cubicBezTo>
                    <a:cubicBezTo>
                      <a:pt x="489" y="752"/>
                      <a:pt x="489" y="752"/>
                      <a:pt x="489" y="752"/>
                    </a:cubicBezTo>
                    <a:cubicBezTo>
                      <a:pt x="487" y="753"/>
                      <a:pt x="487" y="753"/>
                      <a:pt x="487" y="753"/>
                    </a:cubicBezTo>
                    <a:cubicBezTo>
                      <a:pt x="485" y="753"/>
                      <a:pt x="485" y="753"/>
                      <a:pt x="485" y="753"/>
                    </a:cubicBezTo>
                    <a:cubicBezTo>
                      <a:pt x="484" y="754"/>
                      <a:pt x="484" y="754"/>
                      <a:pt x="484" y="754"/>
                    </a:cubicBezTo>
                    <a:cubicBezTo>
                      <a:pt x="482" y="753"/>
                      <a:pt x="482" y="753"/>
                      <a:pt x="482" y="753"/>
                    </a:cubicBezTo>
                    <a:cubicBezTo>
                      <a:pt x="481" y="753"/>
                      <a:pt x="481" y="753"/>
                      <a:pt x="481" y="753"/>
                    </a:cubicBezTo>
                    <a:cubicBezTo>
                      <a:pt x="476" y="756"/>
                      <a:pt x="476" y="756"/>
                      <a:pt x="476" y="756"/>
                    </a:cubicBezTo>
                    <a:cubicBezTo>
                      <a:pt x="474" y="756"/>
                      <a:pt x="474" y="756"/>
                      <a:pt x="474" y="756"/>
                    </a:cubicBezTo>
                    <a:cubicBezTo>
                      <a:pt x="473" y="756"/>
                      <a:pt x="473" y="756"/>
                      <a:pt x="473" y="756"/>
                    </a:cubicBezTo>
                    <a:cubicBezTo>
                      <a:pt x="472" y="756"/>
                      <a:pt x="472" y="756"/>
                      <a:pt x="472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69" y="756"/>
                      <a:pt x="469" y="756"/>
                      <a:pt x="469" y="756"/>
                    </a:cubicBezTo>
                    <a:cubicBezTo>
                      <a:pt x="466" y="758"/>
                      <a:pt x="466" y="758"/>
                      <a:pt x="466" y="758"/>
                    </a:cubicBezTo>
                    <a:cubicBezTo>
                      <a:pt x="465" y="758"/>
                      <a:pt x="465" y="758"/>
                      <a:pt x="465" y="758"/>
                    </a:cubicBezTo>
                    <a:cubicBezTo>
                      <a:pt x="463" y="759"/>
                      <a:pt x="463" y="759"/>
                      <a:pt x="463" y="759"/>
                    </a:cubicBezTo>
                    <a:cubicBezTo>
                      <a:pt x="462" y="760"/>
                      <a:pt x="462" y="760"/>
                      <a:pt x="462" y="760"/>
                    </a:cubicBezTo>
                    <a:cubicBezTo>
                      <a:pt x="460" y="760"/>
                      <a:pt x="460" y="760"/>
                      <a:pt x="460" y="760"/>
                    </a:cubicBezTo>
                    <a:cubicBezTo>
                      <a:pt x="459" y="759"/>
                      <a:pt x="459" y="759"/>
                      <a:pt x="459" y="759"/>
                    </a:cubicBezTo>
                    <a:cubicBezTo>
                      <a:pt x="457" y="758"/>
                      <a:pt x="457" y="758"/>
                      <a:pt x="457" y="758"/>
                    </a:cubicBezTo>
                    <a:cubicBezTo>
                      <a:pt x="456" y="758"/>
                      <a:pt x="456" y="758"/>
                      <a:pt x="456" y="758"/>
                    </a:cubicBezTo>
                    <a:cubicBezTo>
                      <a:pt x="456" y="757"/>
                      <a:pt x="456" y="757"/>
                      <a:pt x="456" y="757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0" y="751"/>
                      <a:pt x="450" y="751"/>
                      <a:pt x="450" y="751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9" y="750"/>
                      <a:pt x="449" y="750"/>
                      <a:pt x="449" y="750"/>
                    </a:cubicBezTo>
                    <a:cubicBezTo>
                      <a:pt x="450" y="748"/>
                      <a:pt x="450" y="748"/>
                      <a:pt x="450" y="748"/>
                    </a:cubicBezTo>
                    <a:cubicBezTo>
                      <a:pt x="451" y="748"/>
                      <a:pt x="451" y="748"/>
                      <a:pt x="451" y="748"/>
                    </a:cubicBezTo>
                    <a:cubicBezTo>
                      <a:pt x="451" y="745"/>
                      <a:pt x="451" y="745"/>
                      <a:pt x="451" y="745"/>
                    </a:cubicBezTo>
                    <a:cubicBezTo>
                      <a:pt x="452" y="744"/>
                      <a:pt x="452" y="744"/>
                      <a:pt x="452" y="744"/>
                    </a:cubicBezTo>
                    <a:cubicBezTo>
                      <a:pt x="451" y="744"/>
                      <a:pt x="451" y="744"/>
                      <a:pt x="451" y="744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50" y="742"/>
                      <a:pt x="450" y="742"/>
                      <a:pt x="450" y="742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8" y="741"/>
                      <a:pt x="448" y="741"/>
                      <a:pt x="448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6" y="741"/>
                      <a:pt x="446" y="741"/>
                      <a:pt x="446" y="741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5" y="738"/>
                      <a:pt x="445" y="738"/>
                      <a:pt x="445" y="738"/>
                    </a:cubicBezTo>
                    <a:cubicBezTo>
                      <a:pt x="444" y="738"/>
                      <a:pt x="444" y="738"/>
                      <a:pt x="444" y="738"/>
                    </a:cubicBezTo>
                    <a:cubicBezTo>
                      <a:pt x="443" y="735"/>
                      <a:pt x="443" y="735"/>
                      <a:pt x="443" y="735"/>
                    </a:cubicBezTo>
                    <a:cubicBezTo>
                      <a:pt x="441" y="733"/>
                      <a:pt x="441" y="733"/>
                      <a:pt x="441" y="733"/>
                    </a:cubicBezTo>
                    <a:cubicBezTo>
                      <a:pt x="441" y="734"/>
                      <a:pt x="441" y="734"/>
                      <a:pt x="441" y="734"/>
                    </a:cubicBezTo>
                    <a:cubicBezTo>
                      <a:pt x="440" y="733"/>
                      <a:pt x="440" y="733"/>
                      <a:pt x="440" y="733"/>
                    </a:cubicBezTo>
                    <a:cubicBezTo>
                      <a:pt x="439" y="732"/>
                      <a:pt x="439" y="732"/>
                      <a:pt x="439" y="732"/>
                    </a:cubicBezTo>
                    <a:cubicBezTo>
                      <a:pt x="438" y="731"/>
                      <a:pt x="438" y="731"/>
                      <a:pt x="438" y="731"/>
                    </a:cubicBezTo>
                    <a:cubicBezTo>
                      <a:pt x="435" y="728"/>
                      <a:pt x="435" y="728"/>
                      <a:pt x="435" y="728"/>
                    </a:cubicBezTo>
                    <a:cubicBezTo>
                      <a:pt x="435" y="727"/>
                      <a:pt x="435" y="727"/>
                      <a:pt x="435" y="727"/>
                    </a:cubicBezTo>
                    <a:cubicBezTo>
                      <a:pt x="433" y="727"/>
                      <a:pt x="433" y="727"/>
                      <a:pt x="433" y="727"/>
                    </a:cubicBezTo>
                    <a:cubicBezTo>
                      <a:pt x="430" y="724"/>
                      <a:pt x="430" y="724"/>
                      <a:pt x="430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8" y="724"/>
                      <a:pt x="428" y="724"/>
                      <a:pt x="428" y="724"/>
                    </a:cubicBezTo>
                    <a:cubicBezTo>
                      <a:pt x="427" y="725"/>
                      <a:pt x="427" y="725"/>
                      <a:pt x="427" y="725"/>
                    </a:cubicBezTo>
                    <a:cubicBezTo>
                      <a:pt x="427" y="724"/>
                      <a:pt x="427" y="724"/>
                      <a:pt x="427" y="724"/>
                    </a:cubicBezTo>
                    <a:cubicBezTo>
                      <a:pt x="426" y="723"/>
                      <a:pt x="426" y="723"/>
                      <a:pt x="426" y="723"/>
                    </a:cubicBezTo>
                    <a:cubicBezTo>
                      <a:pt x="426" y="722"/>
                      <a:pt x="426" y="722"/>
                      <a:pt x="426" y="722"/>
                    </a:cubicBezTo>
                    <a:cubicBezTo>
                      <a:pt x="424" y="720"/>
                      <a:pt x="424" y="720"/>
                      <a:pt x="424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2"/>
                      <a:pt x="423" y="722"/>
                      <a:pt x="423" y="722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2" y="719"/>
                      <a:pt x="422" y="719"/>
                      <a:pt x="422" y="719"/>
                    </a:cubicBezTo>
                    <a:cubicBezTo>
                      <a:pt x="421" y="719"/>
                      <a:pt x="421" y="719"/>
                      <a:pt x="421" y="719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20" y="716"/>
                      <a:pt x="420" y="716"/>
                      <a:pt x="420" y="716"/>
                    </a:cubicBezTo>
                    <a:cubicBezTo>
                      <a:pt x="419" y="711"/>
                      <a:pt x="419" y="711"/>
                      <a:pt x="419" y="711"/>
                    </a:cubicBezTo>
                    <a:cubicBezTo>
                      <a:pt x="416" y="703"/>
                      <a:pt x="416" y="703"/>
                      <a:pt x="416" y="703"/>
                    </a:cubicBezTo>
                    <a:cubicBezTo>
                      <a:pt x="414" y="702"/>
                      <a:pt x="414" y="702"/>
                      <a:pt x="414" y="702"/>
                    </a:cubicBezTo>
                    <a:cubicBezTo>
                      <a:pt x="415" y="701"/>
                      <a:pt x="415" y="701"/>
                      <a:pt x="415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2" y="700"/>
                      <a:pt x="412" y="700"/>
                      <a:pt x="412" y="700"/>
                    </a:cubicBezTo>
                    <a:cubicBezTo>
                      <a:pt x="411" y="699"/>
                      <a:pt x="411" y="699"/>
                      <a:pt x="411" y="699"/>
                    </a:cubicBezTo>
                    <a:cubicBezTo>
                      <a:pt x="411" y="698"/>
                      <a:pt x="411" y="698"/>
                      <a:pt x="411" y="698"/>
                    </a:cubicBezTo>
                    <a:cubicBezTo>
                      <a:pt x="407" y="696"/>
                      <a:pt x="407" y="696"/>
                      <a:pt x="407" y="696"/>
                    </a:cubicBezTo>
                    <a:cubicBezTo>
                      <a:pt x="406" y="696"/>
                      <a:pt x="406" y="696"/>
                      <a:pt x="406" y="696"/>
                    </a:cubicBezTo>
                    <a:cubicBezTo>
                      <a:pt x="405" y="694"/>
                      <a:pt x="405" y="694"/>
                      <a:pt x="405" y="694"/>
                    </a:cubicBezTo>
                    <a:cubicBezTo>
                      <a:pt x="404" y="691"/>
                      <a:pt x="404" y="691"/>
                      <a:pt x="404" y="691"/>
                    </a:cubicBezTo>
                    <a:cubicBezTo>
                      <a:pt x="404" y="688"/>
                      <a:pt x="404" y="688"/>
                      <a:pt x="404" y="688"/>
                    </a:cubicBezTo>
                    <a:cubicBezTo>
                      <a:pt x="404" y="685"/>
                      <a:pt x="404" y="685"/>
                      <a:pt x="404" y="685"/>
                    </a:cubicBezTo>
                    <a:cubicBezTo>
                      <a:pt x="402" y="680"/>
                      <a:pt x="402" y="680"/>
                      <a:pt x="402" y="680"/>
                    </a:cubicBezTo>
                    <a:cubicBezTo>
                      <a:pt x="403" y="680"/>
                      <a:pt x="403" y="680"/>
                      <a:pt x="403" y="680"/>
                    </a:cubicBezTo>
                    <a:cubicBezTo>
                      <a:pt x="403" y="679"/>
                      <a:pt x="403" y="679"/>
                      <a:pt x="403" y="679"/>
                    </a:cubicBezTo>
                    <a:cubicBezTo>
                      <a:pt x="402" y="677"/>
                      <a:pt x="402" y="677"/>
                      <a:pt x="402" y="677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0" y="673"/>
                      <a:pt x="400" y="673"/>
                      <a:pt x="400" y="673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399" y="671"/>
                      <a:pt x="399" y="671"/>
                      <a:pt x="399" y="671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7" y="668"/>
                      <a:pt x="397" y="668"/>
                      <a:pt x="397" y="668"/>
                    </a:cubicBezTo>
                    <a:cubicBezTo>
                      <a:pt x="396" y="668"/>
                      <a:pt x="396" y="668"/>
                      <a:pt x="396" y="668"/>
                    </a:cubicBezTo>
                    <a:cubicBezTo>
                      <a:pt x="394" y="665"/>
                      <a:pt x="394" y="665"/>
                      <a:pt x="394" y="665"/>
                    </a:cubicBezTo>
                    <a:cubicBezTo>
                      <a:pt x="393" y="666"/>
                      <a:pt x="393" y="666"/>
                      <a:pt x="393" y="666"/>
                    </a:cubicBezTo>
                    <a:cubicBezTo>
                      <a:pt x="392" y="666"/>
                      <a:pt x="392" y="666"/>
                      <a:pt x="392" y="666"/>
                    </a:cubicBezTo>
                    <a:cubicBezTo>
                      <a:pt x="390" y="665"/>
                      <a:pt x="390" y="665"/>
                      <a:pt x="390" y="665"/>
                    </a:cubicBezTo>
                    <a:cubicBezTo>
                      <a:pt x="389" y="661"/>
                      <a:pt x="389" y="661"/>
                      <a:pt x="389" y="661"/>
                    </a:cubicBezTo>
                    <a:cubicBezTo>
                      <a:pt x="389" y="660"/>
                      <a:pt x="389" y="660"/>
                      <a:pt x="389" y="660"/>
                    </a:cubicBezTo>
                    <a:cubicBezTo>
                      <a:pt x="389" y="659"/>
                      <a:pt x="389" y="659"/>
                      <a:pt x="389" y="659"/>
                    </a:cubicBezTo>
                    <a:cubicBezTo>
                      <a:pt x="389" y="658"/>
                      <a:pt x="389" y="658"/>
                      <a:pt x="389" y="658"/>
                    </a:cubicBezTo>
                    <a:cubicBezTo>
                      <a:pt x="392" y="658"/>
                      <a:pt x="392" y="658"/>
                      <a:pt x="392" y="658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89" y="654"/>
                      <a:pt x="389" y="654"/>
                      <a:pt x="389" y="654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2"/>
                      <a:pt x="387" y="652"/>
                      <a:pt x="387" y="652"/>
                    </a:cubicBezTo>
                    <a:cubicBezTo>
                      <a:pt x="384" y="647"/>
                      <a:pt x="384" y="647"/>
                      <a:pt x="384" y="647"/>
                    </a:cubicBezTo>
                    <a:cubicBezTo>
                      <a:pt x="382" y="647"/>
                      <a:pt x="382" y="647"/>
                      <a:pt x="382" y="647"/>
                    </a:cubicBezTo>
                    <a:cubicBezTo>
                      <a:pt x="382" y="645"/>
                      <a:pt x="382" y="645"/>
                      <a:pt x="382" y="645"/>
                    </a:cubicBezTo>
                    <a:cubicBezTo>
                      <a:pt x="378" y="638"/>
                      <a:pt x="378" y="638"/>
                      <a:pt x="378" y="638"/>
                    </a:cubicBezTo>
                    <a:cubicBezTo>
                      <a:pt x="378" y="637"/>
                      <a:pt x="378" y="637"/>
                      <a:pt x="378" y="637"/>
                    </a:cubicBezTo>
                    <a:cubicBezTo>
                      <a:pt x="377" y="635"/>
                      <a:pt x="377" y="635"/>
                      <a:pt x="377" y="635"/>
                    </a:cubicBezTo>
                    <a:cubicBezTo>
                      <a:pt x="377" y="632"/>
                      <a:pt x="377" y="632"/>
                      <a:pt x="377" y="632"/>
                    </a:cubicBezTo>
                    <a:cubicBezTo>
                      <a:pt x="376" y="632"/>
                      <a:pt x="376" y="632"/>
                      <a:pt x="376" y="632"/>
                    </a:cubicBezTo>
                    <a:cubicBezTo>
                      <a:pt x="376" y="631"/>
                      <a:pt x="376" y="631"/>
                      <a:pt x="376" y="631"/>
                    </a:cubicBezTo>
                    <a:cubicBezTo>
                      <a:pt x="373" y="628"/>
                      <a:pt x="373" y="628"/>
                      <a:pt x="373" y="628"/>
                    </a:cubicBezTo>
                    <a:cubicBezTo>
                      <a:pt x="373" y="627"/>
                      <a:pt x="373" y="627"/>
                      <a:pt x="373" y="627"/>
                    </a:cubicBezTo>
                    <a:cubicBezTo>
                      <a:pt x="373" y="626"/>
                      <a:pt x="373" y="626"/>
                      <a:pt x="373" y="626"/>
                    </a:cubicBezTo>
                    <a:cubicBezTo>
                      <a:pt x="373" y="625"/>
                      <a:pt x="373" y="625"/>
                      <a:pt x="373" y="625"/>
                    </a:cubicBezTo>
                    <a:cubicBezTo>
                      <a:pt x="368" y="621"/>
                      <a:pt x="368" y="621"/>
                      <a:pt x="368" y="621"/>
                    </a:cubicBezTo>
                    <a:cubicBezTo>
                      <a:pt x="368" y="620"/>
                      <a:pt x="368" y="620"/>
                      <a:pt x="368" y="620"/>
                    </a:cubicBezTo>
                    <a:cubicBezTo>
                      <a:pt x="365" y="617"/>
                      <a:pt x="365" y="617"/>
                      <a:pt x="365" y="617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5" y="614"/>
                      <a:pt x="365" y="614"/>
                      <a:pt x="365" y="614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8" y="618"/>
                      <a:pt x="368" y="618"/>
                      <a:pt x="368" y="618"/>
                    </a:cubicBezTo>
                    <a:cubicBezTo>
                      <a:pt x="368" y="619"/>
                      <a:pt x="368" y="619"/>
                      <a:pt x="368" y="619"/>
                    </a:cubicBezTo>
                    <a:cubicBezTo>
                      <a:pt x="369" y="621"/>
                      <a:pt x="369" y="621"/>
                      <a:pt x="369" y="621"/>
                    </a:cubicBezTo>
                    <a:cubicBezTo>
                      <a:pt x="371" y="621"/>
                      <a:pt x="371" y="621"/>
                      <a:pt x="371" y="621"/>
                    </a:cubicBezTo>
                    <a:cubicBezTo>
                      <a:pt x="371" y="623"/>
                      <a:pt x="371" y="623"/>
                      <a:pt x="371" y="623"/>
                    </a:cubicBezTo>
                    <a:cubicBezTo>
                      <a:pt x="375" y="626"/>
                      <a:pt x="375" y="626"/>
                      <a:pt x="375" y="626"/>
                    </a:cubicBezTo>
                    <a:cubicBezTo>
                      <a:pt x="377" y="628"/>
                      <a:pt x="377" y="628"/>
                      <a:pt x="377" y="628"/>
                    </a:cubicBezTo>
                    <a:cubicBezTo>
                      <a:pt x="378" y="629"/>
                      <a:pt x="378" y="629"/>
                      <a:pt x="378" y="629"/>
                    </a:cubicBezTo>
                    <a:cubicBezTo>
                      <a:pt x="378" y="627"/>
                      <a:pt x="378" y="627"/>
                      <a:pt x="378" y="627"/>
                    </a:cubicBezTo>
                    <a:cubicBezTo>
                      <a:pt x="380" y="626"/>
                      <a:pt x="380" y="626"/>
                      <a:pt x="380" y="626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2"/>
                      <a:pt x="380" y="622"/>
                      <a:pt x="380" y="622"/>
                    </a:cubicBezTo>
                    <a:cubicBezTo>
                      <a:pt x="380" y="621"/>
                      <a:pt x="380" y="621"/>
                      <a:pt x="380" y="621"/>
                    </a:cubicBezTo>
                    <a:cubicBezTo>
                      <a:pt x="381" y="619"/>
                      <a:pt x="381" y="619"/>
                      <a:pt x="381" y="619"/>
                    </a:cubicBezTo>
                    <a:cubicBezTo>
                      <a:pt x="381" y="617"/>
                      <a:pt x="381" y="617"/>
                      <a:pt x="381" y="617"/>
                    </a:cubicBezTo>
                    <a:cubicBezTo>
                      <a:pt x="381" y="618"/>
                      <a:pt x="381" y="618"/>
                      <a:pt x="381" y="618"/>
                    </a:cubicBezTo>
                    <a:cubicBezTo>
                      <a:pt x="381" y="621"/>
                      <a:pt x="381" y="621"/>
                      <a:pt x="381" y="621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5"/>
                      <a:pt x="380" y="625"/>
                      <a:pt x="380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3" y="624"/>
                      <a:pt x="383" y="624"/>
                      <a:pt x="383" y="624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7" y="629"/>
                      <a:pt x="387" y="629"/>
                      <a:pt x="387" y="629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9" y="632"/>
                      <a:pt x="389" y="632"/>
                      <a:pt x="389" y="632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3" y="637"/>
                      <a:pt x="393" y="637"/>
                      <a:pt x="393" y="637"/>
                    </a:cubicBezTo>
                    <a:cubicBezTo>
                      <a:pt x="393" y="638"/>
                      <a:pt x="393" y="638"/>
                      <a:pt x="393" y="638"/>
                    </a:cubicBezTo>
                    <a:cubicBezTo>
                      <a:pt x="394" y="640"/>
                      <a:pt x="394" y="640"/>
                      <a:pt x="394" y="640"/>
                    </a:cubicBezTo>
                    <a:cubicBezTo>
                      <a:pt x="395" y="640"/>
                      <a:pt x="395" y="640"/>
                      <a:pt x="395" y="640"/>
                    </a:cubicBezTo>
                    <a:cubicBezTo>
                      <a:pt x="395" y="642"/>
                      <a:pt x="395" y="642"/>
                      <a:pt x="395" y="642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8" y="644"/>
                      <a:pt x="398" y="644"/>
                      <a:pt x="398" y="644"/>
                    </a:cubicBezTo>
                    <a:cubicBezTo>
                      <a:pt x="399" y="647"/>
                      <a:pt x="399" y="647"/>
                      <a:pt x="399" y="647"/>
                    </a:cubicBezTo>
                    <a:cubicBezTo>
                      <a:pt x="400" y="648"/>
                      <a:pt x="400" y="648"/>
                      <a:pt x="400" y="648"/>
                    </a:cubicBezTo>
                    <a:cubicBezTo>
                      <a:pt x="401" y="649"/>
                      <a:pt x="401" y="649"/>
                      <a:pt x="401" y="649"/>
                    </a:cubicBezTo>
                    <a:cubicBezTo>
                      <a:pt x="400" y="650"/>
                      <a:pt x="400" y="650"/>
                      <a:pt x="400" y="650"/>
                    </a:cubicBezTo>
                    <a:cubicBezTo>
                      <a:pt x="400" y="652"/>
                      <a:pt x="400" y="652"/>
                      <a:pt x="400" y="652"/>
                    </a:cubicBezTo>
                    <a:cubicBezTo>
                      <a:pt x="402" y="653"/>
                      <a:pt x="402" y="653"/>
                      <a:pt x="402" y="653"/>
                    </a:cubicBezTo>
                    <a:cubicBezTo>
                      <a:pt x="402" y="654"/>
                      <a:pt x="402" y="654"/>
                      <a:pt x="402" y="654"/>
                    </a:cubicBezTo>
                    <a:cubicBezTo>
                      <a:pt x="403" y="655"/>
                      <a:pt x="403" y="655"/>
                      <a:pt x="403" y="655"/>
                    </a:cubicBezTo>
                    <a:cubicBezTo>
                      <a:pt x="404" y="654"/>
                      <a:pt x="404" y="654"/>
                      <a:pt x="404" y="654"/>
                    </a:cubicBezTo>
                    <a:cubicBezTo>
                      <a:pt x="406" y="655"/>
                      <a:pt x="406" y="655"/>
                      <a:pt x="406" y="655"/>
                    </a:cubicBezTo>
                    <a:cubicBezTo>
                      <a:pt x="408" y="656"/>
                      <a:pt x="408" y="656"/>
                      <a:pt x="408" y="656"/>
                    </a:cubicBezTo>
                    <a:cubicBezTo>
                      <a:pt x="410" y="658"/>
                      <a:pt x="410" y="658"/>
                      <a:pt x="410" y="658"/>
                    </a:cubicBezTo>
                    <a:cubicBezTo>
                      <a:pt x="410" y="660"/>
                      <a:pt x="410" y="660"/>
                      <a:pt x="410" y="660"/>
                    </a:cubicBezTo>
                    <a:cubicBezTo>
                      <a:pt x="411" y="660"/>
                      <a:pt x="411" y="660"/>
                      <a:pt x="411" y="660"/>
                    </a:cubicBezTo>
                    <a:cubicBezTo>
                      <a:pt x="411" y="661"/>
                      <a:pt x="411" y="661"/>
                      <a:pt x="411" y="661"/>
                    </a:cubicBezTo>
                    <a:cubicBezTo>
                      <a:pt x="412" y="662"/>
                      <a:pt x="412" y="662"/>
                      <a:pt x="412" y="662"/>
                    </a:cubicBezTo>
                    <a:cubicBezTo>
                      <a:pt x="412" y="664"/>
                      <a:pt x="412" y="664"/>
                      <a:pt x="412" y="664"/>
                    </a:cubicBezTo>
                    <a:cubicBezTo>
                      <a:pt x="414" y="666"/>
                      <a:pt x="414" y="666"/>
                      <a:pt x="414" y="666"/>
                    </a:cubicBezTo>
                    <a:cubicBezTo>
                      <a:pt x="414" y="668"/>
                      <a:pt x="414" y="668"/>
                      <a:pt x="414" y="668"/>
                    </a:cubicBezTo>
                    <a:cubicBezTo>
                      <a:pt x="415" y="669"/>
                      <a:pt x="415" y="669"/>
                      <a:pt x="415" y="669"/>
                    </a:cubicBezTo>
                    <a:cubicBezTo>
                      <a:pt x="414" y="671"/>
                      <a:pt x="414" y="671"/>
                      <a:pt x="414" y="671"/>
                    </a:cubicBezTo>
                    <a:cubicBezTo>
                      <a:pt x="413" y="671"/>
                      <a:pt x="413" y="671"/>
                      <a:pt x="413" y="671"/>
                    </a:cubicBezTo>
                    <a:cubicBezTo>
                      <a:pt x="414" y="673"/>
                      <a:pt x="414" y="673"/>
                      <a:pt x="414" y="673"/>
                    </a:cubicBezTo>
                    <a:cubicBezTo>
                      <a:pt x="415" y="675"/>
                      <a:pt x="415" y="675"/>
                      <a:pt x="415" y="675"/>
                    </a:cubicBezTo>
                    <a:cubicBezTo>
                      <a:pt x="415" y="678"/>
                      <a:pt x="415" y="678"/>
                      <a:pt x="415" y="678"/>
                    </a:cubicBezTo>
                    <a:cubicBezTo>
                      <a:pt x="417" y="679"/>
                      <a:pt x="417" y="679"/>
                      <a:pt x="417" y="679"/>
                    </a:cubicBezTo>
                    <a:cubicBezTo>
                      <a:pt x="417" y="680"/>
                      <a:pt x="417" y="680"/>
                      <a:pt x="417" y="680"/>
                    </a:cubicBezTo>
                    <a:cubicBezTo>
                      <a:pt x="421" y="685"/>
                      <a:pt x="421" y="685"/>
                      <a:pt x="421" y="685"/>
                    </a:cubicBezTo>
                    <a:cubicBezTo>
                      <a:pt x="422" y="685"/>
                      <a:pt x="422" y="685"/>
                      <a:pt x="422" y="685"/>
                    </a:cubicBezTo>
                    <a:cubicBezTo>
                      <a:pt x="424" y="685"/>
                      <a:pt x="424" y="685"/>
                      <a:pt x="424" y="685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7" y="688"/>
                      <a:pt x="427" y="688"/>
                      <a:pt x="427" y="688"/>
                    </a:cubicBezTo>
                    <a:cubicBezTo>
                      <a:pt x="427" y="690"/>
                      <a:pt x="427" y="690"/>
                      <a:pt x="427" y="690"/>
                    </a:cubicBezTo>
                    <a:cubicBezTo>
                      <a:pt x="429" y="690"/>
                      <a:pt x="429" y="690"/>
                      <a:pt x="429" y="690"/>
                    </a:cubicBezTo>
                    <a:cubicBezTo>
                      <a:pt x="429" y="691"/>
                      <a:pt x="429" y="691"/>
                      <a:pt x="429" y="691"/>
                    </a:cubicBezTo>
                    <a:cubicBezTo>
                      <a:pt x="430" y="691"/>
                      <a:pt x="430" y="691"/>
                      <a:pt x="430" y="691"/>
                    </a:cubicBezTo>
                    <a:cubicBezTo>
                      <a:pt x="432" y="697"/>
                      <a:pt x="432" y="697"/>
                      <a:pt x="432" y="697"/>
                    </a:cubicBezTo>
                    <a:cubicBezTo>
                      <a:pt x="433" y="698"/>
                      <a:pt x="433" y="698"/>
                      <a:pt x="433" y="698"/>
                    </a:cubicBezTo>
                    <a:cubicBezTo>
                      <a:pt x="433" y="700"/>
                      <a:pt x="433" y="700"/>
                      <a:pt x="433" y="700"/>
                    </a:cubicBezTo>
                    <a:cubicBezTo>
                      <a:pt x="439" y="706"/>
                      <a:pt x="439" y="706"/>
                      <a:pt x="439" y="706"/>
                    </a:cubicBezTo>
                    <a:cubicBezTo>
                      <a:pt x="440" y="706"/>
                      <a:pt x="440" y="706"/>
                      <a:pt x="440" y="706"/>
                    </a:cubicBezTo>
                    <a:cubicBezTo>
                      <a:pt x="440" y="709"/>
                      <a:pt x="440" y="709"/>
                      <a:pt x="440" y="709"/>
                    </a:cubicBezTo>
                    <a:cubicBezTo>
                      <a:pt x="443" y="710"/>
                      <a:pt x="443" y="710"/>
                      <a:pt x="443" y="710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4"/>
                      <a:pt x="444" y="714"/>
                      <a:pt x="444" y="714"/>
                    </a:cubicBezTo>
                    <a:cubicBezTo>
                      <a:pt x="445" y="718"/>
                      <a:pt x="445" y="718"/>
                      <a:pt x="445" y="718"/>
                    </a:cubicBezTo>
                    <a:cubicBezTo>
                      <a:pt x="445" y="719"/>
                      <a:pt x="445" y="719"/>
                      <a:pt x="445" y="719"/>
                    </a:cubicBezTo>
                    <a:cubicBezTo>
                      <a:pt x="444" y="719"/>
                      <a:pt x="444" y="719"/>
                      <a:pt x="444" y="719"/>
                    </a:cubicBezTo>
                    <a:cubicBezTo>
                      <a:pt x="444" y="720"/>
                      <a:pt x="444" y="720"/>
                      <a:pt x="444" y="720"/>
                    </a:cubicBezTo>
                    <a:cubicBezTo>
                      <a:pt x="442" y="720"/>
                      <a:pt x="442" y="720"/>
                      <a:pt x="442" y="720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3"/>
                      <a:pt x="444" y="723"/>
                      <a:pt x="444" y="723"/>
                    </a:cubicBezTo>
                    <a:cubicBezTo>
                      <a:pt x="446" y="725"/>
                      <a:pt x="446" y="725"/>
                      <a:pt x="446" y="725"/>
                    </a:cubicBezTo>
                    <a:cubicBezTo>
                      <a:pt x="447" y="732"/>
                      <a:pt x="447" y="732"/>
                      <a:pt x="447" y="732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9" y="735"/>
                      <a:pt x="449" y="735"/>
                      <a:pt x="449" y="735"/>
                    </a:cubicBezTo>
                    <a:cubicBezTo>
                      <a:pt x="448" y="736"/>
                      <a:pt x="448" y="736"/>
                      <a:pt x="448" y="736"/>
                    </a:cubicBezTo>
                    <a:cubicBezTo>
                      <a:pt x="449" y="738"/>
                      <a:pt x="449" y="738"/>
                      <a:pt x="449" y="738"/>
                    </a:cubicBezTo>
                    <a:cubicBezTo>
                      <a:pt x="451" y="740"/>
                      <a:pt x="451" y="740"/>
                      <a:pt x="451" y="740"/>
                    </a:cubicBezTo>
                    <a:cubicBezTo>
                      <a:pt x="451" y="741"/>
                      <a:pt x="451" y="741"/>
                      <a:pt x="451" y="741"/>
                    </a:cubicBezTo>
                    <a:cubicBezTo>
                      <a:pt x="452" y="743"/>
                      <a:pt x="452" y="743"/>
                      <a:pt x="452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6" y="743"/>
                      <a:pt x="456" y="743"/>
                      <a:pt x="456" y="743"/>
                    </a:cubicBezTo>
                    <a:cubicBezTo>
                      <a:pt x="458" y="743"/>
                      <a:pt x="458" y="743"/>
                      <a:pt x="458" y="743"/>
                    </a:cubicBezTo>
                    <a:cubicBezTo>
                      <a:pt x="459" y="742"/>
                      <a:pt x="459" y="742"/>
                      <a:pt x="459" y="742"/>
                    </a:cubicBezTo>
                    <a:cubicBezTo>
                      <a:pt x="460" y="742"/>
                      <a:pt x="460" y="742"/>
                      <a:pt x="460" y="742"/>
                    </a:cubicBezTo>
                    <a:cubicBezTo>
                      <a:pt x="461" y="742"/>
                      <a:pt x="461" y="742"/>
                      <a:pt x="461" y="742"/>
                    </a:cubicBezTo>
                    <a:cubicBezTo>
                      <a:pt x="463" y="742"/>
                      <a:pt x="463" y="742"/>
                      <a:pt x="463" y="742"/>
                    </a:cubicBezTo>
                    <a:cubicBezTo>
                      <a:pt x="464" y="740"/>
                      <a:pt x="464" y="740"/>
                      <a:pt x="464" y="740"/>
                    </a:cubicBezTo>
                    <a:cubicBezTo>
                      <a:pt x="465" y="740"/>
                      <a:pt x="465" y="740"/>
                      <a:pt x="465" y="740"/>
                    </a:cubicBezTo>
                    <a:cubicBezTo>
                      <a:pt x="466" y="738"/>
                      <a:pt x="466" y="738"/>
                      <a:pt x="466" y="738"/>
                    </a:cubicBezTo>
                    <a:cubicBezTo>
                      <a:pt x="468" y="737"/>
                      <a:pt x="468" y="737"/>
                      <a:pt x="468" y="737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9" y="736"/>
                      <a:pt x="469" y="736"/>
                      <a:pt x="469" y="736"/>
                    </a:cubicBezTo>
                    <a:cubicBezTo>
                      <a:pt x="470" y="737"/>
                      <a:pt x="470" y="737"/>
                      <a:pt x="470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4" y="738"/>
                      <a:pt x="474" y="738"/>
                      <a:pt x="474" y="738"/>
                    </a:cubicBezTo>
                    <a:cubicBezTo>
                      <a:pt x="478" y="736"/>
                      <a:pt x="478" y="736"/>
                      <a:pt x="478" y="736"/>
                    </a:cubicBezTo>
                    <a:cubicBezTo>
                      <a:pt x="480" y="736"/>
                      <a:pt x="480" y="736"/>
                      <a:pt x="480" y="736"/>
                    </a:cubicBezTo>
                    <a:cubicBezTo>
                      <a:pt x="482" y="735"/>
                      <a:pt x="482" y="735"/>
                      <a:pt x="482" y="735"/>
                    </a:cubicBezTo>
                    <a:cubicBezTo>
                      <a:pt x="482" y="734"/>
                      <a:pt x="482" y="734"/>
                      <a:pt x="482" y="734"/>
                    </a:cubicBezTo>
                    <a:cubicBezTo>
                      <a:pt x="484" y="732"/>
                      <a:pt x="484" y="732"/>
                      <a:pt x="484" y="732"/>
                    </a:cubicBezTo>
                    <a:cubicBezTo>
                      <a:pt x="485" y="732"/>
                      <a:pt x="485" y="732"/>
                      <a:pt x="485" y="732"/>
                    </a:cubicBezTo>
                    <a:cubicBezTo>
                      <a:pt x="486" y="733"/>
                      <a:pt x="486" y="733"/>
                      <a:pt x="486" y="733"/>
                    </a:cubicBezTo>
                    <a:cubicBezTo>
                      <a:pt x="487" y="733"/>
                      <a:pt x="487" y="733"/>
                      <a:pt x="487" y="733"/>
                    </a:cubicBezTo>
                    <a:cubicBezTo>
                      <a:pt x="488" y="732"/>
                      <a:pt x="488" y="732"/>
                      <a:pt x="488" y="732"/>
                    </a:cubicBezTo>
                    <a:cubicBezTo>
                      <a:pt x="488" y="733"/>
                      <a:pt x="488" y="733"/>
                      <a:pt x="488" y="733"/>
                    </a:cubicBezTo>
                    <a:cubicBezTo>
                      <a:pt x="490" y="733"/>
                      <a:pt x="490" y="733"/>
                      <a:pt x="490" y="733"/>
                    </a:cubicBezTo>
                    <a:cubicBezTo>
                      <a:pt x="492" y="731"/>
                      <a:pt x="492" y="731"/>
                      <a:pt x="492" y="731"/>
                    </a:cubicBezTo>
                    <a:cubicBezTo>
                      <a:pt x="493" y="728"/>
                      <a:pt x="493" y="728"/>
                      <a:pt x="493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9" y="724"/>
                      <a:pt x="509" y="724"/>
                      <a:pt x="509" y="724"/>
                    </a:cubicBezTo>
                    <a:cubicBezTo>
                      <a:pt x="512" y="722"/>
                      <a:pt x="512" y="722"/>
                      <a:pt x="512" y="722"/>
                    </a:cubicBezTo>
                    <a:cubicBezTo>
                      <a:pt x="513" y="721"/>
                      <a:pt x="513" y="721"/>
                      <a:pt x="513" y="721"/>
                    </a:cubicBezTo>
                    <a:cubicBezTo>
                      <a:pt x="517" y="720"/>
                      <a:pt x="517" y="720"/>
                      <a:pt x="517" y="720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6" y="718"/>
                      <a:pt x="516" y="718"/>
                      <a:pt x="516" y="718"/>
                    </a:cubicBezTo>
                    <a:cubicBezTo>
                      <a:pt x="516" y="717"/>
                      <a:pt x="516" y="717"/>
                      <a:pt x="516" y="717"/>
                    </a:cubicBezTo>
                    <a:cubicBezTo>
                      <a:pt x="519" y="714"/>
                      <a:pt x="519" y="714"/>
                      <a:pt x="519" y="714"/>
                    </a:cubicBezTo>
                    <a:cubicBezTo>
                      <a:pt x="521" y="713"/>
                      <a:pt x="521" y="713"/>
                      <a:pt x="521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6" y="713"/>
                      <a:pt x="526" y="713"/>
                      <a:pt x="526" y="713"/>
                    </a:cubicBezTo>
                    <a:cubicBezTo>
                      <a:pt x="527" y="711"/>
                      <a:pt x="527" y="711"/>
                      <a:pt x="527" y="711"/>
                    </a:cubicBezTo>
                    <a:cubicBezTo>
                      <a:pt x="529" y="711"/>
                      <a:pt x="529" y="711"/>
                      <a:pt x="529" y="711"/>
                    </a:cubicBezTo>
                    <a:cubicBezTo>
                      <a:pt x="531" y="710"/>
                      <a:pt x="531" y="710"/>
                      <a:pt x="531" y="710"/>
                    </a:cubicBezTo>
                    <a:cubicBezTo>
                      <a:pt x="533" y="710"/>
                      <a:pt x="533" y="710"/>
                      <a:pt x="533" y="710"/>
                    </a:cubicBezTo>
                    <a:cubicBezTo>
                      <a:pt x="534" y="710"/>
                      <a:pt x="534" y="710"/>
                      <a:pt x="534" y="710"/>
                    </a:cubicBezTo>
                    <a:cubicBezTo>
                      <a:pt x="535" y="711"/>
                      <a:pt x="535" y="711"/>
                      <a:pt x="535" y="711"/>
                    </a:cubicBezTo>
                    <a:cubicBezTo>
                      <a:pt x="536" y="710"/>
                      <a:pt x="536" y="710"/>
                      <a:pt x="536" y="710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9" y="706"/>
                      <a:pt x="539" y="706"/>
                      <a:pt x="539" y="706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4"/>
                      <a:pt x="538" y="704"/>
                      <a:pt x="538" y="704"/>
                    </a:cubicBezTo>
                    <a:cubicBezTo>
                      <a:pt x="539" y="703"/>
                      <a:pt x="539" y="703"/>
                      <a:pt x="539" y="703"/>
                    </a:cubicBezTo>
                    <a:cubicBezTo>
                      <a:pt x="542" y="703"/>
                      <a:pt x="542" y="703"/>
                      <a:pt x="542" y="703"/>
                    </a:cubicBezTo>
                    <a:cubicBezTo>
                      <a:pt x="543" y="703"/>
                      <a:pt x="543" y="703"/>
                      <a:pt x="543" y="703"/>
                    </a:cubicBezTo>
                    <a:cubicBezTo>
                      <a:pt x="544" y="703"/>
                      <a:pt x="544" y="703"/>
                      <a:pt x="544" y="703"/>
                    </a:cubicBezTo>
                    <a:cubicBezTo>
                      <a:pt x="546" y="702"/>
                      <a:pt x="546" y="702"/>
                      <a:pt x="546" y="702"/>
                    </a:cubicBezTo>
                    <a:cubicBezTo>
                      <a:pt x="547" y="701"/>
                      <a:pt x="547" y="701"/>
                      <a:pt x="547" y="701"/>
                    </a:cubicBezTo>
                    <a:cubicBezTo>
                      <a:pt x="547" y="698"/>
                      <a:pt x="547" y="698"/>
                      <a:pt x="547" y="698"/>
                    </a:cubicBezTo>
                    <a:cubicBezTo>
                      <a:pt x="549" y="696"/>
                      <a:pt x="549" y="696"/>
                      <a:pt x="549" y="696"/>
                    </a:cubicBezTo>
                    <a:cubicBezTo>
                      <a:pt x="551" y="695"/>
                      <a:pt x="551" y="695"/>
                      <a:pt x="551" y="695"/>
                    </a:cubicBezTo>
                    <a:cubicBezTo>
                      <a:pt x="552" y="696"/>
                      <a:pt x="552" y="696"/>
                      <a:pt x="552" y="696"/>
                    </a:cubicBezTo>
                    <a:cubicBezTo>
                      <a:pt x="553" y="695"/>
                      <a:pt x="553" y="695"/>
                      <a:pt x="553" y="695"/>
                    </a:cubicBezTo>
                    <a:cubicBezTo>
                      <a:pt x="557" y="695"/>
                      <a:pt x="557" y="695"/>
                      <a:pt x="557" y="695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5" y="689"/>
                      <a:pt x="555" y="689"/>
                      <a:pt x="555" y="689"/>
                    </a:cubicBezTo>
                    <a:cubicBezTo>
                      <a:pt x="555" y="688"/>
                      <a:pt x="555" y="688"/>
                      <a:pt x="555" y="688"/>
                    </a:cubicBezTo>
                    <a:cubicBezTo>
                      <a:pt x="556" y="687"/>
                      <a:pt x="556" y="687"/>
                      <a:pt x="556" y="687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58" y="684"/>
                      <a:pt x="558" y="684"/>
                      <a:pt x="558" y="684"/>
                    </a:cubicBezTo>
                    <a:cubicBezTo>
                      <a:pt x="557" y="683"/>
                      <a:pt x="557" y="683"/>
                      <a:pt x="557" y="683"/>
                    </a:cubicBezTo>
                    <a:cubicBezTo>
                      <a:pt x="558" y="682"/>
                      <a:pt x="558" y="682"/>
                      <a:pt x="558" y="682"/>
                    </a:cubicBezTo>
                    <a:cubicBezTo>
                      <a:pt x="558" y="683"/>
                      <a:pt x="558" y="683"/>
                      <a:pt x="558" y="683"/>
                    </a:cubicBezTo>
                    <a:cubicBezTo>
                      <a:pt x="559" y="683"/>
                      <a:pt x="559" y="683"/>
                      <a:pt x="559" y="683"/>
                    </a:cubicBezTo>
                    <a:cubicBezTo>
                      <a:pt x="561" y="684"/>
                      <a:pt x="561" y="684"/>
                      <a:pt x="561" y="684"/>
                    </a:cubicBezTo>
                    <a:cubicBezTo>
                      <a:pt x="562" y="681"/>
                      <a:pt x="562" y="681"/>
                      <a:pt x="562" y="681"/>
                    </a:cubicBezTo>
                    <a:cubicBezTo>
                      <a:pt x="562" y="680"/>
                      <a:pt x="562" y="680"/>
                      <a:pt x="562" y="680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5" y="677"/>
                      <a:pt x="565" y="677"/>
                      <a:pt x="565" y="677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8" y="671"/>
                      <a:pt x="568" y="671"/>
                      <a:pt x="568" y="671"/>
                    </a:cubicBezTo>
                    <a:cubicBezTo>
                      <a:pt x="568" y="670"/>
                      <a:pt x="568" y="670"/>
                      <a:pt x="568" y="670"/>
                    </a:cubicBezTo>
                    <a:cubicBezTo>
                      <a:pt x="569" y="669"/>
                      <a:pt x="569" y="669"/>
                      <a:pt x="569" y="669"/>
                    </a:cubicBezTo>
                    <a:cubicBezTo>
                      <a:pt x="569" y="667"/>
                      <a:pt x="569" y="667"/>
                      <a:pt x="569" y="667"/>
                    </a:cubicBezTo>
                    <a:cubicBezTo>
                      <a:pt x="568" y="666"/>
                      <a:pt x="568" y="666"/>
                      <a:pt x="568" y="666"/>
                    </a:cubicBezTo>
                    <a:cubicBezTo>
                      <a:pt x="567" y="666"/>
                      <a:pt x="567" y="666"/>
                      <a:pt x="567" y="666"/>
                    </a:cubicBezTo>
                    <a:cubicBezTo>
                      <a:pt x="564" y="664"/>
                      <a:pt x="564" y="664"/>
                      <a:pt x="564" y="664"/>
                    </a:cubicBezTo>
                    <a:cubicBezTo>
                      <a:pt x="564" y="662"/>
                      <a:pt x="564" y="662"/>
                      <a:pt x="564" y="662"/>
                    </a:cubicBezTo>
                    <a:cubicBezTo>
                      <a:pt x="562" y="661"/>
                      <a:pt x="562" y="661"/>
                      <a:pt x="562" y="661"/>
                    </a:cubicBezTo>
                    <a:cubicBezTo>
                      <a:pt x="562" y="659"/>
                      <a:pt x="562" y="659"/>
                      <a:pt x="562" y="659"/>
                    </a:cubicBezTo>
                    <a:cubicBezTo>
                      <a:pt x="560" y="656"/>
                      <a:pt x="560" y="656"/>
                      <a:pt x="560" y="656"/>
                    </a:cubicBezTo>
                    <a:cubicBezTo>
                      <a:pt x="558" y="656"/>
                      <a:pt x="558" y="656"/>
                      <a:pt x="558" y="656"/>
                    </a:cubicBezTo>
                    <a:cubicBezTo>
                      <a:pt x="556" y="657"/>
                      <a:pt x="556" y="657"/>
                      <a:pt x="556" y="657"/>
                    </a:cubicBezTo>
                    <a:cubicBezTo>
                      <a:pt x="553" y="656"/>
                      <a:pt x="553" y="656"/>
                      <a:pt x="553" y="656"/>
                    </a:cubicBezTo>
                    <a:cubicBezTo>
                      <a:pt x="552" y="656"/>
                      <a:pt x="552" y="656"/>
                      <a:pt x="552" y="656"/>
                    </a:cubicBezTo>
                    <a:cubicBezTo>
                      <a:pt x="551" y="657"/>
                      <a:pt x="551" y="657"/>
                      <a:pt x="551" y="657"/>
                    </a:cubicBezTo>
                    <a:cubicBezTo>
                      <a:pt x="549" y="656"/>
                      <a:pt x="549" y="656"/>
                      <a:pt x="549" y="656"/>
                    </a:cubicBezTo>
                    <a:cubicBezTo>
                      <a:pt x="545" y="653"/>
                      <a:pt x="545" y="653"/>
                      <a:pt x="545" y="653"/>
                    </a:cubicBezTo>
                    <a:cubicBezTo>
                      <a:pt x="545" y="652"/>
                      <a:pt x="545" y="652"/>
                      <a:pt x="545" y="652"/>
                    </a:cubicBezTo>
                    <a:cubicBezTo>
                      <a:pt x="543" y="649"/>
                      <a:pt x="543" y="649"/>
                      <a:pt x="543" y="649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3"/>
                      <a:pt x="542" y="643"/>
                      <a:pt x="542" y="643"/>
                    </a:cubicBezTo>
                    <a:cubicBezTo>
                      <a:pt x="542" y="641"/>
                      <a:pt x="542" y="641"/>
                      <a:pt x="542" y="641"/>
                    </a:cubicBezTo>
                    <a:cubicBezTo>
                      <a:pt x="541" y="642"/>
                      <a:pt x="541" y="642"/>
                      <a:pt x="541" y="642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0"/>
                      <a:pt x="541" y="640"/>
                      <a:pt x="541" y="640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7"/>
                      <a:pt x="541" y="637"/>
                      <a:pt x="541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5"/>
                      <a:pt x="541" y="635"/>
                      <a:pt x="541" y="635"/>
                    </a:cubicBezTo>
                    <a:cubicBezTo>
                      <a:pt x="540" y="635"/>
                      <a:pt x="540" y="635"/>
                      <a:pt x="540" y="635"/>
                    </a:cubicBezTo>
                    <a:cubicBezTo>
                      <a:pt x="539" y="635"/>
                      <a:pt x="539" y="635"/>
                      <a:pt x="539" y="635"/>
                    </a:cubicBezTo>
                    <a:cubicBezTo>
                      <a:pt x="539" y="637"/>
                      <a:pt x="539" y="637"/>
                      <a:pt x="539" y="637"/>
                    </a:cubicBezTo>
                    <a:cubicBezTo>
                      <a:pt x="538" y="636"/>
                      <a:pt x="538" y="636"/>
                      <a:pt x="538" y="636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40"/>
                      <a:pt x="538" y="640"/>
                      <a:pt x="538" y="640"/>
                    </a:cubicBezTo>
                    <a:cubicBezTo>
                      <a:pt x="537" y="640"/>
                      <a:pt x="537" y="640"/>
                      <a:pt x="537" y="640"/>
                    </a:cubicBezTo>
                    <a:cubicBezTo>
                      <a:pt x="533" y="643"/>
                      <a:pt x="533" y="643"/>
                      <a:pt x="533" y="643"/>
                    </a:cubicBezTo>
                    <a:cubicBezTo>
                      <a:pt x="533" y="645"/>
                      <a:pt x="533" y="645"/>
                      <a:pt x="533" y="645"/>
                    </a:cubicBezTo>
                    <a:cubicBezTo>
                      <a:pt x="529" y="649"/>
                      <a:pt x="529" y="649"/>
                      <a:pt x="529" y="649"/>
                    </a:cubicBezTo>
                    <a:cubicBezTo>
                      <a:pt x="527" y="650"/>
                      <a:pt x="527" y="650"/>
                      <a:pt x="527" y="650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8" y="652"/>
                      <a:pt x="528" y="652"/>
                      <a:pt x="528" y="652"/>
                    </a:cubicBezTo>
                    <a:cubicBezTo>
                      <a:pt x="527" y="651"/>
                      <a:pt x="527" y="651"/>
                      <a:pt x="527" y="651"/>
                    </a:cubicBezTo>
                    <a:cubicBezTo>
                      <a:pt x="526" y="652"/>
                      <a:pt x="526" y="652"/>
                      <a:pt x="526" y="652"/>
                    </a:cubicBezTo>
                    <a:cubicBezTo>
                      <a:pt x="525" y="652"/>
                      <a:pt x="525" y="652"/>
                      <a:pt x="525" y="652"/>
                    </a:cubicBezTo>
                    <a:cubicBezTo>
                      <a:pt x="525" y="653"/>
                      <a:pt x="525" y="653"/>
                      <a:pt x="525" y="653"/>
                    </a:cubicBezTo>
                    <a:cubicBezTo>
                      <a:pt x="524" y="653"/>
                      <a:pt x="524" y="653"/>
                      <a:pt x="524" y="653"/>
                    </a:cubicBezTo>
                    <a:cubicBezTo>
                      <a:pt x="524" y="654"/>
                      <a:pt x="524" y="654"/>
                      <a:pt x="524" y="654"/>
                    </a:cubicBezTo>
                    <a:cubicBezTo>
                      <a:pt x="522" y="654"/>
                      <a:pt x="522" y="654"/>
                      <a:pt x="522" y="654"/>
                    </a:cubicBezTo>
                    <a:cubicBezTo>
                      <a:pt x="521" y="654"/>
                      <a:pt x="521" y="654"/>
                      <a:pt x="521" y="654"/>
                    </a:cubicBezTo>
                    <a:cubicBezTo>
                      <a:pt x="520" y="654"/>
                      <a:pt x="520" y="654"/>
                      <a:pt x="520" y="654"/>
                    </a:cubicBezTo>
                    <a:cubicBezTo>
                      <a:pt x="519" y="654"/>
                      <a:pt x="519" y="654"/>
                      <a:pt x="519" y="654"/>
                    </a:cubicBezTo>
                    <a:cubicBezTo>
                      <a:pt x="518" y="653"/>
                      <a:pt x="518" y="653"/>
                      <a:pt x="518" y="653"/>
                    </a:cubicBezTo>
                    <a:cubicBezTo>
                      <a:pt x="517" y="654"/>
                      <a:pt x="517" y="654"/>
                      <a:pt x="517" y="654"/>
                    </a:cubicBezTo>
                    <a:cubicBezTo>
                      <a:pt x="514" y="653"/>
                      <a:pt x="514" y="653"/>
                      <a:pt x="514" y="653"/>
                    </a:cubicBezTo>
                    <a:cubicBezTo>
                      <a:pt x="511" y="655"/>
                      <a:pt x="511" y="655"/>
                      <a:pt x="511" y="655"/>
                    </a:cubicBezTo>
                    <a:cubicBezTo>
                      <a:pt x="510" y="655"/>
                      <a:pt x="510" y="655"/>
                      <a:pt x="510" y="655"/>
                    </a:cubicBezTo>
                    <a:cubicBezTo>
                      <a:pt x="509" y="655"/>
                      <a:pt x="509" y="655"/>
                      <a:pt x="509" y="655"/>
                    </a:cubicBezTo>
                    <a:cubicBezTo>
                      <a:pt x="508" y="655"/>
                      <a:pt x="508" y="655"/>
                      <a:pt x="508" y="655"/>
                    </a:cubicBezTo>
                    <a:cubicBezTo>
                      <a:pt x="508" y="651"/>
                      <a:pt x="508" y="651"/>
                      <a:pt x="508" y="651"/>
                    </a:cubicBezTo>
                    <a:cubicBezTo>
                      <a:pt x="507" y="653"/>
                      <a:pt x="507" y="653"/>
                      <a:pt x="507" y="653"/>
                    </a:cubicBezTo>
                    <a:cubicBezTo>
                      <a:pt x="506" y="653"/>
                      <a:pt x="506" y="653"/>
                      <a:pt x="506" y="653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7" y="650"/>
                      <a:pt x="507" y="650"/>
                      <a:pt x="507" y="650"/>
                    </a:cubicBezTo>
                    <a:cubicBezTo>
                      <a:pt x="506" y="650"/>
                      <a:pt x="506" y="650"/>
                      <a:pt x="506" y="650"/>
                    </a:cubicBezTo>
                    <a:cubicBezTo>
                      <a:pt x="506" y="646"/>
                      <a:pt x="506" y="646"/>
                      <a:pt x="506" y="646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6" y="640"/>
                      <a:pt x="506" y="640"/>
                      <a:pt x="506" y="640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3" y="637"/>
                      <a:pt x="503" y="637"/>
                      <a:pt x="503" y="637"/>
                    </a:cubicBezTo>
                    <a:cubicBezTo>
                      <a:pt x="502" y="637"/>
                      <a:pt x="502" y="637"/>
                      <a:pt x="502" y="637"/>
                    </a:cubicBezTo>
                    <a:cubicBezTo>
                      <a:pt x="502" y="638"/>
                      <a:pt x="502" y="638"/>
                      <a:pt x="502" y="638"/>
                    </a:cubicBezTo>
                    <a:cubicBezTo>
                      <a:pt x="501" y="638"/>
                      <a:pt x="501" y="638"/>
                      <a:pt x="501" y="638"/>
                    </a:cubicBezTo>
                    <a:cubicBezTo>
                      <a:pt x="501" y="639"/>
                      <a:pt x="501" y="639"/>
                      <a:pt x="501" y="639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500" y="646"/>
                      <a:pt x="500" y="646"/>
                      <a:pt x="500" y="646"/>
                    </a:cubicBezTo>
                    <a:cubicBezTo>
                      <a:pt x="500" y="647"/>
                      <a:pt x="500" y="647"/>
                      <a:pt x="500" y="647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499" y="647"/>
                      <a:pt x="499" y="647"/>
                      <a:pt x="499" y="647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38"/>
                      <a:pt x="495" y="638"/>
                      <a:pt x="495" y="638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3" y="632"/>
                      <a:pt x="493" y="632"/>
                      <a:pt x="493" y="632"/>
                    </a:cubicBezTo>
                    <a:cubicBezTo>
                      <a:pt x="492" y="632"/>
                      <a:pt x="492" y="632"/>
                      <a:pt x="492" y="632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91" y="630"/>
                      <a:pt x="491" y="630"/>
                      <a:pt x="491" y="630"/>
                    </a:cubicBezTo>
                    <a:cubicBezTo>
                      <a:pt x="488" y="626"/>
                      <a:pt x="488" y="626"/>
                      <a:pt x="488" y="626"/>
                    </a:cubicBezTo>
                    <a:cubicBezTo>
                      <a:pt x="487" y="626"/>
                      <a:pt x="487" y="626"/>
                      <a:pt x="487" y="626"/>
                    </a:cubicBezTo>
                    <a:cubicBezTo>
                      <a:pt x="484" y="625"/>
                      <a:pt x="484" y="625"/>
                      <a:pt x="484" y="625"/>
                    </a:cubicBezTo>
                    <a:cubicBezTo>
                      <a:pt x="483" y="622"/>
                      <a:pt x="483" y="622"/>
                      <a:pt x="483" y="622"/>
                    </a:cubicBezTo>
                    <a:cubicBezTo>
                      <a:pt x="482" y="620"/>
                      <a:pt x="482" y="620"/>
                      <a:pt x="482" y="620"/>
                    </a:cubicBezTo>
                    <a:cubicBezTo>
                      <a:pt x="481" y="620"/>
                      <a:pt x="481" y="620"/>
                      <a:pt x="481" y="620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79" y="616"/>
                      <a:pt x="479" y="616"/>
                      <a:pt x="479" y="616"/>
                    </a:cubicBezTo>
                    <a:cubicBezTo>
                      <a:pt x="479" y="615"/>
                      <a:pt x="479" y="615"/>
                      <a:pt x="479" y="615"/>
                    </a:cubicBezTo>
                    <a:cubicBezTo>
                      <a:pt x="478" y="613"/>
                      <a:pt x="478" y="613"/>
                      <a:pt x="478" y="613"/>
                    </a:cubicBezTo>
                    <a:cubicBezTo>
                      <a:pt x="480" y="612"/>
                      <a:pt x="480" y="612"/>
                      <a:pt x="480" y="612"/>
                    </a:cubicBezTo>
                    <a:cubicBezTo>
                      <a:pt x="479" y="609"/>
                      <a:pt x="479" y="609"/>
                      <a:pt x="479" y="609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2" y="608"/>
                      <a:pt x="482" y="608"/>
                      <a:pt x="482" y="608"/>
                    </a:cubicBezTo>
                    <a:cubicBezTo>
                      <a:pt x="483" y="608"/>
                      <a:pt x="483" y="608"/>
                      <a:pt x="483" y="608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7" y="608"/>
                      <a:pt x="487" y="608"/>
                      <a:pt x="487" y="608"/>
                    </a:cubicBezTo>
                    <a:cubicBezTo>
                      <a:pt x="488" y="609"/>
                      <a:pt x="488" y="609"/>
                      <a:pt x="488" y="609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2" y="609"/>
                      <a:pt x="492" y="609"/>
                      <a:pt x="492" y="609"/>
                    </a:cubicBezTo>
                    <a:cubicBezTo>
                      <a:pt x="492" y="610"/>
                      <a:pt x="492" y="610"/>
                      <a:pt x="492" y="610"/>
                    </a:cubicBezTo>
                    <a:cubicBezTo>
                      <a:pt x="495" y="613"/>
                      <a:pt x="495" y="613"/>
                      <a:pt x="495" y="613"/>
                    </a:cubicBezTo>
                    <a:cubicBezTo>
                      <a:pt x="495" y="616"/>
                      <a:pt x="495" y="616"/>
                      <a:pt x="495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6" y="617"/>
                      <a:pt x="496" y="617"/>
                      <a:pt x="496" y="617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501" y="624"/>
                      <a:pt x="501" y="624"/>
                      <a:pt x="501" y="624"/>
                    </a:cubicBezTo>
                    <a:cubicBezTo>
                      <a:pt x="503" y="625"/>
                      <a:pt x="503" y="625"/>
                      <a:pt x="503" y="625"/>
                    </a:cubicBezTo>
                    <a:cubicBezTo>
                      <a:pt x="506" y="625"/>
                      <a:pt x="506" y="625"/>
                      <a:pt x="506" y="625"/>
                    </a:cubicBezTo>
                    <a:cubicBezTo>
                      <a:pt x="508" y="626"/>
                      <a:pt x="508" y="626"/>
                      <a:pt x="508" y="626"/>
                    </a:cubicBezTo>
                    <a:cubicBezTo>
                      <a:pt x="508" y="627"/>
                      <a:pt x="508" y="627"/>
                      <a:pt x="508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2" y="627"/>
                      <a:pt x="512" y="627"/>
                      <a:pt x="512" y="627"/>
                    </a:cubicBezTo>
                    <a:cubicBezTo>
                      <a:pt x="511" y="628"/>
                      <a:pt x="511" y="628"/>
                      <a:pt x="511" y="628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6" y="631"/>
                      <a:pt x="516" y="631"/>
                      <a:pt x="516" y="631"/>
                    </a:cubicBezTo>
                    <a:cubicBezTo>
                      <a:pt x="517" y="632"/>
                      <a:pt x="517" y="632"/>
                      <a:pt x="517" y="632"/>
                    </a:cubicBezTo>
                    <a:cubicBezTo>
                      <a:pt x="518" y="632"/>
                      <a:pt x="518" y="632"/>
                      <a:pt x="518" y="632"/>
                    </a:cubicBezTo>
                    <a:cubicBezTo>
                      <a:pt x="521" y="635"/>
                      <a:pt x="521" y="635"/>
                      <a:pt x="521" y="635"/>
                    </a:cubicBezTo>
                    <a:cubicBezTo>
                      <a:pt x="522" y="634"/>
                      <a:pt x="522" y="634"/>
                      <a:pt x="522" y="634"/>
                    </a:cubicBezTo>
                    <a:cubicBezTo>
                      <a:pt x="524" y="634"/>
                      <a:pt x="524" y="634"/>
                      <a:pt x="524" y="634"/>
                    </a:cubicBezTo>
                    <a:cubicBezTo>
                      <a:pt x="526" y="634"/>
                      <a:pt x="526" y="634"/>
                      <a:pt x="526" y="634"/>
                    </a:cubicBezTo>
                    <a:cubicBezTo>
                      <a:pt x="529" y="636"/>
                      <a:pt x="529" y="636"/>
                      <a:pt x="529" y="636"/>
                    </a:cubicBezTo>
                    <a:cubicBezTo>
                      <a:pt x="532" y="634"/>
                      <a:pt x="532" y="634"/>
                      <a:pt x="532" y="634"/>
                    </a:cubicBezTo>
                    <a:cubicBezTo>
                      <a:pt x="535" y="632"/>
                      <a:pt x="535" y="632"/>
                      <a:pt x="535" y="632"/>
                    </a:cubicBezTo>
                    <a:cubicBezTo>
                      <a:pt x="537" y="632"/>
                      <a:pt x="537" y="632"/>
                      <a:pt x="537" y="632"/>
                    </a:cubicBezTo>
                    <a:cubicBezTo>
                      <a:pt x="539" y="631"/>
                      <a:pt x="539" y="631"/>
                      <a:pt x="539" y="631"/>
                    </a:cubicBezTo>
                    <a:cubicBezTo>
                      <a:pt x="540" y="630"/>
                      <a:pt x="540" y="630"/>
                      <a:pt x="540" y="630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4" y="633"/>
                      <a:pt x="544" y="633"/>
                      <a:pt x="544" y="633"/>
                    </a:cubicBezTo>
                    <a:cubicBezTo>
                      <a:pt x="545" y="636"/>
                      <a:pt x="545" y="636"/>
                      <a:pt x="545" y="636"/>
                    </a:cubicBezTo>
                    <a:cubicBezTo>
                      <a:pt x="546" y="639"/>
                      <a:pt x="546" y="639"/>
                      <a:pt x="546" y="639"/>
                    </a:cubicBezTo>
                    <a:cubicBezTo>
                      <a:pt x="546" y="641"/>
                      <a:pt x="546" y="641"/>
                      <a:pt x="546" y="641"/>
                    </a:cubicBezTo>
                    <a:cubicBezTo>
                      <a:pt x="547" y="641"/>
                      <a:pt x="547" y="641"/>
                      <a:pt x="547" y="641"/>
                    </a:cubicBezTo>
                    <a:cubicBezTo>
                      <a:pt x="548" y="642"/>
                      <a:pt x="548" y="642"/>
                      <a:pt x="548" y="642"/>
                    </a:cubicBezTo>
                    <a:cubicBezTo>
                      <a:pt x="552" y="642"/>
                      <a:pt x="552" y="642"/>
                      <a:pt x="552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5" y="643"/>
                      <a:pt x="555" y="643"/>
                      <a:pt x="555" y="643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9" y="644"/>
                      <a:pt x="559" y="644"/>
                      <a:pt x="559" y="644"/>
                    </a:cubicBezTo>
                    <a:cubicBezTo>
                      <a:pt x="564" y="643"/>
                      <a:pt x="564" y="643"/>
                      <a:pt x="564" y="643"/>
                    </a:cubicBezTo>
                    <a:cubicBezTo>
                      <a:pt x="566" y="644"/>
                      <a:pt x="566" y="644"/>
                      <a:pt x="566" y="644"/>
                    </a:cubicBezTo>
                    <a:cubicBezTo>
                      <a:pt x="569" y="645"/>
                      <a:pt x="569" y="645"/>
                      <a:pt x="569" y="645"/>
                    </a:cubicBezTo>
                    <a:cubicBezTo>
                      <a:pt x="570" y="645"/>
                      <a:pt x="570" y="645"/>
                      <a:pt x="570" y="645"/>
                    </a:cubicBezTo>
                    <a:cubicBezTo>
                      <a:pt x="571" y="645"/>
                      <a:pt x="571" y="645"/>
                      <a:pt x="571" y="645"/>
                    </a:cubicBezTo>
                    <a:cubicBezTo>
                      <a:pt x="572" y="646"/>
                      <a:pt x="572" y="646"/>
                      <a:pt x="572" y="646"/>
                    </a:cubicBezTo>
                    <a:cubicBezTo>
                      <a:pt x="573" y="645"/>
                      <a:pt x="573" y="645"/>
                      <a:pt x="573" y="645"/>
                    </a:cubicBezTo>
                    <a:cubicBezTo>
                      <a:pt x="573" y="644"/>
                      <a:pt x="573" y="644"/>
                      <a:pt x="573" y="644"/>
                    </a:cubicBezTo>
                    <a:cubicBezTo>
                      <a:pt x="574" y="644"/>
                      <a:pt x="574" y="644"/>
                      <a:pt x="574" y="644"/>
                    </a:cubicBezTo>
                    <a:cubicBezTo>
                      <a:pt x="574" y="645"/>
                      <a:pt x="574" y="645"/>
                      <a:pt x="574" y="645"/>
                    </a:cubicBezTo>
                    <a:cubicBezTo>
                      <a:pt x="579" y="647"/>
                      <a:pt x="579" y="647"/>
                      <a:pt x="579" y="647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7"/>
                      <a:pt x="581" y="647"/>
                      <a:pt x="581" y="647"/>
                    </a:cubicBezTo>
                    <a:cubicBezTo>
                      <a:pt x="582" y="647"/>
                      <a:pt x="582" y="647"/>
                      <a:pt x="582" y="647"/>
                    </a:cubicBezTo>
                    <a:cubicBezTo>
                      <a:pt x="585" y="646"/>
                      <a:pt x="585" y="646"/>
                      <a:pt x="585" y="646"/>
                    </a:cubicBezTo>
                    <a:cubicBezTo>
                      <a:pt x="586" y="646"/>
                      <a:pt x="586" y="646"/>
                      <a:pt x="586" y="646"/>
                    </a:cubicBezTo>
                    <a:cubicBezTo>
                      <a:pt x="586" y="647"/>
                      <a:pt x="586" y="647"/>
                      <a:pt x="586" y="647"/>
                    </a:cubicBezTo>
                    <a:cubicBezTo>
                      <a:pt x="587" y="646"/>
                      <a:pt x="587" y="646"/>
                      <a:pt x="587" y="646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9" y="645"/>
                      <a:pt x="589" y="645"/>
                      <a:pt x="589" y="645"/>
                    </a:cubicBezTo>
                    <a:cubicBezTo>
                      <a:pt x="590" y="646"/>
                      <a:pt x="590" y="646"/>
                      <a:pt x="590" y="646"/>
                    </a:cubicBezTo>
                    <a:cubicBezTo>
                      <a:pt x="592" y="645"/>
                      <a:pt x="592" y="645"/>
                      <a:pt x="592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4" y="645"/>
                      <a:pt x="594" y="645"/>
                      <a:pt x="594" y="645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5" y="645"/>
                      <a:pt x="595" y="645"/>
                      <a:pt x="595" y="645"/>
                    </a:cubicBezTo>
                    <a:cubicBezTo>
                      <a:pt x="597" y="645"/>
                      <a:pt x="597" y="645"/>
                      <a:pt x="597" y="645"/>
                    </a:cubicBezTo>
                    <a:cubicBezTo>
                      <a:pt x="597" y="644"/>
                      <a:pt x="597" y="644"/>
                      <a:pt x="597" y="644"/>
                    </a:cubicBezTo>
                    <a:cubicBezTo>
                      <a:pt x="598" y="645"/>
                      <a:pt x="598" y="645"/>
                      <a:pt x="598" y="645"/>
                    </a:cubicBezTo>
                    <a:cubicBezTo>
                      <a:pt x="599" y="645"/>
                      <a:pt x="599" y="645"/>
                      <a:pt x="599" y="645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2" y="646"/>
                      <a:pt x="602" y="646"/>
                      <a:pt x="602" y="646"/>
                    </a:cubicBezTo>
                    <a:cubicBezTo>
                      <a:pt x="603" y="644"/>
                      <a:pt x="603" y="644"/>
                      <a:pt x="603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6" y="645"/>
                      <a:pt x="606" y="645"/>
                      <a:pt x="606" y="645"/>
                    </a:cubicBezTo>
                    <a:cubicBezTo>
                      <a:pt x="608" y="644"/>
                      <a:pt x="608" y="644"/>
                      <a:pt x="608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12" y="644"/>
                      <a:pt x="612" y="644"/>
                      <a:pt x="612" y="644"/>
                    </a:cubicBezTo>
                    <a:cubicBezTo>
                      <a:pt x="613" y="643"/>
                      <a:pt x="613" y="643"/>
                      <a:pt x="613" y="643"/>
                    </a:cubicBezTo>
                    <a:cubicBezTo>
                      <a:pt x="615" y="643"/>
                      <a:pt x="615" y="643"/>
                      <a:pt x="615" y="643"/>
                    </a:cubicBezTo>
                    <a:cubicBezTo>
                      <a:pt x="617" y="644"/>
                      <a:pt x="617" y="644"/>
                      <a:pt x="617" y="644"/>
                    </a:cubicBezTo>
                    <a:cubicBezTo>
                      <a:pt x="617" y="646"/>
                      <a:pt x="617" y="646"/>
                      <a:pt x="617" y="646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8"/>
                      <a:pt x="617" y="648"/>
                      <a:pt x="617" y="648"/>
                    </a:cubicBezTo>
                    <a:cubicBezTo>
                      <a:pt x="619" y="648"/>
                      <a:pt x="619" y="648"/>
                      <a:pt x="619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2" y="650"/>
                      <a:pt x="622" y="650"/>
                      <a:pt x="622" y="650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1" y="654"/>
                      <a:pt x="621" y="654"/>
                      <a:pt x="621" y="654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4" y="657"/>
                      <a:pt x="624" y="657"/>
                      <a:pt x="624" y="657"/>
                    </a:cubicBezTo>
                    <a:cubicBezTo>
                      <a:pt x="627" y="656"/>
                      <a:pt x="627" y="656"/>
                      <a:pt x="627" y="656"/>
                    </a:cubicBezTo>
                    <a:cubicBezTo>
                      <a:pt x="629" y="657"/>
                      <a:pt x="629" y="657"/>
                      <a:pt x="629" y="657"/>
                    </a:cubicBezTo>
                    <a:cubicBezTo>
                      <a:pt x="629" y="659"/>
                      <a:pt x="629" y="659"/>
                      <a:pt x="629" y="659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2" y="657"/>
                      <a:pt x="632" y="657"/>
                      <a:pt x="632" y="657"/>
                    </a:cubicBezTo>
                    <a:cubicBezTo>
                      <a:pt x="632" y="658"/>
                      <a:pt x="632" y="658"/>
                      <a:pt x="632" y="658"/>
                    </a:cubicBezTo>
                    <a:cubicBezTo>
                      <a:pt x="631" y="660"/>
                      <a:pt x="631" y="660"/>
                      <a:pt x="631" y="660"/>
                    </a:cubicBezTo>
                    <a:cubicBezTo>
                      <a:pt x="633" y="661"/>
                      <a:pt x="633" y="661"/>
                      <a:pt x="633" y="661"/>
                    </a:cubicBezTo>
                    <a:cubicBezTo>
                      <a:pt x="635" y="663"/>
                      <a:pt x="635" y="663"/>
                      <a:pt x="635" y="663"/>
                    </a:cubicBezTo>
                    <a:cubicBezTo>
                      <a:pt x="640" y="665"/>
                      <a:pt x="640" y="665"/>
                      <a:pt x="640" y="665"/>
                    </a:cubicBezTo>
                    <a:cubicBezTo>
                      <a:pt x="642" y="664"/>
                      <a:pt x="642" y="664"/>
                      <a:pt x="642" y="664"/>
                    </a:cubicBezTo>
                    <a:cubicBezTo>
                      <a:pt x="643" y="664"/>
                      <a:pt x="643" y="664"/>
                      <a:pt x="643" y="664"/>
                    </a:cubicBezTo>
                    <a:cubicBezTo>
                      <a:pt x="647" y="663"/>
                      <a:pt x="647" y="663"/>
                      <a:pt x="647" y="663"/>
                    </a:cubicBezTo>
                    <a:cubicBezTo>
                      <a:pt x="646" y="665"/>
                      <a:pt x="646" y="665"/>
                      <a:pt x="646" y="665"/>
                    </a:cubicBezTo>
                    <a:cubicBezTo>
                      <a:pt x="645" y="665"/>
                      <a:pt x="645" y="665"/>
                      <a:pt x="645" y="665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0" y="667"/>
                      <a:pt x="640" y="667"/>
                      <a:pt x="640" y="667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6"/>
                      <a:pt x="639" y="666"/>
                      <a:pt x="639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6" y="666"/>
                      <a:pt x="636" y="666"/>
                      <a:pt x="636" y="666"/>
                    </a:cubicBezTo>
                    <a:cubicBezTo>
                      <a:pt x="635" y="667"/>
                      <a:pt x="635" y="667"/>
                      <a:pt x="635" y="667"/>
                    </a:cubicBezTo>
                    <a:cubicBezTo>
                      <a:pt x="636" y="669"/>
                      <a:pt x="636" y="669"/>
                      <a:pt x="636" y="669"/>
                    </a:cubicBezTo>
                    <a:cubicBezTo>
                      <a:pt x="639" y="672"/>
                      <a:pt x="639" y="672"/>
                      <a:pt x="639" y="672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3" y="676"/>
                      <a:pt x="643" y="676"/>
                      <a:pt x="643" y="676"/>
                    </a:cubicBezTo>
                    <a:cubicBezTo>
                      <a:pt x="649" y="680"/>
                      <a:pt x="649" y="680"/>
                      <a:pt x="649" y="680"/>
                    </a:cubicBezTo>
                    <a:cubicBezTo>
                      <a:pt x="652" y="681"/>
                      <a:pt x="652" y="681"/>
                      <a:pt x="652" y="681"/>
                    </a:cubicBezTo>
                    <a:cubicBezTo>
                      <a:pt x="654" y="680"/>
                      <a:pt x="654" y="680"/>
                      <a:pt x="654" y="680"/>
                    </a:cubicBezTo>
                    <a:cubicBezTo>
                      <a:pt x="658" y="678"/>
                      <a:pt x="658" y="678"/>
                      <a:pt x="658" y="678"/>
                    </a:cubicBezTo>
                    <a:cubicBezTo>
                      <a:pt x="661" y="677"/>
                      <a:pt x="661" y="677"/>
                      <a:pt x="661" y="677"/>
                    </a:cubicBezTo>
                    <a:cubicBezTo>
                      <a:pt x="661" y="676"/>
                      <a:pt x="661" y="676"/>
                      <a:pt x="661" y="676"/>
                    </a:cubicBezTo>
                    <a:cubicBezTo>
                      <a:pt x="662" y="675"/>
                      <a:pt x="662" y="675"/>
                      <a:pt x="662" y="675"/>
                    </a:cubicBezTo>
                    <a:cubicBezTo>
                      <a:pt x="662" y="672"/>
                      <a:pt x="662" y="672"/>
                      <a:pt x="662" y="672"/>
                    </a:cubicBezTo>
                    <a:cubicBezTo>
                      <a:pt x="661" y="670"/>
                      <a:pt x="661" y="670"/>
                      <a:pt x="661" y="670"/>
                    </a:cubicBezTo>
                    <a:cubicBezTo>
                      <a:pt x="662" y="668"/>
                      <a:pt x="662" y="668"/>
                      <a:pt x="662" y="668"/>
                    </a:cubicBezTo>
                    <a:cubicBezTo>
                      <a:pt x="662" y="667"/>
                      <a:pt x="662" y="667"/>
                      <a:pt x="662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3" y="668"/>
                      <a:pt x="663" y="668"/>
                      <a:pt x="663" y="668"/>
                    </a:cubicBezTo>
                    <a:cubicBezTo>
                      <a:pt x="663" y="670"/>
                      <a:pt x="663" y="670"/>
                      <a:pt x="663" y="670"/>
                    </a:cubicBezTo>
                    <a:cubicBezTo>
                      <a:pt x="663" y="671"/>
                      <a:pt x="663" y="671"/>
                      <a:pt x="663" y="671"/>
                    </a:cubicBezTo>
                    <a:cubicBezTo>
                      <a:pt x="663" y="673"/>
                      <a:pt x="663" y="673"/>
                      <a:pt x="663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4" y="674"/>
                      <a:pt x="664" y="674"/>
                      <a:pt x="664" y="674"/>
                    </a:cubicBezTo>
                    <a:cubicBezTo>
                      <a:pt x="664" y="678"/>
                      <a:pt x="664" y="678"/>
                      <a:pt x="664" y="678"/>
                    </a:cubicBezTo>
                    <a:cubicBezTo>
                      <a:pt x="665" y="678"/>
                      <a:pt x="665" y="678"/>
                      <a:pt x="665" y="678"/>
                    </a:cubicBezTo>
                    <a:cubicBezTo>
                      <a:pt x="666" y="680"/>
                      <a:pt x="666" y="680"/>
                      <a:pt x="666" y="680"/>
                    </a:cubicBezTo>
                    <a:cubicBezTo>
                      <a:pt x="666" y="682"/>
                      <a:pt x="666" y="682"/>
                      <a:pt x="666" y="682"/>
                    </a:cubicBezTo>
                    <a:cubicBezTo>
                      <a:pt x="665" y="684"/>
                      <a:pt x="665" y="684"/>
                      <a:pt x="665" y="684"/>
                    </a:cubicBezTo>
                    <a:cubicBezTo>
                      <a:pt x="665" y="685"/>
                      <a:pt x="665" y="685"/>
                      <a:pt x="665" y="685"/>
                    </a:cubicBezTo>
                    <a:cubicBezTo>
                      <a:pt x="666" y="686"/>
                      <a:pt x="666" y="686"/>
                      <a:pt x="666" y="686"/>
                    </a:cubicBezTo>
                    <a:cubicBezTo>
                      <a:pt x="665" y="686"/>
                      <a:pt x="665" y="686"/>
                      <a:pt x="665" y="686"/>
                    </a:cubicBezTo>
                    <a:cubicBezTo>
                      <a:pt x="665" y="689"/>
                      <a:pt x="665" y="689"/>
                      <a:pt x="665" y="689"/>
                    </a:cubicBezTo>
                    <a:cubicBezTo>
                      <a:pt x="668" y="693"/>
                      <a:pt x="668" y="693"/>
                      <a:pt x="668" y="693"/>
                    </a:cubicBezTo>
                    <a:cubicBezTo>
                      <a:pt x="668" y="694"/>
                      <a:pt x="668" y="694"/>
                      <a:pt x="668" y="694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7"/>
                      <a:pt x="668" y="697"/>
                      <a:pt x="668" y="697"/>
                    </a:cubicBezTo>
                    <a:cubicBezTo>
                      <a:pt x="669" y="699"/>
                      <a:pt x="669" y="699"/>
                      <a:pt x="669" y="699"/>
                    </a:cubicBezTo>
                    <a:cubicBezTo>
                      <a:pt x="668" y="699"/>
                      <a:pt x="668" y="699"/>
                      <a:pt x="668" y="699"/>
                    </a:cubicBezTo>
                    <a:cubicBezTo>
                      <a:pt x="670" y="702"/>
                      <a:pt x="670" y="702"/>
                      <a:pt x="670" y="702"/>
                    </a:cubicBezTo>
                    <a:cubicBezTo>
                      <a:pt x="670" y="704"/>
                      <a:pt x="670" y="704"/>
                      <a:pt x="670" y="704"/>
                    </a:cubicBezTo>
                    <a:cubicBezTo>
                      <a:pt x="673" y="710"/>
                      <a:pt x="673" y="710"/>
                      <a:pt x="673" y="710"/>
                    </a:cubicBezTo>
                    <a:cubicBezTo>
                      <a:pt x="673" y="714"/>
                      <a:pt x="673" y="714"/>
                      <a:pt x="673" y="714"/>
                    </a:cubicBezTo>
                    <a:cubicBezTo>
                      <a:pt x="674" y="717"/>
                      <a:pt x="674" y="717"/>
                      <a:pt x="674" y="717"/>
                    </a:cubicBezTo>
                    <a:cubicBezTo>
                      <a:pt x="675" y="718"/>
                      <a:pt x="675" y="718"/>
                      <a:pt x="675" y="718"/>
                    </a:cubicBezTo>
                    <a:cubicBezTo>
                      <a:pt x="676" y="720"/>
                      <a:pt x="676" y="720"/>
                      <a:pt x="676" y="720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6"/>
                      <a:pt x="679" y="726"/>
                      <a:pt x="679" y="726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30"/>
                      <a:pt x="681" y="730"/>
                      <a:pt x="681" y="730"/>
                    </a:cubicBezTo>
                    <a:cubicBezTo>
                      <a:pt x="682" y="732"/>
                      <a:pt x="682" y="732"/>
                      <a:pt x="682" y="732"/>
                    </a:cubicBezTo>
                    <a:cubicBezTo>
                      <a:pt x="683" y="733"/>
                      <a:pt x="683" y="733"/>
                      <a:pt x="683" y="733"/>
                    </a:cubicBezTo>
                    <a:cubicBezTo>
                      <a:pt x="684" y="735"/>
                      <a:pt x="684" y="735"/>
                      <a:pt x="684" y="735"/>
                    </a:cubicBezTo>
                    <a:cubicBezTo>
                      <a:pt x="685" y="739"/>
                      <a:pt x="685" y="739"/>
                      <a:pt x="685" y="739"/>
                    </a:cubicBezTo>
                    <a:cubicBezTo>
                      <a:pt x="686" y="740"/>
                      <a:pt x="686" y="740"/>
                      <a:pt x="686" y="740"/>
                    </a:cubicBezTo>
                    <a:cubicBezTo>
                      <a:pt x="686" y="743"/>
                      <a:pt x="686" y="743"/>
                      <a:pt x="686" y="743"/>
                    </a:cubicBezTo>
                    <a:cubicBezTo>
                      <a:pt x="687" y="744"/>
                      <a:pt x="687" y="744"/>
                      <a:pt x="687" y="744"/>
                    </a:cubicBezTo>
                    <a:cubicBezTo>
                      <a:pt x="687" y="746"/>
                      <a:pt x="687" y="746"/>
                      <a:pt x="687" y="746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1" y="750"/>
                      <a:pt x="691" y="750"/>
                      <a:pt x="691" y="750"/>
                    </a:cubicBezTo>
                    <a:cubicBezTo>
                      <a:pt x="694" y="752"/>
                      <a:pt x="694" y="752"/>
                      <a:pt x="694" y="752"/>
                    </a:cubicBezTo>
                    <a:cubicBezTo>
                      <a:pt x="694" y="755"/>
                      <a:pt x="694" y="755"/>
                      <a:pt x="694" y="755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8"/>
                      <a:pt x="695" y="758"/>
                      <a:pt x="695" y="758"/>
                    </a:cubicBezTo>
                    <a:cubicBezTo>
                      <a:pt x="697" y="761"/>
                      <a:pt x="697" y="761"/>
                      <a:pt x="697" y="761"/>
                    </a:cubicBezTo>
                    <a:cubicBezTo>
                      <a:pt x="698" y="764"/>
                      <a:pt x="698" y="764"/>
                      <a:pt x="698" y="764"/>
                    </a:cubicBezTo>
                    <a:cubicBezTo>
                      <a:pt x="698" y="767"/>
                      <a:pt x="698" y="767"/>
                      <a:pt x="698" y="767"/>
                    </a:cubicBezTo>
                    <a:cubicBezTo>
                      <a:pt x="701" y="772"/>
                      <a:pt x="701" y="772"/>
                      <a:pt x="701" y="772"/>
                    </a:cubicBezTo>
                    <a:cubicBezTo>
                      <a:pt x="703" y="775"/>
                      <a:pt x="703" y="775"/>
                      <a:pt x="703" y="775"/>
                    </a:cubicBezTo>
                    <a:cubicBezTo>
                      <a:pt x="705" y="777"/>
                      <a:pt x="705" y="777"/>
                      <a:pt x="705" y="777"/>
                    </a:cubicBezTo>
                    <a:cubicBezTo>
                      <a:pt x="708" y="777"/>
                      <a:pt x="708" y="777"/>
                      <a:pt x="708" y="777"/>
                    </a:cubicBezTo>
                    <a:cubicBezTo>
                      <a:pt x="712" y="775"/>
                      <a:pt x="712" y="775"/>
                      <a:pt x="712" y="775"/>
                    </a:cubicBezTo>
                    <a:cubicBezTo>
                      <a:pt x="713" y="772"/>
                      <a:pt x="713" y="772"/>
                      <a:pt x="713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3" y="771"/>
                      <a:pt x="713" y="771"/>
                      <a:pt x="713" y="771"/>
                    </a:cubicBezTo>
                    <a:cubicBezTo>
                      <a:pt x="713" y="770"/>
                      <a:pt x="713" y="770"/>
                      <a:pt x="713" y="770"/>
                    </a:cubicBezTo>
                    <a:cubicBezTo>
                      <a:pt x="715" y="769"/>
                      <a:pt x="715" y="769"/>
                      <a:pt x="715" y="769"/>
                    </a:cubicBezTo>
                    <a:cubicBezTo>
                      <a:pt x="716" y="769"/>
                      <a:pt x="716" y="769"/>
                      <a:pt x="716" y="769"/>
                    </a:cubicBezTo>
                    <a:cubicBezTo>
                      <a:pt x="719" y="768"/>
                      <a:pt x="719" y="768"/>
                      <a:pt x="719" y="768"/>
                    </a:cubicBezTo>
                    <a:cubicBezTo>
                      <a:pt x="720" y="768"/>
                      <a:pt x="720" y="768"/>
                      <a:pt x="720" y="768"/>
                    </a:cubicBezTo>
                    <a:cubicBezTo>
                      <a:pt x="721" y="772"/>
                      <a:pt x="721" y="772"/>
                      <a:pt x="721" y="772"/>
                    </a:cubicBezTo>
                    <a:cubicBezTo>
                      <a:pt x="721" y="768"/>
                      <a:pt x="721" y="768"/>
                      <a:pt x="721" y="768"/>
                    </a:cubicBezTo>
                    <a:cubicBezTo>
                      <a:pt x="721" y="767"/>
                      <a:pt x="721" y="767"/>
                      <a:pt x="721" y="767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1"/>
                      <a:pt x="721" y="761"/>
                      <a:pt x="721" y="761"/>
                    </a:cubicBezTo>
                    <a:cubicBezTo>
                      <a:pt x="723" y="760"/>
                      <a:pt x="723" y="760"/>
                      <a:pt x="723" y="760"/>
                    </a:cubicBezTo>
                    <a:cubicBezTo>
                      <a:pt x="723" y="761"/>
                      <a:pt x="723" y="761"/>
                      <a:pt x="723" y="761"/>
                    </a:cubicBezTo>
                    <a:cubicBezTo>
                      <a:pt x="725" y="760"/>
                      <a:pt x="725" y="760"/>
                      <a:pt x="725" y="760"/>
                    </a:cubicBezTo>
                    <a:cubicBezTo>
                      <a:pt x="725" y="758"/>
                      <a:pt x="725" y="758"/>
                      <a:pt x="725" y="758"/>
                    </a:cubicBezTo>
                    <a:cubicBezTo>
                      <a:pt x="725" y="752"/>
                      <a:pt x="725" y="752"/>
                      <a:pt x="725" y="752"/>
                    </a:cubicBezTo>
                    <a:cubicBezTo>
                      <a:pt x="724" y="751"/>
                      <a:pt x="724" y="751"/>
                      <a:pt x="724" y="751"/>
                    </a:cubicBezTo>
                    <a:cubicBezTo>
                      <a:pt x="724" y="748"/>
                      <a:pt x="724" y="748"/>
                      <a:pt x="724" y="748"/>
                    </a:cubicBezTo>
                    <a:cubicBezTo>
                      <a:pt x="726" y="745"/>
                      <a:pt x="726" y="745"/>
                      <a:pt x="726" y="745"/>
                    </a:cubicBezTo>
                    <a:cubicBezTo>
                      <a:pt x="728" y="740"/>
                      <a:pt x="728" y="740"/>
                      <a:pt x="728" y="740"/>
                    </a:cubicBezTo>
                    <a:cubicBezTo>
                      <a:pt x="727" y="736"/>
                      <a:pt x="727" y="736"/>
                      <a:pt x="727" y="736"/>
                    </a:cubicBezTo>
                    <a:cubicBezTo>
                      <a:pt x="726" y="735"/>
                      <a:pt x="726" y="735"/>
                      <a:pt x="726" y="735"/>
                    </a:cubicBezTo>
                    <a:cubicBezTo>
                      <a:pt x="726" y="730"/>
                      <a:pt x="726" y="730"/>
                      <a:pt x="726" y="730"/>
                    </a:cubicBezTo>
                    <a:cubicBezTo>
                      <a:pt x="725" y="728"/>
                      <a:pt x="725" y="728"/>
                      <a:pt x="725" y="728"/>
                    </a:cubicBezTo>
                    <a:cubicBezTo>
                      <a:pt x="727" y="727"/>
                      <a:pt x="727" y="727"/>
                      <a:pt x="727" y="727"/>
                    </a:cubicBezTo>
                    <a:cubicBezTo>
                      <a:pt x="725" y="723"/>
                      <a:pt x="725" y="723"/>
                      <a:pt x="725" y="723"/>
                    </a:cubicBezTo>
                    <a:cubicBezTo>
                      <a:pt x="725" y="721"/>
                      <a:pt x="725" y="721"/>
                      <a:pt x="725" y="721"/>
                    </a:cubicBezTo>
                    <a:cubicBezTo>
                      <a:pt x="726" y="720"/>
                      <a:pt x="726" y="720"/>
                      <a:pt x="726" y="720"/>
                    </a:cubicBezTo>
                    <a:cubicBezTo>
                      <a:pt x="728" y="718"/>
                      <a:pt x="728" y="718"/>
                      <a:pt x="728" y="718"/>
                    </a:cubicBezTo>
                    <a:cubicBezTo>
                      <a:pt x="729" y="719"/>
                      <a:pt x="729" y="719"/>
                      <a:pt x="729" y="719"/>
                    </a:cubicBezTo>
                    <a:cubicBezTo>
                      <a:pt x="731" y="719"/>
                      <a:pt x="731" y="719"/>
                      <a:pt x="731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5"/>
                      <a:pt x="733" y="715"/>
                      <a:pt x="733" y="715"/>
                    </a:cubicBezTo>
                    <a:cubicBezTo>
                      <a:pt x="734" y="714"/>
                      <a:pt x="734" y="714"/>
                      <a:pt x="734" y="714"/>
                    </a:cubicBezTo>
                    <a:cubicBezTo>
                      <a:pt x="737" y="714"/>
                      <a:pt x="737" y="714"/>
                      <a:pt x="737" y="714"/>
                    </a:cubicBezTo>
                    <a:cubicBezTo>
                      <a:pt x="739" y="713"/>
                      <a:pt x="739" y="713"/>
                      <a:pt x="739" y="713"/>
                    </a:cubicBezTo>
                    <a:cubicBezTo>
                      <a:pt x="741" y="711"/>
                      <a:pt x="741" y="711"/>
                      <a:pt x="741" y="711"/>
                    </a:cubicBezTo>
                    <a:cubicBezTo>
                      <a:pt x="740" y="709"/>
                      <a:pt x="740" y="709"/>
                      <a:pt x="740" y="709"/>
                    </a:cubicBezTo>
                    <a:cubicBezTo>
                      <a:pt x="741" y="708"/>
                      <a:pt x="741" y="708"/>
                      <a:pt x="741" y="708"/>
                    </a:cubicBezTo>
                    <a:cubicBezTo>
                      <a:pt x="742" y="706"/>
                      <a:pt x="742" y="706"/>
                      <a:pt x="742" y="706"/>
                    </a:cubicBezTo>
                    <a:cubicBezTo>
                      <a:pt x="745" y="705"/>
                      <a:pt x="745" y="705"/>
                      <a:pt x="745" y="705"/>
                    </a:cubicBezTo>
                    <a:cubicBezTo>
                      <a:pt x="747" y="704"/>
                      <a:pt x="747" y="704"/>
                      <a:pt x="747" y="704"/>
                    </a:cubicBezTo>
                    <a:cubicBezTo>
                      <a:pt x="748" y="702"/>
                      <a:pt x="748" y="702"/>
                      <a:pt x="748" y="702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6" y="693"/>
                      <a:pt x="756" y="693"/>
                      <a:pt x="756" y="693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0" y="687"/>
                      <a:pt x="760" y="687"/>
                      <a:pt x="760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7" y="686"/>
                      <a:pt x="767" y="686"/>
                      <a:pt x="767" y="686"/>
                    </a:cubicBezTo>
                    <a:cubicBezTo>
                      <a:pt x="767" y="685"/>
                      <a:pt x="767" y="685"/>
                      <a:pt x="767" y="685"/>
                    </a:cubicBezTo>
                    <a:cubicBezTo>
                      <a:pt x="770" y="683"/>
                      <a:pt x="770" y="683"/>
                      <a:pt x="770" y="683"/>
                    </a:cubicBezTo>
                    <a:cubicBezTo>
                      <a:pt x="769" y="682"/>
                      <a:pt x="769" y="682"/>
                      <a:pt x="769" y="682"/>
                    </a:cubicBezTo>
                    <a:cubicBezTo>
                      <a:pt x="770" y="682"/>
                      <a:pt x="770" y="682"/>
                      <a:pt x="770" y="682"/>
                    </a:cubicBezTo>
                    <a:cubicBezTo>
                      <a:pt x="770" y="681"/>
                      <a:pt x="770" y="681"/>
                      <a:pt x="770" y="681"/>
                    </a:cubicBezTo>
                    <a:cubicBezTo>
                      <a:pt x="773" y="679"/>
                      <a:pt x="773" y="679"/>
                      <a:pt x="773" y="679"/>
                    </a:cubicBezTo>
                    <a:cubicBezTo>
                      <a:pt x="772" y="679"/>
                      <a:pt x="772" y="679"/>
                      <a:pt x="772" y="679"/>
                    </a:cubicBezTo>
                    <a:cubicBezTo>
                      <a:pt x="772" y="678"/>
                      <a:pt x="772" y="678"/>
                      <a:pt x="772" y="678"/>
                    </a:cubicBezTo>
                    <a:cubicBezTo>
                      <a:pt x="771" y="677"/>
                      <a:pt x="771" y="677"/>
                      <a:pt x="771" y="677"/>
                    </a:cubicBezTo>
                    <a:cubicBezTo>
                      <a:pt x="771" y="676"/>
                      <a:pt x="771" y="676"/>
                      <a:pt x="771" y="676"/>
                    </a:cubicBezTo>
                    <a:cubicBezTo>
                      <a:pt x="771" y="675"/>
                      <a:pt x="771" y="675"/>
                      <a:pt x="771" y="675"/>
                    </a:cubicBezTo>
                    <a:cubicBezTo>
                      <a:pt x="772" y="674"/>
                      <a:pt x="772" y="674"/>
                      <a:pt x="772" y="674"/>
                    </a:cubicBezTo>
                    <a:cubicBezTo>
                      <a:pt x="772" y="673"/>
                      <a:pt x="772" y="673"/>
                      <a:pt x="772" y="673"/>
                    </a:cubicBezTo>
                    <a:cubicBezTo>
                      <a:pt x="777" y="672"/>
                      <a:pt x="777" y="672"/>
                      <a:pt x="777" y="672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3"/>
                      <a:pt x="777" y="673"/>
                      <a:pt x="777" y="673"/>
                    </a:cubicBezTo>
                    <a:cubicBezTo>
                      <a:pt x="779" y="672"/>
                      <a:pt x="779" y="672"/>
                      <a:pt x="779" y="672"/>
                    </a:cubicBezTo>
                    <a:cubicBezTo>
                      <a:pt x="779" y="671"/>
                      <a:pt x="779" y="671"/>
                      <a:pt x="779" y="671"/>
                    </a:cubicBezTo>
                    <a:cubicBezTo>
                      <a:pt x="779" y="673"/>
                      <a:pt x="779" y="673"/>
                      <a:pt x="779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1" y="673"/>
                      <a:pt x="781" y="673"/>
                      <a:pt x="781" y="673"/>
                    </a:cubicBezTo>
                    <a:cubicBezTo>
                      <a:pt x="782" y="673"/>
                      <a:pt x="782" y="673"/>
                      <a:pt x="782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5" y="673"/>
                      <a:pt x="785" y="673"/>
                      <a:pt x="785" y="673"/>
                    </a:cubicBezTo>
                    <a:cubicBezTo>
                      <a:pt x="785" y="672"/>
                      <a:pt x="785" y="672"/>
                      <a:pt x="785" y="672"/>
                    </a:cubicBezTo>
                    <a:cubicBezTo>
                      <a:pt x="786" y="673"/>
                      <a:pt x="786" y="673"/>
                      <a:pt x="786" y="673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9" y="671"/>
                      <a:pt x="789" y="671"/>
                      <a:pt x="789" y="671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69"/>
                      <a:pt x="792" y="669"/>
                      <a:pt x="792" y="669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4" y="671"/>
                      <a:pt x="794" y="671"/>
                      <a:pt x="794" y="671"/>
                    </a:cubicBezTo>
                    <a:cubicBezTo>
                      <a:pt x="795" y="668"/>
                      <a:pt x="795" y="668"/>
                      <a:pt x="795" y="668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7" y="666"/>
                      <a:pt x="797" y="666"/>
                      <a:pt x="797" y="666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9" y="667"/>
                      <a:pt x="799" y="667"/>
                      <a:pt x="799" y="667"/>
                    </a:cubicBezTo>
                    <a:cubicBezTo>
                      <a:pt x="800" y="668"/>
                      <a:pt x="800" y="668"/>
                      <a:pt x="800" y="668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3" y="665"/>
                      <a:pt x="803" y="665"/>
                      <a:pt x="803" y="665"/>
                    </a:cubicBezTo>
                    <a:cubicBezTo>
                      <a:pt x="804" y="664"/>
                      <a:pt x="804" y="664"/>
                      <a:pt x="804" y="664"/>
                    </a:cubicBezTo>
                    <a:cubicBezTo>
                      <a:pt x="805" y="667"/>
                      <a:pt x="805" y="667"/>
                      <a:pt x="805" y="667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5" y="670"/>
                      <a:pt x="805" y="670"/>
                      <a:pt x="805" y="670"/>
                    </a:cubicBezTo>
                    <a:cubicBezTo>
                      <a:pt x="806" y="671"/>
                      <a:pt x="806" y="671"/>
                      <a:pt x="806" y="671"/>
                    </a:cubicBezTo>
                    <a:cubicBezTo>
                      <a:pt x="805" y="673"/>
                      <a:pt x="805" y="673"/>
                      <a:pt x="805" y="673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8" y="676"/>
                      <a:pt x="808" y="676"/>
                      <a:pt x="808" y="676"/>
                    </a:cubicBezTo>
                    <a:cubicBezTo>
                      <a:pt x="810" y="679"/>
                      <a:pt x="810" y="679"/>
                      <a:pt x="810" y="679"/>
                    </a:cubicBezTo>
                    <a:cubicBezTo>
                      <a:pt x="811" y="679"/>
                      <a:pt x="811" y="679"/>
                      <a:pt x="811" y="679"/>
                    </a:cubicBezTo>
                    <a:cubicBezTo>
                      <a:pt x="811" y="680"/>
                      <a:pt x="811" y="680"/>
                      <a:pt x="811" y="680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7" y="686"/>
                      <a:pt x="817" y="686"/>
                      <a:pt x="817" y="686"/>
                    </a:cubicBezTo>
                    <a:cubicBezTo>
                      <a:pt x="816" y="684"/>
                      <a:pt x="816" y="684"/>
                      <a:pt x="816" y="684"/>
                    </a:cubicBezTo>
                    <a:cubicBezTo>
                      <a:pt x="817" y="684"/>
                      <a:pt x="817" y="684"/>
                      <a:pt x="817" y="684"/>
                    </a:cubicBezTo>
                    <a:cubicBezTo>
                      <a:pt x="818" y="684"/>
                      <a:pt x="818" y="684"/>
                      <a:pt x="818" y="684"/>
                    </a:cubicBezTo>
                    <a:cubicBezTo>
                      <a:pt x="819" y="685"/>
                      <a:pt x="819" y="685"/>
                      <a:pt x="819" y="685"/>
                    </a:cubicBezTo>
                    <a:cubicBezTo>
                      <a:pt x="821" y="686"/>
                      <a:pt x="821" y="686"/>
                      <a:pt x="821" y="686"/>
                    </a:cubicBezTo>
                    <a:cubicBezTo>
                      <a:pt x="823" y="687"/>
                      <a:pt x="823" y="687"/>
                      <a:pt x="823" y="687"/>
                    </a:cubicBezTo>
                    <a:cubicBezTo>
                      <a:pt x="823" y="688"/>
                      <a:pt x="823" y="688"/>
                      <a:pt x="823" y="688"/>
                    </a:cubicBezTo>
                    <a:cubicBezTo>
                      <a:pt x="822" y="688"/>
                      <a:pt x="822" y="688"/>
                      <a:pt x="822" y="688"/>
                    </a:cubicBezTo>
                    <a:cubicBezTo>
                      <a:pt x="822" y="687"/>
                      <a:pt x="822" y="687"/>
                      <a:pt x="822" y="687"/>
                    </a:cubicBezTo>
                    <a:cubicBezTo>
                      <a:pt x="820" y="688"/>
                      <a:pt x="820" y="688"/>
                      <a:pt x="820" y="688"/>
                    </a:cubicBezTo>
                    <a:cubicBezTo>
                      <a:pt x="818" y="688"/>
                      <a:pt x="818" y="688"/>
                      <a:pt x="818" y="688"/>
                    </a:cubicBezTo>
                    <a:cubicBezTo>
                      <a:pt x="818" y="690"/>
                      <a:pt x="818" y="690"/>
                      <a:pt x="818" y="690"/>
                    </a:cubicBezTo>
                    <a:cubicBezTo>
                      <a:pt x="819" y="691"/>
                      <a:pt x="819" y="691"/>
                      <a:pt x="819" y="691"/>
                    </a:cubicBezTo>
                    <a:cubicBezTo>
                      <a:pt x="820" y="691"/>
                      <a:pt x="820" y="691"/>
                      <a:pt x="820" y="691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19" y="694"/>
                      <a:pt x="819" y="694"/>
                      <a:pt x="819" y="694"/>
                    </a:cubicBezTo>
                    <a:cubicBezTo>
                      <a:pt x="820" y="696"/>
                      <a:pt x="820" y="696"/>
                      <a:pt x="820" y="696"/>
                    </a:cubicBezTo>
                    <a:cubicBezTo>
                      <a:pt x="822" y="697"/>
                      <a:pt x="822" y="697"/>
                      <a:pt x="822" y="697"/>
                    </a:cubicBezTo>
                    <a:cubicBezTo>
                      <a:pt x="823" y="695"/>
                      <a:pt x="823" y="695"/>
                      <a:pt x="823" y="695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5" y="693"/>
                      <a:pt x="825" y="693"/>
                      <a:pt x="825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6" y="695"/>
                      <a:pt x="826" y="695"/>
                      <a:pt x="826" y="695"/>
                    </a:cubicBezTo>
                    <a:cubicBezTo>
                      <a:pt x="826" y="697"/>
                      <a:pt x="826" y="697"/>
                      <a:pt x="826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702"/>
                      <a:pt x="828" y="702"/>
                      <a:pt x="828" y="702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29" y="706"/>
                      <a:pt x="829" y="706"/>
                      <a:pt x="829" y="706"/>
                    </a:cubicBezTo>
                    <a:cubicBezTo>
                      <a:pt x="827" y="714"/>
                      <a:pt x="827" y="714"/>
                      <a:pt x="827" y="714"/>
                    </a:cubicBezTo>
                    <a:cubicBezTo>
                      <a:pt x="828" y="715"/>
                      <a:pt x="828" y="715"/>
                      <a:pt x="828" y="715"/>
                    </a:cubicBezTo>
                    <a:cubicBezTo>
                      <a:pt x="828" y="716"/>
                      <a:pt x="828" y="716"/>
                      <a:pt x="828" y="716"/>
                    </a:cubicBezTo>
                    <a:cubicBezTo>
                      <a:pt x="828" y="718"/>
                      <a:pt x="828" y="718"/>
                      <a:pt x="828" y="718"/>
                    </a:cubicBezTo>
                    <a:cubicBezTo>
                      <a:pt x="829" y="716"/>
                      <a:pt x="829" y="716"/>
                      <a:pt x="829" y="716"/>
                    </a:cubicBezTo>
                    <a:cubicBezTo>
                      <a:pt x="829" y="718"/>
                      <a:pt x="829" y="718"/>
                      <a:pt x="829" y="718"/>
                    </a:cubicBezTo>
                    <a:cubicBezTo>
                      <a:pt x="831" y="718"/>
                      <a:pt x="831" y="718"/>
                      <a:pt x="831" y="718"/>
                    </a:cubicBezTo>
                    <a:cubicBezTo>
                      <a:pt x="832" y="717"/>
                      <a:pt x="832" y="717"/>
                      <a:pt x="832" y="717"/>
                    </a:cubicBezTo>
                    <a:cubicBezTo>
                      <a:pt x="833" y="716"/>
                      <a:pt x="833" y="716"/>
                      <a:pt x="833" y="716"/>
                    </a:cubicBezTo>
                    <a:cubicBezTo>
                      <a:pt x="834" y="717"/>
                      <a:pt x="834" y="717"/>
                      <a:pt x="834" y="717"/>
                    </a:cubicBezTo>
                    <a:cubicBezTo>
                      <a:pt x="835" y="717"/>
                      <a:pt x="835" y="717"/>
                      <a:pt x="835" y="717"/>
                    </a:cubicBezTo>
                    <a:cubicBezTo>
                      <a:pt x="835" y="716"/>
                      <a:pt x="835" y="716"/>
                      <a:pt x="835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7" y="716"/>
                      <a:pt x="837" y="716"/>
                      <a:pt x="837" y="716"/>
                    </a:cubicBezTo>
                    <a:cubicBezTo>
                      <a:pt x="841" y="714"/>
                      <a:pt x="841" y="714"/>
                      <a:pt x="841" y="714"/>
                    </a:cubicBezTo>
                    <a:lnTo>
                      <a:pt x="841" y="713"/>
                    </a:lnTo>
                    <a:close/>
                    <a:moveTo>
                      <a:pt x="863" y="764"/>
                    </a:move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3"/>
                      <a:pt x="863" y="763"/>
                      <a:pt x="863" y="763"/>
                    </a:cubicBezTo>
                    <a:lnTo>
                      <a:pt x="863" y="764"/>
                    </a:lnTo>
                    <a:close/>
                    <a:moveTo>
                      <a:pt x="1007" y="635"/>
                    </a:moveTo>
                    <a:cubicBezTo>
                      <a:pt x="1007" y="635"/>
                      <a:pt x="1007" y="635"/>
                      <a:pt x="1007" y="635"/>
                    </a:cubicBezTo>
                    <a:cubicBezTo>
                      <a:pt x="1007" y="636"/>
                      <a:pt x="1007" y="636"/>
                      <a:pt x="1007" y="636"/>
                    </a:cubicBezTo>
                    <a:cubicBezTo>
                      <a:pt x="1007" y="635"/>
                      <a:pt x="1007" y="635"/>
                      <a:pt x="1007" y="635"/>
                    </a:cubicBezTo>
                    <a:close/>
                    <a:moveTo>
                      <a:pt x="1012" y="578"/>
                    </a:moveTo>
                    <a:cubicBezTo>
                      <a:pt x="1012" y="578"/>
                      <a:pt x="1012" y="578"/>
                      <a:pt x="1012" y="578"/>
                    </a:cubicBezTo>
                    <a:cubicBezTo>
                      <a:pt x="1012" y="578"/>
                      <a:pt x="1012" y="578"/>
                      <a:pt x="1012" y="578"/>
                    </a:cubicBezTo>
                    <a:close/>
                    <a:moveTo>
                      <a:pt x="1010" y="579"/>
                    </a:moveTo>
                    <a:cubicBezTo>
                      <a:pt x="1010" y="579"/>
                      <a:pt x="1010" y="579"/>
                      <a:pt x="1010" y="579"/>
                    </a:cubicBezTo>
                    <a:cubicBezTo>
                      <a:pt x="1011" y="580"/>
                      <a:pt x="1011" y="580"/>
                      <a:pt x="1011" y="580"/>
                    </a:cubicBezTo>
                    <a:cubicBezTo>
                      <a:pt x="1009" y="579"/>
                      <a:pt x="1009" y="579"/>
                      <a:pt x="1009" y="579"/>
                    </a:cubicBezTo>
                    <a:lnTo>
                      <a:pt x="1010" y="579"/>
                    </a:lnTo>
                    <a:close/>
                    <a:moveTo>
                      <a:pt x="1054" y="546"/>
                    </a:moveTo>
                    <a:cubicBezTo>
                      <a:pt x="1054" y="546"/>
                      <a:pt x="1054" y="546"/>
                      <a:pt x="1054" y="546"/>
                    </a:cubicBezTo>
                    <a:cubicBezTo>
                      <a:pt x="1054" y="547"/>
                      <a:pt x="1054" y="547"/>
                      <a:pt x="1054" y="547"/>
                    </a:cubicBezTo>
                    <a:cubicBezTo>
                      <a:pt x="1053" y="546"/>
                      <a:pt x="1053" y="546"/>
                      <a:pt x="1053" y="546"/>
                    </a:cubicBezTo>
                    <a:cubicBezTo>
                      <a:pt x="1053" y="546"/>
                      <a:pt x="1053" y="546"/>
                      <a:pt x="1053" y="546"/>
                    </a:cubicBezTo>
                    <a:lnTo>
                      <a:pt x="1054" y="546"/>
                    </a:lnTo>
                    <a:close/>
                    <a:moveTo>
                      <a:pt x="1044" y="551"/>
                    </a:move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1"/>
                      <a:pt x="1044" y="551"/>
                      <a:pt x="1044" y="551"/>
                    </a:cubicBezTo>
                    <a:cubicBezTo>
                      <a:pt x="1044" y="551"/>
                      <a:pt x="1044" y="551"/>
                      <a:pt x="1044" y="551"/>
                    </a:cubicBezTo>
                    <a:close/>
                    <a:moveTo>
                      <a:pt x="1043" y="549"/>
                    </a:moveTo>
                    <a:cubicBezTo>
                      <a:pt x="1043" y="550"/>
                      <a:pt x="1043" y="550"/>
                      <a:pt x="1043" y="550"/>
                    </a:cubicBezTo>
                    <a:cubicBezTo>
                      <a:pt x="1043" y="549"/>
                      <a:pt x="1043" y="549"/>
                      <a:pt x="1043" y="549"/>
                    </a:cubicBezTo>
                    <a:close/>
                    <a:moveTo>
                      <a:pt x="1052" y="321"/>
                    </a:moveTo>
                    <a:cubicBezTo>
                      <a:pt x="1052" y="322"/>
                      <a:pt x="1052" y="322"/>
                      <a:pt x="1052" y="322"/>
                    </a:cubicBezTo>
                    <a:cubicBezTo>
                      <a:pt x="1052" y="321"/>
                      <a:pt x="1052" y="321"/>
                      <a:pt x="1052" y="321"/>
                    </a:cubicBezTo>
                    <a:close/>
                    <a:moveTo>
                      <a:pt x="1051" y="323"/>
                    </a:moveTo>
                    <a:cubicBezTo>
                      <a:pt x="1052" y="323"/>
                      <a:pt x="1052" y="323"/>
                      <a:pt x="1052" y="323"/>
                    </a:cubicBezTo>
                    <a:cubicBezTo>
                      <a:pt x="1051" y="323"/>
                      <a:pt x="1051" y="323"/>
                      <a:pt x="1051" y="323"/>
                    </a:cubicBezTo>
                    <a:close/>
                    <a:moveTo>
                      <a:pt x="1207" y="263"/>
                    </a:moveTo>
                    <a:cubicBezTo>
                      <a:pt x="1208" y="263"/>
                      <a:pt x="1208" y="263"/>
                      <a:pt x="1208" y="263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6" y="265"/>
                      <a:pt x="1206" y="265"/>
                      <a:pt x="1206" y="265"/>
                    </a:cubicBezTo>
                    <a:cubicBezTo>
                      <a:pt x="1206" y="264"/>
                      <a:pt x="1206" y="264"/>
                      <a:pt x="1206" y="264"/>
                    </a:cubicBezTo>
                    <a:lnTo>
                      <a:pt x="1207" y="263"/>
                    </a:lnTo>
                    <a:close/>
                    <a:moveTo>
                      <a:pt x="1242" y="125"/>
                    </a:move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5"/>
                      <a:pt x="1243" y="125"/>
                      <a:pt x="1243" y="125"/>
                    </a:cubicBezTo>
                    <a:cubicBezTo>
                      <a:pt x="1243" y="126"/>
                      <a:pt x="1243" y="126"/>
                      <a:pt x="1243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lnTo>
                      <a:pt x="1242" y="125"/>
                    </a:lnTo>
                    <a:close/>
                    <a:moveTo>
                      <a:pt x="1235" y="25"/>
                    </a:moveTo>
                    <a:cubicBezTo>
                      <a:pt x="1234" y="25"/>
                      <a:pt x="1234" y="25"/>
                      <a:pt x="1234" y="25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6" y="24"/>
                      <a:pt x="1236" y="24"/>
                      <a:pt x="1236" y="24"/>
                    </a:cubicBezTo>
                    <a:lnTo>
                      <a:pt x="1235" y="25"/>
                    </a:lnTo>
                    <a:close/>
                    <a:moveTo>
                      <a:pt x="1216" y="106"/>
                    </a:moveTo>
                    <a:cubicBezTo>
                      <a:pt x="1217" y="106"/>
                      <a:pt x="1217" y="106"/>
                      <a:pt x="1217" y="106"/>
                    </a:cubicBezTo>
                    <a:cubicBezTo>
                      <a:pt x="1218" y="107"/>
                      <a:pt x="1218" y="107"/>
                      <a:pt x="1218" y="107"/>
                    </a:cubicBezTo>
                    <a:cubicBezTo>
                      <a:pt x="1221" y="105"/>
                      <a:pt x="1221" y="105"/>
                      <a:pt x="1221" y="105"/>
                    </a:cubicBezTo>
                    <a:cubicBezTo>
                      <a:pt x="1221" y="104"/>
                      <a:pt x="1221" y="104"/>
                      <a:pt x="1221" y="104"/>
                    </a:cubicBezTo>
                    <a:cubicBezTo>
                      <a:pt x="1222" y="106"/>
                      <a:pt x="1222" y="106"/>
                      <a:pt x="1222" y="106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4" y="107"/>
                      <a:pt x="1224" y="107"/>
                      <a:pt x="1224" y="107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2" y="107"/>
                      <a:pt x="1222" y="107"/>
                      <a:pt x="1222" y="107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8" y="109"/>
                      <a:pt x="1218" y="109"/>
                      <a:pt x="1218" y="109"/>
                    </a:cubicBezTo>
                    <a:cubicBezTo>
                      <a:pt x="1217" y="110"/>
                      <a:pt x="1217" y="110"/>
                      <a:pt x="1217" y="110"/>
                    </a:cubicBezTo>
                    <a:cubicBezTo>
                      <a:pt x="1217" y="112"/>
                      <a:pt x="1217" y="112"/>
                      <a:pt x="1217" y="112"/>
                    </a:cubicBezTo>
                    <a:cubicBezTo>
                      <a:pt x="1216" y="111"/>
                      <a:pt x="1216" y="111"/>
                      <a:pt x="1216" y="111"/>
                    </a:cubicBezTo>
                    <a:cubicBezTo>
                      <a:pt x="1217" y="109"/>
                      <a:pt x="1217" y="109"/>
                      <a:pt x="1217" y="109"/>
                    </a:cubicBezTo>
                    <a:cubicBezTo>
                      <a:pt x="1216" y="108"/>
                      <a:pt x="1216" y="108"/>
                      <a:pt x="1216" y="108"/>
                    </a:cubicBezTo>
                    <a:lnTo>
                      <a:pt x="1216" y="106"/>
                    </a:lnTo>
                    <a:close/>
                    <a:moveTo>
                      <a:pt x="1212" y="24"/>
                    </a:move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4" y="27"/>
                      <a:pt x="1214" y="27"/>
                      <a:pt x="1214" y="27"/>
                    </a:cubicBezTo>
                    <a:cubicBezTo>
                      <a:pt x="1216" y="27"/>
                      <a:pt x="1216" y="27"/>
                      <a:pt x="1216" y="27"/>
                    </a:cubicBezTo>
                    <a:cubicBezTo>
                      <a:pt x="1215" y="27"/>
                      <a:pt x="1215" y="27"/>
                      <a:pt x="1215" y="27"/>
                    </a:cubicBez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2" y="25"/>
                      <a:pt x="1212" y="25"/>
                      <a:pt x="1212" y="25"/>
                    </a:cubicBezTo>
                    <a:lnTo>
                      <a:pt x="1212" y="24"/>
                    </a:lnTo>
                    <a:close/>
                    <a:moveTo>
                      <a:pt x="1207" y="24"/>
                    </a:moveTo>
                    <a:cubicBezTo>
                      <a:pt x="1209" y="25"/>
                      <a:pt x="1209" y="25"/>
                      <a:pt x="1209" y="25"/>
                    </a:cubicBezTo>
                    <a:cubicBezTo>
                      <a:pt x="1208" y="25"/>
                      <a:pt x="1208" y="25"/>
                      <a:pt x="1208" y="25"/>
                    </a:cubicBezTo>
                    <a:cubicBezTo>
                      <a:pt x="1207" y="24"/>
                      <a:pt x="1207" y="24"/>
                      <a:pt x="1207" y="24"/>
                    </a:cubicBezTo>
                    <a:close/>
                    <a:moveTo>
                      <a:pt x="1068" y="52"/>
                    </a:move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8" y="56"/>
                      <a:pt x="1068" y="56"/>
                      <a:pt x="1068" y="56"/>
                    </a:cubicBezTo>
                    <a:cubicBezTo>
                      <a:pt x="1068" y="54"/>
                      <a:pt x="1068" y="54"/>
                      <a:pt x="1068" y="54"/>
                    </a:cubicBezTo>
                    <a:cubicBezTo>
                      <a:pt x="1068" y="54"/>
                      <a:pt x="1068" y="54"/>
                      <a:pt x="1068" y="54"/>
                    </a:cubicBezTo>
                    <a:lnTo>
                      <a:pt x="1068" y="52"/>
                    </a:lnTo>
                    <a:close/>
                    <a:moveTo>
                      <a:pt x="1068" y="56"/>
                    </a:moveTo>
                    <a:cubicBezTo>
                      <a:pt x="1070" y="58"/>
                      <a:pt x="1070" y="58"/>
                      <a:pt x="1070" y="58"/>
                    </a:cubicBezTo>
                    <a:cubicBezTo>
                      <a:pt x="1069" y="57"/>
                      <a:pt x="1069" y="57"/>
                      <a:pt x="1069" y="57"/>
                    </a:cubicBezTo>
                    <a:cubicBezTo>
                      <a:pt x="1068" y="57"/>
                      <a:pt x="1068" y="57"/>
                      <a:pt x="1068" y="57"/>
                    </a:cubicBezTo>
                    <a:lnTo>
                      <a:pt x="1068" y="56"/>
                    </a:lnTo>
                    <a:close/>
                    <a:moveTo>
                      <a:pt x="1064" y="54"/>
                    </a:moveTo>
                    <a:cubicBezTo>
                      <a:pt x="1065" y="54"/>
                      <a:pt x="1065" y="54"/>
                      <a:pt x="1065" y="54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6" y="55"/>
                      <a:pt x="1066" y="55"/>
                      <a:pt x="1066" y="55"/>
                    </a:cubicBezTo>
                    <a:cubicBezTo>
                      <a:pt x="1067" y="57"/>
                      <a:pt x="1067" y="57"/>
                      <a:pt x="1067" y="57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6" y="58"/>
                      <a:pt x="1066" y="58"/>
                      <a:pt x="1066" y="58"/>
                    </a:cubicBezTo>
                    <a:cubicBezTo>
                      <a:pt x="1066" y="59"/>
                      <a:pt x="1066" y="59"/>
                      <a:pt x="1066" y="59"/>
                    </a:cubicBezTo>
                    <a:cubicBezTo>
                      <a:pt x="1065" y="59"/>
                      <a:pt x="1065" y="59"/>
                      <a:pt x="1065" y="59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4" y="55"/>
                      <a:pt x="1064" y="55"/>
                      <a:pt x="1064" y="55"/>
                    </a:cubicBezTo>
                    <a:lnTo>
                      <a:pt x="1064" y="54"/>
                    </a:lnTo>
                    <a:close/>
                    <a:moveTo>
                      <a:pt x="945" y="675"/>
                    </a:moveTo>
                    <a:cubicBezTo>
                      <a:pt x="944" y="675"/>
                      <a:pt x="944" y="675"/>
                      <a:pt x="944" y="675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lnTo>
                      <a:pt x="945" y="675"/>
                    </a:lnTo>
                    <a:close/>
                    <a:moveTo>
                      <a:pt x="947" y="42"/>
                    </a:moveTo>
                    <a:cubicBezTo>
                      <a:pt x="946" y="44"/>
                      <a:pt x="946" y="44"/>
                      <a:pt x="946" y="44"/>
                    </a:cubicBezTo>
                    <a:cubicBezTo>
                      <a:pt x="946" y="46"/>
                      <a:pt x="946" y="46"/>
                      <a:pt x="946" y="46"/>
                    </a:cubicBezTo>
                    <a:cubicBezTo>
                      <a:pt x="944" y="47"/>
                      <a:pt x="944" y="47"/>
                      <a:pt x="944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6"/>
                      <a:pt x="943" y="46"/>
                      <a:pt x="943" y="46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3" y="45"/>
                      <a:pt x="943" y="45"/>
                      <a:pt x="943" y="45"/>
                    </a:cubicBezTo>
                    <a:cubicBezTo>
                      <a:pt x="944" y="42"/>
                      <a:pt x="944" y="42"/>
                      <a:pt x="944" y="42"/>
                    </a:cubicBezTo>
                    <a:cubicBezTo>
                      <a:pt x="944" y="39"/>
                      <a:pt x="944" y="39"/>
                      <a:pt x="944" y="39"/>
                    </a:cubicBezTo>
                    <a:cubicBezTo>
                      <a:pt x="942" y="38"/>
                      <a:pt x="942" y="38"/>
                      <a:pt x="942" y="38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3" y="36"/>
                      <a:pt x="943" y="36"/>
                      <a:pt x="943" y="36"/>
                    </a:cubicBezTo>
                    <a:cubicBezTo>
                      <a:pt x="943" y="37"/>
                      <a:pt x="943" y="37"/>
                      <a:pt x="943" y="37"/>
                    </a:cubicBezTo>
                    <a:cubicBezTo>
                      <a:pt x="944" y="38"/>
                      <a:pt x="944" y="38"/>
                      <a:pt x="944" y="38"/>
                    </a:cubicBezTo>
                    <a:cubicBezTo>
                      <a:pt x="946" y="42"/>
                      <a:pt x="946" y="42"/>
                      <a:pt x="946" y="42"/>
                    </a:cubicBezTo>
                    <a:cubicBezTo>
                      <a:pt x="946" y="40"/>
                      <a:pt x="946" y="40"/>
                      <a:pt x="946" y="40"/>
                    </a:cubicBezTo>
                    <a:cubicBezTo>
                      <a:pt x="946" y="41"/>
                      <a:pt x="946" y="41"/>
                      <a:pt x="946" y="41"/>
                    </a:cubicBezTo>
                    <a:lnTo>
                      <a:pt x="947" y="42"/>
                    </a:lnTo>
                    <a:close/>
                    <a:moveTo>
                      <a:pt x="933" y="37"/>
                    </a:moveTo>
                    <a:cubicBezTo>
                      <a:pt x="934" y="34"/>
                      <a:pt x="934" y="34"/>
                      <a:pt x="934" y="34"/>
                    </a:cubicBezTo>
                    <a:cubicBezTo>
                      <a:pt x="935" y="35"/>
                      <a:pt x="935" y="35"/>
                      <a:pt x="935" y="35"/>
                    </a:cubicBezTo>
                    <a:cubicBezTo>
                      <a:pt x="936" y="35"/>
                      <a:pt x="936" y="35"/>
                      <a:pt x="936" y="35"/>
                    </a:cubicBezTo>
                    <a:cubicBezTo>
                      <a:pt x="938" y="35"/>
                      <a:pt x="938" y="35"/>
                      <a:pt x="938" y="35"/>
                    </a:cubicBezTo>
                    <a:cubicBezTo>
                      <a:pt x="943" y="33"/>
                      <a:pt x="943" y="33"/>
                      <a:pt x="943" y="33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6" y="35"/>
                      <a:pt x="946" y="35"/>
                      <a:pt x="946" y="35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0" y="35"/>
                      <a:pt x="940" y="35"/>
                      <a:pt x="940" y="35"/>
                    </a:cubicBezTo>
                    <a:cubicBezTo>
                      <a:pt x="936" y="37"/>
                      <a:pt x="936" y="37"/>
                      <a:pt x="936" y="37"/>
                    </a:cubicBezTo>
                    <a:cubicBezTo>
                      <a:pt x="936" y="39"/>
                      <a:pt x="936" y="39"/>
                      <a:pt x="936" y="39"/>
                    </a:cubicBezTo>
                    <a:cubicBezTo>
                      <a:pt x="934" y="40"/>
                      <a:pt x="934" y="40"/>
                      <a:pt x="934" y="40"/>
                    </a:cubicBezTo>
                    <a:cubicBezTo>
                      <a:pt x="933" y="40"/>
                      <a:pt x="933" y="40"/>
                      <a:pt x="933" y="40"/>
                    </a:cubicBezTo>
                    <a:cubicBezTo>
                      <a:pt x="933" y="39"/>
                      <a:pt x="933" y="39"/>
                      <a:pt x="933" y="39"/>
                    </a:cubicBezTo>
                    <a:cubicBezTo>
                      <a:pt x="935" y="39"/>
                      <a:pt x="935" y="39"/>
                      <a:pt x="935" y="39"/>
                    </a:cubicBezTo>
                    <a:lnTo>
                      <a:pt x="933" y="37"/>
                    </a:lnTo>
                    <a:close/>
                    <a:moveTo>
                      <a:pt x="911" y="47"/>
                    </a:moveTo>
                    <a:cubicBezTo>
                      <a:pt x="909" y="47"/>
                      <a:pt x="909" y="47"/>
                      <a:pt x="909" y="47"/>
                    </a:cubicBezTo>
                    <a:cubicBezTo>
                      <a:pt x="910" y="47"/>
                      <a:pt x="910" y="47"/>
                      <a:pt x="910" y="47"/>
                    </a:cubicBezTo>
                    <a:cubicBezTo>
                      <a:pt x="912" y="46"/>
                      <a:pt x="912" y="46"/>
                      <a:pt x="912" y="46"/>
                    </a:cubicBezTo>
                    <a:lnTo>
                      <a:pt x="911" y="47"/>
                    </a:lnTo>
                    <a:close/>
                    <a:moveTo>
                      <a:pt x="905" y="66"/>
                    </a:move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6"/>
                      <a:pt x="907" y="66"/>
                      <a:pt x="907" y="66"/>
                    </a:cubicBezTo>
                    <a:cubicBezTo>
                      <a:pt x="909" y="66"/>
                      <a:pt x="909" y="66"/>
                      <a:pt x="909" y="66"/>
                    </a:cubicBezTo>
                    <a:cubicBezTo>
                      <a:pt x="911" y="66"/>
                      <a:pt x="911" y="66"/>
                      <a:pt x="911" y="66"/>
                    </a:cubicBezTo>
                    <a:cubicBezTo>
                      <a:pt x="912" y="66"/>
                      <a:pt x="912" y="66"/>
                      <a:pt x="912" y="66"/>
                    </a:cubicBezTo>
                    <a:cubicBezTo>
                      <a:pt x="910" y="67"/>
                      <a:pt x="910" y="67"/>
                      <a:pt x="910" y="67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09" y="68"/>
                      <a:pt x="909" y="68"/>
                      <a:pt x="909" y="68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8" y="68"/>
                      <a:pt x="908" y="68"/>
                      <a:pt x="908" y="68"/>
                    </a:cubicBezTo>
                    <a:cubicBezTo>
                      <a:pt x="906" y="68"/>
                      <a:pt x="906" y="68"/>
                      <a:pt x="906" y="68"/>
                    </a:cubicBezTo>
                    <a:cubicBezTo>
                      <a:pt x="905" y="67"/>
                      <a:pt x="905" y="67"/>
                      <a:pt x="905" y="67"/>
                    </a:cubicBezTo>
                    <a:cubicBezTo>
                      <a:pt x="905" y="67"/>
                      <a:pt x="905" y="67"/>
                      <a:pt x="905" y="67"/>
                    </a:cubicBezTo>
                    <a:lnTo>
                      <a:pt x="905" y="66"/>
                    </a:lnTo>
                    <a:close/>
                    <a:moveTo>
                      <a:pt x="904" y="757"/>
                    </a:moveTo>
                    <a:cubicBezTo>
                      <a:pt x="904" y="757"/>
                      <a:pt x="904" y="757"/>
                      <a:pt x="904" y="757"/>
                    </a:cubicBezTo>
                    <a:cubicBezTo>
                      <a:pt x="904" y="758"/>
                      <a:pt x="904" y="758"/>
                      <a:pt x="904" y="758"/>
                    </a:cubicBezTo>
                    <a:lnTo>
                      <a:pt x="904" y="757"/>
                    </a:lnTo>
                    <a:close/>
                    <a:moveTo>
                      <a:pt x="716" y="27"/>
                    </a:moveTo>
                    <a:cubicBezTo>
                      <a:pt x="718" y="28"/>
                      <a:pt x="718" y="28"/>
                      <a:pt x="718" y="28"/>
                    </a:cubicBezTo>
                    <a:cubicBezTo>
                      <a:pt x="720" y="29"/>
                      <a:pt x="720" y="29"/>
                      <a:pt x="720" y="29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8" y="30"/>
                      <a:pt x="718" y="30"/>
                      <a:pt x="718" y="30"/>
                    </a:cubicBezTo>
                    <a:cubicBezTo>
                      <a:pt x="718" y="29"/>
                      <a:pt x="718" y="29"/>
                      <a:pt x="718" y="29"/>
                    </a:cubicBezTo>
                    <a:cubicBezTo>
                      <a:pt x="717" y="28"/>
                      <a:pt x="717" y="28"/>
                      <a:pt x="717" y="28"/>
                    </a:cubicBezTo>
                    <a:cubicBezTo>
                      <a:pt x="715" y="28"/>
                      <a:pt x="715" y="28"/>
                      <a:pt x="715" y="28"/>
                    </a:cubicBezTo>
                    <a:cubicBezTo>
                      <a:pt x="715" y="27"/>
                      <a:pt x="715" y="27"/>
                      <a:pt x="715" y="27"/>
                    </a:cubicBezTo>
                    <a:lnTo>
                      <a:pt x="716" y="27"/>
                    </a:lnTo>
                    <a:close/>
                    <a:moveTo>
                      <a:pt x="589" y="84"/>
                    </a:moveTo>
                    <a:cubicBezTo>
                      <a:pt x="587" y="84"/>
                      <a:pt x="587" y="84"/>
                      <a:pt x="587" y="84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7" y="83"/>
                      <a:pt x="587" y="83"/>
                      <a:pt x="587" y="83"/>
                    </a:cubicBezTo>
                    <a:cubicBezTo>
                      <a:pt x="588" y="83"/>
                      <a:pt x="588" y="83"/>
                      <a:pt x="588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1" y="83"/>
                      <a:pt x="591" y="83"/>
                      <a:pt x="591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0" y="85"/>
                      <a:pt x="590" y="85"/>
                      <a:pt x="590" y="85"/>
                    </a:cubicBezTo>
                    <a:lnTo>
                      <a:pt x="589" y="84"/>
                    </a:lnTo>
                    <a:close/>
                    <a:moveTo>
                      <a:pt x="590" y="90"/>
                    </a:moveTo>
                    <a:cubicBezTo>
                      <a:pt x="590" y="89"/>
                      <a:pt x="590" y="89"/>
                      <a:pt x="590" y="89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1" y="89"/>
                      <a:pt x="591" y="89"/>
                      <a:pt x="591" y="89"/>
                    </a:cubicBezTo>
                    <a:lnTo>
                      <a:pt x="590" y="90"/>
                    </a:lnTo>
                    <a:close/>
                    <a:moveTo>
                      <a:pt x="591" y="83"/>
                    </a:moveTo>
                    <a:cubicBezTo>
                      <a:pt x="591" y="83"/>
                      <a:pt x="591" y="83"/>
                      <a:pt x="591" y="83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lnTo>
                      <a:pt x="591" y="83"/>
                    </a:lnTo>
                    <a:close/>
                    <a:moveTo>
                      <a:pt x="592" y="79"/>
                    </a:moveTo>
                    <a:cubicBezTo>
                      <a:pt x="591" y="78"/>
                      <a:pt x="591" y="78"/>
                      <a:pt x="591" y="78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89" y="79"/>
                      <a:pt x="589" y="79"/>
                      <a:pt x="589" y="79"/>
                    </a:cubicBezTo>
                    <a:cubicBezTo>
                      <a:pt x="590" y="78"/>
                      <a:pt x="590" y="78"/>
                      <a:pt x="590" y="78"/>
                    </a:cubicBezTo>
                    <a:cubicBezTo>
                      <a:pt x="592" y="79"/>
                      <a:pt x="592" y="79"/>
                      <a:pt x="592" y="79"/>
                    </a:cubicBezTo>
                    <a:close/>
                    <a:moveTo>
                      <a:pt x="478" y="193"/>
                    </a:moveTo>
                    <a:cubicBezTo>
                      <a:pt x="477" y="193"/>
                      <a:pt x="477" y="193"/>
                      <a:pt x="477" y="193"/>
                    </a:cubicBezTo>
                    <a:cubicBezTo>
                      <a:pt x="478" y="192"/>
                      <a:pt x="478" y="192"/>
                      <a:pt x="478" y="192"/>
                    </a:cubicBezTo>
                    <a:cubicBezTo>
                      <a:pt x="478" y="192"/>
                      <a:pt x="478" y="192"/>
                      <a:pt x="478" y="192"/>
                    </a:cubicBezTo>
                    <a:lnTo>
                      <a:pt x="478" y="193"/>
                    </a:lnTo>
                    <a:close/>
                    <a:moveTo>
                      <a:pt x="218" y="220"/>
                    </a:move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7" y="220"/>
                      <a:pt x="217" y="220"/>
                      <a:pt x="217" y="220"/>
                    </a:cubicBezTo>
                    <a:lnTo>
                      <a:pt x="218" y="220"/>
                    </a:lnTo>
                    <a:close/>
                    <a:moveTo>
                      <a:pt x="213" y="230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3" y="229"/>
                      <a:pt x="213" y="229"/>
                      <a:pt x="213" y="229"/>
                    </a:cubicBezTo>
                    <a:lnTo>
                      <a:pt x="213" y="230"/>
                    </a:lnTo>
                    <a:close/>
                    <a:moveTo>
                      <a:pt x="213" y="229"/>
                    </a:moveTo>
                    <a:cubicBezTo>
                      <a:pt x="212" y="228"/>
                      <a:pt x="212" y="228"/>
                      <a:pt x="212" y="228"/>
                    </a:cubicBezTo>
                    <a:cubicBezTo>
                      <a:pt x="213" y="227"/>
                      <a:pt x="213" y="227"/>
                      <a:pt x="213" y="227"/>
                    </a:cubicBezTo>
                    <a:cubicBezTo>
                      <a:pt x="214" y="228"/>
                      <a:pt x="214" y="228"/>
                      <a:pt x="214" y="228"/>
                    </a:cubicBezTo>
                    <a:lnTo>
                      <a:pt x="213" y="229"/>
                    </a:lnTo>
                    <a:close/>
                    <a:moveTo>
                      <a:pt x="214" y="226"/>
                    </a:moveTo>
                    <a:cubicBezTo>
                      <a:pt x="214" y="226"/>
                      <a:pt x="214" y="226"/>
                      <a:pt x="214" y="226"/>
                    </a:cubicBez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5"/>
                      <a:pt x="214" y="225"/>
                      <a:pt x="214" y="225"/>
                    </a:cubicBezTo>
                    <a:lnTo>
                      <a:pt x="214" y="226"/>
                    </a:lnTo>
                    <a:close/>
                    <a:moveTo>
                      <a:pt x="214" y="225"/>
                    </a:move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4"/>
                      <a:pt x="214" y="224"/>
                      <a:pt x="214" y="224"/>
                    </a:cubicBezTo>
                    <a:cubicBezTo>
                      <a:pt x="214" y="223"/>
                      <a:pt x="214" y="223"/>
                      <a:pt x="214" y="223"/>
                    </a:cubicBezTo>
                    <a:cubicBezTo>
                      <a:pt x="215" y="224"/>
                      <a:pt x="215" y="224"/>
                      <a:pt x="215" y="224"/>
                    </a:cubicBezTo>
                    <a:cubicBezTo>
                      <a:pt x="215" y="223"/>
                      <a:pt x="215" y="223"/>
                      <a:pt x="215" y="223"/>
                    </a:cubicBezTo>
                    <a:lnTo>
                      <a:pt x="214" y="225"/>
                    </a:lnTo>
                    <a:close/>
                    <a:moveTo>
                      <a:pt x="201" y="262"/>
                    </a:moveTo>
                    <a:cubicBezTo>
                      <a:pt x="201" y="262"/>
                      <a:pt x="201" y="262"/>
                      <a:pt x="201" y="262"/>
                    </a:cubicBezTo>
                    <a:cubicBezTo>
                      <a:pt x="201" y="262"/>
                      <a:pt x="201" y="262"/>
                      <a:pt x="201" y="262"/>
                    </a:cubicBezTo>
                    <a:close/>
                    <a:moveTo>
                      <a:pt x="157" y="329"/>
                    </a:move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lnTo>
                      <a:pt x="157" y="329"/>
                    </a:lnTo>
                    <a:close/>
                    <a:moveTo>
                      <a:pt x="158" y="314"/>
                    </a:move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7" y="312"/>
                      <a:pt x="157" y="312"/>
                      <a:pt x="157" y="312"/>
                    </a:cubicBezTo>
                    <a:cubicBezTo>
                      <a:pt x="158" y="313"/>
                      <a:pt x="158" y="313"/>
                      <a:pt x="158" y="313"/>
                    </a:cubicBezTo>
                    <a:lnTo>
                      <a:pt x="158" y="314"/>
                    </a:lnTo>
                    <a:close/>
                    <a:moveTo>
                      <a:pt x="162" y="309"/>
                    </a:move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2" y="309"/>
                      <a:pt x="162" y="309"/>
                      <a:pt x="162" y="309"/>
                    </a:cubicBezTo>
                    <a:close/>
                    <a:moveTo>
                      <a:pt x="159" y="329"/>
                    </a:move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8"/>
                      <a:pt x="161" y="328"/>
                      <a:pt x="161" y="328"/>
                    </a:cubicBez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59" y="329"/>
                      <a:pt x="159" y="329"/>
                      <a:pt x="159" y="329"/>
                    </a:cubicBezTo>
                    <a:close/>
                    <a:moveTo>
                      <a:pt x="160" y="332"/>
                    </a:moveTo>
                    <a:cubicBezTo>
                      <a:pt x="159" y="334"/>
                      <a:pt x="159" y="334"/>
                      <a:pt x="159" y="334"/>
                    </a:cubicBezTo>
                    <a:cubicBezTo>
                      <a:pt x="160" y="332"/>
                      <a:pt x="160" y="332"/>
                      <a:pt x="160" y="332"/>
                    </a:cubicBezTo>
                    <a:close/>
                    <a:moveTo>
                      <a:pt x="161" y="337"/>
                    </a:move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60" y="338"/>
                      <a:pt x="160" y="338"/>
                      <a:pt x="160" y="338"/>
                    </a:cubicBezTo>
                    <a:cubicBezTo>
                      <a:pt x="160" y="337"/>
                      <a:pt x="160" y="337"/>
                      <a:pt x="160" y="337"/>
                    </a:cubicBezTo>
                    <a:cubicBezTo>
                      <a:pt x="159" y="336"/>
                      <a:pt x="159" y="336"/>
                      <a:pt x="159" y="336"/>
                    </a:cubicBezTo>
                    <a:cubicBezTo>
                      <a:pt x="161" y="335"/>
                      <a:pt x="161" y="335"/>
                      <a:pt x="161" y="335"/>
                    </a:cubicBezTo>
                    <a:cubicBezTo>
                      <a:pt x="161" y="334"/>
                      <a:pt x="161" y="334"/>
                      <a:pt x="161" y="334"/>
                    </a:cubicBezTo>
                    <a:cubicBezTo>
                      <a:pt x="162" y="335"/>
                      <a:pt x="162" y="335"/>
                      <a:pt x="162" y="335"/>
                    </a:cubicBezTo>
                    <a:cubicBezTo>
                      <a:pt x="163" y="333"/>
                      <a:pt x="163" y="333"/>
                      <a:pt x="163" y="333"/>
                    </a:cubicBezTo>
                    <a:cubicBezTo>
                      <a:pt x="164" y="333"/>
                      <a:pt x="164" y="333"/>
                      <a:pt x="164" y="333"/>
                    </a:cubicBezTo>
                    <a:cubicBezTo>
                      <a:pt x="163" y="334"/>
                      <a:pt x="163" y="334"/>
                      <a:pt x="163" y="334"/>
                    </a:cubicBezTo>
                    <a:cubicBezTo>
                      <a:pt x="162" y="334"/>
                      <a:pt x="162" y="334"/>
                      <a:pt x="162" y="334"/>
                    </a:cubicBezTo>
                    <a:cubicBezTo>
                      <a:pt x="161" y="336"/>
                      <a:pt x="161" y="336"/>
                      <a:pt x="161" y="336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8"/>
                      <a:pt x="163" y="338"/>
                      <a:pt x="163" y="338"/>
                    </a:cubicBezTo>
                    <a:cubicBezTo>
                      <a:pt x="162" y="337"/>
                      <a:pt x="162" y="337"/>
                      <a:pt x="162" y="337"/>
                    </a:cubicBezTo>
                    <a:lnTo>
                      <a:pt x="161" y="337"/>
                    </a:lnTo>
                    <a:close/>
                    <a:moveTo>
                      <a:pt x="163" y="346"/>
                    </a:moveTo>
                    <a:cubicBezTo>
                      <a:pt x="162" y="347"/>
                      <a:pt x="162" y="347"/>
                      <a:pt x="162" y="347"/>
                    </a:cubicBezTo>
                    <a:cubicBezTo>
                      <a:pt x="162" y="346"/>
                      <a:pt x="162" y="346"/>
                      <a:pt x="162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lose/>
                    <a:moveTo>
                      <a:pt x="164" y="344"/>
                    </a:moveTo>
                    <a:cubicBezTo>
                      <a:pt x="163" y="344"/>
                      <a:pt x="163" y="344"/>
                      <a:pt x="163" y="344"/>
                    </a:cubicBezTo>
                    <a:cubicBezTo>
                      <a:pt x="163" y="345"/>
                      <a:pt x="163" y="345"/>
                      <a:pt x="163" y="345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3" y="343"/>
                      <a:pt x="163" y="343"/>
                      <a:pt x="163" y="343"/>
                    </a:cubicBezTo>
                    <a:cubicBezTo>
                      <a:pt x="163" y="342"/>
                      <a:pt x="163" y="342"/>
                      <a:pt x="163" y="342"/>
                    </a:cubicBezTo>
                    <a:cubicBezTo>
                      <a:pt x="164" y="343"/>
                      <a:pt x="164" y="343"/>
                      <a:pt x="164" y="343"/>
                    </a:cubicBezTo>
                    <a:lnTo>
                      <a:pt x="164" y="344"/>
                    </a:lnTo>
                    <a:close/>
                    <a:moveTo>
                      <a:pt x="163" y="322"/>
                    </a:move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3" y="321"/>
                      <a:pt x="163" y="321"/>
                      <a:pt x="163" y="321"/>
                    </a:cubicBezTo>
                    <a:cubicBezTo>
                      <a:pt x="164" y="322"/>
                      <a:pt x="164" y="322"/>
                      <a:pt x="164" y="322"/>
                    </a:cubicBezTo>
                    <a:cubicBezTo>
                      <a:pt x="164" y="322"/>
                      <a:pt x="164" y="322"/>
                      <a:pt x="164" y="322"/>
                    </a:cubicBezTo>
                    <a:lnTo>
                      <a:pt x="163" y="322"/>
                    </a:lnTo>
                    <a:close/>
                    <a:moveTo>
                      <a:pt x="167" y="321"/>
                    </a:moveTo>
                    <a:cubicBezTo>
                      <a:pt x="165" y="323"/>
                      <a:pt x="165" y="323"/>
                      <a:pt x="165" y="323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7" y="321"/>
                      <a:pt x="167" y="321"/>
                      <a:pt x="167" y="321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1"/>
                      <a:pt x="167" y="321"/>
                      <a:pt x="167" y="321"/>
                    </a:cubicBezTo>
                    <a:close/>
                    <a:moveTo>
                      <a:pt x="169" y="323"/>
                    </a:move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8" y="321"/>
                      <a:pt x="168" y="321"/>
                      <a:pt x="168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71" y="322"/>
                      <a:pt x="171" y="322"/>
                      <a:pt x="171" y="322"/>
                    </a:cubicBezTo>
                    <a:lnTo>
                      <a:pt x="169" y="323"/>
                    </a:lnTo>
                    <a:close/>
                    <a:moveTo>
                      <a:pt x="179" y="292"/>
                    </a:moveTo>
                    <a:cubicBezTo>
                      <a:pt x="179" y="293"/>
                      <a:pt x="179" y="293"/>
                      <a:pt x="179" y="293"/>
                    </a:cubicBezTo>
                    <a:cubicBezTo>
                      <a:pt x="178" y="293"/>
                      <a:pt x="178" y="293"/>
                      <a:pt x="178" y="293"/>
                    </a:cubicBezTo>
                    <a:lnTo>
                      <a:pt x="179" y="292"/>
                    </a:lnTo>
                    <a:close/>
                    <a:moveTo>
                      <a:pt x="182" y="296"/>
                    </a:move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8" y="296"/>
                      <a:pt x="178" y="296"/>
                      <a:pt x="178" y="296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80" y="295"/>
                      <a:pt x="180" y="295"/>
                      <a:pt x="180" y="295"/>
                    </a:cubicBezTo>
                    <a:cubicBezTo>
                      <a:pt x="181" y="294"/>
                      <a:pt x="181" y="294"/>
                      <a:pt x="181" y="294"/>
                    </a:cubicBez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82" y="295"/>
                      <a:pt x="182" y="295"/>
                      <a:pt x="182" y="295"/>
                    </a:cubicBezTo>
                    <a:lnTo>
                      <a:pt x="182" y="296"/>
                    </a:lnTo>
                    <a:close/>
                    <a:moveTo>
                      <a:pt x="192" y="295"/>
                    </a:move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1" y="295"/>
                      <a:pt x="191" y="295"/>
                      <a:pt x="191" y="295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6"/>
                      <a:pt x="187" y="296"/>
                      <a:pt x="187" y="296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9" y="294"/>
                      <a:pt x="189" y="294"/>
                      <a:pt x="189" y="294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91" y="293"/>
                      <a:pt x="191" y="293"/>
                      <a:pt x="191" y="293"/>
                    </a:cubicBezTo>
                    <a:cubicBezTo>
                      <a:pt x="192" y="294"/>
                      <a:pt x="192" y="294"/>
                      <a:pt x="192" y="294"/>
                    </a:cubicBezTo>
                    <a:lnTo>
                      <a:pt x="192" y="295"/>
                    </a:lnTo>
                    <a:close/>
                    <a:moveTo>
                      <a:pt x="194" y="290"/>
                    </a:moveTo>
                    <a:cubicBezTo>
                      <a:pt x="193" y="291"/>
                      <a:pt x="193" y="291"/>
                      <a:pt x="193" y="291"/>
                    </a:cubicBezTo>
                    <a:cubicBezTo>
                      <a:pt x="193" y="289"/>
                      <a:pt x="193" y="289"/>
                      <a:pt x="193" y="289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5" y="290"/>
                      <a:pt x="195" y="290"/>
                      <a:pt x="195" y="290"/>
                    </a:cubicBezTo>
                    <a:lnTo>
                      <a:pt x="194" y="290"/>
                    </a:lnTo>
                    <a:close/>
                    <a:moveTo>
                      <a:pt x="195" y="278"/>
                    </a:moveTo>
                    <a:cubicBezTo>
                      <a:pt x="195" y="278"/>
                      <a:pt x="195" y="278"/>
                      <a:pt x="195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lnTo>
                      <a:pt x="195" y="278"/>
                    </a:lnTo>
                    <a:close/>
                    <a:moveTo>
                      <a:pt x="198" y="275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8" y="275"/>
                      <a:pt x="198" y="275"/>
                      <a:pt x="198" y="275"/>
                    </a:cubicBezTo>
                    <a:close/>
                    <a:moveTo>
                      <a:pt x="203" y="263"/>
                    </a:moveTo>
                    <a:cubicBezTo>
                      <a:pt x="203" y="263"/>
                      <a:pt x="203" y="263"/>
                      <a:pt x="203" y="263"/>
                    </a:cubicBezTo>
                    <a:cubicBezTo>
                      <a:pt x="203" y="263"/>
                      <a:pt x="203" y="263"/>
                      <a:pt x="203" y="263"/>
                    </a:cubicBezTo>
                    <a:close/>
                    <a:moveTo>
                      <a:pt x="183" y="373"/>
                    </a:moveTo>
                    <a:cubicBezTo>
                      <a:pt x="183" y="372"/>
                      <a:pt x="183" y="372"/>
                      <a:pt x="183" y="372"/>
                    </a:cubicBezTo>
                    <a:cubicBezTo>
                      <a:pt x="183" y="373"/>
                      <a:pt x="183" y="373"/>
                      <a:pt x="183" y="373"/>
                    </a:cubicBezTo>
                    <a:close/>
                    <a:moveTo>
                      <a:pt x="185" y="369"/>
                    </a:moveTo>
                    <a:cubicBezTo>
                      <a:pt x="186" y="368"/>
                      <a:pt x="186" y="368"/>
                      <a:pt x="186" y="368"/>
                    </a:cubicBezTo>
                    <a:cubicBezTo>
                      <a:pt x="186" y="368"/>
                      <a:pt x="186" y="368"/>
                      <a:pt x="186" y="368"/>
                    </a:cubicBezTo>
                    <a:lnTo>
                      <a:pt x="185" y="369"/>
                    </a:lnTo>
                    <a:close/>
                    <a:moveTo>
                      <a:pt x="292" y="539"/>
                    </a:move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lose/>
                    <a:moveTo>
                      <a:pt x="292" y="535"/>
                    </a:moveTo>
                    <a:cubicBezTo>
                      <a:pt x="292" y="535"/>
                      <a:pt x="292" y="535"/>
                      <a:pt x="292" y="535"/>
                    </a:cubicBezTo>
                    <a:cubicBezTo>
                      <a:pt x="292" y="535"/>
                      <a:pt x="292" y="535"/>
                      <a:pt x="292" y="535"/>
                    </a:cubicBezTo>
                    <a:close/>
                    <a:moveTo>
                      <a:pt x="290" y="538"/>
                    </a:moveTo>
                    <a:cubicBezTo>
                      <a:pt x="291" y="538"/>
                      <a:pt x="291" y="538"/>
                      <a:pt x="291" y="538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0" y="538"/>
                      <a:pt x="290" y="538"/>
                      <a:pt x="290" y="538"/>
                    </a:cubicBezTo>
                    <a:cubicBezTo>
                      <a:pt x="290" y="538"/>
                      <a:pt x="290" y="538"/>
                      <a:pt x="290" y="538"/>
                    </a:cubicBezTo>
                    <a:close/>
                    <a:moveTo>
                      <a:pt x="279" y="272"/>
                    </a:move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9" y="271"/>
                      <a:pt x="279" y="271"/>
                      <a:pt x="279" y="271"/>
                    </a:cubicBezTo>
                    <a:lnTo>
                      <a:pt x="279" y="272"/>
                    </a:lnTo>
                    <a:close/>
                    <a:moveTo>
                      <a:pt x="278" y="273"/>
                    </a:moveTo>
                    <a:cubicBezTo>
                      <a:pt x="277" y="273"/>
                      <a:pt x="277" y="273"/>
                      <a:pt x="277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lose/>
                    <a:moveTo>
                      <a:pt x="262" y="198"/>
                    </a:moveTo>
                    <a:cubicBezTo>
                      <a:pt x="262" y="198"/>
                      <a:pt x="262" y="198"/>
                      <a:pt x="262" y="198"/>
                    </a:cubicBezTo>
                    <a:cubicBezTo>
                      <a:pt x="262" y="198"/>
                      <a:pt x="262" y="198"/>
                      <a:pt x="262" y="198"/>
                    </a:cubicBezTo>
                    <a:close/>
                    <a:moveTo>
                      <a:pt x="258" y="200"/>
                    </a:move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60" y="199"/>
                      <a:pt x="260" y="199"/>
                      <a:pt x="260" y="199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8" y="202"/>
                      <a:pt x="258" y="202"/>
                      <a:pt x="258" y="202"/>
                    </a:cubicBezTo>
                    <a:cubicBezTo>
                      <a:pt x="258" y="202"/>
                      <a:pt x="258" y="202"/>
                      <a:pt x="258" y="202"/>
                    </a:cubicBezTo>
                    <a:lnTo>
                      <a:pt x="258" y="200"/>
                    </a:lnTo>
                    <a:close/>
                    <a:moveTo>
                      <a:pt x="256" y="201"/>
                    </a:moveTo>
                    <a:cubicBezTo>
                      <a:pt x="257" y="203"/>
                      <a:pt x="257" y="203"/>
                      <a:pt x="257" y="203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6" y="203"/>
                      <a:pt x="256" y="203"/>
                      <a:pt x="256" y="203"/>
                    </a:cubicBezTo>
                    <a:lnTo>
                      <a:pt x="256" y="201"/>
                    </a:lnTo>
                    <a:close/>
                    <a:moveTo>
                      <a:pt x="237" y="206"/>
                    </a:move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lose/>
                    <a:moveTo>
                      <a:pt x="234" y="206"/>
                    </a:move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7" y="203"/>
                      <a:pt x="237" y="203"/>
                      <a:pt x="237" y="203"/>
                    </a:cubicBezTo>
                    <a:cubicBezTo>
                      <a:pt x="237" y="204"/>
                      <a:pt x="237" y="204"/>
                      <a:pt x="237" y="204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6" y="206"/>
                      <a:pt x="236" y="206"/>
                      <a:pt x="236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6"/>
                      <a:pt x="234" y="206"/>
                      <a:pt x="234" y="206"/>
                    </a:cubicBezTo>
                    <a:close/>
                    <a:moveTo>
                      <a:pt x="234" y="211"/>
                    </a:move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lose/>
                    <a:moveTo>
                      <a:pt x="235" y="212"/>
                    </a:moveTo>
                    <a:cubicBezTo>
                      <a:pt x="234" y="213"/>
                      <a:pt x="234" y="213"/>
                      <a:pt x="234" y="213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3"/>
                      <a:pt x="234" y="213"/>
                      <a:pt x="234" y="213"/>
                    </a:cubicBezTo>
                    <a:lnTo>
                      <a:pt x="235" y="212"/>
                    </a:lnTo>
                    <a:close/>
                    <a:moveTo>
                      <a:pt x="234" y="339"/>
                    </a:moveTo>
                    <a:cubicBezTo>
                      <a:pt x="234" y="339"/>
                      <a:pt x="234" y="339"/>
                      <a:pt x="234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8" y="341"/>
                      <a:pt x="238" y="341"/>
                      <a:pt x="238" y="341"/>
                    </a:cubicBezTo>
                    <a:cubicBezTo>
                      <a:pt x="237" y="341"/>
                      <a:pt x="237" y="341"/>
                      <a:pt x="237" y="341"/>
                    </a:cubicBezTo>
                    <a:cubicBezTo>
                      <a:pt x="236" y="340"/>
                      <a:pt x="236" y="340"/>
                      <a:pt x="236" y="340"/>
                    </a:cubicBezTo>
                    <a:cubicBezTo>
                      <a:pt x="234" y="340"/>
                      <a:pt x="234" y="340"/>
                      <a:pt x="234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lnTo>
                      <a:pt x="234" y="339"/>
                    </a:lnTo>
                    <a:close/>
                    <a:moveTo>
                      <a:pt x="231" y="215"/>
                    </a:moveTo>
                    <a:cubicBezTo>
                      <a:pt x="231" y="215"/>
                      <a:pt x="231" y="215"/>
                      <a:pt x="231" y="215"/>
                    </a:cubicBezTo>
                    <a:cubicBezTo>
                      <a:pt x="231" y="215"/>
                      <a:pt x="231" y="215"/>
                      <a:pt x="231" y="215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5" y="222"/>
                    </a:move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5" y="222"/>
                      <a:pt x="225" y="222"/>
                      <a:pt x="225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7" y="222"/>
                      <a:pt x="227" y="222"/>
                      <a:pt x="227" y="222"/>
                    </a:cubicBezTo>
                    <a:cubicBezTo>
                      <a:pt x="225" y="223"/>
                      <a:pt x="225" y="223"/>
                      <a:pt x="225" y="223"/>
                    </a:cubicBezTo>
                    <a:cubicBezTo>
                      <a:pt x="224" y="222"/>
                      <a:pt x="224" y="222"/>
                      <a:pt x="224" y="222"/>
                    </a:cubicBezTo>
                    <a:lnTo>
                      <a:pt x="225" y="222"/>
                    </a:lnTo>
                    <a:close/>
                    <a:moveTo>
                      <a:pt x="226" y="224"/>
                    </a:move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lnTo>
                      <a:pt x="226" y="224"/>
                    </a:lnTo>
                    <a:close/>
                    <a:moveTo>
                      <a:pt x="225" y="225"/>
                    </a:move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lose/>
                    <a:moveTo>
                      <a:pt x="221" y="227"/>
                    </a:move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lnTo>
                      <a:pt x="221" y="227"/>
                    </a:lnTo>
                    <a:close/>
                    <a:moveTo>
                      <a:pt x="221" y="230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5" y="230"/>
                      <a:pt x="225" y="230"/>
                      <a:pt x="225" y="230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6" y="231"/>
                      <a:pt x="226" y="231"/>
                      <a:pt x="226" y="231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0"/>
                      <a:pt x="224" y="230"/>
                      <a:pt x="224" y="230"/>
                    </a:cubicBezTo>
                    <a:lnTo>
                      <a:pt x="221" y="230"/>
                    </a:lnTo>
                    <a:close/>
                    <a:moveTo>
                      <a:pt x="197" y="389"/>
                    </a:moveTo>
                    <a:cubicBezTo>
                      <a:pt x="197" y="389"/>
                      <a:pt x="197" y="389"/>
                      <a:pt x="197" y="389"/>
                    </a:cubicBezTo>
                    <a:cubicBezTo>
                      <a:pt x="198" y="390"/>
                      <a:pt x="198" y="390"/>
                      <a:pt x="198" y="390"/>
                    </a:cubicBezTo>
                    <a:cubicBezTo>
                      <a:pt x="197" y="390"/>
                      <a:pt x="197" y="390"/>
                      <a:pt x="197" y="390"/>
                    </a:cubicBezTo>
                    <a:lnTo>
                      <a:pt x="197" y="389"/>
                    </a:lnTo>
                    <a:close/>
                    <a:moveTo>
                      <a:pt x="196" y="388"/>
                    </a:move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9"/>
                      <a:pt x="196" y="389"/>
                      <a:pt x="196" y="389"/>
                    </a:cubicBezTo>
                    <a:cubicBezTo>
                      <a:pt x="195" y="389"/>
                      <a:pt x="195" y="389"/>
                      <a:pt x="195" y="389"/>
                    </a:cubicBezTo>
                    <a:lnTo>
                      <a:pt x="196" y="388"/>
                    </a:lnTo>
                    <a:close/>
                    <a:moveTo>
                      <a:pt x="227" y="481"/>
                    </a:moveTo>
                    <a:cubicBezTo>
                      <a:pt x="227" y="481"/>
                      <a:pt x="227" y="481"/>
                      <a:pt x="227" y="481"/>
                    </a:cubicBezTo>
                    <a:cubicBezTo>
                      <a:pt x="226" y="481"/>
                      <a:pt x="226" y="481"/>
                      <a:pt x="225" y="481"/>
                    </a:cubicBezTo>
                    <a:cubicBezTo>
                      <a:pt x="225" y="482"/>
                      <a:pt x="225" y="482"/>
                      <a:pt x="225" y="482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1"/>
                      <a:pt x="225" y="481"/>
                      <a:pt x="225" y="481"/>
                    </a:cubicBezTo>
                    <a:cubicBezTo>
                      <a:pt x="226" y="481"/>
                      <a:pt x="226" y="481"/>
                      <a:pt x="226" y="481"/>
                    </a:cubicBezTo>
                    <a:cubicBezTo>
                      <a:pt x="227" y="480"/>
                      <a:pt x="227" y="480"/>
                      <a:pt x="227" y="480"/>
                    </a:cubicBezTo>
                    <a:cubicBezTo>
                      <a:pt x="227" y="481"/>
                      <a:pt x="227" y="481"/>
                      <a:pt x="227" y="481"/>
                    </a:cubicBezTo>
                    <a:close/>
                    <a:moveTo>
                      <a:pt x="228" y="482"/>
                    </a:moveTo>
                    <a:cubicBezTo>
                      <a:pt x="229" y="483"/>
                      <a:pt x="229" y="483"/>
                      <a:pt x="229" y="483"/>
                    </a:cubicBezTo>
                    <a:cubicBezTo>
                      <a:pt x="229" y="484"/>
                      <a:pt x="229" y="484"/>
                      <a:pt x="229" y="484"/>
                    </a:cubicBezTo>
                    <a:lnTo>
                      <a:pt x="228" y="482"/>
                    </a:lnTo>
                    <a:close/>
                    <a:moveTo>
                      <a:pt x="229" y="485"/>
                    </a:moveTo>
                    <a:cubicBezTo>
                      <a:pt x="230" y="485"/>
                      <a:pt x="230" y="485"/>
                      <a:pt x="230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lose/>
                    <a:moveTo>
                      <a:pt x="231" y="491"/>
                    </a:moveTo>
                    <a:cubicBezTo>
                      <a:pt x="230" y="490"/>
                      <a:pt x="230" y="490"/>
                      <a:pt x="230" y="490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28" y="485"/>
                      <a:pt x="228" y="485"/>
                      <a:pt x="228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32" y="491"/>
                      <a:pt x="232" y="491"/>
                      <a:pt x="232" y="491"/>
                    </a:cubicBezTo>
                    <a:lnTo>
                      <a:pt x="231" y="491"/>
                    </a:lnTo>
                    <a:close/>
                    <a:moveTo>
                      <a:pt x="233" y="489"/>
                    </a:moveTo>
                    <a:cubicBezTo>
                      <a:pt x="233" y="489"/>
                      <a:pt x="233" y="489"/>
                      <a:pt x="233" y="489"/>
                    </a:cubicBezTo>
                    <a:cubicBezTo>
                      <a:pt x="233" y="489"/>
                      <a:pt x="233" y="489"/>
                      <a:pt x="233" y="489"/>
                    </a:cubicBezTo>
                    <a:close/>
                    <a:moveTo>
                      <a:pt x="246" y="500"/>
                    </a:move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6" y="500"/>
                      <a:pt x="246" y="500"/>
                      <a:pt x="246" y="500"/>
                    </a:cubicBezTo>
                    <a:close/>
                    <a:moveTo>
                      <a:pt x="245" y="498"/>
                    </a:moveTo>
                    <a:cubicBezTo>
                      <a:pt x="246" y="498"/>
                      <a:pt x="246" y="498"/>
                      <a:pt x="246" y="498"/>
                    </a:cubicBezTo>
                    <a:cubicBezTo>
                      <a:pt x="246" y="498"/>
                      <a:pt x="246" y="498"/>
                      <a:pt x="246" y="498"/>
                    </a:cubicBezTo>
                    <a:lnTo>
                      <a:pt x="245" y="498"/>
                    </a:lnTo>
                    <a:close/>
                    <a:moveTo>
                      <a:pt x="246" y="499"/>
                    </a:moveTo>
                    <a:cubicBezTo>
                      <a:pt x="246" y="499"/>
                      <a:pt x="246" y="499"/>
                      <a:pt x="246" y="499"/>
                    </a:cubicBezTo>
                    <a:cubicBezTo>
                      <a:pt x="247" y="500"/>
                      <a:pt x="247" y="500"/>
                      <a:pt x="247" y="500"/>
                    </a:cubicBezTo>
                    <a:lnTo>
                      <a:pt x="246" y="499"/>
                    </a:lnTo>
                    <a:close/>
                    <a:moveTo>
                      <a:pt x="268" y="531"/>
                    </a:moveTo>
                    <a:cubicBezTo>
                      <a:pt x="267" y="531"/>
                      <a:pt x="267" y="531"/>
                      <a:pt x="267" y="531"/>
                    </a:cubicBezTo>
                    <a:cubicBezTo>
                      <a:pt x="267" y="530"/>
                      <a:pt x="267" y="530"/>
                      <a:pt x="267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9" y="531"/>
                      <a:pt x="269" y="531"/>
                      <a:pt x="269" y="531"/>
                    </a:cubicBezTo>
                    <a:cubicBezTo>
                      <a:pt x="269" y="531"/>
                      <a:pt x="269" y="531"/>
                      <a:pt x="269" y="531"/>
                    </a:cubicBezTo>
                    <a:lnTo>
                      <a:pt x="268" y="531"/>
                    </a:lnTo>
                    <a:close/>
                    <a:moveTo>
                      <a:pt x="286" y="543"/>
                    </a:moveTo>
                    <a:cubicBezTo>
                      <a:pt x="287" y="544"/>
                      <a:pt x="287" y="544"/>
                      <a:pt x="287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9" y="544"/>
                      <a:pt x="289" y="544"/>
                      <a:pt x="289" y="544"/>
                    </a:cubicBezTo>
                    <a:cubicBezTo>
                      <a:pt x="288" y="545"/>
                      <a:pt x="288" y="545"/>
                      <a:pt x="288" y="545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6" y="544"/>
                      <a:pt x="286" y="544"/>
                      <a:pt x="286" y="544"/>
                    </a:cubicBezTo>
                    <a:cubicBezTo>
                      <a:pt x="283" y="542"/>
                      <a:pt x="283" y="542"/>
                      <a:pt x="283" y="542"/>
                    </a:cubicBezTo>
                    <a:cubicBezTo>
                      <a:pt x="286" y="543"/>
                      <a:pt x="286" y="543"/>
                      <a:pt x="286" y="543"/>
                    </a:cubicBezTo>
                    <a:close/>
                    <a:moveTo>
                      <a:pt x="315" y="331"/>
                    </a:move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2" y="331"/>
                      <a:pt x="312" y="331"/>
                      <a:pt x="312" y="331"/>
                    </a:cubicBezTo>
                    <a:cubicBezTo>
                      <a:pt x="311" y="332"/>
                      <a:pt x="311" y="332"/>
                      <a:pt x="311" y="332"/>
                    </a:cubicBezTo>
                    <a:cubicBezTo>
                      <a:pt x="310" y="333"/>
                      <a:pt x="310" y="333"/>
                      <a:pt x="310" y="333"/>
                    </a:cubicBezTo>
                    <a:cubicBezTo>
                      <a:pt x="308" y="332"/>
                      <a:pt x="308" y="332"/>
                      <a:pt x="308" y="332"/>
                    </a:cubicBezTo>
                    <a:cubicBezTo>
                      <a:pt x="307" y="333"/>
                      <a:pt x="307" y="333"/>
                      <a:pt x="307" y="333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6" y="334"/>
                      <a:pt x="306" y="334"/>
                      <a:pt x="306" y="334"/>
                    </a:cubicBezTo>
                    <a:cubicBezTo>
                      <a:pt x="304" y="334"/>
                      <a:pt x="304" y="334"/>
                      <a:pt x="304" y="334"/>
                    </a:cubicBezTo>
                    <a:cubicBezTo>
                      <a:pt x="304" y="336"/>
                      <a:pt x="304" y="336"/>
                      <a:pt x="304" y="336"/>
                    </a:cubicBezTo>
                    <a:cubicBezTo>
                      <a:pt x="305" y="337"/>
                      <a:pt x="305" y="337"/>
                      <a:pt x="305" y="337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299" y="338"/>
                      <a:pt x="299" y="338"/>
                      <a:pt x="299" y="338"/>
                    </a:cubicBezTo>
                    <a:cubicBezTo>
                      <a:pt x="297" y="336"/>
                      <a:pt x="297" y="336"/>
                      <a:pt x="297" y="336"/>
                    </a:cubicBezTo>
                    <a:cubicBezTo>
                      <a:pt x="294" y="337"/>
                      <a:pt x="294" y="337"/>
                      <a:pt x="294" y="337"/>
                    </a:cubicBezTo>
                    <a:cubicBezTo>
                      <a:pt x="292" y="336"/>
                      <a:pt x="292" y="336"/>
                      <a:pt x="292" y="336"/>
                    </a:cubicBezTo>
                    <a:cubicBezTo>
                      <a:pt x="291" y="336"/>
                      <a:pt x="291" y="336"/>
                      <a:pt x="291" y="336"/>
                    </a:cubicBezTo>
                    <a:cubicBezTo>
                      <a:pt x="289" y="334"/>
                      <a:pt x="289" y="334"/>
                      <a:pt x="289" y="334"/>
                    </a:cubicBezTo>
                    <a:cubicBezTo>
                      <a:pt x="289" y="336"/>
                      <a:pt x="289" y="336"/>
                      <a:pt x="289" y="336"/>
                    </a:cubicBezTo>
                    <a:cubicBezTo>
                      <a:pt x="288" y="336"/>
                      <a:pt x="288" y="336"/>
                      <a:pt x="288" y="336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8"/>
                      <a:pt x="288" y="338"/>
                      <a:pt x="288" y="338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5" y="337"/>
                      <a:pt x="285" y="337"/>
                      <a:pt x="285" y="337"/>
                    </a:cubicBezTo>
                    <a:cubicBezTo>
                      <a:pt x="284" y="336"/>
                      <a:pt x="284" y="336"/>
                      <a:pt x="284" y="336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2" y="338"/>
                      <a:pt x="282" y="338"/>
                      <a:pt x="282" y="338"/>
                    </a:cubicBezTo>
                    <a:cubicBezTo>
                      <a:pt x="280" y="338"/>
                      <a:pt x="280" y="338"/>
                      <a:pt x="280" y="338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77" y="340"/>
                      <a:pt x="277" y="340"/>
                      <a:pt x="277" y="340"/>
                    </a:cubicBezTo>
                    <a:cubicBezTo>
                      <a:pt x="276" y="342"/>
                      <a:pt x="276" y="342"/>
                      <a:pt x="276" y="342"/>
                    </a:cubicBezTo>
                    <a:cubicBezTo>
                      <a:pt x="276" y="344"/>
                      <a:pt x="276" y="344"/>
                      <a:pt x="276" y="344"/>
                    </a:cubicBezTo>
                    <a:cubicBezTo>
                      <a:pt x="276" y="343"/>
                      <a:pt x="276" y="343"/>
                      <a:pt x="276" y="343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2" y="344"/>
                      <a:pt x="272" y="344"/>
                      <a:pt x="272" y="344"/>
                    </a:cubicBezTo>
                    <a:cubicBezTo>
                      <a:pt x="272" y="343"/>
                      <a:pt x="272" y="343"/>
                      <a:pt x="272" y="343"/>
                    </a:cubicBezTo>
                    <a:cubicBezTo>
                      <a:pt x="270" y="343"/>
                      <a:pt x="270" y="343"/>
                      <a:pt x="270" y="343"/>
                    </a:cubicBezTo>
                    <a:cubicBezTo>
                      <a:pt x="270" y="344"/>
                      <a:pt x="270" y="344"/>
                      <a:pt x="270" y="344"/>
                    </a:cubicBezTo>
                    <a:cubicBezTo>
                      <a:pt x="269" y="345"/>
                      <a:pt x="269" y="345"/>
                      <a:pt x="269" y="345"/>
                    </a:cubicBezTo>
                    <a:cubicBezTo>
                      <a:pt x="266" y="346"/>
                      <a:pt x="266" y="346"/>
                      <a:pt x="266" y="346"/>
                    </a:cubicBezTo>
                    <a:cubicBezTo>
                      <a:pt x="268" y="347"/>
                      <a:pt x="268" y="347"/>
                      <a:pt x="268" y="347"/>
                    </a:cubicBezTo>
                    <a:cubicBezTo>
                      <a:pt x="269" y="347"/>
                      <a:pt x="269" y="347"/>
                      <a:pt x="269" y="347"/>
                    </a:cubicBezTo>
                    <a:cubicBezTo>
                      <a:pt x="270" y="347"/>
                      <a:pt x="270" y="347"/>
                      <a:pt x="270" y="347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0" y="348"/>
                      <a:pt x="270" y="348"/>
                      <a:pt x="270" y="348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7" y="349"/>
                      <a:pt x="267" y="349"/>
                      <a:pt x="267" y="349"/>
                    </a:cubicBezTo>
                    <a:cubicBezTo>
                      <a:pt x="267" y="350"/>
                      <a:pt x="267" y="350"/>
                      <a:pt x="267" y="350"/>
                    </a:cubicBezTo>
                    <a:cubicBezTo>
                      <a:pt x="265" y="350"/>
                      <a:pt x="265" y="350"/>
                      <a:pt x="265" y="350"/>
                    </a:cubicBezTo>
                    <a:cubicBezTo>
                      <a:pt x="267" y="351"/>
                      <a:pt x="267" y="351"/>
                      <a:pt x="267" y="351"/>
                    </a:cubicBezTo>
                    <a:cubicBezTo>
                      <a:pt x="266" y="352"/>
                      <a:pt x="266" y="352"/>
                      <a:pt x="266" y="352"/>
                    </a:cubicBezTo>
                    <a:cubicBezTo>
                      <a:pt x="266" y="353"/>
                      <a:pt x="266" y="353"/>
                      <a:pt x="266" y="353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5"/>
                      <a:pt x="268" y="355"/>
                      <a:pt x="268" y="355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7" y="357"/>
                      <a:pt x="267" y="357"/>
                      <a:pt x="267" y="357"/>
                    </a:cubicBezTo>
                    <a:cubicBezTo>
                      <a:pt x="268" y="358"/>
                      <a:pt x="268" y="358"/>
                      <a:pt x="268" y="358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1" y="354"/>
                      <a:pt x="271" y="354"/>
                      <a:pt x="271" y="354"/>
                    </a:cubicBezTo>
                    <a:cubicBezTo>
                      <a:pt x="273" y="354"/>
                      <a:pt x="273" y="354"/>
                      <a:pt x="273" y="354"/>
                    </a:cubicBezTo>
                    <a:cubicBezTo>
                      <a:pt x="274" y="352"/>
                      <a:pt x="274" y="352"/>
                      <a:pt x="274" y="352"/>
                    </a:cubicBezTo>
                    <a:cubicBezTo>
                      <a:pt x="274" y="351"/>
                      <a:pt x="274" y="351"/>
                      <a:pt x="274" y="351"/>
                    </a:cubicBezTo>
                    <a:cubicBezTo>
                      <a:pt x="275" y="352"/>
                      <a:pt x="275" y="352"/>
                      <a:pt x="275" y="352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8" y="352"/>
                      <a:pt x="278" y="352"/>
                      <a:pt x="278" y="352"/>
                    </a:cubicBezTo>
                    <a:cubicBezTo>
                      <a:pt x="281" y="354"/>
                      <a:pt x="281" y="354"/>
                      <a:pt x="281" y="354"/>
                    </a:cubicBezTo>
                    <a:cubicBezTo>
                      <a:pt x="282" y="354"/>
                      <a:pt x="282" y="354"/>
                      <a:pt x="282" y="354"/>
                    </a:cubicBezTo>
                    <a:cubicBezTo>
                      <a:pt x="282" y="352"/>
                      <a:pt x="282" y="352"/>
                      <a:pt x="282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2" y="356"/>
                      <a:pt x="282" y="356"/>
                      <a:pt x="282" y="356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9"/>
                      <a:pt x="282" y="359"/>
                      <a:pt x="282" y="359"/>
                    </a:cubicBezTo>
                    <a:cubicBezTo>
                      <a:pt x="283" y="362"/>
                      <a:pt x="283" y="362"/>
                      <a:pt x="283" y="362"/>
                    </a:cubicBezTo>
                    <a:cubicBezTo>
                      <a:pt x="282" y="364"/>
                      <a:pt x="282" y="364"/>
                      <a:pt x="282" y="364"/>
                    </a:cubicBezTo>
                    <a:cubicBezTo>
                      <a:pt x="280" y="366"/>
                      <a:pt x="280" y="366"/>
                      <a:pt x="280" y="366"/>
                    </a:cubicBezTo>
                    <a:cubicBezTo>
                      <a:pt x="279" y="366"/>
                      <a:pt x="279" y="366"/>
                      <a:pt x="279" y="366"/>
                    </a:cubicBezTo>
                    <a:cubicBezTo>
                      <a:pt x="278" y="365"/>
                      <a:pt x="278" y="365"/>
                      <a:pt x="278" y="365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4" y="360"/>
                      <a:pt x="274" y="360"/>
                      <a:pt x="274" y="360"/>
                    </a:cubicBezTo>
                    <a:cubicBezTo>
                      <a:pt x="274" y="357"/>
                      <a:pt x="274" y="357"/>
                      <a:pt x="274" y="357"/>
                    </a:cubicBezTo>
                    <a:cubicBezTo>
                      <a:pt x="272" y="357"/>
                      <a:pt x="272" y="357"/>
                      <a:pt x="272" y="357"/>
                    </a:cubicBezTo>
                    <a:cubicBezTo>
                      <a:pt x="271" y="359"/>
                      <a:pt x="271" y="359"/>
                      <a:pt x="271" y="359"/>
                    </a:cubicBezTo>
                    <a:cubicBezTo>
                      <a:pt x="269" y="359"/>
                      <a:pt x="269" y="359"/>
                      <a:pt x="269" y="359"/>
                    </a:cubicBezTo>
                    <a:cubicBezTo>
                      <a:pt x="268" y="360"/>
                      <a:pt x="268" y="360"/>
                      <a:pt x="268" y="360"/>
                    </a:cubicBezTo>
                    <a:cubicBezTo>
                      <a:pt x="267" y="360"/>
                      <a:pt x="267" y="360"/>
                      <a:pt x="267" y="360"/>
                    </a:cubicBezTo>
                    <a:cubicBezTo>
                      <a:pt x="265" y="362"/>
                      <a:pt x="265" y="362"/>
                      <a:pt x="265" y="362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6"/>
                      <a:pt x="265" y="366"/>
                      <a:pt x="265" y="366"/>
                    </a:cubicBezTo>
                    <a:cubicBezTo>
                      <a:pt x="263" y="368"/>
                      <a:pt x="263" y="368"/>
                      <a:pt x="263" y="368"/>
                    </a:cubicBezTo>
                    <a:cubicBezTo>
                      <a:pt x="263" y="370"/>
                      <a:pt x="263" y="370"/>
                      <a:pt x="263" y="370"/>
                    </a:cubicBezTo>
                    <a:cubicBezTo>
                      <a:pt x="263" y="371"/>
                      <a:pt x="263" y="371"/>
                      <a:pt x="263" y="371"/>
                    </a:cubicBezTo>
                    <a:cubicBezTo>
                      <a:pt x="262" y="372"/>
                      <a:pt x="262" y="372"/>
                      <a:pt x="262" y="372"/>
                    </a:cubicBezTo>
                    <a:cubicBezTo>
                      <a:pt x="263" y="376"/>
                      <a:pt x="263" y="376"/>
                      <a:pt x="263" y="376"/>
                    </a:cubicBezTo>
                    <a:cubicBezTo>
                      <a:pt x="263" y="377"/>
                      <a:pt x="263" y="377"/>
                      <a:pt x="263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80"/>
                      <a:pt x="264" y="380"/>
                      <a:pt x="264" y="380"/>
                    </a:cubicBezTo>
                    <a:cubicBezTo>
                      <a:pt x="263" y="382"/>
                      <a:pt x="263" y="382"/>
                      <a:pt x="263" y="382"/>
                    </a:cubicBezTo>
                    <a:cubicBezTo>
                      <a:pt x="264" y="382"/>
                      <a:pt x="264" y="382"/>
                      <a:pt x="264" y="382"/>
                    </a:cubicBezTo>
                    <a:cubicBezTo>
                      <a:pt x="267" y="382"/>
                      <a:pt x="267" y="382"/>
                      <a:pt x="267" y="382"/>
                    </a:cubicBezTo>
                    <a:cubicBezTo>
                      <a:pt x="269" y="384"/>
                      <a:pt x="269" y="384"/>
                      <a:pt x="269" y="384"/>
                    </a:cubicBezTo>
                    <a:cubicBezTo>
                      <a:pt x="271" y="385"/>
                      <a:pt x="271" y="385"/>
                      <a:pt x="271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7"/>
                      <a:pt x="274" y="387"/>
                      <a:pt x="274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5" y="388"/>
                      <a:pt x="275" y="388"/>
                      <a:pt x="275" y="388"/>
                    </a:cubicBezTo>
                    <a:cubicBezTo>
                      <a:pt x="275" y="390"/>
                      <a:pt x="275" y="390"/>
                      <a:pt x="275" y="390"/>
                    </a:cubicBezTo>
                    <a:cubicBezTo>
                      <a:pt x="268" y="391"/>
                      <a:pt x="268" y="391"/>
                      <a:pt x="268" y="391"/>
                    </a:cubicBezTo>
                    <a:cubicBezTo>
                      <a:pt x="258" y="391"/>
                      <a:pt x="258" y="391"/>
                      <a:pt x="258" y="391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8" y="390"/>
                      <a:pt x="258" y="390"/>
                      <a:pt x="258" y="390"/>
                    </a:cubicBezTo>
                    <a:cubicBezTo>
                      <a:pt x="255" y="390"/>
                      <a:pt x="255" y="390"/>
                      <a:pt x="255" y="390"/>
                    </a:cubicBezTo>
                    <a:cubicBezTo>
                      <a:pt x="254" y="392"/>
                      <a:pt x="254" y="392"/>
                      <a:pt x="254" y="392"/>
                    </a:cubicBezTo>
                    <a:cubicBezTo>
                      <a:pt x="251" y="393"/>
                      <a:pt x="251" y="393"/>
                      <a:pt x="251" y="393"/>
                    </a:cubicBezTo>
                    <a:cubicBezTo>
                      <a:pt x="249" y="392"/>
                      <a:pt x="249" y="392"/>
                      <a:pt x="249" y="392"/>
                    </a:cubicBezTo>
                    <a:cubicBezTo>
                      <a:pt x="248" y="391"/>
                      <a:pt x="248" y="391"/>
                      <a:pt x="248" y="391"/>
                    </a:cubicBezTo>
                    <a:cubicBezTo>
                      <a:pt x="248" y="390"/>
                      <a:pt x="248" y="390"/>
                      <a:pt x="248" y="390"/>
                    </a:cubicBezTo>
                    <a:cubicBezTo>
                      <a:pt x="249" y="390"/>
                      <a:pt x="249" y="390"/>
                      <a:pt x="249" y="390"/>
                    </a:cubicBezTo>
                    <a:cubicBezTo>
                      <a:pt x="251" y="391"/>
                      <a:pt x="251" y="391"/>
                      <a:pt x="251" y="391"/>
                    </a:cubicBezTo>
                    <a:cubicBezTo>
                      <a:pt x="251" y="389"/>
                      <a:pt x="251" y="389"/>
                      <a:pt x="251" y="389"/>
                    </a:cubicBezTo>
                    <a:cubicBezTo>
                      <a:pt x="248" y="388"/>
                      <a:pt x="248" y="388"/>
                      <a:pt x="248" y="388"/>
                    </a:cubicBezTo>
                    <a:cubicBezTo>
                      <a:pt x="245" y="387"/>
                      <a:pt x="245" y="387"/>
                      <a:pt x="245" y="387"/>
                    </a:cubicBezTo>
                    <a:cubicBezTo>
                      <a:pt x="242" y="389"/>
                      <a:pt x="242" y="389"/>
                      <a:pt x="242" y="389"/>
                    </a:cubicBezTo>
                    <a:cubicBezTo>
                      <a:pt x="239" y="389"/>
                      <a:pt x="239" y="389"/>
                      <a:pt x="239" y="389"/>
                    </a:cubicBezTo>
                    <a:cubicBezTo>
                      <a:pt x="237" y="390"/>
                      <a:pt x="237" y="390"/>
                      <a:pt x="237" y="390"/>
                    </a:cubicBezTo>
                    <a:cubicBezTo>
                      <a:pt x="236" y="391"/>
                      <a:pt x="236" y="391"/>
                      <a:pt x="236" y="391"/>
                    </a:cubicBezTo>
                    <a:cubicBezTo>
                      <a:pt x="234" y="391"/>
                      <a:pt x="234" y="391"/>
                      <a:pt x="234" y="391"/>
                    </a:cubicBezTo>
                    <a:cubicBezTo>
                      <a:pt x="232" y="393"/>
                      <a:pt x="232" y="393"/>
                      <a:pt x="232" y="393"/>
                    </a:cubicBezTo>
                    <a:cubicBezTo>
                      <a:pt x="232" y="394"/>
                      <a:pt x="232" y="394"/>
                      <a:pt x="232" y="394"/>
                    </a:cubicBezTo>
                    <a:cubicBezTo>
                      <a:pt x="230" y="394"/>
                      <a:pt x="230" y="394"/>
                      <a:pt x="230" y="394"/>
                    </a:cubicBezTo>
                    <a:cubicBezTo>
                      <a:pt x="227" y="396"/>
                      <a:pt x="227" y="396"/>
                      <a:pt x="227" y="396"/>
                    </a:cubicBezTo>
                    <a:cubicBezTo>
                      <a:pt x="224" y="396"/>
                      <a:pt x="224" y="396"/>
                      <a:pt x="224" y="396"/>
                    </a:cubicBezTo>
                    <a:cubicBezTo>
                      <a:pt x="223" y="398"/>
                      <a:pt x="223" y="398"/>
                      <a:pt x="223" y="398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1"/>
                      <a:pt x="222" y="401"/>
                      <a:pt x="222" y="401"/>
                    </a:cubicBezTo>
                    <a:cubicBezTo>
                      <a:pt x="221" y="401"/>
                      <a:pt x="221" y="401"/>
                      <a:pt x="221" y="401"/>
                    </a:cubicBezTo>
                    <a:cubicBezTo>
                      <a:pt x="220" y="400"/>
                      <a:pt x="220" y="400"/>
                      <a:pt x="220" y="400"/>
                    </a:cubicBezTo>
                    <a:cubicBezTo>
                      <a:pt x="218" y="400"/>
                      <a:pt x="218" y="400"/>
                      <a:pt x="218" y="400"/>
                    </a:cubicBezTo>
                    <a:cubicBezTo>
                      <a:pt x="218" y="399"/>
                      <a:pt x="218" y="399"/>
                      <a:pt x="218" y="399"/>
                    </a:cubicBezTo>
                    <a:cubicBezTo>
                      <a:pt x="218" y="398"/>
                      <a:pt x="218" y="398"/>
                      <a:pt x="218" y="398"/>
                    </a:cubicBezTo>
                    <a:cubicBezTo>
                      <a:pt x="217" y="396"/>
                      <a:pt x="217" y="396"/>
                      <a:pt x="217" y="396"/>
                    </a:cubicBezTo>
                    <a:cubicBezTo>
                      <a:pt x="215" y="397"/>
                      <a:pt x="215" y="397"/>
                      <a:pt x="215" y="397"/>
                    </a:cubicBezTo>
                    <a:cubicBezTo>
                      <a:pt x="214" y="396"/>
                      <a:pt x="214" y="396"/>
                      <a:pt x="214" y="396"/>
                    </a:cubicBezTo>
                    <a:cubicBezTo>
                      <a:pt x="215" y="395"/>
                      <a:pt x="215" y="395"/>
                      <a:pt x="215" y="395"/>
                    </a:cubicBezTo>
                    <a:cubicBezTo>
                      <a:pt x="216" y="395"/>
                      <a:pt x="216" y="395"/>
                      <a:pt x="216" y="395"/>
                    </a:cubicBezTo>
                    <a:cubicBezTo>
                      <a:pt x="216" y="393"/>
                      <a:pt x="216" y="393"/>
                      <a:pt x="216" y="393"/>
                    </a:cubicBezTo>
                    <a:cubicBezTo>
                      <a:pt x="216" y="392"/>
                      <a:pt x="216" y="392"/>
                      <a:pt x="216" y="392"/>
                    </a:cubicBezTo>
                    <a:cubicBezTo>
                      <a:pt x="216" y="391"/>
                      <a:pt x="216" y="391"/>
                      <a:pt x="216" y="391"/>
                    </a:cubicBezTo>
                    <a:cubicBezTo>
                      <a:pt x="214" y="390"/>
                      <a:pt x="214" y="390"/>
                      <a:pt x="214" y="390"/>
                    </a:cubicBezTo>
                    <a:cubicBezTo>
                      <a:pt x="214" y="391"/>
                      <a:pt x="214" y="391"/>
                      <a:pt x="214" y="391"/>
                    </a:cubicBezTo>
                    <a:cubicBezTo>
                      <a:pt x="213" y="390"/>
                      <a:pt x="213" y="390"/>
                      <a:pt x="213" y="390"/>
                    </a:cubicBezTo>
                    <a:cubicBezTo>
                      <a:pt x="211" y="391"/>
                      <a:pt x="211" y="391"/>
                      <a:pt x="211" y="391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1" y="393"/>
                      <a:pt x="211" y="393"/>
                      <a:pt x="211" y="393"/>
                    </a:cubicBezTo>
                    <a:cubicBezTo>
                      <a:pt x="208" y="393"/>
                      <a:pt x="208" y="393"/>
                      <a:pt x="208" y="393"/>
                    </a:cubicBezTo>
                    <a:cubicBezTo>
                      <a:pt x="207" y="393"/>
                      <a:pt x="207" y="393"/>
                      <a:pt x="207" y="393"/>
                    </a:cubicBezTo>
                    <a:cubicBezTo>
                      <a:pt x="207" y="394"/>
                      <a:pt x="207" y="394"/>
                      <a:pt x="207" y="394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3" y="396"/>
                      <a:pt x="203" y="396"/>
                      <a:pt x="203" y="396"/>
                    </a:cubicBezTo>
                    <a:cubicBezTo>
                      <a:pt x="201" y="397"/>
                      <a:pt x="201" y="397"/>
                      <a:pt x="201" y="397"/>
                    </a:cubicBezTo>
                    <a:cubicBezTo>
                      <a:pt x="201" y="398"/>
                      <a:pt x="201" y="398"/>
                      <a:pt x="201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198" y="397"/>
                      <a:pt x="198" y="397"/>
                      <a:pt x="198" y="397"/>
                    </a:cubicBezTo>
                    <a:cubicBezTo>
                      <a:pt x="200" y="396"/>
                      <a:pt x="200" y="396"/>
                      <a:pt x="200" y="396"/>
                    </a:cubicBezTo>
                    <a:cubicBezTo>
                      <a:pt x="199" y="394"/>
                      <a:pt x="199" y="394"/>
                      <a:pt x="199" y="394"/>
                    </a:cubicBezTo>
                    <a:cubicBezTo>
                      <a:pt x="198" y="394"/>
                      <a:pt x="198" y="394"/>
                      <a:pt x="198" y="394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5" y="394"/>
                      <a:pt x="195" y="394"/>
                      <a:pt x="195" y="394"/>
                    </a:cubicBezTo>
                    <a:cubicBezTo>
                      <a:pt x="194" y="393"/>
                      <a:pt x="194" y="393"/>
                      <a:pt x="194" y="393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2" y="395"/>
                      <a:pt x="192" y="395"/>
                      <a:pt x="192" y="395"/>
                    </a:cubicBezTo>
                    <a:cubicBezTo>
                      <a:pt x="192" y="394"/>
                      <a:pt x="192" y="394"/>
                      <a:pt x="192" y="394"/>
                    </a:cubicBezTo>
                    <a:cubicBezTo>
                      <a:pt x="191" y="394"/>
                      <a:pt x="191" y="394"/>
                      <a:pt x="191" y="394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2" y="390"/>
                      <a:pt x="192" y="390"/>
                      <a:pt x="192" y="390"/>
                    </a:cubicBezTo>
                    <a:cubicBezTo>
                      <a:pt x="190" y="390"/>
                      <a:pt x="190" y="390"/>
                      <a:pt x="190" y="390"/>
                    </a:cubicBezTo>
                    <a:cubicBezTo>
                      <a:pt x="189" y="389"/>
                      <a:pt x="189" y="389"/>
                      <a:pt x="189" y="389"/>
                    </a:cubicBezTo>
                    <a:cubicBezTo>
                      <a:pt x="190" y="388"/>
                      <a:pt x="190" y="388"/>
                      <a:pt x="190" y="388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9" y="386"/>
                      <a:pt x="189" y="386"/>
                      <a:pt x="189" y="386"/>
                    </a:cubicBezTo>
                    <a:cubicBezTo>
                      <a:pt x="189" y="384"/>
                      <a:pt x="189" y="384"/>
                      <a:pt x="189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9" y="383"/>
                      <a:pt x="189" y="383"/>
                      <a:pt x="189" y="383"/>
                    </a:cubicBezTo>
                    <a:cubicBezTo>
                      <a:pt x="189" y="385"/>
                      <a:pt x="189" y="385"/>
                      <a:pt x="189" y="385"/>
                    </a:cubicBezTo>
                    <a:cubicBezTo>
                      <a:pt x="190" y="386"/>
                      <a:pt x="190" y="386"/>
                      <a:pt x="190" y="386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4" y="391"/>
                      <a:pt x="194" y="391"/>
                      <a:pt x="194" y="391"/>
                    </a:cubicBezTo>
                    <a:cubicBezTo>
                      <a:pt x="195" y="390"/>
                      <a:pt x="195" y="390"/>
                      <a:pt x="195" y="390"/>
                    </a:cubicBezTo>
                    <a:cubicBezTo>
                      <a:pt x="196" y="391"/>
                      <a:pt x="196" y="391"/>
                      <a:pt x="196" y="391"/>
                    </a:cubicBezTo>
                    <a:cubicBezTo>
                      <a:pt x="197" y="390"/>
                      <a:pt x="197" y="390"/>
                      <a:pt x="197" y="390"/>
                    </a:cubicBezTo>
                    <a:cubicBezTo>
                      <a:pt x="198" y="392"/>
                      <a:pt x="198" y="392"/>
                      <a:pt x="198" y="392"/>
                    </a:cubicBezTo>
                    <a:cubicBezTo>
                      <a:pt x="200" y="392"/>
                      <a:pt x="200" y="392"/>
                      <a:pt x="200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5" y="393"/>
                      <a:pt x="205" y="393"/>
                      <a:pt x="205" y="393"/>
                    </a:cubicBezTo>
                    <a:cubicBezTo>
                      <a:pt x="205" y="391"/>
                      <a:pt x="205" y="391"/>
                      <a:pt x="205" y="391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6" y="389"/>
                      <a:pt x="206" y="389"/>
                      <a:pt x="206" y="389"/>
                    </a:cubicBezTo>
                    <a:cubicBezTo>
                      <a:pt x="208" y="388"/>
                      <a:pt x="208" y="388"/>
                      <a:pt x="208" y="388"/>
                    </a:cubicBezTo>
                    <a:cubicBezTo>
                      <a:pt x="207" y="386"/>
                      <a:pt x="207" y="386"/>
                      <a:pt x="207" y="386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6" y="386"/>
                      <a:pt x="206" y="386"/>
                      <a:pt x="206" y="386"/>
                    </a:cubicBezTo>
                    <a:cubicBezTo>
                      <a:pt x="208" y="385"/>
                      <a:pt x="208" y="385"/>
                      <a:pt x="208" y="385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6" y="383"/>
                      <a:pt x="206" y="383"/>
                      <a:pt x="206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9" y="384"/>
                      <a:pt x="209" y="384"/>
                      <a:pt x="209" y="384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10" y="384"/>
                      <a:pt x="210" y="384"/>
                      <a:pt x="210" y="384"/>
                    </a:cubicBezTo>
                    <a:cubicBezTo>
                      <a:pt x="212" y="384"/>
                      <a:pt x="212" y="384"/>
                      <a:pt x="212" y="384"/>
                    </a:cubicBezTo>
                    <a:cubicBezTo>
                      <a:pt x="216" y="383"/>
                      <a:pt x="216" y="383"/>
                      <a:pt x="216" y="383"/>
                    </a:cubicBezTo>
                    <a:cubicBezTo>
                      <a:pt x="218" y="384"/>
                      <a:pt x="218" y="384"/>
                      <a:pt x="218" y="384"/>
                    </a:cubicBezTo>
                    <a:cubicBezTo>
                      <a:pt x="220" y="382"/>
                      <a:pt x="220" y="382"/>
                      <a:pt x="220" y="382"/>
                    </a:cubicBezTo>
                    <a:cubicBezTo>
                      <a:pt x="220" y="381"/>
                      <a:pt x="220" y="381"/>
                      <a:pt x="220" y="381"/>
                    </a:cubicBezTo>
                    <a:cubicBezTo>
                      <a:pt x="219" y="380"/>
                      <a:pt x="219" y="380"/>
                      <a:pt x="219" y="380"/>
                    </a:cubicBezTo>
                    <a:cubicBezTo>
                      <a:pt x="220" y="378"/>
                      <a:pt x="220" y="378"/>
                      <a:pt x="220" y="378"/>
                    </a:cubicBezTo>
                    <a:cubicBezTo>
                      <a:pt x="222" y="378"/>
                      <a:pt x="222" y="378"/>
                      <a:pt x="222" y="378"/>
                    </a:cubicBezTo>
                    <a:cubicBezTo>
                      <a:pt x="222" y="377"/>
                      <a:pt x="222" y="377"/>
                      <a:pt x="222" y="377"/>
                    </a:cubicBezTo>
                    <a:cubicBezTo>
                      <a:pt x="225" y="377"/>
                      <a:pt x="225" y="377"/>
                      <a:pt x="225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8" y="377"/>
                      <a:pt x="228" y="377"/>
                      <a:pt x="228" y="377"/>
                    </a:cubicBezTo>
                    <a:cubicBezTo>
                      <a:pt x="229" y="378"/>
                      <a:pt x="229" y="378"/>
                      <a:pt x="229" y="378"/>
                    </a:cubicBezTo>
                    <a:cubicBezTo>
                      <a:pt x="231" y="376"/>
                      <a:pt x="231" y="376"/>
                      <a:pt x="231" y="376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2"/>
                      <a:pt x="233" y="372"/>
                      <a:pt x="233" y="372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5"/>
                      <a:pt x="233" y="375"/>
                      <a:pt x="233" y="375"/>
                    </a:cubicBezTo>
                    <a:cubicBezTo>
                      <a:pt x="233" y="376"/>
                      <a:pt x="233" y="376"/>
                      <a:pt x="233" y="376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6" y="373"/>
                      <a:pt x="236" y="373"/>
                      <a:pt x="236" y="373"/>
                    </a:cubicBezTo>
                    <a:cubicBezTo>
                      <a:pt x="236" y="370"/>
                      <a:pt x="236" y="370"/>
                      <a:pt x="236" y="370"/>
                    </a:cubicBezTo>
                    <a:cubicBezTo>
                      <a:pt x="237" y="368"/>
                      <a:pt x="237" y="368"/>
                      <a:pt x="237" y="368"/>
                    </a:cubicBezTo>
                    <a:cubicBezTo>
                      <a:pt x="237" y="365"/>
                      <a:pt x="237" y="365"/>
                      <a:pt x="237" y="365"/>
                    </a:cubicBezTo>
                    <a:cubicBezTo>
                      <a:pt x="235" y="364"/>
                      <a:pt x="235" y="364"/>
                      <a:pt x="235" y="364"/>
                    </a:cubicBezTo>
                    <a:cubicBezTo>
                      <a:pt x="234" y="366"/>
                      <a:pt x="234" y="366"/>
                      <a:pt x="234" y="366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68"/>
                      <a:pt x="233" y="368"/>
                      <a:pt x="233" y="368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33" y="364"/>
                      <a:pt x="233" y="364"/>
                      <a:pt x="233" y="364"/>
                    </a:cubicBezTo>
                    <a:cubicBezTo>
                      <a:pt x="234" y="363"/>
                      <a:pt x="234" y="363"/>
                      <a:pt x="234" y="363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4" y="360"/>
                      <a:pt x="234" y="360"/>
                      <a:pt x="234" y="360"/>
                    </a:cubicBezTo>
                    <a:cubicBezTo>
                      <a:pt x="233" y="359"/>
                      <a:pt x="233" y="359"/>
                      <a:pt x="233" y="359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6" y="357"/>
                      <a:pt x="236" y="357"/>
                      <a:pt x="236" y="357"/>
                    </a:cubicBezTo>
                    <a:cubicBezTo>
                      <a:pt x="234" y="355"/>
                      <a:pt x="234" y="355"/>
                      <a:pt x="234" y="355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3"/>
                      <a:pt x="235" y="353"/>
                      <a:pt x="235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4" y="350"/>
                      <a:pt x="234" y="350"/>
                      <a:pt x="234" y="350"/>
                    </a:cubicBezTo>
                    <a:cubicBezTo>
                      <a:pt x="235" y="349"/>
                      <a:pt x="235" y="349"/>
                      <a:pt x="235" y="349"/>
                    </a:cubicBezTo>
                    <a:cubicBezTo>
                      <a:pt x="236" y="350"/>
                      <a:pt x="236" y="350"/>
                      <a:pt x="236" y="350"/>
                    </a:cubicBezTo>
                    <a:cubicBezTo>
                      <a:pt x="237" y="348"/>
                      <a:pt x="237" y="348"/>
                      <a:pt x="237" y="348"/>
                    </a:cubicBezTo>
                    <a:cubicBezTo>
                      <a:pt x="237" y="347"/>
                      <a:pt x="237" y="347"/>
                      <a:pt x="237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40" y="347"/>
                      <a:pt x="240" y="347"/>
                      <a:pt x="240" y="347"/>
                    </a:cubicBezTo>
                    <a:cubicBezTo>
                      <a:pt x="241" y="345"/>
                      <a:pt x="241" y="345"/>
                      <a:pt x="241" y="345"/>
                    </a:cubicBezTo>
                    <a:cubicBezTo>
                      <a:pt x="242" y="345"/>
                      <a:pt x="242" y="345"/>
                      <a:pt x="242" y="345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4" y="344"/>
                      <a:pt x="244" y="344"/>
                      <a:pt x="244" y="344"/>
                    </a:cubicBezTo>
                    <a:cubicBezTo>
                      <a:pt x="244" y="342"/>
                      <a:pt x="244" y="342"/>
                      <a:pt x="244" y="342"/>
                    </a:cubicBezTo>
                    <a:cubicBezTo>
                      <a:pt x="246" y="340"/>
                      <a:pt x="246" y="340"/>
                      <a:pt x="246" y="340"/>
                    </a:cubicBezTo>
                    <a:cubicBezTo>
                      <a:pt x="246" y="338"/>
                      <a:pt x="246" y="338"/>
                      <a:pt x="246" y="338"/>
                    </a:cubicBezTo>
                    <a:cubicBezTo>
                      <a:pt x="244" y="338"/>
                      <a:pt x="244" y="338"/>
                      <a:pt x="244" y="338"/>
                    </a:cubicBezTo>
                    <a:cubicBezTo>
                      <a:pt x="245" y="337"/>
                      <a:pt x="245" y="337"/>
                      <a:pt x="245" y="337"/>
                    </a:cubicBezTo>
                    <a:cubicBezTo>
                      <a:pt x="246" y="334"/>
                      <a:pt x="246" y="334"/>
                      <a:pt x="246" y="334"/>
                    </a:cubicBezTo>
                    <a:cubicBezTo>
                      <a:pt x="245" y="333"/>
                      <a:pt x="245" y="333"/>
                      <a:pt x="245" y="333"/>
                    </a:cubicBezTo>
                    <a:cubicBezTo>
                      <a:pt x="245" y="332"/>
                      <a:pt x="245" y="332"/>
                      <a:pt x="245" y="332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0"/>
                      <a:pt x="243" y="330"/>
                      <a:pt x="243" y="330"/>
                    </a:cubicBezTo>
                    <a:cubicBezTo>
                      <a:pt x="240" y="328"/>
                      <a:pt x="240" y="328"/>
                      <a:pt x="240" y="328"/>
                    </a:cubicBezTo>
                    <a:cubicBezTo>
                      <a:pt x="240" y="326"/>
                      <a:pt x="240" y="326"/>
                      <a:pt x="240" y="326"/>
                    </a:cubicBezTo>
                    <a:cubicBezTo>
                      <a:pt x="238" y="325"/>
                      <a:pt x="238" y="325"/>
                      <a:pt x="238" y="325"/>
                    </a:cubicBezTo>
                    <a:cubicBezTo>
                      <a:pt x="237" y="326"/>
                      <a:pt x="237" y="326"/>
                      <a:pt x="237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6" y="326"/>
                      <a:pt x="236" y="326"/>
                      <a:pt x="236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5" y="325"/>
                      <a:pt x="235" y="325"/>
                      <a:pt x="235" y="325"/>
                    </a:cubicBezTo>
                    <a:cubicBezTo>
                      <a:pt x="234" y="324"/>
                      <a:pt x="234" y="324"/>
                      <a:pt x="234" y="324"/>
                    </a:cubicBezTo>
                    <a:cubicBezTo>
                      <a:pt x="234" y="323"/>
                      <a:pt x="234" y="323"/>
                      <a:pt x="234" y="323"/>
                    </a:cubicBezTo>
                    <a:cubicBezTo>
                      <a:pt x="235" y="322"/>
                      <a:pt x="235" y="322"/>
                      <a:pt x="235" y="322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19"/>
                      <a:pt x="234" y="319"/>
                      <a:pt x="234" y="319"/>
                    </a:cubicBezTo>
                    <a:cubicBezTo>
                      <a:pt x="234" y="318"/>
                      <a:pt x="234" y="318"/>
                      <a:pt x="234" y="318"/>
                    </a:cubicBezTo>
                    <a:cubicBezTo>
                      <a:pt x="234" y="317"/>
                      <a:pt x="234" y="317"/>
                      <a:pt x="234" y="317"/>
                    </a:cubicBezTo>
                    <a:cubicBezTo>
                      <a:pt x="234" y="316"/>
                      <a:pt x="234" y="316"/>
                      <a:pt x="234" y="316"/>
                    </a:cubicBezTo>
                    <a:cubicBezTo>
                      <a:pt x="235" y="317"/>
                      <a:pt x="235" y="317"/>
                      <a:pt x="235" y="317"/>
                    </a:cubicBezTo>
                    <a:cubicBezTo>
                      <a:pt x="235" y="314"/>
                      <a:pt x="235" y="314"/>
                      <a:pt x="235" y="314"/>
                    </a:cubicBezTo>
                    <a:cubicBezTo>
                      <a:pt x="234" y="313"/>
                      <a:pt x="234" y="313"/>
                      <a:pt x="234" y="313"/>
                    </a:cubicBezTo>
                    <a:cubicBezTo>
                      <a:pt x="235" y="311"/>
                      <a:pt x="235" y="311"/>
                      <a:pt x="235" y="311"/>
                    </a:cubicBezTo>
                    <a:cubicBezTo>
                      <a:pt x="234" y="309"/>
                      <a:pt x="234" y="309"/>
                      <a:pt x="234" y="309"/>
                    </a:cubicBezTo>
                    <a:cubicBezTo>
                      <a:pt x="235" y="309"/>
                      <a:pt x="235" y="309"/>
                      <a:pt x="235" y="309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6" y="305"/>
                      <a:pt x="236" y="305"/>
                      <a:pt x="236" y="305"/>
                    </a:cubicBezTo>
                    <a:cubicBezTo>
                      <a:pt x="237" y="303"/>
                      <a:pt x="237" y="303"/>
                      <a:pt x="237" y="303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8" y="302"/>
                      <a:pt x="238" y="302"/>
                      <a:pt x="238" y="302"/>
                    </a:cubicBezTo>
                    <a:cubicBezTo>
                      <a:pt x="240" y="300"/>
                      <a:pt x="240" y="300"/>
                      <a:pt x="240" y="300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7"/>
                      <a:pt x="240" y="297"/>
                      <a:pt x="240" y="297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3" y="296"/>
                      <a:pt x="243" y="296"/>
                      <a:pt x="243" y="296"/>
                    </a:cubicBezTo>
                    <a:cubicBezTo>
                      <a:pt x="243" y="297"/>
                      <a:pt x="243" y="297"/>
                      <a:pt x="243" y="297"/>
                    </a:cubicBezTo>
                    <a:cubicBezTo>
                      <a:pt x="245" y="296"/>
                      <a:pt x="245" y="296"/>
                      <a:pt x="245" y="296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293"/>
                      <a:pt x="245" y="293"/>
                      <a:pt x="245" y="293"/>
                    </a:cubicBezTo>
                    <a:cubicBezTo>
                      <a:pt x="246" y="293"/>
                      <a:pt x="246" y="293"/>
                      <a:pt x="246" y="293"/>
                    </a:cubicBezTo>
                    <a:cubicBezTo>
                      <a:pt x="246" y="294"/>
                      <a:pt x="246" y="294"/>
                      <a:pt x="246" y="294"/>
                    </a:cubicBezTo>
                    <a:cubicBezTo>
                      <a:pt x="248" y="294"/>
                      <a:pt x="248" y="294"/>
                      <a:pt x="248" y="294"/>
                    </a:cubicBezTo>
                    <a:cubicBezTo>
                      <a:pt x="248" y="292"/>
                      <a:pt x="248" y="292"/>
                      <a:pt x="248" y="292"/>
                    </a:cubicBezTo>
                    <a:cubicBezTo>
                      <a:pt x="251" y="291"/>
                      <a:pt x="251" y="291"/>
                      <a:pt x="251" y="291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2" y="288"/>
                      <a:pt x="252" y="288"/>
                      <a:pt x="252" y="288"/>
                    </a:cubicBezTo>
                    <a:cubicBezTo>
                      <a:pt x="253" y="289"/>
                      <a:pt x="253" y="289"/>
                      <a:pt x="253" y="289"/>
                    </a:cubicBezTo>
                    <a:cubicBezTo>
                      <a:pt x="255" y="286"/>
                      <a:pt x="255" y="286"/>
                      <a:pt x="255" y="286"/>
                    </a:cubicBezTo>
                    <a:cubicBezTo>
                      <a:pt x="255" y="283"/>
                      <a:pt x="255" y="283"/>
                      <a:pt x="255" y="283"/>
                    </a:cubicBezTo>
                    <a:cubicBezTo>
                      <a:pt x="255" y="282"/>
                      <a:pt x="255" y="282"/>
                      <a:pt x="255" y="282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9" y="279"/>
                      <a:pt x="259" y="279"/>
                      <a:pt x="259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9"/>
                      <a:pt x="256" y="279"/>
                      <a:pt x="256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7"/>
                      <a:pt x="256" y="277"/>
                      <a:pt x="256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6" y="276"/>
                      <a:pt x="256" y="276"/>
                      <a:pt x="256" y="276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73"/>
                      <a:pt x="256" y="273"/>
                      <a:pt x="256" y="273"/>
                    </a:cubicBezTo>
                    <a:cubicBezTo>
                      <a:pt x="257" y="272"/>
                      <a:pt x="257" y="272"/>
                      <a:pt x="257" y="272"/>
                    </a:cubicBezTo>
                    <a:cubicBezTo>
                      <a:pt x="256" y="271"/>
                      <a:pt x="256" y="271"/>
                      <a:pt x="256" y="271"/>
                    </a:cubicBezTo>
                    <a:cubicBezTo>
                      <a:pt x="257" y="270"/>
                      <a:pt x="257" y="270"/>
                      <a:pt x="257" y="270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6" y="268"/>
                      <a:pt x="256" y="268"/>
                      <a:pt x="256" y="268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9" y="267"/>
                      <a:pt x="259" y="267"/>
                      <a:pt x="259" y="267"/>
                    </a:cubicBezTo>
                    <a:cubicBezTo>
                      <a:pt x="258" y="266"/>
                      <a:pt x="258" y="266"/>
                      <a:pt x="258" y="266"/>
                    </a:cubicBezTo>
                    <a:cubicBezTo>
                      <a:pt x="260" y="266"/>
                      <a:pt x="260" y="266"/>
                      <a:pt x="260" y="266"/>
                    </a:cubicBezTo>
                    <a:cubicBezTo>
                      <a:pt x="260" y="264"/>
                      <a:pt x="260" y="264"/>
                      <a:pt x="260" y="264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3" y="263"/>
                      <a:pt x="263" y="263"/>
                      <a:pt x="263" y="263"/>
                    </a:cubicBezTo>
                    <a:cubicBezTo>
                      <a:pt x="263" y="264"/>
                      <a:pt x="263" y="264"/>
                      <a:pt x="263" y="264"/>
                    </a:cubicBezTo>
                    <a:cubicBezTo>
                      <a:pt x="265" y="265"/>
                      <a:pt x="265" y="265"/>
                      <a:pt x="265" y="265"/>
                    </a:cubicBezTo>
                    <a:cubicBezTo>
                      <a:pt x="265" y="264"/>
                      <a:pt x="265" y="264"/>
                      <a:pt x="265" y="264"/>
                    </a:cubicBezTo>
                    <a:cubicBezTo>
                      <a:pt x="266" y="264"/>
                      <a:pt x="266" y="264"/>
                      <a:pt x="266" y="264"/>
                    </a:cubicBezTo>
                    <a:cubicBezTo>
                      <a:pt x="268" y="263"/>
                      <a:pt x="268" y="263"/>
                      <a:pt x="268" y="263"/>
                    </a:cubicBezTo>
                    <a:cubicBezTo>
                      <a:pt x="269" y="264"/>
                      <a:pt x="269" y="264"/>
                      <a:pt x="269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74" y="265"/>
                      <a:pt x="274" y="265"/>
                      <a:pt x="274" y="265"/>
                    </a:cubicBezTo>
                    <a:cubicBezTo>
                      <a:pt x="277" y="265"/>
                      <a:pt x="277" y="265"/>
                      <a:pt x="277" y="265"/>
                    </a:cubicBezTo>
                    <a:cubicBezTo>
                      <a:pt x="278" y="266"/>
                      <a:pt x="278" y="266"/>
                      <a:pt x="278" y="266"/>
                    </a:cubicBezTo>
                    <a:cubicBezTo>
                      <a:pt x="277" y="267"/>
                      <a:pt x="277" y="267"/>
                      <a:pt x="277" y="267"/>
                    </a:cubicBezTo>
                    <a:cubicBezTo>
                      <a:pt x="278" y="268"/>
                      <a:pt x="278" y="268"/>
                      <a:pt x="278" y="268"/>
                    </a:cubicBezTo>
                    <a:cubicBezTo>
                      <a:pt x="279" y="270"/>
                      <a:pt x="279" y="270"/>
                      <a:pt x="279" y="270"/>
                    </a:cubicBezTo>
                    <a:cubicBezTo>
                      <a:pt x="278" y="270"/>
                      <a:pt x="278" y="270"/>
                      <a:pt x="278" y="270"/>
                    </a:cubicBezTo>
                    <a:cubicBezTo>
                      <a:pt x="276" y="270"/>
                      <a:pt x="276" y="270"/>
                      <a:pt x="276" y="270"/>
                    </a:cubicBezTo>
                    <a:cubicBezTo>
                      <a:pt x="274" y="271"/>
                      <a:pt x="274" y="271"/>
                      <a:pt x="274" y="271"/>
                    </a:cubicBezTo>
                    <a:cubicBezTo>
                      <a:pt x="275" y="273"/>
                      <a:pt x="275" y="273"/>
                      <a:pt x="275" y="273"/>
                    </a:cubicBezTo>
                    <a:cubicBezTo>
                      <a:pt x="276" y="273"/>
                      <a:pt x="276" y="273"/>
                      <a:pt x="276" y="273"/>
                    </a:cubicBezTo>
                    <a:cubicBezTo>
                      <a:pt x="274" y="275"/>
                      <a:pt x="274" y="275"/>
                      <a:pt x="274" y="275"/>
                    </a:cubicBezTo>
                    <a:cubicBezTo>
                      <a:pt x="274" y="276"/>
                      <a:pt x="274" y="276"/>
                      <a:pt x="274" y="276"/>
                    </a:cubicBezTo>
                    <a:cubicBezTo>
                      <a:pt x="273" y="277"/>
                      <a:pt x="273" y="277"/>
                      <a:pt x="273" y="277"/>
                    </a:cubicBezTo>
                    <a:cubicBezTo>
                      <a:pt x="273" y="278"/>
                      <a:pt x="273" y="278"/>
                      <a:pt x="273" y="278"/>
                    </a:cubicBezTo>
                    <a:cubicBezTo>
                      <a:pt x="272" y="279"/>
                      <a:pt x="272" y="279"/>
                      <a:pt x="272" y="279"/>
                    </a:cubicBezTo>
                    <a:cubicBezTo>
                      <a:pt x="270" y="281"/>
                      <a:pt x="270" y="281"/>
                      <a:pt x="270" y="281"/>
                    </a:cubicBezTo>
                    <a:cubicBezTo>
                      <a:pt x="270" y="283"/>
                      <a:pt x="270" y="283"/>
                      <a:pt x="270" y="283"/>
                    </a:cubicBezTo>
                    <a:cubicBezTo>
                      <a:pt x="269" y="283"/>
                      <a:pt x="269" y="283"/>
                      <a:pt x="269" y="283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5" y="287"/>
                      <a:pt x="265" y="287"/>
                      <a:pt x="265" y="28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65" y="288"/>
                      <a:pt x="265" y="288"/>
                      <a:pt x="265" y="288"/>
                    </a:cubicBezTo>
                    <a:cubicBezTo>
                      <a:pt x="264" y="289"/>
                      <a:pt x="264" y="289"/>
                      <a:pt x="264" y="289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2" y="291"/>
                      <a:pt x="262" y="291"/>
                      <a:pt x="262" y="291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0" y="294"/>
                      <a:pt x="260" y="294"/>
                      <a:pt x="260" y="294"/>
                    </a:cubicBezTo>
                    <a:cubicBezTo>
                      <a:pt x="259" y="294"/>
                      <a:pt x="259" y="294"/>
                      <a:pt x="259" y="294"/>
                    </a:cubicBezTo>
                    <a:cubicBezTo>
                      <a:pt x="258" y="294"/>
                      <a:pt x="258" y="294"/>
                      <a:pt x="258" y="294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6" y="291"/>
                      <a:pt x="256" y="291"/>
                      <a:pt x="256" y="291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5" y="295"/>
                      <a:pt x="255" y="295"/>
                      <a:pt x="255" y="295"/>
                    </a:cubicBezTo>
                    <a:cubicBezTo>
                      <a:pt x="256" y="297"/>
                      <a:pt x="256" y="297"/>
                      <a:pt x="256" y="297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7" y="297"/>
                      <a:pt x="257" y="297"/>
                      <a:pt x="257" y="297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9"/>
                      <a:pt x="257" y="299"/>
                      <a:pt x="257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5" y="301"/>
                      <a:pt x="255" y="301"/>
                      <a:pt x="255" y="301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4"/>
                      <a:pt x="256" y="304"/>
                      <a:pt x="256" y="304"/>
                    </a:cubicBezTo>
                    <a:cubicBezTo>
                      <a:pt x="257" y="306"/>
                      <a:pt x="257" y="306"/>
                      <a:pt x="257" y="306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7"/>
                      <a:pt x="258" y="307"/>
                      <a:pt x="258" y="307"/>
                    </a:cubicBezTo>
                    <a:cubicBezTo>
                      <a:pt x="257" y="308"/>
                      <a:pt x="257" y="308"/>
                      <a:pt x="257" y="308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10"/>
                      <a:pt x="258" y="310"/>
                      <a:pt x="258" y="310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0" y="313"/>
                      <a:pt x="260" y="313"/>
                      <a:pt x="260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0" y="315"/>
                      <a:pt x="260" y="315"/>
                      <a:pt x="260" y="315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0" y="318"/>
                      <a:pt x="260" y="318"/>
                      <a:pt x="260" y="318"/>
                    </a:cubicBezTo>
                    <a:cubicBezTo>
                      <a:pt x="259" y="318"/>
                      <a:pt x="259" y="318"/>
                      <a:pt x="259" y="318"/>
                    </a:cubicBezTo>
                    <a:cubicBezTo>
                      <a:pt x="259" y="322"/>
                      <a:pt x="259" y="322"/>
                      <a:pt x="259" y="322"/>
                    </a:cubicBezTo>
                    <a:cubicBezTo>
                      <a:pt x="260" y="323"/>
                      <a:pt x="260" y="323"/>
                      <a:pt x="260" y="323"/>
                    </a:cubicBezTo>
                    <a:cubicBezTo>
                      <a:pt x="259" y="324"/>
                      <a:pt x="259" y="324"/>
                      <a:pt x="259" y="324"/>
                    </a:cubicBezTo>
                    <a:cubicBezTo>
                      <a:pt x="259" y="326"/>
                      <a:pt x="259" y="326"/>
                      <a:pt x="259" y="326"/>
                    </a:cubicBezTo>
                    <a:cubicBezTo>
                      <a:pt x="260" y="326"/>
                      <a:pt x="260" y="326"/>
                      <a:pt x="260" y="326"/>
                    </a:cubicBezTo>
                    <a:cubicBezTo>
                      <a:pt x="260" y="326"/>
                      <a:pt x="259" y="326"/>
                      <a:pt x="259" y="326"/>
                    </a:cubicBezTo>
                    <a:cubicBezTo>
                      <a:pt x="258" y="327"/>
                      <a:pt x="258" y="327"/>
                      <a:pt x="258" y="327"/>
                    </a:cubicBezTo>
                    <a:cubicBezTo>
                      <a:pt x="259" y="327"/>
                      <a:pt x="259" y="327"/>
                      <a:pt x="259" y="327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3" y="328"/>
                      <a:pt x="263" y="328"/>
                      <a:pt x="263" y="328"/>
                    </a:cubicBezTo>
                    <a:cubicBezTo>
                      <a:pt x="264" y="329"/>
                      <a:pt x="264" y="329"/>
                      <a:pt x="264" y="329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27"/>
                      <a:pt x="265" y="327"/>
                      <a:pt x="265" y="327"/>
                    </a:cubicBezTo>
                    <a:cubicBezTo>
                      <a:pt x="266" y="327"/>
                      <a:pt x="266" y="327"/>
                      <a:pt x="266" y="327"/>
                    </a:cubicBezTo>
                    <a:cubicBezTo>
                      <a:pt x="267" y="328"/>
                      <a:pt x="267" y="328"/>
                      <a:pt x="267" y="328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30"/>
                      <a:pt x="265" y="330"/>
                      <a:pt x="265" y="330"/>
                    </a:cubicBezTo>
                    <a:cubicBezTo>
                      <a:pt x="267" y="331"/>
                      <a:pt x="267" y="331"/>
                      <a:pt x="267" y="331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29"/>
                      <a:pt x="271" y="329"/>
                      <a:pt x="271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31"/>
                      <a:pt x="271" y="331"/>
                      <a:pt x="271" y="331"/>
                    </a:cubicBezTo>
                    <a:cubicBezTo>
                      <a:pt x="270" y="332"/>
                      <a:pt x="270" y="332"/>
                      <a:pt x="270" y="332"/>
                    </a:cubicBezTo>
                    <a:cubicBezTo>
                      <a:pt x="269" y="333"/>
                      <a:pt x="269" y="333"/>
                      <a:pt x="269" y="333"/>
                    </a:cubicBezTo>
                    <a:cubicBezTo>
                      <a:pt x="270" y="334"/>
                      <a:pt x="270" y="334"/>
                      <a:pt x="270" y="334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5"/>
                      <a:pt x="272" y="335"/>
                      <a:pt x="272" y="335"/>
                    </a:cubicBezTo>
                    <a:cubicBezTo>
                      <a:pt x="273" y="336"/>
                      <a:pt x="273" y="336"/>
                      <a:pt x="273" y="336"/>
                    </a:cubicBezTo>
                    <a:cubicBezTo>
                      <a:pt x="274" y="333"/>
                      <a:pt x="274" y="333"/>
                      <a:pt x="274" y="333"/>
                    </a:cubicBezTo>
                    <a:cubicBezTo>
                      <a:pt x="275" y="334"/>
                      <a:pt x="275" y="334"/>
                      <a:pt x="275" y="334"/>
                    </a:cubicBezTo>
                    <a:cubicBezTo>
                      <a:pt x="276" y="333"/>
                      <a:pt x="276" y="333"/>
                      <a:pt x="276" y="333"/>
                    </a:cubicBezTo>
                    <a:cubicBezTo>
                      <a:pt x="278" y="333"/>
                      <a:pt x="278" y="333"/>
                      <a:pt x="278" y="333"/>
                    </a:cubicBezTo>
                    <a:cubicBezTo>
                      <a:pt x="280" y="331"/>
                      <a:pt x="280" y="331"/>
                      <a:pt x="280" y="331"/>
                    </a:cubicBezTo>
                    <a:cubicBezTo>
                      <a:pt x="281" y="331"/>
                      <a:pt x="281" y="331"/>
                      <a:pt x="281" y="331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6" y="329"/>
                      <a:pt x="286" y="329"/>
                      <a:pt x="286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9" y="330"/>
                      <a:pt x="289" y="330"/>
                      <a:pt x="289" y="330"/>
                    </a:cubicBezTo>
                    <a:cubicBezTo>
                      <a:pt x="290" y="328"/>
                      <a:pt x="290" y="328"/>
                      <a:pt x="290" y="328"/>
                    </a:cubicBezTo>
                    <a:cubicBezTo>
                      <a:pt x="292" y="328"/>
                      <a:pt x="292" y="328"/>
                      <a:pt x="292" y="328"/>
                    </a:cubicBezTo>
                    <a:cubicBezTo>
                      <a:pt x="291" y="327"/>
                      <a:pt x="291" y="327"/>
                      <a:pt x="291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3" y="328"/>
                      <a:pt x="293" y="328"/>
                      <a:pt x="293" y="328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8"/>
                      <a:pt x="295" y="328"/>
                      <a:pt x="295" y="328"/>
                    </a:cubicBezTo>
                    <a:cubicBezTo>
                      <a:pt x="297" y="327"/>
                      <a:pt x="297" y="327"/>
                      <a:pt x="297" y="327"/>
                    </a:cubicBezTo>
                    <a:cubicBezTo>
                      <a:pt x="298" y="326"/>
                      <a:pt x="298" y="326"/>
                      <a:pt x="298" y="326"/>
                    </a:cubicBezTo>
                    <a:cubicBezTo>
                      <a:pt x="299" y="327"/>
                      <a:pt x="299" y="327"/>
                      <a:pt x="299" y="327"/>
                    </a:cubicBezTo>
                    <a:cubicBezTo>
                      <a:pt x="302" y="327"/>
                      <a:pt x="302" y="327"/>
                      <a:pt x="302" y="327"/>
                    </a:cubicBezTo>
                    <a:cubicBezTo>
                      <a:pt x="302" y="326"/>
                      <a:pt x="302" y="326"/>
                      <a:pt x="302" y="326"/>
                    </a:cubicBezTo>
                    <a:cubicBezTo>
                      <a:pt x="303" y="326"/>
                      <a:pt x="303" y="326"/>
                      <a:pt x="303" y="326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5" y="326"/>
                      <a:pt x="305" y="326"/>
                      <a:pt x="305" y="326"/>
                    </a:cubicBezTo>
                    <a:cubicBezTo>
                      <a:pt x="305" y="326"/>
                      <a:pt x="305" y="326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7" y="327"/>
                      <a:pt x="307" y="327"/>
                      <a:pt x="307" y="327"/>
                    </a:cubicBezTo>
                    <a:cubicBezTo>
                      <a:pt x="307" y="327"/>
                      <a:pt x="306" y="327"/>
                      <a:pt x="306" y="328"/>
                    </a:cubicBezTo>
                    <a:cubicBezTo>
                      <a:pt x="306" y="329"/>
                      <a:pt x="306" y="329"/>
                      <a:pt x="306" y="329"/>
                    </a:cubicBezTo>
                    <a:cubicBezTo>
                      <a:pt x="308" y="330"/>
                      <a:pt x="308" y="330"/>
                      <a:pt x="308" y="330"/>
                    </a:cubicBezTo>
                    <a:cubicBezTo>
                      <a:pt x="309" y="329"/>
                      <a:pt x="309" y="329"/>
                      <a:pt x="309" y="329"/>
                    </a:cubicBezTo>
                    <a:cubicBezTo>
                      <a:pt x="309" y="328"/>
                      <a:pt x="309" y="328"/>
                      <a:pt x="309" y="328"/>
                    </a:cubicBezTo>
                    <a:cubicBezTo>
                      <a:pt x="310" y="328"/>
                      <a:pt x="310" y="328"/>
                      <a:pt x="310" y="328"/>
                    </a:cubicBezTo>
                    <a:cubicBezTo>
                      <a:pt x="311" y="330"/>
                      <a:pt x="311" y="330"/>
                      <a:pt x="311" y="330"/>
                    </a:cubicBez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5" y="331"/>
                      <a:pt x="315" y="331"/>
                      <a:pt x="315" y="331"/>
                    </a:cubicBezTo>
                    <a:close/>
                    <a:moveTo>
                      <a:pt x="277" y="349"/>
                    </a:move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7" y="348"/>
                      <a:pt x="277" y="348"/>
                      <a:pt x="277" y="348"/>
                    </a:cubicBezTo>
                    <a:lnTo>
                      <a:pt x="277" y="349"/>
                    </a:lnTo>
                    <a:close/>
                    <a:moveTo>
                      <a:pt x="273" y="349"/>
                    </a:moveTo>
                    <a:cubicBezTo>
                      <a:pt x="273" y="348"/>
                      <a:pt x="273" y="348"/>
                      <a:pt x="273" y="348"/>
                    </a:cubicBezTo>
                    <a:cubicBezTo>
                      <a:pt x="272" y="348"/>
                      <a:pt x="272" y="348"/>
                      <a:pt x="272" y="348"/>
                    </a:cubicBezTo>
                    <a:cubicBezTo>
                      <a:pt x="272" y="347"/>
                      <a:pt x="272" y="347"/>
                      <a:pt x="272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5" y="347"/>
                      <a:pt x="275" y="347"/>
                      <a:pt x="275" y="347"/>
                    </a:cubicBezTo>
                    <a:cubicBezTo>
                      <a:pt x="274" y="346"/>
                      <a:pt x="274" y="346"/>
                      <a:pt x="274" y="346"/>
                    </a:cubicBezTo>
                    <a:cubicBezTo>
                      <a:pt x="276" y="345"/>
                      <a:pt x="276" y="345"/>
                      <a:pt x="276" y="345"/>
                    </a:cubicBez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lnTo>
                      <a:pt x="273" y="349"/>
                    </a:lnTo>
                    <a:close/>
                    <a:moveTo>
                      <a:pt x="263" y="326"/>
                    </a:move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1" y="326"/>
                      <a:pt x="261" y="326"/>
                      <a:pt x="261" y="326"/>
                    </a:cubicBezTo>
                    <a:cubicBezTo>
                      <a:pt x="262" y="326"/>
                      <a:pt x="262" y="326"/>
                      <a:pt x="262" y="326"/>
                    </a:cubicBezTo>
                    <a:lnTo>
                      <a:pt x="263" y="326"/>
                    </a:lnTo>
                    <a:close/>
                    <a:moveTo>
                      <a:pt x="204" y="582"/>
                    </a:moveTo>
                    <a:cubicBezTo>
                      <a:pt x="204" y="581"/>
                      <a:pt x="204" y="581"/>
                      <a:pt x="204" y="581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lnTo>
                      <a:pt x="204" y="582"/>
                    </a:lnTo>
                    <a:close/>
                    <a:moveTo>
                      <a:pt x="367" y="469"/>
                    </a:move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9" y="470"/>
                      <a:pt x="369" y="470"/>
                      <a:pt x="369" y="470"/>
                    </a:cubicBezTo>
                    <a:cubicBezTo>
                      <a:pt x="371" y="467"/>
                      <a:pt x="371" y="467"/>
                      <a:pt x="371" y="467"/>
                    </a:cubicBezTo>
                    <a:cubicBezTo>
                      <a:pt x="371" y="466"/>
                      <a:pt x="371" y="466"/>
                      <a:pt x="371" y="466"/>
                    </a:cubicBezTo>
                    <a:cubicBezTo>
                      <a:pt x="372" y="467"/>
                      <a:pt x="372" y="467"/>
                      <a:pt x="372" y="467"/>
                    </a:cubicBezTo>
                    <a:cubicBezTo>
                      <a:pt x="374" y="466"/>
                      <a:pt x="374" y="466"/>
                      <a:pt x="374" y="466"/>
                    </a:cubicBezTo>
                    <a:cubicBezTo>
                      <a:pt x="376" y="466"/>
                      <a:pt x="376" y="466"/>
                      <a:pt x="376" y="466"/>
                    </a:cubicBezTo>
                    <a:cubicBezTo>
                      <a:pt x="377" y="465"/>
                      <a:pt x="377" y="465"/>
                      <a:pt x="377" y="465"/>
                    </a:cubicBezTo>
                    <a:cubicBezTo>
                      <a:pt x="378" y="465"/>
                      <a:pt x="378" y="465"/>
                      <a:pt x="378" y="465"/>
                    </a:cubicBezTo>
                    <a:cubicBezTo>
                      <a:pt x="379" y="465"/>
                      <a:pt x="379" y="465"/>
                      <a:pt x="379" y="465"/>
                    </a:cubicBezTo>
                    <a:cubicBezTo>
                      <a:pt x="381" y="463"/>
                      <a:pt x="381" y="463"/>
                      <a:pt x="381" y="463"/>
                    </a:cubicBezTo>
                    <a:cubicBezTo>
                      <a:pt x="381" y="462"/>
                      <a:pt x="381" y="462"/>
                      <a:pt x="381" y="462"/>
                    </a:cubicBezTo>
                    <a:cubicBezTo>
                      <a:pt x="383" y="462"/>
                      <a:pt x="383" y="462"/>
                      <a:pt x="383" y="462"/>
                    </a:cubicBezTo>
                    <a:cubicBezTo>
                      <a:pt x="384" y="461"/>
                      <a:pt x="384" y="461"/>
                      <a:pt x="384" y="461"/>
                    </a:cubicBezTo>
                    <a:cubicBezTo>
                      <a:pt x="385" y="460"/>
                      <a:pt x="385" y="460"/>
                      <a:pt x="385" y="460"/>
                    </a:cubicBezTo>
                    <a:cubicBezTo>
                      <a:pt x="386" y="460"/>
                      <a:pt x="386" y="460"/>
                      <a:pt x="386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9" y="461"/>
                      <a:pt x="389" y="461"/>
                      <a:pt x="389" y="461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2" y="460"/>
                      <a:pt x="392" y="460"/>
                      <a:pt x="392" y="460"/>
                    </a:cubicBezTo>
                    <a:cubicBezTo>
                      <a:pt x="394" y="459"/>
                      <a:pt x="394" y="459"/>
                      <a:pt x="394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5" y="460"/>
                      <a:pt x="395" y="460"/>
                      <a:pt x="395" y="460"/>
                    </a:cubicBezTo>
                    <a:cubicBezTo>
                      <a:pt x="392" y="462"/>
                      <a:pt x="392" y="462"/>
                      <a:pt x="392" y="462"/>
                    </a:cubicBezTo>
                    <a:cubicBezTo>
                      <a:pt x="389" y="463"/>
                      <a:pt x="389" y="463"/>
                      <a:pt x="389" y="463"/>
                    </a:cubicBezTo>
                    <a:cubicBezTo>
                      <a:pt x="391" y="464"/>
                      <a:pt x="391" y="464"/>
                      <a:pt x="391" y="464"/>
                    </a:cubicBezTo>
                    <a:cubicBezTo>
                      <a:pt x="389" y="464"/>
                      <a:pt x="389" y="464"/>
                      <a:pt x="389" y="464"/>
                    </a:cubicBezTo>
                    <a:cubicBezTo>
                      <a:pt x="386" y="464"/>
                      <a:pt x="386" y="464"/>
                      <a:pt x="386" y="464"/>
                    </a:cubicBezTo>
                    <a:cubicBezTo>
                      <a:pt x="387" y="467"/>
                      <a:pt x="387" y="467"/>
                      <a:pt x="387" y="467"/>
                    </a:cubicBezTo>
                    <a:cubicBezTo>
                      <a:pt x="389" y="469"/>
                      <a:pt x="389" y="469"/>
                      <a:pt x="389" y="469"/>
                    </a:cubicBezTo>
                    <a:cubicBezTo>
                      <a:pt x="390" y="468"/>
                      <a:pt x="390" y="468"/>
                      <a:pt x="390" y="468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70"/>
                      <a:pt x="390" y="470"/>
                      <a:pt x="390" y="470"/>
                    </a:cubicBezTo>
                    <a:cubicBezTo>
                      <a:pt x="389" y="470"/>
                      <a:pt x="389" y="470"/>
                      <a:pt x="389" y="470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6" y="473"/>
                      <a:pt x="386" y="473"/>
                      <a:pt x="386" y="473"/>
                    </a:cubicBezTo>
                    <a:cubicBezTo>
                      <a:pt x="386" y="475"/>
                      <a:pt x="386" y="475"/>
                      <a:pt x="386" y="475"/>
                    </a:cubicBezTo>
                    <a:cubicBezTo>
                      <a:pt x="387" y="475"/>
                      <a:pt x="387" y="475"/>
                      <a:pt x="387" y="475"/>
                    </a:cubicBezTo>
                    <a:cubicBezTo>
                      <a:pt x="387" y="476"/>
                      <a:pt x="387" y="476"/>
                      <a:pt x="387" y="476"/>
                    </a:cubicBezTo>
                    <a:cubicBezTo>
                      <a:pt x="386" y="476"/>
                      <a:pt x="386" y="476"/>
                      <a:pt x="386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6"/>
                      <a:pt x="382" y="476"/>
                      <a:pt x="382" y="476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79" y="475"/>
                      <a:pt x="379" y="475"/>
                      <a:pt x="379" y="475"/>
                    </a:cubicBezTo>
                    <a:cubicBezTo>
                      <a:pt x="376" y="475"/>
                      <a:pt x="376" y="475"/>
                      <a:pt x="376" y="475"/>
                    </a:cubicBezTo>
                    <a:cubicBezTo>
                      <a:pt x="375" y="476"/>
                      <a:pt x="375" y="476"/>
                      <a:pt x="375" y="476"/>
                    </a:cubicBezTo>
                    <a:cubicBezTo>
                      <a:pt x="374" y="476"/>
                      <a:pt x="374" y="476"/>
                      <a:pt x="374" y="476"/>
                    </a:cubicBezTo>
                    <a:cubicBezTo>
                      <a:pt x="373" y="476"/>
                      <a:pt x="373" y="476"/>
                      <a:pt x="373" y="476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68" y="473"/>
                      <a:pt x="368" y="473"/>
                      <a:pt x="368" y="473"/>
                    </a:cubicBez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7" y="469"/>
                      <a:pt x="367" y="469"/>
                      <a:pt x="367" y="469"/>
                    </a:cubicBezTo>
                    <a:close/>
                    <a:moveTo>
                      <a:pt x="365" y="471"/>
                    </a:moveTo>
                    <a:cubicBezTo>
                      <a:pt x="365" y="471"/>
                      <a:pt x="365" y="471"/>
                      <a:pt x="365" y="471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3" y="471"/>
                      <a:pt x="363" y="471"/>
                      <a:pt x="363" y="471"/>
                    </a:cubicBezTo>
                    <a:lnTo>
                      <a:pt x="365" y="471"/>
                    </a:lnTo>
                    <a:close/>
                    <a:moveTo>
                      <a:pt x="330" y="521"/>
                    </a:moveTo>
                    <a:cubicBezTo>
                      <a:pt x="329" y="522"/>
                      <a:pt x="329" y="522"/>
                      <a:pt x="329" y="522"/>
                    </a:cubicBezTo>
                    <a:cubicBezTo>
                      <a:pt x="329" y="523"/>
                      <a:pt x="329" y="523"/>
                      <a:pt x="329" y="523"/>
                    </a:cubicBezTo>
                    <a:cubicBezTo>
                      <a:pt x="328" y="523"/>
                      <a:pt x="328" y="523"/>
                      <a:pt x="328" y="523"/>
                    </a:cubicBezTo>
                    <a:cubicBezTo>
                      <a:pt x="326" y="522"/>
                      <a:pt x="326" y="522"/>
                      <a:pt x="326" y="522"/>
                    </a:cubicBezTo>
                    <a:cubicBezTo>
                      <a:pt x="324" y="523"/>
                      <a:pt x="324" y="523"/>
                      <a:pt x="324" y="523"/>
                    </a:cubicBezTo>
                    <a:cubicBezTo>
                      <a:pt x="324" y="522"/>
                      <a:pt x="324" y="522"/>
                      <a:pt x="324" y="522"/>
                    </a:cubicBezTo>
                    <a:cubicBezTo>
                      <a:pt x="322" y="522"/>
                      <a:pt x="322" y="522"/>
                      <a:pt x="322" y="522"/>
                    </a:cubicBezTo>
                    <a:cubicBezTo>
                      <a:pt x="321" y="523"/>
                      <a:pt x="321" y="523"/>
                      <a:pt x="321" y="523"/>
                    </a:cubicBezTo>
                    <a:cubicBezTo>
                      <a:pt x="320" y="523"/>
                      <a:pt x="320" y="523"/>
                      <a:pt x="320" y="523"/>
                    </a:cubicBezTo>
                    <a:cubicBezTo>
                      <a:pt x="318" y="522"/>
                      <a:pt x="318" y="522"/>
                      <a:pt x="318" y="522"/>
                    </a:cubicBezTo>
                    <a:cubicBezTo>
                      <a:pt x="317" y="522"/>
                      <a:pt x="317" y="522"/>
                      <a:pt x="317" y="522"/>
                    </a:cubicBezTo>
                    <a:cubicBezTo>
                      <a:pt x="320" y="521"/>
                      <a:pt x="320" y="521"/>
                      <a:pt x="320" y="521"/>
                    </a:cubicBezTo>
                    <a:cubicBezTo>
                      <a:pt x="321" y="519"/>
                      <a:pt x="321" y="519"/>
                      <a:pt x="321" y="519"/>
                    </a:cubicBezTo>
                    <a:cubicBezTo>
                      <a:pt x="322" y="518"/>
                      <a:pt x="322" y="518"/>
                      <a:pt x="322" y="518"/>
                    </a:cubicBezTo>
                    <a:cubicBezTo>
                      <a:pt x="324" y="518"/>
                      <a:pt x="324" y="518"/>
                      <a:pt x="324" y="518"/>
                    </a:cubicBezTo>
                    <a:cubicBezTo>
                      <a:pt x="325" y="518"/>
                      <a:pt x="325" y="518"/>
                      <a:pt x="325" y="518"/>
                    </a:cubicBezTo>
                    <a:cubicBezTo>
                      <a:pt x="326" y="518"/>
                      <a:pt x="326" y="518"/>
                      <a:pt x="326" y="518"/>
                    </a:cubicBezTo>
                    <a:cubicBezTo>
                      <a:pt x="327" y="518"/>
                      <a:pt x="327" y="518"/>
                      <a:pt x="327" y="518"/>
                    </a:cubicBezTo>
                    <a:cubicBezTo>
                      <a:pt x="330" y="519"/>
                      <a:pt x="330" y="519"/>
                      <a:pt x="330" y="519"/>
                    </a:cubicBezTo>
                    <a:cubicBezTo>
                      <a:pt x="331" y="517"/>
                      <a:pt x="331" y="517"/>
                      <a:pt x="331" y="517"/>
                    </a:cubicBezTo>
                    <a:cubicBezTo>
                      <a:pt x="332" y="520"/>
                      <a:pt x="332" y="520"/>
                      <a:pt x="332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lnTo>
                      <a:pt x="330" y="521"/>
                    </a:lnTo>
                    <a:close/>
                    <a:moveTo>
                      <a:pt x="419" y="509"/>
                    </a:moveTo>
                    <a:cubicBezTo>
                      <a:pt x="419" y="509"/>
                      <a:pt x="419" y="509"/>
                      <a:pt x="419" y="509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8" y="510"/>
                      <a:pt x="418" y="510"/>
                      <a:pt x="418" y="510"/>
                    </a:cubicBezTo>
                    <a:cubicBezTo>
                      <a:pt x="418" y="512"/>
                      <a:pt x="418" y="512"/>
                      <a:pt x="418" y="512"/>
                    </a:cubicBezTo>
                    <a:cubicBezTo>
                      <a:pt x="416" y="513"/>
                      <a:pt x="416" y="513"/>
                      <a:pt x="416" y="513"/>
                    </a:cubicBezTo>
                    <a:cubicBezTo>
                      <a:pt x="413" y="514"/>
                      <a:pt x="413" y="514"/>
                      <a:pt x="413" y="514"/>
                    </a:cubicBezTo>
                    <a:cubicBezTo>
                      <a:pt x="413" y="515"/>
                      <a:pt x="413" y="515"/>
                      <a:pt x="413" y="515"/>
                    </a:cubicBezTo>
                    <a:cubicBezTo>
                      <a:pt x="411" y="515"/>
                      <a:pt x="411" y="515"/>
                      <a:pt x="411" y="515"/>
                    </a:cubicBezTo>
                    <a:cubicBezTo>
                      <a:pt x="410" y="516"/>
                      <a:pt x="410" y="516"/>
                      <a:pt x="410" y="516"/>
                    </a:cubicBezTo>
                    <a:cubicBezTo>
                      <a:pt x="407" y="515"/>
                      <a:pt x="407" y="515"/>
                      <a:pt x="407" y="515"/>
                    </a:cubicBezTo>
                    <a:cubicBezTo>
                      <a:pt x="406" y="515"/>
                      <a:pt x="406" y="515"/>
                      <a:pt x="406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5"/>
                      <a:pt x="400" y="515"/>
                      <a:pt x="400" y="515"/>
                    </a:cubicBezTo>
                    <a:cubicBezTo>
                      <a:pt x="397" y="516"/>
                      <a:pt x="397" y="516"/>
                      <a:pt x="397" y="516"/>
                    </a:cubicBezTo>
                    <a:cubicBezTo>
                      <a:pt x="395" y="516"/>
                      <a:pt x="395" y="516"/>
                      <a:pt x="395" y="516"/>
                    </a:cubicBezTo>
                    <a:cubicBezTo>
                      <a:pt x="393" y="515"/>
                      <a:pt x="393" y="515"/>
                      <a:pt x="393" y="515"/>
                    </a:cubicBezTo>
                    <a:cubicBezTo>
                      <a:pt x="392" y="515"/>
                      <a:pt x="392" y="515"/>
                      <a:pt x="392" y="515"/>
                    </a:cubicBezTo>
                    <a:cubicBezTo>
                      <a:pt x="390" y="514"/>
                      <a:pt x="390" y="514"/>
                      <a:pt x="390" y="514"/>
                    </a:cubicBezTo>
                    <a:cubicBezTo>
                      <a:pt x="388" y="514"/>
                      <a:pt x="388" y="514"/>
                      <a:pt x="388" y="514"/>
                    </a:cubicBezTo>
                    <a:cubicBezTo>
                      <a:pt x="385" y="512"/>
                      <a:pt x="385" y="512"/>
                      <a:pt x="385" y="512"/>
                    </a:cubicBezTo>
                    <a:cubicBezTo>
                      <a:pt x="384" y="512"/>
                      <a:pt x="384" y="512"/>
                      <a:pt x="384" y="512"/>
                    </a:cubicBezTo>
                    <a:cubicBezTo>
                      <a:pt x="384" y="513"/>
                      <a:pt x="384" y="513"/>
                      <a:pt x="384" y="513"/>
                    </a:cubicBezTo>
                    <a:cubicBezTo>
                      <a:pt x="383" y="513"/>
                      <a:pt x="383" y="513"/>
                      <a:pt x="383" y="513"/>
                    </a:cubicBezTo>
                    <a:cubicBezTo>
                      <a:pt x="382" y="511"/>
                      <a:pt x="382" y="511"/>
                      <a:pt x="382" y="511"/>
                    </a:cubicBezTo>
                    <a:cubicBezTo>
                      <a:pt x="381" y="510"/>
                      <a:pt x="381" y="510"/>
                      <a:pt x="381" y="510"/>
                    </a:cubicBezTo>
                    <a:cubicBezTo>
                      <a:pt x="380" y="508"/>
                      <a:pt x="380" y="508"/>
                      <a:pt x="380" y="508"/>
                    </a:cubicBezTo>
                    <a:cubicBezTo>
                      <a:pt x="379" y="509"/>
                      <a:pt x="379" y="509"/>
                      <a:pt x="379" y="509"/>
                    </a:cubicBezTo>
                    <a:cubicBezTo>
                      <a:pt x="377" y="510"/>
                      <a:pt x="377" y="510"/>
                      <a:pt x="377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4" y="508"/>
                      <a:pt x="374" y="508"/>
                      <a:pt x="374" y="508"/>
                    </a:cubicBezTo>
                    <a:cubicBezTo>
                      <a:pt x="373" y="507"/>
                      <a:pt x="373" y="507"/>
                      <a:pt x="373" y="507"/>
                    </a:cubicBezTo>
                    <a:cubicBezTo>
                      <a:pt x="372" y="506"/>
                      <a:pt x="372" y="506"/>
                      <a:pt x="372" y="506"/>
                    </a:cubicBezTo>
                    <a:cubicBezTo>
                      <a:pt x="370" y="507"/>
                      <a:pt x="370" y="507"/>
                      <a:pt x="370" y="507"/>
                    </a:cubicBezTo>
                    <a:cubicBezTo>
                      <a:pt x="368" y="507"/>
                      <a:pt x="368" y="507"/>
                      <a:pt x="368" y="507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6" y="507"/>
                      <a:pt x="366" y="507"/>
                      <a:pt x="366" y="507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60" y="508"/>
                      <a:pt x="360" y="508"/>
                      <a:pt x="360" y="508"/>
                    </a:cubicBezTo>
                    <a:cubicBezTo>
                      <a:pt x="357" y="509"/>
                      <a:pt x="357" y="509"/>
                      <a:pt x="357" y="509"/>
                    </a:cubicBezTo>
                    <a:cubicBezTo>
                      <a:pt x="355" y="509"/>
                      <a:pt x="355" y="509"/>
                      <a:pt x="355" y="509"/>
                    </a:cubicBezTo>
                    <a:cubicBezTo>
                      <a:pt x="352" y="510"/>
                      <a:pt x="352" y="510"/>
                      <a:pt x="352" y="510"/>
                    </a:cubicBezTo>
                    <a:cubicBezTo>
                      <a:pt x="351" y="511"/>
                      <a:pt x="351" y="511"/>
                      <a:pt x="351" y="511"/>
                    </a:cubicBezTo>
                    <a:cubicBezTo>
                      <a:pt x="350" y="511"/>
                      <a:pt x="350" y="511"/>
                      <a:pt x="350" y="511"/>
                    </a:cubicBezTo>
                    <a:cubicBezTo>
                      <a:pt x="349" y="512"/>
                      <a:pt x="349" y="512"/>
                      <a:pt x="349" y="512"/>
                    </a:cubicBezTo>
                    <a:cubicBezTo>
                      <a:pt x="348" y="513"/>
                      <a:pt x="348" y="513"/>
                      <a:pt x="348" y="513"/>
                    </a:cubicBezTo>
                    <a:cubicBezTo>
                      <a:pt x="347" y="515"/>
                      <a:pt x="347" y="515"/>
                      <a:pt x="347" y="515"/>
                    </a:cubicBezTo>
                    <a:cubicBezTo>
                      <a:pt x="346" y="515"/>
                      <a:pt x="346" y="515"/>
                      <a:pt x="346" y="515"/>
                    </a:cubicBezTo>
                    <a:cubicBezTo>
                      <a:pt x="346" y="516"/>
                      <a:pt x="346" y="516"/>
                      <a:pt x="346" y="516"/>
                    </a:cubicBezTo>
                    <a:cubicBezTo>
                      <a:pt x="345" y="516"/>
                      <a:pt x="345" y="516"/>
                      <a:pt x="345" y="516"/>
                    </a:cubicBezTo>
                    <a:cubicBezTo>
                      <a:pt x="341" y="514"/>
                      <a:pt x="341" y="514"/>
                      <a:pt x="341" y="514"/>
                    </a:cubicBezTo>
                    <a:cubicBezTo>
                      <a:pt x="339" y="514"/>
                      <a:pt x="339" y="514"/>
                      <a:pt x="339" y="514"/>
                    </a:cubicBezTo>
                    <a:cubicBezTo>
                      <a:pt x="338" y="515"/>
                      <a:pt x="338" y="515"/>
                      <a:pt x="338" y="515"/>
                    </a:cubicBezTo>
                    <a:cubicBezTo>
                      <a:pt x="337" y="515"/>
                      <a:pt x="337" y="515"/>
                      <a:pt x="337" y="515"/>
                    </a:cubicBezTo>
                    <a:cubicBezTo>
                      <a:pt x="335" y="515"/>
                      <a:pt x="335" y="515"/>
                      <a:pt x="335" y="515"/>
                    </a:cubicBezTo>
                    <a:cubicBezTo>
                      <a:pt x="333" y="515"/>
                      <a:pt x="333" y="515"/>
                      <a:pt x="333" y="515"/>
                    </a:cubicBezTo>
                    <a:cubicBezTo>
                      <a:pt x="331" y="515"/>
                      <a:pt x="331" y="515"/>
                      <a:pt x="331" y="515"/>
                    </a:cubicBezTo>
                    <a:cubicBezTo>
                      <a:pt x="329" y="514"/>
                      <a:pt x="329" y="514"/>
                      <a:pt x="329" y="514"/>
                    </a:cubicBezTo>
                    <a:cubicBezTo>
                      <a:pt x="328" y="513"/>
                      <a:pt x="328" y="513"/>
                      <a:pt x="328" y="513"/>
                    </a:cubicBezTo>
                    <a:cubicBezTo>
                      <a:pt x="326" y="512"/>
                      <a:pt x="326" y="512"/>
                      <a:pt x="326" y="512"/>
                    </a:cubicBezTo>
                    <a:cubicBezTo>
                      <a:pt x="324" y="511"/>
                      <a:pt x="324" y="511"/>
                      <a:pt x="324" y="511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3" y="506"/>
                      <a:pt x="323" y="506"/>
                      <a:pt x="323" y="506"/>
                    </a:cubicBezTo>
                    <a:cubicBezTo>
                      <a:pt x="321" y="504"/>
                      <a:pt x="321" y="504"/>
                      <a:pt x="321" y="504"/>
                    </a:cubicBezTo>
                    <a:cubicBezTo>
                      <a:pt x="320" y="504"/>
                      <a:pt x="320" y="504"/>
                      <a:pt x="320" y="504"/>
                    </a:cubicBezTo>
                    <a:cubicBezTo>
                      <a:pt x="322" y="502"/>
                      <a:pt x="322" y="502"/>
                      <a:pt x="322" y="502"/>
                    </a:cubicBezTo>
                    <a:cubicBezTo>
                      <a:pt x="322" y="501"/>
                      <a:pt x="322" y="501"/>
                      <a:pt x="322" y="501"/>
                    </a:cubicBezTo>
                    <a:cubicBezTo>
                      <a:pt x="322" y="498"/>
                      <a:pt x="322" y="498"/>
                      <a:pt x="322" y="498"/>
                    </a:cubicBezTo>
                    <a:cubicBezTo>
                      <a:pt x="324" y="496"/>
                      <a:pt x="324" y="496"/>
                      <a:pt x="324" y="496"/>
                    </a:cubicBezTo>
                    <a:cubicBezTo>
                      <a:pt x="325" y="497"/>
                      <a:pt x="325" y="497"/>
                      <a:pt x="325" y="497"/>
                    </a:cubicBezTo>
                    <a:cubicBezTo>
                      <a:pt x="326" y="495"/>
                      <a:pt x="326" y="495"/>
                      <a:pt x="326" y="495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2"/>
                      <a:pt x="327" y="492"/>
                      <a:pt x="327" y="492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0"/>
                      <a:pt x="326" y="490"/>
                      <a:pt x="326" y="490"/>
                    </a:cubicBezTo>
                    <a:cubicBezTo>
                      <a:pt x="327" y="489"/>
                      <a:pt x="327" y="489"/>
                      <a:pt x="327" y="489"/>
                    </a:cubicBezTo>
                    <a:cubicBezTo>
                      <a:pt x="327" y="487"/>
                      <a:pt x="327" y="487"/>
                      <a:pt x="327" y="487"/>
                    </a:cubicBezTo>
                    <a:cubicBezTo>
                      <a:pt x="327" y="486"/>
                      <a:pt x="327" y="486"/>
                      <a:pt x="327" y="486"/>
                    </a:cubicBezTo>
                    <a:cubicBezTo>
                      <a:pt x="327" y="485"/>
                      <a:pt x="327" y="485"/>
                      <a:pt x="327" y="485"/>
                    </a:cubicBezTo>
                    <a:cubicBezTo>
                      <a:pt x="328" y="484"/>
                      <a:pt x="328" y="484"/>
                      <a:pt x="328" y="484"/>
                    </a:cubicBezTo>
                    <a:cubicBezTo>
                      <a:pt x="330" y="484"/>
                      <a:pt x="330" y="484"/>
                      <a:pt x="330" y="484"/>
                    </a:cubicBezTo>
                    <a:cubicBezTo>
                      <a:pt x="332" y="483"/>
                      <a:pt x="332" y="483"/>
                      <a:pt x="332" y="483"/>
                    </a:cubicBezTo>
                    <a:cubicBezTo>
                      <a:pt x="333" y="481"/>
                      <a:pt x="333" y="481"/>
                      <a:pt x="333" y="481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2" y="479"/>
                      <a:pt x="332" y="479"/>
                      <a:pt x="332" y="479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7"/>
                      <a:pt x="333" y="477"/>
                      <a:pt x="333" y="477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4" y="476"/>
                      <a:pt x="334" y="476"/>
                      <a:pt x="334" y="476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9" y="469"/>
                      <a:pt x="339" y="469"/>
                      <a:pt x="339" y="469"/>
                    </a:cubicBezTo>
                    <a:cubicBezTo>
                      <a:pt x="339" y="468"/>
                      <a:pt x="339" y="468"/>
                      <a:pt x="339" y="468"/>
                    </a:cubicBezTo>
                    <a:cubicBezTo>
                      <a:pt x="340" y="467"/>
                      <a:pt x="340" y="467"/>
                      <a:pt x="340" y="467"/>
                    </a:cubicBezTo>
                    <a:cubicBezTo>
                      <a:pt x="341" y="467"/>
                      <a:pt x="341" y="467"/>
                      <a:pt x="341" y="467"/>
                    </a:cubicBezTo>
                    <a:cubicBezTo>
                      <a:pt x="342" y="466"/>
                      <a:pt x="342" y="466"/>
                      <a:pt x="342" y="466"/>
                    </a:cubicBezTo>
                    <a:cubicBezTo>
                      <a:pt x="343" y="468"/>
                      <a:pt x="343" y="468"/>
                      <a:pt x="343" y="468"/>
                    </a:cubicBezTo>
                    <a:cubicBezTo>
                      <a:pt x="346" y="468"/>
                      <a:pt x="346" y="468"/>
                      <a:pt x="346" y="468"/>
                    </a:cubicBezTo>
                    <a:cubicBezTo>
                      <a:pt x="347" y="468"/>
                      <a:pt x="347" y="468"/>
                      <a:pt x="347" y="468"/>
                    </a:cubicBezTo>
                    <a:cubicBezTo>
                      <a:pt x="346" y="469"/>
                      <a:pt x="346" y="469"/>
                      <a:pt x="346" y="469"/>
                    </a:cubicBezTo>
                    <a:cubicBezTo>
                      <a:pt x="348" y="471"/>
                      <a:pt x="348" y="471"/>
                      <a:pt x="348" y="471"/>
                    </a:cubicBezTo>
                    <a:cubicBezTo>
                      <a:pt x="349" y="471"/>
                      <a:pt x="349" y="471"/>
                      <a:pt x="349" y="471"/>
                    </a:cubicBezTo>
                    <a:cubicBezTo>
                      <a:pt x="351" y="472"/>
                      <a:pt x="351" y="472"/>
                      <a:pt x="351" y="472"/>
                    </a:cubicBezTo>
                    <a:cubicBezTo>
                      <a:pt x="352" y="471"/>
                      <a:pt x="352" y="471"/>
                      <a:pt x="352" y="471"/>
                    </a:cubicBezTo>
                    <a:cubicBezTo>
                      <a:pt x="354" y="471"/>
                      <a:pt x="354" y="471"/>
                      <a:pt x="354" y="471"/>
                    </a:cubicBezTo>
                    <a:cubicBezTo>
                      <a:pt x="355" y="471"/>
                      <a:pt x="355" y="471"/>
                      <a:pt x="355" y="471"/>
                    </a:cubicBezTo>
                    <a:cubicBezTo>
                      <a:pt x="357" y="472"/>
                      <a:pt x="357" y="472"/>
                      <a:pt x="357" y="472"/>
                    </a:cubicBezTo>
                    <a:cubicBezTo>
                      <a:pt x="358" y="471"/>
                      <a:pt x="358" y="471"/>
                      <a:pt x="358" y="471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6" y="474"/>
                      <a:pt x="356" y="474"/>
                      <a:pt x="356" y="474"/>
                    </a:cubicBezTo>
                    <a:cubicBezTo>
                      <a:pt x="353" y="475"/>
                      <a:pt x="353" y="475"/>
                      <a:pt x="353" y="475"/>
                    </a:cubicBezTo>
                    <a:cubicBezTo>
                      <a:pt x="351" y="478"/>
                      <a:pt x="351" y="478"/>
                      <a:pt x="351" y="478"/>
                    </a:cubicBezTo>
                    <a:cubicBezTo>
                      <a:pt x="354" y="479"/>
                      <a:pt x="354" y="479"/>
                      <a:pt x="354" y="479"/>
                    </a:cubicBezTo>
                    <a:cubicBezTo>
                      <a:pt x="355" y="478"/>
                      <a:pt x="355" y="478"/>
                      <a:pt x="355" y="478"/>
                    </a:cubicBezTo>
                    <a:cubicBezTo>
                      <a:pt x="356" y="479"/>
                      <a:pt x="356" y="479"/>
                      <a:pt x="356" y="479"/>
                    </a:cubicBezTo>
                    <a:cubicBezTo>
                      <a:pt x="357" y="479"/>
                      <a:pt x="357" y="479"/>
                      <a:pt x="357" y="479"/>
                    </a:cubicBezTo>
                    <a:cubicBezTo>
                      <a:pt x="359" y="480"/>
                      <a:pt x="359" y="480"/>
                      <a:pt x="359" y="480"/>
                    </a:cubicBezTo>
                    <a:cubicBezTo>
                      <a:pt x="359" y="481"/>
                      <a:pt x="359" y="481"/>
                      <a:pt x="359" y="481"/>
                    </a:cubicBezTo>
                    <a:cubicBezTo>
                      <a:pt x="358" y="483"/>
                      <a:pt x="358" y="483"/>
                      <a:pt x="358" y="483"/>
                    </a:cubicBezTo>
                    <a:cubicBezTo>
                      <a:pt x="357" y="484"/>
                      <a:pt x="357" y="484"/>
                      <a:pt x="357" y="484"/>
                    </a:cubicBezTo>
                    <a:cubicBezTo>
                      <a:pt x="359" y="486"/>
                      <a:pt x="359" y="486"/>
                      <a:pt x="359" y="486"/>
                    </a:cubicBezTo>
                    <a:cubicBezTo>
                      <a:pt x="362" y="486"/>
                      <a:pt x="362" y="486"/>
                      <a:pt x="362" y="486"/>
                    </a:cubicBezTo>
                    <a:cubicBezTo>
                      <a:pt x="365" y="485"/>
                      <a:pt x="365" y="485"/>
                      <a:pt x="365" y="485"/>
                    </a:cubicBezTo>
                    <a:cubicBezTo>
                      <a:pt x="368" y="482"/>
                      <a:pt x="368" y="482"/>
                      <a:pt x="368" y="482"/>
                    </a:cubicBezTo>
                    <a:cubicBezTo>
                      <a:pt x="371" y="482"/>
                      <a:pt x="371" y="482"/>
                      <a:pt x="371" y="482"/>
                    </a:cubicBezTo>
                    <a:cubicBezTo>
                      <a:pt x="372" y="480"/>
                      <a:pt x="372" y="480"/>
                      <a:pt x="372" y="480"/>
                    </a:cubicBezTo>
                    <a:cubicBezTo>
                      <a:pt x="374" y="480"/>
                      <a:pt x="374" y="480"/>
                      <a:pt x="374" y="480"/>
                    </a:cubicBezTo>
                    <a:cubicBezTo>
                      <a:pt x="376" y="480"/>
                      <a:pt x="376" y="480"/>
                      <a:pt x="376" y="480"/>
                    </a:cubicBezTo>
                    <a:cubicBezTo>
                      <a:pt x="377" y="480"/>
                      <a:pt x="377" y="480"/>
                      <a:pt x="377" y="480"/>
                    </a:cubicBezTo>
                    <a:cubicBezTo>
                      <a:pt x="379" y="480"/>
                      <a:pt x="379" y="480"/>
                      <a:pt x="379" y="480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82"/>
                      <a:pt x="385" y="482"/>
                      <a:pt x="385" y="482"/>
                    </a:cubicBezTo>
                    <a:cubicBezTo>
                      <a:pt x="387" y="484"/>
                      <a:pt x="387" y="484"/>
                      <a:pt x="387" y="484"/>
                    </a:cubicBezTo>
                    <a:cubicBezTo>
                      <a:pt x="390" y="484"/>
                      <a:pt x="390" y="484"/>
                      <a:pt x="390" y="484"/>
                    </a:cubicBezTo>
                    <a:cubicBezTo>
                      <a:pt x="393" y="485"/>
                      <a:pt x="393" y="485"/>
                      <a:pt x="393" y="485"/>
                    </a:cubicBezTo>
                    <a:cubicBezTo>
                      <a:pt x="395" y="486"/>
                      <a:pt x="395" y="486"/>
                      <a:pt x="395" y="486"/>
                    </a:cubicBezTo>
                    <a:cubicBezTo>
                      <a:pt x="399" y="489"/>
                      <a:pt x="399" y="489"/>
                      <a:pt x="399" y="489"/>
                    </a:cubicBezTo>
                    <a:cubicBezTo>
                      <a:pt x="400" y="491"/>
                      <a:pt x="400" y="491"/>
                      <a:pt x="400" y="491"/>
                    </a:cubicBezTo>
                    <a:cubicBezTo>
                      <a:pt x="402" y="491"/>
                      <a:pt x="402" y="491"/>
                      <a:pt x="402" y="491"/>
                    </a:cubicBezTo>
                    <a:cubicBezTo>
                      <a:pt x="402" y="492"/>
                      <a:pt x="402" y="492"/>
                      <a:pt x="402" y="492"/>
                    </a:cubicBezTo>
                    <a:cubicBezTo>
                      <a:pt x="403" y="493"/>
                      <a:pt x="403" y="493"/>
                      <a:pt x="403" y="493"/>
                    </a:cubicBezTo>
                    <a:cubicBezTo>
                      <a:pt x="404" y="493"/>
                      <a:pt x="404" y="493"/>
                      <a:pt x="404" y="493"/>
                    </a:cubicBezTo>
                    <a:cubicBezTo>
                      <a:pt x="405" y="494"/>
                      <a:pt x="405" y="494"/>
                      <a:pt x="405" y="494"/>
                    </a:cubicBezTo>
                    <a:cubicBezTo>
                      <a:pt x="406" y="495"/>
                      <a:pt x="406" y="495"/>
                      <a:pt x="406" y="495"/>
                    </a:cubicBezTo>
                    <a:cubicBezTo>
                      <a:pt x="407" y="495"/>
                      <a:pt x="407" y="495"/>
                      <a:pt x="407" y="495"/>
                    </a:cubicBezTo>
                    <a:cubicBezTo>
                      <a:pt x="408" y="497"/>
                      <a:pt x="408" y="497"/>
                      <a:pt x="408" y="497"/>
                    </a:cubicBezTo>
                    <a:cubicBezTo>
                      <a:pt x="410" y="497"/>
                      <a:pt x="410" y="497"/>
                      <a:pt x="410" y="497"/>
                    </a:cubicBezTo>
                    <a:cubicBezTo>
                      <a:pt x="411" y="497"/>
                      <a:pt x="411" y="497"/>
                      <a:pt x="411" y="497"/>
                    </a:cubicBezTo>
                    <a:cubicBezTo>
                      <a:pt x="412" y="497"/>
                      <a:pt x="412" y="497"/>
                      <a:pt x="412" y="497"/>
                    </a:cubicBezTo>
                    <a:cubicBezTo>
                      <a:pt x="413" y="498"/>
                      <a:pt x="413" y="498"/>
                      <a:pt x="413" y="498"/>
                    </a:cubicBezTo>
                    <a:cubicBezTo>
                      <a:pt x="413" y="499"/>
                      <a:pt x="413" y="499"/>
                      <a:pt x="413" y="499"/>
                    </a:cubicBezTo>
                    <a:cubicBezTo>
                      <a:pt x="415" y="499"/>
                      <a:pt x="415" y="499"/>
                      <a:pt x="415" y="499"/>
                    </a:cubicBezTo>
                    <a:cubicBezTo>
                      <a:pt x="417" y="502"/>
                      <a:pt x="417" y="502"/>
                      <a:pt x="417" y="502"/>
                    </a:cubicBezTo>
                    <a:cubicBezTo>
                      <a:pt x="417" y="503"/>
                      <a:pt x="417" y="503"/>
                      <a:pt x="417" y="503"/>
                    </a:cubicBezTo>
                    <a:cubicBezTo>
                      <a:pt x="418" y="505"/>
                      <a:pt x="418" y="505"/>
                      <a:pt x="418" y="505"/>
                    </a:cubicBezTo>
                    <a:cubicBezTo>
                      <a:pt x="419" y="508"/>
                      <a:pt x="419" y="508"/>
                      <a:pt x="419" y="508"/>
                    </a:cubicBezTo>
                    <a:cubicBezTo>
                      <a:pt x="418" y="508"/>
                      <a:pt x="418" y="508"/>
                      <a:pt x="418" y="508"/>
                    </a:cubicBezTo>
                    <a:lnTo>
                      <a:pt x="419" y="509"/>
                    </a:lnTo>
                    <a:close/>
                    <a:moveTo>
                      <a:pt x="427" y="217"/>
                    </a:moveTo>
                    <a:cubicBezTo>
                      <a:pt x="427" y="217"/>
                      <a:pt x="427" y="217"/>
                      <a:pt x="427" y="217"/>
                    </a:cubicBezTo>
                    <a:cubicBezTo>
                      <a:pt x="428" y="216"/>
                      <a:pt x="428" y="216"/>
                      <a:pt x="428" y="216"/>
                    </a:cubicBezTo>
                    <a:lnTo>
                      <a:pt x="427" y="217"/>
                    </a:lnTo>
                    <a:close/>
                    <a:moveTo>
                      <a:pt x="429" y="216"/>
                    </a:moveTo>
                    <a:cubicBezTo>
                      <a:pt x="429" y="216"/>
                      <a:pt x="429" y="216"/>
                      <a:pt x="429" y="216"/>
                    </a:cubicBezTo>
                    <a:cubicBezTo>
                      <a:pt x="429" y="216"/>
                      <a:pt x="429" y="216"/>
                      <a:pt x="429" y="216"/>
                    </a:cubicBezTo>
                    <a:close/>
                    <a:moveTo>
                      <a:pt x="435" y="216"/>
                    </a:move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5" y="216"/>
                      <a:pt x="435" y="216"/>
                      <a:pt x="435" y="216"/>
                    </a:cubicBezTo>
                    <a:cubicBezTo>
                      <a:pt x="435" y="216"/>
                      <a:pt x="435" y="216"/>
                      <a:pt x="435" y="216"/>
                    </a:cubicBezTo>
                    <a:close/>
                    <a:moveTo>
                      <a:pt x="438" y="213"/>
                    </a:moveTo>
                    <a:cubicBezTo>
                      <a:pt x="438" y="213"/>
                      <a:pt x="438" y="213"/>
                      <a:pt x="438" y="213"/>
                    </a:cubicBezTo>
                    <a:cubicBezTo>
                      <a:pt x="437" y="213"/>
                      <a:pt x="437" y="213"/>
                      <a:pt x="437" y="213"/>
                    </a:cubicBezTo>
                    <a:cubicBezTo>
                      <a:pt x="437" y="212"/>
                      <a:pt x="437" y="212"/>
                      <a:pt x="437" y="212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9" y="213"/>
                      <a:pt x="439" y="213"/>
                      <a:pt x="439" y="213"/>
                    </a:cubicBezTo>
                    <a:lnTo>
                      <a:pt x="438" y="213"/>
                    </a:lnTo>
                    <a:close/>
                    <a:moveTo>
                      <a:pt x="444" y="217"/>
                    </a:move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2" y="218"/>
                      <a:pt x="442" y="218"/>
                      <a:pt x="442" y="218"/>
                    </a:cubicBezTo>
                    <a:cubicBezTo>
                      <a:pt x="442" y="217"/>
                      <a:pt x="442" y="217"/>
                      <a:pt x="442" y="217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43" y="216"/>
                      <a:pt x="443" y="216"/>
                      <a:pt x="443" y="216"/>
                    </a:cubicBezTo>
                    <a:cubicBezTo>
                      <a:pt x="444" y="216"/>
                      <a:pt x="444" y="216"/>
                      <a:pt x="444" y="216"/>
                    </a:cubicBez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5" y="217"/>
                      <a:pt x="445" y="217"/>
                      <a:pt x="445" y="217"/>
                    </a:cubicBezTo>
                    <a:lnTo>
                      <a:pt x="444" y="217"/>
                    </a:lnTo>
                    <a:close/>
                    <a:moveTo>
                      <a:pt x="447" y="217"/>
                    </a:moveTo>
                    <a:cubicBezTo>
                      <a:pt x="446" y="217"/>
                      <a:pt x="446" y="217"/>
                      <a:pt x="446" y="217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7" y="217"/>
                      <a:pt x="447" y="217"/>
                      <a:pt x="447" y="217"/>
                    </a:cubicBezTo>
                    <a:close/>
                    <a:moveTo>
                      <a:pt x="466" y="208"/>
                    </a:moveTo>
                    <a:cubicBezTo>
                      <a:pt x="466" y="208"/>
                      <a:pt x="466" y="208"/>
                      <a:pt x="466" y="208"/>
                    </a:cubicBezTo>
                    <a:cubicBezTo>
                      <a:pt x="466" y="208"/>
                      <a:pt x="466" y="208"/>
                      <a:pt x="466" y="208"/>
                    </a:cubicBezTo>
                    <a:close/>
                    <a:moveTo>
                      <a:pt x="540" y="228"/>
                    </a:move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39" y="229"/>
                      <a:pt x="539" y="229"/>
                      <a:pt x="539" y="229"/>
                    </a:cubicBezTo>
                    <a:cubicBezTo>
                      <a:pt x="540" y="228"/>
                      <a:pt x="540" y="228"/>
                      <a:pt x="540" y="228"/>
                    </a:cubicBezTo>
                    <a:cubicBezTo>
                      <a:pt x="542" y="228"/>
                      <a:pt x="542" y="228"/>
                      <a:pt x="542" y="228"/>
                    </a:cubicBezTo>
                    <a:cubicBezTo>
                      <a:pt x="542" y="227"/>
                      <a:pt x="542" y="227"/>
                      <a:pt x="542" y="227"/>
                    </a:cubicBezTo>
                    <a:lnTo>
                      <a:pt x="540" y="228"/>
                    </a:lnTo>
                    <a:close/>
                    <a:moveTo>
                      <a:pt x="544" y="227"/>
                    </a:moveTo>
                    <a:cubicBezTo>
                      <a:pt x="544" y="227"/>
                      <a:pt x="544" y="227"/>
                      <a:pt x="544" y="227"/>
                    </a:cubicBezTo>
                    <a:cubicBezTo>
                      <a:pt x="544" y="227"/>
                      <a:pt x="544" y="227"/>
                      <a:pt x="544" y="227"/>
                    </a:cubicBezTo>
                    <a:close/>
                    <a:moveTo>
                      <a:pt x="544" y="229"/>
                    </a:moveTo>
                    <a:cubicBezTo>
                      <a:pt x="544" y="229"/>
                      <a:pt x="544" y="229"/>
                      <a:pt x="544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lnTo>
                      <a:pt x="544" y="229"/>
                    </a:lnTo>
                    <a:close/>
                    <a:moveTo>
                      <a:pt x="546" y="227"/>
                    </a:moveTo>
                    <a:cubicBezTo>
                      <a:pt x="547" y="226"/>
                      <a:pt x="547" y="226"/>
                      <a:pt x="547" y="226"/>
                    </a:cubicBezTo>
                    <a:cubicBezTo>
                      <a:pt x="548" y="227"/>
                      <a:pt x="548" y="227"/>
                      <a:pt x="548" y="227"/>
                    </a:cubicBezTo>
                    <a:cubicBezTo>
                      <a:pt x="547" y="227"/>
                      <a:pt x="547" y="227"/>
                      <a:pt x="547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lose/>
                    <a:moveTo>
                      <a:pt x="546" y="231"/>
                    </a:moveTo>
                    <a:cubicBezTo>
                      <a:pt x="545" y="230"/>
                      <a:pt x="545" y="230"/>
                      <a:pt x="545" y="230"/>
                    </a:cubicBezTo>
                    <a:cubicBezTo>
                      <a:pt x="547" y="231"/>
                      <a:pt x="547" y="231"/>
                      <a:pt x="547" y="231"/>
                    </a:cubicBezTo>
                    <a:lnTo>
                      <a:pt x="546" y="231"/>
                    </a:lnTo>
                    <a:close/>
                    <a:moveTo>
                      <a:pt x="591" y="209"/>
                    </a:moveTo>
                    <a:cubicBezTo>
                      <a:pt x="589" y="208"/>
                      <a:pt x="589" y="208"/>
                      <a:pt x="589" y="208"/>
                    </a:cubicBezTo>
                    <a:cubicBezTo>
                      <a:pt x="587" y="207"/>
                      <a:pt x="587" y="207"/>
                      <a:pt x="587" y="207"/>
                    </a:cubicBezTo>
                    <a:cubicBezTo>
                      <a:pt x="586" y="207"/>
                      <a:pt x="586" y="207"/>
                      <a:pt x="586" y="207"/>
                    </a:cubicBezTo>
                    <a:cubicBezTo>
                      <a:pt x="587" y="206"/>
                      <a:pt x="587" y="206"/>
                      <a:pt x="587" y="206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5"/>
                      <a:pt x="587" y="205"/>
                      <a:pt x="587" y="205"/>
                    </a:cubicBezTo>
                    <a:cubicBezTo>
                      <a:pt x="588" y="207"/>
                      <a:pt x="588" y="207"/>
                      <a:pt x="588" y="207"/>
                    </a:cubicBezTo>
                    <a:cubicBezTo>
                      <a:pt x="590" y="207"/>
                      <a:pt x="590" y="207"/>
                      <a:pt x="590" y="207"/>
                    </a:cubicBezTo>
                    <a:cubicBezTo>
                      <a:pt x="591" y="209"/>
                      <a:pt x="591" y="209"/>
                      <a:pt x="591" y="209"/>
                    </a:cubicBezTo>
                    <a:cubicBezTo>
                      <a:pt x="592" y="209"/>
                      <a:pt x="592" y="209"/>
                      <a:pt x="592" y="209"/>
                    </a:cubicBezTo>
                    <a:lnTo>
                      <a:pt x="591" y="209"/>
                    </a:lnTo>
                    <a:close/>
                    <a:moveTo>
                      <a:pt x="596" y="208"/>
                    </a:moveTo>
                    <a:cubicBezTo>
                      <a:pt x="594" y="208"/>
                      <a:pt x="594" y="208"/>
                      <a:pt x="594" y="208"/>
                    </a:cubicBezTo>
                    <a:cubicBezTo>
                      <a:pt x="594" y="207"/>
                      <a:pt x="594" y="207"/>
                      <a:pt x="594" y="207"/>
                    </a:cubicBezTo>
                    <a:cubicBezTo>
                      <a:pt x="595" y="208"/>
                      <a:pt x="595" y="208"/>
                      <a:pt x="595" y="208"/>
                    </a:cubicBezTo>
                    <a:cubicBezTo>
                      <a:pt x="596" y="208"/>
                      <a:pt x="596" y="208"/>
                      <a:pt x="596" y="208"/>
                    </a:cubicBezTo>
                    <a:close/>
                    <a:moveTo>
                      <a:pt x="604" y="154"/>
                    </a:move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6" y="156"/>
                      <a:pt x="606" y="156"/>
                      <a:pt x="606" y="156"/>
                    </a:cubicBez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4" y="155"/>
                      <a:pt x="604" y="155"/>
                      <a:pt x="604" y="155"/>
                    </a:cubicBezTo>
                    <a:lnTo>
                      <a:pt x="604" y="154"/>
                    </a:lnTo>
                    <a:close/>
                    <a:moveTo>
                      <a:pt x="605" y="163"/>
                    </a:moveTo>
                    <a:cubicBezTo>
                      <a:pt x="605" y="163"/>
                      <a:pt x="605" y="163"/>
                      <a:pt x="605" y="163"/>
                    </a:cubicBezTo>
                    <a:cubicBezTo>
                      <a:pt x="605" y="163"/>
                      <a:pt x="605" y="163"/>
                      <a:pt x="605" y="163"/>
                    </a:cubicBezTo>
                    <a:close/>
                    <a:moveTo>
                      <a:pt x="603" y="155"/>
                    </a:moveTo>
                    <a:cubicBezTo>
                      <a:pt x="604" y="156"/>
                      <a:pt x="604" y="156"/>
                      <a:pt x="604" y="156"/>
                    </a:cubicBezTo>
                    <a:cubicBezTo>
                      <a:pt x="604" y="156"/>
                      <a:pt x="604" y="156"/>
                      <a:pt x="604" y="156"/>
                    </a:cubicBezTo>
                    <a:lnTo>
                      <a:pt x="603" y="155"/>
                    </a:lnTo>
                    <a:close/>
                    <a:moveTo>
                      <a:pt x="605" y="167"/>
                    </a:moveTo>
                    <a:cubicBezTo>
                      <a:pt x="604" y="166"/>
                      <a:pt x="604" y="166"/>
                      <a:pt x="604" y="166"/>
                    </a:cubicBezTo>
                    <a:cubicBezTo>
                      <a:pt x="604" y="165"/>
                      <a:pt x="604" y="165"/>
                      <a:pt x="604" y="165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6" y="167"/>
                      <a:pt x="606" y="167"/>
                      <a:pt x="606" y="167"/>
                    </a:cubicBezTo>
                    <a:lnTo>
                      <a:pt x="605" y="167"/>
                    </a:lnTo>
                    <a:close/>
                    <a:moveTo>
                      <a:pt x="607" y="164"/>
                    </a:moveTo>
                    <a:cubicBezTo>
                      <a:pt x="607" y="164"/>
                      <a:pt x="607" y="164"/>
                      <a:pt x="607" y="164"/>
                    </a:cubicBezTo>
                    <a:cubicBezTo>
                      <a:pt x="605" y="164"/>
                      <a:pt x="605" y="164"/>
                      <a:pt x="605" y="164"/>
                    </a:cubicBezTo>
                    <a:cubicBezTo>
                      <a:pt x="606" y="162"/>
                      <a:pt x="606" y="162"/>
                      <a:pt x="606" y="162"/>
                    </a:cubicBezTo>
                    <a:cubicBezTo>
                      <a:pt x="607" y="162"/>
                      <a:pt x="607" y="162"/>
                      <a:pt x="607" y="162"/>
                    </a:cubicBezTo>
                    <a:cubicBezTo>
                      <a:pt x="608" y="163"/>
                      <a:pt x="608" y="163"/>
                      <a:pt x="608" y="163"/>
                    </a:cubicBezTo>
                    <a:lnTo>
                      <a:pt x="607" y="164"/>
                    </a:lnTo>
                    <a:close/>
                    <a:moveTo>
                      <a:pt x="606" y="159"/>
                    </a:moveTo>
                    <a:cubicBezTo>
                      <a:pt x="606" y="160"/>
                      <a:pt x="606" y="160"/>
                      <a:pt x="606" y="160"/>
                    </a:cubicBezTo>
                    <a:cubicBezTo>
                      <a:pt x="606" y="159"/>
                      <a:pt x="606" y="159"/>
                      <a:pt x="606" y="159"/>
                    </a:cubicBezTo>
                    <a:cubicBezTo>
                      <a:pt x="608" y="160"/>
                      <a:pt x="608" y="160"/>
                      <a:pt x="608" y="160"/>
                    </a:cubicBezTo>
                    <a:lnTo>
                      <a:pt x="606" y="159"/>
                    </a:lnTo>
                    <a:close/>
                    <a:moveTo>
                      <a:pt x="613" y="172"/>
                    </a:moveTo>
                    <a:cubicBezTo>
                      <a:pt x="612" y="171"/>
                      <a:pt x="612" y="171"/>
                      <a:pt x="612" y="171"/>
                    </a:cubicBezTo>
                    <a:cubicBezTo>
                      <a:pt x="612" y="170"/>
                      <a:pt x="612" y="170"/>
                      <a:pt x="612" y="170"/>
                    </a:cubicBezTo>
                    <a:cubicBezTo>
                      <a:pt x="613" y="171"/>
                      <a:pt x="613" y="171"/>
                      <a:pt x="613" y="171"/>
                    </a:cubicBezTo>
                    <a:cubicBezTo>
                      <a:pt x="616" y="172"/>
                      <a:pt x="616" y="172"/>
                      <a:pt x="616" y="172"/>
                    </a:cubicBezTo>
                    <a:lnTo>
                      <a:pt x="613" y="172"/>
                    </a:lnTo>
                    <a:close/>
                    <a:moveTo>
                      <a:pt x="618" y="172"/>
                    </a:moveTo>
                    <a:cubicBezTo>
                      <a:pt x="618" y="174"/>
                      <a:pt x="618" y="174"/>
                      <a:pt x="618" y="174"/>
                    </a:cubicBezTo>
                    <a:cubicBezTo>
                      <a:pt x="616" y="172"/>
                      <a:pt x="616" y="172"/>
                      <a:pt x="616" y="172"/>
                    </a:cubicBezTo>
                    <a:cubicBezTo>
                      <a:pt x="617" y="172"/>
                      <a:pt x="617" y="172"/>
                      <a:pt x="617" y="172"/>
                    </a:cubicBezTo>
                    <a:cubicBezTo>
                      <a:pt x="618" y="172"/>
                      <a:pt x="618" y="172"/>
                      <a:pt x="618" y="172"/>
                    </a:cubicBezTo>
                    <a:cubicBezTo>
                      <a:pt x="619" y="172"/>
                      <a:pt x="619" y="172"/>
                      <a:pt x="619" y="172"/>
                    </a:cubicBezTo>
                    <a:lnTo>
                      <a:pt x="618" y="172"/>
                    </a:lnTo>
                    <a:close/>
                    <a:moveTo>
                      <a:pt x="643" y="43"/>
                    </a:moveTo>
                    <a:cubicBezTo>
                      <a:pt x="642" y="42"/>
                      <a:pt x="642" y="42"/>
                      <a:pt x="642" y="42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3" y="40"/>
                      <a:pt x="643" y="40"/>
                      <a:pt x="643" y="40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45" y="43"/>
                      <a:pt x="645" y="43"/>
                      <a:pt x="645" y="43"/>
                    </a:cubicBezTo>
                    <a:lnTo>
                      <a:pt x="643" y="43"/>
                    </a:lnTo>
                    <a:close/>
                    <a:moveTo>
                      <a:pt x="646" y="48"/>
                    </a:moveTo>
                    <a:cubicBezTo>
                      <a:pt x="645" y="48"/>
                      <a:pt x="645" y="48"/>
                      <a:pt x="645" y="48"/>
                    </a:cubicBezTo>
                    <a:cubicBezTo>
                      <a:pt x="646" y="46"/>
                      <a:pt x="646" y="46"/>
                      <a:pt x="646" y="46"/>
                    </a:cubicBezTo>
                    <a:cubicBezTo>
                      <a:pt x="645" y="45"/>
                      <a:pt x="645" y="45"/>
                      <a:pt x="645" y="45"/>
                    </a:cubicBezTo>
                    <a:cubicBezTo>
                      <a:pt x="645" y="43"/>
                      <a:pt x="645" y="43"/>
                      <a:pt x="645" y="43"/>
                    </a:cubicBezTo>
                    <a:cubicBezTo>
                      <a:pt x="646" y="43"/>
                      <a:pt x="646" y="43"/>
                      <a:pt x="646" y="43"/>
                    </a:cubicBezTo>
                    <a:cubicBezTo>
                      <a:pt x="647" y="46"/>
                      <a:pt x="647" y="46"/>
                      <a:pt x="647" y="46"/>
                    </a:cubicBezTo>
                    <a:lnTo>
                      <a:pt x="646" y="48"/>
                    </a:lnTo>
                    <a:close/>
                    <a:moveTo>
                      <a:pt x="713" y="92"/>
                    </a:moveTo>
                    <a:cubicBezTo>
                      <a:pt x="713" y="93"/>
                      <a:pt x="713" y="93"/>
                      <a:pt x="713" y="93"/>
                    </a:cubicBezTo>
                    <a:cubicBezTo>
                      <a:pt x="713" y="94"/>
                      <a:pt x="713" y="94"/>
                      <a:pt x="713" y="94"/>
                    </a:cubicBezTo>
                    <a:cubicBezTo>
                      <a:pt x="713" y="95"/>
                      <a:pt x="713" y="95"/>
                      <a:pt x="713" y="95"/>
                    </a:cubicBezTo>
                    <a:cubicBezTo>
                      <a:pt x="712" y="96"/>
                      <a:pt x="712" y="96"/>
                      <a:pt x="712" y="96"/>
                    </a:cubicBezTo>
                    <a:cubicBezTo>
                      <a:pt x="713" y="91"/>
                      <a:pt x="713" y="91"/>
                      <a:pt x="713" y="91"/>
                    </a:cubicBezTo>
                    <a:cubicBezTo>
                      <a:pt x="712" y="91"/>
                      <a:pt x="712" y="91"/>
                      <a:pt x="712" y="91"/>
                    </a:cubicBezTo>
                    <a:cubicBezTo>
                      <a:pt x="712" y="90"/>
                      <a:pt x="712" y="90"/>
                      <a:pt x="712" y="90"/>
                    </a:cubicBezTo>
                    <a:cubicBezTo>
                      <a:pt x="712" y="89"/>
                      <a:pt x="712" y="89"/>
                      <a:pt x="712" y="89"/>
                    </a:cubicBezTo>
                    <a:cubicBezTo>
                      <a:pt x="712" y="88"/>
                      <a:pt x="712" y="88"/>
                      <a:pt x="712" y="88"/>
                    </a:cubicBezTo>
                    <a:cubicBezTo>
                      <a:pt x="713" y="89"/>
                      <a:pt x="713" y="89"/>
                      <a:pt x="713" y="89"/>
                    </a:cubicBezTo>
                    <a:cubicBezTo>
                      <a:pt x="715" y="92"/>
                      <a:pt x="715" y="92"/>
                      <a:pt x="715" y="92"/>
                    </a:cubicBezTo>
                    <a:lnTo>
                      <a:pt x="713" y="92"/>
                    </a:lnTo>
                    <a:close/>
                    <a:moveTo>
                      <a:pt x="797" y="662"/>
                    </a:move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lnTo>
                      <a:pt x="797" y="662"/>
                    </a:lnTo>
                    <a:close/>
                    <a:moveTo>
                      <a:pt x="798" y="662"/>
                    </a:move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3"/>
                      <a:pt x="798" y="663"/>
                      <a:pt x="798" y="663"/>
                    </a:cubicBezTo>
                    <a:lnTo>
                      <a:pt x="798" y="662"/>
                    </a:lnTo>
                    <a:close/>
                    <a:moveTo>
                      <a:pt x="799" y="665"/>
                    </a:moveTo>
                    <a:cubicBezTo>
                      <a:pt x="799" y="665"/>
                      <a:pt x="799" y="665"/>
                      <a:pt x="799" y="665"/>
                    </a:cubicBezTo>
                    <a:cubicBezTo>
                      <a:pt x="799" y="665"/>
                      <a:pt x="799" y="665"/>
                      <a:pt x="799" y="665"/>
                    </a:cubicBezTo>
                    <a:close/>
                    <a:moveTo>
                      <a:pt x="803" y="663"/>
                    </a:move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2" y="663"/>
                      <a:pt x="802" y="663"/>
                      <a:pt x="802" y="663"/>
                    </a:cubicBezTo>
                    <a:cubicBezTo>
                      <a:pt x="803" y="663"/>
                      <a:pt x="803" y="663"/>
                      <a:pt x="803" y="663"/>
                    </a:cubicBezTo>
                    <a:cubicBezTo>
                      <a:pt x="803" y="664"/>
                      <a:pt x="803" y="664"/>
                      <a:pt x="803" y="664"/>
                    </a:cubicBezTo>
                    <a:lnTo>
                      <a:pt x="803" y="66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1" name="Freeform 6310">
                <a:extLst>
                  <a:ext uri="{FF2B5EF4-FFF2-40B4-BE49-F238E27FC236}">
                    <a16:creationId xmlns:a16="http://schemas.microsoft.com/office/drawing/2014/main" id="{F6210053-378C-4D9E-BEC3-564A3D08F7F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662" y="2730"/>
                <a:ext cx="36" cy="57"/>
              </a:xfrm>
              <a:custGeom>
                <a:avLst/>
                <a:gdLst>
                  <a:gd name="T0" fmla="*/ 34 w 36"/>
                  <a:gd name="T1" fmla="*/ 37 h 57"/>
                  <a:gd name="T2" fmla="*/ 34 w 36"/>
                  <a:gd name="T3" fmla="*/ 35 h 57"/>
                  <a:gd name="T4" fmla="*/ 34 w 36"/>
                  <a:gd name="T5" fmla="*/ 33 h 57"/>
                  <a:gd name="T6" fmla="*/ 32 w 36"/>
                  <a:gd name="T7" fmla="*/ 31 h 57"/>
                  <a:gd name="T8" fmla="*/ 30 w 36"/>
                  <a:gd name="T9" fmla="*/ 26 h 57"/>
                  <a:gd name="T10" fmla="*/ 28 w 36"/>
                  <a:gd name="T11" fmla="*/ 20 h 57"/>
                  <a:gd name="T12" fmla="*/ 26 w 36"/>
                  <a:gd name="T13" fmla="*/ 20 h 57"/>
                  <a:gd name="T14" fmla="*/ 26 w 36"/>
                  <a:gd name="T15" fmla="*/ 20 h 57"/>
                  <a:gd name="T16" fmla="*/ 26 w 36"/>
                  <a:gd name="T17" fmla="*/ 18 h 57"/>
                  <a:gd name="T18" fmla="*/ 24 w 36"/>
                  <a:gd name="T19" fmla="*/ 16 h 57"/>
                  <a:gd name="T20" fmla="*/ 23 w 36"/>
                  <a:gd name="T21" fmla="*/ 13 h 57"/>
                  <a:gd name="T22" fmla="*/ 21 w 36"/>
                  <a:gd name="T23" fmla="*/ 13 h 57"/>
                  <a:gd name="T24" fmla="*/ 21 w 36"/>
                  <a:gd name="T25" fmla="*/ 11 h 57"/>
                  <a:gd name="T26" fmla="*/ 21 w 36"/>
                  <a:gd name="T27" fmla="*/ 13 h 57"/>
                  <a:gd name="T28" fmla="*/ 19 w 36"/>
                  <a:gd name="T29" fmla="*/ 9 h 57"/>
                  <a:gd name="T30" fmla="*/ 19 w 36"/>
                  <a:gd name="T31" fmla="*/ 9 h 57"/>
                  <a:gd name="T32" fmla="*/ 19 w 36"/>
                  <a:gd name="T33" fmla="*/ 9 h 57"/>
                  <a:gd name="T34" fmla="*/ 19 w 36"/>
                  <a:gd name="T35" fmla="*/ 7 h 57"/>
                  <a:gd name="T36" fmla="*/ 15 w 36"/>
                  <a:gd name="T37" fmla="*/ 5 h 57"/>
                  <a:gd name="T38" fmla="*/ 15 w 36"/>
                  <a:gd name="T39" fmla="*/ 2 h 57"/>
                  <a:gd name="T40" fmla="*/ 11 w 36"/>
                  <a:gd name="T41" fmla="*/ 2 h 57"/>
                  <a:gd name="T42" fmla="*/ 11 w 36"/>
                  <a:gd name="T43" fmla="*/ 2 h 57"/>
                  <a:gd name="T44" fmla="*/ 10 w 36"/>
                  <a:gd name="T45" fmla="*/ 0 h 57"/>
                  <a:gd name="T46" fmla="*/ 4 w 36"/>
                  <a:gd name="T47" fmla="*/ 2 h 57"/>
                  <a:gd name="T48" fmla="*/ 4 w 36"/>
                  <a:gd name="T49" fmla="*/ 3 h 57"/>
                  <a:gd name="T50" fmla="*/ 8 w 36"/>
                  <a:gd name="T51" fmla="*/ 7 h 57"/>
                  <a:gd name="T52" fmla="*/ 8 w 36"/>
                  <a:gd name="T53" fmla="*/ 7 h 57"/>
                  <a:gd name="T54" fmla="*/ 8 w 36"/>
                  <a:gd name="T55" fmla="*/ 7 h 57"/>
                  <a:gd name="T56" fmla="*/ 8 w 36"/>
                  <a:gd name="T57" fmla="*/ 9 h 57"/>
                  <a:gd name="T58" fmla="*/ 8 w 36"/>
                  <a:gd name="T59" fmla="*/ 11 h 57"/>
                  <a:gd name="T60" fmla="*/ 8 w 36"/>
                  <a:gd name="T61" fmla="*/ 11 h 57"/>
                  <a:gd name="T62" fmla="*/ 8 w 36"/>
                  <a:gd name="T63" fmla="*/ 13 h 57"/>
                  <a:gd name="T64" fmla="*/ 6 w 36"/>
                  <a:gd name="T65" fmla="*/ 11 h 57"/>
                  <a:gd name="T66" fmla="*/ 2 w 36"/>
                  <a:gd name="T67" fmla="*/ 11 h 57"/>
                  <a:gd name="T68" fmla="*/ 2 w 36"/>
                  <a:gd name="T69" fmla="*/ 13 h 57"/>
                  <a:gd name="T70" fmla="*/ 4 w 36"/>
                  <a:gd name="T71" fmla="*/ 15 h 57"/>
                  <a:gd name="T72" fmla="*/ 4 w 36"/>
                  <a:gd name="T73" fmla="*/ 15 h 57"/>
                  <a:gd name="T74" fmla="*/ 4 w 36"/>
                  <a:gd name="T75" fmla="*/ 15 h 57"/>
                  <a:gd name="T76" fmla="*/ 6 w 36"/>
                  <a:gd name="T77" fmla="*/ 18 h 57"/>
                  <a:gd name="T78" fmla="*/ 6 w 36"/>
                  <a:gd name="T79" fmla="*/ 22 h 57"/>
                  <a:gd name="T80" fmla="*/ 2 w 36"/>
                  <a:gd name="T81" fmla="*/ 22 h 57"/>
                  <a:gd name="T82" fmla="*/ 2 w 36"/>
                  <a:gd name="T83" fmla="*/ 26 h 57"/>
                  <a:gd name="T84" fmla="*/ 0 w 36"/>
                  <a:gd name="T85" fmla="*/ 35 h 57"/>
                  <a:gd name="T86" fmla="*/ 2 w 36"/>
                  <a:gd name="T87" fmla="*/ 31 h 57"/>
                  <a:gd name="T88" fmla="*/ 4 w 36"/>
                  <a:gd name="T89" fmla="*/ 37 h 57"/>
                  <a:gd name="T90" fmla="*/ 4 w 36"/>
                  <a:gd name="T91" fmla="*/ 39 h 57"/>
                  <a:gd name="T92" fmla="*/ 8 w 36"/>
                  <a:gd name="T93" fmla="*/ 52 h 57"/>
                  <a:gd name="T94" fmla="*/ 10 w 36"/>
                  <a:gd name="T95" fmla="*/ 56 h 57"/>
                  <a:gd name="T96" fmla="*/ 13 w 36"/>
                  <a:gd name="T97" fmla="*/ 57 h 57"/>
                  <a:gd name="T98" fmla="*/ 17 w 36"/>
                  <a:gd name="T99" fmla="*/ 57 h 57"/>
                  <a:gd name="T100" fmla="*/ 23 w 36"/>
                  <a:gd name="T101" fmla="*/ 57 h 57"/>
                  <a:gd name="T102" fmla="*/ 26 w 36"/>
                  <a:gd name="T103" fmla="*/ 56 h 57"/>
                  <a:gd name="T104" fmla="*/ 32 w 36"/>
                  <a:gd name="T105" fmla="*/ 50 h 57"/>
                  <a:gd name="T106" fmla="*/ 34 w 36"/>
                  <a:gd name="T107" fmla="*/ 46 h 57"/>
                  <a:gd name="T108" fmla="*/ 34 w 36"/>
                  <a:gd name="T109" fmla="*/ 44 h 57"/>
                  <a:gd name="T110" fmla="*/ 34 w 36"/>
                  <a:gd name="T111" fmla="*/ 43 h 57"/>
                  <a:gd name="T112" fmla="*/ 36 w 36"/>
                  <a:gd name="T113" fmla="*/ 41 h 57"/>
                  <a:gd name="T114" fmla="*/ 34 w 36"/>
                  <a:gd name="T115" fmla="*/ 37 h 57"/>
                  <a:gd name="T116" fmla="*/ 4 w 36"/>
                  <a:gd name="T117" fmla="*/ 31 h 57"/>
                  <a:gd name="T118" fmla="*/ 4 w 36"/>
                  <a:gd name="T119" fmla="*/ 30 h 57"/>
                  <a:gd name="T120" fmla="*/ 4 w 36"/>
                  <a:gd name="T121" fmla="*/ 31 h 57"/>
                  <a:gd name="T122" fmla="*/ 4 w 36"/>
                  <a:gd name="T123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" h="57">
                    <a:moveTo>
                      <a:pt x="34" y="37"/>
                    </a:moveTo>
                    <a:lnTo>
                      <a:pt x="34" y="35"/>
                    </a:lnTo>
                    <a:lnTo>
                      <a:pt x="34" y="33"/>
                    </a:lnTo>
                    <a:lnTo>
                      <a:pt x="32" y="31"/>
                    </a:lnTo>
                    <a:lnTo>
                      <a:pt x="30" y="26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4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9"/>
                    </a:lnTo>
                    <a:lnTo>
                      <a:pt x="8" y="52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23" y="57"/>
                    </a:lnTo>
                    <a:lnTo>
                      <a:pt x="26" y="56"/>
                    </a:lnTo>
                    <a:lnTo>
                      <a:pt x="32" y="50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4" y="43"/>
                    </a:lnTo>
                    <a:lnTo>
                      <a:pt x="36" y="41"/>
                    </a:lnTo>
                    <a:lnTo>
                      <a:pt x="34" y="37"/>
                    </a:lnTo>
                    <a:close/>
                    <a:moveTo>
                      <a:pt x="4" y="31"/>
                    </a:moveTo>
                    <a:lnTo>
                      <a:pt x="4" y="30"/>
                    </a:lnTo>
                    <a:lnTo>
                      <a:pt x="4" y="31"/>
                    </a:lnTo>
                    <a:lnTo>
                      <a:pt x="4" y="3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2" name="Freeform 6311">
                <a:extLst>
                  <a:ext uri="{FF2B5EF4-FFF2-40B4-BE49-F238E27FC236}">
                    <a16:creationId xmlns:a16="http://schemas.microsoft.com/office/drawing/2014/main" id="{F3F6086B-2D8D-46AF-BD39-821F61C0FC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0" y="2023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6 h 11"/>
                  <a:gd name="T4" fmla="*/ 1 w 9"/>
                  <a:gd name="T5" fmla="*/ 9 h 11"/>
                  <a:gd name="T6" fmla="*/ 7 w 9"/>
                  <a:gd name="T7" fmla="*/ 11 h 11"/>
                  <a:gd name="T8" fmla="*/ 9 w 9"/>
                  <a:gd name="T9" fmla="*/ 8 h 11"/>
                  <a:gd name="T10" fmla="*/ 5 w 9"/>
                  <a:gd name="T11" fmla="*/ 4 h 11"/>
                  <a:gd name="T12" fmla="*/ 1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6"/>
                    </a:lnTo>
                    <a:lnTo>
                      <a:pt x="1" y="9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3" name="Freeform 6312">
                <a:extLst>
                  <a:ext uri="{FF2B5EF4-FFF2-40B4-BE49-F238E27FC236}">
                    <a16:creationId xmlns:a16="http://schemas.microsoft.com/office/drawing/2014/main" id="{2245DE49-0FBD-4079-A704-F93E854E5B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1986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2 w 9"/>
                  <a:gd name="T3" fmla="*/ 0 h 4"/>
                  <a:gd name="T4" fmla="*/ 0 w 9"/>
                  <a:gd name="T5" fmla="*/ 4 h 4"/>
                  <a:gd name="T6" fmla="*/ 4 w 9"/>
                  <a:gd name="T7" fmla="*/ 4 h 4"/>
                  <a:gd name="T8" fmla="*/ 9 w 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4" name="Freeform 6313">
                <a:extLst>
                  <a:ext uri="{FF2B5EF4-FFF2-40B4-BE49-F238E27FC236}">
                    <a16:creationId xmlns:a16="http://schemas.microsoft.com/office/drawing/2014/main" id="{DEC339E8-1DA7-453C-8B99-9517D401E3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3" y="1803"/>
                <a:ext cx="6" cy="8"/>
              </a:xfrm>
              <a:custGeom>
                <a:avLst/>
                <a:gdLst>
                  <a:gd name="T0" fmla="*/ 4 w 6"/>
                  <a:gd name="T1" fmla="*/ 8 h 8"/>
                  <a:gd name="T2" fmla="*/ 6 w 6"/>
                  <a:gd name="T3" fmla="*/ 4 h 8"/>
                  <a:gd name="T4" fmla="*/ 6 w 6"/>
                  <a:gd name="T5" fmla="*/ 2 h 8"/>
                  <a:gd name="T6" fmla="*/ 4 w 6"/>
                  <a:gd name="T7" fmla="*/ 0 h 8"/>
                  <a:gd name="T8" fmla="*/ 0 w 6"/>
                  <a:gd name="T9" fmla="*/ 4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5" name="Freeform 6314">
                <a:extLst>
                  <a:ext uri="{FF2B5EF4-FFF2-40B4-BE49-F238E27FC236}">
                    <a16:creationId xmlns:a16="http://schemas.microsoft.com/office/drawing/2014/main" id="{8B23E699-83FA-4D0B-973D-1CA7C0213E2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36" y="1857"/>
                <a:ext cx="8" cy="6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1 h 3"/>
                  <a:gd name="T6" fmla="*/ 4 w 4"/>
                  <a:gd name="T7" fmla="*/ 0 h 3"/>
                  <a:gd name="T8" fmla="*/ 0 w 4"/>
                  <a:gd name="T9" fmla="*/ 0 h 3"/>
                  <a:gd name="T10" fmla="*/ 3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6" name="Freeform 6315">
                <a:extLst>
                  <a:ext uri="{FF2B5EF4-FFF2-40B4-BE49-F238E27FC236}">
                    <a16:creationId xmlns:a16="http://schemas.microsoft.com/office/drawing/2014/main" id="{0DD5A43A-B242-4E30-91EB-B459C3D0C45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0" y="166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0 h 5"/>
                  <a:gd name="T6" fmla="*/ 1 w 5"/>
                  <a:gd name="T7" fmla="*/ 0 h 5"/>
                  <a:gd name="T8" fmla="*/ 0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7" name="Freeform 6316">
                <a:extLst>
                  <a:ext uri="{FF2B5EF4-FFF2-40B4-BE49-F238E27FC236}">
                    <a16:creationId xmlns:a16="http://schemas.microsoft.com/office/drawing/2014/main" id="{3A460D22-57E6-4484-B284-4B56C01812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69" y="1973"/>
                <a:ext cx="20" cy="26"/>
              </a:xfrm>
              <a:custGeom>
                <a:avLst/>
                <a:gdLst>
                  <a:gd name="T0" fmla="*/ 15 w 20"/>
                  <a:gd name="T1" fmla="*/ 0 h 26"/>
                  <a:gd name="T2" fmla="*/ 11 w 20"/>
                  <a:gd name="T3" fmla="*/ 4 h 26"/>
                  <a:gd name="T4" fmla="*/ 11 w 20"/>
                  <a:gd name="T5" fmla="*/ 2 h 26"/>
                  <a:gd name="T6" fmla="*/ 9 w 20"/>
                  <a:gd name="T7" fmla="*/ 4 h 26"/>
                  <a:gd name="T8" fmla="*/ 7 w 20"/>
                  <a:gd name="T9" fmla="*/ 4 h 26"/>
                  <a:gd name="T10" fmla="*/ 3 w 20"/>
                  <a:gd name="T11" fmla="*/ 7 h 26"/>
                  <a:gd name="T12" fmla="*/ 3 w 20"/>
                  <a:gd name="T13" fmla="*/ 9 h 26"/>
                  <a:gd name="T14" fmla="*/ 0 w 20"/>
                  <a:gd name="T15" fmla="*/ 11 h 26"/>
                  <a:gd name="T16" fmla="*/ 2 w 20"/>
                  <a:gd name="T17" fmla="*/ 15 h 26"/>
                  <a:gd name="T18" fmla="*/ 0 w 20"/>
                  <a:gd name="T19" fmla="*/ 15 h 26"/>
                  <a:gd name="T20" fmla="*/ 3 w 20"/>
                  <a:gd name="T21" fmla="*/ 20 h 26"/>
                  <a:gd name="T22" fmla="*/ 2 w 20"/>
                  <a:gd name="T23" fmla="*/ 22 h 26"/>
                  <a:gd name="T24" fmla="*/ 3 w 20"/>
                  <a:gd name="T25" fmla="*/ 26 h 26"/>
                  <a:gd name="T26" fmla="*/ 7 w 20"/>
                  <a:gd name="T27" fmla="*/ 24 h 26"/>
                  <a:gd name="T28" fmla="*/ 9 w 20"/>
                  <a:gd name="T29" fmla="*/ 20 h 26"/>
                  <a:gd name="T30" fmla="*/ 7 w 20"/>
                  <a:gd name="T31" fmla="*/ 20 h 26"/>
                  <a:gd name="T32" fmla="*/ 7 w 20"/>
                  <a:gd name="T33" fmla="*/ 20 h 26"/>
                  <a:gd name="T34" fmla="*/ 11 w 20"/>
                  <a:gd name="T35" fmla="*/ 17 h 26"/>
                  <a:gd name="T36" fmla="*/ 11 w 20"/>
                  <a:gd name="T37" fmla="*/ 15 h 26"/>
                  <a:gd name="T38" fmla="*/ 15 w 20"/>
                  <a:gd name="T39" fmla="*/ 13 h 26"/>
                  <a:gd name="T40" fmla="*/ 13 w 20"/>
                  <a:gd name="T41" fmla="*/ 11 h 26"/>
                  <a:gd name="T42" fmla="*/ 11 w 20"/>
                  <a:gd name="T43" fmla="*/ 9 h 26"/>
                  <a:gd name="T44" fmla="*/ 13 w 20"/>
                  <a:gd name="T45" fmla="*/ 7 h 26"/>
                  <a:gd name="T46" fmla="*/ 13 w 20"/>
                  <a:gd name="T47" fmla="*/ 5 h 26"/>
                  <a:gd name="T48" fmla="*/ 13 w 20"/>
                  <a:gd name="T49" fmla="*/ 5 h 26"/>
                  <a:gd name="T50" fmla="*/ 15 w 20"/>
                  <a:gd name="T51" fmla="*/ 5 h 26"/>
                  <a:gd name="T52" fmla="*/ 16 w 20"/>
                  <a:gd name="T53" fmla="*/ 4 h 26"/>
                  <a:gd name="T54" fmla="*/ 20 w 20"/>
                  <a:gd name="T55" fmla="*/ 4 h 26"/>
                  <a:gd name="T56" fmla="*/ 18 w 20"/>
                  <a:gd name="T57" fmla="*/ 0 h 26"/>
                  <a:gd name="T58" fmla="*/ 15 w 20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lnTo>
                      <a:pt x="11" y="4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3" y="26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20" y="4"/>
                    </a:lnTo>
                    <a:lnTo>
                      <a:pt x="18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8" name="Freeform 6317">
                <a:extLst>
                  <a:ext uri="{FF2B5EF4-FFF2-40B4-BE49-F238E27FC236}">
                    <a16:creationId xmlns:a16="http://schemas.microsoft.com/office/drawing/2014/main" id="{8271B4C2-F932-47F6-8AA5-7C0B4EBFB4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62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0 h 5"/>
                  <a:gd name="T4" fmla="*/ 0 w 5"/>
                  <a:gd name="T5" fmla="*/ 1 h 5"/>
                  <a:gd name="T6" fmla="*/ 2 w 5"/>
                  <a:gd name="T7" fmla="*/ 5 h 5"/>
                  <a:gd name="T8" fmla="*/ 5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9" name="Freeform 6318">
                <a:extLst>
                  <a:ext uri="{FF2B5EF4-FFF2-40B4-BE49-F238E27FC236}">
                    <a16:creationId xmlns:a16="http://schemas.microsoft.com/office/drawing/2014/main" id="{D46D1E5B-55EC-4FCB-89C7-4CA2B515DF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7" y="1924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0" name="Freeform 6319">
                <a:extLst>
                  <a:ext uri="{FF2B5EF4-FFF2-40B4-BE49-F238E27FC236}">
                    <a16:creationId xmlns:a16="http://schemas.microsoft.com/office/drawing/2014/main" id="{AD3F5CA0-C6D4-40C8-8D67-885599CCD1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17"/>
                <a:ext cx="13" cy="15"/>
              </a:xfrm>
              <a:custGeom>
                <a:avLst/>
                <a:gdLst>
                  <a:gd name="T0" fmla="*/ 11 w 13"/>
                  <a:gd name="T1" fmla="*/ 9 h 15"/>
                  <a:gd name="T2" fmla="*/ 9 w 13"/>
                  <a:gd name="T3" fmla="*/ 7 h 15"/>
                  <a:gd name="T4" fmla="*/ 13 w 13"/>
                  <a:gd name="T5" fmla="*/ 7 h 15"/>
                  <a:gd name="T6" fmla="*/ 11 w 13"/>
                  <a:gd name="T7" fmla="*/ 4 h 15"/>
                  <a:gd name="T8" fmla="*/ 7 w 13"/>
                  <a:gd name="T9" fmla="*/ 0 h 15"/>
                  <a:gd name="T10" fmla="*/ 4 w 13"/>
                  <a:gd name="T11" fmla="*/ 2 h 15"/>
                  <a:gd name="T12" fmla="*/ 4 w 13"/>
                  <a:gd name="T13" fmla="*/ 5 h 15"/>
                  <a:gd name="T14" fmla="*/ 4 w 13"/>
                  <a:gd name="T15" fmla="*/ 4 h 15"/>
                  <a:gd name="T16" fmla="*/ 0 w 13"/>
                  <a:gd name="T17" fmla="*/ 7 h 15"/>
                  <a:gd name="T18" fmla="*/ 4 w 13"/>
                  <a:gd name="T19" fmla="*/ 9 h 15"/>
                  <a:gd name="T20" fmla="*/ 5 w 13"/>
                  <a:gd name="T21" fmla="*/ 11 h 15"/>
                  <a:gd name="T22" fmla="*/ 7 w 13"/>
                  <a:gd name="T23" fmla="*/ 11 h 15"/>
                  <a:gd name="T24" fmla="*/ 11 w 13"/>
                  <a:gd name="T25" fmla="*/ 15 h 15"/>
                  <a:gd name="T26" fmla="*/ 13 w 13"/>
                  <a:gd name="T27" fmla="*/ 13 h 15"/>
                  <a:gd name="T28" fmla="*/ 13 w 13"/>
                  <a:gd name="T29" fmla="*/ 7 h 15"/>
                  <a:gd name="T30" fmla="*/ 11 w 13"/>
                  <a:gd name="T3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5">
                    <a:moveTo>
                      <a:pt x="11" y="9"/>
                    </a:moveTo>
                    <a:lnTo>
                      <a:pt x="9" y="7"/>
                    </a:lnTo>
                    <a:lnTo>
                      <a:pt x="13" y="7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1" name="Freeform 6320">
                <a:extLst>
                  <a:ext uri="{FF2B5EF4-FFF2-40B4-BE49-F238E27FC236}">
                    <a16:creationId xmlns:a16="http://schemas.microsoft.com/office/drawing/2014/main" id="{CB849A37-B412-477F-A16A-89668CE151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71" y="1896"/>
                <a:ext cx="7" cy="15"/>
              </a:xfrm>
              <a:custGeom>
                <a:avLst/>
                <a:gdLst>
                  <a:gd name="T0" fmla="*/ 0 w 7"/>
                  <a:gd name="T1" fmla="*/ 0 h 15"/>
                  <a:gd name="T2" fmla="*/ 7 w 7"/>
                  <a:gd name="T3" fmla="*/ 15 h 15"/>
                  <a:gd name="T4" fmla="*/ 5 w 7"/>
                  <a:gd name="T5" fmla="*/ 4 h 15"/>
                  <a:gd name="T6" fmla="*/ 7 w 7"/>
                  <a:gd name="T7" fmla="*/ 2 h 15"/>
                  <a:gd name="T8" fmla="*/ 0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lnTo>
                      <a:pt x="7" y="1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2" name="Freeform 6321">
                <a:extLst>
                  <a:ext uri="{FF2B5EF4-FFF2-40B4-BE49-F238E27FC236}">
                    <a16:creationId xmlns:a16="http://schemas.microsoft.com/office/drawing/2014/main" id="{C383A768-7080-4BBE-A6CD-C83E51A04C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7" y="1880"/>
                <a:ext cx="15" cy="18"/>
              </a:xfrm>
              <a:custGeom>
                <a:avLst/>
                <a:gdLst>
                  <a:gd name="T0" fmla="*/ 1 w 8"/>
                  <a:gd name="T1" fmla="*/ 4 h 10"/>
                  <a:gd name="T2" fmla="*/ 4 w 8"/>
                  <a:gd name="T3" fmla="*/ 5 h 10"/>
                  <a:gd name="T4" fmla="*/ 4 w 8"/>
                  <a:gd name="T5" fmla="*/ 6 h 10"/>
                  <a:gd name="T6" fmla="*/ 4 w 8"/>
                  <a:gd name="T7" fmla="*/ 6 h 10"/>
                  <a:gd name="T8" fmla="*/ 3 w 8"/>
                  <a:gd name="T9" fmla="*/ 7 h 10"/>
                  <a:gd name="T10" fmla="*/ 5 w 8"/>
                  <a:gd name="T11" fmla="*/ 10 h 10"/>
                  <a:gd name="T12" fmla="*/ 6 w 8"/>
                  <a:gd name="T13" fmla="*/ 7 h 10"/>
                  <a:gd name="T14" fmla="*/ 5 w 8"/>
                  <a:gd name="T15" fmla="*/ 6 h 10"/>
                  <a:gd name="T16" fmla="*/ 8 w 8"/>
                  <a:gd name="T17" fmla="*/ 6 h 10"/>
                  <a:gd name="T18" fmla="*/ 5 w 8"/>
                  <a:gd name="T19" fmla="*/ 4 h 10"/>
                  <a:gd name="T20" fmla="*/ 5 w 8"/>
                  <a:gd name="T21" fmla="*/ 4 h 10"/>
                  <a:gd name="T22" fmla="*/ 6 w 8"/>
                  <a:gd name="T23" fmla="*/ 4 h 10"/>
                  <a:gd name="T24" fmla="*/ 6 w 8"/>
                  <a:gd name="T25" fmla="*/ 3 h 10"/>
                  <a:gd name="T26" fmla="*/ 8 w 8"/>
                  <a:gd name="T27" fmla="*/ 4 h 10"/>
                  <a:gd name="T28" fmla="*/ 6 w 8"/>
                  <a:gd name="T29" fmla="*/ 1 h 10"/>
                  <a:gd name="T30" fmla="*/ 4 w 8"/>
                  <a:gd name="T31" fmla="*/ 0 h 10"/>
                  <a:gd name="T32" fmla="*/ 4 w 8"/>
                  <a:gd name="T33" fmla="*/ 1 h 10"/>
                  <a:gd name="T34" fmla="*/ 4 w 8"/>
                  <a:gd name="T35" fmla="*/ 1 h 10"/>
                  <a:gd name="T36" fmla="*/ 4 w 8"/>
                  <a:gd name="T37" fmla="*/ 1 h 10"/>
                  <a:gd name="T38" fmla="*/ 3 w 8"/>
                  <a:gd name="T39" fmla="*/ 1 h 10"/>
                  <a:gd name="T40" fmla="*/ 3 w 8"/>
                  <a:gd name="T41" fmla="*/ 0 h 10"/>
                  <a:gd name="T42" fmla="*/ 1 w 8"/>
                  <a:gd name="T43" fmla="*/ 2 h 10"/>
                  <a:gd name="T44" fmla="*/ 2 w 8"/>
                  <a:gd name="T45" fmla="*/ 2 h 10"/>
                  <a:gd name="T46" fmla="*/ 0 w 8"/>
                  <a:gd name="T47" fmla="*/ 1 h 10"/>
                  <a:gd name="T48" fmla="*/ 1 w 8"/>
                  <a:gd name="T4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" h="10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3" name="Freeform 6322">
                <a:extLst>
                  <a:ext uri="{FF2B5EF4-FFF2-40B4-BE49-F238E27FC236}">
                    <a16:creationId xmlns:a16="http://schemas.microsoft.com/office/drawing/2014/main" id="{94078663-179D-41FE-9F0F-0B3BB014C7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24" y="2019"/>
                <a:ext cx="65" cy="79"/>
              </a:xfrm>
              <a:custGeom>
                <a:avLst/>
                <a:gdLst>
                  <a:gd name="T0" fmla="*/ 30 w 65"/>
                  <a:gd name="T1" fmla="*/ 8 h 79"/>
                  <a:gd name="T2" fmla="*/ 30 w 65"/>
                  <a:gd name="T3" fmla="*/ 10 h 79"/>
                  <a:gd name="T4" fmla="*/ 28 w 65"/>
                  <a:gd name="T5" fmla="*/ 13 h 79"/>
                  <a:gd name="T6" fmla="*/ 28 w 65"/>
                  <a:gd name="T7" fmla="*/ 15 h 79"/>
                  <a:gd name="T8" fmla="*/ 26 w 65"/>
                  <a:gd name="T9" fmla="*/ 21 h 79"/>
                  <a:gd name="T10" fmla="*/ 26 w 65"/>
                  <a:gd name="T11" fmla="*/ 23 h 79"/>
                  <a:gd name="T12" fmla="*/ 30 w 65"/>
                  <a:gd name="T13" fmla="*/ 21 h 79"/>
                  <a:gd name="T14" fmla="*/ 26 w 65"/>
                  <a:gd name="T15" fmla="*/ 25 h 79"/>
                  <a:gd name="T16" fmla="*/ 23 w 65"/>
                  <a:gd name="T17" fmla="*/ 23 h 79"/>
                  <a:gd name="T18" fmla="*/ 21 w 65"/>
                  <a:gd name="T19" fmla="*/ 23 h 79"/>
                  <a:gd name="T20" fmla="*/ 11 w 65"/>
                  <a:gd name="T21" fmla="*/ 23 h 79"/>
                  <a:gd name="T22" fmla="*/ 8 w 65"/>
                  <a:gd name="T23" fmla="*/ 28 h 79"/>
                  <a:gd name="T24" fmla="*/ 11 w 65"/>
                  <a:gd name="T25" fmla="*/ 34 h 79"/>
                  <a:gd name="T26" fmla="*/ 10 w 65"/>
                  <a:gd name="T27" fmla="*/ 36 h 79"/>
                  <a:gd name="T28" fmla="*/ 6 w 65"/>
                  <a:gd name="T29" fmla="*/ 36 h 79"/>
                  <a:gd name="T30" fmla="*/ 6 w 65"/>
                  <a:gd name="T31" fmla="*/ 40 h 79"/>
                  <a:gd name="T32" fmla="*/ 8 w 65"/>
                  <a:gd name="T33" fmla="*/ 43 h 79"/>
                  <a:gd name="T34" fmla="*/ 13 w 65"/>
                  <a:gd name="T35" fmla="*/ 45 h 79"/>
                  <a:gd name="T36" fmla="*/ 13 w 65"/>
                  <a:gd name="T37" fmla="*/ 53 h 79"/>
                  <a:gd name="T38" fmla="*/ 13 w 65"/>
                  <a:gd name="T39" fmla="*/ 53 h 79"/>
                  <a:gd name="T40" fmla="*/ 11 w 65"/>
                  <a:gd name="T41" fmla="*/ 58 h 79"/>
                  <a:gd name="T42" fmla="*/ 10 w 65"/>
                  <a:gd name="T43" fmla="*/ 62 h 79"/>
                  <a:gd name="T44" fmla="*/ 6 w 65"/>
                  <a:gd name="T45" fmla="*/ 60 h 79"/>
                  <a:gd name="T46" fmla="*/ 6 w 65"/>
                  <a:gd name="T47" fmla="*/ 60 h 79"/>
                  <a:gd name="T48" fmla="*/ 0 w 65"/>
                  <a:gd name="T49" fmla="*/ 66 h 79"/>
                  <a:gd name="T50" fmla="*/ 4 w 65"/>
                  <a:gd name="T51" fmla="*/ 66 h 79"/>
                  <a:gd name="T52" fmla="*/ 4 w 65"/>
                  <a:gd name="T53" fmla="*/ 71 h 79"/>
                  <a:gd name="T54" fmla="*/ 6 w 65"/>
                  <a:gd name="T55" fmla="*/ 73 h 79"/>
                  <a:gd name="T56" fmla="*/ 6 w 65"/>
                  <a:gd name="T57" fmla="*/ 75 h 79"/>
                  <a:gd name="T58" fmla="*/ 10 w 65"/>
                  <a:gd name="T59" fmla="*/ 77 h 79"/>
                  <a:gd name="T60" fmla="*/ 13 w 65"/>
                  <a:gd name="T61" fmla="*/ 77 h 79"/>
                  <a:gd name="T62" fmla="*/ 21 w 65"/>
                  <a:gd name="T63" fmla="*/ 77 h 79"/>
                  <a:gd name="T64" fmla="*/ 30 w 65"/>
                  <a:gd name="T65" fmla="*/ 73 h 79"/>
                  <a:gd name="T66" fmla="*/ 32 w 65"/>
                  <a:gd name="T67" fmla="*/ 73 h 79"/>
                  <a:gd name="T68" fmla="*/ 37 w 65"/>
                  <a:gd name="T69" fmla="*/ 71 h 79"/>
                  <a:gd name="T70" fmla="*/ 45 w 65"/>
                  <a:gd name="T71" fmla="*/ 67 h 79"/>
                  <a:gd name="T72" fmla="*/ 47 w 65"/>
                  <a:gd name="T73" fmla="*/ 67 h 79"/>
                  <a:gd name="T74" fmla="*/ 49 w 65"/>
                  <a:gd name="T75" fmla="*/ 67 h 79"/>
                  <a:gd name="T76" fmla="*/ 52 w 65"/>
                  <a:gd name="T77" fmla="*/ 62 h 79"/>
                  <a:gd name="T78" fmla="*/ 56 w 65"/>
                  <a:gd name="T79" fmla="*/ 60 h 79"/>
                  <a:gd name="T80" fmla="*/ 58 w 65"/>
                  <a:gd name="T81" fmla="*/ 54 h 79"/>
                  <a:gd name="T82" fmla="*/ 58 w 65"/>
                  <a:gd name="T83" fmla="*/ 45 h 79"/>
                  <a:gd name="T84" fmla="*/ 58 w 65"/>
                  <a:gd name="T85" fmla="*/ 43 h 79"/>
                  <a:gd name="T86" fmla="*/ 56 w 65"/>
                  <a:gd name="T87" fmla="*/ 38 h 79"/>
                  <a:gd name="T88" fmla="*/ 54 w 65"/>
                  <a:gd name="T89" fmla="*/ 34 h 79"/>
                  <a:gd name="T90" fmla="*/ 58 w 65"/>
                  <a:gd name="T91" fmla="*/ 34 h 79"/>
                  <a:gd name="T92" fmla="*/ 58 w 65"/>
                  <a:gd name="T93" fmla="*/ 34 h 79"/>
                  <a:gd name="T94" fmla="*/ 58 w 65"/>
                  <a:gd name="T95" fmla="*/ 32 h 79"/>
                  <a:gd name="T96" fmla="*/ 58 w 65"/>
                  <a:gd name="T97" fmla="*/ 32 h 79"/>
                  <a:gd name="T98" fmla="*/ 62 w 65"/>
                  <a:gd name="T99" fmla="*/ 28 h 79"/>
                  <a:gd name="T100" fmla="*/ 65 w 65"/>
                  <a:gd name="T101" fmla="*/ 26 h 79"/>
                  <a:gd name="T102" fmla="*/ 65 w 65"/>
                  <a:gd name="T103" fmla="*/ 19 h 79"/>
                  <a:gd name="T104" fmla="*/ 64 w 65"/>
                  <a:gd name="T105" fmla="*/ 19 h 79"/>
                  <a:gd name="T106" fmla="*/ 58 w 65"/>
                  <a:gd name="T107" fmla="*/ 10 h 79"/>
                  <a:gd name="T108" fmla="*/ 51 w 65"/>
                  <a:gd name="T109" fmla="*/ 8 h 79"/>
                  <a:gd name="T110" fmla="*/ 45 w 65"/>
                  <a:gd name="T111" fmla="*/ 6 h 79"/>
                  <a:gd name="T112" fmla="*/ 41 w 65"/>
                  <a:gd name="T113" fmla="*/ 6 h 79"/>
                  <a:gd name="T114" fmla="*/ 39 w 65"/>
                  <a:gd name="T115" fmla="*/ 6 h 79"/>
                  <a:gd name="T116" fmla="*/ 36 w 65"/>
                  <a:gd name="T117" fmla="*/ 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79">
                    <a:moveTo>
                      <a:pt x="36" y="8"/>
                    </a:move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4" y="15"/>
                    </a:lnTo>
                    <a:lnTo>
                      <a:pt x="26" y="21"/>
                    </a:lnTo>
                    <a:lnTo>
                      <a:pt x="28" y="21"/>
                    </a:lnTo>
                    <a:lnTo>
                      <a:pt x="26" y="23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4" y="23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3" y="23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8"/>
                    </a:lnTo>
                    <a:lnTo>
                      <a:pt x="4" y="28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6" y="40"/>
                    </a:lnTo>
                    <a:lnTo>
                      <a:pt x="10" y="41"/>
                    </a:lnTo>
                    <a:lnTo>
                      <a:pt x="8" y="43"/>
                    </a:lnTo>
                    <a:lnTo>
                      <a:pt x="13" y="43"/>
                    </a:lnTo>
                    <a:lnTo>
                      <a:pt x="13" y="45"/>
                    </a:lnTo>
                    <a:lnTo>
                      <a:pt x="17" y="45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6" y="58"/>
                    </a:lnTo>
                    <a:lnTo>
                      <a:pt x="11" y="58"/>
                    </a:lnTo>
                    <a:lnTo>
                      <a:pt x="8" y="58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71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6" y="73"/>
                    </a:lnTo>
                    <a:lnTo>
                      <a:pt x="2" y="75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10" y="77"/>
                    </a:lnTo>
                    <a:lnTo>
                      <a:pt x="8" y="79"/>
                    </a:lnTo>
                    <a:lnTo>
                      <a:pt x="13" y="77"/>
                    </a:lnTo>
                    <a:lnTo>
                      <a:pt x="15" y="79"/>
                    </a:lnTo>
                    <a:lnTo>
                      <a:pt x="21" y="77"/>
                    </a:lnTo>
                    <a:lnTo>
                      <a:pt x="24" y="77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3"/>
                    </a:lnTo>
                    <a:lnTo>
                      <a:pt x="34" y="71"/>
                    </a:lnTo>
                    <a:lnTo>
                      <a:pt x="37" y="71"/>
                    </a:lnTo>
                    <a:lnTo>
                      <a:pt x="37" y="67"/>
                    </a:lnTo>
                    <a:lnTo>
                      <a:pt x="45" y="67"/>
                    </a:lnTo>
                    <a:lnTo>
                      <a:pt x="45" y="67"/>
                    </a:lnTo>
                    <a:lnTo>
                      <a:pt x="47" y="67"/>
                    </a:lnTo>
                    <a:lnTo>
                      <a:pt x="49" y="66"/>
                    </a:lnTo>
                    <a:lnTo>
                      <a:pt x="49" y="67"/>
                    </a:lnTo>
                    <a:lnTo>
                      <a:pt x="56" y="67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6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8" y="43"/>
                    </a:lnTo>
                    <a:lnTo>
                      <a:pt x="58" y="40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60" y="30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5" y="26"/>
                    </a:lnTo>
                    <a:lnTo>
                      <a:pt x="65" y="26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0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41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6" y="8"/>
                    </a:lnTo>
                    <a:lnTo>
                      <a:pt x="3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4" name="Freeform 6323">
                <a:extLst>
                  <a:ext uri="{FF2B5EF4-FFF2-40B4-BE49-F238E27FC236}">
                    <a16:creationId xmlns:a16="http://schemas.microsoft.com/office/drawing/2014/main" id="{246BF70E-211A-4FDF-B60E-D66C2792F92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471" y="1950"/>
                <a:ext cx="108" cy="179"/>
              </a:xfrm>
              <a:custGeom>
                <a:avLst/>
                <a:gdLst>
                  <a:gd name="T0" fmla="*/ 3 w 58"/>
                  <a:gd name="T1" fmla="*/ 21 h 96"/>
                  <a:gd name="T2" fmla="*/ 3 w 58"/>
                  <a:gd name="T3" fmla="*/ 28 h 96"/>
                  <a:gd name="T4" fmla="*/ 5 w 58"/>
                  <a:gd name="T5" fmla="*/ 31 h 96"/>
                  <a:gd name="T6" fmla="*/ 7 w 58"/>
                  <a:gd name="T7" fmla="*/ 37 h 96"/>
                  <a:gd name="T8" fmla="*/ 8 w 58"/>
                  <a:gd name="T9" fmla="*/ 39 h 96"/>
                  <a:gd name="T10" fmla="*/ 12 w 58"/>
                  <a:gd name="T11" fmla="*/ 41 h 96"/>
                  <a:gd name="T12" fmla="*/ 13 w 58"/>
                  <a:gd name="T13" fmla="*/ 40 h 96"/>
                  <a:gd name="T14" fmla="*/ 14 w 58"/>
                  <a:gd name="T15" fmla="*/ 46 h 96"/>
                  <a:gd name="T16" fmla="*/ 22 w 58"/>
                  <a:gd name="T17" fmla="*/ 45 h 96"/>
                  <a:gd name="T18" fmla="*/ 26 w 58"/>
                  <a:gd name="T19" fmla="*/ 53 h 96"/>
                  <a:gd name="T20" fmla="*/ 23 w 58"/>
                  <a:gd name="T21" fmla="*/ 60 h 96"/>
                  <a:gd name="T22" fmla="*/ 17 w 58"/>
                  <a:gd name="T23" fmla="*/ 59 h 96"/>
                  <a:gd name="T24" fmla="*/ 14 w 58"/>
                  <a:gd name="T25" fmla="*/ 65 h 96"/>
                  <a:gd name="T26" fmla="*/ 18 w 58"/>
                  <a:gd name="T27" fmla="*/ 67 h 96"/>
                  <a:gd name="T28" fmla="*/ 15 w 58"/>
                  <a:gd name="T29" fmla="*/ 73 h 96"/>
                  <a:gd name="T30" fmla="*/ 11 w 58"/>
                  <a:gd name="T31" fmla="*/ 78 h 96"/>
                  <a:gd name="T32" fmla="*/ 17 w 58"/>
                  <a:gd name="T33" fmla="*/ 78 h 96"/>
                  <a:gd name="T34" fmla="*/ 26 w 58"/>
                  <a:gd name="T35" fmla="*/ 80 h 96"/>
                  <a:gd name="T36" fmla="*/ 20 w 58"/>
                  <a:gd name="T37" fmla="*/ 82 h 96"/>
                  <a:gd name="T38" fmla="*/ 13 w 58"/>
                  <a:gd name="T39" fmla="*/ 88 h 96"/>
                  <a:gd name="T40" fmla="*/ 7 w 58"/>
                  <a:gd name="T41" fmla="*/ 93 h 96"/>
                  <a:gd name="T42" fmla="*/ 12 w 58"/>
                  <a:gd name="T43" fmla="*/ 94 h 96"/>
                  <a:gd name="T44" fmla="*/ 17 w 58"/>
                  <a:gd name="T45" fmla="*/ 92 h 96"/>
                  <a:gd name="T46" fmla="*/ 22 w 58"/>
                  <a:gd name="T47" fmla="*/ 92 h 96"/>
                  <a:gd name="T48" fmla="*/ 27 w 58"/>
                  <a:gd name="T49" fmla="*/ 88 h 96"/>
                  <a:gd name="T50" fmla="*/ 34 w 58"/>
                  <a:gd name="T51" fmla="*/ 88 h 96"/>
                  <a:gd name="T52" fmla="*/ 43 w 58"/>
                  <a:gd name="T53" fmla="*/ 87 h 96"/>
                  <a:gd name="T54" fmla="*/ 52 w 58"/>
                  <a:gd name="T55" fmla="*/ 85 h 96"/>
                  <a:gd name="T56" fmla="*/ 57 w 58"/>
                  <a:gd name="T57" fmla="*/ 80 h 96"/>
                  <a:gd name="T58" fmla="*/ 52 w 58"/>
                  <a:gd name="T59" fmla="*/ 79 h 96"/>
                  <a:gd name="T60" fmla="*/ 56 w 58"/>
                  <a:gd name="T61" fmla="*/ 73 h 96"/>
                  <a:gd name="T62" fmla="*/ 51 w 58"/>
                  <a:gd name="T63" fmla="*/ 63 h 96"/>
                  <a:gd name="T64" fmla="*/ 48 w 58"/>
                  <a:gd name="T65" fmla="*/ 61 h 96"/>
                  <a:gd name="T66" fmla="*/ 44 w 58"/>
                  <a:gd name="T67" fmla="*/ 53 h 96"/>
                  <a:gd name="T68" fmla="*/ 37 w 58"/>
                  <a:gd name="T69" fmla="*/ 47 h 96"/>
                  <a:gd name="T70" fmla="*/ 33 w 58"/>
                  <a:gd name="T71" fmla="*/ 37 h 96"/>
                  <a:gd name="T72" fmla="*/ 24 w 58"/>
                  <a:gd name="T73" fmla="*/ 34 h 96"/>
                  <a:gd name="T74" fmla="*/ 28 w 58"/>
                  <a:gd name="T75" fmla="*/ 28 h 96"/>
                  <a:gd name="T76" fmla="*/ 31 w 58"/>
                  <a:gd name="T77" fmla="*/ 22 h 96"/>
                  <a:gd name="T78" fmla="*/ 25 w 58"/>
                  <a:gd name="T79" fmla="*/ 16 h 96"/>
                  <a:gd name="T80" fmla="*/ 19 w 58"/>
                  <a:gd name="T81" fmla="*/ 17 h 96"/>
                  <a:gd name="T82" fmla="*/ 25 w 58"/>
                  <a:gd name="T83" fmla="*/ 9 h 96"/>
                  <a:gd name="T84" fmla="*/ 24 w 58"/>
                  <a:gd name="T85" fmla="*/ 5 h 96"/>
                  <a:gd name="T86" fmla="*/ 23 w 58"/>
                  <a:gd name="T87" fmla="*/ 0 h 96"/>
                  <a:gd name="T88" fmla="*/ 21 w 58"/>
                  <a:gd name="T89" fmla="*/ 4 h 96"/>
                  <a:gd name="T90" fmla="*/ 17 w 58"/>
                  <a:gd name="T91" fmla="*/ 8 h 96"/>
                  <a:gd name="T92" fmla="*/ 11 w 58"/>
                  <a:gd name="T93" fmla="*/ 8 h 96"/>
                  <a:gd name="T94" fmla="*/ 9 w 58"/>
                  <a:gd name="T95" fmla="*/ 13 h 96"/>
                  <a:gd name="T96" fmla="*/ 8 w 58"/>
                  <a:gd name="T97" fmla="*/ 17 h 96"/>
                  <a:gd name="T98" fmla="*/ 6 w 58"/>
                  <a:gd name="T99" fmla="*/ 16 h 96"/>
                  <a:gd name="T100" fmla="*/ 4 w 58"/>
                  <a:gd name="T101" fmla="*/ 27 h 96"/>
                  <a:gd name="T102" fmla="*/ 6 w 58"/>
                  <a:gd name="T103" fmla="*/ 22 h 96"/>
                  <a:gd name="T104" fmla="*/ 10 w 58"/>
                  <a:gd name="T105" fmla="*/ 29 h 96"/>
                  <a:gd name="T106" fmla="*/ 6 w 58"/>
                  <a:gd name="T107" fmla="*/ 34 h 96"/>
                  <a:gd name="T108" fmla="*/ 7 w 58"/>
                  <a:gd name="T109" fmla="*/ 24 h 96"/>
                  <a:gd name="T110" fmla="*/ 6 w 58"/>
                  <a:gd name="T111" fmla="*/ 2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" h="96">
                    <a:moveTo>
                      <a:pt x="6" y="16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4" y="61"/>
                      <a:pt x="14" y="61"/>
                      <a:pt x="14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81"/>
                      <a:pt x="25" y="81"/>
                      <a:pt x="25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lnTo>
                      <a:pt x="6" y="16"/>
                    </a:lnTo>
                    <a:close/>
                    <a:moveTo>
                      <a:pt x="5" y="25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lnTo>
                      <a:pt x="5" y="25"/>
                    </a:lnTo>
                    <a:close/>
                    <a:moveTo>
                      <a:pt x="4" y="28"/>
                    </a:moveTo>
                    <a:cubicBezTo>
                      <a:pt x="4" y="27"/>
                      <a:pt x="4" y="27"/>
                      <a:pt x="4" y="27"/>
                    </a:cubicBezTo>
                    <a:cubicBezTo>
                      <a:pt x="5" y="27"/>
                      <a:pt x="5" y="27"/>
                      <a:pt x="5" y="27"/>
                    </a:cubicBezTo>
                    <a:lnTo>
                      <a:pt x="4" y="28"/>
                    </a:lnTo>
                    <a:close/>
                    <a:moveTo>
                      <a:pt x="11" y="36"/>
                    </a:move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lose/>
                    <a:moveTo>
                      <a:pt x="6" y="22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3"/>
                      <a:pt x="5" y="23"/>
                    </a:cubicBezTo>
                    <a:lnTo>
                      <a:pt x="6" y="22"/>
                    </a:lnTo>
                    <a:close/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29"/>
                      <a:pt x="9" y="29"/>
                      <a:pt x="9" y="29"/>
                    </a:cubicBezTo>
                    <a:close/>
                    <a:moveTo>
                      <a:pt x="9" y="30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2"/>
                      <a:pt x="7" y="32"/>
                      <a:pt x="7" y="32"/>
                    </a:cubicBezTo>
                    <a:lnTo>
                      <a:pt x="9" y="30"/>
                    </a:lnTo>
                    <a:close/>
                    <a:moveTo>
                      <a:pt x="7" y="24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lose/>
                    <a:moveTo>
                      <a:pt x="7" y="24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lnTo>
                      <a:pt x="7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5" name="Freeform 6324">
                <a:extLst>
                  <a:ext uri="{FF2B5EF4-FFF2-40B4-BE49-F238E27FC236}">
                    <a16:creationId xmlns:a16="http://schemas.microsoft.com/office/drawing/2014/main" id="{3DA679B3-5D3A-4965-85F2-51019E1DE90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532" y="1909"/>
                <a:ext cx="15" cy="28"/>
              </a:xfrm>
              <a:custGeom>
                <a:avLst/>
                <a:gdLst>
                  <a:gd name="T0" fmla="*/ 0 w 8"/>
                  <a:gd name="T1" fmla="*/ 8 h 15"/>
                  <a:gd name="T2" fmla="*/ 1 w 8"/>
                  <a:gd name="T3" fmla="*/ 10 h 15"/>
                  <a:gd name="T4" fmla="*/ 3 w 8"/>
                  <a:gd name="T5" fmla="*/ 10 h 15"/>
                  <a:gd name="T6" fmla="*/ 3 w 8"/>
                  <a:gd name="T7" fmla="*/ 11 h 15"/>
                  <a:gd name="T8" fmla="*/ 1 w 8"/>
                  <a:gd name="T9" fmla="*/ 15 h 15"/>
                  <a:gd name="T10" fmla="*/ 5 w 8"/>
                  <a:gd name="T11" fmla="*/ 12 h 15"/>
                  <a:gd name="T12" fmla="*/ 5 w 8"/>
                  <a:gd name="T13" fmla="*/ 12 h 15"/>
                  <a:gd name="T14" fmla="*/ 5 w 8"/>
                  <a:gd name="T15" fmla="*/ 12 h 15"/>
                  <a:gd name="T16" fmla="*/ 5 w 8"/>
                  <a:gd name="T17" fmla="*/ 10 h 15"/>
                  <a:gd name="T18" fmla="*/ 6 w 8"/>
                  <a:gd name="T19" fmla="*/ 9 h 15"/>
                  <a:gd name="T20" fmla="*/ 5 w 8"/>
                  <a:gd name="T21" fmla="*/ 8 h 15"/>
                  <a:gd name="T22" fmla="*/ 6 w 8"/>
                  <a:gd name="T23" fmla="*/ 7 h 15"/>
                  <a:gd name="T24" fmla="*/ 5 w 8"/>
                  <a:gd name="T25" fmla="*/ 7 h 15"/>
                  <a:gd name="T26" fmla="*/ 6 w 8"/>
                  <a:gd name="T27" fmla="*/ 6 h 15"/>
                  <a:gd name="T28" fmla="*/ 6 w 8"/>
                  <a:gd name="T29" fmla="*/ 4 h 15"/>
                  <a:gd name="T30" fmla="*/ 6 w 8"/>
                  <a:gd name="T31" fmla="*/ 5 h 15"/>
                  <a:gd name="T32" fmla="*/ 8 w 8"/>
                  <a:gd name="T33" fmla="*/ 0 h 15"/>
                  <a:gd name="T34" fmla="*/ 5 w 8"/>
                  <a:gd name="T35" fmla="*/ 3 h 15"/>
                  <a:gd name="T36" fmla="*/ 5 w 8"/>
                  <a:gd name="T37" fmla="*/ 3 h 15"/>
                  <a:gd name="T38" fmla="*/ 4 w 8"/>
                  <a:gd name="T39" fmla="*/ 3 h 15"/>
                  <a:gd name="T40" fmla="*/ 4 w 8"/>
                  <a:gd name="T41" fmla="*/ 4 h 15"/>
                  <a:gd name="T42" fmla="*/ 3 w 8"/>
                  <a:gd name="T43" fmla="*/ 5 h 15"/>
                  <a:gd name="T44" fmla="*/ 2 w 8"/>
                  <a:gd name="T45" fmla="*/ 5 h 15"/>
                  <a:gd name="T46" fmla="*/ 1 w 8"/>
                  <a:gd name="T47" fmla="*/ 7 h 15"/>
                  <a:gd name="T48" fmla="*/ 1 w 8"/>
                  <a:gd name="T49" fmla="*/ 7 h 15"/>
                  <a:gd name="T50" fmla="*/ 2 w 8"/>
                  <a:gd name="T51" fmla="*/ 8 h 15"/>
                  <a:gd name="T52" fmla="*/ 2 w 8"/>
                  <a:gd name="T53" fmla="*/ 8 h 15"/>
                  <a:gd name="T54" fmla="*/ 0 w 8"/>
                  <a:gd name="T55" fmla="*/ 8 h 15"/>
                  <a:gd name="T56" fmla="*/ 4 w 8"/>
                  <a:gd name="T57" fmla="*/ 6 h 15"/>
                  <a:gd name="T58" fmla="*/ 4 w 8"/>
                  <a:gd name="T59" fmla="*/ 6 h 15"/>
                  <a:gd name="T60" fmla="*/ 4 w 8"/>
                  <a:gd name="T6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" h="15">
                    <a:moveTo>
                      <a:pt x="0" y="8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0" y="8"/>
                    </a:ln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6" name="Freeform 6325">
                <a:extLst>
                  <a:ext uri="{FF2B5EF4-FFF2-40B4-BE49-F238E27FC236}">
                    <a16:creationId xmlns:a16="http://schemas.microsoft.com/office/drawing/2014/main" id="{52209098-A6E2-4155-AF83-08D96D1CE9C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95" y="2040"/>
                <a:ext cx="9" cy="11"/>
              </a:xfrm>
              <a:custGeom>
                <a:avLst/>
                <a:gdLst>
                  <a:gd name="T0" fmla="*/ 2 w 9"/>
                  <a:gd name="T1" fmla="*/ 5 h 11"/>
                  <a:gd name="T2" fmla="*/ 0 w 9"/>
                  <a:gd name="T3" fmla="*/ 11 h 11"/>
                  <a:gd name="T4" fmla="*/ 4 w 9"/>
                  <a:gd name="T5" fmla="*/ 11 h 11"/>
                  <a:gd name="T6" fmla="*/ 7 w 9"/>
                  <a:gd name="T7" fmla="*/ 7 h 11"/>
                  <a:gd name="T8" fmla="*/ 7 w 9"/>
                  <a:gd name="T9" fmla="*/ 5 h 11"/>
                  <a:gd name="T10" fmla="*/ 9 w 9"/>
                  <a:gd name="T11" fmla="*/ 0 h 11"/>
                  <a:gd name="T12" fmla="*/ 2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2" y="5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7" name="Freeform 6326">
                <a:extLst>
                  <a:ext uri="{FF2B5EF4-FFF2-40B4-BE49-F238E27FC236}">
                    <a16:creationId xmlns:a16="http://schemas.microsoft.com/office/drawing/2014/main" id="{1A6720A2-A8B0-4968-8F45-8895CEAB66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5" y="1963"/>
                <a:ext cx="19" cy="34"/>
              </a:xfrm>
              <a:custGeom>
                <a:avLst/>
                <a:gdLst>
                  <a:gd name="T0" fmla="*/ 0 w 19"/>
                  <a:gd name="T1" fmla="*/ 34 h 34"/>
                  <a:gd name="T2" fmla="*/ 4 w 19"/>
                  <a:gd name="T3" fmla="*/ 32 h 34"/>
                  <a:gd name="T4" fmla="*/ 4 w 19"/>
                  <a:gd name="T5" fmla="*/ 30 h 34"/>
                  <a:gd name="T6" fmla="*/ 6 w 19"/>
                  <a:gd name="T7" fmla="*/ 30 h 34"/>
                  <a:gd name="T8" fmla="*/ 6 w 19"/>
                  <a:gd name="T9" fmla="*/ 27 h 34"/>
                  <a:gd name="T10" fmla="*/ 6 w 19"/>
                  <a:gd name="T11" fmla="*/ 27 h 34"/>
                  <a:gd name="T12" fmla="*/ 6 w 19"/>
                  <a:gd name="T13" fmla="*/ 25 h 34"/>
                  <a:gd name="T14" fmla="*/ 8 w 19"/>
                  <a:gd name="T15" fmla="*/ 21 h 34"/>
                  <a:gd name="T16" fmla="*/ 8 w 19"/>
                  <a:gd name="T17" fmla="*/ 21 h 34"/>
                  <a:gd name="T18" fmla="*/ 8 w 19"/>
                  <a:gd name="T19" fmla="*/ 17 h 34"/>
                  <a:gd name="T20" fmla="*/ 8 w 19"/>
                  <a:gd name="T21" fmla="*/ 19 h 34"/>
                  <a:gd name="T22" fmla="*/ 13 w 19"/>
                  <a:gd name="T23" fmla="*/ 15 h 34"/>
                  <a:gd name="T24" fmla="*/ 13 w 19"/>
                  <a:gd name="T25" fmla="*/ 15 h 34"/>
                  <a:gd name="T26" fmla="*/ 17 w 19"/>
                  <a:gd name="T27" fmla="*/ 12 h 34"/>
                  <a:gd name="T28" fmla="*/ 15 w 19"/>
                  <a:gd name="T29" fmla="*/ 10 h 34"/>
                  <a:gd name="T30" fmla="*/ 15 w 19"/>
                  <a:gd name="T31" fmla="*/ 10 h 34"/>
                  <a:gd name="T32" fmla="*/ 19 w 19"/>
                  <a:gd name="T33" fmla="*/ 6 h 34"/>
                  <a:gd name="T34" fmla="*/ 17 w 19"/>
                  <a:gd name="T35" fmla="*/ 0 h 34"/>
                  <a:gd name="T36" fmla="*/ 10 w 19"/>
                  <a:gd name="T37" fmla="*/ 6 h 34"/>
                  <a:gd name="T38" fmla="*/ 10 w 19"/>
                  <a:gd name="T39" fmla="*/ 8 h 34"/>
                  <a:gd name="T40" fmla="*/ 8 w 19"/>
                  <a:gd name="T41" fmla="*/ 6 h 34"/>
                  <a:gd name="T42" fmla="*/ 6 w 19"/>
                  <a:gd name="T43" fmla="*/ 10 h 34"/>
                  <a:gd name="T44" fmla="*/ 6 w 19"/>
                  <a:gd name="T45" fmla="*/ 12 h 34"/>
                  <a:gd name="T46" fmla="*/ 6 w 19"/>
                  <a:gd name="T47" fmla="*/ 12 h 34"/>
                  <a:gd name="T48" fmla="*/ 8 w 19"/>
                  <a:gd name="T49" fmla="*/ 14 h 34"/>
                  <a:gd name="T50" fmla="*/ 8 w 19"/>
                  <a:gd name="T51" fmla="*/ 15 h 34"/>
                  <a:gd name="T52" fmla="*/ 4 w 19"/>
                  <a:gd name="T53" fmla="*/ 15 h 34"/>
                  <a:gd name="T54" fmla="*/ 8 w 19"/>
                  <a:gd name="T55" fmla="*/ 17 h 34"/>
                  <a:gd name="T56" fmla="*/ 2 w 19"/>
                  <a:gd name="T57" fmla="*/ 17 h 34"/>
                  <a:gd name="T58" fmla="*/ 0 w 19"/>
                  <a:gd name="T59" fmla="*/ 19 h 34"/>
                  <a:gd name="T60" fmla="*/ 2 w 19"/>
                  <a:gd name="T61" fmla="*/ 21 h 34"/>
                  <a:gd name="T62" fmla="*/ 2 w 19"/>
                  <a:gd name="T63" fmla="*/ 21 h 34"/>
                  <a:gd name="T64" fmla="*/ 2 w 19"/>
                  <a:gd name="T65" fmla="*/ 23 h 34"/>
                  <a:gd name="T66" fmla="*/ 2 w 19"/>
                  <a:gd name="T67" fmla="*/ 23 h 34"/>
                  <a:gd name="T68" fmla="*/ 2 w 19"/>
                  <a:gd name="T69" fmla="*/ 25 h 34"/>
                  <a:gd name="T70" fmla="*/ 2 w 19"/>
                  <a:gd name="T71" fmla="*/ 27 h 34"/>
                  <a:gd name="T72" fmla="*/ 2 w 19"/>
                  <a:gd name="T73" fmla="*/ 28 h 34"/>
                  <a:gd name="T74" fmla="*/ 0 w 19"/>
                  <a:gd name="T75" fmla="*/ 30 h 34"/>
                  <a:gd name="T76" fmla="*/ 0 w 19"/>
                  <a:gd name="T7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4">
                    <a:moveTo>
                      <a:pt x="0" y="34"/>
                    </a:moveTo>
                    <a:lnTo>
                      <a:pt x="4" y="32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7" y="12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9" y="6"/>
                    </a:lnTo>
                    <a:lnTo>
                      <a:pt x="17" y="0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8" y="17"/>
                    </a:lnTo>
                    <a:lnTo>
                      <a:pt x="2" y="17"/>
                    </a:lnTo>
                    <a:lnTo>
                      <a:pt x="0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3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8" name="Freeform 6327">
                <a:extLst>
                  <a:ext uri="{FF2B5EF4-FFF2-40B4-BE49-F238E27FC236}">
                    <a16:creationId xmlns:a16="http://schemas.microsoft.com/office/drawing/2014/main" id="{B3B7794D-3CD1-4E63-8E42-1D1D202C6D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63" y="2239"/>
                <a:ext cx="16" cy="30"/>
              </a:xfrm>
              <a:custGeom>
                <a:avLst/>
                <a:gdLst>
                  <a:gd name="T0" fmla="*/ 0 w 16"/>
                  <a:gd name="T1" fmla="*/ 19 h 30"/>
                  <a:gd name="T2" fmla="*/ 1 w 16"/>
                  <a:gd name="T3" fmla="*/ 19 h 30"/>
                  <a:gd name="T4" fmla="*/ 0 w 16"/>
                  <a:gd name="T5" fmla="*/ 19 h 30"/>
                  <a:gd name="T6" fmla="*/ 1 w 16"/>
                  <a:gd name="T7" fmla="*/ 23 h 30"/>
                  <a:gd name="T8" fmla="*/ 3 w 16"/>
                  <a:gd name="T9" fmla="*/ 23 h 30"/>
                  <a:gd name="T10" fmla="*/ 3 w 16"/>
                  <a:gd name="T11" fmla="*/ 26 h 30"/>
                  <a:gd name="T12" fmla="*/ 3 w 16"/>
                  <a:gd name="T13" fmla="*/ 26 h 30"/>
                  <a:gd name="T14" fmla="*/ 3 w 16"/>
                  <a:gd name="T15" fmla="*/ 26 h 30"/>
                  <a:gd name="T16" fmla="*/ 3 w 16"/>
                  <a:gd name="T17" fmla="*/ 28 h 30"/>
                  <a:gd name="T18" fmla="*/ 9 w 16"/>
                  <a:gd name="T19" fmla="*/ 30 h 30"/>
                  <a:gd name="T20" fmla="*/ 13 w 16"/>
                  <a:gd name="T21" fmla="*/ 30 h 30"/>
                  <a:gd name="T22" fmla="*/ 14 w 16"/>
                  <a:gd name="T23" fmla="*/ 25 h 30"/>
                  <a:gd name="T24" fmla="*/ 14 w 16"/>
                  <a:gd name="T25" fmla="*/ 21 h 30"/>
                  <a:gd name="T26" fmla="*/ 16 w 16"/>
                  <a:gd name="T27" fmla="*/ 15 h 30"/>
                  <a:gd name="T28" fmla="*/ 14 w 16"/>
                  <a:gd name="T29" fmla="*/ 10 h 30"/>
                  <a:gd name="T30" fmla="*/ 14 w 16"/>
                  <a:gd name="T31" fmla="*/ 6 h 30"/>
                  <a:gd name="T32" fmla="*/ 13 w 16"/>
                  <a:gd name="T33" fmla="*/ 0 h 30"/>
                  <a:gd name="T34" fmla="*/ 11 w 16"/>
                  <a:gd name="T35" fmla="*/ 0 h 30"/>
                  <a:gd name="T36" fmla="*/ 9 w 16"/>
                  <a:gd name="T37" fmla="*/ 4 h 30"/>
                  <a:gd name="T38" fmla="*/ 11 w 16"/>
                  <a:gd name="T39" fmla="*/ 6 h 30"/>
                  <a:gd name="T40" fmla="*/ 11 w 16"/>
                  <a:gd name="T41" fmla="*/ 8 h 30"/>
                  <a:gd name="T42" fmla="*/ 9 w 16"/>
                  <a:gd name="T43" fmla="*/ 6 h 30"/>
                  <a:gd name="T44" fmla="*/ 7 w 16"/>
                  <a:gd name="T45" fmla="*/ 8 h 30"/>
                  <a:gd name="T46" fmla="*/ 1 w 16"/>
                  <a:gd name="T47" fmla="*/ 10 h 30"/>
                  <a:gd name="T48" fmla="*/ 0 w 16"/>
                  <a:gd name="T49" fmla="*/ 13 h 30"/>
                  <a:gd name="T50" fmla="*/ 1 w 16"/>
                  <a:gd name="T51" fmla="*/ 15 h 30"/>
                  <a:gd name="T52" fmla="*/ 0 w 16"/>
                  <a:gd name="T53" fmla="*/ 15 h 30"/>
                  <a:gd name="T54" fmla="*/ 0 w 16"/>
                  <a:gd name="T55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30">
                    <a:moveTo>
                      <a:pt x="0" y="19"/>
                    </a:moveTo>
                    <a:lnTo>
                      <a:pt x="1" y="19"/>
                    </a:lnTo>
                    <a:lnTo>
                      <a:pt x="0" y="19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9" name="Freeform 6328">
                <a:extLst>
                  <a:ext uri="{FF2B5EF4-FFF2-40B4-BE49-F238E27FC236}">
                    <a16:creationId xmlns:a16="http://schemas.microsoft.com/office/drawing/2014/main" id="{597970E0-03D4-4D82-8643-1A135F28AB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43" y="2357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0 h 7"/>
                  <a:gd name="T4" fmla="*/ 1 w 7"/>
                  <a:gd name="T5" fmla="*/ 0 h 7"/>
                  <a:gd name="T6" fmla="*/ 0 w 7"/>
                  <a:gd name="T7" fmla="*/ 4 h 7"/>
                  <a:gd name="T8" fmla="*/ 5 w 7"/>
                  <a:gd name="T9" fmla="*/ 7 h 7"/>
                  <a:gd name="T10" fmla="*/ 7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5" y="7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0" name="Freeform 6329">
                <a:extLst>
                  <a:ext uri="{FF2B5EF4-FFF2-40B4-BE49-F238E27FC236}">
                    <a16:creationId xmlns:a16="http://schemas.microsoft.com/office/drawing/2014/main" id="{CF66BBF8-029A-4FF1-B926-B3EB63E1E1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59" y="2269"/>
                <a:ext cx="22" cy="43"/>
              </a:xfrm>
              <a:custGeom>
                <a:avLst/>
                <a:gdLst>
                  <a:gd name="T0" fmla="*/ 0 w 22"/>
                  <a:gd name="T1" fmla="*/ 10 h 43"/>
                  <a:gd name="T2" fmla="*/ 0 w 22"/>
                  <a:gd name="T3" fmla="*/ 13 h 43"/>
                  <a:gd name="T4" fmla="*/ 2 w 22"/>
                  <a:gd name="T5" fmla="*/ 15 h 43"/>
                  <a:gd name="T6" fmla="*/ 2 w 22"/>
                  <a:gd name="T7" fmla="*/ 17 h 43"/>
                  <a:gd name="T8" fmla="*/ 4 w 22"/>
                  <a:gd name="T9" fmla="*/ 19 h 43"/>
                  <a:gd name="T10" fmla="*/ 4 w 22"/>
                  <a:gd name="T11" fmla="*/ 21 h 43"/>
                  <a:gd name="T12" fmla="*/ 2 w 22"/>
                  <a:gd name="T13" fmla="*/ 23 h 43"/>
                  <a:gd name="T14" fmla="*/ 4 w 22"/>
                  <a:gd name="T15" fmla="*/ 26 h 43"/>
                  <a:gd name="T16" fmla="*/ 5 w 22"/>
                  <a:gd name="T17" fmla="*/ 26 h 43"/>
                  <a:gd name="T18" fmla="*/ 4 w 22"/>
                  <a:gd name="T19" fmla="*/ 26 h 43"/>
                  <a:gd name="T20" fmla="*/ 4 w 22"/>
                  <a:gd name="T21" fmla="*/ 34 h 43"/>
                  <a:gd name="T22" fmla="*/ 4 w 22"/>
                  <a:gd name="T23" fmla="*/ 36 h 43"/>
                  <a:gd name="T24" fmla="*/ 5 w 22"/>
                  <a:gd name="T25" fmla="*/ 41 h 43"/>
                  <a:gd name="T26" fmla="*/ 9 w 22"/>
                  <a:gd name="T27" fmla="*/ 43 h 43"/>
                  <a:gd name="T28" fmla="*/ 9 w 22"/>
                  <a:gd name="T29" fmla="*/ 43 h 43"/>
                  <a:gd name="T30" fmla="*/ 11 w 22"/>
                  <a:gd name="T31" fmla="*/ 43 h 43"/>
                  <a:gd name="T32" fmla="*/ 15 w 22"/>
                  <a:gd name="T33" fmla="*/ 41 h 43"/>
                  <a:gd name="T34" fmla="*/ 15 w 22"/>
                  <a:gd name="T35" fmla="*/ 39 h 43"/>
                  <a:gd name="T36" fmla="*/ 15 w 22"/>
                  <a:gd name="T37" fmla="*/ 37 h 43"/>
                  <a:gd name="T38" fmla="*/ 17 w 22"/>
                  <a:gd name="T39" fmla="*/ 37 h 43"/>
                  <a:gd name="T40" fmla="*/ 18 w 22"/>
                  <a:gd name="T41" fmla="*/ 39 h 43"/>
                  <a:gd name="T42" fmla="*/ 20 w 22"/>
                  <a:gd name="T43" fmla="*/ 39 h 43"/>
                  <a:gd name="T44" fmla="*/ 22 w 22"/>
                  <a:gd name="T45" fmla="*/ 37 h 43"/>
                  <a:gd name="T46" fmla="*/ 22 w 22"/>
                  <a:gd name="T47" fmla="*/ 32 h 43"/>
                  <a:gd name="T48" fmla="*/ 22 w 22"/>
                  <a:gd name="T49" fmla="*/ 30 h 43"/>
                  <a:gd name="T50" fmla="*/ 22 w 22"/>
                  <a:gd name="T51" fmla="*/ 24 h 43"/>
                  <a:gd name="T52" fmla="*/ 22 w 22"/>
                  <a:gd name="T53" fmla="*/ 19 h 43"/>
                  <a:gd name="T54" fmla="*/ 20 w 22"/>
                  <a:gd name="T55" fmla="*/ 17 h 43"/>
                  <a:gd name="T56" fmla="*/ 22 w 22"/>
                  <a:gd name="T57" fmla="*/ 15 h 43"/>
                  <a:gd name="T58" fmla="*/ 22 w 22"/>
                  <a:gd name="T59" fmla="*/ 13 h 43"/>
                  <a:gd name="T60" fmla="*/ 22 w 22"/>
                  <a:gd name="T61" fmla="*/ 10 h 43"/>
                  <a:gd name="T62" fmla="*/ 20 w 22"/>
                  <a:gd name="T63" fmla="*/ 6 h 43"/>
                  <a:gd name="T64" fmla="*/ 17 w 22"/>
                  <a:gd name="T65" fmla="*/ 2 h 43"/>
                  <a:gd name="T66" fmla="*/ 17 w 22"/>
                  <a:gd name="T67" fmla="*/ 4 h 43"/>
                  <a:gd name="T68" fmla="*/ 15 w 22"/>
                  <a:gd name="T69" fmla="*/ 2 h 43"/>
                  <a:gd name="T70" fmla="*/ 11 w 22"/>
                  <a:gd name="T71" fmla="*/ 2 h 43"/>
                  <a:gd name="T72" fmla="*/ 5 w 22"/>
                  <a:gd name="T73" fmla="*/ 8 h 43"/>
                  <a:gd name="T74" fmla="*/ 5 w 22"/>
                  <a:gd name="T75" fmla="*/ 8 h 43"/>
                  <a:gd name="T76" fmla="*/ 2 w 22"/>
                  <a:gd name="T77" fmla="*/ 6 h 43"/>
                  <a:gd name="T78" fmla="*/ 4 w 22"/>
                  <a:gd name="T79" fmla="*/ 6 h 43"/>
                  <a:gd name="T80" fmla="*/ 4 w 22"/>
                  <a:gd name="T81" fmla="*/ 4 h 43"/>
                  <a:gd name="T82" fmla="*/ 5 w 22"/>
                  <a:gd name="T83" fmla="*/ 2 h 43"/>
                  <a:gd name="T84" fmla="*/ 2 w 22"/>
                  <a:gd name="T85" fmla="*/ 0 h 43"/>
                  <a:gd name="T86" fmla="*/ 2 w 22"/>
                  <a:gd name="T87" fmla="*/ 2 h 43"/>
                  <a:gd name="T88" fmla="*/ 0 w 22"/>
                  <a:gd name="T89" fmla="*/ 4 h 43"/>
                  <a:gd name="T90" fmla="*/ 0 w 22"/>
                  <a:gd name="T91" fmla="*/ 6 h 43"/>
                  <a:gd name="T92" fmla="*/ 0 w 22"/>
                  <a:gd name="T93" fmla="*/ 6 h 43"/>
                  <a:gd name="T94" fmla="*/ 0 w 22"/>
                  <a:gd name="T95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43">
                    <a:moveTo>
                      <a:pt x="0" y="10"/>
                    </a:moveTo>
                    <a:lnTo>
                      <a:pt x="0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2" y="23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4" y="26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5" y="41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5" y="41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17" y="37"/>
                    </a:lnTo>
                    <a:lnTo>
                      <a:pt x="18" y="39"/>
                    </a:lnTo>
                    <a:lnTo>
                      <a:pt x="20" y="39"/>
                    </a:lnTo>
                    <a:lnTo>
                      <a:pt x="22" y="37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24"/>
                    </a:lnTo>
                    <a:lnTo>
                      <a:pt x="22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1" name="Freeform 6330">
                <a:extLst>
                  <a:ext uri="{FF2B5EF4-FFF2-40B4-BE49-F238E27FC236}">
                    <a16:creationId xmlns:a16="http://schemas.microsoft.com/office/drawing/2014/main" id="{4B050053-71F1-4767-BE78-B4DAE7B5E9D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2241"/>
                <a:ext cx="9" cy="8"/>
              </a:xfrm>
              <a:custGeom>
                <a:avLst/>
                <a:gdLst>
                  <a:gd name="T0" fmla="*/ 8 w 9"/>
                  <a:gd name="T1" fmla="*/ 6 h 8"/>
                  <a:gd name="T2" fmla="*/ 9 w 9"/>
                  <a:gd name="T3" fmla="*/ 6 h 8"/>
                  <a:gd name="T4" fmla="*/ 9 w 9"/>
                  <a:gd name="T5" fmla="*/ 4 h 8"/>
                  <a:gd name="T6" fmla="*/ 8 w 9"/>
                  <a:gd name="T7" fmla="*/ 0 h 8"/>
                  <a:gd name="T8" fmla="*/ 6 w 9"/>
                  <a:gd name="T9" fmla="*/ 2 h 8"/>
                  <a:gd name="T10" fmla="*/ 4 w 9"/>
                  <a:gd name="T11" fmla="*/ 2 h 8"/>
                  <a:gd name="T12" fmla="*/ 0 w 9"/>
                  <a:gd name="T13" fmla="*/ 6 h 8"/>
                  <a:gd name="T14" fmla="*/ 4 w 9"/>
                  <a:gd name="T15" fmla="*/ 8 h 8"/>
                  <a:gd name="T16" fmla="*/ 8 w 9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2" name="Freeform 6331">
                <a:extLst>
                  <a:ext uri="{FF2B5EF4-FFF2-40B4-BE49-F238E27FC236}">
                    <a16:creationId xmlns:a16="http://schemas.microsoft.com/office/drawing/2014/main" id="{4B1EAF3A-D21F-44D6-9F3F-4A61B91BA2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92" y="2251"/>
                <a:ext cx="8" cy="5"/>
              </a:xfrm>
              <a:custGeom>
                <a:avLst/>
                <a:gdLst>
                  <a:gd name="T0" fmla="*/ 6 w 8"/>
                  <a:gd name="T1" fmla="*/ 0 h 5"/>
                  <a:gd name="T2" fmla="*/ 0 w 8"/>
                  <a:gd name="T3" fmla="*/ 1 h 5"/>
                  <a:gd name="T4" fmla="*/ 8 w 8"/>
                  <a:gd name="T5" fmla="*/ 5 h 5"/>
                  <a:gd name="T6" fmla="*/ 6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lnTo>
                      <a:pt x="0" y="1"/>
                    </a:lnTo>
                    <a:lnTo>
                      <a:pt x="8" y="5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3" name="Freeform 6332">
                <a:extLst>
                  <a:ext uri="{FF2B5EF4-FFF2-40B4-BE49-F238E27FC236}">
                    <a16:creationId xmlns:a16="http://schemas.microsoft.com/office/drawing/2014/main" id="{E02978F2-642C-4239-82B2-51E6E4BEA9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75" y="2306"/>
                <a:ext cx="7" cy="8"/>
              </a:xfrm>
              <a:custGeom>
                <a:avLst/>
                <a:gdLst>
                  <a:gd name="T0" fmla="*/ 6 w 7"/>
                  <a:gd name="T1" fmla="*/ 6 h 8"/>
                  <a:gd name="T2" fmla="*/ 7 w 7"/>
                  <a:gd name="T3" fmla="*/ 2 h 8"/>
                  <a:gd name="T4" fmla="*/ 6 w 7"/>
                  <a:gd name="T5" fmla="*/ 0 h 8"/>
                  <a:gd name="T6" fmla="*/ 0 w 7"/>
                  <a:gd name="T7" fmla="*/ 2 h 8"/>
                  <a:gd name="T8" fmla="*/ 0 w 7"/>
                  <a:gd name="T9" fmla="*/ 6 h 8"/>
                  <a:gd name="T10" fmla="*/ 2 w 7"/>
                  <a:gd name="T11" fmla="*/ 8 h 8"/>
                  <a:gd name="T12" fmla="*/ 6 w 7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lnTo>
                      <a:pt x="7" y="2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4" name="Freeform 6333">
                <a:extLst>
                  <a:ext uri="{FF2B5EF4-FFF2-40B4-BE49-F238E27FC236}">
                    <a16:creationId xmlns:a16="http://schemas.microsoft.com/office/drawing/2014/main" id="{84A8B260-6D3B-4A6F-87F9-58321C23E2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01" y="2292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3 h 5"/>
                  <a:gd name="T4" fmla="*/ 6 w 9"/>
                  <a:gd name="T5" fmla="*/ 0 h 5"/>
                  <a:gd name="T6" fmla="*/ 2 w 9"/>
                  <a:gd name="T7" fmla="*/ 0 h 5"/>
                  <a:gd name="T8" fmla="*/ 0 w 9"/>
                  <a:gd name="T9" fmla="*/ 3 h 5"/>
                  <a:gd name="T10" fmla="*/ 6 w 9"/>
                  <a:gd name="T11" fmla="*/ 3 h 5"/>
                  <a:gd name="T12" fmla="*/ 9 w 9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5" name="Freeform 6334">
                <a:extLst>
                  <a:ext uri="{FF2B5EF4-FFF2-40B4-BE49-F238E27FC236}">
                    <a16:creationId xmlns:a16="http://schemas.microsoft.com/office/drawing/2014/main" id="{DB4DAB7E-4C40-4644-BF73-11B1A5194B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88" y="2295"/>
                <a:ext cx="13" cy="11"/>
              </a:xfrm>
              <a:custGeom>
                <a:avLst/>
                <a:gdLst>
                  <a:gd name="T0" fmla="*/ 4 w 13"/>
                  <a:gd name="T1" fmla="*/ 0 h 11"/>
                  <a:gd name="T2" fmla="*/ 2 w 13"/>
                  <a:gd name="T3" fmla="*/ 2 h 11"/>
                  <a:gd name="T4" fmla="*/ 0 w 13"/>
                  <a:gd name="T5" fmla="*/ 6 h 11"/>
                  <a:gd name="T6" fmla="*/ 4 w 13"/>
                  <a:gd name="T7" fmla="*/ 8 h 11"/>
                  <a:gd name="T8" fmla="*/ 8 w 13"/>
                  <a:gd name="T9" fmla="*/ 11 h 11"/>
                  <a:gd name="T10" fmla="*/ 9 w 13"/>
                  <a:gd name="T11" fmla="*/ 6 h 11"/>
                  <a:gd name="T12" fmla="*/ 13 w 13"/>
                  <a:gd name="T13" fmla="*/ 2 h 11"/>
                  <a:gd name="T14" fmla="*/ 8 w 13"/>
                  <a:gd name="T15" fmla="*/ 0 h 11"/>
                  <a:gd name="T16" fmla="*/ 4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11"/>
                    </a:lnTo>
                    <a:lnTo>
                      <a:pt x="9" y="6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6" name="Freeform 6335">
                <a:extLst>
                  <a:ext uri="{FF2B5EF4-FFF2-40B4-BE49-F238E27FC236}">
                    <a16:creationId xmlns:a16="http://schemas.microsoft.com/office/drawing/2014/main" id="{0003ED77-7B70-4CD1-BFB2-CDF005C8DB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3" y="2346"/>
                <a:ext cx="7" cy="5"/>
              </a:xfrm>
              <a:custGeom>
                <a:avLst/>
                <a:gdLst>
                  <a:gd name="T0" fmla="*/ 2 w 4"/>
                  <a:gd name="T1" fmla="*/ 2 h 3"/>
                  <a:gd name="T2" fmla="*/ 2 w 4"/>
                  <a:gd name="T3" fmla="*/ 2 h 3"/>
                  <a:gd name="T4" fmla="*/ 3 w 4"/>
                  <a:gd name="T5" fmla="*/ 2 h 3"/>
                  <a:gd name="T6" fmla="*/ 4 w 4"/>
                  <a:gd name="T7" fmla="*/ 0 h 3"/>
                  <a:gd name="T8" fmla="*/ 2 w 4"/>
                  <a:gd name="T9" fmla="*/ 0 h 3"/>
                  <a:gd name="T10" fmla="*/ 1 w 4"/>
                  <a:gd name="T11" fmla="*/ 0 h 3"/>
                  <a:gd name="T12" fmla="*/ 0 w 4"/>
                  <a:gd name="T13" fmla="*/ 1 h 3"/>
                  <a:gd name="T14" fmla="*/ 2 w 4"/>
                  <a:gd name="T15" fmla="*/ 3 h 3"/>
                  <a:gd name="T16" fmla="*/ 2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7" name="Freeform 6336">
                <a:extLst>
                  <a:ext uri="{FF2B5EF4-FFF2-40B4-BE49-F238E27FC236}">
                    <a16:creationId xmlns:a16="http://schemas.microsoft.com/office/drawing/2014/main" id="{EA86D95B-07DD-4E87-B611-00FDAD51B6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4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3 w 7"/>
                  <a:gd name="T3" fmla="*/ 3 h 3"/>
                  <a:gd name="T4" fmla="*/ 5 w 7"/>
                  <a:gd name="T5" fmla="*/ 3 h 3"/>
                  <a:gd name="T6" fmla="*/ 7 w 7"/>
                  <a:gd name="T7" fmla="*/ 0 h 3"/>
                  <a:gd name="T8" fmla="*/ 3 w 7"/>
                  <a:gd name="T9" fmla="*/ 0 h 3"/>
                  <a:gd name="T10" fmla="*/ 0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8" name="Freeform 6337">
                <a:extLst>
                  <a:ext uri="{FF2B5EF4-FFF2-40B4-BE49-F238E27FC236}">
                    <a16:creationId xmlns:a16="http://schemas.microsoft.com/office/drawing/2014/main" id="{74F2E884-2B2B-4A67-9926-B5BCE628E0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31"/>
                <a:ext cx="5" cy="11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3 h 6"/>
                  <a:gd name="T6" fmla="*/ 1 w 3"/>
                  <a:gd name="T7" fmla="*/ 2 h 6"/>
                  <a:gd name="T8" fmla="*/ 1 w 3"/>
                  <a:gd name="T9" fmla="*/ 4 h 6"/>
                  <a:gd name="T10" fmla="*/ 2 w 3"/>
                  <a:gd name="T11" fmla="*/ 4 h 6"/>
                  <a:gd name="T12" fmla="*/ 2 w 3"/>
                  <a:gd name="T13" fmla="*/ 4 h 6"/>
                  <a:gd name="T14" fmla="*/ 1 w 3"/>
                  <a:gd name="T15" fmla="*/ 5 h 6"/>
                  <a:gd name="T16" fmla="*/ 3 w 3"/>
                  <a:gd name="T17" fmla="*/ 6 h 6"/>
                  <a:gd name="T18" fmla="*/ 3 w 3"/>
                  <a:gd name="T19" fmla="*/ 3 h 6"/>
                  <a:gd name="T20" fmla="*/ 3 w 3"/>
                  <a:gd name="T21" fmla="*/ 3 h 6"/>
                  <a:gd name="T22" fmla="*/ 3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1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9" name="Freeform 6338">
                <a:extLst>
                  <a:ext uri="{FF2B5EF4-FFF2-40B4-BE49-F238E27FC236}">
                    <a16:creationId xmlns:a16="http://schemas.microsoft.com/office/drawing/2014/main" id="{CB7EEFA3-7D5F-4577-89C3-6A7A1CE93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1" y="2348"/>
                <a:ext cx="11" cy="11"/>
              </a:xfrm>
              <a:custGeom>
                <a:avLst/>
                <a:gdLst>
                  <a:gd name="T0" fmla="*/ 2 w 11"/>
                  <a:gd name="T1" fmla="*/ 11 h 11"/>
                  <a:gd name="T2" fmla="*/ 4 w 11"/>
                  <a:gd name="T3" fmla="*/ 11 h 11"/>
                  <a:gd name="T4" fmla="*/ 6 w 11"/>
                  <a:gd name="T5" fmla="*/ 9 h 11"/>
                  <a:gd name="T6" fmla="*/ 8 w 11"/>
                  <a:gd name="T7" fmla="*/ 7 h 11"/>
                  <a:gd name="T8" fmla="*/ 10 w 11"/>
                  <a:gd name="T9" fmla="*/ 7 h 11"/>
                  <a:gd name="T10" fmla="*/ 10 w 11"/>
                  <a:gd name="T11" fmla="*/ 7 h 11"/>
                  <a:gd name="T12" fmla="*/ 10 w 11"/>
                  <a:gd name="T13" fmla="*/ 5 h 11"/>
                  <a:gd name="T14" fmla="*/ 10 w 11"/>
                  <a:gd name="T15" fmla="*/ 3 h 11"/>
                  <a:gd name="T16" fmla="*/ 11 w 11"/>
                  <a:gd name="T17" fmla="*/ 3 h 11"/>
                  <a:gd name="T18" fmla="*/ 11 w 11"/>
                  <a:gd name="T19" fmla="*/ 0 h 11"/>
                  <a:gd name="T20" fmla="*/ 4 w 11"/>
                  <a:gd name="T21" fmla="*/ 1 h 11"/>
                  <a:gd name="T22" fmla="*/ 0 w 11"/>
                  <a:gd name="T23" fmla="*/ 5 h 11"/>
                  <a:gd name="T24" fmla="*/ 0 w 11"/>
                  <a:gd name="T25" fmla="*/ 7 h 11"/>
                  <a:gd name="T26" fmla="*/ 0 w 11"/>
                  <a:gd name="T27" fmla="*/ 7 h 11"/>
                  <a:gd name="T28" fmla="*/ 0 w 11"/>
                  <a:gd name="T29" fmla="*/ 9 h 11"/>
                  <a:gd name="T30" fmla="*/ 2 w 11"/>
                  <a:gd name="T3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2" y="11"/>
                    </a:move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0" name="Freeform 6339">
                <a:extLst>
                  <a:ext uri="{FF2B5EF4-FFF2-40B4-BE49-F238E27FC236}">
                    <a16:creationId xmlns:a16="http://schemas.microsoft.com/office/drawing/2014/main" id="{D08E36FE-0749-4B56-8AB0-1C374D80B5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14" y="2353"/>
                <a:ext cx="5" cy="15"/>
              </a:xfrm>
              <a:custGeom>
                <a:avLst/>
                <a:gdLst>
                  <a:gd name="T0" fmla="*/ 2 w 5"/>
                  <a:gd name="T1" fmla="*/ 11 h 15"/>
                  <a:gd name="T2" fmla="*/ 2 w 5"/>
                  <a:gd name="T3" fmla="*/ 15 h 15"/>
                  <a:gd name="T4" fmla="*/ 4 w 5"/>
                  <a:gd name="T5" fmla="*/ 13 h 15"/>
                  <a:gd name="T6" fmla="*/ 5 w 5"/>
                  <a:gd name="T7" fmla="*/ 9 h 15"/>
                  <a:gd name="T8" fmla="*/ 4 w 5"/>
                  <a:gd name="T9" fmla="*/ 8 h 15"/>
                  <a:gd name="T10" fmla="*/ 4 w 5"/>
                  <a:gd name="T11" fmla="*/ 8 h 15"/>
                  <a:gd name="T12" fmla="*/ 4 w 5"/>
                  <a:gd name="T13" fmla="*/ 6 h 15"/>
                  <a:gd name="T14" fmla="*/ 4 w 5"/>
                  <a:gd name="T15" fmla="*/ 0 h 15"/>
                  <a:gd name="T16" fmla="*/ 2 w 5"/>
                  <a:gd name="T17" fmla="*/ 6 h 15"/>
                  <a:gd name="T18" fmla="*/ 2 w 5"/>
                  <a:gd name="T19" fmla="*/ 6 h 15"/>
                  <a:gd name="T20" fmla="*/ 0 w 5"/>
                  <a:gd name="T21" fmla="*/ 8 h 15"/>
                  <a:gd name="T22" fmla="*/ 2 w 5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5">
                    <a:moveTo>
                      <a:pt x="2" y="11"/>
                    </a:moveTo>
                    <a:lnTo>
                      <a:pt x="2" y="15"/>
                    </a:lnTo>
                    <a:lnTo>
                      <a:pt x="4" y="13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1" name="Freeform 6340">
                <a:extLst>
                  <a:ext uri="{FF2B5EF4-FFF2-40B4-BE49-F238E27FC236}">
                    <a16:creationId xmlns:a16="http://schemas.microsoft.com/office/drawing/2014/main" id="{3ACB5EC5-17AE-414A-8F85-3A21B323F6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2336"/>
                <a:ext cx="9" cy="8"/>
              </a:xfrm>
              <a:custGeom>
                <a:avLst/>
                <a:gdLst>
                  <a:gd name="T0" fmla="*/ 6 w 9"/>
                  <a:gd name="T1" fmla="*/ 6 h 8"/>
                  <a:gd name="T2" fmla="*/ 7 w 9"/>
                  <a:gd name="T3" fmla="*/ 6 h 8"/>
                  <a:gd name="T4" fmla="*/ 9 w 9"/>
                  <a:gd name="T5" fmla="*/ 4 h 8"/>
                  <a:gd name="T6" fmla="*/ 9 w 9"/>
                  <a:gd name="T7" fmla="*/ 2 h 8"/>
                  <a:gd name="T8" fmla="*/ 7 w 9"/>
                  <a:gd name="T9" fmla="*/ 0 h 8"/>
                  <a:gd name="T10" fmla="*/ 6 w 9"/>
                  <a:gd name="T11" fmla="*/ 2 h 8"/>
                  <a:gd name="T12" fmla="*/ 4 w 9"/>
                  <a:gd name="T13" fmla="*/ 2 h 8"/>
                  <a:gd name="T14" fmla="*/ 2 w 9"/>
                  <a:gd name="T15" fmla="*/ 2 h 8"/>
                  <a:gd name="T16" fmla="*/ 0 w 9"/>
                  <a:gd name="T17" fmla="*/ 6 h 8"/>
                  <a:gd name="T18" fmla="*/ 4 w 9"/>
                  <a:gd name="T19" fmla="*/ 8 h 8"/>
                  <a:gd name="T20" fmla="*/ 6 w 9"/>
                  <a:gd name="T21" fmla="*/ 6 h 8"/>
                  <a:gd name="T22" fmla="*/ 6 w 9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6" y="6"/>
                    </a:moveTo>
                    <a:lnTo>
                      <a:pt x="7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2" name="Freeform 6341">
                <a:extLst>
                  <a:ext uri="{FF2B5EF4-FFF2-40B4-BE49-F238E27FC236}">
                    <a16:creationId xmlns:a16="http://schemas.microsoft.com/office/drawing/2014/main" id="{DA03AB29-B269-4A3E-9C91-5655F0E0A9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2" y="2288"/>
                <a:ext cx="10" cy="7"/>
              </a:xfrm>
              <a:custGeom>
                <a:avLst/>
                <a:gdLst>
                  <a:gd name="T0" fmla="*/ 2 w 10"/>
                  <a:gd name="T1" fmla="*/ 7 h 7"/>
                  <a:gd name="T2" fmla="*/ 4 w 10"/>
                  <a:gd name="T3" fmla="*/ 7 h 7"/>
                  <a:gd name="T4" fmla="*/ 6 w 10"/>
                  <a:gd name="T5" fmla="*/ 7 h 7"/>
                  <a:gd name="T6" fmla="*/ 8 w 10"/>
                  <a:gd name="T7" fmla="*/ 5 h 7"/>
                  <a:gd name="T8" fmla="*/ 10 w 10"/>
                  <a:gd name="T9" fmla="*/ 2 h 7"/>
                  <a:gd name="T10" fmla="*/ 6 w 10"/>
                  <a:gd name="T11" fmla="*/ 0 h 7"/>
                  <a:gd name="T12" fmla="*/ 4 w 10"/>
                  <a:gd name="T13" fmla="*/ 2 h 7"/>
                  <a:gd name="T14" fmla="*/ 4 w 10"/>
                  <a:gd name="T15" fmla="*/ 2 h 7"/>
                  <a:gd name="T16" fmla="*/ 0 w 10"/>
                  <a:gd name="T17" fmla="*/ 2 h 7"/>
                  <a:gd name="T18" fmla="*/ 0 w 10"/>
                  <a:gd name="T19" fmla="*/ 4 h 7"/>
                  <a:gd name="T20" fmla="*/ 0 w 10"/>
                  <a:gd name="T21" fmla="*/ 5 h 7"/>
                  <a:gd name="T22" fmla="*/ 2 w 10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lnTo>
                      <a:pt x="4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3" name="Freeform 6342">
                <a:extLst>
                  <a:ext uri="{FF2B5EF4-FFF2-40B4-BE49-F238E27FC236}">
                    <a16:creationId xmlns:a16="http://schemas.microsoft.com/office/drawing/2014/main" id="{7C47A7EE-8A1A-483B-870A-E7AEB859F59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7" y="2306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2 h 8"/>
                  <a:gd name="T4" fmla="*/ 1 w 5"/>
                  <a:gd name="T5" fmla="*/ 6 h 8"/>
                  <a:gd name="T6" fmla="*/ 1 w 5"/>
                  <a:gd name="T7" fmla="*/ 6 h 8"/>
                  <a:gd name="T8" fmla="*/ 3 w 5"/>
                  <a:gd name="T9" fmla="*/ 8 h 8"/>
                  <a:gd name="T10" fmla="*/ 5 w 5"/>
                  <a:gd name="T11" fmla="*/ 8 h 8"/>
                  <a:gd name="T12" fmla="*/ 5 w 5"/>
                  <a:gd name="T13" fmla="*/ 2 h 8"/>
                  <a:gd name="T14" fmla="*/ 3 w 5"/>
                  <a:gd name="T15" fmla="*/ 2 h 8"/>
                  <a:gd name="T16" fmla="*/ 1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4" name="Freeform 6343">
                <a:extLst>
                  <a:ext uri="{FF2B5EF4-FFF2-40B4-BE49-F238E27FC236}">
                    <a16:creationId xmlns:a16="http://schemas.microsoft.com/office/drawing/2014/main" id="{E1513DD1-9496-4C90-8980-95BCCF5B52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2359"/>
                <a:ext cx="39" cy="15"/>
              </a:xfrm>
              <a:custGeom>
                <a:avLst/>
                <a:gdLst>
                  <a:gd name="T0" fmla="*/ 2 w 39"/>
                  <a:gd name="T1" fmla="*/ 3 h 15"/>
                  <a:gd name="T2" fmla="*/ 2 w 39"/>
                  <a:gd name="T3" fmla="*/ 0 h 15"/>
                  <a:gd name="T4" fmla="*/ 0 w 39"/>
                  <a:gd name="T5" fmla="*/ 5 h 15"/>
                  <a:gd name="T6" fmla="*/ 0 w 39"/>
                  <a:gd name="T7" fmla="*/ 7 h 15"/>
                  <a:gd name="T8" fmla="*/ 0 w 39"/>
                  <a:gd name="T9" fmla="*/ 11 h 15"/>
                  <a:gd name="T10" fmla="*/ 4 w 39"/>
                  <a:gd name="T11" fmla="*/ 11 h 15"/>
                  <a:gd name="T12" fmla="*/ 8 w 39"/>
                  <a:gd name="T13" fmla="*/ 11 h 15"/>
                  <a:gd name="T14" fmla="*/ 10 w 39"/>
                  <a:gd name="T15" fmla="*/ 11 h 15"/>
                  <a:gd name="T16" fmla="*/ 11 w 39"/>
                  <a:gd name="T17" fmla="*/ 11 h 15"/>
                  <a:gd name="T18" fmla="*/ 13 w 39"/>
                  <a:gd name="T19" fmla="*/ 11 h 15"/>
                  <a:gd name="T20" fmla="*/ 17 w 39"/>
                  <a:gd name="T21" fmla="*/ 13 h 15"/>
                  <a:gd name="T22" fmla="*/ 17 w 39"/>
                  <a:gd name="T23" fmla="*/ 15 h 15"/>
                  <a:gd name="T24" fmla="*/ 23 w 39"/>
                  <a:gd name="T25" fmla="*/ 15 h 15"/>
                  <a:gd name="T26" fmla="*/ 25 w 39"/>
                  <a:gd name="T27" fmla="*/ 13 h 15"/>
                  <a:gd name="T28" fmla="*/ 28 w 39"/>
                  <a:gd name="T29" fmla="*/ 13 h 15"/>
                  <a:gd name="T30" fmla="*/ 32 w 39"/>
                  <a:gd name="T31" fmla="*/ 13 h 15"/>
                  <a:gd name="T32" fmla="*/ 36 w 39"/>
                  <a:gd name="T33" fmla="*/ 13 h 15"/>
                  <a:gd name="T34" fmla="*/ 39 w 39"/>
                  <a:gd name="T35" fmla="*/ 11 h 15"/>
                  <a:gd name="T36" fmla="*/ 39 w 39"/>
                  <a:gd name="T37" fmla="*/ 9 h 15"/>
                  <a:gd name="T38" fmla="*/ 39 w 39"/>
                  <a:gd name="T39" fmla="*/ 7 h 15"/>
                  <a:gd name="T40" fmla="*/ 39 w 39"/>
                  <a:gd name="T41" fmla="*/ 2 h 15"/>
                  <a:gd name="T42" fmla="*/ 38 w 39"/>
                  <a:gd name="T43" fmla="*/ 7 h 15"/>
                  <a:gd name="T44" fmla="*/ 38 w 39"/>
                  <a:gd name="T45" fmla="*/ 7 h 15"/>
                  <a:gd name="T46" fmla="*/ 36 w 39"/>
                  <a:gd name="T47" fmla="*/ 9 h 15"/>
                  <a:gd name="T48" fmla="*/ 36 w 39"/>
                  <a:gd name="T49" fmla="*/ 7 h 15"/>
                  <a:gd name="T50" fmla="*/ 34 w 39"/>
                  <a:gd name="T51" fmla="*/ 7 h 15"/>
                  <a:gd name="T52" fmla="*/ 34 w 39"/>
                  <a:gd name="T53" fmla="*/ 7 h 15"/>
                  <a:gd name="T54" fmla="*/ 32 w 39"/>
                  <a:gd name="T55" fmla="*/ 5 h 15"/>
                  <a:gd name="T56" fmla="*/ 30 w 39"/>
                  <a:gd name="T57" fmla="*/ 5 h 15"/>
                  <a:gd name="T58" fmla="*/ 26 w 39"/>
                  <a:gd name="T59" fmla="*/ 5 h 15"/>
                  <a:gd name="T60" fmla="*/ 25 w 39"/>
                  <a:gd name="T61" fmla="*/ 3 h 15"/>
                  <a:gd name="T62" fmla="*/ 19 w 39"/>
                  <a:gd name="T63" fmla="*/ 3 h 15"/>
                  <a:gd name="T64" fmla="*/ 15 w 39"/>
                  <a:gd name="T65" fmla="*/ 5 h 15"/>
                  <a:gd name="T66" fmla="*/ 13 w 39"/>
                  <a:gd name="T67" fmla="*/ 5 h 15"/>
                  <a:gd name="T68" fmla="*/ 13 w 39"/>
                  <a:gd name="T69" fmla="*/ 5 h 15"/>
                  <a:gd name="T70" fmla="*/ 11 w 39"/>
                  <a:gd name="T71" fmla="*/ 3 h 15"/>
                  <a:gd name="T72" fmla="*/ 10 w 39"/>
                  <a:gd name="T73" fmla="*/ 2 h 15"/>
                  <a:gd name="T74" fmla="*/ 6 w 39"/>
                  <a:gd name="T75" fmla="*/ 2 h 15"/>
                  <a:gd name="T76" fmla="*/ 6 w 39"/>
                  <a:gd name="T77" fmla="*/ 2 h 15"/>
                  <a:gd name="T78" fmla="*/ 4 w 39"/>
                  <a:gd name="T79" fmla="*/ 2 h 15"/>
                  <a:gd name="T80" fmla="*/ 2 w 39"/>
                  <a:gd name="T8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15">
                    <a:moveTo>
                      <a:pt x="2" y="3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5" y="13"/>
                    </a:lnTo>
                    <a:lnTo>
                      <a:pt x="28" y="13"/>
                    </a:lnTo>
                    <a:lnTo>
                      <a:pt x="32" y="13"/>
                    </a:lnTo>
                    <a:lnTo>
                      <a:pt x="36" y="13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39" y="2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6" y="5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5" name="Freeform 6344">
                <a:extLst>
                  <a:ext uri="{FF2B5EF4-FFF2-40B4-BE49-F238E27FC236}">
                    <a16:creationId xmlns:a16="http://schemas.microsoft.com/office/drawing/2014/main" id="{6D765977-E545-4C76-9507-B5C4D415CC7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888" y="2280"/>
                <a:ext cx="11" cy="10"/>
              </a:xfrm>
              <a:custGeom>
                <a:avLst/>
                <a:gdLst>
                  <a:gd name="T0" fmla="*/ 9 w 11"/>
                  <a:gd name="T1" fmla="*/ 8 h 10"/>
                  <a:gd name="T2" fmla="*/ 11 w 11"/>
                  <a:gd name="T3" fmla="*/ 6 h 10"/>
                  <a:gd name="T4" fmla="*/ 7 w 11"/>
                  <a:gd name="T5" fmla="*/ 4 h 10"/>
                  <a:gd name="T6" fmla="*/ 7 w 11"/>
                  <a:gd name="T7" fmla="*/ 4 h 10"/>
                  <a:gd name="T8" fmla="*/ 7 w 11"/>
                  <a:gd name="T9" fmla="*/ 2 h 10"/>
                  <a:gd name="T10" fmla="*/ 4 w 11"/>
                  <a:gd name="T11" fmla="*/ 0 h 10"/>
                  <a:gd name="T12" fmla="*/ 2 w 11"/>
                  <a:gd name="T13" fmla="*/ 0 h 10"/>
                  <a:gd name="T14" fmla="*/ 0 w 11"/>
                  <a:gd name="T15" fmla="*/ 4 h 10"/>
                  <a:gd name="T16" fmla="*/ 4 w 11"/>
                  <a:gd name="T17" fmla="*/ 4 h 10"/>
                  <a:gd name="T18" fmla="*/ 2 w 11"/>
                  <a:gd name="T19" fmla="*/ 8 h 10"/>
                  <a:gd name="T20" fmla="*/ 5 w 11"/>
                  <a:gd name="T21" fmla="*/ 10 h 10"/>
                  <a:gd name="T22" fmla="*/ 9 w 11"/>
                  <a:gd name="T23" fmla="*/ 8 h 10"/>
                  <a:gd name="T24" fmla="*/ 7 w 11"/>
                  <a:gd name="T25" fmla="*/ 4 h 10"/>
                  <a:gd name="T26" fmla="*/ 5 w 11"/>
                  <a:gd name="T27" fmla="*/ 4 h 10"/>
                  <a:gd name="T28" fmla="*/ 5 w 11"/>
                  <a:gd name="T29" fmla="*/ 4 h 10"/>
                  <a:gd name="T30" fmla="*/ 7 w 11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0">
                    <a:moveTo>
                      <a:pt x="9" y="8"/>
                    </a:moveTo>
                    <a:lnTo>
                      <a:pt x="11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9" y="8"/>
                    </a:lnTo>
                    <a:close/>
                    <a:moveTo>
                      <a:pt x="7" y="4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6" name="Freeform 6345">
                <a:extLst>
                  <a:ext uri="{FF2B5EF4-FFF2-40B4-BE49-F238E27FC236}">
                    <a16:creationId xmlns:a16="http://schemas.microsoft.com/office/drawing/2014/main" id="{9158ED62-D073-4A46-8987-65F3CB82BA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5" y="2359"/>
                <a:ext cx="33" cy="20"/>
              </a:xfrm>
              <a:custGeom>
                <a:avLst/>
                <a:gdLst>
                  <a:gd name="T0" fmla="*/ 31 w 33"/>
                  <a:gd name="T1" fmla="*/ 3 h 20"/>
                  <a:gd name="T2" fmla="*/ 33 w 33"/>
                  <a:gd name="T3" fmla="*/ 2 h 20"/>
                  <a:gd name="T4" fmla="*/ 31 w 33"/>
                  <a:gd name="T5" fmla="*/ 0 h 20"/>
                  <a:gd name="T6" fmla="*/ 29 w 33"/>
                  <a:gd name="T7" fmla="*/ 0 h 20"/>
                  <a:gd name="T8" fmla="*/ 26 w 33"/>
                  <a:gd name="T9" fmla="*/ 3 h 20"/>
                  <a:gd name="T10" fmla="*/ 20 w 33"/>
                  <a:gd name="T11" fmla="*/ 5 h 20"/>
                  <a:gd name="T12" fmla="*/ 16 w 33"/>
                  <a:gd name="T13" fmla="*/ 5 h 20"/>
                  <a:gd name="T14" fmla="*/ 13 w 33"/>
                  <a:gd name="T15" fmla="*/ 3 h 20"/>
                  <a:gd name="T16" fmla="*/ 9 w 33"/>
                  <a:gd name="T17" fmla="*/ 3 h 20"/>
                  <a:gd name="T18" fmla="*/ 9 w 33"/>
                  <a:gd name="T19" fmla="*/ 7 h 20"/>
                  <a:gd name="T20" fmla="*/ 9 w 33"/>
                  <a:gd name="T21" fmla="*/ 7 h 20"/>
                  <a:gd name="T22" fmla="*/ 7 w 33"/>
                  <a:gd name="T23" fmla="*/ 7 h 20"/>
                  <a:gd name="T24" fmla="*/ 5 w 33"/>
                  <a:gd name="T25" fmla="*/ 7 h 20"/>
                  <a:gd name="T26" fmla="*/ 3 w 33"/>
                  <a:gd name="T27" fmla="*/ 9 h 20"/>
                  <a:gd name="T28" fmla="*/ 0 w 33"/>
                  <a:gd name="T29" fmla="*/ 9 h 20"/>
                  <a:gd name="T30" fmla="*/ 0 w 33"/>
                  <a:gd name="T31" fmla="*/ 13 h 20"/>
                  <a:gd name="T32" fmla="*/ 3 w 33"/>
                  <a:gd name="T33" fmla="*/ 16 h 20"/>
                  <a:gd name="T34" fmla="*/ 7 w 33"/>
                  <a:gd name="T35" fmla="*/ 18 h 20"/>
                  <a:gd name="T36" fmla="*/ 11 w 33"/>
                  <a:gd name="T37" fmla="*/ 18 h 20"/>
                  <a:gd name="T38" fmla="*/ 13 w 33"/>
                  <a:gd name="T39" fmla="*/ 20 h 20"/>
                  <a:gd name="T40" fmla="*/ 15 w 33"/>
                  <a:gd name="T41" fmla="*/ 18 h 20"/>
                  <a:gd name="T42" fmla="*/ 16 w 33"/>
                  <a:gd name="T43" fmla="*/ 16 h 20"/>
                  <a:gd name="T44" fmla="*/ 20 w 33"/>
                  <a:gd name="T45" fmla="*/ 15 h 20"/>
                  <a:gd name="T46" fmla="*/ 22 w 33"/>
                  <a:gd name="T47" fmla="*/ 15 h 20"/>
                  <a:gd name="T48" fmla="*/ 26 w 33"/>
                  <a:gd name="T49" fmla="*/ 15 h 20"/>
                  <a:gd name="T50" fmla="*/ 28 w 33"/>
                  <a:gd name="T51" fmla="*/ 11 h 20"/>
                  <a:gd name="T52" fmla="*/ 26 w 33"/>
                  <a:gd name="T53" fmla="*/ 9 h 20"/>
                  <a:gd name="T54" fmla="*/ 28 w 33"/>
                  <a:gd name="T55" fmla="*/ 5 h 20"/>
                  <a:gd name="T56" fmla="*/ 31 w 33"/>
                  <a:gd name="T5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3" h="20">
                    <a:moveTo>
                      <a:pt x="31" y="3"/>
                    </a:moveTo>
                    <a:lnTo>
                      <a:pt x="33" y="2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3"/>
                    </a:lnTo>
                    <a:lnTo>
                      <a:pt x="9" y="3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6" y="16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6" y="15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8" y="5"/>
                    </a:lnTo>
                    <a:lnTo>
                      <a:pt x="3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7" name="Freeform 6346">
                <a:extLst>
                  <a:ext uri="{FF2B5EF4-FFF2-40B4-BE49-F238E27FC236}">
                    <a16:creationId xmlns:a16="http://schemas.microsoft.com/office/drawing/2014/main" id="{D9B5A2EF-599D-44AD-831A-4600843FE3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6" y="2323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0 w 7"/>
                  <a:gd name="T3" fmla="*/ 2 h 6"/>
                  <a:gd name="T4" fmla="*/ 0 w 7"/>
                  <a:gd name="T5" fmla="*/ 4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8" name="Freeform 6347">
                <a:extLst>
                  <a:ext uri="{FF2B5EF4-FFF2-40B4-BE49-F238E27FC236}">
                    <a16:creationId xmlns:a16="http://schemas.microsoft.com/office/drawing/2014/main" id="{21313286-3A30-4D15-B58D-7E1C1836DCA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2" y="230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6 w 10"/>
                  <a:gd name="T5" fmla="*/ 0 h 8"/>
                  <a:gd name="T6" fmla="*/ 0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10" y="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9" name="Freeform 6348">
                <a:extLst>
                  <a:ext uri="{FF2B5EF4-FFF2-40B4-BE49-F238E27FC236}">
                    <a16:creationId xmlns:a16="http://schemas.microsoft.com/office/drawing/2014/main" id="{29AB8B56-CCF9-4609-AFDC-16DE7BD2C0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0" y="231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6 h 6"/>
                  <a:gd name="T4" fmla="*/ 4 w 8"/>
                  <a:gd name="T5" fmla="*/ 6 h 6"/>
                  <a:gd name="T6" fmla="*/ 8 w 8"/>
                  <a:gd name="T7" fmla="*/ 6 h 6"/>
                  <a:gd name="T8" fmla="*/ 4 w 8"/>
                  <a:gd name="T9" fmla="*/ 2 h 6"/>
                  <a:gd name="T10" fmla="*/ 0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0" name="Freeform 6349">
                <a:extLst>
                  <a:ext uri="{FF2B5EF4-FFF2-40B4-BE49-F238E27FC236}">
                    <a16:creationId xmlns:a16="http://schemas.microsoft.com/office/drawing/2014/main" id="{9D3FCC0E-255E-40C6-8424-CB4BD866D0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95" y="230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6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6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1" name="Freeform 6350">
                <a:extLst>
                  <a:ext uri="{FF2B5EF4-FFF2-40B4-BE49-F238E27FC236}">
                    <a16:creationId xmlns:a16="http://schemas.microsoft.com/office/drawing/2014/main" id="{F58FA523-A23D-4968-8926-5086286397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03"/>
                <a:ext cx="10" cy="4"/>
              </a:xfrm>
              <a:custGeom>
                <a:avLst/>
                <a:gdLst>
                  <a:gd name="T0" fmla="*/ 3 w 5"/>
                  <a:gd name="T1" fmla="*/ 2 h 2"/>
                  <a:gd name="T2" fmla="*/ 3 w 5"/>
                  <a:gd name="T3" fmla="*/ 2 h 2"/>
                  <a:gd name="T4" fmla="*/ 4 w 5"/>
                  <a:gd name="T5" fmla="*/ 2 h 2"/>
                  <a:gd name="T6" fmla="*/ 5 w 5"/>
                  <a:gd name="T7" fmla="*/ 2 h 2"/>
                  <a:gd name="T8" fmla="*/ 3 w 5"/>
                  <a:gd name="T9" fmla="*/ 0 h 2"/>
                  <a:gd name="T10" fmla="*/ 0 w 5"/>
                  <a:gd name="T11" fmla="*/ 0 h 2"/>
                  <a:gd name="T12" fmla="*/ 1 w 5"/>
                  <a:gd name="T13" fmla="*/ 2 h 2"/>
                  <a:gd name="T14" fmla="*/ 3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2" name="Freeform 6351">
                <a:extLst>
                  <a:ext uri="{FF2B5EF4-FFF2-40B4-BE49-F238E27FC236}">
                    <a16:creationId xmlns:a16="http://schemas.microsoft.com/office/drawing/2014/main" id="{0E9F474E-38A1-4492-9965-254507CA70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3" y="2467"/>
                <a:ext cx="9" cy="9"/>
              </a:xfrm>
              <a:custGeom>
                <a:avLst/>
                <a:gdLst>
                  <a:gd name="T0" fmla="*/ 4 w 9"/>
                  <a:gd name="T1" fmla="*/ 4 h 9"/>
                  <a:gd name="T2" fmla="*/ 0 w 9"/>
                  <a:gd name="T3" fmla="*/ 9 h 9"/>
                  <a:gd name="T4" fmla="*/ 4 w 9"/>
                  <a:gd name="T5" fmla="*/ 9 h 9"/>
                  <a:gd name="T6" fmla="*/ 7 w 9"/>
                  <a:gd name="T7" fmla="*/ 9 h 9"/>
                  <a:gd name="T8" fmla="*/ 9 w 9"/>
                  <a:gd name="T9" fmla="*/ 4 h 9"/>
                  <a:gd name="T10" fmla="*/ 9 w 9"/>
                  <a:gd name="T11" fmla="*/ 0 h 9"/>
                  <a:gd name="T12" fmla="*/ 4 w 9"/>
                  <a:gd name="T13" fmla="*/ 2 h 9"/>
                  <a:gd name="T14" fmla="*/ 4 w 9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4" y="4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3" name="Freeform 6352">
                <a:extLst>
                  <a:ext uri="{FF2B5EF4-FFF2-40B4-BE49-F238E27FC236}">
                    <a16:creationId xmlns:a16="http://schemas.microsoft.com/office/drawing/2014/main" id="{F4561CA0-AF74-4522-8FC6-794BD383BB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6" y="2463"/>
                <a:ext cx="6" cy="8"/>
              </a:xfrm>
              <a:custGeom>
                <a:avLst/>
                <a:gdLst>
                  <a:gd name="T0" fmla="*/ 1 w 3"/>
                  <a:gd name="T1" fmla="*/ 1 h 4"/>
                  <a:gd name="T2" fmla="*/ 0 w 3"/>
                  <a:gd name="T3" fmla="*/ 1 h 4"/>
                  <a:gd name="T4" fmla="*/ 1 w 3"/>
                  <a:gd name="T5" fmla="*/ 2 h 4"/>
                  <a:gd name="T6" fmla="*/ 1 w 3"/>
                  <a:gd name="T7" fmla="*/ 4 h 4"/>
                  <a:gd name="T8" fmla="*/ 2 w 3"/>
                  <a:gd name="T9" fmla="*/ 4 h 4"/>
                  <a:gd name="T10" fmla="*/ 3 w 3"/>
                  <a:gd name="T11" fmla="*/ 4 h 4"/>
                  <a:gd name="T12" fmla="*/ 3 w 3"/>
                  <a:gd name="T13" fmla="*/ 3 h 4"/>
                  <a:gd name="T14" fmla="*/ 3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  <a:gd name="T20" fmla="*/ 1 w 3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4" name="Freeform 6353">
                <a:extLst>
                  <a:ext uri="{FF2B5EF4-FFF2-40B4-BE49-F238E27FC236}">
                    <a16:creationId xmlns:a16="http://schemas.microsoft.com/office/drawing/2014/main" id="{2DA51CC4-17E3-47B8-8FE7-1F57AAE814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4" y="2472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2 w 10"/>
                  <a:gd name="T3" fmla="*/ 0 h 10"/>
                  <a:gd name="T4" fmla="*/ 0 w 10"/>
                  <a:gd name="T5" fmla="*/ 6 h 10"/>
                  <a:gd name="T6" fmla="*/ 4 w 10"/>
                  <a:gd name="T7" fmla="*/ 10 h 10"/>
                  <a:gd name="T8" fmla="*/ 6 w 10"/>
                  <a:gd name="T9" fmla="*/ 8 h 10"/>
                  <a:gd name="T10" fmla="*/ 10 w 10"/>
                  <a:gd name="T11" fmla="*/ 6 h 10"/>
                  <a:gd name="T12" fmla="*/ 8 w 10"/>
                  <a:gd name="T13" fmla="*/ 2 h 10"/>
                  <a:gd name="T14" fmla="*/ 6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5" name="Freeform 6354">
                <a:extLst>
                  <a:ext uri="{FF2B5EF4-FFF2-40B4-BE49-F238E27FC236}">
                    <a16:creationId xmlns:a16="http://schemas.microsoft.com/office/drawing/2014/main" id="{B582E0CC-7491-4211-B670-90D9BC28E4F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0" y="2459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0 h 8"/>
                  <a:gd name="T4" fmla="*/ 2 w 11"/>
                  <a:gd name="T5" fmla="*/ 0 h 8"/>
                  <a:gd name="T6" fmla="*/ 0 w 11"/>
                  <a:gd name="T7" fmla="*/ 8 h 8"/>
                  <a:gd name="T8" fmla="*/ 6 w 11"/>
                  <a:gd name="T9" fmla="*/ 4 h 8"/>
                  <a:gd name="T10" fmla="*/ 11 w 11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6" y="4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6" name="Freeform 6355">
                <a:extLst>
                  <a:ext uri="{FF2B5EF4-FFF2-40B4-BE49-F238E27FC236}">
                    <a16:creationId xmlns:a16="http://schemas.microsoft.com/office/drawing/2014/main" id="{1BF36A5D-ADA7-42FD-A83C-6FFEE08235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69"/>
                <a:ext cx="15" cy="9"/>
              </a:xfrm>
              <a:custGeom>
                <a:avLst/>
                <a:gdLst>
                  <a:gd name="T0" fmla="*/ 15 w 15"/>
                  <a:gd name="T1" fmla="*/ 5 h 9"/>
                  <a:gd name="T2" fmla="*/ 15 w 15"/>
                  <a:gd name="T3" fmla="*/ 0 h 9"/>
                  <a:gd name="T4" fmla="*/ 12 w 15"/>
                  <a:gd name="T5" fmla="*/ 0 h 9"/>
                  <a:gd name="T6" fmla="*/ 10 w 15"/>
                  <a:gd name="T7" fmla="*/ 2 h 9"/>
                  <a:gd name="T8" fmla="*/ 8 w 15"/>
                  <a:gd name="T9" fmla="*/ 2 h 9"/>
                  <a:gd name="T10" fmla="*/ 4 w 15"/>
                  <a:gd name="T11" fmla="*/ 2 h 9"/>
                  <a:gd name="T12" fmla="*/ 0 w 15"/>
                  <a:gd name="T13" fmla="*/ 3 h 9"/>
                  <a:gd name="T14" fmla="*/ 4 w 15"/>
                  <a:gd name="T15" fmla="*/ 7 h 9"/>
                  <a:gd name="T16" fmla="*/ 6 w 15"/>
                  <a:gd name="T17" fmla="*/ 9 h 9"/>
                  <a:gd name="T18" fmla="*/ 12 w 15"/>
                  <a:gd name="T19" fmla="*/ 5 h 9"/>
                  <a:gd name="T20" fmla="*/ 15 w 15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9">
                    <a:moveTo>
                      <a:pt x="15" y="5"/>
                    </a:moveTo>
                    <a:lnTo>
                      <a:pt x="15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12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7" name="Freeform 6356">
                <a:extLst>
                  <a:ext uri="{FF2B5EF4-FFF2-40B4-BE49-F238E27FC236}">
                    <a16:creationId xmlns:a16="http://schemas.microsoft.com/office/drawing/2014/main" id="{0B430665-4C4B-4585-8A86-62D05538FC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4" y="247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2 h 6"/>
                  <a:gd name="T6" fmla="*/ 2 w 6"/>
                  <a:gd name="T7" fmla="*/ 4 h 6"/>
                  <a:gd name="T8" fmla="*/ 4 w 6"/>
                  <a:gd name="T9" fmla="*/ 6 h 6"/>
                  <a:gd name="T10" fmla="*/ 6 w 6"/>
                  <a:gd name="T11" fmla="*/ 4 h 6"/>
                  <a:gd name="T12" fmla="*/ 6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8" name="Freeform 6357">
                <a:extLst>
                  <a:ext uri="{FF2B5EF4-FFF2-40B4-BE49-F238E27FC236}">
                    <a16:creationId xmlns:a16="http://schemas.microsoft.com/office/drawing/2014/main" id="{F04F6EC8-7810-45FD-9755-42539CE7EE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4" y="247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2 w 9"/>
                  <a:gd name="T3" fmla="*/ 4 h 10"/>
                  <a:gd name="T4" fmla="*/ 2 w 9"/>
                  <a:gd name="T5" fmla="*/ 4 h 10"/>
                  <a:gd name="T6" fmla="*/ 9 w 9"/>
                  <a:gd name="T7" fmla="*/ 10 h 10"/>
                  <a:gd name="T8" fmla="*/ 5 w 9"/>
                  <a:gd name="T9" fmla="*/ 4 h 10"/>
                  <a:gd name="T10" fmla="*/ 5 w 9"/>
                  <a:gd name="T11" fmla="*/ 4 h 10"/>
                  <a:gd name="T12" fmla="*/ 3 w 9"/>
                  <a:gd name="T13" fmla="*/ 2 h 10"/>
                  <a:gd name="T14" fmla="*/ 2 w 9"/>
                  <a:gd name="T15" fmla="*/ 0 h 10"/>
                  <a:gd name="T16" fmla="*/ 0 w 9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9" name="Freeform 6358">
                <a:extLst>
                  <a:ext uri="{FF2B5EF4-FFF2-40B4-BE49-F238E27FC236}">
                    <a16:creationId xmlns:a16="http://schemas.microsoft.com/office/drawing/2014/main" id="{A3C3414F-2AF0-45A7-A337-2E99A9296D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0" y="2627"/>
                <a:ext cx="11" cy="11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2 w 6"/>
                  <a:gd name="T5" fmla="*/ 0 h 6"/>
                  <a:gd name="T6" fmla="*/ 0 w 6"/>
                  <a:gd name="T7" fmla="*/ 1 h 6"/>
                  <a:gd name="T8" fmla="*/ 1 w 6"/>
                  <a:gd name="T9" fmla="*/ 3 h 6"/>
                  <a:gd name="T10" fmla="*/ 1 w 6"/>
                  <a:gd name="T11" fmla="*/ 3 h 6"/>
                  <a:gd name="T12" fmla="*/ 2 w 6"/>
                  <a:gd name="T13" fmla="*/ 3 h 6"/>
                  <a:gd name="T14" fmla="*/ 3 w 6"/>
                  <a:gd name="T15" fmla="*/ 3 h 6"/>
                  <a:gd name="T16" fmla="*/ 3 w 6"/>
                  <a:gd name="T17" fmla="*/ 2 h 6"/>
                  <a:gd name="T18" fmla="*/ 3 w 6"/>
                  <a:gd name="T19" fmla="*/ 3 h 6"/>
                  <a:gd name="T20" fmla="*/ 5 w 6"/>
                  <a:gd name="T21" fmla="*/ 6 h 6"/>
                  <a:gd name="T22" fmla="*/ 5 w 6"/>
                  <a:gd name="T23" fmla="*/ 4 h 6"/>
                  <a:gd name="T24" fmla="*/ 6 w 6"/>
                  <a:gd name="T25" fmla="*/ 4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1 h 6"/>
                  <a:gd name="T32" fmla="*/ 4 w 6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0" name="Freeform 6359">
                <a:extLst>
                  <a:ext uri="{FF2B5EF4-FFF2-40B4-BE49-F238E27FC236}">
                    <a16:creationId xmlns:a16="http://schemas.microsoft.com/office/drawing/2014/main" id="{1D325C2D-FDA9-41A4-A48D-33FF12730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4" y="2629"/>
                <a:ext cx="3" cy="9"/>
              </a:xfrm>
              <a:custGeom>
                <a:avLst/>
                <a:gdLst>
                  <a:gd name="T0" fmla="*/ 3 w 3"/>
                  <a:gd name="T1" fmla="*/ 6 h 9"/>
                  <a:gd name="T2" fmla="*/ 3 w 3"/>
                  <a:gd name="T3" fmla="*/ 0 h 9"/>
                  <a:gd name="T4" fmla="*/ 0 w 3"/>
                  <a:gd name="T5" fmla="*/ 4 h 9"/>
                  <a:gd name="T6" fmla="*/ 2 w 3"/>
                  <a:gd name="T7" fmla="*/ 9 h 9"/>
                  <a:gd name="T8" fmla="*/ 3 w 3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6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1" name="Freeform 6360">
                <a:extLst>
                  <a:ext uri="{FF2B5EF4-FFF2-40B4-BE49-F238E27FC236}">
                    <a16:creationId xmlns:a16="http://schemas.microsoft.com/office/drawing/2014/main" id="{626A1A91-8D5A-4D2A-8AD9-CF78901D3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2" y="2640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2 h 6"/>
                  <a:gd name="T4" fmla="*/ 2 w 7"/>
                  <a:gd name="T5" fmla="*/ 6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2" name="Freeform 6361">
                <a:extLst>
                  <a:ext uri="{FF2B5EF4-FFF2-40B4-BE49-F238E27FC236}">
                    <a16:creationId xmlns:a16="http://schemas.microsoft.com/office/drawing/2014/main" id="{A1829C19-B04C-4D13-BB26-D32FF9E556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0" y="2653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6 h 6"/>
                  <a:gd name="T4" fmla="*/ 6 w 6"/>
                  <a:gd name="T5" fmla="*/ 4 h 6"/>
                  <a:gd name="T6" fmla="*/ 2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3" name="Freeform 6362">
                <a:extLst>
                  <a:ext uri="{FF2B5EF4-FFF2-40B4-BE49-F238E27FC236}">
                    <a16:creationId xmlns:a16="http://schemas.microsoft.com/office/drawing/2014/main" id="{19A6DEE5-3F5C-4A91-B16E-FAB62F4FD4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1" y="2653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3 w 9"/>
                  <a:gd name="T3" fmla="*/ 4 h 10"/>
                  <a:gd name="T4" fmla="*/ 3 w 9"/>
                  <a:gd name="T5" fmla="*/ 8 h 10"/>
                  <a:gd name="T6" fmla="*/ 7 w 9"/>
                  <a:gd name="T7" fmla="*/ 10 h 10"/>
                  <a:gd name="T8" fmla="*/ 9 w 9"/>
                  <a:gd name="T9" fmla="*/ 6 h 10"/>
                  <a:gd name="T10" fmla="*/ 5 w 9"/>
                  <a:gd name="T11" fmla="*/ 2 h 10"/>
                  <a:gd name="T12" fmla="*/ 0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3" y="4"/>
                    </a:lnTo>
                    <a:lnTo>
                      <a:pt x="3" y="8"/>
                    </a:lnTo>
                    <a:lnTo>
                      <a:pt x="7" y="10"/>
                    </a:lnTo>
                    <a:lnTo>
                      <a:pt x="9" y="6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4" name="Freeform 6363">
                <a:extLst>
                  <a:ext uri="{FF2B5EF4-FFF2-40B4-BE49-F238E27FC236}">
                    <a16:creationId xmlns:a16="http://schemas.microsoft.com/office/drawing/2014/main" id="{28B03331-5E55-4BA9-8724-9A6A575991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5" y="2633"/>
                <a:ext cx="11" cy="5"/>
              </a:xfrm>
              <a:custGeom>
                <a:avLst/>
                <a:gdLst>
                  <a:gd name="T0" fmla="*/ 11 w 11"/>
                  <a:gd name="T1" fmla="*/ 3 h 5"/>
                  <a:gd name="T2" fmla="*/ 7 w 11"/>
                  <a:gd name="T3" fmla="*/ 0 h 5"/>
                  <a:gd name="T4" fmla="*/ 6 w 11"/>
                  <a:gd name="T5" fmla="*/ 2 h 5"/>
                  <a:gd name="T6" fmla="*/ 4 w 11"/>
                  <a:gd name="T7" fmla="*/ 2 h 5"/>
                  <a:gd name="T8" fmla="*/ 0 w 11"/>
                  <a:gd name="T9" fmla="*/ 2 h 5"/>
                  <a:gd name="T10" fmla="*/ 0 w 11"/>
                  <a:gd name="T11" fmla="*/ 3 h 5"/>
                  <a:gd name="T12" fmla="*/ 2 w 11"/>
                  <a:gd name="T13" fmla="*/ 5 h 5"/>
                  <a:gd name="T14" fmla="*/ 4 w 11"/>
                  <a:gd name="T15" fmla="*/ 5 h 5"/>
                  <a:gd name="T16" fmla="*/ 6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5 h 5"/>
                  <a:gd name="T24" fmla="*/ 11 w 1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5" name="Freeform 6364">
                <a:extLst>
                  <a:ext uri="{FF2B5EF4-FFF2-40B4-BE49-F238E27FC236}">
                    <a16:creationId xmlns:a16="http://schemas.microsoft.com/office/drawing/2014/main" id="{B416E9D4-FF91-4A6F-A955-F9DCCEB616D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94" y="2691"/>
                <a:ext cx="20" cy="9"/>
              </a:xfrm>
              <a:custGeom>
                <a:avLst/>
                <a:gdLst>
                  <a:gd name="T0" fmla="*/ 16 w 20"/>
                  <a:gd name="T1" fmla="*/ 1 h 9"/>
                  <a:gd name="T2" fmla="*/ 15 w 20"/>
                  <a:gd name="T3" fmla="*/ 0 h 9"/>
                  <a:gd name="T4" fmla="*/ 11 w 20"/>
                  <a:gd name="T5" fmla="*/ 1 h 9"/>
                  <a:gd name="T6" fmla="*/ 9 w 20"/>
                  <a:gd name="T7" fmla="*/ 1 h 9"/>
                  <a:gd name="T8" fmla="*/ 9 w 20"/>
                  <a:gd name="T9" fmla="*/ 1 h 9"/>
                  <a:gd name="T10" fmla="*/ 7 w 20"/>
                  <a:gd name="T11" fmla="*/ 0 h 9"/>
                  <a:gd name="T12" fmla="*/ 5 w 20"/>
                  <a:gd name="T13" fmla="*/ 0 h 9"/>
                  <a:gd name="T14" fmla="*/ 3 w 20"/>
                  <a:gd name="T15" fmla="*/ 1 h 9"/>
                  <a:gd name="T16" fmla="*/ 2 w 20"/>
                  <a:gd name="T17" fmla="*/ 3 h 9"/>
                  <a:gd name="T18" fmla="*/ 0 w 20"/>
                  <a:gd name="T19" fmla="*/ 5 h 9"/>
                  <a:gd name="T20" fmla="*/ 3 w 20"/>
                  <a:gd name="T21" fmla="*/ 7 h 9"/>
                  <a:gd name="T22" fmla="*/ 5 w 20"/>
                  <a:gd name="T23" fmla="*/ 9 h 9"/>
                  <a:gd name="T24" fmla="*/ 9 w 20"/>
                  <a:gd name="T25" fmla="*/ 9 h 9"/>
                  <a:gd name="T26" fmla="*/ 13 w 20"/>
                  <a:gd name="T27" fmla="*/ 9 h 9"/>
                  <a:gd name="T28" fmla="*/ 16 w 20"/>
                  <a:gd name="T29" fmla="*/ 7 h 9"/>
                  <a:gd name="T30" fmla="*/ 18 w 20"/>
                  <a:gd name="T31" fmla="*/ 7 h 9"/>
                  <a:gd name="T32" fmla="*/ 20 w 20"/>
                  <a:gd name="T33" fmla="*/ 3 h 9"/>
                  <a:gd name="T34" fmla="*/ 20 w 20"/>
                  <a:gd name="T35" fmla="*/ 1 h 9"/>
                  <a:gd name="T36" fmla="*/ 16 w 20"/>
                  <a:gd name="T3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9">
                    <a:moveTo>
                      <a:pt x="16" y="1"/>
                    </a:moveTo>
                    <a:lnTo>
                      <a:pt x="15" y="0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9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6" name="Freeform 6365">
                <a:extLst>
                  <a:ext uri="{FF2B5EF4-FFF2-40B4-BE49-F238E27FC236}">
                    <a16:creationId xmlns:a16="http://schemas.microsoft.com/office/drawing/2014/main" id="{736C8A9D-C9F2-477D-A310-DE340DE730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73" y="2698"/>
                <a:ext cx="17" cy="4"/>
              </a:xfrm>
              <a:custGeom>
                <a:avLst/>
                <a:gdLst>
                  <a:gd name="T0" fmla="*/ 0 w 17"/>
                  <a:gd name="T1" fmla="*/ 2 h 4"/>
                  <a:gd name="T2" fmla="*/ 9 w 17"/>
                  <a:gd name="T3" fmla="*/ 4 h 4"/>
                  <a:gd name="T4" fmla="*/ 17 w 17"/>
                  <a:gd name="T5" fmla="*/ 2 h 4"/>
                  <a:gd name="T6" fmla="*/ 8 w 17"/>
                  <a:gd name="T7" fmla="*/ 0 h 4"/>
                  <a:gd name="T8" fmla="*/ 0 w 1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0" y="2"/>
                    </a:moveTo>
                    <a:lnTo>
                      <a:pt x="9" y="4"/>
                    </a:lnTo>
                    <a:lnTo>
                      <a:pt x="17" y="2"/>
                    </a:lnTo>
                    <a:lnTo>
                      <a:pt x="8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7" name="Freeform 6366">
                <a:extLst>
                  <a:ext uri="{FF2B5EF4-FFF2-40B4-BE49-F238E27FC236}">
                    <a16:creationId xmlns:a16="http://schemas.microsoft.com/office/drawing/2014/main" id="{D107DDD8-6D07-4EB0-B4FD-585203B517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4" y="2860"/>
                <a:ext cx="7" cy="8"/>
              </a:xfrm>
              <a:custGeom>
                <a:avLst/>
                <a:gdLst>
                  <a:gd name="T0" fmla="*/ 0 w 7"/>
                  <a:gd name="T1" fmla="*/ 4 h 8"/>
                  <a:gd name="T2" fmla="*/ 2 w 7"/>
                  <a:gd name="T3" fmla="*/ 8 h 8"/>
                  <a:gd name="T4" fmla="*/ 4 w 7"/>
                  <a:gd name="T5" fmla="*/ 8 h 8"/>
                  <a:gd name="T6" fmla="*/ 6 w 7"/>
                  <a:gd name="T7" fmla="*/ 6 h 8"/>
                  <a:gd name="T8" fmla="*/ 7 w 7"/>
                  <a:gd name="T9" fmla="*/ 2 h 8"/>
                  <a:gd name="T10" fmla="*/ 4 w 7"/>
                  <a:gd name="T11" fmla="*/ 0 h 8"/>
                  <a:gd name="T12" fmla="*/ 0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lnTo>
                      <a:pt x="2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8" name="Freeform 6367">
                <a:extLst>
                  <a:ext uri="{FF2B5EF4-FFF2-40B4-BE49-F238E27FC236}">
                    <a16:creationId xmlns:a16="http://schemas.microsoft.com/office/drawing/2014/main" id="{3824EF18-2DD6-44E8-9778-0DB84A0B0E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72" y="2812"/>
                <a:ext cx="9" cy="13"/>
              </a:xfrm>
              <a:custGeom>
                <a:avLst/>
                <a:gdLst>
                  <a:gd name="T0" fmla="*/ 9 w 9"/>
                  <a:gd name="T1" fmla="*/ 7 h 13"/>
                  <a:gd name="T2" fmla="*/ 7 w 9"/>
                  <a:gd name="T3" fmla="*/ 2 h 13"/>
                  <a:gd name="T4" fmla="*/ 5 w 9"/>
                  <a:gd name="T5" fmla="*/ 0 h 13"/>
                  <a:gd name="T6" fmla="*/ 2 w 9"/>
                  <a:gd name="T7" fmla="*/ 3 h 13"/>
                  <a:gd name="T8" fmla="*/ 2 w 9"/>
                  <a:gd name="T9" fmla="*/ 7 h 13"/>
                  <a:gd name="T10" fmla="*/ 0 w 9"/>
                  <a:gd name="T11" fmla="*/ 7 h 13"/>
                  <a:gd name="T12" fmla="*/ 0 w 9"/>
                  <a:gd name="T13" fmla="*/ 11 h 13"/>
                  <a:gd name="T14" fmla="*/ 2 w 9"/>
                  <a:gd name="T15" fmla="*/ 13 h 13"/>
                  <a:gd name="T16" fmla="*/ 5 w 9"/>
                  <a:gd name="T17" fmla="*/ 13 h 13"/>
                  <a:gd name="T18" fmla="*/ 9 w 9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9" y="7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9" name="Freeform 6368">
                <a:extLst>
                  <a:ext uri="{FF2B5EF4-FFF2-40B4-BE49-F238E27FC236}">
                    <a16:creationId xmlns:a16="http://schemas.microsoft.com/office/drawing/2014/main" id="{EC14E90E-9287-4FA8-AE1A-B4954C13375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2" y="3173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4 w 7"/>
                  <a:gd name="T7" fmla="*/ 4 h 8"/>
                  <a:gd name="T8" fmla="*/ 0 w 7"/>
                  <a:gd name="T9" fmla="*/ 8 h 8"/>
                  <a:gd name="T10" fmla="*/ 5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0" name="Freeform 6369">
                <a:extLst>
                  <a:ext uri="{FF2B5EF4-FFF2-40B4-BE49-F238E27FC236}">
                    <a16:creationId xmlns:a16="http://schemas.microsoft.com/office/drawing/2014/main" id="{E36AF71F-8965-4BFD-8519-01C9D92539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1" y="3177"/>
                <a:ext cx="10" cy="11"/>
              </a:xfrm>
              <a:custGeom>
                <a:avLst/>
                <a:gdLst>
                  <a:gd name="T0" fmla="*/ 2 w 10"/>
                  <a:gd name="T1" fmla="*/ 9 h 11"/>
                  <a:gd name="T2" fmla="*/ 6 w 10"/>
                  <a:gd name="T3" fmla="*/ 11 h 11"/>
                  <a:gd name="T4" fmla="*/ 10 w 10"/>
                  <a:gd name="T5" fmla="*/ 9 h 11"/>
                  <a:gd name="T6" fmla="*/ 6 w 10"/>
                  <a:gd name="T7" fmla="*/ 8 h 11"/>
                  <a:gd name="T8" fmla="*/ 8 w 10"/>
                  <a:gd name="T9" fmla="*/ 6 h 11"/>
                  <a:gd name="T10" fmla="*/ 8 w 10"/>
                  <a:gd name="T11" fmla="*/ 2 h 11"/>
                  <a:gd name="T12" fmla="*/ 4 w 10"/>
                  <a:gd name="T13" fmla="*/ 0 h 11"/>
                  <a:gd name="T14" fmla="*/ 0 w 10"/>
                  <a:gd name="T15" fmla="*/ 4 h 11"/>
                  <a:gd name="T16" fmla="*/ 2 w 10"/>
                  <a:gd name="T17" fmla="*/ 6 h 11"/>
                  <a:gd name="T18" fmla="*/ 0 w 10"/>
                  <a:gd name="T19" fmla="*/ 6 h 11"/>
                  <a:gd name="T20" fmla="*/ 2 w 10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2" y="9"/>
                    </a:moveTo>
                    <a:lnTo>
                      <a:pt x="6" y="11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1" name="Freeform 6370">
                <a:extLst>
                  <a:ext uri="{FF2B5EF4-FFF2-40B4-BE49-F238E27FC236}">
                    <a16:creationId xmlns:a16="http://schemas.microsoft.com/office/drawing/2014/main" id="{3B7822B5-919C-448A-82BC-AB26F579071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20" y="3166"/>
                <a:ext cx="39" cy="45"/>
              </a:xfrm>
              <a:custGeom>
                <a:avLst/>
                <a:gdLst>
                  <a:gd name="T0" fmla="*/ 2 w 39"/>
                  <a:gd name="T1" fmla="*/ 9 h 45"/>
                  <a:gd name="T2" fmla="*/ 6 w 39"/>
                  <a:gd name="T3" fmla="*/ 17 h 45"/>
                  <a:gd name="T4" fmla="*/ 10 w 39"/>
                  <a:gd name="T5" fmla="*/ 19 h 45"/>
                  <a:gd name="T6" fmla="*/ 10 w 39"/>
                  <a:gd name="T7" fmla="*/ 20 h 45"/>
                  <a:gd name="T8" fmla="*/ 11 w 39"/>
                  <a:gd name="T9" fmla="*/ 24 h 45"/>
                  <a:gd name="T10" fmla="*/ 13 w 39"/>
                  <a:gd name="T11" fmla="*/ 24 h 45"/>
                  <a:gd name="T12" fmla="*/ 13 w 39"/>
                  <a:gd name="T13" fmla="*/ 26 h 45"/>
                  <a:gd name="T14" fmla="*/ 17 w 39"/>
                  <a:gd name="T15" fmla="*/ 28 h 45"/>
                  <a:gd name="T16" fmla="*/ 19 w 39"/>
                  <a:gd name="T17" fmla="*/ 33 h 45"/>
                  <a:gd name="T18" fmla="*/ 21 w 39"/>
                  <a:gd name="T19" fmla="*/ 32 h 45"/>
                  <a:gd name="T20" fmla="*/ 21 w 39"/>
                  <a:gd name="T21" fmla="*/ 32 h 45"/>
                  <a:gd name="T22" fmla="*/ 23 w 39"/>
                  <a:gd name="T23" fmla="*/ 35 h 45"/>
                  <a:gd name="T24" fmla="*/ 26 w 39"/>
                  <a:gd name="T25" fmla="*/ 35 h 45"/>
                  <a:gd name="T26" fmla="*/ 26 w 39"/>
                  <a:gd name="T27" fmla="*/ 39 h 45"/>
                  <a:gd name="T28" fmla="*/ 30 w 39"/>
                  <a:gd name="T29" fmla="*/ 41 h 45"/>
                  <a:gd name="T30" fmla="*/ 32 w 39"/>
                  <a:gd name="T31" fmla="*/ 41 h 45"/>
                  <a:gd name="T32" fmla="*/ 36 w 39"/>
                  <a:gd name="T33" fmla="*/ 43 h 45"/>
                  <a:gd name="T34" fmla="*/ 36 w 39"/>
                  <a:gd name="T35" fmla="*/ 41 h 45"/>
                  <a:gd name="T36" fmla="*/ 39 w 39"/>
                  <a:gd name="T37" fmla="*/ 45 h 45"/>
                  <a:gd name="T38" fmla="*/ 39 w 39"/>
                  <a:gd name="T39" fmla="*/ 37 h 45"/>
                  <a:gd name="T40" fmla="*/ 37 w 39"/>
                  <a:gd name="T41" fmla="*/ 35 h 45"/>
                  <a:gd name="T42" fmla="*/ 32 w 39"/>
                  <a:gd name="T43" fmla="*/ 33 h 45"/>
                  <a:gd name="T44" fmla="*/ 30 w 39"/>
                  <a:gd name="T45" fmla="*/ 28 h 45"/>
                  <a:gd name="T46" fmla="*/ 26 w 39"/>
                  <a:gd name="T47" fmla="*/ 24 h 45"/>
                  <a:gd name="T48" fmla="*/ 24 w 39"/>
                  <a:gd name="T49" fmla="*/ 26 h 45"/>
                  <a:gd name="T50" fmla="*/ 23 w 39"/>
                  <a:gd name="T51" fmla="*/ 20 h 45"/>
                  <a:gd name="T52" fmla="*/ 17 w 39"/>
                  <a:gd name="T53" fmla="*/ 13 h 45"/>
                  <a:gd name="T54" fmla="*/ 15 w 39"/>
                  <a:gd name="T55" fmla="*/ 13 h 45"/>
                  <a:gd name="T56" fmla="*/ 13 w 39"/>
                  <a:gd name="T57" fmla="*/ 11 h 45"/>
                  <a:gd name="T58" fmla="*/ 10 w 39"/>
                  <a:gd name="T59" fmla="*/ 9 h 45"/>
                  <a:gd name="T60" fmla="*/ 10 w 39"/>
                  <a:gd name="T61" fmla="*/ 7 h 45"/>
                  <a:gd name="T62" fmla="*/ 8 w 39"/>
                  <a:gd name="T63" fmla="*/ 4 h 45"/>
                  <a:gd name="T64" fmla="*/ 6 w 39"/>
                  <a:gd name="T65" fmla="*/ 6 h 45"/>
                  <a:gd name="T66" fmla="*/ 2 w 39"/>
                  <a:gd name="T67" fmla="*/ 0 h 45"/>
                  <a:gd name="T68" fmla="*/ 0 w 39"/>
                  <a:gd name="T69" fmla="*/ 6 h 45"/>
                  <a:gd name="T70" fmla="*/ 2 w 39"/>
                  <a:gd name="T71" fmla="*/ 7 h 45"/>
                  <a:gd name="T72" fmla="*/ 2 w 39"/>
                  <a:gd name="T73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45">
                    <a:moveTo>
                      <a:pt x="2" y="9"/>
                    </a:moveTo>
                    <a:lnTo>
                      <a:pt x="6" y="17"/>
                    </a:lnTo>
                    <a:lnTo>
                      <a:pt x="10" y="19"/>
                    </a:lnTo>
                    <a:lnTo>
                      <a:pt x="10" y="20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9" y="33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26" y="39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6" y="43"/>
                    </a:lnTo>
                    <a:lnTo>
                      <a:pt x="36" y="41"/>
                    </a:lnTo>
                    <a:lnTo>
                      <a:pt x="39" y="45"/>
                    </a:lnTo>
                    <a:lnTo>
                      <a:pt x="39" y="37"/>
                    </a:lnTo>
                    <a:lnTo>
                      <a:pt x="37" y="35"/>
                    </a:lnTo>
                    <a:lnTo>
                      <a:pt x="32" y="33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4" y="26"/>
                    </a:lnTo>
                    <a:lnTo>
                      <a:pt x="23" y="20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2" name="Freeform 6371">
                <a:extLst>
                  <a:ext uri="{FF2B5EF4-FFF2-40B4-BE49-F238E27FC236}">
                    <a16:creationId xmlns:a16="http://schemas.microsoft.com/office/drawing/2014/main" id="{1F5D306D-85BE-49A5-8879-0F9FBC5488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90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8 h 9"/>
                  <a:gd name="T4" fmla="*/ 7 w 7"/>
                  <a:gd name="T5" fmla="*/ 8 h 9"/>
                  <a:gd name="T6" fmla="*/ 7 w 7"/>
                  <a:gd name="T7" fmla="*/ 2 h 9"/>
                  <a:gd name="T8" fmla="*/ 3 w 7"/>
                  <a:gd name="T9" fmla="*/ 0 h 9"/>
                  <a:gd name="T10" fmla="*/ 0 w 7"/>
                  <a:gd name="T11" fmla="*/ 2 h 9"/>
                  <a:gd name="T12" fmla="*/ 0 w 7"/>
                  <a:gd name="T13" fmla="*/ 6 h 9"/>
                  <a:gd name="T14" fmla="*/ 3 w 7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lnTo>
                      <a:pt x="5" y="8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3" name="Freeform 6372">
                <a:extLst>
                  <a:ext uri="{FF2B5EF4-FFF2-40B4-BE49-F238E27FC236}">
                    <a16:creationId xmlns:a16="http://schemas.microsoft.com/office/drawing/2014/main" id="{CF0D250C-CAE6-46AD-9391-BFAF608B91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5" y="3695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2 h 8"/>
                  <a:gd name="T4" fmla="*/ 0 w 7"/>
                  <a:gd name="T5" fmla="*/ 4 h 8"/>
                  <a:gd name="T6" fmla="*/ 0 w 7"/>
                  <a:gd name="T7" fmla="*/ 8 h 8"/>
                  <a:gd name="T8" fmla="*/ 4 w 7"/>
                  <a:gd name="T9" fmla="*/ 8 h 8"/>
                  <a:gd name="T10" fmla="*/ 4 w 7"/>
                  <a:gd name="T11" fmla="*/ 8 h 8"/>
                  <a:gd name="T12" fmla="*/ 7 w 7"/>
                  <a:gd name="T13" fmla="*/ 8 h 8"/>
                  <a:gd name="T14" fmla="*/ 4 w 7"/>
                  <a:gd name="T15" fmla="*/ 2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4" name="Freeform 6373">
                <a:extLst>
                  <a:ext uri="{FF2B5EF4-FFF2-40B4-BE49-F238E27FC236}">
                    <a16:creationId xmlns:a16="http://schemas.microsoft.com/office/drawing/2014/main" id="{F9281791-E1C8-48C4-B802-7587A20D09A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424" y="3610"/>
                <a:ext cx="24" cy="20"/>
              </a:xfrm>
              <a:custGeom>
                <a:avLst/>
                <a:gdLst>
                  <a:gd name="T0" fmla="*/ 20 w 24"/>
                  <a:gd name="T1" fmla="*/ 9 h 20"/>
                  <a:gd name="T2" fmla="*/ 19 w 24"/>
                  <a:gd name="T3" fmla="*/ 9 h 20"/>
                  <a:gd name="T4" fmla="*/ 17 w 24"/>
                  <a:gd name="T5" fmla="*/ 11 h 20"/>
                  <a:gd name="T6" fmla="*/ 15 w 24"/>
                  <a:gd name="T7" fmla="*/ 11 h 20"/>
                  <a:gd name="T8" fmla="*/ 15 w 24"/>
                  <a:gd name="T9" fmla="*/ 11 h 20"/>
                  <a:gd name="T10" fmla="*/ 17 w 24"/>
                  <a:gd name="T11" fmla="*/ 9 h 20"/>
                  <a:gd name="T12" fmla="*/ 17 w 24"/>
                  <a:gd name="T13" fmla="*/ 3 h 20"/>
                  <a:gd name="T14" fmla="*/ 13 w 24"/>
                  <a:gd name="T15" fmla="*/ 5 h 20"/>
                  <a:gd name="T16" fmla="*/ 13 w 24"/>
                  <a:gd name="T17" fmla="*/ 3 h 20"/>
                  <a:gd name="T18" fmla="*/ 9 w 24"/>
                  <a:gd name="T19" fmla="*/ 5 h 20"/>
                  <a:gd name="T20" fmla="*/ 7 w 24"/>
                  <a:gd name="T21" fmla="*/ 7 h 20"/>
                  <a:gd name="T22" fmla="*/ 7 w 24"/>
                  <a:gd name="T23" fmla="*/ 7 h 20"/>
                  <a:gd name="T24" fmla="*/ 7 w 24"/>
                  <a:gd name="T25" fmla="*/ 7 h 20"/>
                  <a:gd name="T26" fmla="*/ 7 w 24"/>
                  <a:gd name="T27" fmla="*/ 5 h 20"/>
                  <a:gd name="T28" fmla="*/ 7 w 24"/>
                  <a:gd name="T29" fmla="*/ 3 h 20"/>
                  <a:gd name="T30" fmla="*/ 7 w 24"/>
                  <a:gd name="T31" fmla="*/ 3 h 20"/>
                  <a:gd name="T32" fmla="*/ 7 w 24"/>
                  <a:gd name="T33" fmla="*/ 0 h 20"/>
                  <a:gd name="T34" fmla="*/ 4 w 24"/>
                  <a:gd name="T35" fmla="*/ 3 h 20"/>
                  <a:gd name="T36" fmla="*/ 2 w 24"/>
                  <a:gd name="T37" fmla="*/ 5 h 20"/>
                  <a:gd name="T38" fmla="*/ 4 w 24"/>
                  <a:gd name="T39" fmla="*/ 7 h 20"/>
                  <a:gd name="T40" fmla="*/ 4 w 24"/>
                  <a:gd name="T41" fmla="*/ 11 h 20"/>
                  <a:gd name="T42" fmla="*/ 4 w 24"/>
                  <a:gd name="T43" fmla="*/ 11 h 20"/>
                  <a:gd name="T44" fmla="*/ 2 w 24"/>
                  <a:gd name="T45" fmla="*/ 13 h 20"/>
                  <a:gd name="T46" fmla="*/ 0 w 24"/>
                  <a:gd name="T47" fmla="*/ 16 h 20"/>
                  <a:gd name="T48" fmla="*/ 0 w 24"/>
                  <a:gd name="T49" fmla="*/ 20 h 20"/>
                  <a:gd name="T50" fmla="*/ 4 w 24"/>
                  <a:gd name="T51" fmla="*/ 18 h 20"/>
                  <a:gd name="T52" fmla="*/ 6 w 24"/>
                  <a:gd name="T53" fmla="*/ 16 h 20"/>
                  <a:gd name="T54" fmla="*/ 7 w 24"/>
                  <a:gd name="T55" fmla="*/ 16 h 20"/>
                  <a:gd name="T56" fmla="*/ 7 w 24"/>
                  <a:gd name="T57" fmla="*/ 16 h 20"/>
                  <a:gd name="T58" fmla="*/ 11 w 24"/>
                  <a:gd name="T59" fmla="*/ 20 h 20"/>
                  <a:gd name="T60" fmla="*/ 13 w 24"/>
                  <a:gd name="T61" fmla="*/ 20 h 20"/>
                  <a:gd name="T62" fmla="*/ 13 w 24"/>
                  <a:gd name="T63" fmla="*/ 18 h 20"/>
                  <a:gd name="T64" fmla="*/ 13 w 24"/>
                  <a:gd name="T65" fmla="*/ 20 h 20"/>
                  <a:gd name="T66" fmla="*/ 17 w 24"/>
                  <a:gd name="T67" fmla="*/ 20 h 20"/>
                  <a:gd name="T68" fmla="*/ 19 w 24"/>
                  <a:gd name="T69" fmla="*/ 20 h 20"/>
                  <a:gd name="T70" fmla="*/ 22 w 24"/>
                  <a:gd name="T71" fmla="*/ 18 h 20"/>
                  <a:gd name="T72" fmla="*/ 22 w 24"/>
                  <a:gd name="T73" fmla="*/ 16 h 20"/>
                  <a:gd name="T74" fmla="*/ 19 w 24"/>
                  <a:gd name="T75" fmla="*/ 16 h 20"/>
                  <a:gd name="T76" fmla="*/ 19 w 24"/>
                  <a:gd name="T77" fmla="*/ 16 h 20"/>
                  <a:gd name="T78" fmla="*/ 19 w 24"/>
                  <a:gd name="T79" fmla="*/ 15 h 20"/>
                  <a:gd name="T80" fmla="*/ 20 w 24"/>
                  <a:gd name="T81" fmla="*/ 15 h 20"/>
                  <a:gd name="T82" fmla="*/ 22 w 24"/>
                  <a:gd name="T83" fmla="*/ 15 h 20"/>
                  <a:gd name="T84" fmla="*/ 24 w 24"/>
                  <a:gd name="T85" fmla="*/ 13 h 20"/>
                  <a:gd name="T86" fmla="*/ 22 w 24"/>
                  <a:gd name="T87" fmla="*/ 9 h 20"/>
                  <a:gd name="T88" fmla="*/ 20 w 24"/>
                  <a:gd name="T89" fmla="*/ 9 h 20"/>
                  <a:gd name="T90" fmla="*/ 11 w 24"/>
                  <a:gd name="T91" fmla="*/ 9 h 20"/>
                  <a:gd name="T92" fmla="*/ 11 w 24"/>
                  <a:gd name="T93" fmla="*/ 9 h 20"/>
                  <a:gd name="T94" fmla="*/ 11 w 24"/>
                  <a:gd name="T95" fmla="*/ 9 h 20"/>
                  <a:gd name="T96" fmla="*/ 11 w 24"/>
                  <a:gd name="T97" fmla="*/ 9 h 20"/>
                  <a:gd name="T98" fmla="*/ 11 w 24"/>
                  <a:gd name="T99" fmla="*/ 7 h 20"/>
                  <a:gd name="T100" fmla="*/ 11 w 24"/>
                  <a:gd name="T10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0">
                    <a:moveTo>
                      <a:pt x="20" y="9"/>
                    </a:moveTo>
                    <a:lnTo>
                      <a:pt x="19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9"/>
                    </a:lnTo>
                    <a:lnTo>
                      <a:pt x="17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7" y="20"/>
                    </a:lnTo>
                    <a:lnTo>
                      <a:pt x="19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4" y="13"/>
                    </a:lnTo>
                    <a:lnTo>
                      <a:pt x="22" y="9"/>
                    </a:lnTo>
                    <a:lnTo>
                      <a:pt x="20" y="9"/>
                    </a:lnTo>
                    <a:close/>
                    <a:moveTo>
                      <a:pt x="11" y="9"/>
                    </a:move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5" name="Freeform 6374">
                <a:extLst>
                  <a:ext uri="{FF2B5EF4-FFF2-40B4-BE49-F238E27FC236}">
                    <a16:creationId xmlns:a16="http://schemas.microsoft.com/office/drawing/2014/main" id="{341EE6AC-4803-4D80-AAF6-22F0847680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3142"/>
                <a:ext cx="11" cy="13"/>
              </a:xfrm>
              <a:custGeom>
                <a:avLst/>
                <a:gdLst>
                  <a:gd name="T0" fmla="*/ 9 w 11"/>
                  <a:gd name="T1" fmla="*/ 2 h 13"/>
                  <a:gd name="T2" fmla="*/ 8 w 11"/>
                  <a:gd name="T3" fmla="*/ 0 h 13"/>
                  <a:gd name="T4" fmla="*/ 6 w 11"/>
                  <a:gd name="T5" fmla="*/ 2 h 13"/>
                  <a:gd name="T6" fmla="*/ 2 w 11"/>
                  <a:gd name="T7" fmla="*/ 2 h 13"/>
                  <a:gd name="T8" fmla="*/ 2 w 11"/>
                  <a:gd name="T9" fmla="*/ 5 h 13"/>
                  <a:gd name="T10" fmla="*/ 0 w 11"/>
                  <a:gd name="T11" fmla="*/ 7 h 13"/>
                  <a:gd name="T12" fmla="*/ 6 w 11"/>
                  <a:gd name="T13" fmla="*/ 13 h 13"/>
                  <a:gd name="T14" fmla="*/ 9 w 11"/>
                  <a:gd name="T15" fmla="*/ 9 h 13"/>
                  <a:gd name="T16" fmla="*/ 9 w 11"/>
                  <a:gd name="T17" fmla="*/ 7 h 13"/>
                  <a:gd name="T18" fmla="*/ 11 w 11"/>
                  <a:gd name="T19" fmla="*/ 5 h 13"/>
                  <a:gd name="T20" fmla="*/ 9 w 11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3">
                    <a:moveTo>
                      <a:pt x="9" y="2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6" name="Freeform 6375">
                <a:extLst>
                  <a:ext uri="{FF2B5EF4-FFF2-40B4-BE49-F238E27FC236}">
                    <a16:creationId xmlns:a16="http://schemas.microsoft.com/office/drawing/2014/main" id="{015F745C-EF47-4B88-974E-BD434A963E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3153"/>
                <a:ext cx="11" cy="11"/>
              </a:xfrm>
              <a:custGeom>
                <a:avLst/>
                <a:gdLst>
                  <a:gd name="T0" fmla="*/ 8 w 11"/>
                  <a:gd name="T1" fmla="*/ 2 h 11"/>
                  <a:gd name="T2" fmla="*/ 4 w 11"/>
                  <a:gd name="T3" fmla="*/ 0 h 11"/>
                  <a:gd name="T4" fmla="*/ 0 w 11"/>
                  <a:gd name="T5" fmla="*/ 2 h 11"/>
                  <a:gd name="T6" fmla="*/ 0 w 11"/>
                  <a:gd name="T7" fmla="*/ 5 h 11"/>
                  <a:gd name="T8" fmla="*/ 4 w 11"/>
                  <a:gd name="T9" fmla="*/ 11 h 11"/>
                  <a:gd name="T10" fmla="*/ 6 w 11"/>
                  <a:gd name="T11" fmla="*/ 11 h 11"/>
                  <a:gd name="T12" fmla="*/ 11 w 11"/>
                  <a:gd name="T13" fmla="*/ 7 h 11"/>
                  <a:gd name="T14" fmla="*/ 9 w 11"/>
                  <a:gd name="T15" fmla="*/ 5 h 11"/>
                  <a:gd name="T16" fmla="*/ 8 w 11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7" name="Freeform 6376">
                <a:extLst>
                  <a:ext uri="{FF2B5EF4-FFF2-40B4-BE49-F238E27FC236}">
                    <a16:creationId xmlns:a16="http://schemas.microsoft.com/office/drawing/2014/main" id="{89B5DC45-31DD-4EEC-ACA9-6441B77159F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143" y="3028"/>
                <a:ext cx="108" cy="196"/>
              </a:xfrm>
              <a:custGeom>
                <a:avLst/>
                <a:gdLst>
                  <a:gd name="T0" fmla="*/ 106 w 108"/>
                  <a:gd name="T1" fmla="*/ 37 h 196"/>
                  <a:gd name="T2" fmla="*/ 104 w 108"/>
                  <a:gd name="T3" fmla="*/ 22 h 196"/>
                  <a:gd name="T4" fmla="*/ 99 w 108"/>
                  <a:gd name="T5" fmla="*/ 11 h 196"/>
                  <a:gd name="T6" fmla="*/ 97 w 108"/>
                  <a:gd name="T7" fmla="*/ 0 h 196"/>
                  <a:gd name="T8" fmla="*/ 87 w 108"/>
                  <a:gd name="T9" fmla="*/ 7 h 196"/>
                  <a:gd name="T10" fmla="*/ 84 w 108"/>
                  <a:gd name="T11" fmla="*/ 19 h 196"/>
                  <a:gd name="T12" fmla="*/ 78 w 108"/>
                  <a:gd name="T13" fmla="*/ 20 h 196"/>
                  <a:gd name="T14" fmla="*/ 80 w 108"/>
                  <a:gd name="T15" fmla="*/ 26 h 196"/>
                  <a:gd name="T16" fmla="*/ 78 w 108"/>
                  <a:gd name="T17" fmla="*/ 26 h 196"/>
                  <a:gd name="T18" fmla="*/ 76 w 108"/>
                  <a:gd name="T19" fmla="*/ 34 h 196"/>
                  <a:gd name="T20" fmla="*/ 72 w 108"/>
                  <a:gd name="T21" fmla="*/ 39 h 196"/>
                  <a:gd name="T22" fmla="*/ 69 w 108"/>
                  <a:gd name="T23" fmla="*/ 43 h 196"/>
                  <a:gd name="T24" fmla="*/ 63 w 108"/>
                  <a:gd name="T25" fmla="*/ 43 h 196"/>
                  <a:gd name="T26" fmla="*/ 59 w 108"/>
                  <a:gd name="T27" fmla="*/ 47 h 196"/>
                  <a:gd name="T28" fmla="*/ 54 w 108"/>
                  <a:gd name="T29" fmla="*/ 58 h 196"/>
                  <a:gd name="T30" fmla="*/ 48 w 108"/>
                  <a:gd name="T31" fmla="*/ 52 h 196"/>
                  <a:gd name="T32" fmla="*/ 39 w 108"/>
                  <a:gd name="T33" fmla="*/ 56 h 196"/>
                  <a:gd name="T34" fmla="*/ 35 w 108"/>
                  <a:gd name="T35" fmla="*/ 56 h 196"/>
                  <a:gd name="T36" fmla="*/ 24 w 108"/>
                  <a:gd name="T37" fmla="*/ 60 h 196"/>
                  <a:gd name="T38" fmla="*/ 18 w 108"/>
                  <a:gd name="T39" fmla="*/ 75 h 196"/>
                  <a:gd name="T40" fmla="*/ 15 w 108"/>
                  <a:gd name="T41" fmla="*/ 86 h 196"/>
                  <a:gd name="T42" fmla="*/ 18 w 108"/>
                  <a:gd name="T43" fmla="*/ 103 h 196"/>
                  <a:gd name="T44" fmla="*/ 20 w 108"/>
                  <a:gd name="T45" fmla="*/ 108 h 196"/>
                  <a:gd name="T46" fmla="*/ 15 w 108"/>
                  <a:gd name="T47" fmla="*/ 119 h 196"/>
                  <a:gd name="T48" fmla="*/ 9 w 108"/>
                  <a:gd name="T49" fmla="*/ 130 h 196"/>
                  <a:gd name="T50" fmla="*/ 2 w 108"/>
                  <a:gd name="T51" fmla="*/ 142 h 196"/>
                  <a:gd name="T52" fmla="*/ 2 w 108"/>
                  <a:gd name="T53" fmla="*/ 153 h 196"/>
                  <a:gd name="T54" fmla="*/ 5 w 108"/>
                  <a:gd name="T55" fmla="*/ 164 h 196"/>
                  <a:gd name="T56" fmla="*/ 5 w 108"/>
                  <a:gd name="T57" fmla="*/ 179 h 196"/>
                  <a:gd name="T58" fmla="*/ 11 w 108"/>
                  <a:gd name="T59" fmla="*/ 186 h 196"/>
                  <a:gd name="T60" fmla="*/ 17 w 108"/>
                  <a:gd name="T61" fmla="*/ 190 h 196"/>
                  <a:gd name="T62" fmla="*/ 22 w 108"/>
                  <a:gd name="T63" fmla="*/ 194 h 196"/>
                  <a:gd name="T64" fmla="*/ 33 w 108"/>
                  <a:gd name="T65" fmla="*/ 194 h 196"/>
                  <a:gd name="T66" fmla="*/ 52 w 108"/>
                  <a:gd name="T67" fmla="*/ 188 h 196"/>
                  <a:gd name="T68" fmla="*/ 59 w 108"/>
                  <a:gd name="T69" fmla="*/ 177 h 196"/>
                  <a:gd name="T70" fmla="*/ 63 w 108"/>
                  <a:gd name="T71" fmla="*/ 168 h 196"/>
                  <a:gd name="T72" fmla="*/ 69 w 108"/>
                  <a:gd name="T73" fmla="*/ 149 h 196"/>
                  <a:gd name="T74" fmla="*/ 78 w 108"/>
                  <a:gd name="T75" fmla="*/ 130 h 196"/>
                  <a:gd name="T76" fmla="*/ 85 w 108"/>
                  <a:gd name="T77" fmla="*/ 104 h 196"/>
                  <a:gd name="T78" fmla="*/ 93 w 108"/>
                  <a:gd name="T79" fmla="*/ 86 h 196"/>
                  <a:gd name="T80" fmla="*/ 95 w 108"/>
                  <a:gd name="T81" fmla="*/ 75 h 196"/>
                  <a:gd name="T82" fmla="*/ 100 w 108"/>
                  <a:gd name="T83" fmla="*/ 73 h 196"/>
                  <a:gd name="T84" fmla="*/ 99 w 108"/>
                  <a:gd name="T85" fmla="*/ 69 h 196"/>
                  <a:gd name="T86" fmla="*/ 99 w 108"/>
                  <a:gd name="T87" fmla="*/ 62 h 196"/>
                  <a:gd name="T88" fmla="*/ 97 w 108"/>
                  <a:gd name="T89" fmla="*/ 54 h 196"/>
                  <a:gd name="T90" fmla="*/ 99 w 108"/>
                  <a:gd name="T91" fmla="*/ 56 h 196"/>
                  <a:gd name="T92" fmla="*/ 106 w 108"/>
                  <a:gd name="T93" fmla="*/ 54 h 196"/>
                  <a:gd name="T94" fmla="*/ 108 w 108"/>
                  <a:gd name="T95" fmla="*/ 47 h 196"/>
                  <a:gd name="T96" fmla="*/ 84 w 108"/>
                  <a:gd name="T97" fmla="*/ 24 h 196"/>
                  <a:gd name="T98" fmla="*/ 85 w 108"/>
                  <a:gd name="T99" fmla="*/ 22 h 196"/>
                  <a:gd name="T100" fmla="*/ 87 w 108"/>
                  <a:gd name="T101" fmla="*/ 15 h 196"/>
                  <a:gd name="T102" fmla="*/ 89 w 108"/>
                  <a:gd name="T103" fmla="*/ 1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8" h="196">
                    <a:moveTo>
                      <a:pt x="106" y="43"/>
                    </a:moveTo>
                    <a:lnTo>
                      <a:pt x="104" y="41"/>
                    </a:lnTo>
                    <a:lnTo>
                      <a:pt x="106" y="41"/>
                    </a:lnTo>
                    <a:lnTo>
                      <a:pt x="106" y="37"/>
                    </a:lnTo>
                    <a:lnTo>
                      <a:pt x="104" y="34"/>
                    </a:lnTo>
                    <a:lnTo>
                      <a:pt x="106" y="34"/>
                    </a:lnTo>
                    <a:lnTo>
                      <a:pt x="106" y="24"/>
                    </a:lnTo>
                    <a:lnTo>
                      <a:pt x="104" y="22"/>
                    </a:lnTo>
                    <a:lnTo>
                      <a:pt x="104" y="17"/>
                    </a:lnTo>
                    <a:lnTo>
                      <a:pt x="102" y="13"/>
                    </a:lnTo>
                    <a:lnTo>
                      <a:pt x="100" y="13"/>
                    </a:lnTo>
                    <a:lnTo>
                      <a:pt x="99" y="11"/>
                    </a:lnTo>
                    <a:lnTo>
                      <a:pt x="99" y="9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7" y="0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87" y="7"/>
                    </a:lnTo>
                    <a:lnTo>
                      <a:pt x="84" y="7"/>
                    </a:lnTo>
                    <a:lnTo>
                      <a:pt x="87" y="11"/>
                    </a:lnTo>
                    <a:lnTo>
                      <a:pt x="82" y="15"/>
                    </a:lnTo>
                    <a:lnTo>
                      <a:pt x="84" y="19"/>
                    </a:lnTo>
                    <a:lnTo>
                      <a:pt x="82" y="20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78" y="20"/>
                    </a:lnTo>
                    <a:lnTo>
                      <a:pt x="76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78" y="26"/>
                    </a:lnTo>
                    <a:lnTo>
                      <a:pt x="76" y="24"/>
                    </a:lnTo>
                    <a:lnTo>
                      <a:pt x="74" y="26"/>
                    </a:lnTo>
                    <a:lnTo>
                      <a:pt x="74" y="30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1" y="34"/>
                    </a:lnTo>
                    <a:lnTo>
                      <a:pt x="72" y="39"/>
                    </a:lnTo>
                    <a:lnTo>
                      <a:pt x="74" y="39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7" y="39"/>
                    </a:lnTo>
                    <a:lnTo>
                      <a:pt x="63" y="43"/>
                    </a:lnTo>
                    <a:lnTo>
                      <a:pt x="65" y="45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59" y="47"/>
                    </a:lnTo>
                    <a:lnTo>
                      <a:pt x="54" y="52"/>
                    </a:lnTo>
                    <a:lnTo>
                      <a:pt x="52" y="56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2" y="58"/>
                    </a:lnTo>
                    <a:lnTo>
                      <a:pt x="52" y="58"/>
                    </a:lnTo>
                    <a:lnTo>
                      <a:pt x="52" y="54"/>
                    </a:lnTo>
                    <a:lnTo>
                      <a:pt x="48" y="52"/>
                    </a:lnTo>
                    <a:lnTo>
                      <a:pt x="46" y="56"/>
                    </a:lnTo>
                    <a:lnTo>
                      <a:pt x="43" y="54"/>
                    </a:lnTo>
                    <a:lnTo>
                      <a:pt x="41" y="54"/>
                    </a:lnTo>
                    <a:lnTo>
                      <a:pt x="39" y="56"/>
                    </a:lnTo>
                    <a:lnTo>
                      <a:pt x="39" y="58"/>
                    </a:lnTo>
                    <a:lnTo>
                      <a:pt x="37" y="56"/>
                    </a:lnTo>
                    <a:lnTo>
                      <a:pt x="37" y="58"/>
                    </a:lnTo>
                    <a:lnTo>
                      <a:pt x="35" y="56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24" y="60"/>
                    </a:lnTo>
                    <a:lnTo>
                      <a:pt x="22" y="63"/>
                    </a:lnTo>
                    <a:lnTo>
                      <a:pt x="22" y="67"/>
                    </a:lnTo>
                    <a:lnTo>
                      <a:pt x="18" y="73"/>
                    </a:lnTo>
                    <a:lnTo>
                      <a:pt x="18" y="75"/>
                    </a:lnTo>
                    <a:lnTo>
                      <a:pt x="15" y="78"/>
                    </a:lnTo>
                    <a:lnTo>
                      <a:pt x="15" y="82"/>
                    </a:lnTo>
                    <a:lnTo>
                      <a:pt x="17" y="82"/>
                    </a:lnTo>
                    <a:lnTo>
                      <a:pt x="15" y="86"/>
                    </a:lnTo>
                    <a:lnTo>
                      <a:pt x="17" y="89"/>
                    </a:lnTo>
                    <a:lnTo>
                      <a:pt x="17" y="93"/>
                    </a:lnTo>
                    <a:lnTo>
                      <a:pt x="20" y="99"/>
                    </a:lnTo>
                    <a:lnTo>
                      <a:pt x="18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0" y="106"/>
                    </a:lnTo>
                    <a:lnTo>
                      <a:pt x="20" y="108"/>
                    </a:lnTo>
                    <a:lnTo>
                      <a:pt x="18" y="114"/>
                    </a:lnTo>
                    <a:lnTo>
                      <a:pt x="17" y="116"/>
                    </a:lnTo>
                    <a:lnTo>
                      <a:pt x="17" y="119"/>
                    </a:lnTo>
                    <a:lnTo>
                      <a:pt x="15" y="119"/>
                    </a:lnTo>
                    <a:lnTo>
                      <a:pt x="13" y="123"/>
                    </a:lnTo>
                    <a:lnTo>
                      <a:pt x="11" y="125"/>
                    </a:lnTo>
                    <a:lnTo>
                      <a:pt x="11" y="129"/>
                    </a:lnTo>
                    <a:lnTo>
                      <a:pt x="9" y="130"/>
                    </a:lnTo>
                    <a:lnTo>
                      <a:pt x="5" y="132"/>
                    </a:lnTo>
                    <a:lnTo>
                      <a:pt x="4" y="134"/>
                    </a:lnTo>
                    <a:lnTo>
                      <a:pt x="4" y="138"/>
                    </a:lnTo>
                    <a:lnTo>
                      <a:pt x="2" y="142"/>
                    </a:lnTo>
                    <a:lnTo>
                      <a:pt x="2" y="145"/>
                    </a:lnTo>
                    <a:lnTo>
                      <a:pt x="0" y="147"/>
                    </a:lnTo>
                    <a:lnTo>
                      <a:pt x="2" y="149"/>
                    </a:lnTo>
                    <a:lnTo>
                      <a:pt x="2" y="153"/>
                    </a:lnTo>
                    <a:lnTo>
                      <a:pt x="5" y="158"/>
                    </a:lnTo>
                    <a:lnTo>
                      <a:pt x="4" y="160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4" y="164"/>
                    </a:lnTo>
                    <a:lnTo>
                      <a:pt x="5" y="171"/>
                    </a:lnTo>
                    <a:lnTo>
                      <a:pt x="4" y="177"/>
                    </a:lnTo>
                    <a:lnTo>
                      <a:pt x="5" y="179"/>
                    </a:lnTo>
                    <a:lnTo>
                      <a:pt x="5" y="181"/>
                    </a:lnTo>
                    <a:lnTo>
                      <a:pt x="7" y="183"/>
                    </a:lnTo>
                    <a:lnTo>
                      <a:pt x="9" y="185"/>
                    </a:lnTo>
                    <a:lnTo>
                      <a:pt x="11" y="186"/>
                    </a:lnTo>
                    <a:lnTo>
                      <a:pt x="11" y="188"/>
                    </a:lnTo>
                    <a:lnTo>
                      <a:pt x="15" y="190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8" y="190"/>
                    </a:lnTo>
                    <a:lnTo>
                      <a:pt x="20" y="194"/>
                    </a:lnTo>
                    <a:lnTo>
                      <a:pt x="22" y="194"/>
                    </a:lnTo>
                    <a:lnTo>
                      <a:pt x="22" y="194"/>
                    </a:lnTo>
                    <a:lnTo>
                      <a:pt x="24" y="196"/>
                    </a:lnTo>
                    <a:lnTo>
                      <a:pt x="26" y="196"/>
                    </a:lnTo>
                    <a:lnTo>
                      <a:pt x="30" y="196"/>
                    </a:lnTo>
                    <a:lnTo>
                      <a:pt x="33" y="194"/>
                    </a:lnTo>
                    <a:lnTo>
                      <a:pt x="35" y="190"/>
                    </a:lnTo>
                    <a:lnTo>
                      <a:pt x="43" y="190"/>
                    </a:lnTo>
                    <a:lnTo>
                      <a:pt x="46" y="190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6" y="185"/>
                    </a:lnTo>
                    <a:lnTo>
                      <a:pt x="56" y="181"/>
                    </a:lnTo>
                    <a:lnTo>
                      <a:pt x="59" y="177"/>
                    </a:lnTo>
                    <a:lnTo>
                      <a:pt x="59" y="175"/>
                    </a:lnTo>
                    <a:lnTo>
                      <a:pt x="61" y="173"/>
                    </a:lnTo>
                    <a:lnTo>
                      <a:pt x="61" y="168"/>
                    </a:lnTo>
                    <a:lnTo>
                      <a:pt x="63" y="168"/>
                    </a:lnTo>
                    <a:lnTo>
                      <a:pt x="63" y="162"/>
                    </a:lnTo>
                    <a:lnTo>
                      <a:pt x="63" y="162"/>
                    </a:lnTo>
                    <a:lnTo>
                      <a:pt x="67" y="158"/>
                    </a:lnTo>
                    <a:lnTo>
                      <a:pt x="69" y="149"/>
                    </a:lnTo>
                    <a:lnTo>
                      <a:pt x="71" y="144"/>
                    </a:lnTo>
                    <a:lnTo>
                      <a:pt x="72" y="142"/>
                    </a:lnTo>
                    <a:lnTo>
                      <a:pt x="74" y="136"/>
                    </a:lnTo>
                    <a:lnTo>
                      <a:pt x="78" y="130"/>
                    </a:lnTo>
                    <a:lnTo>
                      <a:pt x="82" y="119"/>
                    </a:lnTo>
                    <a:lnTo>
                      <a:pt x="84" y="116"/>
                    </a:lnTo>
                    <a:lnTo>
                      <a:pt x="84" y="110"/>
                    </a:lnTo>
                    <a:lnTo>
                      <a:pt x="85" y="104"/>
                    </a:lnTo>
                    <a:lnTo>
                      <a:pt x="87" y="103"/>
                    </a:lnTo>
                    <a:lnTo>
                      <a:pt x="89" y="99"/>
                    </a:lnTo>
                    <a:lnTo>
                      <a:pt x="91" y="91"/>
                    </a:lnTo>
                    <a:lnTo>
                      <a:pt x="93" y="86"/>
                    </a:lnTo>
                    <a:lnTo>
                      <a:pt x="95" y="84"/>
                    </a:lnTo>
                    <a:lnTo>
                      <a:pt x="95" y="80"/>
                    </a:lnTo>
                    <a:lnTo>
                      <a:pt x="93" y="76"/>
                    </a:lnTo>
                    <a:lnTo>
                      <a:pt x="95" y="75"/>
                    </a:lnTo>
                    <a:lnTo>
                      <a:pt x="97" y="71"/>
                    </a:lnTo>
                    <a:lnTo>
                      <a:pt x="97" y="73"/>
                    </a:lnTo>
                    <a:lnTo>
                      <a:pt x="97" y="78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4" y="62"/>
                    </a:lnTo>
                    <a:lnTo>
                      <a:pt x="99" y="69"/>
                    </a:lnTo>
                    <a:lnTo>
                      <a:pt x="99" y="69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9" y="67"/>
                    </a:lnTo>
                    <a:lnTo>
                      <a:pt x="99" y="62"/>
                    </a:lnTo>
                    <a:lnTo>
                      <a:pt x="99" y="62"/>
                    </a:lnTo>
                    <a:lnTo>
                      <a:pt x="99" y="60"/>
                    </a:lnTo>
                    <a:lnTo>
                      <a:pt x="99" y="56"/>
                    </a:lnTo>
                    <a:lnTo>
                      <a:pt x="97" y="54"/>
                    </a:lnTo>
                    <a:lnTo>
                      <a:pt x="97" y="5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6"/>
                    </a:lnTo>
                    <a:lnTo>
                      <a:pt x="102" y="60"/>
                    </a:lnTo>
                    <a:lnTo>
                      <a:pt x="104" y="60"/>
                    </a:lnTo>
                    <a:lnTo>
                      <a:pt x="106" y="58"/>
                    </a:lnTo>
                    <a:lnTo>
                      <a:pt x="106" y="54"/>
                    </a:lnTo>
                    <a:lnTo>
                      <a:pt x="108" y="54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8" y="47"/>
                    </a:lnTo>
                    <a:lnTo>
                      <a:pt x="106" y="43"/>
                    </a:lnTo>
                    <a:close/>
                    <a:moveTo>
                      <a:pt x="82" y="24"/>
                    </a:moveTo>
                    <a:lnTo>
                      <a:pt x="82" y="22"/>
                    </a:lnTo>
                    <a:lnTo>
                      <a:pt x="84" y="24"/>
                    </a:lnTo>
                    <a:lnTo>
                      <a:pt x="82" y="24"/>
                    </a:lnTo>
                    <a:close/>
                    <a:moveTo>
                      <a:pt x="87" y="17"/>
                    </a:moveTo>
                    <a:lnTo>
                      <a:pt x="87" y="20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4" y="19"/>
                    </a:lnTo>
                    <a:lnTo>
                      <a:pt x="87" y="15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3"/>
                    </a:lnTo>
                    <a:lnTo>
                      <a:pt x="89" y="15"/>
                    </a:lnTo>
                    <a:lnTo>
                      <a:pt x="87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8" name="Freeform 6377">
                <a:extLst>
                  <a:ext uri="{FF2B5EF4-FFF2-40B4-BE49-F238E27FC236}">
                    <a16:creationId xmlns:a16="http://schemas.microsoft.com/office/drawing/2014/main" id="{4ECBE2F6-EAFC-4946-91A0-6EFEDE399D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2" y="3520"/>
                <a:ext cx="10" cy="23"/>
              </a:xfrm>
              <a:custGeom>
                <a:avLst/>
                <a:gdLst>
                  <a:gd name="T0" fmla="*/ 4 w 10"/>
                  <a:gd name="T1" fmla="*/ 11 h 23"/>
                  <a:gd name="T2" fmla="*/ 10 w 10"/>
                  <a:gd name="T3" fmla="*/ 9 h 23"/>
                  <a:gd name="T4" fmla="*/ 10 w 10"/>
                  <a:gd name="T5" fmla="*/ 6 h 23"/>
                  <a:gd name="T6" fmla="*/ 4 w 10"/>
                  <a:gd name="T7" fmla="*/ 0 h 23"/>
                  <a:gd name="T8" fmla="*/ 0 w 10"/>
                  <a:gd name="T9" fmla="*/ 2 h 23"/>
                  <a:gd name="T10" fmla="*/ 2 w 10"/>
                  <a:gd name="T11" fmla="*/ 4 h 23"/>
                  <a:gd name="T12" fmla="*/ 0 w 10"/>
                  <a:gd name="T13" fmla="*/ 8 h 23"/>
                  <a:gd name="T14" fmla="*/ 2 w 10"/>
                  <a:gd name="T15" fmla="*/ 9 h 23"/>
                  <a:gd name="T16" fmla="*/ 2 w 10"/>
                  <a:gd name="T17" fmla="*/ 11 h 23"/>
                  <a:gd name="T18" fmla="*/ 2 w 10"/>
                  <a:gd name="T19" fmla="*/ 11 h 23"/>
                  <a:gd name="T20" fmla="*/ 0 w 10"/>
                  <a:gd name="T21" fmla="*/ 13 h 23"/>
                  <a:gd name="T22" fmla="*/ 0 w 10"/>
                  <a:gd name="T23" fmla="*/ 17 h 23"/>
                  <a:gd name="T24" fmla="*/ 4 w 10"/>
                  <a:gd name="T25" fmla="*/ 17 h 23"/>
                  <a:gd name="T26" fmla="*/ 0 w 10"/>
                  <a:gd name="T27" fmla="*/ 19 h 23"/>
                  <a:gd name="T28" fmla="*/ 4 w 10"/>
                  <a:gd name="T29" fmla="*/ 23 h 23"/>
                  <a:gd name="T30" fmla="*/ 6 w 10"/>
                  <a:gd name="T31" fmla="*/ 17 h 23"/>
                  <a:gd name="T32" fmla="*/ 6 w 10"/>
                  <a:gd name="T33" fmla="*/ 17 h 23"/>
                  <a:gd name="T34" fmla="*/ 10 w 10"/>
                  <a:gd name="T35" fmla="*/ 19 h 23"/>
                  <a:gd name="T36" fmla="*/ 10 w 10"/>
                  <a:gd name="T37" fmla="*/ 15 h 23"/>
                  <a:gd name="T38" fmla="*/ 6 w 10"/>
                  <a:gd name="T39" fmla="*/ 11 h 23"/>
                  <a:gd name="T40" fmla="*/ 4 w 10"/>
                  <a:gd name="T41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23">
                    <a:moveTo>
                      <a:pt x="4" y="11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17"/>
                    </a:lnTo>
                    <a:lnTo>
                      <a:pt x="0" y="19"/>
                    </a:lnTo>
                    <a:lnTo>
                      <a:pt x="4" y="23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0" y="15"/>
                    </a:lnTo>
                    <a:lnTo>
                      <a:pt x="6" y="11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9" name="Freeform 6378">
                <a:extLst>
                  <a:ext uri="{FF2B5EF4-FFF2-40B4-BE49-F238E27FC236}">
                    <a16:creationId xmlns:a16="http://schemas.microsoft.com/office/drawing/2014/main" id="{9139CC5D-3FBE-45EE-8C57-D9B0B2AFA1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4" y="3024"/>
                <a:ext cx="13" cy="13"/>
              </a:xfrm>
              <a:custGeom>
                <a:avLst/>
                <a:gdLst>
                  <a:gd name="T0" fmla="*/ 11 w 13"/>
                  <a:gd name="T1" fmla="*/ 6 h 13"/>
                  <a:gd name="T2" fmla="*/ 13 w 13"/>
                  <a:gd name="T3" fmla="*/ 4 h 13"/>
                  <a:gd name="T4" fmla="*/ 11 w 13"/>
                  <a:gd name="T5" fmla="*/ 0 h 13"/>
                  <a:gd name="T6" fmla="*/ 8 w 13"/>
                  <a:gd name="T7" fmla="*/ 4 h 13"/>
                  <a:gd name="T8" fmla="*/ 6 w 13"/>
                  <a:gd name="T9" fmla="*/ 8 h 13"/>
                  <a:gd name="T10" fmla="*/ 2 w 13"/>
                  <a:gd name="T11" fmla="*/ 10 h 13"/>
                  <a:gd name="T12" fmla="*/ 0 w 13"/>
                  <a:gd name="T13" fmla="*/ 10 h 13"/>
                  <a:gd name="T14" fmla="*/ 4 w 13"/>
                  <a:gd name="T15" fmla="*/ 13 h 13"/>
                  <a:gd name="T16" fmla="*/ 6 w 13"/>
                  <a:gd name="T17" fmla="*/ 11 h 13"/>
                  <a:gd name="T18" fmla="*/ 8 w 13"/>
                  <a:gd name="T19" fmla="*/ 11 h 13"/>
                  <a:gd name="T20" fmla="*/ 8 w 13"/>
                  <a:gd name="T21" fmla="*/ 8 h 13"/>
                  <a:gd name="T22" fmla="*/ 9 w 13"/>
                  <a:gd name="T23" fmla="*/ 10 h 13"/>
                  <a:gd name="T24" fmla="*/ 11 w 13"/>
                  <a:gd name="T2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11" y="6"/>
                    </a:move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0" name="Freeform 6379">
                <a:extLst>
                  <a:ext uri="{FF2B5EF4-FFF2-40B4-BE49-F238E27FC236}">
                    <a16:creationId xmlns:a16="http://schemas.microsoft.com/office/drawing/2014/main" id="{F5CB2520-2FD1-435B-88F4-85D1E6AAAC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5" y="3114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0 w 6"/>
                  <a:gd name="T7" fmla="*/ 2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1" name="Freeform 6380">
                <a:extLst>
                  <a:ext uri="{FF2B5EF4-FFF2-40B4-BE49-F238E27FC236}">
                    <a16:creationId xmlns:a16="http://schemas.microsoft.com/office/drawing/2014/main" id="{C298F615-502D-4488-AF5E-CE10E914202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1" y="3106"/>
                <a:ext cx="12" cy="8"/>
              </a:xfrm>
              <a:custGeom>
                <a:avLst/>
                <a:gdLst>
                  <a:gd name="T0" fmla="*/ 6 w 6"/>
                  <a:gd name="T1" fmla="*/ 1 h 4"/>
                  <a:gd name="T2" fmla="*/ 3 w 6"/>
                  <a:gd name="T3" fmla="*/ 0 h 4"/>
                  <a:gd name="T4" fmla="*/ 1 w 6"/>
                  <a:gd name="T5" fmla="*/ 1 h 4"/>
                  <a:gd name="T6" fmla="*/ 1 w 6"/>
                  <a:gd name="T7" fmla="*/ 1 h 4"/>
                  <a:gd name="T8" fmla="*/ 1 w 6"/>
                  <a:gd name="T9" fmla="*/ 3 h 4"/>
                  <a:gd name="T10" fmla="*/ 2 w 6"/>
                  <a:gd name="T11" fmla="*/ 4 h 4"/>
                  <a:gd name="T12" fmla="*/ 3 w 6"/>
                  <a:gd name="T13" fmla="*/ 3 h 4"/>
                  <a:gd name="T14" fmla="*/ 4 w 6"/>
                  <a:gd name="T15" fmla="*/ 2 h 4"/>
                  <a:gd name="T16" fmla="*/ 6 w 6"/>
                  <a:gd name="T17" fmla="*/ 2 h 4"/>
                  <a:gd name="T18" fmla="*/ 6 w 6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2" name="Freeform 6381">
                <a:extLst>
                  <a:ext uri="{FF2B5EF4-FFF2-40B4-BE49-F238E27FC236}">
                    <a16:creationId xmlns:a16="http://schemas.microsoft.com/office/drawing/2014/main" id="{592BC5CF-76E3-406B-8D8A-DFDB5E2169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0" y="301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4 w 5"/>
                  <a:gd name="T3" fmla="*/ 3 h 5"/>
                  <a:gd name="T4" fmla="*/ 5 w 5"/>
                  <a:gd name="T5" fmla="*/ 3 h 5"/>
                  <a:gd name="T6" fmla="*/ 4 w 5"/>
                  <a:gd name="T7" fmla="*/ 0 h 5"/>
                  <a:gd name="T8" fmla="*/ 0 w 5"/>
                  <a:gd name="T9" fmla="*/ 0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3" name="Freeform 6382">
                <a:extLst>
                  <a:ext uri="{FF2B5EF4-FFF2-40B4-BE49-F238E27FC236}">
                    <a16:creationId xmlns:a16="http://schemas.microsoft.com/office/drawing/2014/main" id="{CCDE2CEB-B134-40AE-B41C-9EB01791AC9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72" y="3528"/>
                <a:ext cx="54" cy="74"/>
              </a:xfrm>
              <a:custGeom>
                <a:avLst/>
                <a:gdLst>
                  <a:gd name="T0" fmla="*/ 25 w 29"/>
                  <a:gd name="T1" fmla="*/ 9 h 40"/>
                  <a:gd name="T2" fmla="*/ 23 w 29"/>
                  <a:gd name="T3" fmla="*/ 9 h 40"/>
                  <a:gd name="T4" fmla="*/ 18 w 29"/>
                  <a:gd name="T5" fmla="*/ 10 h 40"/>
                  <a:gd name="T6" fmla="*/ 16 w 29"/>
                  <a:gd name="T7" fmla="*/ 11 h 40"/>
                  <a:gd name="T8" fmla="*/ 14 w 29"/>
                  <a:gd name="T9" fmla="*/ 11 h 40"/>
                  <a:gd name="T10" fmla="*/ 12 w 29"/>
                  <a:gd name="T11" fmla="*/ 10 h 40"/>
                  <a:gd name="T12" fmla="*/ 8 w 29"/>
                  <a:gd name="T13" fmla="*/ 7 h 40"/>
                  <a:gd name="T14" fmla="*/ 7 w 29"/>
                  <a:gd name="T15" fmla="*/ 5 h 40"/>
                  <a:gd name="T16" fmla="*/ 5 w 29"/>
                  <a:gd name="T17" fmla="*/ 4 h 40"/>
                  <a:gd name="T18" fmla="*/ 7 w 29"/>
                  <a:gd name="T19" fmla="*/ 3 h 40"/>
                  <a:gd name="T20" fmla="*/ 5 w 29"/>
                  <a:gd name="T21" fmla="*/ 1 h 40"/>
                  <a:gd name="T22" fmla="*/ 3 w 29"/>
                  <a:gd name="T23" fmla="*/ 1 h 40"/>
                  <a:gd name="T24" fmla="*/ 4 w 29"/>
                  <a:gd name="T25" fmla="*/ 4 h 40"/>
                  <a:gd name="T26" fmla="*/ 2 w 29"/>
                  <a:gd name="T27" fmla="*/ 4 h 40"/>
                  <a:gd name="T28" fmla="*/ 1 w 29"/>
                  <a:gd name="T29" fmla="*/ 6 h 40"/>
                  <a:gd name="T30" fmla="*/ 1 w 29"/>
                  <a:gd name="T31" fmla="*/ 9 h 40"/>
                  <a:gd name="T32" fmla="*/ 1 w 29"/>
                  <a:gd name="T33" fmla="*/ 13 h 40"/>
                  <a:gd name="T34" fmla="*/ 1 w 29"/>
                  <a:gd name="T35" fmla="*/ 19 h 40"/>
                  <a:gd name="T36" fmla="*/ 2 w 29"/>
                  <a:gd name="T37" fmla="*/ 22 h 40"/>
                  <a:gd name="T38" fmla="*/ 1 w 29"/>
                  <a:gd name="T39" fmla="*/ 21 h 40"/>
                  <a:gd name="T40" fmla="*/ 0 w 29"/>
                  <a:gd name="T41" fmla="*/ 27 h 40"/>
                  <a:gd name="T42" fmla="*/ 0 w 29"/>
                  <a:gd name="T43" fmla="*/ 28 h 40"/>
                  <a:gd name="T44" fmla="*/ 1 w 29"/>
                  <a:gd name="T45" fmla="*/ 33 h 40"/>
                  <a:gd name="T46" fmla="*/ 1 w 29"/>
                  <a:gd name="T47" fmla="*/ 35 h 40"/>
                  <a:gd name="T48" fmla="*/ 2 w 29"/>
                  <a:gd name="T49" fmla="*/ 36 h 40"/>
                  <a:gd name="T50" fmla="*/ 2 w 29"/>
                  <a:gd name="T51" fmla="*/ 38 h 40"/>
                  <a:gd name="T52" fmla="*/ 3 w 29"/>
                  <a:gd name="T53" fmla="*/ 39 h 40"/>
                  <a:gd name="T54" fmla="*/ 6 w 29"/>
                  <a:gd name="T55" fmla="*/ 40 h 40"/>
                  <a:gd name="T56" fmla="*/ 7 w 29"/>
                  <a:gd name="T57" fmla="*/ 40 h 40"/>
                  <a:gd name="T58" fmla="*/ 10 w 29"/>
                  <a:gd name="T59" fmla="*/ 38 h 40"/>
                  <a:gd name="T60" fmla="*/ 11 w 29"/>
                  <a:gd name="T61" fmla="*/ 35 h 40"/>
                  <a:gd name="T62" fmla="*/ 12 w 29"/>
                  <a:gd name="T63" fmla="*/ 36 h 40"/>
                  <a:gd name="T64" fmla="*/ 13 w 29"/>
                  <a:gd name="T65" fmla="*/ 40 h 40"/>
                  <a:gd name="T66" fmla="*/ 14 w 29"/>
                  <a:gd name="T67" fmla="*/ 36 h 40"/>
                  <a:gd name="T68" fmla="*/ 14 w 29"/>
                  <a:gd name="T69" fmla="*/ 34 h 40"/>
                  <a:gd name="T70" fmla="*/ 16 w 29"/>
                  <a:gd name="T71" fmla="*/ 34 h 40"/>
                  <a:gd name="T72" fmla="*/ 18 w 29"/>
                  <a:gd name="T73" fmla="*/ 36 h 40"/>
                  <a:gd name="T74" fmla="*/ 21 w 29"/>
                  <a:gd name="T75" fmla="*/ 33 h 40"/>
                  <a:gd name="T76" fmla="*/ 20 w 29"/>
                  <a:gd name="T77" fmla="*/ 31 h 40"/>
                  <a:gd name="T78" fmla="*/ 20 w 29"/>
                  <a:gd name="T79" fmla="*/ 31 h 40"/>
                  <a:gd name="T80" fmla="*/ 21 w 29"/>
                  <a:gd name="T81" fmla="*/ 29 h 40"/>
                  <a:gd name="T82" fmla="*/ 22 w 29"/>
                  <a:gd name="T83" fmla="*/ 25 h 40"/>
                  <a:gd name="T84" fmla="*/ 23 w 29"/>
                  <a:gd name="T85" fmla="*/ 24 h 40"/>
                  <a:gd name="T86" fmla="*/ 26 w 29"/>
                  <a:gd name="T87" fmla="*/ 24 h 40"/>
                  <a:gd name="T88" fmla="*/ 26 w 29"/>
                  <a:gd name="T89" fmla="*/ 22 h 40"/>
                  <a:gd name="T90" fmla="*/ 27 w 29"/>
                  <a:gd name="T91" fmla="*/ 19 h 40"/>
                  <a:gd name="T92" fmla="*/ 28 w 29"/>
                  <a:gd name="T93" fmla="*/ 15 h 40"/>
                  <a:gd name="T94" fmla="*/ 29 w 29"/>
                  <a:gd name="T95" fmla="*/ 9 h 40"/>
                  <a:gd name="T96" fmla="*/ 26 w 29"/>
                  <a:gd name="T97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" h="40">
                    <a:moveTo>
                      <a:pt x="26" y="8"/>
                    </a:moveTo>
                    <a:cubicBezTo>
                      <a:pt x="25" y="9"/>
                      <a:pt x="25" y="9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8"/>
                      <a:pt x="27" y="8"/>
                      <a:pt x="27" y="8"/>
                    </a:cubicBezTo>
                    <a:lnTo>
                      <a:pt x="2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4" name="Freeform 6383">
                <a:extLst>
                  <a:ext uri="{FF2B5EF4-FFF2-40B4-BE49-F238E27FC236}">
                    <a16:creationId xmlns:a16="http://schemas.microsoft.com/office/drawing/2014/main" id="{51B9A9C1-1BC3-4A7C-8ED0-FA4536C1576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68" y="3511"/>
                <a:ext cx="10" cy="15"/>
              </a:xfrm>
              <a:custGeom>
                <a:avLst/>
                <a:gdLst>
                  <a:gd name="T0" fmla="*/ 4 w 10"/>
                  <a:gd name="T1" fmla="*/ 15 h 15"/>
                  <a:gd name="T2" fmla="*/ 8 w 10"/>
                  <a:gd name="T3" fmla="*/ 13 h 15"/>
                  <a:gd name="T4" fmla="*/ 8 w 10"/>
                  <a:gd name="T5" fmla="*/ 11 h 15"/>
                  <a:gd name="T6" fmla="*/ 10 w 10"/>
                  <a:gd name="T7" fmla="*/ 7 h 15"/>
                  <a:gd name="T8" fmla="*/ 10 w 10"/>
                  <a:gd name="T9" fmla="*/ 5 h 15"/>
                  <a:gd name="T10" fmla="*/ 10 w 10"/>
                  <a:gd name="T11" fmla="*/ 2 h 15"/>
                  <a:gd name="T12" fmla="*/ 8 w 10"/>
                  <a:gd name="T13" fmla="*/ 0 h 15"/>
                  <a:gd name="T14" fmla="*/ 4 w 10"/>
                  <a:gd name="T15" fmla="*/ 2 h 15"/>
                  <a:gd name="T16" fmla="*/ 2 w 10"/>
                  <a:gd name="T17" fmla="*/ 4 h 15"/>
                  <a:gd name="T18" fmla="*/ 2 w 10"/>
                  <a:gd name="T19" fmla="*/ 5 h 15"/>
                  <a:gd name="T20" fmla="*/ 0 w 10"/>
                  <a:gd name="T21" fmla="*/ 9 h 15"/>
                  <a:gd name="T22" fmla="*/ 2 w 10"/>
                  <a:gd name="T23" fmla="*/ 11 h 15"/>
                  <a:gd name="T24" fmla="*/ 2 w 10"/>
                  <a:gd name="T25" fmla="*/ 13 h 15"/>
                  <a:gd name="T26" fmla="*/ 4 w 10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4" y="15"/>
                    </a:moveTo>
                    <a:lnTo>
                      <a:pt x="8" y="13"/>
                    </a:lnTo>
                    <a:lnTo>
                      <a:pt x="8" y="11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5" name="Freeform 6384">
                <a:extLst>
                  <a:ext uri="{FF2B5EF4-FFF2-40B4-BE49-F238E27FC236}">
                    <a16:creationId xmlns:a16="http://schemas.microsoft.com/office/drawing/2014/main" id="{BD75227A-73BB-4762-960C-8DDBFC8D6FE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100" y="3022"/>
                <a:ext cx="564" cy="487"/>
              </a:xfrm>
              <a:custGeom>
                <a:avLst/>
                <a:gdLst>
                  <a:gd name="T0" fmla="*/ 292 w 303"/>
                  <a:gd name="T1" fmla="*/ 111 h 261"/>
                  <a:gd name="T2" fmla="*/ 287 w 303"/>
                  <a:gd name="T3" fmla="*/ 102 h 261"/>
                  <a:gd name="T4" fmla="*/ 280 w 303"/>
                  <a:gd name="T5" fmla="*/ 96 h 261"/>
                  <a:gd name="T6" fmla="*/ 275 w 303"/>
                  <a:gd name="T7" fmla="*/ 81 h 261"/>
                  <a:gd name="T8" fmla="*/ 264 w 303"/>
                  <a:gd name="T9" fmla="*/ 70 h 261"/>
                  <a:gd name="T10" fmla="*/ 258 w 303"/>
                  <a:gd name="T11" fmla="*/ 56 h 261"/>
                  <a:gd name="T12" fmla="*/ 254 w 303"/>
                  <a:gd name="T13" fmla="*/ 34 h 261"/>
                  <a:gd name="T14" fmla="*/ 242 w 303"/>
                  <a:gd name="T15" fmla="*/ 17 h 261"/>
                  <a:gd name="T16" fmla="*/ 237 w 303"/>
                  <a:gd name="T17" fmla="*/ 2 h 261"/>
                  <a:gd name="T18" fmla="*/ 229 w 303"/>
                  <a:gd name="T19" fmla="*/ 16 h 261"/>
                  <a:gd name="T20" fmla="*/ 225 w 303"/>
                  <a:gd name="T21" fmla="*/ 37 h 261"/>
                  <a:gd name="T22" fmla="*/ 207 w 303"/>
                  <a:gd name="T23" fmla="*/ 51 h 261"/>
                  <a:gd name="T24" fmla="*/ 191 w 303"/>
                  <a:gd name="T25" fmla="*/ 37 h 261"/>
                  <a:gd name="T26" fmla="*/ 184 w 303"/>
                  <a:gd name="T27" fmla="*/ 27 h 261"/>
                  <a:gd name="T28" fmla="*/ 192 w 303"/>
                  <a:gd name="T29" fmla="*/ 25 h 261"/>
                  <a:gd name="T30" fmla="*/ 184 w 303"/>
                  <a:gd name="T31" fmla="*/ 20 h 261"/>
                  <a:gd name="T32" fmla="*/ 190 w 303"/>
                  <a:gd name="T33" fmla="*/ 11 h 261"/>
                  <a:gd name="T34" fmla="*/ 185 w 303"/>
                  <a:gd name="T35" fmla="*/ 7 h 261"/>
                  <a:gd name="T36" fmla="*/ 175 w 303"/>
                  <a:gd name="T37" fmla="*/ 8 h 261"/>
                  <a:gd name="T38" fmla="*/ 161 w 303"/>
                  <a:gd name="T39" fmla="*/ 5 h 261"/>
                  <a:gd name="T40" fmla="*/ 157 w 303"/>
                  <a:gd name="T41" fmla="*/ 6 h 261"/>
                  <a:gd name="T42" fmla="*/ 146 w 303"/>
                  <a:gd name="T43" fmla="*/ 12 h 261"/>
                  <a:gd name="T44" fmla="*/ 135 w 303"/>
                  <a:gd name="T45" fmla="*/ 25 h 261"/>
                  <a:gd name="T46" fmla="*/ 124 w 303"/>
                  <a:gd name="T47" fmla="*/ 33 h 261"/>
                  <a:gd name="T48" fmla="*/ 109 w 303"/>
                  <a:gd name="T49" fmla="*/ 24 h 261"/>
                  <a:gd name="T50" fmla="*/ 103 w 303"/>
                  <a:gd name="T51" fmla="*/ 28 h 261"/>
                  <a:gd name="T52" fmla="*/ 95 w 303"/>
                  <a:gd name="T53" fmla="*/ 36 h 261"/>
                  <a:gd name="T54" fmla="*/ 87 w 303"/>
                  <a:gd name="T55" fmla="*/ 43 h 261"/>
                  <a:gd name="T56" fmla="*/ 84 w 303"/>
                  <a:gd name="T57" fmla="*/ 44 h 261"/>
                  <a:gd name="T58" fmla="*/ 74 w 303"/>
                  <a:gd name="T59" fmla="*/ 60 h 261"/>
                  <a:gd name="T60" fmla="*/ 50 w 303"/>
                  <a:gd name="T61" fmla="*/ 74 h 261"/>
                  <a:gd name="T62" fmla="*/ 25 w 303"/>
                  <a:gd name="T63" fmla="*/ 82 h 261"/>
                  <a:gd name="T64" fmla="*/ 11 w 303"/>
                  <a:gd name="T65" fmla="*/ 95 h 261"/>
                  <a:gd name="T66" fmla="*/ 8 w 303"/>
                  <a:gd name="T67" fmla="*/ 121 h 261"/>
                  <a:gd name="T68" fmla="*/ 2 w 303"/>
                  <a:gd name="T69" fmla="*/ 109 h 261"/>
                  <a:gd name="T70" fmla="*/ 10 w 303"/>
                  <a:gd name="T71" fmla="*/ 154 h 261"/>
                  <a:gd name="T72" fmla="*/ 8 w 303"/>
                  <a:gd name="T73" fmla="*/ 185 h 261"/>
                  <a:gd name="T74" fmla="*/ 15 w 303"/>
                  <a:gd name="T75" fmla="*/ 203 h 261"/>
                  <a:gd name="T76" fmla="*/ 31 w 303"/>
                  <a:gd name="T77" fmla="*/ 199 h 261"/>
                  <a:gd name="T78" fmla="*/ 52 w 303"/>
                  <a:gd name="T79" fmla="*/ 194 h 261"/>
                  <a:gd name="T80" fmla="*/ 69 w 303"/>
                  <a:gd name="T81" fmla="*/ 192 h 261"/>
                  <a:gd name="T82" fmla="*/ 94 w 303"/>
                  <a:gd name="T83" fmla="*/ 181 h 261"/>
                  <a:gd name="T84" fmla="*/ 133 w 303"/>
                  <a:gd name="T85" fmla="*/ 180 h 261"/>
                  <a:gd name="T86" fmla="*/ 148 w 303"/>
                  <a:gd name="T87" fmla="*/ 187 h 261"/>
                  <a:gd name="T88" fmla="*/ 150 w 303"/>
                  <a:gd name="T89" fmla="*/ 205 h 261"/>
                  <a:gd name="T90" fmla="*/ 162 w 303"/>
                  <a:gd name="T91" fmla="*/ 200 h 261"/>
                  <a:gd name="T92" fmla="*/ 168 w 303"/>
                  <a:gd name="T93" fmla="*/ 201 h 261"/>
                  <a:gd name="T94" fmla="*/ 173 w 303"/>
                  <a:gd name="T95" fmla="*/ 204 h 261"/>
                  <a:gd name="T96" fmla="*/ 178 w 303"/>
                  <a:gd name="T97" fmla="*/ 217 h 261"/>
                  <a:gd name="T98" fmla="*/ 183 w 303"/>
                  <a:gd name="T99" fmla="*/ 245 h 261"/>
                  <a:gd name="T100" fmla="*/ 202 w 303"/>
                  <a:gd name="T101" fmla="*/ 255 h 261"/>
                  <a:gd name="T102" fmla="*/ 217 w 303"/>
                  <a:gd name="T103" fmla="*/ 258 h 261"/>
                  <a:gd name="T104" fmla="*/ 234 w 303"/>
                  <a:gd name="T105" fmla="*/ 249 h 261"/>
                  <a:gd name="T106" fmla="*/ 257 w 303"/>
                  <a:gd name="T107" fmla="*/ 226 h 261"/>
                  <a:gd name="T108" fmla="*/ 275 w 303"/>
                  <a:gd name="T109" fmla="*/ 199 h 261"/>
                  <a:gd name="T110" fmla="*/ 290 w 303"/>
                  <a:gd name="T111" fmla="*/ 179 h 261"/>
                  <a:gd name="T112" fmla="*/ 299 w 303"/>
                  <a:gd name="T113" fmla="*/ 146 h 261"/>
                  <a:gd name="T114" fmla="*/ 300 w 303"/>
                  <a:gd name="T115" fmla="*/ 128 h 261"/>
                  <a:gd name="T116" fmla="*/ 215 w 303"/>
                  <a:gd name="T117" fmla="*/ 248 h 261"/>
                  <a:gd name="T118" fmla="*/ 217 w 303"/>
                  <a:gd name="T119" fmla="*/ 25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3" h="261">
                    <a:moveTo>
                      <a:pt x="301" y="117"/>
                    </a:moveTo>
                    <a:cubicBezTo>
                      <a:pt x="301" y="118"/>
                      <a:pt x="301" y="118"/>
                      <a:pt x="301" y="1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301" y="121"/>
                      <a:pt x="301" y="121"/>
                      <a:pt x="301" y="121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8" y="122"/>
                      <a:pt x="298" y="122"/>
                      <a:pt x="298" y="122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8" y="119"/>
                      <a:pt x="298" y="119"/>
                      <a:pt x="298" y="119"/>
                    </a:cubicBezTo>
                    <a:cubicBezTo>
                      <a:pt x="296" y="117"/>
                      <a:pt x="296" y="117"/>
                      <a:pt x="296" y="117"/>
                    </a:cubicBezTo>
                    <a:cubicBezTo>
                      <a:pt x="295" y="116"/>
                      <a:pt x="295" y="116"/>
                      <a:pt x="295" y="116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11"/>
                      <a:pt x="292" y="111"/>
                      <a:pt x="292" y="111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0" y="111"/>
                      <a:pt x="290" y="111"/>
                      <a:pt x="290" y="111"/>
                    </a:cubicBezTo>
                    <a:cubicBezTo>
                      <a:pt x="290" y="110"/>
                      <a:pt x="290" y="110"/>
                      <a:pt x="290" y="110"/>
                    </a:cubicBezTo>
                    <a:cubicBezTo>
                      <a:pt x="291" y="108"/>
                      <a:pt x="291" y="108"/>
                      <a:pt x="291" y="108"/>
                    </a:cubicBezTo>
                    <a:cubicBezTo>
                      <a:pt x="290" y="107"/>
                      <a:pt x="290" y="107"/>
                      <a:pt x="290" y="107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89" y="105"/>
                      <a:pt x="289" y="105"/>
                      <a:pt x="289" y="105"/>
                    </a:cubicBezTo>
                    <a:cubicBezTo>
                      <a:pt x="288" y="105"/>
                      <a:pt x="288" y="105"/>
                      <a:pt x="288" y="105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5"/>
                      <a:pt x="287" y="105"/>
                      <a:pt x="287" y="105"/>
                    </a:cubicBezTo>
                    <a:cubicBezTo>
                      <a:pt x="286" y="103"/>
                      <a:pt x="286" y="103"/>
                      <a:pt x="286" y="103"/>
                    </a:cubicBezTo>
                    <a:cubicBezTo>
                      <a:pt x="287" y="102"/>
                      <a:pt x="287" y="102"/>
                      <a:pt x="287" y="102"/>
                    </a:cubicBezTo>
                    <a:cubicBezTo>
                      <a:pt x="288" y="99"/>
                      <a:pt x="288" y="99"/>
                      <a:pt x="288" y="99"/>
                    </a:cubicBezTo>
                    <a:cubicBezTo>
                      <a:pt x="287" y="98"/>
                      <a:pt x="287" y="98"/>
                      <a:pt x="287" y="98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6" y="96"/>
                      <a:pt x="286" y="96"/>
                      <a:pt x="286" y="96"/>
                    </a:cubicBezTo>
                    <a:cubicBezTo>
                      <a:pt x="286" y="94"/>
                      <a:pt x="286" y="94"/>
                      <a:pt x="286" y="94"/>
                    </a:cubicBezTo>
                    <a:cubicBezTo>
                      <a:pt x="284" y="96"/>
                      <a:pt x="284" y="96"/>
                      <a:pt x="284" y="96"/>
                    </a:cubicBezTo>
                    <a:cubicBezTo>
                      <a:pt x="285" y="96"/>
                      <a:pt x="285" y="96"/>
                      <a:pt x="285" y="96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2" y="93"/>
                      <a:pt x="282" y="93"/>
                      <a:pt x="282" y="93"/>
                    </a:cubicBezTo>
                    <a:cubicBezTo>
                      <a:pt x="280" y="94"/>
                      <a:pt x="280" y="94"/>
                      <a:pt x="280" y="94"/>
                    </a:cubicBezTo>
                    <a:cubicBezTo>
                      <a:pt x="280" y="95"/>
                      <a:pt x="280" y="95"/>
                      <a:pt x="280" y="95"/>
                    </a:cubicBezTo>
                    <a:cubicBezTo>
                      <a:pt x="280" y="96"/>
                      <a:pt x="280" y="96"/>
                      <a:pt x="280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9" y="96"/>
                      <a:pt x="279" y="96"/>
                      <a:pt x="279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8" y="91"/>
                      <a:pt x="278" y="91"/>
                      <a:pt x="278" y="91"/>
                    </a:cubicBezTo>
                    <a:cubicBezTo>
                      <a:pt x="279" y="91"/>
                      <a:pt x="279" y="91"/>
                      <a:pt x="279" y="91"/>
                    </a:cubicBezTo>
                    <a:cubicBezTo>
                      <a:pt x="279" y="89"/>
                      <a:pt x="279" y="89"/>
                      <a:pt x="279" y="89"/>
                    </a:cubicBezTo>
                    <a:cubicBezTo>
                      <a:pt x="278" y="88"/>
                      <a:pt x="278" y="88"/>
                      <a:pt x="278" y="88"/>
                    </a:cubicBezTo>
                    <a:cubicBezTo>
                      <a:pt x="278" y="87"/>
                      <a:pt x="278" y="87"/>
                      <a:pt x="278" y="87"/>
                    </a:cubicBezTo>
                    <a:cubicBezTo>
                      <a:pt x="277" y="86"/>
                      <a:pt x="277" y="86"/>
                      <a:pt x="277" y="86"/>
                    </a:cubicBezTo>
                    <a:cubicBezTo>
                      <a:pt x="277" y="85"/>
                      <a:pt x="277" y="85"/>
                      <a:pt x="277" y="85"/>
                    </a:cubicBezTo>
                    <a:cubicBezTo>
                      <a:pt x="275" y="83"/>
                      <a:pt x="275" y="83"/>
                      <a:pt x="275" y="83"/>
                    </a:cubicBezTo>
                    <a:cubicBezTo>
                      <a:pt x="274" y="82"/>
                      <a:pt x="274" y="82"/>
                      <a:pt x="274" y="82"/>
                    </a:cubicBezTo>
                    <a:cubicBezTo>
                      <a:pt x="274" y="81"/>
                      <a:pt x="274" y="81"/>
                      <a:pt x="274" y="81"/>
                    </a:cubicBezTo>
                    <a:cubicBezTo>
                      <a:pt x="275" y="81"/>
                      <a:pt x="275" y="81"/>
                      <a:pt x="275" y="81"/>
                    </a:cubicBezTo>
                    <a:cubicBezTo>
                      <a:pt x="275" y="79"/>
                      <a:pt x="275" y="79"/>
                      <a:pt x="275" y="79"/>
                    </a:cubicBezTo>
                    <a:cubicBezTo>
                      <a:pt x="274" y="76"/>
                      <a:pt x="274" y="76"/>
                      <a:pt x="274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2" y="76"/>
                      <a:pt x="272" y="76"/>
                      <a:pt x="272" y="76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69" y="74"/>
                      <a:pt x="269" y="74"/>
                      <a:pt x="269" y="74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67" y="74"/>
                      <a:pt x="267" y="74"/>
                      <a:pt x="267" y="74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6" y="73"/>
                      <a:pt x="266" y="73"/>
                      <a:pt x="266" y="73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70"/>
                      <a:pt x="264" y="70"/>
                      <a:pt x="264" y="70"/>
                    </a:cubicBezTo>
                    <a:cubicBezTo>
                      <a:pt x="263" y="70"/>
                      <a:pt x="263" y="70"/>
                      <a:pt x="263" y="70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59" y="68"/>
                      <a:pt x="259" y="68"/>
                      <a:pt x="259" y="68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6"/>
                      <a:pt x="258" y="66"/>
                      <a:pt x="258" y="66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61"/>
                      <a:pt x="257" y="61"/>
                      <a:pt x="257" y="61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8" y="56"/>
                      <a:pt x="258" y="56"/>
                      <a:pt x="258" y="56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6" y="51"/>
                      <a:pt x="256" y="51"/>
                      <a:pt x="256" y="51"/>
                    </a:cubicBezTo>
                    <a:cubicBezTo>
                      <a:pt x="257" y="51"/>
                      <a:pt x="257" y="51"/>
                      <a:pt x="257" y="51"/>
                    </a:cubicBezTo>
                    <a:cubicBezTo>
                      <a:pt x="256" y="49"/>
                      <a:pt x="256" y="49"/>
                      <a:pt x="256" y="49"/>
                    </a:cubicBezTo>
                    <a:cubicBezTo>
                      <a:pt x="255" y="49"/>
                      <a:pt x="255" y="49"/>
                      <a:pt x="255" y="49"/>
                    </a:cubicBezTo>
                    <a:cubicBezTo>
                      <a:pt x="254" y="47"/>
                      <a:pt x="254" y="47"/>
                      <a:pt x="254" y="47"/>
                    </a:cubicBezTo>
                    <a:cubicBezTo>
                      <a:pt x="253" y="44"/>
                      <a:pt x="253" y="44"/>
                      <a:pt x="253" y="44"/>
                    </a:cubicBezTo>
                    <a:cubicBezTo>
                      <a:pt x="254" y="43"/>
                      <a:pt x="254" y="43"/>
                      <a:pt x="254" y="43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1"/>
                      <a:pt x="253" y="41"/>
                      <a:pt x="253" y="41"/>
                    </a:cubicBezTo>
                    <a:cubicBezTo>
                      <a:pt x="253" y="37"/>
                      <a:pt x="253" y="37"/>
                      <a:pt x="253" y="37"/>
                    </a:cubicBezTo>
                    <a:cubicBezTo>
                      <a:pt x="253" y="36"/>
                      <a:pt x="253" y="36"/>
                      <a:pt x="253" y="36"/>
                    </a:cubicBezTo>
                    <a:cubicBezTo>
                      <a:pt x="253" y="34"/>
                      <a:pt x="253" y="34"/>
                      <a:pt x="253" y="34"/>
                    </a:cubicBezTo>
                    <a:cubicBezTo>
                      <a:pt x="254" y="34"/>
                      <a:pt x="254" y="34"/>
                      <a:pt x="254" y="34"/>
                    </a:cubicBezTo>
                    <a:cubicBezTo>
                      <a:pt x="254" y="32"/>
                      <a:pt x="254" y="32"/>
                      <a:pt x="254" y="32"/>
                    </a:cubicBezTo>
                    <a:cubicBezTo>
                      <a:pt x="251" y="30"/>
                      <a:pt x="251" y="30"/>
                      <a:pt x="251" y="30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48" y="26"/>
                      <a:pt x="248" y="26"/>
                      <a:pt x="248" y="26"/>
                    </a:cubicBezTo>
                    <a:cubicBezTo>
                      <a:pt x="246" y="27"/>
                      <a:pt x="246" y="27"/>
                      <a:pt x="246" y="27"/>
                    </a:cubicBezTo>
                    <a:cubicBezTo>
                      <a:pt x="245" y="27"/>
                      <a:pt x="245" y="27"/>
                      <a:pt x="245" y="27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3" y="27"/>
                      <a:pt x="243" y="27"/>
                      <a:pt x="243" y="27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42" y="24"/>
                      <a:pt x="242" y="24"/>
                      <a:pt x="242" y="24"/>
                    </a:cubicBezTo>
                    <a:cubicBezTo>
                      <a:pt x="242" y="21"/>
                      <a:pt x="242" y="21"/>
                      <a:pt x="242" y="21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5"/>
                      <a:pt x="242" y="15"/>
                      <a:pt x="242" y="15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40" y="12"/>
                      <a:pt x="240" y="12"/>
                      <a:pt x="240" y="12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39" y="11"/>
                      <a:pt x="239" y="11"/>
                      <a:pt x="239" y="11"/>
                    </a:cubicBezTo>
                    <a:cubicBezTo>
                      <a:pt x="241" y="9"/>
                      <a:pt x="241" y="9"/>
                      <a:pt x="241" y="9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8" y="9"/>
                      <a:pt x="238" y="9"/>
                      <a:pt x="238" y="9"/>
                    </a:cubicBezTo>
                    <a:cubicBezTo>
                      <a:pt x="237" y="8"/>
                      <a:pt x="237" y="8"/>
                      <a:pt x="237" y="8"/>
                    </a:cubicBezTo>
                    <a:cubicBezTo>
                      <a:pt x="238" y="5"/>
                      <a:pt x="238" y="5"/>
                      <a:pt x="238" y="5"/>
                    </a:cubicBezTo>
                    <a:cubicBezTo>
                      <a:pt x="237" y="4"/>
                      <a:pt x="237" y="4"/>
                      <a:pt x="237" y="4"/>
                    </a:cubicBezTo>
                    <a:cubicBezTo>
                      <a:pt x="237" y="2"/>
                      <a:pt x="237" y="2"/>
                      <a:pt x="237" y="2"/>
                    </a:cubicBezTo>
                    <a:cubicBezTo>
                      <a:pt x="235" y="1"/>
                      <a:pt x="235" y="1"/>
                      <a:pt x="235" y="1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2" y="5"/>
                      <a:pt x="232" y="5"/>
                      <a:pt x="232" y="5"/>
                    </a:cubicBezTo>
                    <a:cubicBezTo>
                      <a:pt x="231" y="7"/>
                      <a:pt x="231" y="7"/>
                      <a:pt x="231" y="7"/>
                    </a:cubicBezTo>
                    <a:cubicBezTo>
                      <a:pt x="231" y="8"/>
                      <a:pt x="231" y="8"/>
                      <a:pt x="231" y="8"/>
                    </a:cubicBezTo>
                    <a:cubicBezTo>
                      <a:pt x="231" y="9"/>
                      <a:pt x="231" y="9"/>
                      <a:pt x="231" y="9"/>
                    </a:cubicBezTo>
                    <a:cubicBezTo>
                      <a:pt x="230" y="9"/>
                      <a:pt x="230" y="9"/>
                      <a:pt x="230" y="9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7" y="14"/>
                      <a:pt x="227" y="14"/>
                      <a:pt x="227" y="14"/>
                    </a:cubicBezTo>
                    <a:cubicBezTo>
                      <a:pt x="229" y="15"/>
                      <a:pt x="229" y="15"/>
                      <a:pt x="229" y="15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8" y="15"/>
                      <a:pt x="228" y="15"/>
                      <a:pt x="228" y="15"/>
                    </a:cubicBezTo>
                    <a:cubicBezTo>
                      <a:pt x="227" y="17"/>
                      <a:pt x="227" y="17"/>
                      <a:pt x="227" y="17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6" y="22"/>
                      <a:pt x="226" y="22"/>
                      <a:pt x="226" y="22"/>
                    </a:cubicBezTo>
                    <a:cubicBezTo>
                      <a:pt x="225" y="26"/>
                      <a:pt x="225" y="26"/>
                      <a:pt x="225" y="26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25" y="31"/>
                      <a:pt x="225" y="31"/>
                      <a:pt x="225" y="31"/>
                    </a:cubicBezTo>
                    <a:cubicBezTo>
                      <a:pt x="226" y="33"/>
                      <a:pt x="226" y="33"/>
                      <a:pt x="226" y="33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5" y="36"/>
                      <a:pt x="225" y="36"/>
                      <a:pt x="225" y="36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3" y="40"/>
                      <a:pt x="223" y="40"/>
                      <a:pt x="223" y="40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1" y="45"/>
                      <a:pt x="221" y="45"/>
                      <a:pt x="221" y="45"/>
                    </a:cubicBezTo>
                    <a:cubicBezTo>
                      <a:pt x="222" y="47"/>
                      <a:pt x="222" y="47"/>
                      <a:pt x="222" y="47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0" y="55"/>
                      <a:pt x="210" y="55"/>
                      <a:pt x="210" y="55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04" y="49"/>
                      <a:pt x="204" y="49"/>
                      <a:pt x="204" y="49"/>
                    </a:cubicBezTo>
                    <a:cubicBezTo>
                      <a:pt x="202" y="48"/>
                      <a:pt x="202" y="48"/>
                      <a:pt x="202" y="48"/>
                    </a:cubicBezTo>
                    <a:cubicBezTo>
                      <a:pt x="200" y="48"/>
                      <a:pt x="200" y="48"/>
                      <a:pt x="200" y="48"/>
                    </a:cubicBezTo>
                    <a:cubicBezTo>
                      <a:pt x="198" y="47"/>
                      <a:pt x="198" y="47"/>
                      <a:pt x="198" y="47"/>
                    </a:cubicBezTo>
                    <a:cubicBezTo>
                      <a:pt x="198" y="46"/>
                      <a:pt x="198" y="46"/>
                      <a:pt x="198" y="46"/>
                    </a:cubicBezTo>
                    <a:cubicBezTo>
                      <a:pt x="196" y="43"/>
                      <a:pt x="196" y="43"/>
                      <a:pt x="196" y="43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92" y="41"/>
                      <a:pt x="192" y="41"/>
                      <a:pt x="192" y="41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2" y="40"/>
                      <a:pt x="192" y="40"/>
                      <a:pt x="192" y="40"/>
                    </a:cubicBezTo>
                    <a:cubicBezTo>
                      <a:pt x="191" y="37"/>
                      <a:pt x="191" y="37"/>
                      <a:pt x="191" y="37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6" y="38"/>
                      <a:pt x="186" y="38"/>
                      <a:pt x="186" y="38"/>
                    </a:cubicBezTo>
                    <a:cubicBezTo>
                      <a:pt x="186" y="37"/>
                      <a:pt x="186" y="37"/>
                      <a:pt x="186" y="37"/>
                    </a:cubicBezTo>
                    <a:cubicBezTo>
                      <a:pt x="184" y="35"/>
                      <a:pt x="184" y="35"/>
                      <a:pt x="184" y="35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2" y="29"/>
                      <a:pt x="182" y="29"/>
                      <a:pt x="182" y="29"/>
                    </a:cubicBezTo>
                    <a:cubicBezTo>
                      <a:pt x="183" y="28"/>
                      <a:pt x="183" y="28"/>
                      <a:pt x="183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6"/>
                      <a:pt x="185" y="26"/>
                      <a:pt x="185" y="26"/>
                    </a:cubicBezTo>
                    <a:cubicBezTo>
                      <a:pt x="186" y="25"/>
                      <a:pt x="186" y="25"/>
                      <a:pt x="186" y="25"/>
                    </a:cubicBezTo>
                    <a:cubicBezTo>
                      <a:pt x="186" y="26"/>
                      <a:pt x="186" y="26"/>
                      <a:pt x="186" y="26"/>
                    </a:cubicBezTo>
                    <a:cubicBezTo>
                      <a:pt x="187" y="25"/>
                      <a:pt x="187" y="25"/>
                      <a:pt x="187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8"/>
                      <a:pt x="186" y="28"/>
                      <a:pt x="186" y="28"/>
                    </a:cubicBezTo>
                    <a:cubicBezTo>
                      <a:pt x="188" y="28"/>
                      <a:pt x="188" y="28"/>
                      <a:pt x="188" y="28"/>
                    </a:cubicBezTo>
                    <a:cubicBezTo>
                      <a:pt x="189" y="28"/>
                      <a:pt x="189" y="28"/>
                      <a:pt x="189" y="28"/>
                    </a:cubicBezTo>
                    <a:cubicBezTo>
                      <a:pt x="191" y="28"/>
                      <a:pt x="191" y="28"/>
                      <a:pt x="191" y="28"/>
                    </a:cubicBezTo>
                    <a:cubicBezTo>
                      <a:pt x="192" y="26"/>
                      <a:pt x="192" y="26"/>
                      <a:pt x="192" y="26"/>
                    </a:cubicBezTo>
                    <a:cubicBezTo>
                      <a:pt x="191" y="25"/>
                      <a:pt x="191" y="25"/>
                      <a:pt x="191" y="25"/>
                    </a:cubicBezTo>
                    <a:cubicBezTo>
                      <a:pt x="192" y="25"/>
                      <a:pt x="192" y="25"/>
                      <a:pt x="192" y="25"/>
                    </a:cubicBezTo>
                    <a:cubicBezTo>
                      <a:pt x="191" y="24"/>
                      <a:pt x="191" y="24"/>
                      <a:pt x="191" y="24"/>
                    </a:cubicBezTo>
                    <a:cubicBezTo>
                      <a:pt x="190" y="24"/>
                      <a:pt x="190" y="24"/>
                      <a:pt x="190" y="24"/>
                    </a:cubicBezTo>
                    <a:cubicBezTo>
                      <a:pt x="190" y="23"/>
                      <a:pt x="190" y="23"/>
                      <a:pt x="190" y="23"/>
                    </a:cubicBezTo>
                    <a:cubicBezTo>
                      <a:pt x="188" y="23"/>
                      <a:pt x="188" y="23"/>
                      <a:pt x="188" y="23"/>
                    </a:cubicBezTo>
                    <a:cubicBezTo>
                      <a:pt x="188" y="24"/>
                      <a:pt x="188" y="24"/>
                      <a:pt x="188" y="24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6" y="22"/>
                      <a:pt x="186" y="22"/>
                      <a:pt x="186" y="22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6" y="21"/>
                      <a:pt x="186" y="21"/>
                      <a:pt x="186" y="21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7" y="21"/>
                      <a:pt x="187" y="21"/>
                      <a:pt x="187" y="21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90" y="17"/>
                      <a:pt x="190" y="17"/>
                      <a:pt x="190" y="17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2" y="14"/>
                      <a:pt x="192" y="14"/>
                      <a:pt x="192" y="14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8"/>
                      <a:pt x="190" y="8"/>
                      <a:pt x="190" y="8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5" y="12"/>
                      <a:pt x="185" y="12"/>
                      <a:pt x="185" y="12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4" y="10"/>
                      <a:pt x="184" y="10"/>
                      <a:pt x="184" y="10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2" y="8"/>
                      <a:pt x="182" y="8"/>
                      <a:pt x="182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80" y="11"/>
                      <a:pt x="180" y="11"/>
                      <a:pt x="180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0" y="6"/>
                      <a:pt x="170" y="6"/>
                      <a:pt x="170" y="6"/>
                    </a:cubicBezTo>
                    <a:cubicBezTo>
                      <a:pt x="168" y="7"/>
                      <a:pt x="168" y="7"/>
                      <a:pt x="168" y="7"/>
                    </a:cubicBezTo>
                    <a:cubicBezTo>
                      <a:pt x="166" y="7"/>
                      <a:pt x="166" y="7"/>
                      <a:pt x="166" y="7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4" y="4"/>
                      <a:pt x="164" y="4"/>
                      <a:pt x="164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5"/>
                      <a:pt x="162" y="5"/>
                      <a:pt x="162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2" y="1"/>
                      <a:pt x="162" y="1"/>
                      <a:pt x="162" y="1"/>
                    </a:cubicBezTo>
                    <a:cubicBezTo>
                      <a:pt x="159" y="1"/>
                      <a:pt x="159" y="1"/>
                      <a:pt x="159" y="1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9" y="4"/>
                      <a:pt x="159" y="4"/>
                      <a:pt x="159" y="4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6" y="3"/>
                      <a:pt x="156" y="3"/>
                      <a:pt x="156" y="3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5" y="5"/>
                      <a:pt x="155" y="5"/>
                      <a:pt x="155" y="5"/>
                    </a:cubicBezTo>
                    <a:cubicBezTo>
                      <a:pt x="154" y="5"/>
                      <a:pt x="154" y="5"/>
                      <a:pt x="154" y="5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58" y="6"/>
                      <a:pt x="158" y="6"/>
                      <a:pt x="158" y="6"/>
                    </a:cubicBezTo>
                    <a:cubicBezTo>
                      <a:pt x="160" y="7"/>
                      <a:pt x="160" y="7"/>
                      <a:pt x="160" y="7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10"/>
                      <a:pt x="149" y="10"/>
                      <a:pt x="149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5"/>
                      <a:pt x="144" y="15"/>
                      <a:pt x="144" y="15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5" y="25"/>
                      <a:pt x="135" y="25"/>
                      <a:pt x="135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2" y="32"/>
                      <a:pt x="132" y="32"/>
                      <a:pt x="132" y="32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4" y="30"/>
                      <a:pt x="124" y="30"/>
                      <a:pt x="124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9" y="44"/>
                      <a:pt x="89" y="44"/>
                      <a:pt x="89" y="44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3" y="76"/>
                      <a:pt x="43" y="76"/>
                      <a:pt x="43" y="76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7" y="77"/>
                      <a:pt x="37" y="77"/>
                      <a:pt x="37" y="77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0" y="97"/>
                      <a:pt x="10" y="97"/>
                      <a:pt x="10" y="97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7" y="111"/>
                      <a:pt x="7" y="111"/>
                      <a:pt x="7" y="111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8" y="121"/>
                      <a:pt x="8" y="121"/>
                      <a:pt x="8" y="121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3" y="116"/>
                      <a:pt x="3" y="116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7"/>
                      <a:pt x="3" y="127"/>
                      <a:pt x="3" y="127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8" y="143"/>
                      <a:pt x="8" y="143"/>
                      <a:pt x="8" y="143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1" y="168"/>
                      <a:pt x="11" y="168"/>
                      <a:pt x="11" y="168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1" y="174"/>
                      <a:pt x="11" y="174"/>
                      <a:pt x="11" y="174"/>
                    </a:cubicBezTo>
                    <a:cubicBezTo>
                      <a:pt x="12" y="175"/>
                      <a:pt x="12" y="175"/>
                      <a:pt x="12" y="175"/>
                    </a:cubicBezTo>
                    <a:cubicBezTo>
                      <a:pt x="11" y="177"/>
                      <a:pt x="11" y="177"/>
                      <a:pt x="11" y="177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10" y="184"/>
                      <a:pt x="10" y="184"/>
                      <a:pt x="10" y="184"/>
                    </a:cubicBezTo>
                    <a:cubicBezTo>
                      <a:pt x="8" y="185"/>
                      <a:pt x="8" y="185"/>
                      <a:pt x="8" y="185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91"/>
                      <a:pt x="3" y="191"/>
                      <a:pt x="3" y="191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1"/>
                      <a:pt x="9" y="201"/>
                      <a:pt x="9" y="201"/>
                    </a:cubicBezTo>
                    <a:cubicBezTo>
                      <a:pt x="9" y="202"/>
                      <a:pt x="9" y="202"/>
                      <a:pt x="9" y="202"/>
                    </a:cubicBezTo>
                    <a:cubicBezTo>
                      <a:pt x="11" y="202"/>
                      <a:pt x="11" y="202"/>
                      <a:pt x="11" y="202"/>
                    </a:cubicBezTo>
                    <a:cubicBezTo>
                      <a:pt x="12" y="203"/>
                      <a:pt x="12" y="203"/>
                      <a:pt x="12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5" y="203"/>
                      <a:pt x="15" y="203"/>
                      <a:pt x="15" y="203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9" y="204"/>
                      <a:pt x="19" y="204"/>
                      <a:pt x="19" y="204"/>
                    </a:cubicBezTo>
                    <a:cubicBezTo>
                      <a:pt x="19" y="205"/>
                      <a:pt x="19" y="205"/>
                      <a:pt x="19" y="205"/>
                    </a:cubicBezTo>
                    <a:cubicBezTo>
                      <a:pt x="20" y="204"/>
                      <a:pt x="20" y="204"/>
                      <a:pt x="20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5" y="204"/>
                      <a:pt x="25" y="204"/>
                      <a:pt x="25" y="204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2"/>
                      <a:pt x="27" y="202"/>
                      <a:pt x="27" y="202"/>
                    </a:cubicBezTo>
                    <a:cubicBezTo>
                      <a:pt x="28" y="201"/>
                      <a:pt x="28" y="201"/>
                      <a:pt x="28" y="201"/>
                    </a:cubicBezTo>
                    <a:cubicBezTo>
                      <a:pt x="30" y="201"/>
                      <a:pt x="30" y="201"/>
                      <a:pt x="30" y="201"/>
                    </a:cubicBezTo>
                    <a:cubicBezTo>
                      <a:pt x="30" y="199"/>
                      <a:pt x="30" y="199"/>
                      <a:pt x="30" y="199"/>
                    </a:cubicBezTo>
                    <a:cubicBezTo>
                      <a:pt x="31" y="199"/>
                      <a:pt x="31" y="199"/>
                      <a:pt x="31" y="199"/>
                    </a:cubicBezTo>
                    <a:cubicBezTo>
                      <a:pt x="32" y="199"/>
                      <a:pt x="32" y="199"/>
                      <a:pt x="32" y="19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40" y="194"/>
                      <a:pt x="40" y="194"/>
                      <a:pt x="40" y="194"/>
                    </a:cubicBezTo>
                    <a:cubicBezTo>
                      <a:pt x="42" y="194"/>
                      <a:pt x="42" y="194"/>
                      <a:pt x="42" y="194"/>
                    </a:cubicBezTo>
                    <a:cubicBezTo>
                      <a:pt x="43" y="195"/>
                      <a:pt x="43" y="195"/>
                      <a:pt x="43" y="195"/>
                    </a:cubicBezTo>
                    <a:cubicBezTo>
                      <a:pt x="44" y="194"/>
                      <a:pt x="44" y="194"/>
                      <a:pt x="44" y="194"/>
                    </a:cubicBezTo>
                    <a:cubicBezTo>
                      <a:pt x="48" y="193"/>
                      <a:pt x="48" y="193"/>
                      <a:pt x="48" y="193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53" y="194"/>
                      <a:pt x="53" y="194"/>
                      <a:pt x="53" y="194"/>
                    </a:cubicBezTo>
                    <a:cubicBezTo>
                      <a:pt x="54" y="194"/>
                      <a:pt x="54" y="194"/>
                      <a:pt x="54" y="194"/>
                    </a:cubicBezTo>
                    <a:cubicBezTo>
                      <a:pt x="55" y="195"/>
                      <a:pt x="55" y="195"/>
                      <a:pt x="55" y="195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5"/>
                      <a:pt x="58" y="195"/>
                      <a:pt x="58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3" y="196"/>
                      <a:pt x="63" y="196"/>
                      <a:pt x="63" y="196"/>
                    </a:cubicBezTo>
                    <a:cubicBezTo>
                      <a:pt x="64" y="194"/>
                      <a:pt x="64" y="194"/>
                      <a:pt x="64" y="194"/>
                    </a:cubicBezTo>
                    <a:cubicBezTo>
                      <a:pt x="66" y="195"/>
                      <a:pt x="66" y="195"/>
                      <a:pt x="66" y="195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71" y="190"/>
                      <a:pt x="71" y="190"/>
                      <a:pt x="71" y="190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4" y="186"/>
                      <a:pt x="74" y="186"/>
                      <a:pt x="74" y="186"/>
                    </a:cubicBezTo>
                    <a:cubicBezTo>
                      <a:pt x="75" y="186"/>
                      <a:pt x="75" y="186"/>
                      <a:pt x="75" y="186"/>
                    </a:cubicBezTo>
                    <a:cubicBezTo>
                      <a:pt x="76" y="186"/>
                      <a:pt x="76" y="186"/>
                      <a:pt x="76" y="186"/>
                    </a:cubicBezTo>
                    <a:cubicBezTo>
                      <a:pt x="80" y="185"/>
                      <a:pt x="80" y="185"/>
                      <a:pt x="80" y="185"/>
                    </a:cubicBezTo>
                    <a:cubicBezTo>
                      <a:pt x="84" y="182"/>
                      <a:pt x="84" y="182"/>
                      <a:pt x="84" y="182"/>
                    </a:cubicBezTo>
                    <a:cubicBezTo>
                      <a:pt x="86" y="180"/>
                      <a:pt x="86" y="180"/>
                      <a:pt x="86" y="180"/>
                    </a:cubicBezTo>
                    <a:cubicBezTo>
                      <a:pt x="87" y="180"/>
                      <a:pt x="87" y="180"/>
                      <a:pt x="87" y="180"/>
                    </a:cubicBezTo>
                    <a:cubicBezTo>
                      <a:pt x="88" y="180"/>
                      <a:pt x="88" y="180"/>
                      <a:pt x="88" y="180"/>
                    </a:cubicBezTo>
                    <a:cubicBezTo>
                      <a:pt x="89" y="180"/>
                      <a:pt x="89" y="180"/>
                      <a:pt x="89" y="180"/>
                    </a:cubicBezTo>
                    <a:cubicBezTo>
                      <a:pt x="91" y="181"/>
                      <a:pt x="91" y="181"/>
                      <a:pt x="91" y="181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5" y="180"/>
                      <a:pt x="95" y="180"/>
                      <a:pt x="95" y="180"/>
                    </a:cubicBezTo>
                    <a:cubicBezTo>
                      <a:pt x="98" y="181"/>
                      <a:pt x="98" y="181"/>
                      <a:pt x="98" y="181"/>
                    </a:cubicBezTo>
                    <a:cubicBezTo>
                      <a:pt x="102" y="179"/>
                      <a:pt x="102" y="179"/>
                      <a:pt x="102" y="179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06" y="177"/>
                      <a:pt x="106" y="177"/>
                      <a:pt x="106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10" y="176"/>
                      <a:pt x="110" y="176"/>
                      <a:pt x="110" y="176"/>
                    </a:cubicBezTo>
                    <a:cubicBezTo>
                      <a:pt x="121" y="175"/>
                      <a:pt x="121" y="175"/>
                      <a:pt x="121" y="17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5" y="176"/>
                      <a:pt x="125" y="176"/>
                      <a:pt x="125" y="176"/>
                    </a:cubicBezTo>
                    <a:cubicBezTo>
                      <a:pt x="127" y="175"/>
                      <a:pt x="127" y="175"/>
                      <a:pt x="127" y="175"/>
                    </a:cubicBezTo>
                    <a:cubicBezTo>
                      <a:pt x="129" y="175"/>
                      <a:pt x="129" y="175"/>
                      <a:pt x="129" y="175"/>
                    </a:cubicBezTo>
                    <a:cubicBezTo>
                      <a:pt x="131" y="177"/>
                      <a:pt x="131" y="177"/>
                      <a:pt x="131" y="177"/>
                    </a:cubicBezTo>
                    <a:cubicBezTo>
                      <a:pt x="133" y="180"/>
                      <a:pt x="133" y="180"/>
                      <a:pt x="133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7" y="180"/>
                      <a:pt x="137" y="180"/>
                      <a:pt x="137" y="180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9" y="180"/>
                      <a:pt x="139" y="180"/>
                      <a:pt x="139" y="180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3" y="183"/>
                      <a:pt x="143" y="183"/>
                      <a:pt x="143" y="183"/>
                    </a:cubicBezTo>
                    <a:cubicBezTo>
                      <a:pt x="144" y="182"/>
                      <a:pt x="144" y="182"/>
                      <a:pt x="144" y="182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6"/>
                      <a:pt x="146" y="186"/>
                      <a:pt x="146" y="186"/>
                    </a:cubicBezTo>
                    <a:cubicBezTo>
                      <a:pt x="147" y="186"/>
                      <a:pt x="147" y="186"/>
                      <a:pt x="147" y="186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48" y="187"/>
                      <a:pt x="148" y="187"/>
                      <a:pt x="148" y="187"/>
                    </a:cubicBezTo>
                    <a:cubicBezTo>
                      <a:pt x="147" y="187"/>
                      <a:pt x="147" y="187"/>
                      <a:pt x="147" y="187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8" y="192"/>
                      <a:pt x="148" y="192"/>
                      <a:pt x="148" y="192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51" y="195"/>
                      <a:pt x="151" y="195"/>
                      <a:pt x="151" y="195"/>
                    </a:cubicBezTo>
                    <a:cubicBezTo>
                      <a:pt x="150" y="196"/>
                      <a:pt x="150" y="196"/>
                      <a:pt x="150" y="196"/>
                    </a:cubicBezTo>
                    <a:cubicBezTo>
                      <a:pt x="152" y="200"/>
                      <a:pt x="152" y="200"/>
                      <a:pt x="152" y="200"/>
                    </a:cubicBezTo>
                    <a:cubicBezTo>
                      <a:pt x="151" y="202"/>
                      <a:pt x="151" y="202"/>
                      <a:pt x="151" y="202"/>
                    </a:cubicBezTo>
                    <a:cubicBezTo>
                      <a:pt x="152" y="202"/>
                      <a:pt x="152" y="202"/>
                      <a:pt x="152" y="202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1" y="204"/>
                      <a:pt x="151" y="204"/>
                      <a:pt x="151" y="204"/>
                    </a:cubicBezTo>
                    <a:cubicBezTo>
                      <a:pt x="150" y="205"/>
                      <a:pt x="150" y="205"/>
                      <a:pt x="150" y="205"/>
                    </a:cubicBezTo>
                    <a:cubicBezTo>
                      <a:pt x="151" y="207"/>
                      <a:pt x="151" y="207"/>
                      <a:pt x="151" y="207"/>
                    </a:cubicBezTo>
                    <a:cubicBezTo>
                      <a:pt x="152" y="208"/>
                      <a:pt x="152" y="208"/>
                      <a:pt x="152" y="208"/>
                    </a:cubicBezTo>
                    <a:cubicBezTo>
                      <a:pt x="153" y="209"/>
                      <a:pt x="153" y="209"/>
                      <a:pt x="153" y="209"/>
                    </a:cubicBezTo>
                    <a:cubicBezTo>
                      <a:pt x="155" y="209"/>
                      <a:pt x="155" y="209"/>
                      <a:pt x="155" y="209"/>
                    </a:cubicBezTo>
                    <a:cubicBezTo>
                      <a:pt x="157" y="210"/>
                      <a:pt x="157" y="210"/>
                      <a:pt x="157" y="210"/>
                    </a:cubicBezTo>
                    <a:cubicBezTo>
                      <a:pt x="157" y="208"/>
                      <a:pt x="157" y="208"/>
                      <a:pt x="157" y="208"/>
                    </a:cubicBezTo>
                    <a:cubicBezTo>
                      <a:pt x="156" y="207"/>
                      <a:pt x="156" y="207"/>
                      <a:pt x="156" y="207"/>
                    </a:cubicBezTo>
                    <a:cubicBezTo>
                      <a:pt x="157" y="206"/>
                      <a:pt x="157" y="206"/>
                      <a:pt x="157" y="206"/>
                    </a:cubicBezTo>
                    <a:cubicBezTo>
                      <a:pt x="157" y="205"/>
                      <a:pt x="157" y="205"/>
                      <a:pt x="157" y="205"/>
                    </a:cubicBezTo>
                    <a:cubicBezTo>
                      <a:pt x="158" y="205"/>
                      <a:pt x="158" y="205"/>
                      <a:pt x="158" y="205"/>
                    </a:cubicBezTo>
                    <a:cubicBezTo>
                      <a:pt x="159" y="204"/>
                      <a:pt x="159" y="204"/>
                      <a:pt x="159" y="204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1" y="202"/>
                      <a:pt x="161" y="202"/>
                      <a:pt x="161" y="202"/>
                    </a:cubicBezTo>
                    <a:cubicBezTo>
                      <a:pt x="162" y="200"/>
                      <a:pt x="162" y="200"/>
                      <a:pt x="162" y="200"/>
                    </a:cubicBezTo>
                    <a:cubicBezTo>
                      <a:pt x="165" y="199"/>
                      <a:pt x="165" y="199"/>
                      <a:pt x="165" y="199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9" y="196"/>
                      <a:pt x="169" y="196"/>
                      <a:pt x="169" y="196"/>
                    </a:cubicBezTo>
                    <a:cubicBezTo>
                      <a:pt x="170" y="194"/>
                      <a:pt x="170" y="194"/>
                      <a:pt x="170" y="194"/>
                    </a:cubicBezTo>
                    <a:cubicBezTo>
                      <a:pt x="171" y="192"/>
                      <a:pt x="171" y="192"/>
                      <a:pt x="171" y="192"/>
                    </a:cubicBezTo>
                    <a:cubicBezTo>
                      <a:pt x="173" y="191"/>
                      <a:pt x="173" y="191"/>
                      <a:pt x="173" y="191"/>
                    </a:cubicBezTo>
                    <a:cubicBezTo>
                      <a:pt x="174" y="190"/>
                      <a:pt x="174" y="190"/>
                      <a:pt x="174" y="190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73" y="196"/>
                      <a:pt x="173" y="196"/>
                      <a:pt x="173" y="196"/>
                    </a:cubicBezTo>
                    <a:cubicBezTo>
                      <a:pt x="170" y="198"/>
                      <a:pt x="170" y="198"/>
                      <a:pt x="170" y="198"/>
                    </a:cubicBezTo>
                    <a:cubicBezTo>
                      <a:pt x="169" y="200"/>
                      <a:pt x="169" y="200"/>
                      <a:pt x="169" y="200"/>
                    </a:cubicBezTo>
                    <a:cubicBezTo>
                      <a:pt x="168" y="201"/>
                      <a:pt x="168" y="201"/>
                      <a:pt x="168" y="201"/>
                    </a:cubicBezTo>
                    <a:cubicBezTo>
                      <a:pt x="168" y="203"/>
                      <a:pt x="168" y="203"/>
                      <a:pt x="168" y="203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67" y="206"/>
                      <a:pt x="167" y="206"/>
                      <a:pt x="167" y="206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2" y="209"/>
                      <a:pt x="162" y="209"/>
                      <a:pt x="162" y="209"/>
                    </a:cubicBezTo>
                    <a:cubicBezTo>
                      <a:pt x="162" y="211"/>
                      <a:pt x="162" y="211"/>
                      <a:pt x="162" y="211"/>
                    </a:cubicBezTo>
                    <a:cubicBezTo>
                      <a:pt x="161" y="213"/>
                      <a:pt x="161" y="213"/>
                      <a:pt x="161" y="213"/>
                    </a:cubicBezTo>
                    <a:cubicBezTo>
                      <a:pt x="161" y="214"/>
                      <a:pt x="161" y="214"/>
                      <a:pt x="161" y="214"/>
                    </a:cubicBezTo>
                    <a:cubicBezTo>
                      <a:pt x="164" y="213"/>
                      <a:pt x="164" y="213"/>
                      <a:pt x="164" y="213"/>
                    </a:cubicBezTo>
                    <a:cubicBezTo>
                      <a:pt x="166" y="212"/>
                      <a:pt x="166" y="212"/>
                      <a:pt x="166" y="212"/>
                    </a:cubicBezTo>
                    <a:cubicBezTo>
                      <a:pt x="168" y="213"/>
                      <a:pt x="168" y="213"/>
                      <a:pt x="168" y="213"/>
                    </a:cubicBezTo>
                    <a:cubicBezTo>
                      <a:pt x="171" y="209"/>
                      <a:pt x="171" y="209"/>
                      <a:pt x="171" y="209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3" y="204"/>
                      <a:pt x="173" y="204"/>
                      <a:pt x="173" y="204"/>
                    </a:cubicBezTo>
                    <a:cubicBezTo>
                      <a:pt x="173" y="207"/>
                      <a:pt x="173" y="207"/>
                      <a:pt x="173" y="207"/>
                    </a:cubicBezTo>
                    <a:cubicBezTo>
                      <a:pt x="174" y="209"/>
                      <a:pt x="174" y="209"/>
                      <a:pt x="174" y="209"/>
                    </a:cubicBezTo>
                    <a:cubicBezTo>
                      <a:pt x="173" y="209"/>
                      <a:pt x="173" y="209"/>
                      <a:pt x="173" y="209"/>
                    </a:cubicBezTo>
                    <a:cubicBezTo>
                      <a:pt x="174" y="212"/>
                      <a:pt x="174" y="212"/>
                      <a:pt x="174" y="212"/>
                    </a:cubicBezTo>
                    <a:cubicBezTo>
                      <a:pt x="172" y="215"/>
                      <a:pt x="172" y="215"/>
                      <a:pt x="172" y="215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2" y="218"/>
                      <a:pt x="172" y="218"/>
                      <a:pt x="172" y="218"/>
                    </a:cubicBezTo>
                    <a:cubicBezTo>
                      <a:pt x="174" y="218"/>
                      <a:pt x="174" y="218"/>
                      <a:pt x="174" y="218"/>
                    </a:cubicBezTo>
                    <a:cubicBezTo>
                      <a:pt x="175" y="217"/>
                      <a:pt x="175" y="217"/>
                      <a:pt x="175" y="217"/>
                    </a:cubicBezTo>
                    <a:cubicBezTo>
                      <a:pt x="176" y="217"/>
                      <a:pt x="176" y="217"/>
                      <a:pt x="176" y="217"/>
                    </a:cubicBezTo>
                    <a:cubicBezTo>
                      <a:pt x="178" y="216"/>
                      <a:pt x="178" y="216"/>
                      <a:pt x="178" y="216"/>
                    </a:cubicBezTo>
                    <a:cubicBezTo>
                      <a:pt x="179" y="216"/>
                      <a:pt x="179" y="216"/>
                      <a:pt x="179" y="216"/>
                    </a:cubicBezTo>
                    <a:cubicBezTo>
                      <a:pt x="178" y="217"/>
                      <a:pt x="178" y="217"/>
                      <a:pt x="178" y="217"/>
                    </a:cubicBezTo>
                    <a:cubicBezTo>
                      <a:pt x="177" y="217"/>
                      <a:pt x="177" y="217"/>
                      <a:pt x="177" y="217"/>
                    </a:cubicBezTo>
                    <a:cubicBezTo>
                      <a:pt x="176" y="218"/>
                      <a:pt x="176" y="218"/>
                      <a:pt x="176" y="218"/>
                    </a:cubicBezTo>
                    <a:cubicBezTo>
                      <a:pt x="178" y="221"/>
                      <a:pt x="178" y="221"/>
                      <a:pt x="178" y="221"/>
                    </a:cubicBezTo>
                    <a:cubicBezTo>
                      <a:pt x="178" y="222"/>
                      <a:pt x="178" y="222"/>
                      <a:pt x="178" y="222"/>
                    </a:cubicBezTo>
                    <a:cubicBezTo>
                      <a:pt x="179" y="224"/>
                      <a:pt x="179" y="224"/>
                      <a:pt x="179" y="224"/>
                    </a:cubicBezTo>
                    <a:cubicBezTo>
                      <a:pt x="179" y="227"/>
                      <a:pt x="179" y="227"/>
                      <a:pt x="179" y="227"/>
                    </a:cubicBezTo>
                    <a:cubicBezTo>
                      <a:pt x="179" y="230"/>
                      <a:pt x="179" y="230"/>
                      <a:pt x="179" y="230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7" y="233"/>
                      <a:pt x="177" y="233"/>
                      <a:pt x="177" y="233"/>
                    </a:cubicBezTo>
                    <a:cubicBezTo>
                      <a:pt x="177" y="236"/>
                      <a:pt x="177" y="236"/>
                      <a:pt x="177" y="236"/>
                    </a:cubicBezTo>
                    <a:cubicBezTo>
                      <a:pt x="178" y="237"/>
                      <a:pt x="178" y="237"/>
                      <a:pt x="178" y="237"/>
                    </a:cubicBezTo>
                    <a:cubicBezTo>
                      <a:pt x="179" y="239"/>
                      <a:pt x="179" y="239"/>
                      <a:pt x="179" y="239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5" y="245"/>
                      <a:pt x="185" y="245"/>
                      <a:pt x="185" y="245"/>
                    </a:cubicBezTo>
                    <a:cubicBezTo>
                      <a:pt x="186" y="246"/>
                      <a:pt x="186" y="246"/>
                      <a:pt x="186" y="246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90" y="247"/>
                      <a:pt x="190" y="247"/>
                      <a:pt x="190" y="247"/>
                    </a:cubicBezTo>
                    <a:cubicBezTo>
                      <a:pt x="192" y="248"/>
                      <a:pt x="192" y="248"/>
                      <a:pt x="192" y="248"/>
                    </a:cubicBezTo>
                    <a:cubicBezTo>
                      <a:pt x="193" y="250"/>
                      <a:pt x="193" y="250"/>
                      <a:pt x="193" y="250"/>
                    </a:cubicBezTo>
                    <a:cubicBezTo>
                      <a:pt x="195" y="250"/>
                      <a:pt x="195" y="250"/>
                      <a:pt x="195" y="250"/>
                    </a:cubicBezTo>
                    <a:cubicBezTo>
                      <a:pt x="196" y="251"/>
                      <a:pt x="196" y="251"/>
                      <a:pt x="196" y="251"/>
                    </a:cubicBezTo>
                    <a:cubicBezTo>
                      <a:pt x="197" y="253"/>
                      <a:pt x="197" y="253"/>
                      <a:pt x="197" y="253"/>
                    </a:cubicBezTo>
                    <a:cubicBezTo>
                      <a:pt x="198" y="254"/>
                      <a:pt x="198" y="254"/>
                      <a:pt x="198" y="254"/>
                    </a:cubicBezTo>
                    <a:cubicBezTo>
                      <a:pt x="200" y="255"/>
                      <a:pt x="200" y="255"/>
                      <a:pt x="200" y="255"/>
                    </a:cubicBezTo>
                    <a:cubicBezTo>
                      <a:pt x="202" y="255"/>
                      <a:pt x="202" y="255"/>
                      <a:pt x="202" y="255"/>
                    </a:cubicBezTo>
                    <a:cubicBezTo>
                      <a:pt x="202" y="254"/>
                      <a:pt x="202" y="254"/>
                      <a:pt x="202" y="254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6" y="252"/>
                      <a:pt x="206" y="252"/>
                      <a:pt x="206" y="252"/>
                    </a:cubicBezTo>
                    <a:cubicBezTo>
                      <a:pt x="208" y="252"/>
                      <a:pt x="208" y="252"/>
                      <a:pt x="208" y="252"/>
                    </a:cubicBezTo>
                    <a:cubicBezTo>
                      <a:pt x="209" y="250"/>
                      <a:pt x="209" y="250"/>
                      <a:pt x="209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2" y="252"/>
                      <a:pt x="212" y="252"/>
                      <a:pt x="212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5" y="252"/>
                      <a:pt x="215" y="252"/>
                      <a:pt x="215" y="252"/>
                    </a:cubicBezTo>
                    <a:cubicBezTo>
                      <a:pt x="214" y="253"/>
                      <a:pt x="214" y="253"/>
                      <a:pt x="214" y="253"/>
                    </a:cubicBezTo>
                    <a:cubicBezTo>
                      <a:pt x="217" y="255"/>
                      <a:pt x="217" y="255"/>
                      <a:pt x="217" y="255"/>
                    </a:cubicBezTo>
                    <a:cubicBezTo>
                      <a:pt x="217" y="258"/>
                      <a:pt x="217" y="258"/>
                      <a:pt x="217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9"/>
                      <a:pt x="219" y="259"/>
                      <a:pt x="219" y="259"/>
                    </a:cubicBezTo>
                    <a:cubicBezTo>
                      <a:pt x="221" y="261"/>
                      <a:pt x="221" y="261"/>
                      <a:pt x="221" y="261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3" y="257"/>
                      <a:pt x="223" y="257"/>
                      <a:pt x="223" y="257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5" y="257"/>
                      <a:pt x="225" y="257"/>
                      <a:pt x="225" y="257"/>
                    </a:cubicBezTo>
                    <a:cubicBezTo>
                      <a:pt x="226" y="256"/>
                      <a:pt x="226" y="256"/>
                      <a:pt x="226" y="256"/>
                    </a:cubicBezTo>
                    <a:cubicBezTo>
                      <a:pt x="228" y="253"/>
                      <a:pt x="228" y="253"/>
                      <a:pt x="228" y="253"/>
                    </a:cubicBezTo>
                    <a:cubicBezTo>
                      <a:pt x="232" y="251"/>
                      <a:pt x="232" y="251"/>
                      <a:pt x="232" y="251"/>
                    </a:cubicBezTo>
                    <a:cubicBezTo>
                      <a:pt x="234" y="249"/>
                      <a:pt x="234" y="249"/>
                      <a:pt x="234" y="249"/>
                    </a:cubicBezTo>
                    <a:cubicBezTo>
                      <a:pt x="237" y="248"/>
                      <a:pt x="237" y="248"/>
                      <a:pt x="237" y="248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7" y="248"/>
                      <a:pt x="247" y="248"/>
                      <a:pt x="247" y="248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2" y="244"/>
                      <a:pt x="252" y="244"/>
                      <a:pt x="252" y="244"/>
                    </a:cubicBezTo>
                    <a:cubicBezTo>
                      <a:pt x="254" y="241"/>
                      <a:pt x="254" y="241"/>
                      <a:pt x="254" y="241"/>
                    </a:cubicBezTo>
                    <a:cubicBezTo>
                      <a:pt x="253" y="239"/>
                      <a:pt x="253" y="239"/>
                      <a:pt x="253" y="239"/>
                    </a:cubicBezTo>
                    <a:cubicBezTo>
                      <a:pt x="253" y="237"/>
                      <a:pt x="253" y="237"/>
                      <a:pt x="253" y="237"/>
                    </a:cubicBezTo>
                    <a:cubicBezTo>
                      <a:pt x="255" y="235"/>
                      <a:pt x="255" y="235"/>
                      <a:pt x="255" y="235"/>
                    </a:cubicBezTo>
                    <a:cubicBezTo>
                      <a:pt x="255" y="230"/>
                      <a:pt x="255" y="230"/>
                      <a:pt x="255" y="230"/>
                    </a:cubicBezTo>
                    <a:cubicBezTo>
                      <a:pt x="257" y="229"/>
                      <a:pt x="257" y="229"/>
                      <a:pt x="257" y="229"/>
                    </a:cubicBezTo>
                    <a:cubicBezTo>
                      <a:pt x="257" y="226"/>
                      <a:pt x="257" y="226"/>
                      <a:pt x="257" y="226"/>
                    </a:cubicBezTo>
                    <a:cubicBezTo>
                      <a:pt x="259" y="225"/>
                      <a:pt x="259" y="225"/>
                      <a:pt x="259" y="225"/>
                    </a:cubicBezTo>
                    <a:cubicBezTo>
                      <a:pt x="259" y="224"/>
                      <a:pt x="259" y="224"/>
                      <a:pt x="259" y="224"/>
                    </a:cubicBezTo>
                    <a:cubicBezTo>
                      <a:pt x="263" y="219"/>
                      <a:pt x="263" y="219"/>
                      <a:pt x="263" y="219"/>
                    </a:cubicBezTo>
                    <a:cubicBezTo>
                      <a:pt x="264" y="218"/>
                      <a:pt x="264" y="218"/>
                      <a:pt x="264" y="218"/>
                    </a:cubicBezTo>
                    <a:cubicBezTo>
                      <a:pt x="265" y="215"/>
                      <a:pt x="265" y="215"/>
                      <a:pt x="265" y="215"/>
                    </a:cubicBezTo>
                    <a:cubicBezTo>
                      <a:pt x="267" y="213"/>
                      <a:pt x="267" y="213"/>
                      <a:pt x="267" y="213"/>
                    </a:cubicBezTo>
                    <a:cubicBezTo>
                      <a:pt x="268" y="210"/>
                      <a:pt x="268" y="210"/>
                      <a:pt x="268" y="210"/>
                    </a:cubicBezTo>
                    <a:cubicBezTo>
                      <a:pt x="270" y="208"/>
                      <a:pt x="270" y="208"/>
                      <a:pt x="270" y="208"/>
                    </a:cubicBezTo>
                    <a:cubicBezTo>
                      <a:pt x="270" y="207"/>
                      <a:pt x="270" y="207"/>
                      <a:pt x="270" y="207"/>
                    </a:cubicBezTo>
                    <a:cubicBezTo>
                      <a:pt x="271" y="206"/>
                      <a:pt x="271" y="206"/>
                      <a:pt x="271" y="206"/>
                    </a:cubicBezTo>
                    <a:cubicBezTo>
                      <a:pt x="272" y="203"/>
                      <a:pt x="272" y="203"/>
                      <a:pt x="272" y="203"/>
                    </a:cubicBezTo>
                    <a:cubicBezTo>
                      <a:pt x="272" y="202"/>
                      <a:pt x="272" y="202"/>
                      <a:pt x="272" y="202"/>
                    </a:cubicBezTo>
                    <a:cubicBezTo>
                      <a:pt x="273" y="201"/>
                      <a:pt x="273" y="201"/>
                      <a:pt x="273" y="201"/>
                    </a:cubicBezTo>
                    <a:cubicBezTo>
                      <a:pt x="275" y="199"/>
                      <a:pt x="275" y="199"/>
                      <a:pt x="275" y="199"/>
                    </a:cubicBezTo>
                    <a:cubicBezTo>
                      <a:pt x="276" y="198"/>
                      <a:pt x="276" y="198"/>
                      <a:pt x="276" y="198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83" y="193"/>
                      <a:pt x="283" y="193"/>
                      <a:pt x="283" y="193"/>
                    </a:cubicBezTo>
                    <a:cubicBezTo>
                      <a:pt x="282" y="193"/>
                      <a:pt x="282" y="193"/>
                      <a:pt x="282" y="193"/>
                    </a:cubicBezTo>
                    <a:cubicBezTo>
                      <a:pt x="284" y="192"/>
                      <a:pt x="284" y="192"/>
                      <a:pt x="284" y="192"/>
                    </a:cubicBezTo>
                    <a:cubicBezTo>
                      <a:pt x="284" y="190"/>
                      <a:pt x="284" y="190"/>
                      <a:pt x="284" y="190"/>
                    </a:cubicBezTo>
                    <a:cubicBezTo>
                      <a:pt x="284" y="189"/>
                      <a:pt x="284" y="189"/>
                      <a:pt x="284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7" y="186"/>
                      <a:pt x="287" y="186"/>
                      <a:pt x="287" y="186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90" y="181"/>
                      <a:pt x="290" y="181"/>
                      <a:pt x="290" y="181"/>
                    </a:cubicBezTo>
                    <a:cubicBezTo>
                      <a:pt x="290" y="179"/>
                      <a:pt x="290" y="179"/>
                      <a:pt x="290" y="179"/>
                    </a:cubicBezTo>
                    <a:cubicBezTo>
                      <a:pt x="291" y="177"/>
                      <a:pt x="291" y="177"/>
                      <a:pt x="291" y="177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3" y="171"/>
                      <a:pt x="293" y="171"/>
                      <a:pt x="293" y="171"/>
                    </a:cubicBezTo>
                    <a:cubicBezTo>
                      <a:pt x="293" y="168"/>
                      <a:pt x="293" y="168"/>
                      <a:pt x="293" y="168"/>
                    </a:cubicBezTo>
                    <a:cubicBezTo>
                      <a:pt x="296" y="163"/>
                      <a:pt x="296" y="163"/>
                      <a:pt x="296" y="163"/>
                    </a:cubicBezTo>
                    <a:cubicBezTo>
                      <a:pt x="296" y="162"/>
                      <a:pt x="296" y="162"/>
                      <a:pt x="296" y="162"/>
                    </a:cubicBezTo>
                    <a:cubicBezTo>
                      <a:pt x="297" y="159"/>
                      <a:pt x="297" y="159"/>
                      <a:pt x="297" y="159"/>
                    </a:cubicBezTo>
                    <a:cubicBezTo>
                      <a:pt x="299" y="157"/>
                      <a:pt x="299" y="157"/>
                      <a:pt x="299" y="157"/>
                    </a:cubicBezTo>
                    <a:cubicBezTo>
                      <a:pt x="300" y="155"/>
                      <a:pt x="300" y="155"/>
                      <a:pt x="300" y="155"/>
                    </a:cubicBezTo>
                    <a:cubicBezTo>
                      <a:pt x="299" y="153"/>
                      <a:pt x="299" y="153"/>
                      <a:pt x="299" y="153"/>
                    </a:cubicBezTo>
                    <a:cubicBezTo>
                      <a:pt x="301" y="151"/>
                      <a:pt x="301" y="151"/>
                      <a:pt x="301" y="151"/>
                    </a:cubicBezTo>
                    <a:cubicBezTo>
                      <a:pt x="299" y="148"/>
                      <a:pt x="299" y="148"/>
                      <a:pt x="299" y="148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301" y="145"/>
                      <a:pt x="301" y="145"/>
                      <a:pt x="301" y="145"/>
                    </a:cubicBezTo>
                    <a:cubicBezTo>
                      <a:pt x="300" y="140"/>
                      <a:pt x="300" y="140"/>
                      <a:pt x="300" y="140"/>
                    </a:cubicBezTo>
                    <a:cubicBezTo>
                      <a:pt x="299" y="144"/>
                      <a:pt x="299" y="144"/>
                      <a:pt x="299" y="144"/>
                    </a:cubicBezTo>
                    <a:cubicBezTo>
                      <a:pt x="298" y="143"/>
                      <a:pt x="298" y="143"/>
                      <a:pt x="298" y="143"/>
                    </a:cubicBezTo>
                    <a:cubicBezTo>
                      <a:pt x="298" y="142"/>
                      <a:pt x="298" y="142"/>
                      <a:pt x="298" y="142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40"/>
                      <a:pt x="298" y="140"/>
                      <a:pt x="298" y="140"/>
                    </a:cubicBezTo>
                    <a:cubicBezTo>
                      <a:pt x="299" y="139"/>
                      <a:pt x="299" y="139"/>
                      <a:pt x="299" y="139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2"/>
                      <a:pt x="300" y="132"/>
                      <a:pt x="300" y="132"/>
                    </a:cubicBezTo>
                    <a:cubicBezTo>
                      <a:pt x="301" y="130"/>
                      <a:pt x="301" y="130"/>
                      <a:pt x="301" y="130"/>
                    </a:cubicBezTo>
                    <a:cubicBezTo>
                      <a:pt x="300" y="129"/>
                      <a:pt x="300" y="129"/>
                      <a:pt x="300" y="129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2" y="129"/>
                      <a:pt x="302" y="129"/>
                      <a:pt x="302" y="129"/>
                    </a:cubicBezTo>
                    <a:cubicBezTo>
                      <a:pt x="301" y="126"/>
                      <a:pt x="301" y="126"/>
                      <a:pt x="301" y="126"/>
                    </a:cubicBezTo>
                    <a:cubicBezTo>
                      <a:pt x="301" y="124"/>
                      <a:pt x="301" y="124"/>
                      <a:pt x="301" y="124"/>
                    </a:cubicBezTo>
                    <a:cubicBezTo>
                      <a:pt x="303" y="122"/>
                      <a:pt x="303" y="122"/>
                      <a:pt x="303" y="122"/>
                    </a:cubicBezTo>
                    <a:cubicBezTo>
                      <a:pt x="303" y="119"/>
                      <a:pt x="303" y="119"/>
                      <a:pt x="303" y="119"/>
                    </a:cubicBezTo>
                    <a:cubicBezTo>
                      <a:pt x="303" y="117"/>
                      <a:pt x="303" y="117"/>
                      <a:pt x="303" y="117"/>
                    </a:cubicBezTo>
                    <a:lnTo>
                      <a:pt x="301" y="117"/>
                    </a:lnTo>
                    <a:close/>
                    <a:moveTo>
                      <a:pt x="6" y="127"/>
                    </a:moveTo>
                    <a:cubicBezTo>
                      <a:pt x="5" y="125"/>
                      <a:pt x="5" y="125"/>
                      <a:pt x="5" y="125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7" y="127"/>
                      <a:pt x="7" y="127"/>
                      <a:pt x="7" y="127"/>
                    </a:cubicBezTo>
                    <a:lnTo>
                      <a:pt x="6" y="127"/>
                    </a:lnTo>
                    <a:close/>
                    <a:moveTo>
                      <a:pt x="215" y="248"/>
                    </a:move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5" y="247"/>
                      <a:pt x="215" y="247"/>
                      <a:pt x="215" y="247"/>
                    </a:cubicBezTo>
                    <a:lnTo>
                      <a:pt x="215" y="248"/>
                    </a:lnTo>
                    <a:close/>
                    <a:moveTo>
                      <a:pt x="217" y="251"/>
                    </a:move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lnTo>
                      <a:pt x="217" y="25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6" name="Freeform 6385">
                <a:extLst>
                  <a:ext uri="{FF2B5EF4-FFF2-40B4-BE49-F238E27FC236}">
                    <a16:creationId xmlns:a16="http://schemas.microsoft.com/office/drawing/2014/main" id="{120A9F1B-0424-42EE-BC33-219F30918A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3011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6 h 6"/>
                  <a:gd name="T4" fmla="*/ 5 w 5"/>
                  <a:gd name="T5" fmla="*/ 0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6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7" name="Freeform 6386">
                <a:extLst>
                  <a:ext uri="{FF2B5EF4-FFF2-40B4-BE49-F238E27FC236}">
                    <a16:creationId xmlns:a16="http://schemas.microsoft.com/office/drawing/2014/main" id="{C2808EDF-820C-444C-9921-87D1F87147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43" y="3162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3 w 3"/>
                  <a:gd name="T3" fmla="*/ 8 h 10"/>
                  <a:gd name="T4" fmla="*/ 3 w 3"/>
                  <a:gd name="T5" fmla="*/ 0 h 10"/>
                  <a:gd name="T6" fmla="*/ 0 w 3"/>
                  <a:gd name="T7" fmla="*/ 8 h 10"/>
                  <a:gd name="T8" fmla="*/ 1 w 3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3" y="8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8" name="Freeform 6387">
                <a:extLst>
                  <a:ext uri="{FF2B5EF4-FFF2-40B4-BE49-F238E27FC236}">
                    <a16:creationId xmlns:a16="http://schemas.microsoft.com/office/drawing/2014/main" id="{86BD9818-5E7A-4CF6-B7A2-EE0104C2B8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3425"/>
                <a:ext cx="26" cy="11"/>
              </a:xfrm>
              <a:custGeom>
                <a:avLst/>
                <a:gdLst>
                  <a:gd name="T0" fmla="*/ 21 w 26"/>
                  <a:gd name="T1" fmla="*/ 6 h 11"/>
                  <a:gd name="T2" fmla="*/ 22 w 26"/>
                  <a:gd name="T3" fmla="*/ 4 h 11"/>
                  <a:gd name="T4" fmla="*/ 19 w 26"/>
                  <a:gd name="T5" fmla="*/ 4 h 11"/>
                  <a:gd name="T6" fmla="*/ 19 w 26"/>
                  <a:gd name="T7" fmla="*/ 4 h 11"/>
                  <a:gd name="T8" fmla="*/ 19 w 26"/>
                  <a:gd name="T9" fmla="*/ 0 h 11"/>
                  <a:gd name="T10" fmla="*/ 15 w 26"/>
                  <a:gd name="T11" fmla="*/ 0 h 11"/>
                  <a:gd name="T12" fmla="*/ 13 w 26"/>
                  <a:gd name="T13" fmla="*/ 0 h 11"/>
                  <a:gd name="T14" fmla="*/ 6 w 26"/>
                  <a:gd name="T15" fmla="*/ 2 h 11"/>
                  <a:gd name="T16" fmla="*/ 0 w 26"/>
                  <a:gd name="T17" fmla="*/ 4 h 11"/>
                  <a:gd name="T18" fmla="*/ 0 w 26"/>
                  <a:gd name="T19" fmla="*/ 8 h 11"/>
                  <a:gd name="T20" fmla="*/ 4 w 26"/>
                  <a:gd name="T21" fmla="*/ 9 h 11"/>
                  <a:gd name="T22" fmla="*/ 7 w 26"/>
                  <a:gd name="T23" fmla="*/ 9 h 11"/>
                  <a:gd name="T24" fmla="*/ 7 w 26"/>
                  <a:gd name="T25" fmla="*/ 9 h 11"/>
                  <a:gd name="T26" fmla="*/ 11 w 26"/>
                  <a:gd name="T27" fmla="*/ 9 h 11"/>
                  <a:gd name="T28" fmla="*/ 11 w 26"/>
                  <a:gd name="T29" fmla="*/ 9 h 11"/>
                  <a:gd name="T30" fmla="*/ 13 w 26"/>
                  <a:gd name="T31" fmla="*/ 11 h 11"/>
                  <a:gd name="T32" fmla="*/ 15 w 26"/>
                  <a:gd name="T33" fmla="*/ 11 h 11"/>
                  <a:gd name="T34" fmla="*/ 15 w 26"/>
                  <a:gd name="T35" fmla="*/ 9 h 11"/>
                  <a:gd name="T36" fmla="*/ 17 w 26"/>
                  <a:gd name="T37" fmla="*/ 9 h 11"/>
                  <a:gd name="T38" fmla="*/ 19 w 26"/>
                  <a:gd name="T39" fmla="*/ 8 h 11"/>
                  <a:gd name="T40" fmla="*/ 22 w 26"/>
                  <a:gd name="T41" fmla="*/ 9 h 11"/>
                  <a:gd name="T42" fmla="*/ 26 w 26"/>
                  <a:gd name="T43" fmla="*/ 6 h 11"/>
                  <a:gd name="T44" fmla="*/ 22 w 26"/>
                  <a:gd name="T45" fmla="*/ 4 h 11"/>
                  <a:gd name="T46" fmla="*/ 21 w 26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21" y="6"/>
                    </a:moveTo>
                    <a:lnTo>
                      <a:pt x="22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6" y="6"/>
                    </a:lnTo>
                    <a:lnTo>
                      <a:pt x="22" y="4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9" name="Freeform 6388">
                <a:extLst>
                  <a:ext uri="{FF2B5EF4-FFF2-40B4-BE49-F238E27FC236}">
                    <a16:creationId xmlns:a16="http://schemas.microsoft.com/office/drawing/2014/main" id="{6132E794-D5B5-447E-8480-925B47FB84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3028"/>
                <a:ext cx="23" cy="13"/>
              </a:xfrm>
              <a:custGeom>
                <a:avLst/>
                <a:gdLst>
                  <a:gd name="T0" fmla="*/ 6 w 23"/>
                  <a:gd name="T1" fmla="*/ 9 h 13"/>
                  <a:gd name="T2" fmla="*/ 10 w 23"/>
                  <a:gd name="T3" fmla="*/ 9 h 13"/>
                  <a:gd name="T4" fmla="*/ 10 w 23"/>
                  <a:gd name="T5" fmla="*/ 11 h 13"/>
                  <a:gd name="T6" fmla="*/ 15 w 23"/>
                  <a:gd name="T7" fmla="*/ 13 h 13"/>
                  <a:gd name="T8" fmla="*/ 19 w 23"/>
                  <a:gd name="T9" fmla="*/ 7 h 13"/>
                  <a:gd name="T10" fmla="*/ 21 w 23"/>
                  <a:gd name="T11" fmla="*/ 7 h 13"/>
                  <a:gd name="T12" fmla="*/ 21 w 23"/>
                  <a:gd name="T13" fmla="*/ 6 h 13"/>
                  <a:gd name="T14" fmla="*/ 23 w 23"/>
                  <a:gd name="T15" fmla="*/ 4 h 13"/>
                  <a:gd name="T16" fmla="*/ 21 w 23"/>
                  <a:gd name="T17" fmla="*/ 2 h 13"/>
                  <a:gd name="T18" fmla="*/ 21 w 23"/>
                  <a:gd name="T19" fmla="*/ 0 h 13"/>
                  <a:gd name="T20" fmla="*/ 19 w 23"/>
                  <a:gd name="T21" fmla="*/ 0 h 13"/>
                  <a:gd name="T22" fmla="*/ 17 w 23"/>
                  <a:gd name="T23" fmla="*/ 2 h 13"/>
                  <a:gd name="T24" fmla="*/ 13 w 23"/>
                  <a:gd name="T25" fmla="*/ 2 h 13"/>
                  <a:gd name="T26" fmla="*/ 11 w 23"/>
                  <a:gd name="T27" fmla="*/ 2 h 13"/>
                  <a:gd name="T28" fmla="*/ 11 w 23"/>
                  <a:gd name="T29" fmla="*/ 2 h 13"/>
                  <a:gd name="T30" fmla="*/ 10 w 23"/>
                  <a:gd name="T31" fmla="*/ 2 h 13"/>
                  <a:gd name="T32" fmla="*/ 8 w 23"/>
                  <a:gd name="T33" fmla="*/ 2 h 13"/>
                  <a:gd name="T34" fmla="*/ 6 w 23"/>
                  <a:gd name="T35" fmla="*/ 0 h 13"/>
                  <a:gd name="T36" fmla="*/ 4 w 23"/>
                  <a:gd name="T37" fmla="*/ 0 h 13"/>
                  <a:gd name="T38" fmla="*/ 4 w 23"/>
                  <a:gd name="T39" fmla="*/ 0 h 13"/>
                  <a:gd name="T40" fmla="*/ 0 w 23"/>
                  <a:gd name="T41" fmla="*/ 2 h 13"/>
                  <a:gd name="T42" fmla="*/ 2 w 23"/>
                  <a:gd name="T43" fmla="*/ 4 h 13"/>
                  <a:gd name="T44" fmla="*/ 2 w 23"/>
                  <a:gd name="T45" fmla="*/ 4 h 13"/>
                  <a:gd name="T46" fmla="*/ 0 w 23"/>
                  <a:gd name="T47" fmla="*/ 4 h 13"/>
                  <a:gd name="T48" fmla="*/ 0 w 23"/>
                  <a:gd name="T49" fmla="*/ 7 h 13"/>
                  <a:gd name="T50" fmla="*/ 4 w 23"/>
                  <a:gd name="T51" fmla="*/ 9 h 13"/>
                  <a:gd name="T52" fmla="*/ 6 w 23"/>
                  <a:gd name="T5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13">
                    <a:moveTo>
                      <a:pt x="6" y="9"/>
                    </a:moveTo>
                    <a:lnTo>
                      <a:pt x="10" y="9"/>
                    </a:lnTo>
                    <a:lnTo>
                      <a:pt x="10" y="11"/>
                    </a:lnTo>
                    <a:lnTo>
                      <a:pt x="15" y="13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0" name="Freeform 6389">
                <a:extLst>
                  <a:ext uri="{FF2B5EF4-FFF2-40B4-BE49-F238E27FC236}">
                    <a16:creationId xmlns:a16="http://schemas.microsoft.com/office/drawing/2014/main" id="{72A222E9-470F-4458-B35E-AAD2004428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29" y="3570"/>
                <a:ext cx="145" cy="148"/>
              </a:xfrm>
              <a:custGeom>
                <a:avLst/>
                <a:gdLst>
                  <a:gd name="T0" fmla="*/ 140 w 145"/>
                  <a:gd name="T1" fmla="*/ 23 h 148"/>
                  <a:gd name="T2" fmla="*/ 145 w 145"/>
                  <a:gd name="T3" fmla="*/ 14 h 148"/>
                  <a:gd name="T4" fmla="*/ 142 w 145"/>
                  <a:gd name="T5" fmla="*/ 10 h 148"/>
                  <a:gd name="T6" fmla="*/ 140 w 145"/>
                  <a:gd name="T7" fmla="*/ 12 h 148"/>
                  <a:gd name="T8" fmla="*/ 138 w 145"/>
                  <a:gd name="T9" fmla="*/ 4 h 148"/>
                  <a:gd name="T10" fmla="*/ 128 w 145"/>
                  <a:gd name="T11" fmla="*/ 15 h 148"/>
                  <a:gd name="T12" fmla="*/ 128 w 145"/>
                  <a:gd name="T13" fmla="*/ 14 h 148"/>
                  <a:gd name="T14" fmla="*/ 130 w 145"/>
                  <a:gd name="T15" fmla="*/ 8 h 148"/>
                  <a:gd name="T16" fmla="*/ 127 w 145"/>
                  <a:gd name="T17" fmla="*/ 6 h 148"/>
                  <a:gd name="T18" fmla="*/ 121 w 145"/>
                  <a:gd name="T19" fmla="*/ 4 h 148"/>
                  <a:gd name="T20" fmla="*/ 112 w 145"/>
                  <a:gd name="T21" fmla="*/ 15 h 148"/>
                  <a:gd name="T22" fmla="*/ 104 w 145"/>
                  <a:gd name="T23" fmla="*/ 25 h 148"/>
                  <a:gd name="T24" fmla="*/ 97 w 145"/>
                  <a:gd name="T25" fmla="*/ 30 h 148"/>
                  <a:gd name="T26" fmla="*/ 93 w 145"/>
                  <a:gd name="T27" fmla="*/ 40 h 148"/>
                  <a:gd name="T28" fmla="*/ 82 w 145"/>
                  <a:gd name="T29" fmla="*/ 53 h 148"/>
                  <a:gd name="T30" fmla="*/ 73 w 145"/>
                  <a:gd name="T31" fmla="*/ 56 h 148"/>
                  <a:gd name="T32" fmla="*/ 54 w 145"/>
                  <a:gd name="T33" fmla="*/ 66 h 148"/>
                  <a:gd name="T34" fmla="*/ 48 w 145"/>
                  <a:gd name="T35" fmla="*/ 71 h 148"/>
                  <a:gd name="T36" fmla="*/ 37 w 145"/>
                  <a:gd name="T37" fmla="*/ 77 h 148"/>
                  <a:gd name="T38" fmla="*/ 30 w 145"/>
                  <a:gd name="T39" fmla="*/ 84 h 148"/>
                  <a:gd name="T40" fmla="*/ 24 w 145"/>
                  <a:gd name="T41" fmla="*/ 90 h 148"/>
                  <a:gd name="T42" fmla="*/ 17 w 145"/>
                  <a:gd name="T43" fmla="*/ 94 h 148"/>
                  <a:gd name="T44" fmla="*/ 13 w 145"/>
                  <a:gd name="T45" fmla="*/ 97 h 148"/>
                  <a:gd name="T46" fmla="*/ 7 w 145"/>
                  <a:gd name="T47" fmla="*/ 107 h 148"/>
                  <a:gd name="T48" fmla="*/ 6 w 145"/>
                  <a:gd name="T49" fmla="*/ 110 h 148"/>
                  <a:gd name="T50" fmla="*/ 11 w 145"/>
                  <a:gd name="T51" fmla="*/ 110 h 148"/>
                  <a:gd name="T52" fmla="*/ 4 w 145"/>
                  <a:gd name="T53" fmla="*/ 116 h 148"/>
                  <a:gd name="T54" fmla="*/ 9 w 145"/>
                  <a:gd name="T55" fmla="*/ 124 h 148"/>
                  <a:gd name="T56" fmla="*/ 13 w 145"/>
                  <a:gd name="T57" fmla="*/ 122 h 148"/>
                  <a:gd name="T58" fmla="*/ 17 w 145"/>
                  <a:gd name="T59" fmla="*/ 127 h 148"/>
                  <a:gd name="T60" fmla="*/ 22 w 145"/>
                  <a:gd name="T61" fmla="*/ 133 h 148"/>
                  <a:gd name="T62" fmla="*/ 19 w 145"/>
                  <a:gd name="T63" fmla="*/ 138 h 148"/>
                  <a:gd name="T64" fmla="*/ 9 w 145"/>
                  <a:gd name="T65" fmla="*/ 131 h 148"/>
                  <a:gd name="T66" fmla="*/ 6 w 145"/>
                  <a:gd name="T67" fmla="*/ 138 h 148"/>
                  <a:gd name="T68" fmla="*/ 4 w 145"/>
                  <a:gd name="T69" fmla="*/ 148 h 148"/>
                  <a:gd name="T70" fmla="*/ 9 w 145"/>
                  <a:gd name="T71" fmla="*/ 146 h 148"/>
                  <a:gd name="T72" fmla="*/ 17 w 145"/>
                  <a:gd name="T73" fmla="*/ 144 h 148"/>
                  <a:gd name="T74" fmla="*/ 19 w 145"/>
                  <a:gd name="T75" fmla="*/ 140 h 148"/>
                  <a:gd name="T76" fmla="*/ 24 w 145"/>
                  <a:gd name="T77" fmla="*/ 137 h 148"/>
                  <a:gd name="T78" fmla="*/ 34 w 145"/>
                  <a:gd name="T79" fmla="*/ 137 h 148"/>
                  <a:gd name="T80" fmla="*/ 50 w 145"/>
                  <a:gd name="T81" fmla="*/ 125 h 148"/>
                  <a:gd name="T82" fmla="*/ 61 w 145"/>
                  <a:gd name="T83" fmla="*/ 120 h 148"/>
                  <a:gd name="T84" fmla="*/ 63 w 145"/>
                  <a:gd name="T85" fmla="*/ 114 h 148"/>
                  <a:gd name="T86" fmla="*/ 73 w 145"/>
                  <a:gd name="T87" fmla="*/ 99 h 148"/>
                  <a:gd name="T88" fmla="*/ 80 w 145"/>
                  <a:gd name="T89" fmla="*/ 88 h 148"/>
                  <a:gd name="T90" fmla="*/ 86 w 145"/>
                  <a:gd name="T91" fmla="*/ 81 h 148"/>
                  <a:gd name="T92" fmla="*/ 91 w 145"/>
                  <a:gd name="T93" fmla="*/ 79 h 148"/>
                  <a:gd name="T94" fmla="*/ 97 w 145"/>
                  <a:gd name="T95" fmla="*/ 77 h 148"/>
                  <a:gd name="T96" fmla="*/ 106 w 145"/>
                  <a:gd name="T97" fmla="*/ 77 h 148"/>
                  <a:gd name="T98" fmla="*/ 108 w 145"/>
                  <a:gd name="T99" fmla="*/ 69 h 148"/>
                  <a:gd name="T100" fmla="*/ 114 w 145"/>
                  <a:gd name="T101" fmla="*/ 60 h 148"/>
                  <a:gd name="T102" fmla="*/ 123 w 145"/>
                  <a:gd name="T103" fmla="*/ 49 h 148"/>
                  <a:gd name="T104" fmla="*/ 132 w 145"/>
                  <a:gd name="T105" fmla="*/ 42 h 148"/>
                  <a:gd name="T106" fmla="*/ 140 w 145"/>
                  <a:gd name="T107" fmla="*/ 3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148">
                    <a:moveTo>
                      <a:pt x="140" y="28"/>
                    </a:moveTo>
                    <a:lnTo>
                      <a:pt x="140" y="25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5" y="15"/>
                    </a:lnTo>
                    <a:lnTo>
                      <a:pt x="143" y="15"/>
                    </a:lnTo>
                    <a:lnTo>
                      <a:pt x="145" y="14"/>
                    </a:lnTo>
                    <a:lnTo>
                      <a:pt x="143" y="14"/>
                    </a:lnTo>
                    <a:lnTo>
                      <a:pt x="143" y="12"/>
                    </a:lnTo>
                    <a:lnTo>
                      <a:pt x="142" y="12"/>
                    </a:lnTo>
                    <a:lnTo>
                      <a:pt x="142" y="10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3" y="6"/>
                    </a:lnTo>
                    <a:lnTo>
                      <a:pt x="138" y="4"/>
                    </a:lnTo>
                    <a:lnTo>
                      <a:pt x="136" y="8"/>
                    </a:lnTo>
                    <a:lnTo>
                      <a:pt x="136" y="10"/>
                    </a:lnTo>
                    <a:lnTo>
                      <a:pt x="136" y="12"/>
                    </a:lnTo>
                    <a:lnTo>
                      <a:pt x="128" y="15"/>
                    </a:lnTo>
                    <a:lnTo>
                      <a:pt x="130" y="15"/>
                    </a:lnTo>
                    <a:lnTo>
                      <a:pt x="130" y="17"/>
                    </a:lnTo>
                    <a:lnTo>
                      <a:pt x="128" y="17"/>
                    </a:lnTo>
                    <a:lnTo>
                      <a:pt x="128" y="14"/>
                    </a:lnTo>
                    <a:lnTo>
                      <a:pt x="128" y="14"/>
                    </a:lnTo>
                    <a:lnTo>
                      <a:pt x="130" y="12"/>
                    </a:lnTo>
                    <a:lnTo>
                      <a:pt x="130" y="10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28" y="6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8" y="2"/>
                    </a:lnTo>
                    <a:lnTo>
                      <a:pt x="125" y="0"/>
                    </a:lnTo>
                    <a:lnTo>
                      <a:pt x="121" y="4"/>
                    </a:lnTo>
                    <a:lnTo>
                      <a:pt x="119" y="4"/>
                    </a:lnTo>
                    <a:lnTo>
                      <a:pt x="115" y="6"/>
                    </a:lnTo>
                    <a:lnTo>
                      <a:pt x="115" y="10"/>
                    </a:lnTo>
                    <a:lnTo>
                      <a:pt x="112" y="15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06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1" y="27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5" y="34"/>
                    </a:lnTo>
                    <a:lnTo>
                      <a:pt x="93" y="36"/>
                    </a:lnTo>
                    <a:lnTo>
                      <a:pt x="93" y="40"/>
                    </a:lnTo>
                    <a:lnTo>
                      <a:pt x="91" y="42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2" y="53"/>
                    </a:lnTo>
                    <a:lnTo>
                      <a:pt x="78" y="53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73" y="56"/>
                    </a:lnTo>
                    <a:lnTo>
                      <a:pt x="67" y="58"/>
                    </a:lnTo>
                    <a:lnTo>
                      <a:pt x="61" y="62"/>
                    </a:lnTo>
                    <a:lnTo>
                      <a:pt x="60" y="64"/>
                    </a:lnTo>
                    <a:lnTo>
                      <a:pt x="54" y="66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2" y="69"/>
                    </a:lnTo>
                    <a:lnTo>
                      <a:pt x="48" y="71"/>
                    </a:lnTo>
                    <a:lnTo>
                      <a:pt x="47" y="69"/>
                    </a:lnTo>
                    <a:lnTo>
                      <a:pt x="45" y="71"/>
                    </a:lnTo>
                    <a:lnTo>
                      <a:pt x="39" y="75"/>
                    </a:lnTo>
                    <a:lnTo>
                      <a:pt x="37" y="77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0" y="83"/>
                    </a:lnTo>
                    <a:lnTo>
                      <a:pt x="30" y="84"/>
                    </a:lnTo>
                    <a:lnTo>
                      <a:pt x="28" y="83"/>
                    </a:lnTo>
                    <a:lnTo>
                      <a:pt x="26" y="84"/>
                    </a:lnTo>
                    <a:lnTo>
                      <a:pt x="24" y="86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2" y="88"/>
                    </a:lnTo>
                    <a:lnTo>
                      <a:pt x="19" y="94"/>
                    </a:lnTo>
                    <a:lnTo>
                      <a:pt x="17" y="94"/>
                    </a:lnTo>
                    <a:lnTo>
                      <a:pt x="15" y="96"/>
                    </a:lnTo>
                    <a:lnTo>
                      <a:pt x="15" y="99"/>
                    </a:lnTo>
                    <a:lnTo>
                      <a:pt x="15" y="99"/>
                    </a:lnTo>
                    <a:lnTo>
                      <a:pt x="13" y="97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7" y="105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2" y="109"/>
                    </a:lnTo>
                    <a:lnTo>
                      <a:pt x="4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7" y="109"/>
                    </a:lnTo>
                    <a:lnTo>
                      <a:pt x="9" y="110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6" y="110"/>
                    </a:lnTo>
                    <a:lnTo>
                      <a:pt x="0" y="116"/>
                    </a:lnTo>
                    <a:lnTo>
                      <a:pt x="4" y="116"/>
                    </a:lnTo>
                    <a:lnTo>
                      <a:pt x="2" y="120"/>
                    </a:lnTo>
                    <a:lnTo>
                      <a:pt x="4" y="122"/>
                    </a:lnTo>
                    <a:lnTo>
                      <a:pt x="6" y="124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5" y="124"/>
                    </a:lnTo>
                    <a:lnTo>
                      <a:pt x="15" y="124"/>
                    </a:lnTo>
                    <a:lnTo>
                      <a:pt x="15" y="125"/>
                    </a:lnTo>
                    <a:lnTo>
                      <a:pt x="17" y="127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31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7" y="135"/>
                    </a:lnTo>
                    <a:lnTo>
                      <a:pt x="13" y="131"/>
                    </a:lnTo>
                    <a:lnTo>
                      <a:pt x="9" y="131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6" y="138"/>
                    </a:lnTo>
                    <a:lnTo>
                      <a:pt x="6" y="140"/>
                    </a:lnTo>
                    <a:lnTo>
                      <a:pt x="6" y="142"/>
                    </a:lnTo>
                    <a:lnTo>
                      <a:pt x="2" y="144"/>
                    </a:lnTo>
                    <a:lnTo>
                      <a:pt x="4" y="148"/>
                    </a:lnTo>
                    <a:lnTo>
                      <a:pt x="6" y="148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9" y="146"/>
                    </a:lnTo>
                    <a:lnTo>
                      <a:pt x="11" y="146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7" y="144"/>
                    </a:lnTo>
                    <a:lnTo>
                      <a:pt x="19" y="142"/>
                    </a:lnTo>
                    <a:lnTo>
                      <a:pt x="19" y="140"/>
                    </a:lnTo>
                    <a:lnTo>
                      <a:pt x="17" y="140"/>
                    </a:lnTo>
                    <a:lnTo>
                      <a:pt x="19" y="140"/>
                    </a:lnTo>
                    <a:lnTo>
                      <a:pt x="19" y="138"/>
                    </a:lnTo>
                    <a:lnTo>
                      <a:pt x="22" y="140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6" y="137"/>
                    </a:lnTo>
                    <a:lnTo>
                      <a:pt x="26" y="137"/>
                    </a:lnTo>
                    <a:lnTo>
                      <a:pt x="30" y="137"/>
                    </a:lnTo>
                    <a:lnTo>
                      <a:pt x="34" y="137"/>
                    </a:lnTo>
                    <a:lnTo>
                      <a:pt x="39" y="135"/>
                    </a:lnTo>
                    <a:lnTo>
                      <a:pt x="43" y="131"/>
                    </a:lnTo>
                    <a:lnTo>
                      <a:pt x="48" y="129"/>
                    </a:lnTo>
                    <a:lnTo>
                      <a:pt x="50" y="125"/>
                    </a:lnTo>
                    <a:lnTo>
                      <a:pt x="52" y="124"/>
                    </a:lnTo>
                    <a:lnTo>
                      <a:pt x="56" y="122"/>
                    </a:lnTo>
                    <a:lnTo>
                      <a:pt x="60" y="122"/>
                    </a:lnTo>
                    <a:lnTo>
                      <a:pt x="61" y="120"/>
                    </a:lnTo>
                    <a:lnTo>
                      <a:pt x="60" y="118"/>
                    </a:lnTo>
                    <a:lnTo>
                      <a:pt x="61" y="116"/>
                    </a:lnTo>
                    <a:lnTo>
                      <a:pt x="60" y="116"/>
                    </a:lnTo>
                    <a:lnTo>
                      <a:pt x="63" y="114"/>
                    </a:lnTo>
                    <a:lnTo>
                      <a:pt x="65" y="110"/>
                    </a:lnTo>
                    <a:lnTo>
                      <a:pt x="65" y="107"/>
                    </a:lnTo>
                    <a:lnTo>
                      <a:pt x="67" y="105"/>
                    </a:lnTo>
                    <a:lnTo>
                      <a:pt x="73" y="99"/>
                    </a:lnTo>
                    <a:lnTo>
                      <a:pt x="74" y="97"/>
                    </a:lnTo>
                    <a:lnTo>
                      <a:pt x="76" y="94"/>
                    </a:lnTo>
                    <a:lnTo>
                      <a:pt x="78" y="90"/>
                    </a:lnTo>
                    <a:lnTo>
                      <a:pt x="80" y="88"/>
                    </a:lnTo>
                    <a:lnTo>
                      <a:pt x="80" y="86"/>
                    </a:lnTo>
                    <a:lnTo>
                      <a:pt x="82" y="83"/>
                    </a:lnTo>
                    <a:lnTo>
                      <a:pt x="84" y="83"/>
                    </a:lnTo>
                    <a:lnTo>
                      <a:pt x="86" y="81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79"/>
                    </a:lnTo>
                    <a:lnTo>
                      <a:pt x="91" y="79"/>
                    </a:lnTo>
                    <a:lnTo>
                      <a:pt x="93" y="79"/>
                    </a:lnTo>
                    <a:lnTo>
                      <a:pt x="95" y="77"/>
                    </a:lnTo>
                    <a:lnTo>
                      <a:pt x="97" y="77"/>
                    </a:lnTo>
                    <a:lnTo>
                      <a:pt x="97" y="77"/>
                    </a:lnTo>
                    <a:lnTo>
                      <a:pt x="102" y="77"/>
                    </a:lnTo>
                    <a:lnTo>
                      <a:pt x="104" y="77"/>
                    </a:lnTo>
                    <a:lnTo>
                      <a:pt x="106" y="77"/>
                    </a:lnTo>
                    <a:lnTo>
                      <a:pt x="106" y="77"/>
                    </a:lnTo>
                    <a:lnTo>
                      <a:pt x="110" y="77"/>
                    </a:lnTo>
                    <a:lnTo>
                      <a:pt x="110" y="71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6"/>
                    </a:lnTo>
                    <a:lnTo>
                      <a:pt x="108" y="62"/>
                    </a:lnTo>
                    <a:lnTo>
                      <a:pt x="114" y="60"/>
                    </a:lnTo>
                    <a:lnTo>
                      <a:pt x="117" y="56"/>
                    </a:lnTo>
                    <a:lnTo>
                      <a:pt x="119" y="56"/>
                    </a:lnTo>
                    <a:lnTo>
                      <a:pt x="121" y="53"/>
                    </a:lnTo>
                    <a:lnTo>
                      <a:pt x="123" y="49"/>
                    </a:lnTo>
                    <a:lnTo>
                      <a:pt x="125" y="47"/>
                    </a:lnTo>
                    <a:lnTo>
                      <a:pt x="128" y="47"/>
                    </a:lnTo>
                    <a:lnTo>
                      <a:pt x="127" y="45"/>
                    </a:lnTo>
                    <a:lnTo>
                      <a:pt x="132" y="42"/>
                    </a:lnTo>
                    <a:lnTo>
                      <a:pt x="132" y="40"/>
                    </a:lnTo>
                    <a:lnTo>
                      <a:pt x="140" y="34"/>
                    </a:lnTo>
                    <a:lnTo>
                      <a:pt x="143" y="30"/>
                    </a:lnTo>
                    <a:lnTo>
                      <a:pt x="140" y="30"/>
                    </a:lnTo>
                    <a:lnTo>
                      <a:pt x="140" y="2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1" name="Freeform 6390">
                <a:extLst>
                  <a:ext uri="{FF2B5EF4-FFF2-40B4-BE49-F238E27FC236}">
                    <a16:creationId xmlns:a16="http://schemas.microsoft.com/office/drawing/2014/main" id="{DDD5E52C-1644-4AB9-85C6-9974E3DBF70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4" y="3434"/>
                <a:ext cx="82" cy="164"/>
              </a:xfrm>
              <a:custGeom>
                <a:avLst/>
                <a:gdLst>
                  <a:gd name="T0" fmla="*/ 73 w 82"/>
                  <a:gd name="T1" fmla="*/ 77 h 164"/>
                  <a:gd name="T2" fmla="*/ 60 w 82"/>
                  <a:gd name="T3" fmla="*/ 86 h 164"/>
                  <a:gd name="T4" fmla="*/ 50 w 82"/>
                  <a:gd name="T5" fmla="*/ 77 h 164"/>
                  <a:gd name="T6" fmla="*/ 49 w 82"/>
                  <a:gd name="T7" fmla="*/ 66 h 164"/>
                  <a:gd name="T8" fmla="*/ 49 w 82"/>
                  <a:gd name="T9" fmla="*/ 58 h 164"/>
                  <a:gd name="T10" fmla="*/ 47 w 82"/>
                  <a:gd name="T11" fmla="*/ 53 h 164"/>
                  <a:gd name="T12" fmla="*/ 47 w 82"/>
                  <a:gd name="T13" fmla="*/ 47 h 164"/>
                  <a:gd name="T14" fmla="*/ 45 w 82"/>
                  <a:gd name="T15" fmla="*/ 53 h 164"/>
                  <a:gd name="T16" fmla="*/ 41 w 82"/>
                  <a:gd name="T17" fmla="*/ 53 h 164"/>
                  <a:gd name="T18" fmla="*/ 43 w 82"/>
                  <a:gd name="T19" fmla="*/ 60 h 164"/>
                  <a:gd name="T20" fmla="*/ 36 w 82"/>
                  <a:gd name="T21" fmla="*/ 60 h 164"/>
                  <a:gd name="T22" fmla="*/ 34 w 82"/>
                  <a:gd name="T23" fmla="*/ 54 h 164"/>
                  <a:gd name="T24" fmla="*/ 37 w 82"/>
                  <a:gd name="T25" fmla="*/ 47 h 164"/>
                  <a:gd name="T26" fmla="*/ 36 w 82"/>
                  <a:gd name="T27" fmla="*/ 40 h 164"/>
                  <a:gd name="T28" fmla="*/ 41 w 82"/>
                  <a:gd name="T29" fmla="*/ 30 h 164"/>
                  <a:gd name="T30" fmla="*/ 34 w 82"/>
                  <a:gd name="T31" fmla="*/ 23 h 164"/>
                  <a:gd name="T32" fmla="*/ 34 w 82"/>
                  <a:gd name="T33" fmla="*/ 15 h 164"/>
                  <a:gd name="T34" fmla="*/ 30 w 82"/>
                  <a:gd name="T35" fmla="*/ 10 h 164"/>
                  <a:gd name="T36" fmla="*/ 24 w 82"/>
                  <a:gd name="T37" fmla="*/ 10 h 164"/>
                  <a:gd name="T38" fmla="*/ 23 w 82"/>
                  <a:gd name="T39" fmla="*/ 0 h 164"/>
                  <a:gd name="T40" fmla="*/ 17 w 82"/>
                  <a:gd name="T41" fmla="*/ 6 h 164"/>
                  <a:gd name="T42" fmla="*/ 21 w 82"/>
                  <a:gd name="T43" fmla="*/ 19 h 164"/>
                  <a:gd name="T44" fmla="*/ 21 w 82"/>
                  <a:gd name="T45" fmla="*/ 30 h 164"/>
                  <a:gd name="T46" fmla="*/ 24 w 82"/>
                  <a:gd name="T47" fmla="*/ 43 h 164"/>
                  <a:gd name="T48" fmla="*/ 24 w 82"/>
                  <a:gd name="T49" fmla="*/ 58 h 164"/>
                  <a:gd name="T50" fmla="*/ 30 w 82"/>
                  <a:gd name="T51" fmla="*/ 64 h 164"/>
                  <a:gd name="T52" fmla="*/ 28 w 82"/>
                  <a:gd name="T53" fmla="*/ 69 h 164"/>
                  <a:gd name="T54" fmla="*/ 26 w 82"/>
                  <a:gd name="T55" fmla="*/ 79 h 164"/>
                  <a:gd name="T56" fmla="*/ 24 w 82"/>
                  <a:gd name="T57" fmla="*/ 86 h 164"/>
                  <a:gd name="T58" fmla="*/ 19 w 82"/>
                  <a:gd name="T59" fmla="*/ 101 h 164"/>
                  <a:gd name="T60" fmla="*/ 13 w 82"/>
                  <a:gd name="T61" fmla="*/ 103 h 164"/>
                  <a:gd name="T62" fmla="*/ 2 w 82"/>
                  <a:gd name="T63" fmla="*/ 112 h 164"/>
                  <a:gd name="T64" fmla="*/ 11 w 82"/>
                  <a:gd name="T65" fmla="*/ 125 h 164"/>
                  <a:gd name="T66" fmla="*/ 17 w 82"/>
                  <a:gd name="T67" fmla="*/ 133 h 164"/>
                  <a:gd name="T68" fmla="*/ 10 w 82"/>
                  <a:gd name="T69" fmla="*/ 146 h 164"/>
                  <a:gd name="T70" fmla="*/ 0 w 82"/>
                  <a:gd name="T71" fmla="*/ 157 h 164"/>
                  <a:gd name="T72" fmla="*/ 8 w 82"/>
                  <a:gd name="T73" fmla="*/ 161 h 164"/>
                  <a:gd name="T74" fmla="*/ 11 w 82"/>
                  <a:gd name="T75" fmla="*/ 164 h 164"/>
                  <a:gd name="T76" fmla="*/ 30 w 82"/>
                  <a:gd name="T77" fmla="*/ 148 h 164"/>
                  <a:gd name="T78" fmla="*/ 39 w 82"/>
                  <a:gd name="T79" fmla="*/ 138 h 164"/>
                  <a:gd name="T80" fmla="*/ 45 w 82"/>
                  <a:gd name="T81" fmla="*/ 129 h 164"/>
                  <a:gd name="T82" fmla="*/ 47 w 82"/>
                  <a:gd name="T83" fmla="*/ 120 h 164"/>
                  <a:gd name="T84" fmla="*/ 60 w 82"/>
                  <a:gd name="T85" fmla="*/ 112 h 164"/>
                  <a:gd name="T86" fmla="*/ 64 w 82"/>
                  <a:gd name="T87" fmla="*/ 114 h 164"/>
                  <a:gd name="T88" fmla="*/ 65 w 82"/>
                  <a:gd name="T89" fmla="*/ 105 h 164"/>
                  <a:gd name="T90" fmla="*/ 71 w 82"/>
                  <a:gd name="T91" fmla="*/ 103 h 164"/>
                  <a:gd name="T92" fmla="*/ 78 w 82"/>
                  <a:gd name="T93" fmla="*/ 86 h 164"/>
                  <a:gd name="T94" fmla="*/ 28 w 82"/>
                  <a:gd name="T95" fmla="*/ 51 h 164"/>
                  <a:gd name="T96" fmla="*/ 28 w 82"/>
                  <a:gd name="T97" fmla="*/ 51 h 164"/>
                  <a:gd name="T98" fmla="*/ 43 w 82"/>
                  <a:gd name="T99" fmla="*/ 66 h 164"/>
                  <a:gd name="T100" fmla="*/ 41 w 82"/>
                  <a:gd name="T101" fmla="*/ 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2" h="164">
                    <a:moveTo>
                      <a:pt x="77" y="81"/>
                    </a:moveTo>
                    <a:lnTo>
                      <a:pt x="77" y="81"/>
                    </a:lnTo>
                    <a:lnTo>
                      <a:pt x="78" y="79"/>
                    </a:lnTo>
                    <a:lnTo>
                      <a:pt x="73" y="77"/>
                    </a:lnTo>
                    <a:lnTo>
                      <a:pt x="69" y="79"/>
                    </a:lnTo>
                    <a:lnTo>
                      <a:pt x="65" y="84"/>
                    </a:lnTo>
                    <a:lnTo>
                      <a:pt x="62" y="84"/>
                    </a:lnTo>
                    <a:lnTo>
                      <a:pt x="60" y="86"/>
                    </a:lnTo>
                    <a:lnTo>
                      <a:pt x="58" y="84"/>
                    </a:lnTo>
                    <a:lnTo>
                      <a:pt x="52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0" y="71"/>
                    </a:lnTo>
                    <a:lnTo>
                      <a:pt x="49" y="66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9" y="60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47" y="53"/>
                    </a:lnTo>
                    <a:lnTo>
                      <a:pt x="49" y="51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7" y="47"/>
                    </a:lnTo>
                    <a:lnTo>
                      <a:pt x="47" y="41"/>
                    </a:lnTo>
                    <a:lnTo>
                      <a:pt x="43" y="49"/>
                    </a:lnTo>
                    <a:lnTo>
                      <a:pt x="45" y="53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5" y="47"/>
                    </a:lnTo>
                    <a:lnTo>
                      <a:pt x="39" y="49"/>
                    </a:lnTo>
                    <a:lnTo>
                      <a:pt x="41" y="53"/>
                    </a:lnTo>
                    <a:lnTo>
                      <a:pt x="39" y="54"/>
                    </a:lnTo>
                    <a:lnTo>
                      <a:pt x="43" y="56"/>
                    </a:lnTo>
                    <a:lnTo>
                      <a:pt x="43" y="58"/>
                    </a:lnTo>
                    <a:lnTo>
                      <a:pt x="43" y="60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56"/>
                    </a:lnTo>
                    <a:lnTo>
                      <a:pt x="34" y="54"/>
                    </a:lnTo>
                    <a:lnTo>
                      <a:pt x="36" y="53"/>
                    </a:lnTo>
                    <a:lnTo>
                      <a:pt x="37" y="53"/>
                    </a:lnTo>
                    <a:lnTo>
                      <a:pt x="39" y="49"/>
                    </a:lnTo>
                    <a:lnTo>
                      <a:pt x="37" y="47"/>
                    </a:lnTo>
                    <a:lnTo>
                      <a:pt x="37" y="45"/>
                    </a:lnTo>
                    <a:lnTo>
                      <a:pt x="37" y="43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1" y="34"/>
                    </a:lnTo>
                    <a:lnTo>
                      <a:pt x="41" y="30"/>
                    </a:lnTo>
                    <a:lnTo>
                      <a:pt x="39" y="27"/>
                    </a:lnTo>
                    <a:lnTo>
                      <a:pt x="39" y="23"/>
                    </a:lnTo>
                    <a:lnTo>
                      <a:pt x="34" y="25"/>
                    </a:lnTo>
                    <a:lnTo>
                      <a:pt x="34" y="23"/>
                    </a:lnTo>
                    <a:lnTo>
                      <a:pt x="36" y="23"/>
                    </a:lnTo>
                    <a:lnTo>
                      <a:pt x="32" y="21"/>
                    </a:lnTo>
                    <a:lnTo>
                      <a:pt x="36" y="19"/>
                    </a:lnTo>
                    <a:lnTo>
                      <a:pt x="34" y="15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3" y="8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7" y="6"/>
                    </a:lnTo>
                    <a:lnTo>
                      <a:pt x="21" y="13"/>
                    </a:lnTo>
                    <a:lnTo>
                      <a:pt x="21" y="15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9" y="28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3" y="34"/>
                    </a:lnTo>
                    <a:lnTo>
                      <a:pt x="24" y="38"/>
                    </a:lnTo>
                    <a:lnTo>
                      <a:pt x="24" y="43"/>
                    </a:lnTo>
                    <a:lnTo>
                      <a:pt x="24" y="47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8"/>
                    </a:lnTo>
                    <a:lnTo>
                      <a:pt x="26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28" y="68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26" y="77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8" y="81"/>
                    </a:lnTo>
                    <a:lnTo>
                      <a:pt x="26" y="81"/>
                    </a:lnTo>
                    <a:lnTo>
                      <a:pt x="24" y="84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3" y="86"/>
                    </a:lnTo>
                    <a:lnTo>
                      <a:pt x="21" y="90"/>
                    </a:lnTo>
                    <a:lnTo>
                      <a:pt x="19" y="101"/>
                    </a:lnTo>
                    <a:lnTo>
                      <a:pt x="19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3" y="103"/>
                    </a:lnTo>
                    <a:lnTo>
                      <a:pt x="11" y="103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2"/>
                    </a:lnTo>
                    <a:lnTo>
                      <a:pt x="2" y="116"/>
                    </a:lnTo>
                    <a:lnTo>
                      <a:pt x="6" y="120"/>
                    </a:lnTo>
                    <a:lnTo>
                      <a:pt x="10" y="122"/>
                    </a:lnTo>
                    <a:lnTo>
                      <a:pt x="11" y="125"/>
                    </a:lnTo>
                    <a:lnTo>
                      <a:pt x="15" y="125"/>
                    </a:lnTo>
                    <a:lnTo>
                      <a:pt x="15" y="127"/>
                    </a:lnTo>
                    <a:lnTo>
                      <a:pt x="17" y="133"/>
                    </a:lnTo>
                    <a:lnTo>
                      <a:pt x="17" y="133"/>
                    </a:lnTo>
                    <a:lnTo>
                      <a:pt x="15" y="133"/>
                    </a:lnTo>
                    <a:lnTo>
                      <a:pt x="15" y="136"/>
                    </a:lnTo>
                    <a:lnTo>
                      <a:pt x="15" y="138"/>
                    </a:lnTo>
                    <a:lnTo>
                      <a:pt x="10" y="146"/>
                    </a:lnTo>
                    <a:lnTo>
                      <a:pt x="6" y="150"/>
                    </a:lnTo>
                    <a:lnTo>
                      <a:pt x="2" y="153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4" y="159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8" y="163"/>
                    </a:lnTo>
                    <a:lnTo>
                      <a:pt x="8" y="164"/>
                    </a:lnTo>
                    <a:lnTo>
                      <a:pt x="11" y="164"/>
                    </a:lnTo>
                    <a:lnTo>
                      <a:pt x="17" y="161"/>
                    </a:lnTo>
                    <a:lnTo>
                      <a:pt x="21" y="157"/>
                    </a:lnTo>
                    <a:lnTo>
                      <a:pt x="26" y="153"/>
                    </a:lnTo>
                    <a:lnTo>
                      <a:pt x="30" y="148"/>
                    </a:lnTo>
                    <a:lnTo>
                      <a:pt x="34" y="142"/>
                    </a:lnTo>
                    <a:lnTo>
                      <a:pt x="36" y="140"/>
                    </a:lnTo>
                    <a:lnTo>
                      <a:pt x="37" y="140"/>
                    </a:lnTo>
                    <a:lnTo>
                      <a:pt x="39" y="138"/>
                    </a:lnTo>
                    <a:lnTo>
                      <a:pt x="39" y="136"/>
                    </a:lnTo>
                    <a:lnTo>
                      <a:pt x="41" y="136"/>
                    </a:lnTo>
                    <a:lnTo>
                      <a:pt x="43" y="135"/>
                    </a:lnTo>
                    <a:lnTo>
                      <a:pt x="45" y="129"/>
                    </a:lnTo>
                    <a:lnTo>
                      <a:pt x="49" y="125"/>
                    </a:lnTo>
                    <a:lnTo>
                      <a:pt x="49" y="123"/>
                    </a:lnTo>
                    <a:lnTo>
                      <a:pt x="50" y="122"/>
                    </a:lnTo>
                    <a:lnTo>
                      <a:pt x="47" y="120"/>
                    </a:lnTo>
                    <a:lnTo>
                      <a:pt x="47" y="120"/>
                    </a:lnTo>
                    <a:lnTo>
                      <a:pt x="52" y="112"/>
                    </a:lnTo>
                    <a:lnTo>
                      <a:pt x="54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8"/>
                    </a:lnTo>
                    <a:lnTo>
                      <a:pt x="64" y="114"/>
                    </a:lnTo>
                    <a:lnTo>
                      <a:pt x="67" y="112"/>
                    </a:lnTo>
                    <a:lnTo>
                      <a:pt x="64" y="110"/>
                    </a:lnTo>
                    <a:lnTo>
                      <a:pt x="64" y="109"/>
                    </a:lnTo>
                    <a:lnTo>
                      <a:pt x="65" y="105"/>
                    </a:lnTo>
                    <a:lnTo>
                      <a:pt x="65" y="103"/>
                    </a:lnTo>
                    <a:lnTo>
                      <a:pt x="67" y="103"/>
                    </a:lnTo>
                    <a:lnTo>
                      <a:pt x="69" y="105"/>
                    </a:lnTo>
                    <a:lnTo>
                      <a:pt x="71" y="103"/>
                    </a:lnTo>
                    <a:lnTo>
                      <a:pt x="77" y="94"/>
                    </a:lnTo>
                    <a:lnTo>
                      <a:pt x="77" y="90"/>
                    </a:lnTo>
                    <a:lnTo>
                      <a:pt x="77" y="88"/>
                    </a:lnTo>
                    <a:lnTo>
                      <a:pt x="78" y="86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7" y="81"/>
                    </a:lnTo>
                    <a:close/>
                    <a:moveTo>
                      <a:pt x="28" y="51"/>
                    </a:moveTo>
                    <a:lnTo>
                      <a:pt x="28" y="53"/>
                    </a:lnTo>
                    <a:lnTo>
                      <a:pt x="26" y="53"/>
                    </a:lnTo>
                    <a:lnTo>
                      <a:pt x="24" y="53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49"/>
                    </a:lnTo>
                    <a:lnTo>
                      <a:pt x="28" y="51"/>
                    </a:lnTo>
                    <a:close/>
                    <a:moveTo>
                      <a:pt x="43" y="66"/>
                    </a:moveTo>
                    <a:lnTo>
                      <a:pt x="41" y="68"/>
                    </a:lnTo>
                    <a:lnTo>
                      <a:pt x="41" y="66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6"/>
                    </a:lnTo>
                    <a:lnTo>
                      <a:pt x="43" y="6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2" name="Freeform 6391">
                <a:extLst>
                  <a:ext uri="{FF2B5EF4-FFF2-40B4-BE49-F238E27FC236}">
                    <a16:creationId xmlns:a16="http://schemas.microsoft.com/office/drawing/2014/main" id="{F1A8B17D-06F2-4CC5-8BA9-4D75D08144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3" y="3792"/>
                <a:ext cx="11" cy="12"/>
              </a:xfrm>
              <a:custGeom>
                <a:avLst/>
                <a:gdLst>
                  <a:gd name="T0" fmla="*/ 0 w 11"/>
                  <a:gd name="T1" fmla="*/ 8 h 12"/>
                  <a:gd name="T2" fmla="*/ 2 w 11"/>
                  <a:gd name="T3" fmla="*/ 12 h 12"/>
                  <a:gd name="T4" fmla="*/ 6 w 11"/>
                  <a:gd name="T5" fmla="*/ 10 h 12"/>
                  <a:gd name="T6" fmla="*/ 8 w 11"/>
                  <a:gd name="T7" fmla="*/ 12 h 12"/>
                  <a:gd name="T8" fmla="*/ 9 w 11"/>
                  <a:gd name="T9" fmla="*/ 8 h 12"/>
                  <a:gd name="T10" fmla="*/ 8 w 11"/>
                  <a:gd name="T11" fmla="*/ 6 h 12"/>
                  <a:gd name="T12" fmla="*/ 9 w 11"/>
                  <a:gd name="T13" fmla="*/ 4 h 12"/>
                  <a:gd name="T14" fmla="*/ 11 w 11"/>
                  <a:gd name="T15" fmla="*/ 0 h 12"/>
                  <a:gd name="T16" fmla="*/ 8 w 11"/>
                  <a:gd name="T17" fmla="*/ 0 h 12"/>
                  <a:gd name="T18" fmla="*/ 0 w 11"/>
                  <a:gd name="T1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2">
                    <a:moveTo>
                      <a:pt x="0" y="8"/>
                    </a:moveTo>
                    <a:lnTo>
                      <a:pt x="2" y="12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3" name="Freeform 6392">
                <a:extLst>
                  <a:ext uri="{FF2B5EF4-FFF2-40B4-BE49-F238E27FC236}">
                    <a16:creationId xmlns:a16="http://schemas.microsoft.com/office/drawing/2014/main" id="{7B34DAB9-22EF-47A3-BC24-E86D1DE59B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2" y="3846"/>
                <a:ext cx="9" cy="8"/>
              </a:xfrm>
              <a:custGeom>
                <a:avLst/>
                <a:gdLst>
                  <a:gd name="T0" fmla="*/ 4 w 9"/>
                  <a:gd name="T1" fmla="*/ 4 h 8"/>
                  <a:gd name="T2" fmla="*/ 2 w 9"/>
                  <a:gd name="T3" fmla="*/ 4 h 8"/>
                  <a:gd name="T4" fmla="*/ 0 w 9"/>
                  <a:gd name="T5" fmla="*/ 6 h 8"/>
                  <a:gd name="T6" fmla="*/ 4 w 9"/>
                  <a:gd name="T7" fmla="*/ 8 h 8"/>
                  <a:gd name="T8" fmla="*/ 7 w 9"/>
                  <a:gd name="T9" fmla="*/ 8 h 8"/>
                  <a:gd name="T10" fmla="*/ 9 w 9"/>
                  <a:gd name="T11" fmla="*/ 4 h 8"/>
                  <a:gd name="T12" fmla="*/ 5 w 9"/>
                  <a:gd name="T13" fmla="*/ 0 h 8"/>
                  <a:gd name="T14" fmla="*/ 4 w 9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4" y="4"/>
                    </a:moveTo>
                    <a:lnTo>
                      <a:pt x="2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4" name="Freeform 6393">
                <a:extLst>
                  <a:ext uri="{FF2B5EF4-FFF2-40B4-BE49-F238E27FC236}">
                    <a16:creationId xmlns:a16="http://schemas.microsoft.com/office/drawing/2014/main" id="{571AB878-57A2-48CA-A6B0-2B0870EE510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277" y="1781"/>
                <a:ext cx="125" cy="78"/>
              </a:xfrm>
              <a:custGeom>
                <a:avLst/>
                <a:gdLst>
                  <a:gd name="T0" fmla="*/ 45 w 125"/>
                  <a:gd name="T1" fmla="*/ 72 h 78"/>
                  <a:gd name="T2" fmla="*/ 47 w 125"/>
                  <a:gd name="T3" fmla="*/ 76 h 78"/>
                  <a:gd name="T4" fmla="*/ 54 w 125"/>
                  <a:gd name="T5" fmla="*/ 74 h 78"/>
                  <a:gd name="T6" fmla="*/ 67 w 125"/>
                  <a:gd name="T7" fmla="*/ 72 h 78"/>
                  <a:gd name="T8" fmla="*/ 78 w 125"/>
                  <a:gd name="T9" fmla="*/ 69 h 78"/>
                  <a:gd name="T10" fmla="*/ 84 w 125"/>
                  <a:gd name="T11" fmla="*/ 65 h 78"/>
                  <a:gd name="T12" fmla="*/ 90 w 125"/>
                  <a:gd name="T13" fmla="*/ 65 h 78"/>
                  <a:gd name="T14" fmla="*/ 106 w 125"/>
                  <a:gd name="T15" fmla="*/ 54 h 78"/>
                  <a:gd name="T16" fmla="*/ 114 w 125"/>
                  <a:gd name="T17" fmla="*/ 48 h 78"/>
                  <a:gd name="T18" fmla="*/ 114 w 125"/>
                  <a:gd name="T19" fmla="*/ 43 h 78"/>
                  <a:gd name="T20" fmla="*/ 121 w 125"/>
                  <a:gd name="T21" fmla="*/ 43 h 78"/>
                  <a:gd name="T22" fmla="*/ 119 w 125"/>
                  <a:gd name="T23" fmla="*/ 33 h 78"/>
                  <a:gd name="T24" fmla="*/ 125 w 125"/>
                  <a:gd name="T25" fmla="*/ 28 h 78"/>
                  <a:gd name="T26" fmla="*/ 112 w 125"/>
                  <a:gd name="T27" fmla="*/ 20 h 78"/>
                  <a:gd name="T28" fmla="*/ 116 w 125"/>
                  <a:gd name="T29" fmla="*/ 13 h 78"/>
                  <a:gd name="T30" fmla="*/ 110 w 125"/>
                  <a:gd name="T31" fmla="*/ 11 h 78"/>
                  <a:gd name="T32" fmla="*/ 117 w 125"/>
                  <a:gd name="T33" fmla="*/ 5 h 78"/>
                  <a:gd name="T34" fmla="*/ 103 w 125"/>
                  <a:gd name="T35" fmla="*/ 11 h 78"/>
                  <a:gd name="T36" fmla="*/ 101 w 125"/>
                  <a:gd name="T37" fmla="*/ 5 h 78"/>
                  <a:gd name="T38" fmla="*/ 93 w 125"/>
                  <a:gd name="T39" fmla="*/ 2 h 78"/>
                  <a:gd name="T40" fmla="*/ 90 w 125"/>
                  <a:gd name="T41" fmla="*/ 9 h 78"/>
                  <a:gd name="T42" fmla="*/ 82 w 125"/>
                  <a:gd name="T43" fmla="*/ 11 h 78"/>
                  <a:gd name="T44" fmla="*/ 75 w 125"/>
                  <a:gd name="T45" fmla="*/ 9 h 78"/>
                  <a:gd name="T46" fmla="*/ 69 w 125"/>
                  <a:gd name="T47" fmla="*/ 13 h 78"/>
                  <a:gd name="T48" fmla="*/ 58 w 125"/>
                  <a:gd name="T49" fmla="*/ 15 h 78"/>
                  <a:gd name="T50" fmla="*/ 56 w 125"/>
                  <a:gd name="T51" fmla="*/ 15 h 78"/>
                  <a:gd name="T52" fmla="*/ 47 w 125"/>
                  <a:gd name="T53" fmla="*/ 11 h 78"/>
                  <a:gd name="T54" fmla="*/ 47 w 125"/>
                  <a:gd name="T55" fmla="*/ 24 h 78"/>
                  <a:gd name="T56" fmla="*/ 41 w 125"/>
                  <a:gd name="T57" fmla="*/ 26 h 78"/>
                  <a:gd name="T58" fmla="*/ 37 w 125"/>
                  <a:gd name="T59" fmla="*/ 26 h 78"/>
                  <a:gd name="T60" fmla="*/ 37 w 125"/>
                  <a:gd name="T61" fmla="*/ 20 h 78"/>
                  <a:gd name="T62" fmla="*/ 37 w 125"/>
                  <a:gd name="T63" fmla="*/ 13 h 78"/>
                  <a:gd name="T64" fmla="*/ 34 w 125"/>
                  <a:gd name="T65" fmla="*/ 7 h 78"/>
                  <a:gd name="T66" fmla="*/ 26 w 125"/>
                  <a:gd name="T67" fmla="*/ 2 h 78"/>
                  <a:gd name="T68" fmla="*/ 19 w 125"/>
                  <a:gd name="T69" fmla="*/ 5 h 78"/>
                  <a:gd name="T70" fmla="*/ 26 w 125"/>
                  <a:gd name="T71" fmla="*/ 11 h 78"/>
                  <a:gd name="T72" fmla="*/ 19 w 125"/>
                  <a:gd name="T73" fmla="*/ 5 h 78"/>
                  <a:gd name="T74" fmla="*/ 11 w 125"/>
                  <a:gd name="T75" fmla="*/ 7 h 78"/>
                  <a:gd name="T76" fmla="*/ 9 w 125"/>
                  <a:gd name="T77" fmla="*/ 17 h 78"/>
                  <a:gd name="T78" fmla="*/ 6 w 125"/>
                  <a:gd name="T79" fmla="*/ 18 h 78"/>
                  <a:gd name="T80" fmla="*/ 6 w 125"/>
                  <a:gd name="T81" fmla="*/ 26 h 78"/>
                  <a:gd name="T82" fmla="*/ 15 w 125"/>
                  <a:gd name="T83" fmla="*/ 22 h 78"/>
                  <a:gd name="T84" fmla="*/ 21 w 125"/>
                  <a:gd name="T85" fmla="*/ 26 h 78"/>
                  <a:gd name="T86" fmla="*/ 26 w 125"/>
                  <a:gd name="T87" fmla="*/ 26 h 78"/>
                  <a:gd name="T88" fmla="*/ 26 w 125"/>
                  <a:gd name="T89" fmla="*/ 28 h 78"/>
                  <a:gd name="T90" fmla="*/ 26 w 125"/>
                  <a:gd name="T91" fmla="*/ 33 h 78"/>
                  <a:gd name="T92" fmla="*/ 21 w 125"/>
                  <a:gd name="T93" fmla="*/ 31 h 78"/>
                  <a:gd name="T94" fmla="*/ 17 w 125"/>
                  <a:gd name="T95" fmla="*/ 33 h 78"/>
                  <a:gd name="T96" fmla="*/ 8 w 125"/>
                  <a:gd name="T97" fmla="*/ 33 h 78"/>
                  <a:gd name="T98" fmla="*/ 6 w 125"/>
                  <a:gd name="T99" fmla="*/ 43 h 78"/>
                  <a:gd name="T100" fmla="*/ 21 w 125"/>
                  <a:gd name="T101" fmla="*/ 43 h 78"/>
                  <a:gd name="T102" fmla="*/ 23 w 125"/>
                  <a:gd name="T103" fmla="*/ 48 h 78"/>
                  <a:gd name="T104" fmla="*/ 24 w 125"/>
                  <a:gd name="T105" fmla="*/ 52 h 78"/>
                  <a:gd name="T106" fmla="*/ 23 w 125"/>
                  <a:gd name="T107" fmla="*/ 56 h 78"/>
                  <a:gd name="T108" fmla="*/ 17 w 125"/>
                  <a:gd name="T109" fmla="*/ 54 h 78"/>
                  <a:gd name="T110" fmla="*/ 15 w 125"/>
                  <a:gd name="T111" fmla="*/ 65 h 78"/>
                  <a:gd name="T112" fmla="*/ 28 w 125"/>
                  <a:gd name="T113" fmla="*/ 67 h 78"/>
                  <a:gd name="T114" fmla="*/ 36 w 125"/>
                  <a:gd name="T115" fmla="*/ 65 h 78"/>
                  <a:gd name="T116" fmla="*/ 73 w 125"/>
                  <a:gd name="T117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5" h="78">
                    <a:moveTo>
                      <a:pt x="39" y="65"/>
                    </a:moveTo>
                    <a:lnTo>
                      <a:pt x="39" y="67"/>
                    </a:lnTo>
                    <a:lnTo>
                      <a:pt x="43" y="7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4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7" y="72"/>
                    </a:lnTo>
                    <a:lnTo>
                      <a:pt x="49" y="71"/>
                    </a:lnTo>
                    <a:lnTo>
                      <a:pt x="50" y="71"/>
                    </a:lnTo>
                    <a:lnTo>
                      <a:pt x="54" y="74"/>
                    </a:lnTo>
                    <a:lnTo>
                      <a:pt x="62" y="74"/>
                    </a:lnTo>
                    <a:lnTo>
                      <a:pt x="63" y="76"/>
                    </a:lnTo>
                    <a:lnTo>
                      <a:pt x="69" y="74"/>
                    </a:lnTo>
                    <a:lnTo>
                      <a:pt x="67" y="72"/>
                    </a:lnTo>
                    <a:lnTo>
                      <a:pt x="71" y="72"/>
                    </a:lnTo>
                    <a:lnTo>
                      <a:pt x="75" y="69"/>
                    </a:lnTo>
                    <a:lnTo>
                      <a:pt x="75" y="67"/>
                    </a:lnTo>
                    <a:lnTo>
                      <a:pt x="78" y="69"/>
                    </a:lnTo>
                    <a:lnTo>
                      <a:pt x="80" y="67"/>
                    </a:lnTo>
                    <a:lnTo>
                      <a:pt x="82" y="67"/>
                    </a:lnTo>
                    <a:lnTo>
                      <a:pt x="84" y="65"/>
                    </a:lnTo>
                    <a:lnTo>
                      <a:pt x="84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6" y="67"/>
                    </a:lnTo>
                    <a:lnTo>
                      <a:pt x="90" y="65"/>
                    </a:lnTo>
                    <a:lnTo>
                      <a:pt x="95" y="59"/>
                    </a:lnTo>
                    <a:lnTo>
                      <a:pt x="97" y="58"/>
                    </a:lnTo>
                    <a:lnTo>
                      <a:pt x="104" y="56"/>
                    </a:lnTo>
                    <a:lnTo>
                      <a:pt x="106" y="54"/>
                    </a:lnTo>
                    <a:lnTo>
                      <a:pt x="110" y="54"/>
                    </a:lnTo>
                    <a:lnTo>
                      <a:pt x="114" y="52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6" y="46"/>
                    </a:lnTo>
                    <a:lnTo>
                      <a:pt x="114" y="43"/>
                    </a:lnTo>
                    <a:lnTo>
                      <a:pt x="114" y="43"/>
                    </a:lnTo>
                    <a:lnTo>
                      <a:pt x="116" y="44"/>
                    </a:lnTo>
                    <a:lnTo>
                      <a:pt x="116" y="46"/>
                    </a:lnTo>
                    <a:lnTo>
                      <a:pt x="119" y="46"/>
                    </a:lnTo>
                    <a:lnTo>
                      <a:pt x="121" y="43"/>
                    </a:lnTo>
                    <a:lnTo>
                      <a:pt x="121" y="39"/>
                    </a:lnTo>
                    <a:lnTo>
                      <a:pt x="117" y="37"/>
                    </a:lnTo>
                    <a:lnTo>
                      <a:pt x="117" y="35"/>
                    </a:lnTo>
                    <a:lnTo>
                      <a:pt x="119" y="33"/>
                    </a:lnTo>
                    <a:lnTo>
                      <a:pt x="119" y="31"/>
                    </a:lnTo>
                    <a:lnTo>
                      <a:pt x="121" y="30"/>
                    </a:lnTo>
                    <a:lnTo>
                      <a:pt x="123" y="30"/>
                    </a:lnTo>
                    <a:lnTo>
                      <a:pt x="125" y="28"/>
                    </a:lnTo>
                    <a:lnTo>
                      <a:pt x="123" y="24"/>
                    </a:lnTo>
                    <a:lnTo>
                      <a:pt x="117" y="24"/>
                    </a:lnTo>
                    <a:lnTo>
                      <a:pt x="116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4" y="18"/>
                    </a:lnTo>
                    <a:lnTo>
                      <a:pt x="116" y="17"/>
                    </a:lnTo>
                    <a:lnTo>
                      <a:pt x="116" y="13"/>
                    </a:lnTo>
                    <a:lnTo>
                      <a:pt x="112" y="11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10" y="11"/>
                    </a:lnTo>
                    <a:lnTo>
                      <a:pt x="112" y="11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7" y="5"/>
                    </a:lnTo>
                    <a:lnTo>
                      <a:pt x="112" y="3"/>
                    </a:lnTo>
                    <a:lnTo>
                      <a:pt x="108" y="3"/>
                    </a:lnTo>
                    <a:lnTo>
                      <a:pt x="104" y="9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3" y="9"/>
                    </a:lnTo>
                    <a:lnTo>
                      <a:pt x="103" y="7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2"/>
                    </a:lnTo>
                    <a:lnTo>
                      <a:pt x="91" y="5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6" y="7"/>
                    </a:lnTo>
                    <a:lnTo>
                      <a:pt x="82" y="11"/>
                    </a:lnTo>
                    <a:lnTo>
                      <a:pt x="82" y="13"/>
                    </a:lnTo>
                    <a:lnTo>
                      <a:pt x="80" y="13"/>
                    </a:lnTo>
                    <a:lnTo>
                      <a:pt x="78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1" y="9"/>
                    </a:lnTo>
                    <a:lnTo>
                      <a:pt x="71" y="13"/>
                    </a:lnTo>
                    <a:lnTo>
                      <a:pt x="69" y="13"/>
                    </a:lnTo>
                    <a:lnTo>
                      <a:pt x="69" y="9"/>
                    </a:lnTo>
                    <a:lnTo>
                      <a:pt x="65" y="7"/>
                    </a:lnTo>
                    <a:lnTo>
                      <a:pt x="60" y="11"/>
                    </a:lnTo>
                    <a:lnTo>
                      <a:pt x="58" y="15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6" y="18"/>
                    </a:lnTo>
                    <a:lnTo>
                      <a:pt x="56" y="15"/>
                    </a:lnTo>
                    <a:lnTo>
                      <a:pt x="54" y="15"/>
                    </a:lnTo>
                    <a:lnTo>
                      <a:pt x="54" y="9"/>
                    </a:lnTo>
                    <a:lnTo>
                      <a:pt x="50" y="7"/>
                    </a:lnTo>
                    <a:lnTo>
                      <a:pt x="47" y="11"/>
                    </a:lnTo>
                    <a:lnTo>
                      <a:pt x="47" y="18"/>
                    </a:lnTo>
                    <a:lnTo>
                      <a:pt x="49" y="20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1" y="24"/>
                    </a:lnTo>
                    <a:lnTo>
                      <a:pt x="41" y="26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41" y="17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9" y="11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6" y="2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19" y="5"/>
                    </a:lnTo>
                    <a:lnTo>
                      <a:pt x="15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1" y="28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6"/>
                    </a:lnTo>
                    <a:lnTo>
                      <a:pt x="23" y="26"/>
                    </a:lnTo>
                    <a:lnTo>
                      <a:pt x="24" y="24"/>
                    </a:lnTo>
                    <a:lnTo>
                      <a:pt x="24" y="26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6" y="26"/>
                    </a:lnTo>
                    <a:lnTo>
                      <a:pt x="28" y="28"/>
                    </a:lnTo>
                    <a:lnTo>
                      <a:pt x="26" y="28"/>
                    </a:lnTo>
                    <a:lnTo>
                      <a:pt x="23" y="30"/>
                    </a:lnTo>
                    <a:lnTo>
                      <a:pt x="21" y="31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3" y="35"/>
                    </a:lnTo>
                    <a:lnTo>
                      <a:pt x="21" y="33"/>
                    </a:lnTo>
                    <a:lnTo>
                      <a:pt x="21" y="31"/>
                    </a:lnTo>
                    <a:lnTo>
                      <a:pt x="19" y="31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2" y="33"/>
                    </a:lnTo>
                    <a:lnTo>
                      <a:pt x="6" y="39"/>
                    </a:lnTo>
                    <a:lnTo>
                      <a:pt x="6" y="43"/>
                    </a:lnTo>
                    <a:lnTo>
                      <a:pt x="11" y="43"/>
                    </a:lnTo>
                    <a:lnTo>
                      <a:pt x="11" y="41"/>
                    </a:lnTo>
                    <a:lnTo>
                      <a:pt x="15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6"/>
                    </a:lnTo>
                    <a:lnTo>
                      <a:pt x="23" y="48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56"/>
                    </a:lnTo>
                    <a:lnTo>
                      <a:pt x="23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5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3" y="65"/>
                    </a:lnTo>
                    <a:lnTo>
                      <a:pt x="28" y="67"/>
                    </a:lnTo>
                    <a:lnTo>
                      <a:pt x="32" y="65"/>
                    </a:lnTo>
                    <a:lnTo>
                      <a:pt x="34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7" y="67"/>
                    </a:lnTo>
                    <a:lnTo>
                      <a:pt x="39" y="65"/>
                    </a:lnTo>
                    <a:close/>
                    <a:moveTo>
                      <a:pt x="71" y="15"/>
                    </a:moveTo>
                    <a:lnTo>
                      <a:pt x="73" y="18"/>
                    </a:lnTo>
                    <a:lnTo>
                      <a:pt x="71" y="15"/>
                    </a:lnTo>
                    <a:lnTo>
                      <a:pt x="71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5" name="Freeform 6394">
                <a:extLst>
                  <a:ext uri="{FF2B5EF4-FFF2-40B4-BE49-F238E27FC236}">
                    <a16:creationId xmlns:a16="http://schemas.microsoft.com/office/drawing/2014/main" id="{7D9060CD-600A-499D-855E-EE44437FBA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70" y="2618"/>
                <a:ext cx="11" cy="4"/>
              </a:xfrm>
              <a:custGeom>
                <a:avLst/>
                <a:gdLst>
                  <a:gd name="T0" fmla="*/ 8 w 11"/>
                  <a:gd name="T1" fmla="*/ 0 h 4"/>
                  <a:gd name="T2" fmla="*/ 0 w 11"/>
                  <a:gd name="T3" fmla="*/ 4 h 4"/>
                  <a:gd name="T4" fmla="*/ 11 w 11"/>
                  <a:gd name="T5" fmla="*/ 4 h 4"/>
                  <a:gd name="T6" fmla="*/ 8 w 1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8" y="0"/>
                    </a:moveTo>
                    <a:lnTo>
                      <a:pt x="0" y="4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6" name="Freeform 6395">
                <a:extLst>
                  <a:ext uri="{FF2B5EF4-FFF2-40B4-BE49-F238E27FC236}">
                    <a16:creationId xmlns:a16="http://schemas.microsoft.com/office/drawing/2014/main" id="{551350CC-D419-4484-A5FA-C22B5003B5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16"/>
                <a:ext cx="8" cy="9"/>
              </a:xfrm>
              <a:custGeom>
                <a:avLst/>
                <a:gdLst>
                  <a:gd name="T0" fmla="*/ 8 w 8"/>
                  <a:gd name="T1" fmla="*/ 6 h 9"/>
                  <a:gd name="T2" fmla="*/ 4 w 8"/>
                  <a:gd name="T3" fmla="*/ 0 h 9"/>
                  <a:gd name="T4" fmla="*/ 0 w 8"/>
                  <a:gd name="T5" fmla="*/ 6 h 9"/>
                  <a:gd name="T6" fmla="*/ 6 w 8"/>
                  <a:gd name="T7" fmla="*/ 9 h 9"/>
                  <a:gd name="T8" fmla="*/ 8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6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6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7" name="Freeform 6396">
                <a:extLst>
                  <a:ext uri="{FF2B5EF4-FFF2-40B4-BE49-F238E27FC236}">
                    <a16:creationId xmlns:a16="http://schemas.microsoft.com/office/drawing/2014/main" id="{72FF9A2C-0A61-44C4-8C96-71D8BFC11D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8" y="2622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4 w 9"/>
                  <a:gd name="T3" fmla="*/ 0 h 7"/>
                  <a:gd name="T4" fmla="*/ 0 w 9"/>
                  <a:gd name="T5" fmla="*/ 1 h 7"/>
                  <a:gd name="T6" fmla="*/ 2 w 9"/>
                  <a:gd name="T7" fmla="*/ 5 h 7"/>
                  <a:gd name="T8" fmla="*/ 9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8" name="Freeform 6397">
                <a:extLst>
                  <a:ext uri="{FF2B5EF4-FFF2-40B4-BE49-F238E27FC236}">
                    <a16:creationId xmlns:a16="http://schemas.microsoft.com/office/drawing/2014/main" id="{0A7CB745-A52D-47B8-A3FC-47004CAAF1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25"/>
                <a:ext cx="10" cy="6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0 h 6"/>
                  <a:gd name="T4" fmla="*/ 0 w 10"/>
                  <a:gd name="T5" fmla="*/ 4 h 6"/>
                  <a:gd name="T6" fmla="*/ 4 w 10"/>
                  <a:gd name="T7" fmla="*/ 6 h 6"/>
                  <a:gd name="T8" fmla="*/ 10 w 10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9" name="Freeform 6398">
                <a:extLst>
                  <a:ext uri="{FF2B5EF4-FFF2-40B4-BE49-F238E27FC236}">
                    <a16:creationId xmlns:a16="http://schemas.microsoft.com/office/drawing/2014/main" id="{D019D4D3-4B76-4767-ACF1-C4EC6657D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4" y="2612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4 w 10"/>
                  <a:gd name="T3" fmla="*/ 0 h 8"/>
                  <a:gd name="T4" fmla="*/ 0 w 10"/>
                  <a:gd name="T5" fmla="*/ 2 h 8"/>
                  <a:gd name="T6" fmla="*/ 0 w 10"/>
                  <a:gd name="T7" fmla="*/ 4 h 8"/>
                  <a:gd name="T8" fmla="*/ 6 w 10"/>
                  <a:gd name="T9" fmla="*/ 8 h 8"/>
                  <a:gd name="T10" fmla="*/ 6 w 10"/>
                  <a:gd name="T11" fmla="*/ 4 h 8"/>
                  <a:gd name="T12" fmla="*/ 10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0" name="Freeform 6399">
                <a:extLst>
                  <a:ext uri="{FF2B5EF4-FFF2-40B4-BE49-F238E27FC236}">
                    <a16:creationId xmlns:a16="http://schemas.microsoft.com/office/drawing/2014/main" id="{E8C81CF1-9521-45DF-9392-CAD045F27F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63" y="2614"/>
                <a:ext cx="11" cy="4"/>
              </a:xfrm>
              <a:custGeom>
                <a:avLst/>
                <a:gdLst>
                  <a:gd name="T0" fmla="*/ 11 w 11"/>
                  <a:gd name="T1" fmla="*/ 2 h 4"/>
                  <a:gd name="T2" fmla="*/ 4 w 11"/>
                  <a:gd name="T3" fmla="*/ 0 h 4"/>
                  <a:gd name="T4" fmla="*/ 0 w 11"/>
                  <a:gd name="T5" fmla="*/ 4 h 4"/>
                  <a:gd name="T6" fmla="*/ 7 w 11"/>
                  <a:gd name="T7" fmla="*/ 4 h 4"/>
                  <a:gd name="T8" fmla="*/ 11 w 1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11" y="2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7" y="4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1" name="Freeform 6400">
                <a:extLst>
                  <a:ext uri="{FF2B5EF4-FFF2-40B4-BE49-F238E27FC236}">
                    <a16:creationId xmlns:a16="http://schemas.microsoft.com/office/drawing/2014/main" id="{975E6474-ABA8-491D-819E-352A3C9144C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0" y="2609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8 w 28"/>
                  <a:gd name="T3" fmla="*/ 11 h 11"/>
                  <a:gd name="T4" fmla="*/ 10 w 28"/>
                  <a:gd name="T5" fmla="*/ 11 h 11"/>
                  <a:gd name="T6" fmla="*/ 15 w 28"/>
                  <a:gd name="T7" fmla="*/ 11 h 11"/>
                  <a:gd name="T8" fmla="*/ 17 w 28"/>
                  <a:gd name="T9" fmla="*/ 11 h 11"/>
                  <a:gd name="T10" fmla="*/ 23 w 28"/>
                  <a:gd name="T11" fmla="*/ 9 h 11"/>
                  <a:gd name="T12" fmla="*/ 28 w 28"/>
                  <a:gd name="T13" fmla="*/ 3 h 11"/>
                  <a:gd name="T14" fmla="*/ 23 w 28"/>
                  <a:gd name="T15" fmla="*/ 1 h 11"/>
                  <a:gd name="T16" fmla="*/ 23 w 28"/>
                  <a:gd name="T17" fmla="*/ 1 h 11"/>
                  <a:gd name="T18" fmla="*/ 21 w 28"/>
                  <a:gd name="T19" fmla="*/ 0 h 11"/>
                  <a:gd name="T20" fmla="*/ 15 w 28"/>
                  <a:gd name="T21" fmla="*/ 0 h 11"/>
                  <a:gd name="T22" fmla="*/ 4 w 28"/>
                  <a:gd name="T23" fmla="*/ 0 h 11"/>
                  <a:gd name="T24" fmla="*/ 2 w 28"/>
                  <a:gd name="T25" fmla="*/ 1 h 11"/>
                  <a:gd name="T26" fmla="*/ 0 w 28"/>
                  <a:gd name="T27" fmla="*/ 3 h 11"/>
                  <a:gd name="T28" fmla="*/ 0 w 28"/>
                  <a:gd name="T29" fmla="*/ 5 h 11"/>
                  <a:gd name="T30" fmla="*/ 0 w 28"/>
                  <a:gd name="T31" fmla="*/ 7 h 11"/>
                  <a:gd name="T32" fmla="*/ 2 w 28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1">
                    <a:moveTo>
                      <a:pt x="2" y="11"/>
                    </a:moveTo>
                    <a:lnTo>
                      <a:pt x="8" y="11"/>
                    </a:lnTo>
                    <a:lnTo>
                      <a:pt x="10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23" y="9"/>
                    </a:lnTo>
                    <a:lnTo>
                      <a:pt x="28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2" name="Freeform 6401">
                <a:extLst>
                  <a:ext uri="{FF2B5EF4-FFF2-40B4-BE49-F238E27FC236}">
                    <a16:creationId xmlns:a16="http://schemas.microsoft.com/office/drawing/2014/main" id="{7A6E21D2-7ECA-49EB-B096-00DBA3F1BC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2" y="2584"/>
                <a:ext cx="87" cy="41"/>
              </a:xfrm>
              <a:custGeom>
                <a:avLst/>
                <a:gdLst>
                  <a:gd name="T0" fmla="*/ 46 w 47"/>
                  <a:gd name="T1" fmla="*/ 15 h 22"/>
                  <a:gd name="T2" fmla="*/ 47 w 47"/>
                  <a:gd name="T3" fmla="*/ 11 h 22"/>
                  <a:gd name="T4" fmla="*/ 42 w 47"/>
                  <a:gd name="T5" fmla="*/ 9 h 22"/>
                  <a:gd name="T6" fmla="*/ 39 w 47"/>
                  <a:gd name="T7" fmla="*/ 9 h 22"/>
                  <a:gd name="T8" fmla="*/ 40 w 47"/>
                  <a:gd name="T9" fmla="*/ 8 h 22"/>
                  <a:gd name="T10" fmla="*/ 40 w 47"/>
                  <a:gd name="T11" fmla="*/ 6 h 22"/>
                  <a:gd name="T12" fmla="*/ 37 w 47"/>
                  <a:gd name="T13" fmla="*/ 6 h 22"/>
                  <a:gd name="T14" fmla="*/ 34 w 47"/>
                  <a:gd name="T15" fmla="*/ 4 h 22"/>
                  <a:gd name="T16" fmla="*/ 33 w 47"/>
                  <a:gd name="T17" fmla="*/ 3 h 22"/>
                  <a:gd name="T18" fmla="*/ 26 w 47"/>
                  <a:gd name="T19" fmla="*/ 2 h 22"/>
                  <a:gd name="T20" fmla="*/ 22 w 47"/>
                  <a:gd name="T21" fmla="*/ 2 h 22"/>
                  <a:gd name="T22" fmla="*/ 21 w 47"/>
                  <a:gd name="T23" fmla="*/ 3 h 22"/>
                  <a:gd name="T24" fmla="*/ 20 w 47"/>
                  <a:gd name="T25" fmla="*/ 3 h 22"/>
                  <a:gd name="T26" fmla="*/ 17 w 47"/>
                  <a:gd name="T27" fmla="*/ 2 h 22"/>
                  <a:gd name="T28" fmla="*/ 19 w 47"/>
                  <a:gd name="T29" fmla="*/ 2 h 22"/>
                  <a:gd name="T30" fmla="*/ 11 w 47"/>
                  <a:gd name="T31" fmla="*/ 1 h 22"/>
                  <a:gd name="T32" fmla="*/ 13 w 47"/>
                  <a:gd name="T33" fmla="*/ 2 h 22"/>
                  <a:gd name="T34" fmla="*/ 9 w 47"/>
                  <a:gd name="T35" fmla="*/ 2 h 22"/>
                  <a:gd name="T36" fmla="*/ 8 w 47"/>
                  <a:gd name="T37" fmla="*/ 4 h 22"/>
                  <a:gd name="T38" fmla="*/ 13 w 47"/>
                  <a:gd name="T39" fmla="*/ 6 h 22"/>
                  <a:gd name="T40" fmla="*/ 14 w 47"/>
                  <a:gd name="T41" fmla="*/ 8 h 22"/>
                  <a:gd name="T42" fmla="*/ 14 w 47"/>
                  <a:gd name="T43" fmla="*/ 11 h 22"/>
                  <a:gd name="T44" fmla="*/ 17 w 47"/>
                  <a:gd name="T45" fmla="*/ 13 h 22"/>
                  <a:gd name="T46" fmla="*/ 14 w 47"/>
                  <a:gd name="T47" fmla="*/ 13 h 22"/>
                  <a:gd name="T48" fmla="*/ 12 w 47"/>
                  <a:gd name="T49" fmla="*/ 13 h 22"/>
                  <a:gd name="T50" fmla="*/ 9 w 47"/>
                  <a:gd name="T51" fmla="*/ 12 h 22"/>
                  <a:gd name="T52" fmla="*/ 7 w 47"/>
                  <a:gd name="T53" fmla="*/ 12 h 22"/>
                  <a:gd name="T54" fmla="*/ 4 w 47"/>
                  <a:gd name="T55" fmla="*/ 12 h 22"/>
                  <a:gd name="T56" fmla="*/ 1 w 47"/>
                  <a:gd name="T57" fmla="*/ 12 h 22"/>
                  <a:gd name="T58" fmla="*/ 1 w 47"/>
                  <a:gd name="T59" fmla="*/ 15 h 22"/>
                  <a:gd name="T60" fmla="*/ 4 w 47"/>
                  <a:gd name="T61" fmla="*/ 18 h 22"/>
                  <a:gd name="T62" fmla="*/ 6 w 47"/>
                  <a:gd name="T63" fmla="*/ 16 h 22"/>
                  <a:gd name="T64" fmla="*/ 9 w 47"/>
                  <a:gd name="T65" fmla="*/ 16 h 22"/>
                  <a:gd name="T66" fmla="*/ 15 w 47"/>
                  <a:gd name="T67" fmla="*/ 17 h 22"/>
                  <a:gd name="T68" fmla="*/ 17 w 47"/>
                  <a:gd name="T69" fmla="*/ 17 h 22"/>
                  <a:gd name="T70" fmla="*/ 18 w 47"/>
                  <a:gd name="T71" fmla="*/ 17 h 22"/>
                  <a:gd name="T72" fmla="*/ 19 w 47"/>
                  <a:gd name="T73" fmla="*/ 18 h 22"/>
                  <a:gd name="T74" fmla="*/ 20 w 47"/>
                  <a:gd name="T75" fmla="*/ 20 h 22"/>
                  <a:gd name="T76" fmla="*/ 22 w 47"/>
                  <a:gd name="T77" fmla="*/ 22 h 22"/>
                  <a:gd name="T78" fmla="*/ 25 w 47"/>
                  <a:gd name="T79" fmla="*/ 17 h 22"/>
                  <a:gd name="T80" fmla="*/ 25 w 47"/>
                  <a:gd name="T81" fmla="*/ 16 h 22"/>
                  <a:gd name="T82" fmla="*/ 27 w 47"/>
                  <a:gd name="T83" fmla="*/ 16 h 22"/>
                  <a:gd name="T84" fmla="*/ 28 w 47"/>
                  <a:gd name="T85" fmla="*/ 15 h 22"/>
                  <a:gd name="T86" fmla="*/ 30 w 47"/>
                  <a:gd name="T87" fmla="*/ 17 h 22"/>
                  <a:gd name="T88" fmla="*/ 34 w 47"/>
                  <a:gd name="T89" fmla="*/ 15 h 22"/>
                  <a:gd name="T90" fmla="*/ 38 w 47"/>
                  <a:gd name="T91" fmla="*/ 15 h 22"/>
                  <a:gd name="T92" fmla="*/ 41 w 47"/>
                  <a:gd name="T93" fmla="*/ 15 h 22"/>
                  <a:gd name="T94" fmla="*/ 43 w 47"/>
                  <a:gd name="T95" fmla="*/ 15 h 22"/>
                  <a:gd name="T96" fmla="*/ 43 w 47"/>
                  <a:gd name="T97" fmla="*/ 17 h 22"/>
                  <a:gd name="T98" fmla="*/ 47 w 47"/>
                  <a:gd name="T99" fmla="*/ 16 h 22"/>
                  <a:gd name="T100" fmla="*/ 45 w 47"/>
                  <a:gd name="T101" fmla="*/ 16 h 22"/>
                  <a:gd name="T102" fmla="*/ 46 w 47"/>
                  <a:gd name="T10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" h="22">
                    <a:moveTo>
                      <a:pt x="46" y="15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lnTo>
                      <a:pt x="4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3" name="Freeform 6402">
                <a:extLst>
                  <a:ext uri="{FF2B5EF4-FFF2-40B4-BE49-F238E27FC236}">
                    <a16:creationId xmlns:a16="http://schemas.microsoft.com/office/drawing/2014/main" id="{7A875C5F-774D-449C-9EC3-174E6FB53E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2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5 h 9"/>
                  <a:gd name="T4" fmla="*/ 2 w 10"/>
                  <a:gd name="T5" fmla="*/ 9 h 9"/>
                  <a:gd name="T6" fmla="*/ 4 w 10"/>
                  <a:gd name="T7" fmla="*/ 9 h 9"/>
                  <a:gd name="T8" fmla="*/ 10 w 10"/>
                  <a:gd name="T9" fmla="*/ 9 h 9"/>
                  <a:gd name="T10" fmla="*/ 10 w 10"/>
                  <a:gd name="T11" fmla="*/ 7 h 9"/>
                  <a:gd name="T12" fmla="*/ 10 w 10"/>
                  <a:gd name="T13" fmla="*/ 4 h 9"/>
                  <a:gd name="T14" fmla="*/ 8 w 10"/>
                  <a:gd name="T15" fmla="*/ 2 h 9"/>
                  <a:gd name="T16" fmla="*/ 8 w 10"/>
                  <a:gd name="T17" fmla="*/ 0 h 9"/>
                  <a:gd name="T18" fmla="*/ 6 w 10"/>
                  <a:gd name="T19" fmla="*/ 0 h 9"/>
                  <a:gd name="T20" fmla="*/ 2 w 10"/>
                  <a:gd name="T21" fmla="*/ 0 h 9"/>
                  <a:gd name="T22" fmla="*/ 0 w 10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4" name="Freeform 6403">
                <a:extLst>
                  <a:ext uri="{FF2B5EF4-FFF2-40B4-BE49-F238E27FC236}">
                    <a16:creationId xmlns:a16="http://schemas.microsoft.com/office/drawing/2014/main" id="{50DAA33D-3023-4518-891A-52FF05A2D8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3" y="1210"/>
                <a:ext cx="9" cy="10"/>
              </a:xfrm>
              <a:custGeom>
                <a:avLst/>
                <a:gdLst>
                  <a:gd name="T0" fmla="*/ 4 w 9"/>
                  <a:gd name="T1" fmla="*/ 8 h 10"/>
                  <a:gd name="T2" fmla="*/ 6 w 9"/>
                  <a:gd name="T3" fmla="*/ 10 h 10"/>
                  <a:gd name="T4" fmla="*/ 9 w 9"/>
                  <a:gd name="T5" fmla="*/ 10 h 10"/>
                  <a:gd name="T6" fmla="*/ 9 w 9"/>
                  <a:gd name="T7" fmla="*/ 6 h 10"/>
                  <a:gd name="T8" fmla="*/ 7 w 9"/>
                  <a:gd name="T9" fmla="*/ 4 h 10"/>
                  <a:gd name="T10" fmla="*/ 6 w 9"/>
                  <a:gd name="T11" fmla="*/ 4 h 10"/>
                  <a:gd name="T12" fmla="*/ 6 w 9"/>
                  <a:gd name="T13" fmla="*/ 2 h 10"/>
                  <a:gd name="T14" fmla="*/ 4 w 9"/>
                  <a:gd name="T15" fmla="*/ 0 h 10"/>
                  <a:gd name="T16" fmla="*/ 0 w 9"/>
                  <a:gd name="T17" fmla="*/ 2 h 10"/>
                  <a:gd name="T18" fmla="*/ 0 w 9"/>
                  <a:gd name="T19" fmla="*/ 4 h 10"/>
                  <a:gd name="T20" fmla="*/ 2 w 9"/>
                  <a:gd name="T21" fmla="*/ 8 h 10"/>
                  <a:gd name="T22" fmla="*/ 4 w 9"/>
                  <a:gd name="T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4" y="8"/>
                    </a:moveTo>
                    <a:lnTo>
                      <a:pt x="6" y="10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5" name="Freeform 6404">
                <a:extLst>
                  <a:ext uri="{FF2B5EF4-FFF2-40B4-BE49-F238E27FC236}">
                    <a16:creationId xmlns:a16="http://schemas.microsoft.com/office/drawing/2014/main" id="{2E8475E8-B8D3-4517-AAC9-9CF187646D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7" y="1188"/>
                <a:ext cx="8" cy="13"/>
              </a:xfrm>
              <a:custGeom>
                <a:avLst/>
                <a:gdLst>
                  <a:gd name="T0" fmla="*/ 4 w 8"/>
                  <a:gd name="T1" fmla="*/ 7 h 13"/>
                  <a:gd name="T2" fmla="*/ 2 w 8"/>
                  <a:gd name="T3" fmla="*/ 9 h 13"/>
                  <a:gd name="T4" fmla="*/ 2 w 8"/>
                  <a:gd name="T5" fmla="*/ 11 h 13"/>
                  <a:gd name="T6" fmla="*/ 4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8 w 8"/>
                  <a:gd name="T13" fmla="*/ 7 h 13"/>
                  <a:gd name="T14" fmla="*/ 6 w 8"/>
                  <a:gd name="T15" fmla="*/ 7 h 13"/>
                  <a:gd name="T16" fmla="*/ 6 w 8"/>
                  <a:gd name="T17" fmla="*/ 7 h 13"/>
                  <a:gd name="T18" fmla="*/ 6 w 8"/>
                  <a:gd name="T19" fmla="*/ 5 h 13"/>
                  <a:gd name="T20" fmla="*/ 6 w 8"/>
                  <a:gd name="T21" fmla="*/ 4 h 13"/>
                  <a:gd name="T22" fmla="*/ 6 w 8"/>
                  <a:gd name="T23" fmla="*/ 0 h 13"/>
                  <a:gd name="T24" fmla="*/ 2 w 8"/>
                  <a:gd name="T25" fmla="*/ 0 h 13"/>
                  <a:gd name="T26" fmla="*/ 0 w 8"/>
                  <a:gd name="T27" fmla="*/ 4 h 13"/>
                  <a:gd name="T28" fmla="*/ 2 w 8"/>
                  <a:gd name="T29" fmla="*/ 7 h 13"/>
                  <a:gd name="T30" fmla="*/ 4 w 8"/>
                  <a:gd name="T3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4" y="7"/>
                    </a:moveTo>
                    <a:lnTo>
                      <a:pt x="2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6" name="Freeform 6405">
                <a:extLst>
                  <a:ext uri="{FF2B5EF4-FFF2-40B4-BE49-F238E27FC236}">
                    <a16:creationId xmlns:a16="http://schemas.microsoft.com/office/drawing/2014/main" id="{2EE1797B-A29B-455B-80D2-5A9E65B06C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94" y="1283"/>
                <a:ext cx="8" cy="13"/>
              </a:xfrm>
              <a:custGeom>
                <a:avLst/>
                <a:gdLst>
                  <a:gd name="T0" fmla="*/ 0 w 8"/>
                  <a:gd name="T1" fmla="*/ 11 h 13"/>
                  <a:gd name="T2" fmla="*/ 2 w 8"/>
                  <a:gd name="T3" fmla="*/ 13 h 13"/>
                  <a:gd name="T4" fmla="*/ 6 w 8"/>
                  <a:gd name="T5" fmla="*/ 11 h 13"/>
                  <a:gd name="T6" fmla="*/ 6 w 8"/>
                  <a:gd name="T7" fmla="*/ 7 h 13"/>
                  <a:gd name="T8" fmla="*/ 6 w 8"/>
                  <a:gd name="T9" fmla="*/ 6 h 13"/>
                  <a:gd name="T10" fmla="*/ 8 w 8"/>
                  <a:gd name="T11" fmla="*/ 2 h 13"/>
                  <a:gd name="T12" fmla="*/ 4 w 8"/>
                  <a:gd name="T13" fmla="*/ 0 h 13"/>
                  <a:gd name="T14" fmla="*/ 2 w 8"/>
                  <a:gd name="T15" fmla="*/ 2 h 13"/>
                  <a:gd name="T16" fmla="*/ 0 w 8"/>
                  <a:gd name="T17" fmla="*/ 6 h 13"/>
                  <a:gd name="T18" fmla="*/ 0 w 8"/>
                  <a:gd name="T19" fmla="*/ 7 h 13"/>
                  <a:gd name="T20" fmla="*/ 0 w 8"/>
                  <a:gd name="T2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3">
                    <a:moveTo>
                      <a:pt x="0" y="11"/>
                    </a:moveTo>
                    <a:lnTo>
                      <a:pt x="2" y="13"/>
                    </a:lnTo>
                    <a:lnTo>
                      <a:pt x="6" y="11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7" name="Freeform 6406">
                <a:extLst>
                  <a:ext uri="{FF2B5EF4-FFF2-40B4-BE49-F238E27FC236}">
                    <a16:creationId xmlns:a16="http://schemas.microsoft.com/office/drawing/2014/main" id="{AFC217DA-B9C0-4B73-8DE3-552B76AB988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229"/>
                <a:ext cx="9" cy="13"/>
              </a:xfrm>
              <a:custGeom>
                <a:avLst/>
                <a:gdLst>
                  <a:gd name="T0" fmla="*/ 2 w 9"/>
                  <a:gd name="T1" fmla="*/ 9 h 13"/>
                  <a:gd name="T2" fmla="*/ 3 w 9"/>
                  <a:gd name="T3" fmla="*/ 11 h 13"/>
                  <a:gd name="T4" fmla="*/ 5 w 9"/>
                  <a:gd name="T5" fmla="*/ 13 h 13"/>
                  <a:gd name="T6" fmla="*/ 7 w 9"/>
                  <a:gd name="T7" fmla="*/ 11 h 13"/>
                  <a:gd name="T8" fmla="*/ 9 w 9"/>
                  <a:gd name="T9" fmla="*/ 9 h 13"/>
                  <a:gd name="T10" fmla="*/ 7 w 9"/>
                  <a:gd name="T11" fmla="*/ 6 h 13"/>
                  <a:gd name="T12" fmla="*/ 5 w 9"/>
                  <a:gd name="T13" fmla="*/ 2 h 13"/>
                  <a:gd name="T14" fmla="*/ 3 w 9"/>
                  <a:gd name="T15" fmla="*/ 0 h 13"/>
                  <a:gd name="T16" fmla="*/ 0 w 9"/>
                  <a:gd name="T17" fmla="*/ 0 h 13"/>
                  <a:gd name="T18" fmla="*/ 0 w 9"/>
                  <a:gd name="T19" fmla="*/ 4 h 13"/>
                  <a:gd name="T20" fmla="*/ 2 w 9"/>
                  <a:gd name="T21" fmla="*/ 6 h 13"/>
                  <a:gd name="T22" fmla="*/ 2 w 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3">
                    <a:moveTo>
                      <a:pt x="2" y="9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8" name="Freeform 6407">
                <a:extLst>
                  <a:ext uri="{FF2B5EF4-FFF2-40B4-BE49-F238E27FC236}">
                    <a16:creationId xmlns:a16="http://schemas.microsoft.com/office/drawing/2014/main" id="{83B81E2A-2E54-4C73-9836-BA7FCD92AD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28" y="1236"/>
                <a:ext cx="6" cy="8"/>
              </a:xfrm>
              <a:custGeom>
                <a:avLst/>
                <a:gdLst>
                  <a:gd name="T0" fmla="*/ 6 w 6"/>
                  <a:gd name="T1" fmla="*/ 6 h 8"/>
                  <a:gd name="T2" fmla="*/ 4 w 6"/>
                  <a:gd name="T3" fmla="*/ 4 h 8"/>
                  <a:gd name="T4" fmla="*/ 4 w 6"/>
                  <a:gd name="T5" fmla="*/ 2 h 8"/>
                  <a:gd name="T6" fmla="*/ 4 w 6"/>
                  <a:gd name="T7" fmla="*/ 0 h 8"/>
                  <a:gd name="T8" fmla="*/ 0 w 6"/>
                  <a:gd name="T9" fmla="*/ 2 h 8"/>
                  <a:gd name="T10" fmla="*/ 0 w 6"/>
                  <a:gd name="T11" fmla="*/ 4 h 8"/>
                  <a:gd name="T12" fmla="*/ 4 w 6"/>
                  <a:gd name="T13" fmla="*/ 8 h 8"/>
                  <a:gd name="T14" fmla="*/ 6 w 6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6" y="6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9" name="Freeform 6408">
                <a:extLst>
                  <a:ext uri="{FF2B5EF4-FFF2-40B4-BE49-F238E27FC236}">
                    <a16:creationId xmlns:a16="http://schemas.microsoft.com/office/drawing/2014/main" id="{EDE6C348-1DD4-4A7E-BB90-93B121B146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64" y="164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2 w 6"/>
                  <a:gd name="T7" fmla="*/ 0 h 5"/>
                  <a:gd name="T8" fmla="*/ 0 w 6"/>
                  <a:gd name="T9" fmla="*/ 1 h 5"/>
                  <a:gd name="T10" fmla="*/ 2 w 6"/>
                  <a:gd name="T11" fmla="*/ 5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0" name="Freeform 6409">
                <a:extLst>
                  <a:ext uri="{FF2B5EF4-FFF2-40B4-BE49-F238E27FC236}">
                    <a16:creationId xmlns:a16="http://schemas.microsoft.com/office/drawing/2014/main" id="{FC784188-8BD5-4264-8BB6-03B28190B2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50" y="1747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1 w 5"/>
                  <a:gd name="T5" fmla="*/ 0 h 4"/>
                  <a:gd name="T6" fmla="*/ 0 w 5"/>
                  <a:gd name="T7" fmla="*/ 0 h 4"/>
                  <a:gd name="T8" fmla="*/ 1 w 5"/>
                  <a:gd name="T9" fmla="*/ 4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1" name="Freeform 6410">
                <a:extLst>
                  <a:ext uri="{FF2B5EF4-FFF2-40B4-BE49-F238E27FC236}">
                    <a16:creationId xmlns:a16="http://schemas.microsoft.com/office/drawing/2014/main" id="{8A2665B3-FFCC-4EF8-A05C-BC51CDDBFA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25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3 w 5"/>
                  <a:gd name="T3" fmla="*/ 0 h 4"/>
                  <a:gd name="T4" fmla="*/ 0 w 5"/>
                  <a:gd name="T5" fmla="*/ 2 h 4"/>
                  <a:gd name="T6" fmla="*/ 1 w 5"/>
                  <a:gd name="T7" fmla="*/ 4 h 4"/>
                  <a:gd name="T8" fmla="*/ 5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2" name="Freeform 6411">
                <a:extLst>
                  <a:ext uri="{FF2B5EF4-FFF2-40B4-BE49-F238E27FC236}">
                    <a16:creationId xmlns:a16="http://schemas.microsoft.com/office/drawing/2014/main" id="{2C1F5796-DC0A-413F-B265-510C16A733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68" y="1397"/>
                <a:ext cx="14" cy="9"/>
              </a:xfrm>
              <a:custGeom>
                <a:avLst/>
                <a:gdLst>
                  <a:gd name="T0" fmla="*/ 5 w 14"/>
                  <a:gd name="T1" fmla="*/ 0 h 9"/>
                  <a:gd name="T2" fmla="*/ 1 w 14"/>
                  <a:gd name="T3" fmla="*/ 0 h 9"/>
                  <a:gd name="T4" fmla="*/ 0 w 14"/>
                  <a:gd name="T5" fmla="*/ 3 h 9"/>
                  <a:gd name="T6" fmla="*/ 1 w 14"/>
                  <a:gd name="T7" fmla="*/ 7 h 9"/>
                  <a:gd name="T8" fmla="*/ 5 w 14"/>
                  <a:gd name="T9" fmla="*/ 7 h 9"/>
                  <a:gd name="T10" fmla="*/ 9 w 14"/>
                  <a:gd name="T11" fmla="*/ 9 h 9"/>
                  <a:gd name="T12" fmla="*/ 14 w 14"/>
                  <a:gd name="T13" fmla="*/ 5 h 9"/>
                  <a:gd name="T14" fmla="*/ 9 w 14"/>
                  <a:gd name="T15" fmla="*/ 2 h 9"/>
                  <a:gd name="T16" fmla="*/ 5 w 1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9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3" name="Freeform 6412">
                <a:extLst>
                  <a:ext uri="{FF2B5EF4-FFF2-40B4-BE49-F238E27FC236}">
                    <a16:creationId xmlns:a16="http://schemas.microsoft.com/office/drawing/2014/main" id="{9CE806C8-31A3-4AEB-9E53-157A658C92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81" y="1626"/>
                <a:ext cx="8" cy="11"/>
              </a:xfrm>
              <a:custGeom>
                <a:avLst/>
                <a:gdLst>
                  <a:gd name="T0" fmla="*/ 2 w 8"/>
                  <a:gd name="T1" fmla="*/ 4 h 11"/>
                  <a:gd name="T2" fmla="*/ 0 w 8"/>
                  <a:gd name="T3" fmla="*/ 6 h 11"/>
                  <a:gd name="T4" fmla="*/ 0 w 8"/>
                  <a:gd name="T5" fmla="*/ 9 h 11"/>
                  <a:gd name="T6" fmla="*/ 4 w 8"/>
                  <a:gd name="T7" fmla="*/ 11 h 11"/>
                  <a:gd name="T8" fmla="*/ 8 w 8"/>
                  <a:gd name="T9" fmla="*/ 7 h 11"/>
                  <a:gd name="T10" fmla="*/ 8 w 8"/>
                  <a:gd name="T11" fmla="*/ 6 h 11"/>
                  <a:gd name="T12" fmla="*/ 8 w 8"/>
                  <a:gd name="T13" fmla="*/ 0 h 11"/>
                  <a:gd name="T14" fmla="*/ 2 w 8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4" name="Freeform 6413">
                <a:extLst>
                  <a:ext uri="{FF2B5EF4-FFF2-40B4-BE49-F238E27FC236}">
                    <a16:creationId xmlns:a16="http://schemas.microsoft.com/office/drawing/2014/main" id="{DB0997E6-4FF6-40FF-87A6-F5383E8DB2D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875" y="1184"/>
                <a:ext cx="581" cy="733"/>
              </a:xfrm>
              <a:custGeom>
                <a:avLst/>
                <a:gdLst>
                  <a:gd name="T0" fmla="*/ 217 w 312"/>
                  <a:gd name="T1" fmla="*/ 268 h 393"/>
                  <a:gd name="T2" fmla="*/ 238 w 312"/>
                  <a:gd name="T3" fmla="*/ 267 h 393"/>
                  <a:gd name="T4" fmla="*/ 228 w 312"/>
                  <a:gd name="T5" fmla="*/ 235 h 393"/>
                  <a:gd name="T6" fmla="*/ 244 w 312"/>
                  <a:gd name="T7" fmla="*/ 229 h 393"/>
                  <a:gd name="T8" fmla="*/ 253 w 312"/>
                  <a:gd name="T9" fmla="*/ 218 h 393"/>
                  <a:gd name="T10" fmla="*/ 264 w 312"/>
                  <a:gd name="T11" fmla="*/ 200 h 393"/>
                  <a:gd name="T12" fmla="*/ 259 w 312"/>
                  <a:gd name="T13" fmla="*/ 177 h 393"/>
                  <a:gd name="T14" fmla="*/ 265 w 312"/>
                  <a:gd name="T15" fmla="*/ 164 h 393"/>
                  <a:gd name="T16" fmla="*/ 263 w 312"/>
                  <a:gd name="T17" fmla="*/ 152 h 393"/>
                  <a:gd name="T18" fmla="*/ 272 w 312"/>
                  <a:gd name="T19" fmla="*/ 119 h 393"/>
                  <a:gd name="T20" fmla="*/ 286 w 312"/>
                  <a:gd name="T21" fmla="*/ 86 h 393"/>
                  <a:gd name="T22" fmla="*/ 289 w 312"/>
                  <a:gd name="T23" fmla="*/ 60 h 393"/>
                  <a:gd name="T24" fmla="*/ 272 w 312"/>
                  <a:gd name="T25" fmla="*/ 68 h 393"/>
                  <a:gd name="T26" fmla="*/ 267 w 312"/>
                  <a:gd name="T27" fmla="*/ 52 h 393"/>
                  <a:gd name="T28" fmla="*/ 232 w 312"/>
                  <a:gd name="T29" fmla="*/ 48 h 393"/>
                  <a:gd name="T30" fmla="*/ 241 w 312"/>
                  <a:gd name="T31" fmla="*/ 46 h 393"/>
                  <a:gd name="T32" fmla="*/ 267 w 312"/>
                  <a:gd name="T33" fmla="*/ 29 h 393"/>
                  <a:gd name="T34" fmla="*/ 225 w 312"/>
                  <a:gd name="T35" fmla="*/ 19 h 393"/>
                  <a:gd name="T36" fmla="*/ 249 w 312"/>
                  <a:gd name="T37" fmla="*/ 18 h 393"/>
                  <a:gd name="T38" fmla="*/ 212 w 312"/>
                  <a:gd name="T39" fmla="*/ 2 h 393"/>
                  <a:gd name="T40" fmla="*/ 189 w 312"/>
                  <a:gd name="T41" fmla="*/ 9 h 393"/>
                  <a:gd name="T42" fmla="*/ 172 w 312"/>
                  <a:gd name="T43" fmla="*/ 26 h 393"/>
                  <a:gd name="T44" fmla="*/ 162 w 312"/>
                  <a:gd name="T45" fmla="*/ 46 h 393"/>
                  <a:gd name="T46" fmla="*/ 137 w 312"/>
                  <a:gd name="T47" fmla="*/ 41 h 393"/>
                  <a:gd name="T48" fmla="*/ 122 w 312"/>
                  <a:gd name="T49" fmla="*/ 47 h 393"/>
                  <a:gd name="T50" fmla="*/ 98 w 312"/>
                  <a:gd name="T51" fmla="*/ 36 h 393"/>
                  <a:gd name="T52" fmla="*/ 74 w 312"/>
                  <a:gd name="T53" fmla="*/ 45 h 393"/>
                  <a:gd name="T54" fmla="*/ 54 w 312"/>
                  <a:gd name="T55" fmla="*/ 69 h 393"/>
                  <a:gd name="T56" fmla="*/ 17 w 312"/>
                  <a:gd name="T57" fmla="*/ 89 h 393"/>
                  <a:gd name="T58" fmla="*/ 14 w 312"/>
                  <a:gd name="T59" fmla="*/ 117 h 393"/>
                  <a:gd name="T60" fmla="*/ 8 w 312"/>
                  <a:gd name="T61" fmla="*/ 133 h 393"/>
                  <a:gd name="T62" fmla="*/ 25 w 312"/>
                  <a:gd name="T63" fmla="*/ 148 h 393"/>
                  <a:gd name="T64" fmla="*/ 55 w 312"/>
                  <a:gd name="T65" fmla="*/ 167 h 393"/>
                  <a:gd name="T66" fmla="*/ 56 w 312"/>
                  <a:gd name="T67" fmla="*/ 192 h 393"/>
                  <a:gd name="T68" fmla="*/ 60 w 312"/>
                  <a:gd name="T69" fmla="*/ 212 h 393"/>
                  <a:gd name="T70" fmla="*/ 55 w 312"/>
                  <a:gd name="T71" fmla="*/ 223 h 393"/>
                  <a:gd name="T72" fmla="*/ 66 w 312"/>
                  <a:gd name="T73" fmla="*/ 235 h 393"/>
                  <a:gd name="T74" fmla="*/ 56 w 312"/>
                  <a:gd name="T75" fmla="*/ 244 h 393"/>
                  <a:gd name="T76" fmla="*/ 64 w 312"/>
                  <a:gd name="T77" fmla="*/ 260 h 393"/>
                  <a:gd name="T78" fmla="*/ 63 w 312"/>
                  <a:gd name="T79" fmla="*/ 279 h 393"/>
                  <a:gd name="T80" fmla="*/ 53 w 312"/>
                  <a:gd name="T81" fmla="*/ 285 h 393"/>
                  <a:gd name="T82" fmla="*/ 41 w 312"/>
                  <a:gd name="T83" fmla="*/ 313 h 393"/>
                  <a:gd name="T84" fmla="*/ 48 w 312"/>
                  <a:gd name="T85" fmla="*/ 336 h 393"/>
                  <a:gd name="T86" fmla="*/ 54 w 312"/>
                  <a:gd name="T87" fmla="*/ 364 h 393"/>
                  <a:gd name="T88" fmla="*/ 65 w 312"/>
                  <a:gd name="T89" fmla="*/ 380 h 393"/>
                  <a:gd name="T90" fmla="*/ 79 w 312"/>
                  <a:gd name="T91" fmla="*/ 391 h 393"/>
                  <a:gd name="T92" fmla="*/ 97 w 312"/>
                  <a:gd name="T93" fmla="*/ 374 h 393"/>
                  <a:gd name="T94" fmla="*/ 109 w 312"/>
                  <a:gd name="T95" fmla="*/ 354 h 393"/>
                  <a:gd name="T96" fmla="*/ 118 w 312"/>
                  <a:gd name="T97" fmla="*/ 332 h 393"/>
                  <a:gd name="T98" fmla="*/ 136 w 312"/>
                  <a:gd name="T99" fmla="*/ 322 h 393"/>
                  <a:gd name="T100" fmla="*/ 162 w 312"/>
                  <a:gd name="T101" fmla="*/ 311 h 393"/>
                  <a:gd name="T102" fmla="*/ 190 w 312"/>
                  <a:gd name="T103" fmla="*/ 295 h 393"/>
                  <a:gd name="T104" fmla="*/ 236 w 312"/>
                  <a:gd name="T105" fmla="*/ 229 h 393"/>
                  <a:gd name="T106" fmla="*/ 270 w 312"/>
                  <a:gd name="T107" fmla="*/ 99 h 393"/>
                  <a:gd name="T108" fmla="*/ 220 w 312"/>
                  <a:gd name="T109" fmla="*/ 256 h 393"/>
                  <a:gd name="T110" fmla="*/ 214 w 312"/>
                  <a:gd name="T111" fmla="*/ 258 h 393"/>
                  <a:gd name="T112" fmla="*/ 56 w 312"/>
                  <a:gd name="T113" fmla="*/ 221 h 393"/>
                  <a:gd name="T114" fmla="*/ 44 w 312"/>
                  <a:gd name="T115" fmla="*/ 319 h 393"/>
                  <a:gd name="T116" fmla="*/ 52 w 312"/>
                  <a:gd name="T117" fmla="*/ 298 h 393"/>
                  <a:gd name="T118" fmla="*/ 75 w 312"/>
                  <a:gd name="T119" fmla="*/ 376 h 393"/>
                  <a:gd name="T120" fmla="*/ 182 w 312"/>
                  <a:gd name="T121" fmla="*/ 23 h 393"/>
                  <a:gd name="T122" fmla="*/ 204 w 312"/>
                  <a:gd name="T123" fmla="*/ 262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2" h="393">
                    <a:moveTo>
                      <a:pt x="216" y="286"/>
                    </a:move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7" y="286"/>
                      <a:pt x="217" y="286"/>
                      <a:pt x="217" y="286"/>
                    </a:cubicBezTo>
                    <a:cubicBezTo>
                      <a:pt x="218" y="286"/>
                      <a:pt x="218" y="286"/>
                      <a:pt x="218" y="286"/>
                    </a:cubicBezTo>
                    <a:cubicBezTo>
                      <a:pt x="220" y="285"/>
                      <a:pt x="220" y="285"/>
                      <a:pt x="220" y="285"/>
                    </a:cubicBezTo>
                    <a:cubicBezTo>
                      <a:pt x="220" y="284"/>
                      <a:pt x="220" y="284"/>
                      <a:pt x="220" y="284"/>
                    </a:cubicBezTo>
                    <a:cubicBezTo>
                      <a:pt x="221" y="284"/>
                      <a:pt x="221" y="284"/>
                      <a:pt x="221" y="284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3" y="282"/>
                      <a:pt x="223" y="282"/>
                      <a:pt x="223" y="282"/>
                    </a:cubicBezTo>
                    <a:cubicBezTo>
                      <a:pt x="224" y="281"/>
                      <a:pt x="224" y="281"/>
                      <a:pt x="224" y="281"/>
                    </a:cubicBezTo>
                    <a:cubicBezTo>
                      <a:pt x="225" y="281"/>
                      <a:pt x="225" y="281"/>
                      <a:pt x="225" y="281"/>
                    </a:cubicBezTo>
                    <a:cubicBezTo>
                      <a:pt x="226" y="281"/>
                      <a:pt x="226" y="281"/>
                      <a:pt x="226" y="281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8" y="280"/>
                      <a:pt x="228" y="280"/>
                      <a:pt x="228" y="280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30" y="279"/>
                      <a:pt x="230" y="279"/>
                      <a:pt x="230" y="279"/>
                    </a:cubicBezTo>
                    <a:cubicBezTo>
                      <a:pt x="232" y="278"/>
                      <a:pt x="232" y="278"/>
                      <a:pt x="232" y="278"/>
                    </a:cubicBez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7"/>
                      <a:pt x="231" y="277"/>
                      <a:pt x="231" y="277"/>
                    </a:cubicBezTo>
                    <a:cubicBezTo>
                      <a:pt x="233" y="277"/>
                      <a:pt x="233" y="277"/>
                      <a:pt x="233" y="277"/>
                    </a:cubicBezTo>
                    <a:cubicBezTo>
                      <a:pt x="234" y="276"/>
                      <a:pt x="234" y="276"/>
                      <a:pt x="234" y="276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4" y="274"/>
                      <a:pt x="234" y="274"/>
                      <a:pt x="234" y="274"/>
                    </a:cubicBezTo>
                    <a:cubicBezTo>
                      <a:pt x="235" y="274"/>
                      <a:pt x="235" y="274"/>
                      <a:pt x="235" y="274"/>
                    </a:cubicBezTo>
                    <a:cubicBezTo>
                      <a:pt x="237" y="273"/>
                      <a:pt x="237" y="273"/>
                      <a:pt x="237" y="273"/>
                    </a:cubicBezTo>
                    <a:cubicBezTo>
                      <a:pt x="238" y="271"/>
                      <a:pt x="238" y="271"/>
                      <a:pt x="238" y="271"/>
                    </a:cubicBezTo>
                    <a:cubicBezTo>
                      <a:pt x="238" y="270"/>
                      <a:pt x="238" y="270"/>
                      <a:pt x="238" y="270"/>
                    </a:cubicBezTo>
                    <a:cubicBezTo>
                      <a:pt x="235" y="271"/>
                      <a:pt x="235" y="271"/>
                      <a:pt x="235" y="271"/>
                    </a:cubicBezTo>
                    <a:cubicBezTo>
                      <a:pt x="234" y="271"/>
                      <a:pt x="234" y="271"/>
                      <a:pt x="234" y="271"/>
                    </a:cubicBezTo>
                    <a:cubicBezTo>
                      <a:pt x="234" y="270"/>
                      <a:pt x="234" y="270"/>
                      <a:pt x="234" y="270"/>
                    </a:cubicBezTo>
                    <a:cubicBezTo>
                      <a:pt x="231" y="270"/>
                      <a:pt x="231" y="270"/>
                      <a:pt x="231" y="270"/>
                    </a:cubicBezTo>
                    <a:cubicBezTo>
                      <a:pt x="230" y="270"/>
                      <a:pt x="230" y="270"/>
                      <a:pt x="230" y="270"/>
                    </a:cubicBezTo>
                    <a:cubicBezTo>
                      <a:pt x="229" y="270"/>
                      <a:pt x="229" y="270"/>
                      <a:pt x="229" y="270"/>
                    </a:cubicBezTo>
                    <a:cubicBezTo>
                      <a:pt x="227" y="269"/>
                      <a:pt x="227" y="269"/>
                      <a:pt x="227" y="269"/>
                    </a:cubicBezTo>
                    <a:cubicBezTo>
                      <a:pt x="225" y="269"/>
                      <a:pt x="225" y="269"/>
                      <a:pt x="225" y="269"/>
                    </a:cubicBezTo>
                    <a:cubicBezTo>
                      <a:pt x="223" y="268"/>
                      <a:pt x="223" y="268"/>
                      <a:pt x="223" y="268"/>
                    </a:cubicBezTo>
                    <a:cubicBezTo>
                      <a:pt x="222" y="267"/>
                      <a:pt x="222" y="267"/>
                      <a:pt x="222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6"/>
                      <a:pt x="221" y="266"/>
                      <a:pt x="221" y="266"/>
                    </a:cubicBezTo>
                    <a:cubicBezTo>
                      <a:pt x="219" y="267"/>
                      <a:pt x="219" y="267"/>
                      <a:pt x="219" y="267"/>
                    </a:cubicBezTo>
                    <a:cubicBezTo>
                      <a:pt x="217" y="268"/>
                      <a:pt x="217" y="268"/>
                      <a:pt x="217" y="268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5" y="269"/>
                      <a:pt x="215" y="269"/>
                      <a:pt x="215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4" y="266"/>
                      <a:pt x="214" y="266"/>
                      <a:pt x="214" y="266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6" y="266"/>
                      <a:pt x="216" y="266"/>
                      <a:pt x="216" y="266"/>
                    </a:cubicBezTo>
                    <a:cubicBezTo>
                      <a:pt x="216" y="265"/>
                      <a:pt x="216" y="265"/>
                      <a:pt x="216" y="265"/>
                    </a:cubicBezTo>
                    <a:cubicBezTo>
                      <a:pt x="217" y="265"/>
                      <a:pt x="217" y="265"/>
                      <a:pt x="217" y="265"/>
                    </a:cubicBezTo>
                    <a:cubicBezTo>
                      <a:pt x="219" y="265"/>
                      <a:pt x="219" y="265"/>
                      <a:pt x="219" y="265"/>
                    </a:cubicBezTo>
                    <a:cubicBezTo>
                      <a:pt x="220" y="265"/>
                      <a:pt x="220" y="265"/>
                      <a:pt x="220" y="265"/>
                    </a:cubicBezTo>
                    <a:cubicBezTo>
                      <a:pt x="222" y="263"/>
                      <a:pt x="222" y="263"/>
                      <a:pt x="222" y="263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2" y="256"/>
                      <a:pt x="222" y="256"/>
                      <a:pt x="222" y="256"/>
                    </a:cubicBez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1" y="252"/>
                      <a:pt x="221" y="252"/>
                      <a:pt x="221" y="252"/>
                    </a:cubicBezTo>
                    <a:cubicBezTo>
                      <a:pt x="220" y="252"/>
                      <a:pt x="220" y="252"/>
                      <a:pt x="220" y="252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3" y="254"/>
                      <a:pt x="223" y="254"/>
                      <a:pt x="223" y="254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4" y="255"/>
                      <a:pt x="224" y="255"/>
                      <a:pt x="224" y="255"/>
                    </a:cubicBezTo>
                    <a:cubicBezTo>
                      <a:pt x="224" y="257"/>
                      <a:pt x="224" y="257"/>
                      <a:pt x="224" y="257"/>
                    </a:cubicBezTo>
                    <a:cubicBezTo>
                      <a:pt x="225" y="258"/>
                      <a:pt x="225" y="258"/>
                      <a:pt x="225" y="258"/>
                    </a:cubicBezTo>
                    <a:cubicBezTo>
                      <a:pt x="226" y="259"/>
                      <a:pt x="226" y="259"/>
                      <a:pt x="226" y="259"/>
                    </a:cubicBezTo>
                    <a:cubicBezTo>
                      <a:pt x="226" y="261"/>
                      <a:pt x="226" y="261"/>
                      <a:pt x="226" y="261"/>
                    </a:cubicBezTo>
                    <a:cubicBezTo>
                      <a:pt x="228" y="263"/>
                      <a:pt x="228" y="263"/>
                      <a:pt x="228" y="263"/>
                    </a:cubicBezTo>
                    <a:cubicBezTo>
                      <a:pt x="229" y="265"/>
                      <a:pt x="229" y="265"/>
                      <a:pt x="229" y="265"/>
                    </a:cubicBezTo>
                    <a:cubicBezTo>
                      <a:pt x="231" y="267"/>
                      <a:pt x="231" y="267"/>
                      <a:pt x="231" y="267"/>
                    </a:cubicBezTo>
                    <a:cubicBezTo>
                      <a:pt x="232" y="268"/>
                      <a:pt x="232" y="268"/>
                      <a:pt x="232" y="268"/>
                    </a:cubicBezTo>
                    <a:cubicBezTo>
                      <a:pt x="233" y="267"/>
                      <a:pt x="233" y="267"/>
                      <a:pt x="233" y="267"/>
                    </a:cubicBezTo>
                    <a:cubicBezTo>
                      <a:pt x="234" y="267"/>
                      <a:pt x="234" y="267"/>
                      <a:pt x="234" y="267"/>
                    </a:cubicBezTo>
                    <a:cubicBezTo>
                      <a:pt x="235" y="267"/>
                      <a:pt x="235" y="267"/>
                      <a:pt x="235" y="267"/>
                    </a:cubicBezTo>
                    <a:cubicBezTo>
                      <a:pt x="236" y="267"/>
                      <a:pt x="236" y="267"/>
                      <a:pt x="236" y="267"/>
                    </a:cubicBezTo>
                    <a:cubicBezTo>
                      <a:pt x="236" y="266"/>
                      <a:pt x="236" y="266"/>
                      <a:pt x="236" y="266"/>
                    </a:cubicBezTo>
                    <a:cubicBezTo>
                      <a:pt x="237" y="267"/>
                      <a:pt x="237" y="267"/>
                      <a:pt x="237" y="267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9" y="266"/>
                      <a:pt x="239" y="266"/>
                      <a:pt x="239" y="266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38" y="267"/>
                      <a:pt x="238" y="267"/>
                      <a:pt x="238" y="267"/>
                    </a:cubicBezTo>
                    <a:cubicBezTo>
                      <a:pt x="239" y="268"/>
                      <a:pt x="239" y="268"/>
                      <a:pt x="239" y="268"/>
                    </a:cubicBezTo>
                    <a:cubicBezTo>
                      <a:pt x="240" y="268"/>
                      <a:pt x="240" y="268"/>
                      <a:pt x="240" y="268"/>
                    </a:cubicBezTo>
                    <a:cubicBezTo>
                      <a:pt x="241" y="268"/>
                      <a:pt x="241" y="268"/>
                      <a:pt x="241" y="268"/>
                    </a:cubicBezTo>
                    <a:cubicBezTo>
                      <a:pt x="242" y="267"/>
                      <a:pt x="242" y="267"/>
                      <a:pt x="242" y="267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2" y="265"/>
                      <a:pt x="242" y="265"/>
                      <a:pt x="242" y="265"/>
                    </a:cubicBezTo>
                    <a:cubicBezTo>
                      <a:pt x="242" y="263"/>
                      <a:pt x="242" y="263"/>
                      <a:pt x="242" y="263"/>
                    </a:cubicBezTo>
                    <a:cubicBezTo>
                      <a:pt x="242" y="262"/>
                      <a:pt x="242" y="262"/>
                      <a:pt x="242" y="262"/>
                    </a:cubicBezTo>
                    <a:cubicBezTo>
                      <a:pt x="242" y="261"/>
                      <a:pt x="242" y="261"/>
                      <a:pt x="242" y="261"/>
                    </a:cubicBezTo>
                    <a:cubicBezTo>
                      <a:pt x="243" y="260"/>
                      <a:pt x="243" y="260"/>
                      <a:pt x="243" y="260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8"/>
                      <a:pt x="242" y="258"/>
                      <a:pt x="242" y="258"/>
                    </a:cubicBezTo>
                    <a:cubicBezTo>
                      <a:pt x="242" y="257"/>
                      <a:pt x="242" y="257"/>
                      <a:pt x="242" y="257"/>
                    </a:cubicBezTo>
                    <a:cubicBezTo>
                      <a:pt x="243" y="256"/>
                      <a:pt x="243" y="256"/>
                      <a:pt x="243" y="256"/>
                    </a:cubicBezTo>
                    <a:cubicBezTo>
                      <a:pt x="243" y="254"/>
                      <a:pt x="243" y="254"/>
                      <a:pt x="243" y="254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3" y="250"/>
                      <a:pt x="243" y="250"/>
                      <a:pt x="243" y="250"/>
                    </a:cubicBezTo>
                    <a:cubicBezTo>
                      <a:pt x="241" y="250"/>
                      <a:pt x="241" y="250"/>
                      <a:pt x="241" y="250"/>
                    </a:cubicBezTo>
                    <a:cubicBezTo>
                      <a:pt x="240" y="251"/>
                      <a:pt x="240" y="251"/>
                      <a:pt x="240" y="251"/>
                    </a:cubicBezTo>
                    <a:cubicBezTo>
                      <a:pt x="239" y="252"/>
                      <a:pt x="239" y="252"/>
                      <a:pt x="239" y="252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0"/>
                      <a:pt x="239" y="250"/>
                      <a:pt x="239" y="250"/>
                    </a:cubicBezTo>
                    <a:cubicBezTo>
                      <a:pt x="240" y="250"/>
                      <a:pt x="240" y="250"/>
                      <a:pt x="240" y="250"/>
                    </a:cubicBezTo>
                    <a:cubicBezTo>
                      <a:pt x="241" y="249"/>
                      <a:pt x="241" y="249"/>
                      <a:pt x="241" y="249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1" y="246"/>
                      <a:pt x="241" y="246"/>
                      <a:pt x="241" y="246"/>
                    </a:cubicBezTo>
                    <a:cubicBezTo>
                      <a:pt x="240" y="246"/>
                      <a:pt x="240" y="246"/>
                      <a:pt x="240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8" y="246"/>
                      <a:pt x="238" y="246"/>
                      <a:pt x="238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8" y="243"/>
                      <a:pt x="238" y="243"/>
                      <a:pt x="238" y="243"/>
                    </a:cubicBezTo>
                    <a:cubicBezTo>
                      <a:pt x="238" y="242"/>
                      <a:pt x="238" y="242"/>
                      <a:pt x="238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6" y="241"/>
                      <a:pt x="236" y="241"/>
                      <a:pt x="236" y="241"/>
                    </a:cubicBezTo>
                    <a:cubicBezTo>
                      <a:pt x="235" y="240"/>
                      <a:pt x="235" y="240"/>
                      <a:pt x="235" y="240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2" y="238"/>
                      <a:pt x="232" y="238"/>
                      <a:pt x="232" y="238"/>
                    </a:cubicBezTo>
                    <a:cubicBezTo>
                      <a:pt x="230" y="236"/>
                      <a:pt x="230" y="236"/>
                      <a:pt x="230" y="236"/>
                    </a:cubicBezTo>
                    <a:cubicBezTo>
                      <a:pt x="229" y="236"/>
                      <a:pt x="229" y="236"/>
                      <a:pt x="229" y="236"/>
                    </a:cubicBezTo>
                    <a:cubicBezTo>
                      <a:pt x="228" y="235"/>
                      <a:pt x="228" y="235"/>
                      <a:pt x="228" y="235"/>
                    </a:cubicBezTo>
                    <a:cubicBezTo>
                      <a:pt x="227" y="235"/>
                      <a:pt x="227" y="235"/>
                      <a:pt x="227" y="235"/>
                    </a:cubicBezTo>
                    <a:cubicBezTo>
                      <a:pt x="228" y="234"/>
                      <a:pt x="228" y="234"/>
                      <a:pt x="228" y="234"/>
                    </a:cubicBezTo>
                    <a:cubicBezTo>
                      <a:pt x="228" y="231"/>
                      <a:pt x="228" y="231"/>
                      <a:pt x="228" y="231"/>
                    </a:cubicBezTo>
                    <a:cubicBezTo>
                      <a:pt x="228" y="230"/>
                      <a:pt x="228" y="230"/>
                      <a:pt x="228" y="230"/>
                    </a:cubicBezTo>
                    <a:cubicBezTo>
                      <a:pt x="227" y="230"/>
                      <a:pt x="227" y="230"/>
                      <a:pt x="227" y="230"/>
                    </a:cubicBezTo>
                    <a:cubicBezTo>
                      <a:pt x="228" y="229"/>
                      <a:pt x="228" y="229"/>
                      <a:pt x="228" y="229"/>
                    </a:cubicBezTo>
                    <a:cubicBezTo>
                      <a:pt x="228" y="228"/>
                      <a:pt x="228" y="228"/>
                      <a:pt x="228" y="228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7"/>
                      <a:pt x="229" y="227"/>
                    </a:cubicBezTo>
                    <a:cubicBezTo>
                      <a:pt x="229" y="227"/>
                      <a:pt x="229" y="227"/>
                      <a:pt x="229" y="227"/>
                    </a:cubicBezTo>
                    <a:cubicBezTo>
                      <a:pt x="230" y="228"/>
                      <a:pt x="230" y="228"/>
                      <a:pt x="230" y="228"/>
                    </a:cubicBezTo>
                    <a:cubicBezTo>
                      <a:pt x="229" y="228"/>
                      <a:pt x="229" y="228"/>
                      <a:pt x="229" y="228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1"/>
                      <a:pt x="229" y="231"/>
                      <a:pt x="229" y="231"/>
                    </a:cubicBezTo>
                    <a:cubicBezTo>
                      <a:pt x="230" y="233"/>
                      <a:pt x="230" y="233"/>
                      <a:pt x="230" y="233"/>
                    </a:cubicBezTo>
                    <a:cubicBezTo>
                      <a:pt x="231" y="235"/>
                      <a:pt x="231" y="235"/>
                      <a:pt x="231" y="235"/>
                    </a:cubicBezTo>
                    <a:cubicBezTo>
                      <a:pt x="233" y="235"/>
                      <a:pt x="233" y="235"/>
                      <a:pt x="233" y="235"/>
                    </a:cubicBezTo>
                    <a:cubicBezTo>
                      <a:pt x="235" y="237"/>
                      <a:pt x="235" y="237"/>
                      <a:pt x="235" y="237"/>
                    </a:cubicBezTo>
                    <a:cubicBezTo>
                      <a:pt x="236" y="238"/>
                      <a:pt x="236" y="238"/>
                      <a:pt x="236" y="238"/>
                    </a:cubicBezTo>
                    <a:cubicBezTo>
                      <a:pt x="237" y="239"/>
                      <a:pt x="237" y="239"/>
                      <a:pt x="237" y="239"/>
                    </a:cubicBezTo>
                    <a:cubicBezTo>
                      <a:pt x="238" y="239"/>
                      <a:pt x="238" y="239"/>
                      <a:pt x="238" y="239"/>
                    </a:cubicBezTo>
                    <a:cubicBezTo>
                      <a:pt x="238" y="240"/>
                      <a:pt x="238" y="240"/>
                      <a:pt x="238" y="240"/>
                    </a:cubicBezTo>
                    <a:cubicBezTo>
                      <a:pt x="241" y="241"/>
                      <a:pt x="241" y="241"/>
                      <a:pt x="241" y="241"/>
                    </a:cubicBezTo>
                    <a:cubicBezTo>
                      <a:pt x="241" y="240"/>
                      <a:pt x="241" y="240"/>
                      <a:pt x="241" y="240"/>
                    </a:cubicBezTo>
                    <a:cubicBezTo>
                      <a:pt x="241" y="239"/>
                      <a:pt x="241" y="239"/>
                      <a:pt x="241" y="239"/>
                    </a:cubicBezTo>
                    <a:cubicBezTo>
                      <a:pt x="242" y="238"/>
                      <a:pt x="242" y="238"/>
                      <a:pt x="242" y="238"/>
                    </a:cubicBezTo>
                    <a:cubicBezTo>
                      <a:pt x="241" y="236"/>
                      <a:pt x="241" y="236"/>
                      <a:pt x="241" y="236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8" y="235"/>
                      <a:pt x="238" y="235"/>
                      <a:pt x="238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40" y="236"/>
                      <a:pt x="240" y="236"/>
                      <a:pt x="240" y="236"/>
                    </a:cubicBezTo>
                    <a:cubicBezTo>
                      <a:pt x="242" y="236"/>
                      <a:pt x="242" y="236"/>
                      <a:pt x="242" y="236"/>
                    </a:cubicBezTo>
                    <a:cubicBezTo>
                      <a:pt x="243" y="236"/>
                      <a:pt x="243" y="236"/>
                      <a:pt x="243" y="236"/>
                    </a:cubicBezTo>
                    <a:cubicBezTo>
                      <a:pt x="244" y="235"/>
                      <a:pt x="244" y="235"/>
                      <a:pt x="244" y="235"/>
                    </a:cubicBezTo>
                    <a:cubicBezTo>
                      <a:pt x="243" y="233"/>
                      <a:pt x="243" y="233"/>
                      <a:pt x="243" y="233"/>
                    </a:cubicBezTo>
                    <a:cubicBezTo>
                      <a:pt x="239" y="232"/>
                      <a:pt x="239" y="232"/>
                      <a:pt x="239" y="232"/>
                    </a:cubicBezTo>
                    <a:cubicBezTo>
                      <a:pt x="238" y="230"/>
                      <a:pt x="238" y="230"/>
                      <a:pt x="238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1"/>
                      <a:pt x="239" y="231"/>
                      <a:pt x="239" y="231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32"/>
                      <a:pt x="242" y="232"/>
                      <a:pt x="242" y="232"/>
                    </a:cubicBezTo>
                    <a:cubicBezTo>
                      <a:pt x="243" y="232"/>
                      <a:pt x="243" y="232"/>
                      <a:pt x="243" y="232"/>
                    </a:cubicBezTo>
                    <a:cubicBezTo>
                      <a:pt x="244" y="231"/>
                      <a:pt x="244" y="231"/>
                      <a:pt x="244" y="231"/>
                    </a:cubicBezTo>
                    <a:cubicBezTo>
                      <a:pt x="244" y="230"/>
                      <a:pt x="244" y="230"/>
                      <a:pt x="244" y="230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5" y="228"/>
                      <a:pt x="245" y="228"/>
                      <a:pt x="245" y="228"/>
                    </a:cubicBezTo>
                    <a:cubicBezTo>
                      <a:pt x="243" y="227"/>
                      <a:pt x="243" y="227"/>
                      <a:pt x="243" y="227"/>
                    </a:cubicBezTo>
                    <a:cubicBezTo>
                      <a:pt x="241" y="226"/>
                      <a:pt x="241" y="226"/>
                      <a:pt x="241" y="226"/>
                    </a:cubicBezTo>
                    <a:cubicBezTo>
                      <a:pt x="240" y="225"/>
                      <a:pt x="240" y="225"/>
                      <a:pt x="240" y="225"/>
                    </a:cubicBezTo>
                    <a:cubicBezTo>
                      <a:pt x="240" y="224"/>
                      <a:pt x="240" y="224"/>
                      <a:pt x="240" y="224"/>
                    </a:cubicBezTo>
                    <a:cubicBezTo>
                      <a:pt x="238" y="223"/>
                      <a:pt x="238" y="223"/>
                      <a:pt x="238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6" y="222"/>
                      <a:pt x="236" y="222"/>
                      <a:pt x="236" y="222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28" y="219"/>
                      <a:pt x="228" y="219"/>
                      <a:pt x="228" y="219"/>
                    </a:cubicBezTo>
                    <a:cubicBezTo>
                      <a:pt x="228" y="218"/>
                      <a:pt x="228" y="218"/>
                      <a:pt x="228" y="218"/>
                    </a:cubicBezTo>
                    <a:cubicBezTo>
                      <a:pt x="229" y="218"/>
                      <a:pt x="229" y="218"/>
                      <a:pt x="229" y="218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30" y="218"/>
                      <a:pt x="230" y="218"/>
                      <a:pt x="230" y="218"/>
                    </a:cubicBezTo>
                    <a:cubicBezTo>
                      <a:pt x="231" y="219"/>
                      <a:pt x="231" y="219"/>
                      <a:pt x="231" y="219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3" y="217"/>
                      <a:pt x="233" y="217"/>
                      <a:pt x="233" y="217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7" y="222"/>
                      <a:pt x="237" y="222"/>
                      <a:pt x="237" y="222"/>
                    </a:cubicBezTo>
                    <a:cubicBezTo>
                      <a:pt x="239" y="223"/>
                      <a:pt x="239" y="223"/>
                      <a:pt x="239" y="223"/>
                    </a:cubicBezTo>
                    <a:cubicBezTo>
                      <a:pt x="241" y="224"/>
                      <a:pt x="241" y="224"/>
                      <a:pt x="241" y="224"/>
                    </a:cubicBezTo>
                    <a:cubicBezTo>
                      <a:pt x="242" y="224"/>
                      <a:pt x="242" y="224"/>
                      <a:pt x="242" y="224"/>
                    </a:cubicBezTo>
                    <a:cubicBezTo>
                      <a:pt x="243" y="224"/>
                      <a:pt x="243" y="224"/>
                      <a:pt x="243" y="224"/>
                    </a:cubicBezTo>
                    <a:cubicBezTo>
                      <a:pt x="243" y="223"/>
                      <a:pt x="243" y="223"/>
                      <a:pt x="243" y="223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5" y="222"/>
                      <a:pt x="245" y="222"/>
                      <a:pt x="245" y="222"/>
                    </a:cubicBezTo>
                    <a:cubicBezTo>
                      <a:pt x="246" y="221"/>
                      <a:pt x="246" y="221"/>
                      <a:pt x="246" y="221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49" y="221"/>
                      <a:pt x="249" y="221"/>
                      <a:pt x="249" y="221"/>
                    </a:cubicBezTo>
                    <a:cubicBezTo>
                      <a:pt x="251" y="220"/>
                      <a:pt x="251" y="220"/>
                      <a:pt x="251" y="220"/>
                    </a:cubicBezTo>
                    <a:cubicBezTo>
                      <a:pt x="252" y="220"/>
                      <a:pt x="252" y="220"/>
                      <a:pt x="252" y="220"/>
                    </a:cubicBezTo>
                    <a:cubicBezTo>
                      <a:pt x="253" y="220"/>
                      <a:pt x="253" y="220"/>
                      <a:pt x="253" y="220"/>
                    </a:cubicBezTo>
                    <a:cubicBezTo>
                      <a:pt x="253" y="218"/>
                      <a:pt x="253" y="218"/>
                      <a:pt x="253" y="218"/>
                    </a:cubicBezTo>
                    <a:cubicBezTo>
                      <a:pt x="253" y="216"/>
                      <a:pt x="253" y="216"/>
                      <a:pt x="253" y="216"/>
                    </a:cubicBezTo>
                    <a:cubicBezTo>
                      <a:pt x="255" y="214"/>
                      <a:pt x="255" y="214"/>
                      <a:pt x="255" y="214"/>
                    </a:cubicBezTo>
                    <a:cubicBezTo>
                      <a:pt x="255" y="213"/>
                      <a:pt x="255" y="213"/>
                      <a:pt x="255" y="213"/>
                    </a:cubicBezTo>
                    <a:cubicBezTo>
                      <a:pt x="254" y="212"/>
                      <a:pt x="254" y="212"/>
                      <a:pt x="254" y="212"/>
                    </a:cubicBezTo>
                    <a:cubicBezTo>
                      <a:pt x="253" y="211"/>
                      <a:pt x="253" y="211"/>
                      <a:pt x="253" y="211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49" y="212"/>
                      <a:pt x="249" y="212"/>
                      <a:pt x="249" y="212"/>
                    </a:cubicBezTo>
                    <a:cubicBezTo>
                      <a:pt x="249" y="211"/>
                      <a:pt x="249" y="211"/>
                      <a:pt x="249" y="211"/>
                    </a:cubicBezTo>
                    <a:cubicBezTo>
                      <a:pt x="248" y="210"/>
                      <a:pt x="248" y="210"/>
                      <a:pt x="248" y="210"/>
                    </a:cubicBezTo>
                    <a:cubicBezTo>
                      <a:pt x="247" y="209"/>
                      <a:pt x="247" y="209"/>
                      <a:pt x="247" y="209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5" y="210"/>
                      <a:pt x="245" y="210"/>
                      <a:pt x="245" y="210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09"/>
                      <a:pt x="245" y="209"/>
                      <a:pt x="245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8"/>
                      <a:pt x="244" y="208"/>
                      <a:pt x="244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5" y="205"/>
                      <a:pt x="245" y="205"/>
                      <a:pt x="245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7" y="205"/>
                      <a:pt x="247" y="205"/>
                      <a:pt x="247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7" y="208"/>
                      <a:pt x="247" y="208"/>
                      <a:pt x="247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50" y="210"/>
                      <a:pt x="250" y="210"/>
                      <a:pt x="250" y="210"/>
                    </a:cubicBezTo>
                    <a:cubicBezTo>
                      <a:pt x="251" y="210"/>
                      <a:pt x="251" y="210"/>
                      <a:pt x="251" y="210"/>
                    </a:cubicBezTo>
                    <a:cubicBezTo>
                      <a:pt x="253" y="210"/>
                      <a:pt x="253" y="210"/>
                      <a:pt x="253" y="210"/>
                    </a:cubicBezTo>
                    <a:cubicBezTo>
                      <a:pt x="255" y="209"/>
                      <a:pt x="255" y="209"/>
                      <a:pt x="255" y="209"/>
                    </a:cubicBezTo>
                    <a:cubicBezTo>
                      <a:pt x="255" y="208"/>
                      <a:pt x="255" y="208"/>
                      <a:pt x="255" y="208"/>
                    </a:cubicBezTo>
                    <a:cubicBezTo>
                      <a:pt x="255" y="207"/>
                      <a:pt x="255" y="207"/>
                      <a:pt x="255" y="207"/>
                    </a:cubicBezTo>
                    <a:cubicBezTo>
                      <a:pt x="255" y="206"/>
                      <a:pt x="255" y="206"/>
                      <a:pt x="255" y="206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7" y="208"/>
                      <a:pt x="257" y="208"/>
                      <a:pt x="257" y="208"/>
                    </a:cubicBezTo>
                    <a:cubicBezTo>
                      <a:pt x="258" y="208"/>
                      <a:pt x="258" y="208"/>
                      <a:pt x="258" y="208"/>
                    </a:cubicBezTo>
                    <a:cubicBezTo>
                      <a:pt x="260" y="207"/>
                      <a:pt x="260" y="207"/>
                      <a:pt x="260" y="207"/>
                    </a:cubicBezTo>
                    <a:cubicBezTo>
                      <a:pt x="261" y="205"/>
                      <a:pt x="261" y="205"/>
                      <a:pt x="261" y="205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61" y="203"/>
                      <a:pt x="261" y="203"/>
                      <a:pt x="261" y="203"/>
                    </a:cubicBezTo>
                    <a:cubicBezTo>
                      <a:pt x="263" y="203"/>
                      <a:pt x="263" y="203"/>
                      <a:pt x="263" y="203"/>
                    </a:cubicBezTo>
                    <a:cubicBezTo>
                      <a:pt x="264" y="202"/>
                      <a:pt x="264" y="202"/>
                      <a:pt x="264" y="202"/>
                    </a:cubicBezTo>
                    <a:cubicBezTo>
                      <a:pt x="264" y="200"/>
                      <a:pt x="264" y="200"/>
                      <a:pt x="264" y="200"/>
                    </a:cubicBezTo>
                    <a:cubicBezTo>
                      <a:pt x="263" y="200"/>
                      <a:pt x="263" y="200"/>
                      <a:pt x="263" y="200"/>
                    </a:cubicBezTo>
                    <a:cubicBezTo>
                      <a:pt x="262" y="201"/>
                      <a:pt x="262" y="201"/>
                      <a:pt x="262" y="201"/>
                    </a:cubicBezTo>
                    <a:cubicBezTo>
                      <a:pt x="261" y="200"/>
                      <a:pt x="261" y="200"/>
                      <a:pt x="261" y="200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8" y="199"/>
                      <a:pt x="258" y="199"/>
                      <a:pt x="258" y="199"/>
                    </a:cubicBezTo>
                    <a:cubicBezTo>
                      <a:pt x="258" y="198"/>
                      <a:pt x="258" y="198"/>
                      <a:pt x="258" y="198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7" y="194"/>
                      <a:pt x="257" y="194"/>
                      <a:pt x="257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4" y="193"/>
                      <a:pt x="254" y="193"/>
                      <a:pt x="254" y="193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6" y="192"/>
                      <a:pt x="256" y="192"/>
                      <a:pt x="256" y="192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3"/>
                      <a:pt x="257" y="193"/>
                      <a:pt x="257" y="193"/>
                    </a:cubicBezTo>
                    <a:cubicBezTo>
                      <a:pt x="258" y="194"/>
                      <a:pt x="258" y="194"/>
                      <a:pt x="258" y="194"/>
                    </a:cubicBezTo>
                    <a:cubicBezTo>
                      <a:pt x="259" y="194"/>
                      <a:pt x="259" y="194"/>
                      <a:pt x="259" y="194"/>
                    </a:cubicBezTo>
                    <a:cubicBezTo>
                      <a:pt x="260" y="193"/>
                      <a:pt x="260" y="193"/>
                      <a:pt x="260" y="193"/>
                    </a:cubicBezTo>
                    <a:cubicBezTo>
                      <a:pt x="261" y="190"/>
                      <a:pt x="261" y="190"/>
                      <a:pt x="261" y="190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3" y="182"/>
                      <a:pt x="263" y="182"/>
                      <a:pt x="263" y="182"/>
                    </a:cubicBezTo>
                    <a:cubicBezTo>
                      <a:pt x="262" y="181"/>
                      <a:pt x="262" y="181"/>
                      <a:pt x="262" y="181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0" y="179"/>
                      <a:pt x="260" y="179"/>
                      <a:pt x="260" y="179"/>
                    </a:cubicBezTo>
                    <a:cubicBezTo>
                      <a:pt x="259" y="179"/>
                      <a:pt x="259" y="179"/>
                      <a:pt x="259" y="179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58" y="178"/>
                      <a:pt x="258" y="178"/>
                      <a:pt x="258" y="178"/>
                    </a:cubicBezTo>
                    <a:cubicBezTo>
                      <a:pt x="257" y="178"/>
                      <a:pt x="257" y="178"/>
                      <a:pt x="257" y="178"/>
                    </a:cubicBezTo>
                    <a:cubicBezTo>
                      <a:pt x="258" y="177"/>
                      <a:pt x="258" y="177"/>
                      <a:pt x="258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3"/>
                      <a:pt x="262" y="173"/>
                      <a:pt x="262" y="173"/>
                    </a:cubicBezTo>
                    <a:cubicBezTo>
                      <a:pt x="260" y="172"/>
                      <a:pt x="260" y="172"/>
                      <a:pt x="260" y="172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8" y="173"/>
                      <a:pt x="258" y="173"/>
                      <a:pt x="258" y="173"/>
                    </a:cubicBezTo>
                    <a:cubicBezTo>
                      <a:pt x="256" y="173"/>
                      <a:pt x="256" y="173"/>
                      <a:pt x="256" y="173"/>
                    </a:cubicBezTo>
                    <a:cubicBezTo>
                      <a:pt x="256" y="172"/>
                      <a:pt x="256" y="172"/>
                      <a:pt x="256" y="172"/>
                    </a:cubicBezTo>
                    <a:cubicBezTo>
                      <a:pt x="254" y="172"/>
                      <a:pt x="254" y="172"/>
                      <a:pt x="254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69"/>
                      <a:pt x="252" y="169"/>
                      <a:pt x="252" y="169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7"/>
                      <a:pt x="252" y="167"/>
                      <a:pt x="252" y="167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3" y="166"/>
                      <a:pt x="253" y="166"/>
                      <a:pt x="253" y="166"/>
                    </a:cubicBezTo>
                    <a:cubicBezTo>
                      <a:pt x="253" y="167"/>
                      <a:pt x="253" y="167"/>
                      <a:pt x="253" y="167"/>
                    </a:cubicBezTo>
                    <a:cubicBezTo>
                      <a:pt x="254" y="169"/>
                      <a:pt x="254" y="169"/>
                      <a:pt x="254" y="169"/>
                    </a:cubicBezTo>
                    <a:cubicBezTo>
                      <a:pt x="256" y="168"/>
                      <a:pt x="256" y="168"/>
                      <a:pt x="256" y="168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4" y="166"/>
                      <a:pt x="254" y="166"/>
                      <a:pt x="254" y="166"/>
                    </a:cubicBezTo>
                    <a:cubicBezTo>
                      <a:pt x="255" y="165"/>
                      <a:pt x="255" y="165"/>
                      <a:pt x="255" y="165"/>
                    </a:cubicBezTo>
                    <a:cubicBezTo>
                      <a:pt x="256" y="164"/>
                      <a:pt x="256" y="164"/>
                      <a:pt x="256" y="164"/>
                    </a:cubicBezTo>
                    <a:cubicBezTo>
                      <a:pt x="258" y="163"/>
                      <a:pt x="258" y="163"/>
                      <a:pt x="258" y="163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9" y="162"/>
                      <a:pt x="259" y="162"/>
                      <a:pt x="259" y="162"/>
                    </a:cubicBezTo>
                    <a:cubicBezTo>
                      <a:pt x="258" y="161"/>
                      <a:pt x="258" y="161"/>
                      <a:pt x="258" y="161"/>
                    </a:cubicBezTo>
                    <a:cubicBezTo>
                      <a:pt x="259" y="161"/>
                      <a:pt x="259" y="161"/>
                      <a:pt x="259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3" y="162"/>
                      <a:pt x="263" y="162"/>
                      <a:pt x="263" y="162"/>
                    </a:cubicBezTo>
                    <a:cubicBezTo>
                      <a:pt x="263" y="163"/>
                      <a:pt x="263" y="163"/>
                      <a:pt x="263" y="163"/>
                    </a:cubicBezTo>
                    <a:cubicBezTo>
                      <a:pt x="263" y="164"/>
                      <a:pt x="263" y="164"/>
                      <a:pt x="263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65" y="166"/>
                      <a:pt x="265" y="166"/>
                      <a:pt x="265" y="166"/>
                    </a:cubicBezTo>
                    <a:cubicBezTo>
                      <a:pt x="265" y="167"/>
                      <a:pt x="265" y="167"/>
                      <a:pt x="265" y="167"/>
                    </a:cubicBezTo>
                    <a:cubicBezTo>
                      <a:pt x="266" y="168"/>
                      <a:pt x="266" y="168"/>
                      <a:pt x="266" y="168"/>
                    </a:cubicBezTo>
                    <a:cubicBezTo>
                      <a:pt x="266" y="169"/>
                      <a:pt x="266" y="169"/>
                      <a:pt x="266" y="169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5" y="171"/>
                      <a:pt x="265" y="171"/>
                      <a:pt x="265" y="171"/>
                    </a:cubicBezTo>
                    <a:cubicBezTo>
                      <a:pt x="266" y="173"/>
                      <a:pt x="266" y="173"/>
                      <a:pt x="266" y="173"/>
                    </a:cubicBezTo>
                    <a:cubicBezTo>
                      <a:pt x="266" y="175"/>
                      <a:pt x="266" y="175"/>
                      <a:pt x="266" y="175"/>
                    </a:cubicBezTo>
                    <a:cubicBezTo>
                      <a:pt x="266" y="177"/>
                      <a:pt x="266" y="177"/>
                      <a:pt x="266" y="177"/>
                    </a:cubicBezTo>
                    <a:cubicBezTo>
                      <a:pt x="266" y="179"/>
                      <a:pt x="266" y="179"/>
                      <a:pt x="266" y="179"/>
                    </a:cubicBezTo>
                    <a:cubicBezTo>
                      <a:pt x="267" y="180"/>
                      <a:pt x="267" y="180"/>
                      <a:pt x="267" y="180"/>
                    </a:cubicBezTo>
                    <a:cubicBezTo>
                      <a:pt x="268" y="178"/>
                      <a:pt x="268" y="178"/>
                      <a:pt x="268" y="178"/>
                    </a:cubicBezTo>
                    <a:cubicBezTo>
                      <a:pt x="268" y="176"/>
                      <a:pt x="268" y="176"/>
                      <a:pt x="268" y="176"/>
                    </a:cubicBezTo>
                    <a:cubicBezTo>
                      <a:pt x="269" y="176"/>
                      <a:pt x="269" y="176"/>
                      <a:pt x="269" y="176"/>
                    </a:cubicBezTo>
                    <a:cubicBezTo>
                      <a:pt x="269" y="173"/>
                      <a:pt x="269" y="173"/>
                      <a:pt x="269" y="173"/>
                    </a:cubicBezTo>
                    <a:cubicBezTo>
                      <a:pt x="268" y="172"/>
                      <a:pt x="268" y="172"/>
                      <a:pt x="268" y="172"/>
                    </a:cubicBezTo>
                    <a:cubicBezTo>
                      <a:pt x="268" y="169"/>
                      <a:pt x="268" y="169"/>
                      <a:pt x="268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7" y="166"/>
                      <a:pt x="267" y="166"/>
                      <a:pt x="267" y="166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8" y="167"/>
                      <a:pt x="268" y="167"/>
                      <a:pt x="268" y="167"/>
                    </a:cubicBezTo>
                    <a:cubicBezTo>
                      <a:pt x="269" y="168"/>
                      <a:pt x="269" y="168"/>
                      <a:pt x="269" y="168"/>
                    </a:cubicBezTo>
                    <a:cubicBezTo>
                      <a:pt x="270" y="166"/>
                      <a:pt x="270" y="166"/>
                      <a:pt x="270" y="166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71" y="164"/>
                      <a:pt x="271" y="164"/>
                      <a:pt x="271" y="164"/>
                    </a:cubicBezTo>
                    <a:cubicBezTo>
                      <a:pt x="272" y="162"/>
                      <a:pt x="272" y="162"/>
                      <a:pt x="272" y="162"/>
                    </a:cubicBezTo>
                    <a:cubicBezTo>
                      <a:pt x="271" y="161"/>
                      <a:pt x="271" y="161"/>
                      <a:pt x="271" y="161"/>
                    </a:cubicBezTo>
                    <a:cubicBezTo>
                      <a:pt x="272" y="160"/>
                      <a:pt x="272" y="160"/>
                      <a:pt x="272" y="160"/>
                    </a:cubicBezTo>
                    <a:cubicBezTo>
                      <a:pt x="272" y="158"/>
                      <a:pt x="272" y="158"/>
                      <a:pt x="272" y="158"/>
                    </a:cubicBezTo>
                    <a:cubicBezTo>
                      <a:pt x="272" y="157"/>
                      <a:pt x="272" y="157"/>
                      <a:pt x="272" y="157"/>
                    </a:cubicBezTo>
                    <a:cubicBezTo>
                      <a:pt x="272" y="156"/>
                      <a:pt x="272" y="156"/>
                      <a:pt x="272" y="156"/>
                    </a:cubicBezTo>
                    <a:cubicBezTo>
                      <a:pt x="272" y="155"/>
                      <a:pt x="272" y="155"/>
                      <a:pt x="272" y="155"/>
                    </a:cubicBezTo>
                    <a:cubicBezTo>
                      <a:pt x="271" y="154"/>
                      <a:pt x="271" y="154"/>
                      <a:pt x="271" y="154"/>
                    </a:cubicBezTo>
                    <a:cubicBezTo>
                      <a:pt x="270" y="153"/>
                      <a:pt x="270" y="153"/>
                      <a:pt x="270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2"/>
                      <a:pt x="269" y="152"/>
                      <a:pt x="269" y="152"/>
                    </a:cubicBezTo>
                    <a:cubicBezTo>
                      <a:pt x="267" y="153"/>
                      <a:pt x="267" y="153"/>
                      <a:pt x="267" y="153"/>
                    </a:cubicBezTo>
                    <a:cubicBezTo>
                      <a:pt x="267" y="154"/>
                      <a:pt x="267" y="154"/>
                      <a:pt x="267" y="154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5" y="155"/>
                      <a:pt x="265" y="155"/>
                      <a:pt x="265" y="155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2"/>
                      <a:pt x="265" y="152"/>
                      <a:pt x="265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2" y="151"/>
                      <a:pt x="262" y="151"/>
                      <a:pt x="262" y="151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3" y="149"/>
                      <a:pt x="263" y="149"/>
                      <a:pt x="263" y="149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5" y="150"/>
                      <a:pt x="265" y="150"/>
                      <a:pt x="265" y="150"/>
                    </a:cubicBezTo>
                    <a:cubicBezTo>
                      <a:pt x="266" y="151"/>
                      <a:pt x="266" y="151"/>
                      <a:pt x="266" y="151"/>
                    </a:cubicBezTo>
                    <a:cubicBezTo>
                      <a:pt x="268" y="151"/>
                      <a:pt x="268" y="151"/>
                      <a:pt x="268" y="151"/>
                    </a:cubicBezTo>
                    <a:cubicBezTo>
                      <a:pt x="269" y="149"/>
                      <a:pt x="269" y="149"/>
                      <a:pt x="269" y="149"/>
                    </a:cubicBezTo>
                    <a:cubicBezTo>
                      <a:pt x="268" y="147"/>
                      <a:pt x="268" y="147"/>
                      <a:pt x="268" y="147"/>
                    </a:cubicBezTo>
                    <a:cubicBezTo>
                      <a:pt x="266" y="146"/>
                      <a:pt x="266" y="146"/>
                      <a:pt x="266" y="146"/>
                    </a:cubicBezTo>
                    <a:cubicBezTo>
                      <a:pt x="267" y="146"/>
                      <a:pt x="267" y="146"/>
                      <a:pt x="267" y="146"/>
                    </a:cubicBezTo>
                    <a:cubicBezTo>
                      <a:pt x="267" y="144"/>
                      <a:pt x="267" y="144"/>
                      <a:pt x="267" y="144"/>
                    </a:cubicBezTo>
                    <a:cubicBezTo>
                      <a:pt x="266" y="144"/>
                      <a:pt x="266" y="144"/>
                      <a:pt x="266" y="144"/>
                    </a:cubicBezTo>
                    <a:cubicBezTo>
                      <a:pt x="265" y="142"/>
                      <a:pt x="265" y="142"/>
                      <a:pt x="265" y="142"/>
                    </a:cubicBezTo>
                    <a:cubicBezTo>
                      <a:pt x="263" y="142"/>
                      <a:pt x="263" y="142"/>
                      <a:pt x="263" y="142"/>
                    </a:cubicBezTo>
                    <a:cubicBezTo>
                      <a:pt x="263" y="143"/>
                      <a:pt x="263" y="143"/>
                      <a:pt x="263" y="143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1" y="141"/>
                      <a:pt x="261" y="141"/>
                      <a:pt x="261" y="141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1" y="140"/>
                      <a:pt x="261" y="140"/>
                      <a:pt x="261" y="140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9"/>
                      <a:pt x="262" y="139"/>
                      <a:pt x="262" y="139"/>
                    </a:cubicBezTo>
                    <a:cubicBezTo>
                      <a:pt x="263" y="139"/>
                      <a:pt x="263" y="139"/>
                      <a:pt x="263" y="139"/>
                    </a:cubicBezTo>
                    <a:cubicBezTo>
                      <a:pt x="263" y="140"/>
                      <a:pt x="263" y="140"/>
                      <a:pt x="263" y="140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65" y="141"/>
                      <a:pt x="265" y="141"/>
                      <a:pt x="265" y="141"/>
                    </a:cubicBezTo>
                    <a:cubicBezTo>
                      <a:pt x="267" y="140"/>
                      <a:pt x="267" y="140"/>
                      <a:pt x="267" y="140"/>
                    </a:cubicBezTo>
                    <a:cubicBezTo>
                      <a:pt x="267" y="138"/>
                      <a:pt x="267" y="138"/>
                      <a:pt x="267" y="138"/>
                    </a:cubicBezTo>
                    <a:cubicBezTo>
                      <a:pt x="267" y="137"/>
                      <a:pt x="267" y="137"/>
                      <a:pt x="267" y="137"/>
                    </a:cubicBezTo>
                    <a:cubicBezTo>
                      <a:pt x="268" y="136"/>
                      <a:pt x="268" y="136"/>
                      <a:pt x="268" y="136"/>
                    </a:cubicBezTo>
                    <a:cubicBezTo>
                      <a:pt x="268" y="135"/>
                      <a:pt x="268" y="135"/>
                      <a:pt x="268" y="135"/>
                    </a:cubicBezTo>
                    <a:cubicBezTo>
                      <a:pt x="268" y="133"/>
                      <a:pt x="268" y="133"/>
                      <a:pt x="268" y="133"/>
                    </a:cubicBezTo>
                    <a:cubicBezTo>
                      <a:pt x="269" y="133"/>
                      <a:pt x="269" y="133"/>
                      <a:pt x="269" y="133"/>
                    </a:cubicBezTo>
                    <a:cubicBezTo>
                      <a:pt x="270" y="132"/>
                      <a:pt x="270" y="132"/>
                      <a:pt x="270" y="132"/>
                    </a:cubicBezTo>
                    <a:cubicBezTo>
                      <a:pt x="270" y="129"/>
                      <a:pt x="270" y="129"/>
                      <a:pt x="270" y="129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70" y="127"/>
                      <a:pt x="270" y="127"/>
                      <a:pt x="270" y="127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1" y="123"/>
                      <a:pt x="271" y="123"/>
                      <a:pt x="271" y="123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2" y="120"/>
                      <a:pt x="272" y="120"/>
                      <a:pt x="272" y="120"/>
                    </a:cubicBezTo>
                    <a:cubicBezTo>
                      <a:pt x="272" y="119"/>
                      <a:pt x="272" y="119"/>
                      <a:pt x="272" y="119"/>
                    </a:cubicBezTo>
                    <a:cubicBezTo>
                      <a:pt x="272" y="117"/>
                      <a:pt x="272" y="117"/>
                      <a:pt x="272" y="117"/>
                    </a:cubicBezTo>
                    <a:cubicBezTo>
                      <a:pt x="272" y="115"/>
                      <a:pt x="272" y="115"/>
                      <a:pt x="272" y="115"/>
                    </a:cubicBezTo>
                    <a:cubicBezTo>
                      <a:pt x="273" y="115"/>
                      <a:pt x="273" y="115"/>
                      <a:pt x="273" y="115"/>
                    </a:cubicBezTo>
                    <a:cubicBezTo>
                      <a:pt x="274" y="113"/>
                      <a:pt x="274" y="113"/>
                      <a:pt x="274" y="113"/>
                    </a:cubicBezTo>
                    <a:cubicBezTo>
                      <a:pt x="277" y="110"/>
                      <a:pt x="277" y="110"/>
                      <a:pt x="277" y="110"/>
                    </a:cubicBezTo>
                    <a:cubicBezTo>
                      <a:pt x="278" y="108"/>
                      <a:pt x="278" y="108"/>
                      <a:pt x="278" y="108"/>
                    </a:cubicBezTo>
                    <a:cubicBezTo>
                      <a:pt x="280" y="106"/>
                      <a:pt x="280" y="106"/>
                      <a:pt x="280" y="106"/>
                    </a:cubicBezTo>
                    <a:cubicBezTo>
                      <a:pt x="280" y="105"/>
                      <a:pt x="280" y="105"/>
                      <a:pt x="280" y="105"/>
                    </a:cubicBezTo>
                    <a:cubicBezTo>
                      <a:pt x="281" y="104"/>
                      <a:pt x="281" y="104"/>
                      <a:pt x="281" y="104"/>
                    </a:cubicBezTo>
                    <a:cubicBezTo>
                      <a:pt x="282" y="102"/>
                      <a:pt x="282" y="102"/>
                      <a:pt x="282" y="102"/>
                    </a:cubicBezTo>
                    <a:cubicBezTo>
                      <a:pt x="284" y="101"/>
                      <a:pt x="284" y="101"/>
                      <a:pt x="284" y="101"/>
                    </a:cubicBezTo>
                    <a:cubicBezTo>
                      <a:pt x="285" y="100"/>
                      <a:pt x="285" y="100"/>
                      <a:pt x="285" y="100"/>
                    </a:cubicBezTo>
                    <a:cubicBezTo>
                      <a:pt x="284" y="99"/>
                      <a:pt x="284" y="99"/>
                      <a:pt x="284" y="99"/>
                    </a:cubicBezTo>
                    <a:cubicBezTo>
                      <a:pt x="283" y="98"/>
                      <a:pt x="283" y="98"/>
                      <a:pt x="283" y="98"/>
                    </a:cubicBezTo>
                    <a:cubicBezTo>
                      <a:pt x="282" y="98"/>
                      <a:pt x="282" y="98"/>
                      <a:pt x="282" y="98"/>
                    </a:cubicBezTo>
                    <a:cubicBezTo>
                      <a:pt x="281" y="97"/>
                      <a:pt x="281" y="97"/>
                      <a:pt x="281" y="97"/>
                    </a:cubicBezTo>
                    <a:cubicBezTo>
                      <a:pt x="282" y="97"/>
                      <a:pt x="282" y="97"/>
                      <a:pt x="282" y="97"/>
                    </a:cubicBezTo>
                    <a:cubicBezTo>
                      <a:pt x="283" y="97"/>
                      <a:pt x="283" y="97"/>
                      <a:pt x="283" y="97"/>
                    </a:cubicBezTo>
                    <a:cubicBezTo>
                      <a:pt x="284" y="97"/>
                      <a:pt x="284" y="97"/>
                      <a:pt x="284" y="97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9" y="95"/>
                      <a:pt x="289" y="95"/>
                      <a:pt x="289" y="95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2" y="92"/>
                      <a:pt x="292" y="92"/>
                      <a:pt x="292" y="92"/>
                    </a:cubicBezTo>
                    <a:cubicBezTo>
                      <a:pt x="291" y="91"/>
                      <a:pt x="291" y="91"/>
                      <a:pt x="291" y="91"/>
                    </a:cubicBezTo>
                    <a:cubicBezTo>
                      <a:pt x="291" y="89"/>
                      <a:pt x="291" y="89"/>
                      <a:pt x="291" y="89"/>
                    </a:cubicBezTo>
                    <a:cubicBezTo>
                      <a:pt x="289" y="89"/>
                      <a:pt x="289" y="89"/>
                      <a:pt x="289" y="89"/>
                    </a:cubicBezTo>
                    <a:cubicBezTo>
                      <a:pt x="289" y="88"/>
                      <a:pt x="289" y="88"/>
                      <a:pt x="289" y="88"/>
                    </a:cubicBezTo>
                    <a:cubicBezTo>
                      <a:pt x="288" y="88"/>
                      <a:pt x="288" y="88"/>
                      <a:pt x="288" y="88"/>
                    </a:cubicBezTo>
                    <a:cubicBezTo>
                      <a:pt x="286" y="88"/>
                      <a:pt x="286" y="88"/>
                      <a:pt x="286" y="88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4" y="88"/>
                      <a:pt x="284" y="88"/>
                      <a:pt x="284" y="88"/>
                    </a:cubicBezTo>
                    <a:cubicBezTo>
                      <a:pt x="281" y="88"/>
                      <a:pt x="281" y="88"/>
                      <a:pt x="281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80" y="87"/>
                      <a:pt x="280" y="87"/>
                      <a:pt x="280" y="87"/>
                    </a:cubicBezTo>
                    <a:cubicBezTo>
                      <a:pt x="281" y="87"/>
                      <a:pt x="281" y="87"/>
                      <a:pt x="281" y="87"/>
                    </a:cubicBezTo>
                    <a:cubicBezTo>
                      <a:pt x="282" y="87"/>
                      <a:pt x="282" y="87"/>
                      <a:pt x="282" y="87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4" y="86"/>
                      <a:pt x="284" y="86"/>
                      <a:pt x="284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287" y="86"/>
                      <a:pt x="287" y="86"/>
                      <a:pt x="287" y="86"/>
                    </a:cubicBezTo>
                    <a:cubicBezTo>
                      <a:pt x="288" y="87"/>
                      <a:pt x="288" y="87"/>
                      <a:pt x="288" y="87"/>
                    </a:cubicBezTo>
                    <a:cubicBezTo>
                      <a:pt x="289" y="87"/>
                      <a:pt x="289" y="87"/>
                      <a:pt x="289" y="87"/>
                    </a:cubicBezTo>
                    <a:cubicBezTo>
                      <a:pt x="290" y="88"/>
                      <a:pt x="290" y="88"/>
                      <a:pt x="290" y="88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3" y="88"/>
                      <a:pt x="293" y="88"/>
                      <a:pt x="293" y="88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6" y="85"/>
                      <a:pt x="296" y="85"/>
                      <a:pt x="296" y="85"/>
                    </a:cubicBezTo>
                    <a:cubicBezTo>
                      <a:pt x="297" y="85"/>
                      <a:pt x="297" y="85"/>
                      <a:pt x="297" y="85"/>
                    </a:cubicBezTo>
                    <a:cubicBezTo>
                      <a:pt x="299" y="85"/>
                      <a:pt x="299" y="85"/>
                      <a:pt x="299" y="85"/>
                    </a:cubicBezTo>
                    <a:cubicBezTo>
                      <a:pt x="299" y="84"/>
                      <a:pt x="299" y="84"/>
                      <a:pt x="299" y="84"/>
                    </a:cubicBezTo>
                    <a:cubicBezTo>
                      <a:pt x="299" y="83"/>
                      <a:pt x="299" y="83"/>
                      <a:pt x="299" y="83"/>
                    </a:cubicBezTo>
                    <a:cubicBezTo>
                      <a:pt x="299" y="82"/>
                      <a:pt x="299" y="82"/>
                      <a:pt x="299" y="82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8" y="79"/>
                      <a:pt x="298" y="79"/>
                      <a:pt x="298" y="79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301" y="80"/>
                      <a:pt x="301" y="80"/>
                      <a:pt x="301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6" y="77"/>
                      <a:pt x="306" y="77"/>
                      <a:pt x="306" y="77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9" y="74"/>
                      <a:pt x="309" y="74"/>
                      <a:pt x="309" y="74"/>
                    </a:cubicBezTo>
                    <a:cubicBezTo>
                      <a:pt x="311" y="73"/>
                      <a:pt x="311" y="73"/>
                      <a:pt x="311" y="73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0"/>
                      <a:pt x="312" y="70"/>
                      <a:pt x="312" y="70"/>
                    </a:cubicBezTo>
                    <a:cubicBezTo>
                      <a:pt x="311" y="68"/>
                      <a:pt x="311" y="68"/>
                      <a:pt x="311" y="68"/>
                    </a:cubicBezTo>
                    <a:cubicBezTo>
                      <a:pt x="310" y="67"/>
                      <a:pt x="310" y="67"/>
                      <a:pt x="310" y="67"/>
                    </a:cubicBezTo>
                    <a:cubicBezTo>
                      <a:pt x="310" y="66"/>
                      <a:pt x="310" y="66"/>
                      <a:pt x="310" y="66"/>
                    </a:cubicBezTo>
                    <a:cubicBezTo>
                      <a:pt x="308" y="64"/>
                      <a:pt x="308" y="64"/>
                      <a:pt x="308" y="64"/>
                    </a:cubicBezTo>
                    <a:cubicBezTo>
                      <a:pt x="307" y="64"/>
                      <a:pt x="307" y="64"/>
                      <a:pt x="307" y="64"/>
                    </a:cubicBezTo>
                    <a:cubicBezTo>
                      <a:pt x="307" y="62"/>
                      <a:pt x="307" y="62"/>
                      <a:pt x="307" y="62"/>
                    </a:cubicBezTo>
                    <a:cubicBezTo>
                      <a:pt x="305" y="62"/>
                      <a:pt x="305" y="62"/>
                      <a:pt x="305" y="62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2" y="60"/>
                      <a:pt x="302" y="60"/>
                      <a:pt x="302" y="60"/>
                    </a:cubicBezTo>
                    <a:cubicBezTo>
                      <a:pt x="301" y="60"/>
                      <a:pt x="301" y="60"/>
                      <a:pt x="301" y="60"/>
                    </a:cubicBezTo>
                    <a:cubicBezTo>
                      <a:pt x="299" y="59"/>
                      <a:pt x="299" y="59"/>
                      <a:pt x="299" y="59"/>
                    </a:cubicBezTo>
                    <a:cubicBezTo>
                      <a:pt x="297" y="58"/>
                      <a:pt x="297" y="58"/>
                      <a:pt x="297" y="58"/>
                    </a:cubicBezTo>
                    <a:cubicBezTo>
                      <a:pt x="295" y="58"/>
                      <a:pt x="295" y="58"/>
                      <a:pt x="295" y="58"/>
                    </a:cubicBezTo>
                    <a:cubicBezTo>
                      <a:pt x="294" y="58"/>
                      <a:pt x="294" y="58"/>
                      <a:pt x="294" y="58"/>
                    </a:cubicBezTo>
                    <a:cubicBezTo>
                      <a:pt x="292" y="58"/>
                      <a:pt x="292" y="58"/>
                      <a:pt x="292" y="58"/>
                    </a:cubicBezTo>
                    <a:cubicBezTo>
                      <a:pt x="290" y="59"/>
                      <a:pt x="290" y="59"/>
                      <a:pt x="290" y="59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88" y="60"/>
                      <a:pt x="288" y="60"/>
                      <a:pt x="288" y="60"/>
                    </a:cubicBezTo>
                    <a:cubicBezTo>
                      <a:pt x="287" y="60"/>
                      <a:pt x="287" y="60"/>
                      <a:pt x="287" y="60"/>
                    </a:cubicBezTo>
                    <a:cubicBezTo>
                      <a:pt x="287" y="59"/>
                      <a:pt x="287" y="59"/>
                      <a:pt x="287" y="59"/>
                    </a:cubicBezTo>
                    <a:cubicBezTo>
                      <a:pt x="288" y="58"/>
                      <a:pt x="288" y="58"/>
                      <a:pt x="288" y="58"/>
                    </a:cubicBezTo>
                    <a:cubicBezTo>
                      <a:pt x="288" y="56"/>
                      <a:pt x="288" y="56"/>
                      <a:pt x="288" y="56"/>
                    </a:cubicBezTo>
                    <a:cubicBezTo>
                      <a:pt x="288" y="54"/>
                      <a:pt x="288" y="54"/>
                      <a:pt x="288" y="54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6" y="52"/>
                      <a:pt x="286" y="52"/>
                      <a:pt x="286" y="52"/>
                    </a:cubicBezTo>
                    <a:cubicBezTo>
                      <a:pt x="285" y="53"/>
                      <a:pt x="285" y="53"/>
                      <a:pt x="285" y="53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5"/>
                      <a:pt x="286" y="55"/>
                      <a:pt x="286" y="55"/>
                    </a:cubicBezTo>
                    <a:cubicBezTo>
                      <a:pt x="285" y="56"/>
                      <a:pt x="285" y="56"/>
                      <a:pt x="285" y="56"/>
                    </a:cubicBezTo>
                    <a:cubicBezTo>
                      <a:pt x="286" y="59"/>
                      <a:pt x="286" y="59"/>
                      <a:pt x="286" y="59"/>
                    </a:cubicBezTo>
                    <a:cubicBezTo>
                      <a:pt x="285" y="59"/>
                      <a:pt x="285" y="59"/>
                      <a:pt x="285" y="59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5" y="62"/>
                      <a:pt x="285" y="62"/>
                      <a:pt x="285" y="62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3" y="63"/>
                      <a:pt x="283" y="63"/>
                      <a:pt x="283" y="63"/>
                    </a:cubicBezTo>
                    <a:cubicBezTo>
                      <a:pt x="284" y="62"/>
                      <a:pt x="284" y="62"/>
                      <a:pt x="284" y="62"/>
                    </a:cubicBezTo>
                    <a:cubicBezTo>
                      <a:pt x="284" y="59"/>
                      <a:pt x="284" y="59"/>
                      <a:pt x="284" y="59"/>
                    </a:cubicBezTo>
                    <a:cubicBezTo>
                      <a:pt x="283" y="58"/>
                      <a:pt x="283" y="58"/>
                      <a:pt x="283" y="58"/>
                    </a:cubicBezTo>
                    <a:cubicBezTo>
                      <a:pt x="281" y="59"/>
                      <a:pt x="281" y="59"/>
                      <a:pt x="281" y="59"/>
                    </a:cubicBezTo>
                    <a:cubicBezTo>
                      <a:pt x="281" y="61"/>
                      <a:pt x="281" y="61"/>
                      <a:pt x="281" y="61"/>
                    </a:cubicBezTo>
                    <a:cubicBezTo>
                      <a:pt x="282" y="63"/>
                      <a:pt x="282" y="63"/>
                      <a:pt x="282" y="63"/>
                    </a:cubicBezTo>
                    <a:cubicBezTo>
                      <a:pt x="281" y="63"/>
                      <a:pt x="281" y="63"/>
                      <a:pt x="281" y="63"/>
                    </a:cubicBezTo>
                    <a:cubicBezTo>
                      <a:pt x="283" y="64"/>
                      <a:pt x="283" y="64"/>
                      <a:pt x="283" y="64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6"/>
                      <a:pt x="283" y="66"/>
                      <a:pt x="283" y="66"/>
                    </a:cubicBezTo>
                    <a:cubicBezTo>
                      <a:pt x="282" y="66"/>
                      <a:pt x="282" y="66"/>
                      <a:pt x="282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5"/>
                      <a:pt x="281" y="65"/>
                      <a:pt x="281" y="65"/>
                    </a:cubicBezTo>
                    <a:cubicBezTo>
                      <a:pt x="279" y="64"/>
                      <a:pt x="279" y="64"/>
                      <a:pt x="279" y="64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4"/>
                      <a:pt x="278" y="64"/>
                      <a:pt x="278" y="64"/>
                    </a:cubicBezTo>
                    <a:cubicBezTo>
                      <a:pt x="278" y="63"/>
                      <a:pt x="278" y="63"/>
                      <a:pt x="278" y="63"/>
                    </a:cubicBezTo>
                    <a:cubicBezTo>
                      <a:pt x="278" y="61"/>
                      <a:pt x="278" y="61"/>
                      <a:pt x="278" y="61"/>
                    </a:cubicBezTo>
                    <a:cubicBezTo>
                      <a:pt x="276" y="62"/>
                      <a:pt x="276" y="62"/>
                      <a:pt x="276" y="62"/>
                    </a:cubicBezTo>
                    <a:cubicBezTo>
                      <a:pt x="275" y="63"/>
                      <a:pt x="275" y="63"/>
                      <a:pt x="275" y="63"/>
                    </a:cubicBezTo>
                    <a:cubicBezTo>
                      <a:pt x="274" y="64"/>
                      <a:pt x="274" y="64"/>
                      <a:pt x="274" y="64"/>
                    </a:cubicBezTo>
                    <a:cubicBezTo>
                      <a:pt x="274" y="65"/>
                      <a:pt x="274" y="65"/>
                      <a:pt x="274" y="65"/>
                    </a:cubicBezTo>
                    <a:cubicBezTo>
                      <a:pt x="274" y="66"/>
                      <a:pt x="274" y="66"/>
                      <a:pt x="274" y="66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1" y="69"/>
                      <a:pt x="271" y="69"/>
                      <a:pt x="271" y="69"/>
                    </a:cubicBezTo>
                    <a:cubicBezTo>
                      <a:pt x="270" y="69"/>
                      <a:pt x="270" y="69"/>
                      <a:pt x="270" y="69"/>
                    </a:cubicBezTo>
                    <a:cubicBezTo>
                      <a:pt x="269" y="70"/>
                      <a:pt x="269" y="70"/>
                      <a:pt x="269" y="70"/>
                    </a:cubicBezTo>
                    <a:cubicBezTo>
                      <a:pt x="268" y="71"/>
                      <a:pt x="268" y="71"/>
                      <a:pt x="268" y="71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2"/>
                      <a:pt x="266" y="72"/>
                      <a:pt x="266" y="72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0" y="73"/>
                      <a:pt x="260" y="73"/>
                      <a:pt x="260" y="73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9" y="74"/>
                      <a:pt x="259" y="74"/>
                      <a:pt x="259" y="74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6" y="75"/>
                      <a:pt x="256" y="75"/>
                      <a:pt x="256" y="75"/>
                    </a:cubicBezTo>
                    <a:cubicBezTo>
                      <a:pt x="254" y="77"/>
                      <a:pt x="254" y="77"/>
                      <a:pt x="254" y="77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48" y="82"/>
                      <a:pt x="248" y="82"/>
                      <a:pt x="248" y="82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50" y="79"/>
                      <a:pt x="250" y="79"/>
                      <a:pt x="250" y="79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4"/>
                      <a:pt x="254" y="74"/>
                      <a:pt x="254" y="74"/>
                    </a:cubicBezTo>
                    <a:cubicBezTo>
                      <a:pt x="255" y="74"/>
                      <a:pt x="255" y="74"/>
                      <a:pt x="255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7" y="72"/>
                      <a:pt x="257" y="72"/>
                      <a:pt x="257" y="72"/>
                    </a:cubicBezTo>
                    <a:cubicBezTo>
                      <a:pt x="257" y="71"/>
                      <a:pt x="257" y="71"/>
                      <a:pt x="257" y="71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7" y="65"/>
                      <a:pt x="267" y="65"/>
                      <a:pt x="267" y="65"/>
                    </a:cubicBezTo>
                    <a:cubicBezTo>
                      <a:pt x="268" y="64"/>
                      <a:pt x="268" y="64"/>
                      <a:pt x="268" y="64"/>
                    </a:cubicBezTo>
                    <a:cubicBezTo>
                      <a:pt x="268" y="62"/>
                      <a:pt x="268" y="62"/>
                      <a:pt x="268" y="62"/>
                    </a:cubicBezTo>
                    <a:cubicBezTo>
                      <a:pt x="269" y="60"/>
                      <a:pt x="269" y="60"/>
                      <a:pt x="269" y="60"/>
                    </a:cubicBezTo>
                    <a:cubicBezTo>
                      <a:pt x="271" y="58"/>
                      <a:pt x="271" y="58"/>
                      <a:pt x="271" y="58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4"/>
                      <a:pt x="271" y="54"/>
                      <a:pt x="271" y="54"/>
                    </a:cubicBezTo>
                    <a:cubicBezTo>
                      <a:pt x="270" y="52"/>
                      <a:pt x="270" y="52"/>
                      <a:pt x="270" y="52"/>
                    </a:cubicBezTo>
                    <a:cubicBezTo>
                      <a:pt x="269" y="52"/>
                      <a:pt x="269" y="52"/>
                      <a:pt x="269" y="52"/>
                    </a:cubicBezTo>
                    <a:cubicBezTo>
                      <a:pt x="267" y="52"/>
                      <a:pt x="267" y="52"/>
                      <a:pt x="267" y="52"/>
                    </a:cubicBezTo>
                    <a:cubicBezTo>
                      <a:pt x="266" y="52"/>
                      <a:pt x="266" y="52"/>
                      <a:pt x="266" y="52"/>
                    </a:cubicBezTo>
                    <a:cubicBezTo>
                      <a:pt x="264" y="52"/>
                      <a:pt x="264" y="52"/>
                      <a:pt x="264" y="52"/>
                    </a:cubicBezTo>
                    <a:cubicBezTo>
                      <a:pt x="262" y="51"/>
                      <a:pt x="262" y="51"/>
                      <a:pt x="262" y="51"/>
                    </a:cubicBezTo>
                    <a:cubicBezTo>
                      <a:pt x="261" y="52"/>
                      <a:pt x="261" y="52"/>
                      <a:pt x="261" y="52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7"/>
                      <a:pt x="260" y="57"/>
                      <a:pt x="260" y="57"/>
                    </a:cubicBezTo>
                    <a:cubicBezTo>
                      <a:pt x="260" y="59"/>
                      <a:pt x="260" y="59"/>
                      <a:pt x="260" y="59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51" y="59"/>
                      <a:pt x="251" y="59"/>
                      <a:pt x="249" y="59"/>
                    </a:cubicBezTo>
                    <a:cubicBezTo>
                      <a:pt x="247" y="60"/>
                      <a:pt x="247" y="60"/>
                      <a:pt x="247" y="60"/>
                    </a:cubicBezTo>
                    <a:cubicBezTo>
                      <a:pt x="245" y="60"/>
                      <a:pt x="245" y="60"/>
                      <a:pt x="245" y="60"/>
                    </a:cubicBezTo>
                    <a:cubicBezTo>
                      <a:pt x="244" y="61"/>
                      <a:pt x="244" y="61"/>
                      <a:pt x="244" y="61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44" y="59"/>
                      <a:pt x="244" y="59"/>
                      <a:pt x="244" y="59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50" y="57"/>
                      <a:pt x="250" y="57"/>
                      <a:pt x="250" y="57"/>
                    </a:cubicBezTo>
                    <a:cubicBezTo>
                      <a:pt x="252" y="56"/>
                      <a:pt x="252" y="56"/>
                      <a:pt x="252" y="56"/>
                    </a:cubicBezTo>
                    <a:cubicBezTo>
                      <a:pt x="252" y="55"/>
                      <a:pt x="252" y="55"/>
                      <a:pt x="252" y="55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4" y="53"/>
                      <a:pt x="254" y="53"/>
                      <a:pt x="254" y="53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3" y="51"/>
                      <a:pt x="253" y="51"/>
                      <a:pt x="253" y="51"/>
                    </a:cubicBezTo>
                    <a:cubicBezTo>
                      <a:pt x="253" y="50"/>
                      <a:pt x="253" y="50"/>
                      <a:pt x="253" y="50"/>
                    </a:cubicBezTo>
                    <a:cubicBezTo>
                      <a:pt x="252" y="50"/>
                      <a:pt x="252" y="50"/>
                      <a:pt x="252" y="50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247" y="50"/>
                      <a:pt x="247" y="50"/>
                      <a:pt x="247" y="50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1" y="49"/>
                      <a:pt x="241" y="49"/>
                      <a:pt x="241" y="49"/>
                    </a:cubicBezTo>
                    <a:cubicBezTo>
                      <a:pt x="239" y="49"/>
                      <a:pt x="239" y="49"/>
                      <a:pt x="239" y="49"/>
                    </a:cubicBezTo>
                    <a:cubicBezTo>
                      <a:pt x="238" y="48"/>
                      <a:pt x="238" y="48"/>
                      <a:pt x="238" y="48"/>
                    </a:cubicBezTo>
                    <a:cubicBezTo>
                      <a:pt x="236" y="48"/>
                      <a:pt x="236" y="48"/>
                      <a:pt x="236" y="48"/>
                    </a:cubicBezTo>
                    <a:cubicBezTo>
                      <a:pt x="234" y="48"/>
                      <a:pt x="234" y="48"/>
                      <a:pt x="234" y="48"/>
                    </a:cubicBezTo>
                    <a:cubicBezTo>
                      <a:pt x="233" y="48"/>
                      <a:pt x="233" y="48"/>
                      <a:pt x="233" y="48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8"/>
                      <a:pt x="231" y="48"/>
                      <a:pt x="231" y="48"/>
                    </a:cubicBezTo>
                    <a:cubicBezTo>
                      <a:pt x="230" y="50"/>
                      <a:pt x="230" y="50"/>
                      <a:pt x="230" y="50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5" y="51"/>
                      <a:pt x="225" y="51"/>
                      <a:pt x="225" y="51"/>
                    </a:cubicBezTo>
                    <a:cubicBezTo>
                      <a:pt x="223" y="51"/>
                      <a:pt x="223" y="51"/>
                      <a:pt x="223" y="51"/>
                    </a:cubicBezTo>
                    <a:cubicBezTo>
                      <a:pt x="222" y="52"/>
                      <a:pt x="222" y="52"/>
                      <a:pt x="222" y="52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9" y="53"/>
                      <a:pt x="219" y="53"/>
                      <a:pt x="219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6"/>
                      <a:pt x="215" y="56"/>
                      <a:pt x="215" y="56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4" y="56"/>
                      <a:pt x="214" y="56"/>
                      <a:pt x="214" y="56"/>
                    </a:cubicBezTo>
                    <a:cubicBezTo>
                      <a:pt x="214" y="55"/>
                      <a:pt x="214" y="55"/>
                      <a:pt x="214" y="55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6" y="51"/>
                      <a:pt x="216" y="51"/>
                      <a:pt x="216" y="51"/>
                    </a:cubicBezTo>
                    <a:cubicBezTo>
                      <a:pt x="217" y="51"/>
                      <a:pt x="217" y="51"/>
                      <a:pt x="217" y="51"/>
                    </a:cubicBezTo>
                    <a:cubicBezTo>
                      <a:pt x="219" y="51"/>
                      <a:pt x="219" y="51"/>
                      <a:pt x="219" y="51"/>
                    </a:cubicBezTo>
                    <a:cubicBezTo>
                      <a:pt x="219" y="50"/>
                      <a:pt x="219" y="50"/>
                      <a:pt x="219" y="50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2" y="50"/>
                      <a:pt x="222" y="50"/>
                      <a:pt x="222" y="50"/>
                    </a:cubicBezTo>
                    <a:cubicBezTo>
                      <a:pt x="224" y="49"/>
                      <a:pt x="224" y="49"/>
                      <a:pt x="224" y="49"/>
                    </a:cubicBezTo>
                    <a:cubicBezTo>
                      <a:pt x="225" y="48"/>
                      <a:pt x="225" y="48"/>
                      <a:pt x="225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8" y="48"/>
                      <a:pt x="228" y="48"/>
                      <a:pt x="228" y="48"/>
                    </a:cubicBezTo>
                    <a:cubicBezTo>
                      <a:pt x="228" y="47"/>
                      <a:pt x="228" y="47"/>
                      <a:pt x="228" y="47"/>
                    </a:cubicBezTo>
                    <a:cubicBezTo>
                      <a:pt x="229" y="47"/>
                      <a:pt x="229" y="47"/>
                      <a:pt x="229" y="47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2" y="46"/>
                      <a:pt x="232" y="46"/>
                      <a:pt x="232" y="46"/>
                    </a:cubicBezTo>
                    <a:cubicBezTo>
                      <a:pt x="233" y="46"/>
                      <a:pt x="233" y="46"/>
                      <a:pt x="233" y="46"/>
                    </a:cubicBezTo>
                    <a:cubicBezTo>
                      <a:pt x="234" y="45"/>
                      <a:pt x="234" y="45"/>
                      <a:pt x="234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6" y="45"/>
                      <a:pt x="236" y="45"/>
                      <a:pt x="236" y="45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40" y="45"/>
                      <a:pt x="240" y="45"/>
                      <a:pt x="240" y="45"/>
                    </a:cubicBezTo>
                    <a:cubicBezTo>
                      <a:pt x="241" y="46"/>
                      <a:pt x="241" y="46"/>
                      <a:pt x="241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4" y="46"/>
                      <a:pt x="244" y="46"/>
                      <a:pt x="244" y="46"/>
                    </a:cubicBezTo>
                    <a:cubicBezTo>
                      <a:pt x="245" y="47"/>
                      <a:pt x="245" y="47"/>
                      <a:pt x="245" y="47"/>
                    </a:cubicBezTo>
                    <a:cubicBezTo>
                      <a:pt x="247" y="47"/>
                      <a:pt x="247" y="47"/>
                      <a:pt x="247" y="47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9" y="47"/>
                      <a:pt x="249" y="47"/>
                      <a:pt x="249" y="47"/>
                    </a:cubicBezTo>
                    <a:cubicBezTo>
                      <a:pt x="250" y="47"/>
                      <a:pt x="250" y="47"/>
                      <a:pt x="250" y="47"/>
                    </a:cubicBezTo>
                    <a:cubicBezTo>
                      <a:pt x="251" y="47"/>
                      <a:pt x="251" y="47"/>
                      <a:pt x="251" y="47"/>
                    </a:cubicBezTo>
                    <a:cubicBezTo>
                      <a:pt x="252" y="47"/>
                      <a:pt x="252" y="47"/>
                      <a:pt x="252" y="47"/>
                    </a:cubicBezTo>
                    <a:cubicBezTo>
                      <a:pt x="253" y="48"/>
                      <a:pt x="253" y="48"/>
                      <a:pt x="253" y="48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6" y="47"/>
                      <a:pt x="256" y="47"/>
                      <a:pt x="256" y="47"/>
                    </a:cubicBezTo>
                    <a:cubicBezTo>
                      <a:pt x="257" y="46"/>
                      <a:pt x="257" y="46"/>
                      <a:pt x="257" y="46"/>
                    </a:cubicBezTo>
                    <a:cubicBezTo>
                      <a:pt x="258" y="46"/>
                      <a:pt x="258" y="46"/>
                      <a:pt x="258" y="46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60" y="47"/>
                      <a:pt x="260" y="47"/>
                      <a:pt x="260" y="47"/>
                    </a:cubicBezTo>
                    <a:cubicBezTo>
                      <a:pt x="261" y="46"/>
                      <a:pt x="261" y="46"/>
                      <a:pt x="261" y="46"/>
                    </a:cubicBezTo>
                    <a:cubicBezTo>
                      <a:pt x="262" y="46"/>
                      <a:pt x="262" y="46"/>
                      <a:pt x="262" y="46"/>
                    </a:cubicBezTo>
                    <a:cubicBezTo>
                      <a:pt x="264" y="47"/>
                      <a:pt x="264" y="47"/>
                      <a:pt x="264" y="47"/>
                    </a:cubicBezTo>
                    <a:cubicBezTo>
                      <a:pt x="264" y="46"/>
                      <a:pt x="264" y="46"/>
                      <a:pt x="264" y="46"/>
                    </a:cubicBezTo>
                    <a:cubicBezTo>
                      <a:pt x="265" y="46"/>
                      <a:pt x="265" y="46"/>
                      <a:pt x="265" y="46"/>
                    </a:cubicBezTo>
                    <a:cubicBezTo>
                      <a:pt x="266" y="46"/>
                      <a:pt x="266" y="46"/>
                      <a:pt x="266" y="46"/>
                    </a:cubicBezTo>
                    <a:cubicBezTo>
                      <a:pt x="267" y="46"/>
                      <a:pt x="267" y="46"/>
                      <a:pt x="267" y="46"/>
                    </a:cubicBezTo>
                    <a:cubicBezTo>
                      <a:pt x="268" y="46"/>
                      <a:pt x="268" y="46"/>
                      <a:pt x="268" y="46"/>
                    </a:cubicBezTo>
                    <a:cubicBezTo>
                      <a:pt x="271" y="44"/>
                      <a:pt x="271" y="44"/>
                      <a:pt x="271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4" y="43"/>
                      <a:pt x="274" y="43"/>
                      <a:pt x="274" y="43"/>
                    </a:cubicBezTo>
                    <a:cubicBezTo>
                      <a:pt x="275" y="42"/>
                      <a:pt x="275" y="42"/>
                      <a:pt x="275" y="42"/>
                    </a:cubicBezTo>
                    <a:cubicBezTo>
                      <a:pt x="276" y="41"/>
                      <a:pt x="276" y="41"/>
                      <a:pt x="276" y="41"/>
                    </a:cubicBezTo>
                    <a:cubicBezTo>
                      <a:pt x="278" y="41"/>
                      <a:pt x="278" y="41"/>
                      <a:pt x="278" y="41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8"/>
                      <a:pt x="278" y="38"/>
                      <a:pt x="278" y="38"/>
                    </a:cubicBezTo>
                    <a:cubicBezTo>
                      <a:pt x="278" y="37"/>
                      <a:pt x="278" y="37"/>
                      <a:pt x="278" y="37"/>
                    </a:cubicBezTo>
                    <a:cubicBezTo>
                      <a:pt x="278" y="36"/>
                      <a:pt x="278" y="36"/>
                      <a:pt x="278" y="36"/>
                    </a:cubicBezTo>
                    <a:cubicBezTo>
                      <a:pt x="277" y="34"/>
                      <a:pt x="277" y="34"/>
                      <a:pt x="277" y="34"/>
                    </a:cubicBezTo>
                    <a:cubicBezTo>
                      <a:pt x="275" y="34"/>
                      <a:pt x="275" y="34"/>
                      <a:pt x="275" y="34"/>
                    </a:cubicBezTo>
                    <a:cubicBezTo>
                      <a:pt x="274" y="33"/>
                      <a:pt x="274" y="33"/>
                      <a:pt x="274" y="33"/>
                    </a:cubicBezTo>
                    <a:cubicBezTo>
                      <a:pt x="273" y="32"/>
                      <a:pt x="273" y="32"/>
                      <a:pt x="273" y="32"/>
                    </a:cubicBezTo>
                    <a:cubicBezTo>
                      <a:pt x="272" y="31"/>
                      <a:pt x="272" y="31"/>
                      <a:pt x="272" y="31"/>
                    </a:cubicBezTo>
                    <a:cubicBezTo>
                      <a:pt x="270" y="31"/>
                      <a:pt x="270" y="31"/>
                      <a:pt x="270" y="31"/>
                    </a:cubicBezTo>
                    <a:cubicBezTo>
                      <a:pt x="270" y="30"/>
                      <a:pt x="270" y="30"/>
                      <a:pt x="270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8"/>
                      <a:pt x="267" y="28"/>
                      <a:pt x="267" y="28"/>
                    </a:cubicBezTo>
                    <a:cubicBezTo>
                      <a:pt x="265" y="27"/>
                      <a:pt x="265" y="27"/>
                      <a:pt x="265" y="27"/>
                    </a:cubicBezTo>
                    <a:cubicBezTo>
                      <a:pt x="262" y="27"/>
                      <a:pt x="262" y="27"/>
                      <a:pt x="262" y="27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57" y="30"/>
                      <a:pt x="257" y="30"/>
                      <a:pt x="257" y="30"/>
                    </a:cubicBezTo>
                    <a:cubicBezTo>
                      <a:pt x="256" y="30"/>
                      <a:pt x="256" y="30"/>
                      <a:pt x="256" y="30"/>
                    </a:cubicBezTo>
                    <a:cubicBezTo>
                      <a:pt x="255" y="29"/>
                      <a:pt x="255" y="29"/>
                      <a:pt x="255" y="29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6" y="27"/>
                      <a:pt x="256" y="27"/>
                      <a:pt x="256" y="27"/>
                    </a:cubicBezTo>
                    <a:cubicBezTo>
                      <a:pt x="257" y="28"/>
                      <a:pt x="257" y="28"/>
                      <a:pt x="257" y="28"/>
                    </a:cubicBezTo>
                    <a:cubicBezTo>
                      <a:pt x="259" y="27"/>
                      <a:pt x="259" y="27"/>
                      <a:pt x="259" y="27"/>
                    </a:cubicBezTo>
                    <a:cubicBezTo>
                      <a:pt x="262" y="25"/>
                      <a:pt x="262" y="25"/>
                      <a:pt x="262" y="25"/>
                    </a:cubicBezTo>
                    <a:cubicBezTo>
                      <a:pt x="262" y="24"/>
                      <a:pt x="262" y="24"/>
                      <a:pt x="262" y="24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2"/>
                      <a:pt x="261" y="22"/>
                      <a:pt x="261" y="22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0" y="20"/>
                      <a:pt x="260" y="20"/>
                      <a:pt x="260" y="20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8"/>
                      <a:pt x="257" y="18"/>
                    </a:cubicBezTo>
                    <a:cubicBezTo>
                      <a:pt x="256" y="19"/>
                      <a:pt x="256" y="19"/>
                      <a:pt x="256" y="19"/>
                    </a:cubicBezTo>
                    <a:cubicBezTo>
                      <a:pt x="254" y="20"/>
                      <a:pt x="254" y="20"/>
                      <a:pt x="254" y="20"/>
                    </a:cubicBezTo>
                    <a:cubicBezTo>
                      <a:pt x="253" y="20"/>
                      <a:pt x="253" y="20"/>
                      <a:pt x="253" y="20"/>
                    </a:cubicBezTo>
                    <a:cubicBezTo>
                      <a:pt x="252" y="20"/>
                      <a:pt x="252" y="20"/>
                      <a:pt x="252" y="20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49" y="20"/>
                      <a:pt x="249" y="20"/>
                      <a:pt x="249" y="20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5" y="20"/>
                      <a:pt x="245" y="20"/>
                      <a:pt x="245" y="20"/>
                    </a:cubicBezTo>
                    <a:cubicBezTo>
                      <a:pt x="244" y="20"/>
                      <a:pt x="244" y="20"/>
                      <a:pt x="244" y="20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1" y="19"/>
                      <a:pt x="241" y="19"/>
                      <a:pt x="241" y="19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5" y="18"/>
                      <a:pt x="235" y="18"/>
                      <a:pt x="235" y="18"/>
                    </a:cubicBezTo>
                    <a:cubicBezTo>
                      <a:pt x="231" y="19"/>
                      <a:pt x="231" y="19"/>
                      <a:pt x="231" y="19"/>
                    </a:cubicBezTo>
                    <a:cubicBezTo>
                      <a:pt x="230" y="19"/>
                      <a:pt x="230" y="19"/>
                      <a:pt x="230" y="19"/>
                    </a:cubicBezTo>
                    <a:cubicBezTo>
                      <a:pt x="228" y="19"/>
                      <a:pt x="228" y="19"/>
                      <a:pt x="228" y="19"/>
                    </a:cubicBezTo>
                    <a:cubicBezTo>
                      <a:pt x="227" y="19"/>
                      <a:pt x="227" y="19"/>
                      <a:pt x="227" y="19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1" y="19"/>
                      <a:pt x="221" y="19"/>
                      <a:pt x="221" y="19"/>
                    </a:cubicBezTo>
                    <a:cubicBezTo>
                      <a:pt x="218" y="20"/>
                      <a:pt x="218" y="20"/>
                      <a:pt x="218" y="20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7" y="20"/>
                      <a:pt x="217" y="20"/>
                      <a:pt x="217" y="20"/>
                    </a:cubicBezTo>
                    <a:cubicBezTo>
                      <a:pt x="215" y="20"/>
                      <a:pt x="215" y="20"/>
                      <a:pt x="215" y="21"/>
                    </a:cubicBezTo>
                    <a:cubicBezTo>
                      <a:pt x="215" y="21"/>
                      <a:pt x="214" y="22"/>
                      <a:pt x="214" y="22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1" y="22"/>
                      <a:pt x="211" y="22"/>
                      <a:pt x="211" y="22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10" y="21"/>
                      <a:pt x="210" y="21"/>
                      <a:pt x="210" y="21"/>
                    </a:cubicBezTo>
                    <a:cubicBezTo>
                      <a:pt x="212" y="20"/>
                      <a:pt x="212" y="20"/>
                      <a:pt x="212" y="20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5" y="19"/>
                      <a:pt x="215" y="19"/>
                      <a:pt x="215" y="19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4" y="18"/>
                      <a:pt x="224" y="18"/>
                      <a:pt x="224" y="18"/>
                    </a:cubicBezTo>
                    <a:cubicBezTo>
                      <a:pt x="224" y="17"/>
                      <a:pt x="224" y="17"/>
                      <a:pt x="224" y="17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27" y="18"/>
                      <a:pt x="227" y="18"/>
                      <a:pt x="227" y="18"/>
                    </a:cubicBezTo>
                    <a:cubicBezTo>
                      <a:pt x="229" y="17"/>
                      <a:pt x="229" y="17"/>
                      <a:pt x="229" y="17"/>
                    </a:cubicBezTo>
                    <a:cubicBezTo>
                      <a:pt x="230" y="17"/>
                      <a:pt x="230" y="17"/>
                      <a:pt x="230" y="17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35" y="16"/>
                      <a:pt x="235" y="16"/>
                      <a:pt x="235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8" y="16"/>
                      <a:pt x="238" y="16"/>
                      <a:pt x="238" y="16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6"/>
                      <a:pt x="242" y="16"/>
                      <a:pt x="242" y="16"/>
                    </a:cubicBezTo>
                    <a:cubicBezTo>
                      <a:pt x="243" y="17"/>
                      <a:pt x="243" y="17"/>
                      <a:pt x="243" y="17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51" y="18"/>
                      <a:pt x="251" y="18"/>
                      <a:pt x="251" y="18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5" y="17"/>
                      <a:pt x="255" y="17"/>
                      <a:pt x="255" y="17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7" y="14"/>
                      <a:pt x="257" y="14"/>
                      <a:pt x="257" y="14"/>
                    </a:cubicBezTo>
                    <a:cubicBezTo>
                      <a:pt x="254" y="13"/>
                      <a:pt x="254" y="13"/>
                      <a:pt x="254" y="13"/>
                    </a:cubicBezTo>
                    <a:cubicBezTo>
                      <a:pt x="253" y="12"/>
                      <a:pt x="253" y="12"/>
                      <a:pt x="253" y="12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1" y="10"/>
                      <a:pt x="251" y="10"/>
                      <a:pt x="251" y="10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7" y="8"/>
                      <a:pt x="247" y="8"/>
                      <a:pt x="247" y="8"/>
                    </a:cubicBezTo>
                    <a:cubicBezTo>
                      <a:pt x="246" y="8"/>
                      <a:pt x="246" y="8"/>
                      <a:pt x="246" y="8"/>
                    </a:cubicBezTo>
                    <a:cubicBezTo>
                      <a:pt x="245" y="8"/>
                      <a:pt x="245" y="8"/>
                      <a:pt x="245" y="8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2" y="7"/>
                      <a:pt x="242" y="7"/>
                      <a:pt x="242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8" y="6"/>
                      <a:pt x="238" y="6"/>
                      <a:pt x="238" y="6"/>
                    </a:cubicBezTo>
                    <a:cubicBezTo>
                      <a:pt x="237" y="5"/>
                      <a:pt x="237" y="5"/>
                      <a:pt x="237" y="5"/>
                    </a:cubicBezTo>
                    <a:cubicBezTo>
                      <a:pt x="236" y="5"/>
                      <a:pt x="236" y="5"/>
                      <a:pt x="236" y="5"/>
                    </a:cubicBezTo>
                    <a:cubicBezTo>
                      <a:pt x="233" y="3"/>
                      <a:pt x="233" y="3"/>
                      <a:pt x="233" y="3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2"/>
                      <a:pt x="230" y="2"/>
                      <a:pt x="230" y="2"/>
                    </a:cubicBezTo>
                    <a:cubicBezTo>
                      <a:pt x="229" y="2"/>
                      <a:pt x="229" y="2"/>
                      <a:pt x="229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214" y="1"/>
                      <a:pt x="214" y="1"/>
                      <a:pt x="214" y="1"/>
                    </a:cubicBezTo>
                    <a:cubicBezTo>
                      <a:pt x="213" y="2"/>
                      <a:pt x="213" y="2"/>
                      <a:pt x="213" y="2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2" y="2"/>
                      <a:pt x="212" y="2"/>
                      <a:pt x="212" y="2"/>
                    </a:cubicBezTo>
                    <a:cubicBezTo>
                      <a:pt x="211" y="1"/>
                      <a:pt x="211" y="1"/>
                      <a:pt x="211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09" y="1"/>
                      <a:pt x="209" y="1"/>
                      <a:pt x="209" y="1"/>
                    </a:cubicBezTo>
                    <a:cubicBezTo>
                      <a:pt x="208" y="2"/>
                      <a:pt x="208" y="2"/>
                      <a:pt x="208" y="2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4" y="9"/>
                      <a:pt x="204" y="9"/>
                      <a:pt x="204" y="9"/>
                    </a:cubicBezTo>
                    <a:cubicBezTo>
                      <a:pt x="204" y="10"/>
                      <a:pt x="204" y="10"/>
                      <a:pt x="204" y="10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2" y="10"/>
                      <a:pt x="202" y="10"/>
                      <a:pt x="202" y="10"/>
                    </a:cubicBezTo>
                    <a:cubicBezTo>
                      <a:pt x="200" y="10"/>
                      <a:pt x="200" y="10"/>
                      <a:pt x="200" y="10"/>
                    </a:cubicBezTo>
                    <a:cubicBezTo>
                      <a:pt x="199" y="10"/>
                      <a:pt x="199" y="10"/>
                      <a:pt x="199" y="10"/>
                    </a:cubicBezTo>
                    <a:cubicBezTo>
                      <a:pt x="200" y="9"/>
                      <a:pt x="200" y="9"/>
                      <a:pt x="200" y="9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6"/>
                      <a:pt x="198" y="6"/>
                      <a:pt x="198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95" y="7"/>
                      <a:pt x="195" y="7"/>
                      <a:pt x="195" y="7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6" y="10"/>
                      <a:pt x="196" y="10"/>
                      <a:pt x="196" y="10"/>
                    </a:cubicBezTo>
                    <a:cubicBezTo>
                      <a:pt x="196" y="11"/>
                      <a:pt x="196" y="11"/>
                      <a:pt x="196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8" y="14"/>
                      <a:pt x="198" y="14"/>
                      <a:pt x="198" y="14"/>
                    </a:cubicBezTo>
                    <a:cubicBezTo>
                      <a:pt x="199" y="16"/>
                      <a:pt x="199" y="16"/>
                      <a:pt x="199" y="16"/>
                    </a:cubicBezTo>
                    <a:cubicBezTo>
                      <a:pt x="198" y="15"/>
                      <a:pt x="198" y="15"/>
                      <a:pt x="198" y="15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2" y="8"/>
                      <a:pt x="192" y="8"/>
                      <a:pt x="192" y="8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0" y="10"/>
                      <a:pt x="190" y="10"/>
                      <a:pt x="190" y="10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89" y="10"/>
                      <a:pt x="189" y="10"/>
                      <a:pt x="189" y="10"/>
                    </a:cubicBezTo>
                    <a:cubicBezTo>
                      <a:pt x="189" y="9"/>
                      <a:pt x="189" y="9"/>
                      <a:pt x="189" y="9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4" y="7"/>
                      <a:pt x="184" y="7"/>
                      <a:pt x="184" y="7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9"/>
                      <a:pt x="183" y="9"/>
                      <a:pt x="183" y="9"/>
                    </a:cubicBezTo>
                    <a:cubicBezTo>
                      <a:pt x="182" y="10"/>
                      <a:pt x="182" y="10"/>
                      <a:pt x="182" y="10"/>
                    </a:cubicBezTo>
                    <a:cubicBezTo>
                      <a:pt x="180" y="10"/>
                      <a:pt x="180" y="10"/>
                      <a:pt x="180" y="10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0" y="13"/>
                      <a:pt x="170" y="13"/>
                      <a:pt x="170" y="13"/>
                    </a:cubicBezTo>
                    <a:cubicBezTo>
                      <a:pt x="171" y="15"/>
                      <a:pt x="171" y="15"/>
                      <a:pt x="171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69" y="16"/>
                      <a:pt x="169" y="16"/>
                      <a:pt x="169" y="16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17"/>
                      <a:pt x="170" y="17"/>
                      <a:pt x="170" y="17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73" y="20"/>
                      <a:pt x="173" y="20"/>
                      <a:pt x="173" y="20"/>
                    </a:cubicBezTo>
                    <a:cubicBezTo>
                      <a:pt x="174" y="20"/>
                      <a:pt x="174" y="20"/>
                      <a:pt x="174" y="20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7" y="16"/>
                      <a:pt x="177" y="16"/>
                      <a:pt x="177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1"/>
                      <a:pt x="176" y="21"/>
                      <a:pt x="176" y="21"/>
                    </a:cubicBezTo>
                    <a:cubicBezTo>
                      <a:pt x="175" y="21"/>
                      <a:pt x="175" y="21"/>
                      <a:pt x="175" y="21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5"/>
                      <a:pt x="172" y="25"/>
                      <a:pt x="172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23"/>
                      <a:pt x="161" y="23"/>
                      <a:pt x="161" y="23"/>
                    </a:cubicBezTo>
                    <a:cubicBezTo>
                      <a:pt x="161" y="24"/>
                      <a:pt x="161" y="24"/>
                      <a:pt x="161" y="24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7"/>
                      <a:pt x="161" y="27"/>
                      <a:pt x="161" y="27"/>
                    </a:cubicBezTo>
                    <a:cubicBezTo>
                      <a:pt x="162" y="29"/>
                      <a:pt x="162" y="29"/>
                      <a:pt x="162" y="29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3" y="35"/>
                      <a:pt x="163" y="35"/>
                      <a:pt x="163" y="35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5" y="39"/>
                      <a:pt x="165" y="39"/>
                      <a:pt x="165" y="39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2"/>
                      <a:pt x="164" y="42"/>
                      <a:pt x="164" y="42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6" y="45"/>
                      <a:pt x="166" y="45"/>
                      <a:pt x="166" y="45"/>
                    </a:cubicBezTo>
                    <a:cubicBezTo>
                      <a:pt x="166" y="46"/>
                      <a:pt x="166" y="46"/>
                      <a:pt x="166" y="46"/>
                    </a:cubicBezTo>
                    <a:cubicBezTo>
                      <a:pt x="167" y="47"/>
                      <a:pt x="167" y="47"/>
                      <a:pt x="167" y="47"/>
                    </a:cubicBezTo>
                    <a:cubicBezTo>
                      <a:pt x="168" y="48"/>
                      <a:pt x="168" y="48"/>
                      <a:pt x="168" y="48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1" y="53"/>
                      <a:pt x="171" y="53"/>
                      <a:pt x="171" y="53"/>
                    </a:cubicBezTo>
                    <a:cubicBezTo>
                      <a:pt x="170" y="53"/>
                      <a:pt x="170" y="53"/>
                      <a:pt x="170" y="53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69" y="53"/>
                      <a:pt x="169" y="53"/>
                      <a:pt x="169" y="53"/>
                    </a:cubicBezTo>
                    <a:cubicBezTo>
                      <a:pt x="169" y="52"/>
                      <a:pt x="169" y="52"/>
                      <a:pt x="169" y="52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5" y="47"/>
                      <a:pt x="165" y="47"/>
                      <a:pt x="165" y="47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2" y="50"/>
                      <a:pt x="162" y="50"/>
                      <a:pt x="162" y="50"/>
                    </a:cubicBezTo>
                    <a:cubicBezTo>
                      <a:pt x="162" y="46"/>
                      <a:pt x="162" y="46"/>
                      <a:pt x="162" y="46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5"/>
                      <a:pt x="158" y="45"/>
                      <a:pt x="158" y="45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7" y="49"/>
                      <a:pt x="157" y="49"/>
                      <a:pt x="157" y="49"/>
                    </a:cubicBezTo>
                    <a:cubicBezTo>
                      <a:pt x="157" y="48"/>
                      <a:pt x="157" y="48"/>
                      <a:pt x="157" y="48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7" y="44"/>
                      <a:pt x="157" y="44"/>
                      <a:pt x="157" y="44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2"/>
                      <a:pt x="156" y="42"/>
                      <a:pt x="156" y="42"/>
                    </a:cubicBezTo>
                    <a:cubicBezTo>
                      <a:pt x="156" y="41"/>
                      <a:pt x="156" y="41"/>
                      <a:pt x="156" y="41"/>
                    </a:cubicBezTo>
                    <a:cubicBezTo>
                      <a:pt x="156" y="40"/>
                      <a:pt x="156" y="40"/>
                      <a:pt x="156" y="40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2" y="26"/>
                      <a:pt x="152" y="26"/>
                      <a:pt x="152" y="26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49" y="24"/>
                      <a:pt x="149" y="24"/>
                      <a:pt x="149" y="24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47" y="23"/>
                      <a:pt x="147" y="23"/>
                      <a:pt x="147" y="23"/>
                    </a:cubicBezTo>
                    <a:cubicBezTo>
                      <a:pt x="146" y="24"/>
                      <a:pt x="146" y="24"/>
                      <a:pt x="146" y="24"/>
                    </a:cubicBezTo>
                    <a:cubicBezTo>
                      <a:pt x="144" y="25"/>
                      <a:pt x="144" y="25"/>
                      <a:pt x="144" y="25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5"/>
                      <a:pt x="143" y="35"/>
                      <a:pt x="143" y="35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4" y="43"/>
                      <a:pt x="144" y="43"/>
                      <a:pt x="144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0" y="42"/>
                      <a:pt x="140" y="42"/>
                      <a:pt x="140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7" y="41"/>
                      <a:pt x="137" y="41"/>
                      <a:pt x="137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2"/>
                      <a:pt x="136" y="42"/>
                      <a:pt x="136" y="42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5" y="42"/>
                      <a:pt x="135" y="42"/>
                      <a:pt x="135" y="42"/>
                    </a:cubicBezTo>
                    <a:cubicBezTo>
                      <a:pt x="136" y="39"/>
                      <a:pt x="136" y="39"/>
                      <a:pt x="136" y="39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4" y="34"/>
                      <a:pt x="134" y="34"/>
                      <a:pt x="134" y="34"/>
                    </a:cubicBezTo>
                    <a:cubicBezTo>
                      <a:pt x="135" y="32"/>
                      <a:pt x="135" y="32"/>
                      <a:pt x="135" y="32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26" y="41"/>
                      <a:pt x="126" y="41"/>
                      <a:pt x="126" y="41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6" y="37"/>
                      <a:pt x="126" y="37"/>
                      <a:pt x="126" y="37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3"/>
                      <a:pt x="125" y="23"/>
                      <a:pt x="125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29"/>
                      <a:pt x="98" y="29"/>
                      <a:pt x="98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5"/>
                      <a:pt x="88" y="35"/>
                      <a:pt x="88" y="35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2"/>
                      <a:pt x="52" y="82"/>
                      <a:pt x="52" y="82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7" y="89"/>
                      <a:pt x="17" y="89"/>
                      <a:pt x="17" y="89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" y="100"/>
                      <a:pt x="1" y="100"/>
                      <a:pt x="1" y="100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18" y="119"/>
                      <a:pt x="18" y="119"/>
                      <a:pt x="18" y="119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5" y="128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2" y="139"/>
                      <a:pt x="2" y="139"/>
                      <a:pt x="2" y="139"/>
                    </a:cubicBezTo>
                    <a:cubicBezTo>
                      <a:pt x="4" y="140"/>
                      <a:pt x="4" y="140"/>
                      <a:pt x="4" y="140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5"/>
                      <a:pt x="6" y="145"/>
                      <a:pt x="6" y="145"/>
                    </a:cubicBezTo>
                    <a:cubicBezTo>
                      <a:pt x="8" y="145"/>
                      <a:pt x="8" y="145"/>
                      <a:pt x="8" y="145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0" y="148"/>
                      <a:pt x="10" y="148"/>
                      <a:pt x="10" y="148"/>
                    </a:cubicBez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4" y="151"/>
                      <a:pt x="14" y="151"/>
                      <a:pt x="14" y="151"/>
                    </a:cubicBezTo>
                    <a:cubicBezTo>
                      <a:pt x="15" y="150"/>
                      <a:pt x="15" y="150"/>
                      <a:pt x="15" y="150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6" y="145"/>
                      <a:pt x="16" y="145"/>
                      <a:pt x="16" y="145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18" y="147"/>
                      <a:pt x="18" y="147"/>
                      <a:pt x="18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7"/>
                      <a:pt x="20" y="147"/>
                      <a:pt x="20" y="147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2" y="150"/>
                      <a:pt x="22" y="150"/>
                      <a:pt x="22" y="150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7"/>
                      <a:pt x="29" y="147"/>
                      <a:pt x="29" y="147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7"/>
                      <a:pt x="32" y="147"/>
                      <a:pt x="32" y="147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40" y="150"/>
                      <a:pt x="40" y="150"/>
                      <a:pt x="40" y="150"/>
                    </a:cubicBezTo>
                    <a:cubicBezTo>
                      <a:pt x="42" y="150"/>
                      <a:pt x="42" y="150"/>
                      <a:pt x="42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4" y="151"/>
                      <a:pt x="44" y="151"/>
                      <a:pt x="44" y="151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4" y="159"/>
                      <a:pt x="54" y="159"/>
                      <a:pt x="54" y="159"/>
                    </a:cubicBezTo>
                    <a:cubicBezTo>
                      <a:pt x="55" y="161"/>
                      <a:pt x="55" y="161"/>
                      <a:pt x="55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5" y="165"/>
                      <a:pt x="55" y="165"/>
                      <a:pt x="55" y="165"/>
                    </a:cubicBezTo>
                    <a:cubicBezTo>
                      <a:pt x="54" y="165"/>
                      <a:pt x="54" y="165"/>
                      <a:pt x="54" y="165"/>
                    </a:cubicBezTo>
                    <a:cubicBezTo>
                      <a:pt x="54" y="167"/>
                      <a:pt x="54" y="167"/>
                      <a:pt x="54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2" y="169"/>
                      <a:pt x="52" y="169"/>
                      <a:pt x="52" y="169"/>
                    </a:cubicBezTo>
                    <a:cubicBezTo>
                      <a:pt x="52" y="170"/>
                      <a:pt x="52" y="170"/>
                      <a:pt x="52" y="170"/>
                    </a:cubicBezTo>
                    <a:cubicBezTo>
                      <a:pt x="53" y="171"/>
                      <a:pt x="53" y="171"/>
                      <a:pt x="53" y="171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6" y="174"/>
                      <a:pt x="56" y="174"/>
                      <a:pt x="56" y="174"/>
                    </a:cubicBezTo>
                    <a:cubicBezTo>
                      <a:pt x="57" y="175"/>
                      <a:pt x="57" y="175"/>
                      <a:pt x="57" y="175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9"/>
                      <a:pt x="57" y="179"/>
                      <a:pt x="57" y="179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7" y="181"/>
                      <a:pt x="57" y="181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4" y="180"/>
                      <a:pt x="54" y="180"/>
                      <a:pt x="54" y="180"/>
                    </a:cubicBezTo>
                    <a:cubicBezTo>
                      <a:pt x="52" y="181"/>
                      <a:pt x="52" y="181"/>
                      <a:pt x="52" y="181"/>
                    </a:cubicBezTo>
                    <a:cubicBezTo>
                      <a:pt x="53" y="183"/>
                      <a:pt x="53" y="183"/>
                      <a:pt x="53" y="183"/>
                    </a:cubicBezTo>
                    <a:cubicBezTo>
                      <a:pt x="54" y="183"/>
                      <a:pt x="54" y="183"/>
                      <a:pt x="54" y="183"/>
                    </a:cubicBezTo>
                    <a:cubicBezTo>
                      <a:pt x="55" y="183"/>
                      <a:pt x="55" y="183"/>
                      <a:pt x="55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8"/>
                      <a:pt x="57" y="188"/>
                      <a:pt x="57" y="188"/>
                    </a:cubicBezTo>
                    <a:cubicBezTo>
                      <a:pt x="56" y="188"/>
                      <a:pt x="56" y="188"/>
                      <a:pt x="56" y="188"/>
                    </a:cubicBezTo>
                    <a:cubicBezTo>
                      <a:pt x="55" y="189"/>
                      <a:pt x="55" y="189"/>
                      <a:pt x="55" y="189"/>
                    </a:cubicBezTo>
                    <a:cubicBezTo>
                      <a:pt x="54" y="190"/>
                      <a:pt x="54" y="190"/>
                      <a:pt x="54" y="190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7" y="190"/>
                      <a:pt x="57" y="190"/>
                      <a:pt x="57" y="190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9"/>
                      <a:pt x="59" y="189"/>
                      <a:pt x="59" y="189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91"/>
                      <a:pt x="59" y="191"/>
                      <a:pt x="59" y="191"/>
                    </a:cubicBezTo>
                    <a:cubicBezTo>
                      <a:pt x="59" y="192"/>
                      <a:pt x="59" y="192"/>
                      <a:pt x="59" y="192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9" y="194"/>
                      <a:pt x="59" y="194"/>
                      <a:pt x="59" y="194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7" y="192"/>
                      <a:pt x="57" y="192"/>
                      <a:pt x="57" y="192"/>
                    </a:cubicBezTo>
                    <a:cubicBezTo>
                      <a:pt x="56" y="192"/>
                      <a:pt x="56" y="192"/>
                      <a:pt x="56" y="192"/>
                    </a:cubicBezTo>
                    <a:cubicBezTo>
                      <a:pt x="55" y="193"/>
                      <a:pt x="55" y="193"/>
                      <a:pt x="55" y="193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6"/>
                      <a:pt x="59" y="196"/>
                      <a:pt x="59" y="196"/>
                    </a:cubicBezTo>
                    <a:cubicBezTo>
                      <a:pt x="58" y="197"/>
                      <a:pt x="58" y="197"/>
                      <a:pt x="58" y="197"/>
                    </a:cubicBezTo>
                    <a:cubicBezTo>
                      <a:pt x="58" y="199"/>
                      <a:pt x="58" y="199"/>
                      <a:pt x="58" y="199"/>
                    </a:cubicBezTo>
                    <a:cubicBezTo>
                      <a:pt x="59" y="200"/>
                      <a:pt x="59" y="200"/>
                      <a:pt x="59" y="200"/>
                    </a:cubicBezTo>
                    <a:cubicBezTo>
                      <a:pt x="58" y="201"/>
                      <a:pt x="58" y="201"/>
                      <a:pt x="58" y="201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4"/>
                      <a:pt x="59" y="204"/>
                      <a:pt x="59" y="204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7" y="201"/>
                      <a:pt x="57" y="201"/>
                      <a:pt x="57" y="201"/>
                    </a:cubicBezTo>
                    <a:cubicBezTo>
                      <a:pt x="56" y="199"/>
                      <a:pt x="56" y="199"/>
                      <a:pt x="56" y="199"/>
                    </a:cubicBezTo>
                    <a:cubicBezTo>
                      <a:pt x="56" y="201"/>
                      <a:pt x="56" y="201"/>
                      <a:pt x="56" y="201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6" y="205"/>
                      <a:pt x="56" y="205"/>
                      <a:pt x="56" y="205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6" y="207"/>
                      <a:pt x="56" y="207"/>
                      <a:pt x="56" y="207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5" y="210"/>
                      <a:pt x="55" y="210"/>
                      <a:pt x="55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7" y="211"/>
                      <a:pt x="57" y="211"/>
                      <a:pt x="57" y="211"/>
                    </a:cubicBezTo>
                    <a:cubicBezTo>
                      <a:pt x="57" y="211"/>
                      <a:pt x="58" y="211"/>
                      <a:pt x="58" y="211"/>
                    </a:cubicBezTo>
                    <a:cubicBezTo>
                      <a:pt x="59" y="211"/>
                      <a:pt x="59" y="211"/>
                      <a:pt x="59" y="211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60" y="210"/>
                      <a:pt x="60" y="210"/>
                      <a:pt x="60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0" y="212"/>
                      <a:pt x="60" y="212"/>
                      <a:pt x="60" y="212"/>
                    </a:cubicBezTo>
                    <a:cubicBezTo>
                      <a:pt x="61" y="213"/>
                      <a:pt x="61" y="213"/>
                      <a:pt x="61" y="213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60" y="216"/>
                      <a:pt x="60" y="216"/>
                      <a:pt x="60" y="216"/>
                    </a:cubicBezTo>
                    <a:cubicBezTo>
                      <a:pt x="59" y="217"/>
                      <a:pt x="59" y="217"/>
                      <a:pt x="59" y="217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2"/>
                      <a:pt x="59" y="212"/>
                      <a:pt x="59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3"/>
                      <a:pt x="56" y="213"/>
                      <a:pt x="56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2"/>
                      <a:pt x="55" y="212"/>
                      <a:pt x="55" y="212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1" y="213"/>
                      <a:pt x="51" y="213"/>
                      <a:pt x="51" y="213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5" y="214"/>
                      <a:pt x="55" y="214"/>
                      <a:pt x="55" y="214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4" y="215"/>
                      <a:pt x="54" y="215"/>
                      <a:pt x="54" y="215"/>
                    </a:cubicBezTo>
                    <a:cubicBezTo>
                      <a:pt x="54" y="216"/>
                      <a:pt x="54" y="216"/>
                      <a:pt x="54" y="216"/>
                    </a:cubicBezTo>
                    <a:cubicBezTo>
                      <a:pt x="54" y="217"/>
                      <a:pt x="54" y="217"/>
                      <a:pt x="54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8"/>
                      <a:pt x="53" y="218"/>
                      <a:pt x="53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3" y="220"/>
                      <a:pt x="53" y="220"/>
                      <a:pt x="53" y="220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3" y="221"/>
                      <a:pt x="53" y="221"/>
                      <a:pt x="53" y="221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1" y="221"/>
                      <a:pt x="51" y="221"/>
                      <a:pt x="51" y="221"/>
                    </a:cubicBezTo>
                    <a:cubicBezTo>
                      <a:pt x="51" y="225"/>
                      <a:pt x="51" y="225"/>
                      <a:pt x="51" y="225"/>
                    </a:cubicBezTo>
                    <a:cubicBezTo>
                      <a:pt x="53" y="224"/>
                      <a:pt x="53" y="224"/>
                      <a:pt x="53" y="224"/>
                    </a:cubicBezTo>
                    <a:cubicBezTo>
                      <a:pt x="54" y="223"/>
                      <a:pt x="54" y="223"/>
                      <a:pt x="54" y="223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6" y="222"/>
                      <a:pt x="56" y="222"/>
                      <a:pt x="56" y="222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5" y="223"/>
                      <a:pt x="55" y="223"/>
                      <a:pt x="55" y="223"/>
                    </a:cubicBezTo>
                    <a:cubicBezTo>
                      <a:pt x="54" y="224"/>
                      <a:pt x="54" y="224"/>
                      <a:pt x="54" y="224"/>
                    </a:cubicBezTo>
                    <a:cubicBezTo>
                      <a:pt x="52" y="225"/>
                      <a:pt x="52" y="225"/>
                      <a:pt x="52" y="225"/>
                    </a:cubicBezTo>
                    <a:cubicBezTo>
                      <a:pt x="52" y="227"/>
                      <a:pt x="52" y="227"/>
                      <a:pt x="52" y="227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5" y="228"/>
                      <a:pt x="55" y="228"/>
                      <a:pt x="55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0" y="227"/>
                      <a:pt x="50" y="227"/>
                      <a:pt x="50" y="227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49" y="230"/>
                      <a:pt x="49" y="230"/>
                      <a:pt x="49" y="230"/>
                    </a:cubicBezTo>
                    <a:cubicBezTo>
                      <a:pt x="49" y="231"/>
                      <a:pt x="49" y="231"/>
                      <a:pt x="49" y="231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3"/>
                      <a:pt x="50" y="233"/>
                      <a:pt x="50" y="233"/>
                    </a:cubicBezTo>
                    <a:cubicBezTo>
                      <a:pt x="50" y="236"/>
                      <a:pt x="50" y="236"/>
                      <a:pt x="50" y="236"/>
                    </a:cubicBezTo>
                    <a:cubicBezTo>
                      <a:pt x="52" y="236"/>
                      <a:pt x="52" y="236"/>
                      <a:pt x="52" y="236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3" y="236"/>
                      <a:pt x="53" y="236"/>
                      <a:pt x="53" y="236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3" y="238"/>
                      <a:pt x="53" y="238"/>
                      <a:pt x="53" y="238"/>
                    </a:cubicBezTo>
                    <a:cubicBezTo>
                      <a:pt x="56" y="238"/>
                      <a:pt x="56" y="238"/>
                      <a:pt x="56" y="238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8" y="237"/>
                      <a:pt x="58" y="237"/>
                      <a:pt x="58" y="237"/>
                    </a:cubicBezTo>
                    <a:cubicBezTo>
                      <a:pt x="59" y="237"/>
                      <a:pt x="59" y="237"/>
                      <a:pt x="59" y="237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0" y="233"/>
                      <a:pt x="60" y="233"/>
                      <a:pt x="60" y="233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5"/>
                      <a:pt x="62" y="235"/>
                      <a:pt x="62" y="235"/>
                    </a:cubicBezTo>
                    <a:cubicBezTo>
                      <a:pt x="62" y="236"/>
                      <a:pt x="62" y="236"/>
                      <a:pt x="62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6" y="233"/>
                      <a:pt x="66" y="233"/>
                      <a:pt x="66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8" y="234"/>
                      <a:pt x="68" y="234"/>
                      <a:pt x="68" y="234"/>
                    </a:cubicBezTo>
                    <a:cubicBezTo>
                      <a:pt x="69" y="235"/>
                      <a:pt x="69" y="235"/>
                      <a:pt x="69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5" y="236"/>
                      <a:pt x="65" y="236"/>
                      <a:pt x="65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5" y="238"/>
                      <a:pt x="65" y="238"/>
                      <a:pt x="65" y="238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3" y="238"/>
                      <a:pt x="63" y="238"/>
                      <a:pt x="63" y="238"/>
                    </a:cubicBezTo>
                    <a:cubicBezTo>
                      <a:pt x="62" y="241"/>
                      <a:pt x="62" y="241"/>
                      <a:pt x="62" y="241"/>
                    </a:cubicBezTo>
                    <a:cubicBezTo>
                      <a:pt x="63" y="242"/>
                      <a:pt x="63" y="242"/>
                      <a:pt x="63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3"/>
                      <a:pt x="65" y="243"/>
                      <a:pt x="65" y="243"/>
                    </a:cubicBezTo>
                    <a:cubicBezTo>
                      <a:pt x="67" y="243"/>
                      <a:pt x="67" y="243"/>
                      <a:pt x="67" y="243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8" y="243"/>
                      <a:pt x="68" y="243"/>
                      <a:pt x="68" y="243"/>
                    </a:cubicBezTo>
                    <a:cubicBezTo>
                      <a:pt x="67" y="244"/>
                      <a:pt x="67" y="244"/>
                      <a:pt x="67" y="244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6" y="245"/>
                      <a:pt x="66" y="245"/>
                      <a:pt x="66" y="245"/>
                    </a:cubicBezTo>
                    <a:cubicBezTo>
                      <a:pt x="65" y="246"/>
                      <a:pt x="65" y="246"/>
                      <a:pt x="65" y="246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8"/>
                      <a:pt x="69" y="248"/>
                      <a:pt x="69" y="248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7" y="248"/>
                      <a:pt x="67" y="248"/>
                      <a:pt x="67" y="248"/>
                    </a:cubicBezTo>
                    <a:cubicBezTo>
                      <a:pt x="67" y="250"/>
                      <a:pt x="67" y="250"/>
                      <a:pt x="67" y="250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70" y="254"/>
                      <a:pt x="70" y="254"/>
                      <a:pt x="70" y="254"/>
                    </a:cubicBezTo>
                    <a:cubicBezTo>
                      <a:pt x="69" y="253"/>
                      <a:pt x="69" y="253"/>
                      <a:pt x="69" y="253"/>
                    </a:cubicBezTo>
                    <a:cubicBezTo>
                      <a:pt x="68" y="252"/>
                      <a:pt x="68" y="252"/>
                      <a:pt x="68" y="252"/>
                    </a:cubicBezTo>
                    <a:cubicBezTo>
                      <a:pt x="67" y="249"/>
                      <a:pt x="67" y="249"/>
                      <a:pt x="67" y="249"/>
                    </a:cubicBezTo>
                    <a:cubicBezTo>
                      <a:pt x="66" y="248"/>
                      <a:pt x="66" y="248"/>
                      <a:pt x="66" y="248"/>
                    </a:cubicBezTo>
                    <a:cubicBezTo>
                      <a:pt x="65" y="248"/>
                      <a:pt x="65" y="248"/>
                      <a:pt x="65" y="248"/>
                    </a:cubicBezTo>
                    <a:cubicBezTo>
                      <a:pt x="64" y="247"/>
                      <a:pt x="64" y="247"/>
                      <a:pt x="64" y="247"/>
                    </a:cubicBezTo>
                    <a:cubicBezTo>
                      <a:pt x="63" y="247"/>
                      <a:pt x="63" y="247"/>
                      <a:pt x="63" y="247"/>
                    </a:cubicBezTo>
                    <a:cubicBezTo>
                      <a:pt x="62" y="247"/>
                      <a:pt x="62" y="247"/>
                      <a:pt x="62" y="247"/>
                    </a:cubicBezTo>
                    <a:cubicBezTo>
                      <a:pt x="61" y="246"/>
                      <a:pt x="61" y="246"/>
                      <a:pt x="61" y="246"/>
                    </a:cubicBezTo>
                    <a:cubicBezTo>
                      <a:pt x="59" y="246"/>
                      <a:pt x="59" y="246"/>
                      <a:pt x="59" y="246"/>
                    </a:cubicBezTo>
                    <a:cubicBezTo>
                      <a:pt x="57" y="245"/>
                      <a:pt x="57" y="245"/>
                      <a:pt x="57" y="245"/>
                    </a:cubicBezTo>
                    <a:cubicBezTo>
                      <a:pt x="56" y="244"/>
                      <a:pt x="56" y="244"/>
                      <a:pt x="56" y="244"/>
                    </a:cubicBezTo>
                    <a:cubicBezTo>
                      <a:pt x="55" y="244"/>
                      <a:pt x="55" y="244"/>
                      <a:pt x="55" y="244"/>
                    </a:cubicBezTo>
                    <a:cubicBezTo>
                      <a:pt x="54" y="244"/>
                      <a:pt x="54" y="244"/>
                      <a:pt x="54" y="244"/>
                    </a:cubicBezTo>
                    <a:cubicBezTo>
                      <a:pt x="52" y="245"/>
                      <a:pt x="52" y="245"/>
                      <a:pt x="52" y="245"/>
                    </a:cubicBezTo>
                    <a:cubicBezTo>
                      <a:pt x="50" y="246"/>
                      <a:pt x="50" y="246"/>
                      <a:pt x="50" y="246"/>
                    </a:cubicBezTo>
                    <a:cubicBezTo>
                      <a:pt x="50" y="247"/>
                      <a:pt x="50" y="247"/>
                      <a:pt x="50" y="247"/>
                    </a:cubicBezTo>
                    <a:cubicBezTo>
                      <a:pt x="51" y="248"/>
                      <a:pt x="51" y="248"/>
                      <a:pt x="51" y="248"/>
                    </a:cubicBezTo>
                    <a:cubicBezTo>
                      <a:pt x="52" y="249"/>
                      <a:pt x="52" y="249"/>
                      <a:pt x="52" y="249"/>
                    </a:cubicBezTo>
                    <a:cubicBezTo>
                      <a:pt x="53" y="251"/>
                      <a:pt x="53" y="251"/>
                      <a:pt x="53" y="251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3" y="252"/>
                      <a:pt x="53" y="252"/>
                      <a:pt x="53" y="252"/>
                    </a:cubicBezTo>
                    <a:cubicBezTo>
                      <a:pt x="51" y="252"/>
                      <a:pt x="51" y="252"/>
                      <a:pt x="51" y="252"/>
                    </a:cubicBezTo>
                    <a:cubicBezTo>
                      <a:pt x="49" y="251"/>
                      <a:pt x="49" y="251"/>
                      <a:pt x="49" y="251"/>
                    </a:cubicBezTo>
                    <a:cubicBezTo>
                      <a:pt x="49" y="253"/>
                      <a:pt x="49" y="253"/>
                      <a:pt x="49" y="253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47" y="257"/>
                      <a:pt x="47" y="257"/>
                      <a:pt x="47" y="257"/>
                    </a:cubicBezTo>
                    <a:cubicBezTo>
                      <a:pt x="48" y="257"/>
                      <a:pt x="48" y="257"/>
                      <a:pt x="48" y="257"/>
                    </a:cubicBezTo>
                    <a:cubicBezTo>
                      <a:pt x="47" y="258"/>
                      <a:pt x="47" y="258"/>
                      <a:pt x="47" y="258"/>
                    </a:cubicBezTo>
                    <a:cubicBezTo>
                      <a:pt x="47" y="259"/>
                      <a:pt x="47" y="259"/>
                      <a:pt x="47" y="25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47" y="261"/>
                      <a:pt x="47" y="261"/>
                      <a:pt x="47" y="261"/>
                    </a:cubicBezTo>
                    <a:cubicBezTo>
                      <a:pt x="46" y="262"/>
                      <a:pt x="46" y="262"/>
                      <a:pt x="46" y="262"/>
                    </a:cubicBezTo>
                    <a:cubicBezTo>
                      <a:pt x="47" y="264"/>
                      <a:pt x="47" y="264"/>
                      <a:pt x="47" y="264"/>
                    </a:cubicBezTo>
                    <a:cubicBezTo>
                      <a:pt x="50" y="265"/>
                      <a:pt x="50" y="265"/>
                      <a:pt x="50" y="265"/>
                    </a:cubicBezTo>
                    <a:cubicBezTo>
                      <a:pt x="48" y="265"/>
                      <a:pt x="48" y="265"/>
                      <a:pt x="48" y="265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9" y="268"/>
                      <a:pt x="49" y="268"/>
                      <a:pt x="49" y="268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54" y="270"/>
                      <a:pt x="54" y="270"/>
                      <a:pt x="54" y="270"/>
                    </a:cubicBezTo>
                    <a:cubicBezTo>
                      <a:pt x="55" y="269"/>
                      <a:pt x="55" y="269"/>
                      <a:pt x="55" y="269"/>
                    </a:cubicBezTo>
                    <a:cubicBezTo>
                      <a:pt x="58" y="268"/>
                      <a:pt x="58" y="268"/>
                      <a:pt x="58" y="268"/>
                    </a:cubicBezTo>
                    <a:cubicBezTo>
                      <a:pt x="61" y="268"/>
                      <a:pt x="61" y="268"/>
                      <a:pt x="61" y="268"/>
                    </a:cubicBezTo>
                    <a:cubicBezTo>
                      <a:pt x="64" y="266"/>
                      <a:pt x="64" y="266"/>
                      <a:pt x="64" y="266"/>
                    </a:cubicBezTo>
                    <a:cubicBezTo>
                      <a:pt x="63" y="263"/>
                      <a:pt x="63" y="263"/>
                      <a:pt x="63" y="263"/>
                    </a:cubicBezTo>
                    <a:cubicBezTo>
                      <a:pt x="62" y="261"/>
                      <a:pt x="62" y="261"/>
                      <a:pt x="62" y="261"/>
                    </a:cubicBezTo>
                    <a:cubicBezTo>
                      <a:pt x="61" y="261"/>
                      <a:pt x="61" y="261"/>
                      <a:pt x="61" y="261"/>
                    </a:cubicBezTo>
                    <a:cubicBezTo>
                      <a:pt x="60" y="260"/>
                      <a:pt x="60" y="260"/>
                      <a:pt x="60" y="260"/>
                    </a:cubicBezTo>
                    <a:cubicBezTo>
                      <a:pt x="59" y="257"/>
                      <a:pt x="59" y="257"/>
                      <a:pt x="59" y="257"/>
                    </a:cubicBezTo>
                    <a:cubicBezTo>
                      <a:pt x="57" y="254"/>
                      <a:pt x="57" y="254"/>
                      <a:pt x="57" y="254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4" y="253"/>
                      <a:pt x="54" y="253"/>
                      <a:pt x="54" y="253"/>
                    </a:cubicBezTo>
                    <a:cubicBezTo>
                      <a:pt x="56" y="254"/>
                      <a:pt x="56" y="254"/>
                      <a:pt x="56" y="254"/>
                    </a:cubicBezTo>
                    <a:cubicBezTo>
                      <a:pt x="59" y="255"/>
                      <a:pt x="59" y="255"/>
                      <a:pt x="59" y="255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61" y="257"/>
                      <a:pt x="61" y="257"/>
                      <a:pt x="61" y="257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9"/>
                      <a:pt x="62" y="259"/>
                      <a:pt x="62" y="259"/>
                    </a:cubicBezTo>
                    <a:cubicBezTo>
                      <a:pt x="63" y="259"/>
                      <a:pt x="63" y="259"/>
                      <a:pt x="63" y="259"/>
                    </a:cubicBezTo>
                    <a:cubicBezTo>
                      <a:pt x="64" y="260"/>
                      <a:pt x="64" y="260"/>
                      <a:pt x="64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7" y="260"/>
                      <a:pt x="67" y="260"/>
                      <a:pt x="67" y="260"/>
                    </a:cubicBezTo>
                    <a:cubicBezTo>
                      <a:pt x="68" y="260"/>
                      <a:pt x="68" y="260"/>
                      <a:pt x="68" y="260"/>
                    </a:cubicBezTo>
                    <a:cubicBezTo>
                      <a:pt x="69" y="260"/>
                      <a:pt x="69" y="260"/>
                      <a:pt x="69" y="260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7" y="261"/>
                      <a:pt x="67" y="261"/>
                      <a:pt x="67" y="261"/>
                    </a:cubicBezTo>
                    <a:cubicBezTo>
                      <a:pt x="66" y="262"/>
                      <a:pt x="66" y="262"/>
                      <a:pt x="66" y="262"/>
                    </a:cubicBezTo>
                    <a:cubicBezTo>
                      <a:pt x="66" y="263"/>
                      <a:pt x="66" y="263"/>
                      <a:pt x="66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6" y="265"/>
                      <a:pt x="66" y="265"/>
                      <a:pt x="66" y="265"/>
                    </a:cubicBezTo>
                    <a:cubicBezTo>
                      <a:pt x="67" y="266"/>
                      <a:pt x="67" y="266"/>
                      <a:pt x="67" y="266"/>
                    </a:cubicBezTo>
                    <a:cubicBezTo>
                      <a:pt x="69" y="265"/>
                      <a:pt x="69" y="265"/>
                      <a:pt x="69" y="265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70" y="261"/>
                      <a:pt x="70" y="261"/>
                      <a:pt x="70" y="261"/>
                    </a:cubicBez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1" y="264"/>
                      <a:pt x="71" y="264"/>
                      <a:pt x="71" y="264"/>
                    </a:cubicBezTo>
                    <a:cubicBezTo>
                      <a:pt x="70" y="264"/>
                      <a:pt x="70" y="264"/>
                      <a:pt x="70" y="264"/>
                    </a:cubicBezTo>
                    <a:cubicBezTo>
                      <a:pt x="69" y="266"/>
                      <a:pt x="69" y="266"/>
                      <a:pt x="69" y="266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8" y="269"/>
                      <a:pt x="68" y="269"/>
                      <a:pt x="68" y="269"/>
                    </a:cubicBezTo>
                    <a:cubicBezTo>
                      <a:pt x="67" y="269"/>
                      <a:pt x="67" y="269"/>
                      <a:pt x="67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6" y="271"/>
                      <a:pt x="66" y="271"/>
                      <a:pt x="66" y="271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4" y="271"/>
                      <a:pt x="64" y="271"/>
                      <a:pt x="64" y="271"/>
                    </a:cubicBezTo>
                    <a:cubicBezTo>
                      <a:pt x="65" y="273"/>
                      <a:pt x="65" y="273"/>
                      <a:pt x="65" y="273"/>
                    </a:cubicBezTo>
                    <a:cubicBezTo>
                      <a:pt x="64" y="275"/>
                      <a:pt x="64" y="275"/>
                      <a:pt x="64" y="275"/>
                    </a:cubicBezTo>
                    <a:cubicBezTo>
                      <a:pt x="63" y="277"/>
                      <a:pt x="63" y="277"/>
                      <a:pt x="63" y="277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3" y="278"/>
                      <a:pt x="63" y="278"/>
                      <a:pt x="63" y="278"/>
                    </a:cubicBezTo>
                    <a:cubicBezTo>
                      <a:pt x="63" y="279"/>
                      <a:pt x="63" y="279"/>
                      <a:pt x="63" y="279"/>
                    </a:cubicBezTo>
                    <a:cubicBezTo>
                      <a:pt x="62" y="279"/>
                      <a:pt x="62" y="279"/>
                      <a:pt x="62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2" y="278"/>
                      <a:pt x="62" y="278"/>
                      <a:pt x="62" y="278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8" y="276"/>
                      <a:pt x="58" y="276"/>
                      <a:pt x="58" y="276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54" y="276"/>
                      <a:pt x="54" y="276"/>
                      <a:pt x="54" y="276"/>
                    </a:cubicBezTo>
                    <a:cubicBezTo>
                      <a:pt x="54" y="277"/>
                      <a:pt x="54" y="277"/>
                      <a:pt x="54" y="277"/>
                    </a:cubicBezTo>
                    <a:cubicBezTo>
                      <a:pt x="56" y="278"/>
                      <a:pt x="56" y="278"/>
                      <a:pt x="56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6" y="279"/>
                      <a:pt x="56" y="279"/>
                      <a:pt x="56" y="279"/>
                    </a:cubicBezTo>
                    <a:cubicBezTo>
                      <a:pt x="55" y="279"/>
                      <a:pt x="55" y="279"/>
                      <a:pt x="55" y="279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52" y="278"/>
                      <a:pt x="52" y="278"/>
                      <a:pt x="52" y="278"/>
                    </a:cubicBezTo>
                    <a:cubicBezTo>
                      <a:pt x="51" y="279"/>
                      <a:pt x="51" y="279"/>
                      <a:pt x="51" y="279"/>
                    </a:cubicBezTo>
                    <a:cubicBezTo>
                      <a:pt x="52" y="280"/>
                      <a:pt x="52" y="280"/>
                      <a:pt x="52" y="280"/>
                    </a:cubicBezTo>
                    <a:cubicBezTo>
                      <a:pt x="54" y="280"/>
                      <a:pt x="54" y="280"/>
                      <a:pt x="54" y="280"/>
                    </a:cubicBezTo>
                    <a:cubicBezTo>
                      <a:pt x="51" y="281"/>
                      <a:pt x="51" y="281"/>
                      <a:pt x="51" y="281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5" y="283"/>
                      <a:pt x="55" y="283"/>
                      <a:pt x="55" y="283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6" y="284"/>
                      <a:pt x="56" y="284"/>
                      <a:pt x="56" y="284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60" y="286"/>
                      <a:pt x="60" y="286"/>
                      <a:pt x="60" y="286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5"/>
                      <a:pt x="60" y="285"/>
                      <a:pt x="60" y="285"/>
                    </a:cubicBezTo>
                    <a:cubicBezTo>
                      <a:pt x="61" y="285"/>
                      <a:pt x="61" y="285"/>
                      <a:pt x="61" y="285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1" y="286"/>
                      <a:pt x="61" y="286"/>
                      <a:pt x="61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7"/>
                      <a:pt x="58" y="287"/>
                      <a:pt x="58" y="287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5" y="285"/>
                      <a:pt x="55" y="285"/>
                      <a:pt x="55" y="285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2" y="283"/>
                      <a:pt x="52" y="283"/>
                      <a:pt x="52" y="283"/>
                    </a:cubicBezTo>
                    <a:cubicBezTo>
                      <a:pt x="50" y="282"/>
                      <a:pt x="50" y="282"/>
                      <a:pt x="50" y="282"/>
                    </a:cubicBezTo>
                    <a:cubicBezTo>
                      <a:pt x="49" y="283"/>
                      <a:pt x="49" y="283"/>
                      <a:pt x="49" y="283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1" y="286"/>
                      <a:pt x="51" y="286"/>
                      <a:pt x="51" y="286"/>
                    </a:cubicBezTo>
                    <a:cubicBezTo>
                      <a:pt x="50" y="286"/>
                      <a:pt x="50" y="286"/>
                      <a:pt x="50" y="286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9" y="288"/>
                      <a:pt x="49" y="288"/>
                      <a:pt x="49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9"/>
                      <a:pt x="48" y="289"/>
                      <a:pt x="48" y="289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90"/>
                      <a:pt x="44" y="290"/>
                      <a:pt x="44" y="290"/>
                    </a:cubicBezTo>
                    <a:cubicBezTo>
                      <a:pt x="44" y="291"/>
                      <a:pt x="44" y="291"/>
                      <a:pt x="44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1"/>
                      <a:pt x="45" y="291"/>
                      <a:pt x="45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3"/>
                      <a:pt x="45" y="293"/>
                      <a:pt x="45" y="293"/>
                    </a:cubicBezTo>
                    <a:cubicBezTo>
                      <a:pt x="46" y="294"/>
                      <a:pt x="46" y="294"/>
                      <a:pt x="46" y="294"/>
                    </a:cubicBezTo>
                    <a:cubicBezTo>
                      <a:pt x="45" y="294"/>
                      <a:pt x="45" y="294"/>
                      <a:pt x="45" y="294"/>
                    </a:cubicBezTo>
                    <a:cubicBezTo>
                      <a:pt x="44" y="295"/>
                      <a:pt x="44" y="295"/>
                      <a:pt x="44" y="295"/>
                    </a:cubicBezTo>
                    <a:cubicBezTo>
                      <a:pt x="43" y="296"/>
                      <a:pt x="43" y="296"/>
                      <a:pt x="43" y="296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3" y="298"/>
                      <a:pt x="43" y="298"/>
                      <a:pt x="43" y="298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1" y="299"/>
                      <a:pt x="41" y="299"/>
                      <a:pt x="41" y="299"/>
                    </a:cubicBezTo>
                    <a:cubicBezTo>
                      <a:pt x="41" y="301"/>
                      <a:pt x="41" y="301"/>
                      <a:pt x="41" y="301"/>
                    </a:cubicBezTo>
                    <a:cubicBezTo>
                      <a:pt x="42" y="302"/>
                      <a:pt x="42" y="302"/>
                      <a:pt x="42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3" y="302"/>
                      <a:pt x="43" y="302"/>
                      <a:pt x="43" y="302"/>
                    </a:cubicBezTo>
                    <a:cubicBezTo>
                      <a:pt x="43" y="303"/>
                      <a:pt x="43" y="303"/>
                      <a:pt x="43" y="303"/>
                    </a:cubicBezTo>
                    <a:cubicBezTo>
                      <a:pt x="43" y="304"/>
                      <a:pt x="43" y="304"/>
                      <a:pt x="43" y="304"/>
                    </a:cubicBezTo>
                    <a:cubicBezTo>
                      <a:pt x="41" y="305"/>
                      <a:pt x="41" y="305"/>
                      <a:pt x="41" y="305"/>
                    </a:cubicBezTo>
                    <a:cubicBezTo>
                      <a:pt x="43" y="305"/>
                      <a:pt x="43" y="305"/>
                      <a:pt x="43" y="305"/>
                    </a:cubicBezTo>
                    <a:cubicBezTo>
                      <a:pt x="43" y="306"/>
                      <a:pt x="43" y="306"/>
                      <a:pt x="43" y="306"/>
                    </a:cubicBezTo>
                    <a:cubicBezTo>
                      <a:pt x="43" y="307"/>
                      <a:pt x="43" y="307"/>
                      <a:pt x="43" y="307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41" y="311"/>
                      <a:pt x="41" y="311"/>
                      <a:pt x="41" y="311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5" y="312"/>
                      <a:pt x="45" y="312"/>
                      <a:pt x="45" y="312"/>
                    </a:cubicBezTo>
                    <a:cubicBezTo>
                      <a:pt x="44" y="312"/>
                      <a:pt x="44" y="312"/>
                      <a:pt x="44" y="312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6"/>
                      <a:pt x="43" y="316"/>
                      <a:pt x="43" y="316"/>
                    </a:cubicBezTo>
                    <a:cubicBezTo>
                      <a:pt x="42" y="316"/>
                      <a:pt x="42" y="316"/>
                      <a:pt x="42" y="316"/>
                    </a:cubicBezTo>
                    <a:cubicBezTo>
                      <a:pt x="42" y="317"/>
                      <a:pt x="42" y="317"/>
                      <a:pt x="42" y="317"/>
                    </a:cubicBezTo>
                    <a:cubicBezTo>
                      <a:pt x="43" y="318"/>
                      <a:pt x="43" y="318"/>
                      <a:pt x="43" y="318"/>
                    </a:cubicBezTo>
                    <a:cubicBezTo>
                      <a:pt x="41" y="318"/>
                      <a:pt x="41" y="318"/>
                      <a:pt x="41" y="318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1" y="322"/>
                      <a:pt x="41" y="322"/>
                      <a:pt x="41" y="322"/>
                    </a:cubicBezTo>
                    <a:cubicBezTo>
                      <a:pt x="43" y="322"/>
                      <a:pt x="43" y="322"/>
                      <a:pt x="43" y="322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4" y="321"/>
                      <a:pt x="44" y="321"/>
                      <a:pt x="44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3" y="323"/>
                      <a:pt x="43" y="323"/>
                      <a:pt x="43" y="323"/>
                    </a:cubicBezTo>
                    <a:cubicBezTo>
                      <a:pt x="44" y="325"/>
                      <a:pt x="44" y="325"/>
                      <a:pt x="44" y="325"/>
                    </a:cubicBezTo>
                    <a:cubicBezTo>
                      <a:pt x="45" y="325"/>
                      <a:pt x="45" y="325"/>
                      <a:pt x="45" y="325"/>
                    </a:cubicBezTo>
                    <a:cubicBezTo>
                      <a:pt x="46" y="324"/>
                      <a:pt x="46" y="324"/>
                      <a:pt x="46" y="324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8"/>
                      <a:pt x="45" y="328"/>
                      <a:pt x="45" y="328"/>
                    </a:cubicBezTo>
                    <a:cubicBezTo>
                      <a:pt x="46" y="330"/>
                      <a:pt x="46" y="330"/>
                      <a:pt x="46" y="330"/>
                    </a:cubicBezTo>
                    <a:cubicBezTo>
                      <a:pt x="45" y="330"/>
                      <a:pt x="45" y="330"/>
                      <a:pt x="45" y="330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5" y="332"/>
                      <a:pt x="45" y="332"/>
                      <a:pt x="45" y="332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5"/>
                      <a:pt x="45" y="335"/>
                      <a:pt x="45" y="335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6"/>
                      <a:pt x="48" y="336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6" y="340"/>
                      <a:pt x="46" y="340"/>
                      <a:pt x="46" y="340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6" y="343"/>
                      <a:pt x="46" y="343"/>
                      <a:pt x="46" y="343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8" y="346"/>
                      <a:pt x="48" y="346"/>
                      <a:pt x="48" y="346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7" y="350"/>
                      <a:pt x="47" y="350"/>
                      <a:pt x="47" y="350"/>
                    </a:cubicBezTo>
                    <a:cubicBezTo>
                      <a:pt x="48" y="351"/>
                      <a:pt x="48" y="351"/>
                      <a:pt x="48" y="351"/>
                    </a:cubicBezTo>
                    <a:cubicBezTo>
                      <a:pt x="49" y="351"/>
                      <a:pt x="49" y="351"/>
                      <a:pt x="49" y="351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2" y="350"/>
                      <a:pt x="52" y="350"/>
                      <a:pt x="52" y="350"/>
                    </a:cubicBezTo>
                    <a:cubicBezTo>
                      <a:pt x="50" y="351"/>
                      <a:pt x="50" y="351"/>
                      <a:pt x="50" y="351"/>
                    </a:cubicBezTo>
                    <a:cubicBezTo>
                      <a:pt x="50" y="352"/>
                      <a:pt x="50" y="352"/>
                      <a:pt x="50" y="352"/>
                    </a:cubicBezTo>
                    <a:cubicBezTo>
                      <a:pt x="50" y="354"/>
                      <a:pt x="50" y="354"/>
                      <a:pt x="50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4" y="356"/>
                      <a:pt x="54" y="356"/>
                      <a:pt x="54" y="356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1" y="358"/>
                      <a:pt x="51" y="358"/>
                      <a:pt x="51" y="358"/>
                    </a:cubicBezTo>
                    <a:cubicBezTo>
                      <a:pt x="51" y="359"/>
                      <a:pt x="51" y="359"/>
                      <a:pt x="51" y="359"/>
                    </a:cubicBezTo>
                    <a:cubicBezTo>
                      <a:pt x="51" y="360"/>
                      <a:pt x="51" y="360"/>
                      <a:pt x="51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4" y="362"/>
                      <a:pt x="54" y="362"/>
                      <a:pt x="54" y="362"/>
                    </a:cubicBezTo>
                    <a:cubicBezTo>
                      <a:pt x="55" y="362"/>
                      <a:pt x="55" y="362"/>
                      <a:pt x="55" y="362"/>
                    </a:cubicBezTo>
                    <a:cubicBezTo>
                      <a:pt x="54" y="363"/>
                      <a:pt x="54" y="363"/>
                      <a:pt x="54" y="363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2" y="366"/>
                      <a:pt x="52" y="366"/>
                      <a:pt x="52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5"/>
                      <a:pt x="57" y="365"/>
                      <a:pt x="57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4" y="366"/>
                      <a:pt x="54" y="366"/>
                      <a:pt x="54" y="366"/>
                    </a:cubicBezTo>
                    <a:cubicBezTo>
                      <a:pt x="53" y="367"/>
                      <a:pt x="53" y="367"/>
                      <a:pt x="53" y="367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6" y="368"/>
                      <a:pt x="56" y="368"/>
                      <a:pt x="56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5" y="369"/>
                      <a:pt x="55" y="369"/>
                      <a:pt x="55" y="369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4" y="371"/>
                      <a:pt x="54" y="371"/>
                      <a:pt x="54" y="371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7" y="373"/>
                      <a:pt x="57" y="373"/>
                      <a:pt x="57" y="373"/>
                    </a:cubicBezTo>
                    <a:cubicBezTo>
                      <a:pt x="56" y="374"/>
                      <a:pt x="56" y="374"/>
                      <a:pt x="56" y="374"/>
                    </a:cubicBezTo>
                    <a:cubicBezTo>
                      <a:pt x="58" y="374"/>
                      <a:pt x="58" y="374"/>
                      <a:pt x="58" y="374"/>
                    </a:cubicBezTo>
                    <a:cubicBezTo>
                      <a:pt x="57" y="375"/>
                      <a:pt x="57" y="375"/>
                      <a:pt x="57" y="375"/>
                    </a:cubicBezTo>
                    <a:cubicBezTo>
                      <a:pt x="57" y="376"/>
                      <a:pt x="57" y="376"/>
                      <a:pt x="57" y="376"/>
                    </a:cubicBezTo>
                    <a:cubicBezTo>
                      <a:pt x="59" y="377"/>
                      <a:pt x="59" y="377"/>
                      <a:pt x="59" y="377"/>
                    </a:cubicBezTo>
                    <a:cubicBezTo>
                      <a:pt x="61" y="376"/>
                      <a:pt x="61" y="376"/>
                      <a:pt x="61" y="376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2" y="376"/>
                      <a:pt x="62" y="376"/>
                      <a:pt x="62" y="376"/>
                    </a:cubicBezTo>
                    <a:cubicBezTo>
                      <a:pt x="62" y="378"/>
                      <a:pt x="62" y="378"/>
                      <a:pt x="62" y="378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3" y="379"/>
                      <a:pt x="63" y="379"/>
                      <a:pt x="63" y="379"/>
                    </a:cubicBezTo>
                    <a:cubicBezTo>
                      <a:pt x="62" y="379"/>
                      <a:pt x="62" y="379"/>
                      <a:pt x="62" y="379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0" y="380"/>
                      <a:pt x="60" y="380"/>
                      <a:pt x="60" y="380"/>
                    </a:cubicBezTo>
                    <a:cubicBezTo>
                      <a:pt x="59" y="381"/>
                      <a:pt x="59" y="381"/>
                      <a:pt x="59" y="381"/>
                    </a:cubicBezTo>
                    <a:cubicBezTo>
                      <a:pt x="59" y="382"/>
                      <a:pt x="59" y="382"/>
                      <a:pt x="59" y="382"/>
                    </a:cubicBezTo>
                    <a:cubicBezTo>
                      <a:pt x="60" y="382"/>
                      <a:pt x="60" y="382"/>
                      <a:pt x="60" y="382"/>
                    </a:cubicBezTo>
                    <a:cubicBezTo>
                      <a:pt x="60" y="383"/>
                      <a:pt x="60" y="383"/>
                      <a:pt x="60" y="383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4" y="382"/>
                      <a:pt x="64" y="382"/>
                      <a:pt x="64" y="382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6" y="381"/>
                      <a:pt x="66" y="381"/>
                      <a:pt x="66" y="381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2"/>
                      <a:pt x="67" y="382"/>
                      <a:pt x="67" y="382"/>
                    </a:cubicBezTo>
                    <a:cubicBezTo>
                      <a:pt x="69" y="382"/>
                      <a:pt x="69" y="382"/>
                      <a:pt x="69" y="382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70" y="380"/>
                      <a:pt x="70" y="380"/>
                      <a:pt x="70" y="380"/>
                    </a:cubicBezTo>
                    <a:cubicBezTo>
                      <a:pt x="69" y="381"/>
                      <a:pt x="69" y="381"/>
                      <a:pt x="69" y="381"/>
                    </a:cubicBezTo>
                    <a:cubicBezTo>
                      <a:pt x="70" y="382"/>
                      <a:pt x="70" y="382"/>
                      <a:pt x="70" y="382"/>
                    </a:cubicBezTo>
                    <a:cubicBezTo>
                      <a:pt x="71" y="382"/>
                      <a:pt x="71" y="382"/>
                      <a:pt x="71" y="382"/>
                    </a:cubicBezTo>
                    <a:cubicBezTo>
                      <a:pt x="73" y="381"/>
                      <a:pt x="73" y="381"/>
                      <a:pt x="73" y="381"/>
                    </a:cubicBezTo>
                    <a:cubicBezTo>
                      <a:pt x="73" y="379"/>
                      <a:pt x="73" y="379"/>
                      <a:pt x="73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80"/>
                      <a:pt x="71" y="380"/>
                      <a:pt x="71" y="380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2" y="379"/>
                      <a:pt x="72" y="379"/>
                      <a:pt x="72" y="379"/>
                    </a:cubicBezTo>
                    <a:cubicBezTo>
                      <a:pt x="73" y="378"/>
                      <a:pt x="73" y="378"/>
                      <a:pt x="73" y="378"/>
                    </a:cubicBezTo>
                    <a:cubicBezTo>
                      <a:pt x="74" y="379"/>
                      <a:pt x="74" y="379"/>
                      <a:pt x="74" y="379"/>
                    </a:cubicBezTo>
                    <a:cubicBezTo>
                      <a:pt x="73" y="380"/>
                      <a:pt x="73" y="380"/>
                      <a:pt x="73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0"/>
                      <a:pt x="75" y="380"/>
                      <a:pt x="75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2"/>
                      <a:pt x="75" y="382"/>
                      <a:pt x="75" y="382"/>
                    </a:cubicBezTo>
                    <a:cubicBezTo>
                      <a:pt x="76" y="382"/>
                      <a:pt x="76" y="382"/>
                      <a:pt x="76" y="382"/>
                    </a:cubicBezTo>
                    <a:cubicBezTo>
                      <a:pt x="75" y="383"/>
                      <a:pt x="75" y="383"/>
                      <a:pt x="75" y="383"/>
                    </a:cubicBezTo>
                    <a:cubicBezTo>
                      <a:pt x="73" y="384"/>
                      <a:pt x="73" y="384"/>
                      <a:pt x="73" y="384"/>
                    </a:cubicBezTo>
                    <a:cubicBezTo>
                      <a:pt x="73" y="386"/>
                      <a:pt x="73" y="386"/>
                      <a:pt x="73" y="386"/>
                    </a:cubicBezTo>
                    <a:cubicBezTo>
                      <a:pt x="75" y="386"/>
                      <a:pt x="75" y="386"/>
                      <a:pt x="75" y="386"/>
                    </a:cubicBezTo>
                    <a:cubicBezTo>
                      <a:pt x="75" y="385"/>
                      <a:pt x="75" y="385"/>
                      <a:pt x="75" y="385"/>
                    </a:cubicBezTo>
                    <a:cubicBezTo>
                      <a:pt x="76" y="387"/>
                      <a:pt x="76" y="387"/>
                      <a:pt x="76" y="387"/>
                    </a:cubicBezTo>
                    <a:cubicBezTo>
                      <a:pt x="76" y="388"/>
                      <a:pt x="76" y="388"/>
                      <a:pt x="76" y="388"/>
                    </a:cubicBezTo>
                    <a:cubicBezTo>
                      <a:pt x="75" y="389"/>
                      <a:pt x="75" y="389"/>
                      <a:pt x="75" y="389"/>
                    </a:cubicBezTo>
                    <a:cubicBezTo>
                      <a:pt x="75" y="391"/>
                      <a:pt x="75" y="391"/>
                      <a:pt x="75" y="391"/>
                    </a:cubicBezTo>
                    <a:cubicBezTo>
                      <a:pt x="77" y="391"/>
                      <a:pt x="77" y="391"/>
                      <a:pt x="77" y="391"/>
                    </a:cubicBezTo>
                    <a:cubicBezTo>
                      <a:pt x="77" y="390"/>
                      <a:pt x="77" y="390"/>
                      <a:pt x="77" y="390"/>
                    </a:cubicBezTo>
                    <a:cubicBezTo>
                      <a:pt x="78" y="389"/>
                      <a:pt x="78" y="389"/>
                      <a:pt x="78" y="389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9" y="386"/>
                      <a:pt x="79" y="386"/>
                      <a:pt x="79" y="386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8"/>
                      <a:pt x="78" y="388"/>
                      <a:pt x="78" y="388"/>
                    </a:cubicBezTo>
                    <a:cubicBezTo>
                      <a:pt x="78" y="390"/>
                      <a:pt x="78" y="390"/>
                      <a:pt x="78" y="390"/>
                    </a:cubicBezTo>
                    <a:cubicBezTo>
                      <a:pt x="79" y="391"/>
                      <a:pt x="79" y="391"/>
                      <a:pt x="79" y="391"/>
                    </a:cubicBezTo>
                    <a:cubicBezTo>
                      <a:pt x="80" y="390"/>
                      <a:pt x="80" y="390"/>
                      <a:pt x="80" y="390"/>
                    </a:cubicBezTo>
                    <a:cubicBezTo>
                      <a:pt x="79" y="392"/>
                      <a:pt x="79" y="392"/>
                      <a:pt x="79" y="392"/>
                    </a:cubicBezTo>
                    <a:cubicBezTo>
                      <a:pt x="81" y="392"/>
                      <a:pt x="81" y="392"/>
                      <a:pt x="81" y="392"/>
                    </a:cubicBezTo>
                    <a:cubicBezTo>
                      <a:pt x="82" y="391"/>
                      <a:pt x="82" y="391"/>
                      <a:pt x="82" y="391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9"/>
                      <a:pt x="84" y="389"/>
                      <a:pt x="84" y="389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6" y="393"/>
                      <a:pt x="86" y="393"/>
                      <a:pt x="86" y="393"/>
                    </a:cubicBezTo>
                    <a:cubicBezTo>
                      <a:pt x="87" y="393"/>
                      <a:pt x="87" y="393"/>
                      <a:pt x="87" y="393"/>
                    </a:cubicBezTo>
                    <a:cubicBezTo>
                      <a:pt x="89" y="392"/>
                      <a:pt x="89" y="392"/>
                      <a:pt x="89" y="392"/>
                    </a:cubicBezTo>
                    <a:cubicBezTo>
                      <a:pt x="90" y="392"/>
                      <a:pt x="90" y="392"/>
                      <a:pt x="90" y="392"/>
                    </a:cubicBezTo>
                    <a:cubicBezTo>
                      <a:pt x="91" y="392"/>
                      <a:pt x="91" y="392"/>
                      <a:pt x="91" y="392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2" y="390"/>
                      <a:pt x="92" y="390"/>
                      <a:pt x="92" y="390"/>
                    </a:cubicBezTo>
                    <a:cubicBezTo>
                      <a:pt x="92" y="389"/>
                      <a:pt x="92" y="389"/>
                      <a:pt x="92" y="389"/>
                    </a:cubicBezTo>
                    <a:cubicBezTo>
                      <a:pt x="91" y="389"/>
                      <a:pt x="91" y="389"/>
                      <a:pt x="91" y="389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7"/>
                      <a:pt x="90" y="387"/>
                      <a:pt x="90" y="387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3" y="387"/>
                      <a:pt x="93" y="387"/>
                      <a:pt x="93" y="387"/>
                    </a:cubicBezTo>
                    <a:cubicBezTo>
                      <a:pt x="94" y="386"/>
                      <a:pt x="94" y="386"/>
                      <a:pt x="94" y="386"/>
                    </a:cubicBezTo>
                    <a:cubicBezTo>
                      <a:pt x="95" y="385"/>
                      <a:pt x="95" y="385"/>
                      <a:pt x="95" y="385"/>
                    </a:cubicBezTo>
                    <a:cubicBezTo>
                      <a:pt x="94" y="385"/>
                      <a:pt x="94" y="385"/>
                      <a:pt x="94" y="385"/>
                    </a:cubicBezTo>
                    <a:cubicBezTo>
                      <a:pt x="94" y="384"/>
                      <a:pt x="94" y="384"/>
                      <a:pt x="94" y="384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6" y="383"/>
                      <a:pt x="96" y="383"/>
                      <a:pt x="96" y="383"/>
                    </a:cubicBezTo>
                    <a:cubicBezTo>
                      <a:pt x="95" y="381"/>
                      <a:pt x="95" y="381"/>
                      <a:pt x="95" y="381"/>
                    </a:cubicBezTo>
                    <a:cubicBezTo>
                      <a:pt x="96" y="381"/>
                      <a:pt x="96" y="381"/>
                      <a:pt x="96" y="381"/>
                    </a:cubicBezTo>
                    <a:cubicBezTo>
                      <a:pt x="96" y="380"/>
                      <a:pt x="96" y="380"/>
                      <a:pt x="96" y="380"/>
                    </a:cubicBezTo>
                    <a:cubicBezTo>
                      <a:pt x="96" y="379"/>
                      <a:pt x="96" y="379"/>
                      <a:pt x="96" y="379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7" y="375"/>
                      <a:pt x="97" y="375"/>
                      <a:pt x="97" y="375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9" y="372"/>
                      <a:pt x="99" y="372"/>
                      <a:pt x="99" y="372"/>
                    </a:cubicBezTo>
                    <a:cubicBezTo>
                      <a:pt x="100" y="371"/>
                      <a:pt x="100" y="371"/>
                      <a:pt x="100" y="371"/>
                    </a:cubicBezTo>
                    <a:cubicBezTo>
                      <a:pt x="100" y="370"/>
                      <a:pt x="100" y="370"/>
                      <a:pt x="100" y="370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2" y="367"/>
                      <a:pt x="102" y="367"/>
                      <a:pt x="102" y="367"/>
                    </a:cubicBezTo>
                    <a:cubicBezTo>
                      <a:pt x="102" y="366"/>
                      <a:pt x="102" y="366"/>
                      <a:pt x="102" y="366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2" y="365"/>
                      <a:pt x="102" y="365"/>
                      <a:pt x="102" y="365"/>
                    </a:cubicBezTo>
                    <a:cubicBezTo>
                      <a:pt x="102" y="364"/>
                      <a:pt x="102" y="364"/>
                      <a:pt x="102" y="364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4" y="362"/>
                      <a:pt x="104" y="362"/>
                      <a:pt x="104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1" y="361"/>
                      <a:pt x="101" y="361"/>
                      <a:pt x="101" y="361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5" y="362"/>
                      <a:pt x="105" y="362"/>
                      <a:pt x="105" y="362"/>
                    </a:cubicBezTo>
                    <a:cubicBezTo>
                      <a:pt x="105" y="361"/>
                      <a:pt x="105" y="361"/>
                      <a:pt x="105" y="361"/>
                    </a:cubicBezTo>
                    <a:cubicBezTo>
                      <a:pt x="104" y="360"/>
                      <a:pt x="104" y="360"/>
                      <a:pt x="104" y="360"/>
                    </a:cubicBezTo>
                    <a:cubicBezTo>
                      <a:pt x="105" y="360"/>
                      <a:pt x="105" y="360"/>
                      <a:pt x="105" y="360"/>
                    </a:cubicBezTo>
                    <a:cubicBezTo>
                      <a:pt x="106" y="360"/>
                      <a:pt x="106" y="360"/>
                      <a:pt x="106" y="360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61"/>
                      <a:pt x="107" y="361"/>
                      <a:pt x="107" y="361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8" y="356"/>
                      <a:pt x="108" y="356"/>
                      <a:pt x="108" y="356"/>
                    </a:cubicBezTo>
                    <a:cubicBezTo>
                      <a:pt x="107" y="358"/>
                      <a:pt x="107" y="358"/>
                      <a:pt x="107" y="358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6" y="357"/>
                      <a:pt x="106" y="357"/>
                      <a:pt x="106" y="357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3" y="355"/>
                      <a:pt x="103" y="355"/>
                      <a:pt x="103" y="355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4" y="355"/>
                      <a:pt x="104" y="355"/>
                      <a:pt x="104" y="355"/>
                    </a:cubicBezTo>
                    <a:cubicBezTo>
                      <a:pt x="105" y="356"/>
                      <a:pt x="105" y="356"/>
                      <a:pt x="105" y="356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7" y="356"/>
                      <a:pt x="107" y="356"/>
                      <a:pt x="107" y="356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8" y="355"/>
                      <a:pt x="108" y="355"/>
                      <a:pt x="108" y="355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11" y="353"/>
                      <a:pt x="111" y="353"/>
                      <a:pt x="111" y="353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1" y="351"/>
                      <a:pt x="111" y="351"/>
                      <a:pt x="111" y="351"/>
                    </a:cubicBezTo>
                    <a:cubicBezTo>
                      <a:pt x="112" y="351"/>
                      <a:pt x="112" y="351"/>
                      <a:pt x="112" y="351"/>
                    </a:cubicBezTo>
                    <a:cubicBezTo>
                      <a:pt x="113" y="351"/>
                      <a:pt x="113" y="351"/>
                      <a:pt x="113" y="351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5" y="348"/>
                      <a:pt x="115" y="348"/>
                      <a:pt x="115" y="348"/>
                    </a:cubicBezTo>
                    <a:cubicBezTo>
                      <a:pt x="115" y="346"/>
                      <a:pt x="115" y="346"/>
                      <a:pt x="115" y="346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6" y="343"/>
                      <a:pt x="116" y="343"/>
                      <a:pt x="116" y="343"/>
                    </a:cubicBezTo>
                    <a:cubicBezTo>
                      <a:pt x="116" y="342"/>
                      <a:pt x="116" y="342"/>
                      <a:pt x="116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3" y="341"/>
                      <a:pt x="113" y="341"/>
                      <a:pt x="113" y="341"/>
                    </a:cubicBezTo>
                    <a:cubicBezTo>
                      <a:pt x="112" y="341"/>
                      <a:pt x="112" y="341"/>
                      <a:pt x="112" y="341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1" y="340"/>
                      <a:pt x="111" y="340"/>
                      <a:pt x="111" y="340"/>
                    </a:cubicBezTo>
                    <a:cubicBezTo>
                      <a:pt x="113" y="340"/>
                      <a:pt x="113" y="340"/>
                      <a:pt x="113" y="340"/>
                    </a:cubicBezTo>
                    <a:cubicBezTo>
                      <a:pt x="114" y="340"/>
                      <a:pt x="114" y="340"/>
                      <a:pt x="114" y="340"/>
                    </a:cubicBezTo>
                    <a:cubicBezTo>
                      <a:pt x="115" y="339"/>
                      <a:pt x="115" y="339"/>
                      <a:pt x="115" y="339"/>
                    </a:cubicBezTo>
                    <a:cubicBezTo>
                      <a:pt x="116" y="340"/>
                      <a:pt x="116" y="340"/>
                      <a:pt x="116" y="340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9" y="340"/>
                      <a:pt x="119" y="340"/>
                      <a:pt x="119" y="340"/>
                    </a:cubicBezTo>
                    <a:cubicBezTo>
                      <a:pt x="118" y="337"/>
                      <a:pt x="118" y="337"/>
                      <a:pt x="118" y="337"/>
                    </a:cubicBezTo>
                    <a:cubicBezTo>
                      <a:pt x="119" y="336"/>
                      <a:pt x="119" y="336"/>
                      <a:pt x="119" y="336"/>
                    </a:cubicBezTo>
                    <a:cubicBezTo>
                      <a:pt x="118" y="335"/>
                      <a:pt x="118" y="335"/>
                      <a:pt x="118" y="335"/>
                    </a:cubicBezTo>
                    <a:cubicBezTo>
                      <a:pt x="117" y="334"/>
                      <a:pt x="117" y="334"/>
                      <a:pt x="117" y="334"/>
                    </a:cubicBezTo>
                    <a:cubicBezTo>
                      <a:pt x="116" y="332"/>
                      <a:pt x="116" y="332"/>
                      <a:pt x="116" y="332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2"/>
                      <a:pt x="115" y="332"/>
                      <a:pt x="115" y="332"/>
                    </a:cubicBezTo>
                    <a:cubicBezTo>
                      <a:pt x="115" y="331"/>
                      <a:pt x="115" y="331"/>
                      <a:pt x="115" y="331"/>
                    </a:cubicBezTo>
                    <a:cubicBezTo>
                      <a:pt x="117" y="332"/>
                      <a:pt x="117" y="332"/>
                      <a:pt x="117" y="332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8" y="331"/>
                      <a:pt x="118" y="331"/>
                      <a:pt x="118" y="331"/>
                    </a:cubicBezTo>
                    <a:cubicBezTo>
                      <a:pt x="118" y="332"/>
                      <a:pt x="118" y="332"/>
                      <a:pt x="118" y="332"/>
                    </a:cubicBezTo>
                    <a:cubicBezTo>
                      <a:pt x="119" y="333"/>
                      <a:pt x="119" y="333"/>
                      <a:pt x="119" y="333"/>
                    </a:cubicBezTo>
                    <a:cubicBezTo>
                      <a:pt x="120" y="333"/>
                      <a:pt x="120" y="333"/>
                      <a:pt x="120" y="333"/>
                    </a:cubicBezTo>
                    <a:cubicBezTo>
                      <a:pt x="122" y="331"/>
                      <a:pt x="122" y="331"/>
                      <a:pt x="122" y="331"/>
                    </a:cubicBezTo>
                    <a:cubicBezTo>
                      <a:pt x="122" y="330"/>
                      <a:pt x="122" y="330"/>
                      <a:pt x="122" y="330"/>
                    </a:cubicBezTo>
                    <a:cubicBezTo>
                      <a:pt x="123" y="330"/>
                      <a:pt x="123" y="330"/>
                      <a:pt x="123" y="330"/>
                    </a:cubicBezTo>
                    <a:cubicBezTo>
                      <a:pt x="124" y="331"/>
                      <a:pt x="124" y="331"/>
                      <a:pt x="124" y="331"/>
                    </a:cubicBezTo>
                    <a:cubicBezTo>
                      <a:pt x="125" y="330"/>
                      <a:pt x="125" y="330"/>
                      <a:pt x="125" y="330"/>
                    </a:cubicBez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3" y="329"/>
                      <a:pt x="123" y="329"/>
                      <a:pt x="123" y="329"/>
                    </a:cubicBezTo>
                    <a:cubicBezTo>
                      <a:pt x="123" y="328"/>
                      <a:pt x="123" y="328"/>
                      <a:pt x="123" y="328"/>
                    </a:cubicBezTo>
                    <a:cubicBezTo>
                      <a:pt x="122" y="326"/>
                      <a:pt x="122" y="326"/>
                      <a:pt x="122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4" y="327"/>
                      <a:pt x="124" y="327"/>
                      <a:pt x="124" y="327"/>
                    </a:cubicBezTo>
                    <a:cubicBezTo>
                      <a:pt x="125" y="327"/>
                      <a:pt x="125" y="327"/>
                      <a:pt x="125" y="327"/>
                    </a:cubicBezTo>
                    <a:cubicBezTo>
                      <a:pt x="124" y="328"/>
                      <a:pt x="124" y="328"/>
                      <a:pt x="124" y="328"/>
                    </a:cubicBezTo>
                    <a:cubicBezTo>
                      <a:pt x="126" y="330"/>
                      <a:pt x="126" y="330"/>
                      <a:pt x="126" y="330"/>
                    </a:cubicBezTo>
                    <a:cubicBezTo>
                      <a:pt x="126" y="328"/>
                      <a:pt x="126" y="328"/>
                      <a:pt x="126" y="328"/>
                    </a:cubicBezTo>
                    <a:cubicBezTo>
                      <a:pt x="126" y="327"/>
                      <a:pt x="126" y="327"/>
                      <a:pt x="126" y="327"/>
                    </a:cubicBezTo>
                    <a:cubicBezTo>
                      <a:pt x="127" y="326"/>
                      <a:pt x="127" y="326"/>
                      <a:pt x="127" y="326"/>
                    </a:cubicBezTo>
                    <a:cubicBezTo>
                      <a:pt x="127" y="327"/>
                      <a:pt x="127" y="327"/>
                      <a:pt x="127" y="327"/>
                    </a:cubicBezTo>
                    <a:cubicBezTo>
                      <a:pt x="128" y="328"/>
                      <a:pt x="128" y="328"/>
                      <a:pt x="128" y="328"/>
                    </a:cubicBezTo>
                    <a:cubicBezTo>
                      <a:pt x="130" y="327"/>
                      <a:pt x="130" y="327"/>
                      <a:pt x="130" y="327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1" y="327"/>
                      <a:pt x="131" y="327"/>
                      <a:pt x="131" y="327"/>
                    </a:cubicBezTo>
                    <a:cubicBezTo>
                      <a:pt x="132" y="327"/>
                      <a:pt x="132" y="327"/>
                      <a:pt x="132" y="327"/>
                    </a:cubicBezTo>
                    <a:cubicBezTo>
                      <a:pt x="134" y="326"/>
                      <a:pt x="134" y="326"/>
                      <a:pt x="134" y="326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3"/>
                      <a:pt x="134" y="323"/>
                      <a:pt x="134" y="323"/>
                    </a:cubicBezTo>
                    <a:cubicBezTo>
                      <a:pt x="133" y="322"/>
                      <a:pt x="133" y="322"/>
                      <a:pt x="133" y="322"/>
                    </a:cubicBezTo>
                    <a:cubicBezTo>
                      <a:pt x="135" y="322"/>
                      <a:pt x="135" y="322"/>
                      <a:pt x="135" y="322"/>
                    </a:cubicBezTo>
                    <a:cubicBezTo>
                      <a:pt x="136" y="321"/>
                      <a:pt x="136" y="321"/>
                      <a:pt x="136" y="321"/>
                    </a:cubicBezTo>
                    <a:cubicBezTo>
                      <a:pt x="136" y="320"/>
                      <a:pt x="136" y="320"/>
                      <a:pt x="136" y="320"/>
                    </a:cubicBezTo>
                    <a:cubicBezTo>
                      <a:pt x="137" y="319"/>
                      <a:pt x="137" y="319"/>
                      <a:pt x="137" y="319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7" y="317"/>
                      <a:pt x="137" y="317"/>
                      <a:pt x="137" y="317"/>
                    </a:cubicBezTo>
                    <a:cubicBezTo>
                      <a:pt x="138" y="317"/>
                      <a:pt x="138" y="317"/>
                      <a:pt x="138" y="317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7" y="320"/>
                      <a:pt x="137" y="320"/>
                      <a:pt x="137" y="320"/>
                    </a:cubicBezTo>
                    <a:cubicBezTo>
                      <a:pt x="137" y="321"/>
                      <a:pt x="137" y="321"/>
                      <a:pt x="137" y="321"/>
                    </a:cubicBezTo>
                    <a:cubicBezTo>
                      <a:pt x="137" y="322"/>
                      <a:pt x="137" y="322"/>
                      <a:pt x="137" y="322"/>
                    </a:cubicBezTo>
                    <a:cubicBezTo>
                      <a:pt x="136" y="322"/>
                      <a:pt x="136" y="322"/>
                      <a:pt x="136" y="322"/>
                    </a:cubicBezTo>
                    <a:cubicBezTo>
                      <a:pt x="135" y="323"/>
                      <a:pt x="135" y="323"/>
                      <a:pt x="135" y="323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6"/>
                      <a:pt x="135" y="326"/>
                      <a:pt x="135" y="326"/>
                    </a:cubicBezTo>
                    <a:cubicBezTo>
                      <a:pt x="136" y="327"/>
                      <a:pt x="136" y="327"/>
                      <a:pt x="136" y="327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38" y="327"/>
                      <a:pt x="138" y="327"/>
                      <a:pt x="138" y="327"/>
                    </a:cubicBezTo>
                    <a:cubicBezTo>
                      <a:pt x="139" y="327"/>
                      <a:pt x="139" y="327"/>
                      <a:pt x="139" y="327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39" y="324"/>
                      <a:pt x="139" y="324"/>
                      <a:pt x="139" y="324"/>
                    </a:cubicBezTo>
                    <a:cubicBezTo>
                      <a:pt x="140" y="324"/>
                      <a:pt x="140" y="324"/>
                      <a:pt x="140" y="324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1" y="323"/>
                      <a:pt x="141" y="323"/>
                      <a:pt x="141" y="323"/>
                    </a:cubicBezTo>
                    <a:cubicBezTo>
                      <a:pt x="141" y="324"/>
                      <a:pt x="141" y="324"/>
                      <a:pt x="141" y="324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40" y="326"/>
                      <a:pt x="140" y="326"/>
                      <a:pt x="140" y="326"/>
                    </a:cubicBezTo>
                    <a:cubicBezTo>
                      <a:pt x="141" y="327"/>
                      <a:pt x="141" y="327"/>
                      <a:pt x="141" y="327"/>
                    </a:cubicBezTo>
                    <a:cubicBezTo>
                      <a:pt x="142" y="326"/>
                      <a:pt x="142" y="326"/>
                      <a:pt x="142" y="326"/>
                    </a:cubicBezTo>
                    <a:cubicBezTo>
                      <a:pt x="142" y="325"/>
                      <a:pt x="142" y="325"/>
                      <a:pt x="142" y="325"/>
                    </a:cubicBezTo>
                    <a:cubicBezTo>
                      <a:pt x="143" y="324"/>
                      <a:pt x="143" y="324"/>
                      <a:pt x="143" y="324"/>
                    </a:cubicBezTo>
                    <a:cubicBezTo>
                      <a:pt x="143" y="323"/>
                      <a:pt x="143" y="323"/>
                      <a:pt x="143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2"/>
                      <a:pt x="148" y="322"/>
                      <a:pt x="148" y="322"/>
                    </a:cubicBezTo>
                    <a:cubicBezTo>
                      <a:pt x="150" y="321"/>
                      <a:pt x="150" y="321"/>
                      <a:pt x="150" y="321"/>
                    </a:cubicBezTo>
                    <a:cubicBezTo>
                      <a:pt x="151" y="321"/>
                      <a:pt x="151" y="321"/>
                      <a:pt x="151" y="321"/>
                    </a:cubicBezTo>
                    <a:cubicBezTo>
                      <a:pt x="152" y="320"/>
                      <a:pt x="152" y="320"/>
                      <a:pt x="152" y="320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2" y="318"/>
                      <a:pt x="152" y="318"/>
                      <a:pt x="152" y="318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3" y="318"/>
                      <a:pt x="153" y="318"/>
                      <a:pt x="153" y="318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4" y="319"/>
                      <a:pt x="154" y="319"/>
                      <a:pt x="154" y="319"/>
                    </a:cubicBezTo>
                    <a:cubicBezTo>
                      <a:pt x="155" y="319"/>
                      <a:pt x="155" y="319"/>
                      <a:pt x="155" y="319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9" y="316"/>
                      <a:pt x="159" y="316"/>
                      <a:pt x="159" y="316"/>
                    </a:cubicBezTo>
                    <a:cubicBezTo>
                      <a:pt x="160" y="315"/>
                      <a:pt x="160" y="315"/>
                      <a:pt x="160" y="315"/>
                    </a:cubicBezTo>
                    <a:cubicBezTo>
                      <a:pt x="161" y="314"/>
                      <a:pt x="161" y="314"/>
                      <a:pt x="161" y="314"/>
                    </a:cubicBezTo>
                    <a:cubicBezTo>
                      <a:pt x="162" y="313"/>
                      <a:pt x="162" y="313"/>
                      <a:pt x="162" y="313"/>
                    </a:cubicBezTo>
                    <a:cubicBezTo>
                      <a:pt x="161" y="312"/>
                      <a:pt x="161" y="312"/>
                      <a:pt x="161" y="312"/>
                    </a:cubicBezTo>
                    <a:cubicBezTo>
                      <a:pt x="162" y="311"/>
                      <a:pt x="162" y="311"/>
                      <a:pt x="162" y="311"/>
                    </a:cubicBezTo>
                    <a:cubicBezTo>
                      <a:pt x="163" y="310"/>
                      <a:pt x="163" y="310"/>
                      <a:pt x="163" y="310"/>
                    </a:cubicBezTo>
                    <a:cubicBezTo>
                      <a:pt x="164" y="309"/>
                      <a:pt x="164" y="309"/>
                      <a:pt x="164" y="309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5" y="307"/>
                      <a:pt x="165" y="307"/>
                      <a:pt x="165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7" y="306"/>
                      <a:pt x="167" y="306"/>
                      <a:pt x="167" y="306"/>
                    </a:cubicBezTo>
                    <a:cubicBezTo>
                      <a:pt x="167" y="307"/>
                      <a:pt x="167" y="307"/>
                      <a:pt x="167" y="307"/>
                    </a:cubicBezTo>
                    <a:cubicBezTo>
                      <a:pt x="168" y="305"/>
                      <a:pt x="168" y="305"/>
                      <a:pt x="168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70" y="303"/>
                      <a:pt x="170" y="303"/>
                      <a:pt x="170" y="303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1" y="301"/>
                      <a:pt x="171" y="301"/>
                      <a:pt x="171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5" y="300"/>
                      <a:pt x="175" y="300"/>
                      <a:pt x="175" y="300"/>
                    </a:cubicBezTo>
                    <a:cubicBezTo>
                      <a:pt x="176" y="299"/>
                      <a:pt x="176" y="299"/>
                      <a:pt x="176" y="299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6" y="294"/>
                      <a:pt x="176" y="294"/>
                      <a:pt x="176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8" y="297"/>
                      <a:pt x="178" y="297"/>
                      <a:pt x="178" y="297"/>
                    </a:cubicBezTo>
                    <a:cubicBezTo>
                      <a:pt x="180" y="297"/>
                      <a:pt x="180" y="297"/>
                      <a:pt x="180" y="297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1" y="297"/>
                      <a:pt x="181" y="297"/>
                      <a:pt x="181" y="297"/>
                    </a:cubicBezTo>
                    <a:cubicBezTo>
                      <a:pt x="183" y="297"/>
                      <a:pt x="183" y="297"/>
                      <a:pt x="183" y="297"/>
                    </a:cubicBezTo>
                    <a:cubicBezTo>
                      <a:pt x="184" y="297"/>
                      <a:pt x="184" y="297"/>
                      <a:pt x="184" y="297"/>
                    </a:cubicBezTo>
                    <a:cubicBezTo>
                      <a:pt x="184" y="296"/>
                      <a:pt x="184" y="296"/>
                      <a:pt x="184" y="296"/>
                    </a:cubicBezTo>
                    <a:cubicBezTo>
                      <a:pt x="186" y="296"/>
                      <a:pt x="186" y="296"/>
                      <a:pt x="186" y="296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8" y="295"/>
                      <a:pt x="188" y="295"/>
                      <a:pt x="188" y="295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90" y="295"/>
                      <a:pt x="190" y="295"/>
                      <a:pt x="190" y="295"/>
                    </a:cubicBezTo>
                    <a:cubicBezTo>
                      <a:pt x="190" y="296"/>
                      <a:pt x="190" y="296"/>
                      <a:pt x="190" y="296"/>
                    </a:cubicBezTo>
                    <a:cubicBezTo>
                      <a:pt x="191" y="296"/>
                      <a:pt x="191" y="296"/>
                      <a:pt x="191" y="296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4" y="295"/>
                      <a:pt x="194" y="295"/>
                      <a:pt x="194" y="295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6" y="294"/>
                      <a:pt x="196" y="294"/>
                      <a:pt x="196" y="294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8" y="293"/>
                      <a:pt x="198" y="293"/>
                      <a:pt x="198" y="293"/>
                    </a:cubicBezTo>
                    <a:cubicBezTo>
                      <a:pt x="199" y="292"/>
                      <a:pt x="199" y="292"/>
                      <a:pt x="199" y="292"/>
                    </a:cubicBezTo>
                    <a:cubicBezTo>
                      <a:pt x="200" y="293"/>
                      <a:pt x="200" y="293"/>
                      <a:pt x="200" y="293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1" y="291"/>
                      <a:pt x="201" y="291"/>
                      <a:pt x="201" y="291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3" y="293"/>
                      <a:pt x="203" y="293"/>
                      <a:pt x="203" y="293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5" y="292"/>
                      <a:pt x="205" y="292"/>
                      <a:pt x="205" y="292"/>
                    </a:cubicBezTo>
                    <a:cubicBezTo>
                      <a:pt x="206" y="292"/>
                      <a:pt x="206" y="292"/>
                      <a:pt x="206" y="292"/>
                    </a:cubicBezTo>
                    <a:cubicBezTo>
                      <a:pt x="206" y="291"/>
                      <a:pt x="206" y="291"/>
                      <a:pt x="206" y="291"/>
                    </a:cubicBezTo>
                    <a:cubicBezTo>
                      <a:pt x="207" y="290"/>
                      <a:pt x="207" y="290"/>
                      <a:pt x="207" y="290"/>
                    </a:cubicBezTo>
                    <a:cubicBezTo>
                      <a:pt x="208" y="290"/>
                      <a:pt x="208" y="290"/>
                      <a:pt x="208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1" y="291"/>
                      <a:pt x="211" y="291"/>
                      <a:pt x="211" y="291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4" y="289"/>
                      <a:pt x="214" y="289"/>
                      <a:pt x="214" y="289"/>
                    </a:cubicBezTo>
                    <a:cubicBezTo>
                      <a:pt x="214" y="288"/>
                      <a:pt x="214" y="288"/>
                      <a:pt x="214" y="288"/>
                    </a:cubicBezTo>
                    <a:cubicBezTo>
                      <a:pt x="215" y="288"/>
                      <a:pt x="215" y="288"/>
                      <a:pt x="215" y="288"/>
                    </a:cubicBezTo>
                    <a:cubicBezTo>
                      <a:pt x="216" y="287"/>
                      <a:pt x="216" y="287"/>
                      <a:pt x="216" y="287"/>
                    </a:cubicBezTo>
                    <a:lnTo>
                      <a:pt x="216" y="286"/>
                    </a:lnTo>
                    <a:close/>
                    <a:moveTo>
                      <a:pt x="231" y="276"/>
                    </a:move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6"/>
                      <a:pt x="231" y="276"/>
                      <a:pt x="231" y="276"/>
                    </a:cubicBezTo>
                    <a:close/>
                    <a:moveTo>
                      <a:pt x="229" y="277"/>
                    </a:move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8"/>
                      <a:pt x="229" y="278"/>
                      <a:pt x="229" y="278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lnTo>
                      <a:pt x="229" y="277"/>
                    </a:lnTo>
                    <a:close/>
                    <a:moveTo>
                      <a:pt x="236" y="229"/>
                    </a:move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lose/>
                    <a:moveTo>
                      <a:pt x="261" y="202"/>
                    </a:moveTo>
                    <a:cubicBezTo>
                      <a:pt x="261" y="202"/>
                      <a:pt x="261" y="202"/>
                      <a:pt x="261" y="202"/>
                    </a:cubicBezTo>
                    <a:cubicBezTo>
                      <a:pt x="261" y="202"/>
                      <a:pt x="261" y="202"/>
                      <a:pt x="261" y="202"/>
                    </a:cubicBezTo>
                    <a:close/>
                    <a:moveTo>
                      <a:pt x="254" y="198"/>
                    </a:move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4" y="197"/>
                      <a:pt x="254" y="197"/>
                      <a:pt x="254" y="197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4" y="198"/>
                      <a:pt x="254" y="198"/>
                      <a:pt x="254" y="198"/>
                    </a:cubicBezTo>
                    <a:close/>
                    <a:moveTo>
                      <a:pt x="275" y="94"/>
                    </a:moveTo>
                    <a:cubicBezTo>
                      <a:pt x="275" y="94"/>
                      <a:pt x="275" y="94"/>
                      <a:pt x="275" y="94"/>
                    </a:cubicBezTo>
                    <a:cubicBezTo>
                      <a:pt x="278" y="96"/>
                      <a:pt x="278" y="96"/>
                      <a:pt x="278" y="96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80" y="97"/>
                      <a:pt x="280" y="97"/>
                      <a:pt x="280" y="97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77" y="98"/>
                      <a:pt x="277" y="98"/>
                      <a:pt x="277" y="98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76" y="97"/>
                      <a:pt x="276" y="97"/>
                      <a:pt x="276" y="97"/>
                    </a:cubicBezTo>
                    <a:cubicBezTo>
                      <a:pt x="276" y="95"/>
                      <a:pt x="276" y="95"/>
                      <a:pt x="276" y="95"/>
                    </a:cubicBezTo>
                    <a:lnTo>
                      <a:pt x="275" y="94"/>
                    </a:lnTo>
                    <a:close/>
                    <a:moveTo>
                      <a:pt x="272" y="94"/>
                    </a:moveTo>
                    <a:cubicBezTo>
                      <a:pt x="273" y="94"/>
                      <a:pt x="273" y="94"/>
                      <a:pt x="273" y="94"/>
                    </a:cubicBezTo>
                    <a:cubicBezTo>
                      <a:pt x="273" y="94"/>
                      <a:pt x="273" y="94"/>
                      <a:pt x="273" y="94"/>
                    </a:cubicBezTo>
                    <a:cubicBezTo>
                      <a:pt x="274" y="94"/>
                      <a:pt x="274" y="94"/>
                      <a:pt x="274" y="94"/>
                    </a:cubicBezTo>
                    <a:cubicBezTo>
                      <a:pt x="272" y="95"/>
                      <a:pt x="272" y="95"/>
                      <a:pt x="272" y="95"/>
                    </a:cubicBezTo>
                    <a:lnTo>
                      <a:pt x="272" y="94"/>
                    </a:lnTo>
                    <a:close/>
                    <a:moveTo>
                      <a:pt x="270" y="99"/>
                    </a:moveTo>
                    <a:cubicBezTo>
                      <a:pt x="269" y="98"/>
                      <a:pt x="269" y="98"/>
                      <a:pt x="269" y="98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71" y="96"/>
                      <a:pt x="271" y="96"/>
                      <a:pt x="271" y="96"/>
                    </a:cubicBezTo>
                    <a:cubicBezTo>
                      <a:pt x="271" y="95"/>
                      <a:pt x="271" y="95"/>
                      <a:pt x="271" y="95"/>
                    </a:cubicBezTo>
                    <a:cubicBezTo>
                      <a:pt x="271" y="97"/>
                      <a:pt x="271" y="97"/>
                      <a:pt x="271" y="97"/>
                    </a:cubicBezTo>
                    <a:cubicBezTo>
                      <a:pt x="271" y="99"/>
                      <a:pt x="271" y="99"/>
                      <a:pt x="271" y="99"/>
                    </a:cubicBezTo>
                    <a:cubicBezTo>
                      <a:pt x="272" y="99"/>
                      <a:pt x="272" y="99"/>
                      <a:pt x="272" y="99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74" y="98"/>
                      <a:pt x="274" y="98"/>
                      <a:pt x="274" y="98"/>
                    </a:cubicBezTo>
                    <a:cubicBezTo>
                      <a:pt x="273" y="99"/>
                      <a:pt x="273" y="99"/>
                      <a:pt x="273" y="99"/>
                    </a:cubicBezTo>
                    <a:cubicBezTo>
                      <a:pt x="272" y="100"/>
                      <a:pt x="272" y="100"/>
                      <a:pt x="272" y="100"/>
                    </a:cubicBezTo>
                    <a:cubicBezTo>
                      <a:pt x="270" y="101"/>
                      <a:pt x="270" y="101"/>
                      <a:pt x="270" y="101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70" y="100"/>
                      <a:pt x="270" y="100"/>
                      <a:pt x="270" y="100"/>
                    </a:cubicBezTo>
                    <a:lnTo>
                      <a:pt x="270" y="99"/>
                    </a:lnTo>
                    <a:close/>
                    <a:moveTo>
                      <a:pt x="260" y="138"/>
                    </a:move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lose/>
                    <a:moveTo>
                      <a:pt x="251" y="202"/>
                    </a:moveTo>
                    <a:cubicBezTo>
                      <a:pt x="251" y="202"/>
                      <a:pt x="251" y="202"/>
                      <a:pt x="251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lnTo>
                      <a:pt x="251" y="202"/>
                    </a:lnTo>
                    <a:close/>
                    <a:moveTo>
                      <a:pt x="250" y="184"/>
                    </a:move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0" y="186"/>
                      <a:pt x="250" y="186"/>
                      <a:pt x="250" y="186"/>
                    </a:cubicBezTo>
                    <a:cubicBezTo>
                      <a:pt x="250" y="185"/>
                      <a:pt x="250" y="185"/>
                      <a:pt x="250" y="185"/>
                    </a:cubicBezTo>
                    <a:lnTo>
                      <a:pt x="250" y="184"/>
                    </a:lnTo>
                    <a:close/>
                    <a:moveTo>
                      <a:pt x="248" y="202"/>
                    </a:move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7" y="202"/>
                      <a:pt x="247" y="202"/>
                      <a:pt x="247" y="202"/>
                    </a:cubicBezTo>
                    <a:lnTo>
                      <a:pt x="248" y="202"/>
                    </a:lnTo>
                    <a:close/>
                    <a:moveTo>
                      <a:pt x="243" y="85"/>
                    </a:moveTo>
                    <a:cubicBezTo>
                      <a:pt x="244" y="84"/>
                      <a:pt x="244" y="84"/>
                      <a:pt x="244" y="84"/>
                    </a:cubicBezTo>
                    <a:cubicBezTo>
                      <a:pt x="245" y="83"/>
                      <a:pt x="245" y="83"/>
                      <a:pt x="245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4" y="84"/>
                      <a:pt x="244" y="84"/>
                      <a:pt x="244" y="84"/>
                    </a:cubicBezTo>
                    <a:cubicBezTo>
                      <a:pt x="243" y="85"/>
                      <a:pt x="243" y="85"/>
                      <a:pt x="243" y="85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2" y="85"/>
                      <a:pt x="242" y="85"/>
                      <a:pt x="242" y="85"/>
                    </a:cubicBezTo>
                    <a:lnTo>
                      <a:pt x="243" y="85"/>
                    </a:lnTo>
                    <a:close/>
                    <a:moveTo>
                      <a:pt x="230" y="226"/>
                    </a:moveTo>
                    <a:cubicBezTo>
                      <a:pt x="230" y="226"/>
                      <a:pt x="230" y="226"/>
                      <a:pt x="230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lnTo>
                      <a:pt x="230" y="226"/>
                    </a:lnTo>
                    <a:close/>
                    <a:moveTo>
                      <a:pt x="226" y="227"/>
                    </a:move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lose/>
                    <a:moveTo>
                      <a:pt x="215" y="264"/>
                    </a:moveTo>
                    <a:cubicBezTo>
                      <a:pt x="215" y="264"/>
                      <a:pt x="215" y="264"/>
                      <a:pt x="215" y="264"/>
                    </a:cubicBezTo>
                    <a:cubicBezTo>
                      <a:pt x="215" y="264"/>
                      <a:pt x="215" y="264"/>
                      <a:pt x="215" y="264"/>
                    </a:cubicBezTo>
                    <a:close/>
                    <a:moveTo>
                      <a:pt x="221" y="255"/>
                    </a:move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19" y="256"/>
                      <a:pt x="219" y="256"/>
                      <a:pt x="219" y="256"/>
                    </a:cubicBezTo>
                    <a:cubicBezTo>
                      <a:pt x="219" y="255"/>
                      <a:pt x="219" y="255"/>
                      <a:pt x="219" y="255"/>
                    </a:cubicBezTo>
                    <a:lnTo>
                      <a:pt x="221" y="255"/>
                    </a:lnTo>
                    <a:close/>
                    <a:moveTo>
                      <a:pt x="224" y="227"/>
                    </a:move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9"/>
                      <a:pt x="225" y="229"/>
                      <a:pt x="225" y="229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lnTo>
                      <a:pt x="224" y="227"/>
                    </a:lnTo>
                    <a:close/>
                    <a:moveTo>
                      <a:pt x="223" y="221"/>
                    </a:move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1"/>
                      <a:pt x="223" y="221"/>
                      <a:pt x="223" y="221"/>
                    </a:cubicBezTo>
                    <a:close/>
                    <a:moveTo>
                      <a:pt x="220" y="221"/>
                    </a:moveTo>
                    <a:cubicBezTo>
                      <a:pt x="221" y="221"/>
                      <a:pt x="221" y="221"/>
                      <a:pt x="221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0"/>
                      <a:pt x="219" y="220"/>
                      <a:pt x="219" y="220"/>
                    </a:cubicBezTo>
                    <a:lnTo>
                      <a:pt x="220" y="221"/>
                    </a:lnTo>
                    <a:close/>
                    <a:moveTo>
                      <a:pt x="219" y="228"/>
                    </a:move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2" y="228"/>
                      <a:pt x="222" y="228"/>
                      <a:pt x="222" y="228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0" y="229"/>
                      <a:pt x="220" y="229"/>
                      <a:pt x="220" y="229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9" y="229"/>
                      <a:pt x="219" y="229"/>
                      <a:pt x="219" y="229"/>
                    </a:cubicBezTo>
                    <a:lnTo>
                      <a:pt x="219" y="228"/>
                    </a:lnTo>
                    <a:close/>
                    <a:moveTo>
                      <a:pt x="215" y="248"/>
                    </a:moveTo>
                    <a:cubicBezTo>
                      <a:pt x="216" y="249"/>
                      <a:pt x="216" y="249"/>
                      <a:pt x="216" y="249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9" y="248"/>
                      <a:pt x="219" y="248"/>
                      <a:pt x="219" y="248"/>
                    </a:cubicBezTo>
                    <a:cubicBezTo>
                      <a:pt x="219" y="249"/>
                      <a:pt x="219" y="249"/>
                      <a:pt x="219" y="249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8" y="250"/>
                      <a:pt x="218" y="250"/>
                      <a:pt x="218" y="250"/>
                    </a:cubicBezTo>
                    <a:cubicBezTo>
                      <a:pt x="214" y="249"/>
                      <a:pt x="214" y="249"/>
                      <a:pt x="214" y="249"/>
                    </a:cubicBezTo>
                    <a:cubicBezTo>
                      <a:pt x="214" y="249"/>
                      <a:pt x="214" y="249"/>
                      <a:pt x="214" y="249"/>
                    </a:cubicBezTo>
                    <a:lnTo>
                      <a:pt x="215" y="248"/>
                    </a:lnTo>
                    <a:close/>
                    <a:moveTo>
                      <a:pt x="217" y="257"/>
                    </a:moveTo>
                    <a:cubicBezTo>
                      <a:pt x="217" y="257"/>
                      <a:pt x="217" y="257"/>
                      <a:pt x="217" y="257"/>
                    </a:cubicBezTo>
                    <a:cubicBezTo>
                      <a:pt x="214" y="258"/>
                      <a:pt x="214" y="258"/>
                      <a:pt x="214" y="258"/>
                    </a:cubicBezTo>
                    <a:cubicBezTo>
                      <a:pt x="214" y="258"/>
                      <a:pt x="214" y="258"/>
                      <a:pt x="214" y="258"/>
                    </a:cubicBezTo>
                    <a:lnTo>
                      <a:pt x="217" y="257"/>
                    </a:lnTo>
                    <a:close/>
                    <a:moveTo>
                      <a:pt x="224" y="14"/>
                    </a:moveTo>
                    <a:cubicBezTo>
                      <a:pt x="224" y="13"/>
                      <a:pt x="224" y="13"/>
                      <a:pt x="224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4" y="14"/>
                      <a:pt x="224" y="14"/>
                      <a:pt x="224" y="14"/>
                    </a:cubicBezTo>
                    <a:cubicBezTo>
                      <a:pt x="224" y="16"/>
                      <a:pt x="224" y="16"/>
                      <a:pt x="224" y="16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3" y="14"/>
                      <a:pt x="223" y="14"/>
                      <a:pt x="223" y="14"/>
                    </a:cubicBezTo>
                    <a:lnTo>
                      <a:pt x="224" y="14"/>
                    </a:lnTo>
                    <a:close/>
                    <a:moveTo>
                      <a:pt x="18" y="123"/>
                    </a:moveTo>
                    <a:cubicBezTo>
                      <a:pt x="16" y="122"/>
                      <a:pt x="16" y="122"/>
                      <a:pt x="16" y="122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9" y="123"/>
                      <a:pt x="19" y="123"/>
                      <a:pt x="19" y="123"/>
                    </a:cubicBezTo>
                    <a:lnTo>
                      <a:pt x="18" y="123"/>
                    </a:lnTo>
                    <a:close/>
                    <a:moveTo>
                      <a:pt x="57" y="209"/>
                    </a:moveTo>
                    <a:cubicBezTo>
                      <a:pt x="57" y="209"/>
                      <a:pt x="57" y="209"/>
                      <a:pt x="57" y="209"/>
                    </a:cubicBezTo>
                    <a:cubicBezTo>
                      <a:pt x="57" y="209"/>
                      <a:pt x="57" y="209"/>
                      <a:pt x="57" y="209"/>
                    </a:cubicBezTo>
                    <a:close/>
                    <a:moveTo>
                      <a:pt x="59" y="206"/>
                    </a:moveTo>
                    <a:cubicBezTo>
                      <a:pt x="59" y="206"/>
                      <a:pt x="59" y="206"/>
                      <a:pt x="59" y="206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7" y="206"/>
                      <a:pt x="57" y="206"/>
                      <a:pt x="57" y="206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8" y="205"/>
                      <a:pt x="58" y="205"/>
                      <a:pt x="58" y="205"/>
                    </a:cubicBezTo>
                    <a:cubicBezTo>
                      <a:pt x="59" y="205"/>
                      <a:pt x="59" y="205"/>
                      <a:pt x="59" y="205"/>
                    </a:cubicBezTo>
                    <a:lnTo>
                      <a:pt x="59" y="206"/>
                    </a:lnTo>
                    <a:close/>
                    <a:moveTo>
                      <a:pt x="60" y="184"/>
                    </a:moveTo>
                    <a:cubicBezTo>
                      <a:pt x="59" y="185"/>
                      <a:pt x="59" y="185"/>
                      <a:pt x="59" y="185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4"/>
                      <a:pt x="60" y="184"/>
                      <a:pt x="60" y="184"/>
                    </a:cubicBezTo>
                    <a:close/>
                    <a:moveTo>
                      <a:pt x="55" y="217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7"/>
                      <a:pt x="56" y="217"/>
                      <a:pt x="56" y="217"/>
                    </a:cubicBezTo>
                    <a:lnTo>
                      <a:pt x="55" y="217"/>
                    </a:lnTo>
                    <a:close/>
                    <a:moveTo>
                      <a:pt x="56" y="216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lose/>
                    <a:moveTo>
                      <a:pt x="57" y="221"/>
                    </a:move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7" y="220"/>
                      <a:pt x="57" y="220"/>
                      <a:pt x="57" y="220"/>
                    </a:cubicBezTo>
                    <a:cubicBezTo>
                      <a:pt x="58" y="221"/>
                      <a:pt x="58" y="221"/>
                      <a:pt x="58" y="221"/>
                    </a:cubicBezTo>
                    <a:cubicBezTo>
                      <a:pt x="58" y="221"/>
                      <a:pt x="58" y="221"/>
                      <a:pt x="58" y="221"/>
                    </a:cubicBezTo>
                    <a:lnTo>
                      <a:pt x="57" y="221"/>
                    </a:lnTo>
                    <a:close/>
                    <a:moveTo>
                      <a:pt x="65" y="233"/>
                    </a:moveTo>
                    <a:cubicBezTo>
                      <a:pt x="64" y="232"/>
                      <a:pt x="64" y="232"/>
                      <a:pt x="64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5" y="232"/>
                      <a:pt x="65" y="232"/>
                      <a:pt x="65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3"/>
                      <a:pt x="66" y="233"/>
                      <a:pt x="66" y="233"/>
                    </a:cubicBezTo>
                    <a:lnTo>
                      <a:pt x="65" y="233"/>
                    </a:lnTo>
                    <a:close/>
                    <a:moveTo>
                      <a:pt x="66" y="239"/>
                    </a:moveTo>
                    <a:cubicBezTo>
                      <a:pt x="66" y="240"/>
                      <a:pt x="66" y="240"/>
                      <a:pt x="66" y="240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7" y="238"/>
                      <a:pt x="67" y="238"/>
                      <a:pt x="67" y="238"/>
                    </a:cubicBezTo>
                    <a:cubicBezTo>
                      <a:pt x="67" y="238"/>
                      <a:pt x="67" y="238"/>
                      <a:pt x="67" y="238"/>
                    </a:cubicBezTo>
                    <a:lnTo>
                      <a:pt x="66" y="239"/>
                    </a:lnTo>
                    <a:close/>
                    <a:moveTo>
                      <a:pt x="69" y="246"/>
                    </a:moveTo>
                    <a:cubicBezTo>
                      <a:pt x="69" y="246"/>
                      <a:pt x="69" y="246"/>
                      <a:pt x="69" y="246"/>
                    </a:cubicBezTo>
                    <a:cubicBezTo>
                      <a:pt x="69" y="247"/>
                      <a:pt x="69" y="247"/>
                      <a:pt x="69" y="247"/>
                    </a:cubicBezTo>
                    <a:cubicBezTo>
                      <a:pt x="69" y="247"/>
                      <a:pt x="69" y="247"/>
                      <a:pt x="69" y="247"/>
                    </a:cubicBezTo>
                    <a:lnTo>
                      <a:pt x="69" y="246"/>
                    </a:lnTo>
                    <a:close/>
                    <a:moveTo>
                      <a:pt x="71" y="251"/>
                    </a:moveTo>
                    <a:cubicBezTo>
                      <a:pt x="71" y="252"/>
                      <a:pt x="71" y="252"/>
                      <a:pt x="71" y="252"/>
                    </a:cubicBezTo>
                    <a:cubicBezTo>
                      <a:pt x="70" y="251"/>
                      <a:pt x="70" y="251"/>
                      <a:pt x="70" y="251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1" y="251"/>
                      <a:pt x="71" y="251"/>
                      <a:pt x="71" y="251"/>
                    </a:cubicBezTo>
                    <a:cubicBezTo>
                      <a:pt x="72" y="251"/>
                      <a:pt x="72" y="251"/>
                      <a:pt x="72" y="251"/>
                    </a:cubicBezTo>
                    <a:lnTo>
                      <a:pt x="71" y="251"/>
                    </a:lnTo>
                    <a:close/>
                    <a:moveTo>
                      <a:pt x="73" y="244"/>
                    </a:moveTo>
                    <a:cubicBezTo>
                      <a:pt x="72" y="245"/>
                      <a:pt x="72" y="245"/>
                      <a:pt x="72" y="245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71" y="244"/>
                      <a:pt x="71" y="244"/>
                      <a:pt x="71" y="244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3" y="244"/>
                      <a:pt x="73" y="244"/>
                      <a:pt x="73" y="244"/>
                    </a:cubicBezTo>
                    <a:close/>
                    <a:moveTo>
                      <a:pt x="62" y="282"/>
                    </a:move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2"/>
                      <a:pt x="60" y="282"/>
                      <a:pt x="60" y="282"/>
                    </a:cubicBezTo>
                    <a:cubicBezTo>
                      <a:pt x="62" y="282"/>
                      <a:pt x="62" y="282"/>
                      <a:pt x="62" y="282"/>
                    </a:cubicBezTo>
                    <a:cubicBezTo>
                      <a:pt x="63" y="282"/>
                      <a:pt x="63" y="282"/>
                      <a:pt x="63" y="282"/>
                    </a:cubicBezTo>
                    <a:lnTo>
                      <a:pt x="62" y="282"/>
                    </a:lnTo>
                    <a:close/>
                    <a:moveTo>
                      <a:pt x="44" y="319"/>
                    </a:moveTo>
                    <a:cubicBezTo>
                      <a:pt x="44" y="319"/>
                      <a:pt x="44" y="319"/>
                      <a:pt x="44" y="319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5" y="319"/>
                      <a:pt x="45" y="319"/>
                      <a:pt x="45" y="319"/>
                    </a:cubicBezTo>
                    <a:lnTo>
                      <a:pt x="44" y="319"/>
                    </a:lnTo>
                    <a:close/>
                    <a:moveTo>
                      <a:pt x="52" y="291"/>
                    </a:move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2" y="291"/>
                      <a:pt x="52" y="291"/>
                      <a:pt x="52" y="291"/>
                    </a:cubicBezTo>
                    <a:cubicBezTo>
                      <a:pt x="51" y="291"/>
                      <a:pt x="51" y="291"/>
                      <a:pt x="51" y="291"/>
                    </a:cubicBezTo>
                    <a:cubicBezTo>
                      <a:pt x="51" y="291"/>
                      <a:pt x="51" y="291"/>
                      <a:pt x="51" y="291"/>
                    </a:cubicBezTo>
                    <a:lnTo>
                      <a:pt x="52" y="291"/>
                    </a:lnTo>
                    <a:close/>
                    <a:moveTo>
                      <a:pt x="46" y="304"/>
                    </a:move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4"/>
                      <a:pt x="46" y="304"/>
                      <a:pt x="46" y="304"/>
                    </a:cubicBezTo>
                    <a:close/>
                    <a:moveTo>
                      <a:pt x="46" y="306"/>
                    </a:move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5"/>
                      <a:pt x="46" y="305"/>
                      <a:pt x="46" y="305"/>
                    </a:cubicBezTo>
                    <a:cubicBezTo>
                      <a:pt x="46" y="306"/>
                      <a:pt x="46" y="306"/>
                      <a:pt x="46" y="306"/>
                    </a:cubicBezTo>
                    <a:close/>
                    <a:moveTo>
                      <a:pt x="48" y="303"/>
                    </a:moveTo>
                    <a:cubicBezTo>
                      <a:pt x="48" y="303"/>
                      <a:pt x="48" y="303"/>
                      <a:pt x="48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7" y="303"/>
                      <a:pt x="47" y="303"/>
                      <a:pt x="47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3"/>
                      <a:pt x="49" y="303"/>
                      <a:pt x="49" y="303"/>
                    </a:cubicBezTo>
                    <a:lnTo>
                      <a:pt x="48" y="303"/>
                    </a:lnTo>
                    <a:close/>
                    <a:moveTo>
                      <a:pt x="51" y="337"/>
                    </a:moveTo>
                    <a:cubicBezTo>
                      <a:pt x="50" y="337"/>
                      <a:pt x="50" y="337"/>
                      <a:pt x="50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50" y="337"/>
                      <a:pt x="50" y="337"/>
                      <a:pt x="50" y="337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1" y="336"/>
                      <a:pt x="51" y="336"/>
                      <a:pt x="51" y="336"/>
                    </a:cubicBezTo>
                    <a:lnTo>
                      <a:pt x="51" y="337"/>
                    </a:lnTo>
                    <a:close/>
                    <a:moveTo>
                      <a:pt x="50" y="333"/>
                    </a:move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4"/>
                      <a:pt x="51" y="334"/>
                      <a:pt x="51" y="334"/>
                    </a:cubicBezTo>
                    <a:lnTo>
                      <a:pt x="50" y="333"/>
                    </a:lnTo>
                    <a:close/>
                    <a:moveTo>
                      <a:pt x="52" y="334"/>
                    </a:move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4"/>
                    </a:cubicBezTo>
                    <a:close/>
                    <a:moveTo>
                      <a:pt x="52" y="298"/>
                    </a:moveTo>
                    <a:cubicBezTo>
                      <a:pt x="49" y="298"/>
                      <a:pt x="49" y="298"/>
                      <a:pt x="49" y="298"/>
                    </a:cubicBezTo>
                    <a:cubicBezTo>
                      <a:pt x="51" y="297"/>
                      <a:pt x="51" y="297"/>
                      <a:pt x="51" y="297"/>
                    </a:cubicBezTo>
                    <a:cubicBezTo>
                      <a:pt x="53" y="297"/>
                      <a:pt x="53" y="297"/>
                      <a:pt x="53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3" y="297"/>
                      <a:pt x="53" y="297"/>
                      <a:pt x="53" y="297"/>
                    </a:cubicBezTo>
                    <a:lnTo>
                      <a:pt x="52" y="298"/>
                    </a:lnTo>
                    <a:close/>
                    <a:moveTo>
                      <a:pt x="52" y="335"/>
                    </a:moveTo>
                    <a:cubicBezTo>
                      <a:pt x="53" y="334"/>
                      <a:pt x="53" y="334"/>
                      <a:pt x="53" y="334"/>
                    </a:cubicBezTo>
                    <a:cubicBezTo>
                      <a:pt x="53" y="335"/>
                      <a:pt x="53" y="335"/>
                      <a:pt x="53" y="335"/>
                    </a:cubicBezTo>
                    <a:lnTo>
                      <a:pt x="52" y="335"/>
                    </a:lnTo>
                    <a:close/>
                    <a:moveTo>
                      <a:pt x="56" y="333"/>
                    </a:moveTo>
                    <a:cubicBezTo>
                      <a:pt x="55" y="332"/>
                      <a:pt x="55" y="332"/>
                      <a:pt x="55" y="332"/>
                    </a:cubicBezTo>
                    <a:cubicBezTo>
                      <a:pt x="54" y="333"/>
                      <a:pt x="54" y="333"/>
                      <a:pt x="54" y="333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6" y="332"/>
                      <a:pt x="56" y="332"/>
                      <a:pt x="56" y="332"/>
                    </a:cubicBezTo>
                    <a:cubicBezTo>
                      <a:pt x="57" y="334"/>
                      <a:pt x="57" y="334"/>
                      <a:pt x="57" y="334"/>
                    </a:cubicBezTo>
                    <a:lnTo>
                      <a:pt x="56" y="333"/>
                    </a:lnTo>
                    <a:close/>
                    <a:moveTo>
                      <a:pt x="61" y="294"/>
                    </a:moveTo>
                    <a:cubicBezTo>
                      <a:pt x="60" y="293"/>
                      <a:pt x="60" y="293"/>
                      <a:pt x="60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9" y="292"/>
                      <a:pt x="59" y="292"/>
                      <a:pt x="59" y="292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60" y="292"/>
                      <a:pt x="60" y="292"/>
                      <a:pt x="60" y="292"/>
                    </a:cubicBezTo>
                    <a:cubicBezTo>
                      <a:pt x="60" y="293"/>
                      <a:pt x="60" y="293"/>
                      <a:pt x="60" y="293"/>
                    </a:cubicBezTo>
                    <a:lnTo>
                      <a:pt x="61" y="294"/>
                    </a:lnTo>
                    <a:close/>
                    <a:moveTo>
                      <a:pt x="68" y="272"/>
                    </a:moveTo>
                    <a:cubicBezTo>
                      <a:pt x="68" y="273"/>
                      <a:pt x="68" y="273"/>
                      <a:pt x="68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1"/>
                      <a:pt x="67" y="271"/>
                      <a:pt x="67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70" y="272"/>
                      <a:pt x="70" y="272"/>
                      <a:pt x="70" y="272"/>
                    </a:cubicBezTo>
                    <a:lnTo>
                      <a:pt x="68" y="272"/>
                    </a:lnTo>
                    <a:close/>
                    <a:moveTo>
                      <a:pt x="76" y="378"/>
                    </a:moveTo>
                    <a:cubicBezTo>
                      <a:pt x="75" y="378"/>
                      <a:pt x="75" y="378"/>
                      <a:pt x="75" y="378"/>
                    </a:cubicBezTo>
                    <a:cubicBezTo>
                      <a:pt x="75" y="379"/>
                      <a:pt x="75" y="379"/>
                      <a:pt x="75" y="379"/>
                    </a:cubicBezTo>
                    <a:cubicBezTo>
                      <a:pt x="75" y="378"/>
                      <a:pt x="75" y="378"/>
                      <a:pt x="75" y="378"/>
                    </a:cubicBezTo>
                    <a:cubicBezTo>
                      <a:pt x="76" y="377"/>
                      <a:pt x="76" y="377"/>
                      <a:pt x="76" y="377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6" y="377"/>
                      <a:pt x="76" y="377"/>
                      <a:pt x="76" y="377"/>
                    </a:cubicBezTo>
                    <a:lnTo>
                      <a:pt x="76" y="378"/>
                    </a:lnTo>
                    <a:close/>
                    <a:moveTo>
                      <a:pt x="76" y="387"/>
                    </a:moveTo>
                    <a:cubicBezTo>
                      <a:pt x="77" y="386"/>
                      <a:pt x="77" y="386"/>
                      <a:pt x="77" y="386"/>
                    </a:cubicBezTo>
                    <a:cubicBezTo>
                      <a:pt x="77" y="387"/>
                      <a:pt x="77" y="387"/>
                      <a:pt x="77" y="387"/>
                    </a:cubicBezTo>
                    <a:lnTo>
                      <a:pt x="76" y="387"/>
                    </a:lnTo>
                    <a:close/>
                    <a:moveTo>
                      <a:pt x="80" y="378"/>
                    </a:moveTo>
                    <a:cubicBezTo>
                      <a:pt x="79" y="378"/>
                      <a:pt x="79" y="378"/>
                      <a:pt x="79" y="378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7" y="380"/>
                      <a:pt x="77" y="380"/>
                      <a:pt x="77" y="380"/>
                    </a:cubicBezTo>
                    <a:cubicBezTo>
                      <a:pt x="76" y="380"/>
                      <a:pt x="76" y="380"/>
                      <a:pt x="76" y="380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9" y="377"/>
                      <a:pt x="79" y="377"/>
                      <a:pt x="79" y="377"/>
                    </a:cubicBezTo>
                    <a:cubicBezTo>
                      <a:pt x="80" y="378"/>
                      <a:pt x="80" y="378"/>
                      <a:pt x="80" y="378"/>
                    </a:cubicBezTo>
                    <a:close/>
                    <a:moveTo>
                      <a:pt x="92" y="382"/>
                    </a:moveTo>
                    <a:cubicBezTo>
                      <a:pt x="93" y="382"/>
                      <a:pt x="93" y="382"/>
                      <a:pt x="93" y="382"/>
                    </a:cubicBezTo>
                    <a:cubicBezTo>
                      <a:pt x="94" y="383"/>
                      <a:pt x="94" y="383"/>
                      <a:pt x="94" y="383"/>
                    </a:cubicBezTo>
                    <a:lnTo>
                      <a:pt x="92" y="382"/>
                    </a:lnTo>
                    <a:close/>
                    <a:moveTo>
                      <a:pt x="99" y="361"/>
                    </a:moveTo>
                    <a:cubicBezTo>
                      <a:pt x="99" y="361"/>
                      <a:pt x="99" y="361"/>
                      <a:pt x="99" y="361"/>
                    </a:cubicBezTo>
                    <a:cubicBezTo>
                      <a:pt x="100" y="361"/>
                      <a:pt x="100" y="361"/>
                      <a:pt x="100" y="361"/>
                    </a:cubicBezTo>
                    <a:cubicBezTo>
                      <a:pt x="100" y="360"/>
                      <a:pt x="100" y="360"/>
                      <a:pt x="100" y="360"/>
                    </a:cubicBezTo>
                    <a:cubicBezTo>
                      <a:pt x="101" y="361"/>
                      <a:pt x="101" y="361"/>
                      <a:pt x="101" y="361"/>
                    </a:cubicBezTo>
                    <a:lnTo>
                      <a:pt x="99" y="361"/>
                    </a:lnTo>
                    <a:close/>
                    <a:moveTo>
                      <a:pt x="101" y="366"/>
                    </a:moveTo>
                    <a:cubicBezTo>
                      <a:pt x="101" y="365"/>
                      <a:pt x="101" y="365"/>
                      <a:pt x="101" y="365"/>
                    </a:cubicBezTo>
                    <a:cubicBezTo>
                      <a:pt x="101" y="365"/>
                      <a:pt x="101" y="365"/>
                      <a:pt x="101" y="365"/>
                    </a:cubicBezTo>
                    <a:lnTo>
                      <a:pt x="101" y="366"/>
                    </a:lnTo>
                    <a:close/>
                    <a:moveTo>
                      <a:pt x="100" y="360"/>
                    </a:move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lnTo>
                      <a:pt x="100" y="360"/>
                    </a:lnTo>
                    <a:close/>
                    <a:moveTo>
                      <a:pt x="107" y="350"/>
                    </a:move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lose/>
                    <a:moveTo>
                      <a:pt x="175" y="291"/>
                    </a:move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5" y="291"/>
                      <a:pt x="175" y="291"/>
                      <a:pt x="175" y="291"/>
                    </a:cubicBezTo>
                    <a:close/>
                    <a:moveTo>
                      <a:pt x="183" y="25"/>
                    </a:moveTo>
                    <a:cubicBezTo>
                      <a:pt x="182" y="23"/>
                      <a:pt x="182" y="23"/>
                      <a:pt x="182" y="23"/>
                    </a:cubicBezTo>
                    <a:cubicBezTo>
                      <a:pt x="181" y="22"/>
                      <a:pt x="181" y="22"/>
                      <a:pt x="181" y="22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80" y="20"/>
                      <a:pt x="180" y="20"/>
                      <a:pt x="180" y="20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2" y="20"/>
                      <a:pt x="182" y="20"/>
                      <a:pt x="182" y="20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7"/>
                      <a:pt x="185" y="27"/>
                      <a:pt x="185" y="27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6"/>
                      <a:pt x="183" y="26"/>
                    </a:cubicBezTo>
                    <a:lnTo>
                      <a:pt x="183" y="25"/>
                    </a:lnTo>
                    <a:close/>
                    <a:moveTo>
                      <a:pt x="186" y="35"/>
                    </a:move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5" y="31"/>
                      <a:pt x="185" y="31"/>
                      <a:pt x="185" y="31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7" y="35"/>
                      <a:pt x="187" y="35"/>
                      <a:pt x="187" y="35"/>
                    </a:cubicBezTo>
                    <a:lnTo>
                      <a:pt x="186" y="35"/>
                    </a:lnTo>
                    <a:close/>
                    <a:moveTo>
                      <a:pt x="207" y="258"/>
                    </a:move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6" y="258"/>
                      <a:pt x="206" y="258"/>
                      <a:pt x="206" y="258"/>
                    </a:cubicBezTo>
                    <a:lnTo>
                      <a:pt x="207" y="258"/>
                    </a:lnTo>
                    <a:close/>
                    <a:moveTo>
                      <a:pt x="206" y="262"/>
                    </a:move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3" y="265"/>
                      <a:pt x="203" y="265"/>
                      <a:pt x="203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3" y="264"/>
                      <a:pt x="203" y="264"/>
                      <a:pt x="203" y="264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2"/>
                      <a:pt x="204" y="262"/>
                      <a:pt x="204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6" y="261"/>
                      <a:pt x="206" y="261"/>
                      <a:pt x="206" y="261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8" y="260"/>
                      <a:pt x="208" y="260"/>
                      <a:pt x="208" y="260"/>
                    </a:cubicBezTo>
                    <a:cubicBezTo>
                      <a:pt x="207" y="261"/>
                      <a:pt x="207" y="261"/>
                      <a:pt x="207" y="261"/>
                    </a:cubicBezTo>
                    <a:lnTo>
                      <a:pt x="206" y="262"/>
                    </a:lnTo>
                    <a:close/>
                    <a:moveTo>
                      <a:pt x="208" y="270"/>
                    </a:moveTo>
                    <a:cubicBezTo>
                      <a:pt x="208" y="271"/>
                      <a:pt x="208" y="271"/>
                      <a:pt x="208" y="271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9" y="270"/>
                      <a:pt x="209" y="270"/>
                      <a:pt x="209" y="270"/>
                    </a:cubicBezTo>
                    <a:lnTo>
                      <a:pt x="208" y="270"/>
                    </a:lnTo>
                    <a:close/>
                    <a:moveTo>
                      <a:pt x="211" y="266"/>
                    </a:move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09" y="265"/>
                      <a:pt x="209" y="265"/>
                      <a:pt x="209" y="265"/>
                    </a:cubicBez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12" y="265"/>
                      <a:pt x="212" y="265"/>
                      <a:pt x="212" y="265"/>
                    </a:cubicBezTo>
                    <a:lnTo>
                      <a:pt x="211" y="266"/>
                    </a:lnTo>
                    <a:close/>
                    <a:moveTo>
                      <a:pt x="212" y="249"/>
                    </a:moveTo>
                    <a:cubicBezTo>
                      <a:pt x="212" y="248"/>
                      <a:pt x="212" y="248"/>
                      <a:pt x="212" y="248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09" y="245"/>
                      <a:pt x="209" y="245"/>
                      <a:pt x="209" y="245"/>
                    </a:cubicBezTo>
                    <a:cubicBezTo>
                      <a:pt x="208" y="244"/>
                      <a:pt x="208" y="244"/>
                      <a:pt x="208" y="244"/>
                    </a:cubicBezTo>
                    <a:cubicBezTo>
                      <a:pt x="209" y="244"/>
                      <a:pt x="209" y="244"/>
                      <a:pt x="209" y="244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09" y="242"/>
                      <a:pt x="209" y="242"/>
                      <a:pt x="209" y="242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5"/>
                      <a:pt x="210" y="245"/>
                      <a:pt x="210" y="245"/>
                    </a:cubicBezTo>
                    <a:cubicBezTo>
                      <a:pt x="212" y="246"/>
                      <a:pt x="212" y="246"/>
                      <a:pt x="212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8"/>
                      <a:pt x="213" y="248"/>
                      <a:pt x="213" y="248"/>
                    </a:cubicBezTo>
                    <a:cubicBezTo>
                      <a:pt x="213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lose/>
                    <a:moveTo>
                      <a:pt x="213" y="266"/>
                    </a:move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5" name="Freeform 6414">
                <a:extLst>
                  <a:ext uri="{FF2B5EF4-FFF2-40B4-BE49-F238E27FC236}">
                    <a16:creationId xmlns:a16="http://schemas.microsoft.com/office/drawing/2014/main" id="{7C8962D9-3841-41D9-B699-4538C12F29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30" y="1917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5 w 7"/>
                  <a:gd name="T5" fmla="*/ 0 h 5"/>
                  <a:gd name="T6" fmla="*/ 1 w 7"/>
                  <a:gd name="T7" fmla="*/ 0 h 5"/>
                  <a:gd name="T8" fmla="*/ 0 w 7"/>
                  <a:gd name="T9" fmla="*/ 4 h 5"/>
                  <a:gd name="T10" fmla="*/ 1 w 7"/>
                  <a:gd name="T11" fmla="*/ 5 h 5"/>
                  <a:gd name="T12" fmla="*/ 3 w 7"/>
                  <a:gd name="T13" fmla="*/ 4 h 5"/>
                  <a:gd name="T14" fmla="*/ 5 w 7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6" name="Freeform 6415">
                <a:extLst>
                  <a:ext uri="{FF2B5EF4-FFF2-40B4-BE49-F238E27FC236}">
                    <a16:creationId xmlns:a16="http://schemas.microsoft.com/office/drawing/2014/main" id="{D61D6766-9EA9-431D-B7D5-C74CC8C33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8" y="1497"/>
                <a:ext cx="9" cy="6"/>
              </a:xfrm>
              <a:custGeom>
                <a:avLst/>
                <a:gdLst>
                  <a:gd name="T0" fmla="*/ 4 w 9"/>
                  <a:gd name="T1" fmla="*/ 0 h 6"/>
                  <a:gd name="T2" fmla="*/ 2 w 9"/>
                  <a:gd name="T3" fmla="*/ 2 h 6"/>
                  <a:gd name="T4" fmla="*/ 0 w 9"/>
                  <a:gd name="T5" fmla="*/ 4 h 6"/>
                  <a:gd name="T6" fmla="*/ 2 w 9"/>
                  <a:gd name="T7" fmla="*/ 6 h 6"/>
                  <a:gd name="T8" fmla="*/ 6 w 9"/>
                  <a:gd name="T9" fmla="*/ 6 h 6"/>
                  <a:gd name="T10" fmla="*/ 9 w 9"/>
                  <a:gd name="T11" fmla="*/ 4 h 6"/>
                  <a:gd name="T12" fmla="*/ 6 w 9"/>
                  <a:gd name="T13" fmla="*/ 0 h 6"/>
                  <a:gd name="T14" fmla="*/ 4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7" name="Freeform 6416">
                <a:extLst>
                  <a:ext uri="{FF2B5EF4-FFF2-40B4-BE49-F238E27FC236}">
                    <a16:creationId xmlns:a16="http://schemas.microsoft.com/office/drawing/2014/main" id="{5C6ED3A1-2A28-4E2A-83E1-70F946215F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3" y="1602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4 h 4"/>
                  <a:gd name="T6" fmla="*/ 4 w 6"/>
                  <a:gd name="T7" fmla="*/ 0 h 4"/>
                  <a:gd name="T8" fmla="*/ 0 w 6"/>
                  <a:gd name="T9" fmla="*/ 0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8" name="Freeform 6417">
                <a:extLst>
                  <a:ext uri="{FF2B5EF4-FFF2-40B4-BE49-F238E27FC236}">
                    <a16:creationId xmlns:a16="http://schemas.microsoft.com/office/drawing/2014/main" id="{F9DF02BC-14A9-4F3B-BFFB-361A084737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34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9" name="Freeform 6418">
                <a:extLst>
                  <a:ext uri="{FF2B5EF4-FFF2-40B4-BE49-F238E27FC236}">
                    <a16:creationId xmlns:a16="http://schemas.microsoft.com/office/drawing/2014/main" id="{0C2B9D73-94DB-459F-BEBE-BB9B4668FF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5" y="1533"/>
                <a:ext cx="18" cy="18"/>
              </a:xfrm>
              <a:custGeom>
                <a:avLst/>
                <a:gdLst>
                  <a:gd name="T0" fmla="*/ 13 w 18"/>
                  <a:gd name="T1" fmla="*/ 5 h 18"/>
                  <a:gd name="T2" fmla="*/ 13 w 18"/>
                  <a:gd name="T3" fmla="*/ 0 h 18"/>
                  <a:gd name="T4" fmla="*/ 11 w 18"/>
                  <a:gd name="T5" fmla="*/ 0 h 18"/>
                  <a:gd name="T6" fmla="*/ 7 w 18"/>
                  <a:gd name="T7" fmla="*/ 2 h 18"/>
                  <a:gd name="T8" fmla="*/ 5 w 18"/>
                  <a:gd name="T9" fmla="*/ 2 h 18"/>
                  <a:gd name="T10" fmla="*/ 5 w 18"/>
                  <a:gd name="T11" fmla="*/ 2 h 18"/>
                  <a:gd name="T12" fmla="*/ 2 w 18"/>
                  <a:gd name="T13" fmla="*/ 2 h 18"/>
                  <a:gd name="T14" fmla="*/ 2 w 18"/>
                  <a:gd name="T15" fmla="*/ 9 h 18"/>
                  <a:gd name="T16" fmla="*/ 0 w 18"/>
                  <a:gd name="T17" fmla="*/ 11 h 18"/>
                  <a:gd name="T18" fmla="*/ 2 w 18"/>
                  <a:gd name="T19" fmla="*/ 15 h 18"/>
                  <a:gd name="T20" fmla="*/ 5 w 18"/>
                  <a:gd name="T21" fmla="*/ 17 h 18"/>
                  <a:gd name="T22" fmla="*/ 7 w 18"/>
                  <a:gd name="T23" fmla="*/ 17 h 18"/>
                  <a:gd name="T24" fmla="*/ 11 w 18"/>
                  <a:gd name="T25" fmla="*/ 17 h 18"/>
                  <a:gd name="T26" fmla="*/ 11 w 18"/>
                  <a:gd name="T27" fmla="*/ 17 h 18"/>
                  <a:gd name="T28" fmla="*/ 11 w 18"/>
                  <a:gd name="T29" fmla="*/ 17 h 18"/>
                  <a:gd name="T30" fmla="*/ 15 w 18"/>
                  <a:gd name="T31" fmla="*/ 18 h 18"/>
                  <a:gd name="T32" fmla="*/ 16 w 18"/>
                  <a:gd name="T33" fmla="*/ 15 h 18"/>
                  <a:gd name="T34" fmla="*/ 18 w 18"/>
                  <a:gd name="T35" fmla="*/ 15 h 18"/>
                  <a:gd name="T36" fmla="*/ 18 w 18"/>
                  <a:gd name="T37" fmla="*/ 9 h 18"/>
                  <a:gd name="T38" fmla="*/ 15 w 18"/>
                  <a:gd name="T39" fmla="*/ 7 h 18"/>
                  <a:gd name="T40" fmla="*/ 13 w 18"/>
                  <a:gd name="T41" fmla="*/ 9 h 18"/>
                  <a:gd name="T42" fmla="*/ 13 w 18"/>
                  <a:gd name="T43" fmla="*/ 9 h 18"/>
                  <a:gd name="T44" fmla="*/ 13 w 18"/>
                  <a:gd name="T45" fmla="*/ 7 h 18"/>
                  <a:gd name="T46" fmla="*/ 13 w 18"/>
                  <a:gd name="T47" fmla="*/ 7 h 18"/>
                  <a:gd name="T48" fmla="*/ 11 w 18"/>
                  <a:gd name="T49" fmla="*/ 5 h 18"/>
                  <a:gd name="T50" fmla="*/ 11 w 18"/>
                  <a:gd name="T51" fmla="*/ 5 h 18"/>
                  <a:gd name="T52" fmla="*/ 13 w 18"/>
                  <a:gd name="T5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13" y="5"/>
                    </a:moveTo>
                    <a:lnTo>
                      <a:pt x="13" y="0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5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0" name="Freeform 6419">
                <a:extLst>
                  <a:ext uri="{FF2B5EF4-FFF2-40B4-BE49-F238E27FC236}">
                    <a16:creationId xmlns:a16="http://schemas.microsoft.com/office/drawing/2014/main" id="{B94D7432-678D-4DD0-96FB-DDA285CD06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40"/>
                <a:ext cx="4" cy="7"/>
              </a:xfrm>
              <a:custGeom>
                <a:avLst/>
                <a:gdLst>
                  <a:gd name="T0" fmla="*/ 0 w 4"/>
                  <a:gd name="T1" fmla="*/ 5 h 7"/>
                  <a:gd name="T2" fmla="*/ 2 w 4"/>
                  <a:gd name="T3" fmla="*/ 7 h 7"/>
                  <a:gd name="T4" fmla="*/ 4 w 4"/>
                  <a:gd name="T5" fmla="*/ 7 h 7"/>
                  <a:gd name="T6" fmla="*/ 4 w 4"/>
                  <a:gd name="T7" fmla="*/ 3 h 7"/>
                  <a:gd name="T8" fmla="*/ 4 w 4"/>
                  <a:gd name="T9" fmla="*/ 0 h 7"/>
                  <a:gd name="T10" fmla="*/ 2 w 4"/>
                  <a:gd name="T11" fmla="*/ 1 h 7"/>
                  <a:gd name="T12" fmla="*/ 0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1" name="Freeform 6420">
                <a:extLst>
                  <a:ext uri="{FF2B5EF4-FFF2-40B4-BE49-F238E27FC236}">
                    <a16:creationId xmlns:a16="http://schemas.microsoft.com/office/drawing/2014/main" id="{2B7FB749-945B-4064-9B44-D42B3FAEB5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1" y="1449"/>
                <a:ext cx="8" cy="15"/>
              </a:xfrm>
              <a:custGeom>
                <a:avLst/>
                <a:gdLst>
                  <a:gd name="T0" fmla="*/ 4 w 4"/>
                  <a:gd name="T1" fmla="*/ 4 h 8"/>
                  <a:gd name="T2" fmla="*/ 4 w 4"/>
                  <a:gd name="T3" fmla="*/ 0 h 8"/>
                  <a:gd name="T4" fmla="*/ 1 w 4"/>
                  <a:gd name="T5" fmla="*/ 4 h 8"/>
                  <a:gd name="T6" fmla="*/ 1 w 4"/>
                  <a:gd name="T7" fmla="*/ 5 h 8"/>
                  <a:gd name="T8" fmla="*/ 0 w 4"/>
                  <a:gd name="T9" fmla="*/ 6 h 8"/>
                  <a:gd name="T10" fmla="*/ 0 w 4"/>
                  <a:gd name="T11" fmla="*/ 8 h 8"/>
                  <a:gd name="T12" fmla="*/ 1 w 4"/>
                  <a:gd name="T13" fmla="*/ 8 h 8"/>
                  <a:gd name="T14" fmla="*/ 2 w 4"/>
                  <a:gd name="T15" fmla="*/ 8 h 8"/>
                  <a:gd name="T16" fmla="*/ 3 w 4"/>
                  <a:gd name="T17" fmla="*/ 7 h 8"/>
                  <a:gd name="T18" fmla="*/ 3 w 4"/>
                  <a:gd name="T19" fmla="*/ 6 h 8"/>
                  <a:gd name="T20" fmla="*/ 3 w 4"/>
                  <a:gd name="T21" fmla="*/ 5 h 8"/>
                  <a:gd name="T22" fmla="*/ 4 w 4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4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2" name="Freeform 6421">
                <a:extLst>
                  <a:ext uri="{FF2B5EF4-FFF2-40B4-BE49-F238E27FC236}">
                    <a16:creationId xmlns:a16="http://schemas.microsoft.com/office/drawing/2014/main" id="{0EBEBA08-A074-4796-A371-B051D1FB6D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50"/>
                <a:ext cx="7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1 w 7"/>
                  <a:gd name="T5" fmla="*/ 0 h 3"/>
                  <a:gd name="T6" fmla="*/ 0 w 7"/>
                  <a:gd name="T7" fmla="*/ 0 h 3"/>
                  <a:gd name="T8" fmla="*/ 0 w 7"/>
                  <a:gd name="T9" fmla="*/ 1 h 3"/>
                  <a:gd name="T10" fmla="*/ 0 w 7"/>
                  <a:gd name="T11" fmla="*/ 3 h 3"/>
                  <a:gd name="T12" fmla="*/ 3 w 7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lnTo>
                      <a:pt x="7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3" name="Freeform 6422">
                <a:extLst>
                  <a:ext uri="{FF2B5EF4-FFF2-40B4-BE49-F238E27FC236}">
                    <a16:creationId xmlns:a16="http://schemas.microsoft.com/office/drawing/2014/main" id="{3022E243-12DF-42B1-B6D9-8C0EECA0F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4" y="1563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4" name="Freeform 6423">
                <a:extLst>
                  <a:ext uri="{FF2B5EF4-FFF2-40B4-BE49-F238E27FC236}">
                    <a16:creationId xmlns:a16="http://schemas.microsoft.com/office/drawing/2014/main" id="{78EAF2A7-A873-42EB-9E4B-889A665620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7" y="1399"/>
                <a:ext cx="7" cy="13"/>
              </a:xfrm>
              <a:custGeom>
                <a:avLst/>
                <a:gdLst>
                  <a:gd name="T0" fmla="*/ 6 w 7"/>
                  <a:gd name="T1" fmla="*/ 0 h 13"/>
                  <a:gd name="T2" fmla="*/ 4 w 7"/>
                  <a:gd name="T3" fmla="*/ 1 h 13"/>
                  <a:gd name="T4" fmla="*/ 2 w 7"/>
                  <a:gd name="T5" fmla="*/ 3 h 13"/>
                  <a:gd name="T6" fmla="*/ 0 w 7"/>
                  <a:gd name="T7" fmla="*/ 9 h 13"/>
                  <a:gd name="T8" fmla="*/ 2 w 7"/>
                  <a:gd name="T9" fmla="*/ 11 h 13"/>
                  <a:gd name="T10" fmla="*/ 2 w 7"/>
                  <a:gd name="T11" fmla="*/ 13 h 13"/>
                  <a:gd name="T12" fmla="*/ 6 w 7"/>
                  <a:gd name="T13" fmla="*/ 11 h 13"/>
                  <a:gd name="T14" fmla="*/ 7 w 7"/>
                  <a:gd name="T15" fmla="*/ 7 h 13"/>
                  <a:gd name="T16" fmla="*/ 7 w 7"/>
                  <a:gd name="T17" fmla="*/ 3 h 13"/>
                  <a:gd name="T18" fmla="*/ 7 w 7"/>
                  <a:gd name="T19" fmla="*/ 1 h 13"/>
                  <a:gd name="T20" fmla="*/ 6 w 7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5" name="Freeform 6424">
                <a:extLst>
                  <a:ext uri="{FF2B5EF4-FFF2-40B4-BE49-F238E27FC236}">
                    <a16:creationId xmlns:a16="http://schemas.microsoft.com/office/drawing/2014/main" id="{FB7833E7-0FE1-42BA-8A37-E4EB07BF1E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1" y="1397"/>
                <a:ext cx="13" cy="7"/>
              </a:xfrm>
              <a:custGeom>
                <a:avLst/>
                <a:gdLst>
                  <a:gd name="T0" fmla="*/ 5 w 13"/>
                  <a:gd name="T1" fmla="*/ 5 h 7"/>
                  <a:gd name="T2" fmla="*/ 7 w 13"/>
                  <a:gd name="T3" fmla="*/ 7 h 7"/>
                  <a:gd name="T4" fmla="*/ 13 w 13"/>
                  <a:gd name="T5" fmla="*/ 7 h 7"/>
                  <a:gd name="T6" fmla="*/ 9 w 13"/>
                  <a:gd name="T7" fmla="*/ 2 h 7"/>
                  <a:gd name="T8" fmla="*/ 7 w 13"/>
                  <a:gd name="T9" fmla="*/ 2 h 7"/>
                  <a:gd name="T10" fmla="*/ 5 w 13"/>
                  <a:gd name="T11" fmla="*/ 0 h 7"/>
                  <a:gd name="T12" fmla="*/ 3 w 13"/>
                  <a:gd name="T13" fmla="*/ 0 h 7"/>
                  <a:gd name="T14" fmla="*/ 0 w 13"/>
                  <a:gd name="T15" fmla="*/ 0 h 7"/>
                  <a:gd name="T16" fmla="*/ 0 w 13"/>
                  <a:gd name="T17" fmla="*/ 2 h 7"/>
                  <a:gd name="T18" fmla="*/ 1 w 13"/>
                  <a:gd name="T19" fmla="*/ 5 h 7"/>
                  <a:gd name="T20" fmla="*/ 5 w 13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5" y="5"/>
                    </a:moveTo>
                    <a:lnTo>
                      <a:pt x="7" y="7"/>
                    </a:lnTo>
                    <a:lnTo>
                      <a:pt x="13" y="7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6" name="Freeform 6425">
                <a:extLst>
                  <a:ext uri="{FF2B5EF4-FFF2-40B4-BE49-F238E27FC236}">
                    <a16:creationId xmlns:a16="http://schemas.microsoft.com/office/drawing/2014/main" id="{EA912DFB-208B-4CE6-B845-21F25CFCBA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2" y="1510"/>
                <a:ext cx="5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0 h 6"/>
                  <a:gd name="T4" fmla="*/ 2 w 5"/>
                  <a:gd name="T5" fmla="*/ 0 h 6"/>
                  <a:gd name="T6" fmla="*/ 0 w 5"/>
                  <a:gd name="T7" fmla="*/ 4 h 6"/>
                  <a:gd name="T8" fmla="*/ 4 w 5"/>
                  <a:gd name="T9" fmla="*/ 6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7" name="Freeform 6426">
                <a:extLst>
                  <a:ext uri="{FF2B5EF4-FFF2-40B4-BE49-F238E27FC236}">
                    <a16:creationId xmlns:a16="http://schemas.microsoft.com/office/drawing/2014/main" id="{49544DC7-C68D-440C-AA86-D2EC72279C4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596" y="1492"/>
                <a:ext cx="273" cy="361"/>
              </a:xfrm>
              <a:custGeom>
                <a:avLst/>
                <a:gdLst>
                  <a:gd name="T0" fmla="*/ 138 w 147"/>
                  <a:gd name="T1" fmla="*/ 128 h 194"/>
                  <a:gd name="T2" fmla="*/ 134 w 147"/>
                  <a:gd name="T3" fmla="*/ 124 h 194"/>
                  <a:gd name="T4" fmla="*/ 129 w 147"/>
                  <a:gd name="T5" fmla="*/ 116 h 194"/>
                  <a:gd name="T6" fmla="*/ 124 w 147"/>
                  <a:gd name="T7" fmla="*/ 111 h 194"/>
                  <a:gd name="T8" fmla="*/ 118 w 147"/>
                  <a:gd name="T9" fmla="*/ 104 h 194"/>
                  <a:gd name="T10" fmla="*/ 120 w 147"/>
                  <a:gd name="T11" fmla="*/ 96 h 194"/>
                  <a:gd name="T12" fmla="*/ 122 w 147"/>
                  <a:gd name="T13" fmla="*/ 87 h 194"/>
                  <a:gd name="T14" fmla="*/ 117 w 147"/>
                  <a:gd name="T15" fmla="*/ 68 h 194"/>
                  <a:gd name="T16" fmla="*/ 110 w 147"/>
                  <a:gd name="T17" fmla="*/ 62 h 194"/>
                  <a:gd name="T18" fmla="*/ 96 w 147"/>
                  <a:gd name="T19" fmla="*/ 50 h 194"/>
                  <a:gd name="T20" fmla="*/ 94 w 147"/>
                  <a:gd name="T21" fmla="*/ 36 h 194"/>
                  <a:gd name="T22" fmla="*/ 72 w 147"/>
                  <a:gd name="T23" fmla="*/ 31 h 194"/>
                  <a:gd name="T24" fmla="*/ 64 w 147"/>
                  <a:gd name="T25" fmla="*/ 29 h 194"/>
                  <a:gd name="T26" fmla="*/ 67 w 147"/>
                  <a:gd name="T27" fmla="*/ 7 h 194"/>
                  <a:gd name="T28" fmla="*/ 40 w 147"/>
                  <a:gd name="T29" fmla="*/ 15 h 194"/>
                  <a:gd name="T30" fmla="*/ 37 w 147"/>
                  <a:gd name="T31" fmla="*/ 28 h 194"/>
                  <a:gd name="T32" fmla="*/ 32 w 147"/>
                  <a:gd name="T33" fmla="*/ 43 h 194"/>
                  <a:gd name="T34" fmla="*/ 31 w 147"/>
                  <a:gd name="T35" fmla="*/ 23 h 194"/>
                  <a:gd name="T36" fmla="*/ 41 w 147"/>
                  <a:gd name="T37" fmla="*/ 0 h 194"/>
                  <a:gd name="T38" fmla="*/ 14 w 147"/>
                  <a:gd name="T39" fmla="*/ 17 h 194"/>
                  <a:gd name="T40" fmla="*/ 6 w 147"/>
                  <a:gd name="T41" fmla="*/ 42 h 194"/>
                  <a:gd name="T42" fmla="*/ 2 w 147"/>
                  <a:gd name="T43" fmla="*/ 47 h 194"/>
                  <a:gd name="T44" fmla="*/ 12 w 147"/>
                  <a:gd name="T45" fmla="*/ 61 h 194"/>
                  <a:gd name="T46" fmla="*/ 34 w 147"/>
                  <a:gd name="T47" fmla="*/ 71 h 194"/>
                  <a:gd name="T48" fmla="*/ 47 w 147"/>
                  <a:gd name="T49" fmla="*/ 78 h 194"/>
                  <a:gd name="T50" fmla="*/ 50 w 147"/>
                  <a:gd name="T51" fmla="*/ 73 h 194"/>
                  <a:gd name="T52" fmla="*/ 59 w 147"/>
                  <a:gd name="T53" fmla="*/ 65 h 194"/>
                  <a:gd name="T54" fmla="*/ 62 w 147"/>
                  <a:gd name="T55" fmla="*/ 79 h 194"/>
                  <a:gd name="T56" fmla="*/ 70 w 147"/>
                  <a:gd name="T57" fmla="*/ 87 h 194"/>
                  <a:gd name="T58" fmla="*/ 71 w 147"/>
                  <a:gd name="T59" fmla="*/ 93 h 194"/>
                  <a:gd name="T60" fmla="*/ 74 w 147"/>
                  <a:gd name="T61" fmla="*/ 100 h 194"/>
                  <a:gd name="T62" fmla="*/ 79 w 147"/>
                  <a:gd name="T63" fmla="*/ 104 h 194"/>
                  <a:gd name="T64" fmla="*/ 80 w 147"/>
                  <a:gd name="T65" fmla="*/ 121 h 194"/>
                  <a:gd name="T66" fmla="*/ 64 w 147"/>
                  <a:gd name="T67" fmla="*/ 142 h 194"/>
                  <a:gd name="T68" fmla="*/ 47 w 147"/>
                  <a:gd name="T69" fmla="*/ 141 h 194"/>
                  <a:gd name="T70" fmla="*/ 34 w 147"/>
                  <a:gd name="T71" fmla="*/ 152 h 194"/>
                  <a:gd name="T72" fmla="*/ 54 w 147"/>
                  <a:gd name="T73" fmla="*/ 156 h 194"/>
                  <a:gd name="T74" fmla="*/ 63 w 147"/>
                  <a:gd name="T75" fmla="*/ 158 h 194"/>
                  <a:gd name="T76" fmla="*/ 69 w 147"/>
                  <a:gd name="T77" fmla="*/ 174 h 194"/>
                  <a:gd name="T78" fmla="*/ 84 w 147"/>
                  <a:gd name="T79" fmla="*/ 187 h 194"/>
                  <a:gd name="T80" fmla="*/ 102 w 147"/>
                  <a:gd name="T81" fmla="*/ 189 h 194"/>
                  <a:gd name="T82" fmla="*/ 90 w 147"/>
                  <a:gd name="T83" fmla="*/ 175 h 194"/>
                  <a:gd name="T84" fmla="*/ 96 w 147"/>
                  <a:gd name="T85" fmla="*/ 175 h 194"/>
                  <a:gd name="T86" fmla="*/ 109 w 147"/>
                  <a:gd name="T87" fmla="*/ 187 h 194"/>
                  <a:gd name="T88" fmla="*/ 112 w 147"/>
                  <a:gd name="T89" fmla="*/ 179 h 194"/>
                  <a:gd name="T90" fmla="*/ 114 w 147"/>
                  <a:gd name="T91" fmla="*/ 162 h 194"/>
                  <a:gd name="T92" fmla="*/ 106 w 147"/>
                  <a:gd name="T93" fmla="*/ 152 h 194"/>
                  <a:gd name="T94" fmla="*/ 101 w 147"/>
                  <a:gd name="T95" fmla="*/ 140 h 194"/>
                  <a:gd name="T96" fmla="*/ 109 w 147"/>
                  <a:gd name="T97" fmla="*/ 136 h 194"/>
                  <a:gd name="T98" fmla="*/ 114 w 147"/>
                  <a:gd name="T99" fmla="*/ 141 h 194"/>
                  <a:gd name="T100" fmla="*/ 119 w 147"/>
                  <a:gd name="T101" fmla="*/ 149 h 194"/>
                  <a:gd name="T102" fmla="*/ 126 w 147"/>
                  <a:gd name="T103" fmla="*/ 157 h 194"/>
                  <a:gd name="T104" fmla="*/ 135 w 147"/>
                  <a:gd name="T105" fmla="*/ 147 h 194"/>
                  <a:gd name="T106" fmla="*/ 147 w 147"/>
                  <a:gd name="T107" fmla="*/ 137 h 194"/>
                  <a:gd name="T108" fmla="*/ 118 w 147"/>
                  <a:gd name="T109" fmla="*/ 78 h 194"/>
                  <a:gd name="T110" fmla="*/ 116 w 147"/>
                  <a:gd name="T111" fmla="*/ 79 h 194"/>
                  <a:gd name="T112" fmla="*/ 29 w 147"/>
                  <a:gd name="T113" fmla="*/ 46 h 194"/>
                  <a:gd name="T114" fmla="*/ 60 w 147"/>
                  <a:gd name="T115" fmla="*/ 37 h 194"/>
                  <a:gd name="T116" fmla="*/ 68 w 147"/>
                  <a:gd name="T117" fmla="*/ 40 h 194"/>
                  <a:gd name="T118" fmla="*/ 111 w 147"/>
                  <a:gd name="T119" fmla="*/ 161 h 194"/>
                  <a:gd name="T120" fmla="*/ 98 w 147"/>
                  <a:gd name="T121" fmla="*/ 52 h 194"/>
                  <a:gd name="T122" fmla="*/ 102 w 147"/>
                  <a:gd name="T123" fmla="*/ 67 h 194"/>
                  <a:gd name="T124" fmla="*/ 114 w 147"/>
                  <a:gd name="T125" fmla="*/ 10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194">
                    <a:moveTo>
                      <a:pt x="147" y="137"/>
                    </a:move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5"/>
                      <a:pt x="147" y="135"/>
                      <a:pt x="147" y="135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3"/>
                      <a:pt x="146" y="133"/>
                      <a:pt x="146" y="133"/>
                    </a:cubicBezTo>
                    <a:cubicBezTo>
                      <a:pt x="145" y="132"/>
                      <a:pt x="145" y="132"/>
                      <a:pt x="145" y="132"/>
                    </a:cubicBezTo>
                    <a:cubicBezTo>
                      <a:pt x="144" y="132"/>
                      <a:pt x="144" y="132"/>
                      <a:pt x="144" y="132"/>
                    </a:cubicBezTo>
                    <a:cubicBezTo>
                      <a:pt x="145" y="131"/>
                      <a:pt x="145" y="131"/>
                      <a:pt x="145" y="131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0"/>
                      <a:pt x="143" y="130"/>
                      <a:pt x="143" y="130"/>
                    </a:cubicBezTo>
                    <a:cubicBezTo>
                      <a:pt x="143" y="129"/>
                      <a:pt x="143" y="129"/>
                      <a:pt x="143" y="129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9" y="129"/>
                      <a:pt x="139" y="128"/>
                      <a:pt x="139" y="128"/>
                    </a:cubicBezTo>
                    <a:cubicBezTo>
                      <a:pt x="140" y="128"/>
                      <a:pt x="140" y="128"/>
                      <a:pt x="140" y="128"/>
                    </a:cubicBezTo>
                    <a:cubicBezTo>
                      <a:pt x="142" y="126"/>
                      <a:pt x="142" y="126"/>
                      <a:pt x="142" y="126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8" y="127"/>
                      <a:pt x="138" y="127"/>
                      <a:pt x="138" y="127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7" y="124"/>
                      <a:pt x="137" y="124"/>
                      <a:pt x="137" y="124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33" y="124"/>
                      <a:pt x="133" y="124"/>
                      <a:pt x="133" y="124"/>
                    </a:cubicBez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3" y="123"/>
                      <a:pt x="133" y="123"/>
                      <a:pt x="133" y="123"/>
                    </a:cubicBezTo>
                    <a:cubicBezTo>
                      <a:pt x="131" y="121"/>
                      <a:pt x="131" y="121"/>
                      <a:pt x="131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2"/>
                      <a:pt x="132" y="122"/>
                      <a:pt x="132" y="122"/>
                    </a:cubicBezTo>
                    <a:cubicBezTo>
                      <a:pt x="133" y="122"/>
                      <a:pt x="133" y="122"/>
                      <a:pt x="133" y="122"/>
                    </a:cubicBezTo>
                    <a:cubicBezTo>
                      <a:pt x="135" y="121"/>
                      <a:pt x="135" y="121"/>
                      <a:pt x="135" y="121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3" y="118"/>
                      <a:pt x="133" y="118"/>
                      <a:pt x="133" y="118"/>
                    </a:cubicBezTo>
                    <a:cubicBezTo>
                      <a:pt x="132" y="119"/>
                      <a:pt x="132" y="119"/>
                      <a:pt x="132" y="119"/>
                    </a:cubicBezTo>
                    <a:cubicBezTo>
                      <a:pt x="132" y="118"/>
                      <a:pt x="132" y="118"/>
                      <a:pt x="132" y="118"/>
                    </a:cubicBezTo>
                    <a:cubicBezTo>
                      <a:pt x="131" y="117"/>
                      <a:pt x="131" y="117"/>
                      <a:pt x="131" y="117"/>
                    </a:cubicBezTo>
                    <a:cubicBezTo>
                      <a:pt x="129" y="117"/>
                      <a:pt x="129" y="117"/>
                      <a:pt x="129" y="117"/>
                    </a:cubicBezTo>
                    <a:cubicBezTo>
                      <a:pt x="128" y="118"/>
                      <a:pt x="128" y="118"/>
                      <a:pt x="128" y="118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29" y="116"/>
                      <a:pt x="129" y="116"/>
                      <a:pt x="129" y="116"/>
                    </a:cubicBezTo>
                    <a:cubicBezTo>
                      <a:pt x="130" y="115"/>
                      <a:pt x="130" y="115"/>
                      <a:pt x="130" y="115"/>
                    </a:cubicBezTo>
                    <a:cubicBezTo>
                      <a:pt x="130" y="113"/>
                      <a:pt x="130" y="113"/>
                      <a:pt x="130" y="113"/>
                    </a:cubicBezTo>
                    <a:cubicBezTo>
                      <a:pt x="129" y="112"/>
                      <a:pt x="129" y="112"/>
                      <a:pt x="129" y="112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7" y="113"/>
                      <a:pt x="127" y="113"/>
                      <a:pt x="127" y="113"/>
                    </a:cubicBezTo>
                    <a:cubicBezTo>
                      <a:pt x="126" y="112"/>
                      <a:pt x="126" y="112"/>
                      <a:pt x="126" y="112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4" y="115"/>
                      <a:pt x="124" y="115"/>
                      <a:pt x="124" y="115"/>
                    </a:cubicBezTo>
                    <a:cubicBezTo>
                      <a:pt x="123" y="115"/>
                      <a:pt x="123" y="115"/>
                      <a:pt x="123" y="115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3" y="112"/>
                      <a:pt x="123" y="112"/>
                      <a:pt x="123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3" y="109"/>
                      <a:pt x="123" y="109"/>
                      <a:pt x="123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1" y="109"/>
                      <a:pt x="120" y="109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9" y="108"/>
                      <a:pt x="119" y="108"/>
                      <a:pt x="119" y="108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22" y="106"/>
                      <a:pt x="122" y="106"/>
                      <a:pt x="122" y="106"/>
                    </a:cubicBez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19" y="106"/>
                      <a:pt x="119" y="106"/>
                      <a:pt x="119" y="106"/>
                    </a:cubicBezTo>
                    <a:cubicBezTo>
                      <a:pt x="117" y="105"/>
                      <a:pt x="117" y="105"/>
                      <a:pt x="117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4" y="102"/>
                      <a:pt x="114" y="102"/>
                      <a:pt x="114" y="102"/>
                    </a:cubicBezTo>
                    <a:cubicBezTo>
                      <a:pt x="113" y="101"/>
                      <a:pt x="113" y="101"/>
                      <a:pt x="113" y="101"/>
                    </a:cubicBezTo>
                    <a:cubicBezTo>
                      <a:pt x="114" y="101"/>
                      <a:pt x="114" y="101"/>
                      <a:pt x="114" y="101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8" y="102"/>
                      <a:pt x="118" y="102"/>
                      <a:pt x="118" y="102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8" y="98"/>
                      <a:pt x="118" y="98"/>
                      <a:pt x="118" y="98"/>
                    </a:cubicBezTo>
                    <a:cubicBezTo>
                      <a:pt x="119" y="98"/>
                      <a:pt x="119" y="98"/>
                      <a:pt x="119" y="98"/>
                    </a:cubicBezTo>
                    <a:cubicBezTo>
                      <a:pt x="119" y="97"/>
                      <a:pt x="119" y="97"/>
                      <a:pt x="119" y="97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7" y="95"/>
                      <a:pt x="117" y="95"/>
                      <a:pt x="117" y="95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20" y="96"/>
                      <a:pt x="120" y="96"/>
                      <a:pt x="120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2" y="96"/>
                      <a:pt x="122" y="96"/>
                      <a:pt x="122" y="96"/>
                    </a:cubicBezTo>
                    <a:cubicBezTo>
                      <a:pt x="123" y="97"/>
                      <a:pt x="123" y="97"/>
                      <a:pt x="123" y="97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24" y="97"/>
                      <a:pt x="124" y="97"/>
                      <a:pt x="124" y="97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4" y="91"/>
                      <a:pt x="124" y="91"/>
                      <a:pt x="124" y="91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4" y="79"/>
                      <a:pt x="124" y="79"/>
                      <a:pt x="124" y="79"/>
                    </a:cubicBezTo>
                    <a:cubicBezTo>
                      <a:pt x="123" y="77"/>
                      <a:pt x="123" y="77"/>
                      <a:pt x="123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3" y="75"/>
                      <a:pt x="123" y="75"/>
                      <a:pt x="123" y="75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8"/>
                      <a:pt x="116" y="68"/>
                      <a:pt x="116" y="68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4" y="69"/>
                      <a:pt x="114" y="69"/>
                      <a:pt x="114" y="69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3" y="67"/>
                      <a:pt x="113" y="67"/>
                      <a:pt x="113" y="67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5" y="75"/>
                      <a:pt x="45" y="75"/>
                      <a:pt x="45" y="76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4" y="80"/>
                      <a:pt x="64" y="80"/>
                      <a:pt x="64" y="80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0" y="87"/>
                      <a:pt x="70" y="87"/>
                      <a:pt x="70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0" y="90"/>
                      <a:pt x="70" y="90"/>
                      <a:pt x="70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1" y="102"/>
                      <a:pt x="71" y="102"/>
                      <a:pt x="71" y="102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99"/>
                      <a:pt x="73" y="99"/>
                      <a:pt x="73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5" y="100"/>
                      <a:pt x="75" y="100"/>
                      <a:pt x="75" y="100"/>
                    </a:cubicBezTo>
                    <a:cubicBezTo>
                      <a:pt x="75" y="99"/>
                      <a:pt x="75" y="99"/>
                      <a:pt x="75" y="99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80" y="97"/>
                      <a:pt x="80" y="97"/>
                      <a:pt x="80" y="97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80" y="100"/>
                      <a:pt x="80" y="100"/>
                      <a:pt x="80" y="100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2"/>
                      <a:pt x="78" y="102"/>
                      <a:pt x="78" y="102"/>
                    </a:cubicBezTo>
                    <a:cubicBezTo>
                      <a:pt x="79" y="104"/>
                      <a:pt x="79" y="104"/>
                      <a:pt x="79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6"/>
                      <a:pt x="82" y="106"/>
                      <a:pt x="82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10"/>
                      <a:pt x="82" y="110"/>
                      <a:pt x="82" y="110"/>
                    </a:cubicBezTo>
                    <a:cubicBezTo>
                      <a:pt x="83" y="110"/>
                      <a:pt x="83" y="110"/>
                      <a:pt x="83" y="110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1" y="118"/>
                      <a:pt x="81" y="118"/>
                      <a:pt x="81" y="118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0" y="121"/>
                      <a:pt x="80" y="121"/>
                      <a:pt x="80" y="121"/>
                    </a:cubicBezTo>
                    <a:cubicBezTo>
                      <a:pt x="78" y="120"/>
                      <a:pt x="78" y="120"/>
                      <a:pt x="78" y="120"/>
                    </a:cubicBezTo>
                    <a:cubicBezTo>
                      <a:pt x="77" y="121"/>
                      <a:pt x="77" y="121"/>
                      <a:pt x="77" y="121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4" y="126"/>
                      <a:pt x="74" y="126"/>
                      <a:pt x="74" y="126"/>
                    </a:cubicBezTo>
                    <a:cubicBezTo>
                      <a:pt x="73" y="126"/>
                      <a:pt x="73" y="126"/>
                      <a:pt x="73" y="126"/>
                    </a:cubicBezTo>
                    <a:cubicBezTo>
                      <a:pt x="71" y="128"/>
                      <a:pt x="71" y="128"/>
                      <a:pt x="71" y="128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3" y="132"/>
                      <a:pt x="63" y="132"/>
                      <a:pt x="63" y="132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6" y="142"/>
                      <a:pt x="66" y="142"/>
                      <a:pt x="66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1"/>
                      <a:pt x="64" y="141"/>
                      <a:pt x="64" y="141"/>
                    </a:cubicBezTo>
                    <a:cubicBezTo>
                      <a:pt x="63" y="140"/>
                      <a:pt x="63" y="140"/>
                      <a:pt x="63" y="140"/>
                    </a:cubicBezTo>
                    <a:cubicBezTo>
                      <a:pt x="61" y="141"/>
                      <a:pt x="61" y="141"/>
                      <a:pt x="61" y="141"/>
                    </a:cubicBezTo>
                    <a:cubicBezTo>
                      <a:pt x="60" y="142"/>
                      <a:pt x="60" y="142"/>
                      <a:pt x="60" y="142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1"/>
                      <a:pt x="59" y="141"/>
                      <a:pt x="59" y="141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2" y="143"/>
                      <a:pt x="52" y="143"/>
                      <a:pt x="52" y="143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5" y="140"/>
                      <a:pt x="45" y="140"/>
                      <a:pt x="45" y="140"/>
                    </a:cubicBezTo>
                    <a:cubicBezTo>
                      <a:pt x="44" y="140"/>
                      <a:pt x="44" y="140"/>
                      <a:pt x="44" y="14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40" y="141"/>
                      <a:pt x="40" y="141"/>
                      <a:pt x="40" y="141"/>
                    </a:cubicBezTo>
                    <a:cubicBezTo>
                      <a:pt x="40" y="142"/>
                      <a:pt x="40" y="142"/>
                      <a:pt x="40" y="142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3" y="147"/>
                      <a:pt x="33" y="147"/>
                      <a:pt x="33" y="147"/>
                    </a:cubicBezTo>
                    <a:cubicBezTo>
                      <a:pt x="33" y="149"/>
                      <a:pt x="33" y="149"/>
                      <a:pt x="33" y="149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6" y="154"/>
                      <a:pt x="36" y="154"/>
                      <a:pt x="36" y="154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6" y="155"/>
                      <a:pt x="46" y="155"/>
                      <a:pt x="46" y="155"/>
                    </a:cubicBezTo>
                    <a:cubicBezTo>
                      <a:pt x="47" y="156"/>
                      <a:pt x="47" y="156"/>
                      <a:pt x="47" y="15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1" y="155"/>
                      <a:pt x="51" y="155"/>
                      <a:pt x="51" y="155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57" y="155"/>
                      <a:pt x="57" y="155"/>
                      <a:pt x="57" y="155"/>
                    </a:cubicBezTo>
                    <a:cubicBezTo>
                      <a:pt x="57" y="158"/>
                      <a:pt x="57" y="158"/>
                      <a:pt x="57" y="158"/>
                    </a:cubicBezTo>
                    <a:cubicBezTo>
                      <a:pt x="59" y="157"/>
                      <a:pt x="59" y="157"/>
                      <a:pt x="59" y="157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1" y="154"/>
                      <a:pt x="61" y="154"/>
                      <a:pt x="61" y="154"/>
                    </a:cubicBezTo>
                    <a:cubicBezTo>
                      <a:pt x="61" y="155"/>
                      <a:pt x="61" y="155"/>
                      <a:pt x="61" y="155"/>
                    </a:cubicBezTo>
                    <a:cubicBezTo>
                      <a:pt x="60" y="156"/>
                      <a:pt x="60" y="156"/>
                      <a:pt x="60" y="156"/>
                    </a:cubicBezTo>
                    <a:cubicBezTo>
                      <a:pt x="62" y="159"/>
                      <a:pt x="62" y="159"/>
                      <a:pt x="62" y="159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64" y="159"/>
                      <a:pt x="64" y="159"/>
                      <a:pt x="64" y="159"/>
                    </a:cubicBezTo>
                    <a:cubicBezTo>
                      <a:pt x="64" y="161"/>
                      <a:pt x="64" y="161"/>
                      <a:pt x="64" y="161"/>
                    </a:cubicBezTo>
                    <a:cubicBezTo>
                      <a:pt x="64" y="162"/>
                      <a:pt x="64" y="162"/>
                      <a:pt x="64" y="162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4"/>
                      <a:pt x="66" y="164"/>
                      <a:pt x="66" y="164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8" y="168"/>
                      <a:pt x="68" y="168"/>
                      <a:pt x="68" y="168"/>
                    </a:cubicBezTo>
                    <a:cubicBezTo>
                      <a:pt x="68" y="166"/>
                      <a:pt x="68" y="166"/>
                      <a:pt x="68" y="166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69" y="166"/>
                      <a:pt x="69" y="166"/>
                      <a:pt x="69" y="166"/>
                    </a:cubicBezTo>
                    <a:cubicBezTo>
                      <a:pt x="70" y="168"/>
                      <a:pt x="70" y="168"/>
                      <a:pt x="70" y="168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69" y="169"/>
                      <a:pt x="69" y="169"/>
                      <a:pt x="69" y="169"/>
                    </a:cubicBezTo>
                    <a:cubicBezTo>
                      <a:pt x="67" y="169"/>
                      <a:pt x="67" y="169"/>
                      <a:pt x="67" y="169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68" y="171"/>
                      <a:pt x="68" y="171"/>
                      <a:pt x="68" y="171"/>
                    </a:cubicBezTo>
                    <a:cubicBezTo>
                      <a:pt x="68" y="173"/>
                      <a:pt x="68" y="173"/>
                      <a:pt x="68" y="173"/>
                    </a:cubicBezTo>
                    <a:cubicBezTo>
                      <a:pt x="69" y="174"/>
                      <a:pt x="69" y="174"/>
                      <a:pt x="69" y="174"/>
                    </a:cubicBezTo>
                    <a:cubicBezTo>
                      <a:pt x="70" y="175"/>
                      <a:pt x="70" y="175"/>
                      <a:pt x="70" y="175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2" y="177"/>
                      <a:pt x="72" y="177"/>
                      <a:pt x="72" y="177"/>
                    </a:cubicBezTo>
                    <a:cubicBezTo>
                      <a:pt x="73" y="178"/>
                      <a:pt x="73" y="178"/>
                      <a:pt x="73" y="178"/>
                    </a:cubicBezTo>
                    <a:cubicBezTo>
                      <a:pt x="74" y="178"/>
                      <a:pt x="74" y="178"/>
                      <a:pt x="74" y="178"/>
                    </a:cubicBezTo>
                    <a:cubicBezTo>
                      <a:pt x="76" y="180"/>
                      <a:pt x="76" y="180"/>
                      <a:pt x="76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9" y="182"/>
                      <a:pt x="79" y="182"/>
                      <a:pt x="79" y="182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4"/>
                      <a:pt x="81" y="184"/>
                      <a:pt x="81" y="184"/>
                    </a:cubicBezTo>
                    <a:cubicBezTo>
                      <a:pt x="83" y="186"/>
                      <a:pt x="83" y="186"/>
                      <a:pt x="83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7"/>
                      <a:pt x="84" y="187"/>
                      <a:pt x="84" y="187"/>
                    </a:cubicBezTo>
                    <a:cubicBezTo>
                      <a:pt x="87" y="188"/>
                      <a:pt x="87" y="188"/>
                      <a:pt x="87" y="188"/>
                    </a:cubicBezTo>
                    <a:cubicBezTo>
                      <a:pt x="88" y="188"/>
                      <a:pt x="88" y="188"/>
                      <a:pt x="88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3" y="191"/>
                      <a:pt x="93" y="191"/>
                      <a:pt x="93" y="191"/>
                    </a:cubicBezTo>
                    <a:cubicBezTo>
                      <a:pt x="94" y="191"/>
                      <a:pt x="94" y="191"/>
                      <a:pt x="94" y="191"/>
                    </a:cubicBezTo>
                    <a:cubicBezTo>
                      <a:pt x="95" y="192"/>
                      <a:pt x="95" y="192"/>
                      <a:pt x="95" y="192"/>
                    </a:cubicBezTo>
                    <a:cubicBezTo>
                      <a:pt x="97" y="193"/>
                      <a:pt x="97" y="193"/>
                      <a:pt x="97" y="193"/>
                    </a:cubicBezTo>
                    <a:cubicBezTo>
                      <a:pt x="98" y="194"/>
                      <a:pt x="98" y="194"/>
                      <a:pt x="98" y="194"/>
                    </a:cubicBezTo>
                    <a:cubicBezTo>
                      <a:pt x="100" y="194"/>
                      <a:pt x="100" y="194"/>
                      <a:pt x="100" y="194"/>
                    </a:cubicBezTo>
                    <a:cubicBezTo>
                      <a:pt x="101" y="193"/>
                      <a:pt x="101" y="193"/>
                      <a:pt x="101" y="193"/>
                    </a:cubicBezTo>
                    <a:cubicBezTo>
                      <a:pt x="101" y="192"/>
                      <a:pt x="101" y="192"/>
                      <a:pt x="101" y="192"/>
                    </a:cubicBezTo>
                    <a:cubicBezTo>
                      <a:pt x="100" y="191"/>
                      <a:pt x="100" y="191"/>
                      <a:pt x="100" y="191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1" y="190"/>
                      <a:pt x="101" y="190"/>
                      <a:pt x="101" y="190"/>
                    </a:cubicBezTo>
                    <a:cubicBezTo>
                      <a:pt x="102" y="189"/>
                      <a:pt x="102" y="189"/>
                      <a:pt x="102" y="189"/>
                    </a:cubicBezTo>
                    <a:cubicBezTo>
                      <a:pt x="101" y="187"/>
                      <a:pt x="101" y="187"/>
                      <a:pt x="101" y="187"/>
                    </a:cubicBezTo>
                    <a:cubicBezTo>
                      <a:pt x="100" y="188"/>
                      <a:pt x="100" y="188"/>
                      <a:pt x="100" y="188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99" y="185"/>
                      <a:pt x="99" y="185"/>
                      <a:pt x="99" y="185"/>
                    </a:cubicBezTo>
                    <a:cubicBezTo>
                      <a:pt x="98" y="186"/>
                      <a:pt x="98" y="186"/>
                      <a:pt x="98" y="186"/>
                    </a:cubicBezTo>
                    <a:cubicBezTo>
                      <a:pt x="98" y="185"/>
                      <a:pt x="98" y="185"/>
                      <a:pt x="98" y="185"/>
                    </a:cubicBezTo>
                    <a:cubicBezTo>
                      <a:pt x="99" y="184"/>
                      <a:pt x="99" y="184"/>
                      <a:pt x="99" y="184"/>
                    </a:cubicBezTo>
                    <a:cubicBezTo>
                      <a:pt x="98" y="182"/>
                      <a:pt x="98" y="182"/>
                      <a:pt x="98" y="182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6" y="182"/>
                      <a:pt x="96" y="182"/>
                      <a:pt x="96" y="182"/>
                    </a:cubicBezTo>
                    <a:cubicBezTo>
                      <a:pt x="97" y="181"/>
                      <a:pt x="97" y="181"/>
                      <a:pt x="97" y="181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4"/>
                      <a:pt x="90" y="174"/>
                      <a:pt x="90" y="174"/>
                    </a:cubicBezTo>
                    <a:cubicBezTo>
                      <a:pt x="90" y="173"/>
                      <a:pt x="90" y="173"/>
                      <a:pt x="90" y="173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88" y="170"/>
                      <a:pt x="88" y="170"/>
                      <a:pt x="88" y="170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8" y="168"/>
                      <a:pt x="88" y="168"/>
                      <a:pt x="88" y="168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9" y="168"/>
                      <a:pt x="89" y="168"/>
                      <a:pt x="89" y="168"/>
                    </a:cubicBezTo>
                    <a:cubicBezTo>
                      <a:pt x="90" y="168"/>
                      <a:pt x="90" y="168"/>
                      <a:pt x="90" y="168"/>
                    </a:cubicBezTo>
                    <a:cubicBezTo>
                      <a:pt x="90" y="169"/>
                      <a:pt x="90" y="169"/>
                      <a:pt x="90" y="169"/>
                    </a:cubicBezTo>
                    <a:cubicBezTo>
                      <a:pt x="91" y="171"/>
                      <a:pt x="91" y="171"/>
                      <a:pt x="91" y="171"/>
                    </a:cubicBezTo>
                    <a:cubicBezTo>
                      <a:pt x="92" y="172"/>
                      <a:pt x="92" y="172"/>
                      <a:pt x="92" y="172"/>
                    </a:cubicBezTo>
                    <a:cubicBezTo>
                      <a:pt x="93" y="172"/>
                      <a:pt x="93" y="172"/>
                      <a:pt x="93" y="172"/>
                    </a:cubicBezTo>
                    <a:cubicBezTo>
                      <a:pt x="93" y="173"/>
                      <a:pt x="93" y="173"/>
                      <a:pt x="93" y="173"/>
                    </a:cubicBezTo>
                    <a:cubicBezTo>
                      <a:pt x="95" y="175"/>
                      <a:pt x="95" y="175"/>
                      <a:pt x="95" y="175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6" y="175"/>
                      <a:pt x="96" y="175"/>
                      <a:pt x="96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8" y="177"/>
                      <a:pt x="98" y="177"/>
                      <a:pt x="98" y="177"/>
                    </a:cubicBezTo>
                    <a:cubicBezTo>
                      <a:pt x="99" y="180"/>
                      <a:pt x="99" y="180"/>
                      <a:pt x="99" y="180"/>
                    </a:cubicBezTo>
                    <a:cubicBezTo>
                      <a:pt x="100" y="178"/>
                      <a:pt x="100" y="178"/>
                      <a:pt x="100" y="178"/>
                    </a:cubicBezTo>
                    <a:cubicBezTo>
                      <a:pt x="100" y="179"/>
                      <a:pt x="100" y="179"/>
                      <a:pt x="100" y="179"/>
                    </a:cubicBezTo>
                    <a:cubicBezTo>
                      <a:pt x="101" y="179"/>
                      <a:pt x="101" y="179"/>
                      <a:pt x="101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3" y="179"/>
                      <a:pt x="103" y="179"/>
                      <a:pt x="103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5" y="181"/>
                      <a:pt x="105" y="181"/>
                      <a:pt x="105" y="181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7" y="182"/>
                      <a:pt x="107" y="182"/>
                      <a:pt x="107" y="182"/>
                    </a:cubicBezTo>
                    <a:cubicBezTo>
                      <a:pt x="106" y="183"/>
                      <a:pt x="106" y="183"/>
                      <a:pt x="106" y="183"/>
                    </a:cubicBezTo>
                    <a:cubicBezTo>
                      <a:pt x="107" y="185"/>
                      <a:pt x="107" y="185"/>
                      <a:pt x="107" y="185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109" y="186"/>
                      <a:pt x="109" y="186"/>
                      <a:pt x="109" y="186"/>
                    </a:cubicBezTo>
                    <a:cubicBezTo>
                      <a:pt x="109" y="187"/>
                      <a:pt x="109" y="187"/>
                      <a:pt x="109" y="187"/>
                    </a:cubicBezTo>
                    <a:cubicBezTo>
                      <a:pt x="107" y="188"/>
                      <a:pt x="107" y="188"/>
                      <a:pt x="107" y="188"/>
                    </a:cubicBezTo>
                    <a:cubicBezTo>
                      <a:pt x="108" y="189"/>
                      <a:pt x="108" y="189"/>
                      <a:pt x="108" y="189"/>
                    </a:cubicBezTo>
                    <a:cubicBezTo>
                      <a:pt x="109" y="189"/>
                      <a:pt x="109" y="189"/>
                      <a:pt x="109" y="189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2" y="189"/>
                      <a:pt x="112" y="189"/>
                      <a:pt x="112" y="189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6"/>
                      <a:pt x="112" y="186"/>
                      <a:pt x="112" y="186"/>
                    </a:cubicBezTo>
                    <a:cubicBezTo>
                      <a:pt x="111" y="186"/>
                      <a:pt x="111" y="186"/>
                      <a:pt x="111" y="186"/>
                    </a:cubicBezTo>
                    <a:cubicBezTo>
                      <a:pt x="110" y="186"/>
                      <a:pt x="110" y="186"/>
                      <a:pt x="110" y="186"/>
                    </a:cubicBezTo>
                    <a:cubicBezTo>
                      <a:pt x="110" y="185"/>
                      <a:pt x="110" y="185"/>
                      <a:pt x="110" y="185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10" y="183"/>
                      <a:pt x="110" y="183"/>
                      <a:pt x="110" y="183"/>
                    </a:cubicBezTo>
                    <a:cubicBezTo>
                      <a:pt x="109" y="181"/>
                      <a:pt x="109" y="181"/>
                      <a:pt x="109" y="181"/>
                    </a:cubicBezTo>
                    <a:cubicBezTo>
                      <a:pt x="110" y="182"/>
                      <a:pt x="110" y="182"/>
                      <a:pt x="110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3" y="181"/>
                      <a:pt x="113" y="181"/>
                      <a:pt x="113" y="181"/>
                    </a:cubicBezTo>
                    <a:cubicBezTo>
                      <a:pt x="112" y="180"/>
                      <a:pt x="112" y="180"/>
                      <a:pt x="112" y="180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2" y="176"/>
                      <a:pt x="112" y="176"/>
                      <a:pt x="112" y="176"/>
                    </a:cubicBezTo>
                    <a:cubicBezTo>
                      <a:pt x="114" y="178"/>
                      <a:pt x="114" y="178"/>
                      <a:pt x="114" y="178"/>
                    </a:cubicBezTo>
                    <a:cubicBezTo>
                      <a:pt x="115" y="177"/>
                      <a:pt x="115" y="177"/>
                      <a:pt x="115" y="177"/>
                    </a:cubicBezTo>
                    <a:cubicBezTo>
                      <a:pt x="115" y="178"/>
                      <a:pt x="115" y="178"/>
                      <a:pt x="115" y="178"/>
                    </a:cubicBezTo>
                    <a:cubicBezTo>
                      <a:pt x="117" y="177"/>
                      <a:pt x="117" y="177"/>
                      <a:pt x="117" y="177"/>
                    </a:cubicBezTo>
                    <a:cubicBezTo>
                      <a:pt x="116" y="176"/>
                      <a:pt x="116" y="176"/>
                      <a:pt x="116" y="176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7" y="171"/>
                      <a:pt x="117" y="171"/>
                      <a:pt x="117" y="171"/>
                    </a:cubicBezTo>
                    <a:cubicBezTo>
                      <a:pt x="116" y="170"/>
                      <a:pt x="116" y="170"/>
                      <a:pt x="116" y="170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4" y="166"/>
                      <a:pt x="114" y="166"/>
                      <a:pt x="114" y="166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14" y="165"/>
                      <a:pt x="114" y="165"/>
                      <a:pt x="114" y="165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2" y="163"/>
                      <a:pt x="112" y="163"/>
                      <a:pt x="112" y="163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5" y="161"/>
                      <a:pt x="115" y="161"/>
                      <a:pt x="115" y="161"/>
                    </a:cubicBezTo>
                    <a:cubicBezTo>
                      <a:pt x="114" y="160"/>
                      <a:pt x="114" y="160"/>
                      <a:pt x="114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4" y="157"/>
                      <a:pt x="114" y="157"/>
                      <a:pt x="114" y="157"/>
                    </a:cubicBezTo>
                    <a:cubicBezTo>
                      <a:pt x="113" y="158"/>
                      <a:pt x="113" y="158"/>
                      <a:pt x="113" y="158"/>
                    </a:cubicBezTo>
                    <a:cubicBezTo>
                      <a:pt x="113" y="157"/>
                      <a:pt x="113" y="157"/>
                      <a:pt x="113" y="157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0" y="155"/>
                      <a:pt x="110" y="155"/>
                      <a:pt x="110" y="155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3"/>
                      <a:pt x="109" y="153"/>
                      <a:pt x="109" y="153"/>
                    </a:cubicBezTo>
                    <a:cubicBezTo>
                      <a:pt x="107" y="152"/>
                      <a:pt x="107" y="152"/>
                      <a:pt x="107" y="152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6" y="152"/>
                      <a:pt x="106" y="152"/>
                      <a:pt x="106" y="152"/>
                    </a:cubicBezTo>
                    <a:cubicBezTo>
                      <a:pt x="105" y="152"/>
                      <a:pt x="105" y="152"/>
                      <a:pt x="105" y="152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105" y="151"/>
                      <a:pt x="105" y="151"/>
                      <a:pt x="105" y="151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7" y="148"/>
                      <a:pt x="107" y="148"/>
                      <a:pt x="107" y="148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6" y="146"/>
                      <a:pt x="106" y="146"/>
                      <a:pt x="106" y="146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05" y="144"/>
                      <a:pt x="105" y="144"/>
                      <a:pt x="105" y="144"/>
                    </a:cubicBezTo>
                    <a:cubicBezTo>
                      <a:pt x="103" y="144"/>
                      <a:pt x="103" y="144"/>
                      <a:pt x="103" y="144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8"/>
                      <a:pt x="102" y="138"/>
                      <a:pt x="102" y="138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40"/>
                      <a:pt x="102" y="140"/>
                      <a:pt x="102" y="140"/>
                    </a:cubicBezTo>
                    <a:cubicBezTo>
                      <a:pt x="104" y="142"/>
                      <a:pt x="104" y="142"/>
                      <a:pt x="104" y="142"/>
                    </a:cubicBezTo>
                    <a:cubicBezTo>
                      <a:pt x="105" y="142"/>
                      <a:pt x="105" y="142"/>
                      <a:pt x="105" y="142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7" y="142"/>
                      <a:pt x="107" y="142"/>
                      <a:pt x="107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9" y="140"/>
                      <a:pt x="109" y="140"/>
                      <a:pt x="109" y="140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07" y="137"/>
                      <a:pt x="107" y="137"/>
                      <a:pt x="107" y="137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10" y="136"/>
                      <a:pt x="110" y="136"/>
                      <a:pt x="110" y="136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0" y="135"/>
                      <a:pt x="110" y="135"/>
                      <a:pt x="110" y="135"/>
                    </a:cubicBezTo>
                    <a:cubicBezTo>
                      <a:pt x="111" y="135"/>
                      <a:pt x="111" y="135"/>
                      <a:pt x="111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1" y="136"/>
                      <a:pt x="111" y="136"/>
                      <a:pt x="111" y="136"/>
                    </a:cubicBezTo>
                    <a:cubicBezTo>
                      <a:pt x="110" y="137"/>
                      <a:pt x="110" y="137"/>
                      <a:pt x="110" y="137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9"/>
                      <a:pt x="113" y="139"/>
                      <a:pt x="113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5" y="139"/>
                      <a:pt x="115" y="139"/>
                      <a:pt x="115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4" y="141"/>
                      <a:pt x="114" y="141"/>
                      <a:pt x="114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7" y="142"/>
                      <a:pt x="117" y="142"/>
                      <a:pt x="117" y="142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21" y="140"/>
                      <a:pt x="121" y="140"/>
                      <a:pt x="121" y="140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18" y="141"/>
                      <a:pt x="118" y="141"/>
                      <a:pt x="118" y="141"/>
                    </a:cubicBezTo>
                    <a:cubicBezTo>
                      <a:pt x="117" y="143"/>
                      <a:pt x="117" y="143"/>
                      <a:pt x="117" y="143"/>
                    </a:cubicBezTo>
                    <a:cubicBezTo>
                      <a:pt x="116" y="144"/>
                      <a:pt x="116" y="144"/>
                      <a:pt x="116" y="144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7"/>
                      <a:pt x="117" y="147"/>
                      <a:pt x="117" y="147"/>
                    </a:cubicBezTo>
                    <a:cubicBezTo>
                      <a:pt x="117" y="148"/>
                      <a:pt x="117" y="148"/>
                      <a:pt x="117" y="148"/>
                    </a:cubicBezTo>
                    <a:cubicBezTo>
                      <a:pt x="117" y="149"/>
                      <a:pt x="117" y="149"/>
                      <a:pt x="117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9" y="149"/>
                      <a:pt x="119" y="149"/>
                      <a:pt x="119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7" y="150"/>
                      <a:pt x="117" y="150"/>
                      <a:pt x="117" y="150"/>
                    </a:cubicBez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8" y="152"/>
                      <a:pt x="118" y="152"/>
                      <a:pt x="118" y="152"/>
                    </a:cubicBezTo>
                    <a:cubicBezTo>
                      <a:pt x="118" y="153"/>
                      <a:pt x="118" y="153"/>
                      <a:pt x="118" y="153"/>
                    </a:cubicBezTo>
                    <a:cubicBezTo>
                      <a:pt x="119" y="154"/>
                      <a:pt x="119" y="154"/>
                      <a:pt x="119" y="154"/>
                    </a:cubicBezTo>
                    <a:cubicBezTo>
                      <a:pt x="120" y="153"/>
                      <a:pt x="120" y="153"/>
                      <a:pt x="120" y="153"/>
                    </a:cubicBezTo>
                    <a:cubicBezTo>
                      <a:pt x="121" y="153"/>
                      <a:pt x="121" y="153"/>
                      <a:pt x="121" y="153"/>
                    </a:cubicBezTo>
                    <a:cubicBezTo>
                      <a:pt x="120" y="154"/>
                      <a:pt x="120" y="154"/>
                      <a:pt x="120" y="154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22" y="155"/>
                      <a:pt x="122" y="155"/>
                      <a:pt x="122" y="155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6"/>
                      <a:pt x="123" y="156"/>
                      <a:pt x="123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6" y="158"/>
                      <a:pt x="126" y="158"/>
                      <a:pt x="126" y="158"/>
                    </a:cubicBezTo>
                    <a:cubicBezTo>
                      <a:pt x="126" y="157"/>
                      <a:pt x="126" y="157"/>
                      <a:pt x="126" y="157"/>
                    </a:cubicBezTo>
                    <a:cubicBezTo>
                      <a:pt x="128" y="157"/>
                      <a:pt x="128" y="157"/>
                      <a:pt x="128" y="157"/>
                    </a:cubicBezTo>
                    <a:cubicBezTo>
                      <a:pt x="128" y="155"/>
                      <a:pt x="128" y="155"/>
                      <a:pt x="128" y="155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3"/>
                      <a:pt x="128" y="153"/>
                      <a:pt x="128" y="153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1"/>
                      <a:pt x="128" y="151"/>
                      <a:pt x="128" y="151"/>
                    </a:cubicBezTo>
                    <a:cubicBezTo>
                      <a:pt x="129" y="150"/>
                      <a:pt x="129" y="150"/>
                      <a:pt x="129" y="150"/>
                    </a:cubicBezTo>
                    <a:cubicBezTo>
                      <a:pt x="128" y="149"/>
                      <a:pt x="128" y="149"/>
                      <a:pt x="128" y="149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31" y="148"/>
                      <a:pt x="131" y="148"/>
                      <a:pt x="131" y="148"/>
                    </a:cubicBezTo>
                    <a:cubicBezTo>
                      <a:pt x="132" y="149"/>
                      <a:pt x="132" y="149"/>
                      <a:pt x="132" y="149"/>
                    </a:cubicBezTo>
                    <a:cubicBezTo>
                      <a:pt x="133" y="149"/>
                      <a:pt x="133" y="149"/>
                      <a:pt x="133" y="149"/>
                    </a:cubicBezTo>
                    <a:cubicBezTo>
                      <a:pt x="134" y="148"/>
                      <a:pt x="134" y="148"/>
                      <a:pt x="134" y="148"/>
                    </a:cubicBezTo>
                    <a:cubicBezTo>
                      <a:pt x="134" y="145"/>
                      <a:pt x="134" y="145"/>
                      <a:pt x="134" y="145"/>
                    </a:cubicBezTo>
                    <a:cubicBezTo>
                      <a:pt x="135" y="147"/>
                      <a:pt x="135" y="147"/>
                      <a:pt x="135" y="147"/>
                    </a:cubicBezTo>
                    <a:cubicBezTo>
                      <a:pt x="136" y="147"/>
                      <a:pt x="136" y="147"/>
                      <a:pt x="136" y="147"/>
                    </a:cubicBezTo>
                    <a:cubicBezTo>
                      <a:pt x="137" y="145"/>
                      <a:pt x="137" y="145"/>
                      <a:pt x="137" y="145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9" y="144"/>
                      <a:pt x="139" y="144"/>
                      <a:pt x="139" y="144"/>
                    </a:cubicBezTo>
                    <a:cubicBezTo>
                      <a:pt x="140" y="142"/>
                      <a:pt x="140" y="142"/>
                      <a:pt x="140" y="142"/>
                    </a:cubicBezTo>
                    <a:cubicBezTo>
                      <a:pt x="139" y="141"/>
                      <a:pt x="139" y="141"/>
                      <a:pt x="139" y="141"/>
                    </a:cubicBezTo>
                    <a:cubicBezTo>
                      <a:pt x="138" y="141"/>
                      <a:pt x="138" y="141"/>
                      <a:pt x="138" y="141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41" y="141"/>
                      <a:pt x="141" y="141"/>
                      <a:pt x="141" y="141"/>
                    </a:cubicBezTo>
                    <a:cubicBezTo>
                      <a:pt x="142" y="140"/>
                      <a:pt x="142" y="140"/>
                      <a:pt x="142" y="140"/>
                    </a:cubicBezTo>
                    <a:cubicBezTo>
                      <a:pt x="144" y="140"/>
                      <a:pt x="144" y="140"/>
                      <a:pt x="144" y="14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7"/>
                      <a:pt x="144" y="137"/>
                      <a:pt x="144" y="137"/>
                    </a:cubicBezTo>
                    <a:cubicBezTo>
                      <a:pt x="146" y="137"/>
                      <a:pt x="146" y="137"/>
                      <a:pt x="146" y="137"/>
                    </a:cubicBezTo>
                    <a:lnTo>
                      <a:pt x="147" y="137"/>
                    </a:lnTo>
                    <a:close/>
                    <a:moveTo>
                      <a:pt x="121" y="89"/>
                    </a:moveTo>
                    <a:cubicBezTo>
                      <a:pt x="122" y="90"/>
                      <a:pt x="122" y="90"/>
                      <a:pt x="122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90"/>
                      <a:pt x="119" y="90"/>
                      <a:pt x="119" y="90"/>
                    </a:cubicBezTo>
                    <a:cubicBezTo>
                      <a:pt x="121" y="89"/>
                      <a:pt x="121" y="89"/>
                      <a:pt x="121" y="89"/>
                    </a:cubicBezTo>
                    <a:close/>
                    <a:moveTo>
                      <a:pt x="120" y="87"/>
                    </a:moveTo>
                    <a:cubicBezTo>
                      <a:pt x="120" y="87"/>
                      <a:pt x="120" y="87"/>
                      <a:pt x="120" y="87"/>
                    </a:cubicBezTo>
                    <a:cubicBezTo>
                      <a:pt x="121" y="87"/>
                      <a:pt x="121" y="87"/>
                      <a:pt x="121" y="87"/>
                    </a:cubicBezTo>
                    <a:cubicBezTo>
                      <a:pt x="121" y="87"/>
                      <a:pt x="121" y="87"/>
                      <a:pt x="121" y="87"/>
                    </a:cubicBezTo>
                    <a:lnTo>
                      <a:pt x="120" y="87"/>
                    </a:lnTo>
                    <a:close/>
                    <a:moveTo>
                      <a:pt x="116" y="78"/>
                    </a:moveTo>
                    <a:cubicBezTo>
                      <a:pt x="118" y="78"/>
                      <a:pt x="118" y="78"/>
                      <a:pt x="118" y="78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6"/>
                      <a:pt x="120" y="76"/>
                      <a:pt x="120" y="76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8"/>
                      <a:pt x="120" y="78"/>
                      <a:pt x="120" y="78"/>
                    </a:cubicBezTo>
                    <a:cubicBezTo>
                      <a:pt x="119" y="80"/>
                      <a:pt x="119" y="80"/>
                      <a:pt x="119" y="80"/>
                    </a:cubicBezTo>
                    <a:cubicBezTo>
                      <a:pt x="120" y="80"/>
                      <a:pt x="120" y="80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8" y="82"/>
                      <a:pt x="118" y="82"/>
                      <a:pt x="118" y="82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8" y="81"/>
                      <a:pt x="118" y="81"/>
                      <a:pt x="118" y="81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8"/>
                      <a:pt x="118" y="78"/>
                      <a:pt x="118" y="78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6" y="79"/>
                      <a:pt x="116" y="79"/>
                      <a:pt x="116" y="79"/>
                    </a:cubicBezTo>
                    <a:cubicBezTo>
                      <a:pt x="115" y="78"/>
                      <a:pt x="115" y="78"/>
                      <a:pt x="115" y="78"/>
                    </a:cubicBezTo>
                    <a:lnTo>
                      <a:pt x="116" y="78"/>
                    </a:lnTo>
                    <a:close/>
                    <a:moveTo>
                      <a:pt x="29" y="51"/>
                    </a:moveTo>
                    <a:cubicBezTo>
                      <a:pt x="28" y="51"/>
                      <a:pt x="28" y="51"/>
                      <a:pt x="28" y="51"/>
                    </a:cubicBezTo>
                    <a:cubicBezTo>
                      <a:pt x="29" y="51"/>
                      <a:pt x="29" y="51"/>
                      <a:pt x="29" y="51"/>
                    </a:cubicBezTo>
                    <a:close/>
                    <a:moveTo>
                      <a:pt x="29" y="50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lnTo>
                      <a:pt x="29" y="50"/>
                    </a:lnTo>
                    <a:close/>
                    <a:moveTo>
                      <a:pt x="31" y="47"/>
                    </a:move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5"/>
                      <a:pt x="31" y="45"/>
                      <a:pt x="31" y="45"/>
                    </a:cubicBezTo>
                    <a:lnTo>
                      <a:pt x="31" y="47"/>
                    </a:lnTo>
                    <a:close/>
                    <a:moveTo>
                      <a:pt x="60" y="62"/>
                    </a:move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0" y="62"/>
                      <a:pt x="60" y="62"/>
                    </a:cubicBezTo>
                    <a:close/>
                    <a:moveTo>
                      <a:pt x="65" y="32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2"/>
                      <a:pt x="66" y="32"/>
                      <a:pt x="66" y="32"/>
                    </a:cubicBezTo>
                    <a:lnTo>
                      <a:pt x="65" y="32"/>
                    </a:lnTo>
                    <a:close/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8" y="34"/>
                      <a:pt x="68" y="34"/>
                      <a:pt x="68" y="34"/>
                    </a:cubicBezTo>
                    <a:lnTo>
                      <a:pt x="68" y="33"/>
                    </a:lnTo>
                    <a:close/>
                    <a:moveTo>
                      <a:pt x="70" y="41"/>
                    </a:move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69" y="40"/>
                      <a:pt x="69" y="40"/>
                      <a:pt x="69" y="40"/>
                    </a:cubicBezTo>
                    <a:lnTo>
                      <a:pt x="70" y="41"/>
                    </a:lnTo>
                    <a:close/>
                    <a:moveTo>
                      <a:pt x="74" y="95"/>
                    </a:moveTo>
                    <a:cubicBezTo>
                      <a:pt x="74" y="95"/>
                      <a:pt x="74" y="95"/>
                      <a:pt x="74" y="95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75" y="95"/>
                      <a:pt x="75" y="95"/>
                      <a:pt x="75" y="95"/>
                    </a:cubicBezTo>
                    <a:lnTo>
                      <a:pt x="74" y="95"/>
                    </a:lnTo>
                    <a:close/>
                    <a:moveTo>
                      <a:pt x="79" y="38"/>
                    </a:moveTo>
                    <a:cubicBezTo>
                      <a:pt x="79" y="38"/>
                      <a:pt x="79" y="38"/>
                      <a:pt x="79" y="38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lose/>
                    <a:moveTo>
                      <a:pt x="111" y="160"/>
                    </a:moveTo>
                    <a:cubicBezTo>
                      <a:pt x="112" y="161"/>
                      <a:pt x="112" y="161"/>
                      <a:pt x="112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lnTo>
                      <a:pt x="111" y="160"/>
                    </a:lnTo>
                    <a:close/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lnTo>
                      <a:pt x="102" y="53"/>
                    </a:lnTo>
                    <a:close/>
                    <a:moveTo>
                      <a:pt x="102" y="64"/>
                    </a:moveTo>
                    <a:cubicBezTo>
                      <a:pt x="102" y="64"/>
                      <a:pt x="102" y="64"/>
                      <a:pt x="102" y="64"/>
                    </a:cubicBezTo>
                    <a:cubicBezTo>
                      <a:pt x="102" y="64"/>
                      <a:pt x="102" y="64"/>
                      <a:pt x="102" y="64"/>
                    </a:cubicBezTo>
                    <a:close/>
                    <a:moveTo>
                      <a:pt x="99" y="56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8" y="56"/>
                      <a:pt x="98" y="56"/>
                      <a:pt x="98" y="56"/>
                    </a:cubicBezTo>
                    <a:lnTo>
                      <a:pt x="99" y="56"/>
                    </a:lnTo>
                    <a:close/>
                    <a:moveTo>
                      <a:pt x="99" y="53"/>
                    </a:move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100" y="52"/>
                      <a:pt x="100" y="52"/>
                      <a:pt x="100" y="52"/>
                    </a:cubicBezTo>
                    <a:lnTo>
                      <a:pt x="99" y="53"/>
                    </a:lnTo>
                    <a:close/>
                    <a:moveTo>
                      <a:pt x="100" y="58"/>
                    </a:move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lnTo>
                      <a:pt x="100" y="58"/>
                    </a:lnTo>
                    <a:close/>
                    <a:moveTo>
                      <a:pt x="101" y="53"/>
                    </a:moveTo>
                    <a:cubicBezTo>
                      <a:pt x="100" y="52"/>
                      <a:pt x="100" y="52"/>
                      <a:pt x="100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lose/>
                    <a:moveTo>
                      <a:pt x="101" y="56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lnTo>
                      <a:pt x="101" y="56"/>
                    </a:lnTo>
                    <a:close/>
                    <a:moveTo>
                      <a:pt x="102" y="67"/>
                    </a:move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lnTo>
                      <a:pt x="102" y="67"/>
                    </a:lnTo>
                    <a:close/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lose/>
                    <a:moveTo>
                      <a:pt x="104" y="66"/>
                    </a:move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6"/>
                    </a:cubicBezTo>
                    <a:lnTo>
                      <a:pt x="104" y="66"/>
                    </a:lnTo>
                    <a:close/>
                    <a:moveTo>
                      <a:pt x="105" y="62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2"/>
                      <a:pt x="105" y="62"/>
                      <a:pt x="105" y="62"/>
                    </a:cubicBezTo>
                    <a:close/>
                    <a:moveTo>
                      <a:pt x="108" y="66"/>
                    </a:moveTo>
                    <a:cubicBezTo>
                      <a:pt x="107" y="66"/>
                      <a:pt x="107" y="66"/>
                      <a:pt x="107" y="66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6"/>
                      <a:pt x="108" y="66"/>
                      <a:pt x="108" y="66"/>
                    </a:cubicBezTo>
                    <a:close/>
                    <a:moveTo>
                      <a:pt x="114" y="104"/>
                    </a:move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5" y="104"/>
                      <a:pt x="115" y="104"/>
                      <a:pt x="115" y="104"/>
                    </a:cubicBezTo>
                    <a:lnTo>
                      <a:pt x="114" y="10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8" name="Freeform 6427">
                <a:extLst>
                  <a:ext uri="{FF2B5EF4-FFF2-40B4-BE49-F238E27FC236}">
                    <a16:creationId xmlns:a16="http://schemas.microsoft.com/office/drawing/2014/main" id="{D9894DAE-2D71-46D1-9C5C-6ACF06E8C9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8" y="1333"/>
                <a:ext cx="37" cy="21"/>
              </a:xfrm>
              <a:custGeom>
                <a:avLst/>
                <a:gdLst>
                  <a:gd name="T0" fmla="*/ 26 w 37"/>
                  <a:gd name="T1" fmla="*/ 6 h 21"/>
                  <a:gd name="T2" fmla="*/ 24 w 37"/>
                  <a:gd name="T3" fmla="*/ 4 h 21"/>
                  <a:gd name="T4" fmla="*/ 22 w 37"/>
                  <a:gd name="T5" fmla="*/ 2 h 21"/>
                  <a:gd name="T6" fmla="*/ 19 w 37"/>
                  <a:gd name="T7" fmla="*/ 2 h 21"/>
                  <a:gd name="T8" fmla="*/ 17 w 37"/>
                  <a:gd name="T9" fmla="*/ 2 h 21"/>
                  <a:gd name="T10" fmla="*/ 17 w 37"/>
                  <a:gd name="T11" fmla="*/ 2 h 21"/>
                  <a:gd name="T12" fmla="*/ 17 w 37"/>
                  <a:gd name="T13" fmla="*/ 0 h 21"/>
                  <a:gd name="T14" fmla="*/ 13 w 37"/>
                  <a:gd name="T15" fmla="*/ 0 h 21"/>
                  <a:gd name="T16" fmla="*/ 11 w 37"/>
                  <a:gd name="T17" fmla="*/ 0 h 21"/>
                  <a:gd name="T18" fmla="*/ 9 w 37"/>
                  <a:gd name="T19" fmla="*/ 0 h 21"/>
                  <a:gd name="T20" fmla="*/ 7 w 37"/>
                  <a:gd name="T21" fmla="*/ 0 h 21"/>
                  <a:gd name="T22" fmla="*/ 4 w 37"/>
                  <a:gd name="T23" fmla="*/ 0 h 21"/>
                  <a:gd name="T24" fmla="*/ 2 w 37"/>
                  <a:gd name="T25" fmla="*/ 2 h 21"/>
                  <a:gd name="T26" fmla="*/ 0 w 37"/>
                  <a:gd name="T27" fmla="*/ 8 h 21"/>
                  <a:gd name="T28" fmla="*/ 0 w 37"/>
                  <a:gd name="T29" fmla="*/ 13 h 21"/>
                  <a:gd name="T30" fmla="*/ 4 w 37"/>
                  <a:gd name="T31" fmla="*/ 13 h 21"/>
                  <a:gd name="T32" fmla="*/ 6 w 37"/>
                  <a:gd name="T33" fmla="*/ 13 h 21"/>
                  <a:gd name="T34" fmla="*/ 7 w 37"/>
                  <a:gd name="T35" fmla="*/ 15 h 21"/>
                  <a:gd name="T36" fmla="*/ 11 w 37"/>
                  <a:gd name="T37" fmla="*/ 17 h 21"/>
                  <a:gd name="T38" fmla="*/ 13 w 37"/>
                  <a:gd name="T39" fmla="*/ 17 h 21"/>
                  <a:gd name="T40" fmla="*/ 17 w 37"/>
                  <a:gd name="T41" fmla="*/ 19 h 21"/>
                  <a:gd name="T42" fmla="*/ 22 w 37"/>
                  <a:gd name="T43" fmla="*/ 19 h 21"/>
                  <a:gd name="T44" fmla="*/ 24 w 37"/>
                  <a:gd name="T45" fmla="*/ 21 h 21"/>
                  <a:gd name="T46" fmla="*/ 28 w 37"/>
                  <a:gd name="T47" fmla="*/ 21 h 21"/>
                  <a:gd name="T48" fmla="*/ 32 w 37"/>
                  <a:gd name="T49" fmla="*/ 17 h 21"/>
                  <a:gd name="T50" fmla="*/ 33 w 37"/>
                  <a:gd name="T51" fmla="*/ 19 h 21"/>
                  <a:gd name="T52" fmla="*/ 37 w 37"/>
                  <a:gd name="T53" fmla="*/ 17 h 21"/>
                  <a:gd name="T54" fmla="*/ 35 w 37"/>
                  <a:gd name="T55" fmla="*/ 15 h 21"/>
                  <a:gd name="T56" fmla="*/ 35 w 37"/>
                  <a:gd name="T57" fmla="*/ 13 h 21"/>
                  <a:gd name="T58" fmla="*/ 33 w 37"/>
                  <a:gd name="T59" fmla="*/ 11 h 21"/>
                  <a:gd name="T60" fmla="*/ 32 w 37"/>
                  <a:gd name="T61" fmla="*/ 8 h 21"/>
                  <a:gd name="T62" fmla="*/ 30 w 37"/>
                  <a:gd name="T63" fmla="*/ 10 h 21"/>
                  <a:gd name="T64" fmla="*/ 28 w 37"/>
                  <a:gd name="T65" fmla="*/ 10 h 21"/>
                  <a:gd name="T66" fmla="*/ 30 w 37"/>
                  <a:gd name="T67" fmla="*/ 8 h 21"/>
                  <a:gd name="T68" fmla="*/ 26 w 37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1">
                    <a:moveTo>
                      <a:pt x="26" y="6"/>
                    </a:moveTo>
                    <a:lnTo>
                      <a:pt x="24" y="4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9"/>
                    </a:lnTo>
                    <a:lnTo>
                      <a:pt x="22" y="19"/>
                    </a:lnTo>
                    <a:lnTo>
                      <a:pt x="24" y="21"/>
                    </a:lnTo>
                    <a:lnTo>
                      <a:pt x="28" y="21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7" y="17"/>
                    </a:lnTo>
                    <a:lnTo>
                      <a:pt x="35" y="15"/>
                    </a:lnTo>
                    <a:lnTo>
                      <a:pt x="35" y="13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30" y="8"/>
                    </a:lnTo>
                    <a:lnTo>
                      <a:pt x="2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9" name="Freeform 6428">
                <a:extLst>
                  <a:ext uri="{FF2B5EF4-FFF2-40B4-BE49-F238E27FC236}">
                    <a16:creationId xmlns:a16="http://schemas.microsoft.com/office/drawing/2014/main" id="{2F8C609F-0CBB-4F47-B213-81D6E408780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627" y="1356"/>
                <a:ext cx="142" cy="126"/>
              </a:xfrm>
              <a:custGeom>
                <a:avLst/>
                <a:gdLst>
                  <a:gd name="T0" fmla="*/ 7 w 76"/>
                  <a:gd name="T1" fmla="*/ 53 h 68"/>
                  <a:gd name="T2" fmla="*/ 10 w 76"/>
                  <a:gd name="T3" fmla="*/ 51 h 68"/>
                  <a:gd name="T4" fmla="*/ 13 w 76"/>
                  <a:gd name="T5" fmla="*/ 56 h 68"/>
                  <a:gd name="T6" fmla="*/ 19 w 76"/>
                  <a:gd name="T7" fmla="*/ 53 h 68"/>
                  <a:gd name="T8" fmla="*/ 22 w 76"/>
                  <a:gd name="T9" fmla="*/ 53 h 68"/>
                  <a:gd name="T10" fmla="*/ 19 w 76"/>
                  <a:gd name="T11" fmla="*/ 59 h 68"/>
                  <a:gd name="T12" fmla="*/ 26 w 76"/>
                  <a:gd name="T13" fmla="*/ 61 h 68"/>
                  <a:gd name="T14" fmla="*/ 28 w 76"/>
                  <a:gd name="T15" fmla="*/ 62 h 68"/>
                  <a:gd name="T16" fmla="*/ 33 w 76"/>
                  <a:gd name="T17" fmla="*/ 62 h 68"/>
                  <a:gd name="T18" fmla="*/ 39 w 76"/>
                  <a:gd name="T19" fmla="*/ 63 h 68"/>
                  <a:gd name="T20" fmla="*/ 45 w 76"/>
                  <a:gd name="T21" fmla="*/ 65 h 68"/>
                  <a:gd name="T22" fmla="*/ 50 w 76"/>
                  <a:gd name="T23" fmla="*/ 63 h 68"/>
                  <a:gd name="T24" fmla="*/ 53 w 76"/>
                  <a:gd name="T25" fmla="*/ 67 h 68"/>
                  <a:gd name="T26" fmla="*/ 59 w 76"/>
                  <a:gd name="T27" fmla="*/ 67 h 68"/>
                  <a:gd name="T28" fmla="*/ 66 w 76"/>
                  <a:gd name="T29" fmla="*/ 67 h 68"/>
                  <a:gd name="T30" fmla="*/ 69 w 76"/>
                  <a:gd name="T31" fmla="*/ 65 h 68"/>
                  <a:gd name="T32" fmla="*/ 73 w 76"/>
                  <a:gd name="T33" fmla="*/ 62 h 68"/>
                  <a:gd name="T34" fmla="*/ 69 w 76"/>
                  <a:gd name="T35" fmla="*/ 59 h 68"/>
                  <a:gd name="T36" fmla="*/ 75 w 76"/>
                  <a:gd name="T37" fmla="*/ 56 h 68"/>
                  <a:gd name="T38" fmla="*/ 76 w 76"/>
                  <a:gd name="T39" fmla="*/ 51 h 68"/>
                  <a:gd name="T40" fmla="*/ 70 w 76"/>
                  <a:gd name="T41" fmla="*/ 47 h 68"/>
                  <a:gd name="T42" fmla="*/ 67 w 76"/>
                  <a:gd name="T43" fmla="*/ 42 h 68"/>
                  <a:gd name="T44" fmla="*/ 59 w 76"/>
                  <a:gd name="T45" fmla="*/ 42 h 68"/>
                  <a:gd name="T46" fmla="*/ 54 w 76"/>
                  <a:gd name="T47" fmla="*/ 41 h 68"/>
                  <a:gd name="T48" fmla="*/ 46 w 76"/>
                  <a:gd name="T49" fmla="*/ 42 h 68"/>
                  <a:gd name="T50" fmla="*/ 39 w 76"/>
                  <a:gd name="T51" fmla="*/ 43 h 68"/>
                  <a:gd name="T52" fmla="*/ 39 w 76"/>
                  <a:gd name="T53" fmla="*/ 42 h 68"/>
                  <a:gd name="T54" fmla="*/ 34 w 76"/>
                  <a:gd name="T55" fmla="*/ 40 h 68"/>
                  <a:gd name="T56" fmla="*/ 31 w 76"/>
                  <a:gd name="T57" fmla="*/ 38 h 68"/>
                  <a:gd name="T58" fmla="*/ 28 w 76"/>
                  <a:gd name="T59" fmla="*/ 35 h 68"/>
                  <a:gd name="T60" fmla="*/ 25 w 76"/>
                  <a:gd name="T61" fmla="*/ 30 h 68"/>
                  <a:gd name="T62" fmla="*/ 25 w 76"/>
                  <a:gd name="T63" fmla="*/ 28 h 68"/>
                  <a:gd name="T64" fmla="*/ 27 w 76"/>
                  <a:gd name="T65" fmla="*/ 28 h 68"/>
                  <a:gd name="T66" fmla="*/ 33 w 76"/>
                  <a:gd name="T67" fmla="*/ 26 h 68"/>
                  <a:gd name="T68" fmla="*/ 30 w 76"/>
                  <a:gd name="T69" fmla="*/ 19 h 68"/>
                  <a:gd name="T70" fmla="*/ 24 w 76"/>
                  <a:gd name="T71" fmla="*/ 14 h 68"/>
                  <a:gd name="T72" fmla="*/ 18 w 76"/>
                  <a:gd name="T73" fmla="*/ 13 h 68"/>
                  <a:gd name="T74" fmla="*/ 18 w 76"/>
                  <a:gd name="T75" fmla="*/ 7 h 68"/>
                  <a:gd name="T76" fmla="*/ 14 w 76"/>
                  <a:gd name="T77" fmla="*/ 4 h 68"/>
                  <a:gd name="T78" fmla="*/ 6 w 76"/>
                  <a:gd name="T79" fmla="*/ 0 h 68"/>
                  <a:gd name="T80" fmla="*/ 1 w 76"/>
                  <a:gd name="T81" fmla="*/ 3 h 68"/>
                  <a:gd name="T82" fmla="*/ 3 w 76"/>
                  <a:gd name="T83" fmla="*/ 10 h 68"/>
                  <a:gd name="T84" fmla="*/ 2 w 76"/>
                  <a:gd name="T85" fmla="*/ 15 h 68"/>
                  <a:gd name="T86" fmla="*/ 7 w 76"/>
                  <a:gd name="T87" fmla="*/ 17 h 68"/>
                  <a:gd name="T88" fmla="*/ 12 w 76"/>
                  <a:gd name="T89" fmla="*/ 21 h 68"/>
                  <a:gd name="T90" fmla="*/ 15 w 76"/>
                  <a:gd name="T91" fmla="*/ 20 h 68"/>
                  <a:gd name="T92" fmla="*/ 14 w 76"/>
                  <a:gd name="T93" fmla="*/ 29 h 68"/>
                  <a:gd name="T94" fmla="*/ 10 w 76"/>
                  <a:gd name="T95" fmla="*/ 34 h 68"/>
                  <a:gd name="T96" fmla="*/ 6 w 76"/>
                  <a:gd name="T97" fmla="*/ 41 h 68"/>
                  <a:gd name="T98" fmla="*/ 5 w 76"/>
                  <a:gd name="T99" fmla="*/ 46 h 68"/>
                  <a:gd name="T100" fmla="*/ 21 w 76"/>
                  <a:gd name="T101" fmla="*/ 28 h 68"/>
                  <a:gd name="T102" fmla="*/ 20 w 76"/>
                  <a:gd name="T10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6" h="68">
                    <a:moveTo>
                      <a:pt x="4" y="49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1"/>
                      <a:pt x="76" y="51"/>
                      <a:pt x="76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lnTo>
                      <a:pt x="4" y="49"/>
                    </a:lnTo>
                    <a:close/>
                    <a:moveTo>
                      <a:pt x="21" y="29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lnTo>
                      <a:pt x="21" y="2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0" name="Freeform 6429">
                <a:extLst>
                  <a:ext uri="{FF2B5EF4-FFF2-40B4-BE49-F238E27FC236}">
                    <a16:creationId xmlns:a16="http://schemas.microsoft.com/office/drawing/2014/main" id="{BD5E3E06-63B2-42E4-BA50-71160C5A0A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81" y="1317"/>
                <a:ext cx="6" cy="9"/>
              </a:xfrm>
              <a:custGeom>
                <a:avLst/>
                <a:gdLst>
                  <a:gd name="T0" fmla="*/ 4 w 6"/>
                  <a:gd name="T1" fmla="*/ 7 h 9"/>
                  <a:gd name="T2" fmla="*/ 6 w 6"/>
                  <a:gd name="T3" fmla="*/ 5 h 9"/>
                  <a:gd name="T4" fmla="*/ 4 w 6"/>
                  <a:gd name="T5" fmla="*/ 0 h 9"/>
                  <a:gd name="T6" fmla="*/ 2 w 6"/>
                  <a:gd name="T7" fmla="*/ 0 h 9"/>
                  <a:gd name="T8" fmla="*/ 0 w 6"/>
                  <a:gd name="T9" fmla="*/ 1 h 9"/>
                  <a:gd name="T10" fmla="*/ 0 w 6"/>
                  <a:gd name="T11" fmla="*/ 5 h 9"/>
                  <a:gd name="T12" fmla="*/ 2 w 6"/>
                  <a:gd name="T13" fmla="*/ 9 h 9"/>
                  <a:gd name="T14" fmla="*/ 4 w 6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4" y="7"/>
                    </a:moveTo>
                    <a:lnTo>
                      <a:pt x="6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1" name="Freeform 6430">
                <a:extLst>
                  <a:ext uri="{FF2B5EF4-FFF2-40B4-BE49-F238E27FC236}">
                    <a16:creationId xmlns:a16="http://schemas.microsoft.com/office/drawing/2014/main" id="{D90F128C-EBDF-4330-9710-504C517384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00"/>
                <a:ext cx="15" cy="17"/>
              </a:xfrm>
              <a:custGeom>
                <a:avLst/>
                <a:gdLst>
                  <a:gd name="T0" fmla="*/ 0 w 15"/>
                  <a:gd name="T1" fmla="*/ 12 h 17"/>
                  <a:gd name="T2" fmla="*/ 2 w 15"/>
                  <a:gd name="T3" fmla="*/ 15 h 17"/>
                  <a:gd name="T4" fmla="*/ 4 w 15"/>
                  <a:gd name="T5" fmla="*/ 17 h 17"/>
                  <a:gd name="T6" fmla="*/ 6 w 15"/>
                  <a:gd name="T7" fmla="*/ 17 h 17"/>
                  <a:gd name="T8" fmla="*/ 6 w 15"/>
                  <a:gd name="T9" fmla="*/ 15 h 17"/>
                  <a:gd name="T10" fmla="*/ 9 w 15"/>
                  <a:gd name="T11" fmla="*/ 15 h 17"/>
                  <a:gd name="T12" fmla="*/ 9 w 15"/>
                  <a:gd name="T13" fmla="*/ 15 h 17"/>
                  <a:gd name="T14" fmla="*/ 11 w 15"/>
                  <a:gd name="T15" fmla="*/ 13 h 17"/>
                  <a:gd name="T16" fmla="*/ 15 w 15"/>
                  <a:gd name="T17" fmla="*/ 12 h 17"/>
                  <a:gd name="T18" fmla="*/ 13 w 15"/>
                  <a:gd name="T19" fmla="*/ 10 h 17"/>
                  <a:gd name="T20" fmla="*/ 11 w 15"/>
                  <a:gd name="T21" fmla="*/ 8 h 17"/>
                  <a:gd name="T22" fmla="*/ 9 w 15"/>
                  <a:gd name="T23" fmla="*/ 8 h 17"/>
                  <a:gd name="T24" fmla="*/ 7 w 15"/>
                  <a:gd name="T25" fmla="*/ 10 h 17"/>
                  <a:gd name="T26" fmla="*/ 7 w 15"/>
                  <a:gd name="T27" fmla="*/ 10 h 17"/>
                  <a:gd name="T28" fmla="*/ 6 w 15"/>
                  <a:gd name="T29" fmla="*/ 8 h 17"/>
                  <a:gd name="T30" fmla="*/ 7 w 15"/>
                  <a:gd name="T31" fmla="*/ 8 h 17"/>
                  <a:gd name="T32" fmla="*/ 9 w 15"/>
                  <a:gd name="T33" fmla="*/ 4 h 17"/>
                  <a:gd name="T34" fmla="*/ 9 w 15"/>
                  <a:gd name="T35" fmla="*/ 6 h 17"/>
                  <a:gd name="T36" fmla="*/ 13 w 15"/>
                  <a:gd name="T37" fmla="*/ 4 h 17"/>
                  <a:gd name="T38" fmla="*/ 13 w 15"/>
                  <a:gd name="T39" fmla="*/ 4 h 17"/>
                  <a:gd name="T40" fmla="*/ 15 w 15"/>
                  <a:gd name="T41" fmla="*/ 2 h 17"/>
                  <a:gd name="T42" fmla="*/ 15 w 15"/>
                  <a:gd name="T43" fmla="*/ 0 h 17"/>
                  <a:gd name="T44" fmla="*/ 9 w 15"/>
                  <a:gd name="T45" fmla="*/ 0 h 17"/>
                  <a:gd name="T46" fmla="*/ 7 w 15"/>
                  <a:gd name="T47" fmla="*/ 2 h 17"/>
                  <a:gd name="T48" fmla="*/ 9 w 15"/>
                  <a:gd name="T49" fmla="*/ 4 h 17"/>
                  <a:gd name="T50" fmla="*/ 6 w 15"/>
                  <a:gd name="T51" fmla="*/ 4 h 17"/>
                  <a:gd name="T52" fmla="*/ 4 w 15"/>
                  <a:gd name="T53" fmla="*/ 6 h 17"/>
                  <a:gd name="T54" fmla="*/ 6 w 15"/>
                  <a:gd name="T55" fmla="*/ 8 h 17"/>
                  <a:gd name="T56" fmla="*/ 4 w 15"/>
                  <a:gd name="T57" fmla="*/ 8 h 17"/>
                  <a:gd name="T58" fmla="*/ 0 w 15"/>
                  <a:gd name="T5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17">
                    <a:moveTo>
                      <a:pt x="0" y="12"/>
                    </a:moveTo>
                    <a:lnTo>
                      <a:pt x="2" y="15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12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2" name="Freeform 6431">
                <a:extLst>
                  <a:ext uri="{FF2B5EF4-FFF2-40B4-BE49-F238E27FC236}">
                    <a16:creationId xmlns:a16="http://schemas.microsoft.com/office/drawing/2014/main" id="{26F6D234-F71C-488E-80CE-EB3836D0E8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2" y="1412"/>
                <a:ext cx="35" cy="37"/>
              </a:xfrm>
              <a:custGeom>
                <a:avLst/>
                <a:gdLst>
                  <a:gd name="T0" fmla="*/ 32 w 35"/>
                  <a:gd name="T1" fmla="*/ 22 h 37"/>
                  <a:gd name="T2" fmla="*/ 34 w 35"/>
                  <a:gd name="T3" fmla="*/ 16 h 37"/>
                  <a:gd name="T4" fmla="*/ 34 w 35"/>
                  <a:gd name="T5" fmla="*/ 15 h 37"/>
                  <a:gd name="T6" fmla="*/ 35 w 35"/>
                  <a:gd name="T7" fmla="*/ 13 h 37"/>
                  <a:gd name="T8" fmla="*/ 34 w 35"/>
                  <a:gd name="T9" fmla="*/ 9 h 37"/>
                  <a:gd name="T10" fmla="*/ 32 w 35"/>
                  <a:gd name="T11" fmla="*/ 7 h 37"/>
                  <a:gd name="T12" fmla="*/ 32 w 35"/>
                  <a:gd name="T13" fmla="*/ 5 h 37"/>
                  <a:gd name="T14" fmla="*/ 32 w 35"/>
                  <a:gd name="T15" fmla="*/ 3 h 37"/>
                  <a:gd name="T16" fmla="*/ 30 w 35"/>
                  <a:gd name="T17" fmla="*/ 1 h 37"/>
                  <a:gd name="T18" fmla="*/ 26 w 35"/>
                  <a:gd name="T19" fmla="*/ 0 h 37"/>
                  <a:gd name="T20" fmla="*/ 22 w 35"/>
                  <a:gd name="T21" fmla="*/ 0 h 37"/>
                  <a:gd name="T22" fmla="*/ 21 w 35"/>
                  <a:gd name="T23" fmla="*/ 0 h 37"/>
                  <a:gd name="T24" fmla="*/ 17 w 35"/>
                  <a:gd name="T25" fmla="*/ 0 h 37"/>
                  <a:gd name="T26" fmla="*/ 15 w 35"/>
                  <a:gd name="T27" fmla="*/ 1 h 37"/>
                  <a:gd name="T28" fmla="*/ 15 w 35"/>
                  <a:gd name="T29" fmla="*/ 3 h 37"/>
                  <a:gd name="T30" fmla="*/ 15 w 35"/>
                  <a:gd name="T31" fmla="*/ 3 h 37"/>
                  <a:gd name="T32" fmla="*/ 11 w 35"/>
                  <a:gd name="T33" fmla="*/ 1 h 37"/>
                  <a:gd name="T34" fmla="*/ 9 w 35"/>
                  <a:gd name="T35" fmla="*/ 5 h 37"/>
                  <a:gd name="T36" fmla="*/ 13 w 35"/>
                  <a:gd name="T37" fmla="*/ 7 h 37"/>
                  <a:gd name="T38" fmla="*/ 13 w 35"/>
                  <a:gd name="T39" fmla="*/ 7 h 37"/>
                  <a:gd name="T40" fmla="*/ 11 w 35"/>
                  <a:gd name="T41" fmla="*/ 7 h 37"/>
                  <a:gd name="T42" fmla="*/ 9 w 35"/>
                  <a:gd name="T43" fmla="*/ 7 h 37"/>
                  <a:gd name="T44" fmla="*/ 9 w 35"/>
                  <a:gd name="T45" fmla="*/ 11 h 37"/>
                  <a:gd name="T46" fmla="*/ 9 w 35"/>
                  <a:gd name="T47" fmla="*/ 11 h 37"/>
                  <a:gd name="T48" fmla="*/ 6 w 35"/>
                  <a:gd name="T49" fmla="*/ 11 h 37"/>
                  <a:gd name="T50" fmla="*/ 2 w 35"/>
                  <a:gd name="T51" fmla="*/ 13 h 37"/>
                  <a:gd name="T52" fmla="*/ 2 w 35"/>
                  <a:gd name="T53" fmla="*/ 16 h 37"/>
                  <a:gd name="T54" fmla="*/ 0 w 35"/>
                  <a:gd name="T55" fmla="*/ 18 h 37"/>
                  <a:gd name="T56" fmla="*/ 2 w 35"/>
                  <a:gd name="T57" fmla="*/ 18 h 37"/>
                  <a:gd name="T58" fmla="*/ 2 w 35"/>
                  <a:gd name="T59" fmla="*/ 20 h 37"/>
                  <a:gd name="T60" fmla="*/ 2 w 35"/>
                  <a:gd name="T61" fmla="*/ 22 h 37"/>
                  <a:gd name="T62" fmla="*/ 4 w 35"/>
                  <a:gd name="T63" fmla="*/ 22 h 37"/>
                  <a:gd name="T64" fmla="*/ 4 w 35"/>
                  <a:gd name="T65" fmla="*/ 24 h 37"/>
                  <a:gd name="T66" fmla="*/ 8 w 35"/>
                  <a:gd name="T67" fmla="*/ 26 h 37"/>
                  <a:gd name="T68" fmla="*/ 8 w 35"/>
                  <a:gd name="T69" fmla="*/ 26 h 37"/>
                  <a:gd name="T70" fmla="*/ 8 w 35"/>
                  <a:gd name="T71" fmla="*/ 29 h 37"/>
                  <a:gd name="T72" fmla="*/ 11 w 35"/>
                  <a:gd name="T73" fmla="*/ 28 h 37"/>
                  <a:gd name="T74" fmla="*/ 11 w 35"/>
                  <a:gd name="T75" fmla="*/ 28 h 37"/>
                  <a:gd name="T76" fmla="*/ 11 w 35"/>
                  <a:gd name="T77" fmla="*/ 28 h 37"/>
                  <a:gd name="T78" fmla="*/ 11 w 35"/>
                  <a:gd name="T79" fmla="*/ 29 h 37"/>
                  <a:gd name="T80" fmla="*/ 13 w 35"/>
                  <a:gd name="T81" fmla="*/ 33 h 37"/>
                  <a:gd name="T82" fmla="*/ 15 w 35"/>
                  <a:gd name="T83" fmla="*/ 31 h 37"/>
                  <a:gd name="T84" fmla="*/ 15 w 35"/>
                  <a:gd name="T85" fmla="*/ 35 h 37"/>
                  <a:gd name="T86" fmla="*/ 19 w 35"/>
                  <a:gd name="T87" fmla="*/ 35 h 37"/>
                  <a:gd name="T88" fmla="*/ 22 w 35"/>
                  <a:gd name="T89" fmla="*/ 37 h 37"/>
                  <a:gd name="T90" fmla="*/ 24 w 35"/>
                  <a:gd name="T91" fmla="*/ 37 h 37"/>
                  <a:gd name="T92" fmla="*/ 26 w 35"/>
                  <a:gd name="T93" fmla="*/ 37 h 37"/>
                  <a:gd name="T94" fmla="*/ 28 w 35"/>
                  <a:gd name="T95" fmla="*/ 35 h 37"/>
                  <a:gd name="T96" fmla="*/ 28 w 35"/>
                  <a:gd name="T97" fmla="*/ 33 h 37"/>
                  <a:gd name="T98" fmla="*/ 28 w 35"/>
                  <a:gd name="T99" fmla="*/ 33 h 37"/>
                  <a:gd name="T100" fmla="*/ 30 w 35"/>
                  <a:gd name="T101" fmla="*/ 29 h 37"/>
                  <a:gd name="T102" fmla="*/ 30 w 35"/>
                  <a:gd name="T103" fmla="*/ 26 h 37"/>
                  <a:gd name="T104" fmla="*/ 32 w 35"/>
                  <a:gd name="T105" fmla="*/ 24 h 37"/>
                  <a:gd name="T106" fmla="*/ 32 w 35"/>
                  <a:gd name="T107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37">
                    <a:moveTo>
                      <a:pt x="32" y="22"/>
                    </a:moveTo>
                    <a:lnTo>
                      <a:pt x="34" y="16"/>
                    </a:lnTo>
                    <a:lnTo>
                      <a:pt x="34" y="15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13" y="33"/>
                    </a:lnTo>
                    <a:lnTo>
                      <a:pt x="15" y="31"/>
                    </a:lnTo>
                    <a:lnTo>
                      <a:pt x="15" y="35"/>
                    </a:lnTo>
                    <a:lnTo>
                      <a:pt x="19" y="35"/>
                    </a:lnTo>
                    <a:lnTo>
                      <a:pt x="22" y="37"/>
                    </a:lnTo>
                    <a:lnTo>
                      <a:pt x="24" y="37"/>
                    </a:lnTo>
                    <a:lnTo>
                      <a:pt x="26" y="37"/>
                    </a:lnTo>
                    <a:lnTo>
                      <a:pt x="28" y="35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30" y="29"/>
                    </a:lnTo>
                    <a:lnTo>
                      <a:pt x="30" y="26"/>
                    </a:lnTo>
                    <a:lnTo>
                      <a:pt x="32" y="24"/>
                    </a:lnTo>
                    <a:lnTo>
                      <a:pt x="32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3" name="Freeform 6432">
                <a:extLst>
                  <a:ext uri="{FF2B5EF4-FFF2-40B4-BE49-F238E27FC236}">
                    <a16:creationId xmlns:a16="http://schemas.microsoft.com/office/drawing/2014/main" id="{EAAF330C-6A4F-485B-A543-8281A76D1C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22" y="1505"/>
                <a:ext cx="47" cy="45"/>
              </a:xfrm>
              <a:custGeom>
                <a:avLst/>
                <a:gdLst>
                  <a:gd name="T0" fmla="*/ 2 w 47"/>
                  <a:gd name="T1" fmla="*/ 32 h 45"/>
                  <a:gd name="T2" fmla="*/ 2 w 47"/>
                  <a:gd name="T3" fmla="*/ 35 h 45"/>
                  <a:gd name="T4" fmla="*/ 4 w 47"/>
                  <a:gd name="T5" fmla="*/ 35 h 45"/>
                  <a:gd name="T6" fmla="*/ 6 w 47"/>
                  <a:gd name="T7" fmla="*/ 39 h 45"/>
                  <a:gd name="T8" fmla="*/ 10 w 47"/>
                  <a:gd name="T9" fmla="*/ 39 h 45"/>
                  <a:gd name="T10" fmla="*/ 13 w 47"/>
                  <a:gd name="T11" fmla="*/ 43 h 45"/>
                  <a:gd name="T12" fmla="*/ 15 w 47"/>
                  <a:gd name="T13" fmla="*/ 41 h 45"/>
                  <a:gd name="T14" fmla="*/ 17 w 47"/>
                  <a:gd name="T15" fmla="*/ 39 h 45"/>
                  <a:gd name="T16" fmla="*/ 21 w 47"/>
                  <a:gd name="T17" fmla="*/ 39 h 45"/>
                  <a:gd name="T18" fmla="*/ 25 w 47"/>
                  <a:gd name="T19" fmla="*/ 37 h 45"/>
                  <a:gd name="T20" fmla="*/ 26 w 47"/>
                  <a:gd name="T21" fmla="*/ 39 h 45"/>
                  <a:gd name="T22" fmla="*/ 26 w 47"/>
                  <a:gd name="T23" fmla="*/ 39 h 45"/>
                  <a:gd name="T24" fmla="*/ 30 w 47"/>
                  <a:gd name="T25" fmla="*/ 39 h 45"/>
                  <a:gd name="T26" fmla="*/ 32 w 47"/>
                  <a:gd name="T27" fmla="*/ 41 h 45"/>
                  <a:gd name="T28" fmla="*/ 38 w 47"/>
                  <a:gd name="T29" fmla="*/ 43 h 45"/>
                  <a:gd name="T30" fmla="*/ 38 w 47"/>
                  <a:gd name="T31" fmla="*/ 43 h 45"/>
                  <a:gd name="T32" fmla="*/ 45 w 47"/>
                  <a:gd name="T33" fmla="*/ 45 h 45"/>
                  <a:gd name="T34" fmla="*/ 45 w 47"/>
                  <a:gd name="T35" fmla="*/ 43 h 45"/>
                  <a:gd name="T36" fmla="*/ 47 w 47"/>
                  <a:gd name="T37" fmla="*/ 41 h 45"/>
                  <a:gd name="T38" fmla="*/ 47 w 47"/>
                  <a:gd name="T39" fmla="*/ 39 h 45"/>
                  <a:gd name="T40" fmla="*/ 45 w 47"/>
                  <a:gd name="T41" fmla="*/ 37 h 45"/>
                  <a:gd name="T42" fmla="*/ 45 w 47"/>
                  <a:gd name="T43" fmla="*/ 37 h 45"/>
                  <a:gd name="T44" fmla="*/ 45 w 47"/>
                  <a:gd name="T45" fmla="*/ 33 h 45"/>
                  <a:gd name="T46" fmla="*/ 45 w 47"/>
                  <a:gd name="T47" fmla="*/ 32 h 45"/>
                  <a:gd name="T48" fmla="*/ 45 w 47"/>
                  <a:gd name="T49" fmla="*/ 30 h 45"/>
                  <a:gd name="T50" fmla="*/ 43 w 47"/>
                  <a:gd name="T51" fmla="*/ 28 h 45"/>
                  <a:gd name="T52" fmla="*/ 45 w 47"/>
                  <a:gd name="T53" fmla="*/ 26 h 45"/>
                  <a:gd name="T54" fmla="*/ 41 w 47"/>
                  <a:gd name="T55" fmla="*/ 24 h 45"/>
                  <a:gd name="T56" fmla="*/ 41 w 47"/>
                  <a:gd name="T57" fmla="*/ 22 h 45"/>
                  <a:gd name="T58" fmla="*/ 43 w 47"/>
                  <a:gd name="T59" fmla="*/ 20 h 45"/>
                  <a:gd name="T60" fmla="*/ 41 w 47"/>
                  <a:gd name="T61" fmla="*/ 17 h 45"/>
                  <a:gd name="T62" fmla="*/ 38 w 47"/>
                  <a:gd name="T63" fmla="*/ 13 h 45"/>
                  <a:gd name="T64" fmla="*/ 38 w 47"/>
                  <a:gd name="T65" fmla="*/ 11 h 45"/>
                  <a:gd name="T66" fmla="*/ 36 w 47"/>
                  <a:gd name="T67" fmla="*/ 9 h 45"/>
                  <a:gd name="T68" fmla="*/ 30 w 47"/>
                  <a:gd name="T69" fmla="*/ 9 h 45"/>
                  <a:gd name="T70" fmla="*/ 25 w 47"/>
                  <a:gd name="T71" fmla="*/ 7 h 45"/>
                  <a:gd name="T72" fmla="*/ 25 w 47"/>
                  <a:gd name="T73" fmla="*/ 9 h 45"/>
                  <a:gd name="T74" fmla="*/ 23 w 47"/>
                  <a:gd name="T75" fmla="*/ 9 h 45"/>
                  <a:gd name="T76" fmla="*/ 21 w 47"/>
                  <a:gd name="T77" fmla="*/ 7 h 45"/>
                  <a:gd name="T78" fmla="*/ 15 w 47"/>
                  <a:gd name="T79" fmla="*/ 5 h 45"/>
                  <a:gd name="T80" fmla="*/ 15 w 47"/>
                  <a:gd name="T81" fmla="*/ 4 h 45"/>
                  <a:gd name="T82" fmla="*/ 12 w 47"/>
                  <a:gd name="T83" fmla="*/ 0 h 45"/>
                  <a:gd name="T84" fmla="*/ 8 w 47"/>
                  <a:gd name="T85" fmla="*/ 2 h 45"/>
                  <a:gd name="T86" fmla="*/ 8 w 47"/>
                  <a:gd name="T87" fmla="*/ 5 h 45"/>
                  <a:gd name="T88" fmla="*/ 6 w 47"/>
                  <a:gd name="T89" fmla="*/ 7 h 45"/>
                  <a:gd name="T90" fmla="*/ 6 w 47"/>
                  <a:gd name="T91" fmla="*/ 11 h 45"/>
                  <a:gd name="T92" fmla="*/ 6 w 47"/>
                  <a:gd name="T93" fmla="*/ 11 h 45"/>
                  <a:gd name="T94" fmla="*/ 4 w 47"/>
                  <a:gd name="T95" fmla="*/ 11 h 45"/>
                  <a:gd name="T96" fmla="*/ 0 w 47"/>
                  <a:gd name="T97" fmla="*/ 18 h 45"/>
                  <a:gd name="T98" fmla="*/ 4 w 47"/>
                  <a:gd name="T99" fmla="*/ 20 h 45"/>
                  <a:gd name="T100" fmla="*/ 6 w 47"/>
                  <a:gd name="T101" fmla="*/ 20 h 45"/>
                  <a:gd name="T102" fmla="*/ 6 w 47"/>
                  <a:gd name="T103" fmla="*/ 22 h 45"/>
                  <a:gd name="T104" fmla="*/ 4 w 47"/>
                  <a:gd name="T105" fmla="*/ 24 h 45"/>
                  <a:gd name="T106" fmla="*/ 6 w 47"/>
                  <a:gd name="T107" fmla="*/ 26 h 45"/>
                  <a:gd name="T108" fmla="*/ 2 w 47"/>
                  <a:gd name="T109" fmla="*/ 28 h 45"/>
                  <a:gd name="T110" fmla="*/ 2 w 47"/>
                  <a:gd name="T1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" h="45">
                    <a:moveTo>
                      <a:pt x="2" y="32"/>
                    </a:moveTo>
                    <a:lnTo>
                      <a:pt x="2" y="35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10" y="39"/>
                    </a:lnTo>
                    <a:lnTo>
                      <a:pt x="13" y="43"/>
                    </a:lnTo>
                    <a:lnTo>
                      <a:pt x="15" y="41"/>
                    </a:lnTo>
                    <a:lnTo>
                      <a:pt x="17" y="39"/>
                    </a:lnTo>
                    <a:lnTo>
                      <a:pt x="21" y="39"/>
                    </a:lnTo>
                    <a:lnTo>
                      <a:pt x="25" y="37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30" y="39"/>
                    </a:lnTo>
                    <a:lnTo>
                      <a:pt x="32" y="41"/>
                    </a:lnTo>
                    <a:lnTo>
                      <a:pt x="38" y="43"/>
                    </a:lnTo>
                    <a:lnTo>
                      <a:pt x="38" y="43"/>
                    </a:lnTo>
                    <a:lnTo>
                      <a:pt x="45" y="45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47" y="39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3"/>
                    </a:lnTo>
                    <a:lnTo>
                      <a:pt x="45" y="32"/>
                    </a:lnTo>
                    <a:lnTo>
                      <a:pt x="45" y="30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41" y="24"/>
                    </a:lnTo>
                    <a:lnTo>
                      <a:pt x="41" y="22"/>
                    </a:lnTo>
                    <a:lnTo>
                      <a:pt x="43" y="20"/>
                    </a:lnTo>
                    <a:lnTo>
                      <a:pt x="41" y="17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6" y="9"/>
                    </a:lnTo>
                    <a:lnTo>
                      <a:pt x="30" y="9"/>
                    </a:lnTo>
                    <a:lnTo>
                      <a:pt x="25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2" y="28"/>
                    </a:lnTo>
                    <a:lnTo>
                      <a:pt x="2" y="3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4" name="Freeform 6433">
                <a:extLst>
                  <a:ext uri="{FF2B5EF4-FFF2-40B4-BE49-F238E27FC236}">
                    <a16:creationId xmlns:a16="http://schemas.microsoft.com/office/drawing/2014/main" id="{1209E32F-A73F-416B-A217-2D7B9A0CCB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23" y="1613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3 w 7"/>
                  <a:gd name="T3" fmla="*/ 2 h 9"/>
                  <a:gd name="T4" fmla="*/ 3 w 7"/>
                  <a:gd name="T5" fmla="*/ 2 h 9"/>
                  <a:gd name="T6" fmla="*/ 0 w 7"/>
                  <a:gd name="T7" fmla="*/ 2 h 9"/>
                  <a:gd name="T8" fmla="*/ 0 w 7"/>
                  <a:gd name="T9" fmla="*/ 6 h 9"/>
                  <a:gd name="T10" fmla="*/ 2 w 7"/>
                  <a:gd name="T11" fmla="*/ 7 h 9"/>
                  <a:gd name="T12" fmla="*/ 3 w 7"/>
                  <a:gd name="T13" fmla="*/ 9 h 9"/>
                  <a:gd name="T14" fmla="*/ 7 w 7"/>
                  <a:gd name="T15" fmla="*/ 7 h 9"/>
                  <a:gd name="T16" fmla="*/ 7 w 7"/>
                  <a:gd name="T17" fmla="*/ 6 h 9"/>
                  <a:gd name="T18" fmla="*/ 7 w 7"/>
                  <a:gd name="T19" fmla="*/ 4 h 9"/>
                  <a:gd name="T20" fmla="*/ 7 w 7"/>
                  <a:gd name="T21" fmla="*/ 2 h 9"/>
                  <a:gd name="T22" fmla="*/ 7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5" name="Freeform 6434">
                <a:extLst>
                  <a:ext uri="{FF2B5EF4-FFF2-40B4-BE49-F238E27FC236}">
                    <a16:creationId xmlns:a16="http://schemas.microsoft.com/office/drawing/2014/main" id="{F3D9100B-75BE-42D6-A466-F9DD80A5FD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18" y="1365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6 w 8"/>
                  <a:gd name="T3" fmla="*/ 9 h 9"/>
                  <a:gd name="T4" fmla="*/ 8 w 8"/>
                  <a:gd name="T5" fmla="*/ 7 h 9"/>
                  <a:gd name="T6" fmla="*/ 8 w 8"/>
                  <a:gd name="T7" fmla="*/ 0 h 9"/>
                  <a:gd name="T8" fmla="*/ 4 w 8"/>
                  <a:gd name="T9" fmla="*/ 6 h 9"/>
                  <a:gd name="T10" fmla="*/ 0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6" y="9"/>
                    </a:lnTo>
                    <a:lnTo>
                      <a:pt x="8" y="7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6" name="Freeform 6435">
                <a:extLst>
                  <a:ext uri="{FF2B5EF4-FFF2-40B4-BE49-F238E27FC236}">
                    <a16:creationId xmlns:a16="http://schemas.microsoft.com/office/drawing/2014/main" id="{7548A23E-0C7A-4BD7-91BE-2D5887A4B3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41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2 h 8"/>
                  <a:gd name="T4" fmla="*/ 0 w 6"/>
                  <a:gd name="T5" fmla="*/ 6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4 h 8"/>
                  <a:gd name="T12" fmla="*/ 4 w 6"/>
                  <a:gd name="T13" fmla="*/ 0 h 8"/>
                  <a:gd name="T14" fmla="*/ 2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7" name="Freeform 6436">
                <a:extLst>
                  <a:ext uri="{FF2B5EF4-FFF2-40B4-BE49-F238E27FC236}">
                    <a16:creationId xmlns:a16="http://schemas.microsoft.com/office/drawing/2014/main" id="{4AC148C9-0F0E-412C-8150-DEA7A1C62A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2" y="1400"/>
                <a:ext cx="7" cy="10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2 h 5"/>
                  <a:gd name="T6" fmla="*/ 0 w 4"/>
                  <a:gd name="T7" fmla="*/ 3 h 5"/>
                  <a:gd name="T8" fmla="*/ 0 w 4"/>
                  <a:gd name="T9" fmla="*/ 4 h 5"/>
                  <a:gd name="T10" fmla="*/ 0 w 4"/>
                  <a:gd name="T11" fmla="*/ 4 h 5"/>
                  <a:gd name="T12" fmla="*/ 0 w 4"/>
                  <a:gd name="T13" fmla="*/ 5 h 5"/>
                  <a:gd name="T14" fmla="*/ 0 w 4"/>
                  <a:gd name="T15" fmla="*/ 5 h 5"/>
                  <a:gd name="T16" fmla="*/ 1 w 4"/>
                  <a:gd name="T17" fmla="*/ 5 h 5"/>
                  <a:gd name="T18" fmla="*/ 1 w 4"/>
                  <a:gd name="T19" fmla="*/ 5 h 5"/>
                  <a:gd name="T20" fmla="*/ 2 w 4"/>
                  <a:gd name="T21" fmla="*/ 5 h 5"/>
                  <a:gd name="T22" fmla="*/ 3 w 4"/>
                  <a:gd name="T23" fmla="*/ 3 h 5"/>
                  <a:gd name="T24" fmla="*/ 4 w 4"/>
                  <a:gd name="T25" fmla="*/ 0 h 5"/>
                  <a:gd name="T26" fmla="*/ 1 w 4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8" name="Freeform 6437">
                <a:extLst>
                  <a:ext uri="{FF2B5EF4-FFF2-40B4-BE49-F238E27FC236}">
                    <a16:creationId xmlns:a16="http://schemas.microsoft.com/office/drawing/2014/main" id="{3FC26E0A-FB31-411C-964A-61B4E39D8AF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39" y="1475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7 w 7"/>
                  <a:gd name="T3" fmla="*/ 4 h 6"/>
                  <a:gd name="T4" fmla="*/ 5 w 7"/>
                  <a:gd name="T5" fmla="*/ 0 h 6"/>
                  <a:gd name="T6" fmla="*/ 1 w 7"/>
                  <a:gd name="T7" fmla="*/ 0 h 6"/>
                  <a:gd name="T8" fmla="*/ 0 w 7"/>
                  <a:gd name="T9" fmla="*/ 2 h 6"/>
                  <a:gd name="T10" fmla="*/ 1 w 7"/>
                  <a:gd name="T11" fmla="*/ 4 h 6"/>
                  <a:gd name="T12" fmla="*/ 3 w 7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9" name="Freeform 6438">
                <a:extLst>
                  <a:ext uri="{FF2B5EF4-FFF2-40B4-BE49-F238E27FC236}">
                    <a16:creationId xmlns:a16="http://schemas.microsoft.com/office/drawing/2014/main" id="{124CB490-C664-4D39-8CDE-480321B375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93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1 h 2"/>
                  <a:gd name="T10" fmla="*/ 3 w 3"/>
                  <a:gd name="T11" fmla="*/ 0 h 2"/>
                  <a:gd name="T12" fmla="*/ 1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0" name="Freeform 6439">
                <a:extLst>
                  <a:ext uri="{FF2B5EF4-FFF2-40B4-BE49-F238E27FC236}">
                    <a16:creationId xmlns:a16="http://schemas.microsoft.com/office/drawing/2014/main" id="{973C199B-7620-4FEF-A914-E42D0E07AF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52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2 h 6"/>
                  <a:gd name="T4" fmla="*/ 2 w 5"/>
                  <a:gd name="T5" fmla="*/ 0 h 6"/>
                  <a:gd name="T6" fmla="*/ 0 w 5"/>
                  <a:gd name="T7" fmla="*/ 4 h 6"/>
                  <a:gd name="T8" fmla="*/ 2 w 5"/>
                  <a:gd name="T9" fmla="*/ 6 h 6"/>
                  <a:gd name="T10" fmla="*/ 5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1" name="Freeform 6440">
                <a:extLst>
                  <a:ext uri="{FF2B5EF4-FFF2-40B4-BE49-F238E27FC236}">
                    <a16:creationId xmlns:a16="http://schemas.microsoft.com/office/drawing/2014/main" id="{026FF96A-CBF4-42D8-AC26-07DF002B97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0" y="1330"/>
                <a:ext cx="35" cy="20"/>
              </a:xfrm>
              <a:custGeom>
                <a:avLst/>
                <a:gdLst>
                  <a:gd name="T0" fmla="*/ 4 w 35"/>
                  <a:gd name="T1" fmla="*/ 18 h 20"/>
                  <a:gd name="T2" fmla="*/ 5 w 35"/>
                  <a:gd name="T3" fmla="*/ 18 h 20"/>
                  <a:gd name="T4" fmla="*/ 5 w 35"/>
                  <a:gd name="T5" fmla="*/ 20 h 20"/>
                  <a:gd name="T6" fmla="*/ 9 w 35"/>
                  <a:gd name="T7" fmla="*/ 20 h 20"/>
                  <a:gd name="T8" fmla="*/ 9 w 35"/>
                  <a:gd name="T9" fmla="*/ 18 h 20"/>
                  <a:gd name="T10" fmla="*/ 11 w 35"/>
                  <a:gd name="T11" fmla="*/ 18 h 20"/>
                  <a:gd name="T12" fmla="*/ 13 w 35"/>
                  <a:gd name="T13" fmla="*/ 18 h 20"/>
                  <a:gd name="T14" fmla="*/ 17 w 35"/>
                  <a:gd name="T15" fmla="*/ 14 h 20"/>
                  <a:gd name="T16" fmla="*/ 24 w 35"/>
                  <a:gd name="T17" fmla="*/ 9 h 20"/>
                  <a:gd name="T18" fmla="*/ 28 w 35"/>
                  <a:gd name="T19" fmla="*/ 5 h 20"/>
                  <a:gd name="T20" fmla="*/ 33 w 35"/>
                  <a:gd name="T21" fmla="*/ 3 h 20"/>
                  <a:gd name="T22" fmla="*/ 35 w 35"/>
                  <a:gd name="T23" fmla="*/ 0 h 20"/>
                  <a:gd name="T24" fmla="*/ 31 w 35"/>
                  <a:gd name="T25" fmla="*/ 0 h 20"/>
                  <a:gd name="T26" fmla="*/ 28 w 35"/>
                  <a:gd name="T27" fmla="*/ 0 h 20"/>
                  <a:gd name="T28" fmla="*/ 26 w 35"/>
                  <a:gd name="T29" fmla="*/ 0 h 20"/>
                  <a:gd name="T30" fmla="*/ 22 w 35"/>
                  <a:gd name="T31" fmla="*/ 1 h 20"/>
                  <a:gd name="T32" fmla="*/ 18 w 35"/>
                  <a:gd name="T33" fmla="*/ 1 h 20"/>
                  <a:gd name="T34" fmla="*/ 15 w 35"/>
                  <a:gd name="T35" fmla="*/ 3 h 20"/>
                  <a:gd name="T36" fmla="*/ 13 w 35"/>
                  <a:gd name="T37" fmla="*/ 5 h 20"/>
                  <a:gd name="T38" fmla="*/ 11 w 35"/>
                  <a:gd name="T39" fmla="*/ 7 h 20"/>
                  <a:gd name="T40" fmla="*/ 7 w 35"/>
                  <a:gd name="T41" fmla="*/ 7 h 20"/>
                  <a:gd name="T42" fmla="*/ 2 w 35"/>
                  <a:gd name="T43" fmla="*/ 13 h 20"/>
                  <a:gd name="T44" fmla="*/ 0 w 35"/>
                  <a:gd name="T45" fmla="*/ 16 h 20"/>
                  <a:gd name="T46" fmla="*/ 2 w 35"/>
                  <a:gd name="T47" fmla="*/ 18 h 20"/>
                  <a:gd name="T48" fmla="*/ 4 w 35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0">
                    <a:moveTo>
                      <a:pt x="4" y="18"/>
                    </a:moveTo>
                    <a:lnTo>
                      <a:pt x="5" y="18"/>
                    </a:lnTo>
                    <a:lnTo>
                      <a:pt x="5" y="20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7" y="14"/>
                    </a:lnTo>
                    <a:lnTo>
                      <a:pt x="24" y="9"/>
                    </a:lnTo>
                    <a:lnTo>
                      <a:pt x="28" y="5"/>
                    </a:lnTo>
                    <a:lnTo>
                      <a:pt x="33" y="3"/>
                    </a:lnTo>
                    <a:lnTo>
                      <a:pt x="35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7" y="7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2" name="Freeform 6441">
                <a:extLst>
                  <a:ext uri="{FF2B5EF4-FFF2-40B4-BE49-F238E27FC236}">
                    <a16:creationId xmlns:a16="http://schemas.microsoft.com/office/drawing/2014/main" id="{521892B2-A935-4968-AF10-D324A1E26A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35" y="162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2 w 6"/>
                  <a:gd name="T3" fmla="*/ 2 h 8"/>
                  <a:gd name="T4" fmla="*/ 2 w 6"/>
                  <a:gd name="T5" fmla="*/ 0 h 8"/>
                  <a:gd name="T6" fmla="*/ 0 w 6"/>
                  <a:gd name="T7" fmla="*/ 4 h 8"/>
                  <a:gd name="T8" fmla="*/ 0 w 6"/>
                  <a:gd name="T9" fmla="*/ 6 h 8"/>
                  <a:gd name="T10" fmla="*/ 6 w 6"/>
                  <a:gd name="T11" fmla="*/ 8 h 8"/>
                  <a:gd name="T12" fmla="*/ 4 w 6"/>
                  <a:gd name="T13" fmla="*/ 6 h 8"/>
                  <a:gd name="T14" fmla="*/ 6 w 6"/>
                  <a:gd name="T15" fmla="*/ 6 h 8"/>
                  <a:gd name="T16" fmla="*/ 4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3" name="Freeform 6442">
                <a:extLst>
                  <a:ext uri="{FF2B5EF4-FFF2-40B4-BE49-F238E27FC236}">
                    <a16:creationId xmlns:a16="http://schemas.microsoft.com/office/drawing/2014/main" id="{9CC770DD-FB2B-487B-AB9E-CBD39337C2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3" y="155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2 w 7"/>
                  <a:gd name="T3" fmla="*/ 0 h 9"/>
                  <a:gd name="T4" fmla="*/ 0 w 7"/>
                  <a:gd name="T5" fmla="*/ 5 h 9"/>
                  <a:gd name="T6" fmla="*/ 2 w 7"/>
                  <a:gd name="T7" fmla="*/ 5 h 9"/>
                  <a:gd name="T8" fmla="*/ 2 w 7"/>
                  <a:gd name="T9" fmla="*/ 9 h 9"/>
                  <a:gd name="T10" fmla="*/ 6 w 7"/>
                  <a:gd name="T11" fmla="*/ 9 h 9"/>
                  <a:gd name="T12" fmla="*/ 6 w 7"/>
                  <a:gd name="T13" fmla="*/ 7 h 9"/>
                  <a:gd name="T14" fmla="*/ 7 w 7"/>
                  <a:gd name="T15" fmla="*/ 4 h 9"/>
                  <a:gd name="T16" fmla="*/ 6 w 7"/>
                  <a:gd name="T17" fmla="*/ 2 h 9"/>
                  <a:gd name="T18" fmla="*/ 6 w 7"/>
                  <a:gd name="T19" fmla="*/ 2 h 9"/>
                  <a:gd name="T20" fmla="*/ 4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4" name="Freeform 6443">
                <a:extLst>
                  <a:ext uri="{FF2B5EF4-FFF2-40B4-BE49-F238E27FC236}">
                    <a16:creationId xmlns:a16="http://schemas.microsoft.com/office/drawing/2014/main" id="{17F7A49F-B6BE-4C1A-9DBF-CE772073A7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56" y="1443"/>
                <a:ext cx="32" cy="38"/>
              </a:xfrm>
              <a:custGeom>
                <a:avLst/>
                <a:gdLst>
                  <a:gd name="T0" fmla="*/ 32 w 32"/>
                  <a:gd name="T1" fmla="*/ 8 h 38"/>
                  <a:gd name="T2" fmla="*/ 28 w 32"/>
                  <a:gd name="T3" fmla="*/ 4 h 38"/>
                  <a:gd name="T4" fmla="*/ 26 w 32"/>
                  <a:gd name="T5" fmla="*/ 4 h 38"/>
                  <a:gd name="T6" fmla="*/ 24 w 32"/>
                  <a:gd name="T7" fmla="*/ 4 h 38"/>
                  <a:gd name="T8" fmla="*/ 23 w 32"/>
                  <a:gd name="T9" fmla="*/ 4 h 38"/>
                  <a:gd name="T10" fmla="*/ 21 w 32"/>
                  <a:gd name="T11" fmla="*/ 4 h 38"/>
                  <a:gd name="T12" fmla="*/ 19 w 32"/>
                  <a:gd name="T13" fmla="*/ 2 h 38"/>
                  <a:gd name="T14" fmla="*/ 17 w 32"/>
                  <a:gd name="T15" fmla="*/ 2 h 38"/>
                  <a:gd name="T16" fmla="*/ 13 w 32"/>
                  <a:gd name="T17" fmla="*/ 0 h 38"/>
                  <a:gd name="T18" fmla="*/ 9 w 32"/>
                  <a:gd name="T19" fmla="*/ 0 h 38"/>
                  <a:gd name="T20" fmla="*/ 8 w 32"/>
                  <a:gd name="T21" fmla="*/ 4 h 38"/>
                  <a:gd name="T22" fmla="*/ 4 w 32"/>
                  <a:gd name="T23" fmla="*/ 4 h 38"/>
                  <a:gd name="T24" fmla="*/ 0 w 32"/>
                  <a:gd name="T25" fmla="*/ 8 h 38"/>
                  <a:gd name="T26" fmla="*/ 0 w 32"/>
                  <a:gd name="T27" fmla="*/ 11 h 38"/>
                  <a:gd name="T28" fmla="*/ 2 w 32"/>
                  <a:gd name="T29" fmla="*/ 13 h 38"/>
                  <a:gd name="T30" fmla="*/ 4 w 32"/>
                  <a:gd name="T31" fmla="*/ 15 h 38"/>
                  <a:gd name="T32" fmla="*/ 4 w 32"/>
                  <a:gd name="T33" fmla="*/ 19 h 38"/>
                  <a:gd name="T34" fmla="*/ 6 w 32"/>
                  <a:gd name="T35" fmla="*/ 21 h 38"/>
                  <a:gd name="T36" fmla="*/ 4 w 32"/>
                  <a:gd name="T37" fmla="*/ 23 h 38"/>
                  <a:gd name="T38" fmla="*/ 4 w 32"/>
                  <a:gd name="T39" fmla="*/ 26 h 38"/>
                  <a:gd name="T40" fmla="*/ 6 w 32"/>
                  <a:gd name="T41" fmla="*/ 28 h 38"/>
                  <a:gd name="T42" fmla="*/ 6 w 32"/>
                  <a:gd name="T43" fmla="*/ 34 h 38"/>
                  <a:gd name="T44" fmla="*/ 9 w 32"/>
                  <a:gd name="T45" fmla="*/ 38 h 38"/>
                  <a:gd name="T46" fmla="*/ 11 w 32"/>
                  <a:gd name="T47" fmla="*/ 36 h 38"/>
                  <a:gd name="T48" fmla="*/ 11 w 32"/>
                  <a:gd name="T49" fmla="*/ 34 h 38"/>
                  <a:gd name="T50" fmla="*/ 13 w 32"/>
                  <a:gd name="T51" fmla="*/ 34 h 38"/>
                  <a:gd name="T52" fmla="*/ 15 w 32"/>
                  <a:gd name="T53" fmla="*/ 34 h 38"/>
                  <a:gd name="T54" fmla="*/ 19 w 32"/>
                  <a:gd name="T55" fmla="*/ 28 h 38"/>
                  <a:gd name="T56" fmla="*/ 23 w 32"/>
                  <a:gd name="T57" fmla="*/ 26 h 38"/>
                  <a:gd name="T58" fmla="*/ 26 w 32"/>
                  <a:gd name="T59" fmla="*/ 23 h 38"/>
                  <a:gd name="T60" fmla="*/ 26 w 32"/>
                  <a:gd name="T61" fmla="*/ 23 h 38"/>
                  <a:gd name="T62" fmla="*/ 32 w 32"/>
                  <a:gd name="T63" fmla="*/ 19 h 38"/>
                  <a:gd name="T64" fmla="*/ 32 w 32"/>
                  <a:gd name="T65" fmla="*/ 17 h 38"/>
                  <a:gd name="T66" fmla="*/ 32 w 32"/>
                  <a:gd name="T67" fmla="*/ 17 h 38"/>
                  <a:gd name="T68" fmla="*/ 32 w 32"/>
                  <a:gd name="T69" fmla="*/ 13 h 38"/>
                  <a:gd name="T70" fmla="*/ 30 w 32"/>
                  <a:gd name="T71" fmla="*/ 11 h 38"/>
                  <a:gd name="T72" fmla="*/ 32 w 32"/>
                  <a:gd name="T73" fmla="*/ 11 h 38"/>
                  <a:gd name="T74" fmla="*/ 32 w 32"/>
                  <a:gd name="T75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8">
                    <a:moveTo>
                      <a:pt x="32" y="8"/>
                    </a:move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9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5" y="34"/>
                    </a:lnTo>
                    <a:lnTo>
                      <a:pt x="19" y="28"/>
                    </a:lnTo>
                    <a:lnTo>
                      <a:pt x="23" y="26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5" name="Freeform 6444">
                <a:extLst>
                  <a:ext uri="{FF2B5EF4-FFF2-40B4-BE49-F238E27FC236}">
                    <a16:creationId xmlns:a16="http://schemas.microsoft.com/office/drawing/2014/main" id="{863BD44F-A118-4987-84BA-132DA506FBF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7" y="1443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5 w 7"/>
                  <a:gd name="T3" fmla="*/ 6 h 6"/>
                  <a:gd name="T4" fmla="*/ 7 w 7"/>
                  <a:gd name="T5" fmla="*/ 4 h 6"/>
                  <a:gd name="T6" fmla="*/ 5 w 7"/>
                  <a:gd name="T7" fmla="*/ 0 h 6"/>
                  <a:gd name="T8" fmla="*/ 2 w 7"/>
                  <a:gd name="T9" fmla="*/ 0 h 6"/>
                  <a:gd name="T10" fmla="*/ 0 w 7"/>
                  <a:gd name="T11" fmla="*/ 2 h 6"/>
                  <a:gd name="T12" fmla="*/ 0 w 7"/>
                  <a:gd name="T13" fmla="*/ 4 h 6"/>
                  <a:gd name="T14" fmla="*/ 2 w 7"/>
                  <a:gd name="T15" fmla="*/ 6 h 6"/>
                  <a:gd name="T16" fmla="*/ 4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6" name="Freeform 6445">
                <a:extLst>
                  <a:ext uri="{FF2B5EF4-FFF2-40B4-BE49-F238E27FC236}">
                    <a16:creationId xmlns:a16="http://schemas.microsoft.com/office/drawing/2014/main" id="{F16E312E-B803-4905-87ED-6CAF4D13D4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41" y="1632"/>
                <a:ext cx="9" cy="7"/>
              </a:xfrm>
              <a:custGeom>
                <a:avLst/>
                <a:gdLst>
                  <a:gd name="T0" fmla="*/ 3 w 9"/>
                  <a:gd name="T1" fmla="*/ 0 h 7"/>
                  <a:gd name="T2" fmla="*/ 3 w 9"/>
                  <a:gd name="T3" fmla="*/ 0 h 7"/>
                  <a:gd name="T4" fmla="*/ 3 w 9"/>
                  <a:gd name="T5" fmla="*/ 0 h 7"/>
                  <a:gd name="T6" fmla="*/ 0 w 9"/>
                  <a:gd name="T7" fmla="*/ 1 h 7"/>
                  <a:gd name="T8" fmla="*/ 2 w 9"/>
                  <a:gd name="T9" fmla="*/ 5 h 7"/>
                  <a:gd name="T10" fmla="*/ 3 w 9"/>
                  <a:gd name="T11" fmla="*/ 7 h 7"/>
                  <a:gd name="T12" fmla="*/ 7 w 9"/>
                  <a:gd name="T13" fmla="*/ 3 h 7"/>
                  <a:gd name="T14" fmla="*/ 7 w 9"/>
                  <a:gd name="T15" fmla="*/ 1 h 7"/>
                  <a:gd name="T16" fmla="*/ 9 w 9"/>
                  <a:gd name="T17" fmla="*/ 0 h 7"/>
                  <a:gd name="T18" fmla="*/ 3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sp>
          <p:nvSpPr>
            <p:cNvPr id="10" name="Freeform 6447">
              <a:extLst>
                <a:ext uri="{FF2B5EF4-FFF2-40B4-BE49-F238E27FC236}">
                  <a16:creationId xmlns:a16="http://schemas.microsoft.com/office/drawing/2014/main" id="{6CB7EB08-9E17-4CCF-BFC3-AF27282F8938}"/>
                </a:ext>
              </a:extLst>
            </p:cNvPr>
            <p:cNvSpPr>
              <a:spLocks/>
            </p:cNvSpPr>
            <p:nvPr/>
          </p:nvSpPr>
          <p:spPr bwMode="gray">
            <a:xfrm>
              <a:off x="2341" y="1609"/>
              <a:ext cx="9" cy="6"/>
            </a:xfrm>
            <a:custGeom>
              <a:avLst/>
              <a:gdLst>
                <a:gd name="T0" fmla="*/ 2 w 5"/>
                <a:gd name="T1" fmla="*/ 0 h 3"/>
                <a:gd name="T2" fmla="*/ 0 w 5"/>
                <a:gd name="T3" fmla="*/ 3 h 3"/>
                <a:gd name="T4" fmla="*/ 1 w 5"/>
                <a:gd name="T5" fmla="*/ 2 h 3"/>
                <a:gd name="T6" fmla="*/ 2 w 5"/>
                <a:gd name="T7" fmla="*/ 2 h 3"/>
                <a:gd name="T8" fmla="*/ 2 w 5"/>
                <a:gd name="T9" fmla="*/ 2 h 3"/>
                <a:gd name="T10" fmla="*/ 5 w 5"/>
                <a:gd name="T11" fmla="*/ 0 h 3"/>
                <a:gd name="T12" fmla="*/ 2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1" name="Freeform 6448">
              <a:extLst>
                <a:ext uri="{FF2B5EF4-FFF2-40B4-BE49-F238E27FC236}">
                  <a16:creationId xmlns:a16="http://schemas.microsoft.com/office/drawing/2014/main" id="{E179F33E-5B1F-4CC3-8B7A-3C6D4906ADA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41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2 w 6"/>
                <a:gd name="T5" fmla="*/ 6 h 6"/>
                <a:gd name="T6" fmla="*/ 4 w 6"/>
                <a:gd name="T7" fmla="*/ 4 h 6"/>
                <a:gd name="T8" fmla="*/ 6 w 6"/>
                <a:gd name="T9" fmla="*/ 2 h 6"/>
                <a:gd name="T10" fmla="*/ 4 w 6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2" name="Freeform 6449">
              <a:extLst>
                <a:ext uri="{FF2B5EF4-FFF2-40B4-BE49-F238E27FC236}">
                  <a16:creationId xmlns:a16="http://schemas.microsoft.com/office/drawing/2014/main" id="{34EAF603-F2B6-467F-B579-D6184973B1D7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8" y="1438"/>
              <a:ext cx="9" cy="5"/>
            </a:xfrm>
            <a:custGeom>
              <a:avLst/>
              <a:gdLst>
                <a:gd name="T0" fmla="*/ 5 w 9"/>
                <a:gd name="T1" fmla="*/ 5 h 5"/>
                <a:gd name="T2" fmla="*/ 7 w 9"/>
                <a:gd name="T3" fmla="*/ 5 h 5"/>
                <a:gd name="T4" fmla="*/ 9 w 9"/>
                <a:gd name="T5" fmla="*/ 2 h 5"/>
                <a:gd name="T6" fmla="*/ 5 w 9"/>
                <a:gd name="T7" fmla="*/ 0 h 5"/>
                <a:gd name="T8" fmla="*/ 2 w 9"/>
                <a:gd name="T9" fmla="*/ 2 h 5"/>
                <a:gd name="T10" fmla="*/ 0 w 9"/>
                <a:gd name="T11" fmla="*/ 5 h 5"/>
                <a:gd name="T12" fmla="*/ 4 w 9"/>
                <a:gd name="T13" fmla="*/ 5 h 5"/>
                <a:gd name="T14" fmla="*/ 5 w 9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lnTo>
                    <a:pt x="7" y="5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3" name="Freeform 6450">
              <a:extLst>
                <a:ext uri="{FF2B5EF4-FFF2-40B4-BE49-F238E27FC236}">
                  <a16:creationId xmlns:a16="http://schemas.microsoft.com/office/drawing/2014/main" id="{1F88B58F-D46B-4E5D-96BE-B67F2B05BD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391"/>
              <a:ext cx="15" cy="15"/>
            </a:xfrm>
            <a:custGeom>
              <a:avLst/>
              <a:gdLst>
                <a:gd name="T0" fmla="*/ 2 w 15"/>
                <a:gd name="T1" fmla="*/ 13 h 15"/>
                <a:gd name="T2" fmla="*/ 4 w 15"/>
                <a:gd name="T3" fmla="*/ 15 h 15"/>
                <a:gd name="T4" fmla="*/ 7 w 15"/>
                <a:gd name="T5" fmla="*/ 15 h 15"/>
                <a:gd name="T6" fmla="*/ 7 w 15"/>
                <a:gd name="T7" fmla="*/ 15 h 15"/>
                <a:gd name="T8" fmla="*/ 11 w 15"/>
                <a:gd name="T9" fmla="*/ 15 h 15"/>
                <a:gd name="T10" fmla="*/ 13 w 15"/>
                <a:gd name="T11" fmla="*/ 11 h 15"/>
                <a:gd name="T12" fmla="*/ 15 w 15"/>
                <a:gd name="T13" fmla="*/ 9 h 15"/>
                <a:gd name="T14" fmla="*/ 15 w 15"/>
                <a:gd name="T15" fmla="*/ 6 h 15"/>
                <a:gd name="T16" fmla="*/ 15 w 15"/>
                <a:gd name="T17" fmla="*/ 4 h 15"/>
                <a:gd name="T18" fmla="*/ 15 w 15"/>
                <a:gd name="T19" fmla="*/ 0 h 15"/>
                <a:gd name="T20" fmla="*/ 9 w 15"/>
                <a:gd name="T21" fmla="*/ 0 h 15"/>
                <a:gd name="T22" fmla="*/ 9 w 15"/>
                <a:gd name="T23" fmla="*/ 2 h 15"/>
                <a:gd name="T24" fmla="*/ 4 w 15"/>
                <a:gd name="T25" fmla="*/ 4 h 15"/>
                <a:gd name="T26" fmla="*/ 4 w 15"/>
                <a:gd name="T27" fmla="*/ 6 h 15"/>
                <a:gd name="T28" fmla="*/ 4 w 15"/>
                <a:gd name="T29" fmla="*/ 8 h 15"/>
                <a:gd name="T30" fmla="*/ 2 w 15"/>
                <a:gd name="T31" fmla="*/ 8 h 15"/>
                <a:gd name="T32" fmla="*/ 0 w 15"/>
                <a:gd name="T33" fmla="*/ 9 h 15"/>
                <a:gd name="T34" fmla="*/ 0 w 15"/>
                <a:gd name="T35" fmla="*/ 11 h 15"/>
                <a:gd name="T36" fmla="*/ 2 w 15"/>
                <a:gd name="T3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15">
                  <a:moveTo>
                    <a:pt x="2" y="13"/>
                  </a:moveTo>
                  <a:lnTo>
                    <a:pt x="4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4" name="Freeform 6451">
              <a:extLst>
                <a:ext uri="{FF2B5EF4-FFF2-40B4-BE49-F238E27FC236}">
                  <a16:creationId xmlns:a16="http://schemas.microsoft.com/office/drawing/2014/main" id="{84805E55-ADBC-4817-AAA8-AECC97DD6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88" y="1453"/>
              <a:ext cx="80" cy="97"/>
            </a:xfrm>
            <a:custGeom>
              <a:avLst/>
              <a:gdLst>
                <a:gd name="T0" fmla="*/ 43 w 43"/>
                <a:gd name="T1" fmla="*/ 4 h 52"/>
                <a:gd name="T2" fmla="*/ 38 w 43"/>
                <a:gd name="T3" fmla="*/ 1 h 52"/>
                <a:gd name="T4" fmla="*/ 32 w 43"/>
                <a:gd name="T5" fmla="*/ 2 h 52"/>
                <a:gd name="T6" fmla="*/ 26 w 43"/>
                <a:gd name="T7" fmla="*/ 1 h 52"/>
                <a:gd name="T8" fmla="*/ 22 w 43"/>
                <a:gd name="T9" fmla="*/ 3 h 52"/>
                <a:gd name="T10" fmla="*/ 18 w 43"/>
                <a:gd name="T11" fmla="*/ 5 h 52"/>
                <a:gd name="T12" fmla="*/ 17 w 43"/>
                <a:gd name="T13" fmla="*/ 7 h 52"/>
                <a:gd name="T14" fmla="*/ 14 w 43"/>
                <a:gd name="T15" fmla="*/ 11 h 52"/>
                <a:gd name="T16" fmla="*/ 17 w 43"/>
                <a:gd name="T17" fmla="*/ 16 h 52"/>
                <a:gd name="T18" fmla="*/ 16 w 43"/>
                <a:gd name="T19" fmla="*/ 20 h 52"/>
                <a:gd name="T20" fmla="*/ 14 w 43"/>
                <a:gd name="T21" fmla="*/ 24 h 52"/>
                <a:gd name="T22" fmla="*/ 13 w 43"/>
                <a:gd name="T23" fmla="*/ 22 h 52"/>
                <a:gd name="T24" fmla="*/ 10 w 43"/>
                <a:gd name="T25" fmla="*/ 18 h 52"/>
                <a:gd name="T26" fmla="*/ 6 w 43"/>
                <a:gd name="T27" fmla="*/ 15 h 52"/>
                <a:gd name="T28" fmla="*/ 3 w 43"/>
                <a:gd name="T29" fmla="*/ 16 h 52"/>
                <a:gd name="T30" fmla="*/ 1 w 43"/>
                <a:gd name="T31" fmla="*/ 23 h 52"/>
                <a:gd name="T32" fmla="*/ 0 w 43"/>
                <a:gd name="T33" fmla="*/ 29 h 52"/>
                <a:gd name="T34" fmla="*/ 4 w 43"/>
                <a:gd name="T35" fmla="*/ 30 h 52"/>
                <a:gd name="T36" fmla="*/ 5 w 43"/>
                <a:gd name="T37" fmla="*/ 32 h 52"/>
                <a:gd name="T38" fmla="*/ 7 w 43"/>
                <a:gd name="T39" fmla="*/ 38 h 52"/>
                <a:gd name="T40" fmla="*/ 9 w 43"/>
                <a:gd name="T41" fmla="*/ 43 h 52"/>
                <a:gd name="T42" fmla="*/ 9 w 43"/>
                <a:gd name="T43" fmla="*/ 49 h 52"/>
                <a:gd name="T44" fmla="*/ 12 w 43"/>
                <a:gd name="T45" fmla="*/ 52 h 52"/>
                <a:gd name="T46" fmla="*/ 15 w 43"/>
                <a:gd name="T47" fmla="*/ 50 h 52"/>
                <a:gd name="T48" fmla="*/ 18 w 43"/>
                <a:gd name="T49" fmla="*/ 47 h 52"/>
                <a:gd name="T50" fmla="*/ 24 w 43"/>
                <a:gd name="T51" fmla="*/ 45 h 52"/>
                <a:gd name="T52" fmla="*/ 28 w 43"/>
                <a:gd name="T53" fmla="*/ 45 h 52"/>
                <a:gd name="T54" fmla="*/ 31 w 43"/>
                <a:gd name="T55" fmla="*/ 40 h 52"/>
                <a:gd name="T56" fmla="*/ 32 w 43"/>
                <a:gd name="T57" fmla="*/ 36 h 52"/>
                <a:gd name="T58" fmla="*/ 36 w 43"/>
                <a:gd name="T59" fmla="*/ 33 h 52"/>
                <a:gd name="T60" fmla="*/ 37 w 43"/>
                <a:gd name="T61" fmla="*/ 27 h 52"/>
                <a:gd name="T62" fmla="*/ 39 w 43"/>
                <a:gd name="T63" fmla="*/ 21 h 52"/>
                <a:gd name="T64" fmla="*/ 39 w 43"/>
                <a:gd name="T65" fmla="*/ 18 h 52"/>
                <a:gd name="T66" fmla="*/ 39 w 43"/>
                <a:gd name="T67" fmla="*/ 14 h 52"/>
                <a:gd name="T68" fmla="*/ 38 w 43"/>
                <a:gd name="T69" fmla="*/ 12 h 52"/>
                <a:gd name="T70" fmla="*/ 43 w 43"/>
                <a:gd name="T71" fmla="*/ 9 h 52"/>
                <a:gd name="T72" fmla="*/ 40 w 43"/>
                <a:gd name="T73" fmla="*/ 6 h 52"/>
                <a:gd name="T74" fmla="*/ 39 w 43"/>
                <a:gd name="T75" fmla="*/ 5 h 52"/>
                <a:gd name="T76" fmla="*/ 20 w 43"/>
                <a:gd name="T77" fmla="*/ 9 h 52"/>
                <a:gd name="T78" fmla="*/ 34 w 43"/>
                <a:gd name="T79" fmla="*/ 6 h 52"/>
                <a:gd name="T80" fmla="*/ 30 w 43"/>
                <a:gd name="T81" fmla="*/ 4 h 52"/>
                <a:gd name="T82" fmla="*/ 31 w 43"/>
                <a:gd name="T83" fmla="*/ 5 h 52"/>
                <a:gd name="T84" fmla="*/ 28 w 43"/>
                <a:gd name="T85" fmla="*/ 4 h 52"/>
                <a:gd name="T86" fmla="*/ 34 w 43"/>
                <a:gd name="T87" fmla="*/ 27 h 52"/>
                <a:gd name="T88" fmla="*/ 37 w 43"/>
                <a:gd name="T89" fmla="*/ 17 h 52"/>
                <a:gd name="T90" fmla="*/ 36 w 43"/>
                <a:gd name="T91" fmla="*/ 21 h 52"/>
                <a:gd name="T92" fmla="*/ 35 w 43"/>
                <a:gd name="T93" fmla="*/ 24 h 52"/>
                <a:gd name="T94" fmla="*/ 34 w 43"/>
                <a:gd name="T95" fmla="*/ 22 h 52"/>
                <a:gd name="T96" fmla="*/ 27 w 43"/>
                <a:gd name="T97" fmla="*/ 22 h 52"/>
                <a:gd name="T98" fmla="*/ 29 w 43"/>
                <a:gd name="T99" fmla="*/ 20 h 52"/>
                <a:gd name="T100" fmla="*/ 35 w 43"/>
                <a:gd name="T101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52">
                  <a:moveTo>
                    <a:pt x="39" y="5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4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8" y="5"/>
                    <a:pt x="38" y="5"/>
                    <a:pt x="38" y="5"/>
                  </a:cubicBezTo>
                  <a:lnTo>
                    <a:pt x="39" y="5"/>
                  </a:lnTo>
                  <a:close/>
                  <a:moveTo>
                    <a:pt x="20" y="10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lnTo>
                    <a:pt x="35" y="5"/>
                  </a:lnTo>
                  <a:close/>
                  <a:moveTo>
                    <a:pt x="29" y="3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lnTo>
                    <a:pt x="29" y="3"/>
                  </a:lnTo>
                  <a:close/>
                  <a:moveTo>
                    <a:pt x="34" y="28"/>
                  </a:move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7"/>
                    <a:pt x="35" y="27"/>
                  </a:cubicBezTo>
                  <a:lnTo>
                    <a:pt x="34" y="28"/>
                  </a:lnTo>
                  <a:close/>
                  <a:moveTo>
                    <a:pt x="36" y="17"/>
                  </a:moveTo>
                  <a:cubicBezTo>
                    <a:pt x="37" y="17"/>
                    <a:pt x="37" y="17"/>
                    <a:pt x="37" y="17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lnTo>
                    <a:pt x="36" y="1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5" name="Freeform 6452">
              <a:extLst>
                <a:ext uri="{FF2B5EF4-FFF2-40B4-BE49-F238E27FC236}">
                  <a16:creationId xmlns:a16="http://schemas.microsoft.com/office/drawing/2014/main" id="{A9691408-46BE-42B2-BD93-558506B99EF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75" y="1428"/>
              <a:ext cx="16" cy="15"/>
            </a:xfrm>
            <a:custGeom>
              <a:avLst/>
              <a:gdLst>
                <a:gd name="T0" fmla="*/ 13 w 16"/>
                <a:gd name="T1" fmla="*/ 6 h 15"/>
                <a:gd name="T2" fmla="*/ 16 w 16"/>
                <a:gd name="T3" fmla="*/ 0 h 15"/>
                <a:gd name="T4" fmla="*/ 11 w 16"/>
                <a:gd name="T5" fmla="*/ 2 h 15"/>
                <a:gd name="T6" fmla="*/ 3 w 16"/>
                <a:gd name="T7" fmla="*/ 6 h 15"/>
                <a:gd name="T8" fmla="*/ 1 w 16"/>
                <a:gd name="T9" fmla="*/ 10 h 15"/>
                <a:gd name="T10" fmla="*/ 0 w 16"/>
                <a:gd name="T11" fmla="*/ 10 h 15"/>
                <a:gd name="T12" fmla="*/ 1 w 16"/>
                <a:gd name="T13" fmla="*/ 15 h 15"/>
                <a:gd name="T14" fmla="*/ 3 w 16"/>
                <a:gd name="T15" fmla="*/ 15 h 15"/>
                <a:gd name="T16" fmla="*/ 5 w 16"/>
                <a:gd name="T17" fmla="*/ 13 h 15"/>
                <a:gd name="T18" fmla="*/ 5 w 16"/>
                <a:gd name="T19" fmla="*/ 13 h 15"/>
                <a:gd name="T20" fmla="*/ 5 w 16"/>
                <a:gd name="T21" fmla="*/ 13 h 15"/>
                <a:gd name="T22" fmla="*/ 9 w 16"/>
                <a:gd name="T23" fmla="*/ 15 h 15"/>
                <a:gd name="T24" fmla="*/ 9 w 16"/>
                <a:gd name="T25" fmla="*/ 12 h 15"/>
                <a:gd name="T26" fmla="*/ 9 w 16"/>
                <a:gd name="T27" fmla="*/ 10 h 15"/>
                <a:gd name="T28" fmla="*/ 9 w 16"/>
                <a:gd name="T29" fmla="*/ 10 h 15"/>
                <a:gd name="T30" fmla="*/ 13 w 16"/>
                <a:gd name="T3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5">
                  <a:moveTo>
                    <a:pt x="13" y="6"/>
                  </a:moveTo>
                  <a:lnTo>
                    <a:pt x="16" y="0"/>
                  </a:lnTo>
                  <a:lnTo>
                    <a:pt x="11" y="2"/>
                  </a:lnTo>
                  <a:lnTo>
                    <a:pt x="3" y="6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9" y="15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6" name="Freeform 6453">
              <a:extLst>
                <a:ext uri="{FF2B5EF4-FFF2-40B4-BE49-F238E27FC236}">
                  <a16:creationId xmlns:a16="http://schemas.microsoft.com/office/drawing/2014/main" id="{FD52F7C1-B073-435B-84A6-4E57E81BA21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40" y="1346"/>
              <a:ext cx="74" cy="79"/>
            </a:xfrm>
            <a:custGeom>
              <a:avLst/>
              <a:gdLst>
                <a:gd name="T0" fmla="*/ 5 w 40"/>
                <a:gd name="T1" fmla="*/ 4 h 42"/>
                <a:gd name="T2" fmla="*/ 6 w 40"/>
                <a:gd name="T3" fmla="*/ 9 h 42"/>
                <a:gd name="T4" fmla="*/ 6 w 40"/>
                <a:gd name="T5" fmla="*/ 9 h 42"/>
                <a:gd name="T6" fmla="*/ 1 w 40"/>
                <a:gd name="T7" fmla="*/ 10 h 42"/>
                <a:gd name="T8" fmla="*/ 2 w 40"/>
                <a:gd name="T9" fmla="*/ 14 h 42"/>
                <a:gd name="T10" fmla="*/ 6 w 40"/>
                <a:gd name="T11" fmla="*/ 15 h 42"/>
                <a:gd name="T12" fmla="*/ 0 w 40"/>
                <a:gd name="T13" fmla="*/ 15 h 42"/>
                <a:gd name="T14" fmla="*/ 3 w 40"/>
                <a:gd name="T15" fmla="*/ 19 h 42"/>
                <a:gd name="T16" fmla="*/ 1 w 40"/>
                <a:gd name="T17" fmla="*/ 22 h 42"/>
                <a:gd name="T18" fmla="*/ 6 w 40"/>
                <a:gd name="T19" fmla="*/ 21 h 42"/>
                <a:gd name="T20" fmla="*/ 6 w 40"/>
                <a:gd name="T21" fmla="*/ 22 h 42"/>
                <a:gd name="T22" fmla="*/ 3 w 40"/>
                <a:gd name="T23" fmla="*/ 23 h 42"/>
                <a:gd name="T24" fmla="*/ 6 w 40"/>
                <a:gd name="T25" fmla="*/ 26 h 42"/>
                <a:gd name="T26" fmla="*/ 7 w 40"/>
                <a:gd name="T27" fmla="*/ 27 h 42"/>
                <a:gd name="T28" fmla="*/ 9 w 40"/>
                <a:gd name="T29" fmla="*/ 26 h 42"/>
                <a:gd name="T30" fmla="*/ 14 w 40"/>
                <a:gd name="T31" fmla="*/ 27 h 42"/>
                <a:gd name="T32" fmla="*/ 21 w 40"/>
                <a:gd name="T33" fmla="*/ 28 h 42"/>
                <a:gd name="T34" fmla="*/ 14 w 40"/>
                <a:gd name="T35" fmla="*/ 29 h 42"/>
                <a:gd name="T36" fmla="*/ 9 w 40"/>
                <a:gd name="T37" fmla="*/ 30 h 42"/>
                <a:gd name="T38" fmla="*/ 10 w 40"/>
                <a:gd name="T39" fmla="*/ 31 h 42"/>
                <a:gd name="T40" fmla="*/ 10 w 40"/>
                <a:gd name="T41" fmla="*/ 34 h 42"/>
                <a:gd name="T42" fmla="*/ 9 w 40"/>
                <a:gd name="T43" fmla="*/ 36 h 42"/>
                <a:gd name="T44" fmla="*/ 10 w 40"/>
                <a:gd name="T45" fmla="*/ 40 h 42"/>
                <a:gd name="T46" fmla="*/ 13 w 40"/>
                <a:gd name="T47" fmla="*/ 40 h 42"/>
                <a:gd name="T48" fmla="*/ 16 w 40"/>
                <a:gd name="T49" fmla="*/ 42 h 42"/>
                <a:gd name="T50" fmla="*/ 24 w 40"/>
                <a:gd name="T51" fmla="*/ 40 h 42"/>
                <a:gd name="T52" fmla="*/ 26 w 40"/>
                <a:gd name="T53" fmla="*/ 36 h 42"/>
                <a:gd name="T54" fmla="*/ 25 w 40"/>
                <a:gd name="T55" fmla="*/ 35 h 42"/>
                <a:gd name="T56" fmla="*/ 27 w 40"/>
                <a:gd name="T57" fmla="*/ 33 h 42"/>
                <a:gd name="T58" fmla="*/ 31 w 40"/>
                <a:gd name="T59" fmla="*/ 30 h 42"/>
                <a:gd name="T60" fmla="*/ 32 w 40"/>
                <a:gd name="T61" fmla="*/ 29 h 42"/>
                <a:gd name="T62" fmla="*/ 34 w 40"/>
                <a:gd name="T63" fmla="*/ 24 h 42"/>
                <a:gd name="T64" fmla="*/ 37 w 40"/>
                <a:gd name="T65" fmla="*/ 19 h 42"/>
                <a:gd name="T66" fmla="*/ 40 w 40"/>
                <a:gd name="T67" fmla="*/ 13 h 42"/>
                <a:gd name="T68" fmla="*/ 39 w 40"/>
                <a:gd name="T69" fmla="*/ 11 h 42"/>
                <a:gd name="T70" fmla="*/ 36 w 40"/>
                <a:gd name="T71" fmla="*/ 7 h 42"/>
                <a:gd name="T72" fmla="*/ 35 w 40"/>
                <a:gd name="T73" fmla="*/ 9 h 42"/>
                <a:gd name="T74" fmla="*/ 32 w 40"/>
                <a:gd name="T75" fmla="*/ 12 h 42"/>
                <a:gd name="T76" fmla="*/ 33 w 40"/>
                <a:gd name="T77" fmla="*/ 9 h 42"/>
                <a:gd name="T78" fmla="*/ 32 w 40"/>
                <a:gd name="T79" fmla="*/ 4 h 42"/>
                <a:gd name="T80" fmla="*/ 32 w 40"/>
                <a:gd name="T81" fmla="*/ 7 h 42"/>
                <a:gd name="T82" fmla="*/ 29 w 40"/>
                <a:gd name="T83" fmla="*/ 6 h 42"/>
                <a:gd name="T84" fmla="*/ 25 w 40"/>
                <a:gd name="T85" fmla="*/ 7 h 42"/>
                <a:gd name="T86" fmla="*/ 22 w 40"/>
                <a:gd name="T87" fmla="*/ 11 h 42"/>
                <a:gd name="T88" fmla="*/ 21 w 40"/>
                <a:gd name="T89" fmla="*/ 14 h 42"/>
                <a:gd name="T90" fmla="*/ 22 w 40"/>
                <a:gd name="T91" fmla="*/ 18 h 42"/>
                <a:gd name="T92" fmla="*/ 20 w 40"/>
                <a:gd name="T93" fmla="*/ 22 h 42"/>
                <a:gd name="T94" fmla="*/ 19 w 40"/>
                <a:gd name="T95" fmla="*/ 15 h 42"/>
                <a:gd name="T96" fmla="*/ 19 w 40"/>
                <a:gd name="T97" fmla="*/ 11 h 42"/>
                <a:gd name="T98" fmla="*/ 15 w 40"/>
                <a:gd name="T99" fmla="*/ 11 h 42"/>
                <a:gd name="T100" fmla="*/ 15 w 40"/>
                <a:gd name="T101" fmla="*/ 14 h 42"/>
                <a:gd name="T102" fmla="*/ 12 w 40"/>
                <a:gd name="T103" fmla="*/ 16 h 42"/>
                <a:gd name="T104" fmla="*/ 11 w 40"/>
                <a:gd name="T105" fmla="*/ 21 h 42"/>
                <a:gd name="T106" fmla="*/ 11 w 40"/>
                <a:gd name="T107" fmla="*/ 17 h 42"/>
                <a:gd name="T108" fmla="*/ 10 w 40"/>
                <a:gd name="T109" fmla="*/ 15 h 42"/>
                <a:gd name="T110" fmla="*/ 9 w 40"/>
                <a:gd name="T111" fmla="*/ 10 h 42"/>
                <a:gd name="T112" fmla="*/ 11 w 40"/>
                <a:gd name="T113" fmla="*/ 6 h 42"/>
                <a:gd name="T114" fmla="*/ 9 w 40"/>
                <a:gd name="T115" fmla="*/ 3 h 42"/>
                <a:gd name="T116" fmla="*/ 6 w 40"/>
                <a:gd name="T117" fmla="*/ 0 h 42"/>
                <a:gd name="T118" fmla="*/ 7 w 40"/>
                <a:gd name="T11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42">
                  <a:moveTo>
                    <a:pt x="6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6" y="0"/>
                  </a:lnTo>
                  <a:close/>
                  <a:moveTo>
                    <a:pt x="5" y="18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lnTo>
                    <a:pt x="5" y="1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7" name="Freeform 6454">
              <a:extLst>
                <a:ext uri="{FF2B5EF4-FFF2-40B4-BE49-F238E27FC236}">
                  <a16:creationId xmlns:a16="http://schemas.microsoft.com/office/drawing/2014/main" id="{C3DD2C48-9711-44FC-9278-D001E8F910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1302"/>
              <a:ext cx="14" cy="33"/>
            </a:xfrm>
            <a:custGeom>
              <a:avLst/>
              <a:gdLst>
                <a:gd name="T0" fmla="*/ 5 w 14"/>
                <a:gd name="T1" fmla="*/ 29 h 33"/>
                <a:gd name="T2" fmla="*/ 1 w 14"/>
                <a:gd name="T3" fmla="*/ 31 h 33"/>
                <a:gd name="T4" fmla="*/ 5 w 14"/>
                <a:gd name="T5" fmla="*/ 33 h 33"/>
                <a:gd name="T6" fmla="*/ 9 w 14"/>
                <a:gd name="T7" fmla="*/ 33 h 33"/>
                <a:gd name="T8" fmla="*/ 13 w 14"/>
                <a:gd name="T9" fmla="*/ 29 h 33"/>
                <a:gd name="T10" fmla="*/ 7 w 14"/>
                <a:gd name="T11" fmla="*/ 29 h 33"/>
                <a:gd name="T12" fmla="*/ 9 w 14"/>
                <a:gd name="T13" fmla="*/ 28 h 33"/>
                <a:gd name="T14" fmla="*/ 13 w 14"/>
                <a:gd name="T15" fmla="*/ 20 h 33"/>
                <a:gd name="T16" fmla="*/ 11 w 14"/>
                <a:gd name="T17" fmla="*/ 18 h 33"/>
                <a:gd name="T18" fmla="*/ 13 w 14"/>
                <a:gd name="T19" fmla="*/ 16 h 33"/>
                <a:gd name="T20" fmla="*/ 13 w 14"/>
                <a:gd name="T21" fmla="*/ 13 h 33"/>
                <a:gd name="T22" fmla="*/ 14 w 14"/>
                <a:gd name="T23" fmla="*/ 7 h 33"/>
                <a:gd name="T24" fmla="*/ 13 w 14"/>
                <a:gd name="T25" fmla="*/ 5 h 33"/>
                <a:gd name="T26" fmla="*/ 13 w 14"/>
                <a:gd name="T27" fmla="*/ 1 h 33"/>
                <a:gd name="T28" fmla="*/ 9 w 14"/>
                <a:gd name="T29" fmla="*/ 0 h 33"/>
                <a:gd name="T30" fmla="*/ 7 w 14"/>
                <a:gd name="T31" fmla="*/ 1 h 33"/>
                <a:gd name="T32" fmla="*/ 7 w 14"/>
                <a:gd name="T33" fmla="*/ 5 h 33"/>
                <a:gd name="T34" fmla="*/ 5 w 14"/>
                <a:gd name="T35" fmla="*/ 9 h 33"/>
                <a:gd name="T36" fmla="*/ 5 w 14"/>
                <a:gd name="T37" fmla="*/ 11 h 33"/>
                <a:gd name="T38" fmla="*/ 5 w 14"/>
                <a:gd name="T39" fmla="*/ 11 h 33"/>
                <a:gd name="T40" fmla="*/ 5 w 14"/>
                <a:gd name="T41" fmla="*/ 13 h 33"/>
                <a:gd name="T42" fmla="*/ 1 w 14"/>
                <a:gd name="T43" fmla="*/ 15 h 33"/>
                <a:gd name="T44" fmla="*/ 1 w 14"/>
                <a:gd name="T45" fmla="*/ 18 h 33"/>
                <a:gd name="T46" fmla="*/ 1 w 14"/>
                <a:gd name="T47" fmla="*/ 22 h 33"/>
                <a:gd name="T48" fmla="*/ 0 w 14"/>
                <a:gd name="T49" fmla="*/ 24 h 33"/>
                <a:gd name="T50" fmla="*/ 1 w 14"/>
                <a:gd name="T51" fmla="*/ 29 h 33"/>
                <a:gd name="T52" fmla="*/ 5 w 14"/>
                <a:gd name="T53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33">
                  <a:moveTo>
                    <a:pt x="5" y="29"/>
                  </a:moveTo>
                  <a:lnTo>
                    <a:pt x="1" y="31"/>
                  </a:lnTo>
                  <a:lnTo>
                    <a:pt x="5" y="33"/>
                  </a:lnTo>
                  <a:lnTo>
                    <a:pt x="9" y="33"/>
                  </a:lnTo>
                  <a:lnTo>
                    <a:pt x="13" y="29"/>
                  </a:lnTo>
                  <a:lnTo>
                    <a:pt x="7" y="29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1" y="18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4" y="7"/>
                  </a:lnTo>
                  <a:lnTo>
                    <a:pt x="13" y="5"/>
                  </a:lnTo>
                  <a:lnTo>
                    <a:pt x="13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5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1" y="29"/>
                  </a:lnTo>
                  <a:lnTo>
                    <a:pt x="5" y="2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8" name="Freeform 6455">
              <a:extLst>
                <a:ext uri="{FF2B5EF4-FFF2-40B4-BE49-F238E27FC236}">
                  <a16:creationId xmlns:a16="http://schemas.microsoft.com/office/drawing/2014/main" id="{E4F832CA-E56B-4334-9FA4-8ECDAC88012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248"/>
              <a:ext cx="43" cy="28"/>
            </a:xfrm>
            <a:custGeom>
              <a:avLst/>
              <a:gdLst>
                <a:gd name="T0" fmla="*/ 4 w 43"/>
                <a:gd name="T1" fmla="*/ 13 h 28"/>
                <a:gd name="T2" fmla="*/ 7 w 43"/>
                <a:gd name="T3" fmla="*/ 13 h 28"/>
                <a:gd name="T4" fmla="*/ 9 w 43"/>
                <a:gd name="T5" fmla="*/ 13 h 28"/>
                <a:gd name="T6" fmla="*/ 9 w 43"/>
                <a:gd name="T7" fmla="*/ 13 h 28"/>
                <a:gd name="T8" fmla="*/ 13 w 43"/>
                <a:gd name="T9" fmla="*/ 13 h 28"/>
                <a:gd name="T10" fmla="*/ 13 w 43"/>
                <a:gd name="T11" fmla="*/ 13 h 28"/>
                <a:gd name="T12" fmla="*/ 11 w 43"/>
                <a:gd name="T13" fmla="*/ 14 h 28"/>
                <a:gd name="T14" fmla="*/ 13 w 43"/>
                <a:gd name="T15" fmla="*/ 18 h 28"/>
                <a:gd name="T16" fmla="*/ 15 w 43"/>
                <a:gd name="T17" fmla="*/ 22 h 28"/>
                <a:gd name="T18" fmla="*/ 18 w 43"/>
                <a:gd name="T19" fmla="*/ 18 h 28"/>
                <a:gd name="T20" fmla="*/ 18 w 43"/>
                <a:gd name="T21" fmla="*/ 16 h 28"/>
                <a:gd name="T22" fmla="*/ 20 w 43"/>
                <a:gd name="T23" fmla="*/ 18 h 28"/>
                <a:gd name="T24" fmla="*/ 20 w 43"/>
                <a:gd name="T25" fmla="*/ 22 h 28"/>
                <a:gd name="T26" fmla="*/ 24 w 43"/>
                <a:gd name="T27" fmla="*/ 26 h 28"/>
                <a:gd name="T28" fmla="*/ 26 w 43"/>
                <a:gd name="T29" fmla="*/ 26 h 28"/>
                <a:gd name="T30" fmla="*/ 28 w 43"/>
                <a:gd name="T31" fmla="*/ 28 h 28"/>
                <a:gd name="T32" fmla="*/ 32 w 43"/>
                <a:gd name="T33" fmla="*/ 26 h 28"/>
                <a:gd name="T34" fmla="*/ 33 w 43"/>
                <a:gd name="T35" fmla="*/ 28 h 28"/>
                <a:gd name="T36" fmla="*/ 37 w 43"/>
                <a:gd name="T37" fmla="*/ 24 h 28"/>
                <a:gd name="T38" fmla="*/ 39 w 43"/>
                <a:gd name="T39" fmla="*/ 22 h 28"/>
                <a:gd name="T40" fmla="*/ 43 w 43"/>
                <a:gd name="T41" fmla="*/ 16 h 28"/>
                <a:gd name="T42" fmla="*/ 41 w 43"/>
                <a:gd name="T43" fmla="*/ 13 h 28"/>
                <a:gd name="T44" fmla="*/ 43 w 43"/>
                <a:gd name="T45" fmla="*/ 9 h 28"/>
                <a:gd name="T46" fmla="*/ 43 w 43"/>
                <a:gd name="T47" fmla="*/ 7 h 28"/>
                <a:gd name="T48" fmla="*/ 41 w 43"/>
                <a:gd name="T49" fmla="*/ 3 h 28"/>
                <a:gd name="T50" fmla="*/ 41 w 43"/>
                <a:gd name="T51" fmla="*/ 1 h 28"/>
                <a:gd name="T52" fmla="*/ 37 w 43"/>
                <a:gd name="T53" fmla="*/ 0 h 28"/>
                <a:gd name="T54" fmla="*/ 37 w 43"/>
                <a:gd name="T55" fmla="*/ 1 h 28"/>
                <a:gd name="T56" fmla="*/ 35 w 43"/>
                <a:gd name="T57" fmla="*/ 1 h 28"/>
                <a:gd name="T58" fmla="*/ 30 w 43"/>
                <a:gd name="T59" fmla="*/ 1 h 28"/>
                <a:gd name="T60" fmla="*/ 28 w 43"/>
                <a:gd name="T61" fmla="*/ 3 h 28"/>
                <a:gd name="T62" fmla="*/ 24 w 43"/>
                <a:gd name="T63" fmla="*/ 3 h 28"/>
                <a:gd name="T64" fmla="*/ 22 w 43"/>
                <a:gd name="T65" fmla="*/ 3 h 28"/>
                <a:gd name="T66" fmla="*/ 20 w 43"/>
                <a:gd name="T67" fmla="*/ 3 h 28"/>
                <a:gd name="T68" fmla="*/ 18 w 43"/>
                <a:gd name="T69" fmla="*/ 1 h 28"/>
                <a:gd name="T70" fmla="*/ 9 w 43"/>
                <a:gd name="T71" fmla="*/ 5 h 28"/>
                <a:gd name="T72" fmla="*/ 7 w 43"/>
                <a:gd name="T73" fmla="*/ 5 h 28"/>
                <a:gd name="T74" fmla="*/ 4 w 43"/>
                <a:gd name="T75" fmla="*/ 5 h 28"/>
                <a:gd name="T76" fmla="*/ 2 w 43"/>
                <a:gd name="T77" fmla="*/ 7 h 28"/>
                <a:gd name="T78" fmla="*/ 0 w 43"/>
                <a:gd name="T79" fmla="*/ 9 h 28"/>
                <a:gd name="T80" fmla="*/ 0 w 43"/>
                <a:gd name="T81" fmla="*/ 14 h 28"/>
                <a:gd name="T82" fmla="*/ 4 w 43"/>
                <a:gd name="T8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3" h="28">
                  <a:moveTo>
                    <a:pt x="4" y="13"/>
                  </a:moveTo>
                  <a:lnTo>
                    <a:pt x="7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2" y="26"/>
                  </a:lnTo>
                  <a:lnTo>
                    <a:pt x="33" y="28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43" y="16"/>
                  </a:lnTo>
                  <a:lnTo>
                    <a:pt x="41" y="13"/>
                  </a:lnTo>
                  <a:lnTo>
                    <a:pt x="43" y="9"/>
                  </a:lnTo>
                  <a:lnTo>
                    <a:pt x="43" y="7"/>
                  </a:lnTo>
                  <a:lnTo>
                    <a:pt x="41" y="3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0" y="1"/>
                  </a:lnTo>
                  <a:lnTo>
                    <a:pt x="28" y="3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8" y="1"/>
                  </a:lnTo>
                  <a:lnTo>
                    <a:pt x="9" y="5"/>
                  </a:lnTo>
                  <a:lnTo>
                    <a:pt x="7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0" y="9"/>
                  </a:lnTo>
                  <a:lnTo>
                    <a:pt x="0" y="14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9" name="Freeform 6456">
              <a:extLst>
                <a:ext uri="{FF2B5EF4-FFF2-40B4-BE49-F238E27FC236}">
                  <a16:creationId xmlns:a16="http://schemas.microsoft.com/office/drawing/2014/main" id="{104B3DC4-C377-497F-929D-3C1DE0A7EA01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" y="1926"/>
              <a:ext cx="25" cy="52"/>
            </a:xfrm>
            <a:custGeom>
              <a:avLst/>
              <a:gdLst>
                <a:gd name="T0" fmla="*/ 21 w 25"/>
                <a:gd name="T1" fmla="*/ 4 h 52"/>
                <a:gd name="T2" fmla="*/ 17 w 25"/>
                <a:gd name="T3" fmla="*/ 6 h 52"/>
                <a:gd name="T4" fmla="*/ 15 w 25"/>
                <a:gd name="T5" fmla="*/ 6 h 52"/>
                <a:gd name="T6" fmla="*/ 15 w 25"/>
                <a:gd name="T7" fmla="*/ 6 h 52"/>
                <a:gd name="T8" fmla="*/ 15 w 25"/>
                <a:gd name="T9" fmla="*/ 4 h 52"/>
                <a:gd name="T10" fmla="*/ 13 w 25"/>
                <a:gd name="T11" fmla="*/ 2 h 52"/>
                <a:gd name="T12" fmla="*/ 12 w 25"/>
                <a:gd name="T13" fmla="*/ 4 h 52"/>
                <a:gd name="T14" fmla="*/ 12 w 25"/>
                <a:gd name="T15" fmla="*/ 0 h 52"/>
                <a:gd name="T16" fmla="*/ 6 w 25"/>
                <a:gd name="T17" fmla="*/ 0 h 52"/>
                <a:gd name="T18" fmla="*/ 0 w 25"/>
                <a:gd name="T19" fmla="*/ 8 h 52"/>
                <a:gd name="T20" fmla="*/ 0 w 25"/>
                <a:gd name="T21" fmla="*/ 11 h 52"/>
                <a:gd name="T22" fmla="*/ 0 w 25"/>
                <a:gd name="T23" fmla="*/ 15 h 52"/>
                <a:gd name="T24" fmla="*/ 0 w 25"/>
                <a:gd name="T25" fmla="*/ 19 h 52"/>
                <a:gd name="T26" fmla="*/ 2 w 25"/>
                <a:gd name="T27" fmla="*/ 19 h 52"/>
                <a:gd name="T28" fmla="*/ 4 w 25"/>
                <a:gd name="T29" fmla="*/ 21 h 52"/>
                <a:gd name="T30" fmla="*/ 4 w 25"/>
                <a:gd name="T31" fmla="*/ 21 h 52"/>
                <a:gd name="T32" fmla="*/ 0 w 25"/>
                <a:gd name="T33" fmla="*/ 21 h 52"/>
                <a:gd name="T34" fmla="*/ 0 w 25"/>
                <a:gd name="T35" fmla="*/ 23 h 52"/>
                <a:gd name="T36" fmla="*/ 2 w 25"/>
                <a:gd name="T37" fmla="*/ 24 h 52"/>
                <a:gd name="T38" fmla="*/ 0 w 25"/>
                <a:gd name="T39" fmla="*/ 28 h 52"/>
                <a:gd name="T40" fmla="*/ 2 w 25"/>
                <a:gd name="T41" fmla="*/ 30 h 52"/>
                <a:gd name="T42" fmla="*/ 2 w 25"/>
                <a:gd name="T43" fmla="*/ 30 h 52"/>
                <a:gd name="T44" fmla="*/ 2 w 25"/>
                <a:gd name="T45" fmla="*/ 30 h 52"/>
                <a:gd name="T46" fmla="*/ 0 w 25"/>
                <a:gd name="T47" fmla="*/ 34 h 52"/>
                <a:gd name="T48" fmla="*/ 2 w 25"/>
                <a:gd name="T49" fmla="*/ 36 h 52"/>
                <a:gd name="T50" fmla="*/ 4 w 25"/>
                <a:gd name="T51" fmla="*/ 37 h 52"/>
                <a:gd name="T52" fmla="*/ 4 w 25"/>
                <a:gd name="T53" fmla="*/ 37 h 52"/>
                <a:gd name="T54" fmla="*/ 4 w 25"/>
                <a:gd name="T55" fmla="*/ 41 h 52"/>
                <a:gd name="T56" fmla="*/ 8 w 25"/>
                <a:gd name="T57" fmla="*/ 51 h 52"/>
                <a:gd name="T58" fmla="*/ 13 w 25"/>
                <a:gd name="T59" fmla="*/ 52 h 52"/>
                <a:gd name="T60" fmla="*/ 15 w 25"/>
                <a:gd name="T61" fmla="*/ 49 h 52"/>
                <a:gd name="T62" fmla="*/ 13 w 25"/>
                <a:gd name="T63" fmla="*/ 47 h 52"/>
                <a:gd name="T64" fmla="*/ 12 w 25"/>
                <a:gd name="T65" fmla="*/ 47 h 52"/>
                <a:gd name="T66" fmla="*/ 12 w 25"/>
                <a:gd name="T67" fmla="*/ 43 h 52"/>
                <a:gd name="T68" fmla="*/ 10 w 25"/>
                <a:gd name="T69" fmla="*/ 39 h 52"/>
                <a:gd name="T70" fmla="*/ 10 w 25"/>
                <a:gd name="T71" fmla="*/ 36 h 52"/>
                <a:gd name="T72" fmla="*/ 10 w 25"/>
                <a:gd name="T73" fmla="*/ 32 h 52"/>
                <a:gd name="T74" fmla="*/ 12 w 25"/>
                <a:gd name="T75" fmla="*/ 30 h 52"/>
                <a:gd name="T76" fmla="*/ 15 w 25"/>
                <a:gd name="T77" fmla="*/ 30 h 52"/>
                <a:gd name="T78" fmla="*/ 15 w 25"/>
                <a:gd name="T79" fmla="*/ 24 h 52"/>
                <a:gd name="T80" fmla="*/ 12 w 25"/>
                <a:gd name="T81" fmla="*/ 24 h 52"/>
                <a:gd name="T82" fmla="*/ 15 w 25"/>
                <a:gd name="T83" fmla="*/ 23 h 52"/>
                <a:gd name="T84" fmla="*/ 15 w 25"/>
                <a:gd name="T85" fmla="*/ 19 h 52"/>
                <a:gd name="T86" fmla="*/ 17 w 25"/>
                <a:gd name="T87" fmla="*/ 15 h 52"/>
                <a:gd name="T88" fmla="*/ 19 w 25"/>
                <a:gd name="T89" fmla="*/ 11 h 52"/>
                <a:gd name="T90" fmla="*/ 25 w 25"/>
                <a:gd name="T91" fmla="*/ 4 h 52"/>
                <a:gd name="T92" fmla="*/ 21 w 25"/>
                <a:gd name="T93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" h="52">
                  <a:moveTo>
                    <a:pt x="21" y="4"/>
                  </a:moveTo>
                  <a:lnTo>
                    <a:pt x="17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8" y="51"/>
                  </a:lnTo>
                  <a:lnTo>
                    <a:pt x="13" y="52"/>
                  </a:lnTo>
                  <a:lnTo>
                    <a:pt x="15" y="49"/>
                  </a:lnTo>
                  <a:lnTo>
                    <a:pt x="13" y="47"/>
                  </a:lnTo>
                  <a:lnTo>
                    <a:pt x="12" y="47"/>
                  </a:lnTo>
                  <a:lnTo>
                    <a:pt x="12" y="43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2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5" y="24"/>
                  </a:lnTo>
                  <a:lnTo>
                    <a:pt x="12" y="24"/>
                  </a:lnTo>
                  <a:lnTo>
                    <a:pt x="15" y="23"/>
                  </a:lnTo>
                  <a:lnTo>
                    <a:pt x="15" y="19"/>
                  </a:lnTo>
                  <a:lnTo>
                    <a:pt x="17" y="15"/>
                  </a:lnTo>
                  <a:lnTo>
                    <a:pt x="19" y="11"/>
                  </a:lnTo>
                  <a:lnTo>
                    <a:pt x="25" y="4"/>
                  </a:lnTo>
                  <a:lnTo>
                    <a:pt x="21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0" name="Freeform 6457">
              <a:extLst>
                <a:ext uri="{FF2B5EF4-FFF2-40B4-BE49-F238E27FC236}">
                  <a16:creationId xmlns:a16="http://schemas.microsoft.com/office/drawing/2014/main" id="{CE8DB980-727E-4F6F-B7F8-4AD1D6589C5B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5" y="1378"/>
              <a:ext cx="139" cy="108"/>
            </a:xfrm>
            <a:custGeom>
              <a:avLst/>
              <a:gdLst>
                <a:gd name="T0" fmla="*/ 7 w 139"/>
                <a:gd name="T1" fmla="*/ 76 h 108"/>
                <a:gd name="T2" fmla="*/ 11 w 139"/>
                <a:gd name="T3" fmla="*/ 86 h 108"/>
                <a:gd name="T4" fmla="*/ 9 w 139"/>
                <a:gd name="T5" fmla="*/ 91 h 108"/>
                <a:gd name="T6" fmla="*/ 7 w 139"/>
                <a:gd name="T7" fmla="*/ 99 h 108"/>
                <a:gd name="T8" fmla="*/ 7 w 139"/>
                <a:gd name="T9" fmla="*/ 106 h 108"/>
                <a:gd name="T10" fmla="*/ 13 w 139"/>
                <a:gd name="T11" fmla="*/ 108 h 108"/>
                <a:gd name="T12" fmla="*/ 16 w 139"/>
                <a:gd name="T13" fmla="*/ 104 h 108"/>
                <a:gd name="T14" fmla="*/ 24 w 139"/>
                <a:gd name="T15" fmla="*/ 104 h 108"/>
                <a:gd name="T16" fmla="*/ 29 w 139"/>
                <a:gd name="T17" fmla="*/ 99 h 108"/>
                <a:gd name="T18" fmla="*/ 31 w 139"/>
                <a:gd name="T19" fmla="*/ 97 h 108"/>
                <a:gd name="T20" fmla="*/ 31 w 139"/>
                <a:gd name="T21" fmla="*/ 101 h 108"/>
                <a:gd name="T22" fmla="*/ 31 w 139"/>
                <a:gd name="T23" fmla="*/ 106 h 108"/>
                <a:gd name="T24" fmla="*/ 39 w 139"/>
                <a:gd name="T25" fmla="*/ 104 h 108"/>
                <a:gd name="T26" fmla="*/ 46 w 139"/>
                <a:gd name="T27" fmla="*/ 101 h 108"/>
                <a:gd name="T28" fmla="*/ 50 w 139"/>
                <a:gd name="T29" fmla="*/ 95 h 108"/>
                <a:gd name="T30" fmla="*/ 54 w 139"/>
                <a:gd name="T31" fmla="*/ 90 h 108"/>
                <a:gd name="T32" fmla="*/ 59 w 139"/>
                <a:gd name="T33" fmla="*/ 86 h 108"/>
                <a:gd name="T34" fmla="*/ 61 w 139"/>
                <a:gd name="T35" fmla="*/ 80 h 108"/>
                <a:gd name="T36" fmla="*/ 67 w 139"/>
                <a:gd name="T37" fmla="*/ 84 h 108"/>
                <a:gd name="T38" fmla="*/ 74 w 139"/>
                <a:gd name="T39" fmla="*/ 80 h 108"/>
                <a:gd name="T40" fmla="*/ 76 w 139"/>
                <a:gd name="T41" fmla="*/ 76 h 108"/>
                <a:gd name="T42" fmla="*/ 82 w 139"/>
                <a:gd name="T43" fmla="*/ 69 h 108"/>
                <a:gd name="T44" fmla="*/ 85 w 139"/>
                <a:gd name="T45" fmla="*/ 69 h 108"/>
                <a:gd name="T46" fmla="*/ 91 w 139"/>
                <a:gd name="T47" fmla="*/ 69 h 108"/>
                <a:gd name="T48" fmla="*/ 98 w 139"/>
                <a:gd name="T49" fmla="*/ 65 h 108"/>
                <a:gd name="T50" fmla="*/ 106 w 139"/>
                <a:gd name="T51" fmla="*/ 63 h 108"/>
                <a:gd name="T52" fmla="*/ 119 w 139"/>
                <a:gd name="T53" fmla="*/ 60 h 108"/>
                <a:gd name="T54" fmla="*/ 128 w 139"/>
                <a:gd name="T55" fmla="*/ 60 h 108"/>
                <a:gd name="T56" fmla="*/ 136 w 139"/>
                <a:gd name="T57" fmla="*/ 56 h 108"/>
                <a:gd name="T58" fmla="*/ 139 w 139"/>
                <a:gd name="T59" fmla="*/ 50 h 108"/>
                <a:gd name="T60" fmla="*/ 137 w 139"/>
                <a:gd name="T61" fmla="*/ 45 h 108"/>
                <a:gd name="T62" fmla="*/ 137 w 139"/>
                <a:gd name="T63" fmla="*/ 39 h 108"/>
                <a:gd name="T64" fmla="*/ 137 w 139"/>
                <a:gd name="T65" fmla="*/ 34 h 108"/>
                <a:gd name="T66" fmla="*/ 132 w 139"/>
                <a:gd name="T67" fmla="*/ 21 h 108"/>
                <a:gd name="T68" fmla="*/ 128 w 139"/>
                <a:gd name="T69" fmla="*/ 17 h 108"/>
                <a:gd name="T70" fmla="*/ 121 w 139"/>
                <a:gd name="T71" fmla="*/ 17 h 108"/>
                <a:gd name="T72" fmla="*/ 119 w 139"/>
                <a:gd name="T73" fmla="*/ 17 h 108"/>
                <a:gd name="T74" fmla="*/ 113 w 139"/>
                <a:gd name="T75" fmla="*/ 17 h 108"/>
                <a:gd name="T76" fmla="*/ 106 w 139"/>
                <a:gd name="T77" fmla="*/ 9 h 108"/>
                <a:gd name="T78" fmla="*/ 102 w 139"/>
                <a:gd name="T79" fmla="*/ 6 h 108"/>
                <a:gd name="T80" fmla="*/ 95 w 139"/>
                <a:gd name="T81" fmla="*/ 0 h 108"/>
                <a:gd name="T82" fmla="*/ 80 w 139"/>
                <a:gd name="T83" fmla="*/ 2 h 108"/>
                <a:gd name="T84" fmla="*/ 69 w 139"/>
                <a:gd name="T85" fmla="*/ 2 h 108"/>
                <a:gd name="T86" fmla="*/ 61 w 139"/>
                <a:gd name="T87" fmla="*/ 4 h 108"/>
                <a:gd name="T88" fmla="*/ 61 w 139"/>
                <a:gd name="T89" fmla="*/ 8 h 108"/>
                <a:gd name="T90" fmla="*/ 59 w 139"/>
                <a:gd name="T91" fmla="*/ 13 h 108"/>
                <a:gd name="T92" fmla="*/ 61 w 139"/>
                <a:gd name="T93" fmla="*/ 22 h 108"/>
                <a:gd name="T94" fmla="*/ 57 w 139"/>
                <a:gd name="T95" fmla="*/ 22 h 108"/>
                <a:gd name="T96" fmla="*/ 52 w 139"/>
                <a:gd name="T97" fmla="*/ 28 h 108"/>
                <a:gd name="T98" fmla="*/ 42 w 139"/>
                <a:gd name="T99" fmla="*/ 35 h 108"/>
                <a:gd name="T100" fmla="*/ 33 w 139"/>
                <a:gd name="T101" fmla="*/ 39 h 108"/>
                <a:gd name="T102" fmla="*/ 35 w 139"/>
                <a:gd name="T103" fmla="*/ 47 h 108"/>
                <a:gd name="T104" fmla="*/ 29 w 139"/>
                <a:gd name="T105" fmla="*/ 49 h 108"/>
                <a:gd name="T106" fmla="*/ 26 w 139"/>
                <a:gd name="T107" fmla="*/ 52 h 108"/>
                <a:gd name="T108" fmla="*/ 22 w 139"/>
                <a:gd name="T109" fmla="*/ 56 h 108"/>
                <a:gd name="T110" fmla="*/ 16 w 139"/>
                <a:gd name="T111" fmla="*/ 58 h 108"/>
                <a:gd name="T112" fmla="*/ 13 w 139"/>
                <a:gd name="T113" fmla="*/ 62 h 108"/>
                <a:gd name="T114" fmla="*/ 9 w 139"/>
                <a:gd name="T115" fmla="*/ 65 h 108"/>
                <a:gd name="T116" fmla="*/ 5 w 139"/>
                <a:gd name="T117" fmla="*/ 69 h 108"/>
                <a:gd name="T118" fmla="*/ 0 w 139"/>
                <a:gd name="T119" fmla="*/ 69 h 108"/>
                <a:gd name="T120" fmla="*/ 5 w 139"/>
                <a:gd name="T121" fmla="*/ 7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108">
                  <a:moveTo>
                    <a:pt x="5" y="76"/>
                  </a:moveTo>
                  <a:lnTo>
                    <a:pt x="7" y="76"/>
                  </a:lnTo>
                  <a:lnTo>
                    <a:pt x="9" y="84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9" y="91"/>
                  </a:lnTo>
                  <a:lnTo>
                    <a:pt x="11" y="95"/>
                  </a:lnTo>
                  <a:lnTo>
                    <a:pt x="7" y="99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11" y="106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4" y="104"/>
                  </a:lnTo>
                  <a:lnTo>
                    <a:pt x="28" y="101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1" y="101"/>
                  </a:lnTo>
                  <a:lnTo>
                    <a:pt x="29" y="103"/>
                  </a:lnTo>
                  <a:lnTo>
                    <a:pt x="31" y="106"/>
                  </a:lnTo>
                  <a:lnTo>
                    <a:pt x="35" y="106"/>
                  </a:lnTo>
                  <a:lnTo>
                    <a:pt x="39" y="104"/>
                  </a:lnTo>
                  <a:lnTo>
                    <a:pt x="42" y="104"/>
                  </a:lnTo>
                  <a:lnTo>
                    <a:pt x="46" y="101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52" y="91"/>
                  </a:lnTo>
                  <a:lnTo>
                    <a:pt x="54" y="90"/>
                  </a:lnTo>
                  <a:lnTo>
                    <a:pt x="55" y="86"/>
                  </a:lnTo>
                  <a:lnTo>
                    <a:pt x="59" y="86"/>
                  </a:lnTo>
                  <a:lnTo>
                    <a:pt x="61" y="82"/>
                  </a:lnTo>
                  <a:lnTo>
                    <a:pt x="61" y="80"/>
                  </a:lnTo>
                  <a:lnTo>
                    <a:pt x="63" y="82"/>
                  </a:lnTo>
                  <a:lnTo>
                    <a:pt x="67" y="84"/>
                  </a:lnTo>
                  <a:lnTo>
                    <a:pt x="70" y="80"/>
                  </a:lnTo>
                  <a:lnTo>
                    <a:pt x="74" y="80"/>
                  </a:lnTo>
                  <a:lnTo>
                    <a:pt x="76" y="76"/>
                  </a:lnTo>
                  <a:lnTo>
                    <a:pt x="76" y="76"/>
                  </a:lnTo>
                  <a:lnTo>
                    <a:pt x="80" y="73"/>
                  </a:lnTo>
                  <a:lnTo>
                    <a:pt x="82" y="69"/>
                  </a:lnTo>
                  <a:lnTo>
                    <a:pt x="85" y="69"/>
                  </a:lnTo>
                  <a:lnTo>
                    <a:pt x="85" y="69"/>
                  </a:lnTo>
                  <a:lnTo>
                    <a:pt x="87" y="69"/>
                  </a:lnTo>
                  <a:lnTo>
                    <a:pt x="91" y="69"/>
                  </a:lnTo>
                  <a:lnTo>
                    <a:pt x="95" y="67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6" y="63"/>
                  </a:lnTo>
                  <a:lnTo>
                    <a:pt x="111" y="63"/>
                  </a:lnTo>
                  <a:lnTo>
                    <a:pt x="119" y="60"/>
                  </a:lnTo>
                  <a:lnTo>
                    <a:pt x="122" y="60"/>
                  </a:lnTo>
                  <a:lnTo>
                    <a:pt x="128" y="60"/>
                  </a:lnTo>
                  <a:lnTo>
                    <a:pt x="130" y="58"/>
                  </a:lnTo>
                  <a:lnTo>
                    <a:pt x="136" y="56"/>
                  </a:lnTo>
                  <a:lnTo>
                    <a:pt x="139" y="52"/>
                  </a:lnTo>
                  <a:lnTo>
                    <a:pt x="139" y="50"/>
                  </a:lnTo>
                  <a:lnTo>
                    <a:pt x="139" y="47"/>
                  </a:lnTo>
                  <a:lnTo>
                    <a:pt x="137" y="45"/>
                  </a:lnTo>
                  <a:lnTo>
                    <a:pt x="137" y="45"/>
                  </a:lnTo>
                  <a:lnTo>
                    <a:pt x="137" y="39"/>
                  </a:lnTo>
                  <a:lnTo>
                    <a:pt x="136" y="35"/>
                  </a:lnTo>
                  <a:lnTo>
                    <a:pt x="137" y="34"/>
                  </a:lnTo>
                  <a:lnTo>
                    <a:pt x="137" y="26"/>
                  </a:lnTo>
                  <a:lnTo>
                    <a:pt x="132" y="21"/>
                  </a:lnTo>
                  <a:lnTo>
                    <a:pt x="130" y="19"/>
                  </a:lnTo>
                  <a:lnTo>
                    <a:pt x="128" y="17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9"/>
                  </a:lnTo>
                  <a:lnTo>
                    <a:pt x="119" y="17"/>
                  </a:lnTo>
                  <a:lnTo>
                    <a:pt x="115" y="15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06" y="9"/>
                  </a:lnTo>
                  <a:lnTo>
                    <a:pt x="104" y="8"/>
                  </a:lnTo>
                  <a:lnTo>
                    <a:pt x="102" y="6"/>
                  </a:lnTo>
                  <a:lnTo>
                    <a:pt x="104" y="2"/>
                  </a:lnTo>
                  <a:lnTo>
                    <a:pt x="95" y="0"/>
                  </a:lnTo>
                  <a:lnTo>
                    <a:pt x="87" y="2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69" y="2"/>
                  </a:lnTo>
                  <a:lnTo>
                    <a:pt x="67" y="2"/>
                  </a:lnTo>
                  <a:lnTo>
                    <a:pt x="61" y="4"/>
                  </a:lnTo>
                  <a:lnTo>
                    <a:pt x="59" y="6"/>
                  </a:lnTo>
                  <a:lnTo>
                    <a:pt x="61" y="8"/>
                  </a:lnTo>
                  <a:lnTo>
                    <a:pt x="59" y="9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61" y="22"/>
                  </a:lnTo>
                  <a:lnTo>
                    <a:pt x="59" y="22"/>
                  </a:lnTo>
                  <a:lnTo>
                    <a:pt x="57" y="22"/>
                  </a:lnTo>
                  <a:lnTo>
                    <a:pt x="52" y="26"/>
                  </a:lnTo>
                  <a:lnTo>
                    <a:pt x="52" y="28"/>
                  </a:lnTo>
                  <a:lnTo>
                    <a:pt x="46" y="30"/>
                  </a:lnTo>
                  <a:lnTo>
                    <a:pt x="42" y="35"/>
                  </a:lnTo>
                  <a:lnTo>
                    <a:pt x="37" y="39"/>
                  </a:lnTo>
                  <a:lnTo>
                    <a:pt x="33" y="39"/>
                  </a:lnTo>
                  <a:lnTo>
                    <a:pt x="33" y="43"/>
                  </a:lnTo>
                  <a:lnTo>
                    <a:pt x="35" y="47"/>
                  </a:lnTo>
                  <a:lnTo>
                    <a:pt x="35" y="49"/>
                  </a:lnTo>
                  <a:lnTo>
                    <a:pt x="29" y="49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6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5" y="69"/>
                  </a:lnTo>
                  <a:lnTo>
                    <a:pt x="3" y="71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5" y="7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1" name="Freeform 6458">
              <a:extLst>
                <a:ext uri="{FF2B5EF4-FFF2-40B4-BE49-F238E27FC236}">
                  <a16:creationId xmlns:a16="http://schemas.microsoft.com/office/drawing/2014/main" id="{7E514772-EC32-4ECB-9F8F-31DD8BA38D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6" y="1307"/>
              <a:ext cx="17" cy="11"/>
            </a:xfrm>
            <a:custGeom>
              <a:avLst/>
              <a:gdLst>
                <a:gd name="T0" fmla="*/ 3 w 9"/>
                <a:gd name="T1" fmla="*/ 0 h 6"/>
                <a:gd name="T2" fmla="*/ 2 w 9"/>
                <a:gd name="T3" fmla="*/ 1 h 6"/>
                <a:gd name="T4" fmla="*/ 1 w 9"/>
                <a:gd name="T5" fmla="*/ 1 h 6"/>
                <a:gd name="T6" fmla="*/ 0 w 9"/>
                <a:gd name="T7" fmla="*/ 1 h 6"/>
                <a:gd name="T8" fmla="*/ 0 w 9"/>
                <a:gd name="T9" fmla="*/ 2 h 6"/>
                <a:gd name="T10" fmla="*/ 1 w 9"/>
                <a:gd name="T11" fmla="*/ 3 h 6"/>
                <a:gd name="T12" fmla="*/ 1 w 9"/>
                <a:gd name="T13" fmla="*/ 3 h 6"/>
                <a:gd name="T14" fmla="*/ 2 w 9"/>
                <a:gd name="T15" fmla="*/ 4 h 6"/>
                <a:gd name="T16" fmla="*/ 3 w 9"/>
                <a:gd name="T17" fmla="*/ 6 h 6"/>
                <a:gd name="T18" fmla="*/ 4 w 9"/>
                <a:gd name="T19" fmla="*/ 6 h 6"/>
                <a:gd name="T20" fmla="*/ 6 w 9"/>
                <a:gd name="T21" fmla="*/ 6 h 6"/>
                <a:gd name="T22" fmla="*/ 7 w 9"/>
                <a:gd name="T23" fmla="*/ 5 h 6"/>
                <a:gd name="T24" fmla="*/ 9 w 9"/>
                <a:gd name="T25" fmla="*/ 4 h 6"/>
                <a:gd name="T26" fmla="*/ 8 w 9"/>
                <a:gd name="T27" fmla="*/ 3 h 6"/>
                <a:gd name="T28" fmla="*/ 8 w 9"/>
                <a:gd name="T29" fmla="*/ 2 h 6"/>
                <a:gd name="T30" fmla="*/ 6 w 9"/>
                <a:gd name="T31" fmla="*/ 1 h 6"/>
                <a:gd name="T32" fmla="*/ 5 w 9"/>
                <a:gd name="T33" fmla="*/ 1 h 6"/>
                <a:gd name="T34" fmla="*/ 3 w 9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2" name="Freeform 6459">
              <a:extLst>
                <a:ext uri="{FF2B5EF4-FFF2-40B4-BE49-F238E27FC236}">
                  <a16:creationId xmlns:a16="http://schemas.microsoft.com/office/drawing/2014/main" id="{79B943C0-439C-475D-A68D-E6FDD7837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0" y="1274"/>
              <a:ext cx="50" cy="31"/>
            </a:xfrm>
            <a:custGeom>
              <a:avLst/>
              <a:gdLst>
                <a:gd name="T0" fmla="*/ 5 w 50"/>
                <a:gd name="T1" fmla="*/ 7 h 31"/>
                <a:gd name="T2" fmla="*/ 3 w 50"/>
                <a:gd name="T3" fmla="*/ 9 h 31"/>
                <a:gd name="T4" fmla="*/ 2 w 50"/>
                <a:gd name="T5" fmla="*/ 13 h 31"/>
                <a:gd name="T6" fmla="*/ 0 w 50"/>
                <a:gd name="T7" fmla="*/ 15 h 31"/>
                <a:gd name="T8" fmla="*/ 2 w 50"/>
                <a:gd name="T9" fmla="*/ 18 h 31"/>
                <a:gd name="T10" fmla="*/ 2 w 50"/>
                <a:gd name="T11" fmla="*/ 22 h 31"/>
                <a:gd name="T12" fmla="*/ 3 w 50"/>
                <a:gd name="T13" fmla="*/ 22 h 31"/>
                <a:gd name="T14" fmla="*/ 5 w 50"/>
                <a:gd name="T15" fmla="*/ 24 h 31"/>
                <a:gd name="T16" fmla="*/ 7 w 50"/>
                <a:gd name="T17" fmla="*/ 26 h 31"/>
                <a:gd name="T18" fmla="*/ 5 w 50"/>
                <a:gd name="T19" fmla="*/ 28 h 31"/>
                <a:gd name="T20" fmla="*/ 7 w 50"/>
                <a:gd name="T21" fmla="*/ 31 h 31"/>
                <a:gd name="T22" fmla="*/ 11 w 50"/>
                <a:gd name="T23" fmla="*/ 29 h 31"/>
                <a:gd name="T24" fmla="*/ 15 w 50"/>
                <a:gd name="T25" fmla="*/ 31 h 31"/>
                <a:gd name="T26" fmla="*/ 15 w 50"/>
                <a:gd name="T27" fmla="*/ 29 h 31"/>
                <a:gd name="T28" fmla="*/ 18 w 50"/>
                <a:gd name="T29" fmla="*/ 31 h 31"/>
                <a:gd name="T30" fmla="*/ 22 w 50"/>
                <a:gd name="T31" fmla="*/ 31 h 31"/>
                <a:gd name="T32" fmla="*/ 24 w 50"/>
                <a:gd name="T33" fmla="*/ 31 h 31"/>
                <a:gd name="T34" fmla="*/ 28 w 50"/>
                <a:gd name="T35" fmla="*/ 31 h 31"/>
                <a:gd name="T36" fmla="*/ 29 w 50"/>
                <a:gd name="T37" fmla="*/ 28 h 31"/>
                <a:gd name="T38" fmla="*/ 29 w 50"/>
                <a:gd name="T39" fmla="*/ 28 h 31"/>
                <a:gd name="T40" fmla="*/ 31 w 50"/>
                <a:gd name="T41" fmla="*/ 26 h 31"/>
                <a:gd name="T42" fmla="*/ 33 w 50"/>
                <a:gd name="T43" fmla="*/ 24 h 31"/>
                <a:gd name="T44" fmla="*/ 37 w 50"/>
                <a:gd name="T45" fmla="*/ 20 h 31"/>
                <a:gd name="T46" fmla="*/ 35 w 50"/>
                <a:gd name="T47" fmla="*/ 16 h 31"/>
                <a:gd name="T48" fmla="*/ 33 w 50"/>
                <a:gd name="T49" fmla="*/ 16 h 31"/>
                <a:gd name="T50" fmla="*/ 31 w 50"/>
                <a:gd name="T51" fmla="*/ 16 h 31"/>
                <a:gd name="T52" fmla="*/ 35 w 50"/>
                <a:gd name="T53" fmla="*/ 15 h 31"/>
                <a:gd name="T54" fmla="*/ 37 w 50"/>
                <a:gd name="T55" fmla="*/ 15 h 31"/>
                <a:gd name="T56" fmla="*/ 42 w 50"/>
                <a:gd name="T57" fmla="*/ 13 h 31"/>
                <a:gd name="T58" fmla="*/ 46 w 50"/>
                <a:gd name="T59" fmla="*/ 13 h 31"/>
                <a:gd name="T60" fmla="*/ 50 w 50"/>
                <a:gd name="T61" fmla="*/ 7 h 31"/>
                <a:gd name="T62" fmla="*/ 48 w 50"/>
                <a:gd name="T63" fmla="*/ 5 h 31"/>
                <a:gd name="T64" fmla="*/ 44 w 50"/>
                <a:gd name="T65" fmla="*/ 3 h 31"/>
                <a:gd name="T66" fmla="*/ 44 w 50"/>
                <a:gd name="T67" fmla="*/ 3 h 31"/>
                <a:gd name="T68" fmla="*/ 41 w 50"/>
                <a:gd name="T69" fmla="*/ 2 h 31"/>
                <a:gd name="T70" fmla="*/ 37 w 50"/>
                <a:gd name="T71" fmla="*/ 2 h 31"/>
                <a:gd name="T72" fmla="*/ 37 w 50"/>
                <a:gd name="T73" fmla="*/ 2 h 31"/>
                <a:gd name="T74" fmla="*/ 31 w 50"/>
                <a:gd name="T75" fmla="*/ 0 h 31"/>
                <a:gd name="T76" fmla="*/ 29 w 50"/>
                <a:gd name="T77" fmla="*/ 2 h 31"/>
                <a:gd name="T78" fmla="*/ 28 w 50"/>
                <a:gd name="T79" fmla="*/ 2 h 31"/>
                <a:gd name="T80" fmla="*/ 26 w 50"/>
                <a:gd name="T81" fmla="*/ 0 h 31"/>
                <a:gd name="T82" fmla="*/ 22 w 50"/>
                <a:gd name="T83" fmla="*/ 0 h 31"/>
                <a:gd name="T84" fmla="*/ 22 w 50"/>
                <a:gd name="T85" fmla="*/ 0 h 31"/>
                <a:gd name="T86" fmla="*/ 15 w 50"/>
                <a:gd name="T87" fmla="*/ 0 h 31"/>
                <a:gd name="T88" fmla="*/ 13 w 50"/>
                <a:gd name="T89" fmla="*/ 0 h 31"/>
                <a:gd name="T90" fmla="*/ 9 w 50"/>
                <a:gd name="T91" fmla="*/ 2 h 31"/>
                <a:gd name="T92" fmla="*/ 5 w 50"/>
                <a:gd name="T93" fmla="*/ 3 h 31"/>
                <a:gd name="T94" fmla="*/ 5 w 50"/>
                <a:gd name="T9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31">
                  <a:moveTo>
                    <a:pt x="5" y="7"/>
                  </a:moveTo>
                  <a:lnTo>
                    <a:pt x="3" y="9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4"/>
                  </a:lnTo>
                  <a:lnTo>
                    <a:pt x="7" y="26"/>
                  </a:lnTo>
                  <a:lnTo>
                    <a:pt x="5" y="28"/>
                  </a:lnTo>
                  <a:lnTo>
                    <a:pt x="7" y="31"/>
                  </a:lnTo>
                  <a:lnTo>
                    <a:pt x="11" y="29"/>
                  </a:lnTo>
                  <a:lnTo>
                    <a:pt x="15" y="31"/>
                  </a:lnTo>
                  <a:lnTo>
                    <a:pt x="15" y="29"/>
                  </a:lnTo>
                  <a:lnTo>
                    <a:pt x="18" y="31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26"/>
                  </a:lnTo>
                  <a:lnTo>
                    <a:pt x="33" y="24"/>
                  </a:lnTo>
                  <a:lnTo>
                    <a:pt x="37" y="20"/>
                  </a:lnTo>
                  <a:lnTo>
                    <a:pt x="35" y="16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50" y="7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2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5" y="3"/>
                  </a:lnTo>
                  <a:lnTo>
                    <a:pt x="5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3" name="Freeform 6460">
              <a:extLst>
                <a:ext uri="{FF2B5EF4-FFF2-40B4-BE49-F238E27FC236}">
                  <a16:creationId xmlns:a16="http://schemas.microsoft.com/office/drawing/2014/main" id="{BFFD9AE5-08C8-45F6-84D2-07D1D10BBA6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3" y="1298"/>
              <a:ext cx="9" cy="5"/>
            </a:xfrm>
            <a:custGeom>
              <a:avLst/>
              <a:gdLst>
                <a:gd name="T0" fmla="*/ 6 w 9"/>
                <a:gd name="T1" fmla="*/ 5 h 5"/>
                <a:gd name="T2" fmla="*/ 9 w 9"/>
                <a:gd name="T3" fmla="*/ 0 h 5"/>
                <a:gd name="T4" fmla="*/ 2 w 9"/>
                <a:gd name="T5" fmla="*/ 2 h 5"/>
                <a:gd name="T6" fmla="*/ 0 w 9"/>
                <a:gd name="T7" fmla="*/ 4 h 5"/>
                <a:gd name="T8" fmla="*/ 4 w 9"/>
                <a:gd name="T9" fmla="*/ 5 h 5"/>
                <a:gd name="T10" fmla="*/ 6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lnTo>
                    <a:pt x="9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4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4" name="Freeform 6461">
              <a:extLst>
                <a:ext uri="{FF2B5EF4-FFF2-40B4-BE49-F238E27FC236}">
                  <a16:creationId xmlns:a16="http://schemas.microsoft.com/office/drawing/2014/main" id="{F08E8E5E-BE6E-42D0-B30E-7B43A66A79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4" y="1264"/>
              <a:ext cx="15" cy="17"/>
            </a:xfrm>
            <a:custGeom>
              <a:avLst/>
              <a:gdLst>
                <a:gd name="T0" fmla="*/ 4 w 15"/>
                <a:gd name="T1" fmla="*/ 15 h 17"/>
                <a:gd name="T2" fmla="*/ 6 w 15"/>
                <a:gd name="T3" fmla="*/ 17 h 17"/>
                <a:gd name="T4" fmla="*/ 9 w 15"/>
                <a:gd name="T5" fmla="*/ 15 h 17"/>
                <a:gd name="T6" fmla="*/ 13 w 15"/>
                <a:gd name="T7" fmla="*/ 13 h 17"/>
                <a:gd name="T8" fmla="*/ 13 w 15"/>
                <a:gd name="T9" fmla="*/ 10 h 17"/>
                <a:gd name="T10" fmla="*/ 13 w 15"/>
                <a:gd name="T11" fmla="*/ 8 h 17"/>
                <a:gd name="T12" fmla="*/ 13 w 15"/>
                <a:gd name="T13" fmla="*/ 6 h 17"/>
                <a:gd name="T14" fmla="*/ 15 w 15"/>
                <a:gd name="T15" fmla="*/ 0 h 17"/>
                <a:gd name="T16" fmla="*/ 9 w 15"/>
                <a:gd name="T17" fmla="*/ 2 h 17"/>
                <a:gd name="T18" fmla="*/ 9 w 15"/>
                <a:gd name="T19" fmla="*/ 2 h 17"/>
                <a:gd name="T20" fmla="*/ 6 w 15"/>
                <a:gd name="T21" fmla="*/ 0 h 17"/>
                <a:gd name="T22" fmla="*/ 4 w 15"/>
                <a:gd name="T23" fmla="*/ 2 h 17"/>
                <a:gd name="T24" fmla="*/ 2 w 15"/>
                <a:gd name="T25" fmla="*/ 2 h 17"/>
                <a:gd name="T26" fmla="*/ 0 w 15"/>
                <a:gd name="T27" fmla="*/ 6 h 17"/>
                <a:gd name="T28" fmla="*/ 2 w 15"/>
                <a:gd name="T29" fmla="*/ 8 h 17"/>
                <a:gd name="T30" fmla="*/ 0 w 15"/>
                <a:gd name="T31" fmla="*/ 12 h 17"/>
                <a:gd name="T32" fmla="*/ 4 w 15"/>
                <a:gd name="T3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7">
                  <a:moveTo>
                    <a:pt x="4" y="15"/>
                  </a:moveTo>
                  <a:lnTo>
                    <a:pt x="6" y="17"/>
                  </a:lnTo>
                  <a:lnTo>
                    <a:pt x="9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5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8"/>
                  </a:lnTo>
                  <a:lnTo>
                    <a:pt x="0" y="12"/>
                  </a:lnTo>
                  <a:lnTo>
                    <a:pt x="4" y="1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5" name="Freeform 6462">
              <a:extLst>
                <a:ext uri="{FF2B5EF4-FFF2-40B4-BE49-F238E27FC236}">
                  <a16:creationId xmlns:a16="http://schemas.microsoft.com/office/drawing/2014/main" id="{782CC1F7-8677-4A5B-ADE7-26F3E530B2E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89" y="1322"/>
              <a:ext cx="138" cy="86"/>
            </a:xfrm>
            <a:custGeom>
              <a:avLst/>
              <a:gdLst>
                <a:gd name="T0" fmla="*/ 75 w 138"/>
                <a:gd name="T1" fmla="*/ 49 h 86"/>
                <a:gd name="T2" fmla="*/ 75 w 138"/>
                <a:gd name="T3" fmla="*/ 45 h 86"/>
                <a:gd name="T4" fmla="*/ 75 w 138"/>
                <a:gd name="T5" fmla="*/ 34 h 86"/>
                <a:gd name="T6" fmla="*/ 75 w 138"/>
                <a:gd name="T7" fmla="*/ 22 h 86"/>
                <a:gd name="T8" fmla="*/ 71 w 138"/>
                <a:gd name="T9" fmla="*/ 15 h 86"/>
                <a:gd name="T10" fmla="*/ 62 w 138"/>
                <a:gd name="T11" fmla="*/ 15 h 86"/>
                <a:gd name="T12" fmla="*/ 63 w 138"/>
                <a:gd name="T13" fmla="*/ 4 h 86"/>
                <a:gd name="T14" fmla="*/ 45 w 138"/>
                <a:gd name="T15" fmla="*/ 2 h 86"/>
                <a:gd name="T16" fmla="*/ 43 w 138"/>
                <a:gd name="T17" fmla="*/ 9 h 86"/>
                <a:gd name="T18" fmla="*/ 34 w 138"/>
                <a:gd name="T19" fmla="*/ 9 h 86"/>
                <a:gd name="T20" fmla="*/ 28 w 138"/>
                <a:gd name="T21" fmla="*/ 19 h 86"/>
                <a:gd name="T22" fmla="*/ 24 w 138"/>
                <a:gd name="T23" fmla="*/ 21 h 86"/>
                <a:gd name="T24" fmla="*/ 15 w 138"/>
                <a:gd name="T25" fmla="*/ 32 h 86"/>
                <a:gd name="T26" fmla="*/ 28 w 138"/>
                <a:gd name="T27" fmla="*/ 34 h 86"/>
                <a:gd name="T28" fmla="*/ 26 w 138"/>
                <a:gd name="T29" fmla="*/ 36 h 86"/>
                <a:gd name="T30" fmla="*/ 13 w 138"/>
                <a:gd name="T31" fmla="*/ 36 h 86"/>
                <a:gd name="T32" fmla="*/ 2 w 138"/>
                <a:gd name="T33" fmla="*/ 41 h 86"/>
                <a:gd name="T34" fmla="*/ 4 w 138"/>
                <a:gd name="T35" fmla="*/ 49 h 86"/>
                <a:gd name="T36" fmla="*/ 13 w 138"/>
                <a:gd name="T37" fmla="*/ 54 h 86"/>
                <a:gd name="T38" fmla="*/ 19 w 138"/>
                <a:gd name="T39" fmla="*/ 56 h 86"/>
                <a:gd name="T40" fmla="*/ 26 w 138"/>
                <a:gd name="T41" fmla="*/ 62 h 86"/>
                <a:gd name="T42" fmla="*/ 34 w 138"/>
                <a:gd name="T43" fmla="*/ 56 h 86"/>
                <a:gd name="T44" fmla="*/ 41 w 138"/>
                <a:gd name="T45" fmla="*/ 62 h 86"/>
                <a:gd name="T46" fmla="*/ 50 w 138"/>
                <a:gd name="T47" fmla="*/ 60 h 86"/>
                <a:gd name="T48" fmla="*/ 58 w 138"/>
                <a:gd name="T49" fmla="*/ 64 h 86"/>
                <a:gd name="T50" fmla="*/ 54 w 138"/>
                <a:gd name="T51" fmla="*/ 65 h 86"/>
                <a:gd name="T52" fmla="*/ 41 w 138"/>
                <a:gd name="T53" fmla="*/ 64 h 86"/>
                <a:gd name="T54" fmla="*/ 28 w 138"/>
                <a:gd name="T55" fmla="*/ 65 h 86"/>
                <a:gd name="T56" fmla="*/ 19 w 138"/>
                <a:gd name="T57" fmla="*/ 73 h 86"/>
                <a:gd name="T58" fmla="*/ 28 w 138"/>
                <a:gd name="T59" fmla="*/ 84 h 86"/>
                <a:gd name="T60" fmla="*/ 43 w 138"/>
                <a:gd name="T61" fmla="*/ 84 h 86"/>
                <a:gd name="T62" fmla="*/ 50 w 138"/>
                <a:gd name="T63" fmla="*/ 84 h 86"/>
                <a:gd name="T64" fmla="*/ 60 w 138"/>
                <a:gd name="T65" fmla="*/ 80 h 86"/>
                <a:gd name="T66" fmla="*/ 65 w 138"/>
                <a:gd name="T67" fmla="*/ 77 h 86"/>
                <a:gd name="T68" fmla="*/ 75 w 138"/>
                <a:gd name="T69" fmla="*/ 78 h 86"/>
                <a:gd name="T70" fmla="*/ 84 w 138"/>
                <a:gd name="T71" fmla="*/ 75 h 86"/>
                <a:gd name="T72" fmla="*/ 84 w 138"/>
                <a:gd name="T73" fmla="*/ 78 h 86"/>
                <a:gd name="T74" fmla="*/ 93 w 138"/>
                <a:gd name="T75" fmla="*/ 77 h 86"/>
                <a:gd name="T76" fmla="*/ 97 w 138"/>
                <a:gd name="T77" fmla="*/ 82 h 86"/>
                <a:gd name="T78" fmla="*/ 110 w 138"/>
                <a:gd name="T79" fmla="*/ 80 h 86"/>
                <a:gd name="T80" fmla="*/ 116 w 138"/>
                <a:gd name="T81" fmla="*/ 78 h 86"/>
                <a:gd name="T82" fmla="*/ 121 w 138"/>
                <a:gd name="T83" fmla="*/ 73 h 86"/>
                <a:gd name="T84" fmla="*/ 127 w 138"/>
                <a:gd name="T85" fmla="*/ 65 h 86"/>
                <a:gd name="T86" fmla="*/ 138 w 138"/>
                <a:gd name="T87" fmla="*/ 54 h 86"/>
                <a:gd name="T88" fmla="*/ 132 w 138"/>
                <a:gd name="T89" fmla="*/ 41 h 86"/>
                <a:gd name="T90" fmla="*/ 121 w 138"/>
                <a:gd name="T91" fmla="*/ 50 h 86"/>
                <a:gd name="T92" fmla="*/ 121 w 138"/>
                <a:gd name="T93" fmla="*/ 50 h 86"/>
                <a:gd name="T94" fmla="*/ 116 w 138"/>
                <a:gd name="T95" fmla="*/ 45 h 86"/>
                <a:gd name="T96" fmla="*/ 116 w 138"/>
                <a:gd name="T97" fmla="*/ 43 h 86"/>
                <a:gd name="T98" fmla="*/ 112 w 138"/>
                <a:gd name="T99" fmla="*/ 37 h 86"/>
                <a:gd name="T100" fmla="*/ 119 w 138"/>
                <a:gd name="T101" fmla="*/ 24 h 86"/>
                <a:gd name="T102" fmla="*/ 119 w 138"/>
                <a:gd name="T103" fmla="*/ 15 h 86"/>
                <a:gd name="T104" fmla="*/ 123 w 138"/>
                <a:gd name="T105" fmla="*/ 9 h 86"/>
                <a:gd name="T106" fmla="*/ 110 w 138"/>
                <a:gd name="T107" fmla="*/ 11 h 86"/>
                <a:gd name="T108" fmla="*/ 104 w 138"/>
                <a:gd name="T109" fmla="*/ 15 h 86"/>
                <a:gd name="T110" fmla="*/ 97 w 138"/>
                <a:gd name="T111" fmla="*/ 24 h 86"/>
                <a:gd name="T112" fmla="*/ 99 w 138"/>
                <a:gd name="T113" fmla="*/ 36 h 86"/>
                <a:gd name="T114" fmla="*/ 90 w 138"/>
                <a:gd name="T115" fmla="*/ 39 h 86"/>
                <a:gd name="T116" fmla="*/ 93 w 138"/>
                <a:gd name="T117" fmla="*/ 50 h 86"/>
                <a:gd name="T118" fmla="*/ 82 w 138"/>
                <a:gd name="T119" fmla="*/ 5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" h="86">
                  <a:moveTo>
                    <a:pt x="80" y="50"/>
                  </a:moveTo>
                  <a:lnTo>
                    <a:pt x="80" y="49"/>
                  </a:lnTo>
                  <a:lnTo>
                    <a:pt x="76" y="47"/>
                  </a:lnTo>
                  <a:lnTo>
                    <a:pt x="75" y="49"/>
                  </a:lnTo>
                  <a:lnTo>
                    <a:pt x="73" y="50"/>
                  </a:lnTo>
                  <a:lnTo>
                    <a:pt x="73" y="49"/>
                  </a:lnTo>
                  <a:lnTo>
                    <a:pt x="73" y="45"/>
                  </a:lnTo>
                  <a:lnTo>
                    <a:pt x="75" y="45"/>
                  </a:lnTo>
                  <a:lnTo>
                    <a:pt x="76" y="37"/>
                  </a:lnTo>
                  <a:lnTo>
                    <a:pt x="73" y="37"/>
                  </a:lnTo>
                  <a:lnTo>
                    <a:pt x="73" y="36"/>
                  </a:lnTo>
                  <a:lnTo>
                    <a:pt x="75" y="34"/>
                  </a:lnTo>
                  <a:lnTo>
                    <a:pt x="75" y="28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5" y="22"/>
                  </a:lnTo>
                  <a:lnTo>
                    <a:pt x="75" y="21"/>
                  </a:lnTo>
                  <a:lnTo>
                    <a:pt x="73" y="19"/>
                  </a:lnTo>
                  <a:lnTo>
                    <a:pt x="73" y="17"/>
                  </a:lnTo>
                  <a:lnTo>
                    <a:pt x="71" y="15"/>
                  </a:lnTo>
                  <a:lnTo>
                    <a:pt x="69" y="15"/>
                  </a:lnTo>
                  <a:lnTo>
                    <a:pt x="67" y="13"/>
                  </a:lnTo>
                  <a:lnTo>
                    <a:pt x="65" y="15"/>
                  </a:lnTo>
                  <a:lnTo>
                    <a:pt x="62" y="15"/>
                  </a:lnTo>
                  <a:lnTo>
                    <a:pt x="60" y="13"/>
                  </a:lnTo>
                  <a:lnTo>
                    <a:pt x="62" y="11"/>
                  </a:lnTo>
                  <a:lnTo>
                    <a:pt x="65" y="9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45" y="2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5"/>
                  </a:lnTo>
                  <a:lnTo>
                    <a:pt x="28" y="19"/>
                  </a:lnTo>
                  <a:lnTo>
                    <a:pt x="34" y="21"/>
                  </a:lnTo>
                  <a:lnTo>
                    <a:pt x="32" y="21"/>
                  </a:lnTo>
                  <a:lnTo>
                    <a:pt x="26" y="22"/>
                  </a:lnTo>
                  <a:lnTo>
                    <a:pt x="24" y="21"/>
                  </a:lnTo>
                  <a:lnTo>
                    <a:pt x="22" y="22"/>
                  </a:lnTo>
                  <a:lnTo>
                    <a:pt x="19" y="26"/>
                  </a:lnTo>
                  <a:lnTo>
                    <a:pt x="13" y="30"/>
                  </a:lnTo>
                  <a:lnTo>
                    <a:pt x="15" y="32"/>
                  </a:lnTo>
                  <a:lnTo>
                    <a:pt x="19" y="32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24" y="37"/>
                  </a:lnTo>
                  <a:lnTo>
                    <a:pt x="21" y="37"/>
                  </a:lnTo>
                  <a:lnTo>
                    <a:pt x="17" y="36"/>
                  </a:lnTo>
                  <a:lnTo>
                    <a:pt x="13" y="36"/>
                  </a:lnTo>
                  <a:lnTo>
                    <a:pt x="11" y="34"/>
                  </a:lnTo>
                  <a:lnTo>
                    <a:pt x="8" y="36"/>
                  </a:lnTo>
                  <a:lnTo>
                    <a:pt x="0" y="39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4" y="49"/>
                  </a:lnTo>
                  <a:lnTo>
                    <a:pt x="8" y="52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3" y="54"/>
                  </a:lnTo>
                  <a:lnTo>
                    <a:pt x="13" y="58"/>
                  </a:lnTo>
                  <a:lnTo>
                    <a:pt x="17" y="60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19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8" y="60"/>
                  </a:lnTo>
                  <a:lnTo>
                    <a:pt x="32" y="58"/>
                  </a:lnTo>
                  <a:lnTo>
                    <a:pt x="34" y="54"/>
                  </a:lnTo>
                  <a:lnTo>
                    <a:pt x="34" y="56"/>
                  </a:lnTo>
                  <a:lnTo>
                    <a:pt x="34" y="60"/>
                  </a:lnTo>
                  <a:lnTo>
                    <a:pt x="37" y="62"/>
                  </a:lnTo>
                  <a:lnTo>
                    <a:pt x="41" y="62"/>
                  </a:lnTo>
                  <a:lnTo>
                    <a:pt x="41" y="62"/>
                  </a:lnTo>
                  <a:lnTo>
                    <a:pt x="45" y="62"/>
                  </a:lnTo>
                  <a:lnTo>
                    <a:pt x="49" y="62"/>
                  </a:lnTo>
                  <a:lnTo>
                    <a:pt x="49" y="60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2"/>
                  </a:lnTo>
                  <a:lnTo>
                    <a:pt x="58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56" y="64"/>
                  </a:lnTo>
                  <a:lnTo>
                    <a:pt x="54" y="65"/>
                  </a:lnTo>
                  <a:lnTo>
                    <a:pt x="52" y="65"/>
                  </a:lnTo>
                  <a:lnTo>
                    <a:pt x="49" y="65"/>
                  </a:lnTo>
                  <a:lnTo>
                    <a:pt x="45" y="64"/>
                  </a:lnTo>
                  <a:lnTo>
                    <a:pt x="41" y="64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4" y="65"/>
                  </a:lnTo>
                  <a:lnTo>
                    <a:pt x="19" y="65"/>
                  </a:lnTo>
                  <a:lnTo>
                    <a:pt x="19" y="71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1" y="80"/>
                  </a:lnTo>
                  <a:lnTo>
                    <a:pt x="24" y="82"/>
                  </a:lnTo>
                  <a:lnTo>
                    <a:pt x="28" y="84"/>
                  </a:lnTo>
                  <a:lnTo>
                    <a:pt x="32" y="86"/>
                  </a:lnTo>
                  <a:lnTo>
                    <a:pt x="36" y="86"/>
                  </a:lnTo>
                  <a:lnTo>
                    <a:pt x="39" y="84"/>
                  </a:lnTo>
                  <a:lnTo>
                    <a:pt x="43" y="84"/>
                  </a:lnTo>
                  <a:lnTo>
                    <a:pt x="43" y="86"/>
                  </a:lnTo>
                  <a:lnTo>
                    <a:pt x="47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4" y="84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3" y="78"/>
                  </a:lnTo>
                  <a:lnTo>
                    <a:pt x="65" y="77"/>
                  </a:lnTo>
                  <a:lnTo>
                    <a:pt x="65" y="78"/>
                  </a:lnTo>
                  <a:lnTo>
                    <a:pt x="69" y="78"/>
                  </a:lnTo>
                  <a:lnTo>
                    <a:pt x="71" y="78"/>
                  </a:lnTo>
                  <a:lnTo>
                    <a:pt x="75" y="78"/>
                  </a:lnTo>
                  <a:lnTo>
                    <a:pt x="76" y="77"/>
                  </a:lnTo>
                  <a:lnTo>
                    <a:pt x="80" y="75"/>
                  </a:lnTo>
                  <a:lnTo>
                    <a:pt x="82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8"/>
                  </a:lnTo>
                  <a:lnTo>
                    <a:pt x="88" y="80"/>
                  </a:lnTo>
                  <a:lnTo>
                    <a:pt x="91" y="78"/>
                  </a:lnTo>
                  <a:lnTo>
                    <a:pt x="91" y="77"/>
                  </a:lnTo>
                  <a:lnTo>
                    <a:pt x="93" y="77"/>
                  </a:lnTo>
                  <a:lnTo>
                    <a:pt x="93" y="77"/>
                  </a:lnTo>
                  <a:lnTo>
                    <a:pt x="91" y="78"/>
                  </a:lnTo>
                  <a:lnTo>
                    <a:pt x="93" y="82"/>
                  </a:lnTo>
                  <a:lnTo>
                    <a:pt x="97" y="82"/>
                  </a:lnTo>
                  <a:lnTo>
                    <a:pt x="103" y="82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0" y="80"/>
                  </a:lnTo>
                  <a:lnTo>
                    <a:pt x="112" y="82"/>
                  </a:lnTo>
                  <a:lnTo>
                    <a:pt x="116" y="80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7" y="78"/>
                  </a:lnTo>
                  <a:lnTo>
                    <a:pt x="119" y="77"/>
                  </a:lnTo>
                  <a:lnTo>
                    <a:pt x="119" y="75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7" y="67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30" y="64"/>
                  </a:lnTo>
                  <a:lnTo>
                    <a:pt x="134" y="62"/>
                  </a:lnTo>
                  <a:lnTo>
                    <a:pt x="138" y="54"/>
                  </a:lnTo>
                  <a:lnTo>
                    <a:pt x="138" y="50"/>
                  </a:lnTo>
                  <a:lnTo>
                    <a:pt x="138" y="49"/>
                  </a:lnTo>
                  <a:lnTo>
                    <a:pt x="136" y="43"/>
                  </a:lnTo>
                  <a:lnTo>
                    <a:pt x="132" y="41"/>
                  </a:lnTo>
                  <a:lnTo>
                    <a:pt x="129" y="41"/>
                  </a:lnTo>
                  <a:lnTo>
                    <a:pt x="125" y="45"/>
                  </a:lnTo>
                  <a:lnTo>
                    <a:pt x="123" y="47"/>
                  </a:lnTo>
                  <a:lnTo>
                    <a:pt x="121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45"/>
                  </a:lnTo>
                  <a:lnTo>
                    <a:pt x="117" y="43"/>
                  </a:lnTo>
                  <a:lnTo>
                    <a:pt x="116" y="45"/>
                  </a:lnTo>
                  <a:lnTo>
                    <a:pt x="112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6" y="43"/>
                  </a:lnTo>
                  <a:lnTo>
                    <a:pt x="119" y="39"/>
                  </a:lnTo>
                  <a:lnTo>
                    <a:pt x="117" y="36"/>
                  </a:lnTo>
                  <a:lnTo>
                    <a:pt x="112" y="36"/>
                  </a:lnTo>
                  <a:lnTo>
                    <a:pt x="112" y="37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9" y="32"/>
                  </a:lnTo>
                  <a:lnTo>
                    <a:pt x="119" y="24"/>
                  </a:lnTo>
                  <a:lnTo>
                    <a:pt x="117" y="22"/>
                  </a:lnTo>
                  <a:lnTo>
                    <a:pt x="117" y="21"/>
                  </a:lnTo>
                  <a:lnTo>
                    <a:pt x="119" y="17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23" y="15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3" y="8"/>
                  </a:lnTo>
                  <a:lnTo>
                    <a:pt x="119" y="6"/>
                  </a:lnTo>
                  <a:lnTo>
                    <a:pt x="116" y="6"/>
                  </a:lnTo>
                  <a:lnTo>
                    <a:pt x="110" y="11"/>
                  </a:lnTo>
                  <a:lnTo>
                    <a:pt x="106" y="11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3" y="15"/>
                  </a:lnTo>
                  <a:lnTo>
                    <a:pt x="99" y="17"/>
                  </a:lnTo>
                  <a:lnTo>
                    <a:pt x="97" y="21"/>
                  </a:lnTo>
                  <a:lnTo>
                    <a:pt x="97" y="24"/>
                  </a:lnTo>
                  <a:lnTo>
                    <a:pt x="97" y="28"/>
                  </a:lnTo>
                  <a:lnTo>
                    <a:pt x="99" y="30"/>
                  </a:lnTo>
                  <a:lnTo>
                    <a:pt x="101" y="32"/>
                  </a:lnTo>
                  <a:lnTo>
                    <a:pt x="99" y="36"/>
                  </a:lnTo>
                  <a:lnTo>
                    <a:pt x="97" y="36"/>
                  </a:lnTo>
                  <a:lnTo>
                    <a:pt x="93" y="36"/>
                  </a:lnTo>
                  <a:lnTo>
                    <a:pt x="91" y="36"/>
                  </a:lnTo>
                  <a:lnTo>
                    <a:pt x="90" y="39"/>
                  </a:lnTo>
                  <a:lnTo>
                    <a:pt x="91" y="41"/>
                  </a:lnTo>
                  <a:lnTo>
                    <a:pt x="91" y="43"/>
                  </a:lnTo>
                  <a:lnTo>
                    <a:pt x="93" y="47"/>
                  </a:lnTo>
                  <a:lnTo>
                    <a:pt x="93" y="50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5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6" name="Freeform 6463">
              <a:extLst>
                <a:ext uri="{FF2B5EF4-FFF2-40B4-BE49-F238E27FC236}">
                  <a16:creationId xmlns:a16="http://schemas.microsoft.com/office/drawing/2014/main" id="{1A9D3E99-C88A-405D-9A3A-2CC90A19F5A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56" y="1274"/>
              <a:ext cx="109" cy="59"/>
            </a:xfrm>
            <a:custGeom>
              <a:avLst/>
              <a:gdLst>
                <a:gd name="T0" fmla="*/ 3 w 109"/>
                <a:gd name="T1" fmla="*/ 46 h 59"/>
                <a:gd name="T2" fmla="*/ 11 w 109"/>
                <a:gd name="T3" fmla="*/ 44 h 59"/>
                <a:gd name="T4" fmla="*/ 16 w 109"/>
                <a:gd name="T5" fmla="*/ 48 h 59"/>
                <a:gd name="T6" fmla="*/ 13 w 109"/>
                <a:gd name="T7" fmla="*/ 54 h 59"/>
                <a:gd name="T8" fmla="*/ 18 w 109"/>
                <a:gd name="T9" fmla="*/ 52 h 59"/>
                <a:gd name="T10" fmla="*/ 22 w 109"/>
                <a:gd name="T11" fmla="*/ 48 h 59"/>
                <a:gd name="T12" fmla="*/ 24 w 109"/>
                <a:gd name="T13" fmla="*/ 44 h 59"/>
                <a:gd name="T14" fmla="*/ 28 w 109"/>
                <a:gd name="T15" fmla="*/ 44 h 59"/>
                <a:gd name="T16" fmla="*/ 24 w 109"/>
                <a:gd name="T17" fmla="*/ 52 h 59"/>
                <a:gd name="T18" fmla="*/ 24 w 109"/>
                <a:gd name="T19" fmla="*/ 59 h 59"/>
                <a:gd name="T20" fmla="*/ 28 w 109"/>
                <a:gd name="T21" fmla="*/ 57 h 59"/>
                <a:gd name="T22" fmla="*/ 35 w 109"/>
                <a:gd name="T23" fmla="*/ 54 h 59"/>
                <a:gd name="T24" fmla="*/ 39 w 109"/>
                <a:gd name="T25" fmla="*/ 48 h 59"/>
                <a:gd name="T26" fmla="*/ 42 w 109"/>
                <a:gd name="T27" fmla="*/ 46 h 59"/>
                <a:gd name="T28" fmla="*/ 46 w 109"/>
                <a:gd name="T29" fmla="*/ 52 h 59"/>
                <a:gd name="T30" fmla="*/ 50 w 109"/>
                <a:gd name="T31" fmla="*/ 46 h 59"/>
                <a:gd name="T32" fmla="*/ 55 w 109"/>
                <a:gd name="T33" fmla="*/ 37 h 59"/>
                <a:gd name="T34" fmla="*/ 55 w 109"/>
                <a:gd name="T35" fmla="*/ 37 h 59"/>
                <a:gd name="T36" fmla="*/ 65 w 109"/>
                <a:gd name="T37" fmla="*/ 28 h 59"/>
                <a:gd name="T38" fmla="*/ 69 w 109"/>
                <a:gd name="T39" fmla="*/ 28 h 59"/>
                <a:gd name="T40" fmla="*/ 67 w 109"/>
                <a:gd name="T41" fmla="*/ 33 h 59"/>
                <a:gd name="T42" fmla="*/ 65 w 109"/>
                <a:gd name="T43" fmla="*/ 39 h 59"/>
                <a:gd name="T44" fmla="*/ 57 w 109"/>
                <a:gd name="T45" fmla="*/ 46 h 59"/>
                <a:gd name="T46" fmla="*/ 61 w 109"/>
                <a:gd name="T47" fmla="*/ 54 h 59"/>
                <a:gd name="T48" fmla="*/ 70 w 109"/>
                <a:gd name="T49" fmla="*/ 52 h 59"/>
                <a:gd name="T50" fmla="*/ 72 w 109"/>
                <a:gd name="T51" fmla="*/ 44 h 59"/>
                <a:gd name="T52" fmla="*/ 76 w 109"/>
                <a:gd name="T53" fmla="*/ 43 h 59"/>
                <a:gd name="T54" fmla="*/ 82 w 109"/>
                <a:gd name="T55" fmla="*/ 43 h 59"/>
                <a:gd name="T56" fmla="*/ 89 w 109"/>
                <a:gd name="T57" fmla="*/ 35 h 59"/>
                <a:gd name="T58" fmla="*/ 93 w 109"/>
                <a:gd name="T59" fmla="*/ 29 h 59"/>
                <a:gd name="T60" fmla="*/ 98 w 109"/>
                <a:gd name="T61" fmla="*/ 26 h 59"/>
                <a:gd name="T62" fmla="*/ 98 w 109"/>
                <a:gd name="T63" fmla="*/ 20 h 59"/>
                <a:gd name="T64" fmla="*/ 104 w 109"/>
                <a:gd name="T65" fmla="*/ 18 h 59"/>
                <a:gd name="T66" fmla="*/ 109 w 109"/>
                <a:gd name="T67" fmla="*/ 13 h 59"/>
                <a:gd name="T68" fmla="*/ 109 w 109"/>
                <a:gd name="T69" fmla="*/ 3 h 59"/>
                <a:gd name="T70" fmla="*/ 100 w 109"/>
                <a:gd name="T71" fmla="*/ 2 h 59"/>
                <a:gd name="T72" fmla="*/ 100 w 109"/>
                <a:gd name="T73" fmla="*/ 9 h 59"/>
                <a:gd name="T74" fmla="*/ 96 w 109"/>
                <a:gd name="T75" fmla="*/ 7 h 59"/>
                <a:gd name="T76" fmla="*/ 95 w 109"/>
                <a:gd name="T77" fmla="*/ 3 h 59"/>
                <a:gd name="T78" fmla="*/ 89 w 109"/>
                <a:gd name="T79" fmla="*/ 2 h 59"/>
                <a:gd name="T80" fmla="*/ 82 w 109"/>
                <a:gd name="T81" fmla="*/ 2 h 59"/>
                <a:gd name="T82" fmla="*/ 70 w 109"/>
                <a:gd name="T83" fmla="*/ 5 h 59"/>
                <a:gd name="T84" fmla="*/ 67 w 109"/>
                <a:gd name="T85" fmla="*/ 5 h 59"/>
                <a:gd name="T86" fmla="*/ 55 w 109"/>
                <a:gd name="T87" fmla="*/ 13 h 59"/>
                <a:gd name="T88" fmla="*/ 46 w 109"/>
                <a:gd name="T89" fmla="*/ 18 h 59"/>
                <a:gd name="T90" fmla="*/ 41 w 109"/>
                <a:gd name="T91" fmla="*/ 20 h 59"/>
                <a:gd name="T92" fmla="*/ 35 w 109"/>
                <a:gd name="T93" fmla="*/ 20 h 59"/>
                <a:gd name="T94" fmla="*/ 26 w 109"/>
                <a:gd name="T95" fmla="*/ 26 h 59"/>
                <a:gd name="T96" fmla="*/ 13 w 109"/>
                <a:gd name="T97" fmla="*/ 31 h 59"/>
                <a:gd name="T98" fmla="*/ 3 w 109"/>
                <a:gd name="T99" fmla="*/ 37 h 59"/>
                <a:gd name="T100" fmla="*/ 1 w 109"/>
                <a:gd name="T101" fmla="*/ 37 h 59"/>
                <a:gd name="T102" fmla="*/ 3 w 109"/>
                <a:gd name="T103" fmla="*/ 43 h 59"/>
                <a:gd name="T104" fmla="*/ 7 w 109"/>
                <a:gd name="T105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" h="59">
                  <a:moveTo>
                    <a:pt x="3" y="43"/>
                  </a:moveTo>
                  <a:lnTo>
                    <a:pt x="3" y="43"/>
                  </a:lnTo>
                  <a:lnTo>
                    <a:pt x="3" y="46"/>
                  </a:lnTo>
                  <a:lnTo>
                    <a:pt x="7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5" y="44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2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20" y="52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6" y="44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2" y="56"/>
                  </a:lnTo>
                  <a:lnTo>
                    <a:pt x="24" y="59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7"/>
                  </a:lnTo>
                  <a:lnTo>
                    <a:pt x="29" y="59"/>
                  </a:lnTo>
                  <a:lnTo>
                    <a:pt x="33" y="56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9" y="50"/>
                  </a:lnTo>
                  <a:lnTo>
                    <a:pt x="39" y="48"/>
                  </a:lnTo>
                  <a:lnTo>
                    <a:pt x="41" y="48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8"/>
                  </a:lnTo>
                  <a:lnTo>
                    <a:pt x="42" y="52"/>
                  </a:lnTo>
                  <a:lnTo>
                    <a:pt x="46" y="52"/>
                  </a:lnTo>
                  <a:lnTo>
                    <a:pt x="48" y="50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2" y="44"/>
                  </a:lnTo>
                  <a:lnTo>
                    <a:pt x="54" y="41"/>
                  </a:lnTo>
                  <a:lnTo>
                    <a:pt x="55" y="37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7"/>
                  </a:lnTo>
                  <a:lnTo>
                    <a:pt x="63" y="33"/>
                  </a:lnTo>
                  <a:lnTo>
                    <a:pt x="63" y="29"/>
                  </a:lnTo>
                  <a:lnTo>
                    <a:pt x="65" y="28"/>
                  </a:lnTo>
                  <a:lnTo>
                    <a:pt x="67" y="28"/>
                  </a:lnTo>
                  <a:lnTo>
                    <a:pt x="67" y="26"/>
                  </a:lnTo>
                  <a:lnTo>
                    <a:pt x="69" y="28"/>
                  </a:lnTo>
                  <a:lnTo>
                    <a:pt x="70" y="26"/>
                  </a:lnTo>
                  <a:lnTo>
                    <a:pt x="70" y="29"/>
                  </a:lnTo>
                  <a:lnTo>
                    <a:pt x="67" y="33"/>
                  </a:lnTo>
                  <a:lnTo>
                    <a:pt x="67" y="35"/>
                  </a:lnTo>
                  <a:lnTo>
                    <a:pt x="65" y="37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61" y="54"/>
                  </a:lnTo>
                  <a:lnTo>
                    <a:pt x="65" y="56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70" y="48"/>
                  </a:lnTo>
                  <a:lnTo>
                    <a:pt x="70" y="46"/>
                  </a:lnTo>
                  <a:lnTo>
                    <a:pt x="72" y="44"/>
                  </a:lnTo>
                  <a:lnTo>
                    <a:pt x="74" y="43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78" y="43"/>
                  </a:lnTo>
                  <a:lnTo>
                    <a:pt x="80" y="43"/>
                  </a:lnTo>
                  <a:lnTo>
                    <a:pt x="82" y="43"/>
                  </a:lnTo>
                  <a:lnTo>
                    <a:pt x="87" y="43"/>
                  </a:lnTo>
                  <a:lnTo>
                    <a:pt x="89" y="39"/>
                  </a:lnTo>
                  <a:lnTo>
                    <a:pt x="89" y="35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6" y="31"/>
                  </a:lnTo>
                  <a:lnTo>
                    <a:pt x="98" y="29"/>
                  </a:lnTo>
                  <a:lnTo>
                    <a:pt x="98" y="2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8" y="20"/>
                  </a:lnTo>
                  <a:lnTo>
                    <a:pt x="100" y="20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8" y="18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0" y="2"/>
                  </a:lnTo>
                  <a:lnTo>
                    <a:pt x="100" y="5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8" y="7"/>
                  </a:lnTo>
                  <a:lnTo>
                    <a:pt x="96" y="7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5" y="3"/>
                  </a:lnTo>
                  <a:lnTo>
                    <a:pt x="91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5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67" y="5"/>
                  </a:lnTo>
                  <a:lnTo>
                    <a:pt x="59" y="11"/>
                  </a:lnTo>
                  <a:lnTo>
                    <a:pt x="57" y="13"/>
                  </a:lnTo>
                  <a:lnTo>
                    <a:pt x="55" y="13"/>
                  </a:lnTo>
                  <a:lnTo>
                    <a:pt x="52" y="15"/>
                  </a:lnTo>
                  <a:lnTo>
                    <a:pt x="50" y="16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2" y="18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7" y="20"/>
                  </a:lnTo>
                  <a:lnTo>
                    <a:pt x="35" y="20"/>
                  </a:lnTo>
                  <a:lnTo>
                    <a:pt x="31" y="24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15" y="28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7" y="33"/>
                  </a:lnTo>
                  <a:lnTo>
                    <a:pt x="3" y="37"/>
                  </a:lnTo>
                  <a:lnTo>
                    <a:pt x="7" y="37"/>
                  </a:lnTo>
                  <a:lnTo>
                    <a:pt x="5" y="39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3"/>
                  </a:lnTo>
                  <a:close/>
                  <a:moveTo>
                    <a:pt x="7" y="41"/>
                  </a:move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7" name="Freeform 6464">
              <a:extLst>
                <a:ext uri="{FF2B5EF4-FFF2-40B4-BE49-F238E27FC236}">
                  <a16:creationId xmlns:a16="http://schemas.microsoft.com/office/drawing/2014/main" id="{22B5850F-D1ED-4667-A923-898A464282A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64" y="2066"/>
              <a:ext cx="5" cy="7"/>
            </a:xfrm>
            <a:custGeom>
              <a:avLst/>
              <a:gdLst>
                <a:gd name="T0" fmla="*/ 0 w 3"/>
                <a:gd name="T1" fmla="*/ 3 h 4"/>
                <a:gd name="T2" fmla="*/ 0 w 3"/>
                <a:gd name="T3" fmla="*/ 3 h 4"/>
                <a:gd name="T4" fmla="*/ 1 w 3"/>
                <a:gd name="T5" fmla="*/ 4 h 4"/>
                <a:gd name="T6" fmla="*/ 1 w 3"/>
                <a:gd name="T7" fmla="*/ 4 h 4"/>
                <a:gd name="T8" fmla="*/ 2 w 3"/>
                <a:gd name="T9" fmla="*/ 3 h 4"/>
                <a:gd name="T10" fmla="*/ 3 w 3"/>
                <a:gd name="T11" fmla="*/ 2 h 4"/>
                <a:gd name="T12" fmla="*/ 3 w 3"/>
                <a:gd name="T13" fmla="*/ 0 h 4"/>
                <a:gd name="T14" fmla="*/ 1 w 3"/>
                <a:gd name="T15" fmla="*/ 1 h 4"/>
                <a:gd name="T16" fmla="*/ 0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8" name="Freeform 6465">
              <a:extLst>
                <a:ext uri="{FF2B5EF4-FFF2-40B4-BE49-F238E27FC236}">
                  <a16:creationId xmlns:a16="http://schemas.microsoft.com/office/drawing/2014/main" id="{87FF620F-E891-4687-BD6E-4C0E13A017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9" y="2075"/>
              <a:ext cx="89" cy="97"/>
            </a:xfrm>
            <a:custGeom>
              <a:avLst/>
              <a:gdLst>
                <a:gd name="T0" fmla="*/ 38 w 48"/>
                <a:gd name="T1" fmla="*/ 20 h 52"/>
                <a:gd name="T2" fmla="*/ 36 w 48"/>
                <a:gd name="T3" fmla="*/ 20 h 52"/>
                <a:gd name="T4" fmla="*/ 36 w 48"/>
                <a:gd name="T5" fmla="*/ 23 h 52"/>
                <a:gd name="T6" fmla="*/ 34 w 48"/>
                <a:gd name="T7" fmla="*/ 23 h 52"/>
                <a:gd name="T8" fmla="*/ 30 w 48"/>
                <a:gd name="T9" fmla="*/ 22 h 52"/>
                <a:gd name="T10" fmla="*/ 30 w 48"/>
                <a:gd name="T11" fmla="*/ 19 h 52"/>
                <a:gd name="T12" fmla="*/ 29 w 48"/>
                <a:gd name="T13" fmla="*/ 16 h 52"/>
                <a:gd name="T14" fmla="*/ 25 w 48"/>
                <a:gd name="T15" fmla="*/ 16 h 52"/>
                <a:gd name="T16" fmla="*/ 23 w 48"/>
                <a:gd name="T17" fmla="*/ 17 h 52"/>
                <a:gd name="T18" fmla="*/ 26 w 48"/>
                <a:gd name="T19" fmla="*/ 12 h 52"/>
                <a:gd name="T20" fmla="*/ 30 w 48"/>
                <a:gd name="T21" fmla="*/ 8 h 52"/>
                <a:gd name="T22" fmla="*/ 30 w 48"/>
                <a:gd name="T23" fmla="*/ 4 h 52"/>
                <a:gd name="T24" fmla="*/ 34 w 48"/>
                <a:gd name="T25" fmla="*/ 3 h 52"/>
                <a:gd name="T26" fmla="*/ 30 w 48"/>
                <a:gd name="T27" fmla="*/ 1 h 52"/>
                <a:gd name="T28" fmla="*/ 23 w 48"/>
                <a:gd name="T29" fmla="*/ 5 h 52"/>
                <a:gd name="T30" fmla="*/ 22 w 48"/>
                <a:gd name="T31" fmla="*/ 7 h 52"/>
                <a:gd name="T32" fmla="*/ 18 w 48"/>
                <a:gd name="T33" fmla="*/ 12 h 52"/>
                <a:gd name="T34" fmla="*/ 15 w 48"/>
                <a:gd name="T35" fmla="*/ 16 h 52"/>
                <a:gd name="T36" fmla="*/ 11 w 48"/>
                <a:gd name="T37" fmla="*/ 22 h 52"/>
                <a:gd name="T38" fmla="*/ 9 w 48"/>
                <a:gd name="T39" fmla="*/ 25 h 52"/>
                <a:gd name="T40" fmla="*/ 9 w 48"/>
                <a:gd name="T41" fmla="*/ 23 h 52"/>
                <a:gd name="T42" fmla="*/ 4 w 48"/>
                <a:gd name="T43" fmla="*/ 31 h 52"/>
                <a:gd name="T44" fmla="*/ 5 w 48"/>
                <a:gd name="T45" fmla="*/ 32 h 52"/>
                <a:gd name="T46" fmla="*/ 0 w 48"/>
                <a:gd name="T47" fmla="*/ 37 h 52"/>
                <a:gd name="T48" fmla="*/ 6 w 48"/>
                <a:gd name="T49" fmla="*/ 39 h 52"/>
                <a:gd name="T50" fmla="*/ 14 w 48"/>
                <a:gd name="T51" fmla="*/ 39 h 52"/>
                <a:gd name="T52" fmla="*/ 19 w 48"/>
                <a:gd name="T53" fmla="*/ 40 h 52"/>
                <a:gd name="T54" fmla="*/ 22 w 48"/>
                <a:gd name="T55" fmla="*/ 39 h 52"/>
                <a:gd name="T56" fmla="*/ 25 w 48"/>
                <a:gd name="T57" fmla="*/ 41 h 52"/>
                <a:gd name="T58" fmla="*/ 29 w 48"/>
                <a:gd name="T59" fmla="*/ 40 h 52"/>
                <a:gd name="T60" fmla="*/ 27 w 48"/>
                <a:gd name="T61" fmla="*/ 43 h 52"/>
                <a:gd name="T62" fmla="*/ 23 w 48"/>
                <a:gd name="T63" fmla="*/ 45 h 52"/>
                <a:gd name="T64" fmla="*/ 26 w 48"/>
                <a:gd name="T65" fmla="*/ 47 h 52"/>
                <a:gd name="T66" fmla="*/ 29 w 48"/>
                <a:gd name="T67" fmla="*/ 46 h 52"/>
                <a:gd name="T68" fmla="*/ 35 w 48"/>
                <a:gd name="T69" fmla="*/ 42 h 52"/>
                <a:gd name="T70" fmla="*/ 36 w 48"/>
                <a:gd name="T71" fmla="*/ 38 h 52"/>
                <a:gd name="T72" fmla="*/ 37 w 48"/>
                <a:gd name="T73" fmla="*/ 42 h 52"/>
                <a:gd name="T74" fmla="*/ 35 w 48"/>
                <a:gd name="T75" fmla="*/ 48 h 52"/>
                <a:gd name="T76" fmla="*/ 38 w 48"/>
                <a:gd name="T77" fmla="*/ 48 h 52"/>
                <a:gd name="T78" fmla="*/ 41 w 48"/>
                <a:gd name="T79" fmla="*/ 49 h 52"/>
                <a:gd name="T80" fmla="*/ 45 w 48"/>
                <a:gd name="T81" fmla="*/ 49 h 52"/>
                <a:gd name="T82" fmla="*/ 46 w 48"/>
                <a:gd name="T83" fmla="*/ 44 h 52"/>
                <a:gd name="T84" fmla="*/ 46 w 48"/>
                <a:gd name="T85" fmla="*/ 39 h 52"/>
                <a:gd name="T86" fmla="*/ 44 w 48"/>
                <a:gd name="T87" fmla="*/ 39 h 52"/>
                <a:gd name="T88" fmla="*/ 45 w 48"/>
                <a:gd name="T89" fmla="*/ 36 h 52"/>
                <a:gd name="T90" fmla="*/ 42 w 48"/>
                <a:gd name="T91" fmla="*/ 35 h 52"/>
                <a:gd name="T92" fmla="*/ 46 w 48"/>
                <a:gd name="T93" fmla="*/ 32 h 52"/>
                <a:gd name="T94" fmla="*/ 44 w 48"/>
                <a:gd name="T95" fmla="*/ 30 h 52"/>
                <a:gd name="T96" fmla="*/ 41 w 48"/>
                <a:gd name="T97" fmla="*/ 31 h 52"/>
                <a:gd name="T98" fmla="*/ 42 w 48"/>
                <a:gd name="T99" fmla="*/ 27 h 52"/>
                <a:gd name="T100" fmla="*/ 43 w 48"/>
                <a:gd name="T101" fmla="*/ 23 h 52"/>
                <a:gd name="T102" fmla="*/ 39 w 48"/>
                <a:gd name="T103" fmla="*/ 22 h 52"/>
                <a:gd name="T104" fmla="*/ 42 w 48"/>
                <a:gd name="T105" fmla="*/ 38 h 52"/>
                <a:gd name="T106" fmla="*/ 39 w 48"/>
                <a:gd name="T107" fmla="*/ 3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52">
                  <a:moveTo>
                    <a:pt x="41" y="19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lnTo>
                    <a:pt x="41" y="19"/>
                  </a:lnTo>
                  <a:close/>
                  <a:moveTo>
                    <a:pt x="39" y="22"/>
                  </a:moveTo>
                  <a:cubicBezTo>
                    <a:pt x="39" y="22"/>
                    <a:pt x="40" y="22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lose/>
                  <a:moveTo>
                    <a:pt x="41" y="37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40" y="38"/>
                    <a:pt x="40" y="38"/>
                    <a:pt x="40" y="38"/>
                  </a:cubicBezTo>
                  <a:lnTo>
                    <a:pt x="41" y="3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9" name="Freeform 6466">
              <a:extLst>
                <a:ext uri="{FF2B5EF4-FFF2-40B4-BE49-F238E27FC236}">
                  <a16:creationId xmlns:a16="http://schemas.microsoft.com/office/drawing/2014/main" id="{04F22314-31CF-46AC-BD6D-6EC01AF7158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1307"/>
              <a:ext cx="17" cy="15"/>
            </a:xfrm>
            <a:custGeom>
              <a:avLst/>
              <a:gdLst>
                <a:gd name="T0" fmla="*/ 13 w 17"/>
                <a:gd name="T1" fmla="*/ 0 h 15"/>
                <a:gd name="T2" fmla="*/ 7 w 17"/>
                <a:gd name="T3" fmla="*/ 0 h 15"/>
                <a:gd name="T4" fmla="*/ 2 w 17"/>
                <a:gd name="T5" fmla="*/ 0 h 15"/>
                <a:gd name="T6" fmla="*/ 2 w 17"/>
                <a:gd name="T7" fmla="*/ 4 h 15"/>
                <a:gd name="T8" fmla="*/ 0 w 17"/>
                <a:gd name="T9" fmla="*/ 8 h 15"/>
                <a:gd name="T10" fmla="*/ 4 w 17"/>
                <a:gd name="T11" fmla="*/ 10 h 15"/>
                <a:gd name="T12" fmla="*/ 5 w 17"/>
                <a:gd name="T13" fmla="*/ 13 h 15"/>
                <a:gd name="T14" fmla="*/ 9 w 17"/>
                <a:gd name="T15" fmla="*/ 13 h 15"/>
                <a:gd name="T16" fmla="*/ 11 w 17"/>
                <a:gd name="T17" fmla="*/ 13 h 15"/>
                <a:gd name="T18" fmla="*/ 13 w 17"/>
                <a:gd name="T19" fmla="*/ 15 h 15"/>
                <a:gd name="T20" fmla="*/ 17 w 17"/>
                <a:gd name="T21" fmla="*/ 13 h 15"/>
                <a:gd name="T22" fmla="*/ 17 w 17"/>
                <a:gd name="T23" fmla="*/ 10 h 15"/>
                <a:gd name="T24" fmla="*/ 17 w 17"/>
                <a:gd name="T25" fmla="*/ 6 h 15"/>
                <a:gd name="T26" fmla="*/ 13 w 17"/>
                <a:gd name="T2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3" y="0"/>
                  </a:moveTo>
                  <a:lnTo>
                    <a:pt x="7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3" y="15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7" y="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0" name="Freeform 6467">
              <a:extLst>
                <a:ext uri="{FF2B5EF4-FFF2-40B4-BE49-F238E27FC236}">
                  <a16:creationId xmlns:a16="http://schemas.microsoft.com/office/drawing/2014/main" id="{B0C4CB01-E0CD-44E9-8EC7-812492A3F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92" y="1238"/>
              <a:ext cx="62" cy="86"/>
            </a:xfrm>
            <a:custGeom>
              <a:avLst/>
              <a:gdLst>
                <a:gd name="T0" fmla="*/ 6 w 62"/>
                <a:gd name="T1" fmla="*/ 52 h 86"/>
                <a:gd name="T2" fmla="*/ 9 w 62"/>
                <a:gd name="T3" fmla="*/ 51 h 86"/>
                <a:gd name="T4" fmla="*/ 17 w 62"/>
                <a:gd name="T5" fmla="*/ 52 h 86"/>
                <a:gd name="T6" fmla="*/ 15 w 62"/>
                <a:gd name="T7" fmla="*/ 52 h 86"/>
                <a:gd name="T8" fmla="*/ 11 w 62"/>
                <a:gd name="T9" fmla="*/ 58 h 86"/>
                <a:gd name="T10" fmla="*/ 17 w 62"/>
                <a:gd name="T11" fmla="*/ 56 h 86"/>
                <a:gd name="T12" fmla="*/ 19 w 62"/>
                <a:gd name="T13" fmla="*/ 54 h 86"/>
                <a:gd name="T14" fmla="*/ 24 w 62"/>
                <a:gd name="T15" fmla="*/ 58 h 86"/>
                <a:gd name="T16" fmla="*/ 24 w 62"/>
                <a:gd name="T17" fmla="*/ 60 h 86"/>
                <a:gd name="T18" fmla="*/ 24 w 62"/>
                <a:gd name="T19" fmla="*/ 64 h 86"/>
                <a:gd name="T20" fmla="*/ 28 w 62"/>
                <a:gd name="T21" fmla="*/ 62 h 86"/>
                <a:gd name="T22" fmla="*/ 30 w 62"/>
                <a:gd name="T23" fmla="*/ 64 h 86"/>
                <a:gd name="T24" fmla="*/ 30 w 62"/>
                <a:gd name="T25" fmla="*/ 65 h 86"/>
                <a:gd name="T26" fmla="*/ 24 w 62"/>
                <a:gd name="T27" fmla="*/ 77 h 86"/>
                <a:gd name="T28" fmla="*/ 28 w 62"/>
                <a:gd name="T29" fmla="*/ 86 h 86"/>
                <a:gd name="T30" fmla="*/ 34 w 62"/>
                <a:gd name="T31" fmla="*/ 86 h 86"/>
                <a:gd name="T32" fmla="*/ 41 w 62"/>
                <a:gd name="T33" fmla="*/ 82 h 86"/>
                <a:gd name="T34" fmla="*/ 43 w 62"/>
                <a:gd name="T35" fmla="*/ 80 h 86"/>
                <a:gd name="T36" fmla="*/ 47 w 62"/>
                <a:gd name="T37" fmla="*/ 73 h 86"/>
                <a:gd name="T38" fmla="*/ 50 w 62"/>
                <a:gd name="T39" fmla="*/ 65 h 86"/>
                <a:gd name="T40" fmla="*/ 48 w 62"/>
                <a:gd name="T41" fmla="*/ 64 h 86"/>
                <a:gd name="T42" fmla="*/ 50 w 62"/>
                <a:gd name="T43" fmla="*/ 58 h 86"/>
                <a:gd name="T44" fmla="*/ 54 w 62"/>
                <a:gd name="T45" fmla="*/ 56 h 86"/>
                <a:gd name="T46" fmla="*/ 60 w 62"/>
                <a:gd name="T47" fmla="*/ 51 h 86"/>
                <a:gd name="T48" fmla="*/ 62 w 62"/>
                <a:gd name="T49" fmla="*/ 47 h 86"/>
                <a:gd name="T50" fmla="*/ 60 w 62"/>
                <a:gd name="T51" fmla="*/ 41 h 86"/>
                <a:gd name="T52" fmla="*/ 58 w 62"/>
                <a:gd name="T53" fmla="*/ 38 h 86"/>
                <a:gd name="T54" fmla="*/ 52 w 62"/>
                <a:gd name="T55" fmla="*/ 36 h 86"/>
                <a:gd name="T56" fmla="*/ 52 w 62"/>
                <a:gd name="T57" fmla="*/ 36 h 86"/>
                <a:gd name="T58" fmla="*/ 58 w 62"/>
                <a:gd name="T59" fmla="*/ 30 h 86"/>
                <a:gd name="T60" fmla="*/ 56 w 62"/>
                <a:gd name="T61" fmla="*/ 24 h 86"/>
                <a:gd name="T62" fmla="*/ 54 w 62"/>
                <a:gd name="T63" fmla="*/ 19 h 86"/>
                <a:gd name="T64" fmla="*/ 47 w 62"/>
                <a:gd name="T65" fmla="*/ 21 h 86"/>
                <a:gd name="T66" fmla="*/ 45 w 62"/>
                <a:gd name="T67" fmla="*/ 23 h 86"/>
                <a:gd name="T68" fmla="*/ 45 w 62"/>
                <a:gd name="T69" fmla="*/ 13 h 86"/>
                <a:gd name="T70" fmla="*/ 43 w 62"/>
                <a:gd name="T71" fmla="*/ 8 h 86"/>
                <a:gd name="T72" fmla="*/ 37 w 62"/>
                <a:gd name="T73" fmla="*/ 4 h 86"/>
                <a:gd name="T74" fmla="*/ 32 w 62"/>
                <a:gd name="T75" fmla="*/ 4 h 86"/>
                <a:gd name="T76" fmla="*/ 26 w 62"/>
                <a:gd name="T77" fmla="*/ 6 h 86"/>
                <a:gd name="T78" fmla="*/ 26 w 62"/>
                <a:gd name="T79" fmla="*/ 0 h 86"/>
                <a:gd name="T80" fmla="*/ 21 w 62"/>
                <a:gd name="T81" fmla="*/ 6 h 86"/>
                <a:gd name="T82" fmla="*/ 17 w 62"/>
                <a:gd name="T83" fmla="*/ 10 h 86"/>
                <a:gd name="T84" fmla="*/ 15 w 62"/>
                <a:gd name="T85" fmla="*/ 17 h 86"/>
                <a:gd name="T86" fmla="*/ 19 w 62"/>
                <a:gd name="T87" fmla="*/ 17 h 86"/>
                <a:gd name="T88" fmla="*/ 19 w 62"/>
                <a:gd name="T89" fmla="*/ 19 h 86"/>
                <a:gd name="T90" fmla="*/ 13 w 62"/>
                <a:gd name="T91" fmla="*/ 24 h 86"/>
                <a:gd name="T92" fmla="*/ 19 w 62"/>
                <a:gd name="T93" fmla="*/ 26 h 86"/>
                <a:gd name="T94" fmla="*/ 22 w 62"/>
                <a:gd name="T95" fmla="*/ 23 h 86"/>
                <a:gd name="T96" fmla="*/ 26 w 62"/>
                <a:gd name="T97" fmla="*/ 23 h 86"/>
                <a:gd name="T98" fmla="*/ 24 w 62"/>
                <a:gd name="T99" fmla="*/ 24 h 86"/>
                <a:gd name="T100" fmla="*/ 19 w 62"/>
                <a:gd name="T101" fmla="*/ 30 h 86"/>
                <a:gd name="T102" fmla="*/ 24 w 62"/>
                <a:gd name="T103" fmla="*/ 32 h 86"/>
                <a:gd name="T104" fmla="*/ 22 w 62"/>
                <a:gd name="T105" fmla="*/ 34 h 86"/>
                <a:gd name="T106" fmla="*/ 17 w 62"/>
                <a:gd name="T107" fmla="*/ 34 h 86"/>
                <a:gd name="T108" fmla="*/ 19 w 62"/>
                <a:gd name="T109" fmla="*/ 39 h 86"/>
                <a:gd name="T110" fmla="*/ 15 w 62"/>
                <a:gd name="T111" fmla="*/ 43 h 86"/>
                <a:gd name="T112" fmla="*/ 11 w 62"/>
                <a:gd name="T113" fmla="*/ 38 h 86"/>
                <a:gd name="T114" fmla="*/ 2 w 62"/>
                <a:gd name="T115" fmla="*/ 38 h 86"/>
                <a:gd name="T116" fmla="*/ 0 w 62"/>
                <a:gd name="T117" fmla="*/ 45 h 86"/>
                <a:gd name="T118" fmla="*/ 2 w 62"/>
                <a:gd name="T119" fmla="*/ 51 h 86"/>
                <a:gd name="T120" fmla="*/ 21 w 62"/>
                <a:gd name="T121" fmla="*/ 52 h 86"/>
                <a:gd name="T122" fmla="*/ 21 w 62"/>
                <a:gd name="T123" fmla="*/ 5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" h="86">
                  <a:moveTo>
                    <a:pt x="2" y="51"/>
                  </a:moveTo>
                  <a:lnTo>
                    <a:pt x="6" y="52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13" y="52"/>
                  </a:lnTo>
                  <a:lnTo>
                    <a:pt x="17" y="52"/>
                  </a:lnTo>
                  <a:lnTo>
                    <a:pt x="19" y="52"/>
                  </a:lnTo>
                  <a:lnTo>
                    <a:pt x="15" y="52"/>
                  </a:lnTo>
                  <a:lnTo>
                    <a:pt x="11" y="54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4"/>
                  </a:lnTo>
                  <a:lnTo>
                    <a:pt x="19" y="58"/>
                  </a:lnTo>
                  <a:lnTo>
                    <a:pt x="24" y="58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30" y="69"/>
                  </a:lnTo>
                  <a:lnTo>
                    <a:pt x="24" y="77"/>
                  </a:lnTo>
                  <a:lnTo>
                    <a:pt x="26" y="82"/>
                  </a:lnTo>
                  <a:lnTo>
                    <a:pt x="28" y="86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7" y="86"/>
                  </a:lnTo>
                  <a:lnTo>
                    <a:pt x="41" y="82"/>
                  </a:lnTo>
                  <a:lnTo>
                    <a:pt x="41" y="80"/>
                  </a:lnTo>
                  <a:lnTo>
                    <a:pt x="43" y="80"/>
                  </a:lnTo>
                  <a:lnTo>
                    <a:pt x="47" y="77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50" y="65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4" y="56"/>
                  </a:lnTo>
                  <a:lnTo>
                    <a:pt x="58" y="54"/>
                  </a:lnTo>
                  <a:lnTo>
                    <a:pt x="60" y="51"/>
                  </a:lnTo>
                  <a:lnTo>
                    <a:pt x="60" y="49"/>
                  </a:lnTo>
                  <a:lnTo>
                    <a:pt x="62" y="47"/>
                  </a:lnTo>
                  <a:lnTo>
                    <a:pt x="62" y="43"/>
                  </a:lnTo>
                  <a:lnTo>
                    <a:pt x="60" y="41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6" y="24"/>
                  </a:lnTo>
                  <a:lnTo>
                    <a:pt x="56" y="23"/>
                  </a:lnTo>
                  <a:lnTo>
                    <a:pt x="54" y="19"/>
                  </a:lnTo>
                  <a:lnTo>
                    <a:pt x="50" y="19"/>
                  </a:lnTo>
                  <a:lnTo>
                    <a:pt x="47" y="21"/>
                  </a:lnTo>
                  <a:lnTo>
                    <a:pt x="43" y="23"/>
                  </a:lnTo>
                  <a:lnTo>
                    <a:pt x="45" y="23"/>
                  </a:lnTo>
                  <a:lnTo>
                    <a:pt x="45" y="17"/>
                  </a:lnTo>
                  <a:lnTo>
                    <a:pt x="45" y="13"/>
                  </a:lnTo>
                  <a:lnTo>
                    <a:pt x="45" y="10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1" y="6"/>
                  </a:lnTo>
                  <a:lnTo>
                    <a:pt x="19" y="6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5" y="17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3" y="24"/>
                  </a:lnTo>
                  <a:lnTo>
                    <a:pt x="13" y="28"/>
                  </a:lnTo>
                  <a:lnTo>
                    <a:pt x="19" y="26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1" y="28"/>
                  </a:lnTo>
                  <a:lnTo>
                    <a:pt x="19" y="30"/>
                  </a:lnTo>
                  <a:lnTo>
                    <a:pt x="21" y="34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2" y="34"/>
                  </a:lnTo>
                  <a:lnTo>
                    <a:pt x="21" y="36"/>
                  </a:lnTo>
                  <a:lnTo>
                    <a:pt x="17" y="34"/>
                  </a:lnTo>
                  <a:lnTo>
                    <a:pt x="17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49"/>
                  </a:lnTo>
                  <a:lnTo>
                    <a:pt x="2" y="51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9" y="52"/>
                  </a:lnTo>
                  <a:lnTo>
                    <a:pt x="21" y="5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1" name="Freeform 6468">
              <a:extLst>
                <a:ext uri="{FF2B5EF4-FFF2-40B4-BE49-F238E27FC236}">
                  <a16:creationId xmlns:a16="http://schemas.microsoft.com/office/drawing/2014/main" id="{C14331E2-964C-4AEE-9DA2-0BE5C8A1414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7" y="1352"/>
              <a:ext cx="19" cy="9"/>
            </a:xfrm>
            <a:custGeom>
              <a:avLst/>
              <a:gdLst>
                <a:gd name="T0" fmla="*/ 2 w 10"/>
                <a:gd name="T1" fmla="*/ 4 h 5"/>
                <a:gd name="T2" fmla="*/ 3 w 10"/>
                <a:gd name="T3" fmla="*/ 3 h 5"/>
                <a:gd name="T4" fmla="*/ 4 w 10"/>
                <a:gd name="T5" fmla="*/ 4 h 5"/>
                <a:gd name="T6" fmla="*/ 7 w 10"/>
                <a:gd name="T7" fmla="*/ 2 h 5"/>
                <a:gd name="T8" fmla="*/ 8 w 10"/>
                <a:gd name="T9" fmla="*/ 2 h 5"/>
                <a:gd name="T10" fmla="*/ 10 w 10"/>
                <a:gd name="T11" fmla="*/ 1 h 5"/>
                <a:gd name="T12" fmla="*/ 9 w 10"/>
                <a:gd name="T13" fmla="*/ 0 h 5"/>
                <a:gd name="T14" fmla="*/ 6 w 10"/>
                <a:gd name="T15" fmla="*/ 0 h 5"/>
                <a:gd name="T16" fmla="*/ 5 w 10"/>
                <a:gd name="T17" fmla="*/ 0 h 5"/>
                <a:gd name="T18" fmla="*/ 4 w 10"/>
                <a:gd name="T19" fmla="*/ 0 h 5"/>
                <a:gd name="T20" fmla="*/ 3 w 10"/>
                <a:gd name="T21" fmla="*/ 1 h 5"/>
                <a:gd name="T22" fmla="*/ 2 w 10"/>
                <a:gd name="T23" fmla="*/ 1 h 5"/>
                <a:gd name="T24" fmla="*/ 2 w 10"/>
                <a:gd name="T25" fmla="*/ 1 h 5"/>
                <a:gd name="T26" fmla="*/ 1 w 10"/>
                <a:gd name="T27" fmla="*/ 1 h 5"/>
                <a:gd name="T28" fmla="*/ 0 w 10"/>
                <a:gd name="T29" fmla="*/ 2 h 5"/>
                <a:gd name="T30" fmla="*/ 0 w 10"/>
                <a:gd name="T31" fmla="*/ 3 h 5"/>
                <a:gd name="T32" fmla="*/ 1 w 10"/>
                <a:gd name="T33" fmla="*/ 5 h 5"/>
                <a:gd name="T34" fmla="*/ 2 w 10"/>
                <a:gd name="T3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5">
                  <a:moveTo>
                    <a:pt x="2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2" name="Freeform 6469">
              <a:extLst>
                <a:ext uri="{FF2B5EF4-FFF2-40B4-BE49-F238E27FC236}">
                  <a16:creationId xmlns:a16="http://schemas.microsoft.com/office/drawing/2014/main" id="{9330BBC2-7CA8-4EC1-9A12-43D9899A2F7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00" y="1186"/>
              <a:ext cx="95" cy="153"/>
            </a:xfrm>
            <a:custGeom>
              <a:avLst/>
              <a:gdLst>
                <a:gd name="T0" fmla="*/ 11 w 95"/>
                <a:gd name="T1" fmla="*/ 144 h 153"/>
                <a:gd name="T2" fmla="*/ 22 w 95"/>
                <a:gd name="T3" fmla="*/ 144 h 153"/>
                <a:gd name="T4" fmla="*/ 28 w 95"/>
                <a:gd name="T5" fmla="*/ 144 h 153"/>
                <a:gd name="T6" fmla="*/ 32 w 95"/>
                <a:gd name="T7" fmla="*/ 151 h 153"/>
                <a:gd name="T8" fmla="*/ 41 w 95"/>
                <a:gd name="T9" fmla="*/ 144 h 153"/>
                <a:gd name="T10" fmla="*/ 41 w 95"/>
                <a:gd name="T11" fmla="*/ 151 h 153"/>
                <a:gd name="T12" fmla="*/ 47 w 95"/>
                <a:gd name="T13" fmla="*/ 142 h 153"/>
                <a:gd name="T14" fmla="*/ 48 w 95"/>
                <a:gd name="T15" fmla="*/ 132 h 153"/>
                <a:gd name="T16" fmla="*/ 61 w 95"/>
                <a:gd name="T17" fmla="*/ 127 h 153"/>
                <a:gd name="T18" fmla="*/ 69 w 95"/>
                <a:gd name="T19" fmla="*/ 121 h 153"/>
                <a:gd name="T20" fmla="*/ 76 w 95"/>
                <a:gd name="T21" fmla="*/ 125 h 153"/>
                <a:gd name="T22" fmla="*/ 82 w 95"/>
                <a:gd name="T23" fmla="*/ 117 h 153"/>
                <a:gd name="T24" fmla="*/ 91 w 95"/>
                <a:gd name="T25" fmla="*/ 110 h 153"/>
                <a:gd name="T26" fmla="*/ 88 w 95"/>
                <a:gd name="T27" fmla="*/ 95 h 153"/>
                <a:gd name="T28" fmla="*/ 88 w 95"/>
                <a:gd name="T29" fmla="*/ 84 h 153"/>
                <a:gd name="T30" fmla="*/ 93 w 95"/>
                <a:gd name="T31" fmla="*/ 65 h 153"/>
                <a:gd name="T32" fmla="*/ 91 w 95"/>
                <a:gd name="T33" fmla="*/ 54 h 153"/>
                <a:gd name="T34" fmla="*/ 82 w 95"/>
                <a:gd name="T35" fmla="*/ 49 h 153"/>
                <a:gd name="T36" fmla="*/ 76 w 95"/>
                <a:gd name="T37" fmla="*/ 43 h 153"/>
                <a:gd name="T38" fmla="*/ 78 w 95"/>
                <a:gd name="T39" fmla="*/ 22 h 153"/>
                <a:gd name="T40" fmla="*/ 73 w 95"/>
                <a:gd name="T41" fmla="*/ 6 h 153"/>
                <a:gd name="T42" fmla="*/ 61 w 95"/>
                <a:gd name="T43" fmla="*/ 0 h 153"/>
                <a:gd name="T44" fmla="*/ 61 w 95"/>
                <a:gd name="T45" fmla="*/ 11 h 153"/>
                <a:gd name="T46" fmla="*/ 69 w 95"/>
                <a:gd name="T47" fmla="*/ 15 h 153"/>
                <a:gd name="T48" fmla="*/ 54 w 95"/>
                <a:gd name="T49" fmla="*/ 15 h 153"/>
                <a:gd name="T50" fmla="*/ 52 w 95"/>
                <a:gd name="T51" fmla="*/ 17 h 153"/>
                <a:gd name="T52" fmla="*/ 45 w 95"/>
                <a:gd name="T53" fmla="*/ 30 h 153"/>
                <a:gd name="T54" fmla="*/ 48 w 95"/>
                <a:gd name="T55" fmla="*/ 39 h 153"/>
                <a:gd name="T56" fmla="*/ 41 w 95"/>
                <a:gd name="T57" fmla="*/ 35 h 153"/>
                <a:gd name="T58" fmla="*/ 37 w 95"/>
                <a:gd name="T59" fmla="*/ 30 h 153"/>
                <a:gd name="T60" fmla="*/ 34 w 95"/>
                <a:gd name="T61" fmla="*/ 39 h 153"/>
                <a:gd name="T62" fmla="*/ 26 w 95"/>
                <a:gd name="T63" fmla="*/ 35 h 153"/>
                <a:gd name="T64" fmla="*/ 24 w 95"/>
                <a:gd name="T65" fmla="*/ 49 h 153"/>
                <a:gd name="T66" fmla="*/ 35 w 95"/>
                <a:gd name="T67" fmla="*/ 58 h 153"/>
                <a:gd name="T68" fmla="*/ 26 w 95"/>
                <a:gd name="T69" fmla="*/ 58 h 153"/>
                <a:gd name="T70" fmla="*/ 17 w 95"/>
                <a:gd name="T71" fmla="*/ 56 h 153"/>
                <a:gd name="T72" fmla="*/ 13 w 95"/>
                <a:gd name="T73" fmla="*/ 62 h 153"/>
                <a:gd name="T74" fmla="*/ 11 w 95"/>
                <a:gd name="T75" fmla="*/ 76 h 153"/>
                <a:gd name="T76" fmla="*/ 6 w 95"/>
                <a:gd name="T77" fmla="*/ 88 h 153"/>
                <a:gd name="T78" fmla="*/ 11 w 95"/>
                <a:gd name="T79" fmla="*/ 95 h 153"/>
                <a:gd name="T80" fmla="*/ 19 w 95"/>
                <a:gd name="T81" fmla="*/ 95 h 153"/>
                <a:gd name="T82" fmla="*/ 28 w 95"/>
                <a:gd name="T83" fmla="*/ 101 h 153"/>
                <a:gd name="T84" fmla="*/ 17 w 95"/>
                <a:gd name="T85" fmla="*/ 101 h 153"/>
                <a:gd name="T86" fmla="*/ 4 w 95"/>
                <a:gd name="T87" fmla="*/ 112 h 153"/>
                <a:gd name="T88" fmla="*/ 4 w 95"/>
                <a:gd name="T89" fmla="*/ 125 h 153"/>
                <a:gd name="T90" fmla="*/ 86 w 95"/>
                <a:gd name="T91" fmla="*/ 60 h 153"/>
                <a:gd name="T92" fmla="*/ 84 w 95"/>
                <a:gd name="T93" fmla="*/ 65 h 153"/>
                <a:gd name="T94" fmla="*/ 84 w 95"/>
                <a:gd name="T95" fmla="*/ 67 h 153"/>
                <a:gd name="T96" fmla="*/ 80 w 95"/>
                <a:gd name="T97" fmla="*/ 90 h 153"/>
                <a:gd name="T98" fmla="*/ 71 w 95"/>
                <a:gd name="T99" fmla="*/ 117 h 153"/>
                <a:gd name="T100" fmla="*/ 71 w 95"/>
                <a:gd name="T101" fmla="*/ 117 h 153"/>
                <a:gd name="T102" fmla="*/ 48 w 95"/>
                <a:gd name="T103" fmla="*/ 127 h 153"/>
                <a:gd name="T104" fmla="*/ 32 w 95"/>
                <a:gd name="T105" fmla="*/ 10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" h="153">
                  <a:moveTo>
                    <a:pt x="2" y="142"/>
                  </a:moveTo>
                  <a:lnTo>
                    <a:pt x="6" y="138"/>
                  </a:lnTo>
                  <a:lnTo>
                    <a:pt x="6" y="140"/>
                  </a:lnTo>
                  <a:lnTo>
                    <a:pt x="6" y="144"/>
                  </a:lnTo>
                  <a:lnTo>
                    <a:pt x="11" y="144"/>
                  </a:lnTo>
                  <a:lnTo>
                    <a:pt x="17" y="149"/>
                  </a:lnTo>
                  <a:lnTo>
                    <a:pt x="21" y="147"/>
                  </a:lnTo>
                  <a:lnTo>
                    <a:pt x="21" y="144"/>
                  </a:lnTo>
                  <a:lnTo>
                    <a:pt x="21" y="142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5"/>
                  </a:lnTo>
                  <a:lnTo>
                    <a:pt x="22" y="151"/>
                  </a:lnTo>
                  <a:lnTo>
                    <a:pt x="26" y="149"/>
                  </a:lnTo>
                  <a:lnTo>
                    <a:pt x="28" y="144"/>
                  </a:lnTo>
                  <a:lnTo>
                    <a:pt x="28" y="147"/>
                  </a:lnTo>
                  <a:lnTo>
                    <a:pt x="28" y="149"/>
                  </a:lnTo>
                  <a:lnTo>
                    <a:pt x="28" y="151"/>
                  </a:lnTo>
                  <a:lnTo>
                    <a:pt x="30" y="153"/>
                  </a:lnTo>
                  <a:lnTo>
                    <a:pt x="32" y="151"/>
                  </a:lnTo>
                  <a:lnTo>
                    <a:pt x="34" y="147"/>
                  </a:lnTo>
                  <a:lnTo>
                    <a:pt x="39" y="144"/>
                  </a:lnTo>
                  <a:lnTo>
                    <a:pt x="39" y="142"/>
                  </a:lnTo>
                  <a:lnTo>
                    <a:pt x="39" y="144"/>
                  </a:lnTo>
                  <a:lnTo>
                    <a:pt x="41" y="144"/>
                  </a:lnTo>
                  <a:lnTo>
                    <a:pt x="41" y="144"/>
                  </a:lnTo>
                  <a:lnTo>
                    <a:pt x="39" y="145"/>
                  </a:lnTo>
                  <a:lnTo>
                    <a:pt x="37" y="147"/>
                  </a:lnTo>
                  <a:lnTo>
                    <a:pt x="37" y="151"/>
                  </a:lnTo>
                  <a:lnTo>
                    <a:pt x="41" y="151"/>
                  </a:lnTo>
                  <a:lnTo>
                    <a:pt x="43" y="149"/>
                  </a:lnTo>
                  <a:lnTo>
                    <a:pt x="45" y="147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47" y="142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2"/>
                  </a:lnTo>
                  <a:lnTo>
                    <a:pt x="50" y="134"/>
                  </a:lnTo>
                  <a:lnTo>
                    <a:pt x="50" y="138"/>
                  </a:lnTo>
                  <a:lnTo>
                    <a:pt x="54" y="136"/>
                  </a:lnTo>
                  <a:lnTo>
                    <a:pt x="56" y="131"/>
                  </a:lnTo>
                  <a:lnTo>
                    <a:pt x="61" y="127"/>
                  </a:lnTo>
                  <a:lnTo>
                    <a:pt x="63" y="123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23"/>
                  </a:lnTo>
                  <a:lnTo>
                    <a:pt x="69" y="121"/>
                  </a:lnTo>
                  <a:lnTo>
                    <a:pt x="65" y="125"/>
                  </a:lnTo>
                  <a:lnTo>
                    <a:pt x="67" y="127"/>
                  </a:lnTo>
                  <a:lnTo>
                    <a:pt x="69" y="129"/>
                  </a:lnTo>
                  <a:lnTo>
                    <a:pt x="75" y="127"/>
                  </a:lnTo>
                  <a:lnTo>
                    <a:pt x="76" y="125"/>
                  </a:lnTo>
                  <a:lnTo>
                    <a:pt x="80" y="125"/>
                  </a:lnTo>
                  <a:lnTo>
                    <a:pt x="82" y="123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82" y="117"/>
                  </a:lnTo>
                  <a:lnTo>
                    <a:pt x="84" y="117"/>
                  </a:lnTo>
                  <a:lnTo>
                    <a:pt x="86" y="116"/>
                  </a:lnTo>
                  <a:lnTo>
                    <a:pt x="89" y="114"/>
                  </a:lnTo>
                  <a:lnTo>
                    <a:pt x="91" y="112"/>
                  </a:lnTo>
                  <a:lnTo>
                    <a:pt x="91" y="110"/>
                  </a:lnTo>
                  <a:lnTo>
                    <a:pt x="91" y="106"/>
                  </a:lnTo>
                  <a:lnTo>
                    <a:pt x="89" y="104"/>
                  </a:lnTo>
                  <a:lnTo>
                    <a:pt x="91" y="103"/>
                  </a:lnTo>
                  <a:lnTo>
                    <a:pt x="89" y="95"/>
                  </a:lnTo>
                  <a:lnTo>
                    <a:pt x="88" y="95"/>
                  </a:lnTo>
                  <a:lnTo>
                    <a:pt x="84" y="91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6" y="84"/>
                  </a:lnTo>
                  <a:lnTo>
                    <a:pt x="88" y="84"/>
                  </a:lnTo>
                  <a:lnTo>
                    <a:pt x="91" y="76"/>
                  </a:lnTo>
                  <a:lnTo>
                    <a:pt x="93" y="73"/>
                  </a:lnTo>
                  <a:lnTo>
                    <a:pt x="91" y="71"/>
                  </a:lnTo>
                  <a:lnTo>
                    <a:pt x="93" y="69"/>
                  </a:lnTo>
                  <a:lnTo>
                    <a:pt x="93" y="65"/>
                  </a:lnTo>
                  <a:lnTo>
                    <a:pt x="95" y="63"/>
                  </a:lnTo>
                  <a:lnTo>
                    <a:pt x="95" y="60"/>
                  </a:lnTo>
                  <a:lnTo>
                    <a:pt x="95" y="58"/>
                  </a:lnTo>
                  <a:lnTo>
                    <a:pt x="95" y="56"/>
                  </a:lnTo>
                  <a:lnTo>
                    <a:pt x="91" y="54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2"/>
                  </a:lnTo>
                  <a:lnTo>
                    <a:pt x="86" y="49"/>
                  </a:lnTo>
                  <a:lnTo>
                    <a:pt x="82" y="49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76" y="50"/>
                  </a:lnTo>
                  <a:lnTo>
                    <a:pt x="78" y="47"/>
                  </a:lnTo>
                  <a:lnTo>
                    <a:pt x="76" y="43"/>
                  </a:lnTo>
                  <a:lnTo>
                    <a:pt x="76" y="37"/>
                  </a:lnTo>
                  <a:lnTo>
                    <a:pt x="76" y="34"/>
                  </a:lnTo>
                  <a:lnTo>
                    <a:pt x="78" y="32"/>
                  </a:lnTo>
                  <a:lnTo>
                    <a:pt x="78" y="26"/>
                  </a:lnTo>
                  <a:lnTo>
                    <a:pt x="78" y="22"/>
                  </a:lnTo>
                  <a:lnTo>
                    <a:pt x="80" y="19"/>
                  </a:lnTo>
                  <a:lnTo>
                    <a:pt x="80" y="15"/>
                  </a:lnTo>
                  <a:lnTo>
                    <a:pt x="78" y="11"/>
                  </a:lnTo>
                  <a:lnTo>
                    <a:pt x="76" y="9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67" y="2"/>
                  </a:lnTo>
                  <a:lnTo>
                    <a:pt x="65" y="2"/>
                  </a:lnTo>
                  <a:lnTo>
                    <a:pt x="65" y="4"/>
                  </a:lnTo>
                  <a:lnTo>
                    <a:pt x="61" y="0"/>
                  </a:lnTo>
                  <a:lnTo>
                    <a:pt x="58" y="2"/>
                  </a:lnTo>
                  <a:lnTo>
                    <a:pt x="58" y="6"/>
                  </a:lnTo>
                  <a:lnTo>
                    <a:pt x="56" y="9"/>
                  </a:lnTo>
                  <a:lnTo>
                    <a:pt x="58" y="11"/>
                  </a:lnTo>
                  <a:lnTo>
                    <a:pt x="61" y="11"/>
                  </a:lnTo>
                  <a:lnTo>
                    <a:pt x="63" y="11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1" y="17"/>
                  </a:lnTo>
                  <a:lnTo>
                    <a:pt x="60" y="17"/>
                  </a:lnTo>
                  <a:lnTo>
                    <a:pt x="54" y="15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2"/>
                  </a:lnTo>
                  <a:lnTo>
                    <a:pt x="52" y="17"/>
                  </a:lnTo>
                  <a:lnTo>
                    <a:pt x="47" y="21"/>
                  </a:lnTo>
                  <a:lnTo>
                    <a:pt x="45" y="24"/>
                  </a:lnTo>
                  <a:lnTo>
                    <a:pt x="43" y="26"/>
                  </a:lnTo>
                  <a:lnTo>
                    <a:pt x="43" y="28"/>
                  </a:lnTo>
                  <a:lnTo>
                    <a:pt x="45" y="30"/>
                  </a:lnTo>
                  <a:lnTo>
                    <a:pt x="47" y="32"/>
                  </a:lnTo>
                  <a:lnTo>
                    <a:pt x="48" y="34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1" y="35"/>
                  </a:lnTo>
                  <a:lnTo>
                    <a:pt x="45" y="35"/>
                  </a:lnTo>
                  <a:lnTo>
                    <a:pt x="43" y="32"/>
                  </a:lnTo>
                  <a:lnTo>
                    <a:pt x="41" y="32"/>
                  </a:lnTo>
                  <a:lnTo>
                    <a:pt x="39" y="30"/>
                  </a:lnTo>
                  <a:lnTo>
                    <a:pt x="37" y="30"/>
                  </a:lnTo>
                  <a:lnTo>
                    <a:pt x="35" y="32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4" y="35"/>
                  </a:lnTo>
                  <a:lnTo>
                    <a:pt x="34" y="39"/>
                  </a:lnTo>
                  <a:lnTo>
                    <a:pt x="34" y="41"/>
                  </a:lnTo>
                  <a:lnTo>
                    <a:pt x="32" y="39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2" y="39"/>
                  </a:lnTo>
                  <a:lnTo>
                    <a:pt x="24" y="41"/>
                  </a:lnTo>
                  <a:lnTo>
                    <a:pt x="22" y="45"/>
                  </a:lnTo>
                  <a:lnTo>
                    <a:pt x="24" y="49"/>
                  </a:lnTo>
                  <a:lnTo>
                    <a:pt x="28" y="50"/>
                  </a:lnTo>
                  <a:lnTo>
                    <a:pt x="24" y="50"/>
                  </a:lnTo>
                  <a:lnTo>
                    <a:pt x="30" y="54"/>
                  </a:lnTo>
                  <a:lnTo>
                    <a:pt x="32" y="56"/>
                  </a:lnTo>
                  <a:lnTo>
                    <a:pt x="35" y="58"/>
                  </a:lnTo>
                  <a:lnTo>
                    <a:pt x="39" y="58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4" y="60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19" y="52"/>
                  </a:lnTo>
                  <a:lnTo>
                    <a:pt x="17" y="56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3" y="62"/>
                  </a:lnTo>
                  <a:lnTo>
                    <a:pt x="13" y="67"/>
                  </a:lnTo>
                  <a:lnTo>
                    <a:pt x="11" y="67"/>
                  </a:lnTo>
                  <a:lnTo>
                    <a:pt x="11" y="75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7" y="80"/>
                  </a:lnTo>
                  <a:lnTo>
                    <a:pt x="6" y="84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6" y="88"/>
                  </a:lnTo>
                  <a:lnTo>
                    <a:pt x="6" y="90"/>
                  </a:lnTo>
                  <a:lnTo>
                    <a:pt x="7" y="93"/>
                  </a:lnTo>
                  <a:lnTo>
                    <a:pt x="9" y="91"/>
                  </a:lnTo>
                  <a:lnTo>
                    <a:pt x="13" y="91"/>
                  </a:lnTo>
                  <a:lnTo>
                    <a:pt x="11" y="95"/>
                  </a:lnTo>
                  <a:lnTo>
                    <a:pt x="13" y="97"/>
                  </a:lnTo>
                  <a:lnTo>
                    <a:pt x="15" y="97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4" y="101"/>
                  </a:lnTo>
                  <a:lnTo>
                    <a:pt x="26" y="101"/>
                  </a:lnTo>
                  <a:lnTo>
                    <a:pt x="28" y="101"/>
                  </a:lnTo>
                  <a:lnTo>
                    <a:pt x="24" y="103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3" y="103"/>
                  </a:lnTo>
                  <a:lnTo>
                    <a:pt x="11" y="103"/>
                  </a:lnTo>
                  <a:lnTo>
                    <a:pt x="7" y="104"/>
                  </a:lnTo>
                  <a:lnTo>
                    <a:pt x="6" y="106"/>
                  </a:lnTo>
                  <a:lnTo>
                    <a:pt x="4" y="112"/>
                  </a:lnTo>
                  <a:lnTo>
                    <a:pt x="6" y="112"/>
                  </a:lnTo>
                  <a:lnTo>
                    <a:pt x="4" y="112"/>
                  </a:lnTo>
                  <a:lnTo>
                    <a:pt x="2" y="119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0" y="125"/>
                  </a:lnTo>
                  <a:lnTo>
                    <a:pt x="0" y="131"/>
                  </a:lnTo>
                  <a:lnTo>
                    <a:pt x="2" y="134"/>
                  </a:lnTo>
                  <a:lnTo>
                    <a:pt x="2" y="142"/>
                  </a:lnTo>
                  <a:close/>
                  <a:moveTo>
                    <a:pt x="86" y="60"/>
                  </a:moveTo>
                  <a:lnTo>
                    <a:pt x="86" y="58"/>
                  </a:lnTo>
                  <a:lnTo>
                    <a:pt x="86" y="58"/>
                  </a:lnTo>
                  <a:lnTo>
                    <a:pt x="88" y="58"/>
                  </a:lnTo>
                  <a:lnTo>
                    <a:pt x="86" y="62"/>
                  </a:lnTo>
                  <a:lnTo>
                    <a:pt x="84" y="65"/>
                  </a:lnTo>
                  <a:lnTo>
                    <a:pt x="86" y="67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65"/>
                  </a:lnTo>
                  <a:lnTo>
                    <a:pt x="86" y="60"/>
                  </a:lnTo>
                  <a:close/>
                  <a:moveTo>
                    <a:pt x="78" y="90"/>
                  </a:moveTo>
                  <a:lnTo>
                    <a:pt x="80" y="90"/>
                  </a:lnTo>
                  <a:lnTo>
                    <a:pt x="80" y="90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6" y="90"/>
                  </a:lnTo>
                  <a:lnTo>
                    <a:pt x="78" y="90"/>
                  </a:lnTo>
                  <a:close/>
                  <a:moveTo>
                    <a:pt x="71" y="117"/>
                  </a:moveTo>
                  <a:lnTo>
                    <a:pt x="73" y="117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71" y="119"/>
                  </a:lnTo>
                  <a:lnTo>
                    <a:pt x="71" y="117"/>
                  </a:lnTo>
                  <a:close/>
                  <a:moveTo>
                    <a:pt x="48" y="125"/>
                  </a:moveTo>
                  <a:lnTo>
                    <a:pt x="52" y="123"/>
                  </a:lnTo>
                  <a:lnTo>
                    <a:pt x="48" y="127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5"/>
                  </a:lnTo>
                  <a:close/>
                  <a:moveTo>
                    <a:pt x="30" y="101"/>
                  </a:moveTo>
                  <a:lnTo>
                    <a:pt x="32" y="103"/>
                  </a:lnTo>
                  <a:lnTo>
                    <a:pt x="34" y="103"/>
                  </a:lnTo>
                  <a:lnTo>
                    <a:pt x="32" y="103"/>
                  </a:lnTo>
                  <a:lnTo>
                    <a:pt x="28" y="101"/>
                  </a:lnTo>
                  <a:lnTo>
                    <a:pt x="30" y="10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3" name="Freeform 6470">
              <a:extLst>
                <a:ext uri="{FF2B5EF4-FFF2-40B4-BE49-F238E27FC236}">
                  <a16:creationId xmlns:a16="http://schemas.microsoft.com/office/drawing/2014/main" id="{2739CAC3-4DAB-4162-BA5E-A3B3ED2082F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1" y="1225"/>
              <a:ext cx="17" cy="24"/>
            </a:xfrm>
            <a:custGeom>
              <a:avLst/>
              <a:gdLst>
                <a:gd name="T0" fmla="*/ 4 w 17"/>
                <a:gd name="T1" fmla="*/ 13 h 24"/>
                <a:gd name="T2" fmla="*/ 6 w 17"/>
                <a:gd name="T3" fmla="*/ 13 h 24"/>
                <a:gd name="T4" fmla="*/ 6 w 17"/>
                <a:gd name="T5" fmla="*/ 13 h 24"/>
                <a:gd name="T6" fmla="*/ 4 w 17"/>
                <a:gd name="T7" fmla="*/ 17 h 24"/>
                <a:gd name="T8" fmla="*/ 4 w 17"/>
                <a:gd name="T9" fmla="*/ 19 h 24"/>
                <a:gd name="T10" fmla="*/ 4 w 17"/>
                <a:gd name="T11" fmla="*/ 21 h 24"/>
                <a:gd name="T12" fmla="*/ 6 w 17"/>
                <a:gd name="T13" fmla="*/ 24 h 24"/>
                <a:gd name="T14" fmla="*/ 10 w 17"/>
                <a:gd name="T15" fmla="*/ 21 h 24"/>
                <a:gd name="T16" fmla="*/ 12 w 17"/>
                <a:gd name="T17" fmla="*/ 15 h 24"/>
                <a:gd name="T18" fmla="*/ 13 w 17"/>
                <a:gd name="T19" fmla="*/ 13 h 24"/>
                <a:gd name="T20" fmla="*/ 15 w 17"/>
                <a:gd name="T21" fmla="*/ 11 h 24"/>
                <a:gd name="T22" fmla="*/ 17 w 17"/>
                <a:gd name="T23" fmla="*/ 8 h 24"/>
                <a:gd name="T24" fmla="*/ 17 w 17"/>
                <a:gd name="T25" fmla="*/ 4 h 24"/>
                <a:gd name="T26" fmla="*/ 13 w 17"/>
                <a:gd name="T27" fmla="*/ 4 h 24"/>
                <a:gd name="T28" fmla="*/ 12 w 17"/>
                <a:gd name="T29" fmla="*/ 4 h 24"/>
                <a:gd name="T30" fmla="*/ 13 w 17"/>
                <a:gd name="T31" fmla="*/ 0 h 24"/>
                <a:gd name="T32" fmla="*/ 10 w 17"/>
                <a:gd name="T33" fmla="*/ 0 h 24"/>
                <a:gd name="T34" fmla="*/ 8 w 17"/>
                <a:gd name="T35" fmla="*/ 4 h 24"/>
                <a:gd name="T36" fmla="*/ 2 w 17"/>
                <a:gd name="T37" fmla="*/ 6 h 24"/>
                <a:gd name="T38" fmla="*/ 2 w 17"/>
                <a:gd name="T39" fmla="*/ 8 h 24"/>
                <a:gd name="T40" fmla="*/ 0 w 17"/>
                <a:gd name="T41" fmla="*/ 10 h 24"/>
                <a:gd name="T42" fmla="*/ 0 w 17"/>
                <a:gd name="T43" fmla="*/ 13 h 24"/>
                <a:gd name="T44" fmla="*/ 4 w 17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4">
                  <a:moveTo>
                    <a:pt x="4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6" y="24"/>
                  </a:lnTo>
                  <a:lnTo>
                    <a:pt x="10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5" y="11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4" name="Freeform 6471">
              <a:extLst>
                <a:ext uri="{FF2B5EF4-FFF2-40B4-BE49-F238E27FC236}">
                  <a16:creationId xmlns:a16="http://schemas.microsoft.com/office/drawing/2014/main" id="{2E21C001-204C-487D-A071-14FD5C6D3DF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8" y="1283"/>
              <a:ext cx="37" cy="48"/>
            </a:xfrm>
            <a:custGeom>
              <a:avLst/>
              <a:gdLst>
                <a:gd name="T0" fmla="*/ 6 w 37"/>
                <a:gd name="T1" fmla="*/ 22 h 48"/>
                <a:gd name="T2" fmla="*/ 4 w 37"/>
                <a:gd name="T3" fmla="*/ 22 h 48"/>
                <a:gd name="T4" fmla="*/ 4 w 37"/>
                <a:gd name="T5" fmla="*/ 26 h 48"/>
                <a:gd name="T6" fmla="*/ 7 w 37"/>
                <a:gd name="T7" fmla="*/ 28 h 48"/>
                <a:gd name="T8" fmla="*/ 9 w 37"/>
                <a:gd name="T9" fmla="*/ 32 h 48"/>
                <a:gd name="T10" fmla="*/ 9 w 37"/>
                <a:gd name="T11" fmla="*/ 32 h 48"/>
                <a:gd name="T12" fmla="*/ 7 w 37"/>
                <a:gd name="T13" fmla="*/ 30 h 48"/>
                <a:gd name="T14" fmla="*/ 2 w 37"/>
                <a:gd name="T15" fmla="*/ 30 h 48"/>
                <a:gd name="T16" fmla="*/ 0 w 37"/>
                <a:gd name="T17" fmla="*/ 34 h 48"/>
                <a:gd name="T18" fmla="*/ 4 w 37"/>
                <a:gd name="T19" fmla="*/ 35 h 48"/>
                <a:gd name="T20" fmla="*/ 4 w 37"/>
                <a:gd name="T21" fmla="*/ 39 h 48"/>
                <a:gd name="T22" fmla="*/ 4 w 37"/>
                <a:gd name="T23" fmla="*/ 39 h 48"/>
                <a:gd name="T24" fmla="*/ 4 w 37"/>
                <a:gd name="T25" fmla="*/ 41 h 48"/>
                <a:gd name="T26" fmla="*/ 4 w 37"/>
                <a:gd name="T27" fmla="*/ 47 h 48"/>
                <a:gd name="T28" fmla="*/ 7 w 37"/>
                <a:gd name="T29" fmla="*/ 45 h 48"/>
                <a:gd name="T30" fmla="*/ 7 w 37"/>
                <a:gd name="T31" fmla="*/ 43 h 48"/>
                <a:gd name="T32" fmla="*/ 9 w 37"/>
                <a:gd name="T33" fmla="*/ 43 h 48"/>
                <a:gd name="T34" fmla="*/ 9 w 37"/>
                <a:gd name="T35" fmla="*/ 47 h 48"/>
                <a:gd name="T36" fmla="*/ 11 w 37"/>
                <a:gd name="T37" fmla="*/ 47 h 48"/>
                <a:gd name="T38" fmla="*/ 15 w 37"/>
                <a:gd name="T39" fmla="*/ 45 h 48"/>
                <a:gd name="T40" fmla="*/ 19 w 37"/>
                <a:gd name="T41" fmla="*/ 47 h 48"/>
                <a:gd name="T42" fmla="*/ 20 w 37"/>
                <a:gd name="T43" fmla="*/ 45 h 48"/>
                <a:gd name="T44" fmla="*/ 22 w 37"/>
                <a:gd name="T45" fmla="*/ 45 h 48"/>
                <a:gd name="T46" fmla="*/ 22 w 37"/>
                <a:gd name="T47" fmla="*/ 47 h 48"/>
                <a:gd name="T48" fmla="*/ 24 w 37"/>
                <a:gd name="T49" fmla="*/ 48 h 48"/>
                <a:gd name="T50" fmla="*/ 26 w 37"/>
                <a:gd name="T51" fmla="*/ 47 h 48"/>
                <a:gd name="T52" fmla="*/ 32 w 37"/>
                <a:gd name="T53" fmla="*/ 43 h 48"/>
                <a:gd name="T54" fmla="*/ 32 w 37"/>
                <a:gd name="T55" fmla="*/ 39 h 48"/>
                <a:gd name="T56" fmla="*/ 32 w 37"/>
                <a:gd name="T57" fmla="*/ 34 h 48"/>
                <a:gd name="T58" fmla="*/ 32 w 37"/>
                <a:gd name="T59" fmla="*/ 35 h 48"/>
                <a:gd name="T60" fmla="*/ 33 w 37"/>
                <a:gd name="T61" fmla="*/ 34 h 48"/>
                <a:gd name="T62" fmla="*/ 37 w 37"/>
                <a:gd name="T63" fmla="*/ 30 h 48"/>
                <a:gd name="T64" fmla="*/ 35 w 37"/>
                <a:gd name="T65" fmla="*/ 24 h 48"/>
                <a:gd name="T66" fmla="*/ 35 w 37"/>
                <a:gd name="T67" fmla="*/ 22 h 48"/>
                <a:gd name="T68" fmla="*/ 35 w 37"/>
                <a:gd name="T69" fmla="*/ 20 h 48"/>
                <a:gd name="T70" fmla="*/ 32 w 37"/>
                <a:gd name="T71" fmla="*/ 20 h 48"/>
                <a:gd name="T72" fmla="*/ 32 w 37"/>
                <a:gd name="T73" fmla="*/ 17 h 48"/>
                <a:gd name="T74" fmla="*/ 30 w 37"/>
                <a:gd name="T75" fmla="*/ 15 h 48"/>
                <a:gd name="T76" fmla="*/ 30 w 37"/>
                <a:gd name="T77" fmla="*/ 15 h 48"/>
                <a:gd name="T78" fmla="*/ 28 w 37"/>
                <a:gd name="T79" fmla="*/ 11 h 48"/>
                <a:gd name="T80" fmla="*/ 28 w 37"/>
                <a:gd name="T81" fmla="*/ 11 h 48"/>
                <a:gd name="T82" fmla="*/ 26 w 37"/>
                <a:gd name="T83" fmla="*/ 9 h 48"/>
                <a:gd name="T84" fmla="*/ 26 w 37"/>
                <a:gd name="T85" fmla="*/ 7 h 48"/>
                <a:gd name="T86" fmla="*/ 26 w 37"/>
                <a:gd name="T87" fmla="*/ 6 h 48"/>
                <a:gd name="T88" fmla="*/ 22 w 37"/>
                <a:gd name="T89" fmla="*/ 0 h 48"/>
                <a:gd name="T90" fmla="*/ 19 w 37"/>
                <a:gd name="T91" fmla="*/ 0 h 48"/>
                <a:gd name="T92" fmla="*/ 15 w 37"/>
                <a:gd name="T93" fmla="*/ 4 h 48"/>
                <a:gd name="T94" fmla="*/ 13 w 37"/>
                <a:gd name="T95" fmla="*/ 6 h 48"/>
                <a:gd name="T96" fmla="*/ 11 w 37"/>
                <a:gd name="T97" fmla="*/ 9 h 48"/>
                <a:gd name="T98" fmla="*/ 11 w 37"/>
                <a:gd name="T99" fmla="*/ 9 h 48"/>
                <a:gd name="T100" fmla="*/ 9 w 37"/>
                <a:gd name="T101" fmla="*/ 9 h 48"/>
                <a:gd name="T102" fmla="*/ 7 w 37"/>
                <a:gd name="T103" fmla="*/ 13 h 48"/>
                <a:gd name="T104" fmla="*/ 6 w 37"/>
                <a:gd name="T105" fmla="*/ 19 h 48"/>
                <a:gd name="T106" fmla="*/ 4 w 37"/>
                <a:gd name="T107" fmla="*/ 20 h 48"/>
                <a:gd name="T108" fmla="*/ 6 w 37"/>
                <a:gd name="T10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48">
                  <a:moveTo>
                    <a:pt x="6" y="22"/>
                  </a:moveTo>
                  <a:lnTo>
                    <a:pt x="4" y="22"/>
                  </a:lnTo>
                  <a:lnTo>
                    <a:pt x="4" y="26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7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47"/>
                  </a:lnTo>
                  <a:lnTo>
                    <a:pt x="7" y="45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9" y="47"/>
                  </a:lnTo>
                  <a:lnTo>
                    <a:pt x="11" y="47"/>
                  </a:lnTo>
                  <a:lnTo>
                    <a:pt x="15" y="45"/>
                  </a:lnTo>
                  <a:lnTo>
                    <a:pt x="19" y="47"/>
                  </a:lnTo>
                  <a:lnTo>
                    <a:pt x="20" y="45"/>
                  </a:lnTo>
                  <a:lnTo>
                    <a:pt x="22" y="45"/>
                  </a:lnTo>
                  <a:lnTo>
                    <a:pt x="22" y="47"/>
                  </a:lnTo>
                  <a:lnTo>
                    <a:pt x="24" y="48"/>
                  </a:lnTo>
                  <a:lnTo>
                    <a:pt x="26" y="47"/>
                  </a:lnTo>
                  <a:lnTo>
                    <a:pt x="32" y="43"/>
                  </a:lnTo>
                  <a:lnTo>
                    <a:pt x="32" y="39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7" y="30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2" y="20"/>
                  </a:lnTo>
                  <a:lnTo>
                    <a:pt x="32" y="17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7" y="13"/>
                  </a:lnTo>
                  <a:lnTo>
                    <a:pt x="6" y="19"/>
                  </a:lnTo>
                  <a:lnTo>
                    <a:pt x="4" y="20"/>
                  </a:lnTo>
                  <a:lnTo>
                    <a:pt x="6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5" name="Freeform 6472">
              <a:extLst>
                <a:ext uri="{FF2B5EF4-FFF2-40B4-BE49-F238E27FC236}">
                  <a16:creationId xmlns:a16="http://schemas.microsoft.com/office/drawing/2014/main" id="{0005409E-FAD5-4673-B248-CD04C893E8B9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9" y="1354"/>
              <a:ext cx="17" cy="18"/>
            </a:xfrm>
            <a:custGeom>
              <a:avLst/>
              <a:gdLst>
                <a:gd name="T0" fmla="*/ 5 w 17"/>
                <a:gd name="T1" fmla="*/ 2 h 18"/>
                <a:gd name="T2" fmla="*/ 4 w 17"/>
                <a:gd name="T3" fmla="*/ 5 h 18"/>
                <a:gd name="T4" fmla="*/ 4 w 17"/>
                <a:gd name="T5" fmla="*/ 7 h 18"/>
                <a:gd name="T6" fmla="*/ 4 w 17"/>
                <a:gd name="T7" fmla="*/ 11 h 18"/>
                <a:gd name="T8" fmla="*/ 4 w 17"/>
                <a:gd name="T9" fmla="*/ 13 h 18"/>
                <a:gd name="T10" fmla="*/ 4 w 17"/>
                <a:gd name="T11" fmla="*/ 13 h 18"/>
                <a:gd name="T12" fmla="*/ 4 w 17"/>
                <a:gd name="T13" fmla="*/ 9 h 18"/>
                <a:gd name="T14" fmla="*/ 0 w 17"/>
                <a:gd name="T15" fmla="*/ 11 h 18"/>
                <a:gd name="T16" fmla="*/ 0 w 17"/>
                <a:gd name="T17" fmla="*/ 13 h 18"/>
                <a:gd name="T18" fmla="*/ 0 w 17"/>
                <a:gd name="T19" fmla="*/ 17 h 18"/>
                <a:gd name="T20" fmla="*/ 4 w 17"/>
                <a:gd name="T21" fmla="*/ 18 h 18"/>
                <a:gd name="T22" fmla="*/ 5 w 17"/>
                <a:gd name="T23" fmla="*/ 17 h 18"/>
                <a:gd name="T24" fmla="*/ 5 w 17"/>
                <a:gd name="T25" fmla="*/ 15 h 18"/>
                <a:gd name="T26" fmla="*/ 7 w 17"/>
                <a:gd name="T27" fmla="*/ 17 h 18"/>
                <a:gd name="T28" fmla="*/ 11 w 17"/>
                <a:gd name="T29" fmla="*/ 17 h 18"/>
                <a:gd name="T30" fmla="*/ 15 w 17"/>
                <a:gd name="T31" fmla="*/ 15 h 18"/>
                <a:gd name="T32" fmla="*/ 17 w 17"/>
                <a:gd name="T33" fmla="*/ 9 h 18"/>
                <a:gd name="T34" fmla="*/ 17 w 17"/>
                <a:gd name="T35" fmla="*/ 7 h 18"/>
                <a:gd name="T36" fmla="*/ 17 w 17"/>
                <a:gd name="T37" fmla="*/ 5 h 18"/>
                <a:gd name="T38" fmla="*/ 17 w 17"/>
                <a:gd name="T39" fmla="*/ 5 h 18"/>
                <a:gd name="T40" fmla="*/ 15 w 17"/>
                <a:gd name="T41" fmla="*/ 2 h 18"/>
                <a:gd name="T42" fmla="*/ 13 w 17"/>
                <a:gd name="T43" fmla="*/ 2 h 18"/>
                <a:gd name="T44" fmla="*/ 11 w 17"/>
                <a:gd name="T45" fmla="*/ 0 h 18"/>
                <a:gd name="T46" fmla="*/ 7 w 17"/>
                <a:gd name="T47" fmla="*/ 0 h 18"/>
                <a:gd name="T48" fmla="*/ 5 w 17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" h="18">
                  <a:moveTo>
                    <a:pt x="5" y="2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5"/>
                  </a:lnTo>
                  <a:lnTo>
                    <a:pt x="7" y="17"/>
                  </a:lnTo>
                  <a:lnTo>
                    <a:pt x="11" y="17"/>
                  </a:lnTo>
                  <a:lnTo>
                    <a:pt x="15" y="15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6" name="Freeform 6473">
              <a:extLst>
                <a:ext uri="{FF2B5EF4-FFF2-40B4-BE49-F238E27FC236}">
                  <a16:creationId xmlns:a16="http://schemas.microsoft.com/office/drawing/2014/main" id="{0378991D-0E6D-4808-BE0E-FE441DB22D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784" y="1852"/>
              <a:ext cx="11" cy="16"/>
            </a:xfrm>
            <a:custGeom>
              <a:avLst/>
              <a:gdLst>
                <a:gd name="T0" fmla="*/ 2 w 11"/>
                <a:gd name="T1" fmla="*/ 7 h 16"/>
                <a:gd name="T2" fmla="*/ 0 w 11"/>
                <a:gd name="T3" fmla="*/ 7 h 16"/>
                <a:gd name="T4" fmla="*/ 0 w 11"/>
                <a:gd name="T5" fmla="*/ 11 h 16"/>
                <a:gd name="T6" fmla="*/ 2 w 11"/>
                <a:gd name="T7" fmla="*/ 13 h 16"/>
                <a:gd name="T8" fmla="*/ 4 w 11"/>
                <a:gd name="T9" fmla="*/ 13 h 16"/>
                <a:gd name="T10" fmla="*/ 5 w 11"/>
                <a:gd name="T11" fmla="*/ 15 h 16"/>
                <a:gd name="T12" fmla="*/ 5 w 11"/>
                <a:gd name="T13" fmla="*/ 15 h 16"/>
                <a:gd name="T14" fmla="*/ 7 w 11"/>
                <a:gd name="T15" fmla="*/ 16 h 16"/>
                <a:gd name="T16" fmla="*/ 9 w 11"/>
                <a:gd name="T17" fmla="*/ 16 h 16"/>
                <a:gd name="T18" fmla="*/ 9 w 11"/>
                <a:gd name="T19" fmla="*/ 15 h 16"/>
                <a:gd name="T20" fmla="*/ 11 w 11"/>
                <a:gd name="T21" fmla="*/ 15 h 16"/>
                <a:gd name="T22" fmla="*/ 11 w 11"/>
                <a:gd name="T23" fmla="*/ 13 h 16"/>
                <a:gd name="T24" fmla="*/ 11 w 11"/>
                <a:gd name="T25" fmla="*/ 11 h 16"/>
                <a:gd name="T26" fmla="*/ 11 w 11"/>
                <a:gd name="T27" fmla="*/ 9 h 16"/>
                <a:gd name="T28" fmla="*/ 11 w 11"/>
                <a:gd name="T29" fmla="*/ 9 h 16"/>
                <a:gd name="T30" fmla="*/ 11 w 11"/>
                <a:gd name="T31" fmla="*/ 7 h 16"/>
                <a:gd name="T32" fmla="*/ 11 w 11"/>
                <a:gd name="T33" fmla="*/ 5 h 16"/>
                <a:gd name="T34" fmla="*/ 9 w 11"/>
                <a:gd name="T35" fmla="*/ 3 h 16"/>
                <a:gd name="T36" fmla="*/ 9 w 11"/>
                <a:gd name="T37" fmla="*/ 1 h 16"/>
                <a:gd name="T38" fmla="*/ 7 w 11"/>
                <a:gd name="T39" fmla="*/ 0 h 16"/>
                <a:gd name="T40" fmla="*/ 5 w 11"/>
                <a:gd name="T41" fmla="*/ 1 h 16"/>
                <a:gd name="T42" fmla="*/ 5 w 11"/>
                <a:gd name="T43" fmla="*/ 3 h 16"/>
                <a:gd name="T44" fmla="*/ 5 w 11"/>
                <a:gd name="T45" fmla="*/ 5 h 16"/>
                <a:gd name="T46" fmla="*/ 5 w 11"/>
                <a:gd name="T47" fmla="*/ 5 h 16"/>
                <a:gd name="T48" fmla="*/ 7 w 11"/>
                <a:gd name="T49" fmla="*/ 7 h 16"/>
                <a:gd name="T50" fmla="*/ 4 w 11"/>
                <a:gd name="T51" fmla="*/ 7 h 16"/>
                <a:gd name="T52" fmla="*/ 2 w 11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" h="16">
                  <a:moveTo>
                    <a:pt x="2" y="7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9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4" y="7"/>
                  </a:lnTo>
                  <a:lnTo>
                    <a:pt x="2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7" name="Freeform 6474">
              <a:extLst>
                <a:ext uri="{FF2B5EF4-FFF2-40B4-BE49-F238E27FC236}">
                  <a16:creationId xmlns:a16="http://schemas.microsoft.com/office/drawing/2014/main" id="{39661C36-F4D2-486A-9A9D-219A20FA083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1878"/>
              <a:ext cx="11" cy="11"/>
            </a:xfrm>
            <a:custGeom>
              <a:avLst/>
              <a:gdLst>
                <a:gd name="T0" fmla="*/ 11 w 11"/>
                <a:gd name="T1" fmla="*/ 0 h 11"/>
                <a:gd name="T2" fmla="*/ 6 w 11"/>
                <a:gd name="T3" fmla="*/ 0 h 11"/>
                <a:gd name="T4" fmla="*/ 4 w 11"/>
                <a:gd name="T5" fmla="*/ 3 h 11"/>
                <a:gd name="T6" fmla="*/ 4 w 11"/>
                <a:gd name="T7" fmla="*/ 5 h 11"/>
                <a:gd name="T8" fmla="*/ 2 w 11"/>
                <a:gd name="T9" fmla="*/ 5 h 11"/>
                <a:gd name="T10" fmla="*/ 0 w 11"/>
                <a:gd name="T11" fmla="*/ 9 h 11"/>
                <a:gd name="T12" fmla="*/ 2 w 11"/>
                <a:gd name="T13" fmla="*/ 11 h 11"/>
                <a:gd name="T14" fmla="*/ 4 w 11"/>
                <a:gd name="T15" fmla="*/ 11 h 11"/>
                <a:gd name="T16" fmla="*/ 6 w 11"/>
                <a:gd name="T17" fmla="*/ 9 h 11"/>
                <a:gd name="T18" fmla="*/ 7 w 11"/>
                <a:gd name="T19" fmla="*/ 9 h 11"/>
                <a:gd name="T20" fmla="*/ 9 w 11"/>
                <a:gd name="T21" fmla="*/ 7 h 11"/>
                <a:gd name="T22" fmla="*/ 11 w 11"/>
                <a:gd name="T23" fmla="*/ 5 h 11"/>
                <a:gd name="T24" fmla="*/ 11 w 11"/>
                <a:gd name="T25" fmla="*/ 3 h 11"/>
                <a:gd name="T26" fmla="*/ 11 w 11"/>
                <a:gd name="T27" fmla="*/ 3 h 11"/>
                <a:gd name="T28" fmla="*/ 11 w 11"/>
                <a:gd name="T29" fmla="*/ 2 h 11"/>
                <a:gd name="T30" fmla="*/ 11 w 11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6" y="0"/>
                  </a:lnTo>
                  <a:lnTo>
                    <a:pt x="4" y="3"/>
                  </a:lnTo>
                  <a:lnTo>
                    <a:pt x="4" y="5"/>
                  </a:lnTo>
                  <a:lnTo>
                    <a:pt x="2" y="5"/>
                  </a:lnTo>
                  <a:lnTo>
                    <a:pt x="0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6" y="9"/>
                  </a:lnTo>
                  <a:lnTo>
                    <a:pt x="7" y="9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8" name="Freeform 6475">
              <a:extLst>
                <a:ext uri="{FF2B5EF4-FFF2-40B4-BE49-F238E27FC236}">
                  <a16:creationId xmlns:a16="http://schemas.microsoft.com/office/drawing/2014/main" id="{7AE1E259-49DB-4A4E-9979-A36ECA55CC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0" y="1820"/>
              <a:ext cx="14" cy="9"/>
            </a:xfrm>
            <a:custGeom>
              <a:avLst/>
              <a:gdLst>
                <a:gd name="T0" fmla="*/ 9 w 14"/>
                <a:gd name="T1" fmla="*/ 4 h 9"/>
                <a:gd name="T2" fmla="*/ 7 w 14"/>
                <a:gd name="T3" fmla="*/ 0 h 9"/>
                <a:gd name="T4" fmla="*/ 3 w 14"/>
                <a:gd name="T5" fmla="*/ 0 h 9"/>
                <a:gd name="T6" fmla="*/ 0 w 14"/>
                <a:gd name="T7" fmla="*/ 2 h 9"/>
                <a:gd name="T8" fmla="*/ 5 w 14"/>
                <a:gd name="T9" fmla="*/ 4 h 9"/>
                <a:gd name="T10" fmla="*/ 7 w 14"/>
                <a:gd name="T11" fmla="*/ 5 h 9"/>
                <a:gd name="T12" fmla="*/ 9 w 14"/>
                <a:gd name="T13" fmla="*/ 5 h 9"/>
                <a:gd name="T14" fmla="*/ 14 w 14"/>
                <a:gd name="T15" fmla="*/ 9 h 9"/>
                <a:gd name="T16" fmla="*/ 13 w 14"/>
                <a:gd name="T17" fmla="*/ 4 h 9"/>
                <a:gd name="T18" fmla="*/ 9 w 14"/>
                <a:gd name="T1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9">
                  <a:moveTo>
                    <a:pt x="9" y="4"/>
                  </a:moveTo>
                  <a:lnTo>
                    <a:pt x="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5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14" y="9"/>
                  </a:lnTo>
                  <a:lnTo>
                    <a:pt x="13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9" name="Freeform 6476">
              <a:extLst>
                <a:ext uri="{FF2B5EF4-FFF2-40B4-BE49-F238E27FC236}">
                  <a16:creationId xmlns:a16="http://schemas.microsoft.com/office/drawing/2014/main" id="{8D49BCD9-D267-4C55-AD0E-77E0ED2D9CF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4" y="1822"/>
              <a:ext cx="13" cy="11"/>
            </a:xfrm>
            <a:custGeom>
              <a:avLst/>
              <a:gdLst>
                <a:gd name="T0" fmla="*/ 6 w 13"/>
                <a:gd name="T1" fmla="*/ 9 h 11"/>
                <a:gd name="T2" fmla="*/ 8 w 13"/>
                <a:gd name="T3" fmla="*/ 9 h 11"/>
                <a:gd name="T4" fmla="*/ 10 w 13"/>
                <a:gd name="T5" fmla="*/ 11 h 11"/>
                <a:gd name="T6" fmla="*/ 11 w 13"/>
                <a:gd name="T7" fmla="*/ 9 h 11"/>
                <a:gd name="T8" fmla="*/ 11 w 13"/>
                <a:gd name="T9" fmla="*/ 9 h 11"/>
                <a:gd name="T10" fmla="*/ 13 w 13"/>
                <a:gd name="T11" fmla="*/ 9 h 11"/>
                <a:gd name="T12" fmla="*/ 13 w 13"/>
                <a:gd name="T13" fmla="*/ 5 h 11"/>
                <a:gd name="T14" fmla="*/ 11 w 13"/>
                <a:gd name="T15" fmla="*/ 3 h 11"/>
                <a:gd name="T16" fmla="*/ 10 w 13"/>
                <a:gd name="T17" fmla="*/ 3 h 11"/>
                <a:gd name="T18" fmla="*/ 8 w 13"/>
                <a:gd name="T19" fmla="*/ 2 h 11"/>
                <a:gd name="T20" fmla="*/ 6 w 13"/>
                <a:gd name="T21" fmla="*/ 2 h 11"/>
                <a:gd name="T22" fmla="*/ 4 w 13"/>
                <a:gd name="T23" fmla="*/ 0 h 11"/>
                <a:gd name="T24" fmla="*/ 0 w 13"/>
                <a:gd name="T25" fmla="*/ 2 h 11"/>
                <a:gd name="T26" fmla="*/ 2 w 13"/>
                <a:gd name="T27" fmla="*/ 3 h 11"/>
                <a:gd name="T28" fmla="*/ 6 w 13"/>
                <a:gd name="T29" fmla="*/ 5 h 11"/>
                <a:gd name="T30" fmla="*/ 6 w 13"/>
                <a:gd name="T31" fmla="*/ 5 h 11"/>
                <a:gd name="T32" fmla="*/ 6 w 13"/>
                <a:gd name="T33" fmla="*/ 5 h 11"/>
                <a:gd name="T34" fmla="*/ 6 w 13"/>
                <a:gd name="T3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11">
                  <a:moveTo>
                    <a:pt x="6" y="9"/>
                  </a:moveTo>
                  <a:lnTo>
                    <a:pt x="8" y="9"/>
                  </a:lnTo>
                  <a:lnTo>
                    <a:pt x="10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0" name="Freeform 6477">
              <a:extLst>
                <a:ext uri="{FF2B5EF4-FFF2-40B4-BE49-F238E27FC236}">
                  <a16:creationId xmlns:a16="http://schemas.microsoft.com/office/drawing/2014/main" id="{64CD1825-1FB5-48AC-A03C-011C8E5DC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2439" y="1583"/>
              <a:ext cx="4" cy="8"/>
            </a:xfrm>
            <a:custGeom>
              <a:avLst/>
              <a:gdLst>
                <a:gd name="T0" fmla="*/ 2 w 4"/>
                <a:gd name="T1" fmla="*/ 4 h 8"/>
                <a:gd name="T2" fmla="*/ 0 w 4"/>
                <a:gd name="T3" fmla="*/ 6 h 8"/>
                <a:gd name="T4" fmla="*/ 4 w 4"/>
                <a:gd name="T5" fmla="*/ 8 h 8"/>
                <a:gd name="T6" fmla="*/ 4 w 4"/>
                <a:gd name="T7" fmla="*/ 4 h 8"/>
                <a:gd name="T8" fmla="*/ 4 w 4"/>
                <a:gd name="T9" fmla="*/ 0 h 8"/>
                <a:gd name="T10" fmla="*/ 2 w 4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2" y="4"/>
                  </a:moveTo>
                  <a:lnTo>
                    <a:pt x="0" y="6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1" name="Freeform 6478">
              <a:extLst>
                <a:ext uri="{FF2B5EF4-FFF2-40B4-BE49-F238E27FC236}">
                  <a16:creationId xmlns:a16="http://schemas.microsoft.com/office/drawing/2014/main" id="{9761D162-193E-4544-945C-98A7B5C8D49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71"/>
              <a:ext cx="6" cy="9"/>
            </a:xfrm>
            <a:custGeom>
              <a:avLst/>
              <a:gdLst>
                <a:gd name="T0" fmla="*/ 2 w 6"/>
                <a:gd name="T1" fmla="*/ 9 h 9"/>
                <a:gd name="T2" fmla="*/ 4 w 6"/>
                <a:gd name="T3" fmla="*/ 7 h 9"/>
                <a:gd name="T4" fmla="*/ 4 w 6"/>
                <a:gd name="T5" fmla="*/ 5 h 9"/>
                <a:gd name="T6" fmla="*/ 6 w 6"/>
                <a:gd name="T7" fmla="*/ 5 h 9"/>
                <a:gd name="T8" fmla="*/ 6 w 6"/>
                <a:gd name="T9" fmla="*/ 2 h 9"/>
                <a:gd name="T10" fmla="*/ 4 w 6"/>
                <a:gd name="T11" fmla="*/ 2 h 9"/>
                <a:gd name="T12" fmla="*/ 2 w 6"/>
                <a:gd name="T13" fmla="*/ 0 h 9"/>
                <a:gd name="T14" fmla="*/ 0 w 6"/>
                <a:gd name="T15" fmla="*/ 3 h 9"/>
                <a:gd name="T16" fmla="*/ 2 w 6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2" name="Freeform 6479">
              <a:extLst>
                <a:ext uri="{FF2B5EF4-FFF2-40B4-BE49-F238E27FC236}">
                  <a16:creationId xmlns:a16="http://schemas.microsoft.com/office/drawing/2014/main" id="{9173E378-C3CD-4294-BF58-5B08BFBF23D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6" y="1684"/>
              <a:ext cx="17" cy="13"/>
            </a:xfrm>
            <a:custGeom>
              <a:avLst/>
              <a:gdLst>
                <a:gd name="T0" fmla="*/ 13 w 17"/>
                <a:gd name="T1" fmla="*/ 5 h 13"/>
                <a:gd name="T2" fmla="*/ 11 w 17"/>
                <a:gd name="T3" fmla="*/ 4 h 13"/>
                <a:gd name="T4" fmla="*/ 9 w 17"/>
                <a:gd name="T5" fmla="*/ 4 h 13"/>
                <a:gd name="T6" fmla="*/ 8 w 17"/>
                <a:gd name="T7" fmla="*/ 0 h 13"/>
                <a:gd name="T8" fmla="*/ 6 w 17"/>
                <a:gd name="T9" fmla="*/ 2 h 13"/>
                <a:gd name="T10" fmla="*/ 4 w 17"/>
                <a:gd name="T11" fmla="*/ 4 h 13"/>
                <a:gd name="T12" fmla="*/ 4 w 17"/>
                <a:gd name="T13" fmla="*/ 4 h 13"/>
                <a:gd name="T14" fmla="*/ 2 w 17"/>
                <a:gd name="T15" fmla="*/ 4 h 13"/>
                <a:gd name="T16" fmla="*/ 0 w 17"/>
                <a:gd name="T17" fmla="*/ 5 h 13"/>
                <a:gd name="T18" fmla="*/ 2 w 17"/>
                <a:gd name="T19" fmla="*/ 7 h 13"/>
                <a:gd name="T20" fmla="*/ 2 w 17"/>
                <a:gd name="T21" fmla="*/ 11 h 13"/>
                <a:gd name="T22" fmla="*/ 4 w 17"/>
                <a:gd name="T23" fmla="*/ 13 h 13"/>
                <a:gd name="T24" fmla="*/ 6 w 17"/>
                <a:gd name="T25" fmla="*/ 13 h 13"/>
                <a:gd name="T26" fmla="*/ 8 w 17"/>
                <a:gd name="T27" fmla="*/ 13 h 13"/>
                <a:gd name="T28" fmla="*/ 9 w 17"/>
                <a:gd name="T29" fmla="*/ 13 h 13"/>
                <a:gd name="T30" fmla="*/ 11 w 17"/>
                <a:gd name="T31" fmla="*/ 13 h 13"/>
                <a:gd name="T32" fmla="*/ 15 w 17"/>
                <a:gd name="T33" fmla="*/ 13 h 13"/>
                <a:gd name="T34" fmla="*/ 17 w 17"/>
                <a:gd name="T35" fmla="*/ 11 h 13"/>
                <a:gd name="T36" fmla="*/ 15 w 17"/>
                <a:gd name="T37" fmla="*/ 9 h 13"/>
                <a:gd name="T38" fmla="*/ 15 w 17"/>
                <a:gd name="T39" fmla="*/ 5 h 13"/>
                <a:gd name="T40" fmla="*/ 13 w 17"/>
                <a:gd name="T4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3">
                  <a:moveTo>
                    <a:pt x="13" y="5"/>
                  </a:moveTo>
                  <a:lnTo>
                    <a:pt x="11" y="4"/>
                  </a:lnTo>
                  <a:lnTo>
                    <a:pt x="9" y="4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1"/>
                  </a:lnTo>
                  <a:lnTo>
                    <a:pt x="15" y="9"/>
                  </a:lnTo>
                  <a:lnTo>
                    <a:pt x="15" y="5"/>
                  </a:lnTo>
                  <a:lnTo>
                    <a:pt x="13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3" name="Freeform 6480">
              <a:extLst>
                <a:ext uri="{FF2B5EF4-FFF2-40B4-BE49-F238E27FC236}">
                  <a16:creationId xmlns:a16="http://schemas.microsoft.com/office/drawing/2014/main" id="{FE3CB18F-99E4-466F-873C-9AEF27CADE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4" y="1784"/>
              <a:ext cx="7" cy="4"/>
            </a:xfrm>
            <a:custGeom>
              <a:avLst/>
              <a:gdLst>
                <a:gd name="T0" fmla="*/ 7 w 7"/>
                <a:gd name="T1" fmla="*/ 2 h 4"/>
                <a:gd name="T2" fmla="*/ 5 w 7"/>
                <a:gd name="T3" fmla="*/ 0 h 4"/>
                <a:gd name="T4" fmla="*/ 1 w 7"/>
                <a:gd name="T5" fmla="*/ 0 h 4"/>
                <a:gd name="T6" fmla="*/ 0 w 7"/>
                <a:gd name="T7" fmla="*/ 4 h 4"/>
                <a:gd name="T8" fmla="*/ 5 w 7"/>
                <a:gd name="T9" fmla="*/ 4 h 4"/>
                <a:gd name="T10" fmla="*/ 7 w 7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lnTo>
                    <a:pt x="5" y="0"/>
                  </a:lnTo>
                  <a:lnTo>
                    <a:pt x="1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4" name="Freeform 6481">
              <a:extLst>
                <a:ext uri="{FF2B5EF4-FFF2-40B4-BE49-F238E27FC236}">
                  <a16:creationId xmlns:a16="http://schemas.microsoft.com/office/drawing/2014/main" id="{6AD04FFB-45D1-47B8-BED6-95DD3330F5B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7" y="1663"/>
              <a:ext cx="6" cy="8"/>
            </a:xfrm>
            <a:custGeom>
              <a:avLst/>
              <a:gdLst>
                <a:gd name="T0" fmla="*/ 0 w 6"/>
                <a:gd name="T1" fmla="*/ 8 h 8"/>
                <a:gd name="T2" fmla="*/ 4 w 6"/>
                <a:gd name="T3" fmla="*/ 8 h 8"/>
                <a:gd name="T4" fmla="*/ 4 w 6"/>
                <a:gd name="T5" fmla="*/ 6 h 8"/>
                <a:gd name="T6" fmla="*/ 6 w 6"/>
                <a:gd name="T7" fmla="*/ 2 h 8"/>
                <a:gd name="T8" fmla="*/ 4 w 6"/>
                <a:gd name="T9" fmla="*/ 0 h 8"/>
                <a:gd name="T10" fmla="*/ 0 w 6"/>
                <a:gd name="T11" fmla="*/ 0 h 8"/>
                <a:gd name="T12" fmla="*/ 0 w 6"/>
                <a:gd name="T13" fmla="*/ 4 h 8"/>
                <a:gd name="T14" fmla="*/ 0 w 6"/>
                <a:gd name="T15" fmla="*/ 6 h 8"/>
                <a:gd name="T16" fmla="*/ 0 w 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4" y="8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5" name="Freeform 6482">
              <a:extLst>
                <a:ext uri="{FF2B5EF4-FFF2-40B4-BE49-F238E27FC236}">
                  <a16:creationId xmlns:a16="http://schemas.microsoft.com/office/drawing/2014/main" id="{3DE8368F-9616-45D1-95D0-EA2F247F2F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4" y="1676"/>
              <a:ext cx="32" cy="30"/>
            </a:xfrm>
            <a:custGeom>
              <a:avLst/>
              <a:gdLst>
                <a:gd name="T0" fmla="*/ 15 w 32"/>
                <a:gd name="T1" fmla="*/ 2 h 30"/>
                <a:gd name="T2" fmla="*/ 13 w 32"/>
                <a:gd name="T3" fmla="*/ 4 h 30"/>
                <a:gd name="T4" fmla="*/ 10 w 32"/>
                <a:gd name="T5" fmla="*/ 10 h 30"/>
                <a:gd name="T6" fmla="*/ 6 w 32"/>
                <a:gd name="T7" fmla="*/ 10 h 30"/>
                <a:gd name="T8" fmla="*/ 6 w 32"/>
                <a:gd name="T9" fmla="*/ 13 h 30"/>
                <a:gd name="T10" fmla="*/ 0 w 32"/>
                <a:gd name="T11" fmla="*/ 17 h 30"/>
                <a:gd name="T12" fmla="*/ 0 w 32"/>
                <a:gd name="T13" fmla="*/ 25 h 30"/>
                <a:gd name="T14" fmla="*/ 2 w 32"/>
                <a:gd name="T15" fmla="*/ 25 h 30"/>
                <a:gd name="T16" fmla="*/ 0 w 32"/>
                <a:gd name="T17" fmla="*/ 28 h 30"/>
                <a:gd name="T18" fmla="*/ 2 w 32"/>
                <a:gd name="T19" fmla="*/ 30 h 30"/>
                <a:gd name="T20" fmla="*/ 4 w 32"/>
                <a:gd name="T21" fmla="*/ 30 h 30"/>
                <a:gd name="T22" fmla="*/ 6 w 32"/>
                <a:gd name="T23" fmla="*/ 30 h 30"/>
                <a:gd name="T24" fmla="*/ 10 w 32"/>
                <a:gd name="T25" fmla="*/ 30 h 30"/>
                <a:gd name="T26" fmla="*/ 12 w 32"/>
                <a:gd name="T27" fmla="*/ 30 h 30"/>
                <a:gd name="T28" fmla="*/ 15 w 32"/>
                <a:gd name="T29" fmla="*/ 30 h 30"/>
                <a:gd name="T30" fmla="*/ 17 w 32"/>
                <a:gd name="T31" fmla="*/ 28 h 30"/>
                <a:gd name="T32" fmla="*/ 17 w 32"/>
                <a:gd name="T33" fmla="*/ 28 h 30"/>
                <a:gd name="T34" fmla="*/ 21 w 32"/>
                <a:gd name="T35" fmla="*/ 26 h 30"/>
                <a:gd name="T36" fmla="*/ 23 w 32"/>
                <a:gd name="T37" fmla="*/ 26 h 30"/>
                <a:gd name="T38" fmla="*/ 28 w 32"/>
                <a:gd name="T39" fmla="*/ 17 h 30"/>
                <a:gd name="T40" fmla="*/ 28 w 32"/>
                <a:gd name="T41" fmla="*/ 15 h 30"/>
                <a:gd name="T42" fmla="*/ 30 w 32"/>
                <a:gd name="T43" fmla="*/ 13 h 30"/>
                <a:gd name="T44" fmla="*/ 32 w 32"/>
                <a:gd name="T45" fmla="*/ 12 h 30"/>
                <a:gd name="T46" fmla="*/ 32 w 32"/>
                <a:gd name="T47" fmla="*/ 8 h 30"/>
                <a:gd name="T48" fmla="*/ 32 w 32"/>
                <a:gd name="T49" fmla="*/ 6 h 30"/>
                <a:gd name="T50" fmla="*/ 28 w 32"/>
                <a:gd name="T51" fmla="*/ 2 h 30"/>
                <a:gd name="T52" fmla="*/ 28 w 32"/>
                <a:gd name="T53" fmla="*/ 2 h 30"/>
                <a:gd name="T54" fmla="*/ 27 w 32"/>
                <a:gd name="T55" fmla="*/ 0 h 30"/>
                <a:gd name="T56" fmla="*/ 23 w 32"/>
                <a:gd name="T57" fmla="*/ 0 h 30"/>
                <a:gd name="T58" fmla="*/ 21 w 32"/>
                <a:gd name="T59" fmla="*/ 0 h 30"/>
                <a:gd name="T60" fmla="*/ 19 w 32"/>
                <a:gd name="T61" fmla="*/ 0 h 30"/>
                <a:gd name="T62" fmla="*/ 17 w 32"/>
                <a:gd name="T63" fmla="*/ 2 h 30"/>
                <a:gd name="T64" fmla="*/ 15 w 32"/>
                <a:gd name="T6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0">
                  <a:moveTo>
                    <a:pt x="15" y="2"/>
                  </a:moveTo>
                  <a:lnTo>
                    <a:pt x="13" y="4"/>
                  </a:lnTo>
                  <a:lnTo>
                    <a:pt x="10" y="10"/>
                  </a:lnTo>
                  <a:lnTo>
                    <a:pt x="6" y="10"/>
                  </a:lnTo>
                  <a:lnTo>
                    <a:pt x="6" y="13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30" y="13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6" name="Freeform 6483">
              <a:extLst>
                <a:ext uri="{FF2B5EF4-FFF2-40B4-BE49-F238E27FC236}">
                  <a16:creationId xmlns:a16="http://schemas.microsoft.com/office/drawing/2014/main" id="{9896E0A1-E419-4C82-8D4D-814803C612F5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1" y="1648"/>
              <a:ext cx="10" cy="10"/>
            </a:xfrm>
            <a:custGeom>
              <a:avLst/>
              <a:gdLst>
                <a:gd name="T0" fmla="*/ 8 w 10"/>
                <a:gd name="T1" fmla="*/ 8 h 10"/>
                <a:gd name="T2" fmla="*/ 10 w 10"/>
                <a:gd name="T3" fmla="*/ 8 h 10"/>
                <a:gd name="T4" fmla="*/ 10 w 10"/>
                <a:gd name="T5" fmla="*/ 4 h 10"/>
                <a:gd name="T6" fmla="*/ 10 w 10"/>
                <a:gd name="T7" fmla="*/ 0 h 10"/>
                <a:gd name="T8" fmla="*/ 6 w 10"/>
                <a:gd name="T9" fmla="*/ 0 h 10"/>
                <a:gd name="T10" fmla="*/ 4 w 10"/>
                <a:gd name="T11" fmla="*/ 0 h 10"/>
                <a:gd name="T12" fmla="*/ 2 w 10"/>
                <a:gd name="T13" fmla="*/ 2 h 10"/>
                <a:gd name="T14" fmla="*/ 0 w 10"/>
                <a:gd name="T15" fmla="*/ 4 h 10"/>
                <a:gd name="T16" fmla="*/ 2 w 10"/>
                <a:gd name="T17" fmla="*/ 10 h 10"/>
                <a:gd name="T18" fmla="*/ 6 w 10"/>
                <a:gd name="T19" fmla="*/ 10 h 10"/>
                <a:gd name="T20" fmla="*/ 8 w 10"/>
                <a:gd name="T2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0">
                  <a:moveTo>
                    <a:pt x="8" y="8"/>
                  </a:moveTo>
                  <a:lnTo>
                    <a:pt x="10" y="8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7" name="Freeform 6484">
              <a:extLst>
                <a:ext uri="{FF2B5EF4-FFF2-40B4-BE49-F238E27FC236}">
                  <a16:creationId xmlns:a16="http://schemas.microsoft.com/office/drawing/2014/main" id="{32219C80-2A58-417C-A841-2E39A8ACFFA5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45"/>
              <a:ext cx="21" cy="16"/>
            </a:xfrm>
            <a:custGeom>
              <a:avLst/>
              <a:gdLst>
                <a:gd name="T0" fmla="*/ 11 w 21"/>
                <a:gd name="T1" fmla="*/ 5 h 16"/>
                <a:gd name="T2" fmla="*/ 10 w 21"/>
                <a:gd name="T3" fmla="*/ 5 h 16"/>
                <a:gd name="T4" fmla="*/ 6 w 21"/>
                <a:gd name="T5" fmla="*/ 5 h 16"/>
                <a:gd name="T6" fmla="*/ 4 w 21"/>
                <a:gd name="T7" fmla="*/ 7 h 16"/>
                <a:gd name="T8" fmla="*/ 2 w 21"/>
                <a:gd name="T9" fmla="*/ 9 h 16"/>
                <a:gd name="T10" fmla="*/ 0 w 21"/>
                <a:gd name="T11" fmla="*/ 11 h 16"/>
                <a:gd name="T12" fmla="*/ 2 w 21"/>
                <a:gd name="T13" fmla="*/ 16 h 16"/>
                <a:gd name="T14" fmla="*/ 4 w 21"/>
                <a:gd name="T15" fmla="*/ 15 h 16"/>
                <a:gd name="T16" fmla="*/ 6 w 21"/>
                <a:gd name="T17" fmla="*/ 15 h 16"/>
                <a:gd name="T18" fmla="*/ 8 w 21"/>
                <a:gd name="T19" fmla="*/ 15 h 16"/>
                <a:gd name="T20" fmla="*/ 13 w 21"/>
                <a:gd name="T21" fmla="*/ 11 h 16"/>
                <a:gd name="T22" fmla="*/ 15 w 21"/>
                <a:gd name="T23" fmla="*/ 9 h 16"/>
                <a:gd name="T24" fmla="*/ 17 w 21"/>
                <a:gd name="T25" fmla="*/ 9 h 16"/>
                <a:gd name="T26" fmla="*/ 19 w 21"/>
                <a:gd name="T27" fmla="*/ 7 h 16"/>
                <a:gd name="T28" fmla="*/ 21 w 21"/>
                <a:gd name="T29" fmla="*/ 5 h 16"/>
                <a:gd name="T30" fmla="*/ 21 w 21"/>
                <a:gd name="T31" fmla="*/ 2 h 16"/>
                <a:gd name="T32" fmla="*/ 19 w 21"/>
                <a:gd name="T33" fmla="*/ 0 h 16"/>
                <a:gd name="T34" fmla="*/ 15 w 21"/>
                <a:gd name="T35" fmla="*/ 0 h 16"/>
                <a:gd name="T36" fmla="*/ 15 w 21"/>
                <a:gd name="T37" fmla="*/ 2 h 16"/>
                <a:gd name="T38" fmla="*/ 15 w 21"/>
                <a:gd name="T39" fmla="*/ 2 h 16"/>
                <a:gd name="T40" fmla="*/ 11 w 21"/>
                <a:gd name="T4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6">
                  <a:moveTo>
                    <a:pt x="11" y="5"/>
                  </a:moveTo>
                  <a:lnTo>
                    <a:pt x="10" y="5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8" name="Freeform 6485">
              <a:extLst>
                <a:ext uri="{FF2B5EF4-FFF2-40B4-BE49-F238E27FC236}">
                  <a16:creationId xmlns:a16="http://schemas.microsoft.com/office/drawing/2014/main" id="{35D3B304-DE85-40EB-A1F3-6B6AB429148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8" y="1635"/>
              <a:ext cx="13" cy="10"/>
            </a:xfrm>
            <a:custGeom>
              <a:avLst/>
              <a:gdLst>
                <a:gd name="T0" fmla="*/ 9 w 13"/>
                <a:gd name="T1" fmla="*/ 0 h 10"/>
                <a:gd name="T2" fmla="*/ 8 w 13"/>
                <a:gd name="T3" fmla="*/ 2 h 10"/>
                <a:gd name="T4" fmla="*/ 6 w 13"/>
                <a:gd name="T5" fmla="*/ 2 h 10"/>
                <a:gd name="T6" fmla="*/ 4 w 13"/>
                <a:gd name="T7" fmla="*/ 6 h 10"/>
                <a:gd name="T8" fmla="*/ 0 w 13"/>
                <a:gd name="T9" fmla="*/ 10 h 10"/>
                <a:gd name="T10" fmla="*/ 4 w 13"/>
                <a:gd name="T11" fmla="*/ 8 h 10"/>
                <a:gd name="T12" fmla="*/ 8 w 13"/>
                <a:gd name="T13" fmla="*/ 8 h 10"/>
                <a:gd name="T14" fmla="*/ 9 w 13"/>
                <a:gd name="T15" fmla="*/ 6 h 10"/>
                <a:gd name="T16" fmla="*/ 13 w 13"/>
                <a:gd name="T17" fmla="*/ 6 h 10"/>
                <a:gd name="T18" fmla="*/ 13 w 13"/>
                <a:gd name="T19" fmla="*/ 2 h 10"/>
                <a:gd name="T20" fmla="*/ 11 w 13"/>
                <a:gd name="T21" fmla="*/ 0 h 10"/>
                <a:gd name="T22" fmla="*/ 9 w 13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0">
                  <a:moveTo>
                    <a:pt x="9" y="0"/>
                  </a:moveTo>
                  <a:lnTo>
                    <a:pt x="8" y="2"/>
                  </a:lnTo>
                  <a:lnTo>
                    <a:pt x="6" y="2"/>
                  </a:lnTo>
                  <a:lnTo>
                    <a:pt x="4" y="6"/>
                  </a:lnTo>
                  <a:lnTo>
                    <a:pt x="0" y="10"/>
                  </a:lnTo>
                  <a:lnTo>
                    <a:pt x="4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13" y="6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9" name="Freeform 6486">
              <a:extLst>
                <a:ext uri="{FF2B5EF4-FFF2-40B4-BE49-F238E27FC236}">
                  <a16:creationId xmlns:a16="http://schemas.microsoft.com/office/drawing/2014/main" id="{240FC546-FED7-49DA-B02F-9A6396794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6" y="2090"/>
              <a:ext cx="4" cy="4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2 w 4"/>
                <a:gd name="T5" fmla="*/ 4 h 4"/>
                <a:gd name="T6" fmla="*/ 2 w 4"/>
                <a:gd name="T7" fmla="*/ 4 h 4"/>
                <a:gd name="T8" fmla="*/ 4 w 4"/>
                <a:gd name="T9" fmla="*/ 4 h 4"/>
                <a:gd name="T10" fmla="*/ 4 w 4"/>
                <a:gd name="T11" fmla="*/ 0 h 4"/>
                <a:gd name="T12" fmla="*/ 2 w 4"/>
                <a:gd name="T13" fmla="*/ 0 h 4"/>
                <a:gd name="T14" fmla="*/ 0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0" name="Freeform 6487">
              <a:extLst>
                <a:ext uri="{FF2B5EF4-FFF2-40B4-BE49-F238E27FC236}">
                  <a16:creationId xmlns:a16="http://schemas.microsoft.com/office/drawing/2014/main" id="{7B166605-F6A0-4FCB-ABA0-106BA962D52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" y="1794"/>
              <a:ext cx="4" cy="5"/>
            </a:xfrm>
            <a:custGeom>
              <a:avLst/>
              <a:gdLst>
                <a:gd name="T0" fmla="*/ 2 w 4"/>
                <a:gd name="T1" fmla="*/ 5 h 5"/>
                <a:gd name="T2" fmla="*/ 4 w 4"/>
                <a:gd name="T3" fmla="*/ 5 h 5"/>
                <a:gd name="T4" fmla="*/ 4 w 4"/>
                <a:gd name="T5" fmla="*/ 2 h 5"/>
                <a:gd name="T6" fmla="*/ 2 w 4"/>
                <a:gd name="T7" fmla="*/ 0 h 5"/>
                <a:gd name="T8" fmla="*/ 0 w 4"/>
                <a:gd name="T9" fmla="*/ 4 h 5"/>
                <a:gd name="T10" fmla="*/ 2 w 4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lnTo>
                    <a:pt x="4" y="5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1" name="Freeform 6488">
              <a:extLst>
                <a:ext uri="{FF2B5EF4-FFF2-40B4-BE49-F238E27FC236}">
                  <a16:creationId xmlns:a16="http://schemas.microsoft.com/office/drawing/2014/main" id="{C972BC0C-614C-40CE-A4D8-6C32713176DA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4" y="2154"/>
              <a:ext cx="8" cy="16"/>
            </a:xfrm>
            <a:custGeom>
              <a:avLst/>
              <a:gdLst>
                <a:gd name="T0" fmla="*/ 6 w 8"/>
                <a:gd name="T1" fmla="*/ 16 h 16"/>
                <a:gd name="T2" fmla="*/ 8 w 8"/>
                <a:gd name="T3" fmla="*/ 13 h 16"/>
                <a:gd name="T4" fmla="*/ 8 w 8"/>
                <a:gd name="T5" fmla="*/ 9 h 16"/>
                <a:gd name="T6" fmla="*/ 4 w 8"/>
                <a:gd name="T7" fmla="*/ 11 h 16"/>
                <a:gd name="T8" fmla="*/ 6 w 8"/>
                <a:gd name="T9" fmla="*/ 9 h 16"/>
                <a:gd name="T10" fmla="*/ 4 w 8"/>
                <a:gd name="T11" fmla="*/ 9 h 16"/>
                <a:gd name="T12" fmla="*/ 4 w 8"/>
                <a:gd name="T13" fmla="*/ 7 h 16"/>
                <a:gd name="T14" fmla="*/ 4 w 8"/>
                <a:gd name="T15" fmla="*/ 7 h 16"/>
                <a:gd name="T16" fmla="*/ 4 w 8"/>
                <a:gd name="T17" fmla="*/ 7 h 16"/>
                <a:gd name="T18" fmla="*/ 4 w 8"/>
                <a:gd name="T19" fmla="*/ 3 h 16"/>
                <a:gd name="T20" fmla="*/ 4 w 8"/>
                <a:gd name="T21" fmla="*/ 3 h 16"/>
                <a:gd name="T22" fmla="*/ 4 w 8"/>
                <a:gd name="T23" fmla="*/ 0 h 16"/>
                <a:gd name="T24" fmla="*/ 0 w 8"/>
                <a:gd name="T25" fmla="*/ 3 h 16"/>
                <a:gd name="T26" fmla="*/ 0 w 8"/>
                <a:gd name="T27" fmla="*/ 3 h 16"/>
                <a:gd name="T28" fmla="*/ 0 w 8"/>
                <a:gd name="T29" fmla="*/ 7 h 16"/>
                <a:gd name="T30" fmla="*/ 0 w 8"/>
                <a:gd name="T31" fmla="*/ 9 h 16"/>
                <a:gd name="T32" fmla="*/ 0 w 8"/>
                <a:gd name="T33" fmla="*/ 11 h 16"/>
                <a:gd name="T34" fmla="*/ 2 w 8"/>
                <a:gd name="T35" fmla="*/ 13 h 16"/>
                <a:gd name="T36" fmla="*/ 4 w 8"/>
                <a:gd name="T37" fmla="*/ 13 h 16"/>
                <a:gd name="T38" fmla="*/ 4 w 8"/>
                <a:gd name="T39" fmla="*/ 13 h 16"/>
                <a:gd name="T40" fmla="*/ 6 w 8"/>
                <a:gd name="T4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lnTo>
                    <a:pt x="8" y="13"/>
                  </a:lnTo>
                  <a:lnTo>
                    <a:pt x="8" y="9"/>
                  </a:lnTo>
                  <a:lnTo>
                    <a:pt x="4" y="11"/>
                  </a:lnTo>
                  <a:lnTo>
                    <a:pt x="6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2" name="Freeform 6489">
              <a:extLst>
                <a:ext uri="{FF2B5EF4-FFF2-40B4-BE49-F238E27FC236}">
                  <a16:creationId xmlns:a16="http://schemas.microsoft.com/office/drawing/2014/main" id="{80AE21B3-F424-45F7-83FB-B4ACD981E5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681" y="1145"/>
              <a:ext cx="384" cy="287"/>
            </a:xfrm>
            <a:custGeom>
              <a:avLst/>
              <a:gdLst>
                <a:gd name="T0" fmla="*/ 63 w 206"/>
                <a:gd name="T1" fmla="*/ 26 h 154"/>
                <a:gd name="T2" fmla="*/ 63 w 206"/>
                <a:gd name="T3" fmla="*/ 38 h 154"/>
                <a:gd name="T4" fmla="*/ 63 w 206"/>
                <a:gd name="T5" fmla="*/ 48 h 154"/>
                <a:gd name="T6" fmla="*/ 73 w 206"/>
                <a:gd name="T7" fmla="*/ 56 h 154"/>
                <a:gd name="T8" fmla="*/ 96 w 206"/>
                <a:gd name="T9" fmla="*/ 61 h 154"/>
                <a:gd name="T10" fmla="*/ 108 w 206"/>
                <a:gd name="T11" fmla="*/ 59 h 154"/>
                <a:gd name="T12" fmla="*/ 100 w 206"/>
                <a:gd name="T13" fmla="*/ 64 h 154"/>
                <a:gd name="T14" fmla="*/ 80 w 206"/>
                <a:gd name="T15" fmla="*/ 74 h 154"/>
                <a:gd name="T16" fmla="*/ 70 w 206"/>
                <a:gd name="T17" fmla="*/ 58 h 154"/>
                <a:gd name="T18" fmla="*/ 61 w 206"/>
                <a:gd name="T19" fmla="*/ 74 h 154"/>
                <a:gd name="T20" fmla="*/ 57 w 206"/>
                <a:gd name="T21" fmla="*/ 92 h 154"/>
                <a:gd name="T22" fmla="*/ 35 w 206"/>
                <a:gd name="T23" fmla="*/ 99 h 154"/>
                <a:gd name="T24" fmla="*/ 45 w 206"/>
                <a:gd name="T25" fmla="*/ 108 h 154"/>
                <a:gd name="T26" fmla="*/ 40 w 206"/>
                <a:gd name="T27" fmla="*/ 118 h 154"/>
                <a:gd name="T28" fmla="*/ 28 w 206"/>
                <a:gd name="T29" fmla="*/ 110 h 154"/>
                <a:gd name="T30" fmla="*/ 27 w 206"/>
                <a:gd name="T31" fmla="*/ 124 h 154"/>
                <a:gd name="T32" fmla="*/ 10 w 206"/>
                <a:gd name="T33" fmla="*/ 127 h 154"/>
                <a:gd name="T34" fmla="*/ 1 w 206"/>
                <a:gd name="T35" fmla="*/ 130 h 154"/>
                <a:gd name="T36" fmla="*/ 12 w 206"/>
                <a:gd name="T37" fmla="*/ 140 h 154"/>
                <a:gd name="T38" fmla="*/ 23 w 206"/>
                <a:gd name="T39" fmla="*/ 146 h 154"/>
                <a:gd name="T40" fmla="*/ 33 w 206"/>
                <a:gd name="T41" fmla="*/ 141 h 154"/>
                <a:gd name="T42" fmla="*/ 44 w 206"/>
                <a:gd name="T43" fmla="*/ 144 h 154"/>
                <a:gd name="T44" fmla="*/ 47 w 206"/>
                <a:gd name="T45" fmla="*/ 152 h 154"/>
                <a:gd name="T46" fmla="*/ 60 w 206"/>
                <a:gd name="T47" fmla="*/ 150 h 154"/>
                <a:gd name="T48" fmla="*/ 62 w 206"/>
                <a:gd name="T49" fmla="*/ 139 h 154"/>
                <a:gd name="T50" fmla="*/ 78 w 206"/>
                <a:gd name="T51" fmla="*/ 126 h 154"/>
                <a:gd name="T52" fmla="*/ 88 w 206"/>
                <a:gd name="T53" fmla="*/ 121 h 154"/>
                <a:gd name="T54" fmla="*/ 96 w 206"/>
                <a:gd name="T55" fmla="*/ 116 h 154"/>
                <a:gd name="T56" fmla="*/ 105 w 206"/>
                <a:gd name="T57" fmla="*/ 105 h 154"/>
                <a:gd name="T58" fmla="*/ 102 w 206"/>
                <a:gd name="T59" fmla="*/ 99 h 154"/>
                <a:gd name="T60" fmla="*/ 100 w 206"/>
                <a:gd name="T61" fmla="*/ 93 h 154"/>
                <a:gd name="T62" fmla="*/ 108 w 206"/>
                <a:gd name="T63" fmla="*/ 92 h 154"/>
                <a:gd name="T64" fmla="*/ 120 w 206"/>
                <a:gd name="T65" fmla="*/ 90 h 154"/>
                <a:gd name="T66" fmla="*/ 136 w 206"/>
                <a:gd name="T67" fmla="*/ 82 h 154"/>
                <a:gd name="T68" fmla="*/ 155 w 206"/>
                <a:gd name="T69" fmla="*/ 71 h 154"/>
                <a:gd name="T70" fmla="*/ 179 w 206"/>
                <a:gd name="T71" fmla="*/ 56 h 154"/>
                <a:gd name="T72" fmla="*/ 171 w 206"/>
                <a:gd name="T73" fmla="*/ 52 h 154"/>
                <a:gd name="T74" fmla="*/ 197 w 206"/>
                <a:gd name="T75" fmla="*/ 47 h 154"/>
                <a:gd name="T76" fmla="*/ 198 w 206"/>
                <a:gd name="T77" fmla="*/ 34 h 154"/>
                <a:gd name="T78" fmla="*/ 197 w 206"/>
                <a:gd name="T79" fmla="*/ 22 h 154"/>
                <a:gd name="T80" fmla="*/ 185 w 206"/>
                <a:gd name="T81" fmla="*/ 24 h 154"/>
                <a:gd name="T82" fmla="*/ 183 w 206"/>
                <a:gd name="T83" fmla="*/ 15 h 154"/>
                <a:gd name="T84" fmla="*/ 177 w 206"/>
                <a:gd name="T85" fmla="*/ 8 h 154"/>
                <a:gd name="T86" fmla="*/ 159 w 206"/>
                <a:gd name="T87" fmla="*/ 6 h 154"/>
                <a:gd name="T88" fmla="*/ 145 w 206"/>
                <a:gd name="T89" fmla="*/ 1 h 154"/>
                <a:gd name="T90" fmla="*/ 140 w 206"/>
                <a:gd name="T91" fmla="*/ 3 h 154"/>
                <a:gd name="T92" fmla="*/ 128 w 206"/>
                <a:gd name="T93" fmla="*/ 1 h 154"/>
                <a:gd name="T94" fmla="*/ 125 w 206"/>
                <a:gd name="T95" fmla="*/ 10 h 154"/>
                <a:gd name="T96" fmla="*/ 120 w 206"/>
                <a:gd name="T97" fmla="*/ 15 h 154"/>
                <a:gd name="T98" fmla="*/ 113 w 206"/>
                <a:gd name="T99" fmla="*/ 10 h 154"/>
                <a:gd name="T100" fmla="*/ 105 w 206"/>
                <a:gd name="T101" fmla="*/ 12 h 154"/>
                <a:gd name="T102" fmla="*/ 93 w 206"/>
                <a:gd name="T103" fmla="*/ 11 h 154"/>
                <a:gd name="T104" fmla="*/ 88 w 206"/>
                <a:gd name="T105" fmla="*/ 16 h 154"/>
                <a:gd name="T106" fmla="*/ 76 w 206"/>
                <a:gd name="T107" fmla="*/ 18 h 154"/>
                <a:gd name="T108" fmla="*/ 60 w 206"/>
                <a:gd name="T109" fmla="*/ 20 h 154"/>
                <a:gd name="T110" fmla="*/ 41 w 206"/>
                <a:gd name="T111" fmla="*/ 120 h 154"/>
                <a:gd name="T112" fmla="*/ 48 w 206"/>
                <a:gd name="T113" fmla="*/ 122 h 154"/>
                <a:gd name="T114" fmla="*/ 56 w 206"/>
                <a:gd name="T115" fmla="*/ 128 h 154"/>
                <a:gd name="T116" fmla="*/ 70 w 206"/>
                <a:gd name="T117" fmla="*/ 95 h 154"/>
                <a:gd name="T118" fmla="*/ 115 w 206"/>
                <a:gd name="T119" fmla="*/ 84 h 154"/>
                <a:gd name="T120" fmla="*/ 132 w 206"/>
                <a:gd name="T121" fmla="*/ 81 h 154"/>
                <a:gd name="T122" fmla="*/ 80 w 206"/>
                <a:gd name="T123" fmla="*/ 39 h 154"/>
                <a:gd name="T124" fmla="*/ 74 w 206"/>
                <a:gd name="T125" fmla="*/ 4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154">
                  <a:moveTo>
                    <a:pt x="60" y="23"/>
                  </a:moveTo>
                  <a:cubicBezTo>
                    <a:pt x="60" y="24"/>
                    <a:pt x="60" y="24"/>
                    <a:pt x="60" y="24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7" y="57"/>
                    <a:pt x="107" y="57"/>
                    <a:pt x="107" y="57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68" y="57"/>
                    <a:pt x="68" y="57"/>
                    <a:pt x="68" y="57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1" y="91"/>
                    <a:pt x="51" y="91"/>
                    <a:pt x="51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2" y="111"/>
                    <a:pt x="42" y="111"/>
                    <a:pt x="42" y="111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9" y="120"/>
                    <a:pt x="39" y="120"/>
                    <a:pt x="39" y="120"/>
                  </a:cubicBezTo>
                  <a:cubicBezTo>
                    <a:pt x="39" y="121"/>
                    <a:pt x="39" y="121"/>
                    <a:pt x="39" y="121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19"/>
                    <a:pt x="37" y="119"/>
                    <a:pt x="37" y="119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8" y="147"/>
                    <a:pt x="28" y="147"/>
                    <a:pt x="28" y="147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7" y="146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8" y="149"/>
                    <a:pt x="48" y="149"/>
                    <a:pt x="48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3"/>
                    <a:pt x="43" y="153"/>
                    <a:pt x="44" y="153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3" y="150"/>
                    <a:pt x="63" y="150"/>
                    <a:pt x="63" y="150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5" y="148"/>
                    <a:pt x="65" y="148"/>
                    <a:pt x="65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9" y="131"/>
                    <a:pt x="69" y="131"/>
                    <a:pt x="69" y="131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3" y="131"/>
                    <a:pt x="73" y="131"/>
                    <a:pt x="73" y="131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8" y="126"/>
                    <a:pt x="78" y="126"/>
                    <a:pt x="78" y="126"/>
                  </a:cubicBezTo>
                  <a:cubicBezTo>
                    <a:pt x="78" y="124"/>
                    <a:pt x="78" y="124"/>
                    <a:pt x="78" y="124"/>
                  </a:cubicBezTo>
                  <a:cubicBezTo>
                    <a:pt x="77" y="124"/>
                    <a:pt x="77" y="124"/>
                    <a:pt x="77" y="124"/>
                  </a:cubicBezTo>
                  <a:cubicBezTo>
                    <a:pt x="77" y="123"/>
                    <a:pt x="77" y="123"/>
                    <a:pt x="77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3" y="122"/>
                    <a:pt x="83" y="122"/>
                    <a:pt x="83" y="122"/>
                  </a:cubicBezTo>
                  <a:cubicBezTo>
                    <a:pt x="86" y="122"/>
                    <a:pt x="86" y="122"/>
                    <a:pt x="86" y="122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1" y="118"/>
                    <a:pt x="91" y="118"/>
                    <a:pt x="91" y="118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7" y="116"/>
                    <a:pt x="97" y="116"/>
                    <a:pt x="97" y="116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100"/>
                    <a:pt x="101" y="100"/>
                    <a:pt x="101" y="10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7"/>
                    <a:pt x="109" y="97"/>
                    <a:pt x="109" y="97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4" y="94"/>
                    <a:pt x="104" y="94"/>
                    <a:pt x="104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5" y="92"/>
                    <a:pt x="105" y="92"/>
                    <a:pt x="105" y="92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1" y="91"/>
                    <a:pt x="111" y="91"/>
                    <a:pt x="111" y="91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8" y="91"/>
                    <a:pt x="118" y="91"/>
                    <a:pt x="118" y="91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8"/>
                    <a:pt x="119" y="88"/>
                    <a:pt x="119" y="88"/>
                  </a:cubicBezTo>
                  <a:cubicBezTo>
                    <a:pt x="120" y="90"/>
                    <a:pt x="120" y="90"/>
                    <a:pt x="120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5" y="85"/>
                    <a:pt x="135" y="85"/>
                    <a:pt x="135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8" y="82"/>
                    <a:pt x="138" y="82"/>
                    <a:pt x="138" y="82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4" y="78"/>
                    <a:pt x="144" y="78"/>
                    <a:pt x="144" y="78"/>
                  </a:cubicBezTo>
                  <a:cubicBezTo>
                    <a:pt x="145" y="77"/>
                    <a:pt x="145" y="77"/>
                    <a:pt x="145" y="77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60" y="68"/>
                    <a:pt x="160" y="68"/>
                    <a:pt x="160" y="68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8" y="65"/>
                    <a:pt x="168" y="65"/>
                    <a:pt x="168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78" y="59"/>
                    <a:pt x="178" y="59"/>
                    <a:pt x="178" y="59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5" y="58"/>
                    <a:pt x="165" y="58"/>
                    <a:pt x="165" y="58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3"/>
                    <a:pt x="182" y="53"/>
                    <a:pt x="182" y="53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6" y="53"/>
                    <a:pt x="186" y="53"/>
                    <a:pt x="186" y="53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9" y="51"/>
                    <a:pt x="189" y="51"/>
                    <a:pt x="189" y="51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7" y="46"/>
                    <a:pt x="197" y="46"/>
                    <a:pt x="197" y="46"/>
                  </a:cubicBezTo>
                  <a:cubicBezTo>
                    <a:pt x="198" y="46"/>
                    <a:pt x="198" y="46"/>
                    <a:pt x="198" y="46"/>
                  </a:cubicBezTo>
                  <a:cubicBezTo>
                    <a:pt x="199" y="47"/>
                    <a:pt x="199" y="47"/>
                    <a:pt x="199" y="47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4" y="33"/>
                    <a:pt x="204" y="33"/>
                    <a:pt x="204" y="33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1" y="31"/>
                    <a:pt x="201" y="31"/>
                    <a:pt x="201" y="31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200" y="31"/>
                    <a:pt x="200" y="31"/>
                    <a:pt x="200" y="31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3" y="23"/>
                    <a:pt x="183" y="23"/>
                    <a:pt x="183" y="23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2" y="17"/>
                    <a:pt x="192" y="17"/>
                    <a:pt x="192" y="17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7" y="15"/>
                    <a:pt x="187" y="15"/>
                    <a:pt x="187" y="15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3" y="15"/>
                    <a:pt x="183" y="15"/>
                    <a:pt x="183" y="15"/>
                  </a:cubicBezTo>
                  <a:cubicBezTo>
                    <a:pt x="183" y="14"/>
                    <a:pt x="183" y="14"/>
                    <a:pt x="183" y="14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7" y="8"/>
                    <a:pt x="177" y="8"/>
                    <a:pt x="177" y="8"/>
                  </a:cubicBezTo>
                  <a:cubicBezTo>
                    <a:pt x="175" y="7"/>
                    <a:pt x="175" y="7"/>
                    <a:pt x="175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6"/>
                    <a:pt x="167" y="6"/>
                    <a:pt x="167" y="6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4" y="5"/>
                    <a:pt x="164" y="5"/>
                    <a:pt x="164" y="5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59" y="9"/>
                    <a:pt x="159" y="9"/>
                    <a:pt x="159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4"/>
                    <a:pt x="158" y="4"/>
                    <a:pt x="158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7" y="4"/>
                    <a:pt x="157" y="4"/>
                    <a:pt x="157" y="4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30" y="11"/>
                    <a:pt x="130" y="11"/>
                    <a:pt x="130" y="11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9"/>
                    <a:pt x="113" y="9"/>
                    <a:pt x="113" y="9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10"/>
                    <a:pt x="112" y="10"/>
                    <a:pt x="112" y="10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8"/>
                    <a:pt x="86" y="18"/>
                    <a:pt x="86" y="18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3"/>
                    <a:pt x="60" y="23"/>
                    <a:pt x="60" y="23"/>
                  </a:cubicBezTo>
                  <a:close/>
                  <a:moveTo>
                    <a:pt x="66" y="30"/>
                  </a:moveTo>
                  <a:cubicBezTo>
                    <a:pt x="65" y="30"/>
                    <a:pt x="65" y="30"/>
                    <a:pt x="65" y="30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lnTo>
                    <a:pt x="66" y="30"/>
                  </a:lnTo>
                  <a:close/>
                  <a:moveTo>
                    <a:pt x="5" y="135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5" y="135"/>
                    <a:pt x="5" y="135"/>
                    <a:pt x="5" y="135"/>
                  </a:cubicBezTo>
                  <a:close/>
                  <a:moveTo>
                    <a:pt x="41" y="119"/>
                  </a:moveTo>
                  <a:cubicBezTo>
                    <a:pt x="42" y="119"/>
                    <a:pt x="42" y="119"/>
                    <a:pt x="42" y="119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41" y="119"/>
                  </a:lnTo>
                  <a:close/>
                  <a:moveTo>
                    <a:pt x="46" y="123"/>
                  </a:moveTo>
                  <a:cubicBezTo>
                    <a:pt x="45" y="123"/>
                    <a:pt x="45" y="123"/>
                    <a:pt x="45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8" y="122"/>
                    <a:pt x="48" y="122"/>
                    <a:pt x="48" y="122"/>
                  </a:cubicBezTo>
                  <a:lnTo>
                    <a:pt x="46" y="123"/>
                  </a:lnTo>
                  <a:close/>
                  <a:moveTo>
                    <a:pt x="54" y="130"/>
                  </a:moveTo>
                  <a:cubicBezTo>
                    <a:pt x="53" y="130"/>
                    <a:pt x="53" y="130"/>
                    <a:pt x="53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30"/>
                    <a:pt x="54" y="130"/>
                  </a:cubicBezTo>
                  <a:close/>
                  <a:moveTo>
                    <a:pt x="56" y="129"/>
                  </a:moveTo>
                  <a:cubicBezTo>
                    <a:pt x="55" y="129"/>
                    <a:pt x="55" y="129"/>
                    <a:pt x="55" y="129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7" y="130"/>
                    <a:pt x="57" y="130"/>
                    <a:pt x="57" y="130"/>
                  </a:cubicBezTo>
                  <a:lnTo>
                    <a:pt x="56" y="129"/>
                  </a:lnTo>
                  <a:close/>
                  <a:moveTo>
                    <a:pt x="63" y="95"/>
                  </a:move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65" y="95"/>
                    <a:pt x="65" y="95"/>
                    <a:pt x="65" y="95"/>
                  </a:cubicBezTo>
                  <a:lnTo>
                    <a:pt x="63" y="95"/>
                  </a:lnTo>
                  <a:close/>
                  <a:moveTo>
                    <a:pt x="70" y="95"/>
                  </a:move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70" y="94"/>
                    <a:pt x="70" y="94"/>
                    <a:pt x="70" y="94"/>
                  </a:cubicBezTo>
                  <a:lnTo>
                    <a:pt x="70" y="95"/>
                  </a:lnTo>
                  <a:close/>
                  <a:moveTo>
                    <a:pt x="103" y="88"/>
                  </a:moveTo>
                  <a:cubicBezTo>
                    <a:pt x="101" y="88"/>
                    <a:pt x="101" y="88"/>
                    <a:pt x="101" y="88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89"/>
                    <a:pt x="104" y="89"/>
                    <a:pt x="104" y="89"/>
                  </a:cubicBezTo>
                  <a:lnTo>
                    <a:pt x="103" y="88"/>
                  </a:lnTo>
                  <a:close/>
                  <a:moveTo>
                    <a:pt x="116" y="85"/>
                  </a:moveTo>
                  <a:cubicBezTo>
                    <a:pt x="115" y="84"/>
                    <a:pt x="115" y="84"/>
                    <a:pt x="115" y="84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5"/>
                    <a:pt x="116" y="85"/>
                    <a:pt x="116" y="85"/>
                  </a:cubicBezTo>
                  <a:close/>
                  <a:moveTo>
                    <a:pt x="151" y="58"/>
                  </a:moveTo>
                  <a:cubicBezTo>
                    <a:pt x="152" y="58"/>
                    <a:pt x="152" y="58"/>
                    <a:pt x="152" y="58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1" y="59"/>
                    <a:pt x="151" y="59"/>
                    <a:pt x="151" y="59"/>
                  </a:cubicBezTo>
                  <a:lnTo>
                    <a:pt x="151" y="58"/>
                  </a:lnTo>
                  <a:close/>
                  <a:moveTo>
                    <a:pt x="132" y="81"/>
                  </a:moveTo>
                  <a:cubicBezTo>
                    <a:pt x="133" y="81"/>
                    <a:pt x="133" y="81"/>
                    <a:pt x="133" y="81"/>
                  </a:cubicBezTo>
                  <a:cubicBezTo>
                    <a:pt x="131" y="81"/>
                    <a:pt x="131" y="81"/>
                    <a:pt x="131" y="81"/>
                  </a:cubicBezTo>
                  <a:lnTo>
                    <a:pt x="132" y="81"/>
                  </a:lnTo>
                  <a:close/>
                  <a:moveTo>
                    <a:pt x="94" y="20"/>
                  </a:moveTo>
                  <a:cubicBezTo>
                    <a:pt x="95" y="20"/>
                    <a:pt x="95" y="20"/>
                    <a:pt x="95" y="20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19"/>
                    <a:pt x="94" y="19"/>
                    <a:pt x="94" y="19"/>
                  </a:cubicBezTo>
                  <a:lnTo>
                    <a:pt x="94" y="20"/>
                  </a:lnTo>
                  <a:close/>
                  <a:moveTo>
                    <a:pt x="80" y="39"/>
                  </a:moveTo>
                  <a:cubicBezTo>
                    <a:pt x="81" y="39"/>
                    <a:pt x="81" y="39"/>
                    <a:pt x="81" y="3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lnTo>
                    <a:pt x="80" y="39"/>
                  </a:lnTo>
                  <a:close/>
                  <a:moveTo>
                    <a:pt x="76" y="44"/>
                  </a:moveTo>
                  <a:cubicBezTo>
                    <a:pt x="77" y="43"/>
                    <a:pt x="77" y="43"/>
                    <a:pt x="77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5" y="45"/>
                    <a:pt x="75" y="45"/>
                    <a:pt x="75" y="45"/>
                  </a:cubicBezTo>
                  <a:lnTo>
                    <a:pt x="76" y="44"/>
                  </a:lnTo>
                  <a:close/>
                  <a:moveTo>
                    <a:pt x="73" y="41"/>
                  </a:moveTo>
                  <a:cubicBezTo>
                    <a:pt x="74" y="40"/>
                    <a:pt x="74" y="40"/>
                    <a:pt x="74" y="40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lose/>
                  <a:moveTo>
                    <a:pt x="69" y="28"/>
                  </a:move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8" y="28"/>
                    <a:pt x="68" y="28"/>
                    <a:pt x="68" y="28"/>
                  </a:cubicBezTo>
                  <a:lnTo>
                    <a:pt x="69" y="2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3" name="Freeform 6490">
              <a:extLst>
                <a:ext uri="{FF2B5EF4-FFF2-40B4-BE49-F238E27FC236}">
                  <a16:creationId xmlns:a16="http://schemas.microsoft.com/office/drawing/2014/main" id="{AADB2C46-F6D5-4F7E-9CC1-EF3ED5BEA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2" y="1919"/>
              <a:ext cx="4" cy="7"/>
            </a:xfrm>
            <a:custGeom>
              <a:avLst/>
              <a:gdLst>
                <a:gd name="T0" fmla="*/ 4 w 4"/>
                <a:gd name="T1" fmla="*/ 0 h 7"/>
                <a:gd name="T2" fmla="*/ 0 w 4"/>
                <a:gd name="T3" fmla="*/ 2 h 7"/>
                <a:gd name="T4" fmla="*/ 2 w 4"/>
                <a:gd name="T5" fmla="*/ 7 h 7"/>
                <a:gd name="T6" fmla="*/ 4 w 4"/>
                <a:gd name="T7" fmla="*/ 5 h 7"/>
                <a:gd name="T8" fmla="*/ 4 w 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lnTo>
                    <a:pt x="0" y="2"/>
                  </a:lnTo>
                  <a:lnTo>
                    <a:pt x="2" y="7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4" name="Freeform 6491">
              <a:extLst>
                <a:ext uri="{FF2B5EF4-FFF2-40B4-BE49-F238E27FC236}">
                  <a16:creationId xmlns:a16="http://schemas.microsoft.com/office/drawing/2014/main" id="{C4A57A15-A8A4-48C4-9FEB-4D1D45CDB57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5" y="1794"/>
              <a:ext cx="15" cy="11"/>
            </a:xfrm>
            <a:custGeom>
              <a:avLst/>
              <a:gdLst>
                <a:gd name="T0" fmla="*/ 4 w 15"/>
                <a:gd name="T1" fmla="*/ 5 h 11"/>
                <a:gd name="T2" fmla="*/ 4 w 15"/>
                <a:gd name="T3" fmla="*/ 5 h 11"/>
                <a:gd name="T4" fmla="*/ 4 w 15"/>
                <a:gd name="T5" fmla="*/ 7 h 11"/>
                <a:gd name="T6" fmla="*/ 6 w 15"/>
                <a:gd name="T7" fmla="*/ 7 h 11"/>
                <a:gd name="T8" fmla="*/ 6 w 15"/>
                <a:gd name="T9" fmla="*/ 9 h 11"/>
                <a:gd name="T10" fmla="*/ 8 w 15"/>
                <a:gd name="T11" fmla="*/ 11 h 11"/>
                <a:gd name="T12" fmla="*/ 10 w 15"/>
                <a:gd name="T13" fmla="*/ 11 h 11"/>
                <a:gd name="T14" fmla="*/ 10 w 15"/>
                <a:gd name="T15" fmla="*/ 11 h 11"/>
                <a:gd name="T16" fmla="*/ 13 w 15"/>
                <a:gd name="T17" fmla="*/ 11 h 11"/>
                <a:gd name="T18" fmla="*/ 13 w 15"/>
                <a:gd name="T19" fmla="*/ 9 h 11"/>
                <a:gd name="T20" fmla="*/ 13 w 15"/>
                <a:gd name="T21" fmla="*/ 9 h 11"/>
                <a:gd name="T22" fmla="*/ 15 w 15"/>
                <a:gd name="T23" fmla="*/ 7 h 11"/>
                <a:gd name="T24" fmla="*/ 13 w 15"/>
                <a:gd name="T25" fmla="*/ 7 h 11"/>
                <a:gd name="T26" fmla="*/ 13 w 15"/>
                <a:gd name="T27" fmla="*/ 7 h 11"/>
                <a:gd name="T28" fmla="*/ 13 w 15"/>
                <a:gd name="T29" fmla="*/ 5 h 11"/>
                <a:gd name="T30" fmla="*/ 12 w 15"/>
                <a:gd name="T31" fmla="*/ 2 h 11"/>
                <a:gd name="T32" fmla="*/ 10 w 15"/>
                <a:gd name="T33" fmla="*/ 2 h 11"/>
                <a:gd name="T34" fmla="*/ 8 w 15"/>
                <a:gd name="T35" fmla="*/ 0 h 11"/>
                <a:gd name="T36" fmla="*/ 6 w 15"/>
                <a:gd name="T37" fmla="*/ 0 h 11"/>
                <a:gd name="T38" fmla="*/ 6 w 15"/>
                <a:gd name="T39" fmla="*/ 0 h 11"/>
                <a:gd name="T40" fmla="*/ 2 w 15"/>
                <a:gd name="T41" fmla="*/ 0 h 11"/>
                <a:gd name="T42" fmla="*/ 0 w 15"/>
                <a:gd name="T43" fmla="*/ 2 h 11"/>
                <a:gd name="T44" fmla="*/ 2 w 15"/>
                <a:gd name="T45" fmla="*/ 5 h 11"/>
                <a:gd name="T46" fmla="*/ 4 w 15"/>
                <a:gd name="T4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" h="11">
                  <a:moveTo>
                    <a:pt x="4" y="5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5" name="Freeform 6492">
              <a:extLst>
                <a:ext uri="{FF2B5EF4-FFF2-40B4-BE49-F238E27FC236}">
                  <a16:creationId xmlns:a16="http://schemas.microsoft.com/office/drawing/2014/main" id="{3CC84C62-8B40-48B9-99FA-095CACA85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0" y="1796"/>
              <a:ext cx="15" cy="15"/>
            </a:xfrm>
            <a:custGeom>
              <a:avLst/>
              <a:gdLst>
                <a:gd name="T0" fmla="*/ 15 w 15"/>
                <a:gd name="T1" fmla="*/ 5 h 15"/>
                <a:gd name="T2" fmla="*/ 14 w 15"/>
                <a:gd name="T3" fmla="*/ 3 h 15"/>
                <a:gd name="T4" fmla="*/ 10 w 15"/>
                <a:gd name="T5" fmla="*/ 3 h 15"/>
                <a:gd name="T6" fmla="*/ 6 w 15"/>
                <a:gd name="T7" fmla="*/ 0 h 15"/>
                <a:gd name="T8" fmla="*/ 6 w 15"/>
                <a:gd name="T9" fmla="*/ 2 h 15"/>
                <a:gd name="T10" fmla="*/ 4 w 15"/>
                <a:gd name="T11" fmla="*/ 2 h 15"/>
                <a:gd name="T12" fmla="*/ 2 w 15"/>
                <a:gd name="T13" fmla="*/ 0 h 15"/>
                <a:gd name="T14" fmla="*/ 0 w 15"/>
                <a:gd name="T15" fmla="*/ 3 h 15"/>
                <a:gd name="T16" fmla="*/ 0 w 15"/>
                <a:gd name="T17" fmla="*/ 7 h 15"/>
                <a:gd name="T18" fmla="*/ 4 w 15"/>
                <a:gd name="T19" fmla="*/ 7 h 15"/>
                <a:gd name="T20" fmla="*/ 4 w 15"/>
                <a:gd name="T21" fmla="*/ 11 h 15"/>
                <a:gd name="T22" fmla="*/ 6 w 15"/>
                <a:gd name="T23" fmla="*/ 11 h 15"/>
                <a:gd name="T24" fmla="*/ 6 w 15"/>
                <a:gd name="T25" fmla="*/ 13 h 15"/>
                <a:gd name="T26" fmla="*/ 8 w 15"/>
                <a:gd name="T27" fmla="*/ 15 h 15"/>
                <a:gd name="T28" fmla="*/ 10 w 15"/>
                <a:gd name="T29" fmla="*/ 15 h 15"/>
                <a:gd name="T30" fmla="*/ 12 w 15"/>
                <a:gd name="T31" fmla="*/ 13 h 15"/>
                <a:gd name="T32" fmla="*/ 14 w 15"/>
                <a:gd name="T33" fmla="*/ 13 h 15"/>
                <a:gd name="T34" fmla="*/ 15 w 15"/>
                <a:gd name="T35" fmla="*/ 13 h 15"/>
                <a:gd name="T36" fmla="*/ 15 w 15"/>
                <a:gd name="T37" fmla="*/ 11 h 15"/>
                <a:gd name="T38" fmla="*/ 15 w 15"/>
                <a:gd name="T39" fmla="*/ 9 h 15"/>
                <a:gd name="T40" fmla="*/ 15 w 15"/>
                <a:gd name="T4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15">
                  <a:moveTo>
                    <a:pt x="15" y="5"/>
                  </a:moveTo>
                  <a:lnTo>
                    <a:pt x="14" y="3"/>
                  </a:lnTo>
                  <a:lnTo>
                    <a:pt x="10" y="3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6" name="Freeform 6493">
              <a:extLst>
                <a:ext uri="{FF2B5EF4-FFF2-40B4-BE49-F238E27FC236}">
                  <a16:creationId xmlns:a16="http://schemas.microsoft.com/office/drawing/2014/main" id="{A7D13110-3E09-4AB1-B733-1C16FE5188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1606"/>
              <a:ext cx="7" cy="5"/>
            </a:xfrm>
            <a:custGeom>
              <a:avLst/>
              <a:gdLst>
                <a:gd name="T0" fmla="*/ 2 w 7"/>
                <a:gd name="T1" fmla="*/ 0 h 5"/>
                <a:gd name="T2" fmla="*/ 0 w 7"/>
                <a:gd name="T3" fmla="*/ 1 h 5"/>
                <a:gd name="T4" fmla="*/ 2 w 7"/>
                <a:gd name="T5" fmla="*/ 5 h 5"/>
                <a:gd name="T6" fmla="*/ 3 w 7"/>
                <a:gd name="T7" fmla="*/ 5 h 5"/>
                <a:gd name="T8" fmla="*/ 5 w 7"/>
                <a:gd name="T9" fmla="*/ 5 h 5"/>
                <a:gd name="T10" fmla="*/ 7 w 7"/>
                <a:gd name="T11" fmla="*/ 1 h 5"/>
                <a:gd name="T12" fmla="*/ 5 w 7"/>
                <a:gd name="T13" fmla="*/ 0 h 5"/>
                <a:gd name="T14" fmla="*/ 2 w 7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lnTo>
                    <a:pt x="0" y="1"/>
                  </a:lnTo>
                  <a:lnTo>
                    <a:pt x="2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7" y="1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7" name="Freeform 6494">
              <a:extLst>
                <a:ext uri="{FF2B5EF4-FFF2-40B4-BE49-F238E27FC236}">
                  <a16:creationId xmlns:a16="http://schemas.microsoft.com/office/drawing/2014/main" id="{4832B574-F6F2-4486-9D03-267CBA8B50B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7" y="1606"/>
              <a:ext cx="15" cy="13"/>
            </a:xfrm>
            <a:custGeom>
              <a:avLst/>
              <a:gdLst>
                <a:gd name="T0" fmla="*/ 7 w 8"/>
                <a:gd name="T1" fmla="*/ 5 h 7"/>
                <a:gd name="T2" fmla="*/ 8 w 8"/>
                <a:gd name="T3" fmla="*/ 4 h 7"/>
                <a:gd name="T4" fmla="*/ 8 w 8"/>
                <a:gd name="T5" fmla="*/ 2 h 7"/>
                <a:gd name="T6" fmla="*/ 6 w 8"/>
                <a:gd name="T7" fmla="*/ 2 h 7"/>
                <a:gd name="T8" fmla="*/ 5 w 8"/>
                <a:gd name="T9" fmla="*/ 0 h 7"/>
                <a:gd name="T10" fmla="*/ 3 w 8"/>
                <a:gd name="T11" fmla="*/ 0 h 7"/>
                <a:gd name="T12" fmla="*/ 3 w 8"/>
                <a:gd name="T13" fmla="*/ 1 h 7"/>
                <a:gd name="T14" fmla="*/ 0 w 8"/>
                <a:gd name="T15" fmla="*/ 1 h 7"/>
                <a:gd name="T16" fmla="*/ 2 w 8"/>
                <a:gd name="T17" fmla="*/ 3 h 7"/>
                <a:gd name="T18" fmla="*/ 2 w 8"/>
                <a:gd name="T19" fmla="*/ 4 h 7"/>
                <a:gd name="T20" fmla="*/ 4 w 8"/>
                <a:gd name="T21" fmla="*/ 4 h 7"/>
                <a:gd name="T22" fmla="*/ 4 w 8"/>
                <a:gd name="T23" fmla="*/ 4 h 7"/>
                <a:gd name="T24" fmla="*/ 4 w 8"/>
                <a:gd name="T25" fmla="*/ 4 h 7"/>
                <a:gd name="T26" fmla="*/ 5 w 8"/>
                <a:gd name="T27" fmla="*/ 5 h 7"/>
                <a:gd name="T28" fmla="*/ 7 w 8"/>
                <a:gd name="T29" fmla="*/ 7 h 7"/>
                <a:gd name="T30" fmla="*/ 7 w 8"/>
                <a:gd name="T31" fmla="*/ 5 h 7"/>
                <a:gd name="T32" fmla="*/ 7 w 8"/>
                <a:gd name="T3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8" name="Freeform 6495">
              <a:extLst>
                <a:ext uri="{FF2B5EF4-FFF2-40B4-BE49-F238E27FC236}">
                  <a16:creationId xmlns:a16="http://schemas.microsoft.com/office/drawing/2014/main" id="{6094FDFF-79D7-4710-8746-FB7F03E8AF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62" y="1589"/>
              <a:ext cx="56" cy="50"/>
            </a:xfrm>
            <a:custGeom>
              <a:avLst/>
              <a:gdLst>
                <a:gd name="T0" fmla="*/ 28 w 30"/>
                <a:gd name="T1" fmla="*/ 14 h 27"/>
                <a:gd name="T2" fmla="*/ 30 w 30"/>
                <a:gd name="T3" fmla="*/ 10 h 27"/>
                <a:gd name="T4" fmla="*/ 26 w 30"/>
                <a:gd name="T5" fmla="*/ 10 h 27"/>
                <a:gd name="T6" fmla="*/ 24 w 30"/>
                <a:gd name="T7" fmla="*/ 9 h 27"/>
                <a:gd name="T8" fmla="*/ 21 w 30"/>
                <a:gd name="T9" fmla="*/ 8 h 27"/>
                <a:gd name="T10" fmla="*/ 20 w 30"/>
                <a:gd name="T11" fmla="*/ 6 h 27"/>
                <a:gd name="T12" fmla="*/ 20 w 30"/>
                <a:gd name="T13" fmla="*/ 4 h 27"/>
                <a:gd name="T14" fmla="*/ 20 w 30"/>
                <a:gd name="T15" fmla="*/ 0 h 27"/>
                <a:gd name="T16" fmla="*/ 14 w 30"/>
                <a:gd name="T17" fmla="*/ 3 h 27"/>
                <a:gd name="T18" fmla="*/ 13 w 30"/>
                <a:gd name="T19" fmla="*/ 6 h 27"/>
                <a:gd name="T20" fmla="*/ 11 w 30"/>
                <a:gd name="T21" fmla="*/ 7 h 27"/>
                <a:gd name="T22" fmla="*/ 11 w 30"/>
                <a:gd name="T23" fmla="*/ 9 h 27"/>
                <a:gd name="T24" fmla="*/ 9 w 30"/>
                <a:gd name="T25" fmla="*/ 10 h 27"/>
                <a:gd name="T26" fmla="*/ 6 w 30"/>
                <a:gd name="T27" fmla="*/ 11 h 27"/>
                <a:gd name="T28" fmla="*/ 4 w 30"/>
                <a:gd name="T29" fmla="*/ 11 h 27"/>
                <a:gd name="T30" fmla="*/ 1 w 30"/>
                <a:gd name="T31" fmla="*/ 15 h 27"/>
                <a:gd name="T32" fmla="*/ 5 w 30"/>
                <a:gd name="T33" fmla="*/ 17 h 27"/>
                <a:gd name="T34" fmla="*/ 7 w 30"/>
                <a:gd name="T35" fmla="*/ 20 h 27"/>
                <a:gd name="T36" fmla="*/ 9 w 30"/>
                <a:gd name="T37" fmla="*/ 22 h 27"/>
                <a:gd name="T38" fmla="*/ 11 w 30"/>
                <a:gd name="T39" fmla="*/ 24 h 27"/>
                <a:gd name="T40" fmla="*/ 13 w 30"/>
                <a:gd name="T41" fmla="*/ 25 h 27"/>
                <a:gd name="T42" fmla="*/ 17 w 30"/>
                <a:gd name="T43" fmla="*/ 26 h 27"/>
                <a:gd name="T44" fmla="*/ 20 w 30"/>
                <a:gd name="T45" fmla="*/ 25 h 27"/>
                <a:gd name="T46" fmla="*/ 22 w 30"/>
                <a:gd name="T47" fmla="*/ 24 h 27"/>
                <a:gd name="T48" fmla="*/ 24 w 30"/>
                <a:gd name="T49" fmla="*/ 24 h 27"/>
                <a:gd name="T50" fmla="*/ 27 w 30"/>
                <a:gd name="T51" fmla="*/ 20 h 27"/>
                <a:gd name="T52" fmla="*/ 24 w 30"/>
                <a:gd name="T53" fmla="*/ 20 h 27"/>
                <a:gd name="T54" fmla="*/ 26 w 30"/>
                <a:gd name="T55" fmla="*/ 15 h 27"/>
                <a:gd name="T56" fmla="*/ 24 w 30"/>
                <a:gd name="T57" fmla="*/ 14 h 27"/>
                <a:gd name="T58" fmla="*/ 25 w 30"/>
                <a:gd name="T59" fmla="*/ 12 h 27"/>
                <a:gd name="T60" fmla="*/ 25 w 30"/>
                <a:gd name="T61" fmla="*/ 13 h 27"/>
                <a:gd name="T62" fmla="*/ 26 w 30"/>
                <a:gd name="T63" fmla="*/ 14 h 27"/>
                <a:gd name="T64" fmla="*/ 24 w 30"/>
                <a:gd name="T65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" h="27">
                  <a:moveTo>
                    <a:pt x="26" y="15"/>
                  </a:moveTo>
                  <a:cubicBezTo>
                    <a:pt x="28" y="14"/>
                    <a:pt x="28" y="14"/>
                    <a:pt x="28" y="14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6" y="18"/>
                    <a:pt x="26" y="18"/>
                    <a:pt x="26" y="18"/>
                  </a:cubicBezTo>
                  <a:lnTo>
                    <a:pt x="26" y="15"/>
                  </a:lnTo>
                  <a:close/>
                  <a:moveTo>
                    <a:pt x="24" y="16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4"/>
                    <a:pt x="25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5"/>
                    <a:pt x="26" y="15"/>
                    <a:pt x="26" y="15"/>
                  </a:cubicBezTo>
                  <a:lnTo>
                    <a:pt x="24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9" name="Freeform 6496">
              <a:extLst>
                <a:ext uri="{FF2B5EF4-FFF2-40B4-BE49-F238E27FC236}">
                  <a16:creationId xmlns:a16="http://schemas.microsoft.com/office/drawing/2014/main" id="{B197E285-9809-4863-9CFD-C38B8FD795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79" y="1436"/>
              <a:ext cx="186" cy="177"/>
            </a:xfrm>
            <a:custGeom>
              <a:avLst/>
              <a:gdLst>
                <a:gd name="T0" fmla="*/ 181 w 186"/>
                <a:gd name="T1" fmla="*/ 134 h 177"/>
                <a:gd name="T2" fmla="*/ 172 w 186"/>
                <a:gd name="T3" fmla="*/ 112 h 177"/>
                <a:gd name="T4" fmla="*/ 160 w 186"/>
                <a:gd name="T5" fmla="*/ 99 h 177"/>
                <a:gd name="T6" fmla="*/ 172 w 186"/>
                <a:gd name="T7" fmla="*/ 87 h 177"/>
                <a:gd name="T8" fmla="*/ 175 w 186"/>
                <a:gd name="T9" fmla="*/ 63 h 177"/>
                <a:gd name="T10" fmla="*/ 183 w 186"/>
                <a:gd name="T11" fmla="*/ 46 h 177"/>
                <a:gd name="T12" fmla="*/ 177 w 186"/>
                <a:gd name="T13" fmla="*/ 24 h 177"/>
                <a:gd name="T14" fmla="*/ 160 w 186"/>
                <a:gd name="T15" fmla="*/ 18 h 177"/>
                <a:gd name="T16" fmla="*/ 151 w 186"/>
                <a:gd name="T17" fmla="*/ 41 h 177"/>
                <a:gd name="T18" fmla="*/ 144 w 186"/>
                <a:gd name="T19" fmla="*/ 60 h 177"/>
                <a:gd name="T20" fmla="*/ 140 w 186"/>
                <a:gd name="T21" fmla="*/ 74 h 177"/>
                <a:gd name="T22" fmla="*/ 132 w 186"/>
                <a:gd name="T23" fmla="*/ 80 h 177"/>
                <a:gd name="T24" fmla="*/ 136 w 186"/>
                <a:gd name="T25" fmla="*/ 60 h 177"/>
                <a:gd name="T26" fmla="*/ 142 w 186"/>
                <a:gd name="T27" fmla="*/ 37 h 177"/>
                <a:gd name="T28" fmla="*/ 129 w 186"/>
                <a:gd name="T29" fmla="*/ 30 h 177"/>
                <a:gd name="T30" fmla="*/ 127 w 186"/>
                <a:gd name="T31" fmla="*/ 45 h 177"/>
                <a:gd name="T32" fmla="*/ 114 w 186"/>
                <a:gd name="T33" fmla="*/ 39 h 177"/>
                <a:gd name="T34" fmla="*/ 108 w 186"/>
                <a:gd name="T35" fmla="*/ 41 h 177"/>
                <a:gd name="T36" fmla="*/ 119 w 186"/>
                <a:gd name="T37" fmla="*/ 28 h 177"/>
                <a:gd name="T38" fmla="*/ 99 w 186"/>
                <a:gd name="T39" fmla="*/ 18 h 177"/>
                <a:gd name="T40" fmla="*/ 88 w 186"/>
                <a:gd name="T41" fmla="*/ 24 h 177"/>
                <a:gd name="T42" fmla="*/ 99 w 186"/>
                <a:gd name="T43" fmla="*/ 9 h 177"/>
                <a:gd name="T44" fmla="*/ 71 w 186"/>
                <a:gd name="T45" fmla="*/ 5 h 177"/>
                <a:gd name="T46" fmla="*/ 36 w 186"/>
                <a:gd name="T47" fmla="*/ 28 h 177"/>
                <a:gd name="T48" fmla="*/ 15 w 186"/>
                <a:gd name="T49" fmla="*/ 46 h 177"/>
                <a:gd name="T50" fmla="*/ 25 w 186"/>
                <a:gd name="T51" fmla="*/ 58 h 177"/>
                <a:gd name="T52" fmla="*/ 39 w 186"/>
                <a:gd name="T53" fmla="*/ 56 h 177"/>
                <a:gd name="T54" fmla="*/ 30 w 186"/>
                <a:gd name="T55" fmla="*/ 61 h 177"/>
                <a:gd name="T56" fmla="*/ 11 w 186"/>
                <a:gd name="T57" fmla="*/ 74 h 177"/>
                <a:gd name="T58" fmla="*/ 17 w 186"/>
                <a:gd name="T59" fmla="*/ 84 h 177"/>
                <a:gd name="T60" fmla="*/ 30 w 186"/>
                <a:gd name="T61" fmla="*/ 87 h 177"/>
                <a:gd name="T62" fmla="*/ 45 w 186"/>
                <a:gd name="T63" fmla="*/ 89 h 177"/>
                <a:gd name="T64" fmla="*/ 58 w 186"/>
                <a:gd name="T65" fmla="*/ 95 h 177"/>
                <a:gd name="T66" fmla="*/ 69 w 186"/>
                <a:gd name="T67" fmla="*/ 106 h 177"/>
                <a:gd name="T68" fmla="*/ 58 w 186"/>
                <a:gd name="T69" fmla="*/ 108 h 177"/>
                <a:gd name="T70" fmla="*/ 45 w 186"/>
                <a:gd name="T71" fmla="*/ 102 h 177"/>
                <a:gd name="T72" fmla="*/ 25 w 186"/>
                <a:gd name="T73" fmla="*/ 97 h 177"/>
                <a:gd name="T74" fmla="*/ 2 w 186"/>
                <a:gd name="T75" fmla="*/ 114 h 177"/>
                <a:gd name="T76" fmla="*/ 11 w 186"/>
                <a:gd name="T77" fmla="*/ 130 h 177"/>
                <a:gd name="T78" fmla="*/ 26 w 186"/>
                <a:gd name="T79" fmla="*/ 134 h 177"/>
                <a:gd name="T80" fmla="*/ 23 w 186"/>
                <a:gd name="T81" fmla="*/ 147 h 177"/>
                <a:gd name="T82" fmla="*/ 23 w 186"/>
                <a:gd name="T83" fmla="*/ 162 h 177"/>
                <a:gd name="T84" fmla="*/ 39 w 186"/>
                <a:gd name="T85" fmla="*/ 164 h 177"/>
                <a:gd name="T86" fmla="*/ 54 w 186"/>
                <a:gd name="T87" fmla="*/ 164 h 177"/>
                <a:gd name="T88" fmla="*/ 65 w 186"/>
                <a:gd name="T89" fmla="*/ 166 h 177"/>
                <a:gd name="T90" fmla="*/ 82 w 186"/>
                <a:gd name="T91" fmla="*/ 158 h 177"/>
                <a:gd name="T92" fmla="*/ 105 w 186"/>
                <a:gd name="T93" fmla="*/ 153 h 177"/>
                <a:gd name="T94" fmla="*/ 110 w 186"/>
                <a:gd name="T95" fmla="*/ 147 h 177"/>
                <a:gd name="T96" fmla="*/ 108 w 186"/>
                <a:gd name="T97" fmla="*/ 158 h 177"/>
                <a:gd name="T98" fmla="*/ 118 w 186"/>
                <a:gd name="T99" fmla="*/ 164 h 177"/>
                <a:gd name="T100" fmla="*/ 129 w 186"/>
                <a:gd name="T101" fmla="*/ 171 h 177"/>
                <a:gd name="T102" fmla="*/ 140 w 186"/>
                <a:gd name="T103" fmla="*/ 173 h 177"/>
                <a:gd name="T104" fmla="*/ 151 w 186"/>
                <a:gd name="T105" fmla="*/ 175 h 177"/>
                <a:gd name="T106" fmla="*/ 160 w 186"/>
                <a:gd name="T107" fmla="*/ 171 h 177"/>
                <a:gd name="T108" fmla="*/ 160 w 186"/>
                <a:gd name="T109" fmla="*/ 160 h 177"/>
                <a:gd name="T110" fmla="*/ 151 w 186"/>
                <a:gd name="T111" fmla="*/ 156 h 177"/>
                <a:gd name="T112" fmla="*/ 159 w 186"/>
                <a:gd name="T113" fmla="*/ 155 h 177"/>
                <a:gd name="T114" fmla="*/ 168 w 186"/>
                <a:gd name="T115" fmla="*/ 153 h 177"/>
                <a:gd name="T116" fmla="*/ 170 w 186"/>
                <a:gd name="T117" fmla="*/ 158 h 177"/>
                <a:gd name="T118" fmla="*/ 177 w 186"/>
                <a:gd name="T119" fmla="*/ 162 h 177"/>
                <a:gd name="T120" fmla="*/ 185 w 186"/>
                <a:gd name="T121" fmla="*/ 147 h 177"/>
                <a:gd name="T122" fmla="*/ 26 w 186"/>
                <a:gd name="T123" fmla="*/ 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6" h="177">
                  <a:moveTo>
                    <a:pt x="185" y="145"/>
                  </a:moveTo>
                  <a:lnTo>
                    <a:pt x="185" y="142"/>
                  </a:lnTo>
                  <a:lnTo>
                    <a:pt x="186" y="140"/>
                  </a:lnTo>
                  <a:lnTo>
                    <a:pt x="185" y="138"/>
                  </a:lnTo>
                  <a:lnTo>
                    <a:pt x="183" y="138"/>
                  </a:lnTo>
                  <a:lnTo>
                    <a:pt x="181" y="138"/>
                  </a:lnTo>
                  <a:lnTo>
                    <a:pt x="183" y="136"/>
                  </a:lnTo>
                  <a:lnTo>
                    <a:pt x="181" y="134"/>
                  </a:lnTo>
                  <a:lnTo>
                    <a:pt x="177" y="134"/>
                  </a:lnTo>
                  <a:lnTo>
                    <a:pt x="177" y="132"/>
                  </a:lnTo>
                  <a:lnTo>
                    <a:pt x="175" y="130"/>
                  </a:lnTo>
                  <a:lnTo>
                    <a:pt x="175" y="130"/>
                  </a:lnTo>
                  <a:lnTo>
                    <a:pt x="173" y="125"/>
                  </a:lnTo>
                  <a:lnTo>
                    <a:pt x="173" y="123"/>
                  </a:lnTo>
                  <a:lnTo>
                    <a:pt x="175" y="119"/>
                  </a:lnTo>
                  <a:lnTo>
                    <a:pt x="172" y="112"/>
                  </a:lnTo>
                  <a:lnTo>
                    <a:pt x="170" y="117"/>
                  </a:lnTo>
                  <a:lnTo>
                    <a:pt x="166" y="115"/>
                  </a:lnTo>
                  <a:lnTo>
                    <a:pt x="166" y="110"/>
                  </a:lnTo>
                  <a:lnTo>
                    <a:pt x="164" y="110"/>
                  </a:lnTo>
                  <a:lnTo>
                    <a:pt x="164" y="106"/>
                  </a:lnTo>
                  <a:lnTo>
                    <a:pt x="162" y="102"/>
                  </a:lnTo>
                  <a:lnTo>
                    <a:pt x="162" y="101"/>
                  </a:lnTo>
                  <a:lnTo>
                    <a:pt x="160" y="99"/>
                  </a:lnTo>
                  <a:lnTo>
                    <a:pt x="160" y="99"/>
                  </a:lnTo>
                  <a:lnTo>
                    <a:pt x="162" y="99"/>
                  </a:lnTo>
                  <a:lnTo>
                    <a:pt x="164" y="95"/>
                  </a:lnTo>
                  <a:lnTo>
                    <a:pt x="164" y="95"/>
                  </a:lnTo>
                  <a:lnTo>
                    <a:pt x="166" y="97"/>
                  </a:lnTo>
                  <a:lnTo>
                    <a:pt x="168" y="95"/>
                  </a:lnTo>
                  <a:lnTo>
                    <a:pt x="168" y="91"/>
                  </a:lnTo>
                  <a:lnTo>
                    <a:pt x="172" y="87"/>
                  </a:lnTo>
                  <a:lnTo>
                    <a:pt x="172" y="84"/>
                  </a:lnTo>
                  <a:lnTo>
                    <a:pt x="172" y="82"/>
                  </a:lnTo>
                  <a:lnTo>
                    <a:pt x="170" y="76"/>
                  </a:lnTo>
                  <a:lnTo>
                    <a:pt x="170" y="74"/>
                  </a:lnTo>
                  <a:lnTo>
                    <a:pt x="172" y="74"/>
                  </a:lnTo>
                  <a:lnTo>
                    <a:pt x="172" y="71"/>
                  </a:lnTo>
                  <a:lnTo>
                    <a:pt x="175" y="67"/>
                  </a:lnTo>
                  <a:lnTo>
                    <a:pt x="175" y="63"/>
                  </a:lnTo>
                  <a:lnTo>
                    <a:pt x="177" y="61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54"/>
                  </a:lnTo>
                  <a:lnTo>
                    <a:pt x="183" y="50"/>
                  </a:lnTo>
                  <a:lnTo>
                    <a:pt x="181" y="46"/>
                  </a:lnTo>
                  <a:lnTo>
                    <a:pt x="181" y="46"/>
                  </a:lnTo>
                  <a:lnTo>
                    <a:pt x="183" y="46"/>
                  </a:lnTo>
                  <a:lnTo>
                    <a:pt x="185" y="43"/>
                  </a:lnTo>
                  <a:lnTo>
                    <a:pt x="183" y="39"/>
                  </a:lnTo>
                  <a:lnTo>
                    <a:pt x="183" y="37"/>
                  </a:lnTo>
                  <a:lnTo>
                    <a:pt x="183" y="35"/>
                  </a:lnTo>
                  <a:lnTo>
                    <a:pt x="181" y="33"/>
                  </a:lnTo>
                  <a:lnTo>
                    <a:pt x="179" y="32"/>
                  </a:lnTo>
                  <a:lnTo>
                    <a:pt x="181" y="30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2" y="26"/>
                  </a:lnTo>
                  <a:lnTo>
                    <a:pt x="168" y="20"/>
                  </a:lnTo>
                  <a:lnTo>
                    <a:pt x="166" y="20"/>
                  </a:lnTo>
                  <a:lnTo>
                    <a:pt x="164" y="18"/>
                  </a:lnTo>
                  <a:lnTo>
                    <a:pt x="160" y="18"/>
                  </a:lnTo>
                  <a:lnTo>
                    <a:pt x="162" y="22"/>
                  </a:lnTo>
                  <a:lnTo>
                    <a:pt x="159" y="22"/>
                  </a:lnTo>
                  <a:lnTo>
                    <a:pt x="157" y="26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3" y="35"/>
                  </a:lnTo>
                  <a:lnTo>
                    <a:pt x="153" y="39"/>
                  </a:lnTo>
                  <a:lnTo>
                    <a:pt x="151" y="41"/>
                  </a:lnTo>
                  <a:lnTo>
                    <a:pt x="151" y="43"/>
                  </a:lnTo>
                  <a:lnTo>
                    <a:pt x="151" y="45"/>
                  </a:lnTo>
                  <a:lnTo>
                    <a:pt x="151" y="46"/>
                  </a:lnTo>
                  <a:lnTo>
                    <a:pt x="149" y="48"/>
                  </a:lnTo>
                  <a:lnTo>
                    <a:pt x="149" y="54"/>
                  </a:lnTo>
                  <a:lnTo>
                    <a:pt x="147" y="54"/>
                  </a:lnTo>
                  <a:lnTo>
                    <a:pt x="146" y="54"/>
                  </a:lnTo>
                  <a:lnTo>
                    <a:pt x="144" y="60"/>
                  </a:lnTo>
                  <a:lnTo>
                    <a:pt x="144" y="61"/>
                  </a:lnTo>
                  <a:lnTo>
                    <a:pt x="144" y="63"/>
                  </a:lnTo>
                  <a:lnTo>
                    <a:pt x="144" y="65"/>
                  </a:lnTo>
                  <a:lnTo>
                    <a:pt x="140" y="69"/>
                  </a:lnTo>
                  <a:lnTo>
                    <a:pt x="142" y="71"/>
                  </a:lnTo>
                  <a:lnTo>
                    <a:pt x="142" y="71"/>
                  </a:lnTo>
                  <a:lnTo>
                    <a:pt x="138" y="71"/>
                  </a:lnTo>
                  <a:lnTo>
                    <a:pt x="140" y="74"/>
                  </a:lnTo>
                  <a:lnTo>
                    <a:pt x="142" y="74"/>
                  </a:lnTo>
                  <a:lnTo>
                    <a:pt x="140" y="76"/>
                  </a:lnTo>
                  <a:lnTo>
                    <a:pt x="138" y="76"/>
                  </a:lnTo>
                  <a:lnTo>
                    <a:pt x="136" y="76"/>
                  </a:lnTo>
                  <a:lnTo>
                    <a:pt x="134" y="78"/>
                  </a:lnTo>
                  <a:lnTo>
                    <a:pt x="134" y="82"/>
                  </a:lnTo>
                  <a:lnTo>
                    <a:pt x="134" y="82"/>
                  </a:lnTo>
                  <a:lnTo>
                    <a:pt x="132" y="80"/>
                  </a:lnTo>
                  <a:lnTo>
                    <a:pt x="132" y="78"/>
                  </a:lnTo>
                  <a:lnTo>
                    <a:pt x="134" y="76"/>
                  </a:lnTo>
                  <a:lnTo>
                    <a:pt x="132" y="74"/>
                  </a:lnTo>
                  <a:lnTo>
                    <a:pt x="132" y="71"/>
                  </a:lnTo>
                  <a:lnTo>
                    <a:pt x="134" y="67"/>
                  </a:lnTo>
                  <a:lnTo>
                    <a:pt x="134" y="65"/>
                  </a:lnTo>
                  <a:lnTo>
                    <a:pt x="136" y="63"/>
                  </a:lnTo>
                  <a:lnTo>
                    <a:pt x="136" y="60"/>
                  </a:lnTo>
                  <a:lnTo>
                    <a:pt x="138" y="52"/>
                  </a:lnTo>
                  <a:lnTo>
                    <a:pt x="142" y="52"/>
                  </a:lnTo>
                  <a:lnTo>
                    <a:pt x="142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2" y="45"/>
                  </a:lnTo>
                  <a:lnTo>
                    <a:pt x="142" y="37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6" y="24"/>
                  </a:lnTo>
                  <a:lnTo>
                    <a:pt x="131" y="26"/>
                  </a:lnTo>
                  <a:lnTo>
                    <a:pt x="129" y="30"/>
                  </a:lnTo>
                  <a:lnTo>
                    <a:pt x="132" y="33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3"/>
                  </a:lnTo>
                  <a:lnTo>
                    <a:pt x="127" y="41"/>
                  </a:lnTo>
                  <a:lnTo>
                    <a:pt x="127" y="45"/>
                  </a:lnTo>
                  <a:lnTo>
                    <a:pt x="127" y="45"/>
                  </a:lnTo>
                  <a:lnTo>
                    <a:pt x="127" y="41"/>
                  </a:lnTo>
                  <a:lnTo>
                    <a:pt x="123" y="43"/>
                  </a:lnTo>
                  <a:lnTo>
                    <a:pt x="125" y="41"/>
                  </a:lnTo>
                  <a:lnTo>
                    <a:pt x="121" y="39"/>
                  </a:lnTo>
                  <a:lnTo>
                    <a:pt x="118" y="41"/>
                  </a:lnTo>
                  <a:lnTo>
                    <a:pt x="116" y="43"/>
                  </a:lnTo>
                  <a:lnTo>
                    <a:pt x="114" y="39"/>
                  </a:lnTo>
                  <a:lnTo>
                    <a:pt x="110" y="41"/>
                  </a:lnTo>
                  <a:lnTo>
                    <a:pt x="110" y="43"/>
                  </a:lnTo>
                  <a:lnTo>
                    <a:pt x="108" y="43"/>
                  </a:lnTo>
                  <a:lnTo>
                    <a:pt x="106" y="41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6" y="39"/>
                  </a:lnTo>
                  <a:lnTo>
                    <a:pt x="108" y="41"/>
                  </a:lnTo>
                  <a:lnTo>
                    <a:pt x="114" y="39"/>
                  </a:lnTo>
                  <a:lnTo>
                    <a:pt x="114" y="37"/>
                  </a:lnTo>
                  <a:lnTo>
                    <a:pt x="114" y="37"/>
                  </a:lnTo>
                  <a:lnTo>
                    <a:pt x="116" y="37"/>
                  </a:lnTo>
                  <a:lnTo>
                    <a:pt x="119" y="35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19" y="28"/>
                  </a:lnTo>
                  <a:lnTo>
                    <a:pt x="116" y="24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08" y="17"/>
                  </a:lnTo>
                  <a:lnTo>
                    <a:pt x="108" y="15"/>
                  </a:lnTo>
                  <a:lnTo>
                    <a:pt x="105" y="15"/>
                  </a:lnTo>
                  <a:lnTo>
                    <a:pt x="101" y="17"/>
                  </a:lnTo>
                  <a:lnTo>
                    <a:pt x="99" y="18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5" y="26"/>
                  </a:lnTo>
                  <a:lnTo>
                    <a:pt x="93" y="26"/>
                  </a:lnTo>
                  <a:lnTo>
                    <a:pt x="93" y="24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90" y="22"/>
                  </a:lnTo>
                  <a:lnTo>
                    <a:pt x="92" y="22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7" y="15"/>
                  </a:lnTo>
                  <a:lnTo>
                    <a:pt x="99" y="9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1" y="5"/>
                  </a:lnTo>
                  <a:lnTo>
                    <a:pt x="58" y="11"/>
                  </a:lnTo>
                  <a:lnTo>
                    <a:pt x="54" y="13"/>
                  </a:lnTo>
                  <a:lnTo>
                    <a:pt x="47" y="15"/>
                  </a:lnTo>
                  <a:lnTo>
                    <a:pt x="38" y="20"/>
                  </a:lnTo>
                  <a:lnTo>
                    <a:pt x="34" y="24"/>
                  </a:lnTo>
                  <a:lnTo>
                    <a:pt x="32" y="26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2" y="28"/>
                  </a:lnTo>
                  <a:lnTo>
                    <a:pt x="28" y="32"/>
                  </a:lnTo>
                  <a:lnTo>
                    <a:pt x="25" y="32"/>
                  </a:lnTo>
                  <a:lnTo>
                    <a:pt x="21" y="33"/>
                  </a:lnTo>
                  <a:lnTo>
                    <a:pt x="21" y="37"/>
                  </a:lnTo>
                  <a:lnTo>
                    <a:pt x="17" y="39"/>
                  </a:lnTo>
                  <a:lnTo>
                    <a:pt x="15" y="41"/>
                  </a:lnTo>
                  <a:lnTo>
                    <a:pt x="15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7" y="48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4"/>
                  </a:lnTo>
                  <a:lnTo>
                    <a:pt x="25" y="58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6" y="58"/>
                  </a:lnTo>
                  <a:lnTo>
                    <a:pt x="30" y="58"/>
                  </a:lnTo>
                  <a:lnTo>
                    <a:pt x="36" y="58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5" y="58"/>
                  </a:lnTo>
                  <a:lnTo>
                    <a:pt x="43" y="58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4" y="61"/>
                  </a:lnTo>
                  <a:lnTo>
                    <a:pt x="32" y="61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17" y="61"/>
                  </a:lnTo>
                  <a:lnTo>
                    <a:pt x="17" y="63"/>
                  </a:lnTo>
                  <a:lnTo>
                    <a:pt x="11" y="63"/>
                  </a:lnTo>
                  <a:lnTo>
                    <a:pt x="10" y="67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8"/>
                  </a:lnTo>
                  <a:lnTo>
                    <a:pt x="10" y="80"/>
                  </a:lnTo>
                  <a:lnTo>
                    <a:pt x="11" y="82"/>
                  </a:lnTo>
                  <a:lnTo>
                    <a:pt x="13" y="84"/>
                  </a:lnTo>
                  <a:lnTo>
                    <a:pt x="15" y="84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1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6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4" y="87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49" y="89"/>
                  </a:lnTo>
                  <a:lnTo>
                    <a:pt x="52" y="89"/>
                  </a:lnTo>
                  <a:lnTo>
                    <a:pt x="54" y="89"/>
                  </a:lnTo>
                  <a:lnTo>
                    <a:pt x="54" y="91"/>
                  </a:lnTo>
                  <a:lnTo>
                    <a:pt x="56" y="91"/>
                  </a:lnTo>
                  <a:lnTo>
                    <a:pt x="56" y="93"/>
                  </a:lnTo>
                  <a:lnTo>
                    <a:pt x="58" y="93"/>
                  </a:lnTo>
                  <a:lnTo>
                    <a:pt x="58" y="95"/>
                  </a:lnTo>
                  <a:lnTo>
                    <a:pt x="60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9"/>
                  </a:lnTo>
                  <a:lnTo>
                    <a:pt x="65" y="101"/>
                  </a:lnTo>
                  <a:lnTo>
                    <a:pt x="67" y="101"/>
                  </a:lnTo>
                  <a:lnTo>
                    <a:pt x="67" y="104"/>
                  </a:lnTo>
                  <a:lnTo>
                    <a:pt x="69" y="106"/>
                  </a:lnTo>
                  <a:lnTo>
                    <a:pt x="73" y="108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67" y="108"/>
                  </a:lnTo>
                  <a:lnTo>
                    <a:pt x="64" y="108"/>
                  </a:lnTo>
                  <a:lnTo>
                    <a:pt x="62" y="108"/>
                  </a:lnTo>
                  <a:lnTo>
                    <a:pt x="60" y="108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2" y="104"/>
                  </a:lnTo>
                  <a:lnTo>
                    <a:pt x="51" y="102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5" y="102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1" y="99"/>
                  </a:lnTo>
                  <a:lnTo>
                    <a:pt x="39" y="99"/>
                  </a:lnTo>
                  <a:lnTo>
                    <a:pt x="36" y="99"/>
                  </a:lnTo>
                  <a:lnTo>
                    <a:pt x="34" y="97"/>
                  </a:lnTo>
                  <a:lnTo>
                    <a:pt x="28" y="99"/>
                  </a:lnTo>
                  <a:lnTo>
                    <a:pt x="25" y="97"/>
                  </a:lnTo>
                  <a:lnTo>
                    <a:pt x="23" y="97"/>
                  </a:lnTo>
                  <a:lnTo>
                    <a:pt x="11" y="97"/>
                  </a:lnTo>
                  <a:lnTo>
                    <a:pt x="10" y="97"/>
                  </a:lnTo>
                  <a:lnTo>
                    <a:pt x="6" y="99"/>
                  </a:lnTo>
                  <a:lnTo>
                    <a:pt x="4" y="101"/>
                  </a:lnTo>
                  <a:lnTo>
                    <a:pt x="4" y="104"/>
                  </a:lnTo>
                  <a:lnTo>
                    <a:pt x="0" y="110"/>
                  </a:lnTo>
                  <a:lnTo>
                    <a:pt x="2" y="114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4" y="125"/>
                  </a:lnTo>
                  <a:lnTo>
                    <a:pt x="6" y="127"/>
                  </a:lnTo>
                  <a:lnTo>
                    <a:pt x="6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5" y="132"/>
                  </a:lnTo>
                  <a:lnTo>
                    <a:pt x="15" y="134"/>
                  </a:lnTo>
                  <a:lnTo>
                    <a:pt x="19" y="134"/>
                  </a:lnTo>
                  <a:lnTo>
                    <a:pt x="21" y="132"/>
                  </a:lnTo>
                  <a:lnTo>
                    <a:pt x="23" y="132"/>
                  </a:lnTo>
                  <a:lnTo>
                    <a:pt x="25" y="134"/>
                  </a:lnTo>
                  <a:lnTo>
                    <a:pt x="26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8" y="140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6" y="143"/>
                  </a:lnTo>
                  <a:lnTo>
                    <a:pt x="26" y="145"/>
                  </a:lnTo>
                  <a:lnTo>
                    <a:pt x="23" y="147"/>
                  </a:lnTo>
                  <a:lnTo>
                    <a:pt x="23" y="149"/>
                  </a:lnTo>
                  <a:lnTo>
                    <a:pt x="21" y="151"/>
                  </a:lnTo>
                  <a:lnTo>
                    <a:pt x="23" y="153"/>
                  </a:lnTo>
                  <a:lnTo>
                    <a:pt x="23" y="155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1" y="160"/>
                  </a:lnTo>
                  <a:lnTo>
                    <a:pt x="23" y="162"/>
                  </a:lnTo>
                  <a:lnTo>
                    <a:pt x="28" y="164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2" y="164"/>
                  </a:lnTo>
                  <a:lnTo>
                    <a:pt x="34" y="162"/>
                  </a:lnTo>
                  <a:lnTo>
                    <a:pt x="34" y="162"/>
                  </a:lnTo>
                  <a:lnTo>
                    <a:pt x="36" y="164"/>
                  </a:lnTo>
                  <a:lnTo>
                    <a:pt x="39" y="164"/>
                  </a:lnTo>
                  <a:lnTo>
                    <a:pt x="43" y="166"/>
                  </a:lnTo>
                  <a:lnTo>
                    <a:pt x="45" y="164"/>
                  </a:lnTo>
                  <a:lnTo>
                    <a:pt x="49" y="164"/>
                  </a:lnTo>
                  <a:lnTo>
                    <a:pt x="49" y="164"/>
                  </a:lnTo>
                  <a:lnTo>
                    <a:pt x="51" y="166"/>
                  </a:lnTo>
                  <a:lnTo>
                    <a:pt x="52" y="164"/>
                  </a:lnTo>
                  <a:lnTo>
                    <a:pt x="52" y="164"/>
                  </a:lnTo>
                  <a:lnTo>
                    <a:pt x="54" y="164"/>
                  </a:lnTo>
                  <a:lnTo>
                    <a:pt x="54" y="166"/>
                  </a:lnTo>
                  <a:lnTo>
                    <a:pt x="56" y="166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62" y="168"/>
                  </a:lnTo>
                  <a:lnTo>
                    <a:pt x="62" y="166"/>
                  </a:lnTo>
                  <a:lnTo>
                    <a:pt x="65" y="166"/>
                  </a:lnTo>
                  <a:lnTo>
                    <a:pt x="67" y="164"/>
                  </a:lnTo>
                  <a:lnTo>
                    <a:pt x="69" y="164"/>
                  </a:lnTo>
                  <a:lnTo>
                    <a:pt x="71" y="164"/>
                  </a:lnTo>
                  <a:lnTo>
                    <a:pt x="75" y="160"/>
                  </a:lnTo>
                  <a:lnTo>
                    <a:pt x="77" y="160"/>
                  </a:lnTo>
                  <a:lnTo>
                    <a:pt x="80" y="158"/>
                  </a:lnTo>
                  <a:lnTo>
                    <a:pt x="80" y="158"/>
                  </a:lnTo>
                  <a:lnTo>
                    <a:pt x="82" y="158"/>
                  </a:lnTo>
                  <a:lnTo>
                    <a:pt x="84" y="158"/>
                  </a:lnTo>
                  <a:lnTo>
                    <a:pt x="86" y="158"/>
                  </a:lnTo>
                  <a:lnTo>
                    <a:pt x="88" y="158"/>
                  </a:lnTo>
                  <a:lnTo>
                    <a:pt x="93" y="158"/>
                  </a:lnTo>
                  <a:lnTo>
                    <a:pt x="101" y="155"/>
                  </a:lnTo>
                  <a:lnTo>
                    <a:pt x="101" y="155"/>
                  </a:lnTo>
                  <a:lnTo>
                    <a:pt x="103" y="155"/>
                  </a:lnTo>
                  <a:lnTo>
                    <a:pt x="105" y="153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2" y="147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0" y="151"/>
                  </a:lnTo>
                  <a:lnTo>
                    <a:pt x="110" y="153"/>
                  </a:lnTo>
                  <a:lnTo>
                    <a:pt x="110" y="155"/>
                  </a:lnTo>
                  <a:lnTo>
                    <a:pt x="108" y="155"/>
                  </a:lnTo>
                  <a:lnTo>
                    <a:pt x="108" y="158"/>
                  </a:lnTo>
                  <a:lnTo>
                    <a:pt x="110" y="158"/>
                  </a:lnTo>
                  <a:lnTo>
                    <a:pt x="114" y="160"/>
                  </a:lnTo>
                  <a:lnTo>
                    <a:pt x="114" y="158"/>
                  </a:lnTo>
                  <a:lnTo>
                    <a:pt x="116" y="158"/>
                  </a:lnTo>
                  <a:lnTo>
                    <a:pt x="118" y="160"/>
                  </a:lnTo>
                  <a:lnTo>
                    <a:pt x="118" y="162"/>
                  </a:lnTo>
                  <a:lnTo>
                    <a:pt x="119" y="164"/>
                  </a:lnTo>
                  <a:lnTo>
                    <a:pt x="118" y="164"/>
                  </a:lnTo>
                  <a:lnTo>
                    <a:pt x="116" y="166"/>
                  </a:lnTo>
                  <a:lnTo>
                    <a:pt x="118" y="168"/>
                  </a:lnTo>
                  <a:lnTo>
                    <a:pt x="119" y="168"/>
                  </a:lnTo>
                  <a:lnTo>
                    <a:pt x="119" y="170"/>
                  </a:lnTo>
                  <a:lnTo>
                    <a:pt x="123" y="171"/>
                  </a:lnTo>
                  <a:lnTo>
                    <a:pt x="125" y="170"/>
                  </a:lnTo>
                  <a:lnTo>
                    <a:pt x="127" y="170"/>
                  </a:lnTo>
                  <a:lnTo>
                    <a:pt x="129" y="171"/>
                  </a:lnTo>
                  <a:lnTo>
                    <a:pt x="131" y="173"/>
                  </a:lnTo>
                  <a:lnTo>
                    <a:pt x="132" y="171"/>
                  </a:lnTo>
                  <a:lnTo>
                    <a:pt x="132" y="171"/>
                  </a:lnTo>
                  <a:lnTo>
                    <a:pt x="134" y="173"/>
                  </a:lnTo>
                  <a:lnTo>
                    <a:pt x="136" y="173"/>
                  </a:lnTo>
                  <a:lnTo>
                    <a:pt x="138" y="175"/>
                  </a:lnTo>
                  <a:lnTo>
                    <a:pt x="140" y="175"/>
                  </a:lnTo>
                  <a:lnTo>
                    <a:pt x="140" y="173"/>
                  </a:lnTo>
                  <a:lnTo>
                    <a:pt x="142" y="173"/>
                  </a:lnTo>
                  <a:lnTo>
                    <a:pt x="142" y="173"/>
                  </a:lnTo>
                  <a:lnTo>
                    <a:pt x="142" y="175"/>
                  </a:lnTo>
                  <a:lnTo>
                    <a:pt x="144" y="177"/>
                  </a:lnTo>
                  <a:lnTo>
                    <a:pt x="147" y="175"/>
                  </a:lnTo>
                  <a:lnTo>
                    <a:pt x="147" y="173"/>
                  </a:lnTo>
                  <a:lnTo>
                    <a:pt x="149" y="175"/>
                  </a:lnTo>
                  <a:lnTo>
                    <a:pt x="151" y="175"/>
                  </a:lnTo>
                  <a:lnTo>
                    <a:pt x="153" y="175"/>
                  </a:lnTo>
                  <a:lnTo>
                    <a:pt x="153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60" y="171"/>
                  </a:lnTo>
                  <a:lnTo>
                    <a:pt x="159" y="170"/>
                  </a:lnTo>
                  <a:lnTo>
                    <a:pt x="160" y="170"/>
                  </a:lnTo>
                  <a:lnTo>
                    <a:pt x="160" y="168"/>
                  </a:lnTo>
                  <a:lnTo>
                    <a:pt x="162" y="166"/>
                  </a:lnTo>
                  <a:lnTo>
                    <a:pt x="162" y="162"/>
                  </a:lnTo>
                  <a:lnTo>
                    <a:pt x="160" y="162"/>
                  </a:lnTo>
                  <a:lnTo>
                    <a:pt x="159" y="162"/>
                  </a:lnTo>
                  <a:lnTo>
                    <a:pt x="160" y="160"/>
                  </a:lnTo>
                  <a:lnTo>
                    <a:pt x="162" y="160"/>
                  </a:lnTo>
                  <a:lnTo>
                    <a:pt x="162" y="156"/>
                  </a:lnTo>
                  <a:lnTo>
                    <a:pt x="159" y="155"/>
                  </a:lnTo>
                  <a:lnTo>
                    <a:pt x="157" y="155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1" y="156"/>
                  </a:lnTo>
                  <a:lnTo>
                    <a:pt x="151" y="153"/>
                  </a:lnTo>
                  <a:lnTo>
                    <a:pt x="151" y="153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53"/>
                  </a:lnTo>
                  <a:lnTo>
                    <a:pt x="153" y="155"/>
                  </a:lnTo>
                  <a:lnTo>
                    <a:pt x="155" y="155"/>
                  </a:lnTo>
                  <a:lnTo>
                    <a:pt x="159" y="155"/>
                  </a:lnTo>
                  <a:lnTo>
                    <a:pt x="160" y="149"/>
                  </a:lnTo>
                  <a:lnTo>
                    <a:pt x="162" y="149"/>
                  </a:lnTo>
                  <a:lnTo>
                    <a:pt x="164" y="147"/>
                  </a:lnTo>
                  <a:lnTo>
                    <a:pt x="164" y="147"/>
                  </a:lnTo>
                  <a:lnTo>
                    <a:pt x="166" y="147"/>
                  </a:lnTo>
                  <a:lnTo>
                    <a:pt x="166" y="147"/>
                  </a:lnTo>
                  <a:lnTo>
                    <a:pt x="166" y="153"/>
                  </a:lnTo>
                  <a:lnTo>
                    <a:pt x="168" y="153"/>
                  </a:lnTo>
                  <a:lnTo>
                    <a:pt x="166" y="155"/>
                  </a:lnTo>
                  <a:lnTo>
                    <a:pt x="170" y="155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3" y="155"/>
                  </a:lnTo>
                  <a:lnTo>
                    <a:pt x="175" y="156"/>
                  </a:lnTo>
                  <a:lnTo>
                    <a:pt x="172" y="156"/>
                  </a:lnTo>
                  <a:lnTo>
                    <a:pt x="170" y="158"/>
                  </a:lnTo>
                  <a:lnTo>
                    <a:pt x="172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6"/>
                  </a:lnTo>
                  <a:lnTo>
                    <a:pt x="173" y="166"/>
                  </a:lnTo>
                  <a:lnTo>
                    <a:pt x="173" y="164"/>
                  </a:lnTo>
                  <a:lnTo>
                    <a:pt x="175" y="164"/>
                  </a:lnTo>
                  <a:lnTo>
                    <a:pt x="177" y="162"/>
                  </a:lnTo>
                  <a:lnTo>
                    <a:pt x="177" y="160"/>
                  </a:lnTo>
                  <a:lnTo>
                    <a:pt x="175" y="158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7" y="156"/>
                  </a:lnTo>
                  <a:lnTo>
                    <a:pt x="179" y="155"/>
                  </a:lnTo>
                  <a:lnTo>
                    <a:pt x="183" y="151"/>
                  </a:lnTo>
                  <a:lnTo>
                    <a:pt x="185" y="147"/>
                  </a:lnTo>
                  <a:lnTo>
                    <a:pt x="185" y="145"/>
                  </a:lnTo>
                  <a:close/>
                  <a:moveTo>
                    <a:pt x="26" y="50"/>
                  </a:moveTo>
                  <a:lnTo>
                    <a:pt x="25" y="50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50"/>
                  </a:lnTo>
                  <a:close/>
                  <a:moveTo>
                    <a:pt x="49" y="58"/>
                  </a:moveTo>
                  <a:lnTo>
                    <a:pt x="47" y="58"/>
                  </a:lnTo>
                  <a:lnTo>
                    <a:pt x="49" y="58"/>
                  </a:lnTo>
                  <a:lnTo>
                    <a:pt x="51" y="58"/>
                  </a:lnTo>
                  <a:lnTo>
                    <a:pt x="52" y="60"/>
                  </a:lnTo>
                  <a:lnTo>
                    <a:pt x="49" y="5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0" name="Freeform 6497">
              <a:extLst>
                <a:ext uri="{FF2B5EF4-FFF2-40B4-BE49-F238E27FC236}">
                  <a16:creationId xmlns:a16="http://schemas.microsoft.com/office/drawing/2014/main" id="{13DD203D-E2B2-47B0-89EE-210636E061C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47" y="1606"/>
              <a:ext cx="15" cy="16"/>
            </a:xfrm>
            <a:custGeom>
              <a:avLst/>
              <a:gdLst>
                <a:gd name="T0" fmla="*/ 0 w 8"/>
                <a:gd name="T1" fmla="*/ 7 h 9"/>
                <a:gd name="T2" fmla="*/ 2 w 8"/>
                <a:gd name="T3" fmla="*/ 9 h 9"/>
                <a:gd name="T4" fmla="*/ 3 w 8"/>
                <a:gd name="T5" fmla="*/ 8 h 9"/>
                <a:gd name="T6" fmla="*/ 3 w 8"/>
                <a:gd name="T7" fmla="*/ 7 h 9"/>
                <a:gd name="T8" fmla="*/ 5 w 8"/>
                <a:gd name="T9" fmla="*/ 6 h 9"/>
                <a:gd name="T10" fmla="*/ 6 w 8"/>
                <a:gd name="T11" fmla="*/ 4 h 9"/>
                <a:gd name="T12" fmla="*/ 6 w 8"/>
                <a:gd name="T13" fmla="*/ 5 h 9"/>
                <a:gd name="T14" fmla="*/ 7 w 8"/>
                <a:gd name="T15" fmla="*/ 4 h 9"/>
                <a:gd name="T16" fmla="*/ 7 w 8"/>
                <a:gd name="T17" fmla="*/ 4 h 9"/>
                <a:gd name="T18" fmla="*/ 7 w 8"/>
                <a:gd name="T19" fmla="*/ 3 h 9"/>
                <a:gd name="T20" fmla="*/ 8 w 8"/>
                <a:gd name="T21" fmla="*/ 2 h 9"/>
                <a:gd name="T22" fmla="*/ 7 w 8"/>
                <a:gd name="T23" fmla="*/ 0 h 9"/>
                <a:gd name="T24" fmla="*/ 6 w 8"/>
                <a:gd name="T25" fmla="*/ 0 h 9"/>
                <a:gd name="T26" fmla="*/ 4 w 8"/>
                <a:gd name="T27" fmla="*/ 2 h 9"/>
                <a:gd name="T28" fmla="*/ 4 w 8"/>
                <a:gd name="T29" fmla="*/ 2 h 9"/>
                <a:gd name="T30" fmla="*/ 3 w 8"/>
                <a:gd name="T31" fmla="*/ 1 h 9"/>
                <a:gd name="T32" fmla="*/ 2 w 8"/>
                <a:gd name="T33" fmla="*/ 3 h 9"/>
                <a:gd name="T34" fmla="*/ 2 w 8"/>
                <a:gd name="T35" fmla="*/ 4 h 9"/>
                <a:gd name="T36" fmla="*/ 0 w 8"/>
                <a:gd name="T37" fmla="*/ 6 h 9"/>
                <a:gd name="T38" fmla="*/ 0 w 8"/>
                <a:gd name="T39" fmla="*/ 7 h 9"/>
                <a:gd name="T40" fmla="*/ 5 w 8"/>
                <a:gd name="T41" fmla="*/ 3 h 9"/>
                <a:gd name="T42" fmla="*/ 5 w 8"/>
                <a:gd name="T43" fmla="*/ 4 h 9"/>
                <a:gd name="T44" fmla="*/ 5 w 8"/>
                <a:gd name="T45" fmla="*/ 3 h 9"/>
                <a:gd name="T46" fmla="*/ 4 w 8"/>
                <a:gd name="T47" fmla="*/ 3 h 9"/>
                <a:gd name="T48" fmla="*/ 5 w 8"/>
                <a:gd name="T4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0" y="7"/>
                  </a:lnTo>
                  <a:close/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5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1" name="Freeform 6498">
              <a:extLst>
                <a:ext uri="{FF2B5EF4-FFF2-40B4-BE49-F238E27FC236}">
                  <a16:creationId xmlns:a16="http://schemas.microsoft.com/office/drawing/2014/main" id="{18FDD054-FC21-477E-93A4-A00287A384C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19"/>
              <a:ext cx="3" cy="8"/>
            </a:xfrm>
            <a:custGeom>
              <a:avLst/>
              <a:gdLst>
                <a:gd name="T0" fmla="*/ 3 w 3"/>
                <a:gd name="T1" fmla="*/ 6 h 8"/>
                <a:gd name="T2" fmla="*/ 3 w 3"/>
                <a:gd name="T3" fmla="*/ 0 h 8"/>
                <a:gd name="T4" fmla="*/ 2 w 3"/>
                <a:gd name="T5" fmla="*/ 0 h 8"/>
                <a:gd name="T6" fmla="*/ 0 w 3"/>
                <a:gd name="T7" fmla="*/ 2 h 8"/>
                <a:gd name="T8" fmla="*/ 0 w 3"/>
                <a:gd name="T9" fmla="*/ 6 h 8"/>
                <a:gd name="T10" fmla="*/ 3 w 3"/>
                <a:gd name="T11" fmla="*/ 8 h 8"/>
                <a:gd name="T12" fmla="*/ 3 w 3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3" y="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8"/>
                  </a:lnTo>
                  <a:lnTo>
                    <a:pt x="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2" name="Freeform 6499">
              <a:extLst>
                <a:ext uri="{FF2B5EF4-FFF2-40B4-BE49-F238E27FC236}">
                  <a16:creationId xmlns:a16="http://schemas.microsoft.com/office/drawing/2014/main" id="{A9B25695-BAF9-4789-841F-D7DC2910D94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723"/>
              <a:ext cx="6" cy="15"/>
            </a:xfrm>
            <a:custGeom>
              <a:avLst/>
              <a:gdLst>
                <a:gd name="T0" fmla="*/ 6 w 6"/>
                <a:gd name="T1" fmla="*/ 0 h 15"/>
                <a:gd name="T2" fmla="*/ 2 w 6"/>
                <a:gd name="T3" fmla="*/ 0 h 15"/>
                <a:gd name="T4" fmla="*/ 0 w 6"/>
                <a:gd name="T5" fmla="*/ 2 h 15"/>
                <a:gd name="T6" fmla="*/ 0 w 6"/>
                <a:gd name="T7" fmla="*/ 7 h 15"/>
                <a:gd name="T8" fmla="*/ 0 w 6"/>
                <a:gd name="T9" fmla="*/ 9 h 15"/>
                <a:gd name="T10" fmla="*/ 0 w 6"/>
                <a:gd name="T11" fmla="*/ 9 h 15"/>
                <a:gd name="T12" fmla="*/ 0 w 6"/>
                <a:gd name="T13" fmla="*/ 15 h 15"/>
                <a:gd name="T14" fmla="*/ 4 w 6"/>
                <a:gd name="T15" fmla="*/ 13 h 15"/>
                <a:gd name="T16" fmla="*/ 6 w 6"/>
                <a:gd name="T17" fmla="*/ 7 h 15"/>
                <a:gd name="T18" fmla="*/ 6 w 6"/>
                <a:gd name="T19" fmla="*/ 6 h 15"/>
                <a:gd name="T20" fmla="*/ 6 w 6"/>
                <a:gd name="T21" fmla="*/ 4 h 15"/>
                <a:gd name="T22" fmla="*/ 6 w 6"/>
                <a:gd name="T23" fmla="*/ 4 h 15"/>
                <a:gd name="T24" fmla="*/ 6 w 6"/>
                <a:gd name="T2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3" name="Freeform 6500">
              <a:extLst>
                <a:ext uri="{FF2B5EF4-FFF2-40B4-BE49-F238E27FC236}">
                  <a16:creationId xmlns:a16="http://schemas.microsoft.com/office/drawing/2014/main" id="{7E52CEAB-8D43-495B-B35E-2B28A01663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47"/>
              <a:ext cx="7" cy="6"/>
            </a:xfrm>
            <a:custGeom>
              <a:avLst/>
              <a:gdLst>
                <a:gd name="T0" fmla="*/ 2 w 7"/>
                <a:gd name="T1" fmla="*/ 6 h 6"/>
                <a:gd name="T2" fmla="*/ 7 w 7"/>
                <a:gd name="T3" fmla="*/ 4 h 6"/>
                <a:gd name="T4" fmla="*/ 5 w 7"/>
                <a:gd name="T5" fmla="*/ 0 h 6"/>
                <a:gd name="T6" fmla="*/ 3 w 7"/>
                <a:gd name="T7" fmla="*/ 2 h 6"/>
                <a:gd name="T8" fmla="*/ 2 w 7"/>
                <a:gd name="T9" fmla="*/ 2 h 6"/>
                <a:gd name="T10" fmla="*/ 0 w 7"/>
                <a:gd name="T11" fmla="*/ 6 h 6"/>
                <a:gd name="T12" fmla="*/ 2 w 7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lnTo>
                    <a:pt x="7" y="4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4" name="Freeform 6501">
              <a:extLst>
                <a:ext uri="{FF2B5EF4-FFF2-40B4-BE49-F238E27FC236}">
                  <a16:creationId xmlns:a16="http://schemas.microsoft.com/office/drawing/2014/main" id="{313F7757-65A0-4161-8A31-9B8F9FD669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0" y="1805"/>
              <a:ext cx="31" cy="22"/>
            </a:xfrm>
            <a:custGeom>
              <a:avLst/>
              <a:gdLst>
                <a:gd name="T0" fmla="*/ 14 w 17"/>
                <a:gd name="T1" fmla="*/ 6 h 12"/>
                <a:gd name="T2" fmla="*/ 16 w 17"/>
                <a:gd name="T3" fmla="*/ 5 h 12"/>
                <a:gd name="T4" fmla="*/ 16 w 17"/>
                <a:gd name="T5" fmla="*/ 3 h 12"/>
                <a:gd name="T6" fmla="*/ 17 w 17"/>
                <a:gd name="T7" fmla="*/ 2 h 12"/>
                <a:gd name="T8" fmla="*/ 16 w 17"/>
                <a:gd name="T9" fmla="*/ 1 h 12"/>
                <a:gd name="T10" fmla="*/ 15 w 17"/>
                <a:gd name="T11" fmla="*/ 1 h 12"/>
                <a:gd name="T12" fmla="*/ 14 w 17"/>
                <a:gd name="T13" fmla="*/ 0 h 12"/>
                <a:gd name="T14" fmla="*/ 13 w 17"/>
                <a:gd name="T15" fmla="*/ 0 h 12"/>
                <a:gd name="T16" fmla="*/ 12 w 17"/>
                <a:gd name="T17" fmla="*/ 1 h 12"/>
                <a:gd name="T18" fmla="*/ 11 w 17"/>
                <a:gd name="T19" fmla="*/ 0 h 12"/>
                <a:gd name="T20" fmla="*/ 10 w 17"/>
                <a:gd name="T21" fmla="*/ 1 h 12"/>
                <a:gd name="T22" fmla="*/ 10 w 17"/>
                <a:gd name="T23" fmla="*/ 2 h 12"/>
                <a:gd name="T24" fmla="*/ 9 w 17"/>
                <a:gd name="T25" fmla="*/ 1 h 12"/>
                <a:gd name="T26" fmla="*/ 8 w 17"/>
                <a:gd name="T27" fmla="*/ 0 h 12"/>
                <a:gd name="T28" fmla="*/ 7 w 17"/>
                <a:gd name="T29" fmla="*/ 0 h 12"/>
                <a:gd name="T30" fmla="*/ 6 w 17"/>
                <a:gd name="T31" fmla="*/ 1 h 12"/>
                <a:gd name="T32" fmla="*/ 4 w 17"/>
                <a:gd name="T33" fmla="*/ 3 h 12"/>
                <a:gd name="T34" fmla="*/ 4 w 17"/>
                <a:gd name="T35" fmla="*/ 4 h 12"/>
                <a:gd name="T36" fmla="*/ 4 w 17"/>
                <a:gd name="T37" fmla="*/ 4 h 12"/>
                <a:gd name="T38" fmla="*/ 1 w 17"/>
                <a:gd name="T39" fmla="*/ 5 h 12"/>
                <a:gd name="T40" fmla="*/ 0 w 17"/>
                <a:gd name="T41" fmla="*/ 6 h 12"/>
                <a:gd name="T42" fmla="*/ 1 w 17"/>
                <a:gd name="T43" fmla="*/ 7 h 12"/>
                <a:gd name="T44" fmla="*/ 1 w 17"/>
                <a:gd name="T45" fmla="*/ 8 h 12"/>
                <a:gd name="T46" fmla="*/ 1 w 17"/>
                <a:gd name="T47" fmla="*/ 9 h 12"/>
                <a:gd name="T48" fmla="*/ 1 w 17"/>
                <a:gd name="T49" fmla="*/ 10 h 12"/>
                <a:gd name="T50" fmla="*/ 2 w 17"/>
                <a:gd name="T51" fmla="*/ 11 h 12"/>
                <a:gd name="T52" fmla="*/ 2 w 17"/>
                <a:gd name="T53" fmla="*/ 12 h 12"/>
                <a:gd name="T54" fmla="*/ 3 w 17"/>
                <a:gd name="T55" fmla="*/ 11 h 12"/>
                <a:gd name="T56" fmla="*/ 4 w 17"/>
                <a:gd name="T57" fmla="*/ 10 h 12"/>
                <a:gd name="T58" fmla="*/ 5 w 17"/>
                <a:gd name="T59" fmla="*/ 9 h 12"/>
                <a:gd name="T60" fmla="*/ 5 w 17"/>
                <a:gd name="T61" fmla="*/ 10 h 12"/>
                <a:gd name="T62" fmla="*/ 5 w 17"/>
                <a:gd name="T63" fmla="*/ 10 h 12"/>
                <a:gd name="T64" fmla="*/ 7 w 17"/>
                <a:gd name="T65" fmla="*/ 11 h 12"/>
                <a:gd name="T66" fmla="*/ 9 w 17"/>
                <a:gd name="T67" fmla="*/ 9 h 12"/>
                <a:gd name="T68" fmla="*/ 10 w 17"/>
                <a:gd name="T69" fmla="*/ 9 h 12"/>
                <a:gd name="T70" fmla="*/ 12 w 17"/>
                <a:gd name="T71" fmla="*/ 8 h 12"/>
                <a:gd name="T72" fmla="*/ 13 w 17"/>
                <a:gd name="T73" fmla="*/ 6 h 12"/>
                <a:gd name="T74" fmla="*/ 14 w 17"/>
                <a:gd name="T7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" h="12">
                  <a:moveTo>
                    <a:pt x="14" y="6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4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5" name="Freeform 6502">
              <a:extLst>
                <a:ext uri="{FF2B5EF4-FFF2-40B4-BE49-F238E27FC236}">
                  <a16:creationId xmlns:a16="http://schemas.microsoft.com/office/drawing/2014/main" id="{8593D7FB-2A31-474F-A6D3-B2BD4AC9506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2101"/>
              <a:ext cx="35" cy="21"/>
            </a:xfrm>
            <a:custGeom>
              <a:avLst/>
              <a:gdLst>
                <a:gd name="T0" fmla="*/ 35 w 35"/>
                <a:gd name="T1" fmla="*/ 21 h 21"/>
                <a:gd name="T2" fmla="*/ 35 w 35"/>
                <a:gd name="T3" fmla="*/ 17 h 21"/>
                <a:gd name="T4" fmla="*/ 34 w 35"/>
                <a:gd name="T5" fmla="*/ 15 h 21"/>
                <a:gd name="T6" fmla="*/ 34 w 35"/>
                <a:gd name="T7" fmla="*/ 15 h 21"/>
                <a:gd name="T8" fmla="*/ 32 w 35"/>
                <a:gd name="T9" fmla="*/ 13 h 21"/>
                <a:gd name="T10" fmla="*/ 30 w 35"/>
                <a:gd name="T11" fmla="*/ 12 h 21"/>
                <a:gd name="T12" fmla="*/ 28 w 35"/>
                <a:gd name="T13" fmla="*/ 10 h 21"/>
                <a:gd name="T14" fmla="*/ 24 w 35"/>
                <a:gd name="T15" fmla="*/ 8 h 21"/>
                <a:gd name="T16" fmla="*/ 22 w 35"/>
                <a:gd name="T17" fmla="*/ 8 h 21"/>
                <a:gd name="T18" fmla="*/ 20 w 35"/>
                <a:gd name="T19" fmla="*/ 4 h 21"/>
                <a:gd name="T20" fmla="*/ 17 w 35"/>
                <a:gd name="T21" fmla="*/ 4 h 21"/>
                <a:gd name="T22" fmla="*/ 13 w 35"/>
                <a:gd name="T23" fmla="*/ 2 h 21"/>
                <a:gd name="T24" fmla="*/ 7 w 35"/>
                <a:gd name="T25" fmla="*/ 0 h 21"/>
                <a:gd name="T26" fmla="*/ 4 w 35"/>
                <a:gd name="T27" fmla="*/ 0 h 21"/>
                <a:gd name="T28" fmla="*/ 0 w 35"/>
                <a:gd name="T29" fmla="*/ 2 h 21"/>
                <a:gd name="T30" fmla="*/ 2 w 35"/>
                <a:gd name="T31" fmla="*/ 6 h 21"/>
                <a:gd name="T32" fmla="*/ 4 w 35"/>
                <a:gd name="T33" fmla="*/ 6 h 21"/>
                <a:gd name="T34" fmla="*/ 9 w 35"/>
                <a:gd name="T35" fmla="*/ 10 h 21"/>
                <a:gd name="T36" fmla="*/ 9 w 35"/>
                <a:gd name="T37" fmla="*/ 12 h 21"/>
                <a:gd name="T38" fmla="*/ 9 w 35"/>
                <a:gd name="T39" fmla="*/ 13 h 21"/>
                <a:gd name="T40" fmla="*/ 11 w 35"/>
                <a:gd name="T41" fmla="*/ 13 h 21"/>
                <a:gd name="T42" fmla="*/ 17 w 35"/>
                <a:gd name="T43" fmla="*/ 17 h 21"/>
                <a:gd name="T44" fmla="*/ 20 w 35"/>
                <a:gd name="T45" fmla="*/ 17 h 21"/>
                <a:gd name="T46" fmla="*/ 24 w 35"/>
                <a:gd name="T47" fmla="*/ 19 h 21"/>
                <a:gd name="T48" fmla="*/ 26 w 35"/>
                <a:gd name="T49" fmla="*/ 21 h 21"/>
                <a:gd name="T50" fmla="*/ 28 w 35"/>
                <a:gd name="T51" fmla="*/ 21 h 21"/>
                <a:gd name="T52" fmla="*/ 30 w 35"/>
                <a:gd name="T53" fmla="*/ 21 h 21"/>
                <a:gd name="T54" fmla="*/ 35 w 35"/>
                <a:gd name="T5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1">
                  <a:moveTo>
                    <a:pt x="35" y="21"/>
                  </a:moveTo>
                  <a:lnTo>
                    <a:pt x="35" y="17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2" y="13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2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6"/>
                  </a:lnTo>
                  <a:lnTo>
                    <a:pt x="4" y="6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4" y="19"/>
                  </a:lnTo>
                  <a:lnTo>
                    <a:pt x="26" y="21"/>
                  </a:lnTo>
                  <a:lnTo>
                    <a:pt x="28" y="21"/>
                  </a:lnTo>
                  <a:lnTo>
                    <a:pt x="30" y="21"/>
                  </a:lnTo>
                  <a:lnTo>
                    <a:pt x="35" y="2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6" name="Freeform 6503">
              <a:extLst>
                <a:ext uri="{FF2B5EF4-FFF2-40B4-BE49-F238E27FC236}">
                  <a16:creationId xmlns:a16="http://schemas.microsoft.com/office/drawing/2014/main" id="{F07D984D-93F2-43EB-ACE8-F49D2F7C670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1" y="2023"/>
              <a:ext cx="18" cy="15"/>
            </a:xfrm>
            <a:custGeom>
              <a:avLst/>
              <a:gdLst>
                <a:gd name="T0" fmla="*/ 9 w 18"/>
                <a:gd name="T1" fmla="*/ 9 h 15"/>
                <a:gd name="T2" fmla="*/ 11 w 18"/>
                <a:gd name="T3" fmla="*/ 11 h 15"/>
                <a:gd name="T4" fmla="*/ 18 w 18"/>
                <a:gd name="T5" fmla="*/ 13 h 15"/>
                <a:gd name="T6" fmla="*/ 18 w 18"/>
                <a:gd name="T7" fmla="*/ 9 h 15"/>
                <a:gd name="T8" fmla="*/ 18 w 18"/>
                <a:gd name="T9" fmla="*/ 8 h 15"/>
                <a:gd name="T10" fmla="*/ 18 w 18"/>
                <a:gd name="T11" fmla="*/ 4 h 15"/>
                <a:gd name="T12" fmla="*/ 15 w 18"/>
                <a:gd name="T13" fmla="*/ 2 h 15"/>
                <a:gd name="T14" fmla="*/ 13 w 18"/>
                <a:gd name="T15" fmla="*/ 2 h 15"/>
                <a:gd name="T16" fmla="*/ 11 w 18"/>
                <a:gd name="T17" fmla="*/ 0 h 15"/>
                <a:gd name="T18" fmla="*/ 7 w 18"/>
                <a:gd name="T19" fmla="*/ 0 h 15"/>
                <a:gd name="T20" fmla="*/ 5 w 18"/>
                <a:gd name="T21" fmla="*/ 2 h 15"/>
                <a:gd name="T22" fmla="*/ 5 w 18"/>
                <a:gd name="T23" fmla="*/ 4 h 15"/>
                <a:gd name="T24" fmla="*/ 3 w 18"/>
                <a:gd name="T25" fmla="*/ 4 h 15"/>
                <a:gd name="T26" fmla="*/ 0 w 18"/>
                <a:gd name="T27" fmla="*/ 8 h 15"/>
                <a:gd name="T28" fmla="*/ 1 w 18"/>
                <a:gd name="T29" fmla="*/ 9 h 15"/>
                <a:gd name="T30" fmla="*/ 3 w 18"/>
                <a:gd name="T31" fmla="*/ 9 h 15"/>
                <a:gd name="T32" fmla="*/ 3 w 18"/>
                <a:gd name="T33" fmla="*/ 9 h 15"/>
                <a:gd name="T34" fmla="*/ 9 w 18"/>
                <a:gd name="T35" fmla="*/ 15 h 15"/>
                <a:gd name="T36" fmla="*/ 7 w 18"/>
                <a:gd name="T37" fmla="*/ 9 h 15"/>
                <a:gd name="T38" fmla="*/ 7 w 18"/>
                <a:gd name="T39" fmla="*/ 9 h 15"/>
                <a:gd name="T40" fmla="*/ 9 w 18"/>
                <a:gd name="T4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15">
                  <a:moveTo>
                    <a:pt x="9" y="9"/>
                  </a:moveTo>
                  <a:lnTo>
                    <a:pt x="11" y="11"/>
                  </a:lnTo>
                  <a:lnTo>
                    <a:pt x="18" y="13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4"/>
                  </a:lnTo>
                  <a:lnTo>
                    <a:pt x="3" y="4"/>
                  </a:lnTo>
                  <a:lnTo>
                    <a:pt x="0" y="8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9" y="15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7" name="Freeform 6504">
              <a:extLst>
                <a:ext uri="{FF2B5EF4-FFF2-40B4-BE49-F238E27FC236}">
                  <a16:creationId xmlns:a16="http://schemas.microsoft.com/office/drawing/2014/main" id="{1AB22FC9-94FA-474C-B305-4EC42ACC1C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2146"/>
              <a:ext cx="8" cy="9"/>
            </a:xfrm>
            <a:custGeom>
              <a:avLst/>
              <a:gdLst>
                <a:gd name="T0" fmla="*/ 6 w 8"/>
                <a:gd name="T1" fmla="*/ 2 h 9"/>
                <a:gd name="T2" fmla="*/ 6 w 8"/>
                <a:gd name="T3" fmla="*/ 0 h 9"/>
                <a:gd name="T4" fmla="*/ 4 w 8"/>
                <a:gd name="T5" fmla="*/ 4 h 9"/>
                <a:gd name="T6" fmla="*/ 0 w 8"/>
                <a:gd name="T7" fmla="*/ 6 h 9"/>
                <a:gd name="T8" fmla="*/ 2 w 8"/>
                <a:gd name="T9" fmla="*/ 9 h 9"/>
                <a:gd name="T10" fmla="*/ 4 w 8"/>
                <a:gd name="T11" fmla="*/ 9 h 9"/>
                <a:gd name="T12" fmla="*/ 6 w 8"/>
                <a:gd name="T13" fmla="*/ 8 h 9"/>
                <a:gd name="T14" fmla="*/ 6 w 8"/>
                <a:gd name="T15" fmla="*/ 8 h 9"/>
                <a:gd name="T16" fmla="*/ 8 w 8"/>
                <a:gd name="T17" fmla="*/ 2 h 9"/>
                <a:gd name="T18" fmla="*/ 8 w 8"/>
                <a:gd name="T19" fmla="*/ 2 h 9"/>
                <a:gd name="T20" fmla="*/ 8 w 8"/>
                <a:gd name="T21" fmla="*/ 0 h 9"/>
                <a:gd name="T22" fmla="*/ 6 w 8"/>
                <a:gd name="T2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lnTo>
                    <a:pt x="6" y="0"/>
                  </a:lnTo>
                  <a:lnTo>
                    <a:pt x="4" y="4"/>
                  </a:lnTo>
                  <a:lnTo>
                    <a:pt x="0" y="6"/>
                  </a:lnTo>
                  <a:lnTo>
                    <a:pt x="2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8" name="Freeform 6505">
              <a:extLst>
                <a:ext uri="{FF2B5EF4-FFF2-40B4-BE49-F238E27FC236}">
                  <a16:creationId xmlns:a16="http://schemas.microsoft.com/office/drawing/2014/main" id="{3E41A885-9BB5-45BD-A98C-9DCFB10BFEA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9" y="1818"/>
              <a:ext cx="18" cy="26"/>
            </a:xfrm>
            <a:custGeom>
              <a:avLst/>
              <a:gdLst>
                <a:gd name="T0" fmla="*/ 18 w 18"/>
                <a:gd name="T1" fmla="*/ 7 h 26"/>
                <a:gd name="T2" fmla="*/ 17 w 18"/>
                <a:gd name="T3" fmla="*/ 6 h 26"/>
                <a:gd name="T4" fmla="*/ 17 w 18"/>
                <a:gd name="T5" fmla="*/ 4 h 26"/>
                <a:gd name="T6" fmla="*/ 15 w 18"/>
                <a:gd name="T7" fmla="*/ 2 h 26"/>
                <a:gd name="T8" fmla="*/ 13 w 18"/>
                <a:gd name="T9" fmla="*/ 2 h 26"/>
                <a:gd name="T10" fmla="*/ 13 w 18"/>
                <a:gd name="T11" fmla="*/ 2 h 26"/>
                <a:gd name="T12" fmla="*/ 13 w 18"/>
                <a:gd name="T13" fmla="*/ 2 h 26"/>
                <a:gd name="T14" fmla="*/ 9 w 18"/>
                <a:gd name="T15" fmla="*/ 0 h 26"/>
                <a:gd name="T16" fmla="*/ 9 w 18"/>
                <a:gd name="T17" fmla="*/ 2 h 26"/>
                <a:gd name="T18" fmla="*/ 5 w 18"/>
                <a:gd name="T19" fmla="*/ 6 h 26"/>
                <a:gd name="T20" fmla="*/ 5 w 18"/>
                <a:gd name="T21" fmla="*/ 6 h 26"/>
                <a:gd name="T22" fmla="*/ 4 w 18"/>
                <a:gd name="T23" fmla="*/ 7 h 26"/>
                <a:gd name="T24" fmla="*/ 2 w 18"/>
                <a:gd name="T25" fmla="*/ 9 h 26"/>
                <a:gd name="T26" fmla="*/ 4 w 18"/>
                <a:gd name="T27" fmla="*/ 11 h 26"/>
                <a:gd name="T28" fmla="*/ 2 w 18"/>
                <a:gd name="T29" fmla="*/ 13 h 26"/>
                <a:gd name="T30" fmla="*/ 0 w 18"/>
                <a:gd name="T31" fmla="*/ 15 h 26"/>
                <a:gd name="T32" fmla="*/ 2 w 18"/>
                <a:gd name="T33" fmla="*/ 17 h 26"/>
                <a:gd name="T34" fmla="*/ 0 w 18"/>
                <a:gd name="T35" fmla="*/ 19 h 26"/>
                <a:gd name="T36" fmla="*/ 2 w 18"/>
                <a:gd name="T37" fmla="*/ 21 h 26"/>
                <a:gd name="T38" fmla="*/ 4 w 18"/>
                <a:gd name="T39" fmla="*/ 21 h 26"/>
                <a:gd name="T40" fmla="*/ 4 w 18"/>
                <a:gd name="T41" fmla="*/ 22 h 26"/>
                <a:gd name="T42" fmla="*/ 4 w 18"/>
                <a:gd name="T43" fmla="*/ 22 h 26"/>
                <a:gd name="T44" fmla="*/ 5 w 18"/>
                <a:gd name="T45" fmla="*/ 26 h 26"/>
                <a:gd name="T46" fmla="*/ 7 w 18"/>
                <a:gd name="T47" fmla="*/ 26 h 26"/>
                <a:gd name="T48" fmla="*/ 9 w 18"/>
                <a:gd name="T49" fmla="*/ 24 h 26"/>
                <a:gd name="T50" fmla="*/ 9 w 18"/>
                <a:gd name="T51" fmla="*/ 22 h 26"/>
                <a:gd name="T52" fmla="*/ 9 w 18"/>
                <a:gd name="T53" fmla="*/ 22 h 26"/>
                <a:gd name="T54" fmla="*/ 9 w 18"/>
                <a:gd name="T55" fmla="*/ 19 h 26"/>
                <a:gd name="T56" fmla="*/ 9 w 18"/>
                <a:gd name="T57" fmla="*/ 19 h 26"/>
                <a:gd name="T58" fmla="*/ 11 w 18"/>
                <a:gd name="T59" fmla="*/ 17 h 26"/>
                <a:gd name="T60" fmla="*/ 13 w 18"/>
                <a:gd name="T61" fmla="*/ 15 h 26"/>
                <a:gd name="T62" fmla="*/ 15 w 18"/>
                <a:gd name="T63" fmla="*/ 15 h 26"/>
                <a:gd name="T64" fmla="*/ 17 w 18"/>
                <a:gd name="T65" fmla="*/ 13 h 26"/>
                <a:gd name="T66" fmla="*/ 15 w 18"/>
                <a:gd name="T67" fmla="*/ 11 h 26"/>
                <a:gd name="T68" fmla="*/ 17 w 18"/>
                <a:gd name="T69" fmla="*/ 9 h 26"/>
                <a:gd name="T70" fmla="*/ 18 w 18"/>
                <a:gd name="T71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6">
                  <a:moveTo>
                    <a:pt x="18" y="7"/>
                  </a:moveTo>
                  <a:lnTo>
                    <a:pt x="17" y="6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9" y="0"/>
                  </a:lnTo>
                  <a:lnTo>
                    <a:pt x="9" y="2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1" y="17"/>
                  </a:lnTo>
                  <a:lnTo>
                    <a:pt x="13" y="15"/>
                  </a:lnTo>
                  <a:lnTo>
                    <a:pt x="15" y="15"/>
                  </a:lnTo>
                  <a:lnTo>
                    <a:pt x="17" y="13"/>
                  </a:lnTo>
                  <a:lnTo>
                    <a:pt x="15" y="11"/>
                  </a:lnTo>
                  <a:lnTo>
                    <a:pt x="17" y="9"/>
                  </a:lnTo>
                  <a:lnTo>
                    <a:pt x="1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9" name="Freeform 6506">
              <a:extLst>
                <a:ext uri="{FF2B5EF4-FFF2-40B4-BE49-F238E27FC236}">
                  <a16:creationId xmlns:a16="http://schemas.microsoft.com/office/drawing/2014/main" id="{F6BFB71D-8939-45CE-873D-BDEDC7EA9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9" y="1725"/>
              <a:ext cx="78" cy="74"/>
            </a:xfrm>
            <a:custGeom>
              <a:avLst/>
              <a:gdLst>
                <a:gd name="T0" fmla="*/ 41 w 42"/>
                <a:gd name="T1" fmla="*/ 33 h 40"/>
                <a:gd name="T2" fmla="*/ 40 w 42"/>
                <a:gd name="T3" fmla="*/ 29 h 40"/>
                <a:gd name="T4" fmla="*/ 37 w 42"/>
                <a:gd name="T5" fmla="*/ 30 h 40"/>
                <a:gd name="T6" fmla="*/ 35 w 42"/>
                <a:gd name="T7" fmla="*/ 30 h 40"/>
                <a:gd name="T8" fmla="*/ 33 w 42"/>
                <a:gd name="T9" fmla="*/ 30 h 40"/>
                <a:gd name="T10" fmla="*/ 36 w 42"/>
                <a:gd name="T11" fmla="*/ 27 h 40"/>
                <a:gd name="T12" fmla="*/ 36 w 42"/>
                <a:gd name="T13" fmla="*/ 25 h 40"/>
                <a:gd name="T14" fmla="*/ 35 w 42"/>
                <a:gd name="T15" fmla="*/ 22 h 40"/>
                <a:gd name="T16" fmla="*/ 30 w 42"/>
                <a:gd name="T17" fmla="*/ 16 h 40"/>
                <a:gd name="T18" fmla="*/ 29 w 42"/>
                <a:gd name="T19" fmla="*/ 14 h 40"/>
                <a:gd name="T20" fmla="*/ 24 w 42"/>
                <a:gd name="T21" fmla="*/ 12 h 40"/>
                <a:gd name="T22" fmla="*/ 25 w 42"/>
                <a:gd name="T23" fmla="*/ 9 h 40"/>
                <a:gd name="T24" fmla="*/ 22 w 42"/>
                <a:gd name="T25" fmla="*/ 7 h 40"/>
                <a:gd name="T26" fmla="*/ 20 w 42"/>
                <a:gd name="T27" fmla="*/ 10 h 40"/>
                <a:gd name="T28" fmla="*/ 19 w 42"/>
                <a:gd name="T29" fmla="*/ 7 h 40"/>
                <a:gd name="T30" fmla="*/ 21 w 42"/>
                <a:gd name="T31" fmla="*/ 6 h 40"/>
                <a:gd name="T32" fmla="*/ 19 w 42"/>
                <a:gd name="T33" fmla="*/ 3 h 40"/>
                <a:gd name="T34" fmla="*/ 16 w 42"/>
                <a:gd name="T35" fmla="*/ 2 h 40"/>
                <a:gd name="T36" fmla="*/ 12 w 42"/>
                <a:gd name="T37" fmla="*/ 8 h 40"/>
                <a:gd name="T38" fmla="*/ 11 w 42"/>
                <a:gd name="T39" fmla="*/ 11 h 40"/>
                <a:gd name="T40" fmla="*/ 9 w 42"/>
                <a:gd name="T41" fmla="*/ 15 h 40"/>
                <a:gd name="T42" fmla="*/ 7 w 42"/>
                <a:gd name="T43" fmla="*/ 19 h 40"/>
                <a:gd name="T44" fmla="*/ 6 w 42"/>
                <a:gd name="T45" fmla="*/ 23 h 40"/>
                <a:gd name="T46" fmla="*/ 3 w 42"/>
                <a:gd name="T47" fmla="*/ 26 h 40"/>
                <a:gd name="T48" fmla="*/ 0 w 42"/>
                <a:gd name="T49" fmla="*/ 31 h 40"/>
                <a:gd name="T50" fmla="*/ 2 w 42"/>
                <a:gd name="T51" fmla="*/ 33 h 40"/>
                <a:gd name="T52" fmla="*/ 4 w 42"/>
                <a:gd name="T53" fmla="*/ 32 h 40"/>
                <a:gd name="T54" fmla="*/ 6 w 42"/>
                <a:gd name="T55" fmla="*/ 32 h 40"/>
                <a:gd name="T56" fmla="*/ 5 w 42"/>
                <a:gd name="T57" fmla="*/ 34 h 40"/>
                <a:gd name="T58" fmla="*/ 5 w 42"/>
                <a:gd name="T59" fmla="*/ 38 h 40"/>
                <a:gd name="T60" fmla="*/ 7 w 42"/>
                <a:gd name="T61" fmla="*/ 40 h 40"/>
                <a:gd name="T62" fmla="*/ 11 w 42"/>
                <a:gd name="T63" fmla="*/ 39 h 40"/>
                <a:gd name="T64" fmla="*/ 13 w 42"/>
                <a:gd name="T65" fmla="*/ 38 h 40"/>
                <a:gd name="T66" fmla="*/ 16 w 42"/>
                <a:gd name="T67" fmla="*/ 34 h 40"/>
                <a:gd name="T68" fmla="*/ 17 w 42"/>
                <a:gd name="T69" fmla="*/ 34 h 40"/>
                <a:gd name="T70" fmla="*/ 20 w 42"/>
                <a:gd name="T71" fmla="*/ 33 h 40"/>
                <a:gd name="T72" fmla="*/ 22 w 42"/>
                <a:gd name="T73" fmla="*/ 28 h 40"/>
                <a:gd name="T74" fmla="*/ 24 w 42"/>
                <a:gd name="T75" fmla="*/ 28 h 40"/>
                <a:gd name="T76" fmla="*/ 25 w 42"/>
                <a:gd name="T77" fmla="*/ 27 h 40"/>
                <a:gd name="T78" fmla="*/ 24 w 42"/>
                <a:gd name="T79" fmla="*/ 30 h 40"/>
                <a:gd name="T80" fmla="*/ 28 w 42"/>
                <a:gd name="T81" fmla="*/ 31 h 40"/>
                <a:gd name="T82" fmla="*/ 27 w 42"/>
                <a:gd name="T83" fmla="*/ 33 h 40"/>
                <a:gd name="T84" fmla="*/ 29 w 42"/>
                <a:gd name="T85" fmla="*/ 36 h 40"/>
                <a:gd name="T86" fmla="*/ 31 w 42"/>
                <a:gd name="T87" fmla="*/ 36 h 40"/>
                <a:gd name="T88" fmla="*/ 33 w 42"/>
                <a:gd name="T89" fmla="*/ 38 h 40"/>
                <a:gd name="T90" fmla="*/ 37 w 42"/>
                <a:gd name="T91" fmla="*/ 38 h 40"/>
                <a:gd name="T92" fmla="*/ 40 w 42"/>
                <a:gd name="T93" fmla="*/ 35 h 40"/>
                <a:gd name="T94" fmla="*/ 41 w 42"/>
                <a:gd name="T95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40">
                  <a:moveTo>
                    <a:pt x="41" y="33"/>
                  </a:move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" y="33"/>
                    <a:pt x="1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3"/>
                    <a:pt x="42" y="33"/>
                    <a:pt x="42" y="33"/>
                  </a:cubicBezTo>
                  <a:lnTo>
                    <a:pt x="41" y="3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0" name="Freeform 6507">
              <a:extLst>
                <a:ext uri="{FF2B5EF4-FFF2-40B4-BE49-F238E27FC236}">
                  <a16:creationId xmlns:a16="http://schemas.microsoft.com/office/drawing/2014/main" id="{95104D3A-4C99-4E01-843B-9EEC3EC3FE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2" y="1954"/>
              <a:ext cx="22" cy="19"/>
            </a:xfrm>
            <a:custGeom>
              <a:avLst/>
              <a:gdLst>
                <a:gd name="T0" fmla="*/ 8 w 12"/>
                <a:gd name="T1" fmla="*/ 8 h 10"/>
                <a:gd name="T2" fmla="*/ 9 w 12"/>
                <a:gd name="T3" fmla="*/ 7 h 10"/>
                <a:gd name="T4" fmla="*/ 9 w 12"/>
                <a:gd name="T5" fmla="*/ 7 h 10"/>
                <a:gd name="T6" fmla="*/ 10 w 12"/>
                <a:gd name="T7" fmla="*/ 7 h 10"/>
                <a:gd name="T8" fmla="*/ 10 w 12"/>
                <a:gd name="T9" fmla="*/ 7 h 10"/>
                <a:gd name="T10" fmla="*/ 11 w 12"/>
                <a:gd name="T11" fmla="*/ 6 h 10"/>
                <a:gd name="T12" fmla="*/ 12 w 12"/>
                <a:gd name="T13" fmla="*/ 4 h 10"/>
                <a:gd name="T14" fmla="*/ 11 w 12"/>
                <a:gd name="T15" fmla="*/ 4 h 10"/>
                <a:gd name="T16" fmla="*/ 11 w 12"/>
                <a:gd name="T17" fmla="*/ 4 h 10"/>
                <a:gd name="T18" fmla="*/ 10 w 12"/>
                <a:gd name="T19" fmla="*/ 2 h 10"/>
                <a:gd name="T20" fmla="*/ 10 w 12"/>
                <a:gd name="T21" fmla="*/ 2 h 10"/>
                <a:gd name="T22" fmla="*/ 9 w 12"/>
                <a:gd name="T23" fmla="*/ 1 h 10"/>
                <a:gd name="T24" fmla="*/ 10 w 12"/>
                <a:gd name="T25" fmla="*/ 1 h 10"/>
                <a:gd name="T26" fmla="*/ 9 w 12"/>
                <a:gd name="T27" fmla="*/ 0 h 10"/>
                <a:gd name="T28" fmla="*/ 7 w 12"/>
                <a:gd name="T29" fmla="*/ 0 h 10"/>
                <a:gd name="T30" fmla="*/ 8 w 12"/>
                <a:gd name="T31" fmla="*/ 1 h 10"/>
                <a:gd name="T32" fmla="*/ 7 w 12"/>
                <a:gd name="T33" fmla="*/ 2 h 10"/>
                <a:gd name="T34" fmla="*/ 7 w 12"/>
                <a:gd name="T35" fmla="*/ 2 h 10"/>
                <a:gd name="T36" fmla="*/ 6 w 12"/>
                <a:gd name="T37" fmla="*/ 1 h 10"/>
                <a:gd name="T38" fmla="*/ 5 w 12"/>
                <a:gd name="T39" fmla="*/ 2 h 10"/>
                <a:gd name="T40" fmla="*/ 7 w 12"/>
                <a:gd name="T41" fmla="*/ 0 h 10"/>
                <a:gd name="T42" fmla="*/ 4 w 12"/>
                <a:gd name="T43" fmla="*/ 2 h 10"/>
                <a:gd name="T44" fmla="*/ 3 w 12"/>
                <a:gd name="T45" fmla="*/ 2 h 10"/>
                <a:gd name="T46" fmla="*/ 2 w 12"/>
                <a:gd name="T47" fmla="*/ 2 h 10"/>
                <a:gd name="T48" fmla="*/ 2 w 12"/>
                <a:gd name="T49" fmla="*/ 3 h 10"/>
                <a:gd name="T50" fmla="*/ 1 w 12"/>
                <a:gd name="T51" fmla="*/ 3 h 10"/>
                <a:gd name="T52" fmla="*/ 0 w 12"/>
                <a:gd name="T53" fmla="*/ 5 h 10"/>
                <a:gd name="T54" fmla="*/ 1 w 12"/>
                <a:gd name="T55" fmla="*/ 6 h 10"/>
                <a:gd name="T56" fmla="*/ 2 w 12"/>
                <a:gd name="T57" fmla="*/ 5 h 10"/>
                <a:gd name="T58" fmla="*/ 4 w 12"/>
                <a:gd name="T59" fmla="*/ 4 h 10"/>
                <a:gd name="T60" fmla="*/ 2 w 12"/>
                <a:gd name="T61" fmla="*/ 6 h 10"/>
                <a:gd name="T62" fmla="*/ 2 w 12"/>
                <a:gd name="T63" fmla="*/ 7 h 10"/>
                <a:gd name="T64" fmla="*/ 1 w 12"/>
                <a:gd name="T65" fmla="*/ 8 h 10"/>
                <a:gd name="T66" fmla="*/ 1 w 12"/>
                <a:gd name="T67" fmla="*/ 10 h 10"/>
                <a:gd name="T68" fmla="*/ 2 w 12"/>
                <a:gd name="T69" fmla="*/ 10 h 10"/>
                <a:gd name="T70" fmla="*/ 4 w 12"/>
                <a:gd name="T71" fmla="*/ 10 h 10"/>
                <a:gd name="T72" fmla="*/ 5 w 12"/>
                <a:gd name="T73" fmla="*/ 9 h 10"/>
                <a:gd name="T74" fmla="*/ 5 w 12"/>
                <a:gd name="T75" fmla="*/ 9 h 10"/>
                <a:gd name="T76" fmla="*/ 5 w 12"/>
                <a:gd name="T77" fmla="*/ 10 h 10"/>
                <a:gd name="T78" fmla="*/ 8 w 12"/>
                <a:gd name="T7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" h="10">
                  <a:moveTo>
                    <a:pt x="8" y="8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1" name="Freeform 6508">
              <a:extLst>
                <a:ext uri="{FF2B5EF4-FFF2-40B4-BE49-F238E27FC236}">
                  <a16:creationId xmlns:a16="http://schemas.microsoft.com/office/drawing/2014/main" id="{5B5EB484-A92E-4256-9532-7D28D6E49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45" y="2595"/>
              <a:ext cx="7" cy="6"/>
            </a:xfrm>
            <a:custGeom>
              <a:avLst/>
              <a:gdLst>
                <a:gd name="T0" fmla="*/ 0 w 7"/>
                <a:gd name="T1" fmla="*/ 6 h 6"/>
                <a:gd name="T2" fmla="*/ 6 w 7"/>
                <a:gd name="T3" fmla="*/ 4 h 6"/>
                <a:gd name="T4" fmla="*/ 7 w 7"/>
                <a:gd name="T5" fmla="*/ 0 h 6"/>
                <a:gd name="T6" fmla="*/ 2 w 7"/>
                <a:gd name="T7" fmla="*/ 0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lnTo>
                    <a:pt x="6" y="4"/>
                  </a:lnTo>
                  <a:lnTo>
                    <a:pt x="7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2" name="Freeform 6509">
              <a:extLst>
                <a:ext uri="{FF2B5EF4-FFF2-40B4-BE49-F238E27FC236}">
                  <a16:creationId xmlns:a16="http://schemas.microsoft.com/office/drawing/2014/main" id="{72393F64-E06D-473C-8C45-7CB6A78003E5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6" y="2609"/>
              <a:ext cx="33" cy="14"/>
            </a:xfrm>
            <a:custGeom>
              <a:avLst/>
              <a:gdLst>
                <a:gd name="T0" fmla="*/ 28 w 33"/>
                <a:gd name="T1" fmla="*/ 3 h 14"/>
                <a:gd name="T2" fmla="*/ 26 w 33"/>
                <a:gd name="T3" fmla="*/ 0 h 14"/>
                <a:gd name="T4" fmla="*/ 15 w 33"/>
                <a:gd name="T5" fmla="*/ 0 h 14"/>
                <a:gd name="T6" fmla="*/ 9 w 33"/>
                <a:gd name="T7" fmla="*/ 0 h 14"/>
                <a:gd name="T8" fmla="*/ 6 w 33"/>
                <a:gd name="T9" fmla="*/ 0 h 14"/>
                <a:gd name="T10" fmla="*/ 4 w 33"/>
                <a:gd name="T11" fmla="*/ 0 h 14"/>
                <a:gd name="T12" fmla="*/ 0 w 33"/>
                <a:gd name="T13" fmla="*/ 3 h 14"/>
                <a:gd name="T14" fmla="*/ 4 w 33"/>
                <a:gd name="T15" fmla="*/ 7 h 14"/>
                <a:gd name="T16" fmla="*/ 6 w 33"/>
                <a:gd name="T17" fmla="*/ 7 h 14"/>
                <a:gd name="T18" fmla="*/ 7 w 33"/>
                <a:gd name="T19" fmla="*/ 7 h 14"/>
                <a:gd name="T20" fmla="*/ 9 w 33"/>
                <a:gd name="T21" fmla="*/ 9 h 14"/>
                <a:gd name="T22" fmla="*/ 11 w 33"/>
                <a:gd name="T23" fmla="*/ 13 h 14"/>
                <a:gd name="T24" fmla="*/ 15 w 33"/>
                <a:gd name="T25" fmla="*/ 13 h 14"/>
                <a:gd name="T26" fmla="*/ 17 w 33"/>
                <a:gd name="T27" fmla="*/ 13 h 14"/>
                <a:gd name="T28" fmla="*/ 20 w 33"/>
                <a:gd name="T29" fmla="*/ 14 h 14"/>
                <a:gd name="T30" fmla="*/ 22 w 33"/>
                <a:gd name="T31" fmla="*/ 11 h 14"/>
                <a:gd name="T32" fmla="*/ 22 w 33"/>
                <a:gd name="T33" fmla="*/ 11 h 14"/>
                <a:gd name="T34" fmla="*/ 24 w 33"/>
                <a:gd name="T35" fmla="*/ 13 h 14"/>
                <a:gd name="T36" fmla="*/ 26 w 33"/>
                <a:gd name="T37" fmla="*/ 11 h 14"/>
                <a:gd name="T38" fmla="*/ 26 w 33"/>
                <a:gd name="T39" fmla="*/ 9 h 14"/>
                <a:gd name="T40" fmla="*/ 28 w 33"/>
                <a:gd name="T41" fmla="*/ 11 h 14"/>
                <a:gd name="T42" fmla="*/ 33 w 33"/>
                <a:gd name="T43" fmla="*/ 11 h 14"/>
                <a:gd name="T44" fmla="*/ 33 w 33"/>
                <a:gd name="T45" fmla="*/ 7 h 14"/>
                <a:gd name="T46" fmla="*/ 32 w 33"/>
                <a:gd name="T47" fmla="*/ 5 h 14"/>
                <a:gd name="T48" fmla="*/ 28 w 33"/>
                <a:gd name="T4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14">
                  <a:moveTo>
                    <a:pt x="28" y="3"/>
                  </a:moveTo>
                  <a:lnTo>
                    <a:pt x="26" y="0"/>
                  </a:lnTo>
                  <a:lnTo>
                    <a:pt x="15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3"/>
                  </a:lnTo>
                  <a:lnTo>
                    <a:pt x="4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20" y="14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8" y="11"/>
                  </a:lnTo>
                  <a:lnTo>
                    <a:pt x="33" y="11"/>
                  </a:lnTo>
                  <a:lnTo>
                    <a:pt x="33" y="7"/>
                  </a:lnTo>
                  <a:lnTo>
                    <a:pt x="32" y="5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3" name="Freeform 6510">
              <a:extLst>
                <a:ext uri="{FF2B5EF4-FFF2-40B4-BE49-F238E27FC236}">
                  <a16:creationId xmlns:a16="http://schemas.microsoft.com/office/drawing/2014/main" id="{E577C155-6AC5-4BB6-B06C-FF5DBE5F4E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2601"/>
              <a:ext cx="9" cy="8"/>
            </a:xfrm>
            <a:custGeom>
              <a:avLst/>
              <a:gdLst>
                <a:gd name="T0" fmla="*/ 9 w 9"/>
                <a:gd name="T1" fmla="*/ 8 h 8"/>
                <a:gd name="T2" fmla="*/ 7 w 9"/>
                <a:gd name="T3" fmla="*/ 2 h 8"/>
                <a:gd name="T4" fmla="*/ 3 w 9"/>
                <a:gd name="T5" fmla="*/ 0 h 8"/>
                <a:gd name="T6" fmla="*/ 0 w 9"/>
                <a:gd name="T7" fmla="*/ 2 h 8"/>
                <a:gd name="T8" fmla="*/ 1 w 9"/>
                <a:gd name="T9" fmla="*/ 4 h 8"/>
                <a:gd name="T10" fmla="*/ 9 w 9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lnTo>
                    <a:pt x="7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1" y="4"/>
                  </a:lnTo>
                  <a:lnTo>
                    <a:pt x="9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4" name="Freeform 6511">
              <a:extLst>
                <a:ext uri="{FF2B5EF4-FFF2-40B4-BE49-F238E27FC236}">
                  <a16:creationId xmlns:a16="http://schemas.microsoft.com/office/drawing/2014/main" id="{E67A8E08-6A92-4848-8563-0B494B50E9E7}"/>
                </a:ext>
              </a:extLst>
            </p:cNvPr>
            <p:cNvSpPr>
              <a:spLocks/>
            </p:cNvSpPr>
            <p:nvPr/>
          </p:nvSpPr>
          <p:spPr bwMode="gray">
            <a:xfrm>
              <a:off x="2398" y="2538"/>
              <a:ext cx="151" cy="54"/>
            </a:xfrm>
            <a:custGeom>
              <a:avLst/>
              <a:gdLst>
                <a:gd name="T0" fmla="*/ 136 w 151"/>
                <a:gd name="T1" fmla="*/ 52 h 54"/>
                <a:gd name="T2" fmla="*/ 138 w 151"/>
                <a:gd name="T3" fmla="*/ 52 h 54"/>
                <a:gd name="T4" fmla="*/ 146 w 151"/>
                <a:gd name="T5" fmla="*/ 50 h 54"/>
                <a:gd name="T6" fmla="*/ 151 w 151"/>
                <a:gd name="T7" fmla="*/ 46 h 54"/>
                <a:gd name="T8" fmla="*/ 148 w 151"/>
                <a:gd name="T9" fmla="*/ 43 h 54"/>
                <a:gd name="T10" fmla="*/ 138 w 151"/>
                <a:gd name="T11" fmla="*/ 37 h 54"/>
                <a:gd name="T12" fmla="*/ 133 w 151"/>
                <a:gd name="T13" fmla="*/ 37 h 54"/>
                <a:gd name="T14" fmla="*/ 131 w 151"/>
                <a:gd name="T15" fmla="*/ 31 h 54"/>
                <a:gd name="T16" fmla="*/ 125 w 151"/>
                <a:gd name="T17" fmla="*/ 31 h 54"/>
                <a:gd name="T18" fmla="*/ 120 w 151"/>
                <a:gd name="T19" fmla="*/ 29 h 54"/>
                <a:gd name="T20" fmla="*/ 112 w 151"/>
                <a:gd name="T21" fmla="*/ 24 h 54"/>
                <a:gd name="T22" fmla="*/ 112 w 151"/>
                <a:gd name="T23" fmla="*/ 24 h 54"/>
                <a:gd name="T24" fmla="*/ 108 w 151"/>
                <a:gd name="T25" fmla="*/ 24 h 54"/>
                <a:gd name="T26" fmla="*/ 101 w 151"/>
                <a:gd name="T27" fmla="*/ 22 h 54"/>
                <a:gd name="T28" fmla="*/ 95 w 151"/>
                <a:gd name="T29" fmla="*/ 16 h 54"/>
                <a:gd name="T30" fmla="*/ 82 w 151"/>
                <a:gd name="T31" fmla="*/ 15 h 54"/>
                <a:gd name="T32" fmla="*/ 81 w 151"/>
                <a:gd name="T33" fmla="*/ 11 h 54"/>
                <a:gd name="T34" fmla="*/ 73 w 151"/>
                <a:gd name="T35" fmla="*/ 7 h 54"/>
                <a:gd name="T36" fmla="*/ 62 w 151"/>
                <a:gd name="T37" fmla="*/ 3 h 54"/>
                <a:gd name="T38" fmla="*/ 54 w 151"/>
                <a:gd name="T39" fmla="*/ 5 h 54"/>
                <a:gd name="T40" fmla="*/ 45 w 151"/>
                <a:gd name="T41" fmla="*/ 0 h 54"/>
                <a:gd name="T42" fmla="*/ 36 w 151"/>
                <a:gd name="T43" fmla="*/ 3 h 54"/>
                <a:gd name="T44" fmla="*/ 23 w 151"/>
                <a:gd name="T45" fmla="*/ 5 h 54"/>
                <a:gd name="T46" fmla="*/ 15 w 151"/>
                <a:gd name="T47" fmla="*/ 9 h 54"/>
                <a:gd name="T48" fmla="*/ 10 w 151"/>
                <a:gd name="T49" fmla="*/ 13 h 54"/>
                <a:gd name="T50" fmla="*/ 10 w 151"/>
                <a:gd name="T51" fmla="*/ 18 h 54"/>
                <a:gd name="T52" fmla="*/ 4 w 151"/>
                <a:gd name="T53" fmla="*/ 20 h 54"/>
                <a:gd name="T54" fmla="*/ 0 w 151"/>
                <a:gd name="T55" fmla="*/ 22 h 54"/>
                <a:gd name="T56" fmla="*/ 8 w 151"/>
                <a:gd name="T57" fmla="*/ 22 h 54"/>
                <a:gd name="T58" fmla="*/ 13 w 151"/>
                <a:gd name="T59" fmla="*/ 22 h 54"/>
                <a:gd name="T60" fmla="*/ 17 w 151"/>
                <a:gd name="T61" fmla="*/ 18 h 54"/>
                <a:gd name="T62" fmla="*/ 23 w 151"/>
                <a:gd name="T63" fmla="*/ 18 h 54"/>
                <a:gd name="T64" fmla="*/ 28 w 151"/>
                <a:gd name="T65" fmla="*/ 18 h 54"/>
                <a:gd name="T66" fmla="*/ 34 w 151"/>
                <a:gd name="T67" fmla="*/ 13 h 54"/>
                <a:gd name="T68" fmla="*/ 40 w 151"/>
                <a:gd name="T69" fmla="*/ 11 h 54"/>
                <a:gd name="T70" fmla="*/ 47 w 151"/>
                <a:gd name="T71" fmla="*/ 13 h 54"/>
                <a:gd name="T72" fmla="*/ 47 w 151"/>
                <a:gd name="T73" fmla="*/ 13 h 54"/>
                <a:gd name="T74" fmla="*/ 41 w 151"/>
                <a:gd name="T75" fmla="*/ 15 h 54"/>
                <a:gd name="T76" fmla="*/ 53 w 151"/>
                <a:gd name="T77" fmla="*/ 18 h 54"/>
                <a:gd name="T78" fmla="*/ 56 w 151"/>
                <a:gd name="T79" fmla="*/ 18 h 54"/>
                <a:gd name="T80" fmla="*/ 64 w 151"/>
                <a:gd name="T81" fmla="*/ 20 h 54"/>
                <a:gd name="T82" fmla="*/ 66 w 151"/>
                <a:gd name="T83" fmla="*/ 20 h 54"/>
                <a:gd name="T84" fmla="*/ 67 w 151"/>
                <a:gd name="T85" fmla="*/ 22 h 54"/>
                <a:gd name="T86" fmla="*/ 77 w 151"/>
                <a:gd name="T87" fmla="*/ 26 h 54"/>
                <a:gd name="T88" fmla="*/ 81 w 151"/>
                <a:gd name="T89" fmla="*/ 28 h 54"/>
                <a:gd name="T90" fmla="*/ 84 w 151"/>
                <a:gd name="T91" fmla="*/ 28 h 54"/>
                <a:gd name="T92" fmla="*/ 90 w 151"/>
                <a:gd name="T93" fmla="*/ 26 h 54"/>
                <a:gd name="T94" fmla="*/ 97 w 151"/>
                <a:gd name="T95" fmla="*/ 41 h 54"/>
                <a:gd name="T96" fmla="*/ 101 w 151"/>
                <a:gd name="T97" fmla="*/ 39 h 54"/>
                <a:gd name="T98" fmla="*/ 108 w 151"/>
                <a:gd name="T99" fmla="*/ 41 h 54"/>
                <a:gd name="T100" fmla="*/ 110 w 151"/>
                <a:gd name="T101" fmla="*/ 43 h 54"/>
                <a:gd name="T102" fmla="*/ 107 w 151"/>
                <a:gd name="T103" fmla="*/ 44 h 54"/>
                <a:gd name="T104" fmla="*/ 101 w 151"/>
                <a:gd name="T105" fmla="*/ 54 h 54"/>
                <a:gd name="T106" fmla="*/ 110 w 151"/>
                <a:gd name="T107" fmla="*/ 52 h 54"/>
                <a:gd name="T108" fmla="*/ 120 w 151"/>
                <a:gd name="T109" fmla="*/ 52 h 54"/>
                <a:gd name="T110" fmla="*/ 129 w 151"/>
                <a:gd name="T1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" h="54">
                  <a:moveTo>
                    <a:pt x="129" y="54"/>
                  </a:moveTo>
                  <a:lnTo>
                    <a:pt x="136" y="52"/>
                  </a:lnTo>
                  <a:lnTo>
                    <a:pt x="136" y="52"/>
                  </a:lnTo>
                  <a:lnTo>
                    <a:pt x="138" y="52"/>
                  </a:lnTo>
                  <a:lnTo>
                    <a:pt x="140" y="50"/>
                  </a:lnTo>
                  <a:lnTo>
                    <a:pt x="146" y="50"/>
                  </a:lnTo>
                  <a:lnTo>
                    <a:pt x="149" y="50"/>
                  </a:lnTo>
                  <a:lnTo>
                    <a:pt x="151" y="46"/>
                  </a:lnTo>
                  <a:lnTo>
                    <a:pt x="149" y="43"/>
                  </a:lnTo>
                  <a:lnTo>
                    <a:pt x="148" y="43"/>
                  </a:lnTo>
                  <a:lnTo>
                    <a:pt x="146" y="39"/>
                  </a:lnTo>
                  <a:lnTo>
                    <a:pt x="138" y="37"/>
                  </a:lnTo>
                  <a:lnTo>
                    <a:pt x="131" y="37"/>
                  </a:lnTo>
                  <a:lnTo>
                    <a:pt x="133" y="37"/>
                  </a:lnTo>
                  <a:lnTo>
                    <a:pt x="133" y="31"/>
                  </a:lnTo>
                  <a:lnTo>
                    <a:pt x="131" y="31"/>
                  </a:lnTo>
                  <a:lnTo>
                    <a:pt x="127" y="31"/>
                  </a:lnTo>
                  <a:lnTo>
                    <a:pt x="125" y="31"/>
                  </a:lnTo>
                  <a:lnTo>
                    <a:pt x="120" y="28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2" y="24"/>
                  </a:lnTo>
                  <a:lnTo>
                    <a:pt x="110" y="26"/>
                  </a:lnTo>
                  <a:lnTo>
                    <a:pt x="112" y="24"/>
                  </a:lnTo>
                  <a:lnTo>
                    <a:pt x="108" y="24"/>
                  </a:lnTo>
                  <a:lnTo>
                    <a:pt x="108" y="24"/>
                  </a:lnTo>
                  <a:lnTo>
                    <a:pt x="107" y="24"/>
                  </a:lnTo>
                  <a:lnTo>
                    <a:pt x="101" y="22"/>
                  </a:lnTo>
                  <a:lnTo>
                    <a:pt x="97" y="18"/>
                  </a:lnTo>
                  <a:lnTo>
                    <a:pt x="95" y="16"/>
                  </a:lnTo>
                  <a:lnTo>
                    <a:pt x="92" y="15"/>
                  </a:lnTo>
                  <a:lnTo>
                    <a:pt x="82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77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62" y="3"/>
                  </a:lnTo>
                  <a:lnTo>
                    <a:pt x="58" y="5"/>
                  </a:lnTo>
                  <a:lnTo>
                    <a:pt x="54" y="5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40" y="2"/>
                  </a:lnTo>
                  <a:lnTo>
                    <a:pt x="36" y="3"/>
                  </a:lnTo>
                  <a:lnTo>
                    <a:pt x="28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15" y="9"/>
                  </a:lnTo>
                  <a:lnTo>
                    <a:pt x="13" y="11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4" y="20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8" y="26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18"/>
                  </a:lnTo>
                  <a:lnTo>
                    <a:pt x="21" y="18"/>
                  </a:lnTo>
                  <a:lnTo>
                    <a:pt x="23" y="18"/>
                  </a:lnTo>
                  <a:lnTo>
                    <a:pt x="25" y="18"/>
                  </a:lnTo>
                  <a:lnTo>
                    <a:pt x="28" y="18"/>
                  </a:lnTo>
                  <a:lnTo>
                    <a:pt x="32" y="13"/>
                  </a:lnTo>
                  <a:lnTo>
                    <a:pt x="34" y="13"/>
                  </a:lnTo>
                  <a:lnTo>
                    <a:pt x="36" y="11"/>
                  </a:lnTo>
                  <a:lnTo>
                    <a:pt x="40" y="11"/>
                  </a:lnTo>
                  <a:lnTo>
                    <a:pt x="41" y="11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5" y="13"/>
                  </a:lnTo>
                  <a:lnTo>
                    <a:pt x="41" y="15"/>
                  </a:lnTo>
                  <a:lnTo>
                    <a:pt x="45" y="18"/>
                  </a:lnTo>
                  <a:lnTo>
                    <a:pt x="53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20"/>
                  </a:lnTo>
                  <a:lnTo>
                    <a:pt x="64" y="20"/>
                  </a:lnTo>
                  <a:lnTo>
                    <a:pt x="66" y="20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7" y="22"/>
                  </a:lnTo>
                  <a:lnTo>
                    <a:pt x="71" y="26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81" y="28"/>
                  </a:lnTo>
                  <a:lnTo>
                    <a:pt x="82" y="26"/>
                  </a:lnTo>
                  <a:lnTo>
                    <a:pt x="84" y="28"/>
                  </a:lnTo>
                  <a:lnTo>
                    <a:pt x="88" y="26"/>
                  </a:lnTo>
                  <a:lnTo>
                    <a:pt x="90" y="26"/>
                  </a:lnTo>
                  <a:lnTo>
                    <a:pt x="92" y="33"/>
                  </a:lnTo>
                  <a:lnTo>
                    <a:pt x="97" y="41"/>
                  </a:lnTo>
                  <a:lnTo>
                    <a:pt x="99" y="41"/>
                  </a:lnTo>
                  <a:lnTo>
                    <a:pt x="101" y="39"/>
                  </a:lnTo>
                  <a:lnTo>
                    <a:pt x="103" y="41"/>
                  </a:lnTo>
                  <a:lnTo>
                    <a:pt x="108" y="41"/>
                  </a:lnTo>
                  <a:lnTo>
                    <a:pt x="108" y="43"/>
                  </a:lnTo>
                  <a:lnTo>
                    <a:pt x="110" y="43"/>
                  </a:lnTo>
                  <a:lnTo>
                    <a:pt x="110" y="44"/>
                  </a:lnTo>
                  <a:lnTo>
                    <a:pt x="107" y="44"/>
                  </a:lnTo>
                  <a:lnTo>
                    <a:pt x="101" y="50"/>
                  </a:lnTo>
                  <a:lnTo>
                    <a:pt x="101" y="54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4"/>
                  </a:lnTo>
                  <a:lnTo>
                    <a:pt x="120" y="52"/>
                  </a:lnTo>
                  <a:lnTo>
                    <a:pt x="123" y="52"/>
                  </a:lnTo>
                  <a:lnTo>
                    <a:pt x="129" y="5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5" name="Freeform 6512">
              <a:extLst>
                <a:ext uri="{FF2B5EF4-FFF2-40B4-BE49-F238E27FC236}">
                  <a16:creationId xmlns:a16="http://schemas.microsoft.com/office/drawing/2014/main" id="{54680AB8-7760-41D2-B4DA-CD37AB66DD1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" y="2558"/>
              <a:ext cx="11" cy="9"/>
            </a:xfrm>
            <a:custGeom>
              <a:avLst/>
              <a:gdLst>
                <a:gd name="T0" fmla="*/ 1 w 11"/>
                <a:gd name="T1" fmla="*/ 8 h 9"/>
                <a:gd name="T2" fmla="*/ 5 w 11"/>
                <a:gd name="T3" fmla="*/ 9 h 9"/>
                <a:gd name="T4" fmla="*/ 9 w 11"/>
                <a:gd name="T5" fmla="*/ 8 h 9"/>
                <a:gd name="T6" fmla="*/ 11 w 11"/>
                <a:gd name="T7" fmla="*/ 4 h 9"/>
                <a:gd name="T8" fmla="*/ 7 w 11"/>
                <a:gd name="T9" fmla="*/ 0 h 9"/>
                <a:gd name="T10" fmla="*/ 3 w 11"/>
                <a:gd name="T11" fmla="*/ 0 h 9"/>
                <a:gd name="T12" fmla="*/ 1 w 11"/>
                <a:gd name="T13" fmla="*/ 2 h 9"/>
                <a:gd name="T14" fmla="*/ 3 w 11"/>
                <a:gd name="T15" fmla="*/ 6 h 9"/>
                <a:gd name="T16" fmla="*/ 0 w 11"/>
                <a:gd name="T17" fmla="*/ 2 h 9"/>
                <a:gd name="T18" fmla="*/ 1 w 11"/>
                <a:gd name="T1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1" y="8"/>
                  </a:moveTo>
                  <a:lnTo>
                    <a:pt x="5" y="9"/>
                  </a:lnTo>
                  <a:lnTo>
                    <a:pt x="9" y="8"/>
                  </a:lnTo>
                  <a:lnTo>
                    <a:pt x="11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6" name="Freeform 6513">
              <a:extLst>
                <a:ext uri="{FF2B5EF4-FFF2-40B4-BE49-F238E27FC236}">
                  <a16:creationId xmlns:a16="http://schemas.microsoft.com/office/drawing/2014/main" id="{B0E1C3D7-A5FD-47D1-A1E6-2DA6F720FFC1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41"/>
              <a:ext cx="11" cy="13"/>
            </a:xfrm>
            <a:custGeom>
              <a:avLst/>
              <a:gdLst>
                <a:gd name="T0" fmla="*/ 7 w 11"/>
                <a:gd name="T1" fmla="*/ 4 h 13"/>
                <a:gd name="T2" fmla="*/ 5 w 11"/>
                <a:gd name="T3" fmla="*/ 4 h 13"/>
                <a:gd name="T4" fmla="*/ 1 w 11"/>
                <a:gd name="T5" fmla="*/ 0 h 13"/>
                <a:gd name="T6" fmla="*/ 0 w 11"/>
                <a:gd name="T7" fmla="*/ 4 h 13"/>
                <a:gd name="T8" fmla="*/ 3 w 11"/>
                <a:gd name="T9" fmla="*/ 8 h 13"/>
                <a:gd name="T10" fmla="*/ 5 w 11"/>
                <a:gd name="T11" fmla="*/ 8 h 13"/>
                <a:gd name="T12" fmla="*/ 3 w 11"/>
                <a:gd name="T13" fmla="*/ 10 h 13"/>
                <a:gd name="T14" fmla="*/ 1 w 11"/>
                <a:gd name="T15" fmla="*/ 10 h 13"/>
                <a:gd name="T16" fmla="*/ 1 w 11"/>
                <a:gd name="T17" fmla="*/ 13 h 13"/>
                <a:gd name="T18" fmla="*/ 5 w 11"/>
                <a:gd name="T19" fmla="*/ 13 h 13"/>
                <a:gd name="T20" fmla="*/ 11 w 11"/>
                <a:gd name="T21" fmla="*/ 10 h 13"/>
                <a:gd name="T22" fmla="*/ 11 w 11"/>
                <a:gd name="T23" fmla="*/ 6 h 13"/>
                <a:gd name="T24" fmla="*/ 11 w 11"/>
                <a:gd name="T25" fmla="*/ 4 h 13"/>
                <a:gd name="T26" fmla="*/ 7 w 11"/>
                <a:gd name="T2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3">
                  <a:moveTo>
                    <a:pt x="7" y="4"/>
                  </a:moveTo>
                  <a:lnTo>
                    <a:pt x="5" y="4"/>
                  </a:lnTo>
                  <a:lnTo>
                    <a:pt x="1" y="0"/>
                  </a:lnTo>
                  <a:lnTo>
                    <a:pt x="0" y="4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7" name="Freeform 6514">
              <a:extLst>
                <a:ext uri="{FF2B5EF4-FFF2-40B4-BE49-F238E27FC236}">
                  <a16:creationId xmlns:a16="http://schemas.microsoft.com/office/drawing/2014/main" id="{D33FD54C-8FF8-4EFC-8C79-50C6FCE8AC3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2" y="2517"/>
              <a:ext cx="12" cy="30"/>
            </a:xfrm>
            <a:custGeom>
              <a:avLst/>
              <a:gdLst>
                <a:gd name="T0" fmla="*/ 8 w 12"/>
                <a:gd name="T1" fmla="*/ 11 h 30"/>
                <a:gd name="T2" fmla="*/ 6 w 12"/>
                <a:gd name="T3" fmla="*/ 6 h 30"/>
                <a:gd name="T4" fmla="*/ 4 w 12"/>
                <a:gd name="T5" fmla="*/ 4 h 30"/>
                <a:gd name="T6" fmla="*/ 0 w 12"/>
                <a:gd name="T7" fmla="*/ 0 h 30"/>
                <a:gd name="T8" fmla="*/ 0 w 12"/>
                <a:gd name="T9" fmla="*/ 4 h 30"/>
                <a:gd name="T10" fmla="*/ 2 w 12"/>
                <a:gd name="T11" fmla="*/ 6 h 30"/>
                <a:gd name="T12" fmla="*/ 2 w 12"/>
                <a:gd name="T13" fmla="*/ 9 h 30"/>
                <a:gd name="T14" fmla="*/ 0 w 12"/>
                <a:gd name="T15" fmla="*/ 11 h 30"/>
                <a:gd name="T16" fmla="*/ 2 w 12"/>
                <a:gd name="T17" fmla="*/ 13 h 30"/>
                <a:gd name="T18" fmla="*/ 4 w 12"/>
                <a:gd name="T19" fmla="*/ 13 h 30"/>
                <a:gd name="T20" fmla="*/ 4 w 12"/>
                <a:gd name="T21" fmla="*/ 19 h 30"/>
                <a:gd name="T22" fmla="*/ 4 w 12"/>
                <a:gd name="T23" fmla="*/ 21 h 30"/>
                <a:gd name="T24" fmla="*/ 2 w 12"/>
                <a:gd name="T25" fmla="*/ 23 h 30"/>
                <a:gd name="T26" fmla="*/ 6 w 12"/>
                <a:gd name="T27" fmla="*/ 26 h 30"/>
                <a:gd name="T28" fmla="*/ 8 w 12"/>
                <a:gd name="T29" fmla="*/ 30 h 30"/>
                <a:gd name="T30" fmla="*/ 12 w 12"/>
                <a:gd name="T31" fmla="*/ 30 h 30"/>
                <a:gd name="T32" fmla="*/ 10 w 12"/>
                <a:gd name="T33" fmla="*/ 24 h 30"/>
                <a:gd name="T34" fmla="*/ 8 w 12"/>
                <a:gd name="T35" fmla="*/ 21 h 30"/>
                <a:gd name="T36" fmla="*/ 4 w 12"/>
                <a:gd name="T37" fmla="*/ 13 h 30"/>
                <a:gd name="T38" fmla="*/ 8 w 12"/>
                <a:gd name="T39" fmla="*/ 13 h 30"/>
                <a:gd name="T40" fmla="*/ 8 w 12"/>
                <a:gd name="T41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30">
                  <a:moveTo>
                    <a:pt x="8" y="11"/>
                  </a:moveTo>
                  <a:lnTo>
                    <a:pt x="6" y="6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2" y="23"/>
                  </a:lnTo>
                  <a:lnTo>
                    <a:pt x="6" y="26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0" y="24"/>
                  </a:lnTo>
                  <a:lnTo>
                    <a:pt x="8" y="21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8" y="1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8" name="Freeform 6515">
              <a:extLst>
                <a:ext uri="{FF2B5EF4-FFF2-40B4-BE49-F238E27FC236}">
                  <a16:creationId xmlns:a16="http://schemas.microsoft.com/office/drawing/2014/main" id="{FEB343B9-EAB0-4B1F-A793-D2F76A89C0B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5" y="2530"/>
              <a:ext cx="6" cy="6"/>
            </a:xfrm>
            <a:custGeom>
              <a:avLst/>
              <a:gdLst>
                <a:gd name="T0" fmla="*/ 0 w 6"/>
                <a:gd name="T1" fmla="*/ 6 h 6"/>
                <a:gd name="T2" fmla="*/ 6 w 6"/>
                <a:gd name="T3" fmla="*/ 6 h 6"/>
                <a:gd name="T4" fmla="*/ 2 w 6"/>
                <a:gd name="T5" fmla="*/ 0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6" y="6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9" name="Freeform 6516">
              <a:extLst>
                <a:ext uri="{FF2B5EF4-FFF2-40B4-BE49-F238E27FC236}">
                  <a16:creationId xmlns:a16="http://schemas.microsoft.com/office/drawing/2014/main" id="{DBD2C89A-0367-41B0-9545-EC0A009070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2" y="2551"/>
              <a:ext cx="10" cy="5"/>
            </a:xfrm>
            <a:custGeom>
              <a:avLst/>
              <a:gdLst>
                <a:gd name="T0" fmla="*/ 4 w 10"/>
                <a:gd name="T1" fmla="*/ 3 h 5"/>
                <a:gd name="T2" fmla="*/ 8 w 10"/>
                <a:gd name="T3" fmla="*/ 5 h 5"/>
                <a:gd name="T4" fmla="*/ 10 w 10"/>
                <a:gd name="T5" fmla="*/ 2 h 5"/>
                <a:gd name="T6" fmla="*/ 4 w 10"/>
                <a:gd name="T7" fmla="*/ 0 h 5"/>
                <a:gd name="T8" fmla="*/ 0 w 10"/>
                <a:gd name="T9" fmla="*/ 2 h 5"/>
                <a:gd name="T10" fmla="*/ 2 w 10"/>
                <a:gd name="T11" fmla="*/ 3 h 5"/>
                <a:gd name="T12" fmla="*/ 4 w 10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4" y="3"/>
                  </a:moveTo>
                  <a:lnTo>
                    <a:pt x="8" y="5"/>
                  </a:lnTo>
                  <a:lnTo>
                    <a:pt x="10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0" name="Freeform 6517">
              <a:extLst>
                <a:ext uri="{FF2B5EF4-FFF2-40B4-BE49-F238E27FC236}">
                  <a16:creationId xmlns:a16="http://schemas.microsoft.com/office/drawing/2014/main" id="{58B74E3F-90D2-4214-9EA7-DA0D78576665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25"/>
              <a:ext cx="5" cy="7"/>
            </a:xfrm>
            <a:custGeom>
              <a:avLst/>
              <a:gdLst>
                <a:gd name="T0" fmla="*/ 0 w 5"/>
                <a:gd name="T1" fmla="*/ 5 h 7"/>
                <a:gd name="T2" fmla="*/ 3 w 5"/>
                <a:gd name="T3" fmla="*/ 7 h 7"/>
                <a:gd name="T4" fmla="*/ 5 w 5"/>
                <a:gd name="T5" fmla="*/ 3 h 7"/>
                <a:gd name="T6" fmla="*/ 3 w 5"/>
                <a:gd name="T7" fmla="*/ 0 h 7"/>
                <a:gd name="T8" fmla="*/ 0 w 5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lnTo>
                    <a:pt x="3" y="7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1" name="Freeform 6518">
              <a:extLst>
                <a:ext uri="{FF2B5EF4-FFF2-40B4-BE49-F238E27FC236}">
                  <a16:creationId xmlns:a16="http://schemas.microsoft.com/office/drawing/2014/main" id="{FE17F8D2-ED15-430B-95B5-0C7B371CC8E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3" y="2562"/>
              <a:ext cx="15" cy="15"/>
            </a:xfrm>
            <a:custGeom>
              <a:avLst/>
              <a:gdLst>
                <a:gd name="T0" fmla="*/ 2 w 15"/>
                <a:gd name="T1" fmla="*/ 9 h 15"/>
                <a:gd name="T2" fmla="*/ 0 w 15"/>
                <a:gd name="T3" fmla="*/ 15 h 15"/>
                <a:gd name="T4" fmla="*/ 9 w 15"/>
                <a:gd name="T5" fmla="*/ 13 h 15"/>
                <a:gd name="T6" fmla="*/ 13 w 15"/>
                <a:gd name="T7" fmla="*/ 9 h 15"/>
                <a:gd name="T8" fmla="*/ 13 w 15"/>
                <a:gd name="T9" fmla="*/ 5 h 15"/>
                <a:gd name="T10" fmla="*/ 15 w 15"/>
                <a:gd name="T11" fmla="*/ 7 h 15"/>
                <a:gd name="T12" fmla="*/ 15 w 15"/>
                <a:gd name="T13" fmla="*/ 0 h 15"/>
                <a:gd name="T14" fmla="*/ 9 w 15"/>
                <a:gd name="T15" fmla="*/ 4 h 15"/>
                <a:gd name="T16" fmla="*/ 11 w 15"/>
                <a:gd name="T17" fmla="*/ 5 h 15"/>
                <a:gd name="T18" fmla="*/ 9 w 15"/>
                <a:gd name="T19" fmla="*/ 5 h 15"/>
                <a:gd name="T20" fmla="*/ 9 w 15"/>
                <a:gd name="T21" fmla="*/ 7 h 15"/>
                <a:gd name="T22" fmla="*/ 6 w 15"/>
                <a:gd name="T23" fmla="*/ 5 h 15"/>
                <a:gd name="T24" fmla="*/ 2 w 15"/>
                <a:gd name="T2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5">
                  <a:moveTo>
                    <a:pt x="2" y="9"/>
                  </a:moveTo>
                  <a:lnTo>
                    <a:pt x="0" y="15"/>
                  </a:lnTo>
                  <a:lnTo>
                    <a:pt x="9" y="13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5" y="0"/>
                  </a:lnTo>
                  <a:lnTo>
                    <a:pt x="9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6" y="5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2" name="Freeform 6519">
              <a:extLst>
                <a:ext uri="{FF2B5EF4-FFF2-40B4-BE49-F238E27FC236}">
                  <a16:creationId xmlns:a16="http://schemas.microsoft.com/office/drawing/2014/main" id="{4D25F280-DE8B-44C3-B209-9FFD28FA3B9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1" y="2506"/>
              <a:ext cx="10" cy="13"/>
            </a:xfrm>
            <a:custGeom>
              <a:avLst/>
              <a:gdLst>
                <a:gd name="T0" fmla="*/ 0 w 10"/>
                <a:gd name="T1" fmla="*/ 0 h 13"/>
                <a:gd name="T2" fmla="*/ 0 w 10"/>
                <a:gd name="T3" fmla="*/ 4 h 13"/>
                <a:gd name="T4" fmla="*/ 4 w 10"/>
                <a:gd name="T5" fmla="*/ 6 h 13"/>
                <a:gd name="T6" fmla="*/ 6 w 10"/>
                <a:gd name="T7" fmla="*/ 7 h 13"/>
                <a:gd name="T8" fmla="*/ 4 w 10"/>
                <a:gd name="T9" fmla="*/ 9 h 13"/>
                <a:gd name="T10" fmla="*/ 2 w 10"/>
                <a:gd name="T11" fmla="*/ 9 h 13"/>
                <a:gd name="T12" fmla="*/ 4 w 10"/>
                <a:gd name="T13" fmla="*/ 13 h 13"/>
                <a:gd name="T14" fmla="*/ 8 w 10"/>
                <a:gd name="T15" fmla="*/ 13 h 13"/>
                <a:gd name="T16" fmla="*/ 10 w 10"/>
                <a:gd name="T17" fmla="*/ 7 h 13"/>
                <a:gd name="T18" fmla="*/ 6 w 10"/>
                <a:gd name="T19" fmla="*/ 4 h 13"/>
                <a:gd name="T20" fmla="*/ 0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10" y="7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3" name="Freeform 6520">
              <a:extLst>
                <a:ext uri="{FF2B5EF4-FFF2-40B4-BE49-F238E27FC236}">
                  <a16:creationId xmlns:a16="http://schemas.microsoft.com/office/drawing/2014/main" id="{3A2F0937-1D23-4EBE-BBC3-F060BD18563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5" y="2510"/>
              <a:ext cx="13" cy="24"/>
            </a:xfrm>
            <a:custGeom>
              <a:avLst/>
              <a:gdLst>
                <a:gd name="T0" fmla="*/ 8 w 13"/>
                <a:gd name="T1" fmla="*/ 13 h 24"/>
                <a:gd name="T2" fmla="*/ 11 w 13"/>
                <a:gd name="T3" fmla="*/ 11 h 24"/>
                <a:gd name="T4" fmla="*/ 10 w 13"/>
                <a:gd name="T5" fmla="*/ 5 h 24"/>
                <a:gd name="T6" fmla="*/ 8 w 13"/>
                <a:gd name="T7" fmla="*/ 2 h 24"/>
                <a:gd name="T8" fmla="*/ 6 w 13"/>
                <a:gd name="T9" fmla="*/ 0 h 24"/>
                <a:gd name="T10" fmla="*/ 4 w 13"/>
                <a:gd name="T11" fmla="*/ 5 h 24"/>
                <a:gd name="T12" fmla="*/ 0 w 13"/>
                <a:gd name="T13" fmla="*/ 9 h 24"/>
                <a:gd name="T14" fmla="*/ 4 w 13"/>
                <a:gd name="T15" fmla="*/ 13 h 24"/>
                <a:gd name="T16" fmla="*/ 6 w 13"/>
                <a:gd name="T17" fmla="*/ 11 h 24"/>
                <a:gd name="T18" fmla="*/ 6 w 13"/>
                <a:gd name="T19" fmla="*/ 15 h 24"/>
                <a:gd name="T20" fmla="*/ 8 w 13"/>
                <a:gd name="T21" fmla="*/ 15 h 24"/>
                <a:gd name="T22" fmla="*/ 8 w 13"/>
                <a:gd name="T23" fmla="*/ 15 h 24"/>
                <a:gd name="T24" fmla="*/ 4 w 13"/>
                <a:gd name="T25" fmla="*/ 16 h 24"/>
                <a:gd name="T26" fmla="*/ 6 w 13"/>
                <a:gd name="T27" fmla="*/ 16 h 24"/>
                <a:gd name="T28" fmla="*/ 6 w 13"/>
                <a:gd name="T29" fmla="*/ 20 h 24"/>
                <a:gd name="T30" fmla="*/ 8 w 13"/>
                <a:gd name="T31" fmla="*/ 24 h 24"/>
                <a:gd name="T32" fmla="*/ 11 w 13"/>
                <a:gd name="T33" fmla="*/ 24 h 24"/>
                <a:gd name="T34" fmla="*/ 13 w 13"/>
                <a:gd name="T35" fmla="*/ 20 h 24"/>
                <a:gd name="T36" fmla="*/ 13 w 13"/>
                <a:gd name="T37" fmla="*/ 18 h 24"/>
                <a:gd name="T38" fmla="*/ 13 w 13"/>
                <a:gd name="T39" fmla="*/ 16 h 24"/>
                <a:gd name="T40" fmla="*/ 11 w 13"/>
                <a:gd name="T41" fmla="*/ 15 h 24"/>
                <a:gd name="T42" fmla="*/ 13 w 13"/>
                <a:gd name="T43" fmla="*/ 11 h 24"/>
                <a:gd name="T44" fmla="*/ 8 w 13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24">
                  <a:moveTo>
                    <a:pt x="8" y="13"/>
                  </a:moveTo>
                  <a:lnTo>
                    <a:pt x="11" y="11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5"/>
                  </a:lnTo>
                  <a:lnTo>
                    <a:pt x="0" y="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8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4" name="Freeform 6521">
              <a:extLst>
                <a:ext uri="{FF2B5EF4-FFF2-40B4-BE49-F238E27FC236}">
                  <a16:creationId xmlns:a16="http://schemas.microsoft.com/office/drawing/2014/main" id="{E2D8D96C-A047-42C9-9338-1EF1B97DB6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6" y="2510"/>
              <a:ext cx="10" cy="5"/>
            </a:xfrm>
            <a:custGeom>
              <a:avLst/>
              <a:gdLst>
                <a:gd name="T0" fmla="*/ 8 w 10"/>
                <a:gd name="T1" fmla="*/ 5 h 5"/>
                <a:gd name="T2" fmla="*/ 10 w 10"/>
                <a:gd name="T3" fmla="*/ 2 h 5"/>
                <a:gd name="T4" fmla="*/ 6 w 10"/>
                <a:gd name="T5" fmla="*/ 0 h 5"/>
                <a:gd name="T6" fmla="*/ 0 w 10"/>
                <a:gd name="T7" fmla="*/ 3 h 5"/>
                <a:gd name="T8" fmla="*/ 4 w 10"/>
                <a:gd name="T9" fmla="*/ 5 h 5"/>
                <a:gd name="T10" fmla="*/ 8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lnTo>
                    <a:pt x="10" y="2"/>
                  </a:lnTo>
                  <a:lnTo>
                    <a:pt x="6" y="0"/>
                  </a:lnTo>
                  <a:lnTo>
                    <a:pt x="0" y="3"/>
                  </a:lnTo>
                  <a:lnTo>
                    <a:pt x="4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5" name="Freeform 6522">
              <a:extLst>
                <a:ext uri="{FF2B5EF4-FFF2-40B4-BE49-F238E27FC236}">
                  <a16:creationId xmlns:a16="http://schemas.microsoft.com/office/drawing/2014/main" id="{C1D6B7E2-0CE0-47AF-8373-3C13B5AA9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1" y="2484"/>
              <a:ext cx="18" cy="20"/>
            </a:xfrm>
            <a:custGeom>
              <a:avLst/>
              <a:gdLst>
                <a:gd name="T0" fmla="*/ 18 w 18"/>
                <a:gd name="T1" fmla="*/ 5 h 20"/>
                <a:gd name="T2" fmla="*/ 17 w 18"/>
                <a:gd name="T3" fmla="*/ 5 h 20"/>
                <a:gd name="T4" fmla="*/ 17 w 18"/>
                <a:gd name="T5" fmla="*/ 1 h 20"/>
                <a:gd name="T6" fmla="*/ 11 w 18"/>
                <a:gd name="T7" fmla="*/ 0 h 20"/>
                <a:gd name="T8" fmla="*/ 0 w 18"/>
                <a:gd name="T9" fmla="*/ 0 h 20"/>
                <a:gd name="T10" fmla="*/ 9 w 18"/>
                <a:gd name="T11" fmla="*/ 1 h 20"/>
                <a:gd name="T12" fmla="*/ 11 w 18"/>
                <a:gd name="T13" fmla="*/ 5 h 20"/>
                <a:gd name="T14" fmla="*/ 13 w 18"/>
                <a:gd name="T15" fmla="*/ 7 h 20"/>
                <a:gd name="T16" fmla="*/ 11 w 18"/>
                <a:gd name="T17" fmla="*/ 9 h 20"/>
                <a:gd name="T18" fmla="*/ 13 w 18"/>
                <a:gd name="T19" fmla="*/ 13 h 20"/>
                <a:gd name="T20" fmla="*/ 11 w 18"/>
                <a:gd name="T21" fmla="*/ 20 h 20"/>
                <a:gd name="T22" fmla="*/ 17 w 18"/>
                <a:gd name="T23" fmla="*/ 15 h 20"/>
                <a:gd name="T24" fmla="*/ 17 w 18"/>
                <a:gd name="T25" fmla="*/ 13 h 20"/>
                <a:gd name="T26" fmla="*/ 18 w 18"/>
                <a:gd name="T27" fmla="*/ 11 h 20"/>
                <a:gd name="T28" fmla="*/ 18 w 18"/>
                <a:gd name="T2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20">
                  <a:moveTo>
                    <a:pt x="18" y="5"/>
                  </a:moveTo>
                  <a:lnTo>
                    <a:pt x="17" y="5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9" y="1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13" y="13"/>
                  </a:lnTo>
                  <a:lnTo>
                    <a:pt x="11" y="20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8" y="11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6" name="Freeform 6523">
              <a:extLst>
                <a:ext uri="{FF2B5EF4-FFF2-40B4-BE49-F238E27FC236}">
                  <a16:creationId xmlns:a16="http://schemas.microsoft.com/office/drawing/2014/main" id="{CAF200D7-B81A-484A-84D5-FF7E0C48C861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8" y="2484"/>
              <a:ext cx="22" cy="9"/>
            </a:xfrm>
            <a:custGeom>
              <a:avLst/>
              <a:gdLst>
                <a:gd name="T0" fmla="*/ 9 w 22"/>
                <a:gd name="T1" fmla="*/ 3 h 9"/>
                <a:gd name="T2" fmla="*/ 7 w 22"/>
                <a:gd name="T3" fmla="*/ 1 h 9"/>
                <a:gd name="T4" fmla="*/ 0 w 22"/>
                <a:gd name="T5" fmla="*/ 1 h 9"/>
                <a:gd name="T6" fmla="*/ 5 w 22"/>
                <a:gd name="T7" fmla="*/ 7 h 9"/>
                <a:gd name="T8" fmla="*/ 9 w 22"/>
                <a:gd name="T9" fmla="*/ 9 h 9"/>
                <a:gd name="T10" fmla="*/ 15 w 22"/>
                <a:gd name="T11" fmla="*/ 5 h 9"/>
                <a:gd name="T12" fmla="*/ 17 w 22"/>
                <a:gd name="T13" fmla="*/ 5 h 9"/>
                <a:gd name="T14" fmla="*/ 22 w 22"/>
                <a:gd name="T15" fmla="*/ 5 h 9"/>
                <a:gd name="T16" fmla="*/ 17 w 22"/>
                <a:gd name="T17" fmla="*/ 0 h 9"/>
                <a:gd name="T18" fmla="*/ 13 w 22"/>
                <a:gd name="T19" fmla="*/ 0 h 9"/>
                <a:gd name="T20" fmla="*/ 9 w 22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9">
                  <a:moveTo>
                    <a:pt x="9" y="3"/>
                  </a:moveTo>
                  <a:lnTo>
                    <a:pt x="7" y="1"/>
                  </a:lnTo>
                  <a:lnTo>
                    <a:pt x="0" y="1"/>
                  </a:lnTo>
                  <a:lnTo>
                    <a:pt x="5" y="7"/>
                  </a:lnTo>
                  <a:lnTo>
                    <a:pt x="9" y="9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22" y="5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7" name="Freeform 6524">
              <a:extLst>
                <a:ext uri="{FF2B5EF4-FFF2-40B4-BE49-F238E27FC236}">
                  <a16:creationId xmlns:a16="http://schemas.microsoft.com/office/drawing/2014/main" id="{5D611C64-C5ED-4DC7-94BA-24BAF643F2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3" y="3651"/>
              <a:ext cx="28" cy="24"/>
            </a:xfrm>
            <a:custGeom>
              <a:avLst/>
              <a:gdLst>
                <a:gd name="T0" fmla="*/ 19 w 28"/>
                <a:gd name="T1" fmla="*/ 18 h 24"/>
                <a:gd name="T2" fmla="*/ 22 w 28"/>
                <a:gd name="T3" fmla="*/ 16 h 24"/>
                <a:gd name="T4" fmla="*/ 22 w 28"/>
                <a:gd name="T5" fmla="*/ 13 h 24"/>
                <a:gd name="T6" fmla="*/ 26 w 28"/>
                <a:gd name="T7" fmla="*/ 11 h 24"/>
                <a:gd name="T8" fmla="*/ 28 w 28"/>
                <a:gd name="T9" fmla="*/ 7 h 24"/>
                <a:gd name="T10" fmla="*/ 26 w 28"/>
                <a:gd name="T11" fmla="*/ 3 h 24"/>
                <a:gd name="T12" fmla="*/ 24 w 28"/>
                <a:gd name="T13" fmla="*/ 3 h 24"/>
                <a:gd name="T14" fmla="*/ 21 w 28"/>
                <a:gd name="T15" fmla="*/ 0 h 24"/>
                <a:gd name="T16" fmla="*/ 11 w 28"/>
                <a:gd name="T17" fmla="*/ 2 h 24"/>
                <a:gd name="T18" fmla="*/ 9 w 28"/>
                <a:gd name="T19" fmla="*/ 2 h 24"/>
                <a:gd name="T20" fmla="*/ 13 w 28"/>
                <a:gd name="T21" fmla="*/ 7 h 24"/>
                <a:gd name="T22" fmla="*/ 15 w 28"/>
                <a:gd name="T23" fmla="*/ 5 h 24"/>
                <a:gd name="T24" fmla="*/ 15 w 28"/>
                <a:gd name="T25" fmla="*/ 7 h 24"/>
                <a:gd name="T26" fmla="*/ 13 w 28"/>
                <a:gd name="T27" fmla="*/ 7 h 24"/>
                <a:gd name="T28" fmla="*/ 9 w 28"/>
                <a:gd name="T29" fmla="*/ 5 h 24"/>
                <a:gd name="T30" fmla="*/ 8 w 28"/>
                <a:gd name="T31" fmla="*/ 7 h 24"/>
                <a:gd name="T32" fmla="*/ 11 w 28"/>
                <a:gd name="T33" fmla="*/ 13 h 24"/>
                <a:gd name="T34" fmla="*/ 11 w 28"/>
                <a:gd name="T35" fmla="*/ 13 h 24"/>
                <a:gd name="T36" fmla="*/ 9 w 28"/>
                <a:gd name="T37" fmla="*/ 15 h 24"/>
                <a:gd name="T38" fmla="*/ 9 w 28"/>
                <a:gd name="T39" fmla="*/ 15 h 24"/>
                <a:gd name="T40" fmla="*/ 6 w 28"/>
                <a:gd name="T41" fmla="*/ 15 h 24"/>
                <a:gd name="T42" fmla="*/ 4 w 28"/>
                <a:gd name="T43" fmla="*/ 13 h 24"/>
                <a:gd name="T44" fmla="*/ 0 w 28"/>
                <a:gd name="T45" fmla="*/ 15 h 24"/>
                <a:gd name="T46" fmla="*/ 4 w 28"/>
                <a:gd name="T47" fmla="*/ 18 h 24"/>
                <a:gd name="T48" fmla="*/ 9 w 28"/>
                <a:gd name="T49" fmla="*/ 15 h 24"/>
                <a:gd name="T50" fmla="*/ 9 w 28"/>
                <a:gd name="T51" fmla="*/ 16 h 24"/>
                <a:gd name="T52" fmla="*/ 8 w 28"/>
                <a:gd name="T53" fmla="*/ 18 h 24"/>
                <a:gd name="T54" fmla="*/ 6 w 28"/>
                <a:gd name="T55" fmla="*/ 18 h 24"/>
                <a:gd name="T56" fmla="*/ 4 w 28"/>
                <a:gd name="T57" fmla="*/ 20 h 24"/>
                <a:gd name="T58" fmla="*/ 9 w 28"/>
                <a:gd name="T59" fmla="*/ 22 h 24"/>
                <a:gd name="T60" fmla="*/ 11 w 28"/>
                <a:gd name="T61" fmla="*/ 22 h 24"/>
                <a:gd name="T62" fmla="*/ 13 w 28"/>
                <a:gd name="T63" fmla="*/ 24 h 24"/>
                <a:gd name="T64" fmla="*/ 17 w 28"/>
                <a:gd name="T65" fmla="*/ 18 h 24"/>
                <a:gd name="T66" fmla="*/ 15 w 28"/>
                <a:gd name="T67" fmla="*/ 18 h 24"/>
                <a:gd name="T68" fmla="*/ 15 w 28"/>
                <a:gd name="T69" fmla="*/ 18 h 24"/>
                <a:gd name="T70" fmla="*/ 19 w 28"/>
                <a:gd name="T71" fmla="*/ 18 h 24"/>
                <a:gd name="T72" fmla="*/ 13 w 28"/>
                <a:gd name="T73" fmla="*/ 2 h 24"/>
                <a:gd name="T74" fmla="*/ 22 w 28"/>
                <a:gd name="T75" fmla="*/ 5 h 24"/>
                <a:gd name="T76" fmla="*/ 21 w 28"/>
                <a:gd name="T77" fmla="*/ 5 h 24"/>
                <a:gd name="T78" fmla="*/ 21 w 28"/>
                <a:gd name="T79" fmla="*/ 5 h 24"/>
                <a:gd name="T80" fmla="*/ 19 w 28"/>
                <a:gd name="T81" fmla="*/ 3 h 24"/>
                <a:gd name="T82" fmla="*/ 19 w 28"/>
                <a:gd name="T83" fmla="*/ 5 h 24"/>
                <a:gd name="T84" fmla="*/ 13 w 28"/>
                <a:gd name="T8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24">
                  <a:moveTo>
                    <a:pt x="19" y="18"/>
                  </a:moveTo>
                  <a:lnTo>
                    <a:pt x="22" y="16"/>
                  </a:lnTo>
                  <a:lnTo>
                    <a:pt x="22" y="13"/>
                  </a:lnTo>
                  <a:lnTo>
                    <a:pt x="26" y="11"/>
                  </a:lnTo>
                  <a:lnTo>
                    <a:pt x="28" y="7"/>
                  </a:lnTo>
                  <a:lnTo>
                    <a:pt x="26" y="3"/>
                  </a:lnTo>
                  <a:lnTo>
                    <a:pt x="24" y="3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9" y="5"/>
                  </a:lnTo>
                  <a:lnTo>
                    <a:pt x="8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0" y="15"/>
                  </a:lnTo>
                  <a:lnTo>
                    <a:pt x="4" y="18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3" y="24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9" y="18"/>
                  </a:lnTo>
                  <a:close/>
                  <a:moveTo>
                    <a:pt x="13" y="2"/>
                  </a:moveTo>
                  <a:lnTo>
                    <a:pt x="22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3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8" name="Freeform 6525">
              <a:extLst>
                <a:ext uri="{FF2B5EF4-FFF2-40B4-BE49-F238E27FC236}">
                  <a16:creationId xmlns:a16="http://schemas.microsoft.com/office/drawing/2014/main" id="{D4225B37-8FE0-472C-B99F-43DFAF307376}"/>
                </a:ext>
              </a:extLst>
            </p:cNvPr>
            <p:cNvSpPr>
              <a:spLocks/>
            </p:cNvSpPr>
            <p:nvPr/>
          </p:nvSpPr>
          <p:spPr bwMode="gray">
            <a:xfrm>
              <a:off x="3097" y="3695"/>
              <a:ext cx="20" cy="15"/>
            </a:xfrm>
            <a:custGeom>
              <a:avLst/>
              <a:gdLst>
                <a:gd name="T0" fmla="*/ 8 w 11"/>
                <a:gd name="T1" fmla="*/ 5 h 8"/>
                <a:gd name="T2" fmla="*/ 8 w 11"/>
                <a:gd name="T3" fmla="*/ 3 h 8"/>
                <a:gd name="T4" fmla="*/ 7 w 11"/>
                <a:gd name="T5" fmla="*/ 3 h 8"/>
                <a:gd name="T6" fmla="*/ 6 w 11"/>
                <a:gd name="T7" fmla="*/ 2 h 8"/>
                <a:gd name="T8" fmla="*/ 5 w 11"/>
                <a:gd name="T9" fmla="*/ 2 h 8"/>
                <a:gd name="T10" fmla="*/ 5 w 11"/>
                <a:gd name="T11" fmla="*/ 1 h 8"/>
                <a:gd name="T12" fmla="*/ 3 w 11"/>
                <a:gd name="T13" fmla="*/ 0 h 8"/>
                <a:gd name="T14" fmla="*/ 0 w 11"/>
                <a:gd name="T15" fmla="*/ 1 h 8"/>
                <a:gd name="T16" fmla="*/ 0 w 11"/>
                <a:gd name="T17" fmla="*/ 2 h 8"/>
                <a:gd name="T18" fmla="*/ 2 w 11"/>
                <a:gd name="T19" fmla="*/ 2 h 8"/>
                <a:gd name="T20" fmla="*/ 3 w 11"/>
                <a:gd name="T21" fmla="*/ 3 h 8"/>
                <a:gd name="T22" fmla="*/ 4 w 11"/>
                <a:gd name="T23" fmla="*/ 4 h 8"/>
                <a:gd name="T24" fmla="*/ 4 w 11"/>
                <a:gd name="T25" fmla="*/ 5 h 8"/>
                <a:gd name="T26" fmla="*/ 5 w 11"/>
                <a:gd name="T27" fmla="*/ 5 h 8"/>
                <a:gd name="T28" fmla="*/ 6 w 11"/>
                <a:gd name="T29" fmla="*/ 7 h 8"/>
                <a:gd name="T30" fmla="*/ 6 w 11"/>
                <a:gd name="T31" fmla="*/ 8 h 8"/>
                <a:gd name="T32" fmla="*/ 8 w 11"/>
                <a:gd name="T33" fmla="*/ 8 h 8"/>
                <a:gd name="T34" fmla="*/ 8 w 11"/>
                <a:gd name="T35" fmla="*/ 7 h 8"/>
                <a:gd name="T36" fmla="*/ 9 w 11"/>
                <a:gd name="T37" fmla="*/ 7 h 8"/>
                <a:gd name="T38" fmla="*/ 11 w 11"/>
                <a:gd name="T39" fmla="*/ 5 h 8"/>
                <a:gd name="T40" fmla="*/ 9 w 11"/>
                <a:gd name="T41" fmla="*/ 5 h 8"/>
                <a:gd name="T42" fmla="*/ 8 w 11"/>
                <a:gd name="T4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8">
                  <a:moveTo>
                    <a:pt x="8" y="5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5"/>
                    <a:pt x="9" y="5"/>
                    <a:pt x="9" y="5"/>
                  </a:cubicBez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9" name="Freeform 6526">
              <a:extLst>
                <a:ext uri="{FF2B5EF4-FFF2-40B4-BE49-F238E27FC236}">
                  <a16:creationId xmlns:a16="http://schemas.microsoft.com/office/drawing/2014/main" id="{EFDF07BB-590D-4C6C-8A17-1688E2579C85}"/>
                </a:ext>
              </a:extLst>
            </p:cNvPr>
            <p:cNvSpPr>
              <a:spLocks/>
            </p:cNvSpPr>
            <p:nvPr/>
          </p:nvSpPr>
          <p:spPr bwMode="gray">
            <a:xfrm>
              <a:off x="2814" y="3653"/>
              <a:ext cx="26" cy="22"/>
            </a:xfrm>
            <a:custGeom>
              <a:avLst/>
              <a:gdLst>
                <a:gd name="T0" fmla="*/ 22 w 26"/>
                <a:gd name="T1" fmla="*/ 3 h 22"/>
                <a:gd name="T2" fmla="*/ 18 w 26"/>
                <a:gd name="T3" fmla="*/ 1 h 22"/>
                <a:gd name="T4" fmla="*/ 15 w 26"/>
                <a:gd name="T5" fmla="*/ 3 h 22"/>
                <a:gd name="T6" fmla="*/ 15 w 26"/>
                <a:gd name="T7" fmla="*/ 3 h 22"/>
                <a:gd name="T8" fmla="*/ 15 w 26"/>
                <a:gd name="T9" fmla="*/ 3 h 22"/>
                <a:gd name="T10" fmla="*/ 15 w 26"/>
                <a:gd name="T11" fmla="*/ 1 h 22"/>
                <a:gd name="T12" fmla="*/ 9 w 26"/>
                <a:gd name="T13" fmla="*/ 0 h 22"/>
                <a:gd name="T14" fmla="*/ 9 w 26"/>
                <a:gd name="T15" fmla="*/ 1 h 22"/>
                <a:gd name="T16" fmla="*/ 5 w 26"/>
                <a:gd name="T17" fmla="*/ 3 h 22"/>
                <a:gd name="T18" fmla="*/ 7 w 26"/>
                <a:gd name="T19" fmla="*/ 5 h 22"/>
                <a:gd name="T20" fmla="*/ 5 w 26"/>
                <a:gd name="T21" fmla="*/ 7 h 22"/>
                <a:gd name="T22" fmla="*/ 7 w 26"/>
                <a:gd name="T23" fmla="*/ 9 h 22"/>
                <a:gd name="T24" fmla="*/ 5 w 26"/>
                <a:gd name="T25" fmla="*/ 9 h 22"/>
                <a:gd name="T26" fmla="*/ 0 w 26"/>
                <a:gd name="T27" fmla="*/ 18 h 22"/>
                <a:gd name="T28" fmla="*/ 1 w 26"/>
                <a:gd name="T29" fmla="*/ 18 h 22"/>
                <a:gd name="T30" fmla="*/ 5 w 26"/>
                <a:gd name="T31" fmla="*/ 22 h 22"/>
                <a:gd name="T32" fmla="*/ 7 w 26"/>
                <a:gd name="T33" fmla="*/ 22 h 22"/>
                <a:gd name="T34" fmla="*/ 9 w 26"/>
                <a:gd name="T35" fmla="*/ 20 h 22"/>
                <a:gd name="T36" fmla="*/ 7 w 26"/>
                <a:gd name="T37" fmla="*/ 18 h 22"/>
                <a:gd name="T38" fmla="*/ 9 w 26"/>
                <a:gd name="T39" fmla="*/ 20 h 22"/>
                <a:gd name="T40" fmla="*/ 11 w 26"/>
                <a:gd name="T41" fmla="*/ 18 h 22"/>
                <a:gd name="T42" fmla="*/ 9 w 26"/>
                <a:gd name="T43" fmla="*/ 16 h 22"/>
                <a:gd name="T44" fmla="*/ 11 w 26"/>
                <a:gd name="T45" fmla="*/ 16 h 22"/>
                <a:gd name="T46" fmla="*/ 15 w 26"/>
                <a:gd name="T47" fmla="*/ 14 h 22"/>
                <a:gd name="T48" fmla="*/ 15 w 26"/>
                <a:gd name="T49" fmla="*/ 13 h 22"/>
                <a:gd name="T50" fmla="*/ 18 w 26"/>
                <a:gd name="T51" fmla="*/ 13 h 22"/>
                <a:gd name="T52" fmla="*/ 20 w 26"/>
                <a:gd name="T53" fmla="*/ 11 h 22"/>
                <a:gd name="T54" fmla="*/ 24 w 26"/>
                <a:gd name="T55" fmla="*/ 11 h 22"/>
                <a:gd name="T56" fmla="*/ 22 w 26"/>
                <a:gd name="T57" fmla="*/ 7 h 22"/>
                <a:gd name="T58" fmla="*/ 22 w 26"/>
                <a:gd name="T59" fmla="*/ 7 h 22"/>
                <a:gd name="T60" fmla="*/ 26 w 26"/>
                <a:gd name="T61" fmla="*/ 7 h 22"/>
                <a:gd name="T62" fmla="*/ 22 w 26"/>
                <a:gd name="T63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22">
                  <a:moveTo>
                    <a:pt x="22" y="3"/>
                  </a:moveTo>
                  <a:lnTo>
                    <a:pt x="18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7" y="9"/>
                  </a:lnTo>
                  <a:lnTo>
                    <a:pt x="5" y="9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9" y="20"/>
                  </a:lnTo>
                  <a:lnTo>
                    <a:pt x="7" y="18"/>
                  </a:lnTo>
                  <a:lnTo>
                    <a:pt x="9" y="20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8" y="13"/>
                  </a:lnTo>
                  <a:lnTo>
                    <a:pt x="20" y="11"/>
                  </a:lnTo>
                  <a:lnTo>
                    <a:pt x="24" y="11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0" name="Freeform 6527">
              <a:extLst>
                <a:ext uri="{FF2B5EF4-FFF2-40B4-BE49-F238E27FC236}">
                  <a16:creationId xmlns:a16="http://schemas.microsoft.com/office/drawing/2014/main" id="{526C1477-38A2-4BB0-8F81-7324A8BF08A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494" y="1361"/>
              <a:ext cx="1593" cy="2390"/>
            </a:xfrm>
            <a:custGeom>
              <a:avLst/>
              <a:gdLst>
                <a:gd name="T0" fmla="*/ 743 w 856"/>
                <a:gd name="T1" fmla="*/ 809 h 1282"/>
                <a:gd name="T2" fmla="*/ 662 w 856"/>
                <a:gd name="T3" fmla="*/ 741 h 1282"/>
                <a:gd name="T4" fmla="*/ 552 w 856"/>
                <a:gd name="T5" fmla="*/ 737 h 1282"/>
                <a:gd name="T6" fmla="*/ 457 w 856"/>
                <a:gd name="T7" fmla="*/ 689 h 1282"/>
                <a:gd name="T8" fmla="*/ 398 w 856"/>
                <a:gd name="T9" fmla="*/ 617 h 1282"/>
                <a:gd name="T10" fmla="*/ 492 w 856"/>
                <a:gd name="T11" fmla="*/ 580 h 1282"/>
                <a:gd name="T12" fmla="*/ 561 w 856"/>
                <a:gd name="T13" fmla="*/ 537 h 1282"/>
                <a:gd name="T14" fmla="*/ 609 w 856"/>
                <a:gd name="T15" fmla="*/ 478 h 1282"/>
                <a:gd name="T16" fmla="*/ 672 w 856"/>
                <a:gd name="T17" fmla="*/ 448 h 1282"/>
                <a:gd name="T18" fmla="*/ 660 w 856"/>
                <a:gd name="T19" fmla="*/ 418 h 1282"/>
                <a:gd name="T20" fmla="*/ 713 w 856"/>
                <a:gd name="T21" fmla="*/ 387 h 1282"/>
                <a:gd name="T22" fmla="*/ 708 w 856"/>
                <a:gd name="T23" fmla="*/ 326 h 1282"/>
                <a:gd name="T24" fmla="*/ 660 w 856"/>
                <a:gd name="T25" fmla="*/ 293 h 1282"/>
                <a:gd name="T26" fmla="*/ 600 w 856"/>
                <a:gd name="T27" fmla="*/ 292 h 1282"/>
                <a:gd name="T28" fmla="*/ 562 w 856"/>
                <a:gd name="T29" fmla="*/ 333 h 1282"/>
                <a:gd name="T30" fmla="*/ 526 w 856"/>
                <a:gd name="T31" fmla="*/ 227 h 1282"/>
                <a:gd name="T32" fmla="*/ 597 w 856"/>
                <a:gd name="T33" fmla="*/ 196 h 1282"/>
                <a:gd name="T34" fmla="*/ 611 w 856"/>
                <a:gd name="T35" fmla="*/ 139 h 1282"/>
                <a:gd name="T36" fmla="*/ 575 w 856"/>
                <a:gd name="T37" fmla="*/ 142 h 1282"/>
                <a:gd name="T38" fmla="*/ 609 w 856"/>
                <a:gd name="T39" fmla="*/ 71 h 1282"/>
                <a:gd name="T40" fmla="*/ 559 w 856"/>
                <a:gd name="T41" fmla="*/ 135 h 1282"/>
                <a:gd name="T42" fmla="*/ 513 w 856"/>
                <a:gd name="T43" fmla="*/ 155 h 1282"/>
                <a:gd name="T44" fmla="*/ 454 w 856"/>
                <a:gd name="T45" fmla="*/ 160 h 1282"/>
                <a:gd name="T46" fmla="*/ 392 w 856"/>
                <a:gd name="T47" fmla="*/ 91 h 1282"/>
                <a:gd name="T48" fmla="*/ 326 w 856"/>
                <a:gd name="T49" fmla="*/ 79 h 1282"/>
                <a:gd name="T50" fmla="*/ 261 w 856"/>
                <a:gd name="T51" fmla="*/ 44 h 1282"/>
                <a:gd name="T52" fmla="*/ 188 w 856"/>
                <a:gd name="T53" fmla="*/ 10 h 1282"/>
                <a:gd name="T54" fmla="*/ 95 w 856"/>
                <a:gd name="T55" fmla="*/ 76 h 1282"/>
                <a:gd name="T56" fmla="*/ 72 w 856"/>
                <a:gd name="T57" fmla="*/ 130 h 1282"/>
                <a:gd name="T58" fmla="*/ 60 w 856"/>
                <a:gd name="T59" fmla="*/ 203 h 1282"/>
                <a:gd name="T60" fmla="*/ 1 w 856"/>
                <a:gd name="T61" fmla="*/ 257 h 1282"/>
                <a:gd name="T62" fmla="*/ 65 w 856"/>
                <a:gd name="T63" fmla="*/ 240 h 1282"/>
                <a:gd name="T64" fmla="*/ 138 w 856"/>
                <a:gd name="T65" fmla="*/ 187 h 1282"/>
                <a:gd name="T66" fmla="*/ 174 w 856"/>
                <a:gd name="T67" fmla="*/ 203 h 1282"/>
                <a:gd name="T68" fmla="*/ 216 w 856"/>
                <a:gd name="T69" fmla="*/ 274 h 1282"/>
                <a:gd name="T70" fmla="*/ 235 w 856"/>
                <a:gd name="T71" fmla="*/ 298 h 1282"/>
                <a:gd name="T72" fmla="*/ 231 w 856"/>
                <a:gd name="T73" fmla="*/ 357 h 1282"/>
                <a:gd name="T74" fmla="*/ 245 w 856"/>
                <a:gd name="T75" fmla="*/ 404 h 1282"/>
                <a:gd name="T76" fmla="*/ 264 w 856"/>
                <a:gd name="T77" fmla="*/ 555 h 1282"/>
                <a:gd name="T78" fmla="*/ 297 w 856"/>
                <a:gd name="T79" fmla="*/ 601 h 1282"/>
                <a:gd name="T80" fmla="*/ 331 w 856"/>
                <a:gd name="T81" fmla="*/ 633 h 1282"/>
                <a:gd name="T82" fmla="*/ 467 w 856"/>
                <a:gd name="T83" fmla="*/ 716 h 1282"/>
                <a:gd name="T84" fmla="*/ 536 w 856"/>
                <a:gd name="T85" fmla="*/ 785 h 1282"/>
                <a:gd name="T86" fmla="*/ 554 w 856"/>
                <a:gd name="T87" fmla="*/ 920 h 1282"/>
                <a:gd name="T88" fmla="*/ 592 w 856"/>
                <a:gd name="T89" fmla="*/ 1088 h 1282"/>
                <a:gd name="T90" fmla="*/ 594 w 856"/>
                <a:gd name="T91" fmla="*/ 1165 h 1282"/>
                <a:gd name="T92" fmla="*/ 592 w 856"/>
                <a:gd name="T93" fmla="*/ 1207 h 1282"/>
                <a:gd name="T94" fmla="*/ 622 w 856"/>
                <a:gd name="T95" fmla="*/ 1256 h 1282"/>
                <a:gd name="T96" fmla="*/ 635 w 856"/>
                <a:gd name="T97" fmla="*/ 1270 h 1282"/>
                <a:gd name="T98" fmla="*/ 648 w 856"/>
                <a:gd name="T99" fmla="*/ 1239 h 1282"/>
                <a:gd name="T100" fmla="*/ 655 w 856"/>
                <a:gd name="T101" fmla="*/ 1142 h 1282"/>
                <a:gd name="T102" fmla="*/ 738 w 856"/>
                <a:gd name="T103" fmla="*/ 1053 h 1282"/>
                <a:gd name="T104" fmla="*/ 830 w 856"/>
                <a:gd name="T105" fmla="*/ 903 h 1282"/>
                <a:gd name="T106" fmla="*/ 624 w 856"/>
                <a:gd name="T107" fmla="*/ 143 h 1282"/>
                <a:gd name="T108" fmla="*/ 72 w 856"/>
                <a:gd name="T109" fmla="*/ 131 h 1282"/>
                <a:gd name="T110" fmla="*/ 220 w 856"/>
                <a:gd name="T111" fmla="*/ 263 h 1282"/>
                <a:gd name="T112" fmla="*/ 231 w 856"/>
                <a:gd name="T113" fmla="*/ 276 h 1282"/>
                <a:gd name="T114" fmla="*/ 238 w 856"/>
                <a:gd name="T115" fmla="*/ 284 h 1282"/>
                <a:gd name="T116" fmla="*/ 245 w 856"/>
                <a:gd name="T117" fmla="*/ 350 h 1282"/>
                <a:gd name="T118" fmla="*/ 344 w 856"/>
                <a:gd name="T119" fmla="*/ 82 h 1282"/>
                <a:gd name="T120" fmla="*/ 602 w 856"/>
                <a:gd name="T121" fmla="*/ 1167 h 1282"/>
                <a:gd name="T122" fmla="*/ 620 w 856"/>
                <a:gd name="T123" fmla="*/ 1241 h 1282"/>
                <a:gd name="T124" fmla="*/ 647 w 856"/>
                <a:gd name="T125" fmla="*/ 1259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56" h="1282">
                  <a:moveTo>
                    <a:pt x="856" y="863"/>
                  </a:moveTo>
                  <a:cubicBezTo>
                    <a:pt x="856" y="859"/>
                    <a:pt x="856" y="859"/>
                    <a:pt x="856" y="859"/>
                  </a:cubicBezTo>
                  <a:cubicBezTo>
                    <a:pt x="855" y="858"/>
                    <a:pt x="855" y="858"/>
                    <a:pt x="855" y="858"/>
                  </a:cubicBezTo>
                  <a:cubicBezTo>
                    <a:pt x="855" y="857"/>
                    <a:pt x="855" y="857"/>
                    <a:pt x="855" y="857"/>
                  </a:cubicBezTo>
                  <a:cubicBezTo>
                    <a:pt x="852" y="851"/>
                    <a:pt x="852" y="851"/>
                    <a:pt x="852" y="851"/>
                  </a:cubicBezTo>
                  <a:cubicBezTo>
                    <a:pt x="852" y="850"/>
                    <a:pt x="852" y="850"/>
                    <a:pt x="852" y="850"/>
                  </a:cubicBezTo>
                  <a:cubicBezTo>
                    <a:pt x="852" y="847"/>
                    <a:pt x="852" y="847"/>
                    <a:pt x="852" y="847"/>
                  </a:cubicBezTo>
                  <a:cubicBezTo>
                    <a:pt x="847" y="845"/>
                    <a:pt x="847" y="845"/>
                    <a:pt x="847" y="845"/>
                  </a:cubicBezTo>
                  <a:cubicBezTo>
                    <a:pt x="844" y="845"/>
                    <a:pt x="844" y="845"/>
                    <a:pt x="844" y="845"/>
                  </a:cubicBezTo>
                  <a:cubicBezTo>
                    <a:pt x="842" y="845"/>
                    <a:pt x="842" y="845"/>
                    <a:pt x="842" y="845"/>
                  </a:cubicBezTo>
                  <a:cubicBezTo>
                    <a:pt x="841" y="844"/>
                    <a:pt x="841" y="844"/>
                    <a:pt x="841" y="844"/>
                  </a:cubicBezTo>
                  <a:cubicBezTo>
                    <a:pt x="839" y="843"/>
                    <a:pt x="839" y="843"/>
                    <a:pt x="839" y="843"/>
                  </a:cubicBezTo>
                  <a:cubicBezTo>
                    <a:pt x="838" y="842"/>
                    <a:pt x="838" y="842"/>
                    <a:pt x="838" y="842"/>
                  </a:cubicBezTo>
                  <a:cubicBezTo>
                    <a:pt x="835" y="841"/>
                    <a:pt x="835" y="841"/>
                    <a:pt x="835" y="841"/>
                  </a:cubicBezTo>
                  <a:cubicBezTo>
                    <a:pt x="834" y="840"/>
                    <a:pt x="834" y="840"/>
                    <a:pt x="834" y="840"/>
                  </a:cubicBezTo>
                  <a:cubicBezTo>
                    <a:pt x="831" y="837"/>
                    <a:pt x="831" y="837"/>
                    <a:pt x="831" y="837"/>
                  </a:cubicBezTo>
                  <a:cubicBezTo>
                    <a:pt x="828" y="833"/>
                    <a:pt x="828" y="833"/>
                    <a:pt x="828" y="833"/>
                  </a:cubicBezTo>
                  <a:cubicBezTo>
                    <a:pt x="826" y="833"/>
                    <a:pt x="826" y="833"/>
                    <a:pt x="826" y="833"/>
                  </a:cubicBezTo>
                  <a:cubicBezTo>
                    <a:pt x="825" y="831"/>
                    <a:pt x="825" y="831"/>
                    <a:pt x="825" y="831"/>
                  </a:cubicBezTo>
                  <a:cubicBezTo>
                    <a:pt x="823" y="831"/>
                    <a:pt x="823" y="831"/>
                    <a:pt x="823" y="831"/>
                  </a:cubicBezTo>
                  <a:cubicBezTo>
                    <a:pt x="818" y="828"/>
                    <a:pt x="818" y="828"/>
                    <a:pt x="818" y="828"/>
                  </a:cubicBezTo>
                  <a:cubicBezTo>
                    <a:pt x="816" y="828"/>
                    <a:pt x="816" y="828"/>
                    <a:pt x="816" y="828"/>
                  </a:cubicBezTo>
                  <a:cubicBezTo>
                    <a:pt x="814" y="827"/>
                    <a:pt x="814" y="827"/>
                    <a:pt x="814" y="827"/>
                  </a:cubicBezTo>
                  <a:cubicBezTo>
                    <a:pt x="812" y="828"/>
                    <a:pt x="812" y="828"/>
                    <a:pt x="812" y="828"/>
                  </a:cubicBezTo>
                  <a:cubicBezTo>
                    <a:pt x="810" y="828"/>
                    <a:pt x="810" y="828"/>
                    <a:pt x="810" y="828"/>
                  </a:cubicBezTo>
                  <a:cubicBezTo>
                    <a:pt x="809" y="827"/>
                    <a:pt x="809" y="827"/>
                    <a:pt x="809" y="827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7" y="829"/>
                    <a:pt x="807" y="829"/>
                    <a:pt x="807" y="829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4" y="826"/>
                    <a:pt x="804" y="826"/>
                    <a:pt x="804" y="826"/>
                  </a:cubicBezTo>
                  <a:cubicBezTo>
                    <a:pt x="804" y="827"/>
                    <a:pt x="804" y="827"/>
                    <a:pt x="804" y="827"/>
                  </a:cubicBezTo>
                  <a:cubicBezTo>
                    <a:pt x="803" y="826"/>
                    <a:pt x="803" y="826"/>
                    <a:pt x="803" y="826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7"/>
                    <a:pt x="802" y="827"/>
                    <a:pt x="802" y="827"/>
                  </a:cubicBezTo>
                  <a:cubicBezTo>
                    <a:pt x="799" y="826"/>
                    <a:pt x="799" y="826"/>
                    <a:pt x="799" y="826"/>
                  </a:cubicBezTo>
                  <a:cubicBezTo>
                    <a:pt x="800" y="827"/>
                    <a:pt x="800" y="827"/>
                    <a:pt x="800" y="827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97" y="827"/>
                    <a:pt x="797" y="827"/>
                    <a:pt x="797" y="827"/>
                  </a:cubicBezTo>
                  <a:cubicBezTo>
                    <a:pt x="796" y="826"/>
                    <a:pt x="796" y="826"/>
                    <a:pt x="796" y="826"/>
                  </a:cubicBezTo>
                  <a:cubicBezTo>
                    <a:pt x="791" y="824"/>
                    <a:pt x="791" y="824"/>
                    <a:pt x="791" y="824"/>
                  </a:cubicBezTo>
                  <a:cubicBezTo>
                    <a:pt x="789" y="825"/>
                    <a:pt x="789" y="825"/>
                    <a:pt x="789" y="825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8" y="826"/>
                    <a:pt x="788" y="826"/>
                    <a:pt x="788" y="826"/>
                  </a:cubicBezTo>
                  <a:cubicBezTo>
                    <a:pt x="788" y="827"/>
                    <a:pt x="788" y="827"/>
                    <a:pt x="788" y="827"/>
                  </a:cubicBezTo>
                  <a:cubicBezTo>
                    <a:pt x="786" y="827"/>
                    <a:pt x="786" y="827"/>
                    <a:pt x="786" y="827"/>
                  </a:cubicBezTo>
                  <a:cubicBezTo>
                    <a:pt x="786" y="828"/>
                    <a:pt x="786" y="828"/>
                    <a:pt x="786" y="828"/>
                  </a:cubicBezTo>
                  <a:cubicBezTo>
                    <a:pt x="785" y="827"/>
                    <a:pt x="785" y="827"/>
                    <a:pt x="785" y="827"/>
                  </a:cubicBezTo>
                  <a:cubicBezTo>
                    <a:pt x="784" y="828"/>
                    <a:pt x="784" y="828"/>
                    <a:pt x="784" y="828"/>
                  </a:cubicBezTo>
                  <a:cubicBezTo>
                    <a:pt x="784" y="826"/>
                    <a:pt x="784" y="826"/>
                    <a:pt x="784" y="826"/>
                  </a:cubicBezTo>
                  <a:cubicBezTo>
                    <a:pt x="785" y="826"/>
                    <a:pt x="785" y="826"/>
                    <a:pt x="785" y="826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5" y="823"/>
                    <a:pt x="785" y="823"/>
                    <a:pt x="785" y="823"/>
                  </a:cubicBezTo>
                  <a:cubicBezTo>
                    <a:pt x="782" y="821"/>
                    <a:pt x="782" y="821"/>
                    <a:pt x="782" y="821"/>
                  </a:cubicBezTo>
                  <a:cubicBezTo>
                    <a:pt x="781" y="819"/>
                    <a:pt x="781" y="819"/>
                    <a:pt x="781" y="819"/>
                  </a:cubicBezTo>
                  <a:cubicBezTo>
                    <a:pt x="780" y="819"/>
                    <a:pt x="780" y="819"/>
                    <a:pt x="780" y="819"/>
                  </a:cubicBezTo>
                  <a:cubicBezTo>
                    <a:pt x="778" y="819"/>
                    <a:pt x="778" y="819"/>
                    <a:pt x="778" y="819"/>
                  </a:cubicBezTo>
                  <a:cubicBezTo>
                    <a:pt x="777" y="820"/>
                    <a:pt x="777" y="820"/>
                    <a:pt x="777" y="820"/>
                  </a:cubicBezTo>
                  <a:cubicBezTo>
                    <a:pt x="776" y="820"/>
                    <a:pt x="776" y="820"/>
                    <a:pt x="776" y="820"/>
                  </a:cubicBezTo>
                  <a:cubicBezTo>
                    <a:pt x="776" y="819"/>
                    <a:pt x="776" y="819"/>
                    <a:pt x="776" y="819"/>
                  </a:cubicBezTo>
                  <a:cubicBezTo>
                    <a:pt x="775" y="819"/>
                    <a:pt x="775" y="819"/>
                    <a:pt x="775" y="819"/>
                  </a:cubicBezTo>
                  <a:cubicBezTo>
                    <a:pt x="775" y="818"/>
                    <a:pt x="775" y="818"/>
                    <a:pt x="775" y="818"/>
                  </a:cubicBezTo>
                  <a:cubicBezTo>
                    <a:pt x="774" y="817"/>
                    <a:pt x="774" y="817"/>
                    <a:pt x="774" y="817"/>
                  </a:cubicBezTo>
                  <a:cubicBezTo>
                    <a:pt x="773" y="817"/>
                    <a:pt x="773" y="817"/>
                    <a:pt x="773" y="817"/>
                  </a:cubicBezTo>
                  <a:cubicBezTo>
                    <a:pt x="772" y="816"/>
                    <a:pt x="772" y="816"/>
                    <a:pt x="772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0" y="816"/>
                    <a:pt x="770" y="816"/>
                    <a:pt x="770" y="816"/>
                  </a:cubicBezTo>
                  <a:cubicBezTo>
                    <a:pt x="769" y="814"/>
                    <a:pt x="769" y="814"/>
                    <a:pt x="769" y="814"/>
                  </a:cubicBezTo>
                  <a:cubicBezTo>
                    <a:pt x="768" y="815"/>
                    <a:pt x="768" y="815"/>
                    <a:pt x="768" y="815"/>
                  </a:cubicBezTo>
                  <a:cubicBezTo>
                    <a:pt x="767" y="815"/>
                    <a:pt x="767" y="815"/>
                    <a:pt x="767" y="815"/>
                  </a:cubicBezTo>
                  <a:cubicBezTo>
                    <a:pt x="765" y="813"/>
                    <a:pt x="765" y="813"/>
                    <a:pt x="765" y="813"/>
                  </a:cubicBezTo>
                  <a:cubicBezTo>
                    <a:pt x="763" y="813"/>
                    <a:pt x="763" y="813"/>
                    <a:pt x="763" y="813"/>
                  </a:cubicBezTo>
                  <a:cubicBezTo>
                    <a:pt x="763" y="814"/>
                    <a:pt x="763" y="814"/>
                    <a:pt x="763" y="814"/>
                  </a:cubicBezTo>
                  <a:cubicBezTo>
                    <a:pt x="762" y="813"/>
                    <a:pt x="762" y="813"/>
                    <a:pt x="762" y="813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60" y="814"/>
                    <a:pt x="760" y="814"/>
                    <a:pt x="760" y="814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58" y="813"/>
                    <a:pt x="758" y="813"/>
                    <a:pt x="758" y="813"/>
                  </a:cubicBezTo>
                  <a:cubicBezTo>
                    <a:pt x="756" y="814"/>
                    <a:pt x="756" y="814"/>
                    <a:pt x="756" y="814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4" y="818"/>
                    <a:pt x="754" y="818"/>
                    <a:pt x="754" y="818"/>
                  </a:cubicBezTo>
                  <a:cubicBezTo>
                    <a:pt x="752" y="819"/>
                    <a:pt x="752" y="819"/>
                    <a:pt x="752" y="819"/>
                  </a:cubicBezTo>
                  <a:cubicBezTo>
                    <a:pt x="752" y="817"/>
                    <a:pt x="752" y="817"/>
                    <a:pt x="752" y="817"/>
                  </a:cubicBezTo>
                  <a:cubicBezTo>
                    <a:pt x="754" y="815"/>
                    <a:pt x="754" y="815"/>
                    <a:pt x="754" y="815"/>
                  </a:cubicBezTo>
                  <a:cubicBezTo>
                    <a:pt x="754" y="813"/>
                    <a:pt x="754" y="813"/>
                    <a:pt x="754" y="813"/>
                  </a:cubicBezTo>
                  <a:cubicBezTo>
                    <a:pt x="755" y="812"/>
                    <a:pt x="755" y="812"/>
                    <a:pt x="755" y="812"/>
                  </a:cubicBezTo>
                  <a:cubicBezTo>
                    <a:pt x="755" y="810"/>
                    <a:pt x="755" y="810"/>
                    <a:pt x="755" y="810"/>
                  </a:cubicBezTo>
                  <a:cubicBezTo>
                    <a:pt x="753" y="810"/>
                    <a:pt x="753" y="810"/>
                    <a:pt x="753" y="810"/>
                  </a:cubicBezTo>
                  <a:cubicBezTo>
                    <a:pt x="751" y="809"/>
                    <a:pt x="751" y="809"/>
                    <a:pt x="751" y="809"/>
                  </a:cubicBezTo>
                  <a:cubicBezTo>
                    <a:pt x="749" y="809"/>
                    <a:pt x="749" y="809"/>
                    <a:pt x="749" y="809"/>
                  </a:cubicBezTo>
                  <a:cubicBezTo>
                    <a:pt x="748" y="809"/>
                    <a:pt x="748" y="809"/>
                    <a:pt x="748" y="809"/>
                  </a:cubicBezTo>
                  <a:cubicBezTo>
                    <a:pt x="749" y="808"/>
                    <a:pt x="749" y="808"/>
                    <a:pt x="749" y="808"/>
                  </a:cubicBezTo>
                  <a:cubicBezTo>
                    <a:pt x="747" y="807"/>
                    <a:pt x="747" y="807"/>
                    <a:pt x="747" y="807"/>
                  </a:cubicBezTo>
                  <a:cubicBezTo>
                    <a:pt x="746" y="807"/>
                    <a:pt x="746" y="807"/>
                    <a:pt x="746" y="807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6" y="810"/>
                    <a:pt x="746" y="810"/>
                    <a:pt x="746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5" y="810"/>
                    <a:pt x="745" y="810"/>
                    <a:pt x="745" y="810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0" y="809"/>
                    <a:pt x="740" y="809"/>
                    <a:pt x="740" y="809"/>
                  </a:cubicBezTo>
                  <a:cubicBezTo>
                    <a:pt x="740" y="808"/>
                    <a:pt x="740" y="808"/>
                    <a:pt x="740" y="808"/>
                  </a:cubicBezTo>
                  <a:cubicBezTo>
                    <a:pt x="741" y="808"/>
                    <a:pt x="741" y="808"/>
                    <a:pt x="741" y="808"/>
                  </a:cubicBezTo>
                  <a:cubicBezTo>
                    <a:pt x="743" y="808"/>
                    <a:pt x="743" y="808"/>
                    <a:pt x="743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5" y="806"/>
                    <a:pt x="745" y="806"/>
                    <a:pt x="745" y="806"/>
                  </a:cubicBezTo>
                  <a:cubicBezTo>
                    <a:pt x="744" y="805"/>
                    <a:pt x="744" y="805"/>
                    <a:pt x="744" y="805"/>
                  </a:cubicBezTo>
                  <a:cubicBezTo>
                    <a:pt x="742" y="806"/>
                    <a:pt x="742" y="806"/>
                    <a:pt x="742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2" y="805"/>
                    <a:pt x="742" y="805"/>
                    <a:pt x="742" y="805"/>
                  </a:cubicBezTo>
                  <a:cubicBezTo>
                    <a:pt x="743" y="804"/>
                    <a:pt x="743" y="804"/>
                    <a:pt x="743" y="804"/>
                  </a:cubicBezTo>
                  <a:cubicBezTo>
                    <a:pt x="744" y="802"/>
                    <a:pt x="744" y="802"/>
                    <a:pt x="744" y="802"/>
                  </a:cubicBezTo>
                  <a:cubicBezTo>
                    <a:pt x="742" y="802"/>
                    <a:pt x="742" y="802"/>
                    <a:pt x="742" y="802"/>
                  </a:cubicBezTo>
                  <a:cubicBezTo>
                    <a:pt x="741" y="803"/>
                    <a:pt x="741" y="803"/>
                    <a:pt x="741" y="803"/>
                  </a:cubicBezTo>
                  <a:cubicBezTo>
                    <a:pt x="740" y="803"/>
                    <a:pt x="740" y="803"/>
                    <a:pt x="740" y="803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39" y="806"/>
                    <a:pt x="739" y="806"/>
                    <a:pt x="739" y="806"/>
                  </a:cubicBezTo>
                  <a:cubicBezTo>
                    <a:pt x="738" y="806"/>
                    <a:pt x="738" y="806"/>
                    <a:pt x="738" y="806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7" y="808"/>
                    <a:pt x="737" y="808"/>
                    <a:pt x="737" y="808"/>
                  </a:cubicBezTo>
                  <a:cubicBezTo>
                    <a:pt x="736" y="808"/>
                    <a:pt x="736" y="808"/>
                    <a:pt x="736" y="808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4" y="810"/>
                    <a:pt x="734" y="810"/>
                    <a:pt x="734" y="810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2" y="812"/>
                    <a:pt x="732" y="812"/>
                    <a:pt x="732" y="812"/>
                  </a:cubicBezTo>
                  <a:cubicBezTo>
                    <a:pt x="733" y="810"/>
                    <a:pt x="733" y="810"/>
                    <a:pt x="733" y="810"/>
                  </a:cubicBezTo>
                  <a:cubicBezTo>
                    <a:pt x="733" y="809"/>
                    <a:pt x="733" y="809"/>
                    <a:pt x="733" y="809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6" y="807"/>
                    <a:pt x="736" y="807"/>
                    <a:pt x="736" y="807"/>
                  </a:cubicBezTo>
                  <a:cubicBezTo>
                    <a:pt x="738" y="807"/>
                    <a:pt x="738" y="807"/>
                    <a:pt x="738" y="807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43" y="801"/>
                    <a:pt x="743" y="801"/>
                    <a:pt x="743" y="801"/>
                  </a:cubicBezTo>
                  <a:cubicBezTo>
                    <a:pt x="743" y="800"/>
                    <a:pt x="743" y="800"/>
                    <a:pt x="743" y="800"/>
                  </a:cubicBezTo>
                  <a:cubicBezTo>
                    <a:pt x="744" y="799"/>
                    <a:pt x="744" y="799"/>
                    <a:pt x="744" y="799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4" y="797"/>
                    <a:pt x="744" y="797"/>
                    <a:pt x="744" y="797"/>
                  </a:cubicBezTo>
                  <a:cubicBezTo>
                    <a:pt x="744" y="795"/>
                    <a:pt x="744" y="795"/>
                    <a:pt x="744" y="795"/>
                  </a:cubicBezTo>
                  <a:cubicBezTo>
                    <a:pt x="742" y="794"/>
                    <a:pt x="742" y="794"/>
                    <a:pt x="742" y="794"/>
                  </a:cubicBezTo>
                  <a:cubicBezTo>
                    <a:pt x="741" y="794"/>
                    <a:pt x="741" y="794"/>
                    <a:pt x="741" y="794"/>
                  </a:cubicBezTo>
                  <a:cubicBezTo>
                    <a:pt x="742" y="793"/>
                    <a:pt x="742" y="793"/>
                    <a:pt x="742" y="793"/>
                  </a:cubicBezTo>
                  <a:cubicBezTo>
                    <a:pt x="740" y="791"/>
                    <a:pt x="740" y="791"/>
                    <a:pt x="740" y="791"/>
                  </a:cubicBezTo>
                  <a:cubicBezTo>
                    <a:pt x="739" y="789"/>
                    <a:pt x="739" y="789"/>
                    <a:pt x="739" y="789"/>
                  </a:cubicBezTo>
                  <a:cubicBezTo>
                    <a:pt x="738" y="790"/>
                    <a:pt x="738" y="790"/>
                    <a:pt x="738" y="790"/>
                  </a:cubicBezTo>
                  <a:cubicBezTo>
                    <a:pt x="737" y="787"/>
                    <a:pt x="737" y="787"/>
                    <a:pt x="737" y="787"/>
                  </a:cubicBezTo>
                  <a:cubicBezTo>
                    <a:pt x="735" y="785"/>
                    <a:pt x="735" y="785"/>
                    <a:pt x="735" y="785"/>
                  </a:cubicBezTo>
                  <a:cubicBezTo>
                    <a:pt x="734" y="782"/>
                    <a:pt x="734" y="782"/>
                    <a:pt x="734" y="782"/>
                  </a:cubicBezTo>
                  <a:cubicBezTo>
                    <a:pt x="734" y="781"/>
                    <a:pt x="734" y="781"/>
                    <a:pt x="734" y="781"/>
                  </a:cubicBezTo>
                  <a:cubicBezTo>
                    <a:pt x="734" y="779"/>
                    <a:pt x="734" y="779"/>
                    <a:pt x="734" y="779"/>
                  </a:cubicBezTo>
                  <a:cubicBezTo>
                    <a:pt x="733" y="779"/>
                    <a:pt x="733" y="779"/>
                    <a:pt x="733" y="779"/>
                  </a:cubicBezTo>
                  <a:cubicBezTo>
                    <a:pt x="733" y="777"/>
                    <a:pt x="733" y="777"/>
                    <a:pt x="733" y="777"/>
                  </a:cubicBezTo>
                  <a:cubicBezTo>
                    <a:pt x="732" y="775"/>
                    <a:pt x="732" y="775"/>
                    <a:pt x="732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29" y="773"/>
                    <a:pt x="729" y="773"/>
                    <a:pt x="729" y="773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3"/>
                    <a:pt x="728" y="773"/>
                    <a:pt x="728" y="773"/>
                  </a:cubicBezTo>
                  <a:cubicBezTo>
                    <a:pt x="725" y="770"/>
                    <a:pt x="725" y="770"/>
                    <a:pt x="725" y="770"/>
                  </a:cubicBezTo>
                  <a:cubicBezTo>
                    <a:pt x="724" y="769"/>
                    <a:pt x="724" y="769"/>
                    <a:pt x="724" y="769"/>
                  </a:cubicBezTo>
                  <a:cubicBezTo>
                    <a:pt x="723" y="768"/>
                    <a:pt x="723" y="768"/>
                    <a:pt x="723" y="768"/>
                  </a:cubicBezTo>
                  <a:cubicBezTo>
                    <a:pt x="718" y="767"/>
                    <a:pt x="718" y="767"/>
                    <a:pt x="718" y="767"/>
                  </a:cubicBezTo>
                  <a:cubicBezTo>
                    <a:pt x="716" y="766"/>
                    <a:pt x="716" y="766"/>
                    <a:pt x="716" y="766"/>
                  </a:cubicBezTo>
                  <a:cubicBezTo>
                    <a:pt x="714" y="765"/>
                    <a:pt x="714" y="765"/>
                    <a:pt x="714" y="765"/>
                  </a:cubicBezTo>
                  <a:cubicBezTo>
                    <a:pt x="713" y="766"/>
                    <a:pt x="713" y="766"/>
                    <a:pt x="713" y="766"/>
                  </a:cubicBezTo>
                  <a:cubicBezTo>
                    <a:pt x="713" y="764"/>
                    <a:pt x="713" y="764"/>
                    <a:pt x="713" y="764"/>
                  </a:cubicBezTo>
                  <a:cubicBezTo>
                    <a:pt x="711" y="764"/>
                    <a:pt x="711" y="764"/>
                    <a:pt x="711" y="764"/>
                  </a:cubicBezTo>
                  <a:cubicBezTo>
                    <a:pt x="709" y="763"/>
                    <a:pt x="709" y="763"/>
                    <a:pt x="709" y="763"/>
                  </a:cubicBezTo>
                  <a:cubicBezTo>
                    <a:pt x="706" y="762"/>
                    <a:pt x="706" y="762"/>
                    <a:pt x="706" y="762"/>
                  </a:cubicBezTo>
                  <a:cubicBezTo>
                    <a:pt x="704" y="762"/>
                    <a:pt x="704" y="762"/>
                    <a:pt x="704" y="762"/>
                  </a:cubicBezTo>
                  <a:cubicBezTo>
                    <a:pt x="703" y="763"/>
                    <a:pt x="703" y="763"/>
                    <a:pt x="703" y="763"/>
                  </a:cubicBezTo>
                  <a:cubicBezTo>
                    <a:pt x="701" y="763"/>
                    <a:pt x="701" y="763"/>
                    <a:pt x="701" y="763"/>
                  </a:cubicBezTo>
                  <a:cubicBezTo>
                    <a:pt x="698" y="763"/>
                    <a:pt x="698" y="763"/>
                    <a:pt x="698" y="763"/>
                  </a:cubicBezTo>
                  <a:cubicBezTo>
                    <a:pt x="696" y="762"/>
                    <a:pt x="696" y="762"/>
                    <a:pt x="696" y="762"/>
                  </a:cubicBezTo>
                  <a:cubicBezTo>
                    <a:pt x="692" y="762"/>
                    <a:pt x="692" y="762"/>
                    <a:pt x="692" y="762"/>
                  </a:cubicBezTo>
                  <a:cubicBezTo>
                    <a:pt x="690" y="763"/>
                    <a:pt x="690" y="763"/>
                    <a:pt x="690" y="763"/>
                  </a:cubicBezTo>
                  <a:cubicBezTo>
                    <a:pt x="690" y="762"/>
                    <a:pt x="690" y="762"/>
                    <a:pt x="690" y="762"/>
                  </a:cubicBezTo>
                  <a:cubicBezTo>
                    <a:pt x="690" y="761"/>
                    <a:pt x="690" y="761"/>
                    <a:pt x="690" y="761"/>
                  </a:cubicBezTo>
                  <a:cubicBezTo>
                    <a:pt x="687" y="760"/>
                    <a:pt x="687" y="760"/>
                    <a:pt x="687" y="760"/>
                  </a:cubicBezTo>
                  <a:cubicBezTo>
                    <a:pt x="684" y="757"/>
                    <a:pt x="684" y="757"/>
                    <a:pt x="684" y="757"/>
                  </a:cubicBezTo>
                  <a:cubicBezTo>
                    <a:pt x="683" y="756"/>
                    <a:pt x="683" y="756"/>
                    <a:pt x="683" y="756"/>
                  </a:cubicBezTo>
                  <a:cubicBezTo>
                    <a:pt x="681" y="757"/>
                    <a:pt x="681" y="757"/>
                    <a:pt x="681" y="757"/>
                  </a:cubicBezTo>
                  <a:cubicBezTo>
                    <a:pt x="680" y="757"/>
                    <a:pt x="680" y="757"/>
                    <a:pt x="680" y="757"/>
                  </a:cubicBezTo>
                  <a:cubicBezTo>
                    <a:pt x="679" y="758"/>
                    <a:pt x="679" y="758"/>
                    <a:pt x="679" y="758"/>
                  </a:cubicBezTo>
                  <a:cubicBezTo>
                    <a:pt x="679" y="757"/>
                    <a:pt x="679" y="757"/>
                    <a:pt x="679" y="757"/>
                  </a:cubicBezTo>
                  <a:cubicBezTo>
                    <a:pt x="680" y="755"/>
                    <a:pt x="680" y="755"/>
                    <a:pt x="680" y="755"/>
                  </a:cubicBezTo>
                  <a:cubicBezTo>
                    <a:pt x="679" y="752"/>
                    <a:pt x="679" y="752"/>
                    <a:pt x="679" y="752"/>
                  </a:cubicBezTo>
                  <a:cubicBezTo>
                    <a:pt x="678" y="751"/>
                    <a:pt x="678" y="751"/>
                    <a:pt x="678" y="751"/>
                  </a:cubicBezTo>
                  <a:cubicBezTo>
                    <a:pt x="675" y="750"/>
                    <a:pt x="675" y="750"/>
                    <a:pt x="675" y="750"/>
                  </a:cubicBezTo>
                  <a:cubicBezTo>
                    <a:pt x="673" y="748"/>
                    <a:pt x="673" y="748"/>
                    <a:pt x="673" y="748"/>
                  </a:cubicBezTo>
                  <a:cubicBezTo>
                    <a:pt x="673" y="746"/>
                    <a:pt x="673" y="746"/>
                    <a:pt x="673" y="746"/>
                  </a:cubicBezTo>
                  <a:cubicBezTo>
                    <a:pt x="671" y="745"/>
                    <a:pt x="671" y="745"/>
                    <a:pt x="671" y="745"/>
                  </a:cubicBezTo>
                  <a:cubicBezTo>
                    <a:pt x="670" y="745"/>
                    <a:pt x="670" y="745"/>
                    <a:pt x="670" y="745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6" y="743"/>
                    <a:pt x="666" y="743"/>
                    <a:pt x="666" y="743"/>
                  </a:cubicBezTo>
                  <a:cubicBezTo>
                    <a:pt x="665" y="743"/>
                    <a:pt x="665" y="743"/>
                    <a:pt x="665" y="743"/>
                  </a:cubicBezTo>
                  <a:cubicBezTo>
                    <a:pt x="664" y="743"/>
                    <a:pt x="664" y="743"/>
                    <a:pt x="664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0" y="743"/>
                    <a:pt x="660" y="743"/>
                    <a:pt x="660" y="743"/>
                  </a:cubicBezTo>
                  <a:cubicBezTo>
                    <a:pt x="659" y="743"/>
                    <a:pt x="659" y="743"/>
                    <a:pt x="659" y="743"/>
                  </a:cubicBezTo>
                  <a:cubicBezTo>
                    <a:pt x="660" y="742"/>
                    <a:pt x="660" y="742"/>
                    <a:pt x="660" y="742"/>
                  </a:cubicBezTo>
                  <a:cubicBezTo>
                    <a:pt x="662" y="741"/>
                    <a:pt x="662" y="741"/>
                    <a:pt x="662" y="741"/>
                  </a:cubicBezTo>
                  <a:cubicBezTo>
                    <a:pt x="662" y="740"/>
                    <a:pt x="662" y="740"/>
                    <a:pt x="662" y="740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7"/>
                    <a:pt x="661" y="737"/>
                    <a:pt x="661" y="737"/>
                  </a:cubicBezTo>
                  <a:cubicBezTo>
                    <a:pt x="658" y="736"/>
                    <a:pt x="658" y="736"/>
                    <a:pt x="658" y="736"/>
                  </a:cubicBezTo>
                  <a:cubicBezTo>
                    <a:pt x="656" y="736"/>
                    <a:pt x="656" y="736"/>
                    <a:pt x="656" y="736"/>
                  </a:cubicBezTo>
                  <a:cubicBezTo>
                    <a:pt x="655" y="735"/>
                    <a:pt x="655" y="735"/>
                    <a:pt x="655" y="735"/>
                  </a:cubicBezTo>
                  <a:cubicBezTo>
                    <a:pt x="654" y="734"/>
                    <a:pt x="654" y="734"/>
                    <a:pt x="654" y="734"/>
                  </a:cubicBezTo>
                  <a:cubicBezTo>
                    <a:pt x="653" y="734"/>
                    <a:pt x="653" y="734"/>
                    <a:pt x="653" y="734"/>
                  </a:cubicBezTo>
                  <a:cubicBezTo>
                    <a:pt x="652" y="734"/>
                    <a:pt x="652" y="734"/>
                    <a:pt x="652" y="734"/>
                  </a:cubicBezTo>
                  <a:cubicBezTo>
                    <a:pt x="651" y="733"/>
                    <a:pt x="651" y="733"/>
                    <a:pt x="651" y="733"/>
                  </a:cubicBezTo>
                  <a:cubicBezTo>
                    <a:pt x="649" y="733"/>
                    <a:pt x="649" y="733"/>
                    <a:pt x="649" y="733"/>
                  </a:cubicBezTo>
                  <a:cubicBezTo>
                    <a:pt x="649" y="732"/>
                    <a:pt x="649" y="732"/>
                    <a:pt x="649" y="732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51" y="731"/>
                    <a:pt x="651" y="731"/>
                    <a:pt x="651" y="731"/>
                  </a:cubicBezTo>
                  <a:cubicBezTo>
                    <a:pt x="652" y="730"/>
                    <a:pt x="652" y="730"/>
                    <a:pt x="652" y="730"/>
                  </a:cubicBezTo>
                  <a:cubicBezTo>
                    <a:pt x="654" y="730"/>
                    <a:pt x="654" y="730"/>
                    <a:pt x="654" y="730"/>
                  </a:cubicBezTo>
                  <a:cubicBezTo>
                    <a:pt x="655" y="727"/>
                    <a:pt x="655" y="727"/>
                    <a:pt x="655" y="727"/>
                  </a:cubicBezTo>
                  <a:cubicBezTo>
                    <a:pt x="652" y="728"/>
                    <a:pt x="652" y="728"/>
                    <a:pt x="652" y="728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6" y="727"/>
                    <a:pt x="646" y="727"/>
                    <a:pt x="646" y="727"/>
                  </a:cubicBezTo>
                  <a:cubicBezTo>
                    <a:pt x="645" y="727"/>
                    <a:pt x="645" y="727"/>
                    <a:pt x="645" y="727"/>
                  </a:cubicBezTo>
                  <a:cubicBezTo>
                    <a:pt x="641" y="728"/>
                    <a:pt x="641" y="728"/>
                    <a:pt x="641" y="728"/>
                  </a:cubicBezTo>
                  <a:cubicBezTo>
                    <a:pt x="640" y="728"/>
                    <a:pt x="640" y="728"/>
                    <a:pt x="640" y="728"/>
                  </a:cubicBezTo>
                  <a:cubicBezTo>
                    <a:pt x="639" y="728"/>
                    <a:pt x="639" y="728"/>
                    <a:pt x="639" y="728"/>
                  </a:cubicBezTo>
                  <a:cubicBezTo>
                    <a:pt x="636" y="730"/>
                    <a:pt x="636" y="730"/>
                    <a:pt x="636" y="730"/>
                  </a:cubicBezTo>
                  <a:cubicBezTo>
                    <a:pt x="634" y="730"/>
                    <a:pt x="634" y="730"/>
                    <a:pt x="634" y="730"/>
                  </a:cubicBezTo>
                  <a:cubicBezTo>
                    <a:pt x="633" y="731"/>
                    <a:pt x="633" y="731"/>
                    <a:pt x="633" y="731"/>
                  </a:cubicBezTo>
                  <a:cubicBezTo>
                    <a:pt x="632" y="732"/>
                    <a:pt x="632" y="732"/>
                    <a:pt x="632" y="732"/>
                  </a:cubicBezTo>
                  <a:cubicBezTo>
                    <a:pt x="630" y="732"/>
                    <a:pt x="630" y="732"/>
                    <a:pt x="630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5" y="729"/>
                    <a:pt x="625" y="729"/>
                    <a:pt x="625" y="729"/>
                  </a:cubicBezTo>
                  <a:cubicBezTo>
                    <a:pt x="623" y="729"/>
                    <a:pt x="623" y="729"/>
                    <a:pt x="623" y="729"/>
                  </a:cubicBezTo>
                  <a:cubicBezTo>
                    <a:pt x="620" y="729"/>
                    <a:pt x="620" y="729"/>
                    <a:pt x="620" y="729"/>
                  </a:cubicBezTo>
                  <a:cubicBezTo>
                    <a:pt x="613" y="730"/>
                    <a:pt x="613" y="730"/>
                    <a:pt x="613" y="730"/>
                  </a:cubicBezTo>
                  <a:cubicBezTo>
                    <a:pt x="610" y="730"/>
                    <a:pt x="610" y="730"/>
                    <a:pt x="610" y="730"/>
                  </a:cubicBezTo>
                  <a:cubicBezTo>
                    <a:pt x="609" y="729"/>
                    <a:pt x="609" y="729"/>
                    <a:pt x="609" y="729"/>
                  </a:cubicBezTo>
                  <a:cubicBezTo>
                    <a:pt x="608" y="729"/>
                    <a:pt x="608" y="729"/>
                    <a:pt x="608" y="729"/>
                  </a:cubicBezTo>
                  <a:cubicBezTo>
                    <a:pt x="608" y="728"/>
                    <a:pt x="608" y="728"/>
                    <a:pt x="608" y="728"/>
                  </a:cubicBezTo>
                  <a:cubicBezTo>
                    <a:pt x="609" y="728"/>
                    <a:pt x="609" y="728"/>
                    <a:pt x="609" y="728"/>
                  </a:cubicBezTo>
                  <a:cubicBezTo>
                    <a:pt x="609" y="726"/>
                    <a:pt x="609" y="726"/>
                    <a:pt x="609" y="726"/>
                  </a:cubicBezTo>
                  <a:cubicBezTo>
                    <a:pt x="607" y="724"/>
                    <a:pt x="607" y="724"/>
                    <a:pt x="607" y="724"/>
                  </a:cubicBezTo>
                  <a:cubicBezTo>
                    <a:pt x="605" y="723"/>
                    <a:pt x="605" y="723"/>
                    <a:pt x="605" y="723"/>
                  </a:cubicBezTo>
                  <a:cubicBezTo>
                    <a:pt x="602" y="723"/>
                    <a:pt x="602" y="723"/>
                    <a:pt x="602" y="723"/>
                  </a:cubicBezTo>
                  <a:cubicBezTo>
                    <a:pt x="601" y="723"/>
                    <a:pt x="601" y="723"/>
                    <a:pt x="601" y="723"/>
                  </a:cubicBezTo>
                  <a:cubicBezTo>
                    <a:pt x="599" y="722"/>
                    <a:pt x="599" y="722"/>
                    <a:pt x="599" y="722"/>
                  </a:cubicBezTo>
                  <a:cubicBezTo>
                    <a:pt x="598" y="723"/>
                    <a:pt x="598" y="723"/>
                    <a:pt x="598" y="723"/>
                  </a:cubicBezTo>
                  <a:cubicBezTo>
                    <a:pt x="597" y="721"/>
                    <a:pt x="597" y="721"/>
                    <a:pt x="597" y="721"/>
                  </a:cubicBezTo>
                  <a:cubicBezTo>
                    <a:pt x="597" y="719"/>
                    <a:pt x="597" y="719"/>
                    <a:pt x="597" y="719"/>
                  </a:cubicBezTo>
                  <a:cubicBezTo>
                    <a:pt x="597" y="717"/>
                    <a:pt x="597" y="717"/>
                    <a:pt x="597" y="717"/>
                  </a:cubicBezTo>
                  <a:cubicBezTo>
                    <a:pt x="596" y="716"/>
                    <a:pt x="596" y="716"/>
                    <a:pt x="596" y="716"/>
                  </a:cubicBezTo>
                  <a:cubicBezTo>
                    <a:pt x="593" y="717"/>
                    <a:pt x="593" y="717"/>
                    <a:pt x="593" y="717"/>
                  </a:cubicBezTo>
                  <a:cubicBezTo>
                    <a:pt x="591" y="720"/>
                    <a:pt x="591" y="720"/>
                    <a:pt x="591" y="720"/>
                  </a:cubicBezTo>
                  <a:cubicBezTo>
                    <a:pt x="591" y="722"/>
                    <a:pt x="591" y="722"/>
                    <a:pt x="591" y="722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4"/>
                    <a:pt x="592" y="724"/>
                    <a:pt x="592" y="724"/>
                  </a:cubicBezTo>
                  <a:cubicBezTo>
                    <a:pt x="591" y="724"/>
                    <a:pt x="591" y="724"/>
                    <a:pt x="591" y="724"/>
                  </a:cubicBezTo>
                  <a:cubicBezTo>
                    <a:pt x="587" y="725"/>
                    <a:pt x="587" y="725"/>
                    <a:pt x="587" y="725"/>
                  </a:cubicBezTo>
                  <a:cubicBezTo>
                    <a:pt x="584" y="726"/>
                    <a:pt x="584" y="726"/>
                    <a:pt x="584" y="726"/>
                  </a:cubicBezTo>
                  <a:cubicBezTo>
                    <a:pt x="583" y="728"/>
                    <a:pt x="583" y="728"/>
                    <a:pt x="583" y="728"/>
                  </a:cubicBezTo>
                  <a:cubicBezTo>
                    <a:pt x="582" y="727"/>
                    <a:pt x="582" y="727"/>
                    <a:pt x="582" y="727"/>
                  </a:cubicBezTo>
                  <a:cubicBezTo>
                    <a:pt x="582" y="726"/>
                    <a:pt x="582" y="726"/>
                    <a:pt x="582" y="726"/>
                  </a:cubicBezTo>
                  <a:cubicBezTo>
                    <a:pt x="582" y="725"/>
                    <a:pt x="582" y="725"/>
                    <a:pt x="582" y="725"/>
                  </a:cubicBezTo>
                  <a:cubicBezTo>
                    <a:pt x="581" y="724"/>
                    <a:pt x="581" y="724"/>
                    <a:pt x="581" y="724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2" y="722"/>
                    <a:pt x="582" y="722"/>
                    <a:pt x="582" y="722"/>
                  </a:cubicBezTo>
                  <a:cubicBezTo>
                    <a:pt x="584" y="722"/>
                    <a:pt x="584" y="722"/>
                    <a:pt x="584" y="722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7" y="719"/>
                    <a:pt x="587" y="719"/>
                    <a:pt x="587" y="719"/>
                  </a:cubicBezTo>
                  <a:cubicBezTo>
                    <a:pt x="587" y="718"/>
                    <a:pt x="587" y="718"/>
                    <a:pt x="587" y="718"/>
                  </a:cubicBezTo>
                  <a:cubicBezTo>
                    <a:pt x="586" y="716"/>
                    <a:pt x="586" y="716"/>
                    <a:pt x="586" y="716"/>
                  </a:cubicBezTo>
                  <a:cubicBezTo>
                    <a:pt x="583" y="715"/>
                    <a:pt x="583" y="715"/>
                    <a:pt x="583" y="715"/>
                  </a:cubicBezTo>
                  <a:cubicBezTo>
                    <a:pt x="582" y="715"/>
                    <a:pt x="582" y="715"/>
                    <a:pt x="582" y="715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0" y="716"/>
                    <a:pt x="580" y="716"/>
                    <a:pt x="580" y="716"/>
                  </a:cubicBezTo>
                  <a:cubicBezTo>
                    <a:pt x="580" y="717"/>
                    <a:pt x="580" y="717"/>
                    <a:pt x="580" y="717"/>
                  </a:cubicBezTo>
                  <a:cubicBezTo>
                    <a:pt x="579" y="716"/>
                    <a:pt x="579" y="716"/>
                    <a:pt x="579" y="716"/>
                  </a:cubicBezTo>
                  <a:cubicBezTo>
                    <a:pt x="577" y="717"/>
                    <a:pt x="577" y="717"/>
                    <a:pt x="577" y="717"/>
                  </a:cubicBezTo>
                  <a:cubicBezTo>
                    <a:pt x="576" y="718"/>
                    <a:pt x="576" y="718"/>
                    <a:pt x="576" y="718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5" y="720"/>
                    <a:pt x="575" y="720"/>
                    <a:pt x="575" y="720"/>
                  </a:cubicBezTo>
                  <a:cubicBezTo>
                    <a:pt x="572" y="721"/>
                    <a:pt x="572" y="721"/>
                    <a:pt x="572" y="721"/>
                  </a:cubicBezTo>
                  <a:cubicBezTo>
                    <a:pt x="571" y="723"/>
                    <a:pt x="571" y="723"/>
                    <a:pt x="571" y="723"/>
                  </a:cubicBezTo>
                  <a:cubicBezTo>
                    <a:pt x="569" y="723"/>
                    <a:pt x="569" y="723"/>
                    <a:pt x="569" y="723"/>
                  </a:cubicBezTo>
                  <a:cubicBezTo>
                    <a:pt x="567" y="723"/>
                    <a:pt x="567" y="723"/>
                    <a:pt x="567" y="723"/>
                  </a:cubicBezTo>
                  <a:cubicBezTo>
                    <a:pt x="564" y="723"/>
                    <a:pt x="564" y="723"/>
                    <a:pt x="564" y="723"/>
                  </a:cubicBezTo>
                  <a:cubicBezTo>
                    <a:pt x="562" y="724"/>
                    <a:pt x="562" y="724"/>
                    <a:pt x="562" y="724"/>
                  </a:cubicBezTo>
                  <a:cubicBezTo>
                    <a:pt x="562" y="725"/>
                    <a:pt x="562" y="725"/>
                    <a:pt x="562" y="725"/>
                  </a:cubicBezTo>
                  <a:cubicBezTo>
                    <a:pt x="562" y="726"/>
                    <a:pt x="562" y="726"/>
                    <a:pt x="562" y="726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559" y="725"/>
                    <a:pt x="559" y="725"/>
                    <a:pt x="559" y="725"/>
                  </a:cubicBezTo>
                  <a:cubicBezTo>
                    <a:pt x="558" y="725"/>
                    <a:pt x="558" y="725"/>
                    <a:pt x="558" y="725"/>
                  </a:cubicBezTo>
                  <a:cubicBezTo>
                    <a:pt x="555" y="726"/>
                    <a:pt x="555" y="726"/>
                    <a:pt x="555" y="726"/>
                  </a:cubicBezTo>
                  <a:cubicBezTo>
                    <a:pt x="555" y="727"/>
                    <a:pt x="555" y="727"/>
                    <a:pt x="555" y="727"/>
                  </a:cubicBezTo>
                  <a:cubicBezTo>
                    <a:pt x="553" y="729"/>
                    <a:pt x="553" y="729"/>
                    <a:pt x="553" y="729"/>
                  </a:cubicBezTo>
                  <a:cubicBezTo>
                    <a:pt x="551" y="733"/>
                    <a:pt x="551" y="733"/>
                    <a:pt x="551" y="733"/>
                  </a:cubicBezTo>
                  <a:cubicBezTo>
                    <a:pt x="550" y="735"/>
                    <a:pt x="550" y="735"/>
                    <a:pt x="550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6"/>
                    <a:pt x="552" y="736"/>
                    <a:pt x="552" y="736"/>
                  </a:cubicBezTo>
                  <a:cubicBezTo>
                    <a:pt x="552" y="737"/>
                    <a:pt x="552" y="737"/>
                    <a:pt x="552" y="737"/>
                  </a:cubicBezTo>
                  <a:cubicBezTo>
                    <a:pt x="551" y="737"/>
                    <a:pt x="551" y="737"/>
                    <a:pt x="551" y="737"/>
                  </a:cubicBezTo>
                  <a:cubicBezTo>
                    <a:pt x="550" y="737"/>
                    <a:pt x="550" y="737"/>
                    <a:pt x="550" y="737"/>
                  </a:cubicBezTo>
                  <a:cubicBezTo>
                    <a:pt x="548" y="738"/>
                    <a:pt x="548" y="738"/>
                    <a:pt x="548" y="738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4" y="742"/>
                    <a:pt x="544" y="742"/>
                    <a:pt x="544" y="742"/>
                  </a:cubicBezTo>
                  <a:cubicBezTo>
                    <a:pt x="541" y="742"/>
                    <a:pt x="541" y="742"/>
                    <a:pt x="541" y="742"/>
                  </a:cubicBezTo>
                  <a:cubicBezTo>
                    <a:pt x="542" y="744"/>
                    <a:pt x="542" y="744"/>
                    <a:pt x="542" y="744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3" y="747"/>
                    <a:pt x="543" y="747"/>
                    <a:pt x="543" y="747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2" y="748"/>
                    <a:pt x="542" y="748"/>
                    <a:pt x="542" y="748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1" y="746"/>
                    <a:pt x="541" y="746"/>
                    <a:pt x="541" y="746"/>
                  </a:cubicBezTo>
                  <a:cubicBezTo>
                    <a:pt x="541" y="744"/>
                    <a:pt x="541" y="744"/>
                    <a:pt x="541" y="744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7" y="742"/>
                    <a:pt x="537" y="742"/>
                    <a:pt x="537" y="742"/>
                  </a:cubicBezTo>
                  <a:cubicBezTo>
                    <a:pt x="537" y="741"/>
                    <a:pt x="537" y="741"/>
                    <a:pt x="537" y="741"/>
                  </a:cubicBezTo>
                  <a:cubicBezTo>
                    <a:pt x="536" y="739"/>
                    <a:pt x="536" y="739"/>
                    <a:pt x="536" y="739"/>
                  </a:cubicBezTo>
                  <a:cubicBezTo>
                    <a:pt x="532" y="738"/>
                    <a:pt x="532" y="738"/>
                    <a:pt x="532" y="738"/>
                  </a:cubicBezTo>
                  <a:cubicBezTo>
                    <a:pt x="530" y="737"/>
                    <a:pt x="530" y="737"/>
                    <a:pt x="530" y="737"/>
                  </a:cubicBezTo>
                  <a:cubicBezTo>
                    <a:pt x="527" y="737"/>
                    <a:pt x="527" y="737"/>
                    <a:pt x="527" y="737"/>
                  </a:cubicBezTo>
                  <a:cubicBezTo>
                    <a:pt x="526" y="737"/>
                    <a:pt x="526" y="737"/>
                    <a:pt x="526" y="737"/>
                  </a:cubicBezTo>
                  <a:cubicBezTo>
                    <a:pt x="526" y="736"/>
                    <a:pt x="526" y="736"/>
                    <a:pt x="526" y="736"/>
                  </a:cubicBezTo>
                  <a:cubicBezTo>
                    <a:pt x="525" y="736"/>
                    <a:pt x="525" y="736"/>
                    <a:pt x="525" y="736"/>
                  </a:cubicBezTo>
                  <a:cubicBezTo>
                    <a:pt x="524" y="736"/>
                    <a:pt x="524" y="736"/>
                    <a:pt x="524" y="736"/>
                  </a:cubicBezTo>
                  <a:cubicBezTo>
                    <a:pt x="521" y="737"/>
                    <a:pt x="521" y="737"/>
                    <a:pt x="521" y="737"/>
                  </a:cubicBezTo>
                  <a:cubicBezTo>
                    <a:pt x="519" y="738"/>
                    <a:pt x="519" y="738"/>
                    <a:pt x="519" y="738"/>
                  </a:cubicBezTo>
                  <a:cubicBezTo>
                    <a:pt x="515" y="740"/>
                    <a:pt x="515" y="740"/>
                    <a:pt x="515" y="740"/>
                  </a:cubicBezTo>
                  <a:cubicBezTo>
                    <a:pt x="513" y="741"/>
                    <a:pt x="513" y="741"/>
                    <a:pt x="513" y="741"/>
                  </a:cubicBezTo>
                  <a:cubicBezTo>
                    <a:pt x="512" y="741"/>
                    <a:pt x="512" y="741"/>
                    <a:pt x="512" y="741"/>
                  </a:cubicBezTo>
                  <a:cubicBezTo>
                    <a:pt x="510" y="741"/>
                    <a:pt x="510" y="741"/>
                    <a:pt x="510" y="741"/>
                  </a:cubicBezTo>
                  <a:cubicBezTo>
                    <a:pt x="507" y="740"/>
                    <a:pt x="507" y="740"/>
                    <a:pt x="507" y="740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4" y="739"/>
                    <a:pt x="504" y="739"/>
                    <a:pt x="504" y="739"/>
                  </a:cubicBezTo>
                  <a:cubicBezTo>
                    <a:pt x="503" y="739"/>
                    <a:pt x="503" y="739"/>
                    <a:pt x="503" y="739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7"/>
                    <a:pt x="502" y="737"/>
                    <a:pt x="502" y="737"/>
                  </a:cubicBezTo>
                  <a:cubicBezTo>
                    <a:pt x="501" y="737"/>
                    <a:pt x="501" y="737"/>
                    <a:pt x="501" y="737"/>
                  </a:cubicBezTo>
                  <a:cubicBezTo>
                    <a:pt x="500" y="736"/>
                    <a:pt x="500" y="736"/>
                    <a:pt x="500" y="736"/>
                  </a:cubicBezTo>
                  <a:cubicBezTo>
                    <a:pt x="499" y="735"/>
                    <a:pt x="499" y="735"/>
                    <a:pt x="499" y="735"/>
                  </a:cubicBezTo>
                  <a:cubicBezTo>
                    <a:pt x="498" y="735"/>
                    <a:pt x="498" y="735"/>
                    <a:pt x="498" y="735"/>
                  </a:cubicBezTo>
                  <a:cubicBezTo>
                    <a:pt x="498" y="733"/>
                    <a:pt x="498" y="733"/>
                    <a:pt x="498" y="733"/>
                  </a:cubicBezTo>
                  <a:cubicBezTo>
                    <a:pt x="496" y="732"/>
                    <a:pt x="496" y="732"/>
                    <a:pt x="496" y="732"/>
                  </a:cubicBezTo>
                  <a:cubicBezTo>
                    <a:pt x="495" y="731"/>
                    <a:pt x="495" y="731"/>
                    <a:pt x="495" y="731"/>
                  </a:cubicBezTo>
                  <a:cubicBezTo>
                    <a:pt x="495" y="729"/>
                    <a:pt x="495" y="729"/>
                    <a:pt x="495" y="729"/>
                  </a:cubicBezTo>
                  <a:cubicBezTo>
                    <a:pt x="494" y="727"/>
                    <a:pt x="494" y="727"/>
                    <a:pt x="494" y="727"/>
                  </a:cubicBezTo>
                  <a:cubicBezTo>
                    <a:pt x="493" y="727"/>
                    <a:pt x="493" y="727"/>
                    <a:pt x="493" y="727"/>
                  </a:cubicBezTo>
                  <a:cubicBezTo>
                    <a:pt x="493" y="726"/>
                    <a:pt x="493" y="726"/>
                    <a:pt x="493" y="726"/>
                  </a:cubicBezTo>
                  <a:cubicBezTo>
                    <a:pt x="492" y="725"/>
                    <a:pt x="492" y="725"/>
                    <a:pt x="492" y="725"/>
                  </a:cubicBezTo>
                  <a:cubicBezTo>
                    <a:pt x="492" y="724"/>
                    <a:pt x="492" y="724"/>
                    <a:pt x="492" y="724"/>
                  </a:cubicBezTo>
                  <a:cubicBezTo>
                    <a:pt x="493" y="723"/>
                    <a:pt x="493" y="723"/>
                    <a:pt x="493" y="723"/>
                  </a:cubicBezTo>
                  <a:cubicBezTo>
                    <a:pt x="493" y="721"/>
                    <a:pt x="493" y="721"/>
                    <a:pt x="493" y="721"/>
                  </a:cubicBezTo>
                  <a:cubicBezTo>
                    <a:pt x="493" y="718"/>
                    <a:pt x="493" y="718"/>
                    <a:pt x="493" y="718"/>
                  </a:cubicBezTo>
                  <a:cubicBezTo>
                    <a:pt x="494" y="718"/>
                    <a:pt x="494" y="718"/>
                    <a:pt x="494" y="718"/>
                  </a:cubicBezTo>
                  <a:cubicBezTo>
                    <a:pt x="495" y="717"/>
                    <a:pt x="495" y="717"/>
                    <a:pt x="495" y="717"/>
                  </a:cubicBezTo>
                  <a:cubicBezTo>
                    <a:pt x="495" y="713"/>
                    <a:pt x="495" y="713"/>
                    <a:pt x="495" y="713"/>
                  </a:cubicBezTo>
                  <a:cubicBezTo>
                    <a:pt x="495" y="710"/>
                    <a:pt x="495" y="710"/>
                    <a:pt x="495" y="710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6"/>
                    <a:pt x="496" y="706"/>
                    <a:pt x="496" y="706"/>
                  </a:cubicBezTo>
                  <a:cubicBezTo>
                    <a:pt x="498" y="705"/>
                    <a:pt x="498" y="705"/>
                    <a:pt x="498" y="705"/>
                  </a:cubicBezTo>
                  <a:cubicBezTo>
                    <a:pt x="498" y="704"/>
                    <a:pt x="498" y="704"/>
                    <a:pt x="498" y="704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1"/>
                    <a:pt x="498" y="701"/>
                    <a:pt x="498" y="701"/>
                  </a:cubicBezTo>
                  <a:cubicBezTo>
                    <a:pt x="498" y="699"/>
                    <a:pt x="498" y="699"/>
                    <a:pt x="498" y="699"/>
                  </a:cubicBezTo>
                  <a:cubicBezTo>
                    <a:pt x="498" y="698"/>
                    <a:pt x="498" y="698"/>
                    <a:pt x="498" y="698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9" y="696"/>
                    <a:pt x="499" y="696"/>
                    <a:pt x="499" y="696"/>
                  </a:cubicBezTo>
                  <a:cubicBezTo>
                    <a:pt x="500" y="695"/>
                    <a:pt x="500" y="695"/>
                    <a:pt x="500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7" y="693"/>
                    <a:pt x="497" y="693"/>
                    <a:pt x="497" y="693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3" y="691"/>
                    <a:pt x="493" y="691"/>
                    <a:pt x="493" y="691"/>
                  </a:cubicBezTo>
                  <a:cubicBezTo>
                    <a:pt x="491" y="690"/>
                    <a:pt x="491" y="690"/>
                    <a:pt x="491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88" y="690"/>
                    <a:pt x="488" y="690"/>
                    <a:pt x="488" y="690"/>
                  </a:cubicBezTo>
                  <a:cubicBezTo>
                    <a:pt x="487" y="689"/>
                    <a:pt x="487" y="689"/>
                    <a:pt x="487" y="689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6" y="690"/>
                    <a:pt x="486" y="690"/>
                    <a:pt x="486" y="690"/>
                  </a:cubicBezTo>
                  <a:cubicBezTo>
                    <a:pt x="483" y="689"/>
                    <a:pt x="483" y="689"/>
                    <a:pt x="483" y="689"/>
                  </a:cubicBezTo>
                  <a:cubicBezTo>
                    <a:pt x="480" y="689"/>
                    <a:pt x="480" y="689"/>
                    <a:pt x="480" y="689"/>
                  </a:cubicBezTo>
                  <a:cubicBezTo>
                    <a:pt x="478" y="688"/>
                    <a:pt x="478" y="688"/>
                    <a:pt x="478" y="688"/>
                  </a:cubicBezTo>
                  <a:cubicBezTo>
                    <a:pt x="476" y="687"/>
                    <a:pt x="476" y="687"/>
                    <a:pt x="476" y="687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4" y="689"/>
                    <a:pt x="474" y="689"/>
                    <a:pt x="474" y="689"/>
                  </a:cubicBezTo>
                  <a:cubicBezTo>
                    <a:pt x="473" y="689"/>
                    <a:pt x="473" y="689"/>
                    <a:pt x="473" y="689"/>
                  </a:cubicBezTo>
                  <a:cubicBezTo>
                    <a:pt x="471" y="690"/>
                    <a:pt x="471" y="690"/>
                    <a:pt x="471" y="690"/>
                  </a:cubicBezTo>
                  <a:cubicBezTo>
                    <a:pt x="468" y="689"/>
                    <a:pt x="468" y="689"/>
                    <a:pt x="468" y="689"/>
                  </a:cubicBezTo>
                  <a:cubicBezTo>
                    <a:pt x="463" y="689"/>
                    <a:pt x="463" y="689"/>
                    <a:pt x="463" y="689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58" y="689"/>
                    <a:pt x="458" y="689"/>
                    <a:pt x="458" y="689"/>
                  </a:cubicBezTo>
                  <a:cubicBezTo>
                    <a:pt x="458" y="690"/>
                    <a:pt x="458" y="690"/>
                    <a:pt x="458" y="690"/>
                  </a:cubicBezTo>
                  <a:cubicBezTo>
                    <a:pt x="457" y="689"/>
                    <a:pt x="457" y="689"/>
                    <a:pt x="457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7" y="688"/>
                    <a:pt x="457" y="688"/>
                    <a:pt x="457" y="688"/>
                  </a:cubicBezTo>
                  <a:cubicBezTo>
                    <a:pt x="457" y="687"/>
                    <a:pt x="457" y="687"/>
                    <a:pt x="457" y="687"/>
                  </a:cubicBezTo>
                  <a:cubicBezTo>
                    <a:pt x="458" y="688"/>
                    <a:pt x="458" y="688"/>
                    <a:pt x="458" y="688"/>
                  </a:cubicBezTo>
                  <a:cubicBezTo>
                    <a:pt x="461" y="685"/>
                    <a:pt x="461" y="685"/>
                    <a:pt x="461" y="685"/>
                  </a:cubicBezTo>
                  <a:cubicBezTo>
                    <a:pt x="462" y="682"/>
                    <a:pt x="462" y="682"/>
                    <a:pt x="462" y="682"/>
                  </a:cubicBezTo>
                  <a:cubicBezTo>
                    <a:pt x="462" y="680"/>
                    <a:pt x="462" y="680"/>
                    <a:pt x="462" y="680"/>
                  </a:cubicBezTo>
                  <a:cubicBezTo>
                    <a:pt x="461" y="679"/>
                    <a:pt x="461" y="679"/>
                    <a:pt x="461" y="679"/>
                  </a:cubicBezTo>
                  <a:cubicBezTo>
                    <a:pt x="461" y="677"/>
                    <a:pt x="461" y="677"/>
                    <a:pt x="461" y="677"/>
                  </a:cubicBezTo>
                  <a:cubicBezTo>
                    <a:pt x="462" y="676"/>
                    <a:pt x="462" y="676"/>
                    <a:pt x="462" y="676"/>
                  </a:cubicBezTo>
                  <a:cubicBezTo>
                    <a:pt x="462" y="672"/>
                    <a:pt x="462" y="672"/>
                    <a:pt x="462" y="672"/>
                  </a:cubicBezTo>
                  <a:cubicBezTo>
                    <a:pt x="462" y="671"/>
                    <a:pt x="462" y="671"/>
                    <a:pt x="462" y="671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4" y="671"/>
                    <a:pt x="464" y="671"/>
                    <a:pt x="464" y="671"/>
                  </a:cubicBezTo>
                  <a:cubicBezTo>
                    <a:pt x="465" y="673"/>
                    <a:pt x="465" y="673"/>
                    <a:pt x="465" y="673"/>
                  </a:cubicBezTo>
                  <a:cubicBezTo>
                    <a:pt x="466" y="672"/>
                    <a:pt x="466" y="672"/>
                    <a:pt x="466" y="672"/>
                  </a:cubicBezTo>
                  <a:cubicBezTo>
                    <a:pt x="467" y="670"/>
                    <a:pt x="467" y="670"/>
                    <a:pt x="467" y="670"/>
                  </a:cubicBezTo>
                  <a:cubicBezTo>
                    <a:pt x="468" y="665"/>
                    <a:pt x="468" y="665"/>
                    <a:pt x="468" y="665"/>
                  </a:cubicBezTo>
                  <a:cubicBezTo>
                    <a:pt x="470" y="663"/>
                    <a:pt x="470" y="663"/>
                    <a:pt x="470" y="663"/>
                  </a:cubicBezTo>
                  <a:cubicBezTo>
                    <a:pt x="468" y="663"/>
                    <a:pt x="468" y="663"/>
                    <a:pt x="468" y="663"/>
                  </a:cubicBezTo>
                  <a:cubicBezTo>
                    <a:pt x="469" y="662"/>
                    <a:pt x="469" y="662"/>
                    <a:pt x="469" y="662"/>
                  </a:cubicBezTo>
                  <a:cubicBezTo>
                    <a:pt x="469" y="660"/>
                    <a:pt x="469" y="660"/>
                    <a:pt x="469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9" y="659"/>
                    <a:pt x="469" y="659"/>
                    <a:pt x="469" y="659"/>
                  </a:cubicBezTo>
                  <a:cubicBezTo>
                    <a:pt x="469" y="657"/>
                    <a:pt x="469" y="657"/>
                    <a:pt x="469" y="657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72" y="653"/>
                    <a:pt x="472" y="653"/>
                    <a:pt x="472" y="653"/>
                  </a:cubicBezTo>
                  <a:cubicBezTo>
                    <a:pt x="476" y="649"/>
                    <a:pt x="476" y="649"/>
                    <a:pt x="476" y="649"/>
                  </a:cubicBezTo>
                  <a:cubicBezTo>
                    <a:pt x="475" y="647"/>
                    <a:pt x="475" y="647"/>
                    <a:pt x="475" y="647"/>
                  </a:cubicBezTo>
                  <a:cubicBezTo>
                    <a:pt x="473" y="644"/>
                    <a:pt x="473" y="644"/>
                    <a:pt x="473" y="644"/>
                  </a:cubicBezTo>
                  <a:cubicBezTo>
                    <a:pt x="470" y="644"/>
                    <a:pt x="470" y="644"/>
                    <a:pt x="470" y="644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67" y="644"/>
                    <a:pt x="467" y="644"/>
                    <a:pt x="467" y="644"/>
                  </a:cubicBezTo>
                  <a:cubicBezTo>
                    <a:pt x="464" y="644"/>
                    <a:pt x="464" y="644"/>
                    <a:pt x="464" y="644"/>
                  </a:cubicBezTo>
                  <a:cubicBezTo>
                    <a:pt x="464" y="645"/>
                    <a:pt x="464" y="645"/>
                    <a:pt x="464" y="645"/>
                  </a:cubicBezTo>
                  <a:cubicBezTo>
                    <a:pt x="463" y="646"/>
                    <a:pt x="463" y="646"/>
                    <a:pt x="463" y="646"/>
                  </a:cubicBezTo>
                  <a:cubicBezTo>
                    <a:pt x="462" y="645"/>
                    <a:pt x="462" y="645"/>
                    <a:pt x="462" y="645"/>
                  </a:cubicBezTo>
                  <a:cubicBezTo>
                    <a:pt x="460" y="645"/>
                    <a:pt x="460" y="645"/>
                    <a:pt x="460" y="645"/>
                  </a:cubicBezTo>
                  <a:cubicBezTo>
                    <a:pt x="459" y="647"/>
                    <a:pt x="459" y="647"/>
                    <a:pt x="459" y="647"/>
                  </a:cubicBezTo>
                  <a:cubicBezTo>
                    <a:pt x="453" y="647"/>
                    <a:pt x="453" y="647"/>
                    <a:pt x="453" y="647"/>
                  </a:cubicBezTo>
                  <a:cubicBezTo>
                    <a:pt x="447" y="648"/>
                    <a:pt x="447" y="648"/>
                    <a:pt x="447" y="648"/>
                  </a:cubicBezTo>
                  <a:cubicBezTo>
                    <a:pt x="447" y="650"/>
                    <a:pt x="447" y="650"/>
                    <a:pt x="447" y="650"/>
                  </a:cubicBezTo>
                  <a:cubicBezTo>
                    <a:pt x="448" y="650"/>
                    <a:pt x="448" y="650"/>
                    <a:pt x="448" y="650"/>
                  </a:cubicBezTo>
                  <a:cubicBezTo>
                    <a:pt x="446" y="652"/>
                    <a:pt x="446" y="652"/>
                    <a:pt x="446" y="652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3" y="660"/>
                    <a:pt x="443" y="660"/>
                    <a:pt x="443" y="660"/>
                  </a:cubicBezTo>
                  <a:cubicBezTo>
                    <a:pt x="443" y="663"/>
                    <a:pt x="443" y="663"/>
                    <a:pt x="443" y="663"/>
                  </a:cubicBezTo>
                  <a:cubicBezTo>
                    <a:pt x="442" y="664"/>
                    <a:pt x="442" y="664"/>
                    <a:pt x="442" y="664"/>
                  </a:cubicBezTo>
                  <a:cubicBezTo>
                    <a:pt x="441" y="664"/>
                    <a:pt x="441" y="664"/>
                    <a:pt x="441" y="664"/>
                  </a:cubicBezTo>
                  <a:cubicBezTo>
                    <a:pt x="437" y="666"/>
                    <a:pt x="437" y="666"/>
                    <a:pt x="437" y="666"/>
                  </a:cubicBezTo>
                  <a:cubicBezTo>
                    <a:pt x="438" y="668"/>
                    <a:pt x="438" y="668"/>
                    <a:pt x="438" y="668"/>
                  </a:cubicBezTo>
                  <a:cubicBezTo>
                    <a:pt x="439" y="667"/>
                    <a:pt x="439" y="667"/>
                    <a:pt x="439" y="667"/>
                  </a:cubicBezTo>
                  <a:cubicBezTo>
                    <a:pt x="438" y="669"/>
                    <a:pt x="438" y="669"/>
                    <a:pt x="438" y="669"/>
                  </a:cubicBezTo>
                  <a:cubicBezTo>
                    <a:pt x="437" y="670"/>
                    <a:pt x="437" y="670"/>
                    <a:pt x="437" y="670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6" y="671"/>
                    <a:pt x="436" y="671"/>
                    <a:pt x="436" y="671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7" y="668"/>
                    <a:pt x="437" y="668"/>
                    <a:pt x="437" y="668"/>
                  </a:cubicBezTo>
                  <a:cubicBezTo>
                    <a:pt x="433" y="667"/>
                    <a:pt x="433" y="667"/>
                    <a:pt x="433" y="667"/>
                  </a:cubicBezTo>
                  <a:cubicBezTo>
                    <a:pt x="433" y="668"/>
                    <a:pt x="433" y="668"/>
                    <a:pt x="433" y="668"/>
                  </a:cubicBezTo>
                  <a:cubicBezTo>
                    <a:pt x="431" y="668"/>
                    <a:pt x="431" y="668"/>
                    <a:pt x="431" y="668"/>
                  </a:cubicBezTo>
                  <a:cubicBezTo>
                    <a:pt x="429" y="668"/>
                    <a:pt x="429" y="668"/>
                    <a:pt x="429" y="668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3" y="669"/>
                    <a:pt x="423" y="669"/>
                    <a:pt x="423" y="669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19" y="671"/>
                    <a:pt x="419" y="671"/>
                    <a:pt x="419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5" y="672"/>
                    <a:pt x="415" y="672"/>
                    <a:pt x="415" y="672"/>
                  </a:cubicBezTo>
                  <a:cubicBezTo>
                    <a:pt x="414" y="671"/>
                    <a:pt x="414" y="671"/>
                    <a:pt x="414" y="671"/>
                  </a:cubicBezTo>
                  <a:cubicBezTo>
                    <a:pt x="412" y="668"/>
                    <a:pt x="412" y="668"/>
                    <a:pt x="412" y="668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07" y="666"/>
                    <a:pt x="407" y="666"/>
                    <a:pt x="407" y="666"/>
                  </a:cubicBezTo>
                  <a:cubicBezTo>
                    <a:pt x="407" y="667"/>
                    <a:pt x="407" y="667"/>
                    <a:pt x="407" y="667"/>
                  </a:cubicBezTo>
                  <a:cubicBezTo>
                    <a:pt x="403" y="662"/>
                    <a:pt x="403" y="662"/>
                    <a:pt x="403" y="662"/>
                  </a:cubicBezTo>
                  <a:cubicBezTo>
                    <a:pt x="403" y="661"/>
                    <a:pt x="403" y="661"/>
                    <a:pt x="403" y="661"/>
                  </a:cubicBezTo>
                  <a:cubicBezTo>
                    <a:pt x="403" y="660"/>
                    <a:pt x="403" y="660"/>
                    <a:pt x="403" y="660"/>
                  </a:cubicBezTo>
                  <a:cubicBezTo>
                    <a:pt x="402" y="658"/>
                    <a:pt x="402" y="658"/>
                    <a:pt x="402" y="658"/>
                  </a:cubicBezTo>
                  <a:cubicBezTo>
                    <a:pt x="401" y="657"/>
                    <a:pt x="401" y="657"/>
                    <a:pt x="401" y="657"/>
                  </a:cubicBezTo>
                  <a:cubicBezTo>
                    <a:pt x="397" y="652"/>
                    <a:pt x="397" y="652"/>
                    <a:pt x="397" y="652"/>
                  </a:cubicBezTo>
                  <a:cubicBezTo>
                    <a:pt x="396" y="651"/>
                    <a:pt x="396" y="651"/>
                    <a:pt x="396" y="651"/>
                  </a:cubicBezTo>
                  <a:cubicBezTo>
                    <a:pt x="396" y="650"/>
                    <a:pt x="396" y="650"/>
                    <a:pt x="396" y="650"/>
                  </a:cubicBezTo>
                  <a:cubicBezTo>
                    <a:pt x="396" y="649"/>
                    <a:pt x="396" y="649"/>
                    <a:pt x="396" y="649"/>
                  </a:cubicBezTo>
                  <a:cubicBezTo>
                    <a:pt x="396" y="648"/>
                    <a:pt x="396" y="648"/>
                    <a:pt x="396" y="648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4"/>
                    <a:pt x="396" y="644"/>
                    <a:pt x="396" y="644"/>
                  </a:cubicBezTo>
                  <a:cubicBezTo>
                    <a:pt x="394" y="641"/>
                    <a:pt x="394" y="641"/>
                    <a:pt x="394" y="641"/>
                  </a:cubicBezTo>
                  <a:cubicBezTo>
                    <a:pt x="395" y="640"/>
                    <a:pt x="395" y="640"/>
                    <a:pt x="395" y="640"/>
                  </a:cubicBezTo>
                  <a:cubicBezTo>
                    <a:pt x="394" y="637"/>
                    <a:pt x="394" y="637"/>
                    <a:pt x="394" y="637"/>
                  </a:cubicBezTo>
                  <a:cubicBezTo>
                    <a:pt x="394" y="636"/>
                    <a:pt x="394" y="636"/>
                    <a:pt x="394" y="636"/>
                  </a:cubicBezTo>
                  <a:cubicBezTo>
                    <a:pt x="395" y="635"/>
                    <a:pt x="395" y="635"/>
                    <a:pt x="395" y="635"/>
                  </a:cubicBezTo>
                  <a:cubicBezTo>
                    <a:pt x="395" y="631"/>
                    <a:pt x="395" y="631"/>
                    <a:pt x="395" y="631"/>
                  </a:cubicBezTo>
                  <a:cubicBezTo>
                    <a:pt x="395" y="629"/>
                    <a:pt x="395" y="629"/>
                    <a:pt x="395" y="629"/>
                  </a:cubicBezTo>
                  <a:cubicBezTo>
                    <a:pt x="396" y="625"/>
                    <a:pt x="396" y="625"/>
                    <a:pt x="396" y="625"/>
                  </a:cubicBezTo>
                  <a:cubicBezTo>
                    <a:pt x="396" y="624"/>
                    <a:pt x="396" y="624"/>
                    <a:pt x="396" y="624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7" y="621"/>
                    <a:pt x="397" y="621"/>
                    <a:pt x="397" y="621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6"/>
                    <a:pt x="398" y="616"/>
                    <a:pt x="398" y="616"/>
                  </a:cubicBezTo>
                  <a:cubicBezTo>
                    <a:pt x="399" y="616"/>
                    <a:pt x="399" y="616"/>
                    <a:pt x="399" y="616"/>
                  </a:cubicBezTo>
                  <a:cubicBezTo>
                    <a:pt x="399" y="614"/>
                    <a:pt x="399" y="614"/>
                    <a:pt x="399" y="614"/>
                  </a:cubicBezTo>
                  <a:cubicBezTo>
                    <a:pt x="400" y="613"/>
                    <a:pt x="400" y="613"/>
                    <a:pt x="400" y="613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09"/>
                    <a:pt x="401" y="609"/>
                    <a:pt x="401" y="609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1" y="604"/>
                    <a:pt x="401" y="604"/>
                    <a:pt x="401" y="604"/>
                  </a:cubicBezTo>
                  <a:cubicBezTo>
                    <a:pt x="401" y="601"/>
                    <a:pt x="401" y="601"/>
                    <a:pt x="401" y="601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3" y="597"/>
                    <a:pt x="403" y="597"/>
                    <a:pt x="403" y="597"/>
                  </a:cubicBezTo>
                  <a:cubicBezTo>
                    <a:pt x="404" y="595"/>
                    <a:pt x="404" y="595"/>
                    <a:pt x="404" y="595"/>
                  </a:cubicBezTo>
                  <a:cubicBezTo>
                    <a:pt x="404" y="594"/>
                    <a:pt x="404" y="594"/>
                    <a:pt x="404" y="594"/>
                  </a:cubicBezTo>
                  <a:cubicBezTo>
                    <a:pt x="405" y="593"/>
                    <a:pt x="405" y="593"/>
                    <a:pt x="405" y="593"/>
                  </a:cubicBezTo>
                  <a:cubicBezTo>
                    <a:pt x="406" y="591"/>
                    <a:pt x="406" y="591"/>
                    <a:pt x="406" y="591"/>
                  </a:cubicBezTo>
                  <a:cubicBezTo>
                    <a:pt x="409" y="589"/>
                    <a:pt x="409" y="589"/>
                    <a:pt x="409" y="589"/>
                  </a:cubicBezTo>
                  <a:cubicBezTo>
                    <a:pt x="411" y="588"/>
                    <a:pt x="411" y="588"/>
                    <a:pt x="411" y="588"/>
                  </a:cubicBezTo>
                  <a:cubicBezTo>
                    <a:pt x="413" y="587"/>
                    <a:pt x="413" y="587"/>
                    <a:pt x="413" y="587"/>
                  </a:cubicBezTo>
                  <a:cubicBezTo>
                    <a:pt x="414" y="587"/>
                    <a:pt x="414" y="587"/>
                    <a:pt x="414" y="587"/>
                  </a:cubicBezTo>
                  <a:cubicBezTo>
                    <a:pt x="417" y="586"/>
                    <a:pt x="417" y="586"/>
                    <a:pt x="417" y="586"/>
                  </a:cubicBezTo>
                  <a:cubicBezTo>
                    <a:pt x="419" y="584"/>
                    <a:pt x="419" y="584"/>
                    <a:pt x="419" y="584"/>
                  </a:cubicBezTo>
                  <a:cubicBezTo>
                    <a:pt x="420" y="584"/>
                    <a:pt x="420" y="584"/>
                    <a:pt x="420" y="584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1" y="581"/>
                    <a:pt x="421" y="581"/>
                    <a:pt x="421" y="581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78"/>
                    <a:pt x="422" y="578"/>
                    <a:pt x="422" y="578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80"/>
                    <a:pt x="422" y="580"/>
                    <a:pt x="422" y="580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5" y="581"/>
                    <a:pt x="425" y="581"/>
                    <a:pt x="425" y="581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427" y="580"/>
                    <a:pt x="427" y="580"/>
                    <a:pt x="427" y="580"/>
                  </a:cubicBezTo>
                  <a:cubicBezTo>
                    <a:pt x="428" y="579"/>
                    <a:pt x="428" y="579"/>
                    <a:pt x="428" y="579"/>
                  </a:cubicBezTo>
                  <a:cubicBezTo>
                    <a:pt x="430" y="578"/>
                    <a:pt x="430" y="578"/>
                    <a:pt x="430" y="578"/>
                  </a:cubicBezTo>
                  <a:cubicBezTo>
                    <a:pt x="432" y="578"/>
                    <a:pt x="432" y="578"/>
                    <a:pt x="432" y="578"/>
                  </a:cubicBezTo>
                  <a:cubicBezTo>
                    <a:pt x="435" y="579"/>
                    <a:pt x="435" y="579"/>
                    <a:pt x="435" y="579"/>
                  </a:cubicBezTo>
                  <a:cubicBezTo>
                    <a:pt x="436" y="580"/>
                    <a:pt x="436" y="580"/>
                    <a:pt x="436" y="580"/>
                  </a:cubicBezTo>
                  <a:cubicBezTo>
                    <a:pt x="441" y="580"/>
                    <a:pt x="441" y="580"/>
                    <a:pt x="441" y="580"/>
                  </a:cubicBezTo>
                  <a:cubicBezTo>
                    <a:pt x="443" y="580"/>
                    <a:pt x="443" y="580"/>
                    <a:pt x="443" y="580"/>
                  </a:cubicBezTo>
                  <a:cubicBezTo>
                    <a:pt x="442" y="579"/>
                    <a:pt x="442" y="579"/>
                    <a:pt x="442" y="579"/>
                  </a:cubicBezTo>
                  <a:cubicBezTo>
                    <a:pt x="442" y="578"/>
                    <a:pt x="442" y="578"/>
                    <a:pt x="442" y="578"/>
                  </a:cubicBezTo>
                  <a:cubicBezTo>
                    <a:pt x="443" y="578"/>
                    <a:pt x="443" y="578"/>
                    <a:pt x="443" y="578"/>
                  </a:cubicBezTo>
                  <a:cubicBezTo>
                    <a:pt x="443" y="579"/>
                    <a:pt x="443" y="579"/>
                    <a:pt x="443" y="579"/>
                  </a:cubicBezTo>
                  <a:cubicBezTo>
                    <a:pt x="444" y="580"/>
                    <a:pt x="444" y="580"/>
                    <a:pt x="444" y="580"/>
                  </a:cubicBezTo>
                  <a:cubicBezTo>
                    <a:pt x="445" y="579"/>
                    <a:pt x="445" y="579"/>
                    <a:pt x="445" y="579"/>
                  </a:cubicBezTo>
                  <a:cubicBezTo>
                    <a:pt x="445" y="580"/>
                    <a:pt x="445" y="580"/>
                    <a:pt x="445" y="580"/>
                  </a:cubicBezTo>
                  <a:cubicBezTo>
                    <a:pt x="446" y="581"/>
                    <a:pt x="446" y="581"/>
                    <a:pt x="446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2"/>
                    <a:pt x="447" y="582"/>
                    <a:pt x="447" y="582"/>
                  </a:cubicBezTo>
                  <a:cubicBezTo>
                    <a:pt x="446" y="583"/>
                    <a:pt x="446" y="583"/>
                    <a:pt x="446" y="583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52" y="585"/>
                    <a:pt x="452" y="585"/>
                    <a:pt x="452" y="585"/>
                  </a:cubicBezTo>
                  <a:cubicBezTo>
                    <a:pt x="453" y="584"/>
                    <a:pt x="453" y="584"/>
                    <a:pt x="453" y="584"/>
                  </a:cubicBezTo>
                  <a:cubicBezTo>
                    <a:pt x="453" y="583"/>
                    <a:pt x="453" y="583"/>
                    <a:pt x="453" y="583"/>
                  </a:cubicBezTo>
                  <a:cubicBezTo>
                    <a:pt x="454" y="584"/>
                    <a:pt x="454" y="584"/>
                    <a:pt x="454" y="584"/>
                  </a:cubicBezTo>
                  <a:cubicBezTo>
                    <a:pt x="455" y="585"/>
                    <a:pt x="455" y="585"/>
                    <a:pt x="455" y="585"/>
                  </a:cubicBezTo>
                  <a:cubicBezTo>
                    <a:pt x="457" y="584"/>
                    <a:pt x="457" y="584"/>
                    <a:pt x="457" y="584"/>
                  </a:cubicBezTo>
                  <a:cubicBezTo>
                    <a:pt x="457" y="582"/>
                    <a:pt x="457" y="582"/>
                    <a:pt x="457" y="582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8" y="583"/>
                    <a:pt x="458" y="583"/>
                    <a:pt x="458" y="583"/>
                  </a:cubicBezTo>
                  <a:cubicBezTo>
                    <a:pt x="459" y="583"/>
                    <a:pt x="459" y="583"/>
                    <a:pt x="459" y="583"/>
                  </a:cubicBezTo>
                  <a:cubicBezTo>
                    <a:pt x="460" y="584"/>
                    <a:pt x="460" y="584"/>
                    <a:pt x="460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8"/>
                    <a:pt x="461" y="588"/>
                    <a:pt x="461" y="588"/>
                  </a:cubicBezTo>
                  <a:cubicBezTo>
                    <a:pt x="463" y="585"/>
                    <a:pt x="463" y="585"/>
                    <a:pt x="463" y="585"/>
                  </a:cubicBezTo>
                  <a:cubicBezTo>
                    <a:pt x="464" y="585"/>
                    <a:pt x="464" y="585"/>
                    <a:pt x="464" y="585"/>
                  </a:cubicBezTo>
                  <a:cubicBezTo>
                    <a:pt x="464" y="583"/>
                    <a:pt x="464" y="583"/>
                    <a:pt x="464" y="583"/>
                  </a:cubicBezTo>
                  <a:cubicBezTo>
                    <a:pt x="462" y="582"/>
                    <a:pt x="462" y="582"/>
                    <a:pt x="462" y="582"/>
                  </a:cubicBezTo>
                  <a:cubicBezTo>
                    <a:pt x="460" y="581"/>
                    <a:pt x="460" y="581"/>
                    <a:pt x="460" y="581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61" y="579"/>
                    <a:pt x="461" y="579"/>
                    <a:pt x="461" y="579"/>
                  </a:cubicBezTo>
                  <a:cubicBezTo>
                    <a:pt x="463" y="578"/>
                    <a:pt x="463" y="578"/>
                    <a:pt x="463" y="578"/>
                  </a:cubicBezTo>
                  <a:cubicBezTo>
                    <a:pt x="461" y="577"/>
                    <a:pt x="461" y="577"/>
                    <a:pt x="461" y="577"/>
                  </a:cubicBezTo>
                  <a:cubicBezTo>
                    <a:pt x="460" y="576"/>
                    <a:pt x="460" y="576"/>
                    <a:pt x="460" y="576"/>
                  </a:cubicBezTo>
                  <a:cubicBezTo>
                    <a:pt x="459" y="576"/>
                    <a:pt x="459" y="576"/>
                    <a:pt x="459" y="576"/>
                  </a:cubicBezTo>
                  <a:cubicBezTo>
                    <a:pt x="461" y="575"/>
                    <a:pt x="461" y="575"/>
                    <a:pt x="461" y="575"/>
                  </a:cubicBezTo>
                  <a:cubicBezTo>
                    <a:pt x="463" y="574"/>
                    <a:pt x="463" y="574"/>
                    <a:pt x="463" y="574"/>
                  </a:cubicBezTo>
                  <a:cubicBezTo>
                    <a:pt x="467" y="573"/>
                    <a:pt x="467" y="573"/>
                    <a:pt x="467" y="573"/>
                  </a:cubicBezTo>
                  <a:cubicBezTo>
                    <a:pt x="469" y="573"/>
                    <a:pt x="469" y="573"/>
                    <a:pt x="469" y="573"/>
                  </a:cubicBezTo>
                  <a:cubicBezTo>
                    <a:pt x="470" y="573"/>
                    <a:pt x="470" y="573"/>
                    <a:pt x="470" y="573"/>
                  </a:cubicBezTo>
                  <a:cubicBezTo>
                    <a:pt x="471" y="573"/>
                    <a:pt x="471" y="573"/>
                    <a:pt x="471" y="573"/>
                  </a:cubicBezTo>
                  <a:cubicBezTo>
                    <a:pt x="472" y="572"/>
                    <a:pt x="472" y="572"/>
                    <a:pt x="472" y="572"/>
                  </a:cubicBezTo>
                  <a:cubicBezTo>
                    <a:pt x="472" y="571"/>
                    <a:pt x="472" y="571"/>
                    <a:pt x="472" y="571"/>
                  </a:cubicBezTo>
                  <a:cubicBezTo>
                    <a:pt x="472" y="573"/>
                    <a:pt x="472" y="573"/>
                    <a:pt x="472" y="573"/>
                  </a:cubicBezTo>
                  <a:cubicBezTo>
                    <a:pt x="474" y="574"/>
                    <a:pt x="474" y="574"/>
                    <a:pt x="474" y="574"/>
                  </a:cubicBezTo>
                  <a:cubicBezTo>
                    <a:pt x="475" y="574"/>
                    <a:pt x="475" y="574"/>
                    <a:pt x="475" y="574"/>
                  </a:cubicBezTo>
                  <a:cubicBezTo>
                    <a:pt x="477" y="574"/>
                    <a:pt x="477" y="574"/>
                    <a:pt x="477" y="574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9" y="574"/>
                    <a:pt x="479" y="574"/>
                    <a:pt x="479" y="574"/>
                  </a:cubicBezTo>
                  <a:cubicBezTo>
                    <a:pt x="481" y="574"/>
                    <a:pt x="481" y="574"/>
                    <a:pt x="481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5" y="574"/>
                    <a:pt x="485" y="574"/>
                    <a:pt x="485" y="574"/>
                  </a:cubicBezTo>
                  <a:cubicBezTo>
                    <a:pt x="486" y="574"/>
                    <a:pt x="486" y="574"/>
                    <a:pt x="486" y="574"/>
                  </a:cubicBezTo>
                  <a:cubicBezTo>
                    <a:pt x="488" y="575"/>
                    <a:pt x="488" y="575"/>
                    <a:pt x="488" y="575"/>
                  </a:cubicBezTo>
                  <a:cubicBezTo>
                    <a:pt x="491" y="577"/>
                    <a:pt x="491" y="577"/>
                    <a:pt x="491" y="577"/>
                  </a:cubicBezTo>
                  <a:cubicBezTo>
                    <a:pt x="491" y="578"/>
                    <a:pt x="491" y="578"/>
                    <a:pt x="491" y="578"/>
                  </a:cubicBezTo>
                  <a:cubicBezTo>
                    <a:pt x="491" y="579"/>
                    <a:pt x="491" y="579"/>
                    <a:pt x="491" y="579"/>
                  </a:cubicBezTo>
                  <a:cubicBezTo>
                    <a:pt x="492" y="580"/>
                    <a:pt x="492" y="580"/>
                    <a:pt x="492" y="580"/>
                  </a:cubicBezTo>
                  <a:cubicBezTo>
                    <a:pt x="496" y="579"/>
                    <a:pt x="496" y="579"/>
                    <a:pt x="496" y="579"/>
                  </a:cubicBezTo>
                  <a:cubicBezTo>
                    <a:pt x="497" y="577"/>
                    <a:pt x="497" y="577"/>
                    <a:pt x="497" y="577"/>
                  </a:cubicBezTo>
                  <a:cubicBezTo>
                    <a:pt x="498" y="578"/>
                    <a:pt x="498" y="578"/>
                    <a:pt x="498" y="578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6"/>
                    <a:pt x="499" y="576"/>
                    <a:pt x="499" y="576"/>
                  </a:cubicBezTo>
                  <a:cubicBezTo>
                    <a:pt x="500" y="576"/>
                    <a:pt x="500" y="576"/>
                    <a:pt x="500" y="576"/>
                  </a:cubicBezTo>
                  <a:cubicBezTo>
                    <a:pt x="501" y="577"/>
                    <a:pt x="501" y="577"/>
                    <a:pt x="501" y="577"/>
                  </a:cubicBezTo>
                  <a:cubicBezTo>
                    <a:pt x="503" y="577"/>
                    <a:pt x="503" y="577"/>
                    <a:pt x="503" y="577"/>
                  </a:cubicBezTo>
                  <a:cubicBezTo>
                    <a:pt x="503" y="579"/>
                    <a:pt x="503" y="579"/>
                    <a:pt x="503" y="579"/>
                  </a:cubicBezTo>
                  <a:cubicBezTo>
                    <a:pt x="504" y="580"/>
                    <a:pt x="504" y="580"/>
                    <a:pt x="504" y="580"/>
                  </a:cubicBezTo>
                  <a:cubicBezTo>
                    <a:pt x="505" y="580"/>
                    <a:pt x="505" y="580"/>
                    <a:pt x="505" y="580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9" y="585"/>
                    <a:pt x="509" y="585"/>
                    <a:pt x="509" y="585"/>
                  </a:cubicBezTo>
                  <a:cubicBezTo>
                    <a:pt x="509" y="586"/>
                    <a:pt x="509" y="586"/>
                    <a:pt x="509" y="586"/>
                  </a:cubicBezTo>
                  <a:cubicBezTo>
                    <a:pt x="509" y="587"/>
                    <a:pt x="509" y="587"/>
                    <a:pt x="509" y="587"/>
                  </a:cubicBezTo>
                  <a:cubicBezTo>
                    <a:pt x="508" y="591"/>
                    <a:pt x="508" y="591"/>
                    <a:pt x="508" y="591"/>
                  </a:cubicBezTo>
                  <a:cubicBezTo>
                    <a:pt x="507" y="593"/>
                    <a:pt x="507" y="593"/>
                    <a:pt x="507" y="593"/>
                  </a:cubicBezTo>
                  <a:cubicBezTo>
                    <a:pt x="507" y="595"/>
                    <a:pt x="507" y="595"/>
                    <a:pt x="507" y="595"/>
                  </a:cubicBezTo>
                  <a:cubicBezTo>
                    <a:pt x="508" y="597"/>
                    <a:pt x="508" y="597"/>
                    <a:pt x="508" y="597"/>
                  </a:cubicBezTo>
                  <a:cubicBezTo>
                    <a:pt x="509" y="596"/>
                    <a:pt x="509" y="596"/>
                    <a:pt x="509" y="596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08" y="598"/>
                    <a:pt x="508" y="598"/>
                    <a:pt x="508" y="598"/>
                  </a:cubicBezTo>
                  <a:cubicBezTo>
                    <a:pt x="509" y="599"/>
                    <a:pt x="509" y="599"/>
                    <a:pt x="509" y="599"/>
                  </a:cubicBezTo>
                  <a:cubicBezTo>
                    <a:pt x="509" y="600"/>
                    <a:pt x="509" y="600"/>
                    <a:pt x="509" y="600"/>
                  </a:cubicBezTo>
                  <a:cubicBezTo>
                    <a:pt x="510" y="601"/>
                    <a:pt x="510" y="601"/>
                    <a:pt x="510" y="601"/>
                  </a:cubicBezTo>
                  <a:cubicBezTo>
                    <a:pt x="510" y="603"/>
                    <a:pt x="510" y="603"/>
                    <a:pt x="510" y="603"/>
                  </a:cubicBezTo>
                  <a:cubicBezTo>
                    <a:pt x="511" y="602"/>
                    <a:pt x="511" y="602"/>
                    <a:pt x="511" y="602"/>
                  </a:cubicBezTo>
                  <a:cubicBezTo>
                    <a:pt x="511" y="604"/>
                    <a:pt x="511" y="604"/>
                    <a:pt x="511" y="604"/>
                  </a:cubicBezTo>
                  <a:cubicBezTo>
                    <a:pt x="512" y="603"/>
                    <a:pt x="512" y="603"/>
                    <a:pt x="512" y="603"/>
                  </a:cubicBezTo>
                  <a:cubicBezTo>
                    <a:pt x="512" y="604"/>
                    <a:pt x="512" y="604"/>
                    <a:pt x="512" y="604"/>
                  </a:cubicBezTo>
                  <a:cubicBezTo>
                    <a:pt x="512" y="605"/>
                    <a:pt x="512" y="605"/>
                    <a:pt x="512" y="605"/>
                  </a:cubicBezTo>
                  <a:cubicBezTo>
                    <a:pt x="512" y="606"/>
                    <a:pt x="512" y="606"/>
                    <a:pt x="512" y="606"/>
                  </a:cubicBezTo>
                  <a:cubicBezTo>
                    <a:pt x="514" y="607"/>
                    <a:pt x="514" y="607"/>
                    <a:pt x="514" y="607"/>
                  </a:cubicBezTo>
                  <a:cubicBezTo>
                    <a:pt x="514" y="608"/>
                    <a:pt x="514" y="608"/>
                    <a:pt x="514" y="608"/>
                  </a:cubicBezTo>
                  <a:cubicBezTo>
                    <a:pt x="514" y="611"/>
                    <a:pt x="514" y="611"/>
                    <a:pt x="514" y="611"/>
                  </a:cubicBezTo>
                  <a:cubicBezTo>
                    <a:pt x="515" y="611"/>
                    <a:pt x="515" y="611"/>
                    <a:pt x="515" y="611"/>
                  </a:cubicBezTo>
                  <a:cubicBezTo>
                    <a:pt x="516" y="611"/>
                    <a:pt x="516" y="611"/>
                    <a:pt x="516" y="611"/>
                  </a:cubicBezTo>
                  <a:cubicBezTo>
                    <a:pt x="516" y="612"/>
                    <a:pt x="516" y="612"/>
                    <a:pt x="516" y="612"/>
                  </a:cubicBezTo>
                  <a:cubicBezTo>
                    <a:pt x="516" y="613"/>
                    <a:pt x="516" y="613"/>
                    <a:pt x="516" y="613"/>
                  </a:cubicBezTo>
                  <a:cubicBezTo>
                    <a:pt x="517" y="614"/>
                    <a:pt x="517" y="614"/>
                    <a:pt x="517" y="614"/>
                  </a:cubicBezTo>
                  <a:cubicBezTo>
                    <a:pt x="516" y="615"/>
                    <a:pt x="516" y="615"/>
                    <a:pt x="516" y="615"/>
                  </a:cubicBezTo>
                  <a:cubicBezTo>
                    <a:pt x="519" y="616"/>
                    <a:pt x="519" y="616"/>
                    <a:pt x="519" y="616"/>
                  </a:cubicBezTo>
                  <a:cubicBezTo>
                    <a:pt x="519" y="617"/>
                    <a:pt x="519" y="617"/>
                    <a:pt x="519" y="617"/>
                  </a:cubicBezTo>
                  <a:cubicBezTo>
                    <a:pt x="521" y="617"/>
                    <a:pt x="521" y="617"/>
                    <a:pt x="521" y="617"/>
                  </a:cubicBezTo>
                  <a:cubicBezTo>
                    <a:pt x="524" y="616"/>
                    <a:pt x="524" y="616"/>
                    <a:pt x="524" y="616"/>
                  </a:cubicBezTo>
                  <a:cubicBezTo>
                    <a:pt x="524" y="614"/>
                    <a:pt x="524" y="614"/>
                    <a:pt x="524" y="614"/>
                  </a:cubicBezTo>
                  <a:cubicBezTo>
                    <a:pt x="525" y="613"/>
                    <a:pt x="525" y="613"/>
                    <a:pt x="525" y="613"/>
                  </a:cubicBezTo>
                  <a:cubicBezTo>
                    <a:pt x="526" y="611"/>
                    <a:pt x="526" y="611"/>
                    <a:pt x="526" y="611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27" y="607"/>
                    <a:pt x="527" y="607"/>
                    <a:pt x="527" y="607"/>
                  </a:cubicBezTo>
                  <a:cubicBezTo>
                    <a:pt x="528" y="607"/>
                    <a:pt x="528" y="607"/>
                    <a:pt x="528" y="607"/>
                  </a:cubicBezTo>
                  <a:cubicBezTo>
                    <a:pt x="528" y="604"/>
                    <a:pt x="528" y="604"/>
                    <a:pt x="528" y="604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0"/>
                    <a:pt x="528" y="600"/>
                    <a:pt x="528" y="600"/>
                  </a:cubicBezTo>
                  <a:cubicBezTo>
                    <a:pt x="526" y="599"/>
                    <a:pt x="526" y="599"/>
                    <a:pt x="526" y="599"/>
                  </a:cubicBezTo>
                  <a:cubicBezTo>
                    <a:pt x="526" y="595"/>
                    <a:pt x="526" y="595"/>
                    <a:pt x="526" y="595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6" y="590"/>
                    <a:pt x="526" y="590"/>
                    <a:pt x="526" y="590"/>
                  </a:cubicBezTo>
                  <a:cubicBezTo>
                    <a:pt x="525" y="589"/>
                    <a:pt x="525" y="589"/>
                    <a:pt x="525" y="589"/>
                  </a:cubicBezTo>
                  <a:cubicBezTo>
                    <a:pt x="524" y="587"/>
                    <a:pt x="524" y="587"/>
                    <a:pt x="524" y="587"/>
                  </a:cubicBezTo>
                  <a:cubicBezTo>
                    <a:pt x="524" y="584"/>
                    <a:pt x="524" y="584"/>
                    <a:pt x="524" y="584"/>
                  </a:cubicBezTo>
                  <a:cubicBezTo>
                    <a:pt x="523" y="583"/>
                    <a:pt x="523" y="583"/>
                    <a:pt x="523" y="583"/>
                  </a:cubicBezTo>
                  <a:cubicBezTo>
                    <a:pt x="523" y="579"/>
                    <a:pt x="523" y="579"/>
                    <a:pt x="523" y="579"/>
                  </a:cubicBezTo>
                  <a:cubicBezTo>
                    <a:pt x="522" y="577"/>
                    <a:pt x="522" y="577"/>
                    <a:pt x="522" y="577"/>
                  </a:cubicBezTo>
                  <a:cubicBezTo>
                    <a:pt x="522" y="574"/>
                    <a:pt x="522" y="574"/>
                    <a:pt x="522" y="574"/>
                  </a:cubicBezTo>
                  <a:cubicBezTo>
                    <a:pt x="522" y="572"/>
                    <a:pt x="522" y="572"/>
                    <a:pt x="522" y="572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2" y="566"/>
                    <a:pt x="522" y="566"/>
                    <a:pt x="522" y="566"/>
                  </a:cubicBezTo>
                  <a:cubicBezTo>
                    <a:pt x="523" y="564"/>
                    <a:pt x="523" y="564"/>
                    <a:pt x="523" y="564"/>
                  </a:cubicBezTo>
                  <a:cubicBezTo>
                    <a:pt x="525" y="562"/>
                    <a:pt x="525" y="562"/>
                    <a:pt x="525" y="562"/>
                  </a:cubicBezTo>
                  <a:cubicBezTo>
                    <a:pt x="526" y="562"/>
                    <a:pt x="526" y="562"/>
                    <a:pt x="526" y="562"/>
                  </a:cubicBezTo>
                  <a:cubicBezTo>
                    <a:pt x="526" y="561"/>
                    <a:pt x="526" y="561"/>
                    <a:pt x="526" y="561"/>
                  </a:cubicBezTo>
                  <a:cubicBezTo>
                    <a:pt x="527" y="561"/>
                    <a:pt x="527" y="561"/>
                    <a:pt x="527" y="561"/>
                  </a:cubicBezTo>
                  <a:cubicBezTo>
                    <a:pt x="528" y="559"/>
                    <a:pt x="528" y="559"/>
                    <a:pt x="528" y="559"/>
                  </a:cubicBezTo>
                  <a:cubicBezTo>
                    <a:pt x="529" y="557"/>
                    <a:pt x="529" y="557"/>
                    <a:pt x="529" y="557"/>
                  </a:cubicBezTo>
                  <a:cubicBezTo>
                    <a:pt x="530" y="557"/>
                    <a:pt x="530" y="557"/>
                    <a:pt x="530" y="557"/>
                  </a:cubicBezTo>
                  <a:cubicBezTo>
                    <a:pt x="530" y="556"/>
                    <a:pt x="530" y="556"/>
                    <a:pt x="530" y="556"/>
                  </a:cubicBezTo>
                  <a:cubicBezTo>
                    <a:pt x="532" y="557"/>
                    <a:pt x="532" y="557"/>
                    <a:pt x="532" y="557"/>
                  </a:cubicBezTo>
                  <a:cubicBezTo>
                    <a:pt x="532" y="556"/>
                    <a:pt x="532" y="556"/>
                    <a:pt x="532" y="556"/>
                  </a:cubicBezTo>
                  <a:cubicBezTo>
                    <a:pt x="534" y="555"/>
                    <a:pt x="534" y="555"/>
                    <a:pt x="534" y="555"/>
                  </a:cubicBezTo>
                  <a:cubicBezTo>
                    <a:pt x="535" y="554"/>
                    <a:pt x="535" y="554"/>
                    <a:pt x="535" y="554"/>
                  </a:cubicBezTo>
                  <a:cubicBezTo>
                    <a:pt x="537" y="555"/>
                    <a:pt x="537" y="555"/>
                    <a:pt x="537" y="555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8" y="554"/>
                    <a:pt x="538" y="554"/>
                    <a:pt x="538" y="554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1" y="552"/>
                    <a:pt x="541" y="552"/>
                    <a:pt x="541" y="552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5" y="546"/>
                    <a:pt x="545" y="546"/>
                    <a:pt x="545" y="546"/>
                  </a:cubicBezTo>
                  <a:cubicBezTo>
                    <a:pt x="546" y="545"/>
                    <a:pt x="546" y="545"/>
                    <a:pt x="546" y="545"/>
                  </a:cubicBezTo>
                  <a:cubicBezTo>
                    <a:pt x="548" y="545"/>
                    <a:pt x="548" y="545"/>
                    <a:pt x="548" y="545"/>
                  </a:cubicBezTo>
                  <a:cubicBezTo>
                    <a:pt x="549" y="545"/>
                    <a:pt x="549" y="545"/>
                    <a:pt x="549" y="545"/>
                  </a:cubicBezTo>
                  <a:cubicBezTo>
                    <a:pt x="550" y="545"/>
                    <a:pt x="550" y="545"/>
                    <a:pt x="550" y="545"/>
                  </a:cubicBezTo>
                  <a:cubicBezTo>
                    <a:pt x="551" y="543"/>
                    <a:pt x="551" y="543"/>
                    <a:pt x="551" y="543"/>
                  </a:cubicBezTo>
                  <a:cubicBezTo>
                    <a:pt x="555" y="540"/>
                    <a:pt x="555" y="540"/>
                    <a:pt x="555" y="540"/>
                  </a:cubicBezTo>
                  <a:cubicBezTo>
                    <a:pt x="558" y="538"/>
                    <a:pt x="558" y="538"/>
                    <a:pt x="558" y="538"/>
                  </a:cubicBezTo>
                  <a:cubicBezTo>
                    <a:pt x="560" y="538"/>
                    <a:pt x="560" y="538"/>
                    <a:pt x="560" y="538"/>
                  </a:cubicBezTo>
                  <a:cubicBezTo>
                    <a:pt x="560" y="537"/>
                    <a:pt x="560" y="537"/>
                    <a:pt x="560" y="537"/>
                  </a:cubicBezTo>
                  <a:cubicBezTo>
                    <a:pt x="561" y="537"/>
                    <a:pt x="561" y="537"/>
                    <a:pt x="561" y="537"/>
                  </a:cubicBezTo>
                  <a:cubicBezTo>
                    <a:pt x="561" y="538"/>
                    <a:pt x="561" y="538"/>
                    <a:pt x="561" y="538"/>
                  </a:cubicBezTo>
                  <a:cubicBezTo>
                    <a:pt x="563" y="538"/>
                    <a:pt x="563" y="538"/>
                    <a:pt x="563" y="538"/>
                  </a:cubicBezTo>
                  <a:cubicBezTo>
                    <a:pt x="565" y="535"/>
                    <a:pt x="565" y="535"/>
                    <a:pt x="565" y="535"/>
                  </a:cubicBezTo>
                  <a:cubicBezTo>
                    <a:pt x="564" y="535"/>
                    <a:pt x="564" y="535"/>
                    <a:pt x="564" y="535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2" y="532"/>
                    <a:pt x="562" y="532"/>
                    <a:pt x="562" y="532"/>
                  </a:cubicBezTo>
                  <a:cubicBezTo>
                    <a:pt x="563" y="532"/>
                    <a:pt x="563" y="532"/>
                    <a:pt x="563" y="532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4" y="532"/>
                    <a:pt x="564" y="532"/>
                    <a:pt x="564" y="532"/>
                  </a:cubicBezTo>
                  <a:cubicBezTo>
                    <a:pt x="565" y="533"/>
                    <a:pt x="565" y="533"/>
                    <a:pt x="565" y="533"/>
                  </a:cubicBezTo>
                  <a:cubicBezTo>
                    <a:pt x="566" y="532"/>
                    <a:pt x="566" y="532"/>
                    <a:pt x="566" y="532"/>
                  </a:cubicBezTo>
                  <a:cubicBezTo>
                    <a:pt x="567" y="531"/>
                    <a:pt x="567" y="531"/>
                    <a:pt x="567" y="531"/>
                  </a:cubicBezTo>
                  <a:cubicBezTo>
                    <a:pt x="568" y="530"/>
                    <a:pt x="568" y="530"/>
                    <a:pt x="568" y="530"/>
                  </a:cubicBezTo>
                  <a:cubicBezTo>
                    <a:pt x="569" y="530"/>
                    <a:pt x="569" y="530"/>
                    <a:pt x="569" y="530"/>
                  </a:cubicBezTo>
                  <a:cubicBezTo>
                    <a:pt x="569" y="528"/>
                    <a:pt x="569" y="528"/>
                    <a:pt x="569" y="528"/>
                  </a:cubicBezTo>
                  <a:cubicBezTo>
                    <a:pt x="569" y="526"/>
                    <a:pt x="569" y="526"/>
                    <a:pt x="569" y="526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7" y="528"/>
                    <a:pt x="567" y="528"/>
                    <a:pt x="567" y="528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6" y="526"/>
                    <a:pt x="566" y="526"/>
                    <a:pt x="566" y="526"/>
                  </a:cubicBezTo>
                  <a:cubicBezTo>
                    <a:pt x="564" y="526"/>
                    <a:pt x="564" y="526"/>
                    <a:pt x="564" y="526"/>
                  </a:cubicBezTo>
                  <a:cubicBezTo>
                    <a:pt x="565" y="526"/>
                    <a:pt x="565" y="526"/>
                    <a:pt x="565" y="526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8" y="525"/>
                    <a:pt x="568" y="525"/>
                    <a:pt x="568" y="525"/>
                  </a:cubicBezTo>
                  <a:cubicBezTo>
                    <a:pt x="569" y="524"/>
                    <a:pt x="569" y="524"/>
                    <a:pt x="569" y="524"/>
                  </a:cubicBezTo>
                  <a:cubicBezTo>
                    <a:pt x="568" y="522"/>
                    <a:pt x="568" y="522"/>
                    <a:pt x="568" y="522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8"/>
                    <a:pt x="569" y="518"/>
                    <a:pt x="569" y="518"/>
                  </a:cubicBezTo>
                  <a:cubicBezTo>
                    <a:pt x="568" y="517"/>
                    <a:pt x="568" y="517"/>
                    <a:pt x="568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8" y="516"/>
                    <a:pt x="568" y="516"/>
                    <a:pt x="568" y="516"/>
                  </a:cubicBezTo>
                  <a:cubicBezTo>
                    <a:pt x="567" y="515"/>
                    <a:pt x="567" y="515"/>
                    <a:pt x="567" y="515"/>
                  </a:cubicBezTo>
                  <a:cubicBezTo>
                    <a:pt x="567" y="514"/>
                    <a:pt x="567" y="514"/>
                    <a:pt x="567" y="514"/>
                  </a:cubicBezTo>
                  <a:cubicBezTo>
                    <a:pt x="568" y="513"/>
                    <a:pt x="568" y="513"/>
                    <a:pt x="568" y="513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8" y="510"/>
                    <a:pt x="568" y="510"/>
                    <a:pt x="568" y="510"/>
                  </a:cubicBezTo>
                  <a:cubicBezTo>
                    <a:pt x="567" y="508"/>
                    <a:pt x="567" y="508"/>
                    <a:pt x="567" y="508"/>
                  </a:cubicBezTo>
                  <a:cubicBezTo>
                    <a:pt x="566" y="507"/>
                    <a:pt x="566" y="507"/>
                    <a:pt x="566" y="507"/>
                  </a:cubicBezTo>
                  <a:cubicBezTo>
                    <a:pt x="567" y="507"/>
                    <a:pt x="567" y="507"/>
                    <a:pt x="567" y="507"/>
                  </a:cubicBezTo>
                  <a:cubicBezTo>
                    <a:pt x="567" y="504"/>
                    <a:pt x="567" y="504"/>
                    <a:pt x="567" y="504"/>
                  </a:cubicBezTo>
                  <a:cubicBezTo>
                    <a:pt x="567" y="505"/>
                    <a:pt x="567" y="505"/>
                    <a:pt x="567" y="505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70" y="508"/>
                    <a:pt x="570" y="508"/>
                    <a:pt x="570" y="508"/>
                  </a:cubicBezTo>
                  <a:cubicBezTo>
                    <a:pt x="570" y="509"/>
                    <a:pt x="570" y="509"/>
                    <a:pt x="570" y="509"/>
                  </a:cubicBezTo>
                  <a:cubicBezTo>
                    <a:pt x="570" y="510"/>
                    <a:pt x="570" y="510"/>
                    <a:pt x="570" y="510"/>
                  </a:cubicBezTo>
                  <a:cubicBezTo>
                    <a:pt x="570" y="511"/>
                    <a:pt x="570" y="511"/>
                    <a:pt x="570" y="511"/>
                  </a:cubicBezTo>
                  <a:cubicBezTo>
                    <a:pt x="569" y="512"/>
                    <a:pt x="569" y="512"/>
                    <a:pt x="569" y="512"/>
                  </a:cubicBezTo>
                  <a:cubicBezTo>
                    <a:pt x="569" y="514"/>
                    <a:pt x="569" y="514"/>
                    <a:pt x="569" y="514"/>
                  </a:cubicBezTo>
                  <a:cubicBezTo>
                    <a:pt x="569" y="517"/>
                    <a:pt x="569" y="517"/>
                    <a:pt x="569" y="517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571" y="515"/>
                    <a:pt x="571" y="515"/>
                    <a:pt x="571" y="515"/>
                  </a:cubicBezTo>
                  <a:cubicBezTo>
                    <a:pt x="571" y="513"/>
                    <a:pt x="571" y="513"/>
                    <a:pt x="571" y="513"/>
                  </a:cubicBezTo>
                  <a:cubicBezTo>
                    <a:pt x="571" y="514"/>
                    <a:pt x="571" y="514"/>
                    <a:pt x="571" y="514"/>
                  </a:cubicBezTo>
                  <a:cubicBezTo>
                    <a:pt x="573" y="513"/>
                    <a:pt x="573" y="513"/>
                    <a:pt x="573" y="513"/>
                  </a:cubicBezTo>
                  <a:cubicBezTo>
                    <a:pt x="573" y="512"/>
                    <a:pt x="573" y="512"/>
                    <a:pt x="573" y="512"/>
                  </a:cubicBezTo>
                  <a:cubicBezTo>
                    <a:pt x="574" y="510"/>
                    <a:pt x="574" y="510"/>
                    <a:pt x="574" y="510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6" y="507"/>
                    <a:pt x="576" y="507"/>
                    <a:pt x="576" y="507"/>
                  </a:cubicBezTo>
                  <a:cubicBezTo>
                    <a:pt x="578" y="504"/>
                    <a:pt x="578" y="504"/>
                    <a:pt x="578" y="504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81" y="498"/>
                    <a:pt x="581" y="498"/>
                    <a:pt x="581" y="498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3" y="497"/>
                    <a:pt x="583" y="497"/>
                    <a:pt x="583" y="497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4" y="494"/>
                    <a:pt x="584" y="494"/>
                    <a:pt x="584" y="494"/>
                  </a:cubicBezTo>
                  <a:cubicBezTo>
                    <a:pt x="585" y="493"/>
                    <a:pt x="585" y="493"/>
                    <a:pt x="585" y="493"/>
                  </a:cubicBezTo>
                  <a:cubicBezTo>
                    <a:pt x="586" y="493"/>
                    <a:pt x="586" y="493"/>
                    <a:pt x="586" y="493"/>
                  </a:cubicBezTo>
                  <a:cubicBezTo>
                    <a:pt x="586" y="492"/>
                    <a:pt x="586" y="492"/>
                    <a:pt x="586" y="492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8" y="487"/>
                    <a:pt x="588" y="487"/>
                    <a:pt x="588" y="487"/>
                  </a:cubicBezTo>
                  <a:cubicBezTo>
                    <a:pt x="588" y="486"/>
                    <a:pt x="588" y="486"/>
                    <a:pt x="588" y="486"/>
                  </a:cubicBezTo>
                  <a:cubicBezTo>
                    <a:pt x="588" y="485"/>
                    <a:pt x="588" y="485"/>
                    <a:pt x="588" y="485"/>
                  </a:cubicBezTo>
                  <a:cubicBezTo>
                    <a:pt x="590" y="484"/>
                    <a:pt x="590" y="484"/>
                    <a:pt x="590" y="484"/>
                  </a:cubicBezTo>
                  <a:cubicBezTo>
                    <a:pt x="591" y="484"/>
                    <a:pt x="591" y="484"/>
                    <a:pt x="591" y="484"/>
                  </a:cubicBezTo>
                  <a:cubicBezTo>
                    <a:pt x="592" y="484"/>
                    <a:pt x="592" y="484"/>
                    <a:pt x="592" y="484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6" y="483"/>
                    <a:pt x="596" y="483"/>
                    <a:pt x="596" y="483"/>
                  </a:cubicBezTo>
                  <a:cubicBezTo>
                    <a:pt x="598" y="483"/>
                    <a:pt x="598" y="483"/>
                    <a:pt x="598" y="483"/>
                  </a:cubicBezTo>
                  <a:cubicBezTo>
                    <a:pt x="600" y="483"/>
                    <a:pt x="600" y="483"/>
                    <a:pt x="600" y="483"/>
                  </a:cubicBezTo>
                  <a:cubicBezTo>
                    <a:pt x="600" y="482"/>
                    <a:pt x="600" y="482"/>
                    <a:pt x="600" y="482"/>
                  </a:cubicBezTo>
                  <a:cubicBezTo>
                    <a:pt x="601" y="482"/>
                    <a:pt x="601" y="482"/>
                    <a:pt x="601" y="482"/>
                  </a:cubicBezTo>
                  <a:cubicBezTo>
                    <a:pt x="603" y="482"/>
                    <a:pt x="603" y="482"/>
                    <a:pt x="603" y="482"/>
                  </a:cubicBezTo>
                  <a:cubicBezTo>
                    <a:pt x="606" y="479"/>
                    <a:pt x="606" y="479"/>
                    <a:pt x="606" y="479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4" y="479"/>
                    <a:pt x="604" y="479"/>
                    <a:pt x="604" y="479"/>
                  </a:cubicBezTo>
                  <a:cubicBezTo>
                    <a:pt x="607" y="478"/>
                    <a:pt x="607" y="478"/>
                    <a:pt x="607" y="478"/>
                  </a:cubicBezTo>
                  <a:cubicBezTo>
                    <a:pt x="609" y="478"/>
                    <a:pt x="609" y="478"/>
                    <a:pt x="609" y="478"/>
                  </a:cubicBezTo>
                  <a:cubicBezTo>
                    <a:pt x="610" y="478"/>
                    <a:pt x="610" y="478"/>
                    <a:pt x="610" y="478"/>
                  </a:cubicBezTo>
                  <a:cubicBezTo>
                    <a:pt x="612" y="476"/>
                    <a:pt x="612" y="476"/>
                    <a:pt x="612" y="476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2" y="477"/>
                    <a:pt x="612" y="477"/>
                    <a:pt x="612" y="477"/>
                  </a:cubicBezTo>
                  <a:cubicBezTo>
                    <a:pt x="611" y="477"/>
                    <a:pt x="611" y="477"/>
                    <a:pt x="611" y="477"/>
                  </a:cubicBezTo>
                  <a:cubicBezTo>
                    <a:pt x="612" y="479"/>
                    <a:pt x="612" y="479"/>
                    <a:pt x="612" y="479"/>
                  </a:cubicBezTo>
                  <a:cubicBezTo>
                    <a:pt x="614" y="479"/>
                    <a:pt x="614" y="479"/>
                    <a:pt x="614" y="479"/>
                  </a:cubicBezTo>
                  <a:cubicBezTo>
                    <a:pt x="614" y="478"/>
                    <a:pt x="614" y="478"/>
                    <a:pt x="614" y="478"/>
                  </a:cubicBezTo>
                  <a:cubicBezTo>
                    <a:pt x="617" y="478"/>
                    <a:pt x="617" y="478"/>
                    <a:pt x="617" y="478"/>
                  </a:cubicBezTo>
                  <a:cubicBezTo>
                    <a:pt x="615" y="477"/>
                    <a:pt x="615" y="477"/>
                    <a:pt x="615" y="477"/>
                  </a:cubicBezTo>
                  <a:cubicBezTo>
                    <a:pt x="618" y="475"/>
                    <a:pt x="618" y="475"/>
                    <a:pt x="618" y="475"/>
                  </a:cubicBezTo>
                  <a:cubicBezTo>
                    <a:pt x="620" y="473"/>
                    <a:pt x="620" y="473"/>
                    <a:pt x="620" y="473"/>
                  </a:cubicBezTo>
                  <a:cubicBezTo>
                    <a:pt x="619" y="470"/>
                    <a:pt x="619" y="470"/>
                    <a:pt x="619" y="470"/>
                  </a:cubicBezTo>
                  <a:cubicBezTo>
                    <a:pt x="617" y="470"/>
                    <a:pt x="617" y="470"/>
                    <a:pt x="617" y="470"/>
                  </a:cubicBezTo>
                  <a:cubicBezTo>
                    <a:pt x="617" y="472"/>
                    <a:pt x="617" y="472"/>
                    <a:pt x="617" y="472"/>
                  </a:cubicBezTo>
                  <a:cubicBezTo>
                    <a:pt x="617" y="473"/>
                    <a:pt x="617" y="473"/>
                    <a:pt x="617" y="473"/>
                  </a:cubicBezTo>
                  <a:cubicBezTo>
                    <a:pt x="615" y="473"/>
                    <a:pt x="615" y="473"/>
                    <a:pt x="615" y="473"/>
                  </a:cubicBezTo>
                  <a:cubicBezTo>
                    <a:pt x="615" y="472"/>
                    <a:pt x="615" y="472"/>
                    <a:pt x="615" y="472"/>
                  </a:cubicBezTo>
                  <a:cubicBezTo>
                    <a:pt x="614" y="470"/>
                    <a:pt x="614" y="470"/>
                    <a:pt x="614" y="470"/>
                  </a:cubicBezTo>
                  <a:cubicBezTo>
                    <a:pt x="613" y="469"/>
                    <a:pt x="613" y="469"/>
                    <a:pt x="613" y="469"/>
                  </a:cubicBezTo>
                  <a:cubicBezTo>
                    <a:pt x="615" y="466"/>
                    <a:pt x="615" y="466"/>
                    <a:pt x="615" y="466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4" y="464"/>
                    <a:pt x="614" y="464"/>
                    <a:pt x="614" y="464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5" y="463"/>
                    <a:pt x="615" y="463"/>
                    <a:pt x="615" y="463"/>
                  </a:cubicBezTo>
                  <a:cubicBezTo>
                    <a:pt x="616" y="462"/>
                    <a:pt x="616" y="462"/>
                    <a:pt x="616" y="462"/>
                  </a:cubicBezTo>
                  <a:cubicBezTo>
                    <a:pt x="617" y="459"/>
                    <a:pt x="617" y="459"/>
                    <a:pt x="617" y="459"/>
                  </a:cubicBezTo>
                  <a:cubicBezTo>
                    <a:pt x="620" y="457"/>
                    <a:pt x="620" y="457"/>
                    <a:pt x="620" y="457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2" y="455"/>
                    <a:pt x="622" y="455"/>
                    <a:pt x="622" y="455"/>
                  </a:cubicBezTo>
                  <a:cubicBezTo>
                    <a:pt x="623" y="455"/>
                    <a:pt x="623" y="455"/>
                    <a:pt x="623" y="455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6" y="454"/>
                    <a:pt x="626" y="454"/>
                    <a:pt x="626" y="454"/>
                  </a:cubicBezTo>
                  <a:cubicBezTo>
                    <a:pt x="627" y="453"/>
                    <a:pt x="627" y="453"/>
                    <a:pt x="627" y="453"/>
                  </a:cubicBezTo>
                  <a:cubicBezTo>
                    <a:pt x="627" y="454"/>
                    <a:pt x="627" y="454"/>
                    <a:pt x="627" y="454"/>
                  </a:cubicBezTo>
                  <a:cubicBezTo>
                    <a:pt x="628" y="453"/>
                    <a:pt x="628" y="453"/>
                    <a:pt x="628" y="453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1" y="451"/>
                    <a:pt x="631" y="451"/>
                    <a:pt x="631" y="451"/>
                  </a:cubicBezTo>
                  <a:cubicBezTo>
                    <a:pt x="633" y="451"/>
                    <a:pt x="633" y="451"/>
                    <a:pt x="633" y="451"/>
                  </a:cubicBezTo>
                  <a:cubicBezTo>
                    <a:pt x="634" y="449"/>
                    <a:pt x="634" y="449"/>
                    <a:pt x="634" y="449"/>
                  </a:cubicBezTo>
                  <a:cubicBezTo>
                    <a:pt x="635" y="449"/>
                    <a:pt x="635" y="449"/>
                    <a:pt x="635" y="449"/>
                  </a:cubicBezTo>
                  <a:cubicBezTo>
                    <a:pt x="635" y="451"/>
                    <a:pt x="635" y="451"/>
                    <a:pt x="635" y="451"/>
                  </a:cubicBezTo>
                  <a:cubicBezTo>
                    <a:pt x="637" y="451"/>
                    <a:pt x="637" y="451"/>
                    <a:pt x="637" y="451"/>
                  </a:cubicBezTo>
                  <a:cubicBezTo>
                    <a:pt x="638" y="449"/>
                    <a:pt x="638" y="449"/>
                    <a:pt x="638" y="449"/>
                  </a:cubicBezTo>
                  <a:cubicBezTo>
                    <a:pt x="639" y="450"/>
                    <a:pt x="639" y="450"/>
                    <a:pt x="639" y="450"/>
                  </a:cubicBezTo>
                  <a:cubicBezTo>
                    <a:pt x="640" y="449"/>
                    <a:pt x="640" y="449"/>
                    <a:pt x="640" y="449"/>
                  </a:cubicBezTo>
                  <a:cubicBezTo>
                    <a:pt x="642" y="448"/>
                    <a:pt x="642" y="448"/>
                    <a:pt x="642" y="448"/>
                  </a:cubicBezTo>
                  <a:cubicBezTo>
                    <a:pt x="643" y="449"/>
                    <a:pt x="643" y="449"/>
                    <a:pt x="643" y="449"/>
                  </a:cubicBezTo>
                  <a:cubicBezTo>
                    <a:pt x="644" y="448"/>
                    <a:pt x="644" y="448"/>
                    <a:pt x="644" y="448"/>
                  </a:cubicBezTo>
                  <a:cubicBezTo>
                    <a:pt x="645" y="448"/>
                    <a:pt x="645" y="448"/>
                    <a:pt x="645" y="448"/>
                  </a:cubicBezTo>
                  <a:cubicBezTo>
                    <a:pt x="646" y="448"/>
                    <a:pt x="646" y="448"/>
                    <a:pt x="646" y="448"/>
                  </a:cubicBezTo>
                  <a:cubicBezTo>
                    <a:pt x="648" y="446"/>
                    <a:pt x="648" y="446"/>
                    <a:pt x="648" y="446"/>
                  </a:cubicBezTo>
                  <a:cubicBezTo>
                    <a:pt x="646" y="445"/>
                    <a:pt x="646" y="445"/>
                    <a:pt x="646" y="445"/>
                  </a:cubicBezTo>
                  <a:cubicBezTo>
                    <a:pt x="645" y="446"/>
                    <a:pt x="645" y="446"/>
                    <a:pt x="645" y="446"/>
                  </a:cubicBezTo>
                  <a:cubicBezTo>
                    <a:pt x="645" y="445"/>
                    <a:pt x="645" y="445"/>
                    <a:pt x="645" y="445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7" y="444"/>
                    <a:pt x="647" y="444"/>
                    <a:pt x="647" y="444"/>
                  </a:cubicBezTo>
                  <a:cubicBezTo>
                    <a:pt x="648" y="444"/>
                    <a:pt x="648" y="444"/>
                    <a:pt x="648" y="444"/>
                  </a:cubicBezTo>
                  <a:cubicBezTo>
                    <a:pt x="649" y="444"/>
                    <a:pt x="649" y="444"/>
                    <a:pt x="649" y="444"/>
                  </a:cubicBezTo>
                  <a:cubicBezTo>
                    <a:pt x="651" y="444"/>
                    <a:pt x="651" y="444"/>
                    <a:pt x="651" y="444"/>
                  </a:cubicBezTo>
                  <a:cubicBezTo>
                    <a:pt x="651" y="443"/>
                    <a:pt x="651" y="443"/>
                    <a:pt x="651" y="443"/>
                  </a:cubicBezTo>
                  <a:cubicBezTo>
                    <a:pt x="652" y="444"/>
                    <a:pt x="652" y="444"/>
                    <a:pt x="652" y="444"/>
                  </a:cubicBezTo>
                  <a:cubicBezTo>
                    <a:pt x="656" y="443"/>
                    <a:pt x="656" y="443"/>
                    <a:pt x="656" y="443"/>
                  </a:cubicBezTo>
                  <a:cubicBezTo>
                    <a:pt x="657" y="442"/>
                    <a:pt x="657" y="442"/>
                    <a:pt x="657" y="442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2"/>
                    <a:pt x="659" y="442"/>
                    <a:pt x="659" y="442"/>
                  </a:cubicBezTo>
                  <a:cubicBezTo>
                    <a:pt x="657" y="444"/>
                    <a:pt x="657" y="444"/>
                    <a:pt x="657" y="444"/>
                  </a:cubicBezTo>
                  <a:cubicBezTo>
                    <a:pt x="654" y="445"/>
                    <a:pt x="654" y="445"/>
                    <a:pt x="654" y="445"/>
                  </a:cubicBezTo>
                  <a:cubicBezTo>
                    <a:pt x="651" y="446"/>
                    <a:pt x="651" y="446"/>
                    <a:pt x="651" y="446"/>
                  </a:cubicBezTo>
                  <a:cubicBezTo>
                    <a:pt x="651" y="448"/>
                    <a:pt x="651" y="448"/>
                    <a:pt x="651" y="448"/>
                  </a:cubicBezTo>
                  <a:cubicBezTo>
                    <a:pt x="649" y="449"/>
                    <a:pt x="649" y="449"/>
                    <a:pt x="649" y="449"/>
                  </a:cubicBezTo>
                  <a:cubicBezTo>
                    <a:pt x="648" y="451"/>
                    <a:pt x="648" y="451"/>
                    <a:pt x="648" y="451"/>
                  </a:cubicBezTo>
                  <a:cubicBezTo>
                    <a:pt x="648" y="453"/>
                    <a:pt x="648" y="453"/>
                    <a:pt x="648" y="453"/>
                  </a:cubicBezTo>
                  <a:cubicBezTo>
                    <a:pt x="648" y="455"/>
                    <a:pt x="648" y="455"/>
                    <a:pt x="648" y="455"/>
                  </a:cubicBezTo>
                  <a:cubicBezTo>
                    <a:pt x="648" y="457"/>
                    <a:pt x="648" y="457"/>
                    <a:pt x="648" y="457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8"/>
                    <a:pt x="650" y="458"/>
                    <a:pt x="650" y="458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3" y="460"/>
                    <a:pt x="653" y="460"/>
                    <a:pt x="653" y="460"/>
                  </a:cubicBezTo>
                  <a:cubicBezTo>
                    <a:pt x="655" y="458"/>
                    <a:pt x="655" y="458"/>
                    <a:pt x="655" y="458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6" y="457"/>
                    <a:pt x="656" y="457"/>
                    <a:pt x="656" y="457"/>
                  </a:cubicBezTo>
                  <a:cubicBezTo>
                    <a:pt x="657" y="456"/>
                    <a:pt x="657" y="456"/>
                    <a:pt x="657" y="456"/>
                  </a:cubicBezTo>
                  <a:cubicBezTo>
                    <a:pt x="659" y="456"/>
                    <a:pt x="659" y="456"/>
                    <a:pt x="659" y="456"/>
                  </a:cubicBezTo>
                  <a:cubicBezTo>
                    <a:pt x="661" y="453"/>
                    <a:pt x="661" y="453"/>
                    <a:pt x="661" y="453"/>
                  </a:cubicBezTo>
                  <a:cubicBezTo>
                    <a:pt x="664" y="451"/>
                    <a:pt x="664" y="451"/>
                    <a:pt x="664" y="451"/>
                  </a:cubicBezTo>
                  <a:cubicBezTo>
                    <a:pt x="663" y="450"/>
                    <a:pt x="663" y="450"/>
                    <a:pt x="663" y="450"/>
                  </a:cubicBezTo>
                  <a:cubicBezTo>
                    <a:pt x="664" y="449"/>
                    <a:pt x="664" y="449"/>
                    <a:pt x="664" y="449"/>
                  </a:cubicBezTo>
                  <a:cubicBezTo>
                    <a:pt x="665" y="449"/>
                    <a:pt x="665" y="449"/>
                    <a:pt x="665" y="449"/>
                  </a:cubicBezTo>
                  <a:cubicBezTo>
                    <a:pt x="665" y="448"/>
                    <a:pt x="665" y="448"/>
                    <a:pt x="665" y="448"/>
                  </a:cubicBezTo>
                  <a:cubicBezTo>
                    <a:pt x="666" y="450"/>
                    <a:pt x="666" y="450"/>
                    <a:pt x="666" y="450"/>
                  </a:cubicBezTo>
                  <a:cubicBezTo>
                    <a:pt x="669" y="450"/>
                    <a:pt x="669" y="450"/>
                    <a:pt x="669" y="450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72" y="448"/>
                    <a:pt x="672" y="448"/>
                    <a:pt x="672" y="448"/>
                  </a:cubicBezTo>
                  <a:cubicBezTo>
                    <a:pt x="674" y="448"/>
                    <a:pt x="674" y="448"/>
                    <a:pt x="674" y="448"/>
                  </a:cubicBezTo>
                  <a:cubicBezTo>
                    <a:pt x="676" y="447"/>
                    <a:pt x="676" y="447"/>
                    <a:pt x="676" y="447"/>
                  </a:cubicBezTo>
                  <a:cubicBezTo>
                    <a:pt x="678" y="447"/>
                    <a:pt x="678" y="447"/>
                    <a:pt x="678" y="447"/>
                  </a:cubicBezTo>
                  <a:cubicBezTo>
                    <a:pt x="681" y="445"/>
                    <a:pt x="681" y="445"/>
                    <a:pt x="681" y="445"/>
                  </a:cubicBezTo>
                  <a:cubicBezTo>
                    <a:pt x="683" y="444"/>
                    <a:pt x="683" y="444"/>
                    <a:pt x="683" y="444"/>
                  </a:cubicBezTo>
                  <a:cubicBezTo>
                    <a:pt x="685" y="444"/>
                    <a:pt x="685" y="444"/>
                    <a:pt x="685" y="444"/>
                  </a:cubicBezTo>
                  <a:cubicBezTo>
                    <a:pt x="686" y="445"/>
                    <a:pt x="686" y="445"/>
                    <a:pt x="686" y="445"/>
                  </a:cubicBezTo>
                  <a:cubicBezTo>
                    <a:pt x="688" y="444"/>
                    <a:pt x="688" y="444"/>
                    <a:pt x="688" y="444"/>
                  </a:cubicBezTo>
                  <a:cubicBezTo>
                    <a:pt x="686" y="442"/>
                    <a:pt x="686" y="442"/>
                    <a:pt x="686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1"/>
                    <a:pt x="685" y="441"/>
                    <a:pt x="685" y="441"/>
                  </a:cubicBezTo>
                  <a:cubicBezTo>
                    <a:pt x="686" y="441"/>
                    <a:pt x="686" y="441"/>
                    <a:pt x="686" y="441"/>
                  </a:cubicBezTo>
                  <a:cubicBezTo>
                    <a:pt x="687" y="443"/>
                    <a:pt x="687" y="443"/>
                    <a:pt x="687" y="443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688" y="441"/>
                    <a:pt x="688" y="441"/>
                    <a:pt x="688" y="441"/>
                  </a:cubicBezTo>
                  <a:cubicBezTo>
                    <a:pt x="689" y="441"/>
                    <a:pt x="689" y="441"/>
                    <a:pt x="689" y="441"/>
                  </a:cubicBezTo>
                  <a:cubicBezTo>
                    <a:pt x="690" y="441"/>
                    <a:pt x="690" y="441"/>
                    <a:pt x="690" y="441"/>
                  </a:cubicBezTo>
                  <a:cubicBezTo>
                    <a:pt x="693" y="440"/>
                    <a:pt x="693" y="440"/>
                    <a:pt x="693" y="440"/>
                  </a:cubicBezTo>
                  <a:cubicBezTo>
                    <a:pt x="695" y="439"/>
                    <a:pt x="695" y="439"/>
                    <a:pt x="695" y="439"/>
                  </a:cubicBezTo>
                  <a:cubicBezTo>
                    <a:pt x="696" y="439"/>
                    <a:pt x="696" y="439"/>
                    <a:pt x="696" y="439"/>
                  </a:cubicBezTo>
                  <a:cubicBezTo>
                    <a:pt x="698" y="438"/>
                    <a:pt x="698" y="438"/>
                    <a:pt x="698" y="438"/>
                  </a:cubicBezTo>
                  <a:cubicBezTo>
                    <a:pt x="697" y="437"/>
                    <a:pt x="697" y="437"/>
                    <a:pt x="697" y="437"/>
                  </a:cubicBezTo>
                  <a:cubicBezTo>
                    <a:pt x="697" y="435"/>
                    <a:pt x="697" y="435"/>
                    <a:pt x="697" y="435"/>
                  </a:cubicBezTo>
                  <a:cubicBezTo>
                    <a:pt x="695" y="434"/>
                    <a:pt x="695" y="434"/>
                    <a:pt x="695" y="434"/>
                  </a:cubicBezTo>
                  <a:cubicBezTo>
                    <a:pt x="693" y="435"/>
                    <a:pt x="693" y="435"/>
                    <a:pt x="693" y="435"/>
                  </a:cubicBezTo>
                  <a:cubicBezTo>
                    <a:pt x="693" y="434"/>
                    <a:pt x="693" y="434"/>
                    <a:pt x="693" y="434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4" y="430"/>
                    <a:pt x="694" y="430"/>
                    <a:pt x="694" y="430"/>
                  </a:cubicBezTo>
                  <a:cubicBezTo>
                    <a:pt x="694" y="429"/>
                    <a:pt x="694" y="429"/>
                    <a:pt x="694" y="429"/>
                  </a:cubicBezTo>
                  <a:cubicBezTo>
                    <a:pt x="693" y="429"/>
                    <a:pt x="693" y="429"/>
                    <a:pt x="693" y="429"/>
                  </a:cubicBezTo>
                  <a:cubicBezTo>
                    <a:pt x="694" y="428"/>
                    <a:pt x="694" y="428"/>
                    <a:pt x="694" y="428"/>
                  </a:cubicBezTo>
                  <a:cubicBezTo>
                    <a:pt x="693" y="427"/>
                    <a:pt x="693" y="427"/>
                    <a:pt x="693" y="427"/>
                  </a:cubicBezTo>
                  <a:cubicBezTo>
                    <a:pt x="691" y="427"/>
                    <a:pt x="691" y="427"/>
                    <a:pt x="691" y="427"/>
                  </a:cubicBezTo>
                  <a:cubicBezTo>
                    <a:pt x="691" y="428"/>
                    <a:pt x="691" y="428"/>
                    <a:pt x="691" y="428"/>
                  </a:cubicBezTo>
                  <a:cubicBezTo>
                    <a:pt x="689" y="430"/>
                    <a:pt x="689" y="430"/>
                    <a:pt x="689" y="430"/>
                  </a:cubicBezTo>
                  <a:cubicBezTo>
                    <a:pt x="688" y="431"/>
                    <a:pt x="688" y="431"/>
                    <a:pt x="688" y="431"/>
                  </a:cubicBezTo>
                  <a:cubicBezTo>
                    <a:pt x="687" y="432"/>
                    <a:pt x="687" y="432"/>
                    <a:pt x="687" y="432"/>
                  </a:cubicBezTo>
                  <a:cubicBezTo>
                    <a:pt x="686" y="434"/>
                    <a:pt x="686" y="434"/>
                    <a:pt x="686" y="434"/>
                  </a:cubicBezTo>
                  <a:cubicBezTo>
                    <a:pt x="684" y="435"/>
                    <a:pt x="684" y="435"/>
                    <a:pt x="684" y="435"/>
                  </a:cubicBezTo>
                  <a:cubicBezTo>
                    <a:pt x="683" y="437"/>
                    <a:pt x="683" y="437"/>
                    <a:pt x="683" y="437"/>
                  </a:cubicBezTo>
                  <a:cubicBezTo>
                    <a:pt x="684" y="438"/>
                    <a:pt x="684" y="438"/>
                    <a:pt x="684" y="438"/>
                  </a:cubicBezTo>
                  <a:cubicBezTo>
                    <a:pt x="684" y="440"/>
                    <a:pt x="684" y="440"/>
                    <a:pt x="684" y="440"/>
                  </a:cubicBezTo>
                  <a:cubicBezTo>
                    <a:pt x="683" y="439"/>
                    <a:pt x="683" y="439"/>
                    <a:pt x="683" y="439"/>
                  </a:cubicBezTo>
                  <a:cubicBezTo>
                    <a:pt x="681" y="439"/>
                    <a:pt x="681" y="439"/>
                    <a:pt x="681" y="439"/>
                  </a:cubicBezTo>
                  <a:cubicBezTo>
                    <a:pt x="681" y="437"/>
                    <a:pt x="681" y="437"/>
                    <a:pt x="681" y="437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6" y="439"/>
                    <a:pt x="676" y="439"/>
                    <a:pt x="676" y="439"/>
                  </a:cubicBezTo>
                  <a:cubicBezTo>
                    <a:pt x="676" y="438"/>
                    <a:pt x="676" y="438"/>
                    <a:pt x="676" y="438"/>
                  </a:cubicBezTo>
                  <a:cubicBezTo>
                    <a:pt x="673" y="437"/>
                    <a:pt x="673" y="437"/>
                    <a:pt x="673" y="437"/>
                  </a:cubicBezTo>
                  <a:cubicBezTo>
                    <a:pt x="672" y="438"/>
                    <a:pt x="672" y="438"/>
                    <a:pt x="672" y="438"/>
                  </a:cubicBezTo>
                  <a:cubicBezTo>
                    <a:pt x="671" y="437"/>
                    <a:pt x="671" y="437"/>
                    <a:pt x="671" y="437"/>
                  </a:cubicBezTo>
                  <a:cubicBezTo>
                    <a:pt x="669" y="437"/>
                    <a:pt x="669" y="437"/>
                    <a:pt x="669" y="437"/>
                  </a:cubicBezTo>
                  <a:cubicBezTo>
                    <a:pt x="668" y="436"/>
                    <a:pt x="668" y="436"/>
                    <a:pt x="668" y="436"/>
                  </a:cubicBezTo>
                  <a:cubicBezTo>
                    <a:pt x="669" y="436"/>
                    <a:pt x="669" y="436"/>
                    <a:pt x="669" y="436"/>
                  </a:cubicBezTo>
                  <a:cubicBezTo>
                    <a:pt x="670" y="434"/>
                    <a:pt x="670" y="434"/>
                    <a:pt x="670" y="434"/>
                  </a:cubicBezTo>
                  <a:cubicBezTo>
                    <a:pt x="671" y="435"/>
                    <a:pt x="671" y="435"/>
                    <a:pt x="671" y="435"/>
                  </a:cubicBezTo>
                  <a:cubicBezTo>
                    <a:pt x="674" y="435"/>
                    <a:pt x="674" y="435"/>
                    <a:pt x="674" y="435"/>
                  </a:cubicBezTo>
                  <a:cubicBezTo>
                    <a:pt x="674" y="436"/>
                    <a:pt x="674" y="436"/>
                    <a:pt x="674" y="436"/>
                  </a:cubicBezTo>
                  <a:cubicBezTo>
                    <a:pt x="676" y="437"/>
                    <a:pt x="676" y="437"/>
                    <a:pt x="676" y="437"/>
                  </a:cubicBezTo>
                  <a:cubicBezTo>
                    <a:pt x="678" y="437"/>
                    <a:pt x="678" y="437"/>
                    <a:pt x="678" y="437"/>
                  </a:cubicBezTo>
                  <a:cubicBezTo>
                    <a:pt x="679" y="435"/>
                    <a:pt x="679" y="435"/>
                    <a:pt x="679" y="435"/>
                  </a:cubicBezTo>
                  <a:cubicBezTo>
                    <a:pt x="678" y="434"/>
                    <a:pt x="678" y="434"/>
                    <a:pt x="678" y="434"/>
                  </a:cubicBezTo>
                  <a:cubicBezTo>
                    <a:pt x="679" y="433"/>
                    <a:pt x="679" y="433"/>
                    <a:pt x="679" y="433"/>
                  </a:cubicBezTo>
                  <a:cubicBezTo>
                    <a:pt x="680" y="433"/>
                    <a:pt x="680" y="433"/>
                    <a:pt x="680" y="433"/>
                  </a:cubicBezTo>
                  <a:cubicBezTo>
                    <a:pt x="682" y="431"/>
                    <a:pt x="682" y="431"/>
                    <a:pt x="682" y="431"/>
                  </a:cubicBezTo>
                  <a:cubicBezTo>
                    <a:pt x="678" y="431"/>
                    <a:pt x="678" y="431"/>
                    <a:pt x="678" y="431"/>
                  </a:cubicBezTo>
                  <a:cubicBezTo>
                    <a:pt x="677" y="431"/>
                    <a:pt x="677" y="431"/>
                    <a:pt x="677" y="431"/>
                  </a:cubicBezTo>
                  <a:cubicBezTo>
                    <a:pt x="676" y="432"/>
                    <a:pt x="676" y="432"/>
                    <a:pt x="676" y="432"/>
                  </a:cubicBezTo>
                  <a:cubicBezTo>
                    <a:pt x="675" y="432"/>
                    <a:pt x="675" y="432"/>
                    <a:pt x="675" y="432"/>
                  </a:cubicBezTo>
                  <a:cubicBezTo>
                    <a:pt x="674" y="431"/>
                    <a:pt x="674" y="431"/>
                    <a:pt x="674" y="431"/>
                  </a:cubicBezTo>
                  <a:cubicBezTo>
                    <a:pt x="673" y="431"/>
                    <a:pt x="673" y="431"/>
                    <a:pt x="673" y="431"/>
                  </a:cubicBezTo>
                  <a:cubicBezTo>
                    <a:pt x="671" y="430"/>
                    <a:pt x="671" y="430"/>
                    <a:pt x="671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29"/>
                    <a:pt x="669" y="429"/>
                    <a:pt x="669" y="429"/>
                  </a:cubicBezTo>
                  <a:cubicBezTo>
                    <a:pt x="668" y="428"/>
                    <a:pt x="668" y="428"/>
                    <a:pt x="668" y="428"/>
                  </a:cubicBezTo>
                  <a:cubicBezTo>
                    <a:pt x="670" y="427"/>
                    <a:pt x="670" y="427"/>
                    <a:pt x="670" y="427"/>
                  </a:cubicBezTo>
                  <a:cubicBezTo>
                    <a:pt x="669" y="425"/>
                    <a:pt x="669" y="425"/>
                    <a:pt x="669" y="425"/>
                  </a:cubicBezTo>
                  <a:cubicBezTo>
                    <a:pt x="665" y="427"/>
                    <a:pt x="665" y="427"/>
                    <a:pt x="665" y="427"/>
                  </a:cubicBezTo>
                  <a:cubicBezTo>
                    <a:pt x="665" y="429"/>
                    <a:pt x="665" y="429"/>
                    <a:pt x="665" y="429"/>
                  </a:cubicBezTo>
                  <a:cubicBezTo>
                    <a:pt x="665" y="430"/>
                    <a:pt x="665" y="430"/>
                    <a:pt x="665" y="430"/>
                  </a:cubicBezTo>
                  <a:cubicBezTo>
                    <a:pt x="666" y="430"/>
                    <a:pt x="666" y="430"/>
                    <a:pt x="666" y="430"/>
                  </a:cubicBezTo>
                  <a:cubicBezTo>
                    <a:pt x="667" y="430"/>
                    <a:pt x="667" y="430"/>
                    <a:pt x="667" y="430"/>
                  </a:cubicBezTo>
                  <a:cubicBezTo>
                    <a:pt x="667" y="431"/>
                    <a:pt x="667" y="431"/>
                    <a:pt x="667" y="431"/>
                  </a:cubicBezTo>
                  <a:cubicBezTo>
                    <a:pt x="668" y="432"/>
                    <a:pt x="668" y="432"/>
                    <a:pt x="668" y="432"/>
                  </a:cubicBezTo>
                  <a:cubicBezTo>
                    <a:pt x="668" y="433"/>
                    <a:pt x="668" y="433"/>
                    <a:pt x="668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4"/>
                    <a:pt x="669" y="434"/>
                    <a:pt x="669" y="434"/>
                  </a:cubicBezTo>
                  <a:cubicBezTo>
                    <a:pt x="667" y="434"/>
                    <a:pt x="667" y="434"/>
                    <a:pt x="667" y="434"/>
                  </a:cubicBezTo>
                  <a:cubicBezTo>
                    <a:pt x="666" y="433"/>
                    <a:pt x="666" y="433"/>
                    <a:pt x="666" y="433"/>
                  </a:cubicBezTo>
                  <a:cubicBezTo>
                    <a:pt x="665" y="433"/>
                    <a:pt x="665" y="433"/>
                    <a:pt x="665" y="433"/>
                  </a:cubicBezTo>
                  <a:cubicBezTo>
                    <a:pt x="664" y="432"/>
                    <a:pt x="664" y="432"/>
                    <a:pt x="664" y="432"/>
                  </a:cubicBezTo>
                  <a:cubicBezTo>
                    <a:pt x="664" y="431"/>
                    <a:pt x="664" y="431"/>
                    <a:pt x="664" y="431"/>
                  </a:cubicBezTo>
                  <a:cubicBezTo>
                    <a:pt x="663" y="430"/>
                    <a:pt x="663" y="430"/>
                    <a:pt x="663" y="430"/>
                  </a:cubicBezTo>
                  <a:cubicBezTo>
                    <a:pt x="664" y="428"/>
                    <a:pt x="664" y="428"/>
                    <a:pt x="664" y="428"/>
                  </a:cubicBezTo>
                  <a:cubicBezTo>
                    <a:pt x="663" y="427"/>
                    <a:pt x="663" y="427"/>
                    <a:pt x="663" y="427"/>
                  </a:cubicBezTo>
                  <a:cubicBezTo>
                    <a:pt x="663" y="426"/>
                    <a:pt x="663" y="426"/>
                    <a:pt x="663" y="426"/>
                  </a:cubicBezTo>
                  <a:cubicBezTo>
                    <a:pt x="663" y="425"/>
                    <a:pt x="663" y="425"/>
                    <a:pt x="663" y="425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4" y="421"/>
                    <a:pt x="664" y="421"/>
                    <a:pt x="664" y="421"/>
                  </a:cubicBezTo>
                  <a:cubicBezTo>
                    <a:pt x="666" y="420"/>
                    <a:pt x="666" y="420"/>
                    <a:pt x="666" y="420"/>
                  </a:cubicBezTo>
                  <a:cubicBezTo>
                    <a:pt x="665" y="418"/>
                    <a:pt x="665" y="418"/>
                    <a:pt x="665" y="418"/>
                  </a:cubicBezTo>
                  <a:cubicBezTo>
                    <a:pt x="664" y="418"/>
                    <a:pt x="664" y="418"/>
                    <a:pt x="664" y="418"/>
                  </a:cubicBezTo>
                  <a:cubicBezTo>
                    <a:pt x="664" y="417"/>
                    <a:pt x="664" y="417"/>
                    <a:pt x="664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0" y="418"/>
                    <a:pt x="660" y="418"/>
                    <a:pt x="660" y="418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8" y="417"/>
                    <a:pt x="658" y="417"/>
                    <a:pt x="658" y="417"/>
                  </a:cubicBezTo>
                  <a:cubicBezTo>
                    <a:pt x="656" y="416"/>
                    <a:pt x="656" y="416"/>
                    <a:pt x="656" y="416"/>
                  </a:cubicBezTo>
                  <a:cubicBezTo>
                    <a:pt x="657" y="416"/>
                    <a:pt x="657" y="416"/>
                    <a:pt x="657" y="416"/>
                  </a:cubicBezTo>
                  <a:cubicBezTo>
                    <a:pt x="658" y="416"/>
                    <a:pt x="658" y="416"/>
                    <a:pt x="658" y="416"/>
                  </a:cubicBezTo>
                  <a:cubicBezTo>
                    <a:pt x="660" y="417"/>
                    <a:pt x="660" y="417"/>
                    <a:pt x="660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65" y="416"/>
                    <a:pt x="665" y="416"/>
                    <a:pt x="665" y="416"/>
                  </a:cubicBezTo>
                  <a:cubicBezTo>
                    <a:pt x="666" y="414"/>
                    <a:pt x="666" y="414"/>
                    <a:pt x="666" y="414"/>
                  </a:cubicBezTo>
                  <a:cubicBezTo>
                    <a:pt x="668" y="414"/>
                    <a:pt x="668" y="414"/>
                    <a:pt x="668" y="414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69" y="411"/>
                    <a:pt x="669" y="411"/>
                    <a:pt x="669" y="411"/>
                  </a:cubicBezTo>
                  <a:cubicBezTo>
                    <a:pt x="670" y="410"/>
                    <a:pt x="670" y="410"/>
                    <a:pt x="670" y="410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7"/>
                    <a:pt x="669" y="407"/>
                    <a:pt x="669" y="407"/>
                  </a:cubicBezTo>
                  <a:cubicBezTo>
                    <a:pt x="665" y="405"/>
                    <a:pt x="665" y="405"/>
                    <a:pt x="665" y="405"/>
                  </a:cubicBezTo>
                  <a:cubicBezTo>
                    <a:pt x="663" y="404"/>
                    <a:pt x="663" y="404"/>
                    <a:pt x="663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6" y="405"/>
                    <a:pt x="656" y="405"/>
                    <a:pt x="656" y="405"/>
                  </a:cubicBezTo>
                  <a:cubicBezTo>
                    <a:pt x="654" y="405"/>
                    <a:pt x="654" y="405"/>
                    <a:pt x="654" y="405"/>
                  </a:cubicBezTo>
                  <a:cubicBezTo>
                    <a:pt x="650" y="407"/>
                    <a:pt x="650" y="407"/>
                    <a:pt x="650" y="407"/>
                  </a:cubicBezTo>
                  <a:cubicBezTo>
                    <a:pt x="646" y="407"/>
                    <a:pt x="646" y="407"/>
                    <a:pt x="646" y="407"/>
                  </a:cubicBezTo>
                  <a:cubicBezTo>
                    <a:pt x="644" y="408"/>
                    <a:pt x="644" y="408"/>
                    <a:pt x="644" y="408"/>
                  </a:cubicBezTo>
                  <a:cubicBezTo>
                    <a:pt x="642" y="409"/>
                    <a:pt x="642" y="409"/>
                    <a:pt x="642" y="409"/>
                  </a:cubicBezTo>
                  <a:cubicBezTo>
                    <a:pt x="638" y="411"/>
                    <a:pt x="638" y="411"/>
                    <a:pt x="638" y="411"/>
                  </a:cubicBezTo>
                  <a:cubicBezTo>
                    <a:pt x="633" y="414"/>
                    <a:pt x="633" y="414"/>
                    <a:pt x="633" y="414"/>
                  </a:cubicBezTo>
                  <a:cubicBezTo>
                    <a:pt x="629" y="418"/>
                    <a:pt x="629" y="418"/>
                    <a:pt x="629" y="418"/>
                  </a:cubicBezTo>
                  <a:cubicBezTo>
                    <a:pt x="628" y="418"/>
                    <a:pt x="628" y="418"/>
                    <a:pt x="628" y="418"/>
                  </a:cubicBezTo>
                  <a:cubicBezTo>
                    <a:pt x="626" y="420"/>
                    <a:pt x="626" y="420"/>
                    <a:pt x="626" y="420"/>
                  </a:cubicBezTo>
                  <a:cubicBezTo>
                    <a:pt x="625" y="422"/>
                    <a:pt x="625" y="422"/>
                    <a:pt x="625" y="422"/>
                  </a:cubicBezTo>
                  <a:cubicBezTo>
                    <a:pt x="622" y="424"/>
                    <a:pt x="622" y="424"/>
                    <a:pt x="622" y="424"/>
                  </a:cubicBezTo>
                  <a:cubicBezTo>
                    <a:pt x="620" y="425"/>
                    <a:pt x="620" y="425"/>
                    <a:pt x="620" y="425"/>
                  </a:cubicBezTo>
                  <a:cubicBezTo>
                    <a:pt x="624" y="423"/>
                    <a:pt x="624" y="423"/>
                    <a:pt x="624" y="423"/>
                  </a:cubicBezTo>
                  <a:cubicBezTo>
                    <a:pt x="625" y="421"/>
                    <a:pt x="625" y="421"/>
                    <a:pt x="625" y="421"/>
                  </a:cubicBezTo>
                  <a:cubicBezTo>
                    <a:pt x="625" y="419"/>
                    <a:pt x="625" y="419"/>
                    <a:pt x="625" y="419"/>
                  </a:cubicBezTo>
                  <a:cubicBezTo>
                    <a:pt x="627" y="419"/>
                    <a:pt x="627" y="419"/>
                    <a:pt x="627" y="419"/>
                  </a:cubicBezTo>
                  <a:cubicBezTo>
                    <a:pt x="628" y="417"/>
                    <a:pt x="628" y="417"/>
                    <a:pt x="628" y="417"/>
                  </a:cubicBezTo>
                  <a:cubicBezTo>
                    <a:pt x="630" y="416"/>
                    <a:pt x="630" y="416"/>
                    <a:pt x="630" y="416"/>
                  </a:cubicBezTo>
                  <a:cubicBezTo>
                    <a:pt x="631" y="414"/>
                    <a:pt x="631" y="414"/>
                    <a:pt x="631" y="414"/>
                  </a:cubicBezTo>
                  <a:cubicBezTo>
                    <a:pt x="634" y="412"/>
                    <a:pt x="634" y="412"/>
                    <a:pt x="634" y="412"/>
                  </a:cubicBezTo>
                  <a:cubicBezTo>
                    <a:pt x="636" y="410"/>
                    <a:pt x="636" y="410"/>
                    <a:pt x="636" y="410"/>
                  </a:cubicBezTo>
                  <a:cubicBezTo>
                    <a:pt x="637" y="410"/>
                    <a:pt x="637" y="410"/>
                    <a:pt x="637" y="410"/>
                  </a:cubicBezTo>
                  <a:cubicBezTo>
                    <a:pt x="637" y="409"/>
                    <a:pt x="637" y="409"/>
                    <a:pt x="637" y="409"/>
                  </a:cubicBezTo>
                  <a:cubicBezTo>
                    <a:pt x="638" y="408"/>
                    <a:pt x="638" y="408"/>
                    <a:pt x="638" y="408"/>
                  </a:cubicBezTo>
                  <a:cubicBezTo>
                    <a:pt x="640" y="407"/>
                    <a:pt x="640" y="407"/>
                    <a:pt x="640" y="407"/>
                  </a:cubicBezTo>
                  <a:cubicBezTo>
                    <a:pt x="641" y="406"/>
                    <a:pt x="641" y="406"/>
                    <a:pt x="641" y="406"/>
                  </a:cubicBezTo>
                  <a:cubicBezTo>
                    <a:pt x="641" y="405"/>
                    <a:pt x="641" y="405"/>
                    <a:pt x="641" y="405"/>
                  </a:cubicBezTo>
                  <a:cubicBezTo>
                    <a:pt x="642" y="406"/>
                    <a:pt x="642" y="406"/>
                    <a:pt x="642" y="406"/>
                  </a:cubicBezTo>
                  <a:cubicBezTo>
                    <a:pt x="643" y="406"/>
                    <a:pt x="643" y="406"/>
                    <a:pt x="643" y="406"/>
                  </a:cubicBezTo>
                  <a:cubicBezTo>
                    <a:pt x="644" y="404"/>
                    <a:pt x="644" y="404"/>
                    <a:pt x="644" y="404"/>
                  </a:cubicBezTo>
                  <a:cubicBezTo>
                    <a:pt x="647" y="404"/>
                    <a:pt x="647" y="404"/>
                    <a:pt x="647" y="404"/>
                  </a:cubicBezTo>
                  <a:cubicBezTo>
                    <a:pt x="648" y="403"/>
                    <a:pt x="648" y="403"/>
                    <a:pt x="648" y="403"/>
                  </a:cubicBezTo>
                  <a:cubicBezTo>
                    <a:pt x="650" y="403"/>
                    <a:pt x="650" y="403"/>
                    <a:pt x="650" y="403"/>
                  </a:cubicBezTo>
                  <a:cubicBezTo>
                    <a:pt x="652" y="402"/>
                    <a:pt x="652" y="402"/>
                    <a:pt x="652" y="402"/>
                  </a:cubicBezTo>
                  <a:cubicBezTo>
                    <a:pt x="652" y="400"/>
                    <a:pt x="652" y="400"/>
                    <a:pt x="652" y="400"/>
                  </a:cubicBezTo>
                  <a:cubicBezTo>
                    <a:pt x="652" y="399"/>
                    <a:pt x="652" y="399"/>
                    <a:pt x="652" y="399"/>
                  </a:cubicBezTo>
                  <a:cubicBezTo>
                    <a:pt x="653" y="398"/>
                    <a:pt x="653" y="398"/>
                    <a:pt x="653" y="398"/>
                  </a:cubicBezTo>
                  <a:cubicBezTo>
                    <a:pt x="654" y="398"/>
                    <a:pt x="654" y="398"/>
                    <a:pt x="654" y="398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58" y="395"/>
                    <a:pt x="658" y="395"/>
                    <a:pt x="658" y="395"/>
                  </a:cubicBezTo>
                  <a:cubicBezTo>
                    <a:pt x="659" y="394"/>
                    <a:pt x="659" y="394"/>
                    <a:pt x="659" y="394"/>
                  </a:cubicBezTo>
                  <a:cubicBezTo>
                    <a:pt x="658" y="393"/>
                    <a:pt x="658" y="393"/>
                    <a:pt x="658" y="393"/>
                  </a:cubicBezTo>
                  <a:cubicBezTo>
                    <a:pt x="659" y="393"/>
                    <a:pt x="659" y="393"/>
                    <a:pt x="659" y="393"/>
                  </a:cubicBezTo>
                  <a:cubicBezTo>
                    <a:pt x="659" y="392"/>
                    <a:pt x="659" y="392"/>
                    <a:pt x="659" y="392"/>
                  </a:cubicBezTo>
                  <a:cubicBezTo>
                    <a:pt x="660" y="393"/>
                    <a:pt x="660" y="393"/>
                    <a:pt x="660" y="393"/>
                  </a:cubicBezTo>
                  <a:cubicBezTo>
                    <a:pt x="663" y="394"/>
                    <a:pt x="663" y="394"/>
                    <a:pt x="663" y="394"/>
                  </a:cubicBezTo>
                  <a:cubicBezTo>
                    <a:pt x="666" y="394"/>
                    <a:pt x="666" y="394"/>
                    <a:pt x="666" y="394"/>
                  </a:cubicBezTo>
                  <a:cubicBezTo>
                    <a:pt x="668" y="395"/>
                    <a:pt x="668" y="395"/>
                    <a:pt x="668" y="395"/>
                  </a:cubicBezTo>
                  <a:cubicBezTo>
                    <a:pt x="669" y="394"/>
                    <a:pt x="669" y="394"/>
                    <a:pt x="669" y="394"/>
                  </a:cubicBezTo>
                  <a:cubicBezTo>
                    <a:pt x="670" y="395"/>
                    <a:pt x="670" y="395"/>
                    <a:pt x="670" y="395"/>
                  </a:cubicBezTo>
                  <a:cubicBezTo>
                    <a:pt x="671" y="394"/>
                    <a:pt x="671" y="394"/>
                    <a:pt x="671" y="394"/>
                  </a:cubicBezTo>
                  <a:cubicBezTo>
                    <a:pt x="672" y="395"/>
                    <a:pt x="672" y="395"/>
                    <a:pt x="672" y="395"/>
                  </a:cubicBezTo>
                  <a:cubicBezTo>
                    <a:pt x="674" y="395"/>
                    <a:pt x="674" y="395"/>
                    <a:pt x="674" y="395"/>
                  </a:cubicBezTo>
                  <a:cubicBezTo>
                    <a:pt x="675" y="394"/>
                    <a:pt x="675" y="394"/>
                    <a:pt x="675" y="394"/>
                  </a:cubicBezTo>
                  <a:cubicBezTo>
                    <a:pt x="677" y="395"/>
                    <a:pt x="677" y="395"/>
                    <a:pt x="677" y="395"/>
                  </a:cubicBezTo>
                  <a:cubicBezTo>
                    <a:pt x="679" y="395"/>
                    <a:pt x="679" y="395"/>
                    <a:pt x="679" y="395"/>
                  </a:cubicBezTo>
                  <a:cubicBezTo>
                    <a:pt x="680" y="394"/>
                    <a:pt x="680" y="394"/>
                    <a:pt x="680" y="394"/>
                  </a:cubicBezTo>
                  <a:cubicBezTo>
                    <a:pt x="681" y="394"/>
                    <a:pt x="681" y="394"/>
                    <a:pt x="681" y="394"/>
                  </a:cubicBezTo>
                  <a:cubicBezTo>
                    <a:pt x="682" y="395"/>
                    <a:pt x="682" y="395"/>
                    <a:pt x="682" y="395"/>
                  </a:cubicBezTo>
                  <a:cubicBezTo>
                    <a:pt x="684" y="396"/>
                    <a:pt x="684" y="396"/>
                    <a:pt x="684" y="396"/>
                  </a:cubicBezTo>
                  <a:cubicBezTo>
                    <a:pt x="684" y="395"/>
                    <a:pt x="684" y="395"/>
                    <a:pt x="684" y="395"/>
                  </a:cubicBezTo>
                  <a:cubicBezTo>
                    <a:pt x="687" y="396"/>
                    <a:pt x="687" y="396"/>
                    <a:pt x="687" y="396"/>
                  </a:cubicBezTo>
                  <a:cubicBezTo>
                    <a:pt x="688" y="396"/>
                    <a:pt x="688" y="396"/>
                    <a:pt x="688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7"/>
                    <a:pt x="689" y="397"/>
                    <a:pt x="689" y="397"/>
                  </a:cubicBezTo>
                  <a:cubicBezTo>
                    <a:pt x="691" y="397"/>
                    <a:pt x="691" y="397"/>
                    <a:pt x="691" y="397"/>
                  </a:cubicBezTo>
                  <a:cubicBezTo>
                    <a:pt x="695" y="396"/>
                    <a:pt x="695" y="396"/>
                    <a:pt x="695" y="396"/>
                  </a:cubicBezTo>
                  <a:cubicBezTo>
                    <a:pt x="696" y="396"/>
                    <a:pt x="696" y="396"/>
                    <a:pt x="696" y="396"/>
                  </a:cubicBezTo>
                  <a:cubicBezTo>
                    <a:pt x="697" y="396"/>
                    <a:pt x="697" y="396"/>
                    <a:pt x="697" y="396"/>
                  </a:cubicBezTo>
                  <a:cubicBezTo>
                    <a:pt x="698" y="396"/>
                    <a:pt x="698" y="396"/>
                    <a:pt x="698" y="396"/>
                  </a:cubicBezTo>
                  <a:cubicBezTo>
                    <a:pt x="700" y="396"/>
                    <a:pt x="700" y="396"/>
                    <a:pt x="700" y="396"/>
                  </a:cubicBezTo>
                  <a:cubicBezTo>
                    <a:pt x="701" y="397"/>
                    <a:pt x="701" y="397"/>
                    <a:pt x="701" y="397"/>
                  </a:cubicBezTo>
                  <a:cubicBezTo>
                    <a:pt x="703" y="396"/>
                    <a:pt x="703" y="396"/>
                    <a:pt x="703" y="396"/>
                  </a:cubicBezTo>
                  <a:cubicBezTo>
                    <a:pt x="703" y="395"/>
                    <a:pt x="703" y="395"/>
                    <a:pt x="703" y="395"/>
                  </a:cubicBezTo>
                  <a:cubicBezTo>
                    <a:pt x="704" y="395"/>
                    <a:pt x="704" y="395"/>
                    <a:pt x="704" y="395"/>
                  </a:cubicBezTo>
                  <a:cubicBezTo>
                    <a:pt x="705" y="395"/>
                    <a:pt x="705" y="395"/>
                    <a:pt x="705" y="395"/>
                  </a:cubicBezTo>
                  <a:cubicBezTo>
                    <a:pt x="706" y="395"/>
                    <a:pt x="706" y="395"/>
                    <a:pt x="706" y="395"/>
                  </a:cubicBezTo>
                  <a:cubicBezTo>
                    <a:pt x="707" y="393"/>
                    <a:pt x="707" y="393"/>
                    <a:pt x="707" y="393"/>
                  </a:cubicBezTo>
                  <a:cubicBezTo>
                    <a:pt x="708" y="393"/>
                    <a:pt x="708" y="393"/>
                    <a:pt x="708" y="393"/>
                  </a:cubicBezTo>
                  <a:cubicBezTo>
                    <a:pt x="709" y="392"/>
                    <a:pt x="709" y="392"/>
                    <a:pt x="709" y="392"/>
                  </a:cubicBezTo>
                  <a:cubicBezTo>
                    <a:pt x="710" y="392"/>
                    <a:pt x="710" y="392"/>
                    <a:pt x="710" y="392"/>
                  </a:cubicBezTo>
                  <a:cubicBezTo>
                    <a:pt x="711" y="390"/>
                    <a:pt x="711" y="390"/>
                    <a:pt x="711" y="390"/>
                  </a:cubicBezTo>
                  <a:cubicBezTo>
                    <a:pt x="711" y="389"/>
                    <a:pt x="711" y="389"/>
                    <a:pt x="711" y="389"/>
                  </a:cubicBezTo>
                  <a:cubicBezTo>
                    <a:pt x="712" y="389"/>
                    <a:pt x="712" y="389"/>
                    <a:pt x="712" y="389"/>
                  </a:cubicBezTo>
                  <a:cubicBezTo>
                    <a:pt x="713" y="388"/>
                    <a:pt x="713" y="388"/>
                    <a:pt x="713" y="388"/>
                  </a:cubicBezTo>
                  <a:cubicBezTo>
                    <a:pt x="713" y="387"/>
                    <a:pt x="713" y="387"/>
                    <a:pt x="713" y="387"/>
                  </a:cubicBezTo>
                  <a:cubicBezTo>
                    <a:pt x="714" y="387"/>
                    <a:pt x="714" y="387"/>
                    <a:pt x="714" y="387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8" y="386"/>
                    <a:pt x="718" y="386"/>
                    <a:pt x="718" y="386"/>
                  </a:cubicBezTo>
                  <a:cubicBezTo>
                    <a:pt x="720" y="385"/>
                    <a:pt x="720" y="385"/>
                    <a:pt x="720" y="385"/>
                  </a:cubicBezTo>
                  <a:cubicBezTo>
                    <a:pt x="720" y="386"/>
                    <a:pt x="720" y="386"/>
                    <a:pt x="720" y="386"/>
                  </a:cubicBezTo>
                  <a:cubicBezTo>
                    <a:pt x="721" y="386"/>
                    <a:pt x="721" y="386"/>
                    <a:pt x="721" y="386"/>
                  </a:cubicBezTo>
                  <a:cubicBezTo>
                    <a:pt x="722" y="385"/>
                    <a:pt x="722" y="385"/>
                    <a:pt x="722" y="385"/>
                  </a:cubicBezTo>
                  <a:cubicBezTo>
                    <a:pt x="723" y="386"/>
                    <a:pt x="723" y="386"/>
                    <a:pt x="723" y="386"/>
                  </a:cubicBezTo>
                  <a:cubicBezTo>
                    <a:pt x="725" y="386"/>
                    <a:pt x="725" y="386"/>
                    <a:pt x="725" y="386"/>
                  </a:cubicBezTo>
                  <a:cubicBezTo>
                    <a:pt x="725" y="385"/>
                    <a:pt x="725" y="385"/>
                    <a:pt x="725" y="385"/>
                  </a:cubicBezTo>
                  <a:cubicBezTo>
                    <a:pt x="726" y="385"/>
                    <a:pt x="726" y="385"/>
                    <a:pt x="726" y="385"/>
                  </a:cubicBezTo>
                  <a:cubicBezTo>
                    <a:pt x="727" y="384"/>
                    <a:pt x="727" y="384"/>
                    <a:pt x="727" y="384"/>
                  </a:cubicBezTo>
                  <a:cubicBezTo>
                    <a:pt x="728" y="384"/>
                    <a:pt x="728" y="384"/>
                    <a:pt x="728" y="384"/>
                  </a:cubicBezTo>
                  <a:cubicBezTo>
                    <a:pt x="729" y="383"/>
                    <a:pt x="729" y="383"/>
                    <a:pt x="729" y="383"/>
                  </a:cubicBezTo>
                  <a:cubicBezTo>
                    <a:pt x="731" y="383"/>
                    <a:pt x="731" y="383"/>
                    <a:pt x="731" y="383"/>
                  </a:cubicBezTo>
                  <a:cubicBezTo>
                    <a:pt x="733" y="381"/>
                    <a:pt x="733" y="381"/>
                    <a:pt x="733" y="381"/>
                  </a:cubicBezTo>
                  <a:cubicBezTo>
                    <a:pt x="734" y="380"/>
                    <a:pt x="734" y="380"/>
                    <a:pt x="734" y="380"/>
                  </a:cubicBezTo>
                  <a:cubicBezTo>
                    <a:pt x="735" y="380"/>
                    <a:pt x="735" y="380"/>
                    <a:pt x="735" y="380"/>
                  </a:cubicBezTo>
                  <a:cubicBezTo>
                    <a:pt x="735" y="378"/>
                    <a:pt x="735" y="378"/>
                    <a:pt x="735" y="378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5" y="376"/>
                    <a:pt x="735" y="376"/>
                    <a:pt x="735" y="376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4" y="374"/>
                    <a:pt x="734" y="374"/>
                    <a:pt x="734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4" y="373"/>
                    <a:pt x="734" y="373"/>
                    <a:pt x="734" y="373"/>
                  </a:cubicBezTo>
                  <a:cubicBezTo>
                    <a:pt x="734" y="372"/>
                    <a:pt x="734" y="372"/>
                    <a:pt x="734" y="372"/>
                  </a:cubicBezTo>
                  <a:cubicBezTo>
                    <a:pt x="735" y="372"/>
                    <a:pt x="735" y="372"/>
                    <a:pt x="735" y="372"/>
                  </a:cubicBezTo>
                  <a:cubicBezTo>
                    <a:pt x="736" y="370"/>
                    <a:pt x="736" y="370"/>
                    <a:pt x="736" y="370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5" y="369"/>
                    <a:pt x="735" y="369"/>
                    <a:pt x="735" y="369"/>
                  </a:cubicBezTo>
                  <a:cubicBezTo>
                    <a:pt x="737" y="368"/>
                    <a:pt x="737" y="368"/>
                    <a:pt x="737" y="368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6" y="364"/>
                    <a:pt x="736" y="364"/>
                    <a:pt x="736" y="364"/>
                  </a:cubicBezTo>
                  <a:cubicBezTo>
                    <a:pt x="734" y="363"/>
                    <a:pt x="734" y="363"/>
                    <a:pt x="734" y="363"/>
                  </a:cubicBezTo>
                  <a:cubicBezTo>
                    <a:pt x="732" y="363"/>
                    <a:pt x="732" y="363"/>
                    <a:pt x="732" y="363"/>
                  </a:cubicBezTo>
                  <a:cubicBezTo>
                    <a:pt x="733" y="362"/>
                    <a:pt x="733" y="362"/>
                    <a:pt x="733" y="362"/>
                  </a:cubicBezTo>
                  <a:cubicBezTo>
                    <a:pt x="732" y="361"/>
                    <a:pt x="732" y="361"/>
                    <a:pt x="732" y="361"/>
                  </a:cubicBezTo>
                  <a:cubicBezTo>
                    <a:pt x="730" y="361"/>
                    <a:pt x="730" y="361"/>
                    <a:pt x="730" y="361"/>
                  </a:cubicBezTo>
                  <a:cubicBezTo>
                    <a:pt x="728" y="362"/>
                    <a:pt x="728" y="362"/>
                    <a:pt x="728" y="362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7" y="364"/>
                    <a:pt x="727" y="364"/>
                    <a:pt x="727" y="364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6" y="363"/>
                    <a:pt x="726" y="363"/>
                    <a:pt x="726" y="363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9" y="361"/>
                    <a:pt x="729" y="361"/>
                    <a:pt x="729" y="361"/>
                  </a:cubicBezTo>
                  <a:cubicBezTo>
                    <a:pt x="729" y="359"/>
                    <a:pt x="729" y="359"/>
                    <a:pt x="729" y="359"/>
                  </a:cubicBezTo>
                  <a:cubicBezTo>
                    <a:pt x="728" y="356"/>
                    <a:pt x="728" y="356"/>
                    <a:pt x="728" y="356"/>
                  </a:cubicBezTo>
                  <a:cubicBezTo>
                    <a:pt x="725" y="356"/>
                    <a:pt x="725" y="356"/>
                    <a:pt x="725" y="356"/>
                  </a:cubicBezTo>
                  <a:cubicBezTo>
                    <a:pt x="721" y="356"/>
                    <a:pt x="721" y="356"/>
                    <a:pt x="721" y="356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7"/>
                    <a:pt x="720" y="357"/>
                    <a:pt x="720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5"/>
                    <a:pt x="720" y="355"/>
                    <a:pt x="720" y="355"/>
                  </a:cubicBezTo>
                  <a:cubicBezTo>
                    <a:pt x="722" y="355"/>
                    <a:pt x="722" y="355"/>
                    <a:pt x="722" y="355"/>
                  </a:cubicBezTo>
                  <a:cubicBezTo>
                    <a:pt x="723" y="355"/>
                    <a:pt x="723" y="355"/>
                    <a:pt x="723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4"/>
                    <a:pt x="726" y="354"/>
                    <a:pt x="726" y="354"/>
                  </a:cubicBezTo>
                  <a:cubicBezTo>
                    <a:pt x="730" y="354"/>
                    <a:pt x="730" y="354"/>
                    <a:pt x="730" y="354"/>
                  </a:cubicBezTo>
                  <a:cubicBezTo>
                    <a:pt x="727" y="352"/>
                    <a:pt x="727" y="352"/>
                    <a:pt x="727" y="352"/>
                  </a:cubicBezTo>
                  <a:cubicBezTo>
                    <a:pt x="725" y="351"/>
                    <a:pt x="725" y="351"/>
                    <a:pt x="725" y="351"/>
                  </a:cubicBezTo>
                  <a:cubicBezTo>
                    <a:pt x="726" y="349"/>
                    <a:pt x="726" y="349"/>
                    <a:pt x="726" y="349"/>
                  </a:cubicBezTo>
                  <a:cubicBezTo>
                    <a:pt x="724" y="348"/>
                    <a:pt x="724" y="348"/>
                    <a:pt x="724" y="348"/>
                  </a:cubicBezTo>
                  <a:cubicBezTo>
                    <a:pt x="722" y="349"/>
                    <a:pt x="722" y="349"/>
                    <a:pt x="722" y="349"/>
                  </a:cubicBezTo>
                  <a:cubicBezTo>
                    <a:pt x="721" y="350"/>
                    <a:pt x="721" y="350"/>
                    <a:pt x="721" y="350"/>
                  </a:cubicBezTo>
                  <a:cubicBezTo>
                    <a:pt x="720" y="349"/>
                    <a:pt x="720" y="349"/>
                    <a:pt x="720" y="349"/>
                  </a:cubicBezTo>
                  <a:cubicBezTo>
                    <a:pt x="719" y="349"/>
                    <a:pt x="719" y="349"/>
                    <a:pt x="719" y="349"/>
                  </a:cubicBezTo>
                  <a:cubicBezTo>
                    <a:pt x="719" y="346"/>
                    <a:pt x="719" y="346"/>
                    <a:pt x="719" y="346"/>
                  </a:cubicBezTo>
                  <a:cubicBezTo>
                    <a:pt x="720" y="344"/>
                    <a:pt x="720" y="344"/>
                    <a:pt x="720" y="344"/>
                  </a:cubicBezTo>
                  <a:cubicBezTo>
                    <a:pt x="718" y="345"/>
                    <a:pt x="718" y="345"/>
                    <a:pt x="718" y="345"/>
                  </a:cubicBezTo>
                  <a:cubicBezTo>
                    <a:pt x="717" y="345"/>
                    <a:pt x="717" y="345"/>
                    <a:pt x="717" y="345"/>
                  </a:cubicBezTo>
                  <a:cubicBezTo>
                    <a:pt x="716" y="345"/>
                    <a:pt x="716" y="345"/>
                    <a:pt x="716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3"/>
                    <a:pt x="715" y="343"/>
                    <a:pt x="715" y="343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1" y="343"/>
                    <a:pt x="711" y="343"/>
                    <a:pt x="711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2" y="342"/>
                    <a:pt x="712" y="342"/>
                    <a:pt x="712" y="342"/>
                  </a:cubicBezTo>
                  <a:cubicBezTo>
                    <a:pt x="711" y="340"/>
                    <a:pt x="711" y="340"/>
                    <a:pt x="711" y="340"/>
                  </a:cubicBezTo>
                  <a:cubicBezTo>
                    <a:pt x="711" y="339"/>
                    <a:pt x="711" y="339"/>
                    <a:pt x="711" y="339"/>
                  </a:cubicBezTo>
                  <a:cubicBezTo>
                    <a:pt x="710" y="338"/>
                    <a:pt x="710" y="338"/>
                    <a:pt x="710" y="338"/>
                  </a:cubicBezTo>
                  <a:cubicBezTo>
                    <a:pt x="709" y="340"/>
                    <a:pt x="709" y="340"/>
                    <a:pt x="709" y="340"/>
                  </a:cubicBezTo>
                  <a:cubicBezTo>
                    <a:pt x="709" y="337"/>
                    <a:pt x="709" y="337"/>
                    <a:pt x="709" y="337"/>
                  </a:cubicBezTo>
                  <a:cubicBezTo>
                    <a:pt x="708" y="337"/>
                    <a:pt x="708" y="337"/>
                    <a:pt x="708" y="337"/>
                  </a:cubicBezTo>
                  <a:cubicBezTo>
                    <a:pt x="707" y="337"/>
                    <a:pt x="707" y="337"/>
                    <a:pt x="707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5" y="335"/>
                    <a:pt x="705" y="335"/>
                    <a:pt x="705" y="335"/>
                  </a:cubicBezTo>
                  <a:cubicBezTo>
                    <a:pt x="705" y="333"/>
                    <a:pt x="705" y="333"/>
                    <a:pt x="705" y="333"/>
                  </a:cubicBezTo>
                  <a:cubicBezTo>
                    <a:pt x="704" y="333"/>
                    <a:pt x="704" y="333"/>
                    <a:pt x="704" y="333"/>
                  </a:cubicBezTo>
                  <a:cubicBezTo>
                    <a:pt x="703" y="333"/>
                    <a:pt x="703" y="333"/>
                    <a:pt x="703" y="333"/>
                  </a:cubicBezTo>
                  <a:cubicBezTo>
                    <a:pt x="703" y="332"/>
                    <a:pt x="703" y="332"/>
                    <a:pt x="703" y="332"/>
                  </a:cubicBezTo>
                  <a:cubicBezTo>
                    <a:pt x="702" y="331"/>
                    <a:pt x="702" y="331"/>
                    <a:pt x="702" y="331"/>
                  </a:cubicBezTo>
                  <a:cubicBezTo>
                    <a:pt x="701" y="330"/>
                    <a:pt x="701" y="330"/>
                    <a:pt x="701" y="330"/>
                  </a:cubicBezTo>
                  <a:cubicBezTo>
                    <a:pt x="701" y="329"/>
                    <a:pt x="701" y="329"/>
                    <a:pt x="701" y="329"/>
                  </a:cubicBezTo>
                  <a:cubicBezTo>
                    <a:pt x="702" y="330"/>
                    <a:pt x="702" y="330"/>
                    <a:pt x="702" y="330"/>
                  </a:cubicBezTo>
                  <a:cubicBezTo>
                    <a:pt x="705" y="329"/>
                    <a:pt x="705" y="329"/>
                    <a:pt x="705" y="329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706" y="326"/>
                    <a:pt x="706" y="326"/>
                    <a:pt x="706" y="326"/>
                  </a:cubicBezTo>
                  <a:cubicBezTo>
                    <a:pt x="708" y="326"/>
                    <a:pt x="708" y="326"/>
                    <a:pt x="708" y="326"/>
                  </a:cubicBezTo>
                  <a:cubicBezTo>
                    <a:pt x="708" y="324"/>
                    <a:pt x="708" y="324"/>
                    <a:pt x="708" y="324"/>
                  </a:cubicBezTo>
                  <a:cubicBezTo>
                    <a:pt x="706" y="322"/>
                    <a:pt x="706" y="322"/>
                    <a:pt x="706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6" y="320"/>
                    <a:pt x="706" y="320"/>
                    <a:pt x="706" y="320"/>
                  </a:cubicBezTo>
                  <a:cubicBezTo>
                    <a:pt x="705" y="319"/>
                    <a:pt x="705" y="319"/>
                    <a:pt x="705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5" y="318"/>
                    <a:pt x="705" y="318"/>
                    <a:pt x="705" y="318"/>
                  </a:cubicBezTo>
                  <a:cubicBezTo>
                    <a:pt x="705" y="315"/>
                    <a:pt x="705" y="315"/>
                    <a:pt x="705" y="315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1"/>
                    <a:pt x="703" y="311"/>
                    <a:pt x="703" y="311"/>
                  </a:cubicBezTo>
                  <a:cubicBezTo>
                    <a:pt x="701" y="310"/>
                    <a:pt x="701" y="310"/>
                    <a:pt x="701" y="310"/>
                  </a:cubicBezTo>
                  <a:cubicBezTo>
                    <a:pt x="700" y="311"/>
                    <a:pt x="700" y="311"/>
                    <a:pt x="700" y="311"/>
                  </a:cubicBezTo>
                  <a:cubicBezTo>
                    <a:pt x="698" y="311"/>
                    <a:pt x="698" y="311"/>
                    <a:pt x="698" y="311"/>
                  </a:cubicBezTo>
                  <a:cubicBezTo>
                    <a:pt x="699" y="310"/>
                    <a:pt x="699" y="310"/>
                    <a:pt x="699" y="310"/>
                  </a:cubicBezTo>
                  <a:cubicBezTo>
                    <a:pt x="700" y="310"/>
                    <a:pt x="700" y="310"/>
                    <a:pt x="700" y="310"/>
                  </a:cubicBezTo>
                  <a:cubicBezTo>
                    <a:pt x="702" y="309"/>
                    <a:pt x="702" y="309"/>
                    <a:pt x="702" y="309"/>
                  </a:cubicBezTo>
                  <a:cubicBezTo>
                    <a:pt x="702" y="308"/>
                    <a:pt x="702" y="308"/>
                    <a:pt x="702" y="308"/>
                  </a:cubicBezTo>
                  <a:cubicBezTo>
                    <a:pt x="703" y="307"/>
                    <a:pt x="703" y="307"/>
                    <a:pt x="703" y="307"/>
                  </a:cubicBezTo>
                  <a:cubicBezTo>
                    <a:pt x="702" y="306"/>
                    <a:pt x="702" y="306"/>
                    <a:pt x="702" y="306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698" y="307"/>
                    <a:pt x="698" y="307"/>
                    <a:pt x="698" y="307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702" y="305"/>
                    <a:pt x="702" y="305"/>
                    <a:pt x="702" y="305"/>
                  </a:cubicBezTo>
                  <a:cubicBezTo>
                    <a:pt x="702" y="302"/>
                    <a:pt x="702" y="302"/>
                    <a:pt x="702" y="302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1" y="302"/>
                    <a:pt x="701" y="302"/>
                    <a:pt x="701" y="302"/>
                  </a:cubicBezTo>
                  <a:cubicBezTo>
                    <a:pt x="701" y="300"/>
                    <a:pt x="701" y="300"/>
                    <a:pt x="701" y="300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700" y="297"/>
                    <a:pt x="700" y="297"/>
                    <a:pt x="700" y="297"/>
                  </a:cubicBezTo>
                  <a:cubicBezTo>
                    <a:pt x="699" y="297"/>
                    <a:pt x="699" y="297"/>
                    <a:pt x="699" y="297"/>
                  </a:cubicBezTo>
                  <a:cubicBezTo>
                    <a:pt x="699" y="295"/>
                    <a:pt x="699" y="295"/>
                    <a:pt x="699" y="295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8" y="295"/>
                    <a:pt x="698" y="295"/>
                    <a:pt x="698" y="295"/>
                  </a:cubicBezTo>
                  <a:cubicBezTo>
                    <a:pt x="698" y="293"/>
                    <a:pt x="698" y="293"/>
                    <a:pt x="698" y="293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8" y="290"/>
                    <a:pt x="698" y="290"/>
                    <a:pt x="698" y="290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6"/>
                    <a:pt x="697" y="286"/>
                    <a:pt x="697" y="286"/>
                  </a:cubicBezTo>
                  <a:cubicBezTo>
                    <a:pt x="696" y="286"/>
                    <a:pt x="696" y="286"/>
                    <a:pt x="696" y="286"/>
                  </a:cubicBezTo>
                  <a:cubicBezTo>
                    <a:pt x="697" y="285"/>
                    <a:pt x="697" y="285"/>
                    <a:pt x="697" y="285"/>
                  </a:cubicBezTo>
                  <a:cubicBezTo>
                    <a:pt x="696" y="284"/>
                    <a:pt x="696" y="284"/>
                    <a:pt x="696" y="284"/>
                  </a:cubicBezTo>
                  <a:cubicBezTo>
                    <a:pt x="696" y="283"/>
                    <a:pt x="696" y="283"/>
                    <a:pt x="696" y="283"/>
                  </a:cubicBezTo>
                  <a:cubicBezTo>
                    <a:pt x="698" y="283"/>
                    <a:pt x="698" y="283"/>
                    <a:pt x="698" y="283"/>
                  </a:cubicBezTo>
                  <a:cubicBezTo>
                    <a:pt x="697" y="282"/>
                    <a:pt x="697" y="282"/>
                    <a:pt x="697" y="282"/>
                  </a:cubicBezTo>
                  <a:cubicBezTo>
                    <a:pt x="697" y="281"/>
                    <a:pt x="697" y="281"/>
                    <a:pt x="697" y="281"/>
                  </a:cubicBezTo>
                  <a:cubicBezTo>
                    <a:pt x="696" y="280"/>
                    <a:pt x="696" y="280"/>
                    <a:pt x="696" y="280"/>
                  </a:cubicBezTo>
                  <a:cubicBezTo>
                    <a:pt x="694" y="281"/>
                    <a:pt x="694" y="281"/>
                    <a:pt x="694" y="281"/>
                  </a:cubicBezTo>
                  <a:cubicBezTo>
                    <a:pt x="692" y="283"/>
                    <a:pt x="692" y="283"/>
                    <a:pt x="692" y="283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5"/>
                    <a:pt x="692" y="285"/>
                    <a:pt x="692" y="285"/>
                  </a:cubicBezTo>
                  <a:cubicBezTo>
                    <a:pt x="690" y="287"/>
                    <a:pt x="690" y="287"/>
                    <a:pt x="690" y="287"/>
                  </a:cubicBezTo>
                  <a:cubicBezTo>
                    <a:pt x="690" y="288"/>
                    <a:pt x="690" y="288"/>
                    <a:pt x="690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8" y="289"/>
                    <a:pt x="688" y="289"/>
                    <a:pt x="688" y="289"/>
                  </a:cubicBezTo>
                  <a:cubicBezTo>
                    <a:pt x="687" y="291"/>
                    <a:pt x="687" y="291"/>
                    <a:pt x="687" y="291"/>
                  </a:cubicBezTo>
                  <a:cubicBezTo>
                    <a:pt x="687" y="293"/>
                    <a:pt x="687" y="293"/>
                    <a:pt x="687" y="293"/>
                  </a:cubicBezTo>
                  <a:cubicBezTo>
                    <a:pt x="686" y="294"/>
                    <a:pt x="686" y="294"/>
                    <a:pt x="686" y="294"/>
                  </a:cubicBezTo>
                  <a:cubicBezTo>
                    <a:pt x="685" y="295"/>
                    <a:pt x="685" y="295"/>
                    <a:pt x="685" y="295"/>
                  </a:cubicBezTo>
                  <a:cubicBezTo>
                    <a:pt x="684" y="296"/>
                    <a:pt x="684" y="296"/>
                    <a:pt x="684" y="296"/>
                  </a:cubicBezTo>
                  <a:cubicBezTo>
                    <a:pt x="684" y="298"/>
                    <a:pt x="684" y="298"/>
                    <a:pt x="684" y="298"/>
                  </a:cubicBezTo>
                  <a:cubicBezTo>
                    <a:pt x="683" y="298"/>
                    <a:pt x="683" y="298"/>
                    <a:pt x="683" y="298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1"/>
                    <a:pt x="681" y="301"/>
                    <a:pt x="681" y="301"/>
                  </a:cubicBezTo>
                  <a:cubicBezTo>
                    <a:pt x="680" y="300"/>
                    <a:pt x="680" y="300"/>
                    <a:pt x="680" y="300"/>
                  </a:cubicBezTo>
                  <a:cubicBezTo>
                    <a:pt x="677" y="301"/>
                    <a:pt x="677" y="301"/>
                    <a:pt x="677" y="301"/>
                  </a:cubicBezTo>
                  <a:cubicBezTo>
                    <a:pt x="676" y="303"/>
                    <a:pt x="676" y="303"/>
                    <a:pt x="676" y="303"/>
                  </a:cubicBezTo>
                  <a:cubicBezTo>
                    <a:pt x="676" y="304"/>
                    <a:pt x="676" y="304"/>
                    <a:pt x="676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3" y="304"/>
                    <a:pt x="673" y="304"/>
                    <a:pt x="673" y="304"/>
                  </a:cubicBezTo>
                  <a:cubicBezTo>
                    <a:pt x="672" y="305"/>
                    <a:pt x="672" y="305"/>
                    <a:pt x="672" y="305"/>
                  </a:cubicBezTo>
                  <a:cubicBezTo>
                    <a:pt x="670" y="305"/>
                    <a:pt x="670" y="305"/>
                    <a:pt x="670" y="305"/>
                  </a:cubicBezTo>
                  <a:cubicBezTo>
                    <a:pt x="668" y="307"/>
                    <a:pt x="668" y="307"/>
                    <a:pt x="668" y="307"/>
                  </a:cubicBezTo>
                  <a:cubicBezTo>
                    <a:pt x="668" y="305"/>
                    <a:pt x="668" y="305"/>
                    <a:pt x="668" y="305"/>
                  </a:cubicBezTo>
                  <a:cubicBezTo>
                    <a:pt x="669" y="303"/>
                    <a:pt x="669" y="303"/>
                    <a:pt x="669" y="303"/>
                  </a:cubicBezTo>
                  <a:cubicBezTo>
                    <a:pt x="667" y="302"/>
                    <a:pt x="667" y="302"/>
                    <a:pt x="667" y="302"/>
                  </a:cubicBezTo>
                  <a:cubicBezTo>
                    <a:pt x="666" y="304"/>
                    <a:pt x="666" y="304"/>
                    <a:pt x="666" y="304"/>
                  </a:cubicBezTo>
                  <a:cubicBezTo>
                    <a:pt x="666" y="303"/>
                    <a:pt x="666" y="303"/>
                    <a:pt x="666" y="303"/>
                  </a:cubicBezTo>
                  <a:cubicBezTo>
                    <a:pt x="666" y="301"/>
                    <a:pt x="666" y="301"/>
                    <a:pt x="666" y="301"/>
                  </a:cubicBezTo>
                  <a:cubicBezTo>
                    <a:pt x="665" y="299"/>
                    <a:pt x="665" y="299"/>
                    <a:pt x="665" y="299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4" y="297"/>
                    <a:pt x="664" y="297"/>
                    <a:pt x="664" y="297"/>
                  </a:cubicBezTo>
                  <a:cubicBezTo>
                    <a:pt x="662" y="297"/>
                    <a:pt x="662" y="297"/>
                    <a:pt x="662" y="297"/>
                  </a:cubicBezTo>
                  <a:cubicBezTo>
                    <a:pt x="662" y="296"/>
                    <a:pt x="662" y="296"/>
                    <a:pt x="662" y="296"/>
                  </a:cubicBezTo>
                  <a:cubicBezTo>
                    <a:pt x="663" y="295"/>
                    <a:pt x="663" y="295"/>
                    <a:pt x="663" y="295"/>
                  </a:cubicBezTo>
                  <a:cubicBezTo>
                    <a:pt x="661" y="292"/>
                    <a:pt x="661" y="292"/>
                    <a:pt x="661" y="292"/>
                  </a:cubicBezTo>
                  <a:cubicBezTo>
                    <a:pt x="661" y="293"/>
                    <a:pt x="661" y="293"/>
                    <a:pt x="661" y="293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2"/>
                    <a:pt x="660" y="292"/>
                    <a:pt x="660" y="292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2" y="289"/>
                    <a:pt x="662" y="289"/>
                    <a:pt x="662" y="289"/>
                  </a:cubicBezTo>
                  <a:cubicBezTo>
                    <a:pt x="662" y="286"/>
                    <a:pt x="662" y="286"/>
                    <a:pt x="662" y="286"/>
                  </a:cubicBezTo>
                  <a:cubicBezTo>
                    <a:pt x="660" y="285"/>
                    <a:pt x="660" y="285"/>
                    <a:pt x="660" y="285"/>
                  </a:cubicBezTo>
                  <a:cubicBezTo>
                    <a:pt x="661" y="285"/>
                    <a:pt x="661" y="285"/>
                    <a:pt x="661" y="285"/>
                  </a:cubicBezTo>
                  <a:cubicBezTo>
                    <a:pt x="661" y="283"/>
                    <a:pt x="661" y="283"/>
                    <a:pt x="661" y="283"/>
                  </a:cubicBezTo>
                  <a:cubicBezTo>
                    <a:pt x="662" y="285"/>
                    <a:pt x="662" y="285"/>
                    <a:pt x="662" y="285"/>
                  </a:cubicBezTo>
                  <a:cubicBezTo>
                    <a:pt x="663" y="282"/>
                    <a:pt x="663" y="282"/>
                    <a:pt x="663" y="282"/>
                  </a:cubicBezTo>
                  <a:cubicBezTo>
                    <a:pt x="663" y="278"/>
                    <a:pt x="663" y="278"/>
                    <a:pt x="663" y="278"/>
                  </a:cubicBezTo>
                  <a:cubicBezTo>
                    <a:pt x="664" y="277"/>
                    <a:pt x="664" y="277"/>
                    <a:pt x="664" y="277"/>
                  </a:cubicBezTo>
                  <a:cubicBezTo>
                    <a:pt x="666" y="276"/>
                    <a:pt x="666" y="276"/>
                    <a:pt x="666" y="276"/>
                  </a:cubicBezTo>
                  <a:cubicBezTo>
                    <a:pt x="667" y="273"/>
                    <a:pt x="667" y="273"/>
                    <a:pt x="667" y="273"/>
                  </a:cubicBezTo>
                  <a:cubicBezTo>
                    <a:pt x="666" y="270"/>
                    <a:pt x="666" y="270"/>
                    <a:pt x="666" y="270"/>
                  </a:cubicBezTo>
                  <a:cubicBezTo>
                    <a:pt x="664" y="270"/>
                    <a:pt x="664" y="270"/>
                    <a:pt x="664" y="270"/>
                  </a:cubicBezTo>
                  <a:cubicBezTo>
                    <a:pt x="664" y="273"/>
                    <a:pt x="664" y="273"/>
                    <a:pt x="664" y="273"/>
                  </a:cubicBezTo>
                  <a:cubicBezTo>
                    <a:pt x="663" y="274"/>
                    <a:pt x="663" y="274"/>
                    <a:pt x="663" y="274"/>
                  </a:cubicBezTo>
                  <a:cubicBezTo>
                    <a:pt x="663" y="273"/>
                    <a:pt x="663" y="273"/>
                    <a:pt x="663" y="273"/>
                  </a:cubicBezTo>
                  <a:cubicBezTo>
                    <a:pt x="663" y="270"/>
                    <a:pt x="663" y="270"/>
                    <a:pt x="663" y="270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59" y="270"/>
                    <a:pt x="659" y="270"/>
                    <a:pt x="659" y="270"/>
                  </a:cubicBezTo>
                  <a:cubicBezTo>
                    <a:pt x="658" y="269"/>
                    <a:pt x="658" y="269"/>
                    <a:pt x="658" y="269"/>
                  </a:cubicBezTo>
                  <a:cubicBezTo>
                    <a:pt x="657" y="270"/>
                    <a:pt x="657" y="270"/>
                    <a:pt x="657" y="270"/>
                  </a:cubicBezTo>
                  <a:cubicBezTo>
                    <a:pt x="655" y="268"/>
                    <a:pt x="655" y="268"/>
                    <a:pt x="655" y="268"/>
                  </a:cubicBezTo>
                  <a:cubicBezTo>
                    <a:pt x="654" y="268"/>
                    <a:pt x="654" y="268"/>
                    <a:pt x="654" y="268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3" y="266"/>
                    <a:pt x="653" y="266"/>
                    <a:pt x="653" y="266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5" y="265"/>
                    <a:pt x="655" y="265"/>
                    <a:pt x="655" y="265"/>
                  </a:cubicBezTo>
                  <a:cubicBezTo>
                    <a:pt x="653" y="262"/>
                    <a:pt x="653" y="262"/>
                    <a:pt x="653" y="262"/>
                  </a:cubicBezTo>
                  <a:cubicBezTo>
                    <a:pt x="652" y="263"/>
                    <a:pt x="652" y="263"/>
                    <a:pt x="652" y="263"/>
                  </a:cubicBezTo>
                  <a:cubicBezTo>
                    <a:pt x="651" y="261"/>
                    <a:pt x="651" y="261"/>
                    <a:pt x="651" y="261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50" y="258"/>
                    <a:pt x="650" y="258"/>
                    <a:pt x="650" y="258"/>
                  </a:cubicBezTo>
                  <a:cubicBezTo>
                    <a:pt x="650" y="255"/>
                    <a:pt x="650" y="255"/>
                    <a:pt x="650" y="255"/>
                  </a:cubicBezTo>
                  <a:cubicBezTo>
                    <a:pt x="648" y="255"/>
                    <a:pt x="648" y="255"/>
                    <a:pt x="648" y="255"/>
                  </a:cubicBezTo>
                  <a:cubicBezTo>
                    <a:pt x="647" y="254"/>
                    <a:pt x="647" y="254"/>
                    <a:pt x="647" y="254"/>
                  </a:cubicBezTo>
                  <a:cubicBezTo>
                    <a:pt x="647" y="253"/>
                    <a:pt x="647" y="253"/>
                    <a:pt x="647" y="253"/>
                  </a:cubicBezTo>
                  <a:cubicBezTo>
                    <a:pt x="644" y="250"/>
                    <a:pt x="644" y="250"/>
                    <a:pt x="644" y="250"/>
                  </a:cubicBezTo>
                  <a:cubicBezTo>
                    <a:pt x="641" y="251"/>
                    <a:pt x="641" y="251"/>
                    <a:pt x="641" y="251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6" y="252"/>
                    <a:pt x="636" y="252"/>
                    <a:pt x="636" y="252"/>
                  </a:cubicBezTo>
                  <a:cubicBezTo>
                    <a:pt x="635" y="251"/>
                    <a:pt x="635" y="251"/>
                    <a:pt x="635" y="251"/>
                  </a:cubicBezTo>
                  <a:cubicBezTo>
                    <a:pt x="633" y="251"/>
                    <a:pt x="633" y="251"/>
                    <a:pt x="633" y="251"/>
                  </a:cubicBezTo>
                  <a:cubicBezTo>
                    <a:pt x="632" y="252"/>
                    <a:pt x="632" y="252"/>
                    <a:pt x="632" y="252"/>
                  </a:cubicBezTo>
                  <a:cubicBezTo>
                    <a:pt x="632" y="250"/>
                    <a:pt x="632" y="250"/>
                    <a:pt x="632" y="250"/>
                  </a:cubicBezTo>
                  <a:cubicBezTo>
                    <a:pt x="630" y="250"/>
                    <a:pt x="630" y="250"/>
                    <a:pt x="630" y="250"/>
                  </a:cubicBezTo>
                  <a:cubicBezTo>
                    <a:pt x="624" y="247"/>
                    <a:pt x="624" y="247"/>
                    <a:pt x="624" y="247"/>
                  </a:cubicBezTo>
                  <a:cubicBezTo>
                    <a:pt x="622" y="247"/>
                    <a:pt x="622" y="247"/>
                    <a:pt x="622" y="247"/>
                  </a:cubicBezTo>
                  <a:cubicBezTo>
                    <a:pt x="621" y="246"/>
                    <a:pt x="621" y="246"/>
                    <a:pt x="621" y="246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20" y="247"/>
                    <a:pt x="620" y="247"/>
                  </a:cubicBezTo>
                  <a:cubicBezTo>
                    <a:pt x="620" y="246"/>
                    <a:pt x="620" y="246"/>
                    <a:pt x="620" y="246"/>
                  </a:cubicBezTo>
                  <a:cubicBezTo>
                    <a:pt x="617" y="245"/>
                    <a:pt x="617" y="245"/>
                    <a:pt x="617" y="245"/>
                  </a:cubicBezTo>
                  <a:cubicBezTo>
                    <a:pt x="616" y="246"/>
                    <a:pt x="616" y="246"/>
                    <a:pt x="616" y="246"/>
                  </a:cubicBezTo>
                  <a:cubicBezTo>
                    <a:pt x="617" y="247"/>
                    <a:pt x="617" y="247"/>
                    <a:pt x="617" y="247"/>
                  </a:cubicBezTo>
                  <a:cubicBezTo>
                    <a:pt x="618" y="247"/>
                    <a:pt x="618" y="247"/>
                    <a:pt x="618" y="247"/>
                  </a:cubicBezTo>
                  <a:cubicBezTo>
                    <a:pt x="617" y="248"/>
                    <a:pt x="617" y="248"/>
                    <a:pt x="617" y="248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6" y="248"/>
                    <a:pt x="616" y="248"/>
                    <a:pt x="616" y="248"/>
                  </a:cubicBezTo>
                  <a:cubicBezTo>
                    <a:pt x="614" y="249"/>
                    <a:pt x="614" y="249"/>
                    <a:pt x="614" y="249"/>
                  </a:cubicBezTo>
                  <a:cubicBezTo>
                    <a:pt x="614" y="251"/>
                    <a:pt x="614" y="251"/>
                    <a:pt x="614" y="251"/>
                  </a:cubicBezTo>
                  <a:cubicBezTo>
                    <a:pt x="613" y="253"/>
                    <a:pt x="613" y="253"/>
                    <a:pt x="613" y="253"/>
                  </a:cubicBezTo>
                  <a:cubicBezTo>
                    <a:pt x="613" y="257"/>
                    <a:pt x="613" y="257"/>
                    <a:pt x="613" y="257"/>
                  </a:cubicBezTo>
                  <a:cubicBezTo>
                    <a:pt x="614" y="258"/>
                    <a:pt x="614" y="258"/>
                    <a:pt x="614" y="258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6" y="259"/>
                    <a:pt x="616" y="259"/>
                    <a:pt x="616" y="259"/>
                  </a:cubicBezTo>
                  <a:cubicBezTo>
                    <a:pt x="616" y="260"/>
                    <a:pt x="616" y="260"/>
                    <a:pt x="616" y="260"/>
                  </a:cubicBezTo>
                  <a:cubicBezTo>
                    <a:pt x="616" y="261"/>
                    <a:pt x="616" y="261"/>
                    <a:pt x="616" y="261"/>
                  </a:cubicBezTo>
                  <a:cubicBezTo>
                    <a:pt x="614" y="261"/>
                    <a:pt x="614" y="261"/>
                    <a:pt x="614" y="261"/>
                  </a:cubicBezTo>
                  <a:cubicBezTo>
                    <a:pt x="614" y="263"/>
                    <a:pt x="614" y="263"/>
                    <a:pt x="614" y="263"/>
                  </a:cubicBezTo>
                  <a:cubicBezTo>
                    <a:pt x="612" y="265"/>
                    <a:pt x="612" y="265"/>
                    <a:pt x="612" y="265"/>
                  </a:cubicBezTo>
                  <a:cubicBezTo>
                    <a:pt x="609" y="268"/>
                    <a:pt x="609" y="268"/>
                    <a:pt x="609" y="268"/>
                  </a:cubicBezTo>
                  <a:cubicBezTo>
                    <a:pt x="609" y="270"/>
                    <a:pt x="609" y="270"/>
                    <a:pt x="609" y="270"/>
                  </a:cubicBezTo>
                  <a:cubicBezTo>
                    <a:pt x="610" y="270"/>
                    <a:pt x="610" y="270"/>
                    <a:pt x="610" y="270"/>
                  </a:cubicBezTo>
                  <a:cubicBezTo>
                    <a:pt x="612" y="270"/>
                    <a:pt x="612" y="270"/>
                    <a:pt x="612" y="270"/>
                  </a:cubicBezTo>
                  <a:cubicBezTo>
                    <a:pt x="611" y="272"/>
                    <a:pt x="611" y="272"/>
                    <a:pt x="611" y="272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0" y="275"/>
                    <a:pt x="610" y="275"/>
                    <a:pt x="610" y="275"/>
                  </a:cubicBezTo>
                  <a:cubicBezTo>
                    <a:pt x="611" y="276"/>
                    <a:pt x="611" y="276"/>
                    <a:pt x="611" y="276"/>
                  </a:cubicBezTo>
                  <a:cubicBezTo>
                    <a:pt x="611" y="277"/>
                    <a:pt x="611" y="277"/>
                    <a:pt x="611" y="277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9"/>
                    <a:pt x="610" y="279"/>
                    <a:pt x="610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3" y="280"/>
                    <a:pt x="613" y="280"/>
                    <a:pt x="613" y="280"/>
                  </a:cubicBezTo>
                  <a:cubicBezTo>
                    <a:pt x="611" y="282"/>
                    <a:pt x="611" y="282"/>
                    <a:pt x="611" y="282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9" y="284"/>
                    <a:pt x="609" y="284"/>
                    <a:pt x="609" y="284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7" y="283"/>
                    <a:pt x="607" y="283"/>
                    <a:pt x="607" y="283"/>
                  </a:cubicBezTo>
                  <a:cubicBezTo>
                    <a:pt x="606" y="285"/>
                    <a:pt x="606" y="285"/>
                    <a:pt x="606" y="285"/>
                  </a:cubicBezTo>
                  <a:cubicBezTo>
                    <a:pt x="606" y="286"/>
                    <a:pt x="606" y="286"/>
                    <a:pt x="606" y="286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8"/>
                    <a:pt x="606" y="288"/>
                    <a:pt x="606" y="288"/>
                  </a:cubicBezTo>
                  <a:cubicBezTo>
                    <a:pt x="604" y="288"/>
                    <a:pt x="604" y="288"/>
                    <a:pt x="604" y="288"/>
                  </a:cubicBezTo>
                  <a:cubicBezTo>
                    <a:pt x="600" y="292"/>
                    <a:pt x="600" y="292"/>
                    <a:pt x="600" y="292"/>
                  </a:cubicBezTo>
                  <a:cubicBezTo>
                    <a:pt x="599" y="293"/>
                    <a:pt x="599" y="293"/>
                    <a:pt x="599" y="293"/>
                  </a:cubicBezTo>
                  <a:cubicBezTo>
                    <a:pt x="598" y="296"/>
                    <a:pt x="598" y="296"/>
                    <a:pt x="598" y="296"/>
                  </a:cubicBezTo>
                  <a:cubicBezTo>
                    <a:pt x="598" y="298"/>
                    <a:pt x="598" y="298"/>
                    <a:pt x="598" y="298"/>
                  </a:cubicBezTo>
                  <a:cubicBezTo>
                    <a:pt x="600" y="298"/>
                    <a:pt x="600" y="298"/>
                    <a:pt x="600" y="298"/>
                  </a:cubicBezTo>
                  <a:cubicBezTo>
                    <a:pt x="600" y="299"/>
                    <a:pt x="600" y="299"/>
                    <a:pt x="600" y="299"/>
                  </a:cubicBezTo>
                  <a:cubicBezTo>
                    <a:pt x="602" y="301"/>
                    <a:pt x="602" y="301"/>
                    <a:pt x="602" y="301"/>
                  </a:cubicBezTo>
                  <a:cubicBezTo>
                    <a:pt x="604" y="304"/>
                    <a:pt x="604" y="304"/>
                    <a:pt x="604" y="304"/>
                  </a:cubicBezTo>
                  <a:cubicBezTo>
                    <a:pt x="605" y="307"/>
                    <a:pt x="605" y="307"/>
                    <a:pt x="605" y="307"/>
                  </a:cubicBezTo>
                  <a:cubicBezTo>
                    <a:pt x="604" y="312"/>
                    <a:pt x="604" y="312"/>
                    <a:pt x="604" y="312"/>
                  </a:cubicBezTo>
                  <a:cubicBezTo>
                    <a:pt x="606" y="314"/>
                    <a:pt x="606" y="314"/>
                    <a:pt x="606" y="314"/>
                  </a:cubicBezTo>
                  <a:cubicBezTo>
                    <a:pt x="605" y="316"/>
                    <a:pt x="605" y="316"/>
                    <a:pt x="605" y="316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3" y="322"/>
                    <a:pt x="603" y="322"/>
                    <a:pt x="603" y="322"/>
                  </a:cubicBezTo>
                  <a:cubicBezTo>
                    <a:pt x="603" y="325"/>
                    <a:pt x="603" y="325"/>
                    <a:pt x="603" y="325"/>
                  </a:cubicBezTo>
                  <a:cubicBezTo>
                    <a:pt x="605" y="325"/>
                    <a:pt x="605" y="325"/>
                    <a:pt x="605" y="325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6" y="325"/>
                    <a:pt x="606" y="325"/>
                    <a:pt x="606" y="325"/>
                  </a:cubicBezTo>
                  <a:cubicBezTo>
                    <a:pt x="605" y="326"/>
                    <a:pt x="605" y="326"/>
                    <a:pt x="605" y="326"/>
                  </a:cubicBezTo>
                  <a:cubicBezTo>
                    <a:pt x="604" y="326"/>
                    <a:pt x="604" y="326"/>
                    <a:pt x="604" y="326"/>
                  </a:cubicBezTo>
                  <a:cubicBezTo>
                    <a:pt x="604" y="325"/>
                    <a:pt x="604" y="325"/>
                    <a:pt x="604" y="325"/>
                  </a:cubicBezTo>
                  <a:cubicBezTo>
                    <a:pt x="602" y="325"/>
                    <a:pt x="602" y="325"/>
                    <a:pt x="602" y="325"/>
                  </a:cubicBezTo>
                  <a:cubicBezTo>
                    <a:pt x="600" y="329"/>
                    <a:pt x="600" y="329"/>
                    <a:pt x="600" y="329"/>
                  </a:cubicBezTo>
                  <a:cubicBezTo>
                    <a:pt x="598" y="329"/>
                    <a:pt x="598" y="329"/>
                    <a:pt x="598" y="329"/>
                  </a:cubicBezTo>
                  <a:cubicBezTo>
                    <a:pt x="598" y="331"/>
                    <a:pt x="598" y="331"/>
                    <a:pt x="598" y="331"/>
                  </a:cubicBezTo>
                  <a:cubicBezTo>
                    <a:pt x="595" y="332"/>
                    <a:pt x="595" y="332"/>
                    <a:pt x="595" y="332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89" y="335"/>
                    <a:pt x="589" y="335"/>
                    <a:pt x="589" y="335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4" y="337"/>
                    <a:pt x="584" y="337"/>
                    <a:pt x="584" y="337"/>
                  </a:cubicBezTo>
                  <a:cubicBezTo>
                    <a:pt x="582" y="338"/>
                    <a:pt x="582" y="338"/>
                    <a:pt x="582" y="338"/>
                  </a:cubicBezTo>
                  <a:cubicBezTo>
                    <a:pt x="580" y="339"/>
                    <a:pt x="580" y="339"/>
                    <a:pt x="580" y="339"/>
                  </a:cubicBezTo>
                  <a:cubicBezTo>
                    <a:pt x="577" y="340"/>
                    <a:pt x="577" y="340"/>
                    <a:pt x="577" y="340"/>
                  </a:cubicBezTo>
                  <a:cubicBezTo>
                    <a:pt x="578" y="341"/>
                    <a:pt x="578" y="341"/>
                    <a:pt x="578" y="341"/>
                  </a:cubicBezTo>
                  <a:cubicBezTo>
                    <a:pt x="578" y="342"/>
                    <a:pt x="578" y="342"/>
                    <a:pt x="578" y="342"/>
                  </a:cubicBezTo>
                  <a:cubicBezTo>
                    <a:pt x="578" y="344"/>
                    <a:pt x="578" y="344"/>
                    <a:pt x="578" y="344"/>
                  </a:cubicBezTo>
                  <a:cubicBezTo>
                    <a:pt x="578" y="345"/>
                    <a:pt x="578" y="345"/>
                    <a:pt x="578" y="345"/>
                  </a:cubicBezTo>
                  <a:cubicBezTo>
                    <a:pt x="579" y="346"/>
                    <a:pt x="579" y="346"/>
                    <a:pt x="579" y="346"/>
                  </a:cubicBezTo>
                  <a:cubicBezTo>
                    <a:pt x="578" y="346"/>
                    <a:pt x="578" y="346"/>
                    <a:pt x="578" y="346"/>
                  </a:cubicBezTo>
                  <a:cubicBezTo>
                    <a:pt x="579" y="348"/>
                    <a:pt x="579" y="348"/>
                    <a:pt x="579" y="348"/>
                  </a:cubicBezTo>
                  <a:cubicBezTo>
                    <a:pt x="578" y="348"/>
                    <a:pt x="578" y="348"/>
                    <a:pt x="578" y="348"/>
                  </a:cubicBezTo>
                  <a:cubicBezTo>
                    <a:pt x="579" y="349"/>
                    <a:pt x="579" y="349"/>
                    <a:pt x="579" y="349"/>
                  </a:cubicBezTo>
                  <a:cubicBezTo>
                    <a:pt x="578" y="349"/>
                    <a:pt x="578" y="349"/>
                    <a:pt x="578" y="349"/>
                  </a:cubicBezTo>
                  <a:cubicBezTo>
                    <a:pt x="579" y="351"/>
                    <a:pt x="579" y="351"/>
                    <a:pt x="579" y="351"/>
                  </a:cubicBezTo>
                  <a:cubicBezTo>
                    <a:pt x="578" y="352"/>
                    <a:pt x="578" y="352"/>
                    <a:pt x="578" y="352"/>
                  </a:cubicBezTo>
                  <a:cubicBezTo>
                    <a:pt x="578" y="354"/>
                    <a:pt x="578" y="354"/>
                    <a:pt x="578" y="354"/>
                  </a:cubicBezTo>
                  <a:cubicBezTo>
                    <a:pt x="578" y="356"/>
                    <a:pt x="578" y="356"/>
                    <a:pt x="578" y="356"/>
                  </a:cubicBezTo>
                  <a:cubicBezTo>
                    <a:pt x="577" y="359"/>
                    <a:pt x="577" y="359"/>
                    <a:pt x="577" y="359"/>
                  </a:cubicBezTo>
                  <a:cubicBezTo>
                    <a:pt x="577" y="361"/>
                    <a:pt x="577" y="361"/>
                    <a:pt x="577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2"/>
                    <a:pt x="578" y="362"/>
                    <a:pt x="578" y="362"/>
                  </a:cubicBezTo>
                  <a:cubicBezTo>
                    <a:pt x="577" y="363"/>
                    <a:pt x="577" y="363"/>
                    <a:pt x="577" y="363"/>
                  </a:cubicBezTo>
                  <a:cubicBezTo>
                    <a:pt x="577" y="366"/>
                    <a:pt x="577" y="366"/>
                    <a:pt x="577" y="366"/>
                  </a:cubicBezTo>
                  <a:cubicBezTo>
                    <a:pt x="578" y="366"/>
                    <a:pt x="578" y="366"/>
                    <a:pt x="578" y="366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7" y="370"/>
                    <a:pt x="577" y="370"/>
                    <a:pt x="577" y="370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5" y="371"/>
                    <a:pt x="575" y="371"/>
                    <a:pt x="575" y="371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5"/>
                    <a:pt x="575" y="375"/>
                    <a:pt x="575" y="375"/>
                  </a:cubicBezTo>
                  <a:cubicBezTo>
                    <a:pt x="574" y="377"/>
                    <a:pt x="574" y="377"/>
                    <a:pt x="574" y="377"/>
                  </a:cubicBezTo>
                  <a:cubicBezTo>
                    <a:pt x="574" y="375"/>
                    <a:pt x="574" y="375"/>
                    <a:pt x="574" y="375"/>
                  </a:cubicBezTo>
                  <a:cubicBezTo>
                    <a:pt x="573" y="375"/>
                    <a:pt x="573" y="375"/>
                    <a:pt x="573" y="375"/>
                  </a:cubicBezTo>
                  <a:cubicBezTo>
                    <a:pt x="573" y="374"/>
                    <a:pt x="573" y="374"/>
                    <a:pt x="573" y="374"/>
                  </a:cubicBezTo>
                  <a:cubicBezTo>
                    <a:pt x="574" y="373"/>
                    <a:pt x="574" y="373"/>
                    <a:pt x="574" y="373"/>
                  </a:cubicBezTo>
                  <a:cubicBezTo>
                    <a:pt x="572" y="373"/>
                    <a:pt x="572" y="373"/>
                    <a:pt x="572" y="373"/>
                  </a:cubicBezTo>
                  <a:cubicBezTo>
                    <a:pt x="569" y="376"/>
                    <a:pt x="569" y="376"/>
                    <a:pt x="569" y="376"/>
                  </a:cubicBezTo>
                  <a:cubicBezTo>
                    <a:pt x="569" y="377"/>
                    <a:pt x="569" y="377"/>
                    <a:pt x="569" y="377"/>
                  </a:cubicBezTo>
                  <a:cubicBezTo>
                    <a:pt x="569" y="378"/>
                    <a:pt x="569" y="378"/>
                    <a:pt x="569" y="378"/>
                  </a:cubicBezTo>
                  <a:cubicBezTo>
                    <a:pt x="568" y="378"/>
                    <a:pt x="568" y="378"/>
                    <a:pt x="568" y="378"/>
                  </a:cubicBezTo>
                  <a:cubicBezTo>
                    <a:pt x="567" y="377"/>
                    <a:pt x="567" y="377"/>
                    <a:pt x="567" y="377"/>
                  </a:cubicBezTo>
                  <a:cubicBezTo>
                    <a:pt x="565" y="376"/>
                    <a:pt x="565" y="376"/>
                    <a:pt x="565" y="376"/>
                  </a:cubicBezTo>
                  <a:cubicBezTo>
                    <a:pt x="564" y="376"/>
                    <a:pt x="564" y="376"/>
                    <a:pt x="564" y="376"/>
                  </a:cubicBezTo>
                  <a:cubicBezTo>
                    <a:pt x="565" y="375"/>
                    <a:pt x="565" y="375"/>
                    <a:pt x="565" y="375"/>
                  </a:cubicBezTo>
                  <a:cubicBezTo>
                    <a:pt x="564" y="374"/>
                    <a:pt x="564" y="374"/>
                    <a:pt x="564" y="374"/>
                  </a:cubicBezTo>
                  <a:cubicBezTo>
                    <a:pt x="564" y="371"/>
                    <a:pt x="564" y="371"/>
                    <a:pt x="564" y="371"/>
                  </a:cubicBezTo>
                  <a:cubicBezTo>
                    <a:pt x="563" y="370"/>
                    <a:pt x="563" y="370"/>
                    <a:pt x="563" y="370"/>
                  </a:cubicBezTo>
                  <a:cubicBezTo>
                    <a:pt x="563" y="369"/>
                    <a:pt x="563" y="369"/>
                    <a:pt x="563" y="369"/>
                  </a:cubicBezTo>
                  <a:cubicBezTo>
                    <a:pt x="562" y="369"/>
                    <a:pt x="562" y="369"/>
                    <a:pt x="562" y="369"/>
                  </a:cubicBezTo>
                  <a:cubicBezTo>
                    <a:pt x="561" y="368"/>
                    <a:pt x="561" y="368"/>
                    <a:pt x="561" y="368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59" y="366"/>
                    <a:pt x="559" y="366"/>
                    <a:pt x="559" y="366"/>
                  </a:cubicBezTo>
                  <a:cubicBezTo>
                    <a:pt x="560" y="365"/>
                    <a:pt x="560" y="365"/>
                    <a:pt x="560" y="365"/>
                  </a:cubicBezTo>
                  <a:cubicBezTo>
                    <a:pt x="559" y="363"/>
                    <a:pt x="559" y="363"/>
                    <a:pt x="559" y="363"/>
                  </a:cubicBezTo>
                  <a:cubicBezTo>
                    <a:pt x="558" y="363"/>
                    <a:pt x="558" y="363"/>
                    <a:pt x="558" y="363"/>
                  </a:cubicBezTo>
                  <a:cubicBezTo>
                    <a:pt x="558" y="361"/>
                    <a:pt x="558" y="361"/>
                    <a:pt x="558" y="361"/>
                  </a:cubicBezTo>
                  <a:cubicBezTo>
                    <a:pt x="556" y="360"/>
                    <a:pt x="556" y="360"/>
                    <a:pt x="556" y="360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556" y="357"/>
                    <a:pt x="556" y="357"/>
                    <a:pt x="556" y="357"/>
                  </a:cubicBezTo>
                  <a:cubicBezTo>
                    <a:pt x="558" y="355"/>
                    <a:pt x="558" y="355"/>
                    <a:pt x="558" y="355"/>
                  </a:cubicBezTo>
                  <a:cubicBezTo>
                    <a:pt x="558" y="353"/>
                    <a:pt x="558" y="353"/>
                    <a:pt x="558" y="353"/>
                  </a:cubicBezTo>
                  <a:cubicBezTo>
                    <a:pt x="558" y="352"/>
                    <a:pt x="558" y="352"/>
                    <a:pt x="558" y="352"/>
                  </a:cubicBezTo>
                  <a:cubicBezTo>
                    <a:pt x="560" y="349"/>
                    <a:pt x="560" y="349"/>
                    <a:pt x="560" y="349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4"/>
                    <a:pt x="560" y="344"/>
                    <a:pt x="560" y="344"/>
                  </a:cubicBezTo>
                  <a:cubicBezTo>
                    <a:pt x="561" y="342"/>
                    <a:pt x="561" y="342"/>
                    <a:pt x="561" y="342"/>
                  </a:cubicBezTo>
                  <a:cubicBezTo>
                    <a:pt x="562" y="341"/>
                    <a:pt x="562" y="341"/>
                    <a:pt x="562" y="341"/>
                  </a:cubicBezTo>
                  <a:cubicBezTo>
                    <a:pt x="562" y="339"/>
                    <a:pt x="562" y="339"/>
                    <a:pt x="562" y="339"/>
                  </a:cubicBezTo>
                  <a:cubicBezTo>
                    <a:pt x="564" y="336"/>
                    <a:pt x="564" y="336"/>
                    <a:pt x="564" y="336"/>
                  </a:cubicBezTo>
                  <a:cubicBezTo>
                    <a:pt x="563" y="333"/>
                    <a:pt x="563" y="333"/>
                    <a:pt x="563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1" y="333"/>
                    <a:pt x="561" y="333"/>
                    <a:pt x="561" y="333"/>
                  </a:cubicBezTo>
                  <a:cubicBezTo>
                    <a:pt x="559" y="333"/>
                    <a:pt x="559" y="333"/>
                    <a:pt x="559" y="333"/>
                  </a:cubicBezTo>
                  <a:cubicBezTo>
                    <a:pt x="556" y="333"/>
                    <a:pt x="556" y="333"/>
                    <a:pt x="556" y="333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3" y="331"/>
                    <a:pt x="553" y="331"/>
                    <a:pt x="553" y="331"/>
                  </a:cubicBezTo>
                  <a:cubicBezTo>
                    <a:pt x="549" y="331"/>
                    <a:pt x="549" y="331"/>
                    <a:pt x="549" y="331"/>
                  </a:cubicBezTo>
                  <a:cubicBezTo>
                    <a:pt x="548" y="332"/>
                    <a:pt x="548" y="332"/>
                    <a:pt x="548" y="332"/>
                  </a:cubicBezTo>
                  <a:cubicBezTo>
                    <a:pt x="547" y="331"/>
                    <a:pt x="547" y="331"/>
                    <a:pt x="547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3" y="329"/>
                    <a:pt x="543" y="329"/>
                    <a:pt x="543" y="329"/>
                  </a:cubicBezTo>
                  <a:cubicBezTo>
                    <a:pt x="543" y="328"/>
                    <a:pt x="543" y="328"/>
                    <a:pt x="543" y="328"/>
                  </a:cubicBezTo>
                  <a:cubicBezTo>
                    <a:pt x="540" y="325"/>
                    <a:pt x="540" y="325"/>
                    <a:pt x="540" y="325"/>
                  </a:cubicBezTo>
                  <a:cubicBezTo>
                    <a:pt x="539" y="325"/>
                    <a:pt x="539" y="325"/>
                    <a:pt x="539" y="325"/>
                  </a:cubicBezTo>
                  <a:cubicBezTo>
                    <a:pt x="537" y="323"/>
                    <a:pt x="537" y="323"/>
                    <a:pt x="537" y="323"/>
                  </a:cubicBezTo>
                  <a:cubicBezTo>
                    <a:pt x="536" y="323"/>
                    <a:pt x="536" y="323"/>
                    <a:pt x="536" y="323"/>
                  </a:cubicBezTo>
                  <a:cubicBezTo>
                    <a:pt x="533" y="321"/>
                    <a:pt x="533" y="321"/>
                    <a:pt x="533" y="321"/>
                  </a:cubicBezTo>
                  <a:cubicBezTo>
                    <a:pt x="532" y="320"/>
                    <a:pt x="532" y="320"/>
                    <a:pt x="532" y="320"/>
                  </a:cubicBezTo>
                  <a:cubicBezTo>
                    <a:pt x="531" y="320"/>
                    <a:pt x="531" y="320"/>
                    <a:pt x="531" y="320"/>
                  </a:cubicBezTo>
                  <a:cubicBezTo>
                    <a:pt x="530" y="318"/>
                    <a:pt x="530" y="318"/>
                    <a:pt x="530" y="318"/>
                  </a:cubicBezTo>
                  <a:cubicBezTo>
                    <a:pt x="529" y="317"/>
                    <a:pt x="529" y="317"/>
                    <a:pt x="529" y="317"/>
                  </a:cubicBezTo>
                  <a:cubicBezTo>
                    <a:pt x="529" y="315"/>
                    <a:pt x="529" y="315"/>
                    <a:pt x="529" y="315"/>
                  </a:cubicBezTo>
                  <a:cubicBezTo>
                    <a:pt x="528" y="315"/>
                    <a:pt x="528" y="315"/>
                    <a:pt x="528" y="315"/>
                  </a:cubicBezTo>
                  <a:cubicBezTo>
                    <a:pt x="527" y="312"/>
                    <a:pt x="527" y="312"/>
                    <a:pt x="527" y="312"/>
                  </a:cubicBezTo>
                  <a:cubicBezTo>
                    <a:pt x="525" y="312"/>
                    <a:pt x="525" y="312"/>
                    <a:pt x="525" y="312"/>
                  </a:cubicBezTo>
                  <a:cubicBezTo>
                    <a:pt x="523" y="310"/>
                    <a:pt x="523" y="310"/>
                    <a:pt x="523" y="310"/>
                  </a:cubicBezTo>
                  <a:cubicBezTo>
                    <a:pt x="522" y="309"/>
                    <a:pt x="522" y="309"/>
                    <a:pt x="522" y="309"/>
                  </a:cubicBezTo>
                  <a:cubicBezTo>
                    <a:pt x="521" y="309"/>
                    <a:pt x="521" y="309"/>
                    <a:pt x="521" y="309"/>
                  </a:cubicBezTo>
                  <a:cubicBezTo>
                    <a:pt x="518" y="308"/>
                    <a:pt x="518" y="308"/>
                    <a:pt x="518" y="308"/>
                  </a:cubicBezTo>
                  <a:cubicBezTo>
                    <a:pt x="515" y="306"/>
                    <a:pt x="515" y="306"/>
                    <a:pt x="515" y="306"/>
                  </a:cubicBezTo>
                  <a:cubicBezTo>
                    <a:pt x="512" y="303"/>
                    <a:pt x="512" y="303"/>
                    <a:pt x="512" y="303"/>
                  </a:cubicBezTo>
                  <a:cubicBezTo>
                    <a:pt x="509" y="304"/>
                    <a:pt x="509" y="304"/>
                    <a:pt x="509" y="304"/>
                  </a:cubicBezTo>
                  <a:cubicBezTo>
                    <a:pt x="499" y="307"/>
                    <a:pt x="499" y="307"/>
                    <a:pt x="499" y="307"/>
                  </a:cubicBezTo>
                  <a:cubicBezTo>
                    <a:pt x="503" y="303"/>
                    <a:pt x="503" y="303"/>
                    <a:pt x="503" y="303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504" y="298"/>
                    <a:pt x="504" y="298"/>
                    <a:pt x="504" y="298"/>
                  </a:cubicBezTo>
                  <a:cubicBezTo>
                    <a:pt x="503" y="297"/>
                    <a:pt x="503" y="297"/>
                    <a:pt x="503" y="297"/>
                  </a:cubicBezTo>
                  <a:cubicBezTo>
                    <a:pt x="504" y="294"/>
                    <a:pt x="504" y="294"/>
                    <a:pt x="504" y="294"/>
                  </a:cubicBezTo>
                  <a:cubicBezTo>
                    <a:pt x="504" y="291"/>
                    <a:pt x="504" y="291"/>
                    <a:pt x="504" y="291"/>
                  </a:cubicBezTo>
                  <a:cubicBezTo>
                    <a:pt x="503" y="289"/>
                    <a:pt x="503" y="289"/>
                    <a:pt x="503" y="289"/>
                  </a:cubicBezTo>
                  <a:cubicBezTo>
                    <a:pt x="503" y="287"/>
                    <a:pt x="503" y="287"/>
                    <a:pt x="503" y="287"/>
                  </a:cubicBezTo>
                  <a:cubicBezTo>
                    <a:pt x="503" y="286"/>
                    <a:pt x="503" y="286"/>
                    <a:pt x="503" y="286"/>
                  </a:cubicBezTo>
                  <a:cubicBezTo>
                    <a:pt x="504" y="284"/>
                    <a:pt x="504" y="284"/>
                    <a:pt x="504" y="284"/>
                  </a:cubicBezTo>
                  <a:cubicBezTo>
                    <a:pt x="502" y="283"/>
                    <a:pt x="502" y="283"/>
                    <a:pt x="502" y="283"/>
                  </a:cubicBezTo>
                  <a:cubicBezTo>
                    <a:pt x="497" y="283"/>
                    <a:pt x="497" y="283"/>
                    <a:pt x="497" y="283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5" y="284"/>
                    <a:pt x="495" y="284"/>
                    <a:pt x="495" y="284"/>
                  </a:cubicBezTo>
                  <a:cubicBezTo>
                    <a:pt x="495" y="283"/>
                    <a:pt x="495" y="283"/>
                    <a:pt x="495" y="283"/>
                  </a:cubicBezTo>
                  <a:cubicBezTo>
                    <a:pt x="495" y="282"/>
                    <a:pt x="495" y="282"/>
                    <a:pt x="495" y="282"/>
                  </a:cubicBezTo>
                  <a:cubicBezTo>
                    <a:pt x="495" y="281"/>
                    <a:pt x="495" y="281"/>
                    <a:pt x="495" y="281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4" y="279"/>
                    <a:pt x="494" y="279"/>
                    <a:pt x="494" y="279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6" y="277"/>
                    <a:pt x="496" y="277"/>
                    <a:pt x="496" y="277"/>
                  </a:cubicBezTo>
                  <a:cubicBezTo>
                    <a:pt x="497" y="275"/>
                    <a:pt x="497" y="275"/>
                    <a:pt x="497" y="275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69"/>
                    <a:pt x="497" y="269"/>
                    <a:pt x="497" y="269"/>
                  </a:cubicBezTo>
                  <a:cubicBezTo>
                    <a:pt x="499" y="269"/>
                    <a:pt x="499" y="269"/>
                    <a:pt x="499" y="269"/>
                  </a:cubicBezTo>
                  <a:cubicBezTo>
                    <a:pt x="499" y="267"/>
                    <a:pt x="499" y="267"/>
                    <a:pt x="499" y="267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1" y="263"/>
                    <a:pt x="501" y="263"/>
                    <a:pt x="501" y="263"/>
                  </a:cubicBezTo>
                  <a:cubicBezTo>
                    <a:pt x="502" y="261"/>
                    <a:pt x="502" y="261"/>
                    <a:pt x="502" y="261"/>
                  </a:cubicBezTo>
                  <a:cubicBezTo>
                    <a:pt x="502" y="260"/>
                    <a:pt x="502" y="260"/>
                    <a:pt x="502" y="260"/>
                  </a:cubicBezTo>
                  <a:cubicBezTo>
                    <a:pt x="503" y="260"/>
                    <a:pt x="503" y="260"/>
                    <a:pt x="503" y="260"/>
                  </a:cubicBezTo>
                  <a:cubicBezTo>
                    <a:pt x="505" y="259"/>
                    <a:pt x="505" y="259"/>
                    <a:pt x="505" y="259"/>
                  </a:cubicBezTo>
                  <a:cubicBezTo>
                    <a:pt x="505" y="258"/>
                    <a:pt x="505" y="258"/>
                    <a:pt x="505" y="258"/>
                  </a:cubicBezTo>
                  <a:cubicBezTo>
                    <a:pt x="506" y="257"/>
                    <a:pt x="506" y="257"/>
                    <a:pt x="506" y="257"/>
                  </a:cubicBezTo>
                  <a:cubicBezTo>
                    <a:pt x="508" y="255"/>
                    <a:pt x="508" y="255"/>
                    <a:pt x="508" y="255"/>
                  </a:cubicBezTo>
                  <a:cubicBezTo>
                    <a:pt x="510" y="254"/>
                    <a:pt x="510" y="254"/>
                    <a:pt x="510" y="254"/>
                  </a:cubicBezTo>
                  <a:cubicBezTo>
                    <a:pt x="510" y="253"/>
                    <a:pt x="510" y="253"/>
                    <a:pt x="510" y="253"/>
                  </a:cubicBezTo>
                  <a:cubicBezTo>
                    <a:pt x="510" y="252"/>
                    <a:pt x="510" y="252"/>
                    <a:pt x="510" y="252"/>
                  </a:cubicBezTo>
                  <a:cubicBezTo>
                    <a:pt x="511" y="252"/>
                    <a:pt x="511" y="252"/>
                    <a:pt x="511" y="252"/>
                  </a:cubicBezTo>
                  <a:cubicBezTo>
                    <a:pt x="512" y="251"/>
                    <a:pt x="512" y="251"/>
                    <a:pt x="512" y="251"/>
                  </a:cubicBezTo>
                  <a:cubicBezTo>
                    <a:pt x="511" y="250"/>
                    <a:pt x="511" y="250"/>
                    <a:pt x="511" y="250"/>
                  </a:cubicBezTo>
                  <a:cubicBezTo>
                    <a:pt x="513" y="249"/>
                    <a:pt x="513" y="249"/>
                    <a:pt x="513" y="249"/>
                  </a:cubicBezTo>
                  <a:cubicBezTo>
                    <a:pt x="514" y="247"/>
                    <a:pt x="514" y="247"/>
                    <a:pt x="514" y="247"/>
                  </a:cubicBezTo>
                  <a:cubicBezTo>
                    <a:pt x="515" y="248"/>
                    <a:pt x="515" y="248"/>
                    <a:pt x="515" y="248"/>
                  </a:cubicBezTo>
                  <a:cubicBezTo>
                    <a:pt x="515" y="246"/>
                    <a:pt x="515" y="246"/>
                    <a:pt x="515" y="246"/>
                  </a:cubicBezTo>
                  <a:cubicBezTo>
                    <a:pt x="516" y="245"/>
                    <a:pt x="516" y="245"/>
                    <a:pt x="516" y="245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3"/>
                    <a:pt x="515" y="243"/>
                    <a:pt x="515" y="243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7" y="245"/>
                    <a:pt x="517" y="245"/>
                    <a:pt x="517" y="245"/>
                  </a:cubicBezTo>
                  <a:cubicBezTo>
                    <a:pt x="517" y="246"/>
                    <a:pt x="517" y="246"/>
                    <a:pt x="517" y="246"/>
                  </a:cubicBezTo>
                  <a:cubicBezTo>
                    <a:pt x="519" y="245"/>
                    <a:pt x="519" y="245"/>
                    <a:pt x="519" y="245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9" y="242"/>
                    <a:pt x="519" y="242"/>
                    <a:pt x="519" y="242"/>
                  </a:cubicBezTo>
                  <a:cubicBezTo>
                    <a:pt x="520" y="242"/>
                    <a:pt x="520" y="242"/>
                    <a:pt x="520" y="242"/>
                  </a:cubicBezTo>
                  <a:cubicBezTo>
                    <a:pt x="521" y="242"/>
                    <a:pt x="521" y="242"/>
                    <a:pt x="521" y="242"/>
                  </a:cubicBezTo>
                  <a:cubicBezTo>
                    <a:pt x="522" y="243"/>
                    <a:pt x="522" y="243"/>
                    <a:pt x="522" y="243"/>
                  </a:cubicBezTo>
                  <a:cubicBezTo>
                    <a:pt x="522" y="242"/>
                    <a:pt x="522" y="242"/>
                    <a:pt x="522" y="242"/>
                  </a:cubicBezTo>
                  <a:cubicBezTo>
                    <a:pt x="523" y="243"/>
                    <a:pt x="523" y="243"/>
                    <a:pt x="523" y="243"/>
                  </a:cubicBezTo>
                  <a:cubicBezTo>
                    <a:pt x="525" y="240"/>
                    <a:pt x="525" y="240"/>
                    <a:pt x="525" y="240"/>
                  </a:cubicBezTo>
                  <a:cubicBezTo>
                    <a:pt x="525" y="239"/>
                    <a:pt x="525" y="239"/>
                    <a:pt x="525" y="239"/>
                  </a:cubicBezTo>
                  <a:cubicBezTo>
                    <a:pt x="524" y="238"/>
                    <a:pt x="524" y="238"/>
                    <a:pt x="524" y="238"/>
                  </a:cubicBezTo>
                  <a:cubicBezTo>
                    <a:pt x="528" y="239"/>
                    <a:pt x="528" y="239"/>
                    <a:pt x="528" y="239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8" y="237"/>
                    <a:pt x="528" y="237"/>
                    <a:pt x="528" y="237"/>
                  </a:cubicBezTo>
                  <a:cubicBezTo>
                    <a:pt x="530" y="236"/>
                    <a:pt x="530" y="236"/>
                    <a:pt x="530" y="236"/>
                  </a:cubicBezTo>
                  <a:cubicBezTo>
                    <a:pt x="528" y="233"/>
                    <a:pt x="528" y="233"/>
                    <a:pt x="528" y="233"/>
                  </a:cubicBezTo>
                  <a:cubicBezTo>
                    <a:pt x="527" y="230"/>
                    <a:pt x="527" y="230"/>
                    <a:pt x="527" y="230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9" y="232"/>
                    <a:pt x="529" y="232"/>
                    <a:pt x="529" y="232"/>
                  </a:cubicBezTo>
                  <a:cubicBezTo>
                    <a:pt x="532" y="233"/>
                    <a:pt x="532" y="233"/>
                    <a:pt x="532" y="233"/>
                  </a:cubicBezTo>
                  <a:cubicBezTo>
                    <a:pt x="533" y="234"/>
                    <a:pt x="533" y="234"/>
                    <a:pt x="533" y="234"/>
                  </a:cubicBezTo>
                  <a:cubicBezTo>
                    <a:pt x="535" y="234"/>
                    <a:pt x="535" y="234"/>
                    <a:pt x="535" y="234"/>
                  </a:cubicBezTo>
                  <a:cubicBezTo>
                    <a:pt x="536" y="233"/>
                    <a:pt x="536" y="233"/>
                    <a:pt x="536" y="233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40" y="231"/>
                    <a:pt x="540" y="231"/>
                    <a:pt x="540" y="231"/>
                  </a:cubicBezTo>
                  <a:cubicBezTo>
                    <a:pt x="540" y="227"/>
                    <a:pt x="540" y="227"/>
                    <a:pt x="540" y="227"/>
                  </a:cubicBezTo>
                  <a:cubicBezTo>
                    <a:pt x="537" y="224"/>
                    <a:pt x="537" y="224"/>
                    <a:pt x="537" y="224"/>
                  </a:cubicBezTo>
                  <a:cubicBezTo>
                    <a:pt x="537" y="222"/>
                    <a:pt x="537" y="222"/>
                    <a:pt x="537" y="222"/>
                  </a:cubicBezTo>
                  <a:cubicBezTo>
                    <a:pt x="536" y="221"/>
                    <a:pt x="536" y="221"/>
                    <a:pt x="536" y="221"/>
                  </a:cubicBezTo>
                  <a:cubicBezTo>
                    <a:pt x="537" y="221"/>
                    <a:pt x="537" y="221"/>
                    <a:pt x="537" y="221"/>
                  </a:cubicBezTo>
                  <a:cubicBezTo>
                    <a:pt x="538" y="223"/>
                    <a:pt x="538" y="223"/>
                    <a:pt x="538" y="223"/>
                  </a:cubicBezTo>
                  <a:cubicBezTo>
                    <a:pt x="539" y="224"/>
                    <a:pt x="539" y="224"/>
                    <a:pt x="539" y="224"/>
                  </a:cubicBezTo>
                  <a:cubicBezTo>
                    <a:pt x="539" y="225"/>
                    <a:pt x="539" y="225"/>
                    <a:pt x="539" y="225"/>
                  </a:cubicBezTo>
                  <a:cubicBezTo>
                    <a:pt x="541" y="225"/>
                    <a:pt x="541" y="225"/>
                    <a:pt x="541" y="225"/>
                  </a:cubicBezTo>
                  <a:cubicBezTo>
                    <a:pt x="542" y="227"/>
                    <a:pt x="542" y="227"/>
                    <a:pt x="542" y="227"/>
                  </a:cubicBezTo>
                  <a:cubicBezTo>
                    <a:pt x="543" y="224"/>
                    <a:pt x="543" y="224"/>
                    <a:pt x="543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6" y="225"/>
                    <a:pt x="546" y="225"/>
                    <a:pt x="546" y="225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1" y="217"/>
                    <a:pt x="551" y="217"/>
                    <a:pt x="551" y="217"/>
                  </a:cubicBezTo>
                  <a:cubicBezTo>
                    <a:pt x="549" y="219"/>
                    <a:pt x="549" y="219"/>
                    <a:pt x="549" y="219"/>
                  </a:cubicBezTo>
                  <a:cubicBezTo>
                    <a:pt x="551" y="219"/>
                    <a:pt x="551" y="219"/>
                    <a:pt x="551" y="219"/>
                  </a:cubicBezTo>
                  <a:cubicBezTo>
                    <a:pt x="551" y="221"/>
                    <a:pt x="551" y="221"/>
                    <a:pt x="551" y="221"/>
                  </a:cubicBezTo>
                  <a:cubicBezTo>
                    <a:pt x="552" y="219"/>
                    <a:pt x="552" y="219"/>
                    <a:pt x="552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5" y="222"/>
                    <a:pt x="555" y="222"/>
                    <a:pt x="555" y="222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7" y="221"/>
                    <a:pt x="557" y="221"/>
                    <a:pt x="557" y="221"/>
                  </a:cubicBezTo>
                  <a:cubicBezTo>
                    <a:pt x="559" y="221"/>
                    <a:pt x="559" y="221"/>
                    <a:pt x="559" y="221"/>
                  </a:cubicBezTo>
                  <a:cubicBezTo>
                    <a:pt x="560" y="219"/>
                    <a:pt x="560" y="219"/>
                    <a:pt x="560" y="219"/>
                  </a:cubicBezTo>
                  <a:cubicBezTo>
                    <a:pt x="562" y="218"/>
                    <a:pt x="562" y="218"/>
                    <a:pt x="562" y="218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67" y="212"/>
                    <a:pt x="567" y="212"/>
                    <a:pt x="567" y="212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70" y="210"/>
                    <a:pt x="570" y="210"/>
                    <a:pt x="570" y="210"/>
                  </a:cubicBezTo>
                  <a:cubicBezTo>
                    <a:pt x="571" y="209"/>
                    <a:pt x="571" y="209"/>
                    <a:pt x="571" y="209"/>
                  </a:cubicBezTo>
                  <a:cubicBezTo>
                    <a:pt x="573" y="208"/>
                    <a:pt x="573" y="208"/>
                    <a:pt x="573" y="208"/>
                  </a:cubicBezTo>
                  <a:cubicBezTo>
                    <a:pt x="574" y="207"/>
                    <a:pt x="574" y="207"/>
                    <a:pt x="574" y="207"/>
                  </a:cubicBezTo>
                  <a:cubicBezTo>
                    <a:pt x="574" y="205"/>
                    <a:pt x="574" y="205"/>
                    <a:pt x="574" y="205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65" y="203"/>
                    <a:pt x="565" y="203"/>
                    <a:pt x="565" y="203"/>
                  </a:cubicBezTo>
                  <a:cubicBezTo>
                    <a:pt x="563" y="202"/>
                    <a:pt x="563" y="202"/>
                    <a:pt x="563" y="202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0" y="197"/>
                    <a:pt x="560" y="197"/>
                    <a:pt x="560" y="197"/>
                  </a:cubicBezTo>
                  <a:cubicBezTo>
                    <a:pt x="559" y="196"/>
                    <a:pt x="559" y="196"/>
                    <a:pt x="559" y="196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60" y="194"/>
                    <a:pt x="560" y="194"/>
                    <a:pt x="560" y="194"/>
                  </a:cubicBezTo>
                  <a:cubicBezTo>
                    <a:pt x="560" y="193"/>
                    <a:pt x="560" y="193"/>
                    <a:pt x="560" y="193"/>
                  </a:cubicBezTo>
                  <a:cubicBezTo>
                    <a:pt x="561" y="194"/>
                    <a:pt x="561" y="194"/>
                    <a:pt x="561" y="194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3" y="199"/>
                    <a:pt x="563" y="199"/>
                    <a:pt x="563" y="199"/>
                  </a:cubicBezTo>
                  <a:cubicBezTo>
                    <a:pt x="566" y="200"/>
                    <a:pt x="566" y="200"/>
                    <a:pt x="566" y="200"/>
                  </a:cubicBezTo>
                  <a:cubicBezTo>
                    <a:pt x="566" y="201"/>
                    <a:pt x="566" y="201"/>
                    <a:pt x="566" y="201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73" y="204"/>
                    <a:pt x="573" y="204"/>
                    <a:pt x="573" y="204"/>
                  </a:cubicBezTo>
                  <a:cubicBezTo>
                    <a:pt x="574" y="203"/>
                    <a:pt x="574" y="203"/>
                    <a:pt x="574" y="203"/>
                  </a:cubicBezTo>
                  <a:cubicBezTo>
                    <a:pt x="575" y="202"/>
                    <a:pt x="575" y="202"/>
                    <a:pt x="575" y="202"/>
                  </a:cubicBezTo>
                  <a:cubicBezTo>
                    <a:pt x="576" y="201"/>
                    <a:pt x="576" y="201"/>
                    <a:pt x="576" y="201"/>
                  </a:cubicBezTo>
                  <a:cubicBezTo>
                    <a:pt x="577" y="202"/>
                    <a:pt x="577" y="202"/>
                    <a:pt x="577" y="202"/>
                  </a:cubicBezTo>
                  <a:cubicBezTo>
                    <a:pt x="580" y="197"/>
                    <a:pt x="580" y="197"/>
                    <a:pt x="580" y="197"/>
                  </a:cubicBezTo>
                  <a:cubicBezTo>
                    <a:pt x="584" y="195"/>
                    <a:pt x="584" y="195"/>
                    <a:pt x="584" y="195"/>
                  </a:cubicBezTo>
                  <a:cubicBezTo>
                    <a:pt x="585" y="195"/>
                    <a:pt x="585" y="195"/>
                    <a:pt x="585" y="195"/>
                  </a:cubicBezTo>
                  <a:cubicBezTo>
                    <a:pt x="586" y="192"/>
                    <a:pt x="586" y="192"/>
                    <a:pt x="586" y="192"/>
                  </a:cubicBezTo>
                  <a:cubicBezTo>
                    <a:pt x="585" y="190"/>
                    <a:pt x="585" y="190"/>
                    <a:pt x="585" y="190"/>
                  </a:cubicBezTo>
                  <a:cubicBezTo>
                    <a:pt x="583" y="190"/>
                    <a:pt x="583" y="190"/>
                    <a:pt x="583" y="190"/>
                  </a:cubicBezTo>
                  <a:cubicBezTo>
                    <a:pt x="583" y="189"/>
                    <a:pt x="583" y="189"/>
                    <a:pt x="583" y="189"/>
                  </a:cubicBezTo>
                  <a:cubicBezTo>
                    <a:pt x="583" y="188"/>
                    <a:pt x="583" y="188"/>
                    <a:pt x="583" y="188"/>
                  </a:cubicBezTo>
                  <a:cubicBezTo>
                    <a:pt x="584" y="188"/>
                    <a:pt x="584" y="188"/>
                    <a:pt x="584" y="188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4" y="187"/>
                    <a:pt x="584" y="187"/>
                    <a:pt x="584" y="187"/>
                  </a:cubicBezTo>
                  <a:cubicBezTo>
                    <a:pt x="585" y="187"/>
                    <a:pt x="585" y="187"/>
                    <a:pt x="585" y="187"/>
                  </a:cubicBezTo>
                  <a:cubicBezTo>
                    <a:pt x="587" y="188"/>
                    <a:pt x="587" y="188"/>
                    <a:pt x="587" y="188"/>
                  </a:cubicBezTo>
                  <a:cubicBezTo>
                    <a:pt x="588" y="188"/>
                    <a:pt x="588" y="188"/>
                    <a:pt x="588" y="188"/>
                  </a:cubicBezTo>
                  <a:cubicBezTo>
                    <a:pt x="590" y="187"/>
                    <a:pt x="590" y="187"/>
                    <a:pt x="590" y="187"/>
                  </a:cubicBezTo>
                  <a:cubicBezTo>
                    <a:pt x="590" y="188"/>
                    <a:pt x="590" y="188"/>
                    <a:pt x="590" y="188"/>
                  </a:cubicBezTo>
                  <a:cubicBezTo>
                    <a:pt x="591" y="188"/>
                    <a:pt x="591" y="188"/>
                    <a:pt x="591" y="188"/>
                  </a:cubicBezTo>
                  <a:cubicBezTo>
                    <a:pt x="590" y="190"/>
                    <a:pt x="590" y="190"/>
                    <a:pt x="590" y="190"/>
                  </a:cubicBezTo>
                  <a:cubicBezTo>
                    <a:pt x="590" y="192"/>
                    <a:pt x="590" y="192"/>
                    <a:pt x="590" y="192"/>
                  </a:cubicBezTo>
                  <a:cubicBezTo>
                    <a:pt x="591" y="191"/>
                    <a:pt x="591" y="191"/>
                    <a:pt x="591" y="191"/>
                  </a:cubicBezTo>
                  <a:cubicBezTo>
                    <a:pt x="591" y="192"/>
                    <a:pt x="591" y="192"/>
                    <a:pt x="591" y="192"/>
                  </a:cubicBezTo>
                  <a:cubicBezTo>
                    <a:pt x="593" y="192"/>
                    <a:pt x="593" y="192"/>
                    <a:pt x="593" y="192"/>
                  </a:cubicBezTo>
                  <a:cubicBezTo>
                    <a:pt x="594" y="193"/>
                    <a:pt x="594" y="193"/>
                    <a:pt x="594" y="193"/>
                  </a:cubicBezTo>
                  <a:cubicBezTo>
                    <a:pt x="594" y="194"/>
                    <a:pt x="594" y="194"/>
                    <a:pt x="594" y="194"/>
                  </a:cubicBezTo>
                  <a:cubicBezTo>
                    <a:pt x="594" y="196"/>
                    <a:pt x="594" y="196"/>
                    <a:pt x="594" y="196"/>
                  </a:cubicBezTo>
                  <a:cubicBezTo>
                    <a:pt x="595" y="197"/>
                    <a:pt x="595" y="197"/>
                    <a:pt x="595" y="197"/>
                  </a:cubicBezTo>
                  <a:cubicBezTo>
                    <a:pt x="595" y="198"/>
                    <a:pt x="595" y="198"/>
                    <a:pt x="595" y="198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6" y="200"/>
                    <a:pt x="596" y="200"/>
                    <a:pt x="596" y="200"/>
                  </a:cubicBezTo>
                  <a:cubicBezTo>
                    <a:pt x="597" y="200"/>
                    <a:pt x="597" y="200"/>
                    <a:pt x="597" y="200"/>
                  </a:cubicBezTo>
                  <a:cubicBezTo>
                    <a:pt x="597" y="202"/>
                    <a:pt x="597" y="202"/>
                    <a:pt x="597" y="202"/>
                  </a:cubicBezTo>
                  <a:cubicBezTo>
                    <a:pt x="599" y="202"/>
                    <a:pt x="599" y="202"/>
                    <a:pt x="599" y="202"/>
                  </a:cubicBezTo>
                  <a:cubicBezTo>
                    <a:pt x="600" y="202"/>
                    <a:pt x="600" y="202"/>
                    <a:pt x="600" y="202"/>
                  </a:cubicBezTo>
                  <a:cubicBezTo>
                    <a:pt x="601" y="199"/>
                    <a:pt x="601" y="199"/>
                    <a:pt x="601" y="199"/>
                  </a:cubicBezTo>
                  <a:cubicBezTo>
                    <a:pt x="599" y="199"/>
                    <a:pt x="599" y="199"/>
                    <a:pt x="599" y="199"/>
                  </a:cubicBezTo>
                  <a:cubicBezTo>
                    <a:pt x="598" y="199"/>
                    <a:pt x="598" y="199"/>
                    <a:pt x="598" y="199"/>
                  </a:cubicBezTo>
                  <a:cubicBezTo>
                    <a:pt x="598" y="197"/>
                    <a:pt x="598" y="197"/>
                    <a:pt x="598" y="197"/>
                  </a:cubicBezTo>
                  <a:cubicBezTo>
                    <a:pt x="597" y="196"/>
                    <a:pt x="597" y="196"/>
                    <a:pt x="597" y="196"/>
                  </a:cubicBezTo>
                  <a:cubicBezTo>
                    <a:pt x="597" y="195"/>
                    <a:pt x="597" y="195"/>
                    <a:pt x="597" y="195"/>
                  </a:cubicBezTo>
                  <a:cubicBezTo>
                    <a:pt x="596" y="194"/>
                    <a:pt x="596" y="194"/>
                    <a:pt x="596" y="194"/>
                  </a:cubicBezTo>
                  <a:cubicBezTo>
                    <a:pt x="595" y="193"/>
                    <a:pt x="595" y="193"/>
                    <a:pt x="595" y="193"/>
                  </a:cubicBezTo>
                  <a:cubicBezTo>
                    <a:pt x="595" y="192"/>
                    <a:pt x="595" y="192"/>
                    <a:pt x="595" y="192"/>
                  </a:cubicBezTo>
                  <a:cubicBezTo>
                    <a:pt x="598" y="194"/>
                    <a:pt x="598" y="194"/>
                    <a:pt x="598" y="194"/>
                  </a:cubicBezTo>
                  <a:cubicBezTo>
                    <a:pt x="600" y="194"/>
                    <a:pt x="600" y="194"/>
                    <a:pt x="600" y="194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599" y="192"/>
                    <a:pt x="599" y="192"/>
                    <a:pt x="599" y="192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2" y="193"/>
                    <a:pt x="602" y="193"/>
                    <a:pt x="602" y="193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3" y="194"/>
                    <a:pt x="603" y="194"/>
                    <a:pt x="603" y="194"/>
                  </a:cubicBezTo>
                  <a:cubicBezTo>
                    <a:pt x="605" y="195"/>
                    <a:pt x="605" y="195"/>
                    <a:pt x="605" y="195"/>
                  </a:cubicBezTo>
                  <a:cubicBezTo>
                    <a:pt x="605" y="193"/>
                    <a:pt x="605" y="193"/>
                    <a:pt x="605" y="193"/>
                  </a:cubicBezTo>
                  <a:cubicBezTo>
                    <a:pt x="604" y="192"/>
                    <a:pt x="604" y="192"/>
                    <a:pt x="604" y="192"/>
                  </a:cubicBezTo>
                  <a:cubicBezTo>
                    <a:pt x="603" y="192"/>
                    <a:pt x="603" y="192"/>
                    <a:pt x="603" y="192"/>
                  </a:cubicBezTo>
                  <a:cubicBezTo>
                    <a:pt x="605" y="192"/>
                    <a:pt x="605" y="192"/>
                    <a:pt x="605" y="192"/>
                  </a:cubicBezTo>
                  <a:cubicBezTo>
                    <a:pt x="606" y="190"/>
                    <a:pt x="606" y="190"/>
                    <a:pt x="606" y="190"/>
                  </a:cubicBezTo>
                  <a:cubicBezTo>
                    <a:pt x="607" y="190"/>
                    <a:pt x="607" y="190"/>
                    <a:pt x="607" y="190"/>
                  </a:cubicBezTo>
                  <a:cubicBezTo>
                    <a:pt x="608" y="191"/>
                    <a:pt x="608" y="191"/>
                    <a:pt x="608" y="191"/>
                  </a:cubicBezTo>
                  <a:cubicBezTo>
                    <a:pt x="610" y="188"/>
                    <a:pt x="610" y="188"/>
                    <a:pt x="610" y="188"/>
                  </a:cubicBezTo>
                  <a:cubicBezTo>
                    <a:pt x="611" y="188"/>
                    <a:pt x="611" y="188"/>
                    <a:pt x="611" y="188"/>
                  </a:cubicBezTo>
                  <a:cubicBezTo>
                    <a:pt x="612" y="187"/>
                    <a:pt x="612" y="187"/>
                    <a:pt x="612" y="187"/>
                  </a:cubicBezTo>
                  <a:cubicBezTo>
                    <a:pt x="613" y="186"/>
                    <a:pt x="613" y="186"/>
                    <a:pt x="613" y="186"/>
                  </a:cubicBezTo>
                  <a:cubicBezTo>
                    <a:pt x="614" y="185"/>
                    <a:pt x="614" y="185"/>
                    <a:pt x="614" y="185"/>
                  </a:cubicBezTo>
                  <a:cubicBezTo>
                    <a:pt x="614" y="184"/>
                    <a:pt x="614" y="184"/>
                    <a:pt x="614" y="184"/>
                  </a:cubicBezTo>
                  <a:cubicBezTo>
                    <a:pt x="616" y="184"/>
                    <a:pt x="616" y="184"/>
                    <a:pt x="616" y="184"/>
                  </a:cubicBezTo>
                  <a:cubicBezTo>
                    <a:pt x="618" y="185"/>
                    <a:pt x="618" y="185"/>
                    <a:pt x="618" y="18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2"/>
                    <a:pt x="619" y="182"/>
                    <a:pt x="619" y="182"/>
                  </a:cubicBezTo>
                  <a:cubicBezTo>
                    <a:pt x="621" y="181"/>
                    <a:pt x="621" y="181"/>
                    <a:pt x="621" y="181"/>
                  </a:cubicBezTo>
                  <a:cubicBezTo>
                    <a:pt x="621" y="180"/>
                    <a:pt x="621" y="180"/>
                    <a:pt x="621" y="180"/>
                  </a:cubicBezTo>
                  <a:cubicBezTo>
                    <a:pt x="621" y="179"/>
                    <a:pt x="621" y="179"/>
                    <a:pt x="621" y="179"/>
                  </a:cubicBezTo>
                  <a:cubicBezTo>
                    <a:pt x="622" y="177"/>
                    <a:pt x="622" y="177"/>
                    <a:pt x="622" y="177"/>
                  </a:cubicBezTo>
                  <a:cubicBezTo>
                    <a:pt x="620" y="174"/>
                    <a:pt x="620" y="174"/>
                    <a:pt x="620" y="174"/>
                  </a:cubicBezTo>
                  <a:cubicBezTo>
                    <a:pt x="620" y="173"/>
                    <a:pt x="620" y="173"/>
                    <a:pt x="620" y="173"/>
                  </a:cubicBezTo>
                  <a:cubicBezTo>
                    <a:pt x="619" y="171"/>
                    <a:pt x="619" y="171"/>
                    <a:pt x="619" y="171"/>
                  </a:cubicBezTo>
                  <a:cubicBezTo>
                    <a:pt x="618" y="170"/>
                    <a:pt x="618" y="170"/>
                    <a:pt x="618" y="170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21" y="169"/>
                    <a:pt x="621" y="169"/>
                    <a:pt x="621" y="169"/>
                  </a:cubicBezTo>
                  <a:cubicBezTo>
                    <a:pt x="621" y="167"/>
                    <a:pt x="621" y="167"/>
                    <a:pt x="621" y="167"/>
                  </a:cubicBezTo>
                  <a:cubicBezTo>
                    <a:pt x="620" y="166"/>
                    <a:pt x="620" y="166"/>
                    <a:pt x="620" y="166"/>
                  </a:cubicBezTo>
                  <a:cubicBezTo>
                    <a:pt x="619" y="167"/>
                    <a:pt x="619" y="167"/>
                    <a:pt x="619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19" y="165"/>
                    <a:pt x="619" y="165"/>
                    <a:pt x="619" y="165"/>
                  </a:cubicBezTo>
                  <a:cubicBezTo>
                    <a:pt x="620" y="164"/>
                    <a:pt x="620" y="164"/>
                    <a:pt x="620" y="164"/>
                  </a:cubicBezTo>
                  <a:cubicBezTo>
                    <a:pt x="619" y="163"/>
                    <a:pt x="619" y="163"/>
                    <a:pt x="619" y="163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20" y="162"/>
                    <a:pt x="620" y="162"/>
                    <a:pt x="620" y="162"/>
                  </a:cubicBezTo>
                  <a:cubicBezTo>
                    <a:pt x="622" y="164"/>
                    <a:pt x="622" y="164"/>
                    <a:pt x="622" y="164"/>
                  </a:cubicBezTo>
                  <a:cubicBezTo>
                    <a:pt x="623" y="164"/>
                    <a:pt x="623" y="164"/>
                    <a:pt x="623" y="164"/>
                  </a:cubicBezTo>
                  <a:cubicBezTo>
                    <a:pt x="624" y="163"/>
                    <a:pt x="624" y="163"/>
                    <a:pt x="624" y="163"/>
                  </a:cubicBezTo>
                  <a:cubicBezTo>
                    <a:pt x="625" y="164"/>
                    <a:pt x="625" y="164"/>
                    <a:pt x="625" y="164"/>
                  </a:cubicBezTo>
                  <a:cubicBezTo>
                    <a:pt x="627" y="163"/>
                    <a:pt x="627" y="163"/>
                    <a:pt x="627" y="163"/>
                  </a:cubicBezTo>
                  <a:cubicBezTo>
                    <a:pt x="630" y="161"/>
                    <a:pt x="630" y="161"/>
                    <a:pt x="630" y="161"/>
                  </a:cubicBezTo>
                  <a:cubicBezTo>
                    <a:pt x="629" y="160"/>
                    <a:pt x="629" y="160"/>
                    <a:pt x="629" y="160"/>
                  </a:cubicBezTo>
                  <a:cubicBezTo>
                    <a:pt x="630" y="159"/>
                    <a:pt x="630" y="159"/>
                    <a:pt x="630" y="159"/>
                  </a:cubicBezTo>
                  <a:cubicBezTo>
                    <a:pt x="629" y="158"/>
                    <a:pt x="629" y="158"/>
                    <a:pt x="629" y="158"/>
                  </a:cubicBezTo>
                  <a:cubicBezTo>
                    <a:pt x="628" y="158"/>
                    <a:pt x="628" y="158"/>
                    <a:pt x="628" y="158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30" y="155"/>
                    <a:pt x="630" y="155"/>
                    <a:pt x="630" y="155"/>
                  </a:cubicBezTo>
                  <a:cubicBezTo>
                    <a:pt x="631" y="153"/>
                    <a:pt x="631" y="153"/>
                    <a:pt x="631" y="153"/>
                  </a:cubicBezTo>
                  <a:cubicBezTo>
                    <a:pt x="631" y="152"/>
                    <a:pt x="631" y="152"/>
                    <a:pt x="631" y="152"/>
                  </a:cubicBezTo>
                  <a:cubicBezTo>
                    <a:pt x="630" y="152"/>
                    <a:pt x="630" y="152"/>
                    <a:pt x="630" y="152"/>
                  </a:cubicBezTo>
                  <a:cubicBezTo>
                    <a:pt x="630" y="151"/>
                    <a:pt x="630" y="151"/>
                    <a:pt x="630" y="151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5" y="148"/>
                    <a:pt x="625" y="148"/>
                    <a:pt x="625" y="148"/>
                  </a:cubicBezTo>
                  <a:cubicBezTo>
                    <a:pt x="626" y="147"/>
                    <a:pt x="626" y="147"/>
                    <a:pt x="626" y="147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8" y="150"/>
                    <a:pt x="628" y="150"/>
                    <a:pt x="628" y="150"/>
                  </a:cubicBezTo>
                  <a:cubicBezTo>
                    <a:pt x="629" y="150"/>
                    <a:pt x="629" y="150"/>
                    <a:pt x="629" y="150"/>
                  </a:cubicBezTo>
                  <a:cubicBezTo>
                    <a:pt x="631" y="151"/>
                    <a:pt x="631" y="151"/>
                    <a:pt x="631" y="151"/>
                  </a:cubicBezTo>
                  <a:cubicBezTo>
                    <a:pt x="631" y="149"/>
                    <a:pt x="631" y="149"/>
                    <a:pt x="631" y="149"/>
                  </a:cubicBezTo>
                  <a:cubicBezTo>
                    <a:pt x="630" y="148"/>
                    <a:pt x="630" y="148"/>
                    <a:pt x="630" y="148"/>
                  </a:cubicBezTo>
                  <a:cubicBezTo>
                    <a:pt x="631" y="147"/>
                    <a:pt x="631" y="147"/>
                    <a:pt x="631" y="147"/>
                  </a:cubicBezTo>
                  <a:cubicBezTo>
                    <a:pt x="628" y="146"/>
                    <a:pt x="628" y="146"/>
                    <a:pt x="628" y="146"/>
                  </a:cubicBezTo>
                  <a:cubicBezTo>
                    <a:pt x="628" y="147"/>
                    <a:pt x="628" y="147"/>
                    <a:pt x="628" y="147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27" y="142"/>
                    <a:pt x="627" y="142"/>
                    <a:pt x="627" y="142"/>
                  </a:cubicBezTo>
                  <a:cubicBezTo>
                    <a:pt x="626" y="142"/>
                    <a:pt x="626" y="142"/>
                    <a:pt x="626" y="142"/>
                  </a:cubicBezTo>
                  <a:cubicBezTo>
                    <a:pt x="626" y="141"/>
                    <a:pt x="626" y="141"/>
                    <a:pt x="626" y="141"/>
                  </a:cubicBezTo>
                  <a:cubicBezTo>
                    <a:pt x="624" y="141"/>
                    <a:pt x="624" y="141"/>
                    <a:pt x="624" y="141"/>
                  </a:cubicBezTo>
                  <a:cubicBezTo>
                    <a:pt x="623" y="142"/>
                    <a:pt x="623" y="142"/>
                    <a:pt x="623" y="142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621" y="142"/>
                    <a:pt x="621" y="142"/>
                    <a:pt x="621" y="142"/>
                  </a:cubicBezTo>
                  <a:cubicBezTo>
                    <a:pt x="621" y="140"/>
                    <a:pt x="621" y="140"/>
                    <a:pt x="621" y="140"/>
                  </a:cubicBezTo>
                  <a:cubicBezTo>
                    <a:pt x="620" y="140"/>
                    <a:pt x="620" y="140"/>
                    <a:pt x="620" y="140"/>
                  </a:cubicBezTo>
                  <a:cubicBezTo>
                    <a:pt x="617" y="139"/>
                    <a:pt x="617" y="139"/>
                    <a:pt x="617" y="139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8" y="141"/>
                    <a:pt x="618" y="141"/>
                    <a:pt x="618" y="141"/>
                  </a:cubicBezTo>
                  <a:cubicBezTo>
                    <a:pt x="618" y="140"/>
                    <a:pt x="618" y="140"/>
                    <a:pt x="618" y="140"/>
                  </a:cubicBezTo>
                  <a:cubicBezTo>
                    <a:pt x="616" y="139"/>
                    <a:pt x="616" y="139"/>
                    <a:pt x="616" y="139"/>
                  </a:cubicBezTo>
                  <a:cubicBezTo>
                    <a:pt x="613" y="139"/>
                    <a:pt x="613" y="139"/>
                    <a:pt x="613" y="139"/>
                  </a:cubicBezTo>
                  <a:cubicBezTo>
                    <a:pt x="612" y="139"/>
                    <a:pt x="612" y="139"/>
                    <a:pt x="612" y="139"/>
                  </a:cubicBezTo>
                  <a:cubicBezTo>
                    <a:pt x="611" y="139"/>
                    <a:pt x="611" y="139"/>
                    <a:pt x="611" y="139"/>
                  </a:cubicBezTo>
                  <a:cubicBezTo>
                    <a:pt x="611" y="138"/>
                    <a:pt x="611" y="138"/>
                    <a:pt x="611" y="138"/>
                  </a:cubicBezTo>
                  <a:cubicBezTo>
                    <a:pt x="608" y="138"/>
                    <a:pt x="608" y="138"/>
                    <a:pt x="608" y="138"/>
                  </a:cubicBezTo>
                  <a:cubicBezTo>
                    <a:pt x="609" y="140"/>
                    <a:pt x="609" y="140"/>
                    <a:pt x="609" y="140"/>
                  </a:cubicBezTo>
                  <a:cubicBezTo>
                    <a:pt x="610" y="140"/>
                    <a:pt x="610" y="140"/>
                    <a:pt x="610" y="140"/>
                  </a:cubicBezTo>
                  <a:cubicBezTo>
                    <a:pt x="609" y="141"/>
                    <a:pt x="609" y="141"/>
                    <a:pt x="609" y="141"/>
                  </a:cubicBezTo>
                  <a:cubicBezTo>
                    <a:pt x="608" y="141"/>
                    <a:pt x="608" y="141"/>
                    <a:pt x="608" y="141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7" y="143"/>
                    <a:pt x="607" y="143"/>
                    <a:pt x="607" y="143"/>
                  </a:cubicBezTo>
                  <a:cubicBezTo>
                    <a:pt x="607" y="144"/>
                    <a:pt x="607" y="144"/>
                    <a:pt x="607" y="144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6"/>
                    <a:pt x="607" y="146"/>
                    <a:pt x="607" y="146"/>
                  </a:cubicBezTo>
                  <a:cubicBezTo>
                    <a:pt x="606" y="147"/>
                    <a:pt x="606" y="147"/>
                    <a:pt x="606" y="147"/>
                  </a:cubicBezTo>
                  <a:cubicBezTo>
                    <a:pt x="606" y="150"/>
                    <a:pt x="606" y="150"/>
                    <a:pt x="606" y="150"/>
                  </a:cubicBezTo>
                  <a:cubicBezTo>
                    <a:pt x="607" y="150"/>
                    <a:pt x="607" y="150"/>
                    <a:pt x="607" y="150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7" y="152"/>
                    <a:pt x="607" y="152"/>
                    <a:pt x="607" y="152"/>
                  </a:cubicBezTo>
                  <a:cubicBezTo>
                    <a:pt x="607" y="153"/>
                    <a:pt x="607" y="153"/>
                    <a:pt x="607" y="153"/>
                  </a:cubicBezTo>
                  <a:cubicBezTo>
                    <a:pt x="606" y="152"/>
                    <a:pt x="606" y="152"/>
                    <a:pt x="606" y="152"/>
                  </a:cubicBezTo>
                  <a:cubicBezTo>
                    <a:pt x="604" y="152"/>
                    <a:pt x="604" y="152"/>
                    <a:pt x="604" y="152"/>
                  </a:cubicBezTo>
                  <a:cubicBezTo>
                    <a:pt x="603" y="154"/>
                    <a:pt x="603" y="154"/>
                    <a:pt x="603" y="154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4" y="155"/>
                    <a:pt x="604" y="155"/>
                    <a:pt x="604" y="155"/>
                  </a:cubicBezTo>
                  <a:cubicBezTo>
                    <a:pt x="603" y="155"/>
                    <a:pt x="603" y="155"/>
                    <a:pt x="603" y="155"/>
                  </a:cubicBezTo>
                  <a:cubicBezTo>
                    <a:pt x="602" y="154"/>
                    <a:pt x="602" y="154"/>
                    <a:pt x="602" y="154"/>
                  </a:cubicBezTo>
                  <a:cubicBezTo>
                    <a:pt x="600" y="155"/>
                    <a:pt x="600" y="155"/>
                    <a:pt x="600" y="155"/>
                  </a:cubicBezTo>
                  <a:cubicBezTo>
                    <a:pt x="599" y="158"/>
                    <a:pt x="599" y="158"/>
                    <a:pt x="599" y="158"/>
                  </a:cubicBezTo>
                  <a:cubicBezTo>
                    <a:pt x="597" y="161"/>
                    <a:pt x="597" y="161"/>
                    <a:pt x="597" y="161"/>
                  </a:cubicBezTo>
                  <a:cubicBezTo>
                    <a:pt x="596" y="164"/>
                    <a:pt x="596" y="164"/>
                    <a:pt x="596" y="164"/>
                  </a:cubicBezTo>
                  <a:cubicBezTo>
                    <a:pt x="593" y="166"/>
                    <a:pt x="593" y="166"/>
                    <a:pt x="593" y="166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1" y="166"/>
                    <a:pt x="591" y="166"/>
                    <a:pt x="591" y="166"/>
                  </a:cubicBezTo>
                  <a:cubicBezTo>
                    <a:pt x="592" y="166"/>
                    <a:pt x="592" y="166"/>
                    <a:pt x="592" y="166"/>
                  </a:cubicBezTo>
                  <a:cubicBezTo>
                    <a:pt x="592" y="164"/>
                    <a:pt x="592" y="164"/>
                    <a:pt x="592" y="164"/>
                  </a:cubicBezTo>
                  <a:cubicBezTo>
                    <a:pt x="593" y="163"/>
                    <a:pt x="593" y="163"/>
                    <a:pt x="593" y="163"/>
                  </a:cubicBezTo>
                  <a:cubicBezTo>
                    <a:pt x="593" y="161"/>
                    <a:pt x="593" y="161"/>
                    <a:pt x="593" y="161"/>
                  </a:cubicBezTo>
                  <a:cubicBezTo>
                    <a:pt x="592" y="160"/>
                    <a:pt x="592" y="160"/>
                    <a:pt x="592" y="160"/>
                  </a:cubicBezTo>
                  <a:cubicBezTo>
                    <a:pt x="589" y="163"/>
                    <a:pt x="589" y="163"/>
                    <a:pt x="589" y="163"/>
                  </a:cubicBezTo>
                  <a:cubicBezTo>
                    <a:pt x="589" y="164"/>
                    <a:pt x="589" y="164"/>
                    <a:pt x="589" y="164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7" y="168"/>
                    <a:pt x="587" y="168"/>
                    <a:pt x="587" y="168"/>
                  </a:cubicBezTo>
                  <a:cubicBezTo>
                    <a:pt x="588" y="169"/>
                    <a:pt x="588" y="169"/>
                    <a:pt x="588" y="169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91" y="168"/>
                    <a:pt x="591" y="168"/>
                    <a:pt x="591" y="168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89" y="170"/>
                    <a:pt x="589" y="170"/>
                    <a:pt x="589" y="170"/>
                  </a:cubicBezTo>
                  <a:cubicBezTo>
                    <a:pt x="589" y="172"/>
                    <a:pt x="589" y="172"/>
                    <a:pt x="589" y="172"/>
                  </a:cubicBezTo>
                  <a:cubicBezTo>
                    <a:pt x="588" y="173"/>
                    <a:pt x="588" y="173"/>
                    <a:pt x="588" y="173"/>
                  </a:cubicBezTo>
                  <a:cubicBezTo>
                    <a:pt x="587" y="174"/>
                    <a:pt x="587" y="174"/>
                    <a:pt x="587" y="174"/>
                  </a:cubicBezTo>
                  <a:cubicBezTo>
                    <a:pt x="587" y="173"/>
                    <a:pt x="587" y="173"/>
                    <a:pt x="587" y="173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3" y="172"/>
                    <a:pt x="583" y="172"/>
                    <a:pt x="583" y="172"/>
                  </a:cubicBezTo>
                  <a:cubicBezTo>
                    <a:pt x="582" y="167"/>
                    <a:pt x="582" y="167"/>
                    <a:pt x="582" y="167"/>
                  </a:cubicBezTo>
                  <a:cubicBezTo>
                    <a:pt x="582" y="165"/>
                    <a:pt x="582" y="165"/>
                    <a:pt x="582" y="165"/>
                  </a:cubicBezTo>
                  <a:cubicBezTo>
                    <a:pt x="581" y="164"/>
                    <a:pt x="581" y="164"/>
                    <a:pt x="581" y="164"/>
                  </a:cubicBezTo>
                  <a:cubicBezTo>
                    <a:pt x="582" y="162"/>
                    <a:pt x="582" y="162"/>
                    <a:pt x="582" y="162"/>
                  </a:cubicBezTo>
                  <a:cubicBezTo>
                    <a:pt x="583" y="161"/>
                    <a:pt x="583" y="161"/>
                    <a:pt x="583" y="161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4" y="159"/>
                    <a:pt x="584" y="159"/>
                    <a:pt x="584" y="159"/>
                  </a:cubicBezTo>
                  <a:cubicBezTo>
                    <a:pt x="586" y="158"/>
                    <a:pt x="586" y="158"/>
                    <a:pt x="586" y="158"/>
                  </a:cubicBezTo>
                  <a:cubicBezTo>
                    <a:pt x="587" y="156"/>
                    <a:pt x="587" y="156"/>
                    <a:pt x="587" y="156"/>
                  </a:cubicBezTo>
                  <a:cubicBezTo>
                    <a:pt x="586" y="153"/>
                    <a:pt x="586" y="153"/>
                    <a:pt x="586" y="153"/>
                  </a:cubicBezTo>
                  <a:cubicBezTo>
                    <a:pt x="587" y="152"/>
                    <a:pt x="587" y="152"/>
                    <a:pt x="587" y="152"/>
                  </a:cubicBezTo>
                  <a:cubicBezTo>
                    <a:pt x="587" y="150"/>
                    <a:pt x="587" y="150"/>
                    <a:pt x="587" y="150"/>
                  </a:cubicBezTo>
                  <a:cubicBezTo>
                    <a:pt x="586" y="148"/>
                    <a:pt x="586" y="148"/>
                    <a:pt x="586" y="148"/>
                  </a:cubicBezTo>
                  <a:cubicBezTo>
                    <a:pt x="585" y="147"/>
                    <a:pt x="585" y="147"/>
                    <a:pt x="585" y="147"/>
                  </a:cubicBezTo>
                  <a:cubicBezTo>
                    <a:pt x="584" y="144"/>
                    <a:pt x="584" y="144"/>
                    <a:pt x="584" y="144"/>
                  </a:cubicBezTo>
                  <a:cubicBezTo>
                    <a:pt x="584" y="143"/>
                    <a:pt x="584" y="143"/>
                    <a:pt x="584" y="143"/>
                  </a:cubicBezTo>
                  <a:cubicBezTo>
                    <a:pt x="583" y="142"/>
                    <a:pt x="583" y="142"/>
                    <a:pt x="583" y="142"/>
                  </a:cubicBezTo>
                  <a:cubicBezTo>
                    <a:pt x="582" y="142"/>
                    <a:pt x="582" y="142"/>
                    <a:pt x="582" y="142"/>
                  </a:cubicBezTo>
                  <a:cubicBezTo>
                    <a:pt x="581" y="144"/>
                    <a:pt x="581" y="144"/>
                    <a:pt x="581" y="144"/>
                  </a:cubicBezTo>
                  <a:cubicBezTo>
                    <a:pt x="579" y="146"/>
                    <a:pt x="579" y="146"/>
                    <a:pt x="579" y="146"/>
                  </a:cubicBezTo>
                  <a:cubicBezTo>
                    <a:pt x="577" y="148"/>
                    <a:pt x="577" y="148"/>
                    <a:pt x="577" y="148"/>
                  </a:cubicBezTo>
                  <a:cubicBezTo>
                    <a:pt x="577" y="149"/>
                    <a:pt x="577" y="149"/>
                    <a:pt x="577" y="149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6" y="151"/>
                    <a:pt x="576" y="151"/>
                    <a:pt x="576" y="151"/>
                  </a:cubicBezTo>
                  <a:cubicBezTo>
                    <a:pt x="574" y="153"/>
                    <a:pt x="574" y="153"/>
                    <a:pt x="574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3" y="154"/>
                    <a:pt x="573" y="154"/>
                    <a:pt x="573" y="154"/>
                  </a:cubicBezTo>
                  <a:cubicBezTo>
                    <a:pt x="572" y="155"/>
                    <a:pt x="572" y="155"/>
                    <a:pt x="572" y="155"/>
                  </a:cubicBezTo>
                  <a:cubicBezTo>
                    <a:pt x="572" y="156"/>
                    <a:pt x="572" y="156"/>
                    <a:pt x="572" y="156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3" y="152"/>
                    <a:pt x="573" y="152"/>
                    <a:pt x="573" y="152"/>
                  </a:cubicBezTo>
                  <a:cubicBezTo>
                    <a:pt x="573" y="150"/>
                    <a:pt x="573" y="150"/>
                    <a:pt x="573" y="150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4" y="149"/>
                    <a:pt x="574" y="149"/>
                    <a:pt x="574" y="149"/>
                  </a:cubicBezTo>
                  <a:cubicBezTo>
                    <a:pt x="574" y="147"/>
                    <a:pt x="574" y="147"/>
                    <a:pt x="574" y="147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73" y="143"/>
                    <a:pt x="573" y="143"/>
                    <a:pt x="573" y="143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2"/>
                    <a:pt x="574" y="142"/>
                    <a:pt x="574" y="142"/>
                  </a:cubicBezTo>
                  <a:cubicBezTo>
                    <a:pt x="575" y="142"/>
                    <a:pt x="575" y="142"/>
                    <a:pt x="575" y="142"/>
                  </a:cubicBezTo>
                  <a:cubicBezTo>
                    <a:pt x="575" y="143"/>
                    <a:pt x="575" y="143"/>
                    <a:pt x="575" y="143"/>
                  </a:cubicBezTo>
                  <a:cubicBezTo>
                    <a:pt x="576" y="144"/>
                    <a:pt x="576" y="144"/>
                    <a:pt x="576" y="144"/>
                  </a:cubicBezTo>
                  <a:cubicBezTo>
                    <a:pt x="577" y="143"/>
                    <a:pt x="577" y="143"/>
                    <a:pt x="577" y="143"/>
                  </a:cubicBezTo>
                  <a:cubicBezTo>
                    <a:pt x="578" y="142"/>
                    <a:pt x="578" y="142"/>
                    <a:pt x="578" y="142"/>
                  </a:cubicBezTo>
                  <a:cubicBezTo>
                    <a:pt x="579" y="142"/>
                    <a:pt x="579" y="142"/>
                    <a:pt x="579" y="142"/>
                  </a:cubicBezTo>
                  <a:cubicBezTo>
                    <a:pt x="579" y="140"/>
                    <a:pt x="579" y="140"/>
                    <a:pt x="579" y="140"/>
                  </a:cubicBezTo>
                  <a:cubicBezTo>
                    <a:pt x="578" y="139"/>
                    <a:pt x="578" y="139"/>
                    <a:pt x="578" y="139"/>
                  </a:cubicBezTo>
                  <a:cubicBezTo>
                    <a:pt x="579" y="138"/>
                    <a:pt x="579" y="138"/>
                    <a:pt x="579" y="138"/>
                  </a:cubicBezTo>
                  <a:cubicBezTo>
                    <a:pt x="577" y="137"/>
                    <a:pt x="577" y="137"/>
                    <a:pt x="577" y="137"/>
                  </a:cubicBezTo>
                  <a:cubicBezTo>
                    <a:pt x="575" y="138"/>
                    <a:pt x="575" y="138"/>
                    <a:pt x="575" y="138"/>
                  </a:cubicBezTo>
                  <a:cubicBezTo>
                    <a:pt x="575" y="137"/>
                    <a:pt x="575" y="137"/>
                    <a:pt x="575" y="137"/>
                  </a:cubicBezTo>
                  <a:cubicBezTo>
                    <a:pt x="574" y="137"/>
                    <a:pt x="574" y="137"/>
                    <a:pt x="574" y="137"/>
                  </a:cubicBezTo>
                  <a:cubicBezTo>
                    <a:pt x="575" y="136"/>
                    <a:pt x="575" y="136"/>
                    <a:pt x="575" y="136"/>
                  </a:cubicBezTo>
                  <a:cubicBezTo>
                    <a:pt x="574" y="135"/>
                    <a:pt x="574" y="135"/>
                    <a:pt x="574" y="135"/>
                  </a:cubicBezTo>
                  <a:cubicBezTo>
                    <a:pt x="572" y="136"/>
                    <a:pt x="572" y="136"/>
                    <a:pt x="572" y="136"/>
                  </a:cubicBezTo>
                  <a:cubicBezTo>
                    <a:pt x="571" y="137"/>
                    <a:pt x="571" y="137"/>
                    <a:pt x="571" y="137"/>
                  </a:cubicBezTo>
                  <a:cubicBezTo>
                    <a:pt x="570" y="137"/>
                    <a:pt x="570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9" y="135"/>
                    <a:pt x="569" y="135"/>
                    <a:pt x="569" y="135"/>
                  </a:cubicBezTo>
                  <a:cubicBezTo>
                    <a:pt x="568" y="134"/>
                    <a:pt x="568" y="134"/>
                    <a:pt x="568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8" y="132"/>
                    <a:pt x="568" y="132"/>
                    <a:pt x="568" y="132"/>
                  </a:cubicBezTo>
                  <a:cubicBezTo>
                    <a:pt x="572" y="129"/>
                    <a:pt x="572" y="129"/>
                    <a:pt x="572" y="129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6"/>
                    <a:pt x="572" y="126"/>
                    <a:pt x="572" y="126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4" y="127"/>
                    <a:pt x="574" y="127"/>
                    <a:pt x="574" y="127"/>
                  </a:cubicBezTo>
                  <a:cubicBezTo>
                    <a:pt x="576" y="128"/>
                    <a:pt x="576" y="128"/>
                    <a:pt x="576" y="128"/>
                  </a:cubicBezTo>
                  <a:cubicBezTo>
                    <a:pt x="577" y="127"/>
                    <a:pt x="577" y="127"/>
                    <a:pt x="577" y="127"/>
                  </a:cubicBezTo>
                  <a:cubicBezTo>
                    <a:pt x="577" y="125"/>
                    <a:pt x="577" y="125"/>
                    <a:pt x="577" y="125"/>
                  </a:cubicBezTo>
                  <a:cubicBezTo>
                    <a:pt x="576" y="123"/>
                    <a:pt x="576" y="123"/>
                    <a:pt x="576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6" y="121"/>
                    <a:pt x="576" y="121"/>
                    <a:pt x="576" y="121"/>
                  </a:cubicBezTo>
                  <a:cubicBezTo>
                    <a:pt x="575" y="120"/>
                    <a:pt x="575" y="120"/>
                    <a:pt x="575" y="120"/>
                  </a:cubicBezTo>
                  <a:cubicBezTo>
                    <a:pt x="576" y="120"/>
                    <a:pt x="576" y="120"/>
                    <a:pt x="576" y="120"/>
                  </a:cubicBezTo>
                  <a:cubicBezTo>
                    <a:pt x="576" y="118"/>
                    <a:pt x="576" y="118"/>
                    <a:pt x="576" y="118"/>
                  </a:cubicBezTo>
                  <a:cubicBezTo>
                    <a:pt x="574" y="117"/>
                    <a:pt x="574" y="117"/>
                    <a:pt x="574" y="117"/>
                  </a:cubicBezTo>
                  <a:cubicBezTo>
                    <a:pt x="575" y="115"/>
                    <a:pt x="575" y="115"/>
                    <a:pt x="575" y="115"/>
                  </a:cubicBezTo>
                  <a:cubicBezTo>
                    <a:pt x="574" y="114"/>
                    <a:pt x="574" y="114"/>
                    <a:pt x="574" y="114"/>
                  </a:cubicBezTo>
                  <a:cubicBezTo>
                    <a:pt x="575" y="114"/>
                    <a:pt x="575" y="114"/>
                    <a:pt x="575" y="114"/>
                  </a:cubicBezTo>
                  <a:cubicBezTo>
                    <a:pt x="575" y="112"/>
                    <a:pt x="575" y="112"/>
                    <a:pt x="575" y="112"/>
                  </a:cubicBezTo>
                  <a:cubicBezTo>
                    <a:pt x="576" y="110"/>
                    <a:pt x="576" y="110"/>
                    <a:pt x="576" y="110"/>
                  </a:cubicBezTo>
                  <a:cubicBezTo>
                    <a:pt x="576" y="109"/>
                    <a:pt x="576" y="109"/>
                    <a:pt x="576" y="109"/>
                  </a:cubicBezTo>
                  <a:cubicBezTo>
                    <a:pt x="577" y="108"/>
                    <a:pt x="577" y="108"/>
                    <a:pt x="577" y="108"/>
                  </a:cubicBezTo>
                  <a:cubicBezTo>
                    <a:pt x="577" y="106"/>
                    <a:pt x="577" y="106"/>
                    <a:pt x="577" y="106"/>
                  </a:cubicBezTo>
                  <a:cubicBezTo>
                    <a:pt x="576" y="106"/>
                    <a:pt x="576" y="106"/>
                    <a:pt x="576" y="106"/>
                  </a:cubicBezTo>
                  <a:cubicBezTo>
                    <a:pt x="577" y="104"/>
                    <a:pt x="577" y="104"/>
                    <a:pt x="577" y="104"/>
                  </a:cubicBezTo>
                  <a:cubicBezTo>
                    <a:pt x="576" y="102"/>
                    <a:pt x="576" y="102"/>
                    <a:pt x="576" y="102"/>
                  </a:cubicBezTo>
                  <a:cubicBezTo>
                    <a:pt x="575" y="101"/>
                    <a:pt x="575" y="101"/>
                    <a:pt x="575" y="101"/>
                  </a:cubicBezTo>
                  <a:cubicBezTo>
                    <a:pt x="575" y="100"/>
                    <a:pt x="575" y="100"/>
                    <a:pt x="575" y="100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6" y="97"/>
                    <a:pt x="576" y="97"/>
                    <a:pt x="576" y="97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4" y="95"/>
                    <a:pt x="574" y="95"/>
                    <a:pt x="574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3"/>
                    <a:pt x="573" y="93"/>
                    <a:pt x="573" y="93"/>
                  </a:cubicBezTo>
                  <a:cubicBezTo>
                    <a:pt x="570" y="92"/>
                    <a:pt x="570" y="92"/>
                    <a:pt x="570" y="92"/>
                  </a:cubicBezTo>
                  <a:cubicBezTo>
                    <a:pt x="569" y="92"/>
                    <a:pt x="569" y="92"/>
                    <a:pt x="569" y="92"/>
                  </a:cubicBezTo>
                  <a:cubicBezTo>
                    <a:pt x="572" y="92"/>
                    <a:pt x="572" y="92"/>
                    <a:pt x="572" y="92"/>
                  </a:cubicBezTo>
                  <a:cubicBezTo>
                    <a:pt x="573" y="92"/>
                    <a:pt x="573" y="92"/>
                    <a:pt x="573" y="92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9" y="90"/>
                    <a:pt x="579" y="90"/>
                    <a:pt x="579" y="90"/>
                  </a:cubicBezTo>
                  <a:cubicBezTo>
                    <a:pt x="579" y="89"/>
                    <a:pt x="579" y="89"/>
                    <a:pt x="579" y="89"/>
                  </a:cubicBezTo>
                  <a:cubicBezTo>
                    <a:pt x="580" y="88"/>
                    <a:pt x="580" y="88"/>
                    <a:pt x="580" y="88"/>
                  </a:cubicBezTo>
                  <a:cubicBezTo>
                    <a:pt x="581" y="89"/>
                    <a:pt x="581" y="89"/>
                    <a:pt x="581" y="89"/>
                  </a:cubicBezTo>
                  <a:cubicBezTo>
                    <a:pt x="582" y="87"/>
                    <a:pt x="582" y="87"/>
                    <a:pt x="582" y="87"/>
                  </a:cubicBezTo>
                  <a:cubicBezTo>
                    <a:pt x="583" y="87"/>
                    <a:pt x="583" y="87"/>
                    <a:pt x="583" y="87"/>
                  </a:cubicBezTo>
                  <a:cubicBezTo>
                    <a:pt x="584" y="85"/>
                    <a:pt x="584" y="85"/>
                    <a:pt x="584" y="85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5" y="80"/>
                    <a:pt x="585" y="80"/>
                    <a:pt x="585" y="80"/>
                  </a:cubicBezTo>
                  <a:cubicBezTo>
                    <a:pt x="586" y="80"/>
                    <a:pt x="586" y="80"/>
                    <a:pt x="586" y="80"/>
                  </a:cubicBezTo>
                  <a:cubicBezTo>
                    <a:pt x="587" y="80"/>
                    <a:pt x="587" y="80"/>
                    <a:pt x="587" y="80"/>
                  </a:cubicBezTo>
                  <a:cubicBezTo>
                    <a:pt x="588" y="80"/>
                    <a:pt x="588" y="80"/>
                    <a:pt x="588" y="80"/>
                  </a:cubicBezTo>
                  <a:cubicBezTo>
                    <a:pt x="588" y="81"/>
                    <a:pt x="588" y="81"/>
                    <a:pt x="588" y="81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2" y="84"/>
                    <a:pt x="592" y="84"/>
                    <a:pt x="592" y="84"/>
                  </a:cubicBezTo>
                  <a:cubicBezTo>
                    <a:pt x="594" y="83"/>
                    <a:pt x="594" y="83"/>
                    <a:pt x="594" y="83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9" y="80"/>
                    <a:pt x="599" y="80"/>
                    <a:pt x="599" y="80"/>
                  </a:cubicBezTo>
                  <a:cubicBezTo>
                    <a:pt x="601" y="78"/>
                    <a:pt x="601" y="78"/>
                    <a:pt x="601" y="78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3" y="76"/>
                    <a:pt x="603" y="76"/>
                    <a:pt x="603" y="76"/>
                  </a:cubicBezTo>
                  <a:cubicBezTo>
                    <a:pt x="605" y="74"/>
                    <a:pt x="605" y="74"/>
                    <a:pt x="605" y="74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9" y="71"/>
                    <a:pt x="609" y="71"/>
                    <a:pt x="609" y="71"/>
                  </a:cubicBezTo>
                  <a:cubicBezTo>
                    <a:pt x="610" y="69"/>
                    <a:pt x="610" y="69"/>
                    <a:pt x="610" y="69"/>
                  </a:cubicBezTo>
                  <a:cubicBezTo>
                    <a:pt x="612" y="67"/>
                    <a:pt x="612" y="67"/>
                    <a:pt x="612" y="67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5" y="67"/>
                    <a:pt x="615" y="67"/>
                    <a:pt x="615" y="67"/>
                  </a:cubicBezTo>
                  <a:cubicBezTo>
                    <a:pt x="614" y="64"/>
                    <a:pt x="614" y="64"/>
                    <a:pt x="614" y="64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3" y="62"/>
                    <a:pt x="613" y="62"/>
                    <a:pt x="613" y="62"/>
                  </a:cubicBezTo>
                  <a:cubicBezTo>
                    <a:pt x="611" y="60"/>
                    <a:pt x="611" y="60"/>
                    <a:pt x="611" y="60"/>
                  </a:cubicBezTo>
                  <a:cubicBezTo>
                    <a:pt x="607" y="60"/>
                    <a:pt x="607" y="60"/>
                    <a:pt x="607" y="60"/>
                  </a:cubicBezTo>
                  <a:cubicBezTo>
                    <a:pt x="605" y="60"/>
                    <a:pt x="605" y="60"/>
                    <a:pt x="605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59"/>
                    <a:pt x="604" y="59"/>
                    <a:pt x="604" y="59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2" y="57"/>
                    <a:pt x="602" y="57"/>
                    <a:pt x="602" y="57"/>
                  </a:cubicBezTo>
                  <a:cubicBezTo>
                    <a:pt x="601" y="57"/>
                    <a:pt x="601" y="57"/>
                    <a:pt x="601" y="57"/>
                  </a:cubicBezTo>
                  <a:cubicBezTo>
                    <a:pt x="600" y="55"/>
                    <a:pt x="600" y="55"/>
                    <a:pt x="600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5" y="55"/>
                    <a:pt x="595" y="55"/>
                    <a:pt x="595" y="55"/>
                  </a:cubicBezTo>
                  <a:cubicBezTo>
                    <a:pt x="594" y="54"/>
                    <a:pt x="594" y="54"/>
                    <a:pt x="594" y="54"/>
                  </a:cubicBezTo>
                  <a:cubicBezTo>
                    <a:pt x="593" y="55"/>
                    <a:pt x="593" y="55"/>
                    <a:pt x="593" y="55"/>
                  </a:cubicBezTo>
                  <a:cubicBezTo>
                    <a:pt x="591" y="55"/>
                    <a:pt x="591" y="55"/>
                    <a:pt x="591" y="55"/>
                  </a:cubicBezTo>
                  <a:cubicBezTo>
                    <a:pt x="587" y="55"/>
                    <a:pt x="587" y="55"/>
                    <a:pt x="587" y="55"/>
                  </a:cubicBezTo>
                  <a:cubicBezTo>
                    <a:pt x="586" y="58"/>
                    <a:pt x="586" y="58"/>
                    <a:pt x="586" y="58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5" y="60"/>
                    <a:pt x="585" y="60"/>
                    <a:pt x="585" y="60"/>
                  </a:cubicBezTo>
                  <a:cubicBezTo>
                    <a:pt x="585" y="59"/>
                    <a:pt x="585" y="59"/>
                    <a:pt x="585" y="59"/>
                  </a:cubicBezTo>
                  <a:cubicBezTo>
                    <a:pt x="583" y="59"/>
                    <a:pt x="583" y="59"/>
                    <a:pt x="583" y="59"/>
                  </a:cubicBezTo>
                  <a:cubicBezTo>
                    <a:pt x="582" y="61"/>
                    <a:pt x="582" y="61"/>
                    <a:pt x="582" y="61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1" y="63"/>
                    <a:pt x="581" y="63"/>
                    <a:pt x="581" y="63"/>
                  </a:cubicBezTo>
                  <a:cubicBezTo>
                    <a:pt x="580" y="65"/>
                    <a:pt x="580" y="65"/>
                    <a:pt x="580" y="65"/>
                  </a:cubicBezTo>
                  <a:cubicBezTo>
                    <a:pt x="579" y="67"/>
                    <a:pt x="579" y="67"/>
                    <a:pt x="579" y="67"/>
                  </a:cubicBezTo>
                  <a:cubicBezTo>
                    <a:pt x="578" y="68"/>
                    <a:pt x="578" y="68"/>
                    <a:pt x="578" y="68"/>
                  </a:cubicBezTo>
                  <a:cubicBezTo>
                    <a:pt x="577" y="71"/>
                    <a:pt x="577" y="71"/>
                    <a:pt x="577" y="71"/>
                  </a:cubicBezTo>
                  <a:cubicBezTo>
                    <a:pt x="576" y="72"/>
                    <a:pt x="576" y="72"/>
                    <a:pt x="576" y="72"/>
                  </a:cubicBezTo>
                  <a:cubicBezTo>
                    <a:pt x="576" y="73"/>
                    <a:pt x="576" y="73"/>
                    <a:pt x="576" y="73"/>
                  </a:cubicBezTo>
                  <a:cubicBezTo>
                    <a:pt x="575" y="74"/>
                    <a:pt x="575" y="74"/>
                    <a:pt x="575" y="74"/>
                  </a:cubicBezTo>
                  <a:cubicBezTo>
                    <a:pt x="574" y="77"/>
                    <a:pt x="574" y="77"/>
                    <a:pt x="574" y="77"/>
                  </a:cubicBezTo>
                  <a:cubicBezTo>
                    <a:pt x="574" y="78"/>
                    <a:pt x="574" y="78"/>
                    <a:pt x="574" y="78"/>
                  </a:cubicBezTo>
                  <a:cubicBezTo>
                    <a:pt x="573" y="80"/>
                    <a:pt x="573" y="80"/>
                    <a:pt x="573" y="80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3" y="83"/>
                    <a:pt x="573" y="83"/>
                    <a:pt x="573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0" y="88"/>
                    <a:pt x="570" y="88"/>
                    <a:pt x="570" y="88"/>
                  </a:cubicBezTo>
                  <a:cubicBezTo>
                    <a:pt x="571" y="89"/>
                    <a:pt x="571" y="89"/>
                    <a:pt x="571" y="89"/>
                  </a:cubicBezTo>
                  <a:cubicBezTo>
                    <a:pt x="570" y="89"/>
                    <a:pt x="570" y="89"/>
                    <a:pt x="570" y="89"/>
                  </a:cubicBezTo>
                  <a:cubicBezTo>
                    <a:pt x="569" y="91"/>
                    <a:pt x="569" y="91"/>
                    <a:pt x="569" y="91"/>
                  </a:cubicBezTo>
                  <a:cubicBezTo>
                    <a:pt x="568" y="91"/>
                    <a:pt x="568" y="91"/>
                    <a:pt x="568" y="91"/>
                  </a:cubicBezTo>
                  <a:cubicBezTo>
                    <a:pt x="567" y="92"/>
                    <a:pt x="567" y="92"/>
                    <a:pt x="567" y="92"/>
                  </a:cubicBezTo>
                  <a:cubicBezTo>
                    <a:pt x="567" y="93"/>
                    <a:pt x="567" y="93"/>
                    <a:pt x="567" y="93"/>
                  </a:cubicBezTo>
                  <a:cubicBezTo>
                    <a:pt x="565" y="94"/>
                    <a:pt x="565" y="94"/>
                    <a:pt x="565" y="94"/>
                  </a:cubicBezTo>
                  <a:cubicBezTo>
                    <a:pt x="564" y="95"/>
                    <a:pt x="564" y="95"/>
                    <a:pt x="564" y="95"/>
                  </a:cubicBezTo>
                  <a:cubicBezTo>
                    <a:pt x="563" y="95"/>
                    <a:pt x="563" y="95"/>
                    <a:pt x="563" y="95"/>
                  </a:cubicBezTo>
                  <a:cubicBezTo>
                    <a:pt x="561" y="97"/>
                    <a:pt x="561" y="97"/>
                    <a:pt x="561" y="97"/>
                  </a:cubicBezTo>
                  <a:cubicBezTo>
                    <a:pt x="562" y="99"/>
                    <a:pt x="562" y="99"/>
                    <a:pt x="562" y="99"/>
                  </a:cubicBezTo>
                  <a:cubicBezTo>
                    <a:pt x="563" y="99"/>
                    <a:pt x="563" y="99"/>
                    <a:pt x="563" y="99"/>
                  </a:cubicBezTo>
                  <a:cubicBezTo>
                    <a:pt x="564" y="99"/>
                    <a:pt x="564" y="99"/>
                    <a:pt x="564" y="99"/>
                  </a:cubicBezTo>
                  <a:cubicBezTo>
                    <a:pt x="563" y="102"/>
                    <a:pt x="563" y="102"/>
                    <a:pt x="563" y="102"/>
                  </a:cubicBezTo>
                  <a:cubicBezTo>
                    <a:pt x="562" y="103"/>
                    <a:pt x="562" y="103"/>
                    <a:pt x="562" y="103"/>
                  </a:cubicBezTo>
                  <a:cubicBezTo>
                    <a:pt x="562" y="102"/>
                    <a:pt x="562" y="102"/>
                    <a:pt x="562" y="102"/>
                  </a:cubicBezTo>
                  <a:cubicBezTo>
                    <a:pt x="562" y="100"/>
                    <a:pt x="562" y="100"/>
                    <a:pt x="562" y="100"/>
                  </a:cubicBezTo>
                  <a:cubicBezTo>
                    <a:pt x="561" y="99"/>
                    <a:pt x="561" y="99"/>
                    <a:pt x="561" y="99"/>
                  </a:cubicBezTo>
                  <a:cubicBezTo>
                    <a:pt x="558" y="100"/>
                    <a:pt x="558" y="100"/>
                    <a:pt x="558" y="100"/>
                  </a:cubicBezTo>
                  <a:cubicBezTo>
                    <a:pt x="557" y="101"/>
                    <a:pt x="557" y="101"/>
                    <a:pt x="557" y="101"/>
                  </a:cubicBezTo>
                  <a:cubicBezTo>
                    <a:pt x="556" y="101"/>
                    <a:pt x="556" y="101"/>
                    <a:pt x="556" y="101"/>
                  </a:cubicBezTo>
                  <a:cubicBezTo>
                    <a:pt x="556" y="100"/>
                    <a:pt x="556" y="100"/>
                    <a:pt x="556" y="100"/>
                  </a:cubicBezTo>
                  <a:cubicBezTo>
                    <a:pt x="555" y="100"/>
                    <a:pt x="555" y="100"/>
                    <a:pt x="555" y="100"/>
                  </a:cubicBezTo>
                  <a:cubicBezTo>
                    <a:pt x="554" y="102"/>
                    <a:pt x="554" y="102"/>
                    <a:pt x="554" y="102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6" y="103"/>
                    <a:pt x="556" y="103"/>
                    <a:pt x="556" y="103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4" y="104"/>
                    <a:pt x="554" y="104"/>
                    <a:pt x="554" y="104"/>
                  </a:cubicBezTo>
                  <a:cubicBezTo>
                    <a:pt x="553" y="106"/>
                    <a:pt x="553" y="106"/>
                    <a:pt x="553" y="106"/>
                  </a:cubicBezTo>
                  <a:cubicBezTo>
                    <a:pt x="551" y="109"/>
                    <a:pt x="551" y="109"/>
                    <a:pt x="551" y="109"/>
                  </a:cubicBezTo>
                  <a:cubicBezTo>
                    <a:pt x="551" y="110"/>
                    <a:pt x="551" y="110"/>
                    <a:pt x="551" y="110"/>
                  </a:cubicBezTo>
                  <a:cubicBezTo>
                    <a:pt x="551" y="112"/>
                    <a:pt x="551" y="112"/>
                    <a:pt x="551" y="112"/>
                  </a:cubicBezTo>
                  <a:cubicBezTo>
                    <a:pt x="551" y="113"/>
                    <a:pt x="551" y="113"/>
                    <a:pt x="551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3"/>
                    <a:pt x="553" y="113"/>
                    <a:pt x="553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2" y="114"/>
                    <a:pt x="552" y="114"/>
                    <a:pt x="552" y="114"/>
                  </a:cubicBezTo>
                  <a:cubicBezTo>
                    <a:pt x="550" y="115"/>
                    <a:pt x="550" y="115"/>
                    <a:pt x="550" y="115"/>
                  </a:cubicBezTo>
                  <a:cubicBezTo>
                    <a:pt x="548" y="117"/>
                    <a:pt x="548" y="117"/>
                    <a:pt x="548" y="117"/>
                  </a:cubicBezTo>
                  <a:cubicBezTo>
                    <a:pt x="547" y="118"/>
                    <a:pt x="547" y="118"/>
                    <a:pt x="547" y="118"/>
                  </a:cubicBezTo>
                  <a:cubicBezTo>
                    <a:pt x="546" y="122"/>
                    <a:pt x="546" y="122"/>
                    <a:pt x="546" y="122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6" y="126"/>
                    <a:pt x="546" y="126"/>
                    <a:pt x="546" y="126"/>
                  </a:cubicBezTo>
                  <a:cubicBezTo>
                    <a:pt x="547" y="127"/>
                    <a:pt x="547" y="127"/>
                    <a:pt x="547" y="127"/>
                  </a:cubicBezTo>
                  <a:cubicBezTo>
                    <a:pt x="547" y="128"/>
                    <a:pt x="547" y="128"/>
                    <a:pt x="547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30"/>
                    <a:pt x="549" y="130"/>
                    <a:pt x="549" y="130"/>
                  </a:cubicBezTo>
                  <a:cubicBezTo>
                    <a:pt x="551" y="130"/>
                    <a:pt x="551" y="130"/>
                    <a:pt x="551" y="130"/>
                  </a:cubicBezTo>
                  <a:cubicBezTo>
                    <a:pt x="551" y="132"/>
                    <a:pt x="551" y="132"/>
                    <a:pt x="551" y="132"/>
                  </a:cubicBezTo>
                  <a:cubicBezTo>
                    <a:pt x="553" y="132"/>
                    <a:pt x="553" y="132"/>
                    <a:pt x="553" y="132"/>
                  </a:cubicBezTo>
                  <a:cubicBezTo>
                    <a:pt x="554" y="134"/>
                    <a:pt x="554" y="134"/>
                    <a:pt x="554" y="134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7" y="135"/>
                    <a:pt x="557" y="135"/>
                    <a:pt x="557" y="135"/>
                  </a:cubicBezTo>
                  <a:cubicBezTo>
                    <a:pt x="558" y="135"/>
                    <a:pt x="558" y="135"/>
                    <a:pt x="558" y="135"/>
                  </a:cubicBezTo>
                  <a:cubicBezTo>
                    <a:pt x="559" y="135"/>
                    <a:pt x="559" y="135"/>
                    <a:pt x="559" y="135"/>
                  </a:cubicBezTo>
                  <a:cubicBezTo>
                    <a:pt x="559" y="136"/>
                    <a:pt x="559" y="136"/>
                    <a:pt x="559" y="136"/>
                  </a:cubicBezTo>
                  <a:cubicBezTo>
                    <a:pt x="559" y="137"/>
                    <a:pt x="559" y="137"/>
                    <a:pt x="559" y="137"/>
                  </a:cubicBezTo>
                  <a:cubicBezTo>
                    <a:pt x="556" y="136"/>
                    <a:pt x="556" y="136"/>
                    <a:pt x="556" y="136"/>
                  </a:cubicBezTo>
                  <a:cubicBezTo>
                    <a:pt x="554" y="136"/>
                    <a:pt x="554" y="136"/>
                    <a:pt x="554" y="136"/>
                  </a:cubicBezTo>
                  <a:cubicBezTo>
                    <a:pt x="553" y="138"/>
                    <a:pt x="553" y="138"/>
                    <a:pt x="553" y="138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2" y="140"/>
                    <a:pt x="552" y="140"/>
                    <a:pt x="552" y="140"/>
                  </a:cubicBezTo>
                  <a:cubicBezTo>
                    <a:pt x="551" y="141"/>
                    <a:pt x="551" y="141"/>
                    <a:pt x="551" y="141"/>
                  </a:cubicBezTo>
                  <a:cubicBezTo>
                    <a:pt x="550" y="141"/>
                    <a:pt x="550" y="141"/>
                    <a:pt x="550" y="141"/>
                  </a:cubicBezTo>
                  <a:cubicBezTo>
                    <a:pt x="549" y="144"/>
                    <a:pt x="549" y="144"/>
                    <a:pt x="549" y="144"/>
                  </a:cubicBezTo>
                  <a:cubicBezTo>
                    <a:pt x="549" y="145"/>
                    <a:pt x="549" y="145"/>
                    <a:pt x="549" y="145"/>
                  </a:cubicBezTo>
                  <a:cubicBezTo>
                    <a:pt x="551" y="145"/>
                    <a:pt x="551" y="145"/>
                    <a:pt x="551" y="145"/>
                  </a:cubicBezTo>
                  <a:cubicBezTo>
                    <a:pt x="551" y="146"/>
                    <a:pt x="551" y="146"/>
                    <a:pt x="551" y="146"/>
                  </a:cubicBezTo>
                  <a:cubicBezTo>
                    <a:pt x="553" y="145"/>
                    <a:pt x="553" y="145"/>
                    <a:pt x="553" y="145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4"/>
                    <a:pt x="555" y="144"/>
                    <a:pt x="555" y="144"/>
                  </a:cubicBezTo>
                  <a:cubicBezTo>
                    <a:pt x="554" y="145"/>
                    <a:pt x="554" y="145"/>
                    <a:pt x="554" y="145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3" y="149"/>
                    <a:pt x="553" y="149"/>
                    <a:pt x="553" y="149"/>
                  </a:cubicBezTo>
                  <a:cubicBezTo>
                    <a:pt x="551" y="149"/>
                    <a:pt x="551" y="149"/>
                    <a:pt x="551" y="149"/>
                  </a:cubicBezTo>
                  <a:cubicBezTo>
                    <a:pt x="550" y="151"/>
                    <a:pt x="550" y="151"/>
                    <a:pt x="550" y="151"/>
                  </a:cubicBezTo>
                  <a:cubicBezTo>
                    <a:pt x="548" y="151"/>
                    <a:pt x="548" y="151"/>
                    <a:pt x="548" y="151"/>
                  </a:cubicBezTo>
                  <a:cubicBezTo>
                    <a:pt x="548" y="152"/>
                    <a:pt x="548" y="152"/>
                    <a:pt x="548" y="152"/>
                  </a:cubicBezTo>
                  <a:cubicBezTo>
                    <a:pt x="548" y="153"/>
                    <a:pt x="548" y="153"/>
                    <a:pt x="548" y="153"/>
                  </a:cubicBezTo>
                  <a:cubicBezTo>
                    <a:pt x="545" y="154"/>
                    <a:pt x="545" y="154"/>
                    <a:pt x="545" y="154"/>
                  </a:cubicBezTo>
                  <a:cubicBezTo>
                    <a:pt x="544" y="156"/>
                    <a:pt x="544" y="156"/>
                    <a:pt x="544" y="156"/>
                  </a:cubicBezTo>
                  <a:cubicBezTo>
                    <a:pt x="543" y="156"/>
                    <a:pt x="543" y="156"/>
                    <a:pt x="543" y="156"/>
                  </a:cubicBezTo>
                  <a:cubicBezTo>
                    <a:pt x="543" y="155"/>
                    <a:pt x="543" y="155"/>
                    <a:pt x="543" y="155"/>
                  </a:cubicBezTo>
                  <a:cubicBezTo>
                    <a:pt x="542" y="155"/>
                    <a:pt x="542" y="155"/>
                    <a:pt x="542" y="155"/>
                  </a:cubicBezTo>
                  <a:cubicBezTo>
                    <a:pt x="541" y="154"/>
                    <a:pt x="541" y="154"/>
                    <a:pt x="541" y="154"/>
                  </a:cubicBezTo>
                  <a:cubicBezTo>
                    <a:pt x="540" y="155"/>
                    <a:pt x="540" y="155"/>
                    <a:pt x="540" y="155"/>
                  </a:cubicBezTo>
                  <a:cubicBezTo>
                    <a:pt x="540" y="154"/>
                    <a:pt x="540" y="154"/>
                    <a:pt x="540" y="154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7" y="158"/>
                    <a:pt x="537" y="158"/>
                    <a:pt x="537" y="158"/>
                  </a:cubicBezTo>
                  <a:cubicBezTo>
                    <a:pt x="536" y="160"/>
                    <a:pt x="536" y="160"/>
                    <a:pt x="536" y="160"/>
                  </a:cubicBezTo>
                  <a:cubicBezTo>
                    <a:pt x="535" y="161"/>
                    <a:pt x="535" y="161"/>
                    <a:pt x="535" y="161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5" y="164"/>
                    <a:pt x="535" y="164"/>
                    <a:pt x="535" y="164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6" y="166"/>
                    <a:pt x="536" y="166"/>
                    <a:pt x="536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70"/>
                    <a:pt x="534" y="170"/>
                    <a:pt x="534" y="170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3" y="167"/>
                    <a:pt x="533" y="167"/>
                    <a:pt x="533" y="167"/>
                  </a:cubicBezTo>
                  <a:cubicBezTo>
                    <a:pt x="535" y="165"/>
                    <a:pt x="535" y="165"/>
                    <a:pt x="535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3"/>
                    <a:pt x="532" y="163"/>
                    <a:pt x="532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1" y="162"/>
                    <a:pt x="531" y="162"/>
                    <a:pt x="531" y="162"/>
                  </a:cubicBezTo>
                  <a:cubicBezTo>
                    <a:pt x="532" y="160"/>
                    <a:pt x="532" y="160"/>
                    <a:pt x="532" y="160"/>
                  </a:cubicBezTo>
                  <a:cubicBezTo>
                    <a:pt x="532" y="159"/>
                    <a:pt x="532" y="159"/>
                    <a:pt x="532" y="159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7" y="155"/>
                    <a:pt x="537" y="155"/>
                    <a:pt x="537" y="155"/>
                  </a:cubicBezTo>
                  <a:cubicBezTo>
                    <a:pt x="537" y="154"/>
                    <a:pt x="537" y="154"/>
                    <a:pt x="537" y="154"/>
                  </a:cubicBezTo>
                  <a:cubicBezTo>
                    <a:pt x="537" y="153"/>
                    <a:pt x="537" y="153"/>
                    <a:pt x="537" y="153"/>
                  </a:cubicBezTo>
                  <a:cubicBezTo>
                    <a:pt x="539" y="153"/>
                    <a:pt x="539" y="153"/>
                    <a:pt x="539" y="153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37" y="151"/>
                    <a:pt x="537" y="151"/>
                    <a:pt x="537" y="151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4" y="152"/>
                    <a:pt x="534" y="152"/>
                    <a:pt x="534" y="152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2" y="151"/>
                    <a:pt x="532" y="151"/>
                    <a:pt x="532" y="151"/>
                  </a:cubicBezTo>
                  <a:cubicBezTo>
                    <a:pt x="531" y="150"/>
                    <a:pt x="531" y="150"/>
                    <a:pt x="531" y="150"/>
                  </a:cubicBezTo>
                  <a:cubicBezTo>
                    <a:pt x="532" y="150"/>
                    <a:pt x="532" y="150"/>
                    <a:pt x="532" y="150"/>
                  </a:cubicBezTo>
                  <a:cubicBezTo>
                    <a:pt x="532" y="148"/>
                    <a:pt x="532" y="148"/>
                    <a:pt x="532" y="148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27" y="145"/>
                    <a:pt x="527" y="145"/>
                    <a:pt x="527" y="145"/>
                  </a:cubicBezTo>
                  <a:cubicBezTo>
                    <a:pt x="527" y="146"/>
                    <a:pt x="527" y="146"/>
                    <a:pt x="527" y="146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4" y="145"/>
                    <a:pt x="524" y="145"/>
                    <a:pt x="524" y="145"/>
                  </a:cubicBezTo>
                  <a:cubicBezTo>
                    <a:pt x="522" y="145"/>
                    <a:pt x="522" y="145"/>
                    <a:pt x="522" y="145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8"/>
                    <a:pt x="522" y="148"/>
                    <a:pt x="522" y="148"/>
                  </a:cubicBezTo>
                  <a:cubicBezTo>
                    <a:pt x="522" y="149"/>
                    <a:pt x="522" y="149"/>
                    <a:pt x="522" y="149"/>
                  </a:cubicBezTo>
                  <a:cubicBezTo>
                    <a:pt x="521" y="149"/>
                    <a:pt x="521" y="149"/>
                    <a:pt x="521" y="149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49"/>
                    <a:pt x="519" y="149"/>
                    <a:pt x="519" y="149"/>
                  </a:cubicBezTo>
                  <a:cubicBezTo>
                    <a:pt x="516" y="149"/>
                    <a:pt x="516" y="149"/>
                    <a:pt x="516" y="149"/>
                  </a:cubicBezTo>
                  <a:cubicBezTo>
                    <a:pt x="516" y="151"/>
                    <a:pt x="516" y="151"/>
                    <a:pt x="516" y="151"/>
                  </a:cubicBezTo>
                  <a:cubicBezTo>
                    <a:pt x="517" y="152"/>
                    <a:pt x="517" y="152"/>
                    <a:pt x="517" y="152"/>
                  </a:cubicBezTo>
                  <a:cubicBezTo>
                    <a:pt x="518" y="152"/>
                    <a:pt x="518" y="152"/>
                    <a:pt x="518" y="152"/>
                  </a:cubicBezTo>
                  <a:cubicBezTo>
                    <a:pt x="518" y="154"/>
                    <a:pt x="518" y="154"/>
                    <a:pt x="518" y="154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20" y="156"/>
                    <a:pt x="520" y="156"/>
                    <a:pt x="520" y="156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16" y="155"/>
                    <a:pt x="516" y="155"/>
                    <a:pt x="516" y="155"/>
                  </a:cubicBezTo>
                  <a:cubicBezTo>
                    <a:pt x="515" y="156"/>
                    <a:pt x="515" y="156"/>
                    <a:pt x="515" y="156"/>
                  </a:cubicBezTo>
                  <a:cubicBezTo>
                    <a:pt x="514" y="155"/>
                    <a:pt x="514" y="155"/>
                    <a:pt x="514" y="155"/>
                  </a:cubicBezTo>
                  <a:cubicBezTo>
                    <a:pt x="513" y="155"/>
                    <a:pt x="513" y="155"/>
                    <a:pt x="513" y="155"/>
                  </a:cubicBezTo>
                  <a:cubicBezTo>
                    <a:pt x="511" y="153"/>
                    <a:pt x="511" y="153"/>
                    <a:pt x="511" y="153"/>
                  </a:cubicBezTo>
                  <a:cubicBezTo>
                    <a:pt x="508" y="153"/>
                    <a:pt x="508" y="153"/>
                    <a:pt x="508" y="153"/>
                  </a:cubicBezTo>
                  <a:cubicBezTo>
                    <a:pt x="508" y="152"/>
                    <a:pt x="508" y="152"/>
                    <a:pt x="508" y="152"/>
                  </a:cubicBezTo>
                  <a:cubicBezTo>
                    <a:pt x="507" y="152"/>
                    <a:pt x="507" y="152"/>
                    <a:pt x="507" y="152"/>
                  </a:cubicBezTo>
                  <a:cubicBezTo>
                    <a:pt x="504" y="153"/>
                    <a:pt x="504" y="153"/>
                    <a:pt x="504" y="153"/>
                  </a:cubicBezTo>
                  <a:cubicBezTo>
                    <a:pt x="504" y="154"/>
                    <a:pt x="504" y="154"/>
                    <a:pt x="504" y="154"/>
                  </a:cubicBezTo>
                  <a:cubicBezTo>
                    <a:pt x="501" y="154"/>
                    <a:pt x="501" y="154"/>
                    <a:pt x="501" y="154"/>
                  </a:cubicBezTo>
                  <a:cubicBezTo>
                    <a:pt x="500" y="155"/>
                    <a:pt x="500" y="155"/>
                    <a:pt x="500" y="155"/>
                  </a:cubicBezTo>
                  <a:cubicBezTo>
                    <a:pt x="499" y="154"/>
                    <a:pt x="499" y="154"/>
                    <a:pt x="499" y="154"/>
                  </a:cubicBezTo>
                  <a:cubicBezTo>
                    <a:pt x="498" y="153"/>
                    <a:pt x="498" y="153"/>
                    <a:pt x="498" y="153"/>
                  </a:cubicBezTo>
                  <a:cubicBezTo>
                    <a:pt x="497" y="152"/>
                    <a:pt x="497" y="152"/>
                    <a:pt x="497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4" y="150"/>
                    <a:pt x="494" y="150"/>
                    <a:pt x="494" y="150"/>
                  </a:cubicBezTo>
                  <a:cubicBezTo>
                    <a:pt x="494" y="149"/>
                    <a:pt x="494" y="149"/>
                    <a:pt x="494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4" y="148"/>
                    <a:pt x="494" y="148"/>
                    <a:pt x="494" y="148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2" y="147"/>
                    <a:pt x="492" y="147"/>
                    <a:pt x="492" y="147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1" y="145"/>
                    <a:pt x="491" y="145"/>
                    <a:pt x="491" y="145"/>
                  </a:cubicBezTo>
                  <a:cubicBezTo>
                    <a:pt x="489" y="146"/>
                    <a:pt x="489" y="146"/>
                    <a:pt x="489" y="146"/>
                  </a:cubicBezTo>
                  <a:cubicBezTo>
                    <a:pt x="488" y="146"/>
                    <a:pt x="488" y="146"/>
                    <a:pt x="488" y="146"/>
                  </a:cubicBezTo>
                  <a:cubicBezTo>
                    <a:pt x="487" y="144"/>
                    <a:pt x="487" y="144"/>
                    <a:pt x="487" y="144"/>
                  </a:cubicBezTo>
                  <a:cubicBezTo>
                    <a:pt x="487" y="145"/>
                    <a:pt x="487" y="145"/>
                    <a:pt x="487" y="145"/>
                  </a:cubicBezTo>
                  <a:cubicBezTo>
                    <a:pt x="486" y="144"/>
                    <a:pt x="486" y="144"/>
                    <a:pt x="486" y="144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4" y="144"/>
                    <a:pt x="484" y="144"/>
                    <a:pt x="484" y="144"/>
                  </a:cubicBezTo>
                  <a:cubicBezTo>
                    <a:pt x="485" y="143"/>
                    <a:pt x="485" y="143"/>
                    <a:pt x="485" y="143"/>
                  </a:cubicBezTo>
                  <a:cubicBezTo>
                    <a:pt x="486" y="142"/>
                    <a:pt x="486" y="142"/>
                    <a:pt x="486" y="142"/>
                  </a:cubicBezTo>
                  <a:cubicBezTo>
                    <a:pt x="486" y="140"/>
                    <a:pt x="486" y="140"/>
                    <a:pt x="486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4" y="136"/>
                    <a:pt x="484" y="136"/>
                    <a:pt x="484" y="136"/>
                  </a:cubicBezTo>
                  <a:cubicBezTo>
                    <a:pt x="484" y="135"/>
                    <a:pt x="484" y="135"/>
                    <a:pt x="484" y="135"/>
                  </a:cubicBezTo>
                  <a:cubicBezTo>
                    <a:pt x="483" y="134"/>
                    <a:pt x="483" y="134"/>
                    <a:pt x="483" y="134"/>
                  </a:cubicBezTo>
                  <a:cubicBezTo>
                    <a:pt x="484" y="134"/>
                    <a:pt x="484" y="134"/>
                    <a:pt x="484" y="134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83" y="129"/>
                    <a:pt x="483" y="129"/>
                    <a:pt x="483" y="129"/>
                  </a:cubicBezTo>
                  <a:cubicBezTo>
                    <a:pt x="482" y="129"/>
                    <a:pt x="482" y="129"/>
                    <a:pt x="482" y="12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481" y="127"/>
                    <a:pt x="481" y="127"/>
                    <a:pt x="481" y="127"/>
                  </a:cubicBezTo>
                  <a:cubicBezTo>
                    <a:pt x="479" y="128"/>
                    <a:pt x="479" y="128"/>
                    <a:pt x="479" y="128"/>
                  </a:cubicBezTo>
                  <a:cubicBezTo>
                    <a:pt x="478" y="128"/>
                    <a:pt x="478" y="128"/>
                    <a:pt x="478" y="128"/>
                  </a:cubicBezTo>
                  <a:cubicBezTo>
                    <a:pt x="474" y="129"/>
                    <a:pt x="474" y="129"/>
                    <a:pt x="474" y="129"/>
                  </a:cubicBezTo>
                  <a:cubicBezTo>
                    <a:pt x="469" y="129"/>
                    <a:pt x="469" y="129"/>
                    <a:pt x="469" y="129"/>
                  </a:cubicBezTo>
                  <a:cubicBezTo>
                    <a:pt x="467" y="129"/>
                    <a:pt x="467" y="129"/>
                    <a:pt x="467" y="129"/>
                  </a:cubicBezTo>
                  <a:cubicBezTo>
                    <a:pt x="465" y="129"/>
                    <a:pt x="465" y="129"/>
                    <a:pt x="465" y="129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62" y="132"/>
                    <a:pt x="462" y="132"/>
                    <a:pt x="462" y="132"/>
                  </a:cubicBezTo>
                  <a:cubicBezTo>
                    <a:pt x="461" y="134"/>
                    <a:pt x="461" y="134"/>
                    <a:pt x="461" y="134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3" y="137"/>
                    <a:pt x="463" y="137"/>
                    <a:pt x="463" y="137"/>
                  </a:cubicBezTo>
                  <a:cubicBezTo>
                    <a:pt x="465" y="137"/>
                    <a:pt x="465" y="137"/>
                    <a:pt x="465" y="137"/>
                  </a:cubicBezTo>
                  <a:cubicBezTo>
                    <a:pt x="465" y="138"/>
                    <a:pt x="465" y="138"/>
                    <a:pt x="465" y="138"/>
                  </a:cubicBezTo>
                  <a:cubicBezTo>
                    <a:pt x="468" y="138"/>
                    <a:pt x="468" y="138"/>
                    <a:pt x="468" y="138"/>
                  </a:cubicBezTo>
                  <a:cubicBezTo>
                    <a:pt x="468" y="136"/>
                    <a:pt x="468" y="136"/>
                    <a:pt x="468" y="136"/>
                  </a:cubicBezTo>
                  <a:cubicBezTo>
                    <a:pt x="467" y="135"/>
                    <a:pt x="467" y="135"/>
                    <a:pt x="467" y="135"/>
                  </a:cubicBezTo>
                  <a:cubicBezTo>
                    <a:pt x="468" y="135"/>
                    <a:pt x="468" y="135"/>
                    <a:pt x="468" y="135"/>
                  </a:cubicBezTo>
                  <a:cubicBezTo>
                    <a:pt x="470" y="136"/>
                    <a:pt x="470" y="136"/>
                    <a:pt x="470" y="136"/>
                  </a:cubicBezTo>
                  <a:cubicBezTo>
                    <a:pt x="472" y="136"/>
                    <a:pt x="472" y="136"/>
                    <a:pt x="472" y="136"/>
                  </a:cubicBezTo>
                  <a:cubicBezTo>
                    <a:pt x="472" y="135"/>
                    <a:pt x="472" y="135"/>
                    <a:pt x="472" y="135"/>
                  </a:cubicBezTo>
                  <a:cubicBezTo>
                    <a:pt x="473" y="137"/>
                    <a:pt x="473" y="137"/>
                    <a:pt x="473" y="137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4" y="135"/>
                    <a:pt x="474" y="135"/>
                    <a:pt x="474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9" y="133"/>
                    <a:pt x="479" y="133"/>
                    <a:pt x="479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1" y="133"/>
                    <a:pt x="481" y="133"/>
                    <a:pt x="481" y="133"/>
                  </a:cubicBezTo>
                  <a:cubicBezTo>
                    <a:pt x="480" y="134"/>
                    <a:pt x="480" y="134"/>
                    <a:pt x="480" y="134"/>
                  </a:cubicBezTo>
                  <a:cubicBezTo>
                    <a:pt x="481" y="135"/>
                    <a:pt x="481" y="135"/>
                    <a:pt x="481" y="135"/>
                  </a:cubicBezTo>
                  <a:cubicBezTo>
                    <a:pt x="480" y="136"/>
                    <a:pt x="480" y="136"/>
                    <a:pt x="480" y="136"/>
                  </a:cubicBezTo>
                  <a:cubicBezTo>
                    <a:pt x="479" y="135"/>
                    <a:pt x="479" y="135"/>
                    <a:pt x="479" y="135"/>
                  </a:cubicBezTo>
                  <a:cubicBezTo>
                    <a:pt x="478" y="136"/>
                    <a:pt x="478" y="136"/>
                    <a:pt x="478" y="136"/>
                  </a:cubicBezTo>
                  <a:cubicBezTo>
                    <a:pt x="477" y="136"/>
                    <a:pt x="477" y="136"/>
                    <a:pt x="477" y="136"/>
                  </a:cubicBezTo>
                  <a:cubicBezTo>
                    <a:pt x="476" y="135"/>
                    <a:pt x="476" y="135"/>
                    <a:pt x="476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1" y="139"/>
                    <a:pt x="471" y="139"/>
                    <a:pt x="471" y="139"/>
                  </a:cubicBezTo>
                  <a:cubicBezTo>
                    <a:pt x="470" y="140"/>
                    <a:pt x="470" y="140"/>
                    <a:pt x="470" y="140"/>
                  </a:cubicBezTo>
                  <a:cubicBezTo>
                    <a:pt x="470" y="139"/>
                    <a:pt x="470" y="139"/>
                    <a:pt x="470" y="139"/>
                  </a:cubicBezTo>
                  <a:cubicBezTo>
                    <a:pt x="468" y="139"/>
                    <a:pt x="468" y="139"/>
                    <a:pt x="468" y="139"/>
                  </a:cubicBezTo>
                  <a:cubicBezTo>
                    <a:pt x="467" y="140"/>
                    <a:pt x="467" y="140"/>
                    <a:pt x="467" y="140"/>
                  </a:cubicBezTo>
                  <a:cubicBezTo>
                    <a:pt x="466" y="141"/>
                    <a:pt x="466" y="141"/>
                    <a:pt x="466" y="141"/>
                  </a:cubicBezTo>
                  <a:cubicBezTo>
                    <a:pt x="466" y="140"/>
                    <a:pt x="466" y="140"/>
                    <a:pt x="466" y="140"/>
                  </a:cubicBezTo>
                  <a:cubicBezTo>
                    <a:pt x="464" y="140"/>
                    <a:pt x="464" y="140"/>
                    <a:pt x="464" y="140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2" y="142"/>
                    <a:pt x="462" y="142"/>
                    <a:pt x="462" y="142"/>
                  </a:cubicBezTo>
                  <a:cubicBezTo>
                    <a:pt x="460" y="143"/>
                    <a:pt x="460" y="143"/>
                    <a:pt x="460" y="143"/>
                  </a:cubicBezTo>
                  <a:cubicBezTo>
                    <a:pt x="460" y="144"/>
                    <a:pt x="460" y="144"/>
                    <a:pt x="460" y="144"/>
                  </a:cubicBezTo>
                  <a:cubicBezTo>
                    <a:pt x="460" y="145"/>
                    <a:pt x="460" y="145"/>
                    <a:pt x="460" y="145"/>
                  </a:cubicBezTo>
                  <a:cubicBezTo>
                    <a:pt x="459" y="149"/>
                    <a:pt x="459" y="149"/>
                    <a:pt x="459" y="149"/>
                  </a:cubicBezTo>
                  <a:cubicBezTo>
                    <a:pt x="459" y="152"/>
                    <a:pt x="459" y="152"/>
                    <a:pt x="459" y="152"/>
                  </a:cubicBezTo>
                  <a:cubicBezTo>
                    <a:pt x="458" y="153"/>
                    <a:pt x="458" y="153"/>
                    <a:pt x="458" y="153"/>
                  </a:cubicBezTo>
                  <a:cubicBezTo>
                    <a:pt x="460" y="154"/>
                    <a:pt x="460" y="154"/>
                    <a:pt x="460" y="154"/>
                  </a:cubicBezTo>
                  <a:cubicBezTo>
                    <a:pt x="458" y="154"/>
                    <a:pt x="458" y="154"/>
                    <a:pt x="458" y="154"/>
                  </a:cubicBezTo>
                  <a:cubicBezTo>
                    <a:pt x="458" y="155"/>
                    <a:pt x="458" y="155"/>
                    <a:pt x="458" y="155"/>
                  </a:cubicBezTo>
                  <a:cubicBezTo>
                    <a:pt x="456" y="155"/>
                    <a:pt x="456" y="155"/>
                    <a:pt x="456" y="155"/>
                  </a:cubicBezTo>
                  <a:cubicBezTo>
                    <a:pt x="454" y="159"/>
                    <a:pt x="454" y="159"/>
                    <a:pt x="454" y="159"/>
                  </a:cubicBezTo>
                  <a:cubicBezTo>
                    <a:pt x="454" y="160"/>
                    <a:pt x="454" y="160"/>
                    <a:pt x="454" y="160"/>
                  </a:cubicBezTo>
                  <a:cubicBezTo>
                    <a:pt x="453" y="159"/>
                    <a:pt x="453" y="159"/>
                    <a:pt x="453" y="159"/>
                  </a:cubicBezTo>
                  <a:cubicBezTo>
                    <a:pt x="454" y="158"/>
                    <a:pt x="454" y="158"/>
                    <a:pt x="454" y="158"/>
                  </a:cubicBezTo>
                  <a:cubicBezTo>
                    <a:pt x="454" y="156"/>
                    <a:pt x="454" y="156"/>
                    <a:pt x="454" y="156"/>
                  </a:cubicBezTo>
                  <a:cubicBezTo>
                    <a:pt x="455" y="155"/>
                    <a:pt x="455" y="155"/>
                    <a:pt x="455" y="155"/>
                  </a:cubicBezTo>
                  <a:cubicBezTo>
                    <a:pt x="455" y="154"/>
                    <a:pt x="455" y="154"/>
                    <a:pt x="455" y="154"/>
                  </a:cubicBezTo>
                  <a:cubicBezTo>
                    <a:pt x="457" y="153"/>
                    <a:pt x="457" y="153"/>
                    <a:pt x="457" y="153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7" y="151"/>
                    <a:pt x="457" y="151"/>
                    <a:pt x="457" y="151"/>
                  </a:cubicBezTo>
                  <a:cubicBezTo>
                    <a:pt x="456" y="151"/>
                    <a:pt x="456" y="151"/>
                    <a:pt x="456" y="151"/>
                  </a:cubicBezTo>
                  <a:cubicBezTo>
                    <a:pt x="456" y="150"/>
                    <a:pt x="456" y="150"/>
                    <a:pt x="456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4" y="151"/>
                    <a:pt x="454" y="151"/>
                    <a:pt x="454" y="151"/>
                  </a:cubicBezTo>
                  <a:cubicBezTo>
                    <a:pt x="453" y="152"/>
                    <a:pt x="453" y="152"/>
                    <a:pt x="453" y="152"/>
                  </a:cubicBezTo>
                  <a:cubicBezTo>
                    <a:pt x="453" y="151"/>
                    <a:pt x="453" y="151"/>
                    <a:pt x="453" y="151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5" y="145"/>
                    <a:pt x="455" y="145"/>
                    <a:pt x="455" y="145"/>
                  </a:cubicBezTo>
                  <a:cubicBezTo>
                    <a:pt x="454" y="145"/>
                    <a:pt x="454" y="145"/>
                    <a:pt x="454" y="145"/>
                  </a:cubicBezTo>
                  <a:cubicBezTo>
                    <a:pt x="453" y="146"/>
                    <a:pt x="453" y="146"/>
                    <a:pt x="453" y="146"/>
                  </a:cubicBezTo>
                  <a:cubicBezTo>
                    <a:pt x="453" y="148"/>
                    <a:pt x="453" y="148"/>
                    <a:pt x="453" y="148"/>
                  </a:cubicBezTo>
                  <a:cubicBezTo>
                    <a:pt x="452" y="148"/>
                    <a:pt x="452" y="148"/>
                    <a:pt x="452" y="148"/>
                  </a:cubicBezTo>
                  <a:cubicBezTo>
                    <a:pt x="452" y="147"/>
                    <a:pt x="452" y="147"/>
                    <a:pt x="452" y="147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144"/>
                    <a:pt x="453" y="144"/>
                    <a:pt x="453" y="144"/>
                  </a:cubicBezTo>
                  <a:cubicBezTo>
                    <a:pt x="452" y="142"/>
                    <a:pt x="452" y="142"/>
                    <a:pt x="452" y="142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2"/>
                    <a:pt x="451" y="142"/>
                    <a:pt x="451" y="142"/>
                  </a:cubicBezTo>
                  <a:cubicBezTo>
                    <a:pt x="451" y="140"/>
                    <a:pt x="451" y="140"/>
                    <a:pt x="451" y="140"/>
                  </a:cubicBezTo>
                  <a:cubicBezTo>
                    <a:pt x="450" y="140"/>
                    <a:pt x="450" y="140"/>
                    <a:pt x="450" y="140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138"/>
                    <a:pt x="450" y="138"/>
                    <a:pt x="450" y="138"/>
                  </a:cubicBezTo>
                  <a:cubicBezTo>
                    <a:pt x="454" y="137"/>
                    <a:pt x="454" y="137"/>
                    <a:pt x="454" y="137"/>
                  </a:cubicBezTo>
                  <a:cubicBezTo>
                    <a:pt x="453" y="136"/>
                    <a:pt x="453" y="136"/>
                    <a:pt x="453" y="136"/>
                  </a:cubicBezTo>
                  <a:cubicBezTo>
                    <a:pt x="451" y="135"/>
                    <a:pt x="451" y="135"/>
                    <a:pt x="451" y="135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48" y="137"/>
                    <a:pt x="448" y="137"/>
                    <a:pt x="448" y="137"/>
                  </a:cubicBezTo>
                  <a:cubicBezTo>
                    <a:pt x="444" y="139"/>
                    <a:pt x="444" y="139"/>
                    <a:pt x="444" y="139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39"/>
                    <a:pt x="442" y="139"/>
                    <a:pt x="442" y="139"/>
                  </a:cubicBezTo>
                  <a:cubicBezTo>
                    <a:pt x="441" y="139"/>
                    <a:pt x="441" y="139"/>
                    <a:pt x="441" y="139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8" y="139"/>
                    <a:pt x="438" y="139"/>
                    <a:pt x="438" y="139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5" y="139"/>
                    <a:pt x="435" y="139"/>
                    <a:pt x="435" y="139"/>
                  </a:cubicBezTo>
                  <a:cubicBezTo>
                    <a:pt x="433" y="139"/>
                    <a:pt x="433" y="139"/>
                    <a:pt x="433" y="139"/>
                  </a:cubicBezTo>
                  <a:cubicBezTo>
                    <a:pt x="433" y="140"/>
                    <a:pt x="433" y="140"/>
                    <a:pt x="433" y="140"/>
                  </a:cubicBezTo>
                  <a:cubicBezTo>
                    <a:pt x="432" y="140"/>
                    <a:pt x="432" y="140"/>
                    <a:pt x="432" y="140"/>
                  </a:cubicBezTo>
                  <a:cubicBezTo>
                    <a:pt x="429" y="138"/>
                    <a:pt x="429" y="138"/>
                    <a:pt x="429" y="138"/>
                  </a:cubicBezTo>
                  <a:cubicBezTo>
                    <a:pt x="427" y="138"/>
                    <a:pt x="427" y="138"/>
                    <a:pt x="427" y="138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6"/>
                    <a:pt x="423" y="136"/>
                    <a:pt x="423" y="136"/>
                  </a:cubicBezTo>
                  <a:cubicBezTo>
                    <a:pt x="420" y="134"/>
                    <a:pt x="420" y="134"/>
                    <a:pt x="420" y="134"/>
                  </a:cubicBezTo>
                  <a:cubicBezTo>
                    <a:pt x="419" y="135"/>
                    <a:pt x="419" y="135"/>
                    <a:pt x="419" y="135"/>
                  </a:cubicBezTo>
                  <a:cubicBezTo>
                    <a:pt x="419" y="134"/>
                    <a:pt x="419" y="134"/>
                    <a:pt x="419" y="134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9" y="132"/>
                    <a:pt x="419" y="132"/>
                    <a:pt x="419" y="132"/>
                  </a:cubicBezTo>
                  <a:cubicBezTo>
                    <a:pt x="419" y="130"/>
                    <a:pt x="419" y="130"/>
                    <a:pt x="419" y="130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3" y="129"/>
                    <a:pt x="423" y="129"/>
                    <a:pt x="423" y="129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5" y="128"/>
                    <a:pt x="425" y="128"/>
                    <a:pt x="425" y="128"/>
                  </a:cubicBezTo>
                  <a:cubicBezTo>
                    <a:pt x="429" y="129"/>
                    <a:pt x="429" y="129"/>
                    <a:pt x="429" y="129"/>
                  </a:cubicBezTo>
                  <a:cubicBezTo>
                    <a:pt x="430" y="128"/>
                    <a:pt x="430" y="128"/>
                    <a:pt x="430" y="128"/>
                  </a:cubicBezTo>
                  <a:cubicBezTo>
                    <a:pt x="431" y="126"/>
                    <a:pt x="431" y="126"/>
                    <a:pt x="431" y="126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1" y="122"/>
                    <a:pt x="431" y="122"/>
                    <a:pt x="431" y="122"/>
                  </a:cubicBezTo>
                  <a:cubicBezTo>
                    <a:pt x="430" y="121"/>
                    <a:pt x="430" y="121"/>
                    <a:pt x="430" y="121"/>
                  </a:cubicBezTo>
                  <a:cubicBezTo>
                    <a:pt x="430" y="119"/>
                    <a:pt x="430" y="119"/>
                    <a:pt x="430" y="119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8" y="117"/>
                    <a:pt x="428" y="117"/>
                    <a:pt x="428" y="117"/>
                  </a:cubicBezTo>
                  <a:cubicBezTo>
                    <a:pt x="428" y="116"/>
                    <a:pt x="428" y="116"/>
                    <a:pt x="428" y="116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4" y="114"/>
                    <a:pt x="424" y="114"/>
                    <a:pt x="424" y="114"/>
                  </a:cubicBezTo>
                  <a:cubicBezTo>
                    <a:pt x="424" y="115"/>
                    <a:pt x="424" y="115"/>
                    <a:pt x="424" y="115"/>
                  </a:cubicBezTo>
                  <a:cubicBezTo>
                    <a:pt x="423" y="114"/>
                    <a:pt x="423" y="114"/>
                    <a:pt x="423" y="114"/>
                  </a:cubicBezTo>
                  <a:cubicBezTo>
                    <a:pt x="420" y="113"/>
                    <a:pt x="420" y="113"/>
                    <a:pt x="420" y="113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21" y="115"/>
                    <a:pt x="421" y="115"/>
                    <a:pt x="421" y="115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18" y="114"/>
                    <a:pt x="418" y="114"/>
                    <a:pt x="418" y="114"/>
                  </a:cubicBezTo>
                  <a:cubicBezTo>
                    <a:pt x="417" y="112"/>
                    <a:pt x="417" y="112"/>
                    <a:pt x="417" y="112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5" y="112"/>
                    <a:pt x="415" y="112"/>
                    <a:pt x="415" y="112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1" y="109"/>
                    <a:pt x="411" y="109"/>
                    <a:pt x="411" y="109"/>
                  </a:cubicBezTo>
                  <a:cubicBezTo>
                    <a:pt x="409" y="108"/>
                    <a:pt x="409" y="108"/>
                    <a:pt x="409" y="108"/>
                  </a:cubicBezTo>
                  <a:cubicBezTo>
                    <a:pt x="408" y="106"/>
                    <a:pt x="408" y="106"/>
                    <a:pt x="408" y="106"/>
                  </a:cubicBezTo>
                  <a:cubicBezTo>
                    <a:pt x="402" y="103"/>
                    <a:pt x="402" y="103"/>
                    <a:pt x="402" y="103"/>
                  </a:cubicBezTo>
                  <a:cubicBezTo>
                    <a:pt x="401" y="100"/>
                    <a:pt x="401" y="100"/>
                    <a:pt x="401" y="100"/>
                  </a:cubicBezTo>
                  <a:cubicBezTo>
                    <a:pt x="401" y="99"/>
                    <a:pt x="401" y="99"/>
                    <a:pt x="401" y="99"/>
                  </a:cubicBezTo>
                  <a:cubicBezTo>
                    <a:pt x="399" y="95"/>
                    <a:pt x="399" y="95"/>
                    <a:pt x="399" y="95"/>
                  </a:cubicBezTo>
                  <a:cubicBezTo>
                    <a:pt x="399" y="93"/>
                    <a:pt x="399" y="93"/>
                    <a:pt x="399" y="93"/>
                  </a:cubicBezTo>
                  <a:cubicBezTo>
                    <a:pt x="398" y="93"/>
                    <a:pt x="398" y="93"/>
                    <a:pt x="398" y="93"/>
                  </a:cubicBezTo>
                  <a:cubicBezTo>
                    <a:pt x="396" y="92"/>
                    <a:pt x="396" y="92"/>
                    <a:pt x="396" y="92"/>
                  </a:cubicBezTo>
                  <a:cubicBezTo>
                    <a:pt x="395" y="92"/>
                    <a:pt x="395" y="92"/>
                    <a:pt x="395" y="92"/>
                  </a:cubicBezTo>
                  <a:cubicBezTo>
                    <a:pt x="393" y="91"/>
                    <a:pt x="393" y="91"/>
                    <a:pt x="393" y="91"/>
                  </a:cubicBezTo>
                  <a:cubicBezTo>
                    <a:pt x="392" y="91"/>
                    <a:pt x="392" y="91"/>
                    <a:pt x="392" y="91"/>
                  </a:cubicBezTo>
                  <a:cubicBezTo>
                    <a:pt x="391" y="90"/>
                    <a:pt x="391" y="90"/>
                    <a:pt x="391" y="90"/>
                  </a:cubicBezTo>
                  <a:cubicBezTo>
                    <a:pt x="389" y="90"/>
                    <a:pt x="389" y="90"/>
                    <a:pt x="389" y="90"/>
                  </a:cubicBezTo>
                  <a:cubicBezTo>
                    <a:pt x="387" y="92"/>
                    <a:pt x="387" y="92"/>
                    <a:pt x="387" y="92"/>
                  </a:cubicBezTo>
                  <a:cubicBezTo>
                    <a:pt x="386" y="95"/>
                    <a:pt x="386" y="95"/>
                    <a:pt x="386" y="95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3" y="96"/>
                    <a:pt x="383" y="96"/>
                    <a:pt x="383" y="96"/>
                  </a:cubicBezTo>
                  <a:cubicBezTo>
                    <a:pt x="382" y="96"/>
                    <a:pt x="382" y="96"/>
                    <a:pt x="382" y="96"/>
                  </a:cubicBezTo>
                  <a:cubicBezTo>
                    <a:pt x="381" y="95"/>
                    <a:pt x="381" y="95"/>
                    <a:pt x="381" y="95"/>
                  </a:cubicBezTo>
                  <a:cubicBezTo>
                    <a:pt x="379" y="95"/>
                    <a:pt x="379" y="95"/>
                    <a:pt x="379" y="95"/>
                  </a:cubicBezTo>
                  <a:cubicBezTo>
                    <a:pt x="378" y="95"/>
                    <a:pt x="378" y="95"/>
                    <a:pt x="378" y="95"/>
                  </a:cubicBezTo>
                  <a:cubicBezTo>
                    <a:pt x="379" y="93"/>
                    <a:pt x="379" y="93"/>
                    <a:pt x="379" y="93"/>
                  </a:cubicBezTo>
                  <a:cubicBezTo>
                    <a:pt x="380" y="93"/>
                    <a:pt x="380" y="93"/>
                    <a:pt x="380" y="93"/>
                  </a:cubicBezTo>
                  <a:cubicBezTo>
                    <a:pt x="382" y="92"/>
                    <a:pt x="382" y="92"/>
                    <a:pt x="382" y="92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3" y="90"/>
                    <a:pt x="383" y="90"/>
                    <a:pt x="383" y="90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82" y="89"/>
                    <a:pt x="382" y="89"/>
                    <a:pt x="382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4" y="85"/>
                    <a:pt x="384" y="85"/>
                    <a:pt x="384" y="85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384" y="82"/>
                    <a:pt x="384" y="82"/>
                    <a:pt x="384" y="82"/>
                  </a:cubicBezTo>
                  <a:cubicBezTo>
                    <a:pt x="385" y="82"/>
                    <a:pt x="385" y="82"/>
                    <a:pt x="385" y="82"/>
                  </a:cubicBezTo>
                  <a:cubicBezTo>
                    <a:pt x="385" y="81"/>
                    <a:pt x="385" y="81"/>
                    <a:pt x="385" y="81"/>
                  </a:cubicBezTo>
                  <a:cubicBezTo>
                    <a:pt x="387" y="80"/>
                    <a:pt x="387" y="80"/>
                    <a:pt x="387" y="80"/>
                  </a:cubicBezTo>
                  <a:cubicBezTo>
                    <a:pt x="383" y="80"/>
                    <a:pt x="383" y="80"/>
                    <a:pt x="383" y="80"/>
                  </a:cubicBezTo>
                  <a:cubicBezTo>
                    <a:pt x="382" y="81"/>
                    <a:pt x="382" y="81"/>
                    <a:pt x="382" y="81"/>
                  </a:cubicBezTo>
                  <a:cubicBezTo>
                    <a:pt x="383" y="82"/>
                    <a:pt x="383" y="82"/>
                    <a:pt x="383" y="82"/>
                  </a:cubicBezTo>
                  <a:cubicBezTo>
                    <a:pt x="381" y="82"/>
                    <a:pt x="381" y="82"/>
                    <a:pt x="381" y="82"/>
                  </a:cubicBezTo>
                  <a:cubicBezTo>
                    <a:pt x="381" y="84"/>
                    <a:pt x="381" y="84"/>
                    <a:pt x="381" y="84"/>
                  </a:cubicBezTo>
                  <a:cubicBezTo>
                    <a:pt x="379" y="85"/>
                    <a:pt x="379" y="85"/>
                    <a:pt x="379" y="85"/>
                  </a:cubicBezTo>
                  <a:cubicBezTo>
                    <a:pt x="376" y="85"/>
                    <a:pt x="376" y="85"/>
                    <a:pt x="376" y="85"/>
                  </a:cubicBezTo>
                  <a:cubicBezTo>
                    <a:pt x="378" y="88"/>
                    <a:pt x="378" y="88"/>
                    <a:pt x="378" y="88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3" y="89"/>
                    <a:pt x="373" y="89"/>
                    <a:pt x="373" y="89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3" y="90"/>
                    <a:pt x="373" y="90"/>
                    <a:pt x="373" y="90"/>
                  </a:cubicBezTo>
                  <a:cubicBezTo>
                    <a:pt x="371" y="91"/>
                    <a:pt x="371" y="91"/>
                    <a:pt x="371" y="91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0" y="92"/>
                    <a:pt x="370" y="92"/>
                    <a:pt x="370" y="92"/>
                  </a:cubicBezTo>
                  <a:cubicBezTo>
                    <a:pt x="369" y="90"/>
                    <a:pt x="369" y="90"/>
                    <a:pt x="369" y="90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71" y="81"/>
                    <a:pt x="371" y="81"/>
                    <a:pt x="371" y="81"/>
                  </a:cubicBezTo>
                  <a:cubicBezTo>
                    <a:pt x="371" y="77"/>
                    <a:pt x="371" y="77"/>
                    <a:pt x="371" y="77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1" y="70"/>
                    <a:pt x="371" y="70"/>
                    <a:pt x="371" y="70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4"/>
                    <a:pt x="371" y="64"/>
                    <a:pt x="371" y="64"/>
                  </a:cubicBezTo>
                  <a:cubicBezTo>
                    <a:pt x="369" y="65"/>
                    <a:pt x="369" y="65"/>
                    <a:pt x="369" y="65"/>
                  </a:cubicBezTo>
                  <a:cubicBezTo>
                    <a:pt x="367" y="67"/>
                    <a:pt x="367" y="67"/>
                    <a:pt x="367" y="67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6" y="70"/>
                    <a:pt x="366" y="70"/>
                    <a:pt x="366" y="70"/>
                  </a:cubicBezTo>
                  <a:cubicBezTo>
                    <a:pt x="367" y="71"/>
                    <a:pt x="367" y="71"/>
                    <a:pt x="367" y="71"/>
                  </a:cubicBezTo>
                  <a:cubicBezTo>
                    <a:pt x="366" y="72"/>
                    <a:pt x="366" y="72"/>
                    <a:pt x="366" y="72"/>
                  </a:cubicBezTo>
                  <a:cubicBezTo>
                    <a:pt x="367" y="74"/>
                    <a:pt x="367" y="74"/>
                    <a:pt x="367" y="74"/>
                  </a:cubicBezTo>
                  <a:cubicBezTo>
                    <a:pt x="367" y="75"/>
                    <a:pt x="367" y="75"/>
                    <a:pt x="367" y="75"/>
                  </a:cubicBezTo>
                  <a:cubicBezTo>
                    <a:pt x="366" y="75"/>
                    <a:pt x="366" y="75"/>
                    <a:pt x="366" y="75"/>
                  </a:cubicBezTo>
                  <a:cubicBezTo>
                    <a:pt x="365" y="74"/>
                    <a:pt x="365" y="74"/>
                    <a:pt x="365" y="74"/>
                  </a:cubicBezTo>
                  <a:cubicBezTo>
                    <a:pt x="364" y="75"/>
                    <a:pt x="364" y="75"/>
                    <a:pt x="364" y="75"/>
                  </a:cubicBezTo>
                  <a:cubicBezTo>
                    <a:pt x="364" y="76"/>
                    <a:pt x="364" y="76"/>
                    <a:pt x="364" y="76"/>
                  </a:cubicBezTo>
                  <a:cubicBezTo>
                    <a:pt x="363" y="75"/>
                    <a:pt x="363" y="75"/>
                    <a:pt x="363" y="75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62" y="77"/>
                    <a:pt x="362" y="77"/>
                    <a:pt x="362" y="77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58" y="79"/>
                    <a:pt x="358" y="79"/>
                    <a:pt x="358" y="79"/>
                  </a:cubicBezTo>
                  <a:cubicBezTo>
                    <a:pt x="357" y="79"/>
                    <a:pt x="357" y="79"/>
                    <a:pt x="357" y="79"/>
                  </a:cubicBezTo>
                  <a:cubicBezTo>
                    <a:pt x="358" y="77"/>
                    <a:pt x="358" y="77"/>
                    <a:pt x="358" y="77"/>
                  </a:cubicBezTo>
                  <a:cubicBezTo>
                    <a:pt x="356" y="77"/>
                    <a:pt x="356" y="77"/>
                    <a:pt x="356" y="77"/>
                  </a:cubicBezTo>
                  <a:cubicBezTo>
                    <a:pt x="355" y="78"/>
                    <a:pt x="355" y="78"/>
                    <a:pt x="355" y="78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79"/>
                    <a:pt x="350" y="79"/>
                    <a:pt x="350" y="79"/>
                  </a:cubicBezTo>
                  <a:cubicBezTo>
                    <a:pt x="348" y="79"/>
                    <a:pt x="348" y="79"/>
                    <a:pt x="348" y="79"/>
                  </a:cubicBezTo>
                  <a:cubicBezTo>
                    <a:pt x="349" y="78"/>
                    <a:pt x="349" y="78"/>
                    <a:pt x="349" y="78"/>
                  </a:cubicBezTo>
                  <a:cubicBezTo>
                    <a:pt x="351" y="77"/>
                    <a:pt x="351" y="77"/>
                    <a:pt x="351" y="77"/>
                  </a:cubicBezTo>
                  <a:cubicBezTo>
                    <a:pt x="355" y="76"/>
                    <a:pt x="355" y="76"/>
                    <a:pt x="355" y="76"/>
                  </a:cubicBezTo>
                  <a:cubicBezTo>
                    <a:pt x="355" y="75"/>
                    <a:pt x="355" y="75"/>
                    <a:pt x="355" y="75"/>
                  </a:cubicBezTo>
                  <a:cubicBezTo>
                    <a:pt x="356" y="75"/>
                    <a:pt x="356" y="75"/>
                    <a:pt x="356" y="75"/>
                  </a:cubicBezTo>
                  <a:cubicBezTo>
                    <a:pt x="357" y="74"/>
                    <a:pt x="357" y="74"/>
                    <a:pt x="357" y="74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6" y="71"/>
                    <a:pt x="356" y="71"/>
                    <a:pt x="356" y="71"/>
                  </a:cubicBezTo>
                  <a:cubicBezTo>
                    <a:pt x="354" y="70"/>
                    <a:pt x="354" y="70"/>
                    <a:pt x="354" y="70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351" y="71"/>
                    <a:pt x="351" y="71"/>
                    <a:pt x="351" y="71"/>
                  </a:cubicBezTo>
                  <a:cubicBezTo>
                    <a:pt x="349" y="71"/>
                    <a:pt x="349" y="71"/>
                    <a:pt x="349" y="71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4" y="73"/>
                    <a:pt x="344" y="73"/>
                    <a:pt x="344" y="73"/>
                  </a:cubicBezTo>
                  <a:cubicBezTo>
                    <a:pt x="343" y="74"/>
                    <a:pt x="343" y="74"/>
                    <a:pt x="343" y="74"/>
                  </a:cubicBezTo>
                  <a:cubicBezTo>
                    <a:pt x="339" y="75"/>
                    <a:pt x="339" y="75"/>
                    <a:pt x="339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2" y="75"/>
                    <a:pt x="332" y="75"/>
                    <a:pt x="332" y="75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0" y="76"/>
                    <a:pt x="330" y="76"/>
                    <a:pt x="330" y="76"/>
                  </a:cubicBezTo>
                  <a:cubicBezTo>
                    <a:pt x="329" y="77"/>
                    <a:pt x="329" y="77"/>
                    <a:pt x="329" y="77"/>
                  </a:cubicBezTo>
                  <a:cubicBezTo>
                    <a:pt x="328" y="79"/>
                    <a:pt x="328" y="79"/>
                    <a:pt x="328" y="79"/>
                  </a:cubicBezTo>
                  <a:cubicBezTo>
                    <a:pt x="327" y="79"/>
                    <a:pt x="327" y="79"/>
                    <a:pt x="327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4" y="78"/>
                    <a:pt x="324" y="78"/>
                    <a:pt x="324" y="78"/>
                  </a:cubicBezTo>
                  <a:cubicBezTo>
                    <a:pt x="322" y="79"/>
                    <a:pt x="322" y="79"/>
                    <a:pt x="322" y="79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0" y="80"/>
                    <a:pt x="320" y="80"/>
                    <a:pt x="320" y="80"/>
                  </a:cubicBezTo>
                  <a:cubicBezTo>
                    <a:pt x="319" y="80"/>
                    <a:pt x="319" y="80"/>
                    <a:pt x="319" y="80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4" y="77"/>
                    <a:pt x="324" y="77"/>
                    <a:pt x="324" y="77"/>
                  </a:cubicBezTo>
                  <a:cubicBezTo>
                    <a:pt x="326" y="74"/>
                    <a:pt x="326" y="74"/>
                    <a:pt x="326" y="74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2"/>
                    <a:pt x="323" y="72"/>
                    <a:pt x="323" y="72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0" y="74"/>
                    <a:pt x="320" y="74"/>
                    <a:pt x="320" y="74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6" y="74"/>
                    <a:pt x="316" y="74"/>
                    <a:pt x="316" y="74"/>
                  </a:cubicBezTo>
                  <a:cubicBezTo>
                    <a:pt x="317" y="74"/>
                    <a:pt x="317" y="74"/>
                    <a:pt x="317" y="74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7" y="73"/>
                    <a:pt x="317" y="73"/>
                    <a:pt x="317" y="73"/>
                  </a:cubicBezTo>
                  <a:cubicBezTo>
                    <a:pt x="318" y="70"/>
                    <a:pt x="318" y="70"/>
                    <a:pt x="318" y="70"/>
                  </a:cubicBezTo>
                  <a:cubicBezTo>
                    <a:pt x="317" y="70"/>
                    <a:pt x="317" y="70"/>
                    <a:pt x="317" y="70"/>
                  </a:cubicBezTo>
                  <a:cubicBezTo>
                    <a:pt x="316" y="70"/>
                    <a:pt x="316" y="70"/>
                    <a:pt x="316" y="70"/>
                  </a:cubicBezTo>
                  <a:cubicBezTo>
                    <a:pt x="316" y="70"/>
                    <a:pt x="316" y="71"/>
                    <a:pt x="315" y="71"/>
                  </a:cubicBezTo>
                  <a:cubicBezTo>
                    <a:pt x="316" y="71"/>
                    <a:pt x="316" y="71"/>
                    <a:pt x="316" y="71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4" y="75"/>
                    <a:pt x="314" y="75"/>
                    <a:pt x="314" y="75"/>
                  </a:cubicBezTo>
                  <a:cubicBezTo>
                    <a:pt x="313" y="77"/>
                    <a:pt x="313" y="77"/>
                    <a:pt x="313" y="77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2" y="75"/>
                    <a:pt x="312" y="75"/>
                    <a:pt x="312" y="75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09" y="77"/>
                    <a:pt x="309" y="77"/>
                    <a:pt x="309" y="77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6" y="81"/>
                    <a:pt x="306" y="81"/>
                    <a:pt x="306" y="81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1"/>
                    <a:pt x="303" y="81"/>
                    <a:pt x="303" y="81"/>
                  </a:cubicBezTo>
                  <a:cubicBezTo>
                    <a:pt x="301" y="80"/>
                    <a:pt x="301" y="80"/>
                    <a:pt x="301" y="80"/>
                  </a:cubicBezTo>
                  <a:cubicBezTo>
                    <a:pt x="301" y="81"/>
                    <a:pt x="301" y="81"/>
                    <a:pt x="301" y="81"/>
                  </a:cubicBezTo>
                  <a:cubicBezTo>
                    <a:pt x="300" y="80"/>
                    <a:pt x="300" y="80"/>
                    <a:pt x="300" y="80"/>
                  </a:cubicBezTo>
                  <a:cubicBezTo>
                    <a:pt x="298" y="78"/>
                    <a:pt x="298" y="78"/>
                    <a:pt x="298" y="78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3"/>
                    <a:pt x="297" y="73"/>
                    <a:pt x="297" y="73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295" y="72"/>
                    <a:pt x="295" y="72"/>
                    <a:pt x="295" y="72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5" y="70"/>
                    <a:pt x="295" y="70"/>
                    <a:pt x="295" y="70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8" y="67"/>
                    <a:pt x="298" y="67"/>
                    <a:pt x="298" y="67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4" y="63"/>
                    <a:pt x="294" y="63"/>
                    <a:pt x="294" y="63"/>
                  </a:cubicBezTo>
                  <a:cubicBezTo>
                    <a:pt x="293" y="65"/>
                    <a:pt x="293" y="65"/>
                    <a:pt x="293" y="65"/>
                  </a:cubicBezTo>
                  <a:cubicBezTo>
                    <a:pt x="293" y="66"/>
                    <a:pt x="293" y="66"/>
                    <a:pt x="293" y="66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1" y="64"/>
                    <a:pt x="291" y="64"/>
                    <a:pt x="291" y="64"/>
                  </a:cubicBezTo>
                  <a:cubicBezTo>
                    <a:pt x="290" y="63"/>
                    <a:pt x="290" y="63"/>
                    <a:pt x="290" y="63"/>
                  </a:cubicBezTo>
                  <a:cubicBezTo>
                    <a:pt x="288" y="62"/>
                    <a:pt x="288" y="62"/>
                    <a:pt x="288" y="62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7"/>
                    <a:pt x="281" y="57"/>
                    <a:pt x="281" y="57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79" y="57"/>
                    <a:pt x="279" y="57"/>
                    <a:pt x="279" y="57"/>
                  </a:cubicBezTo>
                  <a:cubicBezTo>
                    <a:pt x="279" y="54"/>
                    <a:pt x="279" y="54"/>
                    <a:pt x="279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5" y="48"/>
                    <a:pt x="275" y="48"/>
                    <a:pt x="275" y="48"/>
                  </a:cubicBezTo>
                  <a:cubicBezTo>
                    <a:pt x="272" y="48"/>
                    <a:pt x="272" y="48"/>
                    <a:pt x="272" y="48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8"/>
                    <a:pt x="266" y="48"/>
                    <a:pt x="266" y="48"/>
                  </a:cubicBezTo>
                  <a:cubicBezTo>
                    <a:pt x="265" y="47"/>
                    <a:pt x="265" y="47"/>
                    <a:pt x="265" y="47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3" y="46"/>
                    <a:pt x="263" y="46"/>
                    <a:pt x="263" y="46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0"/>
                    <a:pt x="255" y="40"/>
                    <a:pt x="255" y="40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3" y="40"/>
                    <a:pt x="253" y="40"/>
                    <a:pt x="253" y="40"/>
                  </a:cubicBezTo>
                  <a:cubicBezTo>
                    <a:pt x="252" y="39"/>
                    <a:pt x="252" y="39"/>
                    <a:pt x="252" y="39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7"/>
                    <a:pt x="251" y="37"/>
                    <a:pt x="251" y="37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6" y="34"/>
                    <a:pt x="246" y="34"/>
                    <a:pt x="246" y="34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7" y="33"/>
                    <a:pt x="247" y="33"/>
                    <a:pt x="247" y="33"/>
                  </a:cubicBezTo>
                  <a:cubicBezTo>
                    <a:pt x="247" y="31"/>
                    <a:pt x="247" y="31"/>
                    <a:pt x="247" y="31"/>
                  </a:cubicBezTo>
                  <a:cubicBezTo>
                    <a:pt x="244" y="29"/>
                    <a:pt x="244" y="29"/>
                    <a:pt x="244" y="29"/>
                  </a:cubicBezTo>
                  <a:cubicBezTo>
                    <a:pt x="242" y="29"/>
                    <a:pt x="242" y="29"/>
                    <a:pt x="242" y="29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4" y="32"/>
                    <a:pt x="234" y="32"/>
                    <a:pt x="234" y="32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4" y="29"/>
                    <a:pt x="234" y="29"/>
                    <a:pt x="234" y="29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2" y="26"/>
                    <a:pt x="232" y="26"/>
                    <a:pt x="232" y="26"/>
                  </a:cubicBezTo>
                  <a:cubicBezTo>
                    <a:pt x="233" y="26"/>
                    <a:pt x="233" y="26"/>
                    <a:pt x="233" y="26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4" y="24"/>
                    <a:pt x="234" y="24"/>
                    <a:pt x="234" y="24"/>
                  </a:cubicBezTo>
                  <a:cubicBezTo>
                    <a:pt x="231" y="22"/>
                    <a:pt x="231" y="22"/>
                    <a:pt x="231" y="22"/>
                  </a:cubicBezTo>
                  <a:cubicBezTo>
                    <a:pt x="230" y="22"/>
                    <a:pt x="230" y="22"/>
                    <a:pt x="230" y="22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0" y="15"/>
                    <a:pt x="230" y="15"/>
                    <a:pt x="230" y="15"/>
                  </a:cubicBezTo>
                  <a:cubicBezTo>
                    <a:pt x="229" y="15"/>
                    <a:pt x="229" y="15"/>
                    <a:pt x="229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5" y="14"/>
                    <a:pt x="225" y="14"/>
                    <a:pt x="225" y="14"/>
                  </a:cubicBezTo>
                  <a:cubicBezTo>
                    <a:pt x="224" y="14"/>
                    <a:pt x="224" y="14"/>
                    <a:pt x="224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3"/>
                    <a:pt x="222" y="13"/>
                    <a:pt x="222" y="13"/>
                  </a:cubicBezTo>
                  <a:cubicBezTo>
                    <a:pt x="222" y="12"/>
                    <a:pt x="222" y="12"/>
                    <a:pt x="222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2" y="7"/>
                    <a:pt x="222" y="7"/>
                    <a:pt x="222" y="7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16" y="11"/>
                    <a:pt x="216" y="11"/>
                    <a:pt x="216" y="11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4" y="11"/>
                    <a:pt x="214" y="11"/>
                    <a:pt x="214" y="11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7" y="9"/>
                    <a:pt x="217" y="9"/>
                    <a:pt x="217" y="9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3"/>
                    <a:pt x="218" y="3"/>
                    <a:pt x="218" y="3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198" y="5"/>
                    <a:pt x="198" y="5"/>
                    <a:pt x="198" y="5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7" y="8"/>
                    <a:pt x="187" y="8"/>
                    <a:pt x="187" y="8"/>
                  </a:cubicBezTo>
                  <a:cubicBezTo>
                    <a:pt x="187" y="10"/>
                    <a:pt x="187" y="10"/>
                    <a:pt x="187" y="10"/>
                  </a:cubicBezTo>
                  <a:cubicBezTo>
                    <a:pt x="188" y="10"/>
                    <a:pt x="188" y="10"/>
                    <a:pt x="188" y="10"/>
                  </a:cubicBezTo>
                  <a:cubicBezTo>
                    <a:pt x="186" y="10"/>
                    <a:pt x="186" y="10"/>
                    <a:pt x="186" y="10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6" y="9"/>
                    <a:pt x="176" y="9"/>
                    <a:pt x="176" y="9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1" y="11"/>
                    <a:pt x="171" y="11"/>
                    <a:pt x="171" y="11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6" y="20"/>
                    <a:pt x="156" y="20"/>
                    <a:pt x="156" y="20"/>
                  </a:cubicBezTo>
                  <a:cubicBezTo>
                    <a:pt x="150" y="26"/>
                    <a:pt x="150" y="26"/>
                    <a:pt x="150" y="26"/>
                  </a:cubicBezTo>
                  <a:cubicBezTo>
                    <a:pt x="147" y="27"/>
                    <a:pt x="147" y="27"/>
                    <a:pt x="147" y="27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3" y="80"/>
                    <a:pt x="123" y="80"/>
                    <a:pt x="123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3"/>
                    <a:pt x="126" y="83"/>
                    <a:pt x="126" y="83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0" y="72"/>
                    <a:pt x="110" y="72"/>
                    <a:pt x="110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7" y="71"/>
                    <a:pt x="107" y="71"/>
                    <a:pt x="107" y="71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7"/>
                    <a:pt x="106" y="107"/>
                    <a:pt x="106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0" y="108"/>
                    <a:pt x="110" y="108"/>
                    <a:pt x="110" y="108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6" y="110"/>
                    <a:pt x="106" y="110"/>
                    <a:pt x="106" y="110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3" y="120"/>
                    <a:pt x="103" y="120"/>
                    <a:pt x="103" y="120"/>
                  </a:cubicBezTo>
                  <a:cubicBezTo>
                    <a:pt x="102" y="122"/>
                    <a:pt x="102" y="122"/>
                    <a:pt x="102" y="122"/>
                  </a:cubicBezTo>
                  <a:cubicBezTo>
                    <a:pt x="103" y="122"/>
                    <a:pt x="103" y="122"/>
                    <a:pt x="103" y="122"/>
                  </a:cubicBezTo>
                  <a:cubicBezTo>
                    <a:pt x="103" y="123"/>
                    <a:pt x="103" y="123"/>
                    <a:pt x="103" y="123"/>
                  </a:cubicBezTo>
                  <a:cubicBezTo>
                    <a:pt x="103" y="124"/>
                    <a:pt x="103" y="124"/>
                    <a:pt x="103" y="124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0" y="127"/>
                    <a:pt x="100" y="127"/>
                    <a:pt x="100" y="127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2" y="127"/>
                    <a:pt x="92" y="127"/>
                    <a:pt x="92" y="127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7" y="128"/>
                    <a:pt x="87" y="128"/>
                    <a:pt x="87" y="128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78" y="132"/>
                    <a:pt x="78" y="132"/>
                    <a:pt x="78" y="132"/>
                  </a:cubicBezTo>
                  <a:cubicBezTo>
                    <a:pt x="76" y="132"/>
                    <a:pt x="76" y="132"/>
                    <a:pt x="76" y="132"/>
                  </a:cubicBezTo>
                  <a:cubicBezTo>
                    <a:pt x="76" y="131"/>
                    <a:pt x="76" y="131"/>
                    <a:pt x="76" y="131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3" y="137"/>
                    <a:pt x="63" y="137"/>
                    <a:pt x="63" y="137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6" y="162"/>
                    <a:pt x="46" y="162"/>
                    <a:pt x="46" y="162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6" y="165"/>
                    <a:pt x="46" y="165"/>
                    <a:pt x="46" y="165"/>
                  </a:cubicBezTo>
                  <a:cubicBezTo>
                    <a:pt x="46" y="167"/>
                    <a:pt x="46" y="167"/>
                    <a:pt x="46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3" y="167"/>
                    <a:pt x="43" y="167"/>
                    <a:pt x="43" y="167"/>
                  </a:cubicBezTo>
                  <a:cubicBezTo>
                    <a:pt x="43" y="169"/>
                    <a:pt x="43" y="169"/>
                    <a:pt x="43" y="169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3"/>
                    <a:pt x="43" y="173"/>
                    <a:pt x="43" y="173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4" y="181"/>
                    <a:pt x="44" y="181"/>
                    <a:pt x="44" y="181"/>
                  </a:cubicBezTo>
                  <a:cubicBezTo>
                    <a:pt x="50" y="184"/>
                    <a:pt x="50" y="184"/>
                    <a:pt x="50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9" y="180"/>
                    <a:pt x="59" y="180"/>
                    <a:pt x="59" y="180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7"/>
                    <a:pt x="59" y="177"/>
                    <a:pt x="59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0" y="181"/>
                    <a:pt x="60" y="181"/>
                    <a:pt x="60" y="181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6"/>
                    <a:pt x="58" y="186"/>
                    <a:pt x="58" y="186"/>
                  </a:cubicBezTo>
                  <a:cubicBezTo>
                    <a:pt x="58" y="187"/>
                    <a:pt x="58" y="187"/>
                    <a:pt x="58" y="187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90"/>
                    <a:pt x="58" y="190"/>
                    <a:pt x="58" y="190"/>
                  </a:cubicBezTo>
                  <a:cubicBezTo>
                    <a:pt x="56" y="191"/>
                    <a:pt x="56" y="191"/>
                    <a:pt x="56" y="191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4" y="192"/>
                    <a:pt x="54" y="192"/>
                    <a:pt x="54" y="192"/>
                  </a:cubicBezTo>
                  <a:cubicBezTo>
                    <a:pt x="53" y="193"/>
                    <a:pt x="53" y="193"/>
                    <a:pt x="53" y="193"/>
                  </a:cubicBezTo>
                  <a:cubicBezTo>
                    <a:pt x="54" y="195"/>
                    <a:pt x="54" y="195"/>
                    <a:pt x="54" y="195"/>
                  </a:cubicBezTo>
                  <a:cubicBezTo>
                    <a:pt x="54" y="197"/>
                    <a:pt x="54" y="197"/>
                    <a:pt x="54" y="197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54" y="198"/>
                    <a:pt x="54" y="198"/>
                    <a:pt x="54" y="198"/>
                  </a:cubicBezTo>
                  <a:cubicBezTo>
                    <a:pt x="54" y="199"/>
                    <a:pt x="54" y="199"/>
                    <a:pt x="54" y="199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55" y="201"/>
                    <a:pt x="55" y="201"/>
                    <a:pt x="55" y="201"/>
                  </a:cubicBezTo>
                  <a:cubicBezTo>
                    <a:pt x="54" y="201"/>
                    <a:pt x="54" y="201"/>
                    <a:pt x="54" y="201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51" y="202"/>
                    <a:pt x="51" y="202"/>
                    <a:pt x="51" y="202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54" y="205"/>
                    <a:pt x="54" y="205"/>
                    <a:pt x="54" y="205"/>
                  </a:cubicBezTo>
                  <a:cubicBezTo>
                    <a:pt x="55" y="203"/>
                    <a:pt x="55" y="203"/>
                    <a:pt x="55" y="203"/>
                  </a:cubicBezTo>
                  <a:cubicBezTo>
                    <a:pt x="58" y="201"/>
                    <a:pt x="58" y="201"/>
                    <a:pt x="58" y="201"/>
                  </a:cubicBezTo>
                  <a:cubicBezTo>
                    <a:pt x="59" y="202"/>
                    <a:pt x="59" y="202"/>
                    <a:pt x="59" y="202"/>
                  </a:cubicBezTo>
                  <a:cubicBezTo>
                    <a:pt x="56" y="203"/>
                    <a:pt x="56" y="203"/>
                    <a:pt x="56" y="203"/>
                  </a:cubicBezTo>
                  <a:cubicBezTo>
                    <a:pt x="56" y="205"/>
                    <a:pt x="56" y="205"/>
                    <a:pt x="56" y="205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1" y="201"/>
                    <a:pt x="61" y="201"/>
                    <a:pt x="61" y="201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3" y="203"/>
                    <a:pt x="63" y="203"/>
                    <a:pt x="63" y="203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4" y="205"/>
                    <a:pt x="64" y="205"/>
                    <a:pt x="64" y="205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8"/>
                    <a:pt x="67" y="208"/>
                    <a:pt x="67" y="208"/>
                  </a:cubicBezTo>
                  <a:cubicBezTo>
                    <a:pt x="67" y="209"/>
                    <a:pt x="67" y="209"/>
                    <a:pt x="67" y="209"/>
                  </a:cubicBezTo>
                  <a:cubicBezTo>
                    <a:pt x="68" y="211"/>
                    <a:pt x="68" y="211"/>
                    <a:pt x="68" y="211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70" y="209"/>
                    <a:pt x="70" y="209"/>
                    <a:pt x="70" y="209"/>
                  </a:cubicBezTo>
                  <a:cubicBezTo>
                    <a:pt x="70" y="208"/>
                    <a:pt x="70" y="208"/>
                    <a:pt x="70" y="208"/>
                  </a:cubicBezTo>
                  <a:cubicBezTo>
                    <a:pt x="71" y="206"/>
                    <a:pt x="71" y="206"/>
                    <a:pt x="71" y="206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8" y="208"/>
                    <a:pt x="78" y="208"/>
                    <a:pt x="78" y="208"/>
                  </a:cubicBezTo>
                  <a:cubicBezTo>
                    <a:pt x="81" y="207"/>
                    <a:pt x="81" y="207"/>
                    <a:pt x="81" y="207"/>
                  </a:cubicBezTo>
                  <a:cubicBezTo>
                    <a:pt x="82" y="206"/>
                    <a:pt x="82" y="206"/>
                    <a:pt x="82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4" y="206"/>
                    <a:pt x="84" y="206"/>
                    <a:pt x="84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3" y="207"/>
                    <a:pt x="83" y="207"/>
                    <a:pt x="83" y="207"/>
                  </a:cubicBezTo>
                  <a:cubicBezTo>
                    <a:pt x="82" y="208"/>
                    <a:pt x="82" y="208"/>
                    <a:pt x="82" y="208"/>
                  </a:cubicBezTo>
                  <a:cubicBezTo>
                    <a:pt x="78" y="210"/>
                    <a:pt x="78" y="210"/>
                    <a:pt x="78" y="210"/>
                  </a:cubicBezTo>
                  <a:cubicBezTo>
                    <a:pt x="76" y="212"/>
                    <a:pt x="76" y="212"/>
                    <a:pt x="76" y="212"/>
                  </a:cubicBezTo>
                  <a:cubicBezTo>
                    <a:pt x="75" y="214"/>
                    <a:pt x="75" y="214"/>
                    <a:pt x="75" y="214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2" y="229"/>
                    <a:pt x="62" y="229"/>
                    <a:pt x="62" y="229"/>
                  </a:cubicBezTo>
                  <a:cubicBezTo>
                    <a:pt x="59" y="232"/>
                    <a:pt x="59" y="232"/>
                    <a:pt x="59" y="232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7" y="232"/>
                    <a:pt x="57" y="232"/>
                    <a:pt x="57" y="232"/>
                  </a:cubicBezTo>
                  <a:cubicBezTo>
                    <a:pt x="54" y="234"/>
                    <a:pt x="54" y="234"/>
                    <a:pt x="54" y="234"/>
                  </a:cubicBezTo>
                  <a:cubicBezTo>
                    <a:pt x="53" y="235"/>
                    <a:pt x="53" y="235"/>
                    <a:pt x="53" y="235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7"/>
                    <a:pt x="50" y="237"/>
                    <a:pt x="50" y="237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46" y="239"/>
                    <a:pt x="46" y="239"/>
                    <a:pt x="46" y="239"/>
                  </a:cubicBezTo>
                  <a:cubicBezTo>
                    <a:pt x="42" y="240"/>
                    <a:pt x="42" y="240"/>
                    <a:pt x="42" y="240"/>
                  </a:cubicBezTo>
                  <a:cubicBezTo>
                    <a:pt x="40" y="242"/>
                    <a:pt x="40" y="242"/>
                    <a:pt x="40" y="242"/>
                  </a:cubicBezTo>
                  <a:cubicBezTo>
                    <a:pt x="39" y="244"/>
                    <a:pt x="39" y="244"/>
                    <a:pt x="39" y="244"/>
                  </a:cubicBezTo>
                  <a:cubicBezTo>
                    <a:pt x="39" y="245"/>
                    <a:pt x="39" y="245"/>
                    <a:pt x="39" y="245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5"/>
                    <a:pt x="37" y="245"/>
                    <a:pt x="37" y="245"/>
                  </a:cubicBezTo>
                  <a:cubicBezTo>
                    <a:pt x="36" y="244"/>
                    <a:pt x="36" y="244"/>
                    <a:pt x="36" y="244"/>
                  </a:cubicBezTo>
                  <a:cubicBezTo>
                    <a:pt x="34" y="244"/>
                    <a:pt x="34" y="244"/>
                    <a:pt x="34" y="244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6" y="253"/>
                    <a:pt x="16" y="253"/>
                    <a:pt x="16" y="253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5"/>
                    <a:pt x="9" y="255"/>
                    <a:pt x="9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3" y="257"/>
                    <a:pt x="3" y="257"/>
                    <a:pt x="3" y="257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1" y="257"/>
                    <a:pt x="1" y="257"/>
                    <a:pt x="1" y="257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8" y="261"/>
                    <a:pt x="8" y="261"/>
                    <a:pt x="8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5" y="260"/>
                    <a:pt x="15" y="260"/>
                    <a:pt x="15" y="260"/>
                  </a:cubicBezTo>
                  <a:cubicBezTo>
                    <a:pt x="15" y="259"/>
                    <a:pt x="15" y="259"/>
                    <a:pt x="15" y="259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6" y="258"/>
                    <a:pt x="16" y="258"/>
                    <a:pt x="16" y="258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7" y="257"/>
                    <a:pt x="17" y="257"/>
                    <a:pt x="17" y="257"/>
                  </a:cubicBezTo>
                  <a:cubicBezTo>
                    <a:pt x="19" y="257"/>
                    <a:pt x="19" y="257"/>
                    <a:pt x="19" y="257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0" y="260"/>
                    <a:pt x="20" y="260"/>
                    <a:pt x="20" y="260"/>
                  </a:cubicBezTo>
                  <a:cubicBezTo>
                    <a:pt x="22" y="258"/>
                    <a:pt x="22" y="258"/>
                    <a:pt x="22" y="258"/>
                  </a:cubicBezTo>
                  <a:cubicBezTo>
                    <a:pt x="21" y="257"/>
                    <a:pt x="21" y="257"/>
                    <a:pt x="21" y="257"/>
                  </a:cubicBezTo>
                  <a:cubicBezTo>
                    <a:pt x="22" y="257"/>
                    <a:pt x="22" y="257"/>
                    <a:pt x="22" y="257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4" y="257"/>
                    <a:pt x="24" y="257"/>
                    <a:pt x="24" y="257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30" y="251"/>
                    <a:pt x="30" y="251"/>
                    <a:pt x="30" y="251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50"/>
                    <a:pt x="31" y="250"/>
                    <a:pt x="31" y="250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31" y="254"/>
                    <a:pt x="31" y="254"/>
                    <a:pt x="31" y="254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1" y="256"/>
                    <a:pt x="31" y="256"/>
                    <a:pt x="31" y="256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34" y="257"/>
                    <a:pt x="34" y="257"/>
                    <a:pt x="34" y="257"/>
                  </a:cubicBezTo>
                  <a:cubicBezTo>
                    <a:pt x="34" y="256"/>
                    <a:pt x="34" y="256"/>
                    <a:pt x="34" y="256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9" y="255"/>
                    <a:pt x="39" y="255"/>
                    <a:pt x="39" y="255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6" y="253"/>
                    <a:pt x="36" y="254"/>
                    <a:pt x="36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3" y="253"/>
                    <a:pt x="33" y="253"/>
                    <a:pt x="33" y="253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2"/>
                    <a:pt x="34" y="252"/>
                    <a:pt x="34" y="252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5" y="251"/>
                    <a:pt x="35" y="251"/>
                    <a:pt x="35" y="251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7" y="252"/>
                    <a:pt x="37" y="252"/>
                    <a:pt x="37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1" y="251"/>
                    <a:pt x="41" y="251"/>
                    <a:pt x="41" y="251"/>
                  </a:cubicBezTo>
                  <a:cubicBezTo>
                    <a:pt x="42" y="249"/>
                    <a:pt x="42" y="249"/>
                    <a:pt x="42" y="249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4" y="248"/>
                    <a:pt x="44" y="248"/>
                    <a:pt x="44" y="248"/>
                  </a:cubicBezTo>
                  <a:cubicBezTo>
                    <a:pt x="44" y="249"/>
                    <a:pt x="44" y="249"/>
                    <a:pt x="44" y="249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42" y="252"/>
                    <a:pt x="42" y="252"/>
                    <a:pt x="42" y="252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3" y="253"/>
                    <a:pt x="43" y="253"/>
                    <a:pt x="43" y="253"/>
                  </a:cubicBezTo>
                  <a:cubicBezTo>
                    <a:pt x="46" y="251"/>
                    <a:pt x="46" y="251"/>
                    <a:pt x="46" y="251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7" y="249"/>
                    <a:pt x="47" y="249"/>
                    <a:pt x="47" y="249"/>
                  </a:cubicBezTo>
                  <a:cubicBezTo>
                    <a:pt x="48" y="249"/>
                    <a:pt x="48" y="249"/>
                    <a:pt x="48" y="249"/>
                  </a:cubicBezTo>
                  <a:cubicBezTo>
                    <a:pt x="50" y="249"/>
                    <a:pt x="50" y="249"/>
                    <a:pt x="50" y="249"/>
                  </a:cubicBezTo>
                  <a:cubicBezTo>
                    <a:pt x="51" y="247"/>
                    <a:pt x="51" y="247"/>
                    <a:pt x="51" y="247"/>
                  </a:cubicBezTo>
                  <a:cubicBezTo>
                    <a:pt x="52" y="248"/>
                    <a:pt x="52" y="248"/>
                    <a:pt x="52" y="248"/>
                  </a:cubicBezTo>
                  <a:cubicBezTo>
                    <a:pt x="53" y="246"/>
                    <a:pt x="53" y="246"/>
                    <a:pt x="53" y="246"/>
                  </a:cubicBezTo>
                  <a:cubicBezTo>
                    <a:pt x="53" y="248"/>
                    <a:pt x="53" y="248"/>
                    <a:pt x="53" y="248"/>
                  </a:cubicBezTo>
                  <a:cubicBezTo>
                    <a:pt x="55" y="247"/>
                    <a:pt x="55" y="247"/>
                    <a:pt x="55" y="247"/>
                  </a:cubicBezTo>
                  <a:cubicBezTo>
                    <a:pt x="56" y="246"/>
                    <a:pt x="56" y="246"/>
                    <a:pt x="56" y="246"/>
                  </a:cubicBezTo>
                  <a:cubicBezTo>
                    <a:pt x="56" y="245"/>
                    <a:pt x="56" y="245"/>
                    <a:pt x="56" y="245"/>
                  </a:cubicBezTo>
                  <a:cubicBezTo>
                    <a:pt x="57" y="245"/>
                    <a:pt x="57" y="245"/>
                    <a:pt x="57" y="245"/>
                  </a:cubicBezTo>
                  <a:cubicBezTo>
                    <a:pt x="57" y="243"/>
                    <a:pt x="57" y="243"/>
                    <a:pt x="57" y="243"/>
                  </a:cubicBezTo>
                  <a:cubicBezTo>
                    <a:pt x="56" y="243"/>
                    <a:pt x="56" y="243"/>
                    <a:pt x="56" y="243"/>
                  </a:cubicBezTo>
                  <a:cubicBezTo>
                    <a:pt x="58" y="242"/>
                    <a:pt x="58" y="242"/>
                    <a:pt x="58" y="242"/>
                  </a:cubicBezTo>
                  <a:cubicBezTo>
                    <a:pt x="61" y="242"/>
                    <a:pt x="61" y="242"/>
                    <a:pt x="61" y="242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62" y="240"/>
                    <a:pt x="62" y="240"/>
                    <a:pt x="62" y="240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7" y="243"/>
                    <a:pt x="67" y="243"/>
                    <a:pt x="67" y="243"/>
                  </a:cubicBezTo>
                  <a:cubicBezTo>
                    <a:pt x="69" y="242"/>
                    <a:pt x="69" y="242"/>
                    <a:pt x="69" y="242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5" y="240"/>
                    <a:pt x="65" y="240"/>
                    <a:pt x="65" y="240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8" y="239"/>
                    <a:pt x="68" y="239"/>
                    <a:pt x="68" y="239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1" y="236"/>
                    <a:pt x="71" y="236"/>
                    <a:pt x="71" y="236"/>
                  </a:cubicBezTo>
                  <a:cubicBezTo>
                    <a:pt x="72" y="237"/>
                    <a:pt x="72" y="237"/>
                    <a:pt x="72" y="237"/>
                  </a:cubicBezTo>
                  <a:cubicBezTo>
                    <a:pt x="73" y="235"/>
                    <a:pt x="73" y="235"/>
                    <a:pt x="73" y="235"/>
                  </a:cubicBezTo>
                  <a:cubicBezTo>
                    <a:pt x="73" y="236"/>
                    <a:pt x="73" y="236"/>
                    <a:pt x="73" y="236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7" y="233"/>
                    <a:pt x="77" y="233"/>
                    <a:pt x="77" y="233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0" y="230"/>
                    <a:pt x="80" y="230"/>
                    <a:pt x="80" y="230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4" y="227"/>
                    <a:pt x="84" y="227"/>
                    <a:pt x="84" y="227"/>
                  </a:cubicBezTo>
                  <a:cubicBezTo>
                    <a:pt x="84" y="226"/>
                    <a:pt x="84" y="226"/>
                    <a:pt x="84" y="226"/>
                  </a:cubicBezTo>
                  <a:cubicBezTo>
                    <a:pt x="85" y="226"/>
                    <a:pt x="85" y="226"/>
                    <a:pt x="85" y="226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7" y="227"/>
                    <a:pt x="87" y="227"/>
                    <a:pt x="87" y="227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4"/>
                    <a:pt x="90" y="224"/>
                    <a:pt x="90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4" y="224"/>
                    <a:pt x="94" y="224"/>
                    <a:pt x="94" y="224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9" y="220"/>
                    <a:pt x="99" y="220"/>
                    <a:pt x="99" y="220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99" y="219"/>
                    <a:pt x="99" y="219"/>
                    <a:pt x="99" y="219"/>
                  </a:cubicBezTo>
                  <a:cubicBezTo>
                    <a:pt x="100" y="220"/>
                    <a:pt x="100" y="220"/>
                    <a:pt x="100" y="220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1" y="218"/>
                    <a:pt x="101" y="218"/>
                    <a:pt x="101" y="218"/>
                  </a:cubicBezTo>
                  <a:cubicBezTo>
                    <a:pt x="102" y="216"/>
                    <a:pt x="102" y="216"/>
                    <a:pt x="102" y="216"/>
                  </a:cubicBezTo>
                  <a:cubicBezTo>
                    <a:pt x="104" y="216"/>
                    <a:pt x="104" y="216"/>
                    <a:pt x="104" y="216"/>
                  </a:cubicBezTo>
                  <a:cubicBezTo>
                    <a:pt x="106" y="215"/>
                    <a:pt x="106" y="215"/>
                    <a:pt x="106" y="215"/>
                  </a:cubicBezTo>
                  <a:cubicBezTo>
                    <a:pt x="107" y="215"/>
                    <a:pt x="107" y="215"/>
                    <a:pt x="107" y="215"/>
                  </a:cubicBezTo>
                  <a:cubicBezTo>
                    <a:pt x="109" y="213"/>
                    <a:pt x="109" y="213"/>
                    <a:pt x="109" y="213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7" y="208"/>
                    <a:pt x="107" y="208"/>
                    <a:pt x="107" y="208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6"/>
                    <a:pt x="105" y="206"/>
                    <a:pt x="105" y="206"/>
                  </a:cubicBezTo>
                  <a:cubicBezTo>
                    <a:pt x="106" y="205"/>
                    <a:pt x="106" y="205"/>
                    <a:pt x="106" y="205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10" y="203"/>
                    <a:pt x="110" y="203"/>
                    <a:pt x="110" y="203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13" y="203"/>
                    <a:pt x="113" y="203"/>
                    <a:pt x="113" y="203"/>
                  </a:cubicBezTo>
                  <a:cubicBezTo>
                    <a:pt x="114" y="202"/>
                    <a:pt x="114" y="202"/>
                    <a:pt x="114" y="202"/>
                  </a:cubicBezTo>
                  <a:cubicBezTo>
                    <a:pt x="115" y="204"/>
                    <a:pt x="115" y="204"/>
                    <a:pt x="115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7" y="200"/>
                    <a:pt x="117" y="200"/>
                    <a:pt x="117" y="200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21" y="199"/>
                    <a:pt x="121" y="199"/>
                    <a:pt x="121" y="199"/>
                  </a:cubicBezTo>
                  <a:cubicBezTo>
                    <a:pt x="122" y="197"/>
                    <a:pt x="122" y="197"/>
                    <a:pt x="122" y="197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3" y="195"/>
                    <a:pt x="123" y="195"/>
                    <a:pt x="123" y="195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7" y="191"/>
                    <a:pt x="127" y="191"/>
                    <a:pt x="127" y="191"/>
                  </a:cubicBezTo>
                  <a:cubicBezTo>
                    <a:pt x="124" y="194"/>
                    <a:pt x="124" y="194"/>
                    <a:pt x="124" y="194"/>
                  </a:cubicBezTo>
                  <a:cubicBezTo>
                    <a:pt x="127" y="194"/>
                    <a:pt x="127" y="194"/>
                    <a:pt x="127" y="194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9" y="191"/>
                    <a:pt x="129" y="191"/>
                    <a:pt x="129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30" y="189"/>
                    <a:pt x="130" y="189"/>
                    <a:pt x="130" y="189"/>
                  </a:cubicBezTo>
                  <a:cubicBezTo>
                    <a:pt x="131" y="189"/>
                    <a:pt x="131" y="189"/>
                    <a:pt x="131" y="189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8" y="185"/>
                    <a:pt x="138" y="185"/>
                    <a:pt x="138" y="185"/>
                  </a:cubicBezTo>
                  <a:cubicBezTo>
                    <a:pt x="141" y="183"/>
                    <a:pt x="141" y="183"/>
                    <a:pt x="141" y="183"/>
                  </a:cubicBezTo>
                  <a:cubicBezTo>
                    <a:pt x="143" y="182"/>
                    <a:pt x="143" y="182"/>
                    <a:pt x="143" y="182"/>
                  </a:cubicBezTo>
                  <a:cubicBezTo>
                    <a:pt x="144" y="181"/>
                    <a:pt x="144" y="181"/>
                    <a:pt x="144" y="181"/>
                  </a:cubicBezTo>
                  <a:cubicBezTo>
                    <a:pt x="144" y="183"/>
                    <a:pt x="144" y="183"/>
                    <a:pt x="144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6" y="183"/>
                    <a:pt x="146" y="183"/>
                    <a:pt x="146" y="183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5" y="187"/>
                    <a:pt x="145" y="187"/>
                    <a:pt x="145" y="187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2" y="188"/>
                    <a:pt x="142" y="188"/>
                    <a:pt x="142" y="188"/>
                  </a:cubicBezTo>
                  <a:cubicBezTo>
                    <a:pt x="142" y="186"/>
                    <a:pt x="142" y="186"/>
                    <a:pt x="142" y="186"/>
                  </a:cubicBezTo>
                  <a:cubicBezTo>
                    <a:pt x="139" y="187"/>
                    <a:pt x="139" y="187"/>
                    <a:pt x="139" y="187"/>
                  </a:cubicBezTo>
                  <a:cubicBezTo>
                    <a:pt x="138" y="187"/>
                    <a:pt x="138" y="187"/>
                    <a:pt x="138" y="187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2" y="190"/>
                    <a:pt x="132" y="190"/>
                    <a:pt x="132" y="190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2" y="193"/>
                    <a:pt x="132" y="193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9" y="196"/>
                    <a:pt x="129" y="196"/>
                    <a:pt x="129" y="196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23" y="203"/>
                    <a:pt x="123" y="203"/>
                    <a:pt x="123" y="203"/>
                  </a:cubicBezTo>
                  <a:cubicBezTo>
                    <a:pt x="123" y="204"/>
                    <a:pt x="123" y="204"/>
                    <a:pt x="123" y="204"/>
                  </a:cubicBezTo>
                  <a:cubicBezTo>
                    <a:pt x="125" y="207"/>
                    <a:pt x="125" y="207"/>
                    <a:pt x="125" y="207"/>
                  </a:cubicBezTo>
                  <a:cubicBezTo>
                    <a:pt x="124" y="208"/>
                    <a:pt x="124" y="208"/>
                    <a:pt x="124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7"/>
                    <a:pt x="122" y="207"/>
                    <a:pt x="122" y="207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18" y="209"/>
                    <a:pt x="118" y="209"/>
                    <a:pt x="118" y="209"/>
                  </a:cubicBezTo>
                  <a:cubicBezTo>
                    <a:pt x="118" y="211"/>
                    <a:pt x="118" y="211"/>
                    <a:pt x="118" y="211"/>
                  </a:cubicBezTo>
                  <a:cubicBezTo>
                    <a:pt x="121" y="214"/>
                    <a:pt x="121" y="214"/>
                    <a:pt x="121" y="214"/>
                  </a:cubicBezTo>
                  <a:cubicBezTo>
                    <a:pt x="122" y="214"/>
                    <a:pt x="122" y="214"/>
                    <a:pt x="122" y="214"/>
                  </a:cubicBezTo>
                  <a:cubicBezTo>
                    <a:pt x="122" y="213"/>
                    <a:pt x="122" y="213"/>
                    <a:pt x="122" y="213"/>
                  </a:cubicBezTo>
                  <a:cubicBezTo>
                    <a:pt x="123" y="214"/>
                    <a:pt x="123" y="214"/>
                    <a:pt x="123" y="214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4"/>
                    <a:pt x="124" y="214"/>
                    <a:pt x="124" y="214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7" y="211"/>
                    <a:pt x="127" y="211"/>
                    <a:pt x="127" y="211"/>
                  </a:cubicBezTo>
                  <a:cubicBezTo>
                    <a:pt x="129" y="210"/>
                    <a:pt x="129" y="210"/>
                    <a:pt x="129" y="210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2" y="210"/>
                    <a:pt x="132" y="210"/>
                    <a:pt x="132" y="210"/>
                  </a:cubicBezTo>
                  <a:cubicBezTo>
                    <a:pt x="134" y="208"/>
                    <a:pt x="134" y="208"/>
                    <a:pt x="134" y="208"/>
                  </a:cubicBezTo>
                  <a:cubicBezTo>
                    <a:pt x="135" y="208"/>
                    <a:pt x="135" y="208"/>
                    <a:pt x="135" y="208"/>
                  </a:cubicBezTo>
                  <a:cubicBezTo>
                    <a:pt x="136" y="209"/>
                    <a:pt x="136" y="209"/>
                    <a:pt x="136" y="209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7" y="207"/>
                    <a:pt x="137" y="207"/>
                    <a:pt x="137" y="207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9" y="207"/>
                    <a:pt x="139" y="207"/>
                    <a:pt x="139" y="207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1" y="206"/>
                    <a:pt x="141" y="206"/>
                    <a:pt x="141" y="206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5"/>
                    <a:pt x="143" y="205"/>
                    <a:pt x="143" y="205"/>
                  </a:cubicBezTo>
                  <a:cubicBezTo>
                    <a:pt x="145" y="206"/>
                    <a:pt x="145" y="206"/>
                    <a:pt x="145" y="206"/>
                  </a:cubicBezTo>
                  <a:cubicBezTo>
                    <a:pt x="146" y="206"/>
                    <a:pt x="146" y="206"/>
                    <a:pt x="146" y="206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4"/>
                    <a:pt x="148" y="204"/>
                    <a:pt x="148" y="204"/>
                  </a:cubicBezTo>
                  <a:cubicBezTo>
                    <a:pt x="150" y="204"/>
                    <a:pt x="150" y="204"/>
                    <a:pt x="150" y="204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54" y="204"/>
                    <a:pt x="154" y="204"/>
                    <a:pt x="154" y="204"/>
                  </a:cubicBezTo>
                  <a:cubicBezTo>
                    <a:pt x="155" y="202"/>
                    <a:pt x="155" y="202"/>
                    <a:pt x="155" y="202"/>
                  </a:cubicBezTo>
                  <a:cubicBezTo>
                    <a:pt x="156" y="201"/>
                    <a:pt x="156" y="201"/>
                    <a:pt x="156" y="201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7" y="198"/>
                    <a:pt x="157" y="198"/>
                    <a:pt x="157" y="198"/>
                  </a:cubicBezTo>
                  <a:cubicBezTo>
                    <a:pt x="156" y="198"/>
                    <a:pt x="156" y="198"/>
                    <a:pt x="156" y="198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4" y="198"/>
                    <a:pt x="154" y="198"/>
                    <a:pt x="154" y="198"/>
                  </a:cubicBezTo>
                  <a:cubicBezTo>
                    <a:pt x="155" y="196"/>
                    <a:pt x="155" y="196"/>
                    <a:pt x="155" y="196"/>
                  </a:cubicBezTo>
                  <a:cubicBezTo>
                    <a:pt x="153" y="196"/>
                    <a:pt x="153" y="196"/>
                    <a:pt x="153" y="196"/>
                  </a:cubicBezTo>
                  <a:cubicBezTo>
                    <a:pt x="154" y="195"/>
                    <a:pt x="154" y="195"/>
                    <a:pt x="154" y="195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2" y="193"/>
                    <a:pt x="152" y="193"/>
                    <a:pt x="152" y="193"/>
                  </a:cubicBezTo>
                  <a:cubicBezTo>
                    <a:pt x="151" y="193"/>
                    <a:pt x="151" y="193"/>
                    <a:pt x="151" y="193"/>
                  </a:cubicBezTo>
                  <a:cubicBezTo>
                    <a:pt x="151" y="192"/>
                    <a:pt x="151" y="192"/>
                    <a:pt x="151" y="192"/>
                  </a:cubicBezTo>
                  <a:cubicBezTo>
                    <a:pt x="153" y="192"/>
                    <a:pt x="153" y="192"/>
                    <a:pt x="153" y="192"/>
                  </a:cubicBezTo>
                  <a:cubicBezTo>
                    <a:pt x="154" y="192"/>
                    <a:pt x="154" y="192"/>
                    <a:pt x="154" y="192"/>
                  </a:cubicBezTo>
                  <a:cubicBezTo>
                    <a:pt x="155" y="192"/>
                    <a:pt x="155" y="192"/>
                    <a:pt x="155" y="192"/>
                  </a:cubicBezTo>
                  <a:cubicBezTo>
                    <a:pt x="155" y="191"/>
                    <a:pt x="155" y="191"/>
                    <a:pt x="155" y="191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2"/>
                    <a:pt x="157" y="192"/>
                    <a:pt x="157" y="192"/>
                  </a:cubicBezTo>
                  <a:cubicBezTo>
                    <a:pt x="156" y="191"/>
                    <a:pt x="156" y="191"/>
                    <a:pt x="156" y="191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6" y="196"/>
                    <a:pt x="156" y="196"/>
                    <a:pt x="156" y="196"/>
                  </a:cubicBezTo>
                  <a:cubicBezTo>
                    <a:pt x="158" y="194"/>
                    <a:pt x="158" y="194"/>
                    <a:pt x="158" y="194"/>
                  </a:cubicBezTo>
                  <a:cubicBezTo>
                    <a:pt x="157" y="193"/>
                    <a:pt x="157" y="193"/>
                    <a:pt x="157" y="193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8" y="195"/>
                    <a:pt x="158" y="195"/>
                    <a:pt x="158" y="195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60" y="193"/>
                    <a:pt x="160" y="193"/>
                    <a:pt x="160" y="193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1" y="194"/>
                    <a:pt x="161" y="194"/>
                    <a:pt x="161" y="194"/>
                  </a:cubicBezTo>
                  <a:cubicBezTo>
                    <a:pt x="163" y="195"/>
                    <a:pt x="163" y="195"/>
                    <a:pt x="163" y="195"/>
                  </a:cubicBezTo>
                  <a:cubicBezTo>
                    <a:pt x="165" y="194"/>
                    <a:pt x="165" y="194"/>
                    <a:pt x="165" y="194"/>
                  </a:cubicBezTo>
                  <a:cubicBezTo>
                    <a:pt x="165" y="195"/>
                    <a:pt x="165" y="195"/>
                    <a:pt x="165" y="195"/>
                  </a:cubicBezTo>
                  <a:cubicBezTo>
                    <a:pt x="164" y="195"/>
                    <a:pt x="164" y="195"/>
                    <a:pt x="164" y="195"/>
                  </a:cubicBezTo>
                  <a:cubicBezTo>
                    <a:pt x="164" y="197"/>
                    <a:pt x="164" y="197"/>
                    <a:pt x="164" y="197"/>
                  </a:cubicBezTo>
                  <a:cubicBezTo>
                    <a:pt x="165" y="198"/>
                    <a:pt x="165" y="198"/>
                    <a:pt x="165" y="198"/>
                  </a:cubicBezTo>
                  <a:cubicBezTo>
                    <a:pt x="165" y="199"/>
                    <a:pt x="165" y="199"/>
                    <a:pt x="165" y="199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6" y="201"/>
                    <a:pt x="166" y="201"/>
                    <a:pt x="166" y="201"/>
                  </a:cubicBezTo>
                  <a:cubicBezTo>
                    <a:pt x="166" y="202"/>
                    <a:pt x="166" y="202"/>
                    <a:pt x="166" y="202"/>
                  </a:cubicBezTo>
                  <a:cubicBezTo>
                    <a:pt x="168" y="202"/>
                    <a:pt x="168" y="202"/>
                    <a:pt x="168" y="202"/>
                  </a:cubicBezTo>
                  <a:cubicBezTo>
                    <a:pt x="169" y="202"/>
                    <a:pt x="169" y="202"/>
                    <a:pt x="169" y="202"/>
                  </a:cubicBezTo>
                  <a:cubicBezTo>
                    <a:pt x="170" y="203"/>
                    <a:pt x="170" y="203"/>
                    <a:pt x="170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3" y="204"/>
                    <a:pt x="173" y="204"/>
                    <a:pt x="173" y="204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7"/>
                    <a:pt x="174" y="207"/>
                    <a:pt x="174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8"/>
                    <a:pt x="175" y="208"/>
                    <a:pt x="175" y="208"/>
                  </a:cubicBezTo>
                  <a:cubicBezTo>
                    <a:pt x="176" y="209"/>
                    <a:pt x="176" y="209"/>
                    <a:pt x="176" y="209"/>
                  </a:cubicBezTo>
                  <a:cubicBezTo>
                    <a:pt x="174" y="209"/>
                    <a:pt x="174" y="209"/>
                    <a:pt x="174" y="209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3" y="210"/>
                    <a:pt x="173" y="210"/>
                    <a:pt x="173" y="210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1" y="214"/>
                    <a:pt x="171" y="214"/>
                    <a:pt x="171" y="214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9" y="212"/>
                    <a:pt x="179" y="212"/>
                    <a:pt x="179" y="212"/>
                  </a:cubicBezTo>
                  <a:cubicBezTo>
                    <a:pt x="180" y="212"/>
                    <a:pt x="180" y="212"/>
                    <a:pt x="180" y="212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5" y="212"/>
                    <a:pt x="185" y="212"/>
                    <a:pt x="185" y="212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3"/>
                    <a:pt x="186" y="213"/>
                    <a:pt x="186" y="213"/>
                  </a:cubicBezTo>
                  <a:cubicBezTo>
                    <a:pt x="188" y="213"/>
                    <a:pt x="188" y="213"/>
                    <a:pt x="188" y="213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90" y="216"/>
                    <a:pt x="190" y="216"/>
                    <a:pt x="190" y="216"/>
                  </a:cubicBezTo>
                  <a:cubicBezTo>
                    <a:pt x="192" y="216"/>
                    <a:pt x="192" y="216"/>
                    <a:pt x="192" y="216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4" y="214"/>
                    <a:pt x="194" y="214"/>
                    <a:pt x="194" y="214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3" y="215"/>
                    <a:pt x="193" y="215"/>
                    <a:pt x="193" y="215"/>
                  </a:cubicBezTo>
                  <a:cubicBezTo>
                    <a:pt x="191" y="216"/>
                    <a:pt x="191" y="216"/>
                    <a:pt x="191" y="216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4" y="218"/>
                    <a:pt x="194" y="218"/>
                    <a:pt x="194" y="218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8" y="221"/>
                    <a:pt x="198" y="221"/>
                    <a:pt x="198" y="221"/>
                  </a:cubicBezTo>
                  <a:cubicBezTo>
                    <a:pt x="201" y="220"/>
                    <a:pt x="201" y="220"/>
                    <a:pt x="201" y="220"/>
                  </a:cubicBezTo>
                  <a:cubicBezTo>
                    <a:pt x="202" y="220"/>
                    <a:pt x="202" y="220"/>
                    <a:pt x="202" y="220"/>
                  </a:cubicBezTo>
                  <a:cubicBezTo>
                    <a:pt x="202" y="221"/>
                    <a:pt x="202" y="221"/>
                    <a:pt x="202" y="221"/>
                  </a:cubicBezTo>
                  <a:cubicBezTo>
                    <a:pt x="203" y="220"/>
                    <a:pt x="203" y="220"/>
                    <a:pt x="203" y="220"/>
                  </a:cubicBezTo>
                  <a:cubicBezTo>
                    <a:pt x="203" y="222"/>
                    <a:pt x="203" y="222"/>
                    <a:pt x="203" y="222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02" y="223"/>
                    <a:pt x="202" y="223"/>
                    <a:pt x="202" y="223"/>
                  </a:cubicBezTo>
                  <a:cubicBezTo>
                    <a:pt x="201" y="222"/>
                    <a:pt x="201" y="222"/>
                    <a:pt x="201" y="222"/>
                  </a:cubicBezTo>
                  <a:cubicBezTo>
                    <a:pt x="199" y="223"/>
                    <a:pt x="199" y="223"/>
                    <a:pt x="199" y="223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6"/>
                    <a:pt x="201" y="226"/>
                    <a:pt x="201" y="226"/>
                  </a:cubicBezTo>
                  <a:cubicBezTo>
                    <a:pt x="202" y="227"/>
                    <a:pt x="202" y="227"/>
                    <a:pt x="202" y="227"/>
                  </a:cubicBezTo>
                  <a:cubicBezTo>
                    <a:pt x="203" y="227"/>
                    <a:pt x="203" y="227"/>
                    <a:pt x="203" y="227"/>
                  </a:cubicBezTo>
                  <a:cubicBezTo>
                    <a:pt x="203" y="229"/>
                    <a:pt x="203" y="229"/>
                    <a:pt x="203" y="229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6" y="231"/>
                    <a:pt x="206" y="231"/>
                    <a:pt x="206" y="231"/>
                  </a:cubicBezTo>
                  <a:cubicBezTo>
                    <a:pt x="208" y="231"/>
                    <a:pt x="208" y="231"/>
                    <a:pt x="208" y="231"/>
                  </a:cubicBezTo>
                  <a:cubicBezTo>
                    <a:pt x="206" y="232"/>
                    <a:pt x="206" y="232"/>
                    <a:pt x="206" y="232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07" y="235"/>
                    <a:pt x="207" y="235"/>
                    <a:pt x="207" y="235"/>
                  </a:cubicBezTo>
                  <a:cubicBezTo>
                    <a:pt x="207" y="238"/>
                    <a:pt x="207" y="238"/>
                    <a:pt x="207" y="238"/>
                  </a:cubicBezTo>
                  <a:cubicBezTo>
                    <a:pt x="208" y="239"/>
                    <a:pt x="208" y="239"/>
                    <a:pt x="208" y="239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9" y="241"/>
                    <a:pt x="209" y="241"/>
                    <a:pt x="209" y="241"/>
                  </a:cubicBezTo>
                  <a:cubicBezTo>
                    <a:pt x="211" y="244"/>
                    <a:pt x="211" y="244"/>
                    <a:pt x="211" y="244"/>
                  </a:cubicBezTo>
                  <a:cubicBezTo>
                    <a:pt x="212" y="244"/>
                    <a:pt x="212" y="244"/>
                    <a:pt x="212" y="244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4" y="245"/>
                    <a:pt x="214" y="245"/>
                    <a:pt x="214" y="245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2" y="253"/>
                    <a:pt x="212" y="253"/>
                    <a:pt x="212" y="253"/>
                  </a:cubicBezTo>
                  <a:cubicBezTo>
                    <a:pt x="213" y="255"/>
                    <a:pt x="213" y="255"/>
                    <a:pt x="213" y="255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2" y="258"/>
                    <a:pt x="212" y="258"/>
                    <a:pt x="212" y="258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2" y="260"/>
                    <a:pt x="212" y="260"/>
                    <a:pt x="212" y="260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1" y="263"/>
                    <a:pt x="211" y="263"/>
                    <a:pt x="211" y="263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214" y="264"/>
                    <a:pt x="214" y="264"/>
                    <a:pt x="214" y="264"/>
                  </a:cubicBezTo>
                  <a:cubicBezTo>
                    <a:pt x="214" y="262"/>
                    <a:pt x="214" y="262"/>
                    <a:pt x="214" y="262"/>
                  </a:cubicBezTo>
                  <a:cubicBezTo>
                    <a:pt x="215" y="261"/>
                    <a:pt x="215" y="261"/>
                    <a:pt x="215" y="261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2"/>
                    <a:pt x="215" y="262"/>
                    <a:pt x="215" y="262"/>
                  </a:cubicBezTo>
                  <a:cubicBezTo>
                    <a:pt x="216" y="262"/>
                    <a:pt x="216" y="262"/>
                    <a:pt x="216" y="262"/>
                  </a:cubicBezTo>
                  <a:cubicBezTo>
                    <a:pt x="215" y="263"/>
                    <a:pt x="215" y="263"/>
                    <a:pt x="215" y="263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15" y="265"/>
                    <a:pt x="215" y="265"/>
                    <a:pt x="215" y="265"/>
                  </a:cubicBezTo>
                  <a:cubicBezTo>
                    <a:pt x="213" y="265"/>
                    <a:pt x="213" y="265"/>
                    <a:pt x="213" y="265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4" y="267"/>
                    <a:pt x="214" y="267"/>
                    <a:pt x="214" y="267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3" y="271"/>
                    <a:pt x="213" y="271"/>
                    <a:pt x="213" y="271"/>
                  </a:cubicBezTo>
                  <a:cubicBezTo>
                    <a:pt x="214" y="273"/>
                    <a:pt x="214" y="273"/>
                    <a:pt x="214" y="273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6"/>
                    <a:pt x="214" y="276"/>
                    <a:pt x="214" y="276"/>
                  </a:cubicBezTo>
                  <a:cubicBezTo>
                    <a:pt x="216" y="276"/>
                    <a:pt x="216" y="276"/>
                    <a:pt x="216" y="276"/>
                  </a:cubicBezTo>
                  <a:cubicBezTo>
                    <a:pt x="216" y="274"/>
                    <a:pt x="216" y="274"/>
                    <a:pt x="216" y="274"/>
                  </a:cubicBezTo>
                  <a:cubicBezTo>
                    <a:pt x="217" y="272"/>
                    <a:pt x="217" y="272"/>
                    <a:pt x="217" y="272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67"/>
                    <a:pt x="218" y="267"/>
                    <a:pt x="218" y="267"/>
                  </a:cubicBezTo>
                  <a:cubicBezTo>
                    <a:pt x="219" y="267"/>
                    <a:pt x="219" y="267"/>
                    <a:pt x="219" y="267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19" y="268"/>
                    <a:pt x="219" y="268"/>
                    <a:pt x="219" y="268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9" y="271"/>
                    <a:pt x="219" y="271"/>
                    <a:pt x="219" y="271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4"/>
                    <a:pt x="219" y="274"/>
                    <a:pt x="219" y="274"/>
                  </a:cubicBez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6"/>
                    <a:pt x="217" y="276"/>
                    <a:pt x="217" y="276"/>
                  </a:cubicBezTo>
                  <a:cubicBezTo>
                    <a:pt x="216" y="278"/>
                    <a:pt x="216" y="278"/>
                    <a:pt x="216" y="278"/>
                  </a:cubicBezTo>
                  <a:cubicBezTo>
                    <a:pt x="218" y="280"/>
                    <a:pt x="218" y="280"/>
                    <a:pt x="218" y="280"/>
                  </a:cubicBezTo>
                  <a:cubicBezTo>
                    <a:pt x="218" y="279"/>
                    <a:pt x="218" y="279"/>
                    <a:pt x="218" y="279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21" y="277"/>
                    <a:pt x="221" y="277"/>
                    <a:pt x="221" y="277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23" y="273"/>
                    <a:pt x="223" y="273"/>
                    <a:pt x="223" y="273"/>
                  </a:cubicBezTo>
                  <a:cubicBezTo>
                    <a:pt x="223" y="275"/>
                    <a:pt x="223" y="275"/>
                    <a:pt x="223" y="275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19" y="280"/>
                    <a:pt x="219" y="280"/>
                    <a:pt x="219" y="280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18" y="282"/>
                    <a:pt x="218" y="282"/>
                    <a:pt x="218" y="282"/>
                  </a:cubicBezTo>
                  <a:cubicBezTo>
                    <a:pt x="220" y="284"/>
                    <a:pt x="220" y="284"/>
                    <a:pt x="220" y="284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222" y="281"/>
                    <a:pt x="222" y="281"/>
                    <a:pt x="222" y="281"/>
                  </a:cubicBezTo>
                  <a:cubicBezTo>
                    <a:pt x="223" y="282"/>
                    <a:pt x="223" y="282"/>
                    <a:pt x="223" y="282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0" y="285"/>
                    <a:pt x="220" y="285"/>
                    <a:pt x="220" y="285"/>
                  </a:cubicBezTo>
                  <a:cubicBezTo>
                    <a:pt x="221" y="286"/>
                    <a:pt x="221" y="286"/>
                    <a:pt x="221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19" y="289"/>
                    <a:pt x="219" y="289"/>
                    <a:pt x="219" y="289"/>
                  </a:cubicBezTo>
                  <a:cubicBezTo>
                    <a:pt x="220" y="291"/>
                    <a:pt x="220" y="291"/>
                    <a:pt x="220" y="291"/>
                  </a:cubicBezTo>
                  <a:cubicBezTo>
                    <a:pt x="221" y="291"/>
                    <a:pt x="221" y="291"/>
                    <a:pt x="221" y="291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9" y="290"/>
                    <a:pt x="219" y="290"/>
                    <a:pt x="219" y="290"/>
                  </a:cubicBezTo>
                  <a:cubicBezTo>
                    <a:pt x="219" y="287"/>
                    <a:pt x="219" y="287"/>
                    <a:pt x="219" y="287"/>
                  </a:cubicBezTo>
                  <a:cubicBezTo>
                    <a:pt x="218" y="287"/>
                    <a:pt x="218" y="287"/>
                    <a:pt x="218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5" y="291"/>
                    <a:pt x="215" y="291"/>
                    <a:pt x="215" y="291"/>
                  </a:cubicBezTo>
                  <a:cubicBezTo>
                    <a:pt x="216" y="290"/>
                    <a:pt x="216" y="290"/>
                    <a:pt x="216" y="290"/>
                  </a:cubicBezTo>
                  <a:cubicBezTo>
                    <a:pt x="218" y="290"/>
                    <a:pt x="218" y="290"/>
                    <a:pt x="218" y="290"/>
                  </a:cubicBezTo>
                  <a:cubicBezTo>
                    <a:pt x="217" y="291"/>
                    <a:pt x="217" y="291"/>
                    <a:pt x="217" y="291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4"/>
                    <a:pt x="217" y="294"/>
                    <a:pt x="217" y="294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8" y="297"/>
                    <a:pt x="218" y="297"/>
                    <a:pt x="218" y="297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21" y="296"/>
                    <a:pt x="221" y="296"/>
                    <a:pt x="221" y="296"/>
                  </a:cubicBezTo>
                  <a:cubicBezTo>
                    <a:pt x="220" y="294"/>
                    <a:pt x="220" y="294"/>
                    <a:pt x="220" y="294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19" y="293"/>
                    <a:pt x="219" y="293"/>
                    <a:pt x="219" y="293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21" y="294"/>
                    <a:pt x="221" y="294"/>
                    <a:pt x="221" y="294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3" y="293"/>
                    <a:pt x="223" y="293"/>
                    <a:pt x="223" y="293"/>
                  </a:cubicBezTo>
                  <a:cubicBezTo>
                    <a:pt x="222" y="293"/>
                    <a:pt x="222" y="293"/>
                    <a:pt x="222" y="293"/>
                  </a:cubicBezTo>
                  <a:cubicBezTo>
                    <a:pt x="222" y="295"/>
                    <a:pt x="222" y="295"/>
                    <a:pt x="222" y="295"/>
                  </a:cubicBezTo>
                  <a:cubicBezTo>
                    <a:pt x="223" y="296"/>
                    <a:pt x="223" y="296"/>
                    <a:pt x="223" y="296"/>
                  </a:cubicBezTo>
                  <a:cubicBezTo>
                    <a:pt x="222" y="297"/>
                    <a:pt x="222" y="297"/>
                    <a:pt x="222" y="297"/>
                  </a:cubicBezTo>
                  <a:cubicBezTo>
                    <a:pt x="224" y="298"/>
                    <a:pt x="224" y="298"/>
                    <a:pt x="224" y="298"/>
                  </a:cubicBezTo>
                  <a:cubicBezTo>
                    <a:pt x="225" y="298"/>
                    <a:pt x="225" y="298"/>
                    <a:pt x="225" y="298"/>
                  </a:cubicBezTo>
                  <a:cubicBezTo>
                    <a:pt x="227" y="297"/>
                    <a:pt x="227" y="297"/>
                    <a:pt x="227" y="297"/>
                  </a:cubicBezTo>
                  <a:cubicBezTo>
                    <a:pt x="226" y="296"/>
                    <a:pt x="226" y="296"/>
                    <a:pt x="226" y="296"/>
                  </a:cubicBezTo>
                  <a:cubicBezTo>
                    <a:pt x="227" y="295"/>
                    <a:pt x="227" y="295"/>
                    <a:pt x="227" y="295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91"/>
                    <a:pt x="228" y="291"/>
                    <a:pt x="228" y="291"/>
                  </a:cubicBezTo>
                  <a:cubicBezTo>
                    <a:pt x="227" y="290"/>
                    <a:pt x="227" y="290"/>
                    <a:pt x="227" y="290"/>
                  </a:cubicBezTo>
                  <a:cubicBezTo>
                    <a:pt x="228" y="290"/>
                    <a:pt x="228" y="290"/>
                    <a:pt x="228" y="290"/>
                  </a:cubicBezTo>
                  <a:cubicBezTo>
                    <a:pt x="229" y="290"/>
                    <a:pt x="229" y="290"/>
                    <a:pt x="229" y="290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8" y="294"/>
                    <a:pt x="228" y="294"/>
                    <a:pt x="228" y="294"/>
                  </a:cubicBezTo>
                  <a:cubicBezTo>
                    <a:pt x="230" y="295"/>
                    <a:pt x="230" y="295"/>
                    <a:pt x="230" y="295"/>
                  </a:cubicBezTo>
                  <a:cubicBezTo>
                    <a:pt x="228" y="296"/>
                    <a:pt x="228" y="296"/>
                    <a:pt x="228" y="296"/>
                  </a:cubicBezTo>
                  <a:cubicBezTo>
                    <a:pt x="231" y="298"/>
                    <a:pt x="231" y="298"/>
                    <a:pt x="231" y="298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2" y="297"/>
                    <a:pt x="232" y="297"/>
                    <a:pt x="232" y="297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6" y="298"/>
                    <a:pt x="236" y="298"/>
                    <a:pt x="236" y="298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8" y="296"/>
                    <a:pt x="238" y="296"/>
                    <a:pt x="238" y="296"/>
                  </a:cubicBezTo>
                  <a:cubicBezTo>
                    <a:pt x="238" y="297"/>
                    <a:pt x="238" y="297"/>
                    <a:pt x="238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39" y="297"/>
                    <a:pt x="239" y="297"/>
                    <a:pt x="239" y="297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6" y="299"/>
                    <a:pt x="236" y="299"/>
                    <a:pt x="236" y="299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4" y="301"/>
                    <a:pt x="234" y="301"/>
                    <a:pt x="234" y="301"/>
                  </a:cubicBezTo>
                  <a:cubicBezTo>
                    <a:pt x="233" y="302"/>
                    <a:pt x="233" y="302"/>
                    <a:pt x="233" y="302"/>
                  </a:cubicBezTo>
                  <a:cubicBezTo>
                    <a:pt x="233" y="305"/>
                    <a:pt x="233" y="305"/>
                    <a:pt x="233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8"/>
                    <a:pt x="234" y="308"/>
                    <a:pt x="234" y="308"/>
                  </a:cubicBezTo>
                  <a:cubicBezTo>
                    <a:pt x="233" y="311"/>
                    <a:pt x="233" y="311"/>
                    <a:pt x="233" y="311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08"/>
                    <a:pt x="233" y="308"/>
                    <a:pt x="233" y="308"/>
                  </a:cubicBezTo>
                  <a:cubicBezTo>
                    <a:pt x="231" y="306"/>
                    <a:pt x="231" y="306"/>
                    <a:pt x="231" y="306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7" y="309"/>
                    <a:pt x="227" y="309"/>
                    <a:pt x="227" y="309"/>
                  </a:cubicBezTo>
                  <a:cubicBezTo>
                    <a:pt x="230" y="309"/>
                    <a:pt x="230" y="309"/>
                    <a:pt x="230" y="309"/>
                  </a:cubicBezTo>
                  <a:cubicBezTo>
                    <a:pt x="230" y="310"/>
                    <a:pt x="230" y="310"/>
                    <a:pt x="230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3"/>
                    <a:pt x="231" y="313"/>
                    <a:pt x="231" y="313"/>
                  </a:cubicBezTo>
                  <a:cubicBezTo>
                    <a:pt x="232" y="314"/>
                    <a:pt x="232" y="314"/>
                    <a:pt x="232" y="314"/>
                  </a:cubicBezTo>
                  <a:cubicBezTo>
                    <a:pt x="232" y="316"/>
                    <a:pt x="232" y="316"/>
                    <a:pt x="232" y="316"/>
                  </a:cubicBezTo>
                  <a:cubicBezTo>
                    <a:pt x="232" y="315"/>
                    <a:pt x="232" y="315"/>
                    <a:pt x="232" y="315"/>
                  </a:cubicBezTo>
                  <a:cubicBezTo>
                    <a:pt x="229" y="312"/>
                    <a:pt x="229" y="312"/>
                    <a:pt x="229" y="312"/>
                  </a:cubicBezTo>
                  <a:cubicBezTo>
                    <a:pt x="228" y="311"/>
                    <a:pt x="228" y="311"/>
                    <a:pt x="228" y="311"/>
                  </a:cubicBezTo>
                  <a:cubicBezTo>
                    <a:pt x="228" y="312"/>
                    <a:pt x="228" y="312"/>
                    <a:pt x="228" y="312"/>
                  </a:cubicBezTo>
                  <a:cubicBezTo>
                    <a:pt x="228" y="312"/>
                    <a:pt x="228" y="312"/>
                    <a:pt x="227" y="313"/>
                  </a:cubicBezTo>
                  <a:cubicBezTo>
                    <a:pt x="227" y="313"/>
                    <a:pt x="227" y="313"/>
                    <a:pt x="227" y="313"/>
                  </a:cubicBezTo>
                  <a:cubicBezTo>
                    <a:pt x="228" y="315"/>
                    <a:pt x="228" y="315"/>
                    <a:pt x="228" y="315"/>
                  </a:cubicBezTo>
                  <a:cubicBezTo>
                    <a:pt x="230" y="317"/>
                    <a:pt x="230" y="317"/>
                    <a:pt x="230" y="317"/>
                  </a:cubicBezTo>
                  <a:cubicBezTo>
                    <a:pt x="230" y="319"/>
                    <a:pt x="230" y="319"/>
                    <a:pt x="230" y="319"/>
                  </a:cubicBezTo>
                  <a:cubicBezTo>
                    <a:pt x="232" y="320"/>
                    <a:pt x="232" y="320"/>
                    <a:pt x="232" y="320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4" y="327"/>
                    <a:pt x="234" y="327"/>
                    <a:pt x="234" y="327"/>
                  </a:cubicBezTo>
                  <a:cubicBezTo>
                    <a:pt x="234" y="329"/>
                    <a:pt x="234" y="329"/>
                    <a:pt x="234" y="329"/>
                  </a:cubicBezTo>
                  <a:cubicBezTo>
                    <a:pt x="235" y="328"/>
                    <a:pt x="235" y="328"/>
                    <a:pt x="235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8"/>
                    <a:pt x="238" y="328"/>
                    <a:pt x="238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1" y="333"/>
                    <a:pt x="241" y="333"/>
                    <a:pt x="241" y="333"/>
                  </a:cubicBezTo>
                  <a:cubicBezTo>
                    <a:pt x="240" y="335"/>
                    <a:pt x="240" y="335"/>
                    <a:pt x="240" y="335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37" y="333"/>
                    <a:pt x="237" y="333"/>
                    <a:pt x="237" y="333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6" y="338"/>
                    <a:pt x="236" y="338"/>
                    <a:pt x="236" y="338"/>
                  </a:cubicBezTo>
                  <a:cubicBezTo>
                    <a:pt x="237" y="338"/>
                    <a:pt x="237" y="338"/>
                    <a:pt x="237" y="338"/>
                  </a:cubicBezTo>
                  <a:cubicBezTo>
                    <a:pt x="237" y="338"/>
                    <a:pt x="238" y="338"/>
                    <a:pt x="238" y="338"/>
                  </a:cubicBezTo>
                  <a:cubicBezTo>
                    <a:pt x="236" y="340"/>
                    <a:pt x="236" y="340"/>
                    <a:pt x="236" y="340"/>
                  </a:cubicBezTo>
                  <a:cubicBezTo>
                    <a:pt x="236" y="341"/>
                    <a:pt x="236" y="341"/>
                    <a:pt x="236" y="341"/>
                  </a:cubicBezTo>
                  <a:cubicBezTo>
                    <a:pt x="238" y="343"/>
                    <a:pt x="238" y="343"/>
                    <a:pt x="238" y="343"/>
                  </a:cubicBezTo>
                  <a:cubicBezTo>
                    <a:pt x="238" y="340"/>
                    <a:pt x="238" y="340"/>
                    <a:pt x="238" y="340"/>
                  </a:cubicBezTo>
                  <a:cubicBezTo>
                    <a:pt x="238" y="338"/>
                    <a:pt x="238" y="338"/>
                    <a:pt x="238" y="338"/>
                  </a:cubicBezTo>
                  <a:cubicBezTo>
                    <a:pt x="238" y="338"/>
                    <a:pt x="238" y="338"/>
                    <a:pt x="239" y="338"/>
                  </a:cubicBezTo>
                  <a:cubicBezTo>
                    <a:pt x="239" y="338"/>
                    <a:pt x="239" y="338"/>
                    <a:pt x="239" y="338"/>
                  </a:cubicBezTo>
                  <a:cubicBezTo>
                    <a:pt x="238" y="339"/>
                    <a:pt x="238" y="339"/>
                    <a:pt x="238" y="339"/>
                  </a:cubicBezTo>
                  <a:cubicBezTo>
                    <a:pt x="239" y="340"/>
                    <a:pt x="239" y="340"/>
                    <a:pt x="239" y="340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38" y="342"/>
                    <a:pt x="238" y="342"/>
                    <a:pt x="238" y="342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6"/>
                    <a:pt x="237" y="346"/>
                    <a:pt x="237" y="346"/>
                  </a:cubicBezTo>
                  <a:cubicBezTo>
                    <a:pt x="238" y="347"/>
                    <a:pt x="238" y="347"/>
                    <a:pt x="238" y="347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40" y="346"/>
                    <a:pt x="240" y="346"/>
                    <a:pt x="240" y="346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39" y="347"/>
                    <a:pt x="239" y="347"/>
                    <a:pt x="239" y="347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9" y="350"/>
                    <a:pt x="239" y="350"/>
                    <a:pt x="239" y="350"/>
                  </a:cubicBezTo>
                  <a:cubicBezTo>
                    <a:pt x="241" y="351"/>
                    <a:pt x="241" y="351"/>
                    <a:pt x="241" y="351"/>
                  </a:cubicBezTo>
                  <a:cubicBezTo>
                    <a:pt x="241" y="352"/>
                    <a:pt x="241" y="352"/>
                    <a:pt x="241" y="352"/>
                  </a:cubicBezTo>
                  <a:cubicBezTo>
                    <a:pt x="243" y="352"/>
                    <a:pt x="243" y="352"/>
                    <a:pt x="243" y="352"/>
                  </a:cubicBezTo>
                  <a:cubicBezTo>
                    <a:pt x="243" y="354"/>
                    <a:pt x="243" y="354"/>
                    <a:pt x="243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39" y="353"/>
                    <a:pt x="239" y="353"/>
                    <a:pt x="239" y="353"/>
                  </a:cubicBezTo>
                  <a:cubicBezTo>
                    <a:pt x="238" y="352"/>
                    <a:pt x="238" y="352"/>
                    <a:pt x="238" y="352"/>
                  </a:cubicBezTo>
                  <a:cubicBezTo>
                    <a:pt x="237" y="350"/>
                    <a:pt x="237" y="350"/>
                    <a:pt x="237" y="350"/>
                  </a:cubicBezTo>
                  <a:cubicBezTo>
                    <a:pt x="236" y="350"/>
                    <a:pt x="236" y="350"/>
                    <a:pt x="236" y="350"/>
                  </a:cubicBezTo>
                  <a:cubicBezTo>
                    <a:pt x="235" y="349"/>
                    <a:pt x="235" y="349"/>
                    <a:pt x="235" y="349"/>
                  </a:cubicBezTo>
                  <a:cubicBezTo>
                    <a:pt x="233" y="348"/>
                    <a:pt x="233" y="348"/>
                    <a:pt x="233" y="348"/>
                  </a:cubicBezTo>
                  <a:cubicBezTo>
                    <a:pt x="232" y="349"/>
                    <a:pt x="232" y="349"/>
                    <a:pt x="232" y="349"/>
                  </a:cubicBezTo>
                  <a:cubicBezTo>
                    <a:pt x="229" y="349"/>
                    <a:pt x="229" y="349"/>
                    <a:pt x="229" y="349"/>
                  </a:cubicBezTo>
                  <a:cubicBezTo>
                    <a:pt x="230" y="352"/>
                    <a:pt x="230" y="352"/>
                    <a:pt x="230" y="352"/>
                  </a:cubicBezTo>
                  <a:cubicBezTo>
                    <a:pt x="231" y="352"/>
                    <a:pt x="231" y="352"/>
                    <a:pt x="231" y="352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0" y="356"/>
                    <a:pt x="230" y="356"/>
                    <a:pt x="230" y="356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60"/>
                    <a:pt x="233" y="360"/>
                    <a:pt x="233" y="360"/>
                  </a:cubicBezTo>
                  <a:cubicBezTo>
                    <a:pt x="235" y="360"/>
                    <a:pt x="235" y="360"/>
                    <a:pt x="235" y="360"/>
                  </a:cubicBezTo>
                  <a:cubicBezTo>
                    <a:pt x="235" y="361"/>
                    <a:pt x="235" y="361"/>
                    <a:pt x="235" y="361"/>
                  </a:cubicBezTo>
                  <a:cubicBezTo>
                    <a:pt x="236" y="362"/>
                    <a:pt x="236" y="362"/>
                    <a:pt x="236" y="362"/>
                  </a:cubicBezTo>
                  <a:cubicBezTo>
                    <a:pt x="236" y="363"/>
                    <a:pt x="236" y="363"/>
                    <a:pt x="236" y="363"/>
                  </a:cubicBezTo>
                  <a:cubicBezTo>
                    <a:pt x="237" y="366"/>
                    <a:pt x="237" y="366"/>
                    <a:pt x="237" y="366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8"/>
                    <a:pt x="238" y="368"/>
                    <a:pt x="238" y="368"/>
                  </a:cubicBezTo>
                  <a:cubicBezTo>
                    <a:pt x="239" y="367"/>
                    <a:pt x="239" y="367"/>
                    <a:pt x="239" y="367"/>
                  </a:cubicBezTo>
                  <a:cubicBezTo>
                    <a:pt x="240" y="369"/>
                    <a:pt x="240" y="369"/>
                    <a:pt x="240" y="369"/>
                  </a:cubicBezTo>
                  <a:cubicBezTo>
                    <a:pt x="242" y="369"/>
                    <a:pt x="242" y="369"/>
                    <a:pt x="242" y="369"/>
                  </a:cubicBezTo>
                  <a:cubicBezTo>
                    <a:pt x="242" y="370"/>
                    <a:pt x="242" y="370"/>
                    <a:pt x="242" y="370"/>
                  </a:cubicBezTo>
                  <a:cubicBezTo>
                    <a:pt x="243" y="370"/>
                    <a:pt x="243" y="370"/>
                    <a:pt x="243" y="370"/>
                  </a:cubicBezTo>
                  <a:cubicBezTo>
                    <a:pt x="243" y="371"/>
                    <a:pt x="243" y="371"/>
                    <a:pt x="243" y="371"/>
                  </a:cubicBezTo>
                  <a:cubicBezTo>
                    <a:pt x="243" y="372"/>
                    <a:pt x="243" y="372"/>
                    <a:pt x="243" y="372"/>
                  </a:cubicBezTo>
                  <a:cubicBezTo>
                    <a:pt x="245" y="374"/>
                    <a:pt x="245" y="374"/>
                    <a:pt x="245" y="374"/>
                  </a:cubicBezTo>
                  <a:cubicBezTo>
                    <a:pt x="246" y="373"/>
                    <a:pt x="246" y="373"/>
                    <a:pt x="246" y="373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5" y="375"/>
                    <a:pt x="245" y="375"/>
                    <a:pt x="245" y="375"/>
                  </a:cubicBezTo>
                  <a:cubicBezTo>
                    <a:pt x="249" y="379"/>
                    <a:pt x="249" y="379"/>
                    <a:pt x="249" y="379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0" y="380"/>
                    <a:pt x="250" y="380"/>
                    <a:pt x="250" y="380"/>
                  </a:cubicBezTo>
                  <a:cubicBezTo>
                    <a:pt x="255" y="383"/>
                    <a:pt x="255" y="383"/>
                    <a:pt x="255" y="383"/>
                  </a:cubicBezTo>
                  <a:cubicBezTo>
                    <a:pt x="256" y="382"/>
                    <a:pt x="256" y="382"/>
                    <a:pt x="256" y="382"/>
                  </a:cubicBezTo>
                  <a:cubicBezTo>
                    <a:pt x="258" y="382"/>
                    <a:pt x="258" y="382"/>
                    <a:pt x="258" y="382"/>
                  </a:cubicBezTo>
                  <a:cubicBezTo>
                    <a:pt x="257" y="378"/>
                    <a:pt x="257" y="378"/>
                    <a:pt x="257" y="378"/>
                  </a:cubicBezTo>
                  <a:cubicBezTo>
                    <a:pt x="257" y="376"/>
                    <a:pt x="257" y="376"/>
                    <a:pt x="257" y="376"/>
                  </a:cubicBezTo>
                  <a:cubicBezTo>
                    <a:pt x="257" y="375"/>
                    <a:pt x="257" y="375"/>
                    <a:pt x="257" y="375"/>
                  </a:cubicBezTo>
                  <a:cubicBezTo>
                    <a:pt x="257" y="372"/>
                    <a:pt x="257" y="372"/>
                    <a:pt x="257" y="372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2" y="368"/>
                    <a:pt x="252" y="368"/>
                    <a:pt x="252" y="368"/>
                  </a:cubicBezTo>
                  <a:cubicBezTo>
                    <a:pt x="252" y="364"/>
                    <a:pt x="252" y="364"/>
                    <a:pt x="252" y="364"/>
                  </a:cubicBezTo>
                  <a:cubicBezTo>
                    <a:pt x="251" y="363"/>
                    <a:pt x="251" y="363"/>
                    <a:pt x="251" y="363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7" y="357"/>
                    <a:pt x="247" y="357"/>
                    <a:pt x="247" y="35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7" y="356"/>
                    <a:pt x="247" y="356"/>
                    <a:pt x="247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9" y="356"/>
                    <a:pt x="249" y="356"/>
                    <a:pt x="249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1" y="357"/>
                    <a:pt x="251" y="357"/>
                    <a:pt x="251" y="357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3" y="357"/>
                    <a:pt x="253" y="357"/>
                    <a:pt x="253" y="357"/>
                  </a:cubicBezTo>
                  <a:cubicBezTo>
                    <a:pt x="253" y="358"/>
                    <a:pt x="253" y="358"/>
                    <a:pt x="253" y="358"/>
                  </a:cubicBezTo>
                  <a:cubicBezTo>
                    <a:pt x="255" y="358"/>
                    <a:pt x="255" y="358"/>
                    <a:pt x="255" y="358"/>
                  </a:cubicBezTo>
                  <a:cubicBezTo>
                    <a:pt x="256" y="358"/>
                    <a:pt x="256" y="358"/>
                    <a:pt x="256" y="358"/>
                  </a:cubicBezTo>
                  <a:cubicBezTo>
                    <a:pt x="255" y="360"/>
                    <a:pt x="255" y="360"/>
                    <a:pt x="255" y="360"/>
                  </a:cubicBezTo>
                  <a:cubicBezTo>
                    <a:pt x="253" y="361"/>
                    <a:pt x="253" y="361"/>
                    <a:pt x="253" y="361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4" y="364"/>
                    <a:pt x="254" y="364"/>
                    <a:pt x="254" y="364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3" y="367"/>
                    <a:pt x="253" y="367"/>
                    <a:pt x="253" y="367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58" y="370"/>
                    <a:pt x="258" y="370"/>
                    <a:pt x="258" y="370"/>
                  </a:cubicBezTo>
                  <a:cubicBezTo>
                    <a:pt x="260" y="369"/>
                    <a:pt x="260" y="369"/>
                    <a:pt x="260" y="369"/>
                  </a:cubicBezTo>
                  <a:cubicBezTo>
                    <a:pt x="262" y="369"/>
                    <a:pt x="262" y="369"/>
                    <a:pt x="262" y="369"/>
                  </a:cubicBezTo>
                  <a:cubicBezTo>
                    <a:pt x="260" y="372"/>
                    <a:pt x="260" y="372"/>
                    <a:pt x="260" y="372"/>
                  </a:cubicBezTo>
                  <a:cubicBezTo>
                    <a:pt x="261" y="375"/>
                    <a:pt x="261" y="375"/>
                    <a:pt x="261" y="375"/>
                  </a:cubicBezTo>
                  <a:cubicBezTo>
                    <a:pt x="262" y="375"/>
                    <a:pt x="262" y="375"/>
                    <a:pt x="262" y="375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3" y="380"/>
                    <a:pt x="263" y="380"/>
                    <a:pt x="263" y="380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1" y="383"/>
                    <a:pt x="261" y="383"/>
                    <a:pt x="261" y="383"/>
                  </a:cubicBezTo>
                  <a:cubicBezTo>
                    <a:pt x="261" y="385"/>
                    <a:pt x="261" y="385"/>
                    <a:pt x="261" y="385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0" y="385"/>
                    <a:pt x="260" y="385"/>
                    <a:pt x="260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8" y="384"/>
                    <a:pt x="258" y="384"/>
                    <a:pt x="258" y="384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4" y="383"/>
                    <a:pt x="254" y="383"/>
                    <a:pt x="254" y="383"/>
                  </a:cubicBezTo>
                  <a:cubicBezTo>
                    <a:pt x="252" y="382"/>
                    <a:pt x="252" y="382"/>
                    <a:pt x="252" y="382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7" y="380"/>
                    <a:pt x="247" y="380"/>
                    <a:pt x="247" y="380"/>
                  </a:cubicBezTo>
                  <a:cubicBezTo>
                    <a:pt x="247" y="381"/>
                    <a:pt x="247" y="381"/>
                    <a:pt x="247" y="381"/>
                  </a:cubicBezTo>
                  <a:cubicBezTo>
                    <a:pt x="246" y="384"/>
                    <a:pt x="246" y="384"/>
                    <a:pt x="246" y="384"/>
                  </a:cubicBezTo>
                  <a:cubicBezTo>
                    <a:pt x="246" y="385"/>
                    <a:pt x="246" y="385"/>
                    <a:pt x="246" y="385"/>
                  </a:cubicBezTo>
                  <a:cubicBezTo>
                    <a:pt x="246" y="388"/>
                    <a:pt x="246" y="388"/>
                    <a:pt x="246" y="388"/>
                  </a:cubicBezTo>
                  <a:cubicBezTo>
                    <a:pt x="246" y="392"/>
                    <a:pt x="246" y="392"/>
                    <a:pt x="246" y="392"/>
                  </a:cubicBezTo>
                  <a:cubicBezTo>
                    <a:pt x="246" y="394"/>
                    <a:pt x="246" y="394"/>
                    <a:pt x="246" y="394"/>
                  </a:cubicBezTo>
                  <a:cubicBezTo>
                    <a:pt x="246" y="395"/>
                    <a:pt x="246" y="395"/>
                    <a:pt x="246" y="395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400"/>
                    <a:pt x="246" y="400"/>
                    <a:pt x="246" y="400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3"/>
                    <a:pt x="247" y="403"/>
                    <a:pt x="247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5" y="404"/>
                    <a:pt x="245" y="404"/>
                    <a:pt x="245" y="404"/>
                  </a:cubicBezTo>
                  <a:cubicBezTo>
                    <a:pt x="245" y="405"/>
                    <a:pt x="245" y="405"/>
                    <a:pt x="245" y="405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7"/>
                    <a:pt x="245" y="407"/>
                    <a:pt x="245" y="407"/>
                  </a:cubicBezTo>
                  <a:cubicBezTo>
                    <a:pt x="243" y="409"/>
                    <a:pt x="243" y="409"/>
                    <a:pt x="243" y="409"/>
                  </a:cubicBezTo>
                  <a:cubicBezTo>
                    <a:pt x="243" y="410"/>
                    <a:pt x="243" y="410"/>
                    <a:pt x="243" y="410"/>
                  </a:cubicBezTo>
                  <a:cubicBezTo>
                    <a:pt x="243" y="411"/>
                    <a:pt x="243" y="411"/>
                    <a:pt x="243" y="411"/>
                  </a:cubicBezTo>
                  <a:cubicBezTo>
                    <a:pt x="242" y="413"/>
                    <a:pt x="242" y="413"/>
                    <a:pt x="242" y="413"/>
                  </a:cubicBezTo>
                  <a:cubicBezTo>
                    <a:pt x="240" y="419"/>
                    <a:pt x="240" y="419"/>
                    <a:pt x="240" y="419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37" y="426"/>
                    <a:pt x="237" y="426"/>
                    <a:pt x="237" y="426"/>
                  </a:cubicBezTo>
                  <a:cubicBezTo>
                    <a:pt x="237" y="430"/>
                    <a:pt x="237" y="430"/>
                    <a:pt x="237" y="430"/>
                  </a:cubicBezTo>
                  <a:cubicBezTo>
                    <a:pt x="236" y="431"/>
                    <a:pt x="236" y="431"/>
                    <a:pt x="236" y="431"/>
                  </a:cubicBezTo>
                  <a:cubicBezTo>
                    <a:pt x="235" y="433"/>
                    <a:pt x="235" y="433"/>
                    <a:pt x="235" y="433"/>
                  </a:cubicBezTo>
                  <a:cubicBezTo>
                    <a:pt x="234" y="435"/>
                    <a:pt x="234" y="435"/>
                    <a:pt x="234" y="435"/>
                  </a:cubicBezTo>
                  <a:cubicBezTo>
                    <a:pt x="233" y="436"/>
                    <a:pt x="233" y="436"/>
                    <a:pt x="233" y="436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0" y="442"/>
                    <a:pt x="230" y="442"/>
                    <a:pt x="230" y="442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29" y="447"/>
                    <a:pt x="229" y="447"/>
                    <a:pt x="229" y="447"/>
                  </a:cubicBezTo>
                  <a:cubicBezTo>
                    <a:pt x="229" y="449"/>
                    <a:pt x="229" y="449"/>
                    <a:pt x="229" y="449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4"/>
                    <a:pt x="230" y="454"/>
                    <a:pt x="230" y="454"/>
                  </a:cubicBezTo>
                  <a:cubicBezTo>
                    <a:pt x="230" y="457"/>
                    <a:pt x="230" y="457"/>
                    <a:pt x="230" y="457"/>
                  </a:cubicBezTo>
                  <a:cubicBezTo>
                    <a:pt x="229" y="459"/>
                    <a:pt x="229" y="459"/>
                    <a:pt x="229" y="459"/>
                  </a:cubicBezTo>
                  <a:cubicBezTo>
                    <a:pt x="228" y="460"/>
                    <a:pt x="228" y="460"/>
                    <a:pt x="228" y="460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8" y="463"/>
                    <a:pt x="228" y="463"/>
                    <a:pt x="228" y="463"/>
                  </a:cubicBezTo>
                  <a:cubicBezTo>
                    <a:pt x="226" y="464"/>
                    <a:pt x="226" y="464"/>
                    <a:pt x="226" y="464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5" y="468"/>
                    <a:pt x="225" y="468"/>
                    <a:pt x="225" y="468"/>
                  </a:cubicBezTo>
                  <a:cubicBezTo>
                    <a:pt x="227" y="470"/>
                    <a:pt x="227" y="470"/>
                    <a:pt x="227" y="470"/>
                  </a:cubicBezTo>
                  <a:cubicBezTo>
                    <a:pt x="228" y="472"/>
                    <a:pt x="228" y="472"/>
                    <a:pt x="228" y="472"/>
                  </a:cubicBezTo>
                  <a:cubicBezTo>
                    <a:pt x="228" y="475"/>
                    <a:pt x="228" y="475"/>
                    <a:pt x="228" y="475"/>
                  </a:cubicBezTo>
                  <a:cubicBezTo>
                    <a:pt x="228" y="476"/>
                    <a:pt x="228" y="476"/>
                    <a:pt x="228" y="476"/>
                  </a:cubicBezTo>
                  <a:cubicBezTo>
                    <a:pt x="227" y="478"/>
                    <a:pt x="227" y="478"/>
                    <a:pt x="227" y="478"/>
                  </a:cubicBezTo>
                  <a:cubicBezTo>
                    <a:pt x="227" y="479"/>
                    <a:pt x="227" y="479"/>
                    <a:pt x="227" y="479"/>
                  </a:cubicBezTo>
                  <a:cubicBezTo>
                    <a:pt x="227" y="480"/>
                    <a:pt x="227" y="480"/>
                    <a:pt x="227" y="480"/>
                  </a:cubicBezTo>
                  <a:cubicBezTo>
                    <a:pt x="227" y="481"/>
                    <a:pt x="227" y="481"/>
                    <a:pt x="227" y="481"/>
                  </a:cubicBezTo>
                  <a:cubicBezTo>
                    <a:pt x="227" y="482"/>
                    <a:pt x="227" y="482"/>
                    <a:pt x="227" y="482"/>
                  </a:cubicBezTo>
                  <a:cubicBezTo>
                    <a:pt x="227" y="483"/>
                    <a:pt x="227" y="483"/>
                    <a:pt x="227" y="483"/>
                  </a:cubicBezTo>
                  <a:cubicBezTo>
                    <a:pt x="227" y="485"/>
                    <a:pt x="227" y="485"/>
                    <a:pt x="227" y="485"/>
                  </a:cubicBezTo>
                  <a:cubicBezTo>
                    <a:pt x="230" y="489"/>
                    <a:pt x="230" y="489"/>
                    <a:pt x="230" y="489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1"/>
                    <a:pt x="230" y="491"/>
                    <a:pt x="230" y="491"/>
                  </a:cubicBezTo>
                  <a:cubicBezTo>
                    <a:pt x="230" y="492"/>
                    <a:pt x="230" y="492"/>
                    <a:pt x="230" y="492"/>
                  </a:cubicBezTo>
                  <a:cubicBezTo>
                    <a:pt x="232" y="494"/>
                    <a:pt x="232" y="494"/>
                    <a:pt x="232" y="494"/>
                  </a:cubicBezTo>
                  <a:cubicBezTo>
                    <a:pt x="232" y="495"/>
                    <a:pt x="232" y="495"/>
                    <a:pt x="232" y="495"/>
                  </a:cubicBezTo>
                  <a:cubicBezTo>
                    <a:pt x="233" y="495"/>
                    <a:pt x="233" y="495"/>
                    <a:pt x="233" y="495"/>
                  </a:cubicBezTo>
                  <a:cubicBezTo>
                    <a:pt x="234" y="495"/>
                    <a:pt x="234" y="495"/>
                    <a:pt x="234" y="495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2" y="498"/>
                    <a:pt x="232" y="498"/>
                    <a:pt x="232" y="498"/>
                  </a:cubicBezTo>
                  <a:cubicBezTo>
                    <a:pt x="232" y="499"/>
                    <a:pt x="232" y="499"/>
                    <a:pt x="232" y="499"/>
                  </a:cubicBezTo>
                  <a:cubicBezTo>
                    <a:pt x="232" y="500"/>
                    <a:pt x="232" y="500"/>
                    <a:pt x="232" y="500"/>
                  </a:cubicBezTo>
                  <a:cubicBezTo>
                    <a:pt x="232" y="502"/>
                    <a:pt x="232" y="502"/>
                    <a:pt x="232" y="502"/>
                  </a:cubicBezTo>
                  <a:cubicBezTo>
                    <a:pt x="233" y="502"/>
                    <a:pt x="233" y="502"/>
                    <a:pt x="233" y="502"/>
                  </a:cubicBezTo>
                  <a:cubicBezTo>
                    <a:pt x="233" y="504"/>
                    <a:pt x="233" y="504"/>
                    <a:pt x="233" y="504"/>
                  </a:cubicBezTo>
                  <a:cubicBezTo>
                    <a:pt x="235" y="504"/>
                    <a:pt x="235" y="504"/>
                    <a:pt x="235" y="504"/>
                  </a:cubicBezTo>
                  <a:cubicBezTo>
                    <a:pt x="235" y="505"/>
                    <a:pt x="235" y="505"/>
                    <a:pt x="235" y="505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4" y="506"/>
                    <a:pt x="234" y="506"/>
                    <a:pt x="234" y="506"/>
                  </a:cubicBezTo>
                  <a:cubicBezTo>
                    <a:pt x="234" y="507"/>
                    <a:pt x="234" y="507"/>
                    <a:pt x="234" y="507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10"/>
                    <a:pt x="234" y="510"/>
                    <a:pt x="234" y="510"/>
                  </a:cubicBezTo>
                  <a:cubicBezTo>
                    <a:pt x="234" y="512"/>
                    <a:pt x="234" y="512"/>
                    <a:pt x="234" y="512"/>
                  </a:cubicBezTo>
                  <a:cubicBezTo>
                    <a:pt x="235" y="512"/>
                    <a:pt x="235" y="512"/>
                    <a:pt x="235" y="512"/>
                  </a:cubicBezTo>
                  <a:cubicBezTo>
                    <a:pt x="236" y="515"/>
                    <a:pt x="236" y="515"/>
                    <a:pt x="236" y="515"/>
                  </a:cubicBezTo>
                  <a:cubicBezTo>
                    <a:pt x="237" y="518"/>
                    <a:pt x="237" y="518"/>
                    <a:pt x="237" y="518"/>
                  </a:cubicBezTo>
                  <a:cubicBezTo>
                    <a:pt x="238" y="520"/>
                    <a:pt x="238" y="520"/>
                    <a:pt x="238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1"/>
                    <a:pt x="239" y="521"/>
                    <a:pt x="239" y="521"/>
                  </a:cubicBezTo>
                  <a:cubicBezTo>
                    <a:pt x="240" y="522"/>
                    <a:pt x="240" y="522"/>
                    <a:pt x="240" y="522"/>
                  </a:cubicBezTo>
                  <a:cubicBezTo>
                    <a:pt x="240" y="523"/>
                    <a:pt x="240" y="523"/>
                    <a:pt x="240" y="523"/>
                  </a:cubicBezTo>
                  <a:cubicBezTo>
                    <a:pt x="240" y="525"/>
                    <a:pt x="240" y="525"/>
                    <a:pt x="240" y="525"/>
                  </a:cubicBezTo>
                  <a:cubicBezTo>
                    <a:pt x="240" y="526"/>
                    <a:pt x="240" y="526"/>
                    <a:pt x="240" y="526"/>
                  </a:cubicBezTo>
                  <a:cubicBezTo>
                    <a:pt x="239" y="527"/>
                    <a:pt x="239" y="527"/>
                    <a:pt x="239" y="527"/>
                  </a:cubicBezTo>
                  <a:cubicBezTo>
                    <a:pt x="240" y="529"/>
                    <a:pt x="240" y="529"/>
                    <a:pt x="240" y="529"/>
                  </a:cubicBezTo>
                  <a:cubicBezTo>
                    <a:pt x="241" y="529"/>
                    <a:pt x="241" y="529"/>
                    <a:pt x="241" y="529"/>
                  </a:cubicBezTo>
                  <a:cubicBezTo>
                    <a:pt x="243" y="529"/>
                    <a:pt x="243" y="529"/>
                    <a:pt x="243" y="529"/>
                  </a:cubicBezTo>
                  <a:cubicBezTo>
                    <a:pt x="245" y="530"/>
                    <a:pt x="245" y="530"/>
                    <a:pt x="245" y="530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47" y="531"/>
                    <a:pt x="247" y="531"/>
                    <a:pt x="247" y="531"/>
                  </a:cubicBezTo>
                  <a:cubicBezTo>
                    <a:pt x="249" y="531"/>
                    <a:pt x="249" y="531"/>
                    <a:pt x="249" y="531"/>
                  </a:cubicBezTo>
                  <a:cubicBezTo>
                    <a:pt x="250" y="531"/>
                    <a:pt x="250" y="531"/>
                    <a:pt x="250" y="531"/>
                  </a:cubicBezTo>
                  <a:cubicBezTo>
                    <a:pt x="250" y="533"/>
                    <a:pt x="250" y="533"/>
                    <a:pt x="250" y="533"/>
                  </a:cubicBezTo>
                  <a:cubicBezTo>
                    <a:pt x="252" y="534"/>
                    <a:pt x="252" y="534"/>
                    <a:pt x="252" y="534"/>
                  </a:cubicBezTo>
                  <a:cubicBezTo>
                    <a:pt x="253" y="534"/>
                    <a:pt x="253" y="534"/>
                    <a:pt x="253" y="534"/>
                  </a:cubicBezTo>
                  <a:cubicBezTo>
                    <a:pt x="255" y="534"/>
                    <a:pt x="255" y="534"/>
                    <a:pt x="255" y="534"/>
                  </a:cubicBezTo>
                  <a:cubicBezTo>
                    <a:pt x="255" y="535"/>
                    <a:pt x="255" y="535"/>
                    <a:pt x="255" y="535"/>
                  </a:cubicBezTo>
                  <a:cubicBezTo>
                    <a:pt x="255" y="536"/>
                    <a:pt x="255" y="536"/>
                    <a:pt x="255" y="536"/>
                  </a:cubicBezTo>
                  <a:cubicBezTo>
                    <a:pt x="256" y="537"/>
                    <a:pt x="256" y="537"/>
                    <a:pt x="256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9" y="538"/>
                    <a:pt x="259" y="538"/>
                    <a:pt x="259" y="538"/>
                  </a:cubicBezTo>
                  <a:cubicBezTo>
                    <a:pt x="261" y="542"/>
                    <a:pt x="261" y="542"/>
                    <a:pt x="261" y="542"/>
                  </a:cubicBezTo>
                  <a:cubicBezTo>
                    <a:pt x="262" y="544"/>
                    <a:pt x="262" y="544"/>
                    <a:pt x="262" y="544"/>
                  </a:cubicBezTo>
                  <a:cubicBezTo>
                    <a:pt x="261" y="545"/>
                    <a:pt x="261" y="545"/>
                    <a:pt x="261" y="545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2" y="549"/>
                    <a:pt x="262" y="549"/>
                    <a:pt x="262" y="549"/>
                  </a:cubicBezTo>
                  <a:cubicBezTo>
                    <a:pt x="263" y="552"/>
                    <a:pt x="263" y="552"/>
                    <a:pt x="263" y="552"/>
                  </a:cubicBezTo>
                  <a:cubicBezTo>
                    <a:pt x="264" y="554"/>
                    <a:pt x="264" y="554"/>
                    <a:pt x="264" y="554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3" y="556"/>
                    <a:pt x="263" y="556"/>
                    <a:pt x="263" y="556"/>
                  </a:cubicBezTo>
                  <a:cubicBezTo>
                    <a:pt x="264" y="558"/>
                    <a:pt x="264" y="558"/>
                    <a:pt x="264" y="558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6" y="562"/>
                    <a:pt x="266" y="562"/>
                    <a:pt x="266" y="562"/>
                  </a:cubicBezTo>
                  <a:cubicBezTo>
                    <a:pt x="267" y="564"/>
                    <a:pt x="267" y="564"/>
                    <a:pt x="267" y="564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7"/>
                    <a:pt x="267" y="567"/>
                    <a:pt x="267" y="567"/>
                  </a:cubicBezTo>
                  <a:cubicBezTo>
                    <a:pt x="268" y="568"/>
                    <a:pt x="268" y="568"/>
                    <a:pt x="268" y="568"/>
                  </a:cubicBezTo>
                  <a:cubicBezTo>
                    <a:pt x="268" y="569"/>
                    <a:pt x="268" y="569"/>
                    <a:pt x="268" y="569"/>
                  </a:cubicBezTo>
                  <a:cubicBezTo>
                    <a:pt x="268" y="571"/>
                    <a:pt x="268" y="571"/>
                    <a:pt x="268" y="571"/>
                  </a:cubicBezTo>
                  <a:cubicBezTo>
                    <a:pt x="269" y="573"/>
                    <a:pt x="269" y="573"/>
                    <a:pt x="269" y="573"/>
                  </a:cubicBezTo>
                  <a:cubicBezTo>
                    <a:pt x="271" y="575"/>
                    <a:pt x="271" y="575"/>
                    <a:pt x="271" y="575"/>
                  </a:cubicBezTo>
                  <a:cubicBezTo>
                    <a:pt x="272" y="575"/>
                    <a:pt x="272" y="575"/>
                    <a:pt x="272" y="575"/>
                  </a:cubicBezTo>
                  <a:cubicBezTo>
                    <a:pt x="273" y="577"/>
                    <a:pt x="273" y="577"/>
                    <a:pt x="273" y="577"/>
                  </a:cubicBezTo>
                  <a:cubicBezTo>
                    <a:pt x="274" y="578"/>
                    <a:pt x="274" y="578"/>
                    <a:pt x="274" y="578"/>
                  </a:cubicBezTo>
                  <a:cubicBezTo>
                    <a:pt x="275" y="579"/>
                    <a:pt x="275" y="579"/>
                    <a:pt x="275" y="579"/>
                  </a:cubicBezTo>
                  <a:cubicBezTo>
                    <a:pt x="277" y="581"/>
                    <a:pt x="277" y="581"/>
                    <a:pt x="277" y="581"/>
                  </a:cubicBezTo>
                  <a:cubicBezTo>
                    <a:pt x="277" y="583"/>
                    <a:pt x="277" y="583"/>
                    <a:pt x="277" y="583"/>
                  </a:cubicBezTo>
                  <a:cubicBezTo>
                    <a:pt x="278" y="584"/>
                    <a:pt x="278" y="584"/>
                    <a:pt x="278" y="584"/>
                  </a:cubicBezTo>
                  <a:cubicBezTo>
                    <a:pt x="279" y="585"/>
                    <a:pt x="279" y="585"/>
                    <a:pt x="279" y="585"/>
                  </a:cubicBezTo>
                  <a:cubicBezTo>
                    <a:pt x="278" y="586"/>
                    <a:pt x="278" y="586"/>
                    <a:pt x="278" y="586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8"/>
                    <a:pt x="278" y="588"/>
                    <a:pt x="278" y="588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6" y="589"/>
                    <a:pt x="276" y="589"/>
                    <a:pt x="276" y="589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5" y="590"/>
                    <a:pt x="275" y="590"/>
                    <a:pt x="275" y="590"/>
                  </a:cubicBezTo>
                  <a:cubicBezTo>
                    <a:pt x="274" y="589"/>
                    <a:pt x="274" y="589"/>
                    <a:pt x="274" y="589"/>
                  </a:cubicBezTo>
                  <a:cubicBezTo>
                    <a:pt x="272" y="589"/>
                    <a:pt x="272" y="589"/>
                    <a:pt x="272" y="589"/>
                  </a:cubicBezTo>
                  <a:cubicBezTo>
                    <a:pt x="271" y="590"/>
                    <a:pt x="271" y="590"/>
                    <a:pt x="271" y="590"/>
                  </a:cubicBezTo>
                  <a:cubicBezTo>
                    <a:pt x="272" y="593"/>
                    <a:pt x="272" y="593"/>
                    <a:pt x="272" y="593"/>
                  </a:cubicBezTo>
                  <a:cubicBezTo>
                    <a:pt x="274" y="593"/>
                    <a:pt x="274" y="593"/>
                    <a:pt x="274" y="593"/>
                  </a:cubicBezTo>
                  <a:cubicBezTo>
                    <a:pt x="274" y="594"/>
                    <a:pt x="274" y="594"/>
                    <a:pt x="274" y="594"/>
                  </a:cubicBezTo>
                  <a:cubicBezTo>
                    <a:pt x="275" y="596"/>
                    <a:pt x="275" y="596"/>
                    <a:pt x="275" y="596"/>
                  </a:cubicBezTo>
                  <a:cubicBezTo>
                    <a:pt x="276" y="597"/>
                    <a:pt x="276" y="597"/>
                    <a:pt x="276" y="597"/>
                  </a:cubicBezTo>
                  <a:cubicBezTo>
                    <a:pt x="278" y="597"/>
                    <a:pt x="278" y="597"/>
                    <a:pt x="278" y="597"/>
                  </a:cubicBezTo>
                  <a:cubicBezTo>
                    <a:pt x="278" y="598"/>
                    <a:pt x="278" y="598"/>
                    <a:pt x="278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80" y="600"/>
                    <a:pt x="280" y="600"/>
                    <a:pt x="280" y="600"/>
                  </a:cubicBezTo>
                  <a:cubicBezTo>
                    <a:pt x="281" y="600"/>
                    <a:pt x="281" y="600"/>
                    <a:pt x="281" y="600"/>
                  </a:cubicBezTo>
                  <a:cubicBezTo>
                    <a:pt x="283" y="600"/>
                    <a:pt x="283" y="600"/>
                    <a:pt x="283" y="600"/>
                  </a:cubicBezTo>
                  <a:cubicBezTo>
                    <a:pt x="283" y="599"/>
                    <a:pt x="283" y="599"/>
                    <a:pt x="283" y="599"/>
                  </a:cubicBezTo>
                  <a:cubicBezTo>
                    <a:pt x="284" y="601"/>
                    <a:pt x="284" y="601"/>
                    <a:pt x="284" y="601"/>
                  </a:cubicBezTo>
                  <a:cubicBezTo>
                    <a:pt x="286" y="604"/>
                    <a:pt x="286" y="604"/>
                    <a:pt x="286" y="604"/>
                  </a:cubicBezTo>
                  <a:cubicBezTo>
                    <a:pt x="288" y="605"/>
                    <a:pt x="288" y="605"/>
                    <a:pt x="288" y="605"/>
                  </a:cubicBezTo>
                  <a:cubicBezTo>
                    <a:pt x="288" y="604"/>
                    <a:pt x="288" y="604"/>
                    <a:pt x="288" y="604"/>
                  </a:cubicBezTo>
                  <a:cubicBezTo>
                    <a:pt x="289" y="605"/>
                    <a:pt x="289" y="605"/>
                    <a:pt x="289" y="605"/>
                  </a:cubicBezTo>
                  <a:cubicBezTo>
                    <a:pt x="290" y="608"/>
                    <a:pt x="290" y="608"/>
                    <a:pt x="290" y="608"/>
                  </a:cubicBezTo>
                  <a:cubicBezTo>
                    <a:pt x="290" y="611"/>
                    <a:pt x="290" y="611"/>
                    <a:pt x="290" y="611"/>
                  </a:cubicBezTo>
                  <a:cubicBezTo>
                    <a:pt x="289" y="613"/>
                    <a:pt x="289" y="613"/>
                    <a:pt x="289" y="613"/>
                  </a:cubicBezTo>
                  <a:cubicBezTo>
                    <a:pt x="288" y="615"/>
                    <a:pt x="288" y="615"/>
                    <a:pt x="288" y="615"/>
                  </a:cubicBezTo>
                  <a:cubicBezTo>
                    <a:pt x="288" y="617"/>
                    <a:pt x="288" y="617"/>
                    <a:pt x="288" y="617"/>
                  </a:cubicBezTo>
                  <a:cubicBezTo>
                    <a:pt x="290" y="618"/>
                    <a:pt x="290" y="618"/>
                    <a:pt x="290" y="618"/>
                  </a:cubicBezTo>
                  <a:cubicBezTo>
                    <a:pt x="291" y="618"/>
                    <a:pt x="291" y="618"/>
                    <a:pt x="291" y="618"/>
                  </a:cubicBezTo>
                  <a:cubicBezTo>
                    <a:pt x="291" y="619"/>
                    <a:pt x="291" y="619"/>
                    <a:pt x="291" y="619"/>
                  </a:cubicBezTo>
                  <a:cubicBezTo>
                    <a:pt x="292" y="619"/>
                    <a:pt x="292" y="619"/>
                    <a:pt x="292" y="619"/>
                  </a:cubicBezTo>
                  <a:cubicBezTo>
                    <a:pt x="293" y="620"/>
                    <a:pt x="293" y="620"/>
                    <a:pt x="293" y="620"/>
                  </a:cubicBezTo>
                  <a:cubicBezTo>
                    <a:pt x="296" y="624"/>
                    <a:pt x="296" y="624"/>
                    <a:pt x="296" y="624"/>
                  </a:cubicBezTo>
                  <a:cubicBezTo>
                    <a:pt x="297" y="624"/>
                    <a:pt x="297" y="624"/>
                    <a:pt x="297" y="624"/>
                  </a:cubicBezTo>
                  <a:cubicBezTo>
                    <a:pt x="298" y="625"/>
                    <a:pt x="298" y="625"/>
                    <a:pt x="298" y="625"/>
                  </a:cubicBezTo>
                  <a:cubicBezTo>
                    <a:pt x="299" y="627"/>
                    <a:pt x="299" y="627"/>
                    <a:pt x="299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9"/>
                    <a:pt x="301" y="629"/>
                    <a:pt x="301" y="629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1"/>
                    <a:pt x="302" y="631"/>
                    <a:pt x="302" y="631"/>
                  </a:cubicBezTo>
                  <a:cubicBezTo>
                    <a:pt x="303" y="633"/>
                    <a:pt x="303" y="633"/>
                    <a:pt x="303" y="633"/>
                  </a:cubicBezTo>
                  <a:cubicBezTo>
                    <a:pt x="304" y="633"/>
                    <a:pt x="304" y="633"/>
                    <a:pt x="304" y="633"/>
                  </a:cubicBezTo>
                  <a:cubicBezTo>
                    <a:pt x="307" y="632"/>
                    <a:pt x="307" y="632"/>
                    <a:pt x="307" y="632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7" y="626"/>
                    <a:pt x="307" y="626"/>
                    <a:pt x="307" y="626"/>
                  </a:cubicBezTo>
                  <a:cubicBezTo>
                    <a:pt x="307" y="625"/>
                    <a:pt x="307" y="625"/>
                    <a:pt x="307" y="625"/>
                  </a:cubicBezTo>
                  <a:cubicBezTo>
                    <a:pt x="306" y="623"/>
                    <a:pt x="306" y="623"/>
                    <a:pt x="306" y="623"/>
                  </a:cubicBezTo>
                  <a:cubicBezTo>
                    <a:pt x="305" y="623"/>
                    <a:pt x="305" y="623"/>
                    <a:pt x="305" y="623"/>
                  </a:cubicBezTo>
                  <a:cubicBezTo>
                    <a:pt x="304" y="622"/>
                    <a:pt x="304" y="622"/>
                    <a:pt x="304" y="622"/>
                  </a:cubicBezTo>
                  <a:cubicBezTo>
                    <a:pt x="304" y="621"/>
                    <a:pt x="304" y="621"/>
                    <a:pt x="304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3" y="619"/>
                    <a:pt x="303" y="619"/>
                    <a:pt x="303" y="619"/>
                  </a:cubicBezTo>
                  <a:cubicBezTo>
                    <a:pt x="301" y="619"/>
                    <a:pt x="301" y="619"/>
                    <a:pt x="301" y="619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0"/>
                    <a:pt x="301" y="620"/>
                    <a:pt x="301" y="620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2" y="616"/>
                    <a:pt x="302" y="616"/>
                    <a:pt x="302" y="616"/>
                  </a:cubicBezTo>
                  <a:cubicBezTo>
                    <a:pt x="302" y="615"/>
                    <a:pt x="302" y="615"/>
                    <a:pt x="302" y="615"/>
                  </a:cubicBezTo>
                  <a:cubicBezTo>
                    <a:pt x="300" y="612"/>
                    <a:pt x="300" y="612"/>
                    <a:pt x="300" y="612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3"/>
                    <a:pt x="299" y="613"/>
                    <a:pt x="299" y="613"/>
                  </a:cubicBezTo>
                  <a:cubicBezTo>
                    <a:pt x="299" y="612"/>
                    <a:pt x="299" y="612"/>
                    <a:pt x="299" y="612"/>
                  </a:cubicBezTo>
                  <a:cubicBezTo>
                    <a:pt x="298" y="611"/>
                    <a:pt x="298" y="611"/>
                    <a:pt x="298" y="611"/>
                  </a:cubicBezTo>
                  <a:cubicBezTo>
                    <a:pt x="299" y="610"/>
                    <a:pt x="299" y="610"/>
                    <a:pt x="299" y="610"/>
                  </a:cubicBezTo>
                  <a:cubicBezTo>
                    <a:pt x="298" y="609"/>
                    <a:pt x="298" y="609"/>
                    <a:pt x="298" y="609"/>
                  </a:cubicBezTo>
                  <a:cubicBezTo>
                    <a:pt x="298" y="608"/>
                    <a:pt x="298" y="608"/>
                    <a:pt x="298" y="608"/>
                  </a:cubicBezTo>
                  <a:cubicBezTo>
                    <a:pt x="297" y="607"/>
                    <a:pt x="297" y="607"/>
                    <a:pt x="297" y="607"/>
                  </a:cubicBezTo>
                  <a:cubicBezTo>
                    <a:pt x="297" y="605"/>
                    <a:pt x="297" y="605"/>
                    <a:pt x="297" y="605"/>
                  </a:cubicBezTo>
                  <a:cubicBezTo>
                    <a:pt x="297" y="604"/>
                    <a:pt x="297" y="604"/>
                    <a:pt x="297" y="604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96" y="600"/>
                    <a:pt x="296" y="600"/>
                    <a:pt x="296" y="600"/>
                  </a:cubicBezTo>
                  <a:cubicBezTo>
                    <a:pt x="295" y="599"/>
                    <a:pt x="295" y="599"/>
                    <a:pt x="295" y="599"/>
                  </a:cubicBezTo>
                  <a:cubicBezTo>
                    <a:pt x="294" y="598"/>
                    <a:pt x="294" y="598"/>
                    <a:pt x="294" y="598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3" y="599"/>
                    <a:pt x="293" y="599"/>
                    <a:pt x="293" y="599"/>
                  </a:cubicBezTo>
                  <a:cubicBezTo>
                    <a:pt x="293" y="598"/>
                    <a:pt x="293" y="598"/>
                    <a:pt x="293" y="598"/>
                  </a:cubicBezTo>
                  <a:cubicBezTo>
                    <a:pt x="294" y="597"/>
                    <a:pt x="294" y="597"/>
                    <a:pt x="294" y="597"/>
                  </a:cubicBezTo>
                  <a:cubicBezTo>
                    <a:pt x="293" y="596"/>
                    <a:pt x="293" y="596"/>
                    <a:pt x="293" y="596"/>
                  </a:cubicBezTo>
                  <a:cubicBezTo>
                    <a:pt x="292" y="596"/>
                    <a:pt x="292" y="596"/>
                    <a:pt x="292" y="596"/>
                  </a:cubicBezTo>
                  <a:cubicBezTo>
                    <a:pt x="292" y="593"/>
                    <a:pt x="292" y="593"/>
                    <a:pt x="292" y="593"/>
                  </a:cubicBezTo>
                  <a:cubicBezTo>
                    <a:pt x="291" y="591"/>
                    <a:pt x="291" y="591"/>
                    <a:pt x="291" y="591"/>
                  </a:cubicBezTo>
                  <a:cubicBezTo>
                    <a:pt x="290" y="591"/>
                    <a:pt x="290" y="591"/>
                    <a:pt x="290" y="591"/>
                  </a:cubicBezTo>
                  <a:cubicBezTo>
                    <a:pt x="289" y="590"/>
                    <a:pt x="289" y="590"/>
                    <a:pt x="289" y="590"/>
                  </a:cubicBezTo>
                  <a:cubicBezTo>
                    <a:pt x="289" y="588"/>
                    <a:pt x="289" y="588"/>
                    <a:pt x="289" y="588"/>
                  </a:cubicBezTo>
                  <a:cubicBezTo>
                    <a:pt x="289" y="586"/>
                    <a:pt x="289" y="586"/>
                    <a:pt x="289" y="586"/>
                  </a:cubicBezTo>
                  <a:cubicBezTo>
                    <a:pt x="288" y="584"/>
                    <a:pt x="288" y="584"/>
                    <a:pt x="288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2"/>
                    <a:pt x="286" y="582"/>
                    <a:pt x="286" y="582"/>
                  </a:cubicBezTo>
                  <a:cubicBezTo>
                    <a:pt x="285" y="581"/>
                    <a:pt x="285" y="581"/>
                    <a:pt x="285" y="581"/>
                  </a:cubicBezTo>
                  <a:cubicBezTo>
                    <a:pt x="284" y="580"/>
                    <a:pt x="284" y="580"/>
                    <a:pt x="284" y="580"/>
                  </a:cubicBezTo>
                  <a:cubicBezTo>
                    <a:pt x="283" y="579"/>
                    <a:pt x="283" y="579"/>
                    <a:pt x="283" y="579"/>
                  </a:cubicBezTo>
                  <a:cubicBezTo>
                    <a:pt x="284" y="578"/>
                    <a:pt x="284" y="578"/>
                    <a:pt x="284" y="578"/>
                  </a:cubicBezTo>
                  <a:cubicBezTo>
                    <a:pt x="283" y="576"/>
                    <a:pt x="283" y="576"/>
                    <a:pt x="283" y="576"/>
                  </a:cubicBezTo>
                  <a:cubicBezTo>
                    <a:pt x="281" y="575"/>
                    <a:pt x="281" y="575"/>
                    <a:pt x="281" y="575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3"/>
                    <a:pt x="280" y="573"/>
                    <a:pt x="280" y="573"/>
                  </a:cubicBezTo>
                  <a:cubicBezTo>
                    <a:pt x="279" y="570"/>
                    <a:pt x="279" y="570"/>
                    <a:pt x="279" y="570"/>
                  </a:cubicBezTo>
                  <a:cubicBezTo>
                    <a:pt x="278" y="570"/>
                    <a:pt x="278" y="570"/>
                    <a:pt x="278" y="570"/>
                  </a:cubicBezTo>
                  <a:cubicBezTo>
                    <a:pt x="279" y="569"/>
                    <a:pt x="279" y="569"/>
                    <a:pt x="279" y="569"/>
                  </a:cubicBezTo>
                  <a:cubicBezTo>
                    <a:pt x="278" y="563"/>
                    <a:pt x="278" y="563"/>
                    <a:pt x="278" y="563"/>
                  </a:cubicBezTo>
                  <a:cubicBezTo>
                    <a:pt x="278" y="560"/>
                    <a:pt x="278" y="560"/>
                    <a:pt x="278" y="560"/>
                  </a:cubicBezTo>
                  <a:cubicBezTo>
                    <a:pt x="279" y="559"/>
                    <a:pt x="279" y="559"/>
                    <a:pt x="279" y="559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81" y="556"/>
                    <a:pt x="281" y="556"/>
                    <a:pt x="281" y="556"/>
                  </a:cubicBezTo>
                  <a:cubicBezTo>
                    <a:pt x="282" y="558"/>
                    <a:pt x="282" y="558"/>
                    <a:pt x="282" y="558"/>
                  </a:cubicBezTo>
                  <a:cubicBezTo>
                    <a:pt x="283" y="559"/>
                    <a:pt x="283" y="559"/>
                    <a:pt x="283" y="559"/>
                  </a:cubicBezTo>
                  <a:cubicBezTo>
                    <a:pt x="284" y="559"/>
                    <a:pt x="284" y="559"/>
                    <a:pt x="284" y="559"/>
                  </a:cubicBezTo>
                  <a:cubicBezTo>
                    <a:pt x="285" y="559"/>
                    <a:pt x="285" y="559"/>
                    <a:pt x="285" y="559"/>
                  </a:cubicBezTo>
                  <a:cubicBezTo>
                    <a:pt x="286" y="559"/>
                    <a:pt x="286" y="559"/>
                    <a:pt x="286" y="559"/>
                  </a:cubicBezTo>
                  <a:cubicBezTo>
                    <a:pt x="286" y="560"/>
                    <a:pt x="286" y="560"/>
                    <a:pt x="286" y="560"/>
                  </a:cubicBezTo>
                  <a:cubicBezTo>
                    <a:pt x="288" y="560"/>
                    <a:pt x="288" y="560"/>
                    <a:pt x="288" y="560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8" y="562"/>
                    <a:pt x="288" y="562"/>
                    <a:pt x="288" y="562"/>
                  </a:cubicBezTo>
                  <a:cubicBezTo>
                    <a:pt x="288" y="564"/>
                    <a:pt x="288" y="564"/>
                    <a:pt x="288" y="564"/>
                  </a:cubicBezTo>
                  <a:cubicBezTo>
                    <a:pt x="289" y="566"/>
                    <a:pt x="289" y="566"/>
                    <a:pt x="289" y="566"/>
                  </a:cubicBezTo>
                  <a:cubicBezTo>
                    <a:pt x="289" y="568"/>
                    <a:pt x="289" y="568"/>
                    <a:pt x="289" y="568"/>
                  </a:cubicBezTo>
                  <a:cubicBezTo>
                    <a:pt x="290" y="569"/>
                    <a:pt x="290" y="569"/>
                    <a:pt x="290" y="569"/>
                  </a:cubicBezTo>
                  <a:cubicBezTo>
                    <a:pt x="290" y="571"/>
                    <a:pt x="290" y="571"/>
                    <a:pt x="290" y="571"/>
                  </a:cubicBezTo>
                  <a:cubicBezTo>
                    <a:pt x="290" y="572"/>
                    <a:pt x="290" y="572"/>
                    <a:pt x="290" y="572"/>
                  </a:cubicBezTo>
                  <a:cubicBezTo>
                    <a:pt x="291" y="573"/>
                    <a:pt x="291" y="573"/>
                    <a:pt x="291" y="573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7"/>
                    <a:pt x="292" y="577"/>
                    <a:pt x="292" y="577"/>
                  </a:cubicBezTo>
                  <a:cubicBezTo>
                    <a:pt x="292" y="579"/>
                    <a:pt x="292" y="579"/>
                    <a:pt x="292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5" y="582"/>
                    <a:pt x="295" y="582"/>
                    <a:pt x="295" y="582"/>
                  </a:cubicBezTo>
                  <a:cubicBezTo>
                    <a:pt x="296" y="583"/>
                    <a:pt x="296" y="583"/>
                    <a:pt x="296" y="583"/>
                  </a:cubicBezTo>
                  <a:cubicBezTo>
                    <a:pt x="296" y="585"/>
                    <a:pt x="296" y="585"/>
                    <a:pt x="296" y="585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8" y="587"/>
                    <a:pt x="298" y="587"/>
                    <a:pt x="298" y="587"/>
                  </a:cubicBezTo>
                  <a:cubicBezTo>
                    <a:pt x="299" y="589"/>
                    <a:pt x="299" y="589"/>
                    <a:pt x="299" y="589"/>
                  </a:cubicBezTo>
                  <a:cubicBezTo>
                    <a:pt x="300" y="589"/>
                    <a:pt x="300" y="589"/>
                    <a:pt x="300" y="589"/>
                  </a:cubicBezTo>
                  <a:cubicBezTo>
                    <a:pt x="300" y="590"/>
                    <a:pt x="300" y="590"/>
                    <a:pt x="300" y="590"/>
                  </a:cubicBezTo>
                  <a:cubicBezTo>
                    <a:pt x="301" y="590"/>
                    <a:pt x="301" y="590"/>
                    <a:pt x="301" y="590"/>
                  </a:cubicBezTo>
                  <a:cubicBezTo>
                    <a:pt x="302" y="591"/>
                    <a:pt x="302" y="591"/>
                    <a:pt x="302" y="591"/>
                  </a:cubicBezTo>
                  <a:cubicBezTo>
                    <a:pt x="303" y="590"/>
                    <a:pt x="303" y="590"/>
                    <a:pt x="303" y="590"/>
                  </a:cubicBezTo>
                  <a:cubicBezTo>
                    <a:pt x="303" y="591"/>
                    <a:pt x="303" y="591"/>
                    <a:pt x="303" y="591"/>
                  </a:cubicBezTo>
                  <a:cubicBezTo>
                    <a:pt x="303" y="592"/>
                    <a:pt x="303" y="592"/>
                    <a:pt x="303" y="592"/>
                  </a:cubicBezTo>
                  <a:cubicBezTo>
                    <a:pt x="302" y="593"/>
                    <a:pt x="302" y="593"/>
                    <a:pt x="302" y="593"/>
                  </a:cubicBezTo>
                  <a:cubicBezTo>
                    <a:pt x="303" y="595"/>
                    <a:pt x="303" y="595"/>
                    <a:pt x="303" y="595"/>
                  </a:cubicBezTo>
                  <a:cubicBezTo>
                    <a:pt x="306" y="598"/>
                    <a:pt x="306" y="598"/>
                    <a:pt x="306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9"/>
                    <a:pt x="307" y="599"/>
                    <a:pt x="307" y="599"/>
                  </a:cubicBezTo>
                  <a:cubicBezTo>
                    <a:pt x="308" y="600"/>
                    <a:pt x="308" y="600"/>
                    <a:pt x="308" y="600"/>
                  </a:cubicBezTo>
                  <a:cubicBezTo>
                    <a:pt x="309" y="601"/>
                    <a:pt x="309" y="601"/>
                    <a:pt x="309" y="601"/>
                  </a:cubicBezTo>
                  <a:cubicBezTo>
                    <a:pt x="310" y="601"/>
                    <a:pt x="310" y="601"/>
                    <a:pt x="310" y="601"/>
                  </a:cubicBezTo>
                  <a:cubicBezTo>
                    <a:pt x="311" y="602"/>
                    <a:pt x="311" y="602"/>
                    <a:pt x="311" y="602"/>
                  </a:cubicBezTo>
                  <a:cubicBezTo>
                    <a:pt x="311" y="603"/>
                    <a:pt x="311" y="603"/>
                    <a:pt x="311" y="603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0" y="605"/>
                    <a:pt x="310" y="605"/>
                    <a:pt x="310" y="605"/>
                  </a:cubicBezTo>
                  <a:cubicBezTo>
                    <a:pt x="309" y="608"/>
                    <a:pt x="309" y="608"/>
                    <a:pt x="309" y="608"/>
                  </a:cubicBezTo>
                  <a:cubicBezTo>
                    <a:pt x="309" y="610"/>
                    <a:pt x="309" y="610"/>
                    <a:pt x="309" y="610"/>
                  </a:cubicBezTo>
                  <a:cubicBezTo>
                    <a:pt x="311" y="611"/>
                    <a:pt x="311" y="611"/>
                    <a:pt x="311" y="611"/>
                  </a:cubicBezTo>
                  <a:cubicBezTo>
                    <a:pt x="312" y="611"/>
                    <a:pt x="312" y="611"/>
                    <a:pt x="312" y="611"/>
                  </a:cubicBezTo>
                  <a:cubicBezTo>
                    <a:pt x="316" y="614"/>
                    <a:pt x="316" y="614"/>
                    <a:pt x="316" y="614"/>
                  </a:cubicBezTo>
                  <a:cubicBezTo>
                    <a:pt x="318" y="614"/>
                    <a:pt x="318" y="614"/>
                    <a:pt x="318" y="614"/>
                  </a:cubicBezTo>
                  <a:cubicBezTo>
                    <a:pt x="319" y="614"/>
                    <a:pt x="319" y="614"/>
                    <a:pt x="319" y="614"/>
                  </a:cubicBezTo>
                  <a:cubicBezTo>
                    <a:pt x="319" y="616"/>
                    <a:pt x="319" y="616"/>
                    <a:pt x="319" y="616"/>
                  </a:cubicBezTo>
                  <a:cubicBezTo>
                    <a:pt x="320" y="617"/>
                    <a:pt x="320" y="617"/>
                    <a:pt x="320" y="617"/>
                  </a:cubicBezTo>
                  <a:cubicBezTo>
                    <a:pt x="319" y="617"/>
                    <a:pt x="319" y="617"/>
                    <a:pt x="319" y="617"/>
                  </a:cubicBezTo>
                  <a:cubicBezTo>
                    <a:pt x="318" y="618"/>
                    <a:pt x="318" y="618"/>
                    <a:pt x="318" y="618"/>
                  </a:cubicBezTo>
                  <a:cubicBezTo>
                    <a:pt x="319" y="619"/>
                    <a:pt x="319" y="619"/>
                    <a:pt x="319" y="619"/>
                  </a:cubicBezTo>
                  <a:cubicBezTo>
                    <a:pt x="320" y="620"/>
                    <a:pt x="320" y="620"/>
                    <a:pt x="320" y="620"/>
                  </a:cubicBezTo>
                  <a:cubicBezTo>
                    <a:pt x="322" y="621"/>
                    <a:pt x="322" y="621"/>
                    <a:pt x="322" y="621"/>
                  </a:cubicBezTo>
                  <a:cubicBezTo>
                    <a:pt x="322" y="622"/>
                    <a:pt x="322" y="622"/>
                    <a:pt x="322" y="622"/>
                  </a:cubicBezTo>
                  <a:cubicBezTo>
                    <a:pt x="323" y="622"/>
                    <a:pt x="323" y="622"/>
                    <a:pt x="323" y="622"/>
                  </a:cubicBezTo>
                  <a:cubicBezTo>
                    <a:pt x="325" y="624"/>
                    <a:pt x="325" y="624"/>
                    <a:pt x="325" y="624"/>
                  </a:cubicBezTo>
                  <a:cubicBezTo>
                    <a:pt x="327" y="627"/>
                    <a:pt x="327" y="627"/>
                    <a:pt x="327" y="627"/>
                  </a:cubicBezTo>
                  <a:cubicBezTo>
                    <a:pt x="329" y="630"/>
                    <a:pt x="329" y="630"/>
                    <a:pt x="329" y="630"/>
                  </a:cubicBezTo>
                  <a:cubicBezTo>
                    <a:pt x="331" y="632"/>
                    <a:pt x="331" y="632"/>
                    <a:pt x="331" y="632"/>
                  </a:cubicBezTo>
                  <a:cubicBezTo>
                    <a:pt x="331" y="633"/>
                    <a:pt x="331" y="633"/>
                    <a:pt x="331" y="633"/>
                  </a:cubicBezTo>
                  <a:cubicBezTo>
                    <a:pt x="334" y="637"/>
                    <a:pt x="334" y="637"/>
                    <a:pt x="334" y="637"/>
                  </a:cubicBezTo>
                  <a:cubicBezTo>
                    <a:pt x="334" y="638"/>
                    <a:pt x="334" y="638"/>
                    <a:pt x="334" y="638"/>
                  </a:cubicBezTo>
                  <a:cubicBezTo>
                    <a:pt x="333" y="639"/>
                    <a:pt x="333" y="639"/>
                    <a:pt x="333" y="639"/>
                  </a:cubicBezTo>
                  <a:cubicBezTo>
                    <a:pt x="334" y="640"/>
                    <a:pt x="334" y="640"/>
                    <a:pt x="334" y="640"/>
                  </a:cubicBezTo>
                  <a:cubicBezTo>
                    <a:pt x="336" y="646"/>
                    <a:pt x="336" y="646"/>
                    <a:pt x="336" y="646"/>
                  </a:cubicBezTo>
                  <a:cubicBezTo>
                    <a:pt x="337" y="648"/>
                    <a:pt x="337" y="648"/>
                    <a:pt x="337" y="648"/>
                  </a:cubicBezTo>
                  <a:cubicBezTo>
                    <a:pt x="336" y="649"/>
                    <a:pt x="336" y="649"/>
                    <a:pt x="336" y="649"/>
                  </a:cubicBezTo>
                  <a:cubicBezTo>
                    <a:pt x="334" y="650"/>
                    <a:pt x="334" y="650"/>
                    <a:pt x="334" y="650"/>
                  </a:cubicBezTo>
                  <a:cubicBezTo>
                    <a:pt x="334" y="652"/>
                    <a:pt x="334" y="652"/>
                    <a:pt x="334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3"/>
                    <a:pt x="335" y="653"/>
                    <a:pt x="335" y="653"/>
                  </a:cubicBezTo>
                  <a:cubicBezTo>
                    <a:pt x="334" y="653"/>
                    <a:pt x="334" y="653"/>
                    <a:pt x="334" y="653"/>
                  </a:cubicBezTo>
                  <a:cubicBezTo>
                    <a:pt x="332" y="653"/>
                    <a:pt x="332" y="653"/>
                    <a:pt x="332" y="653"/>
                  </a:cubicBezTo>
                  <a:cubicBezTo>
                    <a:pt x="332" y="654"/>
                    <a:pt x="332" y="654"/>
                    <a:pt x="332" y="654"/>
                  </a:cubicBezTo>
                  <a:cubicBezTo>
                    <a:pt x="333" y="657"/>
                    <a:pt x="333" y="657"/>
                    <a:pt x="333" y="657"/>
                  </a:cubicBezTo>
                  <a:cubicBezTo>
                    <a:pt x="334" y="658"/>
                    <a:pt x="334" y="658"/>
                    <a:pt x="334" y="658"/>
                  </a:cubicBezTo>
                  <a:cubicBezTo>
                    <a:pt x="334" y="659"/>
                    <a:pt x="334" y="659"/>
                    <a:pt x="334" y="659"/>
                  </a:cubicBezTo>
                  <a:cubicBezTo>
                    <a:pt x="336" y="661"/>
                    <a:pt x="336" y="661"/>
                    <a:pt x="336" y="661"/>
                  </a:cubicBezTo>
                  <a:cubicBezTo>
                    <a:pt x="336" y="663"/>
                    <a:pt x="336" y="663"/>
                    <a:pt x="336" y="663"/>
                  </a:cubicBezTo>
                  <a:cubicBezTo>
                    <a:pt x="337" y="664"/>
                    <a:pt x="337" y="664"/>
                    <a:pt x="337" y="664"/>
                  </a:cubicBezTo>
                  <a:cubicBezTo>
                    <a:pt x="338" y="664"/>
                    <a:pt x="338" y="664"/>
                    <a:pt x="338" y="664"/>
                  </a:cubicBezTo>
                  <a:cubicBezTo>
                    <a:pt x="339" y="664"/>
                    <a:pt x="339" y="664"/>
                    <a:pt x="339" y="664"/>
                  </a:cubicBezTo>
                  <a:cubicBezTo>
                    <a:pt x="341" y="665"/>
                    <a:pt x="341" y="665"/>
                    <a:pt x="341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6"/>
                    <a:pt x="343" y="666"/>
                    <a:pt x="343" y="666"/>
                  </a:cubicBezTo>
                  <a:cubicBezTo>
                    <a:pt x="345" y="667"/>
                    <a:pt x="345" y="667"/>
                    <a:pt x="345" y="667"/>
                  </a:cubicBezTo>
                  <a:cubicBezTo>
                    <a:pt x="346" y="668"/>
                    <a:pt x="346" y="668"/>
                    <a:pt x="346" y="668"/>
                  </a:cubicBezTo>
                  <a:cubicBezTo>
                    <a:pt x="349" y="672"/>
                    <a:pt x="349" y="672"/>
                    <a:pt x="349" y="672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3" y="673"/>
                    <a:pt x="353" y="673"/>
                    <a:pt x="353" y="673"/>
                  </a:cubicBezTo>
                  <a:cubicBezTo>
                    <a:pt x="354" y="673"/>
                    <a:pt x="354" y="673"/>
                    <a:pt x="354" y="673"/>
                  </a:cubicBezTo>
                  <a:cubicBezTo>
                    <a:pt x="356" y="674"/>
                    <a:pt x="356" y="674"/>
                    <a:pt x="356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9" y="674"/>
                    <a:pt x="359" y="674"/>
                    <a:pt x="359" y="674"/>
                  </a:cubicBezTo>
                  <a:cubicBezTo>
                    <a:pt x="359" y="675"/>
                    <a:pt x="359" y="675"/>
                    <a:pt x="359" y="675"/>
                  </a:cubicBezTo>
                  <a:cubicBezTo>
                    <a:pt x="363" y="678"/>
                    <a:pt x="363" y="678"/>
                    <a:pt x="363" y="678"/>
                  </a:cubicBezTo>
                  <a:cubicBezTo>
                    <a:pt x="364" y="678"/>
                    <a:pt x="364" y="678"/>
                    <a:pt x="364" y="678"/>
                  </a:cubicBezTo>
                  <a:cubicBezTo>
                    <a:pt x="366" y="680"/>
                    <a:pt x="366" y="680"/>
                    <a:pt x="366" y="680"/>
                  </a:cubicBezTo>
                  <a:cubicBezTo>
                    <a:pt x="369" y="682"/>
                    <a:pt x="369" y="682"/>
                    <a:pt x="369" y="682"/>
                  </a:cubicBezTo>
                  <a:cubicBezTo>
                    <a:pt x="373" y="682"/>
                    <a:pt x="373" y="682"/>
                    <a:pt x="373" y="682"/>
                  </a:cubicBezTo>
                  <a:cubicBezTo>
                    <a:pt x="375" y="683"/>
                    <a:pt x="375" y="683"/>
                    <a:pt x="375" y="683"/>
                  </a:cubicBezTo>
                  <a:cubicBezTo>
                    <a:pt x="376" y="685"/>
                    <a:pt x="376" y="685"/>
                    <a:pt x="376" y="685"/>
                  </a:cubicBezTo>
                  <a:cubicBezTo>
                    <a:pt x="378" y="685"/>
                    <a:pt x="378" y="685"/>
                    <a:pt x="378" y="685"/>
                  </a:cubicBezTo>
                  <a:cubicBezTo>
                    <a:pt x="380" y="686"/>
                    <a:pt x="380" y="686"/>
                    <a:pt x="380" y="686"/>
                  </a:cubicBezTo>
                  <a:cubicBezTo>
                    <a:pt x="381" y="685"/>
                    <a:pt x="381" y="685"/>
                    <a:pt x="381" y="685"/>
                  </a:cubicBezTo>
                  <a:cubicBezTo>
                    <a:pt x="382" y="687"/>
                    <a:pt x="382" y="687"/>
                    <a:pt x="382" y="687"/>
                  </a:cubicBezTo>
                  <a:cubicBezTo>
                    <a:pt x="384" y="688"/>
                    <a:pt x="384" y="688"/>
                    <a:pt x="384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7" y="689"/>
                    <a:pt x="387" y="689"/>
                    <a:pt x="387" y="689"/>
                  </a:cubicBezTo>
                  <a:cubicBezTo>
                    <a:pt x="390" y="690"/>
                    <a:pt x="390" y="690"/>
                    <a:pt x="390" y="690"/>
                  </a:cubicBezTo>
                  <a:cubicBezTo>
                    <a:pt x="393" y="690"/>
                    <a:pt x="393" y="690"/>
                    <a:pt x="393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8" y="692"/>
                    <a:pt x="398" y="692"/>
                    <a:pt x="398" y="692"/>
                  </a:cubicBezTo>
                  <a:cubicBezTo>
                    <a:pt x="400" y="692"/>
                    <a:pt x="400" y="692"/>
                    <a:pt x="400" y="692"/>
                  </a:cubicBezTo>
                  <a:cubicBezTo>
                    <a:pt x="404" y="690"/>
                    <a:pt x="404" y="690"/>
                    <a:pt x="404" y="690"/>
                  </a:cubicBezTo>
                  <a:cubicBezTo>
                    <a:pt x="406" y="690"/>
                    <a:pt x="406" y="690"/>
                    <a:pt x="406" y="690"/>
                  </a:cubicBezTo>
                  <a:cubicBezTo>
                    <a:pt x="408" y="689"/>
                    <a:pt x="408" y="689"/>
                    <a:pt x="408" y="689"/>
                  </a:cubicBezTo>
                  <a:cubicBezTo>
                    <a:pt x="409" y="689"/>
                    <a:pt x="409" y="689"/>
                    <a:pt x="409" y="689"/>
                  </a:cubicBezTo>
                  <a:cubicBezTo>
                    <a:pt x="411" y="689"/>
                    <a:pt x="411" y="689"/>
                    <a:pt x="411" y="689"/>
                  </a:cubicBezTo>
                  <a:cubicBezTo>
                    <a:pt x="412" y="689"/>
                    <a:pt x="412" y="689"/>
                    <a:pt x="412" y="689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4" y="688"/>
                    <a:pt x="414" y="688"/>
                    <a:pt x="414" y="688"/>
                  </a:cubicBezTo>
                  <a:cubicBezTo>
                    <a:pt x="415" y="689"/>
                    <a:pt x="415" y="689"/>
                    <a:pt x="415" y="689"/>
                  </a:cubicBezTo>
                  <a:cubicBezTo>
                    <a:pt x="417" y="690"/>
                    <a:pt x="417" y="690"/>
                    <a:pt x="417" y="690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24" y="696"/>
                    <a:pt x="424" y="696"/>
                    <a:pt x="424" y="696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8" y="699"/>
                    <a:pt x="428" y="699"/>
                    <a:pt x="428" y="699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2"/>
                    <a:pt x="430" y="702"/>
                    <a:pt x="430" y="702"/>
                  </a:cubicBezTo>
                  <a:cubicBezTo>
                    <a:pt x="431" y="703"/>
                    <a:pt x="431" y="703"/>
                    <a:pt x="431" y="703"/>
                  </a:cubicBezTo>
                  <a:cubicBezTo>
                    <a:pt x="433" y="704"/>
                    <a:pt x="433" y="704"/>
                    <a:pt x="433" y="704"/>
                  </a:cubicBezTo>
                  <a:cubicBezTo>
                    <a:pt x="434" y="705"/>
                    <a:pt x="434" y="705"/>
                    <a:pt x="434" y="705"/>
                  </a:cubicBezTo>
                  <a:cubicBezTo>
                    <a:pt x="438" y="706"/>
                    <a:pt x="438" y="706"/>
                    <a:pt x="438" y="706"/>
                  </a:cubicBezTo>
                  <a:cubicBezTo>
                    <a:pt x="440" y="706"/>
                    <a:pt x="440" y="706"/>
                    <a:pt x="440" y="706"/>
                  </a:cubicBezTo>
                  <a:cubicBezTo>
                    <a:pt x="442" y="706"/>
                    <a:pt x="442" y="706"/>
                    <a:pt x="442" y="706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7" y="707"/>
                    <a:pt x="447" y="707"/>
                    <a:pt x="447" y="707"/>
                  </a:cubicBezTo>
                  <a:cubicBezTo>
                    <a:pt x="448" y="708"/>
                    <a:pt x="448" y="708"/>
                    <a:pt x="448" y="708"/>
                  </a:cubicBezTo>
                  <a:cubicBezTo>
                    <a:pt x="450" y="709"/>
                    <a:pt x="450" y="709"/>
                    <a:pt x="450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3" y="710"/>
                    <a:pt x="453" y="710"/>
                    <a:pt x="453" y="710"/>
                  </a:cubicBezTo>
                  <a:cubicBezTo>
                    <a:pt x="456" y="711"/>
                    <a:pt x="456" y="711"/>
                    <a:pt x="456" y="711"/>
                  </a:cubicBezTo>
                  <a:cubicBezTo>
                    <a:pt x="457" y="710"/>
                    <a:pt x="457" y="710"/>
                    <a:pt x="457" y="710"/>
                  </a:cubicBezTo>
                  <a:cubicBezTo>
                    <a:pt x="457" y="711"/>
                    <a:pt x="457" y="711"/>
                    <a:pt x="457" y="711"/>
                  </a:cubicBezTo>
                  <a:cubicBezTo>
                    <a:pt x="458" y="712"/>
                    <a:pt x="458" y="712"/>
                    <a:pt x="458" y="712"/>
                  </a:cubicBezTo>
                  <a:cubicBezTo>
                    <a:pt x="462" y="712"/>
                    <a:pt x="462" y="712"/>
                    <a:pt x="462" y="712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5" y="710"/>
                    <a:pt x="465" y="710"/>
                    <a:pt x="465" y="710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4" y="711"/>
                    <a:pt x="464" y="711"/>
                    <a:pt x="464" y="711"/>
                  </a:cubicBezTo>
                  <a:cubicBezTo>
                    <a:pt x="463" y="712"/>
                    <a:pt x="463" y="712"/>
                    <a:pt x="463" y="712"/>
                  </a:cubicBezTo>
                  <a:cubicBezTo>
                    <a:pt x="466" y="716"/>
                    <a:pt x="466" y="716"/>
                    <a:pt x="466" y="716"/>
                  </a:cubicBezTo>
                  <a:cubicBezTo>
                    <a:pt x="467" y="716"/>
                    <a:pt x="467" y="716"/>
                    <a:pt x="467" y="716"/>
                  </a:cubicBezTo>
                  <a:cubicBezTo>
                    <a:pt x="467" y="717"/>
                    <a:pt x="467" y="717"/>
                    <a:pt x="467" y="717"/>
                  </a:cubicBezTo>
                  <a:cubicBezTo>
                    <a:pt x="469" y="719"/>
                    <a:pt x="469" y="719"/>
                    <a:pt x="469" y="719"/>
                  </a:cubicBezTo>
                  <a:cubicBezTo>
                    <a:pt x="471" y="722"/>
                    <a:pt x="471" y="722"/>
                    <a:pt x="471" y="722"/>
                  </a:cubicBezTo>
                  <a:cubicBezTo>
                    <a:pt x="475" y="726"/>
                    <a:pt x="475" y="726"/>
                    <a:pt x="475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7"/>
                    <a:pt x="476" y="727"/>
                    <a:pt x="476" y="727"/>
                  </a:cubicBezTo>
                  <a:cubicBezTo>
                    <a:pt x="475" y="728"/>
                    <a:pt x="475" y="728"/>
                    <a:pt x="475" y="728"/>
                  </a:cubicBezTo>
                  <a:cubicBezTo>
                    <a:pt x="476" y="728"/>
                    <a:pt x="476" y="728"/>
                    <a:pt x="476" y="728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6" y="730"/>
                    <a:pt x="476" y="730"/>
                    <a:pt x="476" y="730"/>
                  </a:cubicBezTo>
                  <a:cubicBezTo>
                    <a:pt x="475" y="732"/>
                    <a:pt x="475" y="732"/>
                    <a:pt x="475" y="732"/>
                  </a:cubicBezTo>
                  <a:cubicBezTo>
                    <a:pt x="476" y="734"/>
                    <a:pt x="476" y="734"/>
                    <a:pt x="476" y="734"/>
                  </a:cubicBezTo>
                  <a:cubicBezTo>
                    <a:pt x="478" y="736"/>
                    <a:pt x="478" y="736"/>
                    <a:pt x="478" y="736"/>
                  </a:cubicBezTo>
                  <a:cubicBezTo>
                    <a:pt x="480" y="736"/>
                    <a:pt x="480" y="736"/>
                    <a:pt x="480" y="736"/>
                  </a:cubicBezTo>
                  <a:cubicBezTo>
                    <a:pt x="481" y="736"/>
                    <a:pt x="481" y="736"/>
                    <a:pt x="481" y="736"/>
                  </a:cubicBezTo>
                  <a:cubicBezTo>
                    <a:pt x="482" y="738"/>
                    <a:pt x="482" y="738"/>
                    <a:pt x="482" y="738"/>
                  </a:cubicBezTo>
                  <a:cubicBezTo>
                    <a:pt x="483" y="738"/>
                    <a:pt x="483" y="738"/>
                    <a:pt x="483" y="738"/>
                  </a:cubicBezTo>
                  <a:cubicBezTo>
                    <a:pt x="484" y="736"/>
                    <a:pt x="484" y="736"/>
                    <a:pt x="484" y="736"/>
                  </a:cubicBezTo>
                  <a:cubicBezTo>
                    <a:pt x="484" y="735"/>
                    <a:pt x="484" y="735"/>
                    <a:pt x="484" y="735"/>
                  </a:cubicBezTo>
                  <a:cubicBezTo>
                    <a:pt x="485" y="736"/>
                    <a:pt x="485" y="736"/>
                    <a:pt x="485" y="736"/>
                  </a:cubicBezTo>
                  <a:cubicBezTo>
                    <a:pt x="486" y="737"/>
                    <a:pt x="486" y="737"/>
                    <a:pt x="486" y="737"/>
                  </a:cubicBezTo>
                  <a:cubicBezTo>
                    <a:pt x="487" y="738"/>
                    <a:pt x="487" y="738"/>
                    <a:pt x="487" y="738"/>
                  </a:cubicBezTo>
                  <a:cubicBezTo>
                    <a:pt x="489" y="740"/>
                    <a:pt x="489" y="740"/>
                    <a:pt x="489" y="740"/>
                  </a:cubicBezTo>
                  <a:cubicBezTo>
                    <a:pt x="490" y="740"/>
                    <a:pt x="490" y="740"/>
                    <a:pt x="490" y="740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0" y="743"/>
                    <a:pt x="490" y="743"/>
                    <a:pt x="490" y="743"/>
                  </a:cubicBezTo>
                  <a:cubicBezTo>
                    <a:pt x="490" y="745"/>
                    <a:pt x="490" y="745"/>
                    <a:pt x="490" y="745"/>
                  </a:cubicBezTo>
                  <a:cubicBezTo>
                    <a:pt x="491" y="746"/>
                    <a:pt x="491" y="746"/>
                    <a:pt x="491" y="746"/>
                  </a:cubicBezTo>
                  <a:cubicBezTo>
                    <a:pt x="493" y="747"/>
                    <a:pt x="493" y="747"/>
                    <a:pt x="493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6" y="748"/>
                    <a:pt x="496" y="748"/>
                    <a:pt x="496" y="748"/>
                  </a:cubicBezTo>
                  <a:cubicBezTo>
                    <a:pt x="497" y="748"/>
                    <a:pt x="497" y="748"/>
                    <a:pt x="497" y="748"/>
                  </a:cubicBezTo>
                  <a:cubicBezTo>
                    <a:pt x="499" y="748"/>
                    <a:pt x="499" y="748"/>
                    <a:pt x="499" y="748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500" y="747"/>
                    <a:pt x="500" y="747"/>
                    <a:pt x="500" y="747"/>
                  </a:cubicBezTo>
                  <a:cubicBezTo>
                    <a:pt x="501" y="747"/>
                    <a:pt x="501" y="747"/>
                    <a:pt x="501" y="747"/>
                  </a:cubicBezTo>
                  <a:cubicBezTo>
                    <a:pt x="502" y="747"/>
                    <a:pt x="502" y="747"/>
                    <a:pt x="502" y="747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7"/>
                    <a:pt x="503" y="747"/>
                    <a:pt x="503" y="747"/>
                  </a:cubicBezTo>
                  <a:cubicBezTo>
                    <a:pt x="504" y="747"/>
                    <a:pt x="504" y="747"/>
                    <a:pt x="504" y="747"/>
                  </a:cubicBezTo>
                  <a:cubicBezTo>
                    <a:pt x="507" y="748"/>
                    <a:pt x="507" y="748"/>
                    <a:pt x="507" y="748"/>
                  </a:cubicBezTo>
                  <a:cubicBezTo>
                    <a:pt x="507" y="749"/>
                    <a:pt x="507" y="749"/>
                    <a:pt x="507" y="749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9" y="752"/>
                    <a:pt x="509" y="752"/>
                    <a:pt x="509" y="752"/>
                  </a:cubicBezTo>
                  <a:cubicBezTo>
                    <a:pt x="511" y="752"/>
                    <a:pt x="511" y="752"/>
                    <a:pt x="511" y="752"/>
                  </a:cubicBezTo>
                  <a:cubicBezTo>
                    <a:pt x="512" y="751"/>
                    <a:pt x="512" y="751"/>
                    <a:pt x="512" y="751"/>
                  </a:cubicBezTo>
                  <a:cubicBezTo>
                    <a:pt x="512" y="752"/>
                    <a:pt x="512" y="752"/>
                    <a:pt x="512" y="752"/>
                  </a:cubicBezTo>
                  <a:cubicBezTo>
                    <a:pt x="512" y="754"/>
                    <a:pt x="512" y="754"/>
                    <a:pt x="512" y="754"/>
                  </a:cubicBezTo>
                  <a:cubicBezTo>
                    <a:pt x="513" y="755"/>
                    <a:pt x="513" y="755"/>
                    <a:pt x="513" y="755"/>
                  </a:cubicBezTo>
                  <a:cubicBezTo>
                    <a:pt x="515" y="755"/>
                    <a:pt x="515" y="755"/>
                    <a:pt x="515" y="755"/>
                  </a:cubicBezTo>
                  <a:cubicBezTo>
                    <a:pt x="516" y="754"/>
                    <a:pt x="516" y="754"/>
                    <a:pt x="516" y="754"/>
                  </a:cubicBezTo>
                  <a:cubicBezTo>
                    <a:pt x="517" y="753"/>
                    <a:pt x="517" y="753"/>
                    <a:pt x="517" y="753"/>
                  </a:cubicBezTo>
                  <a:cubicBezTo>
                    <a:pt x="518" y="753"/>
                    <a:pt x="518" y="753"/>
                    <a:pt x="518" y="753"/>
                  </a:cubicBezTo>
                  <a:cubicBezTo>
                    <a:pt x="520" y="753"/>
                    <a:pt x="520" y="753"/>
                    <a:pt x="520" y="753"/>
                  </a:cubicBezTo>
                  <a:cubicBezTo>
                    <a:pt x="520" y="750"/>
                    <a:pt x="520" y="750"/>
                    <a:pt x="520" y="750"/>
                  </a:cubicBezTo>
                  <a:cubicBezTo>
                    <a:pt x="518" y="749"/>
                    <a:pt x="518" y="749"/>
                    <a:pt x="518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7"/>
                    <a:pt x="517" y="747"/>
                    <a:pt x="517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20" y="746"/>
                    <a:pt x="520" y="746"/>
                    <a:pt x="520" y="746"/>
                  </a:cubicBezTo>
                  <a:cubicBezTo>
                    <a:pt x="523" y="744"/>
                    <a:pt x="523" y="744"/>
                    <a:pt x="523" y="744"/>
                  </a:cubicBezTo>
                  <a:cubicBezTo>
                    <a:pt x="523" y="743"/>
                    <a:pt x="523" y="743"/>
                    <a:pt x="523" y="743"/>
                  </a:cubicBezTo>
                  <a:cubicBezTo>
                    <a:pt x="522" y="743"/>
                    <a:pt x="522" y="743"/>
                    <a:pt x="522" y="743"/>
                  </a:cubicBezTo>
                  <a:cubicBezTo>
                    <a:pt x="522" y="742"/>
                    <a:pt x="522" y="742"/>
                    <a:pt x="522" y="742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8" y="743"/>
                    <a:pt x="528" y="743"/>
                    <a:pt x="528" y="743"/>
                  </a:cubicBezTo>
                  <a:cubicBezTo>
                    <a:pt x="529" y="743"/>
                    <a:pt x="529" y="743"/>
                    <a:pt x="529" y="743"/>
                  </a:cubicBezTo>
                  <a:cubicBezTo>
                    <a:pt x="530" y="744"/>
                    <a:pt x="530" y="744"/>
                    <a:pt x="530" y="744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2" y="747"/>
                    <a:pt x="532" y="747"/>
                    <a:pt x="532" y="747"/>
                  </a:cubicBezTo>
                  <a:cubicBezTo>
                    <a:pt x="532" y="746"/>
                    <a:pt x="532" y="746"/>
                    <a:pt x="532" y="746"/>
                  </a:cubicBezTo>
                  <a:cubicBezTo>
                    <a:pt x="531" y="747"/>
                    <a:pt x="531" y="747"/>
                    <a:pt x="531" y="747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1" y="750"/>
                    <a:pt x="531" y="750"/>
                    <a:pt x="531" y="750"/>
                  </a:cubicBezTo>
                  <a:cubicBezTo>
                    <a:pt x="533" y="753"/>
                    <a:pt x="533" y="753"/>
                    <a:pt x="533" y="753"/>
                  </a:cubicBezTo>
                  <a:cubicBezTo>
                    <a:pt x="534" y="754"/>
                    <a:pt x="534" y="754"/>
                    <a:pt x="534" y="754"/>
                  </a:cubicBezTo>
                  <a:cubicBezTo>
                    <a:pt x="535" y="754"/>
                    <a:pt x="535" y="754"/>
                    <a:pt x="535" y="754"/>
                  </a:cubicBezTo>
                  <a:cubicBezTo>
                    <a:pt x="535" y="756"/>
                    <a:pt x="535" y="756"/>
                    <a:pt x="535" y="756"/>
                  </a:cubicBezTo>
                  <a:cubicBezTo>
                    <a:pt x="535" y="758"/>
                    <a:pt x="535" y="758"/>
                    <a:pt x="535" y="758"/>
                  </a:cubicBezTo>
                  <a:cubicBezTo>
                    <a:pt x="537" y="760"/>
                    <a:pt x="537" y="760"/>
                    <a:pt x="537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1"/>
                    <a:pt x="538" y="761"/>
                    <a:pt x="538" y="761"/>
                  </a:cubicBezTo>
                  <a:cubicBezTo>
                    <a:pt x="538" y="762"/>
                    <a:pt x="538" y="762"/>
                    <a:pt x="538" y="762"/>
                  </a:cubicBezTo>
                  <a:cubicBezTo>
                    <a:pt x="537" y="763"/>
                    <a:pt x="537" y="763"/>
                    <a:pt x="537" y="763"/>
                  </a:cubicBezTo>
                  <a:cubicBezTo>
                    <a:pt x="538" y="764"/>
                    <a:pt x="538" y="764"/>
                    <a:pt x="538" y="764"/>
                  </a:cubicBezTo>
                  <a:cubicBezTo>
                    <a:pt x="538" y="765"/>
                    <a:pt x="538" y="765"/>
                    <a:pt x="538" y="765"/>
                  </a:cubicBezTo>
                  <a:cubicBezTo>
                    <a:pt x="538" y="766"/>
                    <a:pt x="538" y="766"/>
                    <a:pt x="538" y="766"/>
                  </a:cubicBezTo>
                  <a:cubicBezTo>
                    <a:pt x="537" y="768"/>
                    <a:pt x="537" y="768"/>
                    <a:pt x="537" y="768"/>
                  </a:cubicBezTo>
                  <a:cubicBezTo>
                    <a:pt x="538" y="768"/>
                    <a:pt x="538" y="768"/>
                    <a:pt x="538" y="768"/>
                  </a:cubicBezTo>
                  <a:cubicBezTo>
                    <a:pt x="538" y="769"/>
                    <a:pt x="538" y="769"/>
                    <a:pt x="538" y="769"/>
                  </a:cubicBezTo>
                  <a:cubicBezTo>
                    <a:pt x="538" y="771"/>
                    <a:pt x="538" y="771"/>
                    <a:pt x="538" y="771"/>
                  </a:cubicBezTo>
                  <a:cubicBezTo>
                    <a:pt x="538" y="775"/>
                    <a:pt x="538" y="775"/>
                    <a:pt x="538" y="775"/>
                  </a:cubicBezTo>
                  <a:cubicBezTo>
                    <a:pt x="537" y="776"/>
                    <a:pt x="537" y="776"/>
                    <a:pt x="537" y="776"/>
                  </a:cubicBezTo>
                  <a:cubicBezTo>
                    <a:pt x="537" y="777"/>
                    <a:pt x="537" y="777"/>
                    <a:pt x="537" y="777"/>
                  </a:cubicBezTo>
                  <a:cubicBezTo>
                    <a:pt x="538" y="779"/>
                    <a:pt x="538" y="779"/>
                    <a:pt x="538" y="779"/>
                  </a:cubicBezTo>
                  <a:cubicBezTo>
                    <a:pt x="539" y="779"/>
                    <a:pt x="539" y="779"/>
                    <a:pt x="539" y="779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1"/>
                    <a:pt x="540" y="781"/>
                    <a:pt x="540" y="781"/>
                  </a:cubicBezTo>
                  <a:cubicBezTo>
                    <a:pt x="539" y="782"/>
                    <a:pt x="539" y="782"/>
                    <a:pt x="539" y="782"/>
                  </a:cubicBezTo>
                  <a:cubicBezTo>
                    <a:pt x="536" y="785"/>
                    <a:pt x="536" y="785"/>
                    <a:pt x="536" y="785"/>
                  </a:cubicBezTo>
                  <a:cubicBezTo>
                    <a:pt x="536" y="787"/>
                    <a:pt x="536" y="787"/>
                    <a:pt x="536" y="787"/>
                  </a:cubicBezTo>
                  <a:cubicBezTo>
                    <a:pt x="534" y="788"/>
                    <a:pt x="534" y="788"/>
                    <a:pt x="534" y="788"/>
                  </a:cubicBezTo>
                  <a:cubicBezTo>
                    <a:pt x="531" y="789"/>
                    <a:pt x="531" y="789"/>
                    <a:pt x="531" y="789"/>
                  </a:cubicBezTo>
                  <a:cubicBezTo>
                    <a:pt x="529" y="791"/>
                    <a:pt x="529" y="791"/>
                    <a:pt x="529" y="791"/>
                  </a:cubicBezTo>
                  <a:cubicBezTo>
                    <a:pt x="526" y="794"/>
                    <a:pt x="526" y="794"/>
                    <a:pt x="526" y="794"/>
                  </a:cubicBezTo>
                  <a:cubicBezTo>
                    <a:pt x="526" y="796"/>
                    <a:pt x="526" y="796"/>
                    <a:pt x="526" y="796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5" y="799"/>
                    <a:pt x="525" y="799"/>
                    <a:pt x="525" y="799"/>
                  </a:cubicBezTo>
                  <a:cubicBezTo>
                    <a:pt x="524" y="799"/>
                    <a:pt x="524" y="799"/>
                    <a:pt x="524" y="799"/>
                  </a:cubicBezTo>
                  <a:cubicBezTo>
                    <a:pt x="520" y="801"/>
                    <a:pt x="520" y="801"/>
                    <a:pt x="520" y="801"/>
                  </a:cubicBezTo>
                  <a:cubicBezTo>
                    <a:pt x="518" y="802"/>
                    <a:pt x="518" y="802"/>
                    <a:pt x="518" y="802"/>
                  </a:cubicBezTo>
                  <a:cubicBezTo>
                    <a:pt x="516" y="803"/>
                    <a:pt x="516" y="803"/>
                    <a:pt x="516" y="803"/>
                  </a:cubicBezTo>
                  <a:cubicBezTo>
                    <a:pt x="517" y="805"/>
                    <a:pt x="517" y="805"/>
                    <a:pt x="517" y="805"/>
                  </a:cubicBezTo>
                  <a:cubicBezTo>
                    <a:pt x="517" y="806"/>
                    <a:pt x="517" y="806"/>
                    <a:pt x="517" y="806"/>
                  </a:cubicBezTo>
                  <a:cubicBezTo>
                    <a:pt x="518" y="807"/>
                    <a:pt x="518" y="807"/>
                    <a:pt x="518" y="807"/>
                  </a:cubicBezTo>
                  <a:cubicBezTo>
                    <a:pt x="517" y="809"/>
                    <a:pt x="517" y="809"/>
                    <a:pt x="517" y="809"/>
                  </a:cubicBezTo>
                  <a:cubicBezTo>
                    <a:pt x="514" y="811"/>
                    <a:pt x="514" y="811"/>
                    <a:pt x="514" y="811"/>
                  </a:cubicBezTo>
                  <a:cubicBezTo>
                    <a:pt x="514" y="813"/>
                    <a:pt x="514" y="813"/>
                    <a:pt x="514" y="813"/>
                  </a:cubicBezTo>
                  <a:cubicBezTo>
                    <a:pt x="515" y="814"/>
                    <a:pt x="515" y="814"/>
                    <a:pt x="515" y="814"/>
                  </a:cubicBezTo>
                  <a:cubicBezTo>
                    <a:pt x="514" y="815"/>
                    <a:pt x="514" y="815"/>
                    <a:pt x="514" y="815"/>
                  </a:cubicBezTo>
                  <a:cubicBezTo>
                    <a:pt x="512" y="816"/>
                    <a:pt x="512" y="816"/>
                    <a:pt x="512" y="816"/>
                  </a:cubicBezTo>
                  <a:cubicBezTo>
                    <a:pt x="510" y="818"/>
                    <a:pt x="510" y="818"/>
                    <a:pt x="510" y="818"/>
                  </a:cubicBezTo>
                  <a:cubicBezTo>
                    <a:pt x="511" y="819"/>
                    <a:pt x="511" y="819"/>
                    <a:pt x="511" y="819"/>
                  </a:cubicBezTo>
                  <a:cubicBezTo>
                    <a:pt x="512" y="821"/>
                    <a:pt x="512" y="821"/>
                    <a:pt x="512" y="821"/>
                  </a:cubicBezTo>
                  <a:cubicBezTo>
                    <a:pt x="511" y="822"/>
                    <a:pt x="511" y="822"/>
                    <a:pt x="511" y="822"/>
                  </a:cubicBezTo>
                  <a:cubicBezTo>
                    <a:pt x="512" y="824"/>
                    <a:pt x="512" y="824"/>
                    <a:pt x="512" y="824"/>
                  </a:cubicBezTo>
                  <a:cubicBezTo>
                    <a:pt x="511" y="825"/>
                    <a:pt x="511" y="825"/>
                    <a:pt x="511" y="825"/>
                  </a:cubicBezTo>
                  <a:cubicBezTo>
                    <a:pt x="510" y="826"/>
                    <a:pt x="510" y="826"/>
                    <a:pt x="510" y="826"/>
                  </a:cubicBezTo>
                  <a:cubicBezTo>
                    <a:pt x="511" y="827"/>
                    <a:pt x="511" y="827"/>
                    <a:pt x="511" y="827"/>
                  </a:cubicBezTo>
                  <a:cubicBezTo>
                    <a:pt x="513" y="828"/>
                    <a:pt x="513" y="828"/>
                    <a:pt x="513" y="828"/>
                  </a:cubicBezTo>
                  <a:cubicBezTo>
                    <a:pt x="514" y="830"/>
                    <a:pt x="514" y="830"/>
                    <a:pt x="514" y="830"/>
                  </a:cubicBezTo>
                  <a:cubicBezTo>
                    <a:pt x="516" y="830"/>
                    <a:pt x="516" y="830"/>
                    <a:pt x="516" y="830"/>
                  </a:cubicBezTo>
                  <a:cubicBezTo>
                    <a:pt x="515" y="831"/>
                    <a:pt x="515" y="831"/>
                    <a:pt x="515" y="831"/>
                  </a:cubicBezTo>
                  <a:cubicBezTo>
                    <a:pt x="515" y="832"/>
                    <a:pt x="515" y="832"/>
                    <a:pt x="515" y="832"/>
                  </a:cubicBezTo>
                  <a:cubicBezTo>
                    <a:pt x="516" y="833"/>
                    <a:pt x="516" y="833"/>
                    <a:pt x="516" y="833"/>
                  </a:cubicBezTo>
                  <a:cubicBezTo>
                    <a:pt x="518" y="833"/>
                    <a:pt x="518" y="833"/>
                    <a:pt x="518" y="833"/>
                  </a:cubicBezTo>
                  <a:cubicBezTo>
                    <a:pt x="518" y="831"/>
                    <a:pt x="518" y="831"/>
                    <a:pt x="518" y="831"/>
                  </a:cubicBezTo>
                  <a:cubicBezTo>
                    <a:pt x="518" y="830"/>
                    <a:pt x="518" y="830"/>
                    <a:pt x="518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29"/>
                    <a:pt x="519" y="829"/>
                    <a:pt x="519" y="829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1"/>
                    <a:pt x="519" y="831"/>
                    <a:pt x="519" y="831"/>
                  </a:cubicBezTo>
                  <a:cubicBezTo>
                    <a:pt x="519" y="833"/>
                    <a:pt x="519" y="833"/>
                    <a:pt x="519" y="833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3" y="836"/>
                    <a:pt x="513" y="836"/>
                    <a:pt x="513" y="836"/>
                  </a:cubicBezTo>
                  <a:cubicBezTo>
                    <a:pt x="509" y="840"/>
                    <a:pt x="509" y="840"/>
                    <a:pt x="509" y="840"/>
                  </a:cubicBezTo>
                  <a:cubicBezTo>
                    <a:pt x="508" y="842"/>
                    <a:pt x="508" y="842"/>
                    <a:pt x="508" y="842"/>
                  </a:cubicBezTo>
                  <a:cubicBezTo>
                    <a:pt x="508" y="843"/>
                    <a:pt x="508" y="843"/>
                    <a:pt x="508" y="843"/>
                  </a:cubicBezTo>
                  <a:cubicBezTo>
                    <a:pt x="508" y="844"/>
                    <a:pt x="508" y="844"/>
                    <a:pt x="508" y="844"/>
                  </a:cubicBezTo>
                  <a:cubicBezTo>
                    <a:pt x="509" y="845"/>
                    <a:pt x="509" y="845"/>
                    <a:pt x="509" y="845"/>
                  </a:cubicBezTo>
                  <a:cubicBezTo>
                    <a:pt x="509" y="846"/>
                    <a:pt x="509" y="846"/>
                    <a:pt x="509" y="846"/>
                  </a:cubicBezTo>
                  <a:cubicBezTo>
                    <a:pt x="508" y="846"/>
                    <a:pt x="508" y="846"/>
                    <a:pt x="508" y="846"/>
                  </a:cubicBezTo>
                  <a:cubicBezTo>
                    <a:pt x="508" y="848"/>
                    <a:pt x="508" y="848"/>
                    <a:pt x="508" y="848"/>
                  </a:cubicBezTo>
                  <a:cubicBezTo>
                    <a:pt x="510" y="849"/>
                    <a:pt x="510" y="849"/>
                    <a:pt x="510" y="849"/>
                  </a:cubicBezTo>
                  <a:cubicBezTo>
                    <a:pt x="511" y="851"/>
                    <a:pt x="511" y="851"/>
                    <a:pt x="511" y="851"/>
                  </a:cubicBezTo>
                  <a:cubicBezTo>
                    <a:pt x="511" y="852"/>
                    <a:pt x="511" y="852"/>
                    <a:pt x="511" y="852"/>
                  </a:cubicBezTo>
                  <a:cubicBezTo>
                    <a:pt x="510" y="852"/>
                    <a:pt x="510" y="852"/>
                    <a:pt x="510" y="852"/>
                  </a:cubicBezTo>
                  <a:cubicBezTo>
                    <a:pt x="509" y="852"/>
                    <a:pt x="509" y="852"/>
                    <a:pt x="509" y="852"/>
                  </a:cubicBezTo>
                  <a:cubicBezTo>
                    <a:pt x="508" y="854"/>
                    <a:pt x="508" y="854"/>
                    <a:pt x="508" y="854"/>
                  </a:cubicBezTo>
                  <a:cubicBezTo>
                    <a:pt x="510" y="855"/>
                    <a:pt x="510" y="855"/>
                    <a:pt x="510" y="855"/>
                  </a:cubicBezTo>
                  <a:cubicBezTo>
                    <a:pt x="511" y="856"/>
                    <a:pt x="511" y="856"/>
                    <a:pt x="511" y="856"/>
                  </a:cubicBezTo>
                  <a:cubicBezTo>
                    <a:pt x="513" y="858"/>
                    <a:pt x="513" y="858"/>
                    <a:pt x="513" y="858"/>
                  </a:cubicBezTo>
                  <a:cubicBezTo>
                    <a:pt x="515" y="858"/>
                    <a:pt x="515" y="858"/>
                    <a:pt x="515" y="858"/>
                  </a:cubicBezTo>
                  <a:cubicBezTo>
                    <a:pt x="518" y="860"/>
                    <a:pt x="518" y="860"/>
                    <a:pt x="518" y="860"/>
                  </a:cubicBezTo>
                  <a:cubicBezTo>
                    <a:pt x="520" y="860"/>
                    <a:pt x="520" y="860"/>
                    <a:pt x="520" y="860"/>
                  </a:cubicBezTo>
                  <a:cubicBezTo>
                    <a:pt x="520" y="861"/>
                    <a:pt x="520" y="861"/>
                    <a:pt x="520" y="861"/>
                  </a:cubicBezTo>
                  <a:cubicBezTo>
                    <a:pt x="522" y="864"/>
                    <a:pt x="522" y="864"/>
                    <a:pt x="522" y="864"/>
                  </a:cubicBezTo>
                  <a:cubicBezTo>
                    <a:pt x="522" y="866"/>
                    <a:pt x="522" y="866"/>
                    <a:pt x="522" y="866"/>
                  </a:cubicBezTo>
                  <a:cubicBezTo>
                    <a:pt x="523" y="867"/>
                    <a:pt x="523" y="867"/>
                    <a:pt x="523" y="867"/>
                  </a:cubicBezTo>
                  <a:cubicBezTo>
                    <a:pt x="526" y="869"/>
                    <a:pt x="526" y="869"/>
                    <a:pt x="526" y="869"/>
                  </a:cubicBezTo>
                  <a:cubicBezTo>
                    <a:pt x="527" y="871"/>
                    <a:pt x="527" y="871"/>
                    <a:pt x="527" y="871"/>
                  </a:cubicBezTo>
                  <a:cubicBezTo>
                    <a:pt x="528" y="873"/>
                    <a:pt x="528" y="873"/>
                    <a:pt x="528" y="873"/>
                  </a:cubicBezTo>
                  <a:cubicBezTo>
                    <a:pt x="528" y="874"/>
                    <a:pt x="528" y="874"/>
                    <a:pt x="528" y="874"/>
                  </a:cubicBezTo>
                  <a:cubicBezTo>
                    <a:pt x="529" y="877"/>
                    <a:pt x="529" y="877"/>
                    <a:pt x="529" y="877"/>
                  </a:cubicBezTo>
                  <a:cubicBezTo>
                    <a:pt x="530" y="878"/>
                    <a:pt x="530" y="878"/>
                    <a:pt x="530" y="878"/>
                  </a:cubicBezTo>
                  <a:cubicBezTo>
                    <a:pt x="531" y="879"/>
                    <a:pt x="531" y="879"/>
                    <a:pt x="531" y="879"/>
                  </a:cubicBezTo>
                  <a:cubicBezTo>
                    <a:pt x="532" y="881"/>
                    <a:pt x="532" y="881"/>
                    <a:pt x="532" y="881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3" y="886"/>
                    <a:pt x="533" y="886"/>
                    <a:pt x="533" y="886"/>
                  </a:cubicBezTo>
                  <a:cubicBezTo>
                    <a:pt x="536" y="889"/>
                    <a:pt x="536" y="889"/>
                    <a:pt x="536" y="889"/>
                  </a:cubicBezTo>
                  <a:cubicBezTo>
                    <a:pt x="536" y="890"/>
                    <a:pt x="536" y="890"/>
                    <a:pt x="536" y="890"/>
                  </a:cubicBezTo>
                  <a:cubicBezTo>
                    <a:pt x="536" y="891"/>
                    <a:pt x="536" y="891"/>
                    <a:pt x="536" y="891"/>
                  </a:cubicBezTo>
                  <a:cubicBezTo>
                    <a:pt x="536" y="893"/>
                    <a:pt x="536" y="893"/>
                    <a:pt x="536" y="893"/>
                  </a:cubicBezTo>
                  <a:cubicBezTo>
                    <a:pt x="538" y="893"/>
                    <a:pt x="538" y="893"/>
                    <a:pt x="538" y="893"/>
                  </a:cubicBezTo>
                  <a:cubicBezTo>
                    <a:pt x="540" y="895"/>
                    <a:pt x="540" y="895"/>
                    <a:pt x="540" y="895"/>
                  </a:cubicBezTo>
                  <a:cubicBezTo>
                    <a:pt x="540" y="896"/>
                    <a:pt x="540" y="896"/>
                    <a:pt x="540" y="896"/>
                  </a:cubicBezTo>
                  <a:cubicBezTo>
                    <a:pt x="541" y="899"/>
                    <a:pt x="541" y="899"/>
                    <a:pt x="541" y="899"/>
                  </a:cubicBezTo>
                  <a:cubicBezTo>
                    <a:pt x="542" y="900"/>
                    <a:pt x="542" y="900"/>
                    <a:pt x="542" y="900"/>
                  </a:cubicBezTo>
                  <a:cubicBezTo>
                    <a:pt x="543" y="900"/>
                    <a:pt x="543" y="900"/>
                    <a:pt x="543" y="900"/>
                  </a:cubicBezTo>
                  <a:cubicBezTo>
                    <a:pt x="544" y="902"/>
                    <a:pt x="544" y="902"/>
                    <a:pt x="544" y="902"/>
                  </a:cubicBezTo>
                  <a:cubicBezTo>
                    <a:pt x="546" y="905"/>
                    <a:pt x="546" y="905"/>
                    <a:pt x="546" y="905"/>
                  </a:cubicBezTo>
                  <a:cubicBezTo>
                    <a:pt x="546" y="907"/>
                    <a:pt x="546" y="907"/>
                    <a:pt x="546" y="907"/>
                  </a:cubicBezTo>
                  <a:cubicBezTo>
                    <a:pt x="549" y="910"/>
                    <a:pt x="549" y="910"/>
                    <a:pt x="549" y="910"/>
                  </a:cubicBezTo>
                  <a:cubicBezTo>
                    <a:pt x="549" y="911"/>
                    <a:pt x="549" y="911"/>
                    <a:pt x="549" y="911"/>
                  </a:cubicBezTo>
                  <a:cubicBezTo>
                    <a:pt x="548" y="910"/>
                    <a:pt x="548" y="910"/>
                    <a:pt x="548" y="910"/>
                  </a:cubicBezTo>
                  <a:cubicBezTo>
                    <a:pt x="548" y="912"/>
                    <a:pt x="548" y="912"/>
                    <a:pt x="548" y="912"/>
                  </a:cubicBezTo>
                  <a:cubicBezTo>
                    <a:pt x="548" y="913"/>
                    <a:pt x="548" y="913"/>
                    <a:pt x="548" y="913"/>
                  </a:cubicBezTo>
                  <a:cubicBezTo>
                    <a:pt x="548" y="915"/>
                    <a:pt x="548" y="915"/>
                    <a:pt x="548" y="915"/>
                  </a:cubicBezTo>
                  <a:cubicBezTo>
                    <a:pt x="549" y="915"/>
                    <a:pt x="549" y="915"/>
                    <a:pt x="549" y="915"/>
                  </a:cubicBezTo>
                  <a:cubicBezTo>
                    <a:pt x="550" y="915"/>
                    <a:pt x="550" y="915"/>
                    <a:pt x="550" y="915"/>
                  </a:cubicBezTo>
                  <a:cubicBezTo>
                    <a:pt x="550" y="916"/>
                    <a:pt x="550" y="916"/>
                    <a:pt x="550" y="916"/>
                  </a:cubicBezTo>
                  <a:cubicBezTo>
                    <a:pt x="549" y="917"/>
                    <a:pt x="549" y="917"/>
                    <a:pt x="549" y="917"/>
                  </a:cubicBezTo>
                  <a:cubicBezTo>
                    <a:pt x="552" y="919"/>
                    <a:pt x="552" y="919"/>
                    <a:pt x="552" y="919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6" y="922"/>
                    <a:pt x="556" y="922"/>
                    <a:pt x="556" y="922"/>
                  </a:cubicBezTo>
                  <a:cubicBezTo>
                    <a:pt x="557" y="922"/>
                    <a:pt x="557" y="922"/>
                    <a:pt x="557" y="922"/>
                  </a:cubicBezTo>
                  <a:cubicBezTo>
                    <a:pt x="558" y="923"/>
                    <a:pt x="558" y="923"/>
                    <a:pt x="558" y="923"/>
                  </a:cubicBezTo>
                  <a:cubicBezTo>
                    <a:pt x="558" y="924"/>
                    <a:pt x="558" y="924"/>
                    <a:pt x="558" y="924"/>
                  </a:cubicBezTo>
                  <a:cubicBezTo>
                    <a:pt x="559" y="925"/>
                    <a:pt x="559" y="925"/>
                    <a:pt x="559" y="925"/>
                  </a:cubicBezTo>
                  <a:cubicBezTo>
                    <a:pt x="562" y="925"/>
                    <a:pt x="562" y="925"/>
                    <a:pt x="562" y="925"/>
                  </a:cubicBezTo>
                  <a:cubicBezTo>
                    <a:pt x="563" y="926"/>
                    <a:pt x="563" y="926"/>
                    <a:pt x="563" y="926"/>
                  </a:cubicBezTo>
                  <a:cubicBezTo>
                    <a:pt x="565" y="928"/>
                    <a:pt x="565" y="928"/>
                    <a:pt x="565" y="928"/>
                  </a:cubicBezTo>
                  <a:cubicBezTo>
                    <a:pt x="566" y="928"/>
                    <a:pt x="566" y="928"/>
                    <a:pt x="566" y="928"/>
                  </a:cubicBezTo>
                  <a:cubicBezTo>
                    <a:pt x="567" y="930"/>
                    <a:pt x="567" y="930"/>
                    <a:pt x="567" y="930"/>
                  </a:cubicBezTo>
                  <a:cubicBezTo>
                    <a:pt x="568" y="930"/>
                    <a:pt x="568" y="930"/>
                    <a:pt x="568" y="930"/>
                  </a:cubicBezTo>
                  <a:cubicBezTo>
                    <a:pt x="570" y="931"/>
                    <a:pt x="570" y="931"/>
                    <a:pt x="570" y="931"/>
                  </a:cubicBezTo>
                  <a:cubicBezTo>
                    <a:pt x="571" y="931"/>
                    <a:pt x="571" y="931"/>
                    <a:pt x="571" y="931"/>
                  </a:cubicBezTo>
                  <a:cubicBezTo>
                    <a:pt x="572" y="931"/>
                    <a:pt x="572" y="931"/>
                    <a:pt x="572" y="931"/>
                  </a:cubicBezTo>
                  <a:cubicBezTo>
                    <a:pt x="575" y="933"/>
                    <a:pt x="575" y="933"/>
                    <a:pt x="575" y="933"/>
                  </a:cubicBezTo>
                  <a:cubicBezTo>
                    <a:pt x="577" y="934"/>
                    <a:pt x="577" y="934"/>
                    <a:pt x="577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9" y="935"/>
                    <a:pt x="579" y="935"/>
                    <a:pt x="579" y="935"/>
                  </a:cubicBezTo>
                  <a:cubicBezTo>
                    <a:pt x="581" y="936"/>
                    <a:pt x="581" y="936"/>
                    <a:pt x="581" y="936"/>
                  </a:cubicBezTo>
                  <a:cubicBezTo>
                    <a:pt x="582" y="937"/>
                    <a:pt x="582" y="937"/>
                    <a:pt x="582" y="937"/>
                  </a:cubicBezTo>
                  <a:cubicBezTo>
                    <a:pt x="584" y="939"/>
                    <a:pt x="584" y="939"/>
                    <a:pt x="584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40"/>
                    <a:pt x="585" y="940"/>
                    <a:pt x="585" y="940"/>
                  </a:cubicBezTo>
                  <a:cubicBezTo>
                    <a:pt x="585" y="942"/>
                    <a:pt x="585" y="942"/>
                    <a:pt x="585" y="942"/>
                  </a:cubicBezTo>
                  <a:cubicBezTo>
                    <a:pt x="587" y="942"/>
                    <a:pt x="587" y="942"/>
                    <a:pt x="587" y="942"/>
                  </a:cubicBezTo>
                  <a:cubicBezTo>
                    <a:pt x="588" y="943"/>
                    <a:pt x="588" y="943"/>
                    <a:pt x="588" y="943"/>
                  </a:cubicBezTo>
                  <a:cubicBezTo>
                    <a:pt x="590" y="945"/>
                    <a:pt x="590" y="945"/>
                    <a:pt x="590" y="945"/>
                  </a:cubicBezTo>
                  <a:cubicBezTo>
                    <a:pt x="592" y="946"/>
                    <a:pt x="592" y="946"/>
                    <a:pt x="592" y="946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9"/>
                    <a:pt x="594" y="949"/>
                    <a:pt x="594" y="949"/>
                  </a:cubicBezTo>
                  <a:cubicBezTo>
                    <a:pt x="594" y="951"/>
                    <a:pt x="594" y="951"/>
                    <a:pt x="594" y="951"/>
                  </a:cubicBezTo>
                  <a:cubicBezTo>
                    <a:pt x="595" y="953"/>
                    <a:pt x="595" y="953"/>
                    <a:pt x="595" y="953"/>
                  </a:cubicBezTo>
                  <a:cubicBezTo>
                    <a:pt x="596" y="958"/>
                    <a:pt x="596" y="958"/>
                    <a:pt x="596" y="958"/>
                  </a:cubicBezTo>
                  <a:cubicBezTo>
                    <a:pt x="596" y="960"/>
                    <a:pt x="596" y="960"/>
                    <a:pt x="596" y="960"/>
                  </a:cubicBezTo>
                  <a:cubicBezTo>
                    <a:pt x="595" y="961"/>
                    <a:pt x="595" y="961"/>
                    <a:pt x="595" y="961"/>
                  </a:cubicBezTo>
                  <a:cubicBezTo>
                    <a:pt x="595" y="962"/>
                    <a:pt x="595" y="962"/>
                    <a:pt x="595" y="962"/>
                  </a:cubicBezTo>
                  <a:cubicBezTo>
                    <a:pt x="595" y="965"/>
                    <a:pt x="595" y="965"/>
                    <a:pt x="595" y="965"/>
                  </a:cubicBezTo>
                  <a:cubicBezTo>
                    <a:pt x="596" y="968"/>
                    <a:pt x="596" y="968"/>
                    <a:pt x="596" y="968"/>
                  </a:cubicBezTo>
                  <a:cubicBezTo>
                    <a:pt x="597" y="970"/>
                    <a:pt x="597" y="970"/>
                    <a:pt x="597" y="970"/>
                  </a:cubicBezTo>
                  <a:cubicBezTo>
                    <a:pt x="597" y="974"/>
                    <a:pt x="597" y="974"/>
                    <a:pt x="597" y="974"/>
                  </a:cubicBezTo>
                  <a:cubicBezTo>
                    <a:pt x="596" y="976"/>
                    <a:pt x="596" y="976"/>
                    <a:pt x="596" y="976"/>
                  </a:cubicBezTo>
                  <a:cubicBezTo>
                    <a:pt x="597" y="981"/>
                    <a:pt x="597" y="981"/>
                    <a:pt x="597" y="981"/>
                  </a:cubicBezTo>
                  <a:cubicBezTo>
                    <a:pt x="597" y="982"/>
                    <a:pt x="597" y="982"/>
                    <a:pt x="597" y="982"/>
                  </a:cubicBezTo>
                  <a:cubicBezTo>
                    <a:pt x="594" y="983"/>
                    <a:pt x="594" y="983"/>
                    <a:pt x="594" y="983"/>
                  </a:cubicBezTo>
                  <a:cubicBezTo>
                    <a:pt x="595" y="987"/>
                    <a:pt x="595" y="987"/>
                    <a:pt x="595" y="987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95"/>
                    <a:pt x="596" y="995"/>
                    <a:pt x="596" y="995"/>
                  </a:cubicBezTo>
                  <a:cubicBezTo>
                    <a:pt x="597" y="998"/>
                    <a:pt x="597" y="998"/>
                    <a:pt x="597" y="998"/>
                  </a:cubicBezTo>
                  <a:cubicBezTo>
                    <a:pt x="597" y="1000"/>
                    <a:pt x="597" y="1000"/>
                    <a:pt x="597" y="1000"/>
                  </a:cubicBezTo>
                  <a:cubicBezTo>
                    <a:pt x="597" y="1002"/>
                    <a:pt x="597" y="1002"/>
                    <a:pt x="597" y="1002"/>
                  </a:cubicBezTo>
                  <a:cubicBezTo>
                    <a:pt x="596" y="1004"/>
                    <a:pt x="596" y="1004"/>
                    <a:pt x="596" y="1004"/>
                  </a:cubicBezTo>
                  <a:cubicBezTo>
                    <a:pt x="596" y="1006"/>
                    <a:pt x="596" y="1006"/>
                    <a:pt x="596" y="1006"/>
                  </a:cubicBezTo>
                  <a:cubicBezTo>
                    <a:pt x="597" y="1009"/>
                    <a:pt x="597" y="1009"/>
                    <a:pt x="597" y="1009"/>
                  </a:cubicBezTo>
                  <a:cubicBezTo>
                    <a:pt x="597" y="1010"/>
                    <a:pt x="597" y="1010"/>
                    <a:pt x="597" y="1010"/>
                  </a:cubicBezTo>
                  <a:cubicBezTo>
                    <a:pt x="597" y="1014"/>
                    <a:pt x="597" y="1014"/>
                    <a:pt x="597" y="1014"/>
                  </a:cubicBezTo>
                  <a:cubicBezTo>
                    <a:pt x="596" y="1015"/>
                    <a:pt x="596" y="1015"/>
                    <a:pt x="596" y="1015"/>
                  </a:cubicBezTo>
                  <a:cubicBezTo>
                    <a:pt x="596" y="1017"/>
                    <a:pt x="596" y="1017"/>
                    <a:pt x="596" y="1017"/>
                  </a:cubicBezTo>
                  <a:cubicBezTo>
                    <a:pt x="596" y="1018"/>
                    <a:pt x="596" y="1018"/>
                    <a:pt x="596" y="1018"/>
                  </a:cubicBezTo>
                  <a:cubicBezTo>
                    <a:pt x="596" y="1019"/>
                    <a:pt x="596" y="1019"/>
                    <a:pt x="596" y="1019"/>
                  </a:cubicBezTo>
                  <a:cubicBezTo>
                    <a:pt x="595" y="1021"/>
                    <a:pt x="595" y="1021"/>
                    <a:pt x="595" y="1021"/>
                  </a:cubicBezTo>
                  <a:cubicBezTo>
                    <a:pt x="595" y="1023"/>
                    <a:pt x="595" y="1023"/>
                    <a:pt x="595" y="1023"/>
                  </a:cubicBezTo>
                  <a:cubicBezTo>
                    <a:pt x="594" y="1024"/>
                    <a:pt x="594" y="1024"/>
                    <a:pt x="594" y="1024"/>
                  </a:cubicBezTo>
                  <a:cubicBezTo>
                    <a:pt x="594" y="1026"/>
                    <a:pt x="594" y="1026"/>
                    <a:pt x="594" y="1026"/>
                  </a:cubicBezTo>
                  <a:cubicBezTo>
                    <a:pt x="594" y="1027"/>
                    <a:pt x="594" y="1027"/>
                    <a:pt x="594" y="1027"/>
                  </a:cubicBezTo>
                  <a:cubicBezTo>
                    <a:pt x="593" y="1030"/>
                    <a:pt x="593" y="1030"/>
                    <a:pt x="593" y="1030"/>
                  </a:cubicBezTo>
                  <a:cubicBezTo>
                    <a:pt x="593" y="1031"/>
                    <a:pt x="593" y="1031"/>
                    <a:pt x="593" y="1031"/>
                  </a:cubicBezTo>
                  <a:cubicBezTo>
                    <a:pt x="594" y="1033"/>
                    <a:pt x="594" y="1033"/>
                    <a:pt x="594" y="1033"/>
                  </a:cubicBezTo>
                  <a:cubicBezTo>
                    <a:pt x="595" y="1035"/>
                    <a:pt x="595" y="1035"/>
                    <a:pt x="595" y="1035"/>
                  </a:cubicBezTo>
                  <a:cubicBezTo>
                    <a:pt x="595" y="1036"/>
                    <a:pt x="595" y="1036"/>
                    <a:pt x="595" y="1036"/>
                  </a:cubicBezTo>
                  <a:cubicBezTo>
                    <a:pt x="594" y="1037"/>
                    <a:pt x="594" y="1037"/>
                    <a:pt x="594" y="1037"/>
                  </a:cubicBezTo>
                  <a:cubicBezTo>
                    <a:pt x="594" y="1039"/>
                    <a:pt x="594" y="1039"/>
                    <a:pt x="594" y="1039"/>
                  </a:cubicBezTo>
                  <a:cubicBezTo>
                    <a:pt x="595" y="1040"/>
                    <a:pt x="595" y="1040"/>
                    <a:pt x="595" y="1040"/>
                  </a:cubicBezTo>
                  <a:cubicBezTo>
                    <a:pt x="594" y="1041"/>
                    <a:pt x="594" y="1041"/>
                    <a:pt x="594" y="1041"/>
                  </a:cubicBezTo>
                  <a:cubicBezTo>
                    <a:pt x="593" y="1041"/>
                    <a:pt x="593" y="1041"/>
                    <a:pt x="593" y="1041"/>
                  </a:cubicBezTo>
                  <a:cubicBezTo>
                    <a:pt x="593" y="1044"/>
                    <a:pt x="593" y="1044"/>
                    <a:pt x="593" y="1044"/>
                  </a:cubicBezTo>
                  <a:cubicBezTo>
                    <a:pt x="593" y="1045"/>
                    <a:pt x="593" y="1045"/>
                    <a:pt x="593" y="1045"/>
                  </a:cubicBezTo>
                  <a:cubicBezTo>
                    <a:pt x="593" y="1047"/>
                    <a:pt x="593" y="1047"/>
                    <a:pt x="593" y="1047"/>
                  </a:cubicBezTo>
                  <a:cubicBezTo>
                    <a:pt x="595" y="1051"/>
                    <a:pt x="595" y="1051"/>
                    <a:pt x="595" y="1051"/>
                  </a:cubicBezTo>
                  <a:cubicBezTo>
                    <a:pt x="595" y="1053"/>
                    <a:pt x="595" y="1053"/>
                    <a:pt x="595" y="1053"/>
                  </a:cubicBezTo>
                  <a:cubicBezTo>
                    <a:pt x="594" y="1054"/>
                    <a:pt x="594" y="1054"/>
                    <a:pt x="594" y="1054"/>
                  </a:cubicBezTo>
                  <a:cubicBezTo>
                    <a:pt x="594" y="1056"/>
                    <a:pt x="594" y="1056"/>
                    <a:pt x="594" y="1056"/>
                  </a:cubicBezTo>
                  <a:cubicBezTo>
                    <a:pt x="596" y="1058"/>
                    <a:pt x="596" y="1058"/>
                    <a:pt x="596" y="1058"/>
                  </a:cubicBezTo>
                  <a:cubicBezTo>
                    <a:pt x="596" y="1060"/>
                    <a:pt x="596" y="1060"/>
                    <a:pt x="596" y="1060"/>
                  </a:cubicBezTo>
                  <a:cubicBezTo>
                    <a:pt x="595" y="1062"/>
                    <a:pt x="595" y="1062"/>
                    <a:pt x="595" y="1062"/>
                  </a:cubicBezTo>
                  <a:cubicBezTo>
                    <a:pt x="595" y="1063"/>
                    <a:pt x="595" y="1063"/>
                    <a:pt x="595" y="1063"/>
                  </a:cubicBezTo>
                  <a:cubicBezTo>
                    <a:pt x="596" y="1064"/>
                    <a:pt x="596" y="1064"/>
                    <a:pt x="596" y="1064"/>
                  </a:cubicBezTo>
                  <a:cubicBezTo>
                    <a:pt x="596" y="1065"/>
                    <a:pt x="596" y="1065"/>
                    <a:pt x="596" y="1065"/>
                  </a:cubicBezTo>
                  <a:cubicBezTo>
                    <a:pt x="595" y="1067"/>
                    <a:pt x="595" y="1067"/>
                    <a:pt x="595" y="1067"/>
                  </a:cubicBezTo>
                  <a:cubicBezTo>
                    <a:pt x="596" y="1068"/>
                    <a:pt x="596" y="1068"/>
                    <a:pt x="596" y="1068"/>
                  </a:cubicBezTo>
                  <a:cubicBezTo>
                    <a:pt x="597" y="1070"/>
                    <a:pt x="597" y="1070"/>
                    <a:pt x="597" y="1070"/>
                  </a:cubicBezTo>
                  <a:cubicBezTo>
                    <a:pt x="598" y="1071"/>
                    <a:pt x="598" y="1071"/>
                    <a:pt x="598" y="1071"/>
                  </a:cubicBezTo>
                  <a:cubicBezTo>
                    <a:pt x="597" y="1072"/>
                    <a:pt x="597" y="1072"/>
                    <a:pt x="597" y="1072"/>
                  </a:cubicBezTo>
                  <a:cubicBezTo>
                    <a:pt x="596" y="1072"/>
                    <a:pt x="596" y="1072"/>
                    <a:pt x="596" y="1072"/>
                  </a:cubicBezTo>
                  <a:cubicBezTo>
                    <a:pt x="595" y="1074"/>
                    <a:pt x="595" y="1074"/>
                    <a:pt x="595" y="1074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7"/>
                    <a:pt x="595" y="1077"/>
                    <a:pt x="595" y="1077"/>
                  </a:cubicBezTo>
                  <a:cubicBezTo>
                    <a:pt x="594" y="1078"/>
                    <a:pt x="594" y="1078"/>
                    <a:pt x="594" y="1078"/>
                  </a:cubicBezTo>
                  <a:cubicBezTo>
                    <a:pt x="594" y="1080"/>
                    <a:pt x="594" y="1080"/>
                    <a:pt x="594" y="1080"/>
                  </a:cubicBezTo>
                  <a:cubicBezTo>
                    <a:pt x="594" y="1082"/>
                    <a:pt x="594" y="1082"/>
                    <a:pt x="594" y="1082"/>
                  </a:cubicBezTo>
                  <a:cubicBezTo>
                    <a:pt x="593" y="1083"/>
                    <a:pt x="593" y="1083"/>
                    <a:pt x="593" y="1083"/>
                  </a:cubicBezTo>
                  <a:cubicBezTo>
                    <a:pt x="593" y="1084"/>
                    <a:pt x="593" y="1084"/>
                    <a:pt x="593" y="1084"/>
                  </a:cubicBezTo>
                  <a:cubicBezTo>
                    <a:pt x="593" y="1085"/>
                    <a:pt x="593" y="1085"/>
                    <a:pt x="593" y="1085"/>
                  </a:cubicBezTo>
                  <a:cubicBezTo>
                    <a:pt x="593" y="1087"/>
                    <a:pt x="593" y="1087"/>
                    <a:pt x="593" y="1087"/>
                  </a:cubicBezTo>
                  <a:cubicBezTo>
                    <a:pt x="592" y="1088"/>
                    <a:pt x="592" y="1088"/>
                    <a:pt x="592" y="1088"/>
                  </a:cubicBezTo>
                  <a:cubicBezTo>
                    <a:pt x="592" y="1089"/>
                    <a:pt x="592" y="1089"/>
                    <a:pt x="592" y="1089"/>
                  </a:cubicBezTo>
                  <a:cubicBezTo>
                    <a:pt x="592" y="1090"/>
                    <a:pt x="592" y="1090"/>
                    <a:pt x="592" y="1090"/>
                  </a:cubicBezTo>
                  <a:cubicBezTo>
                    <a:pt x="591" y="1091"/>
                    <a:pt x="591" y="1091"/>
                    <a:pt x="591" y="1091"/>
                  </a:cubicBezTo>
                  <a:cubicBezTo>
                    <a:pt x="591" y="1093"/>
                    <a:pt x="591" y="1093"/>
                    <a:pt x="591" y="1093"/>
                  </a:cubicBezTo>
                  <a:cubicBezTo>
                    <a:pt x="591" y="1094"/>
                    <a:pt x="591" y="1094"/>
                    <a:pt x="591" y="1094"/>
                  </a:cubicBezTo>
                  <a:cubicBezTo>
                    <a:pt x="590" y="1094"/>
                    <a:pt x="590" y="1094"/>
                    <a:pt x="590" y="1094"/>
                  </a:cubicBezTo>
                  <a:cubicBezTo>
                    <a:pt x="590" y="1096"/>
                    <a:pt x="590" y="1096"/>
                    <a:pt x="590" y="1096"/>
                  </a:cubicBezTo>
                  <a:cubicBezTo>
                    <a:pt x="590" y="1097"/>
                    <a:pt x="590" y="1097"/>
                    <a:pt x="590" y="1097"/>
                  </a:cubicBezTo>
                  <a:cubicBezTo>
                    <a:pt x="590" y="1098"/>
                    <a:pt x="590" y="1098"/>
                    <a:pt x="590" y="1098"/>
                  </a:cubicBezTo>
                  <a:cubicBezTo>
                    <a:pt x="590" y="1099"/>
                    <a:pt x="590" y="1099"/>
                    <a:pt x="590" y="1099"/>
                  </a:cubicBezTo>
                  <a:cubicBezTo>
                    <a:pt x="590" y="1100"/>
                    <a:pt x="590" y="1100"/>
                    <a:pt x="590" y="1100"/>
                  </a:cubicBezTo>
                  <a:cubicBezTo>
                    <a:pt x="590" y="1101"/>
                    <a:pt x="590" y="1101"/>
                    <a:pt x="590" y="1101"/>
                  </a:cubicBezTo>
                  <a:cubicBezTo>
                    <a:pt x="589" y="1101"/>
                    <a:pt x="589" y="1101"/>
                    <a:pt x="589" y="1101"/>
                  </a:cubicBezTo>
                  <a:cubicBezTo>
                    <a:pt x="588" y="1101"/>
                    <a:pt x="588" y="1101"/>
                    <a:pt x="588" y="1101"/>
                  </a:cubicBezTo>
                  <a:cubicBezTo>
                    <a:pt x="586" y="1101"/>
                    <a:pt x="586" y="1101"/>
                    <a:pt x="586" y="1101"/>
                  </a:cubicBezTo>
                  <a:cubicBezTo>
                    <a:pt x="586" y="1102"/>
                    <a:pt x="586" y="1102"/>
                    <a:pt x="586" y="1102"/>
                  </a:cubicBezTo>
                  <a:cubicBezTo>
                    <a:pt x="587" y="1104"/>
                    <a:pt x="587" y="1104"/>
                    <a:pt x="587" y="1104"/>
                  </a:cubicBezTo>
                  <a:cubicBezTo>
                    <a:pt x="587" y="1106"/>
                    <a:pt x="587" y="1106"/>
                    <a:pt x="587" y="1106"/>
                  </a:cubicBezTo>
                  <a:cubicBezTo>
                    <a:pt x="588" y="1108"/>
                    <a:pt x="588" y="1108"/>
                    <a:pt x="588" y="1108"/>
                  </a:cubicBezTo>
                  <a:cubicBezTo>
                    <a:pt x="589" y="1109"/>
                    <a:pt x="589" y="1109"/>
                    <a:pt x="589" y="1109"/>
                  </a:cubicBezTo>
                  <a:cubicBezTo>
                    <a:pt x="589" y="1110"/>
                    <a:pt x="589" y="1110"/>
                    <a:pt x="589" y="1110"/>
                  </a:cubicBezTo>
                  <a:cubicBezTo>
                    <a:pt x="589" y="1113"/>
                    <a:pt x="589" y="1113"/>
                    <a:pt x="589" y="1113"/>
                  </a:cubicBezTo>
                  <a:cubicBezTo>
                    <a:pt x="591" y="1116"/>
                    <a:pt x="591" y="1116"/>
                    <a:pt x="591" y="1116"/>
                  </a:cubicBezTo>
                  <a:cubicBezTo>
                    <a:pt x="592" y="1117"/>
                    <a:pt x="592" y="1117"/>
                    <a:pt x="592" y="1117"/>
                  </a:cubicBezTo>
                  <a:cubicBezTo>
                    <a:pt x="593" y="1118"/>
                    <a:pt x="593" y="1118"/>
                    <a:pt x="593" y="1118"/>
                  </a:cubicBezTo>
                  <a:cubicBezTo>
                    <a:pt x="593" y="1120"/>
                    <a:pt x="593" y="1120"/>
                    <a:pt x="593" y="1120"/>
                  </a:cubicBezTo>
                  <a:cubicBezTo>
                    <a:pt x="592" y="1123"/>
                    <a:pt x="592" y="1123"/>
                    <a:pt x="592" y="1123"/>
                  </a:cubicBezTo>
                  <a:cubicBezTo>
                    <a:pt x="591" y="1124"/>
                    <a:pt x="591" y="1124"/>
                    <a:pt x="591" y="1124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0" y="1125"/>
                    <a:pt x="590" y="1125"/>
                    <a:pt x="590" y="1125"/>
                  </a:cubicBezTo>
                  <a:cubicBezTo>
                    <a:pt x="590" y="1127"/>
                    <a:pt x="590" y="1127"/>
                    <a:pt x="590" y="1127"/>
                  </a:cubicBezTo>
                  <a:cubicBezTo>
                    <a:pt x="590" y="1129"/>
                    <a:pt x="590" y="1129"/>
                    <a:pt x="590" y="1129"/>
                  </a:cubicBezTo>
                  <a:cubicBezTo>
                    <a:pt x="591" y="1130"/>
                    <a:pt x="591" y="1130"/>
                    <a:pt x="591" y="1130"/>
                  </a:cubicBezTo>
                  <a:cubicBezTo>
                    <a:pt x="590" y="1132"/>
                    <a:pt x="590" y="1132"/>
                    <a:pt x="590" y="1132"/>
                  </a:cubicBezTo>
                  <a:cubicBezTo>
                    <a:pt x="590" y="1134"/>
                    <a:pt x="590" y="1134"/>
                    <a:pt x="590" y="1134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6"/>
                    <a:pt x="590" y="1136"/>
                    <a:pt x="590" y="1136"/>
                  </a:cubicBezTo>
                  <a:cubicBezTo>
                    <a:pt x="590" y="1137"/>
                    <a:pt x="590" y="1137"/>
                    <a:pt x="590" y="1137"/>
                  </a:cubicBezTo>
                  <a:cubicBezTo>
                    <a:pt x="593" y="1141"/>
                    <a:pt x="593" y="1141"/>
                    <a:pt x="593" y="1141"/>
                  </a:cubicBezTo>
                  <a:cubicBezTo>
                    <a:pt x="594" y="1142"/>
                    <a:pt x="594" y="1142"/>
                    <a:pt x="594" y="1142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1" y="1143"/>
                    <a:pt x="591" y="1143"/>
                    <a:pt x="591" y="1143"/>
                  </a:cubicBezTo>
                  <a:cubicBezTo>
                    <a:pt x="590" y="1144"/>
                    <a:pt x="590" y="1144"/>
                    <a:pt x="590" y="1144"/>
                  </a:cubicBezTo>
                  <a:cubicBezTo>
                    <a:pt x="590" y="1145"/>
                    <a:pt x="590" y="1145"/>
                    <a:pt x="590" y="1145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7"/>
                    <a:pt x="590" y="1147"/>
                    <a:pt x="590" y="1147"/>
                  </a:cubicBezTo>
                  <a:cubicBezTo>
                    <a:pt x="589" y="1149"/>
                    <a:pt x="589" y="1149"/>
                    <a:pt x="589" y="1149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1" y="1152"/>
                    <a:pt x="591" y="1152"/>
                    <a:pt x="591" y="1152"/>
                  </a:cubicBezTo>
                  <a:cubicBezTo>
                    <a:pt x="591" y="1156"/>
                    <a:pt x="591" y="1156"/>
                    <a:pt x="591" y="1156"/>
                  </a:cubicBezTo>
                  <a:cubicBezTo>
                    <a:pt x="590" y="1158"/>
                    <a:pt x="590" y="1158"/>
                    <a:pt x="590" y="1158"/>
                  </a:cubicBezTo>
                  <a:cubicBezTo>
                    <a:pt x="592" y="1159"/>
                    <a:pt x="592" y="1159"/>
                    <a:pt x="592" y="1159"/>
                  </a:cubicBezTo>
                  <a:cubicBezTo>
                    <a:pt x="596" y="1159"/>
                    <a:pt x="596" y="1159"/>
                    <a:pt x="596" y="1159"/>
                  </a:cubicBezTo>
                  <a:cubicBezTo>
                    <a:pt x="596" y="1157"/>
                    <a:pt x="596" y="1157"/>
                    <a:pt x="596" y="1157"/>
                  </a:cubicBezTo>
                  <a:cubicBezTo>
                    <a:pt x="595" y="1156"/>
                    <a:pt x="595" y="1156"/>
                    <a:pt x="595" y="1156"/>
                  </a:cubicBezTo>
                  <a:cubicBezTo>
                    <a:pt x="596" y="1156"/>
                    <a:pt x="596" y="1156"/>
                    <a:pt x="596" y="1156"/>
                  </a:cubicBezTo>
                  <a:cubicBezTo>
                    <a:pt x="597" y="1156"/>
                    <a:pt x="597" y="1156"/>
                    <a:pt x="597" y="1156"/>
                  </a:cubicBezTo>
                  <a:cubicBezTo>
                    <a:pt x="598" y="1155"/>
                    <a:pt x="598" y="1155"/>
                    <a:pt x="598" y="1155"/>
                  </a:cubicBezTo>
                  <a:cubicBezTo>
                    <a:pt x="596" y="1154"/>
                    <a:pt x="596" y="1154"/>
                    <a:pt x="596" y="1154"/>
                  </a:cubicBezTo>
                  <a:cubicBezTo>
                    <a:pt x="597" y="1153"/>
                    <a:pt x="597" y="1153"/>
                    <a:pt x="597" y="1153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7" y="1152"/>
                    <a:pt x="597" y="1152"/>
                    <a:pt x="597" y="1152"/>
                  </a:cubicBezTo>
                  <a:cubicBezTo>
                    <a:pt x="597" y="1151"/>
                    <a:pt x="597" y="1151"/>
                    <a:pt x="597" y="1151"/>
                  </a:cubicBezTo>
                  <a:cubicBezTo>
                    <a:pt x="597" y="1150"/>
                    <a:pt x="597" y="1150"/>
                    <a:pt x="597" y="1150"/>
                  </a:cubicBezTo>
                  <a:cubicBezTo>
                    <a:pt x="597" y="1148"/>
                    <a:pt x="597" y="1148"/>
                    <a:pt x="597" y="1148"/>
                  </a:cubicBezTo>
                  <a:cubicBezTo>
                    <a:pt x="596" y="1147"/>
                    <a:pt x="596" y="1147"/>
                    <a:pt x="596" y="1147"/>
                  </a:cubicBezTo>
                  <a:cubicBezTo>
                    <a:pt x="597" y="1145"/>
                    <a:pt x="597" y="1145"/>
                    <a:pt x="597" y="1145"/>
                  </a:cubicBezTo>
                  <a:cubicBezTo>
                    <a:pt x="595" y="1144"/>
                    <a:pt x="595" y="1144"/>
                    <a:pt x="595" y="1144"/>
                  </a:cubicBezTo>
                  <a:cubicBezTo>
                    <a:pt x="597" y="1144"/>
                    <a:pt x="597" y="1144"/>
                    <a:pt x="597" y="1144"/>
                  </a:cubicBezTo>
                  <a:cubicBezTo>
                    <a:pt x="599" y="1144"/>
                    <a:pt x="599" y="1144"/>
                    <a:pt x="599" y="1144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600" y="1141"/>
                    <a:pt x="600" y="1141"/>
                    <a:pt x="600" y="1141"/>
                  </a:cubicBezTo>
                  <a:cubicBezTo>
                    <a:pt x="601" y="1143"/>
                    <a:pt x="601" y="1143"/>
                    <a:pt x="601" y="1143"/>
                  </a:cubicBezTo>
                  <a:cubicBezTo>
                    <a:pt x="600" y="1144"/>
                    <a:pt x="600" y="1144"/>
                    <a:pt x="600" y="1144"/>
                  </a:cubicBezTo>
                  <a:cubicBezTo>
                    <a:pt x="600" y="1145"/>
                    <a:pt x="600" y="1145"/>
                    <a:pt x="600" y="1145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7"/>
                    <a:pt x="602" y="1147"/>
                    <a:pt x="602" y="1147"/>
                  </a:cubicBezTo>
                  <a:cubicBezTo>
                    <a:pt x="601" y="1147"/>
                    <a:pt x="601" y="1147"/>
                    <a:pt x="601" y="1147"/>
                  </a:cubicBezTo>
                  <a:cubicBezTo>
                    <a:pt x="600" y="1148"/>
                    <a:pt x="600" y="1148"/>
                    <a:pt x="600" y="1148"/>
                  </a:cubicBezTo>
                  <a:cubicBezTo>
                    <a:pt x="601" y="1149"/>
                    <a:pt x="601" y="1149"/>
                    <a:pt x="601" y="1149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1" y="1151"/>
                    <a:pt x="601" y="1151"/>
                    <a:pt x="601" y="1151"/>
                  </a:cubicBezTo>
                  <a:cubicBezTo>
                    <a:pt x="601" y="1154"/>
                    <a:pt x="601" y="1154"/>
                    <a:pt x="601" y="1154"/>
                  </a:cubicBezTo>
                  <a:cubicBezTo>
                    <a:pt x="602" y="1154"/>
                    <a:pt x="602" y="1154"/>
                    <a:pt x="602" y="1154"/>
                  </a:cubicBezTo>
                  <a:cubicBezTo>
                    <a:pt x="601" y="1155"/>
                    <a:pt x="601" y="1155"/>
                    <a:pt x="601" y="1155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0" y="1158"/>
                    <a:pt x="600" y="1158"/>
                    <a:pt x="600" y="1158"/>
                  </a:cubicBezTo>
                  <a:cubicBezTo>
                    <a:pt x="600" y="1160"/>
                    <a:pt x="600" y="1160"/>
                    <a:pt x="600" y="1160"/>
                  </a:cubicBezTo>
                  <a:cubicBezTo>
                    <a:pt x="602" y="1160"/>
                    <a:pt x="602" y="1160"/>
                    <a:pt x="602" y="1160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7" y="1162"/>
                    <a:pt x="597" y="1162"/>
                    <a:pt x="597" y="1162"/>
                  </a:cubicBezTo>
                  <a:cubicBezTo>
                    <a:pt x="598" y="1162"/>
                    <a:pt x="598" y="1162"/>
                    <a:pt x="598" y="1162"/>
                  </a:cubicBezTo>
                  <a:cubicBezTo>
                    <a:pt x="594" y="1161"/>
                    <a:pt x="594" y="1161"/>
                    <a:pt x="594" y="1161"/>
                  </a:cubicBezTo>
                  <a:cubicBezTo>
                    <a:pt x="593" y="1162"/>
                    <a:pt x="593" y="1162"/>
                    <a:pt x="593" y="1162"/>
                  </a:cubicBezTo>
                  <a:cubicBezTo>
                    <a:pt x="594" y="1164"/>
                    <a:pt x="594" y="1164"/>
                    <a:pt x="594" y="1164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3" y="1165"/>
                    <a:pt x="593" y="1165"/>
                    <a:pt x="593" y="1165"/>
                  </a:cubicBezTo>
                  <a:cubicBezTo>
                    <a:pt x="592" y="1167"/>
                    <a:pt x="592" y="1167"/>
                    <a:pt x="592" y="1167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1" y="1168"/>
                    <a:pt x="591" y="1168"/>
                    <a:pt x="591" y="1168"/>
                  </a:cubicBezTo>
                  <a:cubicBezTo>
                    <a:pt x="590" y="1170"/>
                    <a:pt x="590" y="1170"/>
                    <a:pt x="590" y="1170"/>
                  </a:cubicBezTo>
                  <a:cubicBezTo>
                    <a:pt x="591" y="1172"/>
                    <a:pt x="591" y="1172"/>
                    <a:pt x="591" y="1172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3" y="1171"/>
                    <a:pt x="593" y="1171"/>
                    <a:pt x="593" y="1171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4" y="1173"/>
                  </a:cubicBezTo>
                  <a:cubicBezTo>
                    <a:pt x="595" y="1173"/>
                    <a:pt x="595" y="1173"/>
                    <a:pt x="595" y="1173"/>
                  </a:cubicBezTo>
                  <a:cubicBezTo>
                    <a:pt x="595" y="1172"/>
                    <a:pt x="595" y="1172"/>
                    <a:pt x="595" y="1172"/>
                  </a:cubicBezTo>
                  <a:cubicBezTo>
                    <a:pt x="597" y="1172"/>
                    <a:pt x="597" y="1172"/>
                    <a:pt x="597" y="1172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9" y="1171"/>
                    <a:pt x="599" y="1171"/>
                    <a:pt x="599" y="1171"/>
                  </a:cubicBezTo>
                  <a:cubicBezTo>
                    <a:pt x="599" y="1172"/>
                    <a:pt x="599" y="1172"/>
                    <a:pt x="599" y="1172"/>
                  </a:cubicBezTo>
                  <a:cubicBezTo>
                    <a:pt x="600" y="1174"/>
                    <a:pt x="600" y="1174"/>
                    <a:pt x="600" y="1174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1" y="1175"/>
                    <a:pt x="601" y="1175"/>
                    <a:pt x="601" y="1175"/>
                  </a:cubicBezTo>
                  <a:cubicBezTo>
                    <a:pt x="602" y="1177"/>
                    <a:pt x="602" y="1177"/>
                    <a:pt x="602" y="1177"/>
                  </a:cubicBezTo>
                  <a:cubicBezTo>
                    <a:pt x="601" y="1177"/>
                    <a:pt x="601" y="1177"/>
                    <a:pt x="601" y="1177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80"/>
                    <a:pt x="601" y="1180"/>
                    <a:pt x="601" y="1180"/>
                  </a:cubicBezTo>
                  <a:cubicBezTo>
                    <a:pt x="600" y="1182"/>
                    <a:pt x="600" y="1182"/>
                    <a:pt x="600" y="1182"/>
                  </a:cubicBezTo>
                  <a:cubicBezTo>
                    <a:pt x="600" y="1183"/>
                    <a:pt x="600" y="1183"/>
                    <a:pt x="600" y="1183"/>
                  </a:cubicBezTo>
                  <a:cubicBezTo>
                    <a:pt x="599" y="1183"/>
                    <a:pt x="599" y="1183"/>
                    <a:pt x="599" y="1183"/>
                  </a:cubicBezTo>
                  <a:cubicBezTo>
                    <a:pt x="598" y="1184"/>
                    <a:pt x="598" y="1184"/>
                    <a:pt x="598" y="1184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600" y="1178"/>
                    <a:pt x="600" y="1178"/>
                    <a:pt x="600" y="1178"/>
                  </a:cubicBezTo>
                  <a:cubicBezTo>
                    <a:pt x="599" y="1178"/>
                    <a:pt x="599" y="1178"/>
                    <a:pt x="599" y="1178"/>
                  </a:cubicBezTo>
                  <a:cubicBezTo>
                    <a:pt x="600" y="1177"/>
                    <a:pt x="600" y="1177"/>
                    <a:pt x="600" y="1177"/>
                  </a:cubicBezTo>
                  <a:cubicBezTo>
                    <a:pt x="599" y="1174"/>
                    <a:pt x="599" y="1174"/>
                    <a:pt x="599" y="1174"/>
                  </a:cubicBezTo>
                  <a:cubicBezTo>
                    <a:pt x="598" y="1174"/>
                    <a:pt x="598" y="1174"/>
                    <a:pt x="598" y="1174"/>
                  </a:cubicBezTo>
                  <a:cubicBezTo>
                    <a:pt x="598" y="1173"/>
                    <a:pt x="598" y="1173"/>
                    <a:pt x="598" y="1173"/>
                  </a:cubicBezTo>
                  <a:cubicBezTo>
                    <a:pt x="596" y="1173"/>
                    <a:pt x="596" y="1173"/>
                    <a:pt x="596" y="1173"/>
                  </a:cubicBezTo>
                  <a:cubicBezTo>
                    <a:pt x="593" y="1174"/>
                    <a:pt x="593" y="1174"/>
                    <a:pt x="593" y="1174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6"/>
                    <a:pt x="595" y="1176"/>
                    <a:pt x="595" y="1176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4" y="1177"/>
                    <a:pt x="594" y="1177"/>
                    <a:pt x="594" y="1177"/>
                  </a:cubicBezTo>
                  <a:cubicBezTo>
                    <a:pt x="594" y="1178"/>
                    <a:pt x="594" y="1178"/>
                    <a:pt x="594" y="1178"/>
                  </a:cubicBezTo>
                  <a:cubicBezTo>
                    <a:pt x="594" y="1179"/>
                    <a:pt x="594" y="1179"/>
                    <a:pt x="594" y="1179"/>
                  </a:cubicBezTo>
                  <a:cubicBezTo>
                    <a:pt x="592" y="1179"/>
                    <a:pt x="592" y="1179"/>
                    <a:pt x="592" y="1179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0" y="1181"/>
                    <a:pt x="590" y="1181"/>
                    <a:pt x="590" y="1181"/>
                  </a:cubicBezTo>
                  <a:cubicBezTo>
                    <a:pt x="590" y="1183"/>
                    <a:pt x="590" y="1183"/>
                    <a:pt x="590" y="1183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1" y="1187"/>
                    <a:pt x="591" y="1187"/>
                    <a:pt x="591" y="1187"/>
                  </a:cubicBezTo>
                  <a:cubicBezTo>
                    <a:pt x="590" y="1187"/>
                    <a:pt x="590" y="1187"/>
                    <a:pt x="590" y="1187"/>
                  </a:cubicBezTo>
                  <a:cubicBezTo>
                    <a:pt x="589" y="1188"/>
                    <a:pt x="589" y="1188"/>
                    <a:pt x="589" y="1188"/>
                  </a:cubicBezTo>
                  <a:cubicBezTo>
                    <a:pt x="587" y="1190"/>
                    <a:pt x="587" y="1190"/>
                    <a:pt x="587" y="1190"/>
                  </a:cubicBezTo>
                  <a:cubicBezTo>
                    <a:pt x="587" y="1191"/>
                    <a:pt x="587" y="1191"/>
                    <a:pt x="587" y="1191"/>
                  </a:cubicBezTo>
                  <a:cubicBezTo>
                    <a:pt x="589" y="1194"/>
                    <a:pt x="589" y="1194"/>
                    <a:pt x="589" y="1194"/>
                  </a:cubicBezTo>
                  <a:cubicBezTo>
                    <a:pt x="591" y="1194"/>
                    <a:pt x="591" y="1194"/>
                    <a:pt x="591" y="1194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1" y="1190"/>
                    <a:pt x="591" y="1190"/>
                    <a:pt x="591" y="1190"/>
                  </a:cubicBezTo>
                  <a:cubicBezTo>
                    <a:pt x="592" y="1190"/>
                    <a:pt x="592" y="1190"/>
                    <a:pt x="592" y="1190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4" y="1192"/>
                    <a:pt x="594" y="1192"/>
                    <a:pt x="594" y="1192"/>
                  </a:cubicBezTo>
                  <a:cubicBezTo>
                    <a:pt x="596" y="1192"/>
                    <a:pt x="596" y="1192"/>
                    <a:pt x="596" y="1192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8" y="1192"/>
                    <a:pt x="598" y="1192"/>
                    <a:pt x="598" y="1192"/>
                  </a:cubicBezTo>
                  <a:cubicBezTo>
                    <a:pt x="600" y="1193"/>
                    <a:pt x="600" y="1193"/>
                    <a:pt x="600" y="1193"/>
                  </a:cubicBezTo>
                  <a:cubicBezTo>
                    <a:pt x="599" y="1194"/>
                    <a:pt x="599" y="1194"/>
                    <a:pt x="599" y="1194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7" y="1197"/>
                    <a:pt x="597" y="1197"/>
                    <a:pt x="597" y="1197"/>
                  </a:cubicBezTo>
                  <a:cubicBezTo>
                    <a:pt x="597" y="1199"/>
                    <a:pt x="597" y="1199"/>
                    <a:pt x="597" y="1199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9" y="1201"/>
                    <a:pt x="599" y="1201"/>
                    <a:pt x="599" y="1201"/>
                  </a:cubicBezTo>
                  <a:cubicBezTo>
                    <a:pt x="601" y="1202"/>
                    <a:pt x="601" y="1202"/>
                    <a:pt x="601" y="1202"/>
                  </a:cubicBezTo>
                  <a:cubicBezTo>
                    <a:pt x="600" y="1202"/>
                    <a:pt x="600" y="1202"/>
                    <a:pt x="600" y="1202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8" y="1203"/>
                    <a:pt x="598" y="1203"/>
                    <a:pt x="598" y="1203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6" y="1201"/>
                    <a:pt x="596" y="1201"/>
                    <a:pt x="596" y="1201"/>
                  </a:cubicBezTo>
                  <a:cubicBezTo>
                    <a:pt x="595" y="1202"/>
                    <a:pt x="595" y="1202"/>
                    <a:pt x="595" y="1202"/>
                  </a:cubicBezTo>
                  <a:cubicBezTo>
                    <a:pt x="594" y="1203"/>
                    <a:pt x="594" y="1203"/>
                    <a:pt x="594" y="1203"/>
                  </a:cubicBezTo>
                  <a:cubicBezTo>
                    <a:pt x="593" y="1203"/>
                    <a:pt x="593" y="1203"/>
                    <a:pt x="593" y="1203"/>
                  </a:cubicBezTo>
                  <a:cubicBezTo>
                    <a:pt x="592" y="1204"/>
                    <a:pt x="592" y="1204"/>
                    <a:pt x="592" y="1204"/>
                  </a:cubicBezTo>
                  <a:cubicBezTo>
                    <a:pt x="592" y="1205"/>
                    <a:pt x="592" y="1205"/>
                    <a:pt x="592" y="1205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10"/>
                    <a:pt x="592" y="1210"/>
                    <a:pt x="592" y="1210"/>
                  </a:cubicBezTo>
                  <a:cubicBezTo>
                    <a:pt x="593" y="1210"/>
                    <a:pt x="593" y="1210"/>
                    <a:pt x="593" y="1210"/>
                  </a:cubicBezTo>
                  <a:cubicBezTo>
                    <a:pt x="593" y="1211"/>
                    <a:pt x="593" y="1211"/>
                    <a:pt x="593" y="1211"/>
                  </a:cubicBezTo>
                  <a:cubicBezTo>
                    <a:pt x="594" y="1211"/>
                    <a:pt x="594" y="1211"/>
                    <a:pt x="594" y="1211"/>
                  </a:cubicBezTo>
                  <a:cubicBezTo>
                    <a:pt x="593" y="1212"/>
                    <a:pt x="593" y="1212"/>
                    <a:pt x="593" y="1212"/>
                  </a:cubicBezTo>
                  <a:cubicBezTo>
                    <a:pt x="594" y="1215"/>
                    <a:pt x="594" y="1215"/>
                    <a:pt x="594" y="1215"/>
                  </a:cubicBezTo>
                  <a:cubicBezTo>
                    <a:pt x="594" y="1216"/>
                    <a:pt x="594" y="1216"/>
                    <a:pt x="594" y="1216"/>
                  </a:cubicBezTo>
                  <a:cubicBezTo>
                    <a:pt x="596" y="1217"/>
                    <a:pt x="596" y="1217"/>
                    <a:pt x="596" y="1217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5"/>
                    <a:pt x="597" y="1215"/>
                    <a:pt x="597" y="1215"/>
                  </a:cubicBezTo>
                  <a:cubicBezTo>
                    <a:pt x="598" y="1216"/>
                    <a:pt x="598" y="1216"/>
                    <a:pt x="598" y="1216"/>
                  </a:cubicBezTo>
                  <a:cubicBezTo>
                    <a:pt x="596" y="1216"/>
                    <a:pt x="596" y="1216"/>
                    <a:pt x="596" y="1216"/>
                  </a:cubicBezTo>
                  <a:cubicBezTo>
                    <a:pt x="597" y="1218"/>
                    <a:pt x="597" y="1218"/>
                    <a:pt x="597" y="1218"/>
                  </a:cubicBezTo>
                  <a:cubicBezTo>
                    <a:pt x="594" y="1219"/>
                    <a:pt x="594" y="1219"/>
                    <a:pt x="594" y="1219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6" y="1223"/>
                    <a:pt x="596" y="1223"/>
                    <a:pt x="596" y="1223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598" y="1221"/>
                    <a:pt x="598" y="1221"/>
                    <a:pt x="598" y="1221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600" y="1223"/>
                    <a:pt x="600" y="1223"/>
                    <a:pt x="600" y="1223"/>
                  </a:cubicBezTo>
                  <a:cubicBezTo>
                    <a:pt x="601" y="1223"/>
                    <a:pt x="601" y="1223"/>
                    <a:pt x="601" y="1223"/>
                  </a:cubicBezTo>
                  <a:cubicBezTo>
                    <a:pt x="601" y="1224"/>
                    <a:pt x="601" y="1224"/>
                    <a:pt x="601" y="1224"/>
                  </a:cubicBezTo>
                  <a:cubicBezTo>
                    <a:pt x="602" y="1224"/>
                    <a:pt x="602" y="1224"/>
                    <a:pt x="602" y="1224"/>
                  </a:cubicBezTo>
                  <a:cubicBezTo>
                    <a:pt x="600" y="1224"/>
                    <a:pt x="600" y="1224"/>
                    <a:pt x="600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5"/>
                    <a:pt x="599" y="1225"/>
                    <a:pt x="599" y="1225"/>
                  </a:cubicBezTo>
                  <a:cubicBezTo>
                    <a:pt x="598" y="1226"/>
                    <a:pt x="598" y="1226"/>
                    <a:pt x="598" y="1226"/>
                  </a:cubicBezTo>
                  <a:cubicBezTo>
                    <a:pt x="599" y="1227"/>
                    <a:pt x="599" y="1227"/>
                    <a:pt x="599" y="1227"/>
                  </a:cubicBezTo>
                  <a:cubicBezTo>
                    <a:pt x="599" y="1228"/>
                    <a:pt x="599" y="1228"/>
                    <a:pt x="599" y="1228"/>
                  </a:cubicBezTo>
                  <a:cubicBezTo>
                    <a:pt x="598" y="1228"/>
                    <a:pt x="598" y="1228"/>
                    <a:pt x="598" y="1228"/>
                  </a:cubicBezTo>
                  <a:cubicBezTo>
                    <a:pt x="598" y="1231"/>
                    <a:pt x="598" y="1231"/>
                    <a:pt x="598" y="1231"/>
                  </a:cubicBezTo>
                  <a:cubicBezTo>
                    <a:pt x="601" y="1229"/>
                    <a:pt x="601" y="1229"/>
                    <a:pt x="601" y="1229"/>
                  </a:cubicBezTo>
                  <a:cubicBezTo>
                    <a:pt x="601" y="1230"/>
                    <a:pt x="601" y="1230"/>
                    <a:pt x="601" y="1230"/>
                  </a:cubicBezTo>
                  <a:cubicBezTo>
                    <a:pt x="602" y="1233"/>
                    <a:pt x="602" y="1233"/>
                    <a:pt x="602" y="1233"/>
                  </a:cubicBezTo>
                  <a:cubicBezTo>
                    <a:pt x="603" y="1232"/>
                    <a:pt x="603" y="1232"/>
                    <a:pt x="603" y="1232"/>
                  </a:cubicBezTo>
                  <a:cubicBezTo>
                    <a:pt x="603" y="1233"/>
                    <a:pt x="603" y="1233"/>
                    <a:pt x="603" y="1233"/>
                  </a:cubicBezTo>
                  <a:cubicBezTo>
                    <a:pt x="604" y="1234"/>
                    <a:pt x="604" y="1234"/>
                    <a:pt x="604" y="1234"/>
                  </a:cubicBezTo>
                  <a:cubicBezTo>
                    <a:pt x="603" y="1234"/>
                    <a:pt x="603" y="1234"/>
                    <a:pt x="603" y="1234"/>
                  </a:cubicBezTo>
                  <a:cubicBezTo>
                    <a:pt x="601" y="1235"/>
                    <a:pt x="601" y="1235"/>
                    <a:pt x="601" y="1235"/>
                  </a:cubicBezTo>
                  <a:cubicBezTo>
                    <a:pt x="602" y="1236"/>
                    <a:pt x="602" y="1236"/>
                    <a:pt x="602" y="1236"/>
                  </a:cubicBezTo>
                  <a:cubicBezTo>
                    <a:pt x="602" y="1237"/>
                    <a:pt x="602" y="1237"/>
                    <a:pt x="602" y="1237"/>
                  </a:cubicBezTo>
                  <a:cubicBezTo>
                    <a:pt x="601" y="1238"/>
                    <a:pt x="601" y="1238"/>
                    <a:pt x="601" y="1238"/>
                  </a:cubicBezTo>
                  <a:cubicBezTo>
                    <a:pt x="602" y="1239"/>
                    <a:pt x="602" y="1239"/>
                    <a:pt x="602" y="1239"/>
                  </a:cubicBezTo>
                  <a:cubicBezTo>
                    <a:pt x="604" y="1239"/>
                    <a:pt x="604" y="1239"/>
                    <a:pt x="604" y="1239"/>
                  </a:cubicBezTo>
                  <a:cubicBezTo>
                    <a:pt x="606" y="1239"/>
                    <a:pt x="606" y="1239"/>
                    <a:pt x="606" y="1239"/>
                  </a:cubicBezTo>
                  <a:cubicBezTo>
                    <a:pt x="606" y="1238"/>
                    <a:pt x="606" y="1238"/>
                    <a:pt x="606" y="1238"/>
                  </a:cubicBezTo>
                  <a:cubicBezTo>
                    <a:pt x="608" y="1238"/>
                    <a:pt x="608" y="1238"/>
                    <a:pt x="608" y="1238"/>
                  </a:cubicBezTo>
                  <a:cubicBezTo>
                    <a:pt x="608" y="1237"/>
                    <a:pt x="608" y="1237"/>
                    <a:pt x="608" y="1237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7" y="1234"/>
                    <a:pt x="607" y="1234"/>
                    <a:pt x="607" y="1234"/>
                  </a:cubicBezTo>
                  <a:cubicBezTo>
                    <a:pt x="606" y="1233"/>
                    <a:pt x="606" y="1233"/>
                    <a:pt x="606" y="1233"/>
                  </a:cubicBezTo>
                  <a:cubicBezTo>
                    <a:pt x="608" y="1234"/>
                    <a:pt x="608" y="1234"/>
                    <a:pt x="608" y="1234"/>
                  </a:cubicBezTo>
                  <a:cubicBezTo>
                    <a:pt x="608" y="1235"/>
                    <a:pt x="608" y="1235"/>
                    <a:pt x="608" y="1235"/>
                  </a:cubicBezTo>
                  <a:cubicBezTo>
                    <a:pt x="609" y="1235"/>
                    <a:pt x="609" y="1235"/>
                    <a:pt x="609" y="1235"/>
                  </a:cubicBezTo>
                  <a:cubicBezTo>
                    <a:pt x="610" y="1235"/>
                    <a:pt x="610" y="1235"/>
                    <a:pt x="610" y="1235"/>
                  </a:cubicBezTo>
                  <a:cubicBezTo>
                    <a:pt x="610" y="1236"/>
                    <a:pt x="610" y="1236"/>
                    <a:pt x="610" y="1236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0" y="1239"/>
                    <a:pt x="610" y="1239"/>
                    <a:pt x="610" y="1239"/>
                  </a:cubicBezTo>
                  <a:cubicBezTo>
                    <a:pt x="609" y="1239"/>
                    <a:pt x="609" y="1239"/>
                    <a:pt x="609" y="1239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7" y="1240"/>
                    <a:pt x="607" y="1240"/>
                    <a:pt x="607" y="1240"/>
                  </a:cubicBezTo>
                  <a:cubicBezTo>
                    <a:pt x="607" y="1241"/>
                    <a:pt x="607" y="1241"/>
                    <a:pt x="607" y="1241"/>
                  </a:cubicBezTo>
                  <a:cubicBezTo>
                    <a:pt x="606" y="1240"/>
                    <a:pt x="606" y="1240"/>
                    <a:pt x="606" y="1240"/>
                  </a:cubicBezTo>
                  <a:cubicBezTo>
                    <a:pt x="604" y="1240"/>
                    <a:pt x="604" y="1240"/>
                    <a:pt x="604" y="1240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3"/>
                    <a:pt x="604" y="1243"/>
                    <a:pt x="604" y="1243"/>
                  </a:cubicBezTo>
                  <a:cubicBezTo>
                    <a:pt x="604" y="1244"/>
                    <a:pt x="604" y="1244"/>
                    <a:pt x="604" y="1244"/>
                  </a:cubicBezTo>
                  <a:cubicBezTo>
                    <a:pt x="605" y="1245"/>
                    <a:pt x="605" y="1245"/>
                    <a:pt x="605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9"/>
                    <a:pt x="607" y="1249"/>
                    <a:pt x="607" y="1249"/>
                  </a:cubicBezTo>
                  <a:cubicBezTo>
                    <a:pt x="609" y="1248"/>
                    <a:pt x="609" y="1248"/>
                    <a:pt x="609" y="1248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08" y="1245"/>
                    <a:pt x="608" y="1245"/>
                    <a:pt x="608" y="1245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1" y="1245"/>
                    <a:pt x="611" y="1245"/>
                    <a:pt x="611" y="1245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11" y="1247"/>
                    <a:pt x="611" y="1247"/>
                    <a:pt x="611" y="1247"/>
                  </a:cubicBezTo>
                  <a:cubicBezTo>
                    <a:pt x="613" y="1249"/>
                    <a:pt x="613" y="1249"/>
                    <a:pt x="613" y="1249"/>
                  </a:cubicBezTo>
                  <a:cubicBezTo>
                    <a:pt x="612" y="1249"/>
                    <a:pt x="612" y="1249"/>
                    <a:pt x="612" y="1249"/>
                  </a:cubicBezTo>
                  <a:cubicBezTo>
                    <a:pt x="610" y="1250"/>
                    <a:pt x="610" y="1250"/>
                    <a:pt x="610" y="1250"/>
                  </a:cubicBezTo>
                  <a:cubicBezTo>
                    <a:pt x="611" y="1251"/>
                    <a:pt x="611" y="1251"/>
                    <a:pt x="611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4" y="1252"/>
                    <a:pt x="614" y="1252"/>
                    <a:pt x="614" y="1252"/>
                  </a:cubicBezTo>
                  <a:cubicBezTo>
                    <a:pt x="615" y="1253"/>
                    <a:pt x="615" y="1253"/>
                    <a:pt x="615" y="1253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7" y="1253"/>
                    <a:pt x="617" y="1253"/>
                    <a:pt x="617" y="1253"/>
                  </a:cubicBezTo>
                  <a:cubicBezTo>
                    <a:pt x="616" y="1253"/>
                    <a:pt x="616" y="1253"/>
                    <a:pt x="616" y="1253"/>
                  </a:cubicBezTo>
                  <a:cubicBezTo>
                    <a:pt x="617" y="1255"/>
                    <a:pt x="617" y="1255"/>
                    <a:pt x="617" y="1255"/>
                  </a:cubicBezTo>
                  <a:cubicBezTo>
                    <a:pt x="619" y="1255"/>
                    <a:pt x="619" y="1255"/>
                    <a:pt x="619" y="1255"/>
                  </a:cubicBezTo>
                  <a:cubicBezTo>
                    <a:pt x="621" y="1256"/>
                    <a:pt x="621" y="1256"/>
                    <a:pt x="621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4" y="1259"/>
                    <a:pt x="624" y="1259"/>
                    <a:pt x="624" y="1259"/>
                  </a:cubicBezTo>
                  <a:cubicBezTo>
                    <a:pt x="626" y="1260"/>
                    <a:pt x="626" y="1260"/>
                    <a:pt x="626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8" y="1260"/>
                    <a:pt x="628" y="1260"/>
                    <a:pt x="628" y="1260"/>
                  </a:cubicBezTo>
                  <a:cubicBezTo>
                    <a:pt x="630" y="1262"/>
                    <a:pt x="630" y="1262"/>
                    <a:pt x="630" y="1262"/>
                  </a:cubicBezTo>
                  <a:cubicBezTo>
                    <a:pt x="629" y="1262"/>
                    <a:pt x="629" y="1262"/>
                    <a:pt x="629" y="1262"/>
                  </a:cubicBezTo>
                  <a:cubicBezTo>
                    <a:pt x="628" y="1262"/>
                    <a:pt x="628" y="1262"/>
                    <a:pt x="628" y="1262"/>
                  </a:cubicBezTo>
                  <a:cubicBezTo>
                    <a:pt x="627" y="1262"/>
                    <a:pt x="627" y="1262"/>
                    <a:pt x="627" y="1262"/>
                  </a:cubicBezTo>
                  <a:cubicBezTo>
                    <a:pt x="626" y="1261"/>
                    <a:pt x="626" y="1261"/>
                    <a:pt x="626" y="1261"/>
                  </a:cubicBezTo>
                  <a:cubicBezTo>
                    <a:pt x="624" y="1260"/>
                    <a:pt x="624" y="1260"/>
                    <a:pt x="624" y="1260"/>
                  </a:cubicBezTo>
                  <a:cubicBezTo>
                    <a:pt x="623" y="1260"/>
                    <a:pt x="623" y="1260"/>
                    <a:pt x="623" y="1260"/>
                  </a:cubicBezTo>
                  <a:cubicBezTo>
                    <a:pt x="623" y="1259"/>
                    <a:pt x="623" y="1259"/>
                    <a:pt x="623" y="1259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1" y="1258"/>
                    <a:pt x="621" y="1258"/>
                    <a:pt x="621" y="1258"/>
                  </a:cubicBezTo>
                  <a:cubicBezTo>
                    <a:pt x="620" y="1257"/>
                    <a:pt x="620" y="1257"/>
                    <a:pt x="620" y="1257"/>
                  </a:cubicBezTo>
                  <a:cubicBezTo>
                    <a:pt x="619" y="1257"/>
                    <a:pt x="619" y="1257"/>
                    <a:pt x="619" y="1257"/>
                  </a:cubicBezTo>
                  <a:cubicBezTo>
                    <a:pt x="618" y="1257"/>
                    <a:pt x="618" y="1257"/>
                    <a:pt x="618" y="1257"/>
                  </a:cubicBezTo>
                  <a:cubicBezTo>
                    <a:pt x="616" y="1256"/>
                    <a:pt x="616" y="1256"/>
                    <a:pt x="616" y="1256"/>
                  </a:cubicBezTo>
                  <a:cubicBezTo>
                    <a:pt x="615" y="1255"/>
                    <a:pt x="615" y="1255"/>
                    <a:pt x="615" y="1255"/>
                  </a:cubicBezTo>
                  <a:cubicBezTo>
                    <a:pt x="614" y="1255"/>
                    <a:pt x="614" y="1255"/>
                    <a:pt x="614" y="1255"/>
                  </a:cubicBezTo>
                  <a:cubicBezTo>
                    <a:pt x="613" y="1255"/>
                    <a:pt x="613" y="1255"/>
                    <a:pt x="613" y="1255"/>
                  </a:cubicBezTo>
                  <a:cubicBezTo>
                    <a:pt x="612" y="1253"/>
                    <a:pt x="612" y="1253"/>
                    <a:pt x="612" y="1253"/>
                  </a:cubicBezTo>
                  <a:cubicBezTo>
                    <a:pt x="610" y="1252"/>
                    <a:pt x="610" y="1252"/>
                    <a:pt x="610" y="1252"/>
                  </a:cubicBezTo>
                  <a:cubicBezTo>
                    <a:pt x="609" y="1254"/>
                    <a:pt x="609" y="1254"/>
                    <a:pt x="609" y="1254"/>
                  </a:cubicBezTo>
                  <a:cubicBezTo>
                    <a:pt x="610" y="1255"/>
                    <a:pt x="610" y="1255"/>
                    <a:pt x="610" y="1255"/>
                  </a:cubicBezTo>
                  <a:cubicBezTo>
                    <a:pt x="611" y="1257"/>
                    <a:pt x="611" y="1257"/>
                    <a:pt x="611" y="1257"/>
                  </a:cubicBezTo>
                  <a:cubicBezTo>
                    <a:pt x="613" y="1258"/>
                    <a:pt x="613" y="1258"/>
                    <a:pt x="613" y="1258"/>
                  </a:cubicBezTo>
                  <a:cubicBezTo>
                    <a:pt x="614" y="1258"/>
                    <a:pt x="614" y="1258"/>
                    <a:pt x="614" y="1258"/>
                  </a:cubicBezTo>
                  <a:cubicBezTo>
                    <a:pt x="615" y="1260"/>
                    <a:pt x="615" y="1260"/>
                    <a:pt x="615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59"/>
                    <a:pt x="617" y="1259"/>
                    <a:pt x="617" y="1259"/>
                  </a:cubicBezTo>
                  <a:cubicBezTo>
                    <a:pt x="618" y="1260"/>
                    <a:pt x="618" y="1260"/>
                    <a:pt x="618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62"/>
                    <a:pt x="617" y="1262"/>
                    <a:pt x="617" y="1262"/>
                  </a:cubicBezTo>
                  <a:cubicBezTo>
                    <a:pt x="619" y="1262"/>
                    <a:pt x="619" y="1262"/>
                    <a:pt x="619" y="1262"/>
                  </a:cubicBezTo>
                  <a:cubicBezTo>
                    <a:pt x="620" y="1264"/>
                    <a:pt x="620" y="1264"/>
                    <a:pt x="620" y="1264"/>
                  </a:cubicBezTo>
                  <a:cubicBezTo>
                    <a:pt x="621" y="1264"/>
                    <a:pt x="621" y="1264"/>
                    <a:pt x="621" y="1264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4" y="1266"/>
                    <a:pt x="624" y="1266"/>
                    <a:pt x="624" y="1266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5" y="1268"/>
                    <a:pt x="625" y="1268"/>
                    <a:pt x="625" y="1268"/>
                  </a:cubicBezTo>
                  <a:cubicBezTo>
                    <a:pt x="626" y="1267"/>
                    <a:pt x="626" y="1267"/>
                    <a:pt x="626" y="1267"/>
                  </a:cubicBezTo>
                  <a:cubicBezTo>
                    <a:pt x="627" y="1268"/>
                    <a:pt x="627" y="1268"/>
                    <a:pt x="627" y="1268"/>
                  </a:cubicBezTo>
                  <a:cubicBezTo>
                    <a:pt x="629" y="1268"/>
                    <a:pt x="629" y="1268"/>
                    <a:pt x="629" y="1268"/>
                  </a:cubicBezTo>
                  <a:cubicBezTo>
                    <a:pt x="629" y="1269"/>
                    <a:pt x="629" y="1269"/>
                    <a:pt x="629" y="1269"/>
                  </a:cubicBezTo>
                  <a:cubicBezTo>
                    <a:pt x="631" y="1269"/>
                    <a:pt x="631" y="1269"/>
                    <a:pt x="631" y="1269"/>
                  </a:cubicBezTo>
                  <a:cubicBezTo>
                    <a:pt x="632" y="1267"/>
                    <a:pt x="632" y="1267"/>
                    <a:pt x="632" y="1267"/>
                  </a:cubicBezTo>
                  <a:cubicBezTo>
                    <a:pt x="632" y="1268"/>
                    <a:pt x="632" y="1268"/>
                    <a:pt x="632" y="1268"/>
                  </a:cubicBezTo>
                  <a:cubicBezTo>
                    <a:pt x="633" y="1267"/>
                    <a:pt x="633" y="1267"/>
                    <a:pt x="633" y="1267"/>
                  </a:cubicBezTo>
                  <a:cubicBezTo>
                    <a:pt x="634" y="1267"/>
                    <a:pt x="634" y="1267"/>
                    <a:pt x="634" y="1267"/>
                  </a:cubicBezTo>
                  <a:cubicBezTo>
                    <a:pt x="635" y="1268"/>
                    <a:pt x="635" y="1268"/>
                    <a:pt x="635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8" y="1269"/>
                    <a:pt x="638" y="1269"/>
                    <a:pt x="638" y="1269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7"/>
                    <a:pt x="639" y="1267"/>
                    <a:pt x="639" y="1267"/>
                  </a:cubicBezTo>
                  <a:cubicBezTo>
                    <a:pt x="639" y="1265"/>
                    <a:pt x="639" y="1265"/>
                    <a:pt x="639" y="1265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7" y="1264"/>
                    <a:pt x="637" y="1264"/>
                    <a:pt x="637" y="1264"/>
                  </a:cubicBezTo>
                  <a:cubicBezTo>
                    <a:pt x="638" y="1262"/>
                    <a:pt x="638" y="1262"/>
                    <a:pt x="638" y="1262"/>
                  </a:cubicBezTo>
                  <a:cubicBezTo>
                    <a:pt x="637" y="1259"/>
                    <a:pt x="637" y="1259"/>
                    <a:pt x="637" y="1259"/>
                  </a:cubicBezTo>
                  <a:cubicBezTo>
                    <a:pt x="638" y="1258"/>
                    <a:pt x="638" y="1258"/>
                    <a:pt x="638" y="1258"/>
                  </a:cubicBezTo>
                  <a:cubicBezTo>
                    <a:pt x="638" y="1257"/>
                    <a:pt x="638" y="1257"/>
                    <a:pt x="638" y="1257"/>
                  </a:cubicBezTo>
                  <a:cubicBezTo>
                    <a:pt x="638" y="1255"/>
                    <a:pt x="638" y="1255"/>
                    <a:pt x="638" y="1255"/>
                  </a:cubicBezTo>
                  <a:cubicBezTo>
                    <a:pt x="638" y="1253"/>
                    <a:pt x="638" y="1253"/>
                    <a:pt x="638" y="1253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38" y="1251"/>
                    <a:pt x="638" y="1251"/>
                    <a:pt x="638" y="1251"/>
                  </a:cubicBezTo>
                  <a:cubicBezTo>
                    <a:pt x="639" y="1250"/>
                    <a:pt x="639" y="1250"/>
                    <a:pt x="639" y="1250"/>
                  </a:cubicBezTo>
                  <a:cubicBezTo>
                    <a:pt x="641" y="1248"/>
                    <a:pt x="641" y="1248"/>
                    <a:pt x="641" y="1248"/>
                  </a:cubicBezTo>
                  <a:cubicBezTo>
                    <a:pt x="642" y="1248"/>
                    <a:pt x="642" y="1248"/>
                    <a:pt x="642" y="1248"/>
                  </a:cubicBezTo>
                  <a:cubicBezTo>
                    <a:pt x="643" y="1248"/>
                    <a:pt x="643" y="1248"/>
                    <a:pt x="643" y="1248"/>
                  </a:cubicBezTo>
                  <a:cubicBezTo>
                    <a:pt x="644" y="1249"/>
                    <a:pt x="644" y="1249"/>
                    <a:pt x="644" y="1249"/>
                  </a:cubicBezTo>
                  <a:cubicBezTo>
                    <a:pt x="644" y="1250"/>
                    <a:pt x="644" y="1250"/>
                    <a:pt x="644" y="1250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1" y="1250"/>
                    <a:pt x="641" y="1250"/>
                    <a:pt x="641" y="1250"/>
                  </a:cubicBezTo>
                  <a:cubicBezTo>
                    <a:pt x="640" y="1250"/>
                    <a:pt x="640" y="1250"/>
                    <a:pt x="640" y="1250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39" y="1255"/>
                    <a:pt x="639" y="1255"/>
                    <a:pt x="639" y="1255"/>
                  </a:cubicBezTo>
                  <a:cubicBezTo>
                    <a:pt x="640" y="1256"/>
                    <a:pt x="640" y="1256"/>
                    <a:pt x="640" y="1256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39" y="1257"/>
                    <a:pt x="639" y="1257"/>
                    <a:pt x="639" y="1257"/>
                  </a:cubicBezTo>
                  <a:cubicBezTo>
                    <a:pt x="639" y="1259"/>
                    <a:pt x="639" y="1259"/>
                    <a:pt x="639" y="1259"/>
                  </a:cubicBezTo>
                  <a:cubicBezTo>
                    <a:pt x="638" y="1261"/>
                    <a:pt x="638" y="1261"/>
                    <a:pt x="638" y="1261"/>
                  </a:cubicBezTo>
                  <a:cubicBezTo>
                    <a:pt x="639" y="1262"/>
                    <a:pt x="639" y="1262"/>
                    <a:pt x="639" y="1262"/>
                  </a:cubicBezTo>
                  <a:cubicBezTo>
                    <a:pt x="638" y="1263"/>
                    <a:pt x="638" y="1263"/>
                    <a:pt x="638" y="1263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39" y="1266"/>
                    <a:pt x="639" y="1266"/>
                    <a:pt x="639" y="1266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9"/>
                    <a:pt x="639" y="1269"/>
                    <a:pt x="639" y="1269"/>
                  </a:cubicBezTo>
                  <a:cubicBezTo>
                    <a:pt x="636" y="1269"/>
                    <a:pt x="636" y="1269"/>
                    <a:pt x="636" y="1269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3" y="1271"/>
                    <a:pt x="633" y="1271"/>
                    <a:pt x="633" y="1271"/>
                  </a:cubicBezTo>
                  <a:cubicBezTo>
                    <a:pt x="633" y="1272"/>
                    <a:pt x="633" y="1272"/>
                    <a:pt x="633" y="1272"/>
                  </a:cubicBezTo>
                  <a:cubicBezTo>
                    <a:pt x="635" y="1273"/>
                    <a:pt x="635" y="1273"/>
                    <a:pt x="635" y="1273"/>
                  </a:cubicBezTo>
                  <a:cubicBezTo>
                    <a:pt x="637" y="1273"/>
                    <a:pt x="637" y="1273"/>
                    <a:pt x="637" y="1273"/>
                  </a:cubicBezTo>
                  <a:cubicBezTo>
                    <a:pt x="636" y="1274"/>
                    <a:pt x="636" y="1274"/>
                    <a:pt x="636" y="1274"/>
                  </a:cubicBezTo>
                  <a:cubicBezTo>
                    <a:pt x="637" y="1275"/>
                    <a:pt x="637" y="1275"/>
                    <a:pt x="637" y="1275"/>
                  </a:cubicBezTo>
                  <a:cubicBezTo>
                    <a:pt x="636" y="1276"/>
                    <a:pt x="636" y="1276"/>
                    <a:pt x="636" y="1276"/>
                  </a:cubicBezTo>
                  <a:cubicBezTo>
                    <a:pt x="638" y="1278"/>
                    <a:pt x="638" y="1278"/>
                    <a:pt x="638" y="1278"/>
                  </a:cubicBezTo>
                  <a:cubicBezTo>
                    <a:pt x="640" y="1276"/>
                    <a:pt x="640" y="1276"/>
                    <a:pt x="640" y="1276"/>
                  </a:cubicBezTo>
                  <a:cubicBezTo>
                    <a:pt x="641" y="1277"/>
                    <a:pt x="641" y="1277"/>
                    <a:pt x="641" y="1277"/>
                  </a:cubicBezTo>
                  <a:cubicBezTo>
                    <a:pt x="642" y="1277"/>
                    <a:pt x="642" y="1277"/>
                    <a:pt x="642" y="1277"/>
                  </a:cubicBezTo>
                  <a:cubicBezTo>
                    <a:pt x="643" y="1278"/>
                    <a:pt x="643" y="1278"/>
                    <a:pt x="643" y="1278"/>
                  </a:cubicBezTo>
                  <a:cubicBezTo>
                    <a:pt x="644" y="1279"/>
                    <a:pt x="644" y="1279"/>
                    <a:pt x="644" y="1279"/>
                  </a:cubicBezTo>
                  <a:cubicBezTo>
                    <a:pt x="645" y="1279"/>
                    <a:pt x="645" y="1279"/>
                    <a:pt x="645" y="1279"/>
                  </a:cubicBezTo>
                  <a:cubicBezTo>
                    <a:pt x="646" y="1278"/>
                    <a:pt x="646" y="1278"/>
                    <a:pt x="646" y="1278"/>
                  </a:cubicBezTo>
                  <a:cubicBezTo>
                    <a:pt x="645" y="1277"/>
                    <a:pt x="645" y="1277"/>
                    <a:pt x="645" y="1277"/>
                  </a:cubicBezTo>
                  <a:cubicBezTo>
                    <a:pt x="644" y="1277"/>
                    <a:pt x="644" y="1277"/>
                    <a:pt x="644" y="1277"/>
                  </a:cubicBezTo>
                  <a:cubicBezTo>
                    <a:pt x="645" y="1276"/>
                    <a:pt x="645" y="1276"/>
                    <a:pt x="645" y="1276"/>
                  </a:cubicBezTo>
                  <a:cubicBezTo>
                    <a:pt x="646" y="1274"/>
                    <a:pt x="646" y="1274"/>
                    <a:pt x="646" y="1274"/>
                  </a:cubicBezTo>
                  <a:cubicBezTo>
                    <a:pt x="645" y="1274"/>
                    <a:pt x="645" y="1274"/>
                    <a:pt x="645" y="1274"/>
                  </a:cubicBezTo>
                  <a:cubicBezTo>
                    <a:pt x="647" y="1273"/>
                    <a:pt x="647" y="1273"/>
                    <a:pt x="647" y="1273"/>
                  </a:cubicBezTo>
                  <a:cubicBezTo>
                    <a:pt x="648" y="1273"/>
                    <a:pt x="648" y="1273"/>
                    <a:pt x="648" y="1273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49" y="1274"/>
                    <a:pt x="649" y="1274"/>
                    <a:pt x="649" y="1274"/>
                  </a:cubicBezTo>
                  <a:cubicBezTo>
                    <a:pt x="647" y="1275"/>
                    <a:pt x="647" y="1275"/>
                    <a:pt x="647" y="1275"/>
                  </a:cubicBezTo>
                  <a:cubicBezTo>
                    <a:pt x="649" y="1276"/>
                    <a:pt x="649" y="1276"/>
                    <a:pt x="649" y="1276"/>
                  </a:cubicBezTo>
                  <a:cubicBezTo>
                    <a:pt x="647" y="1277"/>
                    <a:pt x="647" y="1277"/>
                    <a:pt x="647" y="1277"/>
                  </a:cubicBezTo>
                  <a:cubicBezTo>
                    <a:pt x="647" y="1278"/>
                    <a:pt x="647" y="1278"/>
                    <a:pt x="647" y="1278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50" y="1280"/>
                    <a:pt x="650" y="1280"/>
                    <a:pt x="650" y="1280"/>
                  </a:cubicBezTo>
                  <a:cubicBezTo>
                    <a:pt x="651" y="1281"/>
                    <a:pt x="651" y="1281"/>
                    <a:pt x="651" y="1281"/>
                  </a:cubicBezTo>
                  <a:cubicBezTo>
                    <a:pt x="652" y="1280"/>
                    <a:pt x="652" y="1280"/>
                    <a:pt x="652" y="1280"/>
                  </a:cubicBezTo>
                  <a:cubicBezTo>
                    <a:pt x="654" y="1281"/>
                    <a:pt x="654" y="1281"/>
                    <a:pt x="654" y="1281"/>
                  </a:cubicBezTo>
                  <a:cubicBezTo>
                    <a:pt x="655" y="1281"/>
                    <a:pt x="655" y="1281"/>
                    <a:pt x="655" y="1281"/>
                  </a:cubicBezTo>
                  <a:cubicBezTo>
                    <a:pt x="655" y="1279"/>
                    <a:pt x="655" y="1279"/>
                    <a:pt x="655" y="1279"/>
                  </a:cubicBezTo>
                  <a:cubicBezTo>
                    <a:pt x="657" y="1280"/>
                    <a:pt x="657" y="1280"/>
                    <a:pt x="657" y="1280"/>
                  </a:cubicBezTo>
                  <a:cubicBezTo>
                    <a:pt x="658" y="1280"/>
                    <a:pt x="658" y="1280"/>
                    <a:pt x="658" y="1280"/>
                  </a:cubicBezTo>
                  <a:cubicBezTo>
                    <a:pt x="659" y="1280"/>
                    <a:pt x="659" y="1280"/>
                    <a:pt x="659" y="1280"/>
                  </a:cubicBezTo>
                  <a:cubicBezTo>
                    <a:pt x="660" y="1281"/>
                    <a:pt x="660" y="1281"/>
                    <a:pt x="660" y="1281"/>
                  </a:cubicBezTo>
                  <a:cubicBezTo>
                    <a:pt x="662" y="1282"/>
                    <a:pt x="662" y="1282"/>
                    <a:pt x="662" y="1282"/>
                  </a:cubicBezTo>
                  <a:cubicBezTo>
                    <a:pt x="662" y="1279"/>
                    <a:pt x="662" y="1279"/>
                    <a:pt x="662" y="1279"/>
                  </a:cubicBezTo>
                  <a:cubicBezTo>
                    <a:pt x="660" y="1278"/>
                    <a:pt x="660" y="1278"/>
                    <a:pt x="660" y="1278"/>
                  </a:cubicBezTo>
                  <a:cubicBezTo>
                    <a:pt x="659" y="1278"/>
                    <a:pt x="659" y="1278"/>
                    <a:pt x="659" y="1278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58" y="1276"/>
                    <a:pt x="658" y="1276"/>
                    <a:pt x="658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60" y="1276"/>
                    <a:pt x="660" y="1276"/>
                    <a:pt x="660" y="1276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63" y="1277"/>
                    <a:pt x="663" y="1277"/>
                    <a:pt x="663" y="1277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5" y="1277"/>
                    <a:pt x="665" y="1277"/>
                    <a:pt x="665" y="1277"/>
                  </a:cubicBezTo>
                  <a:cubicBezTo>
                    <a:pt x="667" y="1276"/>
                    <a:pt x="667" y="1276"/>
                    <a:pt x="667" y="1276"/>
                  </a:cubicBezTo>
                  <a:cubicBezTo>
                    <a:pt x="668" y="1275"/>
                    <a:pt x="668" y="1275"/>
                    <a:pt x="668" y="1275"/>
                  </a:cubicBezTo>
                  <a:cubicBezTo>
                    <a:pt x="667" y="1274"/>
                    <a:pt x="667" y="1274"/>
                    <a:pt x="667" y="1274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5" y="1272"/>
                    <a:pt x="665" y="1272"/>
                    <a:pt x="665" y="1272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9" y="1273"/>
                    <a:pt x="669" y="1273"/>
                    <a:pt x="669" y="1273"/>
                  </a:cubicBezTo>
                  <a:cubicBezTo>
                    <a:pt x="671" y="1274"/>
                    <a:pt x="671" y="1274"/>
                    <a:pt x="671" y="1274"/>
                  </a:cubicBezTo>
                  <a:cubicBezTo>
                    <a:pt x="673" y="1274"/>
                    <a:pt x="673" y="1274"/>
                    <a:pt x="673" y="1274"/>
                  </a:cubicBezTo>
                  <a:cubicBezTo>
                    <a:pt x="675" y="1272"/>
                    <a:pt x="675" y="1272"/>
                    <a:pt x="675" y="1272"/>
                  </a:cubicBezTo>
                  <a:cubicBezTo>
                    <a:pt x="675" y="1271"/>
                    <a:pt x="675" y="1271"/>
                    <a:pt x="675" y="1271"/>
                  </a:cubicBezTo>
                  <a:cubicBezTo>
                    <a:pt x="676" y="1271"/>
                    <a:pt x="676" y="1271"/>
                    <a:pt x="676" y="1271"/>
                  </a:cubicBezTo>
                  <a:cubicBezTo>
                    <a:pt x="677" y="1271"/>
                    <a:pt x="677" y="1271"/>
                    <a:pt x="677" y="1271"/>
                  </a:cubicBezTo>
                  <a:cubicBezTo>
                    <a:pt x="679" y="1270"/>
                    <a:pt x="679" y="1270"/>
                    <a:pt x="679" y="1270"/>
                  </a:cubicBezTo>
                  <a:cubicBezTo>
                    <a:pt x="679" y="1268"/>
                    <a:pt x="679" y="1268"/>
                    <a:pt x="679" y="1268"/>
                  </a:cubicBezTo>
                  <a:cubicBezTo>
                    <a:pt x="677" y="1267"/>
                    <a:pt x="677" y="1267"/>
                    <a:pt x="677" y="1267"/>
                  </a:cubicBezTo>
                  <a:cubicBezTo>
                    <a:pt x="674" y="1268"/>
                    <a:pt x="674" y="1268"/>
                    <a:pt x="674" y="1268"/>
                  </a:cubicBezTo>
                  <a:cubicBezTo>
                    <a:pt x="673" y="1268"/>
                    <a:pt x="673" y="1268"/>
                    <a:pt x="673" y="1268"/>
                  </a:cubicBezTo>
                  <a:cubicBezTo>
                    <a:pt x="671" y="1266"/>
                    <a:pt x="671" y="1266"/>
                    <a:pt x="671" y="1266"/>
                  </a:cubicBezTo>
                  <a:cubicBezTo>
                    <a:pt x="669" y="1265"/>
                    <a:pt x="669" y="1265"/>
                    <a:pt x="669" y="1265"/>
                  </a:cubicBezTo>
                  <a:cubicBezTo>
                    <a:pt x="668" y="1265"/>
                    <a:pt x="668" y="1265"/>
                    <a:pt x="668" y="1265"/>
                  </a:cubicBezTo>
                  <a:cubicBezTo>
                    <a:pt x="661" y="1262"/>
                    <a:pt x="661" y="1262"/>
                    <a:pt x="661" y="1262"/>
                  </a:cubicBezTo>
                  <a:cubicBezTo>
                    <a:pt x="661" y="1261"/>
                    <a:pt x="661" y="1261"/>
                    <a:pt x="661" y="1261"/>
                  </a:cubicBezTo>
                  <a:cubicBezTo>
                    <a:pt x="659" y="1259"/>
                    <a:pt x="659" y="1259"/>
                    <a:pt x="659" y="1259"/>
                  </a:cubicBezTo>
                  <a:cubicBezTo>
                    <a:pt x="657" y="1259"/>
                    <a:pt x="657" y="1259"/>
                    <a:pt x="657" y="1259"/>
                  </a:cubicBezTo>
                  <a:cubicBezTo>
                    <a:pt x="656" y="1257"/>
                    <a:pt x="656" y="1257"/>
                    <a:pt x="656" y="1257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4" y="1250"/>
                    <a:pt x="654" y="1250"/>
                    <a:pt x="654" y="1250"/>
                  </a:cubicBezTo>
                  <a:cubicBezTo>
                    <a:pt x="651" y="1248"/>
                    <a:pt x="651" y="1248"/>
                    <a:pt x="651" y="1248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6" y="1247"/>
                    <a:pt x="646" y="1247"/>
                    <a:pt x="646" y="1247"/>
                  </a:cubicBezTo>
                  <a:cubicBezTo>
                    <a:pt x="644" y="1246"/>
                    <a:pt x="644" y="1246"/>
                    <a:pt x="644" y="1246"/>
                  </a:cubicBezTo>
                  <a:cubicBezTo>
                    <a:pt x="644" y="1245"/>
                    <a:pt x="644" y="1245"/>
                    <a:pt x="644" y="1245"/>
                  </a:cubicBezTo>
                  <a:cubicBezTo>
                    <a:pt x="645" y="1245"/>
                    <a:pt x="645" y="1245"/>
                    <a:pt x="645" y="1245"/>
                  </a:cubicBezTo>
                  <a:cubicBezTo>
                    <a:pt x="646" y="1244"/>
                    <a:pt x="646" y="1244"/>
                    <a:pt x="646" y="1244"/>
                  </a:cubicBezTo>
                  <a:cubicBezTo>
                    <a:pt x="648" y="1245"/>
                    <a:pt x="648" y="1245"/>
                    <a:pt x="648" y="1245"/>
                  </a:cubicBezTo>
                  <a:cubicBezTo>
                    <a:pt x="649" y="1245"/>
                    <a:pt x="649" y="1245"/>
                    <a:pt x="649" y="1245"/>
                  </a:cubicBezTo>
                  <a:cubicBezTo>
                    <a:pt x="650" y="1245"/>
                    <a:pt x="650" y="1245"/>
                    <a:pt x="650" y="1245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3"/>
                    <a:pt x="652" y="1243"/>
                    <a:pt x="652" y="1243"/>
                  </a:cubicBezTo>
                  <a:cubicBezTo>
                    <a:pt x="650" y="1242"/>
                    <a:pt x="650" y="1242"/>
                    <a:pt x="650" y="1242"/>
                  </a:cubicBezTo>
                  <a:cubicBezTo>
                    <a:pt x="648" y="1241"/>
                    <a:pt x="648" y="1241"/>
                    <a:pt x="648" y="1241"/>
                  </a:cubicBezTo>
                  <a:cubicBezTo>
                    <a:pt x="648" y="1239"/>
                    <a:pt x="648" y="1239"/>
                    <a:pt x="648" y="1239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5" y="1238"/>
                    <a:pt x="645" y="1238"/>
                    <a:pt x="645" y="1238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5"/>
                    <a:pt x="646" y="1235"/>
                    <a:pt x="646" y="1235"/>
                  </a:cubicBezTo>
                  <a:cubicBezTo>
                    <a:pt x="644" y="1232"/>
                    <a:pt x="644" y="1232"/>
                    <a:pt x="644" y="1232"/>
                  </a:cubicBezTo>
                  <a:cubicBezTo>
                    <a:pt x="643" y="1229"/>
                    <a:pt x="643" y="1229"/>
                    <a:pt x="643" y="1229"/>
                  </a:cubicBezTo>
                  <a:cubicBezTo>
                    <a:pt x="643" y="1228"/>
                    <a:pt x="643" y="1228"/>
                    <a:pt x="643" y="1228"/>
                  </a:cubicBezTo>
                  <a:cubicBezTo>
                    <a:pt x="644" y="1225"/>
                    <a:pt x="644" y="1225"/>
                    <a:pt x="644" y="1225"/>
                  </a:cubicBezTo>
                  <a:cubicBezTo>
                    <a:pt x="645" y="1224"/>
                    <a:pt x="645" y="1224"/>
                    <a:pt x="645" y="1224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1"/>
                    <a:pt x="646" y="1221"/>
                    <a:pt x="646" y="1221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8" y="1222"/>
                    <a:pt x="648" y="1222"/>
                    <a:pt x="648" y="1222"/>
                  </a:cubicBezTo>
                  <a:cubicBezTo>
                    <a:pt x="649" y="1221"/>
                    <a:pt x="649" y="1221"/>
                    <a:pt x="649" y="1221"/>
                  </a:cubicBezTo>
                  <a:cubicBezTo>
                    <a:pt x="650" y="1220"/>
                    <a:pt x="650" y="1220"/>
                    <a:pt x="650" y="1220"/>
                  </a:cubicBezTo>
                  <a:cubicBezTo>
                    <a:pt x="651" y="1218"/>
                    <a:pt x="651" y="1218"/>
                    <a:pt x="651" y="1218"/>
                  </a:cubicBezTo>
                  <a:cubicBezTo>
                    <a:pt x="652" y="1217"/>
                    <a:pt x="652" y="1217"/>
                    <a:pt x="652" y="1217"/>
                  </a:cubicBezTo>
                  <a:cubicBezTo>
                    <a:pt x="651" y="1214"/>
                    <a:pt x="651" y="1214"/>
                    <a:pt x="651" y="1214"/>
                  </a:cubicBezTo>
                  <a:cubicBezTo>
                    <a:pt x="650" y="1214"/>
                    <a:pt x="650" y="1214"/>
                    <a:pt x="650" y="1214"/>
                  </a:cubicBezTo>
                  <a:cubicBezTo>
                    <a:pt x="651" y="1213"/>
                    <a:pt x="651" y="1213"/>
                    <a:pt x="651" y="1213"/>
                  </a:cubicBezTo>
                  <a:cubicBezTo>
                    <a:pt x="651" y="1211"/>
                    <a:pt x="651" y="1211"/>
                    <a:pt x="651" y="1211"/>
                  </a:cubicBezTo>
                  <a:cubicBezTo>
                    <a:pt x="652" y="1210"/>
                    <a:pt x="652" y="1210"/>
                    <a:pt x="652" y="1210"/>
                  </a:cubicBezTo>
                  <a:cubicBezTo>
                    <a:pt x="653" y="1208"/>
                    <a:pt x="653" y="1208"/>
                    <a:pt x="653" y="1208"/>
                  </a:cubicBezTo>
                  <a:cubicBezTo>
                    <a:pt x="655" y="1208"/>
                    <a:pt x="655" y="1208"/>
                    <a:pt x="655" y="1208"/>
                  </a:cubicBezTo>
                  <a:cubicBezTo>
                    <a:pt x="655" y="1206"/>
                    <a:pt x="655" y="1206"/>
                    <a:pt x="655" y="1206"/>
                  </a:cubicBezTo>
                  <a:cubicBezTo>
                    <a:pt x="656" y="1205"/>
                    <a:pt x="656" y="1205"/>
                    <a:pt x="656" y="1205"/>
                  </a:cubicBezTo>
                  <a:cubicBezTo>
                    <a:pt x="657" y="1205"/>
                    <a:pt x="657" y="1205"/>
                    <a:pt x="657" y="1205"/>
                  </a:cubicBezTo>
                  <a:cubicBezTo>
                    <a:pt x="657" y="1204"/>
                    <a:pt x="657" y="1204"/>
                    <a:pt x="657" y="1204"/>
                  </a:cubicBezTo>
                  <a:cubicBezTo>
                    <a:pt x="658" y="1203"/>
                    <a:pt x="658" y="1203"/>
                    <a:pt x="658" y="1203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0"/>
                    <a:pt x="660" y="1200"/>
                    <a:pt x="660" y="1200"/>
                  </a:cubicBezTo>
                  <a:cubicBezTo>
                    <a:pt x="661" y="1199"/>
                    <a:pt x="661" y="1199"/>
                    <a:pt x="661" y="1199"/>
                  </a:cubicBezTo>
                  <a:cubicBezTo>
                    <a:pt x="659" y="1198"/>
                    <a:pt x="659" y="1198"/>
                    <a:pt x="659" y="1198"/>
                  </a:cubicBezTo>
                  <a:cubicBezTo>
                    <a:pt x="660" y="1197"/>
                    <a:pt x="660" y="1197"/>
                    <a:pt x="660" y="1197"/>
                  </a:cubicBezTo>
                  <a:cubicBezTo>
                    <a:pt x="660" y="1196"/>
                    <a:pt x="660" y="1196"/>
                    <a:pt x="660" y="1196"/>
                  </a:cubicBezTo>
                  <a:cubicBezTo>
                    <a:pt x="659" y="1194"/>
                    <a:pt x="659" y="1194"/>
                    <a:pt x="659" y="1194"/>
                  </a:cubicBezTo>
                  <a:cubicBezTo>
                    <a:pt x="659" y="1193"/>
                    <a:pt x="659" y="1193"/>
                    <a:pt x="659" y="1193"/>
                  </a:cubicBezTo>
                  <a:cubicBezTo>
                    <a:pt x="660" y="1193"/>
                    <a:pt x="660" y="1193"/>
                    <a:pt x="660" y="1193"/>
                  </a:cubicBezTo>
                  <a:cubicBezTo>
                    <a:pt x="659" y="1191"/>
                    <a:pt x="659" y="1191"/>
                    <a:pt x="659" y="1191"/>
                  </a:cubicBezTo>
                  <a:cubicBezTo>
                    <a:pt x="657" y="1191"/>
                    <a:pt x="657" y="1191"/>
                    <a:pt x="657" y="1191"/>
                  </a:cubicBezTo>
                  <a:cubicBezTo>
                    <a:pt x="656" y="1191"/>
                    <a:pt x="656" y="1191"/>
                    <a:pt x="656" y="1191"/>
                  </a:cubicBezTo>
                  <a:cubicBezTo>
                    <a:pt x="655" y="1191"/>
                    <a:pt x="655" y="1191"/>
                    <a:pt x="655" y="1191"/>
                  </a:cubicBezTo>
                  <a:cubicBezTo>
                    <a:pt x="653" y="1191"/>
                    <a:pt x="653" y="1191"/>
                    <a:pt x="653" y="1191"/>
                  </a:cubicBezTo>
                  <a:cubicBezTo>
                    <a:pt x="650" y="1189"/>
                    <a:pt x="650" y="1189"/>
                    <a:pt x="650" y="1189"/>
                  </a:cubicBezTo>
                  <a:cubicBezTo>
                    <a:pt x="648" y="1187"/>
                    <a:pt x="648" y="1187"/>
                    <a:pt x="648" y="1187"/>
                  </a:cubicBezTo>
                  <a:cubicBezTo>
                    <a:pt x="647" y="1187"/>
                    <a:pt x="647" y="1187"/>
                    <a:pt x="647" y="1187"/>
                  </a:cubicBezTo>
                  <a:cubicBezTo>
                    <a:pt x="646" y="1186"/>
                    <a:pt x="646" y="1186"/>
                    <a:pt x="646" y="1186"/>
                  </a:cubicBezTo>
                  <a:cubicBezTo>
                    <a:pt x="644" y="1183"/>
                    <a:pt x="644" y="1183"/>
                    <a:pt x="644" y="1183"/>
                  </a:cubicBezTo>
                  <a:cubicBezTo>
                    <a:pt x="644" y="1182"/>
                    <a:pt x="644" y="1182"/>
                    <a:pt x="644" y="1182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5" y="1179"/>
                    <a:pt x="645" y="1179"/>
                    <a:pt x="645" y="1179"/>
                  </a:cubicBezTo>
                  <a:cubicBezTo>
                    <a:pt x="646" y="1177"/>
                    <a:pt x="646" y="1177"/>
                    <a:pt x="646" y="1177"/>
                  </a:cubicBezTo>
                  <a:cubicBezTo>
                    <a:pt x="646" y="1176"/>
                    <a:pt x="646" y="1176"/>
                    <a:pt x="646" y="1176"/>
                  </a:cubicBezTo>
                  <a:cubicBezTo>
                    <a:pt x="647" y="1176"/>
                    <a:pt x="647" y="1176"/>
                    <a:pt x="647" y="1176"/>
                  </a:cubicBezTo>
                  <a:cubicBezTo>
                    <a:pt x="648" y="1175"/>
                    <a:pt x="648" y="1175"/>
                    <a:pt x="648" y="1175"/>
                  </a:cubicBezTo>
                  <a:cubicBezTo>
                    <a:pt x="650" y="1174"/>
                    <a:pt x="650" y="1174"/>
                    <a:pt x="650" y="1174"/>
                  </a:cubicBezTo>
                  <a:cubicBezTo>
                    <a:pt x="651" y="1173"/>
                    <a:pt x="651" y="1173"/>
                    <a:pt x="651" y="1173"/>
                  </a:cubicBezTo>
                  <a:cubicBezTo>
                    <a:pt x="653" y="1173"/>
                    <a:pt x="653" y="1173"/>
                    <a:pt x="653" y="1173"/>
                  </a:cubicBezTo>
                  <a:cubicBezTo>
                    <a:pt x="654" y="1173"/>
                    <a:pt x="654" y="1173"/>
                    <a:pt x="654" y="1173"/>
                  </a:cubicBezTo>
                  <a:cubicBezTo>
                    <a:pt x="657" y="1172"/>
                    <a:pt x="657" y="1172"/>
                    <a:pt x="657" y="1172"/>
                  </a:cubicBezTo>
                  <a:cubicBezTo>
                    <a:pt x="657" y="1171"/>
                    <a:pt x="657" y="1171"/>
                    <a:pt x="657" y="1171"/>
                  </a:cubicBezTo>
                  <a:cubicBezTo>
                    <a:pt x="657" y="1170"/>
                    <a:pt x="657" y="1170"/>
                    <a:pt x="657" y="1170"/>
                  </a:cubicBezTo>
                  <a:cubicBezTo>
                    <a:pt x="655" y="1170"/>
                    <a:pt x="655" y="1170"/>
                    <a:pt x="655" y="1170"/>
                  </a:cubicBezTo>
                  <a:cubicBezTo>
                    <a:pt x="656" y="1169"/>
                    <a:pt x="656" y="1169"/>
                    <a:pt x="656" y="1169"/>
                  </a:cubicBezTo>
                  <a:cubicBezTo>
                    <a:pt x="658" y="1167"/>
                    <a:pt x="658" y="1167"/>
                    <a:pt x="658" y="1167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5"/>
                    <a:pt x="658" y="1165"/>
                    <a:pt x="658" y="1165"/>
                  </a:cubicBezTo>
                  <a:cubicBezTo>
                    <a:pt x="656" y="1163"/>
                    <a:pt x="656" y="1163"/>
                    <a:pt x="656" y="1163"/>
                  </a:cubicBezTo>
                  <a:cubicBezTo>
                    <a:pt x="657" y="1162"/>
                    <a:pt x="657" y="1162"/>
                    <a:pt x="657" y="1162"/>
                  </a:cubicBezTo>
                  <a:cubicBezTo>
                    <a:pt x="657" y="1161"/>
                    <a:pt x="657" y="1161"/>
                    <a:pt x="657" y="1161"/>
                  </a:cubicBezTo>
                  <a:cubicBezTo>
                    <a:pt x="656" y="1160"/>
                    <a:pt x="656" y="1160"/>
                    <a:pt x="656" y="1160"/>
                  </a:cubicBezTo>
                  <a:cubicBezTo>
                    <a:pt x="656" y="1159"/>
                    <a:pt x="656" y="1159"/>
                    <a:pt x="656" y="1159"/>
                  </a:cubicBezTo>
                  <a:cubicBezTo>
                    <a:pt x="657" y="1158"/>
                    <a:pt x="657" y="1158"/>
                    <a:pt x="657" y="1158"/>
                  </a:cubicBezTo>
                  <a:cubicBezTo>
                    <a:pt x="658" y="1156"/>
                    <a:pt x="658" y="1156"/>
                    <a:pt x="658" y="1156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60" y="1154"/>
                    <a:pt x="660" y="1154"/>
                    <a:pt x="660" y="1154"/>
                  </a:cubicBezTo>
                  <a:cubicBezTo>
                    <a:pt x="662" y="1152"/>
                    <a:pt x="662" y="1152"/>
                    <a:pt x="662" y="1152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59" y="1150"/>
                    <a:pt x="659" y="1150"/>
                    <a:pt x="659" y="1150"/>
                  </a:cubicBezTo>
                  <a:cubicBezTo>
                    <a:pt x="658" y="1150"/>
                    <a:pt x="658" y="1150"/>
                    <a:pt x="658" y="1150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9" y="1148"/>
                    <a:pt x="659" y="1148"/>
                    <a:pt x="659" y="1148"/>
                  </a:cubicBezTo>
                  <a:cubicBezTo>
                    <a:pt x="660" y="1148"/>
                    <a:pt x="660" y="1148"/>
                    <a:pt x="660" y="1148"/>
                  </a:cubicBezTo>
                  <a:cubicBezTo>
                    <a:pt x="661" y="1148"/>
                    <a:pt x="661" y="1148"/>
                    <a:pt x="661" y="1148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64" y="1152"/>
                    <a:pt x="664" y="1152"/>
                    <a:pt x="664" y="1152"/>
                  </a:cubicBezTo>
                  <a:cubicBezTo>
                    <a:pt x="667" y="1150"/>
                    <a:pt x="667" y="1150"/>
                    <a:pt x="667" y="1150"/>
                  </a:cubicBezTo>
                  <a:cubicBezTo>
                    <a:pt x="667" y="1148"/>
                    <a:pt x="667" y="1148"/>
                    <a:pt x="667" y="1148"/>
                  </a:cubicBezTo>
                  <a:cubicBezTo>
                    <a:pt x="667" y="1146"/>
                    <a:pt x="667" y="1146"/>
                    <a:pt x="667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7" y="1144"/>
                    <a:pt x="667" y="1144"/>
                    <a:pt x="667" y="1144"/>
                  </a:cubicBezTo>
                  <a:cubicBezTo>
                    <a:pt x="665" y="1142"/>
                    <a:pt x="665" y="1142"/>
                    <a:pt x="665" y="1142"/>
                  </a:cubicBezTo>
                  <a:cubicBezTo>
                    <a:pt x="664" y="1142"/>
                    <a:pt x="664" y="1142"/>
                    <a:pt x="664" y="1142"/>
                  </a:cubicBezTo>
                  <a:cubicBezTo>
                    <a:pt x="662" y="1143"/>
                    <a:pt x="662" y="1143"/>
                    <a:pt x="662" y="1143"/>
                  </a:cubicBezTo>
                  <a:cubicBezTo>
                    <a:pt x="661" y="1143"/>
                    <a:pt x="661" y="1143"/>
                    <a:pt x="661" y="1143"/>
                  </a:cubicBezTo>
                  <a:cubicBezTo>
                    <a:pt x="660" y="1144"/>
                    <a:pt x="660" y="1144"/>
                    <a:pt x="660" y="1144"/>
                  </a:cubicBezTo>
                  <a:cubicBezTo>
                    <a:pt x="659" y="1143"/>
                    <a:pt x="659" y="1143"/>
                    <a:pt x="659" y="1143"/>
                  </a:cubicBezTo>
                  <a:cubicBezTo>
                    <a:pt x="657" y="1143"/>
                    <a:pt x="657" y="1143"/>
                    <a:pt x="657" y="1143"/>
                  </a:cubicBezTo>
                  <a:cubicBezTo>
                    <a:pt x="656" y="1143"/>
                    <a:pt x="656" y="1143"/>
                    <a:pt x="656" y="1143"/>
                  </a:cubicBezTo>
                  <a:cubicBezTo>
                    <a:pt x="655" y="1142"/>
                    <a:pt x="655" y="1142"/>
                    <a:pt x="655" y="1142"/>
                  </a:cubicBezTo>
                  <a:cubicBezTo>
                    <a:pt x="655" y="1138"/>
                    <a:pt x="655" y="1138"/>
                    <a:pt x="655" y="1138"/>
                  </a:cubicBezTo>
                  <a:cubicBezTo>
                    <a:pt x="655" y="1135"/>
                    <a:pt x="655" y="1135"/>
                    <a:pt x="655" y="1135"/>
                  </a:cubicBezTo>
                  <a:cubicBezTo>
                    <a:pt x="653" y="1134"/>
                    <a:pt x="653" y="1134"/>
                    <a:pt x="653" y="1134"/>
                  </a:cubicBezTo>
                  <a:cubicBezTo>
                    <a:pt x="653" y="1132"/>
                    <a:pt x="653" y="1132"/>
                    <a:pt x="653" y="1132"/>
                  </a:cubicBezTo>
                  <a:cubicBezTo>
                    <a:pt x="654" y="1131"/>
                    <a:pt x="654" y="1131"/>
                    <a:pt x="654" y="1131"/>
                  </a:cubicBezTo>
                  <a:cubicBezTo>
                    <a:pt x="655" y="1132"/>
                    <a:pt x="655" y="1132"/>
                    <a:pt x="655" y="1132"/>
                  </a:cubicBezTo>
                  <a:cubicBezTo>
                    <a:pt x="657" y="1132"/>
                    <a:pt x="657" y="1132"/>
                    <a:pt x="657" y="1132"/>
                  </a:cubicBezTo>
                  <a:cubicBezTo>
                    <a:pt x="660" y="1133"/>
                    <a:pt x="660" y="1133"/>
                    <a:pt x="660" y="1133"/>
                  </a:cubicBezTo>
                  <a:cubicBezTo>
                    <a:pt x="662" y="1135"/>
                    <a:pt x="662" y="1135"/>
                    <a:pt x="662" y="1135"/>
                  </a:cubicBezTo>
                  <a:cubicBezTo>
                    <a:pt x="665" y="1135"/>
                    <a:pt x="665" y="1135"/>
                    <a:pt x="665" y="1135"/>
                  </a:cubicBezTo>
                  <a:cubicBezTo>
                    <a:pt x="669" y="1135"/>
                    <a:pt x="669" y="1135"/>
                    <a:pt x="669" y="1135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3" y="1132"/>
                    <a:pt x="673" y="1132"/>
                    <a:pt x="673" y="1132"/>
                  </a:cubicBezTo>
                  <a:cubicBezTo>
                    <a:pt x="674" y="1130"/>
                    <a:pt x="674" y="1130"/>
                    <a:pt x="674" y="1130"/>
                  </a:cubicBezTo>
                  <a:cubicBezTo>
                    <a:pt x="674" y="1129"/>
                    <a:pt x="674" y="1129"/>
                    <a:pt x="674" y="1129"/>
                  </a:cubicBezTo>
                  <a:cubicBezTo>
                    <a:pt x="674" y="1128"/>
                    <a:pt x="674" y="1128"/>
                    <a:pt x="674" y="1128"/>
                  </a:cubicBezTo>
                  <a:cubicBezTo>
                    <a:pt x="674" y="1127"/>
                    <a:pt x="674" y="1127"/>
                    <a:pt x="674" y="1127"/>
                  </a:cubicBezTo>
                  <a:cubicBezTo>
                    <a:pt x="673" y="1126"/>
                    <a:pt x="673" y="1126"/>
                    <a:pt x="673" y="1126"/>
                  </a:cubicBezTo>
                  <a:cubicBezTo>
                    <a:pt x="672" y="1125"/>
                    <a:pt x="672" y="1125"/>
                    <a:pt x="672" y="1125"/>
                  </a:cubicBezTo>
                  <a:cubicBezTo>
                    <a:pt x="672" y="1124"/>
                    <a:pt x="672" y="1124"/>
                    <a:pt x="672" y="1124"/>
                  </a:cubicBezTo>
                  <a:cubicBezTo>
                    <a:pt x="673" y="1123"/>
                    <a:pt x="673" y="1123"/>
                    <a:pt x="673" y="1123"/>
                  </a:cubicBezTo>
                  <a:cubicBezTo>
                    <a:pt x="672" y="1122"/>
                    <a:pt x="672" y="1122"/>
                    <a:pt x="672" y="1122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19"/>
                    <a:pt x="674" y="1119"/>
                    <a:pt x="674" y="1119"/>
                  </a:cubicBezTo>
                  <a:cubicBezTo>
                    <a:pt x="674" y="1117"/>
                    <a:pt x="674" y="1117"/>
                    <a:pt x="674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2" y="1116"/>
                    <a:pt x="672" y="1116"/>
                    <a:pt x="672" y="1116"/>
                  </a:cubicBezTo>
                  <a:cubicBezTo>
                    <a:pt x="672" y="1114"/>
                    <a:pt x="672" y="1114"/>
                    <a:pt x="672" y="1114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2" y="1112"/>
                    <a:pt x="672" y="1112"/>
                    <a:pt x="672" y="1112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3" y="1113"/>
                    <a:pt x="673" y="1113"/>
                    <a:pt x="673" y="1113"/>
                  </a:cubicBezTo>
                  <a:cubicBezTo>
                    <a:pt x="675" y="1113"/>
                    <a:pt x="675" y="1113"/>
                    <a:pt x="675" y="1113"/>
                  </a:cubicBezTo>
                  <a:cubicBezTo>
                    <a:pt x="677" y="1114"/>
                    <a:pt x="677" y="1114"/>
                    <a:pt x="677" y="1114"/>
                  </a:cubicBezTo>
                  <a:cubicBezTo>
                    <a:pt x="679" y="1114"/>
                    <a:pt x="679" y="1114"/>
                    <a:pt x="679" y="1114"/>
                  </a:cubicBezTo>
                  <a:cubicBezTo>
                    <a:pt x="681" y="1114"/>
                    <a:pt x="681" y="1114"/>
                    <a:pt x="681" y="1114"/>
                  </a:cubicBezTo>
                  <a:cubicBezTo>
                    <a:pt x="683" y="1114"/>
                    <a:pt x="683" y="1114"/>
                    <a:pt x="683" y="1114"/>
                  </a:cubicBezTo>
                  <a:cubicBezTo>
                    <a:pt x="687" y="1114"/>
                    <a:pt x="687" y="1114"/>
                    <a:pt x="687" y="1114"/>
                  </a:cubicBezTo>
                  <a:cubicBezTo>
                    <a:pt x="692" y="1113"/>
                    <a:pt x="692" y="1113"/>
                    <a:pt x="692" y="1113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701" y="1110"/>
                    <a:pt x="701" y="1110"/>
                    <a:pt x="701" y="1110"/>
                  </a:cubicBezTo>
                  <a:cubicBezTo>
                    <a:pt x="705" y="1107"/>
                    <a:pt x="705" y="1107"/>
                    <a:pt x="705" y="1107"/>
                  </a:cubicBezTo>
                  <a:cubicBezTo>
                    <a:pt x="706" y="1105"/>
                    <a:pt x="706" y="1105"/>
                    <a:pt x="706" y="1105"/>
                  </a:cubicBezTo>
                  <a:cubicBezTo>
                    <a:pt x="705" y="1104"/>
                    <a:pt x="705" y="1104"/>
                    <a:pt x="705" y="1104"/>
                  </a:cubicBezTo>
                  <a:cubicBezTo>
                    <a:pt x="706" y="1102"/>
                    <a:pt x="706" y="1102"/>
                    <a:pt x="706" y="1102"/>
                  </a:cubicBezTo>
                  <a:cubicBezTo>
                    <a:pt x="706" y="1103"/>
                    <a:pt x="706" y="1103"/>
                    <a:pt x="706" y="1103"/>
                  </a:cubicBezTo>
                  <a:cubicBezTo>
                    <a:pt x="707" y="1101"/>
                    <a:pt x="707" y="1101"/>
                    <a:pt x="707" y="1101"/>
                  </a:cubicBezTo>
                  <a:cubicBezTo>
                    <a:pt x="708" y="1099"/>
                    <a:pt x="708" y="1099"/>
                    <a:pt x="708" y="1099"/>
                  </a:cubicBezTo>
                  <a:cubicBezTo>
                    <a:pt x="709" y="1097"/>
                    <a:pt x="709" y="1097"/>
                    <a:pt x="709" y="1097"/>
                  </a:cubicBezTo>
                  <a:cubicBezTo>
                    <a:pt x="709" y="1095"/>
                    <a:pt x="709" y="1095"/>
                    <a:pt x="709" y="1095"/>
                  </a:cubicBezTo>
                  <a:cubicBezTo>
                    <a:pt x="709" y="1092"/>
                    <a:pt x="709" y="1092"/>
                    <a:pt x="709" y="1092"/>
                  </a:cubicBezTo>
                  <a:cubicBezTo>
                    <a:pt x="709" y="1090"/>
                    <a:pt x="709" y="1090"/>
                    <a:pt x="709" y="1090"/>
                  </a:cubicBezTo>
                  <a:cubicBezTo>
                    <a:pt x="708" y="1090"/>
                    <a:pt x="708" y="1090"/>
                    <a:pt x="708" y="1090"/>
                  </a:cubicBezTo>
                  <a:cubicBezTo>
                    <a:pt x="707" y="1091"/>
                    <a:pt x="707" y="1091"/>
                    <a:pt x="707" y="1091"/>
                  </a:cubicBezTo>
                  <a:cubicBezTo>
                    <a:pt x="706" y="1091"/>
                    <a:pt x="706" y="1091"/>
                    <a:pt x="706" y="1091"/>
                  </a:cubicBezTo>
                  <a:cubicBezTo>
                    <a:pt x="704" y="1090"/>
                    <a:pt x="704" y="1090"/>
                    <a:pt x="704" y="1090"/>
                  </a:cubicBezTo>
                  <a:cubicBezTo>
                    <a:pt x="703" y="1088"/>
                    <a:pt x="703" y="1088"/>
                    <a:pt x="703" y="1088"/>
                  </a:cubicBezTo>
                  <a:cubicBezTo>
                    <a:pt x="703" y="1087"/>
                    <a:pt x="703" y="1087"/>
                    <a:pt x="703" y="1087"/>
                  </a:cubicBezTo>
                  <a:cubicBezTo>
                    <a:pt x="705" y="1084"/>
                    <a:pt x="705" y="1084"/>
                    <a:pt x="705" y="1084"/>
                  </a:cubicBezTo>
                  <a:cubicBezTo>
                    <a:pt x="705" y="1082"/>
                    <a:pt x="705" y="1082"/>
                    <a:pt x="705" y="1082"/>
                  </a:cubicBezTo>
                  <a:cubicBezTo>
                    <a:pt x="704" y="1081"/>
                    <a:pt x="704" y="1081"/>
                    <a:pt x="704" y="1081"/>
                  </a:cubicBezTo>
                  <a:cubicBezTo>
                    <a:pt x="700" y="1078"/>
                    <a:pt x="700" y="1078"/>
                    <a:pt x="700" y="1078"/>
                  </a:cubicBezTo>
                  <a:cubicBezTo>
                    <a:pt x="697" y="1076"/>
                    <a:pt x="697" y="1076"/>
                    <a:pt x="697" y="1076"/>
                  </a:cubicBezTo>
                  <a:cubicBezTo>
                    <a:pt x="694" y="1074"/>
                    <a:pt x="694" y="1074"/>
                    <a:pt x="694" y="1074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1"/>
                    <a:pt x="694" y="1071"/>
                    <a:pt x="694" y="1071"/>
                  </a:cubicBezTo>
                  <a:cubicBezTo>
                    <a:pt x="695" y="1074"/>
                    <a:pt x="695" y="1074"/>
                    <a:pt x="695" y="1074"/>
                  </a:cubicBezTo>
                  <a:cubicBezTo>
                    <a:pt x="696" y="1074"/>
                    <a:pt x="696" y="1074"/>
                    <a:pt x="696" y="1074"/>
                  </a:cubicBezTo>
                  <a:cubicBezTo>
                    <a:pt x="698" y="1076"/>
                    <a:pt x="698" y="1076"/>
                    <a:pt x="698" y="1076"/>
                  </a:cubicBezTo>
                  <a:cubicBezTo>
                    <a:pt x="700" y="1076"/>
                    <a:pt x="700" y="1076"/>
                    <a:pt x="700" y="1076"/>
                  </a:cubicBezTo>
                  <a:cubicBezTo>
                    <a:pt x="703" y="1076"/>
                    <a:pt x="703" y="1076"/>
                    <a:pt x="703" y="1076"/>
                  </a:cubicBezTo>
                  <a:cubicBezTo>
                    <a:pt x="705" y="1076"/>
                    <a:pt x="705" y="1076"/>
                    <a:pt x="705" y="1076"/>
                  </a:cubicBezTo>
                  <a:cubicBezTo>
                    <a:pt x="706" y="1077"/>
                    <a:pt x="706" y="1077"/>
                    <a:pt x="706" y="1077"/>
                  </a:cubicBezTo>
                  <a:cubicBezTo>
                    <a:pt x="708" y="1077"/>
                    <a:pt x="708" y="1077"/>
                    <a:pt x="708" y="1077"/>
                  </a:cubicBezTo>
                  <a:cubicBezTo>
                    <a:pt x="709" y="1077"/>
                    <a:pt x="709" y="1077"/>
                    <a:pt x="709" y="1077"/>
                  </a:cubicBezTo>
                  <a:cubicBezTo>
                    <a:pt x="708" y="1079"/>
                    <a:pt x="708" y="1079"/>
                    <a:pt x="708" y="1079"/>
                  </a:cubicBezTo>
                  <a:cubicBezTo>
                    <a:pt x="711" y="1079"/>
                    <a:pt x="711" y="1079"/>
                    <a:pt x="711" y="1079"/>
                  </a:cubicBezTo>
                  <a:cubicBezTo>
                    <a:pt x="712" y="1078"/>
                    <a:pt x="712" y="1078"/>
                    <a:pt x="712" y="1078"/>
                  </a:cubicBezTo>
                  <a:cubicBezTo>
                    <a:pt x="714" y="1078"/>
                    <a:pt x="714" y="1078"/>
                    <a:pt x="714" y="1078"/>
                  </a:cubicBezTo>
                  <a:cubicBezTo>
                    <a:pt x="715" y="1078"/>
                    <a:pt x="715" y="1078"/>
                    <a:pt x="715" y="1078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8" y="1079"/>
                    <a:pt x="718" y="1079"/>
                    <a:pt x="718" y="1079"/>
                  </a:cubicBezTo>
                  <a:cubicBezTo>
                    <a:pt x="720" y="1079"/>
                    <a:pt x="720" y="1079"/>
                    <a:pt x="720" y="1079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5" y="1077"/>
                    <a:pt x="725" y="1077"/>
                    <a:pt x="725" y="1077"/>
                  </a:cubicBezTo>
                  <a:cubicBezTo>
                    <a:pt x="727" y="1075"/>
                    <a:pt x="727" y="1075"/>
                    <a:pt x="727" y="1075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8" y="1073"/>
                    <a:pt x="728" y="1073"/>
                    <a:pt x="728" y="1073"/>
                  </a:cubicBezTo>
                  <a:cubicBezTo>
                    <a:pt x="729" y="1071"/>
                    <a:pt x="729" y="1071"/>
                    <a:pt x="729" y="1071"/>
                  </a:cubicBezTo>
                  <a:cubicBezTo>
                    <a:pt x="729" y="1069"/>
                    <a:pt x="729" y="1069"/>
                    <a:pt x="729" y="1069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1" y="1068"/>
                    <a:pt x="731" y="1068"/>
                    <a:pt x="731" y="1068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4" y="1065"/>
                    <a:pt x="734" y="1065"/>
                    <a:pt x="734" y="1065"/>
                  </a:cubicBezTo>
                  <a:cubicBezTo>
                    <a:pt x="735" y="1063"/>
                    <a:pt x="735" y="1063"/>
                    <a:pt x="735" y="1063"/>
                  </a:cubicBezTo>
                  <a:cubicBezTo>
                    <a:pt x="736" y="1058"/>
                    <a:pt x="736" y="1058"/>
                    <a:pt x="736" y="1058"/>
                  </a:cubicBezTo>
                  <a:cubicBezTo>
                    <a:pt x="737" y="1054"/>
                    <a:pt x="737" y="1054"/>
                    <a:pt x="737" y="1054"/>
                  </a:cubicBezTo>
                  <a:cubicBezTo>
                    <a:pt x="738" y="1053"/>
                    <a:pt x="738" y="1053"/>
                    <a:pt x="738" y="1053"/>
                  </a:cubicBezTo>
                  <a:cubicBezTo>
                    <a:pt x="737" y="1053"/>
                    <a:pt x="737" y="1053"/>
                    <a:pt x="737" y="1053"/>
                  </a:cubicBezTo>
                  <a:cubicBezTo>
                    <a:pt x="739" y="1053"/>
                    <a:pt x="739" y="1053"/>
                    <a:pt x="739" y="1053"/>
                  </a:cubicBezTo>
                  <a:cubicBezTo>
                    <a:pt x="744" y="1049"/>
                    <a:pt x="744" y="1049"/>
                    <a:pt x="744" y="1049"/>
                  </a:cubicBezTo>
                  <a:cubicBezTo>
                    <a:pt x="746" y="1046"/>
                    <a:pt x="746" y="1046"/>
                    <a:pt x="746" y="1046"/>
                  </a:cubicBezTo>
                  <a:cubicBezTo>
                    <a:pt x="750" y="1041"/>
                    <a:pt x="750" y="1041"/>
                    <a:pt x="750" y="1041"/>
                  </a:cubicBezTo>
                  <a:cubicBezTo>
                    <a:pt x="751" y="1038"/>
                    <a:pt x="751" y="1038"/>
                    <a:pt x="751" y="1038"/>
                  </a:cubicBezTo>
                  <a:cubicBezTo>
                    <a:pt x="752" y="1034"/>
                    <a:pt x="752" y="1034"/>
                    <a:pt x="752" y="1034"/>
                  </a:cubicBezTo>
                  <a:cubicBezTo>
                    <a:pt x="756" y="1028"/>
                    <a:pt x="756" y="1028"/>
                    <a:pt x="756" y="1028"/>
                  </a:cubicBezTo>
                  <a:cubicBezTo>
                    <a:pt x="759" y="1024"/>
                    <a:pt x="759" y="1024"/>
                    <a:pt x="759" y="1024"/>
                  </a:cubicBezTo>
                  <a:cubicBezTo>
                    <a:pt x="760" y="1022"/>
                    <a:pt x="760" y="1022"/>
                    <a:pt x="760" y="1022"/>
                  </a:cubicBezTo>
                  <a:cubicBezTo>
                    <a:pt x="759" y="1022"/>
                    <a:pt x="759" y="1022"/>
                    <a:pt x="759" y="1022"/>
                  </a:cubicBezTo>
                  <a:cubicBezTo>
                    <a:pt x="759" y="1021"/>
                    <a:pt x="759" y="1021"/>
                    <a:pt x="759" y="1021"/>
                  </a:cubicBezTo>
                  <a:cubicBezTo>
                    <a:pt x="760" y="1021"/>
                    <a:pt x="760" y="1021"/>
                    <a:pt x="760" y="1021"/>
                  </a:cubicBezTo>
                  <a:cubicBezTo>
                    <a:pt x="761" y="1020"/>
                    <a:pt x="761" y="1020"/>
                    <a:pt x="761" y="1020"/>
                  </a:cubicBezTo>
                  <a:cubicBezTo>
                    <a:pt x="762" y="1019"/>
                    <a:pt x="762" y="1019"/>
                    <a:pt x="762" y="1019"/>
                  </a:cubicBezTo>
                  <a:cubicBezTo>
                    <a:pt x="761" y="1017"/>
                    <a:pt x="761" y="1017"/>
                    <a:pt x="761" y="1017"/>
                  </a:cubicBezTo>
                  <a:cubicBezTo>
                    <a:pt x="762" y="1016"/>
                    <a:pt x="762" y="1016"/>
                    <a:pt x="762" y="1016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4"/>
                    <a:pt x="761" y="1014"/>
                    <a:pt x="761" y="1014"/>
                  </a:cubicBezTo>
                  <a:cubicBezTo>
                    <a:pt x="759" y="1012"/>
                    <a:pt x="759" y="1012"/>
                    <a:pt x="759" y="1012"/>
                  </a:cubicBezTo>
                  <a:cubicBezTo>
                    <a:pt x="759" y="1011"/>
                    <a:pt x="759" y="1011"/>
                    <a:pt x="759" y="1011"/>
                  </a:cubicBezTo>
                  <a:cubicBezTo>
                    <a:pt x="760" y="1010"/>
                    <a:pt x="760" y="1010"/>
                    <a:pt x="760" y="1010"/>
                  </a:cubicBezTo>
                  <a:cubicBezTo>
                    <a:pt x="759" y="1007"/>
                    <a:pt x="759" y="1007"/>
                    <a:pt x="759" y="1007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61" y="1005"/>
                    <a:pt x="761" y="1005"/>
                    <a:pt x="761" y="1005"/>
                  </a:cubicBezTo>
                  <a:cubicBezTo>
                    <a:pt x="760" y="1003"/>
                    <a:pt x="760" y="1003"/>
                    <a:pt x="760" y="1003"/>
                  </a:cubicBezTo>
                  <a:cubicBezTo>
                    <a:pt x="761" y="1002"/>
                    <a:pt x="761" y="1002"/>
                    <a:pt x="761" y="1002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999"/>
                    <a:pt x="761" y="999"/>
                    <a:pt x="761" y="999"/>
                  </a:cubicBezTo>
                  <a:cubicBezTo>
                    <a:pt x="762" y="999"/>
                    <a:pt x="762" y="999"/>
                    <a:pt x="762" y="999"/>
                  </a:cubicBezTo>
                  <a:cubicBezTo>
                    <a:pt x="765" y="997"/>
                    <a:pt x="765" y="997"/>
                    <a:pt x="765" y="997"/>
                  </a:cubicBezTo>
                  <a:cubicBezTo>
                    <a:pt x="766" y="996"/>
                    <a:pt x="766" y="996"/>
                    <a:pt x="766" y="996"/>
                  </a:cubicBezTo>
                  <a:cubicBezTo>
                    <a:pt x="766" y="995"/>
                    <a:pt x="766" y="995"/>
                    <a:pt x="766" y="995"/>
                  </a:cubicBezTo>
                  <a:cubicBezTo>
                    <a:pt x="768" y="994"/>
                    <a:pt x="768" y="994"/>
                    <a:pt x="768" y="994"/>
                  </a:cubicBezTo>
                  <a:cubicBezTo>
                    <a:pt x="770" y="992"/>
                    <a:pt x="770" y="992"/>
                    <a:pt x="770" y="992"/>
                  </a:cubicBezTo>
                  <a:cubicBezTo>
                    <a:pt x="773" y="989"/>
                    <a:pt x="773" y="989"/>
                    <a:pt x="773" y="989"/>
                  </a:cubicBezTo>
                  <a:cubicBezTo>
                    <a:pt x="776" y="989"/>
                    <a:pt x="776" y="989"/>
                    <a:pt x="776" y="989"/>
                  </a:cubicBezTo>
                  <a:cubicBezTo>
                    <a:pt x="777" y="987"/>
                    <a:pt x="777" y="987"/>
                    <a:pt x="777" y="987"/>
                  </a:cubicBezTo>
                  <a:cubicBezTo>
                    <a:pt x="779" y="986"/>
                    <a:pt x="779" y="986"/>
                    <a:pt x="779" y="986"/>
                  </a:cubicBezTo>
                  <a:cubicBezTo>
                    <a:pt x="780" y="986"/>
                    <a:pt x="780" y="986"/>
                    <a:pt x="780" y="986"/>
                  </a:cubicBezTo>
                  <a:cubicBezTo>
                    <a:pt x="781" y="987"/>
                    <a:pt x="781" y="987"/>
                    <a:pt x="781" y="987"/>
                  </a:cubicBezTo>
                  <a:cubicBezTo>
                    <a:pt x="783" y="987"/>
                    <a:pt x="783" y="987"/>
                    <a:pt x="783" y="987"/>
                  </a:cubicBezTo>
                  <a:cubicBezTo>
                    <a:pt x="783" y="986"/>
                    <a:pt x="783" y="986"/>
                    <a:pt x="783" y="986"/>
                  </a:cubicBezTo>
                  <a:cubicBezTo>
                    <a:pt x="784" y="984"/>
                    <a:pt x="784" y="984"/>
                    <a:pt x="784" y="984"/>
                  </a:cubicBezTo>
                  <a:cubicBezTo>
                    <a:pt x="787" y="982"/>
                    <a:pt x="787" y="982"/>
                    <a:pt x="787" y="982"/>
                  </a:cubicBezTo>
                  <a:cubicBezTo>
                    <a:pt x="788" y="982"/>
                    <a:pt x="788" y="982"/>
                    <a:pt x="788" y="982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87" y="980"/>
                    <a:pt x="787" y="980"/>
                    <a:pt x="787" y="980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9" y="978"/>
                    <a:pt x="789" y="978"/>
                    <a:pt x="789" y="978"/>
                  </a:cubicBezTo>
                  <a:cubicBezTo>
                    <a:pt x="790" y="978"/>
                    <a:pt x="790" y="978"/>
                    <a:pt x="790" y="978"/>
                  </a:cubicBezTo>
                  <a:cubicBezTo>
                    <a:pt x="789" y="979"/>
                    <a:pt x="789" y="979"/>
                    <a:pt x="789" y="979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90" y="981"/>
                    <a:pt x="790" y="981"/>
                    <a:pt x="790" y="981"/>
                  </a:cubicBezTo>
                  <a:cubicBezTo>
                    <a:pt x="797" y="978"/>
                    <a:pt x="797" y="978"/>
                    <a:pt x="797" y="978"/>
                  </a:cubicBezTo>
                  <a:cubicBezTo>
                    <a:pt x="797" y="979"/>
                    <a:pt x="797" y="979"/>
                    <a:pt x="797" y="979"/>
                  </a:cubicBezTo>
                  <a:cubicBezTo>
                    <a:pt x="797" y="979"/>
                    <a:pt x="797" y="979"/>
                    <a:pt x="800" y="979"/>
                  </a:cubicBezTo>
                  <a:cubicBezTo>
                    <a:pt x="800" y="979"/>
                    <a:pt x="800" y="979"/>
                    <a:pt x="800" y="979"/>
                  </a:cubicBezTo>
                  <a:cubicBezTo>
                    <a:pt x="801" y="979"/>
                    <a:pt x="801" y="979"/>
                    <a:pt x="801" y="979"/>
                  </a:cubicBezTo>
                  <a:cubicBezTo>
                    <a:pt x="803" y="979"/>
                    <a:pt x="803" y="979"/>
                    <a:pt x="803" y="979"/>
                  </a:cubicBezTo>
                  <a:cubicBezTo>
                    <a:pt x="805" y="979"/>
                    <a:pt x="805" y="979"/>
                    <a:pt x="805" y="979"/>
                  </a:cubicBezTo>
                  <a:cubicBezTo>
                    <a:pt x="807" y="978"/>
                    <a:pt x="807" y="978"/>
                    <a:pt x="807" y="978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10" y="974"/>
                    <a:pt x="810" y="974"/>
                    <a:pt x="810" y="974"/>
                  </a:cubicBezTo>
                  <a:cubicBezTo>
                    <a:pt x="813" y="973"/>
                    <a:pt x="813" y="973"/>
                    <a:pt x="813" y="973"/>
                  </a:cubicBezTo>
                  <a:cubicBezTo>
                    <a:pt x="815" y="972"/>
                    <a:pt x="815" y="972"/>
                    <a:pt x="815" y="972"/>
                  </a:cubicBezTo>
                  <a:cubicBezTo>
                    <a:pt x="815" y="971"/>
                    <a:pt x="815" y="971"/>
                    <a:pt x="815" y="971"/>
                  </a:cubicBezTo>
                  <a:cubicBezTo>
                    <a:pt x="815" y="970"/>
                    <a:pt x="815" y="970"/>
                    <a:pt x="815" y="970"/>
                  </a:cubicBezTo>
                  <a:cubicBezTo>
                    <a:pt x="814" y="967"/>
                    <a:pt x="814" y="967"/>
                    <a:pt x="814" y="967"/>
                  </a:cubicBezTo>
                  <a:cubicBezTo>
                    <a:pt x="815" y="966"/>
                    <a:pt x="815" y="966"/>
                    <a:pt x="815" y="966"/>
                  </a:cubicBezTo>
                  <a:cubicBezTo>
                    <a:pt x="816" y="964"/>
                    <a:pt x="816" y="964"/>
                    <a:pt x="816" y="964"/>
                  </a:cubicBezTo>
                  <a:cubicBezTo>
                    <a:pt x="816" y="963"/>
                    <a:pt x="816" y="963"/>
                    <a:pt x="816" y="963"/>
                  </a:cubicBezTo>
                  <a:cubicBezTo>
                    <a:pt x="818" y="962"/>
                    <a:pt x="818" y="962"/>
                    <a:pt x="818" y="962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20" y="957"/>
                    <a:pt x="820" y="957"/>
                    <a:pt x="820" y="957"/>
                  </a:cubicBezTo>
                  <a:cubicBezTo>
                    <a:pt x="822" y="953"/>
                    <a:pt x="822" y="953"/>
                    <a:pt x="822" y="953"/>
                  </a:cubicBezTo>
                  <a:cubicBezTo>
                    <a:pt x="823" y="952"/>
                    <a:pt x="823" y="952"/>
                    <a:pt x="823" y="952"/>
                  </a:cubicBezTo>
                  <a:cubicBezTo>
                    <a:pt x="822" y="947"/>
                    <a:pt x="822" y="947"/>
                    <a:pt x="822" y="947"/>
                  </a:cubicBezTo>
                  <a:cubicBezTo>
                    <a:pt x="822" y="946"/>
                    <a:pt x="822" y="946"/>
                    <a:pt x="822" y="946"/>
                  </a:cubicBezTo>
                  <a:cubicBezTo>
                    <a:pt x="822" y="944"/>
                    <a:pt x="822" y="944"/>
                    <a:pt x="822" y="944"/>
                  </a:cubicBezTo>
                  <a:cubicBezTo>
                    <a:pt x="823" y="943"/>
                    <a:pt x="823" y="943"/>
                    <a:pt x="823" y="943"/>
                  </a:cubicBezTo>
                  <a:cubicBezTo>
                    <a:pt x="823" y="942"/>
                    <a:pt x="823" y="942"/>
                    <a:pt x="823" y="942"/>
                  </a:cubicBezTo>
                  <a:cubicBezTo>
                    <a:pt x="825" y="940"/>
                    <a:pt x="825" y="940"/>
                    <a:pt x="825" y="940"/>
                  </a:cubicBezTo>
                  <a:cubicBezTo>
                    <a:pt x="826" y="939"/>
                    <a:pt x="826" y="939"/>
                    <a:pt x="826" y="939"/>
                  </a:cubicBezTo>
                  <a:cubicBezTo>
                    <a:pt x="825" y="936"/>
                    <a:pt x="825" y="936"/>
                    <a:pt x="825" y="936"/>
                  </a:cubicBezTo>
                  <a:cubicBezTo>
                    <a:pt x="826" y="933"/>
                    <a:pt x="826" y="933"/>
                    <a:pt x="826" y="933"/>
                  </a:cubicBezTo>
                  <a:cubicBezTo>
                    <a:pt x="826" y="930"/>
                    <a:pt x="826" y="930"/>
                    <a:pt x="826" y="930"/>
                  </a:cubicBezTo>
                  <a:cubicBezTo>
                    <a:pt x="827" y="929"/>
                    <a:pt x="827" y="929"/>
                    <a:pt x="827" y="929"/>
                  </a:cubicBezTo>
                  <a:cubicBezTo>
                    <a:pt x="826" y="928"/>
                    <a:pt x="826" y="928"/>
                    <a:pt x="826" y="928"/>
                  </a:cubicBezTo>
                  <a:cubicBezTo>
                    <a:pt x="827" y="925"/>
                    <a:pt x="827" y="925"/>
                    <a:pt x="827" y="925"/>
                  </a:cubicBezTo>
                  <a:cubicBezTo>
                    <a:pt x="826" y="915"/>
                    <a:pt x="826" y="915"/>
                    <a:pt x="826" y="915"/>
                  </a:cubicBezTo>
                  <a:cubicBezTo>
                    <a:pt x="826" y="913"/>
                    <a:pt x="826" y="913"/>
                    <a:pt x="826" y="913"/>
                  </a:cubicBezTo>
                  <a:cubicBezTo>
                    <a:pt x="827" y="912"/>
                    <a:pt x="827" y="912"/>
                    <a:pt x="827" y="912"/>
                  </a:cubicBezTo>
                  <a:cubicBezTo>
                    <a:pt x="827" y="909"/>
                    <a:pt x="827" y="909"/>
                    <a:pt x="827" y="909"/>
                  </a:cubicBezTo>
                  <a:cubicBezTo>
                    <a:pt x="826" y="910"/>
                    <a:pt x="826" y="910"/>
                    <a:pt x="826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6" y="908"/>
                    <a:pt x="826" y="908"/>
                    <a:pt x="826" y="908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9" y="905"/>
                    <a:pt x="829" y="905"/>
                    <a:pt x="829" y="905"/>
                  </a:cubicBezTo>
                  <a:cubicBezTo>
                    <a:pt x="830" y="903"/>
                    <a:pt x="830" y="903"/>
                    <a:pt x="830" y="903"/>
                  </a:cubicBezTo>
                  <a:cubicBezTo>
                    <a:pt x="832" y="902"/>
                    <a:pt x="832" y="902"/>
                    <a:pt x="832" y="902"/>
                  </a:cubicBezTo>
                  <a:cubicBezTo>
                    <a:pt x="835" y="898"/>
                    <a:pt x="835" y="898"/>
                    <a:pt x="835" y="898"/>
                  </a:cubicBezTo>
                  <a:cubicBezTo>
                    <a:pt x="836" y="895"/>
                    <a:pt x="836" y="895"/>
                    <a:pt x="836" y="895"/>
                  </a:cubicBezTo>
                  <a:cubicBezTo>
                    <a:pt x="836" y="894"/>
                    <a:pt x="836" y="894"/>
                    <a:pt x="836" y="894"/>
                  </a:cubicBezTo>
                  <a:cubicBezTo>
                    <a:pt x="837" y="893"/>
                    <a:pt x="837" y="893"/>
                    <a:pt x="837" y="893"/>
                  </a:cubicBezTo>
                  <a:cubicBezTo>
                    <a:pt x="838" y="891"/>
                    <a:pt x="838" y="891"/>
                    <a:pt x="838" y="891"/>
                  </a:cubicBezTo>
                  <a:cubicBezTo>
                    <a:pt x="839" y="889"/>
                    <a:pt x="839" y="889"/>
                    <a:pt x="839" y="889"/>
                  </a:cubicBezTo>
                  <a:cubicBezTo>
                    <a:pt x="843" y="886"/>
                    <a:pt x="843" y="886"/>
                    <a:pt x="843" y="886"/>
                  </a:cubicBezTo>
                  <a:cubicBezTo>
                    <a:pt x="844" y="885"/>
                    <a:pt x="844" y="885"/>
                    <a:pt x="844" y="885"/>
                  </a:cubicBezTo>
                  <a:cubicBezTo>
                    <a:pt x="845" y="884"/>
                    <a:pt x="845" y="884"/>
                    <a:pt x="845" y="884"/>
                  </a:cubicBezTo>
                  <a:cubicBezTo>
                    <a:pt x="846" y="883"/>
                    <a:pt x="846" y="883"/>
                    <a:pt x="846" y="883"/>
                  </a:cubicBezTo>
                  <a:cubicBezTo>
                    <a:pt x="849" y="880"/>
                    <a:pt x="849" y="880"/>
                    <a:pt x="849" y="880"/>
                  </a:cubicBezTo>
                  <a:cubicBezTo>
                    <a:pt x="852" y="876"/>
                    <a:pt x="852" y="876"/>
                    <a:pt x="852" y="876"/>
                  </a:cubicBezTo>
                  <a:cubicBezTo>
                    <a:pt x="853" y="875"/>
                    <a:pt x="853" y="875"/>
                    <a:pt x="853" y="875"/>
                  </a:cubicBezTo>
                  <a:cubicBezTo>
                    <a:pt x="855" y="871"/>
                    <a:pt x="855" y="871"/>
                    <a:pt x="855" y="871"/>
                  </a:cubicBezTo>
                  <a:cubicBezTo>
                    <a:pt x="855" y="869"/>
                    <a:pt x="855" y="869"/>
                    <a:pt x="855" y="869"/>
                  </a:cubicBezTo>
                  <a:cubicBezTo>
                    <a:pt x="856" y="868"/>
                    <a:pt x="856" y="868"/>
                    <a:pt x="856" y="868"/>
                  </a:cubicBezTo>
                  <a:cubicBezTo>
                    <a:pt x="856" y="866"/>
                    <a:pt x="856" y="866"/>
                    <a:pt x="856" y="866"/>
                  </a:cubicBezTo>
                  <a:cubicBezTo>
                    <a:pt x="855" y="865"/>
                    <a:pt x="855" y="865"/>
                    <a:pt x="855" y="865"/>
                  </a:cubicBezTo>
                  <a:cubicBezTo>
                    <a:pt x="855" y="864"/>
                    <a:pt x="855" y="864"/>
                    <a:pt x="855" y="864"/>
                  </a:cubicBezTo>
                  <a:lnTo>
                    <a:pt x="856" y="863"/>
                  </a:lnTo>
                  <a:close/>
                  <a:moveTo>
                    <a:pt x="461" y="670"/>
                  </a:moveTo>
                  <a:cubicBezTo>
                    <a:pt x="463" y="668"/>
                    <a:pt x="463" y="668"/>
                    <a:pt x="463" y="668"/>
                  </a:cubicBezTo>
                  <a:cubicBezTo>
                    <a:pt x="463" y="669"/>
                    <a:pt x="463" y="669"/>
                    <a:pt x="463" y="669"/>
                  </a:cubicBezTo>
                  <a:cubicBezTo>
                    <a:pt x="462" y="669"/>
                    <a:pt x="462" y="669"/>
                    <a:pt x="462" y="669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1" y="670"/>
                    <a:pt x="461" y="670"/>
                    <a:pt x="461" y="670"/>
                  </a:cubicBezTo>
                  <a:close/>
                  <a:moveTo>
                    <a:pt x="662" y="442"/>
                  </a:moveTo>
                  <a:cubicBezTo>
                    <a:pt x="663" y="442"/>
                    <a:pt x="663" y="442"/>
                    <a:pt x="663" y="442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5" y="442"/>
                    <a:pt x="665" y="442"/>
                    <a:pt x="665" y="442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2" y="442"/>
                    <a:pt x="662" y="442"/>
                    <a:pt x="662" y="442"/>
                  </a:cubicBezTo>
                  <a:cubicBezTo>
                    <a:pt x="662" y="442"/>
                    <a:pt x="662" y="442"/>
                    <a:pt x="662" y="442"/>
                  </a:cubicBezTo>
                  <a:close/>
                  <a:moveTo>
                    <a:pt x="708" y="364"/>
                  </a:moveTo>
                  <a:cubicBezTo>
                    <a:pt x="707" y="363"/>
                    <a:pt x="707" y="363"/>
                    <a:pt x="707" y="363"/>
                  </a:cubicBezTo>
                  <a:cubicBezTo>
                    <a:pt x="708" y="362"/>
                    <a:pt x="708" y="362"/>
                    <a:pt x="708" y="362"/>
                  </a:cubicBezTo>
                  <a:cubicBezTo>
                    <a:pt x="709" y="361"/>
                    <a:pt x="709" y="361"/>
                    <a:pt x="709" y="361"/>
                  </a:cubicBezTo>
                  <a:cubicBezTo>
                    <a:pt x="710" y="361"/>
                    <a:pt x="710" y="361"/>
                    <a:pt x="710" y="361"/>
                  </a:cubicBezTo>
                  <a:cubicBezTo>
                    <a:pt x="711" y="360"/>
                    <a:pt x="711" y="360"/>
                    <a:pt x="711" y="360"/>
                  </a:cubicBezTo>
                  <a:cubicBezTo>
                    <a:pt x="713" y="359"/>
                    <a:pt x="713" y="359"/>
                    <a:pt x="713" y="359"/>
                  </a:cubicBezTo>
                  <a:cubicBezTo>
                    <a:pt x="716" y="358"/>
                    <a:pt x="716" y="358"/>
                    <a:pt x="716" y="358"/>
                  </a:cubicBezTo>
                  <a:cubicBezTo>
                    <a:pt x="718" y="358"/>
                    <a:pt x="718" y="358"/>
                    <a:pt x="718" y="358"/>
                  </a:cubicBezTo>
                  <a:cubicBezTo>
                    <a:pt x="717" y="358"/>
                    <a:pt x="717" y="358"/>
                    <a:pt x="717" y="358"/>
                  </a:cubicBezTo>
                  <a:cubicBezTo>
                    <a:pt x="715" y="359"/>
                    <a:pt x="715" y="359"/>
                    <a:pt x="715" y="359"/>
                  </a:cubicBezTo>
                  <a:cubicBezTo>
                    <a:pt x="714" y="360"/>
                    <a:pt x="714" y="360"/>
                    <a:pt x="714" y="360"/>
                  </a:cubicBezTo>
                  <a:cubicBezTo>
                    <a:pt x="713" y="361"/>
                    <a:pt x="713" y="361"/>
                    <a:pt x="713" y="361"/>
                  </a:cubicBezTo>
                  <a:cubicBezTo>
                    <a:pt x="712" y="362"/>
                    <a:pt x="712" y="362"/>
                    <a:pt x="712" y="362"/>
                  </a:cubicBezTo>
                  <a:cubicBezTo>
                    <a:pt x="711" y="363"/>
                    <a:pt x="711" y="363"/>
                    <a:pt x="711" y="363"/>
                  </a:cubicBezTo>
                  <a:cubicBezTo>
                    <a:pt x="708" y="363"/>
                    <a:pt x="708" y="363"/>
                    <a:pt x="708" y="363"/>
                  </a:cubicBezTo>
                  <a:cubicBezTo>
                    <a:pt x="707" y="365"/>
                    <a:pt x="707" y="365"/>
                    <a:pt x="707" y="365"/>
                  </a:cubicBezTo>
                  <a:cubicBezTo>
                    <a:pt x="707" y="365"/>
                    <a:pt x="707" y="365"/>
                    <a:pt x="707" y="365"/>
                  </a:cubicBezTo>
                  <a:lnTo>
                    <a:pt x="708" y="364"/>
                  </a:lnTo>
                  <a:close/>
                  <a:moveTo>
                    <a:pt x="661" y="295"/>
                  </a:moveTo>
                  <a:cubicBezTo>
                    <a:pt x="661" y="295"/>
                    <a:pt x="661" y="295"/>
                    <a:pt x="661" y="295"/>
                  </a:cubicBezTo>
                  <a:cubicBezTo>
                    <a:pt x="661" y="296"/>
                    <a:pt x="661" y="296"/>
                    <a:pt x="661" y="296"/>
                  </a:cubicBezTo>
                  <a:cubicBezTo>
                    <a:pt x="660" y="295"/>
                    <a:pt x="660" y="295"/>
                    <a:pt x="660" y="295"/>
                  </a:cubicBezTo>
                  <a:lnTo>
                    <a:pt x="661" y="295"/>
                  </a:lnTo>
                  <a:close/>
                  <a:moveTo>
                    <a:pt x="619" y="247"/>
                  </a:move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lose/>
                  <a:moveTo>
                    <a:pt x="593" y="480"/>
                  </a:moveTo>
                  <a:cubicBezTo>
                    <a:pt x="595" y="480"/>
                    <a:pt x="595" y="480"/>
                    <a:pt x="595" y="480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8" y="479"/>
                    <a:pt x="598" y="479"/>
                    <a:pt x="598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599" y="480"/>
                    <a:pt x="599" y="480"/>
                    <a:pt x="599" y="480"/>
                  </a:cubicBezTo>
                  <a:cubicBezTo>
                    <a:pt x="597" y="480"/>
                    <a:pt x="597" y="480"/>
                    <a:pt x="597" y="480"/>
                  </a:cubicBezTo>
                  <a:cubicBezTo>
                    <a:pt x="595" y="481"/>
                    <a:pt x="595" y="481"/>
                    <a:pt x="595" y="481"/>
                  </a:cubicBezTo>
                  <a:cubicBezTo>
                    <a:pt x="593" y="480"/>
                    <a:pt x="593" y="480"/>
                    <a:pt x="593" y="480"/>
                  </a:cubicBezTo>
                  <a:cubicBezTo>
                    <a:pt x="591" y="481"/>
                    <a:pt x="591" y="481"/>
                    <a:pt x="591" y="481"/>
                  </a:cubicBezTo>
                  <a:lnTo>
                    <a:pt x="593" y="480"/>
                  </a:lnTo>
                  <a:close/>
                  <a:moveTo>
                    <a:pt x="588" y="484"/>
                  </a:moveTo>
                  <a:cubicBezTo>
                    <a:pt x="588" y="484"/>
                    <a:pt x="588" y="484"/>
                    <a:pt x="588" y="484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4"/>
                    <a:pt x="587" y="484"/>
                    <a:pt x="587" y="484"/>
                  </a:cubicBezTo>
                  <a:lnTo>
                    <a:pt x="588" y="484"/>
                  </a:lnTo>
                  <a:close/>
                  <a:moveTo>
                    <a:pt x="577" y="498"/>
                  </a:moveTo>
                  <a:cubicBezTo>
                    <a:pt x="578" y="498"/>
                    <a:pt x="578" y="498"/>
                    <a:pt x="578" y="498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77" y="501"/>
                    <a:pt x="577" y="501"/>
                    <a:pt x="577" y="501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6" y="498"/>
                    <a:pt x="576" y="498"/>
                    <a:pt x="576" y="498"/>
                  </a:cubicBezTo>
                  <a:cubicBezTo>
                    <a:pt x="576" y="496"/>
                    <a:pt x="576" y="496"/>
                    <a:pt x="576" y="496"/>
                  </a:cubicBezTo>
                  <a:lnTo>
                    <a:pt x="577" y="498"/>
                  </a:lnTo>
                  <a:close/>
                  <a:moveTo>
                    <a:pt x="567" y="499"/>
                  </a:moveTo>
                  <a:cubicBezTo>
                    <a:pt x="567" y="498"/>
                    <a:pt x="567" y="498"/>
                    <a:pt x="567" y="498"/>
                  </a:cubicBezTo>
                  <a:cubicBezTo>
                    <a:pt x="569" y="500"/>
                    <a:pt x="569" y="500"/>
                    <a:pt x="569" y="500"/>
                  </a:cubicBezTo>
                  <a:cubicBezTo>
                    <a:pt x="568" y="502"/>
                    <a:pt x="568" y="502"/>
                    <a:pt x="568" y="502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2"/>
                    <a:pt x="567" y="502"/>
                    <a:pt x="567" y="502"/>
                  </a:cubicBezTo>
                  <a:cubicBezTo>
                    <a:pt x="567" y="501"/>
                    <a:pt x="567" y="501"/>
                    <a:pt x="567" y="501"/>
                  </a:cubicBezTo>
                  <a:lnTo>
                    <a:pt x="567" y="499"/>
                  </a:lnTo>
                  <a:close/>
                  <a:moveTo>
                    <a:pt x="629" y="148"/>
                  </a:moveTo>
                  <a:cubicBezTo>
                    <a:pt x="628" y="148"/>
                    <a:pt x="628" y="148"/>
                    <a:pt x="628" y="148"/>
                  </a:cubicBezTo>
                  <a:cubicBezTo>
                    <a:pt x="629" y="148"/>
                    <a:pt x="629" y="148"/>
                    <a:pt x="629" y="148"/>
                  </a:cubicBezTo>
                  <a:cubicBezTo>
                    <a:pt x="628" y="147"/>
                    <a:pt x="628" y="147"/>
                    <a:pt x="628" y="147"/>
                  </a:cubicBezTo>
                  <a:lnTo>
                    <a:pt x="629" y="148"/>
                  </a:lnTo>
                  <a:close/>
                  <a:moveTo>
                    <a:pt x="626" y="146"/>
                  </a:move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lose/>
                  <a:moveTo>
                    <a:pt x="624" y="143"/>
                  </a:move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lose/>
                  <a:moveTo>
                    <a:pt x="620" y="143"/>
                  </a:moveTo>
                  <a:cubicBezTo>
                    <a:pt x="621" y="142"/>
                    <a:pt x="621" y="142"/>
                    <a:pt x="621" y="142"/>
                  </a:cubicBezTo>
                  <a:cubicBezTo>
                    <a:pt x="622" y="143"/>
                    <a:pt x="622" y="143"/>
                    <a:pt x="622" y="143"/>
                  </a:cubicBezTo>
                  <a:cubicBezTo>
                    <a:pt x="621" y="143"/>
                    <a:pt x="621" y="143"/>
                    <a:pt x="621" y="143"/>
                  </a:cubicBezTo>
                  <a:cubicBezTo>
                    <a:pt x="620" y="142"/>
                    <a:pt x="620" y="142"/>
                    <a:pt x="620" y="142"/>
                  </a:cubicBezTo>
                  <a:lnTo>
                    <a:pt x="620" y="143"/>
                  </a:lnTo>
                  <a:close/>
                  <a:moveTo>
                    <a:pt x="598" y="181"/>
                  </a:moveTo>
                  <a:cubicBezTo>
                    <a:pt x="598" y="183"/>
                    <a:pt x="598" y="183"/>
                    <a:pt x="598" y="183"/>
                  </a:cubicBezTo>
                  <a:cubicBezTo>
                    <a:pt x="599" y="183"/>
                    <a:pt x="599" y="183"/>
                    <a:pt x="599" y="183"/>
                  </a:cubicBezTo>
                  <a:cubicBezTo>
                    <a:pt x="599" y="185"/>
                    <a:pt x="599" y="185"/>
                    <a:pt x="599" y="185"/>
                  </a:cubicBezTo>
                  <a:cubicBezTo>
                    <a:pt x="598" y="184"/>
                    <a:pt x="598" y="184"/>
                    <a:pt x="598" y="184"/>
                  </a:cubicBezTo>
                  <a:cubicBezTo>
                    <a:pt x="597" y="183"/>
                    <a:pt x="597" y="183"/>
                    <a:pt x="597" y="183"/>
                  </a:cubicBezTo>
                  <a:cubicBezTo>
                    <a:pt x="597" y="182"/>
                    <a:pt x="597" y="182"/>
                    <a:pt x="597" y="182"/>
                  </a:cubicBezTo>
                  <a:cubicBezTo>
                    <a:pt x="597" y="182"/>
                    <a:pt x="597" y="182"/>
                    <a:pt x="597" y="182"/>
                  </a:cubicBezTo>
                  <a:lnTo>
                    <a:pt x="598" y="181"/>
                  </a:lnTo>
                  <a:close/>
                  <a:moveTo>
                    <a:pt x="576" y="140"/>
                  </a:moveTo>
                  <a:cubicBezTo>
                    <a:pt x="576" y="140"/>
                    <a:pt x="576" y="140"/>
                    <a:pt x="576" y="140"/>
                  </a:cubicBezTo>
                  <a:cubicBezTo>
                    <a:pt x="576" y="140"/>
                    <a:pt x="576" y="140"/>
                    <a:pt x="576" y="140"/>
                  </a:cubicBezTo>
                  <a:close/>
                  <a:moveTo>
                    <a:pt x="527" y="169"/>
                  </a:move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7" y="170"/>
                    <a:pt x="527" y="170"/>
                    <a:pt x="527" y="170"/>
                  </a:cubicBezTo>
                  <a:lnTo>
                    <a:pt x="527" y="169"/>
                  </a:lnTo>
                  <a:close/>
                  <a:moveTo>
                    <a:pt x="458" y="158"/>
                  </a:moveTo>
                  <a:cubicBezTo>
                    <a:pt x="458" y="158"/>
                    <a:pt x="458" y="158"/>
                    <a:pt x="458" y="158"/>
                  </a:cubicBezTo>
                  <a:cubicBezTo>
                    <a:pt x="458" y="156"/>
                    <a:pt x="458" y="156"/>
                    <a:pt x="458" y="156"/>
                  </a:cubicBezTo>
                  <a:cubicBezTo>
                    <a:pt x="459" y="157"/>
                    <a:pt x="459" y="157"/>
                    <a:pt x="459" y="157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8" y="158"/>
                    <a:pt x="458" y="158"/>
                    <a:pt x="458" y="158"/>
                  </a:cubicBezTo>
                  <a:close/>
                  <a:moveTo>
                    <a:pt x="453" y="152"/>
                  </a:moveTo>
                  <a:cubicBezTo>
                    <a:pt x="453" y="154"/>
                    <a:pt x="453" y="154"/>
                    <a:pt x="453" y="154"/>
                  </a:cubicBezTo>
                  <a:cubicBezTo>
                    <a:pt x="453" y="154"/>
                    <a:pt x="453" y="154"/>
                    <a:pt x="453" y="154"/>
                  </a:cubicBezTo>
                  <a:lnTo>
                    <a:pt x="453" y="152"/>
                  </a:lnTo>
                  <a:close/>
                  <a:moveTo>
                    <a:pt x="409" y="588"/>
                  </a:moveTo>
                  <a:cubicBezTo>
                    <a:pt x="409" y="588"/>
                    <a:pt x="409" y="588"/>
                    <a:pt x="409" y="588"/>
                  </a:cubicBezTo>
                  <a:cubicBezTo>
                    <a:pt x="409" y="588"/>
                    <a:pt x="409" y="588"/>
                    <a:pt x="409" y="588"/>
                  </a:cubicBezTo>
                  <a:close/>
                  <a:moveTo>
                    <a:pt x="407" y="589"/>
                  </a:moveTo>
                  <a:cubicBezTo>
                    <a:pt x="408" y="588"/>
                    <a:pt x="408" y="588"/>
                    <a:pt x="408" y="588"/>
                  </a:cubicBezTo>
                  <a:cubicBezTo>
                    <a:pt x="407" y="589"/>
                    <a:pt x="407" y="589"/>
                    <a:pt x="407" y="589"/>
                  </a:cubicBezTo>
                  <a:cubicBezTo>
                    <a:pt x="407" y="589"/>
                    <a:pt x="407" y="589"/>
                    <a:pt x="407" y="589"/>
                  </a:cubicBezTo>
                  <a:close/>
                  <a:moveTo>
                    <a:pt x="404" y="590"/>
                  </a:moveTo>
                  <a:cubicBezTo>
                    <a:pt x="405" y="590"/>
                    <a:pt x="405" y="590"/>
                    <a:pt x="405" y="590"/>
                  </a:cubicBezTo>
                  <a:cubicBezTo>
                    <a:pt x="405" y="590"/>
                    <a:pt x="405" y="590"/>
                    <a:pt x="405" y="590"/>
                  </a:cubicBezTo>
                  <a:cubicBezTo>
                    <a:pt x="404" y="592"/>
                    <a:pt x="404" y="592"/>
                    <a:pt x="404" y="592"/>
                  </a:cubicBezTo>
                  <a:cubicBezTo>
                    <a:pt x="404" y="591"/>
                    <a:pt x="404" y="591"/>
                    <a:pt x="404" y="591"/>
                  </a:cubicBezTo>
                  <a:lnTo>
                    <a:pt x="404" y="590"/>
                  </a:lnTo>
                  <a:close/>
                  <a:moveTo>
                    <a:pt x="402" y="595"/>
                  </a:moveTo>
                  <a:cubicBezTo>
                    <a:pt x="402" y="595"/>
                    <a:pt x="402" y="595"/>
                    <a:pt x="402" y="595"/>
                  </a:cubicBezTo>
                  <a:cubicBezTo>
                    <a:pt x="402" y="595"/>
                    <a:pt x="402" y="595"/>
                    <a:pt x="402" y="595"/>
                  </a:cubicBezTo>
                  <a:close/>
                  <a:moveTo>
                    <a:pt x="403" y="594"/>
                  </a:moveTo>
                  <a:cubicBezTo>
                    <a:pt x="403" y="593"/>
                    <a:pt x="403" y="593"/>
                    <a:pt x="403" y="593"/>
                  </a:cubicBezTo>
                  <a:cubicBezTo>
                    <a:pt x="403" y="594"/>
                    <a:pt x="403" y="594"/>
                    <a:pt x="403" y="594"/>
                  </a:cubicBezTo>
                  <a:cubicBezTo>
                    <a:pt x="402" y="595"/>
                    <a:pt x="402" y="595"/>
                    <a:pt x="402" y="595"/>
                  </a:cubicBezTo>
                  <a:cubicBezTo>
                    <a:pt x="402" y="594"/>
                    <a:pt x="402" y="594"/>
                    <a:pt x="402" y="594"/>
                  </a:cubicBezTo>
                  <a:lnTo>
                    <a:pt x="403" y="594"/>
                  </a:lnTo>
                  <a:close/>
                  <a:moveTo>
                    <a:pt x="400" y="606"/>
                  </a:moveTo>
                  <a:cubicBezTo>
                    <a:pt x="400" y="606"/>
                    <a:pt x="401" y="607"/>
                    <a:pt x="401" y="607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8"/>
                    <a:pt x="400" y="608"/>
                    <a:pt x="400" y="608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6"/>
                    <a:pt x="400" y="606"/>
                    <a:pt x="400" y="606"/>
                  </a:cubicBezTo>
                  <a:close/>
                  <a:moveTo>
                    <a:pt x="400" y="601"/>
                  </a:moveTo>
                  <a:cubicBezTo>
                    <a:pt x="400" y="602"/>
                    <a:pt x="400" y="602"/>
                    <a:pt x="400" y="602"/>
                  </a:cubicBezTo>
                  <a:cubicBezTo>
                    <a:pt x="400" y="602"/>
                    <a:pt x="400" y="602"/>
                    <a:pt x="400" y="602"/>
                  </a:cubicBezTo>
                  <a:lnTo>
                    <a:pt x="400" y="601"/>
                  </a:lnTo>
                  <a:close/>
                  <a:moveTo>
                    <a:pt x="397" y="616"/>
                  </a:moveTo>
                  <a:cubicBezTo>
                    <a:pt x="397" y="616"/>
                    <a:pt x="397" y="616"/>
                    <a:pt x="397" y="616"/>
                  </a:cubicBezTo>
                  <a:cubicBezTo>
                    <a:pt x="397" y="616"/>
                    <a:pt x="397" y="616"/>
                    <a:pt x="397" y="616"/>
                  </a:cubicBezTo>
                  <a:close/>
                  <a:moveTo>
                    <a:pt x="55" y="169"/>
                  </a:moveTo>
                  <a:cubicBezTo>
                    <a:pt x="55" y="169"/>
                    <a:pt x="55" y="169"/>
                    <a:pt x="55" y="169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7"/>
                    <a:pt x="54" y="167"/>
                    <a:pt x="54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2" y="165"/>
                    <a:pt x="52" y="165"/>
                    <a:pt x="52" y="165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4" y="166"/>
                    <a:pt x="54" y="166"/>
                    <a:pt x="54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7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7" y="168"/>
                  </a:cubicBezTo>
                  <a:lnTo>
                    <a:pt x="55" y="169"/>
                  </a:ln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0" y="139"/>
                  </a:moveTo>
                  <a:cubicBezTo>
                    <a:pt x="69" y="138"/>
                    <a:pt x="69" y="138"/>
                    <a:pt x="69" y="138"/>
                  </a:cubicBezTo>
                  <a:cubicBezTo>
                    <a:pt x="70" y="139"/>
                    <a:pt x="70" y="139"/>
                    <a:pt x="70" y="139"/>
                  </a:cubicBezTo>
                  <a:close/>
                  <a:moveTo>
                    <a:pt x="71" y="136"/>
                  </a:moveTo>
                  <a:cubicBezTo>
                    <a:pt x="70" y="137"/>
                    <a:pt x="70" y="137"/>
                    <a:pt x="70" y="137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5"/>
                    <a:pt x="71" y="135"/>
                    <a:pt x="71" y="135"/>
                  </a:cubicBezTo>
                  <a:lnTo>
                    <a:pt x="71" y="136"/>
                  </a:lnTo>
                  <a:close/>
                  <a:moveTo>
                    <a:pt x="72" y="132"/>
                  </a:moveTo>
                  <a:cubicBezTo>
                    <a:pt x="72" y="132"/>
                    <a:pt x="71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1"/>
                    <a:pt x="72" y="131"/>
                    <a:pt x="72" y="131"/>
                  </a:cubicBezTo>
                  <a:cubicBezTo>
                    <a:pt x="72" y="132"/>
                    <a:pt x="72" y="132"/>
                    <a:pt x="72" y="132"/>
                  </a:cubicBezTo>
                  <a:close/>
                  <a:moveTo>
                    <a:pt x="14" y="257"/>
                  </a:move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lose/>
                  <a:moveTo>
                    <a:pt x="126" y="78"/>
                  </a:moveTo>
                  <a:cubicBezTo>
                    <a:pt x="125" y="77"/>
                    <a:pt x="125" y="77"/>
                    <a:pt x="125" y="7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7" y="78"/>
                    <a:pt x="127" y="78"/>
                  </a:cubicBezTo>
                  <a:lnTo>
                    <a:pt x="126" y="78"/>
                  </a:lnTo>
                  <a:close/>
                  <a:moveTo>
                    <a:pt x="136" y="82"/>
                  </a:moveTo>
                  <a:cubicBezTo>
                    <a:pt x="136" y="83"/>
                    <a:pt x="136" y="83"/>
                    <a:pt x="136" y="83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6" y="79"/>
                    <a:pt x="136" y="79"/>
                    <a:pt x="136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5" y="80"/>
                    <a:pt x="135" y="80"/>
                    <a:pt x="135" y="80"/>
                  </a:cubicBezTo>
                  <a:lnTo>
                    <a:pt x="136" y="82"/>
                  </a:lnTo>
                  <a:close/>
                  <a:moveTo>
                    <a:pt x="126" y="206"/>
                  </a:move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29" y="205"/>
                    <a:pt x="129" y="205"/>
                    <a:pt x="129" y="205"/>
                  </a:cubicBezTo>
                  <a:lnTo>
                    <a:pt x="126" y="206"/>
                  </a:lnTo>
                  <a:close/>
                  <a:moveTo>
                    <a:pt x="163" y="192"/>
                  </a:moveTo>
                  <a:cubicBezTo>
                    <a:pt x="163" y="192"/>
                    <a:pt x="163" y="192"/>
                    <a:pt x="163" y="192"/>
                  </a:cubicBezTo>
                  <a:cubicBezTo>
                    <a:pt x="163" y="193"/>
                    <a:pt x="163" y="193"/>
                    <a:pt x="163" y="193"/>
                  </a:cubicBezTo>
                  <a:lnTo>
                    <a:pt x="163" y="192"/>
                  </a:lnTo>
                  <a:close/>
                  <a:moveTo>
                    <a:pt x="167" y="192"/>
                  </a:moveTo>
                  <a:cubicBezTo>
                    <a:pt x="166" y="192"/>
                    <a:pt x="166" y="192"/>
                    <a:pt x="166" y="192"/>
                  </a:cubicBezTo>
                  <a:cubicBezTo>
                    <a:pt x="165" y="193"/>
                    <a:pt x="165" y="193"/>
                    <a:pt x="165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8" y="191"/>
                    <a:pt x="168" y="191"/>
                    <a:pt x="168" y="191"/>
                  </a:cubicBezTo>
                  <a:lnTo>
                    <a:pt x="167" y="192"/>
                  </a:lnTo>
                  <a:close/>
                  <a:moveTo>
                    <a:pt x="182" y="15"/>
                  </a:moveTo>
                  <a:cubicBezTo>
                    <a:pt x="182" y="16"/>
                    <a:pt x="182" y="16"/>
                    <a:pt x="182" y="16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3" y="14"/>
                    <a:pt x="183" y="14"/>
                    <a:pt x="183" y="14"/>
                  </a:cubicBezTo>
                  <a:lnTo>
                    <a:pt x="182" y="15"/>
                  </a:lnTo>
                  <a:close/>
                  <a:moveTo>
                    <a:pt x="222" y="292"/>
                  </a:moveTo>
                  <a:cubicBezTo>
                    <a:pt x="221" y="291"/>
                    <a:pt x="221" y="291"/>
                    <a:pt x="221" y="291"/>
                  </a:cubicBezTo>
                  <a:cubicBezTo>
                    <a:pt x="222" y="292"/>
                    <a:pt x="222" y="292"/>
                    <a:pt x="222" y="292"/>
                  </a:cubicBezTo>
                  <a:close/>
                  <a:moveTo>
                    <a:pt x="234" y="278"/>
                  </a:moveTo>
                  <a:cubicBezTo>
                    <a:pt x="233" y="278"/>
                    <a:pt x="233" y="278"/>
                    <a:pt x="233" y="278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4" y="278"/>
                    <a:pt x="234" y="278"/>
                    <a:pt x="234" y="278"/>
                  </a:cubicBezTo>
                  <a:close/>
                  <a:moveTo>
                    <a:pt x="229" y="250"/>
                  </a:moveTo>
                  <a:cubicBezTo>
                    <a:pt x="229" y="251"/>
                    <a:pt x="229" y="251"/>
                    <a:pt x="229" y="251"/>
                  </a:cubicBezTo>
                  <a:cubicBezTo>
                    <a:pt x="228" y="250"/>
                    <a:pt x="228" y="250"/>
                    <a:pt x="228" y="250"/>
                  </a:cubicBezTo>
                  <a:lnTo>
                    <a:pt x="229" y="250"/>
                  </a:lnTo>
                  <a:close/>
                  <a:moveTo>
                    <a:pt x="225" y="244"/>
                  </a:moveTo>
                  <a:cubicBezTo>
                    <a:pt x="226" y="243"/>
                    <a:pt x="226" y="243"/>
                    <a:pt x="226" y="243"/>
                  </a:cubicBezTo>
                  <a:cubicBezTo>
                    <a:pt x="226" y="240"/>
                    <a:pt x="226" y="240"/>
                    <a:pt x="226" y="240"/>
                  </a:cubicBezTo>
                  <a:cubicBezTo>
                    <a:pt x="227" y="237"/>
                    <a:pt x="227" y="237"/>
                    <a:pt x="227" y="237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8" y="233"/>
                    <a:pt x="228" y="233"/>
                    <a:pt x="228" y="233"/>
                  </a:cubicBezTo>
                  <a:cubicBezTo>
                    <a:pt x="228" y="234"/>
                    <a:pt x="228" y="234"/>
                    <a:pt x="228" y="234"/>
                  </a:cubicBezTo>
                  <a:cubicBezTo>
                    <a:pt x="228" y="236"/>
                    <a:pt x="228" y="236"/>
                    <a:pt x="228" y="236"/>
                  </a:cubicBezTo>
                  <a:cubicBezTo>
                    <a:pt x="227" y="238"/>
                    <a:pt x="227" y="238"/>
                    <a:pt x="227" y="238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6" y="244"/>
                    <a:pt x="226" y="244"/>
                    <a:pt x="226" y="244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6" y="249"/>
                    <a:pt x="226" y="249"/>
                    <a:pt x="226" y="249"/>
                  </a:cubicBezTo>
                  <a:cubicBezTo>
                    <a:pt x="226" y="248"/>
                    <a:pt x="226" y="248"/>
                    <a:pt x="226" y="248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5" y="246"/>
                    <a:pt x="225" y="246"/>
                    <a:pt x="225" y="246"/>
                  </a:cubicBezTo>
                  <a:lnTo>
                    <a:pt x="225" y="244"/>
                  </a:lnTo>
                  <a:close/>
                  <a:moveTo>
                    <a:pt x="217" y="247"/>
                  </a:moveTo>
                  <a:cubicBezTo>
                    <a:pt x="216" y="247"/>
                    <a:pt x="216" y="247"/>
                    <a:pt x="216" y="247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7" y="245"/>
                    <a:pt x="217" y="245"/>
                    <a:pt x="217" y="245"/>
                  </a:cubicBezTo>
                  <a:cubicBezTo>
                    <a:pt x="215" y="246"/>
                    <a:pt x="215" y="246"/>
                    <a:pt x="215" y="246"/>
                  </a:cubicBezTo>
                  <a:lnTo>
                    <a:pt x="217" y="247"/>
                  </a:lnTo>
                  <a:close/>
                  <a:moveTo>
                    <a:pt x="217" y="259"/>
                  </a:moveTo>
                  <a:cubicBezTo>
                    <a:pt x="217" y="258"/>
                    <a:pt x="217" y="258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8" y="259"/>
                    <a:pt x="218" y="259"/>
                    <a:pt x="218" y="259"/>
                  </a:cubicBezTo>
                  <a:lnTo>
                    <a:pt x="217" y="259"/>
                  </a:lnTo>
                  <a:close/>
                  <a:moveTo>
                    <a:pt x="219" y="260"/>
                  </a:moveTo>
                  <a:cubicBezTo>
                    <a:pt x="219" y="259"/>
                    <a:pt x="219" y="259"/>
                    <a:pt x="219" y="259"/>
                  </a:cubicBezTo>
                  <a:cubicBezTo>
                    <a:pt x="219" y="260"/>
                    <a:pt x="219" y="260"/>
                    <a:pt x="219" y="260"/>
                  </a:cubicBezTo>
                  <a:close/>
                  <a:moveTo>
                    <a:pt x="220" y="262"/>
                  </a:moveTo>
                  <a:cubicBezTo>
                    <a:pt x="219" y="263"/>
                    <a:pt x="219" y="263"/>
                    <a:pt x="219" y="263"/>
                  </a:cubicBezTo>
                  <a:cubicBezTo>
                    <a:pt x="219" y="262"/>
                    <a:pt x="219" y="262"/>
                    <a:pt x="219" y="262"/>
                  </a:cubicBezTo>
                  <a:cubicBezTo>
                    <a:pt x="220" y="263"/>
                    <a:pt x="220" y="263"/>
                    <a:pt x="220" y="263"/>
                  </a:cubicBezTo>
                  <a:cubicBezTo>
                    <a:pt x="220" y="262"/>
                    <a:pt x="220" y="262"/>
                    <a:pt x="220" y="262"/>
                  </a:cubicBezTo>
                  <a:close/>
                  <a:moveTo>
                    <a:pt x="219" y="254"/>
                  </a:moveTo>
                  <a:cubicBezTo>
                    <a:pt x="219" y="254"/>
                    <a:pt x="219" y="254"/>
                    <a:pt x="219" y="254"/>
                  </a:cubicBezTo>
                  <a:cubicBezTo>
                    <a:pt x="219" y="254"/>
                    <a:pt x="219" y="254"/>
                    <a:pt x="219" y="254"/>
                  </a:cubicBezTo>
                  <a:cubicBezTo>
                    <a:pt x="221" y="255"/>
                    <a:pt x="221" y="255"/>
                    <a:pt x="221" y="255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8"/>
                    <a:pt x="220" y="248"/>
                    <a:pt x="220" y="248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3"/>
                    <a:pt x="218" y="243"/>
                    <a:pt x="218" y="243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16" y="241"/>
                    <a:pt x="216" y="241"/>
                    <a:pt x="216" y="241"/>
                  </a:cubicBezTo>
                  <a:cubicBezTo>
                    <a:pt x="216" y="240"/>
                    <a:pt x="216" y="240"/>
                    <a:pt x="216" y="240"/>
                  </a:cubicBezTo>
                  <a:cubicBezTo>
                    <a:pt x="216" y="239"/>
                    <a:pt x="216" y="239"/>
                    <a:pt x="216" y="239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6" y="238"/>
                    <a:pt x="216" y="238"/>
                    <a:pt x="216" y="238"/>
                  </a:cubicBezTo>
                  <a:cubicBezTo>
                    <a:pt x="217" y="237"/>
                    <a:pt x="217" y="237"/>
                    <a:pt x="217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7" y="239"/>
                    <a:pt x="217" y="239"/>
                    <a:pt x="217" y="239"/>
                  </a:cubicBezTo>
                  <a:cubicBezTo>
                    <a:pt x="217" y="240"/>
                    <a:pt x="217" y="240"/>
                    <a:pt x="217" y="240"/>
                  </a:cubicBezTo>
                  <a:cubicBezTo>
                    <a:pt x="219" y="241"/>
                    <a:pt x="219" y="241"/>
                    <a:pt x="219" y="241"/>
                  </a:cubicBezTo>
                  <a:cubicBezTo>
                    <a:pt x="219" y="242"/>
                    <a:pt x="219" y="242"/>
                    <a:pt x="219" y="242"/>
                  </a:cubicBezTo>
                  <a:cubicBezTo>
                    <a:pt x="219" y="243"/>
                    <a:pt x="219" y="243"/>
                    <a:pt x="219" y="243"/>
                  </a:cubicBezTo>
                  <a:cubicBezTo>
                    <a:pt x="218" y="245"/>
                    <a:pt x="218" y="245"/>
                    <a:pt x="218" y="245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21" y="247"/>
                    <a:pt x="221" y="247"/>
                    <a:pt x="221" y="247"/>
                  </a:cubicBezTo>
                  <a:cubicBezTo>
                    <a:pt x="222" y="248"/>
                    <a:pt x="222" y="248"/>
                    <a:pt x="222" y="248"/>
                  </a:cubicBezTo>
                  <a:cubicBezTo>
                    <a:pt x="223" y="249"/>
                    <a:pt x="223" y="249"/>
                    <a:pt x="223" y="249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4" y="249"/>
                    <a:pt x="224" y="249"/>
                    <a:pt x="224" y="249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2" y="255"/>
                    <a:pt x="222" y="255"/>
                    <a:pt x="222" y="255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21" y="255"/>
                    <a:pt x="221" y="255"/>
                    <a:pt x="221" y="255"/>
                  </a:cubicBezTo>
                  <a:lnTo>
                    <a:pt x="219" y="254"/>
                  </a:lnTo>
                  <a:close/>
                  <a:moveTo>
                    <a:pt x="222" y="260"/>
                  </a:move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57"/>
                    <a:pt x="221" y="257"/>
                    <a:pt x="221" y="257"/>
                  </a:cubicBezTo>
                  <a:cubicBezTo>
                    <a:pt x="222" y="257"/>
                    <a:pt x="222" y="257"/>
                    <a:pt x="222" y="257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22" y="259"/>
                    <a:pt x="222" y="259"/>
                    <a:pt x="222" y="259"/>
                  </a:cubicBezTo>
                  <a:cubicBezTo>
                    <a:pt x="222" y="259"/>
                    <a:pt x="222" y="259"/>
                    <a:pt x="222" y="259"/>
                  </a:cubicBezTo>
                  <a:lnTo>
                    <a:pt x="222" y="260"/>
                  </a:lnTo>
                  <a:close/>
                  <a:moveTo>
                    <a:pt x="222" y="266"/>
                  </a:moveTo>
                  <a:cubicBezTo>
                    <a:pt x="221" y="266"/>
                    <a:pt x="221" y="266"/>
                    <a:pt x="221" y="266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4" y="263"/>
                    <a:pt x="224" y="263"/>
                    <a:pt x="224" y="263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0"/>
                    <a:pt x="227" y="260"/>
                    <a:pt x="227" y="260"/>
                  </a:cubicBezTo>
                  <a:cubicBezTo>
                    <a:pt x="227" y="259"/>
                    <a:pt x="227" y="259"/>
                    <a:pt x="227" y="259"/>
                  </a:cubicBezTo>
                  <a:cubicBezTo>
                    <a:pt x="228" y="260"/>
                    <a:pt x="228" y="260"/>
                    <a:pt x="228" y="260"/>
                  </a:cubicBezTo>
                  <a:cubicBezTo>
                    <a:pt x="229" y="257"/>
                    <a:pt x="229" y="257"/>
                    <a:pt x="229" y="257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231" y="253"/>
                    <a:pt x="231" y="253"/>
                    <a:pt x="231" y="253"/>
                  </a:cubicBezTo>
                  <a:cubicBezTo>
                    <a:pt x="232" y="252"/>
                    <a:pt x="232" y="252"/>
                    <a:pt x="232" y="252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2" y="254"/>
                    <a:pt x="232" y="254"/>
                    <a:pt x="232" y="254"/>
                  </a:cubicBezTo>
                  <a:cubicBezTo>
                    <a:pt x="233" y="255"/>
                    <a:pt x="233" y="255"/>
                    <a:pt x="233" y="255"/>
                  </a:cubicBezTo>
                  <a:cubicBezTo>
                    <a:pt x="231" y="255"/>
                    <a:pt x="231" y="255"/>
                    <a:pt x="231" y="255"/>
                  </a:cubicBezTo>
                  <a:cubicBezTo>
                    <a:pt x="231" y="256"/>
                    <a:pt x="231" y="256"/>
                    <a:pt x="231" y="256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2" y="259"/>
                    <a:pt x="232" y="259"/>
                    <a:pt x="232" y="259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1" y="257"/>
                    <a:pt x="231" y="257"/>
                    <a:pt x="231" y="257"/>
                  </a:cubicBezTo>
                  <a:cubicBezTo>
                    <a:pt x="230" y="258"/>
                    <a:pt x="230" y="258"/>
                    <a:pt x="230" y="258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29" y="260"/>
                    <a:pt x="229" y="260"/>
                    <a:pt x="229" y="260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63"/>
                    <a:pt x="228" y="263"/>
                    <a:pt x="228" y="263"/>
                  </a:cubicBezTo>
                  <a:cubicBezTo>
                    <a:pt x="228" y="264"/>
                    <a:pt x="228" y="264"/>
                    <a:pt x="228" y="264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29" y="265"/>
                    <a:pt x="229" y="265"/>
                    <a:pt x="229" y="265"/>
                  </a:cubicBezTo>
                  <a:cubicBezTo>
                    <a:pt x="230" y="265"/>
                    <a:pt x="230" y="265"/>
                    <a:pt x="230" y="265"/>
                  </a:cubicBezTo>
                  <a:cubicBezTo>
                    <a:pt x="230" y="266"/>
                    <a:pt x="230" y="266"/>
                    <a:pt x="230" y="266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2" y="270"/>
                    <a:pt x="232" y="270"/>
                    <a:pt x="232" y="270"/>
                  </a:cubicBezTo>
                  <a:cubicBezTo>
                    <a:pt x="233" y="271"/>
                    <a:pt x="233" y="271"/>
                    <a:pt x="233" y="271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2" y="275"/>
                    <a:pt x="232" y="275"/>
                    <a:pt x="232" y="275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2" y="276"/>
                    <a:pt x="232" y="276"/>
                    <a:pt x="232" y="276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1" y="276"/>
                    <a:pt x="231" y="276"/>
                    <a:pt x="231" y="276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1" y="275"/>
                    <a:pt x="231" y="275"/>
                    <a:pt x="231" y="275"/>
                  </a:cubicBezTo>
                  <a:cubicBezTo>
                    <a:pt x="230" y="275"/>
                    <a:pt x="230" y="275"/>
                    <a:pt x="230" y="275"/>
                  </a:cubicBezTo>
                  <a:cubicBezTo>
                    <a:pt x="231" y="274"/>
                    <a:pt x="231" y="274"/>
                    <a:pt x="231" y="274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0" y="270"/>
                    <a:pt x="230" y="270"/>
                    <a:pt x="230" y="270"/>
                  </a:cubicBezTo>
                  <a:cubicBezTo>
                    <a:pt x="230" y="268"/>
                    <a:pt x="230" y="268"/>
                    <a:pt x="230" y="268"/>
                  </a:cubicBezTo>
                  <a:cubicBezTo>
                    <a:pt x="229" y="266"/>
                    <a:pt x="229" y="266"/>
                    <a:pt x="229" y="266"/>
                  </a:cubicBezTo>
                  <a:cubicBezTo>
                    <a:pt x="227" y="266"/>
                    <a:pt x="227" y="266"/>
                    <a:pt x="227" y="266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23" y="265"/>
                    <a:pt x="223" y="265"/>
                    <a:pt x="223" y="265"/>
                  </a:cubicBezTo>
                  <a:cubicBezTo>
                    <a:pt x="223" y="266"/>
                    <a:pt x="223" y="266"/>
                    <a:pt x="223" y="266"/>
                  </a:cubicBezTo>
                  <a:cubicBezTo>
                    <a:pt x="224" y="267"/>
                    <a:pt x="224" y="267"/>
                    <a:pt x="224" y="267"/>
                  </a:cubicBezTo>
                  <a:cubicBezTo>
                    <a:pt x="223" y="268"/>
                    <a:pt x="223" y="268"/>
                    <a:pt x="223" y="268"/>
                  </a:cubicBezTo>
                  <a:lnTo>
                    <a:pt x="222" y="266"/>
                  </a:lnTo>
                  <a:close/>
                  <a:moveTo>
                    <a:pt x="232" y="281"/>
                  </a:moveTo>
                  <a:cubicBezTo>
                    <a:pt x="231" y="281"/>
                    <a:pt x="231" y="281"/>
                    <a:pt x="231" y="281"/>
                  </a:cubicBezTo>
                  <a:cubicBezTo>
                    <a:pt x="231" y="280"/>
                    <a:pt x="231" y="280"/>
                    <a:pt x="231" y="280"/>
                  </a:cubicBezTo>
                  <a:lnTo>
                    <a:pt x="232" y="281"/>
                  </a:lnTo>
                  <a:close/>
                  <a:moveTo>
                    <a:pt x="224" y="269"/>
                  </a:move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lose/>
                  <a:moveTo>
                    <a:pt x="229" y="288"/>
                  </a:moveTo>
                  <a:cubicBezTo>
                    <a:pt x="229" y="288"/>
                    <a:pt x="229" y="288"/>
                    <a:pt x="229" y="288"/>
                  </a:cubicBezTo>
                  <a:cubicBezTo>
                    <a:pt x="228" y="289"/>
                    <a:pt x="228" y="289"/>
                    <a:pt x="228" y="289"/>
                  </a:cubicBezTo>
                  <a:cubicBezTo>
                    <a:pt x="227" y="288"/>
                    <a:pt x="227" y="288"/>
                    <a:pt x="227" y="288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8" y="287"/>
                    <a:pt x="228" y="287"/>
                    <a:pt x="228" y="287"/>
                  </a:cubicBezTo>
                  <a:cubicBezTo>
                    <a:pt x="228" y="285"/>
                    <a:pt x="228" y="285"/>
                    <a:pt x="228" y="285"/>
                  </a:cubicBezTo>
                  <a:cubicBezTo>
                    <a:pt x="227" y="284"/>
                    <a:pt x="227" y="284"/>
                    <a:pt x="227" y="284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1"/>
                    <a:pt x="228" y="281"/>
                    <a:pt x="228" y="281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79"/>
                    <a:pt x="225" y="279"/>
                    <a:pt x="225" y="279"/>
                  </a:cubicBezTo>
                  <a:cubicBezTo>
                    <a:pt x="226" y="278"/>
                    <a:pt x="226" y="278"/>
                    <a:pt x="226" y="278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4" y="276"/>
                    <a:pt x="224" y="276"/>
                    <a:pt x="224" y="276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7" y="272"/>
                    <a:pt x="227" y="272"/>
                    <a:pt x="227" y="272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8" y="275"/>
                    <a:pt x="228" y="275"/>
                    <a:pt x="228" y="275"/>
                  </a:cubicBezTo>
                  <a:cubicBezTo>
                    <a:pt x="227" y="275"/>
                    <a:pt x="227" y="275"/>
                    <a:pt x="227" y="275"/>
                  </a:cubicBezTo>
                  <a:cubicBezTo>
                    <a:pt x="226" y="276"/>
                    <a:pt x="226" y="276"/>
                    <a:pt x="226" y="276"/>
                  </a:cubicBezTo>
                  <a:cubicBezTo>
                    <a:pt x="227" y="278"/>
                    <a:pt x="227" y="278"/>
                    <a:pt x="227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9" y="281"/>
                    <a:pt x="229" y="281"/>
                    <a:pt x="229" y="281"/>
                  </a:cubicBezTo>
                  <a:cubicBezTo>
                    <a:pt x="228" y="282"/>
                    <a:pt x="228" y="282"/>
                    <a:pt x="228" y="282"/>
                  </a:cubicBezTo>
                  <a:cubicBezTo>
                    <a:pt x="230" y="282"/>
                    <a:pt x="230" y="282"/>
                    <a:pt x="230" y="282"/>
                  </a:cubicBezTo>
                  <a:cubicBezTo>
                    <a:pt x="231" y="282"/>
                    <a:pt x="231" y="282"/>
                    <a:pt x="231" y="282"/>
                  </a:cubicBezTo>
                  <a:cubicBezTo>
                    <a:pt x="230" y="283"/>
                    <a:pt x="230" y="283"/>
                    <a:pt x="230" y="283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6"/>
                    <a:pt x="228" y="286"/>
                    <a:pt x="228" y="286"/>
                  </a:cubicBezTo>
                  <a:lnTo>
                    <a:pt x="229" y="288"/>
                  </a:lnTo>
                  <a:close/>
                  <a:moveTo>
                    <a:pt x="230" y="288"/>
                  </a:moveTo>
                  <a:cubicBezTo>
                    <a:pt x="231" y="286"/>
                    <a:pt x="231" y="286"/>
                    <a:pt x="231" y="286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3" y="284"/>
                    <a:pt x="233" y="284"/>
                    <a:pt x="233" y="284"/>
                  </a:cubicBezTo>
                  <a:cubicBezTo>
                    <a:pt x="234" y="283"/>
                    <a:pt x="234" y="283"/>
                    <a:pt x="234" y="283"/>
                  </a:cubicBezTo>
                  <a:cubicBezTo>
                    <a:pt x="234" y="284"/>
                    <a:pt x="234" y="284"/>
                    <a:pt x="234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0" y="288"/>
                    <a:pt x="230" y="288"/>
                    <a:pt x="230" y="288"/>
                  </a:cubicBezTo>
                  <a:cubicBezTo>
                    <a:pt x="231" y="289"/>
                    <a:pt x="231" y="289"/>
                    <a:pt x="231" y="289"/>
                  </a:cubicBezTo>
                  <a:lnTo>
                    <a:pt x="230" y="288"/>
                  </a:lnTo>
                  <a:close/>
                  <a:moveTo>
                    <a:pt x="231" y="290"/>
                  </a:moveTo>
                  <a:cubicBezTo>
                    <a:pt x="232" y="290"/>
                    <a:pt x="232" y="290"/>
                    <a:pt x="232" y="290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0"/>
                    <a:pt x="231" y="290"/>
                    <a:pt x="231" y="290"/>
                  </a:cubicBezTo>
                  <a:close/>
                  <a:moveTo>
                    <a:pt x="234" y="294"/>
                  </a:moveTo>
                  <a:cubicBezTo>
                    <a:pt x="232" y="295"/>
                    <a:pt x="232" y="295"/>
                    <a:pt x="232" y="295"/>
                  </a:cubicBezTo>
                  <a:cubicBezTo>
                    <a:pt x="232" y="295"/>
                    <a:pt x="232" y="295"/>
                    <a:pt x="232" y="295"/>
                  </a:cubicBezTo>
                  <a:cubicBezTo>
                    <a:pt x="231" y="295"/>
                    <a:pt x="231" y="295"/>
                    <a:pt x="231" y="295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3" y="292"/>
                    <a:pt x="233" y="292"/>
                    <a:pt x="233" y="292"/>
                  </a:cubicBezTo>
                  <a:cubicBezTo>
                    <a:pt x="233" y="293"/>
                    <a:pt x="233" y="293"/>
                    <a:pt x="233" y="293"/>
                  </a:cubicBezTo>
                  <a:cubicBezTo>
                    <a:pt x="233" y="294"/>
                    <a:pt x="233" y="294"/>
                    <a:pt x="233" y="294"/>
                  </a:cubicBezTo>
                  <a:cubicBezTo>
                    <a:pt x="234" y="294"/>
                    <a:pt x="234" y="294"/>
                    <a:pt x="234" y="294"/>
                  </a:cubicBezTo>
                  <a:close/>
                  <a:moveTo>
                    <a:pt x="236" y="291"/>
                  </a:moveTo>
                  <a:cubicBezTo>
                    <a:pt x="234" y="291"/>
                    <a:pt x="234" y="291"/>
                    <a:pt x="234" y="291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6" y="290"/>
                    <a:pt x="236" y="290"/>
                    <a:pt x="236" y="290"/>
                  </a:cubicBezTo>
                  <a:cubicBezTo>
                    <a:pt x="235" y="290"/>
                    <a:pt x="235" y="290"/>
                    <a:pt x="235" y="290"/>
                  </a:cubicBezTo>
                  <a:cubicBezTo>
                    <a:pt x="236" y="291"/>
                    <a:pt x="236" y="291"/>
                    <a:pt x="236" y="291"/>
                  </a:cubicBezTo>
                  <a:close/>
                  <a:moveTo>
                    <a:pt x="236" y="283"/>
                  </a:moveTo>
                  <a:cubicBezTo>
                    <a:pt x="234" y="283"/>
                    <a:pt x="234" y="283"/>
                    <a:pt x="234" y="283"/>
                  </a:cubicBezTo>
                  <a:cubicBezTo>
                    <a:pt x="235" y="282"/>
                    <a:pt x="235" y="282"/>
                    <a:pt x="235" y="282"/>
                  </a:cubicBezTo>
                  <a:cubicBezTo>
                    <a:pt x="235" y="283"/>
                    <a:pt x="235" y="283"/>
                    <a:pt x="235" y="283"/>
                  </a:cubicBezTo>
                  <a:cubicBezTo>
                    <a:pt x="236" y="282"/>
                    <a:pt x="236" y="282"/>
                    <a:pt x="236" y="282"/>
                  </a:cubicBezTo>
                  <a:lnTo>
                    <a:pt x="236" y="283"/>
                  </a:lnTo>
                  <a:close/>
                  <a:moveTo>
                    <a:pt x="237" y="285"/>
                  </a:moveTo>
                  <a:cubicBezTo>
                    <a:pt x="237" y="284"/>
                    <a:pt x="237" y="284"/>
                    <a:pt x="237" y="284"/>
                  </a:cubicBezTo>
                  <a:cubicBezTo>
                    <a:pt x="238" y="284"/>
                    <a:pt x="238" y="284"/>
                    <a:pt x="238" y="284"/>
                  </a:cubicBezTo>
                  <a:lnTo>
                    <a:pt x="237" y="285"/>
                  </a:lnTo>
                  <a:close/>
                  <a:moveTo>
                    <a:pt x="233" y="317"/>
                  </a:moveTo>
                  <a:cubicBezTo>
                    <a:pt x="233" y="317"/>
                    <a:pt x="233" y="317"/>
                    <a:pt x="233" y="317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3" y="317"/>
                    <a:pt x="233" y="317"/>
                    <a:pt x="233" y="317"/>
                  </a:cubicBezTo>
                  <a:close/>
                  <a:moveTo>
                    <a:pt x="234" y="322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4" y="322"/>
                    <a:pt x="234" y="322"/>
                    <a:pt x="234" y="322"/>
                  </a:cubicBezTo>
                  <a:close/>
                  <a:moveTo>
                    <a:pt x="235" y="324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5" y="323"/>
                    <a:pt x="235" y="323"/>
                    <a:pt x="235" y="323"/>
                  </a:cubicBezTo>
                  <a:cubicBezTo>
                    <a:pt x="235" y="323"/>
                    <a:pt x="235" y="323"/>
                    <a:pt x="235" y="323"/>
                  </a:cubicBezTo>
                  <a:lnTo>
                    <a:pt x="235" y="324"/>
                  </a:lnTo>
                  <a:close/>
                  <a:moveTo>
                    <a:pt x="234" y="319"/>
                  </a:moveTo>
                  <a:cubicBezTo>
                    <a:pt x="235" y="320"/>
                    <a:pt x="235" y="320"/>
                    <a:pt x="235" y="320"/>
                  </a:cubicBezTo>
                  <a:cubicBezTo>
                    <a:pt x="235" y="321"/>
                    <a:pt x="235" y="321"/>
                    <a:pt x="235" y="321"/>
                  </a:cubicBezTo>
                  <a:lnTo>
                    <a:pt x="234" y="319"/>
                  </a:lnTo>
                  <a:close/>
                  <a:moveTo>
                    <a:pt x="235" y="327"/>
                  </a:moveTo>
                  <a:cubicBezTo>
                    <a:pt x="236" y="326"/>
                    <a:pt x="236" y="326"/>
                    <a:pt x="236" y="326"/>
                  </a:cubicBezTo>
                  <a:cubicBezTo>
                    <a:pt x="235" y="325"/>
                    <a:pt x="235" y="325"/>
                    <a:pt x="235" y="325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7" y="326"/>
                    <a:pt x="237" y="326"/>
                    <a:pt x="237" y="326"/>
                  </a:cubicBezTo>
                  <a:lnTo>
                    <a:pt x="235" y="327"/>
                  </a:lnTo>
                  <a:close/>
                  <a:moveTo>
                    <a:pt x="238" y="327"/>
                  </a:moveTo>
                  <a:cubicBezTo>
                    <a:pt x="238" y="326"/>
                    <a:pt x="238" y="326"/>
                    <a:pt x="238" y="326"/>
                  </a:cubicBezTo>
                  <a:cubicBezTo>
                    <a:pt x="238" y="326"/>
                    <a:pt x="238" y="326"/>
                    <a:pt x="238" y="326"/>
                  </a:cubicBezTo>
                  <a:lnTo>
                    <a:pt x="238" y="327"/>
                  </a:lnTo>
                  <a:close/>
                  <a:moveTo>
                    <a:pt x="240" y="324"/>
                  </a:moveTo>
                  <a:cubicBezTo>
                    <a:pt x="240" y="324"/>
                    <a:pt x="240" y="324"/>
                    <a:pt x="240" y="324"/>
                  </a:cubicBezTo>
                  <a:cubicBezTo>
                    <a:pt x="240" y="324"/>
                    <a:pt x="240" y="324"/>
                    <a:pt x="240" y="324"/>
                  </a:cubicBezTo>
                  <a:close/>
                  <a:moveTo>
                    <a:pt x="239" y="317"/>
                  </a:moveTo>
                  <a:cubicBezTo>
                    <a:pt x="239" y="318"/>
                    <a:pt x="239" y="318"/>
                    <a:pt x="239" y="318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8" y="319"/>
                    <a:pt x="238" y="319"/>
                    <a:pt x="238" y="319"/>
                  </a:cubicBezTo>
                  <a:cubicBezTo>
                    <a:pt x="236" y="320"/>
                    <a:pt x="236" y="320"/>
                    <a:pt x="236" y="320"/>
                  </a:cubicBezTo>
                  <a:cubicBezTo>
                    <a:pt x="237" y="319"/>
                    <a:pt x="237" y="319"/>
                    <a:pt x="237" y="319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7" y="316"/>
                    <a:pt x="237" y="316"/>
                    <a:pt x="237" y="316"/>
                  </a:cubicBezTo>
                  <a:cubicBezTo>
                    <a:pt x="236" y="318"/>
                    <a:pt x="236" y="318"/>
                    <a:pt x="236" y="318"/>
                  </a:cubicBezTo>
                  <a:cubicBezTo>
                    <a:pt x="239" y="316"/>
                    <a:pt x="239" y="316"/>
                    <a:pt x="239" y="316"/>
                  </a:cubicBezTo>
                  <a:cubicBezTo>
                    <a:pt x="240" y="316"/>
                    <a:pt x="240" y="316"/>
                    <a:pt x="240" y="316"/>
                  </a:cubicBezTo>
                  <a:cubicBezTo>
                    <a:pt x="240" y="315"/>
                    <a:pt x="240" y="315"/>
                    <a:pt x="240" y="315"/>
                  </a:cubicBezTo>
                  <a:cubicBezTo>
                    <a:pt x="241" y="316"/>
                    <a:pt x="241" y="316"/>
                    <a:pt x="241" y="316"/>
                  </a:cubicBezTo>
                  <a:cubicBezTo>
                    <a:pt x="242" y="317"/>
                    <a:pt x="242" y="317"/>
                    <a:pt x="242" y="317"/>
                  </a:cubicBezTo>
                  <a:lnTo>
                    <a:pt x="239" y="317"/>
                  </a:lnTo>
                  <a:close/>
                  <a:moveTo>
                    <a:pt x="240" y="327"/>
                  </a:moveTo>
                  <a:cubicBezTo>
                    <a:pt x="240" y="327"/>
                    <a:pt x="240" y="327"/>
                    <a:pt x="240" y="327"/>
                  </a:cubicBezTo>
                  <a:cubicBezTo>
                    <a:pt x="241" y="327"/>
                    <a:pt x="241" y="327"/>
                    <a:pt x="241" y="327"/>
                  </a:cubicBezTo>
                  <a:cubicBezTo>
                    <a:pt x="240" y="325"/>
                    <a:pt x="240" y="325"/>
                    <a:pt x="240" y="325"/>
                  </a:cubicBezTo>
                  <a:cubicBezTo>
                    <a:pt x="241" y="325"/>
                    <a:pt x="241" y="325"/>
                    <a:pt x="241" y="325"/>
                  </a:cubicBezTo>
                  <a:cubicBezTo>
                    <a:pt x="242" y="325"/>
                    <a:pt x="242" y="325"/>
                    <a:pt x="242" y="325"/>
                  </a:cubicBezTo>
                  <a:cubicBezTo>
                    <a:pt x="242" y="326"/>
                    <a:pt x="242" y="326"/>
                    <a:pt x="242" y="326"/>
                  </a:cubicBezTo>
                  <a:cubicBezTo>
                    <a:pt x="243" y="327"/>
                    <a:pt x="243" y="327"/>
                    <a:pt x="243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1" y="327"/>
                    <a:pt x="241" y="327"/>
                    <a:pt x="241" y="327"/>
                  </a:cubicBezTo>
                  <a:lnTo>
                    <a:pt x="240" y="327"/>
                  </a:lnTo>
                  <a:close/>
                  <a:moveTo>
                    <a:pt x="239" y="337"/>
                  </a:moveTo>
                  <a:cubicBezTo>
                    <a:pt x="240" y="336"/>
                    <a:pt x="240" y="336"/>
                    <a:pt x="240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lnTo>
                    <a:pt x="239" y="337"/>
                  </a:lnTo>
                  <a:close/>
                  <a:moveTo>
                    <a:pt x="241" y="342"/>
                  </a:moveTo>
                  <a:cubicBezTo>
                    <a:pt x="241" y="342"/>
                    <a:pt x="241" y="342"/>
                    <a:pt x="241" y="342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2"/>
                    <a:pt x="241" y="342"/>
                    <a:pt x="241" y="342"/>
                  </a:cubicBezTo>
                  <a:cubicBezTo>
                    <a:pt x="241" y="342"/>
                    <a:pt x="241" y="342"/>
                    <a:pt x="241" y="342"/>
                  </a:cubicBezTo>
                  <a:close/>
                  <a:moveTo>
                    <a:pt x="242" y="351"/>
                  </a:moveTo>
                  <a:cubicBezTo>
                    <a:pt x="242" y="350"/>
                    <a:pt x="242" y="350"/>
                    <a:pt x="242" y="350"/>
                  </a:cubicBezTo>
                  <a:cubicBezTo>
                    <a:pt x="242" y="350"/>
                    <a:pt x="242" y="350"/>
                    <a:pt x="242" y="350"/>
                  </a:cubicBezTo>
                  <a:cubicBezTo>
                    <a:pt x="243" y="350"/>
                    <a:pt x="243" y="350"/>
                    <a:pt x="243" y="350"/>
                  </a:cubicBezTo>
                  <a:lnTo>
                    <a:pt x="242" y="351"/>
                  </a:lnTo>
                  <a:close/>
                  <a:moveTo>
                    <a:pt x="243" y="333"/>
                  </a:moveTo>
                  <a:cubicBezTo>
                    <a:pt x="242" y="333"/>
                    <a:pt x="242" y="333"/>
                    <a:pt x="242" y="333"/>
                  </a:cubicBezTo>
                  <a:cubicBezTo>
                    <a:pt x="243" y="333"/>
                    <a:pt x="243" y="333"/>
                    <a:pt x="243" y="333"/>
                  </a:cubicBezTo>
                  <a:close/>
                  <a:moveTo>
                    <a:pt x="242" y="313"/>
                  </a:moveTo>
                  <a:cubicBezTo>
                    <a:pt x="242" y="313"/>
                    <a:pt x="242" y="313"/>
                    <a:pt x="242" y="313"/>
                  </a:cubicBezTo>
                  <a:cubicBezTo>
                    <a:pt x="241" y="314"/>
                    <a:pt x="241" y="314"/>
                    <a:pt x="241" y="314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40" y="313"/>
                    <a:pt x="240" y="313"/>
                    <a:pt x="240" y="313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3" y="311"/>
                    <a:pt x="243" y="311"/>
                    <a:pt x="243" y="311"/>
                  </a:cubicBezTo>
                  <a:cubicBezTo>
                    <a:pt x="243" y="312"/>
                    <a:pt x="243" y="312"/>
                    <a:pt x="243" y="312"/>
                  </a:cubicBezTo>
                  <a:lnTo>
                    <a:pt x="242" y="313"/>
                  </a:lnTo>
                  <a:close/>
                  <a:moveTo>
                    <a:pt x="246" y="332"/>
                  </a:moveTo>
                  <a:cubicBezTo>
                    <a:pt x="247" y="332"/>
                    <a:pt x="247" y="332"/>
                    <a:pt x="247" y="332"/>
                  </a:cubicBezTo>
                  <a:cubicBezTo>
                    <a:pt x="246" y="332"/>
                    <a:pt x="246" y="332"/>
                    <a:pt x="246" y="332"/>
                  </a:cubicBezTo>
                  <a:close/>
                  <a:moveTo>
                    <a:pt x="246" y="352"/>
                  </a:moveTo>
                  <a:cubicBezTo>
                    <a:pt x="246" y="352"/>
                    <a:pt x="246" y="352"/>
                    <a:pt x="246" y="352"/>
                  </a:cubicBezTo>
                  <a:cubicBezTo>
                    <a:pt x="246" y="352"/>
                    <a:pt x="246" y="352"/>
                    <a:pt x="246" y="352"/>
                  </a:cubicBezTo>
                  <a:close/>
                  <a:moveTo>
                    <a:pt x="246" y="331"/>
                  </a:move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lose/>
                  <a:moveTo>
                    <a:pt x="243" y="356"/>
                  </a:moveTo>
                  <a:cubicBezTo>
                    <a:pt x="242" y="355"/>
                    <a:pt x="242" y="355"/>
                    <a:pt x="242" y="355"/>
                  </a:cubicBezTo>
                  <a:cubicBezTo>
                    <a:pt x="242" y="355"/>
                    <a:pt x="242" y="355"/>
                    <a:pt x="242" y="355"/>
                  </a:cubicBezTo>
                  <a:cubicBezTo>
                    <a:pt x="244" y="356"/>
                    <a:pt x="244" y="356"/>
                    <a:pt x="244" y="356"/>
                  </a:cubicBezTo>
                  <a:lnTo>
                    <a:pt x="243" y="356"/>
                  </a:lnTo>
                  <a:close/>
                  <a:moveTo>
                    <a:pt x="245" y="351"/>
                  </a:moveTo>
                  <a:cubicBezTo>
                    <a:pt x="244" y="352"/>
                    <a:pt x="244" y="352"/>
                    <a:pt x="244" y="352"/>
                  </a:cubicBezTo>
                  <a:cubicBezTo>
                    <a:pt x="244" y="351"/>
                    <a:pt x="244" y="351"/>
                    <a:pt x="244" y="351"/>
                  </a:cubicBezTo>
                  <a:cubicBezTo>
                    <a:pt x="245" y="350"/>
                    <a:pt x="245" y="350"/>
                    <a:pt x="245" y="350"/>
                  </a:cubicBezTo>
                  <a:lnTo>
                    <a:pt x="245" y="351"/>
                  </a:lnTo>
                  <a:close/>
                  <a:moveTo>
                    <a:pt x="246" y="353"/>
                  </a:moveTo>
                  <a:cubicBezTo>
                    <a:pt x="245" y="354"/>
                    <a:pt x="245" y="354"/>
                    <a:pt x="245" y="354"/>
                  </a:cubicBezTo>
                  <a:cubicBezTo>
                    <a:pt x="245" y="354"/>
                    <a:pt x="245" y="354"/>
                    <a:pt x="245" y="354"/>
                  </a:cubicBezTo>
                  <a:cubicBezTo>
                    <a:pt x="246" y="353"/>
                    <a:pt x="246" y="353"/>
                    <a:pt x="246" y="353"/>
                  </a:cubicBezTo>
                  <a:cubicBezTo>
                    <a:pt x="247" y="353"/>
                    <a:pt x="247" y="353"/>
                    <a:pt x="247" y="353"/>
                  </a:cubicBezTo>
                  <a:lnTo>
                    <a:pt x="246" y="353"/>
                  </a:lnTo>
                  <a:close/>
                  <a:moveTo>
                    <a:pt x="256" y="367"/>
                  </a:moveTo>
                  <a:cubicBezTo>
                    <a:pt x="256" y="366"/>
                    <a:pt x="256" y="366"/>
                    <a:pt x="256" y="366"/>
                  </a:cubicBezTo>
                  <a:cubicBezTo>
                    <a:pt x="255" y="365"/>
                    <a:pt x="255" y="365"/>
                    <a:pt x="255" y="365"/>
                  </a:cubicBezTo>
                  <a:cubicBezTo>
                    <a:pt x="256" y="366"/>
                    <a:pt x="256" y="366"/>
                    <a:pt x="256" y="366"/>
                  </a:cubicBezTo>
                  <a:cubicBezTo>
                    <a:pt x="256" y="366"/>
                    <a:pt x="256" y="366"/>
                    <a:pt x="256" y="366"/>
                  </a:cubicBezTo>
                  <a:lnTo>
                    <a:pt x="256" y="367"/>
                  </a:lnTo>
                  <a:close/>
                  <a:moveTo>
                    <a:pt x="258" y="395"/>
                  </a:moveTo>
                  <a:cubicBezTo>
                    <a:pt x="257" y="395"/>
                    <a:pt x="257" y="395"/>
                    <a:pt x="257" y="395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5"/>
                    <a:pt x="257" y="395"/>
                    <a:pt x="257" y="395"/>
                  </a:cubicBezTo>
                  <a:cubicBezTo>
                    <a:pt x="258" y="394"/>
                    <a:pt x="258" y="394"/>
                    <a:pt x="258" y="394"/>
                  </a:cubicBezTo>
                  <a:cubicBezTo>
                    <a:pt x="258" y="395"/>
                    <a:pt x="258" y="395"/>
                    <a:pt x="258" y="395"/>
                  </a:cubicBezTo>
                  <a:close/>
                  <a:moveTo>
                    <a:pt x="264" y="382"/>
                  </a:moveTo>
                  <a:cubicBezTo>
                    <a:pt x="264" y="382"/>
                    <a:pt x="264" y="382"/>
                    <a:pt x="264" y="382"/>
                  </a:cubicBezTo>
                  <a:cubicBezTo>
                    <a:pt x="264" y="382"/>
                    <a:pt x="264" y="382"/>
                    <a:pt x="264" y="382"/>
                  </a:cubicBezTo>
                  <a:close/>
                  <a:moveTo>
                    <a:pt x="263" y="383"/>
                  </a:moveTo>
                  <a:cubicBezTo>
                    <a:pt x="263" y="383"/>
                    <a:pt x="263" y="383"/>
                    <a:pt x="263" y="383"/>
                  </a:cubicBezTo>
                  <a:cubicBezTo>
                    <a:pt x="263" y="384"/>
                    <a:pt x="263" y="384"/>
                    <a:pt x="263" y="384"/>
                  </a:cubicBezTo>
                  <a:lnTo>
                    <a:pt x="263" y="383"/>
                  </a:lnTo>
                  <a:close/>
                  <a:moveTo>
                    <a:pt x="262" y="388"/>
                  </a:moveTo>
                  <a:cubicBezTo>
                    <a:pt x="262" y="387"/>
                    <a:pt x="262" y="387"/>
                    <a:pt x="262" y="387"/>
                  </a:cubicBezTo>
                  <a:cubicBezTo>
                    <a:pt x="262" y="388"/>
                    <a:pt x="262" y="388"/>
                    <a:pt x="262" y="388"/>
                  </a:cubicBezTo>
                  <a:close/>
                  <a:moveTo>
                    <a:pt x="263" y="387"/>
                  </a:moveTo>
                  <a:cubicBezTo>
                    <a:pt x="263" y="384"/>
                    <a:pt x="263" y="384"/>
                    <a:pt x="263" y="384"/>
                  </a:cubicBezTo>
                  <a:cubicBezTo>
                    <a:pt x="263" y="385"/>
                    <a:pt x="263" y="385"/>
                    <a:pt x="263" y="385"/>
                  </a:cubicBezTo>
                  <a:cubicBezTo>
                    <a:pt x="263" y="386"/>
                    <a:pt x="263" y="386"/>
                    <a:pt x="263" y="386"/>
                  </a:cubicBezTo>
                  <a:cubicBezTo>
                    <a:pt x="264" y="386"/>
                    <a:pt x="264" y="386"/>
                    <a:pt x="264" y="386"/>
                  </a:cubicBezTo>
                  <a:lnTo>
                    <a:pt x="263" y="387"/>
                  </a:lnTo>
                  <a:close/>
                  <a:moveTo>
                    <a:pt x="302" y="621"/>
                  </a:move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lnTo>
                    <a:pt x="302" y="621"/>
                  </a:lnTo>
                  <a:close/>
                  <a:moveTo>
                    <a:pt x="306" y="86"/>
                  </a:moveTo>
                  <a:cubicBezTo>
                    <a:pt x="306" y="85"/>
                    <a:pt x="306" y="85"/>
                    <a:pt x="306" y="85"/>
                  </a:cubicBezTo>
                  <a:cubicBezTo>
                    <a:pt x="306" y="86"/>
                    <a:pt x="306" y="86"/>
                    <a:pt x="306" y="86"/>
                  </a:cubicBezTo>
                  <a:close/>
                  <a:moveTo>
                    <a:pt x="308" y="83"/>
                  </a:moveTo>
                  <a:cubicBezTo>
                    <a:pt x="308" y="83"/>
                    <a:pt x="308" y="83"/>
                    <a:pt x="308" y="83"/>
                  </a:cubicBezTo>
                  <a:cubicBezTo>
                    <a:pt x="309" y="82"/>
                    <a:pt x="309" y="82"/>
                    <a:pt x="309" y="82"/>
                  </a:cubicBezTo>
                  <a:cubicBezTo>
                    <a:pt x="309" y="82"/>
                    <a:pt x="309" y="82"/>
                    <a:pt x="309" y="82"/>
                  </a:cubicBezTo>
                  <a:lnTo>
                    <a:pt x="308" y="83"/>
                  </a:lnTo>
                  <a:close/>
                  <a:moveTo>
                    <a:pt x="313" y="92"/>
                  </a:moveTo>
                  <a:cubicBezTo>
                    <a:pt x="312" y="93"/>
                    <a:pt x="312" y="93"/>
                    <a:pt x="312" y="93"/>
                  </a:cubicBezTo>
                  <a:cubicBezTo>
                    <a:pt x="312" y="93"/>
                    <a:pt x="312" y="93"/>
                    <a:pt x="312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12" y="90"/>
                    <a:pt x="312" y="90"/>
                    <a:pt x="312" y="90"/>
                  </a:cubicBezTo>
                  <a:cubicBezTo>
                    <a:pt x="311" y="87"/>
                    <a:pt x="311" y="87"/>
                    <a:pt x="311" y="87"/>
                  </a:cubicBezTo>
                  <a:cubicBezTo>
                    <a:pt x="311" y="85"/>
                    <a:pt x="311" y="85"/>
                    <a:pt x="311" y="85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2" y="84"/>
                    <a:pt x="312" y="84"/>
                    <a:pt x="312" y="84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3" y="85"/>
                    <a:pt x="313" y="85"/>
                    <a:pt x="313" y="85"/>
                  </a:cubicBezTo>
                  <a:cubicBezTo>
                    <a:pt x="312" y="88"/>
                    <a:pt x="312" y="88"/>
                    <a:pt x="312" y="88"/>
                  </a:cubicBezTo>
                  <a:lnTo>
                    <a:pt x="313" y="92"/>
                  </a:lnTo>
                  <a:close/>
                  <a:moveTo>
                    <a:pt x="315" y="83"/>
                  </a:moveTo>
                  <a:cubicBezTo>
                    <a:pt x="315" y="83"/>
                    <a:pt x="315" y="83"/>
                    <a:pt x="315" y="83"/>
                  </a:cubicBezTo>
                  <a:cubicBezTo>
                    <a:pt x="315" y="83"/>
                    <a:pt x="315" y="83"/>
                    <a:pt x="315" y="83"/>
                  </a:cubicBezTo>
                  <a:close/>
                  <a:moveTo>
                    <a:pt x="324" y="88"/>
                  </a:moveTo>
                  <a:cubicBezTo>
                    <a:pt x="324" y="89"/>
                    <a:pt x="324" y="89"/>
                    <a:pt x="324" y="89"/>
                  </a:cubicBezTo>
                  <a:cubicBezTo>
                    <a:pt x="324" y="89"/>
                    <a:pt x="324" y="89"/>
                    <a:pt x="324" y="89"/>
                  </a:cubicBezTo>
                  <a:cubicBezTo>
                    <a:pt x="323" y="89"/>
                    <a:pt x="323" y="89"/>
                    <a:pt x="323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2" y="89"/>
                    <a:pt x="322" y="89"/>
                    <a:pt x="322" y="89"/>
                  </a:cubicBezTo>
                  <a:cubicBezTo>
                    <a:pt x="323" y="87"/>
                    <a:pt x="323" y="87"/>
                    <a:pt x="323" y="87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5" y="87"/>
                    <a:pt x="325" y="87"/>
                    <a:pt x="325" y="87"/>
                  </a:cubicBezTo>
                  <a:cubicBezTo>
                    <a:pt x="325" y="87"/>
                    <a:pt x="325" y="87"/>
                    <a:pt x="325" y="87"/>
                  </a:cubicBezTo>
                  <a:lnTo>
                    <a:pt x="324" y="88"/>
                  </a:lnTo>
                  <a:close/>
                  <a:moveTo>
                    <a:pt x="344" y="82"/>
                  </a:moveTo>
                  <a:cubicBezTo>
                    <a:pt x="342" y="82"/>
                    <a:pt x="342" y="82"/>
                    <a:pt x="342" y="82"/>
                  </a:cubicBezTo>
                  <a:cubicBezTo>
                    <a:pt x="342" y="82"/>
                    <a:pt x="342" y="82"/>
                    <a:pt x="342" y="82"/>
                  </a:cubicBezTo>
                  <a:cubicBezTo>
                    <a:pt x="341" y="80"/>
                    <a:pt x="341" y="80"/>
                    <a:pt x="341" y="80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39" y="81"/>
                    <a:pt x="339" y="81"/>
                    <a:pt x="339" y="81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6" y="81"/>
                    <a:pt x="336" y="81"/>
                    <a:pt x="336" y="81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3" y="83"/>
                    <a:pt x="333" y="83"/>
                    <a:pt x="333" y="83"/>
                  </a:cubicBezTo>
                  <a:cubicBezTo>
                    <a:pt x="330" y="85"/>
                    <a:pt x="330" y="85"/>
                    <a:pt x="330" y="85"/>
                  </a:cubicBezTo>
                  <a:cubicBezTo>
                    <a:pt x="329" y="85"/>
                    <a:pt x="329" y="85"/>
                    <a:pt x="329" y="85"/>
                  </a:cubicBezTo>
                  <a:cubicBezTo>
                    <a:pt x="327" y="86"/>
                    <a:pt x="327" y="86"/>
                    <a:pt x="327" y="86"/>
                  </a:cubicBezTo>
                  <a:cubicBezTo>
                    <a:pt x="327" y="85"/>
                    <a:pt x="327" y="85"/>
                    <a:pt x="327" y="85"/>
                  </a:cubicBezTo>
                  <a:cubicBezTo>
                    <a:pt x="328" y="84"/>
                    <a:pt x="328" y="84"/>
                    <a:pt x="328" y="84"/>
                  </a:cubicBezTo>
                  <a:cubicBezTo>
                    <a:pt x="328" y="85"/>
                    <a:pt x="328" y="85"/>
                    <a:pt x="328" y="85"/>
                  </a:cubicBezTo>
                  <a:cubicBezTo>
                    <a:pt x="332" y="83"/>
                    <a:pt x="332" y="83"/>
                    <a:pt x="332" y="83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4" y="81"/>
                    <a:pt x="334" y="81"/>
                    <a:pt x="334" y="81"/>
                  </a:cubicBezTo>
                  <a:cubicBezTo>
                    <a:pt x="337" y="81"/>
                    <a:pt x="337" y="81"/>
                    <a:pt x="337" y="81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40" y="81"/>
                    <a:pt x="340" y="81"/>
                    <a:pt x="340" y="81"/>
                  </a:cubicBezTo>
                  <a:cubicBezTo>
                    <a:pt x="342" y="80"/>
                    <a:pt x="342" y="80"/>
                    <a:pt x="342" y="80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6" y="80"/>
                    <a:pt x="346" y="80"/>
                    <a:pt x="346" y="80"/>
                  </a:cubicBezTo>
                  <a:cubicBezTo>
                    <a:pt x="347" y="80"/>
                    <a:pt x="347" y="80"/>
                    <a:pt x="347" y="80"/>
                  </a:cubicBezTo>
                  <a:lnTo>
                    <a:pt x="344" y="82"/>
                  </a:lnTo>
                  <a:close/>
                  <a:moveTo>
                    <a:pt x="356" y="81"/>
                  </a:moveTo>
                  <a:cubicBezTo>
                    <a:pt x="356" y="80"/>
                    <a:pt x="356" y="80"/>
                    <a:pt x="356" y="80"/>
                  </a:cubicBezTo>
                  <a:cubicBezTo>
                    <a:pt x="356" y="80"/>
                    <a:pt x="356" y="80"/>
                    <a:pt x="356" y="80"/>
                  </a:cubicBezTo>
                  <a:cubicBezTo>
                    <a:pt x="357" y="80"/>
                    <a:pt x="357" y="80"/>
                    <a:pt x="357" y="80"/>
                  </a:cubicBezTo>
                  <a:lnTo>
                    <a:pt x="356" y="81"/>
                  </a:lnTo>
                  <a:close/>
                  <a:moveTo>
                    <a:pt x="490" y="693"/>
                  </a:moveTo>
                  <a:cubicBezTo>
                    <a:pt x="490" y="692"/>
                    <a:pt x="490" y="692"/>
                    <a:pt x="490" y="692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4"/>
                    <a:pt x="494" y="694"/>
                    <a:pt x="494" y="694"/>
                  </a:cubicBezTo>
                  <a:cubicBezTo>
                    <a:pt x="492" y="694"/>
                    <a:pt x="492" y="694"/>
                    <a:pt x="492" y="694"/>
                  </a:cubicBezTo>
                  <a:cubicBezTo>
                    <a:pt x="491" y="693"/>
                    <a:pt x="491" y="693"/>
                    <a:pt x="491" y="693"/>
                  </a:cubicBezTo>
                  <a:lnTo>
                    <a:pt x="490" y="693"/>
                  </a:lnTo>
                  <a:close/>
                  <a:moveTo>
                    <a:pt x="517" y="829"/>
                  </a:moveTo>
                  <a:cubicBezTo>
                    <a:pt x="518" y="828"/>
                    <a:pt x="518" y="828"/>
                    <a:pt x="518" y="828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8"/>
                    <a:pt x="518" y="828"/>
                    <a:pt x="518" y="828"/>
                  </a:cubicBezTo>
                  <a:lnTo>
                    <a:pt x="517" y="829"/>
                  </a:lnTo>
                  <a:close/>
                  <a:moveTo>
                    <a:pt x="584" y="739"/>
                  </a:moveTo>
                  <a:cubicBezTo>
                    <a:pt x="581" y="740"/>
                    <a:pt x="581" y="740"/>
                    <a:pt x="581" y="740"/>
                  </a:cubicBezTo>
                  <a:cubicBezTo>
                    <a:pt x="581" y="740"/>
                    <a:pt x="581" y="740"/>
                    <a:pt x="581" y="740"/>
                  </a:cubicBezTo>
                  <a:cubicBezTo>
                    <a:pt x="581" y="738"/>
                    <a:pt x="581" y="738"/>
                    <a:pt x="581" y="738"/>
                  </a:cubicBezTo>
                  <a:cubicBezTo>
                    <a:pt x="579" y="737"/>
                    <a:pt x="579" y="737"/>
                    <a:pt x="579" y="737"/>
                  </a:cubicBezTo>
                  <a:cubicBezTo>
                    <a:pt x="579" y="736"/>
                    <a:pt x="579" y="736"/>
                    <a:pt x="579" y="736"/>
                  </a:cubicBezTo>
                  <a:cubicBezTo>
                    <a:pt x="580" y="735"/>
                    <a:pt x="580" y="735"/>
                    <a:pt x="580" y="735"/>
                  </a:cubicBezTo>
                  <a:cubicBezTo>
                    <a:pt x="580" y="734"/>
                    <a:pt x="580" y="734"/>
                    <a:pt x="580" y="734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0"/>
                    <a:pt x="583" y="730"/>
                    <a:pt x="583" y="730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4"/>
                    <a:pt x="583" y="734"/>
                    <a:pt x="583" y="734"/>
                  </a:cubicBezTo>
                  <a:cubicBezTo>
                    <a:pt x="584" y="736"/>
                    <a:pt x="584" y="736"/>
                    <a:pt x="584" y="736"/>
                  </a:cubicBezTo>
                  <a:cubicBezTo>
                    <a:pt x="584" y="737"/>
                    <a:pt x="584" y="737"/>
                    <a:pt x="584" y="737"/>
                  </a:cubicBezTo>
                  <a:lnTo>
                    <a:pt x="584" y="739"/>
                  </a:lnTo>
                  <a:close/>
                  <a:moveTo>
                    <a:pt x="596" y="723"/>
                  </a:moveTo>
                  <a:cubicBezTo>
                    <a:pt x="595" y="723"/>
                    <a:pt x="595" y="723"/>
                    <a:pt x="595" y="723"/>
                  </a:cubicBezTo>
                  <a:cubicBezTo>
                    <a:pt x="594" y="723"/>
                    <a:pt x="594" y="723"/>
                    <a:pt x="594" y="723"/>
                  </a:cubicBezTo>
                  <a:cubicBezTo>
                    <a:pt x="593" y="722"/>
                    <a:pt x="593" y="722"/>
                    <a:pt x="593" y="722"/>
                  </a:cubicBezTo>
                  <a:cubicBezTo>
                    <a:pt x="594" y="722"/>
                    <a:pt x="594" y="722"/>
                    <a:pt x="594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3"/>
                    <a:pt x="596" y="723"/>
                    <a:pt x="596" y="723"/>
                  </a:cubicBezTo>
                  <a:close/>
                  <a:moveTo>
                    <a:pt x="595" y="1170"/>
                  </a:moveTo>
                  <a:cubicBezTo>
                    <a:pt x="596" y="1170"/>
                    <a:pt x="596" y="1170"/>
                    <a:pt x="596" y="1170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7" y="1170"/>
                    <a:pt x="597" y="1170"/>
                    <a:pt x="597" y="1170"/>
                  </a:cubicBezTo>
                  <a:lnTo>
                    <a:pt x="595" y="1170"/>
                  </a:lnTo>
                  <a:close/>
                  <a:moveTo>
                    <a:pt x="600" y="1168"/>
                  </a:moveTo>
                  <a:cubicBezTo>
                    <a:pt x="600" y="1168"/>
                    <a:pt x="600" y="1168"/>
                    <a:pt x="600" y="1168"/>
                  </a:cubicBezTo>
                  <a:cubicBezTo>
                    <a:pt x="599" y="1170"/>
                    <a:pt x="599" y="1170"/>
                    <a:pt x="599" y="1170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8" y="1169"/>
                    <a:pt x="598" y="1169"/>
                    <a:pt x="598" y="1169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6" y="1165"/>
                    <a:pt x="596" y="1165"/>
                    <a:pt x="596" y="1165"/>
                  </a:cubicBezTo>
                  <a:cubicBezTo>
                    <a:pt x="595" y="1164"/>
                    <a:pt x="595" y="1164"/>
                    <a:pt x="595" y="1164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7" y="1164"/>
                    <a:pt x="597" y="1164"/>
                    <a:pt x="597" y="1164"/>
                  </a:cubicBezTo>
                  <a:cubicBezTo>
                    <a:pt x="597" y="1166"/>
                    <a:pt x="597" y="1166"/>
                    <a:pt x="597" y="1166"/>
                  </a:cubicBezTo>
                  <a:cubicBezTo>
                    <a:pt x="599" y="1165"/>
                    <a:pt x="599" y="1165"/>
                    <a:pt x="599" y="1165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4"/>
                    <a:pt x="600" y="1164"/>
                    <a:pt x="600" y="1164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599" y="1166"/>
                    <a:pt x="599" y="1166"/>
                    <a:pt x="599" y="1166"/>
                  </a:cubicBezTo>
                  <a:lnTo>
                    <a:pt x="600" y="1168"/>
                  </a:lnTo>
                  <a:close/>
                  <a:moveTo>
                    <a:pt x="594" y="1181"/>
                  </a:moveTo>
                  <a:cubicBezTo>
                    <a:pt x="594" y="1181"/>
                    <a:pt x="594" y="1181"/>
                    <a:pt x="594" y="1181"/>
                  </a:cubicBezTo>
                  <a:cubicBezTo>
                    <a:pt x="595" y="1181"/>
                    <a:pt x="595" y="1181"/>
                    <a:pt x="595" y="1181"/>
                  </a:cubicBezTo>
                  <a:lnTo>
                    <a:pt x="594" y="1181"/>
                  </a:lnTo>
                  <a:close/>
                  <a:moveTo>
                    <a:pt x="595" y="1179"/>
                  </a:moveTo>
                  <a:cubicBezTo>
                    <a:pt x="595" y="1178"/>
                    <a:pt x="595" y="1178"/>
                    <a:pt x="595" y="1178"/>
                  </a:cubicBezTo>
                  <a:cubicBezTo>
                    <a:pt x="595" y="1179"/>
                    <a:pt x="595" y="1179"/>
                    <a:pt x="595" y="1179"/>
                  </a:cubicBezTo>
                  <a:close/>
                  <a:moveTo>
                    <a:pt x="597" y="1179"/>
                  </a:moveTo>
                  <a:cubicBezTo>
                    <a:pt x="597" y="1178"/>
                    <a:pt x="597" y="1178"/>
                    <a:pt x="597" y="1178"/>
                  </a:cubicBezTo>
                  <a:cubicBezTo>
                    <a:pt x="597" y="1178"/>
                    <a:pt x="597" y="1178"/>
                    <a:pt x="597" y="1178"/>
                  </a:cubicBezTo>
                  <a:cubicBezTo>
                    <a:pt x="597" y="1179"/>
                    <a:pt x="597" y="1179"/>
                    <a:pt x="597" y="1179"/>
                  </a:cubicBezTo>
                  <a:close/>
                  <a:moveTo>
                    <a:pt x="596" y="1211"/>
                  </a:moveTo>
                  <a:cubicBezTo>
                    <a:pt x="595" y="1211"/>
                    <a:pt x="595" y="1211"/>
                    <a:pt x="595" y="1211"/>
                  </a:cubicBezTo>
                  <a:cubicBezTo>
                    <a:pt x="597" y="1212"/>
                    <a:pt x="597" y="1212"/>
                    <a:pt x="597" y="1212"/>
                  </a:cubicBezTo>
                  <a:lnTo>
                    <a:pt x="596" y="1211"/>
                  </a:lnTo>
                  <a:close/>
                  <a:moveTo>
                    <a:pt x="597" y="1207"/>
                  </a:moveTo>
                  <a:cubicBezTo>
                    <a:pt x="595" y="1204"/>
                    <a:pt x="595" y="1204"/>
                    <a:pt x="595" y="1204"/>
                  </a:cubicBezTo>
                  <a:cubicBezTo>
                    <a:pt x="595" y="1205"/>
                    <a:pt x="595" y="1205"/>
                    <a:pt x="595" y="1205"/>
                  </a:cubicBezTo>
                  <a:cubicBezTo>
                    <a:pt x="597" y="1207"/>
                    <a:pt x="597" y="1207"/>
                    <a:pt x="597" y="1207"/>
                  </a:cubicBezTo>
                  <a:close/>
                  <a:moveTo>
                    <a:pt x="598" y="1210"/>
                  </a:moveTo>
                  <a:cubicBezTo>
                    <a:pt x="598" y="1210"/>
                    <a:pt x="598" y="1210"/>
                    <a:pt x="598" y="1210"/>
                  </a:cubicBezTo>
                  <a:cubicBezTo>
                    <a:pt x="598" y="1210"/>
                    <a:pt x="598" y="1210"/>
                    <a:pt x="598" y="1210"/>
                  </a:cubicBezTo>
                  <a:close/>
                  <a:moveTo>
                    <a:pt x="605" y="1169"/>
                  </a:moveTo>
                  <a:cubicBezTo>
                    <a:pt x="605" y="1169"/>
                    <a:pt x="605" y="1169"/>
                    <a:pt x="605" y="1169"/>
                  </a:cubicBezTo>
                  <a:cubicBezTo>
                    <a:pt x="605" y="1170"/>
                    <a:pt x="605" y="1170"/>
                    <a:pt x="605" y="1170"/>
                  </a:cubicBezTo>
                  <a:cubicBezTo>
                    <a:pt x="604" y="1169"/>
                    <a:pt x="604" y="1169"/>
                    <a:pt x="604" y="1169"/>
                  </a:cubicBezTo>
                  <a:cubicBezTo>
                    <a:pt x="604" y="1168"/>
                    <a:pt x="604" y="1168"/>
                    <a:pt x="604" y="1168"/>
                  </a:cubicBezTo>
                  <a:lnTo>
                    <a:pt x="605" y="1169"/>
                  </a:lnTo>
                  <a:close/>
                  <a:moveTo>
                    <a:pt x="605" y="1171"/>
                  </a:moveTo>
                  <a:cubicBezTo>
                    <a:pt x="605" y="1171"/>
                    <a:pt x="605" y="1171"/>
                    <a:pt x="605" y="1171"/>
                  </a:cubicBezTo>
                  <a:cubicBezTo>
                    <a:pt x="604" y="1172"/>
                    <a:pt x="604" y="1172"/>
                    <a:pt x="604" y="1172"/>
                  </a:cubicBezTo>
                  <a:cubicBezTo>
                    <a:pt x="605" y="1172"/>
                    <a:pt x="605" y="1172"/>
                    <a:pt x="605" y="1172"/>
                  </a:cubicBezTo>
                  <a:lnTo>
                    <a:pt x="605" y="1171"/>
                  </a:lnTo>
                  <a:close/>
                  <a:moveTo>
                    <a:pt x="602" y="1167"/>
                  </a:moveTo>
                  <a:cubicBezTo>
                    <a:pt x="602" y="1166"/>
                    <a:pt x="602" y="1166"/>
                    <a:pt x="602" y="1166"/>
                  </a:cubicBezTo>
                  <a:cubicBezTo>
                    <a:pt x="603" y="1166"/>
                    <a:pt x="603" y="1166"/>
                    <a:pt x="603" y="1166"/>
                  </a:cubicBezTo>
                  <a:cubicBezTo>
                    <a:pt x="603" y="1167"/>
                    <a:pt x="603" y="1167"/>
                    <a:pt x="603" y="1167"/>
                  </a:cubicBezTo>
                  <a:cubicBezTo>
                    <a:pt x="603" y="1167"/>
                    <a:pt x="603" y="1167"/>
                    <a:pt x="603" y="1167"/>
                  </a:cubicBezTo>
                  <a:lnTo>
                    <a:pt x="602" y="1167"/>
                  </a:lnTo>
                  <a:close/>
                  <a:moveTo>
                    <a:pt x="603" y="1201"/>
                  </a:moveTo>
                  <a:cubicBezTo>
                    <a:pt x="604" y="1202"/>
                    <a:pt x="604" y="1202"/>
                    <a:pt x="604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3" y="1201"/>
                    <a:pt x="603" y="1201"/>
                    <a:pt x="603" y="1201"/>
                  </a:cubicBezTo>
                  <a:cubicBezTo>
                    <a:pt x="602" y="1201"/>
                    <a:pt x="602" y="1201"/>
                    <a:pt x="602" y="1201"/>
                  </a:cubicBezTo>
                  <a:lnTo>
                    <a:pt x="603" y="1201"/>
                  </a:lnTo>
                  <a:close/>
                  <a:moveTo>
                    <a:pt x="604" y="1221"/>
                  </a:moveTo>
                  <a:cubicBezTo>
                    <a:pt x="604" y="1222"/>
                    <a:pt x="604" y="1222"/>
                    <a:pt x="604" y="1222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1"/>
                    <a:pt x="604" y="1221"/>
                    <a:pt x="604" y="1221"/>
                  </a:cubicBezTo>
                  <a:cubicBezTo>
                    <a:pt x="603" y="1219"/>
                    <a:pt x="603" y="1219"/>
                    <a:pt x="603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5" y="1220"/>
                    <a:pt x="605" y="1220"/>
                    <a:pt x="605" y="1220"/>
                  </a:cubicBezTo>
                  <a:cubicBezTo>
                    <a:pt x="604" y="1220"/>
                    <a:pt x="604" y="1220"/>
                    <a:pt x="604" y="1220"/>
                  </a:cubicBezTo>
                  <a:lnTo>
                    <a:pt x="604" y="1221"/>
                  </a:lnTo>
                  <a:close/>
                  <a:moveTo>
                    <a:pt x="601" y="1210"/>
                  </a:moveTo>
                  <a:cubicBezTo>
                    <a:pt x="601" y="1210"/>
                    <a:pt x="601" y="1210"/>
                    <a:pt x="601" y="1210"/>
                  </a:cubicBezTo>
                  <a:cubicBezTo>
                    <a:pt x="599" y="1210"/>
                    <a:pt x="599" y="1210"/>
                    <a:pt x="599" y="1210"/>
                  </a:cubicBezTo>
                  <a:cubicBezTo>
                    <a:pt x="600" y="1210"/>
                    <a:pt x="600" y="1210"/>
                    <a:pt x="600" y="1210"/>
                  </a:cubicBezTo>
                  <a:cubicBezTo>
                    <a:pt x="601" y="1210"/>
                    <a:pt x="601" y="1210"/>
                    <a:pt x="601" y="1210"/>
                  </a:cubicBezTo>
                  <a:close/>
                  <a:moveTo>
                    <a:pt x="602" y="1210"/>
                  </a:moveTo>
                  <a:cubicBezTo>
                    <a:pt x="601" y="1207"/>
                    <a:pt x="601" y="1207"/>
                    <a:pt x="601" y="1207"/>
                  </a:cubicBezTo>
                  <a:cubicBezTo>
                    <a:pt x="600" y="1206"/>
                    <a:pt x="600" y="1206"/>
                    <a:pt x="600" y="1206"/>
                  </a:cubicBezTo>
                  <a:cubicBezTo>
                    <a:pt x="600" y="1205"/>
                    <a:pt x="600" y="1205"/>
                    <a:pt x="600" y="1205"/>
                  </a:cubicBezTo>
                  <a:cubicBezTo>
                    <a:pt x="601" y="1206"/>
                    <a:pt x="601" y="1206"/>
                    <a:pt x="601" y="1206"/>
                  </a:cubicBezTo>
                  <a:cubicBezTo>
                    <a:pt x="601" y="1207"/>
                    <a:pt x="601" y="1207"/>
                    <a:pt x="601" y="1207"/>
                  </a:cubicBezTo>
                  <a:cubicBezTo>
                    <a:pt x="603" y="1207"/>
                    <a:pt x="603" y="1207"/>
                    <a:pt x="603" y="1207"/>
                  </a:cubicBezTo>
                  <a:cubicBezTo>
                    <a:pt x="602" y="1208"/>
                    <a:pt x="602" y="1208"/>
                    <a:pt x="602" y="1208"/>
                  </a:cubicBezTo>
                  <a:cubicBezTo>
                    <a:pt x="602" y="1209"/>
                    <a:pt x="602" y="1209"/>
                    <a:pt x="602" y="1209"/>
                  </a:cubicBezTo>
                  <a:cubicBezTo>
                    <a:pt x="603" y="1209"/>
                    <a:pt x="603" y="1209"/>
                    <a:pt x="603" y="1209"/>
                  </a:cubicBezTo>
                  <a:cubicBezTo>
                    <a:pt x="602" y="1210"/>
                    <a:pt x="602" y="1210"/>
                    <a:pt x="602" y="1210"/>
                  </a:cubicBezTo>
                  <a:close/>
                  <a:moveTo>
                    <a:pt x="603" y="1231"/>
                  </a:moveTo>
                  <a:cubicBezTo>
                    <a:pt x="603" y="1230"/>
                    <a:pt x="603" y="1230"/>
                    <a:pt x="603" y="1230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3" y="1230"/>
                    <a:pt x="603" y="1230"/>
                    <a:pt x="603" y="1230"/>
                  </a:cubicBezTo>
                  <a:lnTo>
                    <a:pt x="603" y="1231"/>
                  </a:lnTo>
                  <a:close/>
                  <a:moveTo>
                    <a:pt x="605" y="1228"/>
                  </a:moveTo>
                  <a:cubicBezTo>
                    <a:pt x="604" y="1228"/>
                    <a:pt x="604" y="1228"/>
                    <a:pt x="604" y="1228"/>
                  </a:cubicBezTo>
                  <a:cubicBezTo>
                    <a:pt x="603" y="1228"/>
                    <a:pt x="603" y="1228"/>
                    <a:pt x="603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1" y="1228"/>
                    <a:pt x="601" y="1228"/>
                    <a:pt x="601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6"/>
                    <a:pt x="602" y="1226"/>
                    <a:pt x="602" y="1226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4"/>
                    <a:pt x="603" y="1224"/>
                    <a:pt x="603" y="1224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7"/>
                    <a:pt x="603" y="1227"/>
                    <a:pt x="603" y="1227"/>
                  </a:cubicBezTo>
                  <a:cubicBezTo>
                    <a:pt x="605" y="1228"/>
                    <a:pt x="605" y="1228"/>
                    <a:pt x="605" y="1228"/>
                  </a:cubicBezTo>
                  <a:cubicBezTo>
                    <a:pt x="605" y="1228"/>
                    <a:pt x="605" y="1228"/>
                    <a:pt x="605" y="1228"/>
                  </a:cubicBezTo>
                  <a:close/>
                  <a:moveTo>
                    <a:pt x="609" y="1233"/>
                  </a:moveTo>
                  <a:cubicBezTo>
                    <a:pt x="608" y="1233"/>
                    <a:pt x="608" y="1233"/>
                    <a:pt x="608" y="1233"/>
                  </a:cubicBezTo>
                  <a:cubicBezTo>
                    <a:pt x="607" y="1231"/>
                    <a:pt x="607" y="1231"/>
                    <a:pt x="607" y="1231"/>
                  </a:cubicBezTo>
                  <a:cubicBezTo>
                    <a:pt x="606" y="1229"/>
                    <a:pt x="606" y="1229"/>
                    <a:pt x="606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29"/>
                    <a:pt x="609" y="1229"/>
                    <a:pt x="609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32"/>
                    <a:pt x="609" y="1232"/>
                    <a:pt x="609" y="1232"/>
                  </a:cubicBezTo>
                  <a:cubicBezTo>
                    <a:pt x="609" y="1233"/>
                    <a:pt x="609" y="1233"/>
                    <a:pt x="609" y="1233"/>
                  </a:cubicBezTo>
                  <a:close/>
                  <a:moveTo>
                    <a:pt x="606" y="1243"/>
                  </a:moveTo>
                  <a:cubicBezTo>
                    <a:pt x="606" y="1243"/>
                    <a:pt x="606" y="1243"/>
                    <a:pt x="606" y="1243"/>
                  </a:cubicBezTo>
                  <a:cubicBezTo>
                    <a:pt x="606" y="1244"/>
                    <a:pt x="606" y="1244"/>
                    <a:pt x="606" y="1244"/>
                  </a:cubicBezTo>
                  <a:lnTo>
                    <a:pt x="606" y="1243"/>
                  </a:lnTo>
                  <a:close/>
                  <a:moveTo>
                    <a:pt x="607" y="1245"/>
                  </a:moveTo>
                  <a:cubicBezTo>
                    <a:pt x="607" y="1245"/>
                    <a:pt x="607" y="1245"/>
                    <a:pt x="607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8" y="1245"/>
                    <a:pt x="608" y="1245"/>
                    <a:pt x="608" y="1245"/>
                  </a:cubicBezTo>
                  <a:lnTo>
                    <a:pt x="607" y="1245"/>
                  </a:lnTo>
                  <a:close/>
                  <a:moveTo>
                    <a:pt x="611" y="1244"/>
                  </a:moveTo>
                  <a:cubicBezTo>
                    <a:pt x="611" y="1244"/>
                    <a:pt x="611" y="1244"/>
                    <a:pt x="611" y="1244"/>
                  </a:cubicBezTo>
                  <a:cubicBezTo>
                    <a:pt x="612" y="1244"/>
                    <a:pt x="612" y="1244"/>
                    <a:pt x="612" y="1244"/>
                  </a:cubicBezTo>
                  <a:lnTo>
                    <a:pt x="611" y="1244"/>
                  </a:lnTo>
                  <a:close/>
                  <a:moveTo>
                    <a:pt x="613" y="1244"/>
                  </a:moveTo>
                  <a:cubicBezTo>
                    <a:pt x="614" y="1244"/>
                    <a:pt x="614" y="1244"/>
                    <a:pt x="614" y="1244"/>
                  </a:cubicBezTo>
                  <a:cubicBezTo>
                    <a:pt x="615" y="1245"/>
                    <a:pt x="615" y="1245"/>
                    <a:pt x="615" y="1245"/>
                  </a:cubicBezTo>
                  <a:cubicBezTo>
                    <a:pt x="614" y="1245"/>
                    <a:pt x="614" y="1245"/>
                    <a:pt x="614" y="1245"/>
                  </a:cubicBezTo>
                  <a:lnTo>
                    <a:pt x="613" y="1244"/>
                  </a:lnTo>
                  <a:close/>
                  <a:moveTo>
                    <a:pt x="614" y="1249"/>
                  </a:moveTo>
                  <a:cubicBezTo>
                    <a:pt x="614" y="1249"/>
                    <a:pt x="614" y="1249"/>
                    <a:pt x="614" y="1249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5" y="1249"/>
                    <a:pt x="615" y="1249"/>
                    <a:pt x="615" y="1249"/>
                  </a:cubicBezTo>
                  <a:cubicBezTo>
                    <a:pt x="615" y="1249"/>
                    <a:pt x="615" y="1249"/>
                    <a:pt x="615" y="1249"/>
                  </a:cubicBezTo>
                  <a:lnTo>
                    <a:pt x="614" y="1249"/>
                  </a:lnTo>
                  <a:close/>
                  <a:moveTo>
                    <a:pt x="617" y="1245"/>
                  </a:moveTo>
                  <a:cubicBezTo>
                    <a:pt x="616" y="1243"/>
                    <a:pt x="616" y="1243"/>
                    <a:pt x="616" y="1243"/>
                  </a:cubicBezTo>
                  <a:cubicBezTo>
                    <a:pt x="616" y="1242"/>
                    <a:pt x="616" y="1242"/>
                    <a:pt x="616" y="1242"/>
                  </a:cubicBezTo>
                  <a:cubicBezTo>
                    <a:pt x="616" y="1243"/>
                    <a:pt x="616" y="1243"/>
                    <a:pt x="616" y="1243"/>
                  </a:cubicBezTo>
                  <a:cubicBezTo>
                    <a:pt x="617" y="1244"/>
                    <a:pt x="617" y="1244"/>
                    <a:pt x="617" y="1244"/>
                  </a:cubicBezTo>
                  <a:lnTo>
                    <a:pt x="617" y="1245"/>
                  </a:lnTo>
                  <a:close/>
                  <a:moveTo>
                    <a:pt x="621" y="1242"/>
                  </a:moveTo>
                  <a:cubicBezTo>
                    <a:pt x="621" y="1243"/>
                    <a:pt x="621" y="1243"/>
                    <a:pt x="621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19" y="1244"/>
                    <a:pt x="619" y="1244"/>
                    <a:pt x="619" y="1244"/>
                  </a:cubicBezTo>
                  <a:cubicBezTo>
                    <a:pt x="618" y="1244"/>
                    <a:pt x="618" y="1244"/>
                    <a:pt x="618" y="1244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2" y="1241"/>
                    <a:pt x="622" y="1241"/>
                    <a:pt x="622" y="1241"/>
                  </a:cubicBezTo>
                  <a:cubicBezTo>
                    <a:pt x="622" y="1241"/>
                    <a:pt x="622" y="1241"/>
                    <a:pt x="622" y="1241"/>
                  </a:cubicBezTo>
                  <a:lnTo>
                    <a:pt x="621" y="1242"/>
                  </a:lnTo>
                  <a:close/>
                  <a:moveTo>
                    <a:pt x="625" y="1252"/>
                  </a:moveTo>
                  <a:cubicBezTo>
                    <a:pt x="624" y="1252"/>
                    <a:pt x="624" y="1252"/>
                    <a:pt x="624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6" y="1251"/>
                    <a:pt x="626" y="1251"/>
                    <a:pt x="626" y="1251"/>
                  </a:cubicBezTo>
                  <a:cubicBezTo>
                    <a:pt x="626" y="1250"/>
                    <a:pt x="626" y="1250"/>
                    <a:pt x="626" y="1250"/>
                  </a:cubicBezTo>
                  <a:cubicBezTo>
                    <a:pt x="627" y="1249"/>
                    <a:pt x="627" y="1249"/>
                    <a:pt x="627" y="1249"/>
                  </a:cubicBezTo>
                  <a:cubicBezTo>
                    <a:pt x="628" y="1250"/>
                    <a:pt x="628" y="1250"/>
                    <a:pt x="628" y="1250"/>
                  </a:cubicBezTo>
                  <a:cubicBezTo>
                    <a:pt x="627" y="1250"/>
                    <a:pt x="627" y="1250"/>
                    <a:pt x="627" y="1250"/>
                  </a:cubicBezTo>
                  <a:lnTo>
                    <a:pt x="625" y="1252"/>
                  </a:lnTo>
                  <a:close/>
                  <a:moveTo>
                    <a:pt x="629" y="1257"/>
                  </a:moveTo>
                  <a:cubicBezTo>
                    <a:pt x="629" y="1257"/>
                    <a:pt x="629" y="1257"/>
                    <a:pt x="629" y="1257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9" y="1256"/>
                    <a:pt x="629" y="1256"/>
                    <a:pt x="629" y="1256"/>
                  </a:cubicBezTo>
                  <a:cubicBezTo>
                    <a:pt x="628" y="1255"/>
                    <a:pt x="628" y="1255"/>
                    <a:pt x="628" y="1255"/>
                  </a:cubicBezTo>
                  <a:cubicBezTo>
                    <a:pt x="630" y="1255"/>
                    <a:pt x="630" y="1255"/>
                    <a:pt x="630" y="1255"/>
                  </a:cubicBezTo>
                  <a:cubicBezTo>
                    <a:pt x="631" y="1254"/>
                    <a:pt x="631" y="1254"/>
                    <a:pt x="631" y="1254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3" y="1252"/>
                    <a:pt x="633" y="1252"/>
                    <a:pt x="633" y="1252"/>
                  </a:cubicBezTo>
                  <a:cubicBezTo>
                    <a:pt x="633" y="1254"/>
                    <a:pt x="633" y="1254"/>
                    <a:pt x="633" y="1254"/>
                  </a:cubicBezTo>
                  <a:cubicBezTo>
                    <a:pt x="632" y="1255"/>
                    <a:pt x="632" y="1255"/>
                    <a:pt x="632" y="1255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0" y="1256"/>
                    <a:pt x="630" y="1256"/>
                    <a:pt x="630" y="1256"/>
                  </a:cubicBezTo>
                  <a:lnTo>
                    <a:pt x="629" y="1257"/>
                  </a:lnTo>
                  <a:close/>
                  <a:moveTo>
                    <a:pt x="630" y="1266"/>
                  </a:moveTo>
                  <a:cubicBezTo>
                    <a:pt x="629" y="1267"/>
                    <a:pt x="629" y="1267"/>
                    <a:pt x="629" y="1267"/>
                  </a:cubicBezTo>
                  <a:cubicBezTo>
                    <a:pt x="629" y="1267"/>
                    <a:pt x="629" y="1267"/>
                    <a:pt x="629" y="1267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6"/>
                    <a:pt x="630" y="1266"/>
                    <a:pt x="630" y="1266"/>
                  </a:cubicBezTo>
                  <a:close/>
                  <a:moveTo>
                    <a:pt x="633" y="1264"/>
                  </a:moveTo>
                  <a:cubicBezTo>
                    <a:pt x="633" y="1264"/>
                    <a:pt x="633" y="1264"/>
                    <a:pt x="633" y="1264"/>
                  </a:cubicBezTo>
                  <a:cubicBezTo>
                    <a:pt x="631" y="1264"/>
                    <a:pt x="631" y="1264"/>
                    <a:pt x="631" y="1264"/>
                  </a:cubicBezTo>
                  <a:cubicBezTo>
                    <a:pt x="630" y="1263"/>
                    <a:pt x="630" y="1263"/>
                    <a:pt x="630" y="1263"/>
                  </a:cubicBezTo>
                  <a:cubicBezTo>
                    <a:pt x="633" y="1263"/>
                    <a:pt x="633" y="1263"/>
                    <a:pt x="633" y="1263"/>
                  </a:cubicBezTo>
                  <a:cubicBezTo>
                    <a:pt x="634" y="1264"/>
                    <a:pt x="634" y="1264"/>
                    <a:pt x="634" y="1264"/>
                  </a:cubicBezTo>
                  <a:lnTo>
                    <a:pt x="633" y="1264"/>
                  </a:lnTo>
                  <a:close/>
                  <a:moveTo>
                    <a:pt x="634" y="1264"/>
                  </a:moveTo>
                  <a:cubicBezTo>
                    <a:pt x="635" y="1264"/>
                    <a:pt x="635" y="1264"/>
                    <a:pt x="635" y="1264"/>
                  </a:cubicBezTo>
                  <a:cubicBezTo>
                    <a:pt x="636" y="1264"/>
                    <a:pt x="636" y="1264"/>
                    <a:pt x="636" y="1264"/>
                  </a:cubicBezTo>
                  <a:lnTo>
                    <a:pt x="634" y="1264"/>
                  </a:lnTo>
                  <a:close/>
                  <a:moveTo>
                    <a:pt x="640" y="1274"/>
                  </a:moveTo>
                  <a:cubicBezTo>
                    <a:pt x="640" y="1276"/>
                    <a:pt x="640" y="1276"/>
                    <a:pt x="640" y="1276"/>
                  </a:cubicBezTo>
                  <a:cubicBezTo>
                    <a:pt x="639" y="1275"/>
                    <a:pt x="639" y="1275"/>
                    <a:pt x="639" y="1275"/>
                  </a:cubicBezTo>
                  <a:cubicBezTo>
                    <a:pt x="639" y="1273"/>
                    <a:pt x="639" y="1273"/>
                    <a:pt x="639" y="1273"/>
                  </a:cubicBezTo>
                  <a:cubicBezTo>
                    <a:pt x="637" y="1272"/>
                    <a:pt x="637" y="1272"/>
                    <a:pt x="637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4"/>
                    <a:pt x="640" y="1274"/>
                    <a:pt x="640" y="1274"/>
                  </a:cubicBezTo>
                  <a:cubicBezTo>
                    <a:pt x="641" y="1274"/>
                    <a:pt x="641" y="1274"/>
                    <a:pt x="641" y="1274"/>
                  </a:cubicBezTo>
                  <a:lnTo>
                    <a:pt x="640" y="1274"/>
                  </a:lnTo>
                  <a:close/>
                  <a:moveTo>
                    <a:pt x="659" y="1272"/>
                  </a:moveTo>
                  <a:cubicBezTo>
                    <a:pt x="662" y="1272"/>
                    <a:pt x="662" y="1272"/>
                    <a:pt x="662" y="1272"/>
                  </a:cubicBezTo>
                  <a:cubicBezTo>
                    <a:pt x="661" y="1272"/>
                    <a:pt x="661" y="1272"/>
                    <a:pt x="661" y="1272"/>
                  </a:cubicBezTo>
                  <a:cubicBezTo>
                    <a:pt x="659" y="1272"/>
                    <a:pt x="659" y="1272"/>
                    <a:pt x="659" y="1272"/>
                  </a:cubicBezTo>
                  <a:close/>
                  <a:moveTo>
                    <a:pt x="656" y="1273"/>
                  </a:moveTo>
                  <a:cubicBezTo>
                    <a:pt x="657" y="1273"/>
                    <a:pt x="657" y="1273"/>
                    <a:pt x="657" y="1273"/>
                  </a:cubicBezTo>
                  <a:cubicBezTo>
                    <a:pt x="656" y="1273"/>
                    <a:pt x="656" y="1273"/>
                    <a:pt x="656" y="1273"/>
                  </a:cubicBezTo>
                  <a:cubicBezTo>
                    <a:pt x="655" y="1273"/>
                    <a:pt x="655" y="1273"/>
                    <a:pt x="655" y="1273"/>
                  </a:cubicBezTo>
                  <a:cubicBezTo>
                    <a:pt x="655" y="1273"/>
                    <a:pt x="655" y="1273"/>
                    <a:pt x="655" y="1273"/>
                  </a:cubicBezTo>
                  <a:lnTo>
                    <a:pt x="656" y="1273"/>
                  </a:lnTo>
                  <a:close/>
                  <a:moveTo>
                    <a:pt x="653" y="1254"/>
                  </a:moveTo>
                  <a:cubicBezTo>
                    <a:pt x="653" y="1254"/>
                    <a:pt x="653" y="1254"/>
                    <a:pt x="653" y="1254"/>
                  </a:cubicBezTo>
                  <a:cubicBezTo>
                    <a:pt x="654" y="1255"/>
                    <a:pt x="654" y="1255"/>
                    <a:pt x="654" y="1255"/>
                  </a:cubicBezTo>
                  <a:cubicBezTo>
                    <a:pt x="653" y="1255"/>
                    <a:pt x="653" y="1255"/>
                    <a:pt x="653" y="1255"/>
                  </a:cubicBezTo>
                  <a:cubicBezTo>
                    <a:pt x="652" y="1255"/>
                    <a:pt x="652" y="1255"/>
                    <a:pt x="652" y="1255"/>
                  </a:cubicBezTo>
                  <a:lnTo>
                    <a:pt x="653" y="1254"/>
                  </a:lnTo>
                  <a:close/>
                  <a:moveTo>
                    <a:pt x="645" y="1265"/>
                  </a:moveTo>
                  <a:cubicBezTo>
                    <a:pt x="644" y="1267"/>
                    <a:pt x="644" y="1267"/>
                    <a:pt x="644" y="1267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42" y="1266"/>
                    <a:pt x="642" y="1266"/>
                    <a:pt x="642" y="1266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2" y="1264"/>
                    <a:pt x="642" y="1264"/>
                    <a:pt x="642" y="1264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5" y="1266"/>
                    <a:pt x="645" y="1266"/>
                    <a:pt x="645" y="1266"/>
                  </a:cubicBezTo>
                  <a:lnTo>
                    <a:pt x="645" y="1265"/>
                  </a:lnTo>
                  <a:close/>
                  <a:moveTo>
                    <a:pt x="650" y="1267"/>
                  </a:moveTo>
                  <a:cubicBezTo>
                    <a:pt x="650" y="1267"/>
                    <a:pt x="650" y="1267"/>
                    <a:pt x="650" y="1267"/>
                  </a:cubicBezTo>
                  <a:cubicBezTo>
                    <a:pt x="647" y="1266"/>
                    <a:pt x="647" y="1266"/>
                    <a:pt x="647" y="1266"/>
                  </a:cubicBezTo>
                  <a:cubicBezTo>
                    <a:pt x="646" y="1266"/>
                    <a:pt x="646" y="1266"/>
                    <a:pt x="646" y="1266"/>
                  </a:cubicBezTo>
                  <a:cubicBezTo>
                    <a:pt x="647" y="1266"/>
                    <a:pt x="647" y="1266"/>
                    <a:pt x="647" y="1266"/>
                  </a:cubicBezTo>
                  <a:lnTo>
                    <a:pt x="650" y="1267"/>
                  </a:lnTo>
                  <a:close/>
                  <a:moveTo>
                    <a:pt x="646" y="1257"/>
                  </a:moveTo>
                  <a:cubicBezTo>
                    <a:pt x="647" y="1257"/>
                    <a:pt x="647" y="1257"/>
                    <a:pt x="647" y="1257"/>
                  </a:cubicBezTo>
                  <a:cubicBezTo>
                    <a:pt x="647" y="1258"/>
                    <a:pt x="647" y="1258"/>
                    <a:pt x="647" y="1258"/>
                  </a:cubicBezTo>
                  <a:cubicBezTo>
                    <a:pt x="647" y="1259"/>
                    <a:pt x="647" y="1259"/>
                    <a:pt x="647" y="1259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1" y="1259"/>
                    <a:pt x="641" y="1259"/>
                    <a:pt x="641" y="1259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3" y="1260"/>
                    <a:pt x="643" y="1260"/>
                    <a:pt x="643" y="1260"/>
                  </a:cubicBezTo>
                  <a:cubicBezTo>
                    <a:pt x="644" y="1258"/>
                    <a:pt x="644" y="1258"/>
                    <a:pt x="644" y="1258"/>
                  </a:cubicBezTo>
                  <a:lnTo>
                    <a:pt x="646" y="1257"/>
                  </a:lnTo>
                  <a:close/>
                  <a:moveTo>
                    <a:pt x="693" y="1070"/>
                  </a:moveTo>
                  <a:cubicBezTo>
                    <a:pt x="693" y="1070"/>
                    <a:pt x="693" y="1070"/>
                    <a:pt x="693" y="1070"/>
                  </a:cubicBezTo>
                  <a:cubicBezTo>
                    <a:pt x="694" y="1071"/>
                    <a:pt x="694" y="1071"/>
                    <a:pt x="694" y="1071"/>
                  </a:cubicBezTo>
                  <a:lnTo>
                    <a:pt x="693" y="1070"/>
                  </a:lnTo>
                  <a:close/>
                  <a:moveTo>
                    <a:pt x="734" y="814"/>
                  </a:moveTo>
                  <a:cubicBezTo>
                    <a:pt x="732" y="816"/>
                    <a:pt x="732" y="816"/>
                    <a:pt x="732" y="816"/>
                  </a:cubicBezTo>
                  <a:cubicBezTo>
                    <a:pt x="732" y="815"/>
                    <a:pt x="732" y="815"/>
                    <a:pt x="732" y="815"/>
                  </a:cubicBezTo>
                  <a:cubicBezTo>
                    <a:pt x="733" y="815"/>
                    <a:pt x="733" y="815"/>
                    <a:pt x="733" y="815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4" y="813"/>
                    <a:pt x="734" y="813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lnTo>
                    <a:pt x="734" y="814"/>
                  </a:lnTo>
                  <a:close/>
                  <a:moveTo>
                    <a:pt x="737" y="813"/>
                  </a:moveTo>
                  <a:cubicBezTo>
                    <a:pt x="737" y="812"/>
                    <a:pt x="737" y="812"/>
                    <a:pt x="737" y="812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8" y="813"/>
                    <a:pt x="738" y="813"/>
                    <a:pt x="738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6" y="813"/>
                    <a:pt x="736" y="813"/>
                    <a:pt x="736" y="813"/>
                  </a:cubicBezTo>
                  <a:lnTo>
                    <a:pt x="737" y="813"/>
                  </a:lnTo>
                  <a:close/>
                  <a:moveTo>
                    <a:pt x="746" y="1039"/>
                  </a:moveTo>
                  <a:cubicBezTo>
                    <a:pt x="746" y="1042"/>
                    <a:pt x="746" y="1042"/>
                    <a:pt x="746" y="1042"/>
                  </a:cubicBezTo>
                  <a:cubicBezTo>
                    <a:pt x="744" y="1045"/>
                    <a:pt x="744" y="1045"/>
                    <a:pt x="744" y="1045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0" y="1048"/>
                    <a:pt x="740" y="1048"/>
                    <a:pt x="740" y="1048"/>
                  </a:cubicBezTo>
                  <a:cubicBezTo>
                    <a:pt x="738" y="1049"/>
                    <a:pt x="738" y="1049"/>
                    <a:pt x="738" y="1049"/>
                  </a:cubicBezTo>
                  <a:cubicBezTo>
                    <a:pt x="738" y="1050"/>
                    <a:pt x="738" y="1050"/>
                    <a:pt x="738" y="1050"/>
                  </a:cubicBezTo>
                  <a:cubicBezTo>
                    <a:pt x="737" y="1050"/>
                    <a:pt x="737" y="1050"/>
                    <a:pt x="737" y="1050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2"/>
                    <a:pt x="736" y="1052"/>
                    <a:pt x="736" y="1052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0"/>
                    <a:pt x="736" y="1050"/>
                    <a:pt x="736" y="1050"/>
                  </a:cubicBezTo>
                  <a:cubicBezTo>
                    <a:pt x="737" y="1049"/>
                    <a:pt x="737" y="1049"/>
                    <a:pt x="737" y="1049"/>
                  </a:cubicBezTo>
                  <a:cubicBezTo>
                    <a:pt x="737" y="1048"/>
                    <a:pt x="737" y="1048"/>
                    <a:pt x="737" y="1048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40" y="1047"/>
                    <a:pt x="740" y="1047"/>
                    <a:pt x="740" y="1047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4"/>
                    <a:pt x="742" y="1044"/>
                    <a:pt x="742" y="1044"/>
                  </a:cubicBezTo>
                  <a:cubicBezTo>
                    <a:pt x="742" y="1043"/>
                    <a:pt x="742" y="1043"/>
                    <a:pt x="742" y="1043"/>
                  </a:cubicBezTo>
                  <a:cubicBezTo>
                    <a:pt x="742" y="1041"/>
                    <a:pt x="742" y="1041"/>
                    <a:pt x="742" y="1041"/>
                  </a:cubicBezTo>
                  <a:cubicBezTo>
                    <a:pt x="743" y="1041"/>
                    <a:pt x="743" y="1041"/>
                    <a:pt x="743" y="1041"/>
                  </a:cubicBezTo>
                  <a:cubicBezTo>
                    <a:pt x="744" y="1041"/>
                    <a:pt x="744" y="1041"/>
                    <a:pt x="744" y="1041"/>
                  </a:cubicBezTo>
                  <a:cubicBezTo>
                    <a:pt x="744" y="1039"/>
                    <a:pt x="744" y="1039"/>
                    <a:pt x="744" y="1039"/>
                  </a:cubicBezTo>
                  <a:cubicBezTo>
                    <a:pt x="744" y="1038"/>
                    <a:pt x="744" y="1038"/>
                    <a:pt x="744" y="1038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5" y="1039"/>
                    <a:pt x="745" y="1039"/>
                    <a:pt x="745" y="1039"/>
                  </a:cubicBezTo>
                  <a:cubicBezTo>
                    <a:pt x="746" y="1039"/>
                    <a:pt x="746" y="1039"/>
                    <a:pt x="746" y="1039"/>
                  </a:cubicBezTo>
                  <a:cubicBezTo>
                    <a:pt x="747" y="1039"/>
                    <a:pt x="747" y="1039"/>
                    <a:pt x="747" y="1039"/>
                  </a:cubicBezTo>
                  <a:cubicBezTo>
                    <a:pt x="747" y="1039"/>
                    <a:pt x="747" y="1039"/>
                    <a:pt x="747" y="1039"/>
                  </a:cubicBezTo>
                  <a:lnTo>
                    <a:pt x="746" y="1039"/>
                  </a:lnTo>
                  <a:close/>
                  <a:moveTo>
                    <a:pt x="749" y="820"/>
                  </a:moveTo>
                  <a:cubicBezTo>
                    <a:pt x="748" y="822"/>
                    <a:pt x="748" y="822"/>
                    <a:pt x="748" y="822"/>
                  </a:cubicBezTo>
                  <a:cubicBezTo>
                    <a:pt x="747" y="824"/>
                    <a:pt x="747" y="824"/>
                    <a:pt x="747" y="824"/>
                  </a:cubicBezTo>
                  <a:cubicBezTo>
                    <a:pt x="746" y="826"/>
                    <a:pt x="746" y="826"/>
                    <a:pt x="746" y="826"/>
                  </a:cubicBezTo>
                  <a:cubicBezTo>
                    <a:pt x="746" y="825"/>
                    <a:pt x="746" y="825"/>
                    <a:pt x="746" y="825"/>
                  </a:cubicBezTo>
                  <a:cubicBezTo>
                    <a:pt x="747" y="823"/>
                    <a:pt x="747" y="823"/>
                    <a:pt x="747" y="823"/>
                  </a:cubicBezTo>
                  <a:cubicBezTo>
                    <a:pt x="747" y="822"/>
                    <a:pt x="747" y="822"/>
                    <a:pt x="747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2" y="822"/>
                    <a:pt x="742" y="822"/>
                    <a:pt x="742" y="822"/>
                  </a:cubicBezTo>
                  <a:cubicBezTo>
                    <a:pt x="740" y="822"/>
                    <a:pt x="740" y="822"/>
                    <a:pt x="740" y="822"/>
                  </a:cubicBezTo>
                  <a:cubicBezTo>
                    <a:pt x="741" y="822"/>
                    <a:pt x="741" y="822"/>
                    <a:pt x="741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6" y="820"/>
                    <a:pt x="746" y="820"/>
                    <a:pt x="746" y="820"/>
                  </a:cubicBezTo>
                  <a:cubicBezTo>
                    <a:pt x="747" y="821"/>
                    <a:pt x="747" y="821"/>
                    <a:pt x="747" y="821"/>
                  </a:cubicBezTo>
                  <a:cubicBezTo>
                    <a:pt x="748" y="821"/>
                    <a:pt x="748" y="821"/>
                    <a:pt x="748" y="821"/>
                  </a:cubicBezTo>
                  <a:cubicBezTo>
                    <a:pt x="750" y="820"/>
                    <a:pt x="750" y="820"/>
                    <a:pt x="750" y="820"/>
                  </a:cubicBezTo>
                  <a:cubicBezTo>
                    <a:pt x="750" y="820"/>
                    <a:pt x="750" y="820"/>
                    <a:pt x="750" y="820"/>
                  </a:cubicBezTo>
                  <a:lnTo>
                    <a:pt x="749" y="820"/>
                  </a:lnTo>
                  <a:close/>
                  <a:moveTo>
                    <a:pt x="829" y="902"/>
                  </a:move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2"/>
                    <a:pt x="827" y="902"/>
                    <a:pt x="827" y="902"/>
                  </a:cubicBezTo>
                  <a:cubicBezTo>
                    <a:pt x="828" y="902"/>
                    <a:pt x="828" y="902"/>
                    <a:pt x="828" y="902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9" y="901"/>
                    <a:pt x="829" y="901"/>
                    <a:pt x="829" y="901"/>
                  </a:cubicBezTo>
                  <a:cubicBezTo>
                    <a:pt x="829" y="902"/>
                    <a:pt x="829" y="902"/>
                    <a:pt x="829" y="902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1" name="Freeform 6528">
              <a:extLst>
                <a:ext uri="{FF2B5EF4-FFF2-40B4-BE49-F238E27FC236}">
                  <a16:creationId xmlns:a16="http://schemas.microsoft.com/office/drawing/2014/main" id="{2916BE1E-4369-46B1-954E-5555BCFA7C3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20" y="2696"/>
              <a:ext cx="7" cy="8"/>
            </a:xfrm>
            <a:custGeom>
              <a:avLst/>
              <a:gdLst>
                <a:gd name="T0" fmla="*/ 0 w 7"/>
                <a:gd name="T1" fmla="*/ 0 h 8"/>
                <a:gd name="T2" fmla="*/ 2 w 7"/>
                <a:gd name="T3" fmla="*/ 4 h 8"/>
                <a:gd name="T4" fmla="*/ 4 w 7"/>
                <a:gd name="T5" fmla="*/ 4 h 8"/>
                <a:gd name="T6" fmla="*/ 6 w 7"/>
                <a:gd name="T7" fmla="*/ 8 h 8"/>
                <a:gd name="T8" fmla="*/ 7 w 7"/>
                <a:gd name="T9" fmla="*/ 2 h 8"/>
                <a:gd name="T10" fmla="*/ 4 w 7"/>
                <a:gd name="T11" fmla="*/ 0 h 8"/>
                <a:gd name="T12" fmla="*/ 0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8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2" name="Freeform 6529">
              <a:extLst>
                <a:ext uri="{FF2B5EF4-FFF2-40B4-BE49-F238E27FC236}">
                  <a16:creationId xmlns:a16="http://schemas.microsoft.com/office/drawing/2014/main" id="{8FF0A43B-183F-4320-ABE5-252AB6B15B9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2691"/>
              <a:ext cx="11" cy="5"/>
            </a:xfrm>
            <a:custGeom>
              <a:avLst/>
              <a:gdLst>
                <a:gd name="T0" fmla="*/ 0 w 11"/>
                <a:gd name="T1" fmla="*/ 0 h 5"/>
                <a:gd name="T2" fmla="*/ 4 w 11"/>
                <a:gd name="T3" fmla="*/ 5 h 5"/>
                <a:gd name="T4" fmla="*/ 11 w 11"/>
                <a:gd name="T5" fmla="*/ 5 h 5"/>
                <a:gd name="T6" fmla="*/ 5 w 11"/>
                <a:gd name="T7" fmla="*/ 1 h 5"/>
                <a:gd name="T8" fmla="*/ 0 w 1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lnTo>
                    <a:pt x="4" y="5"/>
                  </a:lnTo>
                  <a:lnTo>
                    <a:pt x="11" y="5"/>
                  </a:lnTo>
                  <a:lnTo>
                    <a:pt x="5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3" name="Freeform 6530">
              <a:extLst>
                <a:ext uri="{FF2B5EF4-FFF2-40B4-BE49-F238E27FC236}">
                  <a16:creationId xmlns:a16="http://schemas.microsoft.com/office/drawing/2014/main" id="{AB990FD7-0991-4263-8CC1-9EE386435DDC}"/>
                </a:ext>
              </a:extLst>
            </p:cNvPr>
            <p:cNvSpPr>
              <a:spLocks/>
            </p:cNvSpPr>
            <p:nvPr/>
          </p:nvSpPr>
          <p:spPr bwMode="gray">
            <a:xfrm>
              <a:off x="2676" y="2711"/>
              <a:ext cx="11" cy="8"/>
            </a:xfrm>
            <a:custGeom>
              <a:avLst/>
              <a:gdLst>
                <a:gd name="T0" fmla="*/ 1 w 6"/>
                <a:gd name="T1" fmla="*/ 4 h 4"/>
                <a:gd name="T2" fmla="*/ 1 w 6"/>
                <a:gd name="T3" fmla="*/ 4 h 4"/>
                <a:gd name="T4" fmla="*/ 3 w 6"/>
                <a:gd name="T5" fmla="*/ 3 h 4"/>
                <a:gd name="T6" fmla="*/ 5 w 6"/>
                <a:gd name="T7" fmla="*/ 4 h 4"/>
                <a:gd name="T8" fmla="*/ 6 w 6"/>
                <a:gd name="T9" fmla="*/ 2 h 4"/>
                <a:gd name="T10" fmla="*/ 5 w 6"/>
                <a:gd name="T11" fmla="*/ 0 h 4"/>
                <a:gd name="T12" fmla="*/ 3 w 6"/>
                <a:gd name="T13" fmla="*/ 2 h 4"/>
                <a:gd name="T14" fmla="*/ 2 w 6"/>
                <a:gd name="T15" fmla="*/ 1 h 4"/>
                <a:gd name="T16" fmla="*/ 0 w 6"/>
                <a:gd name="T17" fmla="*/ 2 h 4"/>
                <a:gd name="T18" fmla="*/ 0 w 6"/>
                <a:gd name="T19" fmla="*/ 2 h 4"/>
                <a:gd name="T20" fmla="*/ 1 w 6"/>
                <a:gd name="T21" fmla="*/ 3 h 4"/>
                <a:gd name="T22" fmla="*/ 0 w 6"/>
                <a:gd name="T23" fmla="*/ 3 h 4"/>
                <a:gd name="T24" fmla="*/ 1 w 6"/>
                <a:gd name="T2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4" name="Freeform 6531">
              <a:extLst>
                <a:ext uri="{FF2B5EF4-FFF2-40B4-BE49-F238E27FC236}">
                  <a16:creationId xmlns:a16="http://schemas.microsoft.com/office/drawing/2014/main" id="{A6BF13BD-EBCC-4186-89AD-50C8901485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611" y="2694"/>
              <a:ext cx="9" cy="8"/>
            </a:xfrm>
            <a:custGeom>
              <a:avLst/>
              <a:gdLst>
                <a:gd name="T0" fmla="*/ 2 w 9"/>
                <a:gd name="T1" fmla="*/ 0 h 8"/>
                <a:gd name="T2" fmla="*/ 0 w 9"/>
                <a:gd name="T3" fmla="*/ 2 h 8"/>
                <a:gd name="T4" fmla="*/ 2 w 9"/>
                <a:gd name="T5" fmla="*/ 6 h 8"/>
                <a:gd name="T6" fmla="*/ 5 w 9"/>
                <a:gd name="T7" fmla="*/ 8 h 8"/>
                <a:gd name="T8" fmla="*/ 9 w 9"/>
                <a:gd name="T9" fmla="*/ 4 h 8"/>
                <a:gd name="T10" fmla="*/ 3 w 9"/>
                <a:gd name="T11" fmla="*/ 4 h 8"/>
                <a:gd name="T12" fmla="*/ 2 w 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5" y="8"/>
                  </a:lnTo>
                  <a:lnTo>
                    <a:pt x="9" y="4"/>
                  </a:lnTo>
                  <a:lnTo>
                    <a:pt x="3" y="4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5" name="Freeform 6532">
              <a:extLst>
                <a:ext uri="{FF2B5EF4-FFF2-40B4-BE49-F238E27FC236}">
                  <a16:creationId xmlns:a16="http://schemas.microsoft.com/office/drawing/2014/main" id="{3AA0F5A6-1EE5-4FB1-AC9B-1A82B153CC1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3725"/>
              <a:ext cx="15" cy="8"/>
            </a:xfrm>
            <a:custGeom>
              <a:avLst/>
              <a:gdLst>
                <a:gd name="T0" fmla="*/ 6 w 15"/>
                <a:gd name="T1" fmla="*/ 2 h 8"/>
                <a:gd name="T2" fmla="*/ 4 w 15"/>
                <a:gd name="T3" fmla="*/ 2 h 8"/>
                <a:gd name="T4" fmla="*/ 0 w 15"/>
                <a:gd name="T5" fmla="*/ 4 h 8"/>
                <a:gd name="T6" fmla="*/ 4 w 15"/>
                <a:gd name="T7" fmla="*/ 8 h 8"/>
                <a:gd name="T8" fmla="*/ 8 w 15"/>
                <a:gd name="T9" fmla="*/ 4 h 8"/>
                <a:gd name="T10" fmla="*/ 10 w 15"/>
                <a:gd name="T11" fmla="*/ 4 h 8"/>
                <a:gd name="T12" fmla="*/ 15 w 15"/>
                <a:gd name="T13" fmla="*/ 0 h 8"/>
                <a:gd name="T14" fmla="*/ 8 w 15"/>
                <a:gd name="T15" fmla="*/ 0 h 8"/>
                <a:gd name="T16" fmla="*/ 6 w 15"/>
                <a:gd name="T1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2"/>
                  </a:moveTo>
                  <a:lnTo>
                    <a:pt x="4" y="2"/>
                  </a:lnTo>
                  <a:lnTo>
                    <a:pt x="0" y="4"/>
                  </a:lnTo>
                  <a:lnTo>
                    <a:pt x="4" y="8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5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6" name="Freeform 6533">
              <a:extLst>
                <a:ext uri="{FF2B5EF4-FFF2-40B4-BE49-F238E27FC236}">
                  <a16:creationId xmlns:a16="http://schemas.microsoft.com/office/drawing/2014/main" id="{1EC5E428-687F-4D66-9A35-E2F9A1AFFF1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3524"/>
              <a:ext cx="10" cy="5"/>
            </a:xfrm>
            <a:custGeom>
              <a:avLst/>
              <a:gdLst>
                <a:gd name="T0" fmla="*/ 10 w 10"/>
                <a:gd name="T1" fmla="*/ 4 h 5"/>
                <a:gd name="T2" fmla="*/ 6 w 10"/>
                <a:gd name="T3" fmla="*/ 0 h 5"/>
                <a:gd name="T4" fmla="*/ 2 w 10"/>
                <a:gd name="T5" fmla="*/ 0 h 5"/>
                <a:gd name="T6" fmla="*/ 0 w 10"/>
                <a:gd name="T7" fmla="*/ 2 h 5"/>
                <a:gd name="T8" fmla="*/ 4 w 10"/>
                <a:gd name="T9" fmla="*/ 5 h 5"/>
                <a:gd name="T10" fmla="*/ 10 w 10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7" name="Freeform 6534">
              <a:extLst>
                <a:ext uri="{FF2B5EF4-FFF2-40B4-BE49-F238E27FC236}">
                  <a16:creationId xmlns:a16="http://schemas.microsoft.com/office/drawing/2014/main" id="{FD8516ED-A8D4-482A-81A1-59595BA6F92D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" y="3543"/>
              <a:ext cx="8" cy="5"/>
            </a:xfrm>
            <a:custGeom>
              <a:avLst/>
              <a:gdLst>
                <a:gd name="T0" fmla="*/ 0 w 8"/>
                <a:gd name="T1" fmla="*/ 3 h 5"/>
                <a:gd name="T2" fmla="*/ 6 w 8"/>
                <a:gd name="T3" fmla="*/ 5 h 5"/>
                <a:gd name="T4" fmla="*/ 8 w 8"/>
                <a:gd name="T5" fmla="*/ 3 h 5"/>
                <a:gd name="T6" fmla="*/ 6 w 8"/>
                <a:gd name="T7" fmla="*/ 0 h 5"/>
                <a:gd name="T8" fmla="*/ 0 w 8"/>
                <a:gd name="T9" fmla="*/ 0 h 5"/>
                <a:gd name="T10" fmla="*/ 0 w 8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lnTo>
                    <a:pt x="6" y="5"/>
                  </a:lnTo>
                  <a:lnTo>
                    <a:pt x="8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8" name="Freeform 6535">
              <a:extLst>
                <a:ext uri="{FF2B5EF4-FFF2-40B4-BE49-F238E27FC236}">
                  <a16:creationId xmlns:a16="http://schemas.microsoft.com/office/drawing/2014/main" id="{F8AC6C2A-82BD-4689-8EEE-DC63E5993C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3" y="3708"/>
              <a:ext cx="11" cy="6"/>
            </a:xfrm>
            <a:custGeom>
              <a:avLst/>
              <a:gdLst>
                <a:gd name="T0" fmla="*/ 3 w 6"/>
                <a:gd name="T1" fmla="*/ 1 h 3"/>
                <a:gd name="T2" fmla="*/ 2 w 6"/>
                <a:gd name="T3" fmla="*/ 1 h 3"/>
                <a:gd name="T4" fmla="*/ 2 w 6"/>
                <a:gd name="T5" fmla="*/ 0 h 3"/>
                <a:gd name="T6" fmla="*/ 0 w 6"/>
                <a:gd name="T7" fmla="*/ 2 h 3"/>
                <a:gd name="T8" fmla="*/ 6 w 6"/>
                <a:gd name="T9" fmla="*/ 3 h 3"/>
                <a:gd name="T10" fmla="*/ 4 w 6"/>
                <a:gd name="T11" fmla="*/ 1 h 3"/>
                <a:gd name="T12" fmla="*/ 3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9" name="Freeform 6536">
              <a:extLst>
                <a:ext uri="{FF2B5EF4-FFF2-40B4-BE49-F238E27FC236}">
                  <a16:creationId xmlns:a16="http://schemas.microsoft.com/office/drawing/2014/main" id="{4B70B206-B871-4DBF-B261-9598E9CC0D7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8" y="3744"/>
              <a:ext cx="9" cy="11"/>
            </a:xfrm>
            <a:custGeom>
              <a:avLst/>
              <a:gdLst>
                <a:gd name="T0" fmla="*/ 2 w 5"/>
                <a:gd name="T1" fmla="*/ 0 h 6"/>
                <a:gd name="T2" fmla="*/ 3 w 5"/>
                <a:gd name="T3" fmla="*/ 2 h 6"/>
                <a:gd name="T4" fmla="*/ 2 w 5"/>
                <a:gd name="T5" fmla="*/ 3 h 6"/>
                <a:gd name="T6" fmla="*/ 3 w 5"/>
                <a:gd name="T7" fmla="*/ 4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4 h 6"/>
                <a:gd name="T14" fmla="*/ 0 w 5"/>
                <a:gd name="T15" fmla="*/ 3 h 6"/>
                <a:gd name="T16" fmla="*/ 1 w 5"/>
                <a:gd name="T17" fmla="*/ 5 h 6"/>
                <a:gd name="T18" fmla="*/ 2 w 5"/>
                <a:gd name="T19" fmla="*/ 6 h 6"/>
                <a:gd name="T20" fmla="*/ 3 w 5"/>
                <a:gd name="T21" fmla="*/ 5 h 6"/>
                <a:gd name="T22" fmla="*/ 3 w 5"/>
                <a:gd name="T23" fmla="*/ 5 h 6"/>
                <a:gd name="T24" fmla="*/ 5 w 5"/>
                <a:gd name="T25" fmla="*/ 5 h 6"/>
                <a:gd name="T26" fmla="*/ 5 w 5"/>
                <a:gd name="T27" fmla="*/ 3 h 6"/>
                <a:gd name="T28" fmla="*/ 5 w 5"/>
                <a:gd name="T29" fmla="*/ 1 h 6"/>
                <a:gd name="T30" fmla="*/ 2 w 5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0" name="Freeform 6537">
              <a:extLst>
                <a:ext uri="{FF2B5EF4-FFF2-40B4-BE49-F238E27FC236}">
                  <a16:creationId xmlns:a16="http://schemas.microsoft.com/office/drawing/2014/main" id="{16ECDCE9-B91F-4B38-9FD8-75D29C2465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5" y="3500"/>
              <a:ext cx="6" cy="5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0 h 5"/>
                <a:gd name="T4" fmla="*/ 0 w 6"/>
                <a:gd name="T5" fmla="*/ 2 h 5"/>
                <a:gd name="T6" fmla="*/ 4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1" name="Freeform 6538">
              <a:extLst>
                <a:ext uri="{FF2B5EF4-FFF2-40B4-BE49-F238E27FC236}">
                  <a16:creationId xmlns:a16="http://schemas.microsoft.com/office/drawing/2014/main" id="{6C0F5C9C-CB6C-450A-8242-00916B2DD10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631"/>
              <a:ext cx="6" cy="5"/>
            </a:xfrm>
            <a:custGeom>
              <a:avLst/>
              <a:gdLst>
                <a:gd name="T0" fmla="*/ 0 w 6"/>
                <a:gd name="T1" fmla="*/ 5 h 5"/>
                <a:gd name="T2" fmla="*/ 6 w 6"/>
                <a:gd name="T3" fmla="*/ 5 h 5"/>
                <a:gd name="T4" fmla="*/ 2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5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2" name="Freeform 6539">
              <a:extLst>
                <a:ext uri="{FF2B5EF4-FFF2-40B4-BE49-F238E27FC236}">
                  <a16:creationId xmlns:a16="http://schemas.microsoft.com/office/drawing/2014/main" id="{E437B6AE-ED43-45DB-B2B7-E6E611C9FB5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13" y="2635"/>
              <a:ext cx="13" cy="15"/>
            </a:xfrm>
            <a:custGeom>
              <a:avLst/>
              <a:gdLst>
                <a:gd name="T0" fmla="*/ 13 w 13"/>
                <a:gd name="T1" fmla="*/ 7 h 15"/>
                <a:gd name="T2" fmla="*/ 13 w 13"/>
                <a:gd name="T3" fmla="*/ 7 h 15"/>
                <a:gd name="T4" fmla="*/ 9 w 13"/>
                <a:gd name="T5" fmla="*/ 0 h 15"/>
                <a:gd name="T6" fmla="*/ 6 w 13"/>
                <a:gd name="T7" fmla="*/ 3 h 15"/>
                <a:gd name="T8" fmla="*/ 6 w 13"/>
                <a:gd name="T9" fmla="*/ 3 h 15"/>
                <a:gd name="T10" fmla="*/ 2 w 13"/>
                <a:gd name="T11" fmla="*/ 3 h 15"/>
                <a:gd name="T12" fmla="*/ 0 w 13"/>
                <a:gd name="T13" fmla="*/ 7 h 15"/>
                <a:gd name="T14" fmla="*/ 6 w 13"/>
                <a:gd name="T15" fmla="*/ 15 h 15"/>
                <a:gd name="T16" fmla="*/ 6 w 13"/>
                <a:gd name="T17" fmla="*/ 11 h 15"/>
                <a:gd name="T18" fmla="*/ 11 w 13"/>
                <a:gd name="T19" fmla="*/ 15 h 15"/>
                <a:gd name="T20" fmla="*/ 13 w 13"/>
                <a:gd name="T21" fmla="*/ 7 h 15"/>
                <a:gd name="T22" fmla="*/ 8 w 13"/>
                <a:gd name="T23" fmla="*/ 7 h 15"/>
                <a:gd name="T24" fmla="*/ 11 w 13"/>
                <a:gd name="T25" fmla="*/ 7 h 15"/>
                <a:gd name="T26" fmla="*/ 6 w 13"/>
                <a:gd name="T27" fmla="*/ 11 h 15"/>
                <a:gd name="T28" fmla="*/ 8 w 13"/>
                <a:gd name="T2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lnTo>
                    <a:pt x="13" y="7"/>
                  </a:lnTo>
                  <a:lnTo>
                    <a:pt x="9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2" y="3"/>
                  </a:lnTo>
                  <a:lnTo>
                    <a:pt x="0" y="7"/>
                  </a:lnTo>
                  <a:lnTo>
                    <a:pt x="6" y="15"/>
                  </a:lnTo>
                  <a:lnTo>
                    <a:pt x="6" y="11"/>
                  </a:lnTo>
                  <a:lnTo>
                    <a:pt x="11" y="15"/>
                  </a:lnTo>
                  <a:lnTo>
                    <a:pt x="13" y="7"/>
                  </a:lnTo>
                  <a:close/>
                  <a:moveTo>
                    <a:pt x="8" y="7"/>
                  </a:moveTo>
                  <a:lnTo>
                    <a:pt x="11" y="7"/>
                  </a:lnTo>
                  <a:lnTo>
                    <a:pt x="6" y="11"/>
                  </a:lnTo>
                  <a:lnTo>
                    <a:pt x="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3" name="Freeform 6540">
              <a:extLst>
                <a:ext uri="{FF2B5EF4-FFF2-40B4-BE49-F238E27FC236}">
                  <a16:creationId xmlns:a16="http://schemas.microsoft.com/office/drawing/2014/main" id="{1DADB7A5-CAA5-4414-A1A9-0A9A123452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9" y="2648"/>
              <a:ext cx="5" cy="11"/>
            </a:xfrm>
            <a:custGeom>
              <a:avLst/>
              <a:gdLst>
                <a:gd name="T0" fmla="*/ 1 w 3"/>
                <a:gd name="T1" fmla="*/ 1 h 6"/>
                <a:gd name="T2" fmla="*/ 0 w 3"/>
                <a:gd name="T3" fmla="*/ 2 h 6"/>
                <a:gd name="T4" fmla="*/ 0 w 3"/>
                <a:gd name="T5" fmla="*/ 3 h 6"/>
                <a:gd name="T6" fmla="*/ 0 w 3"/>
                <a:gd name="T7" fmla="*/ 6 h 6"/>
                <a:gd name="T8" fmla="*/ 3 w 3"/>
                <a:gd name="T9" fmla="*/ 5 h 6"/>
                <a:gd name="T10" fmla="*/ 3 w 3"/>
                <a:gd name="T11" fmla="*/ 2 h 6"/>
                <a:gd name="T12" fmla="*/ 1 w 3"/>
                <a:gd name="T13" fmla="*/ 0 h 6"/>
                <a:gd name="T14" fmla="*/ 1 w 3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4" name="Freeform 6541">
              <a:extLst>
                <a:ext uri="{FF2B5EF4-FFF2-40B4-BE49-F238E27FC236}">
                  <a16:creationId xmlns:a16="http://schemas.microsoft.com/office/drawing/2014/main" id="{3050B722-0397-446C-AA64-F5C77642AC1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3" y="2681"/>
              <a:ext cx="7" cy="8"/>
            </a:xfrm>
            <a:custGeom>
              <a:avLst/>
              <a:gdLst>
                <a:gd name="T0" fmla="*/ 0 w 7"/>
                <a:gd name="T1" fmla="*/ 4 h 8"/>
                <a:gd name="T2" fmla="*/ 2 w 7"/>
                <a:gd name="T3" fmla="*/ 8 h 8"/>
                <a:gd name="T4" fmla="*/ 7 w 7"/>
                <a:gd name="T5" fmla="*/ 8 h 8"/>
                <a:gd name="T6" fmla="*/ 7 w 7"/>
                <a:gd name="T7" fmla="*/ 4 h 8"/>
                <a:gd name="T8" fmla="*/ 4 w 7"/>
                <a:gd name="T9" fmla="*/ 0 h 8"/>
                <a:gd name="T10" fmla="*/ 0 w 7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lnTo>
                    <a:pt x="2" y="8"/>
                  </a:lnTo>
                  <a:lnTo>
                    <a:pt x="7" y="8"/>
                  </a:lnTo>
                  <a:lnTo>
                    <a:pt x="7" y="4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5" name="Freeform 6542">
              <a:extLst>
                <a:ext uri="{FF2B5EF4-FFF2-40B4-BE49-F238E27FC236}">
                  <a16:creationId xmlns:a16="http://schemas.microsoft.com/office/drawing/2014/main" id="{2A2E0AAA-0BED-4C07-B77C-25407D0C27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3" y="2659"/>
              <a:ext cx="15" cy="45"/>
            </a:xfrm>
            <a:custGeom>
              <a:avLst/>
              <a:gdLst>
                <a:gd name="T0" fmla="*/ 4 w 8"/>
                <a:gd name="T1" fmla="*/ 22 h 24"/>
                <a:gd name="T2" fmla="*/ 3 w 8"/>
                <a:gd name="T3" fmla="*/ 21 h 24"/>
                <a:gd name="T4" fmla="*/ 5 w 8"/>
                <a:gd name="T5" fmla="*/ 21 h 24"/>
                <a:gd name="T6" fmla="*/ 4 w 8"/>
                <a:gd name="T7" fmla="*/ 18 h 24"/>
                <a:gd name="T8" fmla="*/ 6 w 8"/>
                <a:gd name="T9" fmla="*/ 14 h 24"/>
                <a:gd name="T10" fmla="*/ 5 w 8"/>
                <a:gd name="T11" fmla="*/ 11 h 24"/>
                <a:gd name="T12" fmla="*/ 7 w 8"/>
                <a:gd name="T13" fmla="*/ 12 h 24"/>
                <a:gd name="T14" fmla="*/ 8 w 8"/>
                <a:gd name="T15" fmla="*/ 9 h 24"/>
                <a:gd name="T16" fmla="*/ 7 w 8"/>
                <a:gd name="T17" fmla="*/ 6 h 24"/>
                <a:gd name="T18" fmla="*/ 8 w 8"/>
                <a:gd name="T19" fmla="*/ 6 h 24"/>
                <a:gd name="T20" fmla="*/ 8 w 8"/>
                <a:gd name="T21" fmla="*/ 4 h 24"/>
                <a:gd name="T22" fmla="*/ 7 w 8"/>
                <a:gd name="T23" fmla="*/ 1 h 24"/>
                <a:gd name="T24" fmla="*/ 3 w 8"/>
                <a:gd name="T25" fmla="*/ 0 h 24"/>
                <a:gd name="T26" fmla="*/ 3 w 8"/>
                <a:gd name="T27" fmla="*/ 2 h 24"/>
                <a:gd name="T28" fmla="*/ 5 w 8"/>
                <a:gd name="T29" fmla="*/ 4 h 24"/>
                <a:gd name="T30" fmla="*/ 5 w 8"/>
                <a:gd name="T31" fmla="*/ 5 h 24"/>
                <a:gd name="T32" fmla="*/ 6 w 8"/>
                <a:gd name="T33" fmla="*/ 6 h 24"/>
                <a:gd name="T34" fmla="*/ 7 w 8"/>
                <a:gd name="T35" fmla="*/ 6 h 24"/>
                <a:gd name="T36" fmla="*/ 5 w 8"/>
                <a:gd name="T37" fmla="*/ 9 h 24"/>
                <a:gd name="T38" fmla="*/ 5 w 8"/>
                <a:gd name="T39" fmla="*/ 10 h 24"/>
                <a:gd name="T40" fmla="*/ 5 w 8"/>
                <a:gd name="T41" fmla="*/ 10 h 24"/>
                <a:gd name="T42" fmla="*/ 4 w 8"/>
                <a:gd name="T43" fmla="*/ 17 h 24"/>
                <a:gd name="T44" fmla="*/ 3 w 8"/>
                <a:gd name="T45" fmla="*/ 16 h 24"/>
                <a:gd name="T46" fmla="*/ 3 w 8"/>
                <a:gd name="T47" fmla="*/ 19 h 24"/>
                <a:gd name="T48" fmla="*/ 3 w 8"/>
                <a:gd name="T49" fmla="*/ 20 h 24"/>
                <a:gd name="T50" fmla="*/ 3 w 8"/>
                <a:gd name="T51" fmla="*/ 20 h 24"/>
                <a:gd name="T52" fmla="*/ 0 w 8"/>
                <a:gd name="T53" fmla="*/ 21 h 24"/>
                <a:gd name="T54" fmla="*/ 0 w 8"/>
                <a:gd name="T55" fmla="*/ 24 h 24"/>
                <a:gd name="T56" fmla="*/ 2 w 8"/>
                <a:gd name="T57" fmla="*/ 24 h 24"/>
                <a:gd name="T58" fmla="*/ 4 w 8"/>
                <a:gd name="T5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" h="24">
                  <a:moveTo>
                    <a:pt x="4" y="22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2" y="24"/>
                    <a:pt x="2" y="24"/>
                  </a:cubicBezTo>
                  <a:lnTo>
                    <a:pt x="4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6" name="Freeform 6543">
              <a:extLst>
                <a:ext uri="{FF2B5EF4-FFF2-40B4-BE49-F238E27FC236}">
                  <a16:creationId xmlns:a16="http://schemas.microsoft.com/office/drawing/2014/main" id="{AFFC33EB-761E-48D9-852B-394D2359D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711"/>
              <a:ext cx="25" cy="21"/>
            </a:xfrm>
            <a:custGeom>
              <a:avLst/>
              <a:gdLst>
                <a:gd name="T0" fmla="*/ 25 w 25"/>
                <a:gd name="T1" fmla="*/ 0 h 21"/>
                <a:gd name="T2" fmla="*/ 17 w 25"/>
                <a:gd name="T3" fmla="*/ 4 h 21"/>
                <a:gd name="T4" fmla="*/ 19 w 25"/>
                <a:gd name="T5" fmla="*/ 4 h 21"/>
                <a:gd name="T6" fmla="*/ 14 w 25"/>
                <a:gd name="T7" fmla="*/ 6 h 21"/>
                <a:gd name="T8" fmla="*/ 12 w 25"/>
                <a:gd name="T9" fmla="*/ 6 h 21"/>
                <a:gd name="T10" fmla="*/ 8 w 25"/>
                <a:gd name="T11" fmla="*/ 8 h 21"/>
                <a:gd name="T12" fmla="*/ 6 w 25"/>
                <a:gd name="T13" fmla="*/ 9 h 21"/>
                <a:gd name="T14" fmla="*/ 8 w 25"/>
                <a:gd name="T15" fmla="*/ 11 h 21"/>
                <a:gd name="T16" fmla="*/ 8 w 25"/>
                <a:gd name="T17" fmla="*/ 13 h 21"/>
                <a:gd name="T18" fmla="*/ 6 w 25"/>
                <a:gd name="T19" fmla="*/ 15 h 21"/>
                <a:gd name="T20" fmla="*/ 0 w 25"/>
                <a:gd name="T21" fmla="*/ 17 h 21"/>
                <a:gd name="T22" fmla="*/ 8 w 25"/>
                <a:gd name="T23" fmla="*/ 21 h 21"/>
                <a:gd name="T24" fmla="*/ 15 w 25"/>
                <a:gd name="T25" fmla="*/ 19 h 21"/>
                <a:gd name="T26" fmla="*/ 19 w 25"/>
                <a:gd name="T27" fmla="*/ 15 h 21"/>
                <a:gd name="T28" fmla="*/ 19 w 25"/>
                <a:gd name="T29" fmla="*/ 11 h 21"/>
                <a:gd name="T30" fmla="*/ 17 w 25"/>
                <a:gd name="T31" fmla="*/ 9 h 21"/>
                <a:gd name="T32" fmla="*/ 19 w 25"/>
                <a:gd name="T33" fmla="*/ 8 h 21"/>
                <a:gd name="T34" fmla="*/ 19 w 25"/>
                <a:gd name="T35" fmla="*/ 4 h 21"/>
                <a:gd name="T36" fmla="*/ 23 w 25"/>
                <a:gd name="T37" fmla="*/ 6 h 21"/>
                <a:gd name="T38" fmla="*/ 25 w 25"/>
                <a:gd name="T3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lnTo>
                    <a:pt x="17" y="4"/>
                  </a:lnTo>
                  <a:lnTo>
                    <a:pt x="19" y="4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8" y="8"/>
                  </a:lnTo>
                  <a:lnTo>
                    <a:pt x="6" y="9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6" y="15"/>
                  </a:lnTo>
                  <a:lnTo>
                    <a:pt x="0" y="17"/>
                  </a:lnTo>
                  <a:lnTo>
                    <a:pt x="8" y="21"/>
                  </a:lnTo>
                  <a:lnTo>
                    <a:pt x="15" y="19"/>
                  </a:lnTo>
                  <a:lnTo>
                    <a:pt x="19" y="15"/>
                  </a:lnTo>
                  <a:lnTo>
                    <a:pt x="19" y="11"/>
                  </a:lnTo>
                  <a:lnTo>
                    <a:pt x="17" y="9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23" y="6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</p:grpSp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03223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921055CA-2CAD-4AE8-BA8E-0837FA58624D}"/>
              </a:ext>
            </a:extLst>
          </p:cNvPr>
          <p:cNvGrpSpPr/>
          <p:nvPr userDrawn="1"/>
        </p:nvGrpSpPr>
        <p:grpSpPr>
          <a:xfrm>
            <a:off x="0" y="-1"/>
            <a:ext cx="12192000" cy="6858001"/>
            <a:chOff x="-2377440" y="-1"/>
            <a:chExt cx="9144000" cy="5143501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6C063006-C35C-4135-8D5C-5FA5C64D54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4CD0C11-5656-49A9-9905-F61686A5F88F}"/>
                </a:ext>
              </a:extLst>
            </p:cNvPr>
            <p:cNvSpPr/>
            <p:nvPr userDrawn="1"/>
          </p:nvSpPr>
          <p:spPr>
            <a:xfrm>
              <a:off x="-2377440" y="1"/>
              <a:ext cx="9144000" cy="5143499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alpha val="85000"/>
                  </a:schemeClr>
                </a:gs>
                <a:gs pos="65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3FAB58F-F429-4EC9-8F50-D8342B8FFF15}"/>
                </a:ext>
              </a:extLst>
            </p:cNvPr>
            <p:cNvSpPr/>
            <p:nvPr userDrawn="1"/>
          </p:nvSpPr>
          <p:spPr>
            <a:xfrm>
              <a:off x="-2377440" y="-1"/>
              <a:ext cx="9144000" cy="5143499"/>
            </a:xfrm>
            <a:prstGeom prst="rect">
              <a:avLst/>
            </a:prstGeom>
            <a:gradFill>
              <a:gsLst>
                <a:gs pos="0">
                  <a:schemeClr val="accent6">
                    <a:alpha val="35000"/>
                  </a:schemeClr>
                </a:gs>
                <a:gs pos="35000">
                  <a:schemeClr val="bg1">
                    <a:alpha val="63000"/>
                  </a:schemeClr>
                </a:gs>
                <a:gs pos="100000">
                  <a:srgbClr val="6E2486"/>
                </a:gs>
              </a:gsLst>
              <a:lin ang="2700000" scaled="0"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4637A5AC-125D-4036-A781-78E4237F47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pic>
          <p:nvPicPr>
            <p:cNvPr id="6" name="sparkles">
              <a:extLst>
                <a:ext uri="{FF2B5EF4-FFF2-40B4-BE49-F238E27FC236}">
                  <a16:creationId xmlns:a16="http://schemas.microsoft.com/office/drawing/2014/main" id="{436250BB-89BF-7A4B-92CB-0C29E13BF42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email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279DA7D-7FE5-4043-A0FD-F6B0A8546FC5}"/>
              </a:ext>
            </a:extLst>
          </p:cNvPr>
          <p:cNvSpPr txBox="1"/>
          <p:nvPr userDrawn="1"/>
        </p:nvSpPr>
        <p:spPr>
          <a:xfrm>
            <a:off x="5600137" y="6696353"/>
            <a:ext cx="1009892" cy="92398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l" defTabSz="121911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67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© Copyright 2022 Dell Inc.</a:t>
            </a:r>
          </a:p>
        </p:txBody>
      </p:sp>
    </p:spTree>
    <p:extLst>
      <p:ext uri="{BB962C8B-B14F-4D97-AF65-F5344CB8AC3E}">
        <p14:creationId xmlns:p14="http://schemas.microsoft.com/office/powerpoint/2010/main" val="89073434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38621BF5-BE9E-704D-86E5-F9FA468FB5F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F7699C45-1F20-5748-9D42-998F4EC9551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574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733219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on blue gradient bkgd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3E6BA4F8-95D2-4AA1-B8CE-7B7D13FADEC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3820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accent6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B2D34198-AED4-4D80-9035-E654A42FC329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84" indent="-228584">
              <a:lnSpc>
                <a:spcPct val="100000"/>
              </a:lnSpc>
              <a:spcBef>
                <a:spcPts val="16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24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685750" indent="-228584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–"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066720" indent="-152388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▪"/>
              <a:defRPr sz="1467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080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47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1338022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Full Fa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7DF3775-FCED-4931-9BAC-0E7136464C5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99000">
                <a:schemeClr val="accent1">
                  <a:lumMod val="100000"/>
                </a:schemeClr>
              </a:gs>
              <a:gs pos="0">
                <a:schemeClr val="bg1"/>
              </a:gs>
            </a:gsLst>
            <a:lin ang="540000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AD0407AE-1928-433A-9C43-DB03FD3D125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5600700" y="6696443"/>
            <a:ext cx="1009892" cy="9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1219110" eaLnBrk="1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</a:pPr>
            <a:r>
              <a:rPr lang="en-US" altLang="en-US" sz="667">
                <a:solidFill>
                  <a:schemeClr val="tx2"/>
                </a:solidFill>
              </a:rPr>
              <a:t>© Copyright 2022 Dell Inc.</a:t>
            </a:r>
          </a:p>
        </p:txBody>
      </p:sp>
      <p:sp>
        <p:nvSpPr>
          <p:cNvPr id="6" name="TextBox 16">
            <a:extLst>
              <a:ext uri="{FF2B5EF4-FFF2-40B4-BE49-F238E27FC236}">
                <a16:creationId xmlns:a16="http://schemas.microsoft.com/office/drawing/2014/main" id="{94282260-E62A-4090-8B26-8A9234628739}"/>
              </a:ext>
            </a:extLst>
          </p:cNvPr>
          <p:cNvSpPr txBox="1"/>
          <p:nvPr userDrawn="1"/>
        </p:nvSpPr>
        <p:spPr>
          <a:xfrm>
            <a:off x="5276851" y="6697501"/>
            <a:ext cx="192360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bg1"/>
              </a:buClr>
              <a:defRPr/>
            </a:pPr>
            <a:r>
              <a:rPr lang="en-US" sz="667">
                <a:solidFill>
                  <a:schemeClr val="tx2"/>
                </a:solidFill>
                <a:latin typeface="Arial" panose="020B0604020202020204" pitchFamily="34" charset="0"/>
              </a:rPr>
              <a:t>of 20</a:t>
            </a:r>
          </a:p>
        </p:txBody>
      </p:sp>
      <p:pic>
        <p:nvPicPr>
          <p:cNvPr id="8" name="Picture 12" descr="A picture containing drawing, food&#10;&#10;Description automatically generated">
            <a:extLst>
              <a:ext uri="{FF2B5EF4-FFF2-40B4-BE49-F238E27FC236}">
                <a16:creationId xmlns:a16="http://schemas.microsoft.com/office/drawing/2014/main" id="{2BE83EB4-2971-49B5-BF57-BCC742C1591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99188" y="6449485"/>
            <a:ext cx="1441449" cy="1862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Box 19">
            <a:extLst>
              <a:ext uri="{FF2B5EF4-FFF2-40B4-BE49-F238E27FC236}">
                <a16:creationId xmlns:a16="http://schemas.microsoft.com/office/drawing/2014/main" id="{AFABFD45-DED9-483F-8FA1-0556431FCBFA}"/>
              </a:ext>
            </a:extLst>
          </p:cNvPr>
          <p:cNvSpPr txBox="1"/>
          <p:nvPr userDrawn="1"/>
        </p:nvSpPr>
        <p:spPr>
          <a:xfrm>
            <a:off x="5139302" y="6697501"/>
            <a:ext cx="105798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eaLnBrk="1" hangingPunct="1">
              <a:lnSpc>
                <a:spcPct val="90000"/>
              </a:lnSpc>
              <a:buClr>
                <a:schemeClr val="bg1"/>
              </a:buClr>
              <a:defRPr/>
            </a:pPr>
            <a:fld id="{A3EBEA3C-A547-440F-8D8E-B11EDE1F5773}" type="slidenum">
              <a:rPr lang="en-US" sz="667" smtClean="0">
                <a:solidFill>
                  <a:schemeClr val="tx2"/>
                </a:solidFill>
                <a:latin typeface="Arial" panose="020B0604020202020204" pitchFamily="34" charset="0"/>
              </a:rPr>
              <a:pPr algn="r" eaLnBrk="1" hangingPunct="1">
                <a:lnSpc>
                  <a:spcPct val="90000"/>
                </a:lnSpc>
                <a:buClr>
                  <a:schemeClr val="bg1"/>
                </a:buClr>
                <a:defRPr/>
              </a:pPr>
              <a:t>‹#›</a:t>
            </a:fld>
            <a:endParaRPr lang="en-US" sz="667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3820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7127282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nd logo slide blu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>
            <a:extLst>
              <a:ext uri="{FF2B5EF4-FFF2-40B4-BE49-F238E27FC236}">
                <a16:creationId xmlns:a16="http://schemas.microsoft.com/office/drawing/2014/main" id="{D12DCCB9-51A4-4332-A79A-268EDAD93A2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700867" y="3005668"/>
            <a:ext cx="6792384" cy="880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494689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7824551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1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55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4" indent="0" algn="ctr">
              <a:buNone/>
              <a:defRPr sz="1600"/>
            </a:lvl4pPr>
            <a:lvl5pPr marL="1828618" indent="0" algn="ctr">
              <a:buNone/>
              <a:defRPr sz="1600"/>
            </a:lvl5pPr>
            <a:lvl6pPr marL="2285774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5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8853443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90" y="857251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55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4" indent="0" algn="ctr">
              <a:buNone/>
              <a:defRPr sz="1600"/>
            </a:lvl4pPr>
            <a:lvl5pPr marL="1828618" indent="0" algn="ctr">
              <a:buNone/>
              <a:defRPr sz="1600"/>
            </a:lvl5pPr>
            <a:lvl6pPr marL="2285774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5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90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693" indent="-1523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040" indent="-228578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195" indent="-228578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9277762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0"/>
          </p:nvPr>
        </p:nvSpPr>
        <p:spPr>
          <a:xfrm>
            <a:off x="3810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886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1"/>
          </p:nvPr>
        </p:nvSpPr>
        <p:spPr>
          <a:xfrm>
            <a:off x="63246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886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2571365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696" indent="-23069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34" indent="-2306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770" indent="-224345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6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696" indent="-23069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34" indent="-2306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770" indent="-224345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10248223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0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5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Content Placeholder 9">
            <a:extLst>
              <a:ext uri="{FF2B5EF4-FFF2-40B4-BE49-F238E27FC236}">
                <a16:creationId xmlns:a16="http://schemas.microsoft.com/office/drawing/2014/main" id="{3C9CA1AB-E8E8-4338-8BB5-4C9F95D3899A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332841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9">
            <a:extLst>
              <a:ext uri="{FF2B5EF4-FFF2-40B4-BE49-F238E27FC236}">
                <a16:creationId xmlns:a16="http://schemas.microsoft.com/office/drawing/2014/main" id="{B6586213-13AB-4801-9939-C1924B01D7D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284234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0156776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96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840698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11668" y="5831699"/>
            <a:ext cx="3608832" cy="469148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10344EF7-FB04-41A4-900F-48EC95C6F3B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81000" y="552449"/>
            <a:ext cx="11430000" cy="1994392"/>
          </a:xfrm>
          <a:prstGeom prst="rect">
            <a:avLst/>
          </a:prstGeom>
        </p:spPr>
        <p:txBody>
          <a:bodyPr wrap="square" lIns="0" tIns="0" rIns="0" bIns="0" anchor="b">
            <a:spAutoFit/>
          </a:bodyPr>
          <a:lstStyle>
            <a:lvl1pPr algn="l">
              <a:defRPr sz="7200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2743201"/>
            <a:ext cx="11430000" cy="16557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26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1944749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420673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89" indent="-228589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66" indent="-228589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47" indent="-152392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67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20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98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3178428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50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06" indent="-230706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66" indent="-230706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826" indent="-224356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4008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06" indent="-230706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66" indent="-230706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826" indent="-224356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10131481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0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50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1"/>
          </p:nvPr>
        </p:nvSpPr>
        <p:spPr>
          <a:xfrm>
            <a:off x="43053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4"/>
          </p:nvPr>
        </p:nvSpPr>
        <p:spPr>
          <a:xfrm>
            <a:off x="82296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7381215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72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15165734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logo slide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6CED6EC7-6D3E-4027-A733-9B78EBA486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01837" y="3005739"/>
            <a:ext cx="6790944" cy="88030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B40B410-C7E4-4036-89E5-3C58E91B26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457200"/>
            <a:ext cx="10515600" cy="395816"/>
          </a:xfrm>
          <a:prstGeom prst="rect">
            <a:avLst/>
          </a:prstGeo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143431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09277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5F6FDFA-5C47-4695-A273-CA76F8519D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1233AD0B-5E81-4930-8FA3-04DEA6DAB125}"/>
              </a:ext>
            </a:extLst>
          </p:cNvPr>
          <p:cNvSpPr/>
          <p:nvPr userDrawn="1"/>
        </p:nvSpPr>
        <p:spPr>
          <a:xfrm>
            <a:off x="0" y="3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5000"/>
                </a:schemeClr>
              </a:gs>
              <a:gs pos="65000">
                <a:schemeClr val="accent1">
                  <a:alpha val="0"/>
                </a:schemeClr>
              </a:gs>
            </a:gsLst>
            <a:lin ang="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15E5080-1A7D-484B-A86B-A5A2F02071EE}"/>
              </a:ext>
            </a:extLst>
          </p:cNvPr>
          <p:cNvSpPr/>
          <p:nvPr userDrawn="1"/>
        </p:nvSpPr>
        <p:spPr>
          <a:xfrm>
            <a:off x="0" y="1"/>
            <a:ext cx="12192000" cy="6857999"/>
          </a:xfrm>
          <a:prstGeom prst="rect">
            <a:avLst/>
          </a:prstGeom>
          <a:gradFill>
            <a:gsLst>
              <a:gs pos="0">
                <a:schemeClr val="accent6">
                  <a:alpha val="35000"/>
                </a:schemeClr>
              </a:gs>
              <a:gs pos="35000">
                <a:schemeClr val="bg1">
                  <a:alpha val="63000"/>
                </a:schemeClr>
              </a:gs>
              <a:gs pos="100000">
                <a:srgbClr val="6E2486"/>
              </a:gs>
            </a:gsLst>
            <a:lin ang="2700000" scaled="0"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1096F97-3760-4789-A108-A2D127138E0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A672761-DA4E-44C8-92C6-3427CB68EDC4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11" name="Data V1">
            <a:extLst>
              <a:ext uri="{FF2B5EF4-FFF2-40B4-BE49-F238E27FC236}">
                <a16:creationId xmlns:a16="http://schemas.microsoft.com/office/drawing/2014/main" id="{65709394-AB08-42D0-BAA9-E17D79865908}"/>
              </a:ext>
            </a:extLst>
          </p:cNvPr>
          <p:cNvGrpSpPr/>
          <p:nvPr userDrawn="1"/>
        </p:nvGrpSpPr>
        <p:grpSpPr>
          <a:xfrm rot="18900000">
            <a:off x="-3590588" y="-824796"/>
            <a:ext cx="6343815" cy="6168221"/>
            <a:chOff x="9340012" y="2495606"/>
            <a:chExt cx="2782316" cy="2705303"/>
          </a:xfrm>
        </p:grpSpPr>
        <p:sp>
          <p:nvSpPr>
            <p:cNvPr id="12" name="Lighter lines">
              <a:extLst>
                <a:ext uri="{FF2B5EF4-FFF2-40B4-BE49-F238E27FC236}">
                  <a16:creationId xmlns:a16="http://schemas.microsoft.com/office/drawing/2014/main" id="{52A46289-2813-4A9F-8FF5-4841464A2641}"/>
                </a:ext>
              </a:extLst>
            </p:cNvPr>
            <p:cNvSpPr/>
            <p:nvPr/>
          </p:nvSpPr>
          <p:spPr>
            <a:xfrm>
              <a:off x="9631644" y="2621058"/>
              <a:ext cx="2490684" cy="2488086"/>
            </a:xfrm>
            <a:custGeom>
              <a:avLst/>
              <a:gdLst>
                <a:gd name="connsiteX0" fmla="*/ 2413151 w 2490683"/>
                <a:gd name="connsiteY0" fmla="*/ 241803 h 2488086"/>
                <a:gd name="connsiteX1" fmla="*/ 2414006 w 2490683"/>
                <a:gd name="connsiteY1" fmla="*/ 241092 h 2488086"/>
                <a:gd name="connsiteX2" fmla="*/ 2468593 w 2490683"/>
                <a:gd name="connsiteY2" fmla="*/ 750529 h 2488086"/>
                <a:gd name="connsiteX3" fmla="*/ 2468593 w 2490683"/>
                <a:gd name="connsiteY3" fmla="*/ 752093 h 2488086"/>
                <a:gd name="connsiteX4" fmla="*/ 2133948 w 2490683"/>
                <a:gd name="connsiteY4" fmla="*/ 449815 h 2488086"/>
                <a:gd name="connsiteX5" fmla="*/ 2133948 w 2490683"/>
                <a:gd name="connsiteY5" fmla="*/ 449815 h 2488086"/>
                <a:gd name="connsiteX6" fmla="*/ 2413151 w 2490683"/>
                <a:gd name="connsiteY6" fmla="*/ 243367 h 2488086"/>
                <a:gd name="connsiteX7" fmla="*/ 2135373 w 2490683"/>
                <a:gd name="connsiteY7" fmla="*/ 449815 h 2488086"/>
                <a:gd name="connsiteX8" fmla="*/ 2467167 w 2490683"/>
                <a:gd name="connsiteY8" fmla="*/ 749392 h 2488086"/>
                <a:gd name="connsiteX9" fmla="*/ 2468307 w 2490683"/>
                <a:gd name="connsiteY9" fmla="*/ 749960 h 2488086"/>
                <a:gd name="connsiteX10" fmla="*/ 2468307 w 2490683"/>
                <a:gd name="connsiteY10" fmla="*/ 749960 h 2488086"/>
                <a:gd name="connsiteX11" fmla="*/ 2244688 w 2490683"/>
                <a:gd name="connsiteY11" fmla="*/ 1198259 h 2488086"/>
                <a:gd name="connsiteX12" fmla="*/ 2244688 w 2490683"/>
                <a:gd name="connsiteY12" fmla="*/ 1199396 h 2488086"/>
                <a:gd name="connsiteX13" fmla="*/ 1939261 w 2490683"/>
                <a:gd name="connsiteY13" fmla="*/ 602234 h 2488086"/>
                <a:gd name="connsiteX14" fmla="*/ 1938548 w 2490683"/>
                <a:gd name="connsiteY14" fmla="*/ 600954 h 2488086"/>
                <a:gd name="connsiteX15" fmla="*/ 2467167 w 2490683"/>
                <a:gd name="connsiteY15" fmla="*/ 750955 h 2488086"/>
                <a:gd name="connsiteX16" fmla="*/ 1940971 w 2490683"/>
                <a:gd name="connsiteY16" fmla="*/ 603371 h 2488086"/>
                <a:gd name="connsiteX17" fmla="*/ 2244688 w 2490683"/>
                <a:gd name="connsiteY17" fmla="*/ 1196979 h 2488086"/>
                <a:gd name="connsiteX18" fmla="*/ 2134090 w 2490683"/>
                <a:gd name="connsiteY18" fmla="*/ 448962 h 2488086"/>
                <a:gd name="connsiteX19" fmla="*/ 2134090 w 2490683"/>
                <a:gd name="connsiteY19" fmla="*/ 448962 h 2488086"/>
                <a:gd name="connsiteX20" fmla="*/ 2470018 w 2490683"/>
                <a:gd name="connsiteY20" fmla="*/ 752235 h 2488086"/>
                <a:gd name="connsiteX21" fmla="*/ 1939261 w 2490683"/>
                <a:gd name="connsiteY21" fmla="*/ 603371 h 2488086"/>
                <a:gd name="connsiteX22" fmla="*/ 1938120 w 2490683"/>
                <a:gd name="connsiteY22" fmla="*/ 603371 h 2488086"/>
                <a:gd name="connsiteX23" fmla="*/ 2134090 w 2490683"/>
                <a:gd name="connsiteY23" fmla="*/ 450241 h 2488086"/>
                <a:gd name="connsiteX24" fmla="*/ 1941113 w 2490683"/>
                <a:gd name="connsiteY24" fmla="*/ 602234 h 2488086"/>
                <a:gd name="connsiteX25" fmla="*/ 2465599 w 2490683"/>
                <a:gd name="connsiteY25" fmla="*/ 749249 h 2488086"/>
                <a:gd name="connsiteX26" fmla="*/ 2134090 w 2490683"/>
                <a:gd name="connsiteY26" fmla="*/ 448962 h 2488086"/>
                <a:gd name="connsiteX27" fmla="*/ 2134090 w 2490683"/>
                <a:gd name="connsiteY27" fmla="*/ 448962 h 2488086"/>
                <a:gd name="connsiteX28" fmla="*/ 1939688 w 2490683"/>
                <a:gd name="connsiteY28" fmla="*/ 603371 h 2488086"/>
                <a:gd name="connsiteX29" fmla="*/ 1502996 w 2490683"/>
                <a:gd name="connsiteY29" fmla="*/ 75024 h 2488086"/>
                <a:gd name="connsiteX30" fmla="*/ 1500716 w 2490683"/>
                <a:gd name="connsiteY30" fmla="*/ 72323 h 2488086"/>
                <a:gd name="connsiteX31" fmla="*/ 2132665 w 2490683"/>
                <a:gd name="connsiteY31" fmla="*/ 448962 h 2488086"/>
                <a:gd name="connsiteX32" fmla="*/ 1505562 w 2490683"/>
                <a:gd name="connsiteY32" fmla="*/ 76446 h 2488086"/>
                <a:gd name="connsiteX33" fmla="*/ 1939118 w 2490683"/>
                <a:gd name="connsiteY33" fmla="*/ 600954 h 2488086"/>
                <a:gd name="connsiteX34" fmla="*/ 1938690 w 2490683"/>
                <a:gd name="connsiteY34" fmla="*/ 601523 h 2488086"/>
                <a:gd name="connsiteX35" fmla="*/ 1938690 w 2490683"/>
                <a:gd name="connsiteY35" fmla="*/ 600670 h 2488086"/>
                <a:gd name="connsiteX36" fmla="*/ 2244118 w 2490683"/>
                <a:gd name="connsiteY36" fmla="*/ 1197832 h 2488086"/>
                <a:gd name="connsiteX37" fmla="*/ 2244118 w 2490683"/>
                <a:gd name="connsiteY37" fmla="*/ 1198828 h 2488086"/>
                <a:gd name="connsiteX38" fmla="*/ 1591076 w 2490683"/>
                <a:gd name="connsiteY38" fmla="*/ 1132855 h 2488086"/>
                <a:gd name="connsiteX39" fmla="*/ 1590078 w 2490683"/>
                <a:gd name="connsiteY39" fmla="*/ 1132855 h 2488086"/>
                <a:gd name="connsiteX40" fmla="*/ 1938690 w 2490683"/>
                <a:gd name="connsiteY40" fmla="*/ 603087 h 2488086"/>
                <a:gd name="connsiteX41" fmla="*/ 1593784 w 2490683"/>
                <a:gd name="connsiteY41" fmla="*/ 1132287 h 2488086"/>
                <a:gd name="connsiteX42" fmla="*/ 2243548 w 2490683"/>
                <a:gd name="connsiteY42" fmla="*/ 1197832 h 2488086"/>
                <a:gd name="connsiteX43" fmla="*/ 1938690 w 2490683"/>
                <a:gd name="connsiteY43" fmla="*/ 601523 h 2488086"/>
                <a:gd name="connsiteX44" fmla="*/ 1938690 w 2490683"/>
                <a:gd name="connsiteY44" fmla="*/ 601523 h 2488086"/>
                <a:gd name="connsiteX45" fmla="*/ 1593214 w 2490683"/>
                <a:gd name="connsiteY45" fmla="*/ 1132287 h 2488086"/>
                <a:gd name="connsiteX46" fmla="*/ 1592216 w 2490683"/>
                <a:gd name="connsiteY46" fmla="*/ 1133851 h 2488086"/>
                <a:gd name="connsiteX47" fmla="*/ 1502711 w 2490683"/>
                <a:gd name="connsiteY47" fmla="*/ 72181 h 2488086"/>
                <a:gd name="connsiteX48" fmla="*/ 1937408 w 2490683"/>
                <a:gd name="connsiteY48" fmla="*/ 601523 h 2488086"/>
                <a:gd name="connsiteX49" fmla="*/ 1502711 w 2490683"/>
                <a:gd name="connsiteY49" fmla="*/ 75451 h 2488086"/>
                <a:gd name="connsiteX50" fmla="*/ 1591504 w 2490683"/>
                <a:gd name="connsiteY50" fmla="*/ 1129585 h 2488086"/>
                <a:gd name="connsiteX51" fmla="*/ 1504992 w 2490683"/>
                <a:gd name="connsiteY51" fmla="*/ 73318 h 2488086"/>
                <a:gd name="connsiteX52" fmla="*/ 896132 w 2490683"/>
                <a:gd name="connsiteY52" fmla="*/ 1068589 h 2488086"/>
                <a:gd name="connsiteX53" fmla="*/ 896132 w 2490683"/>
                <a:gd name="connsiteY53" fmla="*/ 1069585 h 2488086"/>
                <a:gd name="connsiteX54" fmla="*/ 638164 w 2490683"/>
                <a:gd name="connsiteY54" fmla="*/ 470858 h 2488086"/>
                <a:gd name="connsiteX55" fmla="*/ 638164 w 2490683"/>
                <a:gd name="connsiteY55" fmla="*/ 470858 h 2488086"/>
                <a:gd name="connsiteX56" fmla="*/ 1501856 w 2490683"/>
                <a:gd name="connsiteY56" fmla="*/ 76162 h 2488086"/>
                <a:gd name="connsiteX57" fmla="*/ 639447 w 2490683"/>
                <a:gd name="connsiteY57" fmla="*/ 470858 h 2488086"/>
                <a:gd name="connsiteX58" fmla="*/ 895989 w 2490683"/>
                <a:gd name="connsiteY58" fmla="*/ 1067168 h 2488086"/>
                <a:gd name="connsiteX59" fmla="*/ 538825 w 2490683"/>
                <a:gd name="connsiteY59" fmla="*/ 20711 h 2488086"/>
                <a:gd name="connsiteX60" fmla="*/ 539681 w 2490683"/>
                <a:gd name="connsiteY60" fmla="*/ 19715 h 2488086"/>
                <a:gd name="connsiteX61" fmla="*/ 639447 w 2490683"/>
                <a:gd name="connsiteY61" fmla="*/ 470431 h 2488086"/>
                <a:gd name="connsiteX62" fmla="*/ 639447 w 2490683"/>
                <a:gd name="connsiteY62" fmla="*/ 470431 h 2488086"/>
                <a:gd name="connsiteX63" fmla="*/ 20895 w 2490683"/>
                <a:gd name="connsiteY63" fmla="*/ 638632 h 2488086"/>
                <a:gd name="connsiteX64" fmla="*/ 19043 w 2490683"/>
                <a:gd name="connsiteY64" fmla="*/ 638632 h 2488086"/>
                <a:gd name="connsiteX65" fmla="*/ 538825 w 2490683"/>
                <a:gd name="connsiteY65" fmla="*/ 22559 h 2488086"/>
                <a:gd name="connsiteX66" fmla="*/ 22748 w 2490683"/>
                <a:gd name="connsiteY66" fmla="*/ 637495 h 2488086"/>
                <a:gd name="connsiteX67" fmla="*/ 638307 w 2490683"/>
                <a:gd name="connsiteY67" fmla="*/ 470147 h 2488086"/>
                <a:gd name="connsiteX68" fmla="*/ 638592 w 2490683"/>
                <a:gd name="connsiteY68" fmla="*/ 470005 h 2488086"/>
                <a:gd name="connsiteX69" fmla="*/ 638592 w 2490683"/>
                <a:gd name="connsiteY69" fmla="*/ 470005 h 2488086"/>
                <a:gd name="connsiteX70" fmla="*/ 895134 w 2490683"/>
                <a:gd name="connsiteY70" fmla="*/ 1068447 h 2488086"/>
                <a:gd name="connsiteX71" fmla="*/ 895134 w 2490683"/>
                <a:gd name="connsiteY71" fmla="*/ 1070011 h 2488086"/>
                <a:gd name="connsiteX72" fmla="*/ 20468 w 2490683"/>
                <a:gd name="connsiteY72" fmla="*/ 639201 h 2488086"/>
                <a:gd name="connsiteX73" fmla="*/ 19043 w 2490683"/>
                <a:gd name="connsiteY73" fmla="*/ 639201 h 2488086"/>
                <a:gd name="connsiteX74" fmla="*/ 638592 w 2490683"/>
                <a:gd name="connsiteY74" fmla="*/ 471284 h 2488086"/>
                <a:gd name="connsiteX75" fmla="*/ 22748 w 2490683"/>
                <a:gd name="connsiteY75" fmla="*/ 638774 h 2488086"/>
                <a:gd name="connsiteX76" fmla="*/ 894706 w 2490683"/>
                <a:gd name="connsiteY76" fmla="*/ 1067310 h 2488086"/>
                <a:gd name="connsiteX77" fmla="*/ 896132 w 2490683"/>
                <a:gd name="connsiteY77" fmla="*/ 1068447 h 2488086"/>
                <a:gd name="connsiteX78" fmla="*/ 897557 w 2490683"/>
                <a:gd name="connsiteY78" fmla="*/ 1069158 h 2488086"/>
                <a:gd name="connsiteX79" fmla="*/ 26311 w 2490683"/>
                <a:gd name="connsiteY79" fmla="*/ 1333616 h 2488086"/>
                <a:gd name="connsiteX80" fmla="*/ 25456 w 2490683"/>
                <a:gd name="connsiteY80" fmla="*/ 1333616 h 2488086"/>
                <a:gd name="connsiteX81" fmla="*/ 20468 w 2490683"/>
                <a:gd name="connsiteY81" fmla="*/ 638774 h 2488086"/>
                <a:gd name="connsiteX82" fmla="*/ 20468 w 2490683"/>
                <a:gd name="connsiteY82" fmla="*/ 637779 h 2488086"/>
                <a:gd name="connsiteX83" fmla="*/ 894279 w 2490683"/>
                <a:gd name="connsiteY83" fmla="*/ 1068447 h 2488086"/>
                <a:gd name="connsiteX84" fmla="*/ 21465 w 2490683"/>
                <a:gd name="connsiteY84" fmla="*/ 639627 h 2488086"/>
                <a:gd name="connsiteX85" fmla="*/ 26454 w 2490683"/>
                <a:gd name="connsiteY85" fmla="*/ 1331341 h 2488086"/>
                <a:gd name="connsiteX86" fmla="*/ 1887952 w 2490683"/>
                <a:gd name="connsiteY86" fmla="*/ 690102 h 2488086"/>
                <a:gd name="connsiteX87" fmla="*/ 1887952 w 2490683"/>
                <a:gd name="connsiteY87" fmla="*/ 689107 h 2488086"/>
                <a:gd name="connsiteX88" fmla="*/ 2244261 w 2490683"/>
                <a:gd name="connsiteY88" fmla="*/ 1064324 h 2488086"/>
                <a:gd name="connsiteX89" fmla="*/ 1791179 w 2490683"/>
                <a:gd name="connsiteY89" fmla="*/ 1026788 h 2488086"/>
                <a:gd name="connsiteX90" fmla="*/ 1791179 w 2490683"/>
                <a:gd name="connsiteY90" fmla="*/ 1026788 h 2488086"/>
                <a:gd name="connsiteX91" fmla="*/ 1888950 w 2490683"/>
                <a:gd name="connsiteY91" fmla="*/ 691524 h 2488086"/>
                <a:gd name="connsiteX92" fmla="*/ 1793032 w 2490683"/>
                <a:gd name="connsiteY92" fmla="*/ 1025650 h 2488086"/>
                <a:gd name="connsiteX93" fmla="*/ 2242123 w 2490683"/>
                <a:gd name="connsiteY93" fmla="*/ 1062902 h 2488086"/>
                <a:gd name="connsiteX94" fmla="*/ 2246113 w 2490683"/>
                <a:gd name="connsiteY94" fmla="*/ 1063186 h 2488086"/>
                <a:gd name="connsiteX95" fmla="*/ 1730464 w 2490683"/>
                <a:gd name="connsiteY95" fmla="*/ 1267928 h 2488086"/>
                <a:gd name="connsiteX96" fmla="*/ 1729324 w 2490683"/>
                <a:gd name="connsiteY96" fmla="*/ 1267928 h 2488086"/>
                <a:gd name="connsiteX97" fmla="*/ 1791464 w 2490683"/>
                <a:gd name="connsiteY97" fmla="*/ 1025224 h 2488086"/>
                <a:gd name="connsiteX98" fmla="*/ 2240698 w 2490683"/>
                <a:gd name="connsiteY98" fmla="*/ 1064040 h 2488086"/>
                <a:gd name="connsiteX99" fmla="*/ 1792461 w 2490683"/>
                <a:gd name="connsiteY99" fmla="*/ 1026930 h 2488086"/>
                <a:gd name="connsiteX100" fmla="*/ 1731034 w 2490683"/>
                <a:gd name="connsiteY100" fmla="*/ 1266222 h 2488086"/>
                <a:gd name="connsiteX101" fmla="*/ 1428314 w 2490683"/>
                <a:gd name="connsiteY101" fmla="*/ 664936 h 2488086"/>
                <a:gd name="connsiteX102" fmla="*/ 1428314 w 2490683"/>
                <a:gd name="connsiteY102" fmla="*/ 664936 h 2488086"/>
                <a:gd name="connsiteX103" fmla="*/ 1057753 w 2490683"/>
                <a:gd name="connsiteY103" fmla="*/ 1111528 h 2488086"/>
                <a:gd name="connsiteX104" fmla="*/ 1057753 w 2490683"/>
                <a:gd name="connsiteY104" fmla="*/ 1111528 h 2488086"/>
                <a:gd name="connsiteX105" fmla="*/ 565477 w 2490683"/>
                <a:gd name="connsiteY105" fmla="*/ 336781 h 2488086"/>
                <a:gd name="connsiteX106" fmla="*/ 564480 w 2490683"/>
                <a:gd name="connsiteY106" fmla="*/ 335217 h 2488086"/>
                <a:gd name="connsiteX107" fmla="*/ 1427031 w 2490683"/>
                <a:gd name="connsiteY107" fmla="*/ 665789 h 2488086"/>
                <a:gd name="connsiteX108" fmla="*/ 567615 w 2490683"/>
                <a:gd name="connsiteY108" fmla="*/ 337634 h 2488086"/>
                <a:gd name="connsiteX109" fmla="*/ 1057896 w 2490683"/>
                <a:gd name="connsiteY109" fmla="*/ 1110391 h 2488086"/>
                <a:gd name="connsiteX110" fmla="*/ 1427031 w 2490683"/>
                <a:gd name="connsiteY110" fmla="*/ 665078 h 2488086"/>
                <a:gd name="connsiteX111" fmla="*/ 1427031 w 2490683"/>
                <a:gd name="connsiteY111" fmla="*/ 665078 h 2488086"/>
                <a:gd name="connsiteX112" fmla="*/ 1791464 w 2490683"/>
                <a:gd name="connsiteY112" fmla="*/ 1026361 h 2488086"/>
                <a:gd name="connsiteX113" fmla="*/ 1792319 w 2490683"/>
                <a:gd name="connsiteY113" fmla="*/ 1027214 h 2488086"/>
                <a:gd name="connsiteX114" fmla="*/ 1056898 w 2490683"/>
                <a:gd name="connsiteY114" fmla="*/ 1112523 h 2488086"/>
                <a:gd name="connsiteX115" fmla="*/ 1055330 w 2490683"/>
                <a:gd name="connsiteY115" fmla="*/ 1112523 h 2488086"/>
                <a:gd name="connsiteX116" fmla="*/ 1427031 w 2490683"/>
                <a:gd name="connsiteY116" fmla="*/ 666357 h 2488086"/>
                <a:gd name="connsiteX117" fmla="*/ 1059321 w 2490683"/>
                <a:gd name="connsiteY117" fmla="*/ 1110533 h 2488086"/>
                <a:gd name="connsiteX118" fmla="*/ 1790609 w 2490683"/>
                <a:gd name="connsiteY118" fmla="*/ 1025224 h 2488086"/>
                <a:gd name="connsiteX119" fmla="*/ 1790751 w 2490683"/>
                <a:gd name="connsiteY119" fmla="*/ 1025650 h 2488086"/>
                <a:gd name="connsiteX120" fmla="*/ 1791749 w 2490683"/>
                <a:gd name="connsiteY120" fmla="*/ 1025650 h 2488086"/>
                <a:gd name="connsiteX121" fmla="*/ 1729609 w 2490683"/>
                <a:gd name="connsiteY121" fmla="*/ 1267359 h 2488086"/>
                <a:gd name="connsiteX122" fmla="*/ 1729609 w 2490683"/>
                <a:gd name="connsiteY122" fmla="*/ 1267359 h 2488086"/>
                <a:gd name="connsiteX123" fmla="*/ 1056756 w 2490683"/>
                <a:gd name="connsiteY123" fmla="*/ 1110959 h 2488086"/>
                <a:gd name="connsiteX124" fmla="*/ 1053193 w 2490683"/>
                <a:gd name="connsiteY124" fmla="*/ 1110959 h 2488086"/>
                <a:gd name="connsiteX125" fmla="*/ 1790751 w 2490683"/>
                <a:gd name="connsiteY125" fmla="*/ 1026930 h 2488086"/>
                <a:gd name="connsiteX126" fmla="*/ 1061031 w 2490683"/>
                <a:gd name="connsiteY126" fmla="*/ 1111528 h 2488086"/>
                <a:gd name="connsiteX127" fmla="*/ 1729324 w 2490683"/>
                <a:gd name="connsiteY127" fmla="*/ 1266506 h 2488086"/>
                <a:gd name="connsiteX128" fmla="*/ 355540 w 2490683"/>
                <a:gd name="connsiteY128" fmla="*/ 1057357 h 2488086"/>
                <a:gd name="connsiteX129" fmla="*/ 254206 w 2490683"/>
                <a:gd name="connsiteY129" fmla="*/ 1656653 h 2488086"/>
                <a:gd name="connsiteX130" fmla="*/ 254206 w 2490683"/>
                <a:gd name="connsiteY130" fmla="*/ 1658217 h 2488086"/>
                <a:gd name="connsiteX131" fmla="*/ 20753 w 2490683"/>
                <a:gd name="connsiteY131" fmla="*/ 1337881 h 2488086"/>
                <a:gd name="connsiteX132" fmla="*/ 20753 w 2490683"/>
                <a:gd name="connsiteY132" fmla="*/ 1337881 h 2488086"/>
                <a:gd name="connsiteX133" fmla="*/ 353688 w 2490683"/>
                <a:gd name="connsiteY133" fmla="*/ 1060485 h 2488086"/>
                <a:gd name="connsiteX134" fmla="*/ 22748 w 2490683"/>
                <a:gd name="connsiteY134" fmla="*/ 1337739 h 2488086"/>
                <a:gd name="connsiteX135" fmla="*/ 253636 w 2490683"/>
                <a:gd name="connsiteY135" fmla="*/ 1655089 h 2488086"/>
                <a:gd name="connsiteX136" fmla="*/ 1057041 w 2490683"/>
                <a:gd name="connsiteY136" fmla="*/ 1110817 h 2488086"/>
                <a:gd name="connsiteX137" fmla="*/ 1059178 w 2490683"/>
                <a:gd name="connsiteY137" fmla="*/ 1109538 h 2488086"/>
                <a:gd name="connsiteX138" fmla="*/ 609375 w 2490683"/>
                <a:gd name="connsiteY138" fmla="*/ 1955661 h 2488086"/>
                <a:gd name="connsiteX139" fmla="*/ 609375 w 2490683"/>
                <a:gd name="connsiteY139" fmla="*/ 1956371 h 2488086"/>
                <a:gd name="connsiteX140" fmla="*/ 253066 w 2490683"/>
                <a:gd name="connsiteY140" fmla="*/ 1656510 h 2488086"/>
                <a:gd name="connsiteX141" fmla="*/ 1055758 w 2490683"/>
                <a:gd name="connsiteY141" fmla="*/ 1113234 h 2488086"/>
                <a:gd name="connsiteX142" fmla="*/ 255061 w 2490683"/>
                <a:gd name="connsiteY142" fmla="*/ 1656653 h 2488086"/>
                <a:gd name="connsiteX143" fmla="*/ 608662 w 2490683"/>
                <a:gd name="connsiteY143" fmla="*/ 1954381 h 2488086"/>
                <a:gd name="connsiteX144" fmla="*/ 608804 w 2490683"/>
                <a:gd name="connsiteY144" fmla="*/ 1954950 h 2488086"/>
                <a:gd name="connsiteX145" fmla="*/ 608804 w 2490683"/>
                <a:gd name="connsiteY145" fmla="*/ 1954950 h 2488086"/>
                <a:gd name="connsiteX146" fmla="*/ 217293 w 2490683"/>
                <a:gd name="connsiteY146" fmla="*/ 2466803 h 2488086"/>
                <a:gd name="connsiteX147" fmla="*/ 216010 w 2490683"/>
                <a:gd name="connsiteY147" fmla="*/ 2468367 h 2488086"/>
                <a:gd name="connsiteX148" fmla="*/ 252353 w 2490683"/>
                <a:gd name="connsiteY148" fmla="*/ 1656226 h 2488086"/>
                <a:gd name="connsiteX149" fmla="*/ 252353 w 2490683"/>
                <a:gd name="connsiteY149" fmla="*/ 1655089 h 2488086"/>
                <a:gd name="connsiteX150" fmla="*/ 607664 w 2490683"/>
                <a:gd name="connsiteY150" fmla="*/ 1954950 h 2488086"/>
                <a:gd name="connsiteX151" fmla="*/ 254491 w 2490683"/>
                <a:gd name="connsiteY151" fmla="*/ 1658359 h 2488086"/>
                <a:gd name="connsiteX152" fmla="*/ 218433 w 2490683"/>
                <a:gd name="connsiteY152" fmla="*/ 2465239 h 2488086"/>
                <a:gd name="connsiteX153" fmla="*/ 607664 w 2490683"/>
                <a:gd name="connsiteY153" fmla="*/ 1954950 h 2488086"/>
                <a:gd name="connsiteX154" fmla="*/ 607664 w 2490683"/>
                <a:gd name="connsiteY154" fmla="*/ 1954950 h 2488086"/>
                <a:gd name="connsiteX155" fmla="*/ 1180181 w 2490683"/>
                <a:gd name="connsiteY155" fmla="*/ 2276849 h 2488086"/>
                <a:gd name="connsiteX156" fmla="*/ 1181606 w 2490683"/>
                <a:gd name="connsiteY156" fmla="*/ 2276849 h 2488086"/>
                <a:gd name="connsiteX157" fmla="*/ 217863 w 2490683"/>
                <a:gd name="connsiteY157" fmla="*/ 2467372 h 2488086"/>
                <a:gd name="connsiteX158" fmla="*/ 216295 w 2490683"/>
                <a:gd name="connsiteY158" fmla="*/ 2467372 h 2488086"/>
                <a:gd name="connsiteX159" fmla="*/ 607664 w 2490683"/>
                <a:gd name="connsiteY159" fmla="*/ 1956229 h 2488086"/>
                <a:gd name="connsiteX160" fmla="*/ 219288 w 2490683"/>
                <a:gd name="connsiteY160" fmla="*/ 2465808 h 2488086"/>
                <a:gd name="connsiteX161" fmla="*/ 1179041 w 2490683"/>
                <a:gd name="connsiteY161" fmla="*/ 2276565 h 2488086"/>
                <a:gd name="connsiteX162" fmla="*/ 18472 w 2490683"/>
                <a:gd name="connsiteY162" fmla="*/ 617731 h 2488086"/>
                <a:gd name="connsiteX163" fmla="*/ 34008 w 2490683"/>
                <a:gd name="connsiteY163" fmla="*/ 622281 h 2488086"/>
                <a:gd name="connsiteX164" fmla="*/ 41846 w 2490683"/>
                <a:gd name="connsiteY164" fmla="*/ 636499 h 2488086"/>
                <a:gd name="connsiteX165" fmla="*/ 41846 w 2490683"/>
                <a:gd name="connsiteY165" fmla="*/ 644177 h 2488086"/>
                <a:gd name="connsiteX166" fmla="*/ 23603 w 2490683"/>
                <a:gd name="connsiteY166" fmla="*/ 659817 h 2488086"/>
                <a:gd name="connsiteX167" fmla="*/ 382 w 2490683"/>
                <a:gd name="connsiteY167" fmla="*/ 641134 h 2488086"/>
                <a:gd name="connsiteX168" fmla="*/ 372 w 2490683"/>
                <a:gd name="connsiteY168" fmla="*/ 641049 h 2488086"/>
                <a:gd name="connsiteX169" fmla="*/ 372 w 2490683"/>
                <a:gd name="connsiteY169" fmla="*/ 633371 h 2488086"/>
                <a:gd name="connsiteX170" fmla="*/ 18472 w 2490683"/>
                <a:gd name="connsiteY170" fmla="*/ 617731 h 2488086"/>
                <a:gd name="connsiteX171" fmla="*/ 37000 w 2490683"/>
                <a:gd name="connsiteY171" fmla="*/ 636926 h 2488086"/>
                <a:gd name="connsiteX172" fmla="*/ 31157 w 2490683"/>
                <a:gd name="connsiteY172" fmla="*/ 626120 h 2488086"/>
                <a:gd name="connsiteX173" fmla="*/ 8302 w 2490683"/>
                <a:gd name="connsiteY173" fmla="*/ 628480 h 2488086"/>
                <a:gd name="connsiteX174" fmla="*/ 5218 w 2490683"/>
                <a:gd name="connsiteY174" fmla="*/ 634509 h 2488086"/>
                <a:gd name="connsiteX175" fmla="*/ 5218 w 2490683"/>
                <a:gd name="connsiteY175" fmla="*/ 640338 h 2488086"/>
                <a:gd name="connsiteX176" fmla="*/ 23288 w 2490683"/>
                <a:gd name="connsiteY176" fmla="*/ 654500 h 2488086"/>
                <a:gd name="connsiteX177" fmla="*/ 37000 w 2490683"/>
                <a:gd name="connsiteY177" fmla="*/ 642755 h 2488086"/>
                <a:gd name="connsiteX178" fmla="*/ 37000 w 2490683"/>
                <a:gd name="connsiteY178" fmla="*/ 636926 h 2488086"/>
                <a:gd name="connsiteX179" fmla="*/ 537258 w 2490683"/>
                <a:gd name="connsiteY179" fmla="*/ 94 h 2488086"/>
                <a:gd name="connsiteX180" fmla="*/ 560489 w 2490683"/>
                <a:gd name="connsiteY180" fmla="*/ 18862 h 2488086"/>
                <a:gd name="connsiteX181" fmla="*/ 560489 w 2490683"/>
                <a:gd name="connsiteY181" fmla="*/ 26540 h 2488086"/>
                <a:gd name="connsiteX182" fmla="*/ 537757 w 2490683"/>
                <a:gd name="connsiteY182" fmla="*/ 45948 h 2488086"/>
                <a:gd name="connsiteX183" fmla="*/ 518302 w 2490683"/>
                <a:gd name="connsiteY183" fmla="*/ 23270 h 2488086"/>
                <a:gd name="connsiteX184" fmla="*/ 518302 w 2490683"/>
                <a:gd name="connsiteY184" fmla="*/ 15592 h 2488086"/>
                <a:gd name="connsiteX185" fmla="*/ 537115 w 2490683"/>
                <a:gd name="connsiteY185" fmla="*/ 94 h 2488086"/>
                <a:gd name="connsiteX186" fmla="*/ 555501 w 2490683"/>
                <a:gd name="connsiteY186" fmla="*/ 19431 h 2488086"/>
                <a:gd name="connsiteX187" fmla="*/ 537739 w 2490683"/>
                <a:gd name="connsiteY187" fmla="*/ 5207 h 2488086"/>
                <a:gd name="connsiteX188" fmla="*/ 537685 w 2490683"/>
                <a:gd name="connsiteY188" fmla="*/ 5213 h 2488086"/>
                <a:gd name="connsiteX189" fmla="*/ 523433 w 2490683"/>
                <a:gd name="connsiteY189" fmla="*/ 17156 h 2488086"/>
                <a:gd name="connsiteX190" fmla="*/ 523433 w 2490683"/>
                <a:gd name="connsiteY190" fmla="*/ 22986 h 2488086"/>
                <a:gd name="connsiteX191" fmla="*/ 541194 w 2490683"/>
                <a:gd name="connsiteY191" fmla="*/ 37210 h 2488086"/>
                <a:gd name="connsiteX192" fmla="*/ 541248 w 2490683"/>
                <a:gd name="connsiteY192" fmla="*/ 37204 h 2488086"/>
                <a:gd name="connsiteX193" fmla="*/ 555501 w 2490683"/>
                <a:gd name="connsiteY193" fmla="*/ 25261 h 2488086"/>
                <a:gd name="connsiteX194" fmla="*/ 555358 w 2490683"/>
                <a:gd name="connsiteY194" fmla="*/ 19431 h 2488086"/>
                <a:gd name="connsiteX195" fmla="*/ 877889 w 2490683"/>
                <a:gd name="connsiteY195" fmla="*/ 1026646 h 2488086"/>
                <a:gd name="connsiteX196" fmla="*/ 904826 w 2490683"/>
                <a:gd name="connsiteY196" fmla="*/ 1034608 h 2488086"/>
                <a:gd name="connsiteX197" fmla="*/ 919078 w 2490683"/>
                <a:gd name="connsiteY197" fmla="*/ 1059205 h 2488086"/>
                <a:gd name="connsiteX198" fmla="*/ 918080 w 2490683"/>
                <a:gd name="connsiteY198" fmla="*/ 1072570 h 2488086"/>
                <a:gd name="connsiteX199" fmla="*/ 873127 w 2490683"/>
                <a:gd name="connsiteY199" fmla="*/ 1098647 h 2488086"/>
                <a:gd name="connsiteX200" fmla="*/ 845963 w 2490683"/>
                <a:gd name="connsiteY200" fmla="*/ 1067025 h 2488086"/>
                <a:gd name="connsiteX201" fmla="*/ 846961 w 2490683"/>
                <a:gd name="connsiteY201" fmla="*/ 1053660 h 2488086"/>
                <a:gd name="connsiteX202" fmla="*/ 877889 w 2490683"/>
                <a:gd name="connsiteY202" fmla="*/ 1026646 h 2488086"/>
                <a:gd name="connsiteX203" fmla="*/ 913377 w 2490683"/>
                <a:gd name="connsiteY203" fmla="*/ 1059774 h 2488086"/>
                <a:gd name="connsiteX204" fmla="*/ 901833 w 2490683"/>
                <a:gd name="connsiteY204" fmla="*/ 1038447 h 2488086"/>
                <a:gd name="connsiteX205" fmla="*/ 856961 w 2490683"/>
                <a:gd name="connsiteY205" fmla="*/ 1043423 h 2488086"/>
                <a:gd name="connsiteX206" fmla="*/ 851094 w 2490683"/>
                <a:gd name="connsiteY206" fmla="*/ 1054940 h 2488086"/>
                <a:gd name="connsiteX207" fmla="*/ 873502 w 2490683"/>
                <a:gd name="connsiteY207" fmla="*/ 1093812 h 2488086"/>
                <a:gd name="connsiteX208" fmla="*/ 912466 w 2490683"/>
                <a:gd name="connsiteY208" fmla="*/ 1071461 h 2488086"/>
                <a:gd name="connsiteX209" fmla="*/ 913377 w 2490683"/>
                <a:gd name="connsiteY209" fmla="*/ 1059774 h 2488086"/>
                <a:gd name="connsiteX210" fmla="*/ 1503281 w 2490683"/>
                <a:gd name="connsiteY210" fmla="*/ 34218 h 2488086"/>
                <a:gd name="connsiteX211" fmla="*/ 1552523 w 2490683"/>
                <a:gd name="connsiteY211" fmla="*/ 73958 h 2488086"/>
                <a:gd name="connsiteX212" fmla="*/ 1512688 w 2490683"/>
                <a:gd name="connsiteY212" fmla="*/ 123081 h 2488086"/>
                <a:gd name="connsiteX213" fmla="*/ 1479908 w 2490683"/>
                <a:gd name="connsiteY213" fmla="*/ 113413 h 2488086"/>
                <a:gd name="connsiteX214" fmla="*/ 1463517 w 2490683"/>
                <a:gd name="connsiteY214" fmla="*/ 83413 h 2488086"/>
                <a:gd name="connsiteX215" fmla="*/ 1464658 w 2490683"/>
                <a:gd name="connsiteY215" fmla="*/ 67204 h 2488086"/>
                <a:gd name="connsiteX216" fmla="*/ 1503139 w 2490683"/>
                <a:gd name="connsiteY216" fmla="*/ 34218 h 2488086"/>
                <a:gd name="connsiteX217" fmla="*/ 1547749 w 2490683"/>
                <a:gd name="connsiteY217" fmla="*/ 74455 h 2488086"/>
                <a:gd name="connsiteX218" fmla="*/ 1503481 w 2490683"/>
                <a:gd name="connsiteY218" fmla="*/ 39540 h 2488086"/>
                <a:gd name="connsiteX219" fmla="*/ 1469646 w 2490683"/>
                <a:gd name="connsiteY219" fmla="*/ 68484 h 2488086"/>
                <a:gd name="connsiteX220" fmla="*/ 1468506 w 2490683"/>
                <a:gd name="connsiteY220" fmla="*/ 82702 h 2488086"/>
                <a:gd name="connsiteX221" fmla="*/ 1482758 w 2490683"/>
                <a:gd name="connsiteY221" fmla="*/ 109432 h 2488086"/>
                <a:gd name="connsiteX222" fmla="*/ 1538926 w 2490683"/>
                <a:gd name="connsiteY222" fmla="*/ 103901 h 2488086"/>
                <a:gd name="connsiteX223" fmla="*/ 1547749 w 2490683"/>
                <a:gd name="connsiteY223" fmla="*/ 74455 h 2488086"/>
                <a:gd name="connsiteX224" fmla="*/ 1504992 w 2490683"/>
                <a:gd name="connsiteY224" fmla="*/ 55972 h 2488086"/>
                <a:gd name="connsiteX225" fmla="*/ 1521809 w 2490683"/>
                <a:gd name="connsiteY225" fmla="*/ 60948 h 2488086"/>
                <a:gd name="connsiteX226" fmla="*/ 1528822 w 2490683"/>
                <a:gd name="connsiteY226" fmla="*/ 92555 h 2488086"/>
                <a:gd name="connsiteX227" fmla="*/ 1497139 w 2490683"/>
                <a:gd name="connsiteY227" fmla="*/ 99550 h 2488086"/>
                <a:gd name="connsiteX228" fmla="*/ 1493305 w 2490683"/>
                <a:gd name="connsiteY228" fmla="*/ 96494 h 2488086"/>
                <a:gd name="connsiteX229" fmla="*/ 1484896 w 2490683"/>
                <a:gd name="connsiteY229" fmla="*/ 81138 h 2488086"/>
                <a:gd name="connsiteX230" fmla="*/ 1484896 w 2490683"/>
                <a:gd name="connsiteY230" fmla="*/ 72749 h 2488086"/>
                <a:gd name="connsiteX231" fmla="*/ 1504992 w 2490683"/>
                <a:gd name="connsiteY231" fmla="*/ 55972 h 2488086"/>
                <a:gd name="connsiteX232" fmla="*/ 1525230 w 2490683"/>
                <a:gd name="connsiteY232" fmla="*/ 76730 h 2488086"/>
                <a:gd name="connsiteX233" fmla="*/ 1518674 w 2490683"/>
                <a:gd name="connsiteY233" fmla="*/ 64787 h 2488086"/>
                <a:gd name="connsiteX234" fmla="*/ 1505419 w 2490683"/>
                <a:gd name="connsiteY234" fmla="*/ 60806 h 2488086"/>
                <a:gd name="connsiteX235" fmla="*/ 1490027 w 2490683"/>
                <a:gd name="connsiteY235" fmla="*/ 74029 h 2488086"/>
                <a:gd name="connsiteX236" fmla="*/ 1490027 w 2490683"/>
                <a:gd name="connsiteY236" fmla="*/ 80569 h 2488086"/>
                <a:gd name="connsiteX237" fmla="*/ 1509510 w 2490683"/>
                <a:gd name="connsiteY237" fmla="*/ 96508 h 2488086"/>
                <a:gd name="connsiteX238" fmla="*/ 1509695 w 2490683"/>
                <a:gd name="connsiteY238" fmla="*/ 96494 h 2488086"/>
                <a:gd name="connsiteX239" fmla="*/ 1525230 w 2490683"/>
                <a:gd name="connsiteY239" fmla="*/ 83271 h 2488086"/>
                <a:gd name="connsiteX240" fmla="*/ 1525658 w 2490683"/>
                <a:gd name="connsiteY240" fmla="*/ 76730 h 2488086"/>
                <a:gd name="connsiteX241" fmla="*/ 1936838 w 2490683"/>
                <a:gd name="connsiteY241" fmla="*/ 578916 h 2488086"/>
                <a:gd name="connsiteX242" fmla="*/ 1962919 w 2490683"/>
                <a:gd name="connsiteY242" fmla="*/ 599959 h 2488086"/>
                <a:gd name="connsiteX243" fmla="*/ 1962919 w 2490683"/>
                <a:gd name="connsiteY243" fmla="*/ 608490 h 2488086"/>
                <a:gd name="connsiteX244" fmla="*/ 1934130 w 2490683"/>
                <a:gd name="connsiteY244" fmla="*/ 625495 h 2488086"/>
                <a:gd name="connsiteX245" fmla="*/ 1916457 w 2490683"/>
                <a:gd name="connsiteY245" fmla="*/ 604935 h 2488086"/>
                <a:gd name="connsiteX246" fmla="*/ 1917169 w 2490683"/>
                <a:gd name="connsiteY246" fmla="*/ 596404 h 2488086"/>
                <a:gd name="connsiteX247" fmla="*/ 1937265 w 2490683"/>
                <a:gd name="connsiteY247" fmla="*/ 578916 h 2488086"/>
                <a:gd name="connsiteX248" fmla="*/ 1957931 w 2490683"/>
                <a:gd name="connsiteY248" fmla="*/ 600528 h 2488086"/>
                <a:gd name="connsiteX249" fmla="*/ 1937479 w 2490683"/>
                <a:gd name="connsiteY249" fmla="*/ 583864 h 2488086"/>
                <a:gd name="connsiteX250" fmla="*/ 1937265 w 2490683"/>
                <a:gd name="connsiteY250" fmla="*/ 583892 h 2488086"/>
                <a:gd name="connsiteX251" fmla="*/ 1921160 w 2490683"/>
                <a:gd name="connsiteY251" fmla="*/ 598110 h 2488086"/>
                <a:gd name="connsiteX252" fmla="*/ 1921160 w 2490683"/>
                <a:gd name="connsiteY252" fmla="*/ 604935 h 2488086"/>
                <a:gd name="connsiteX253" fmla="*/ 1941470 w 2490683"/>
                <a:gd name="connsiteY253" fmla="*/ 621457 h 2488086"/>
                <a:gd name="connsiteX254" fmla="*/ 1941683 w 2490683"/>
                <a:gd name="connsiteY254" fmla="*/ 621428 h 2488086"/>
                <a:gd name="connsiteX255" fmla="*/ 1957931 w 2490683"/>
                <a:gd name="connsiteY255" fmla="*/ 607210 h 2488086"/>
                <a:gd name="connsiteX256" fmla="*/ 1958359 w 2490683"/>
                <a:gd name="connsiteY256" fmla="*/ 600528 h 2488086"/>
                <a:gd name="connsiteX257" fmla="*/ 1937693 w 2490683"/>
                <a:gd name="connsiteY257" fmla="*/ 587731 h 2488086"/>
                <a:gd name="connsiteX258" fmla="*/ 1948667 w 2490683"/>
                <a:gd name="connsiteY258" fmla="*/ 590859 h 2488086"/>
                <a:gd name="connsiteX259" fmla="*/ 1954083 w 2490683"/>
                <a:gd name="connsiteY259" fmla="*/ 600812 h 2488086"/>
                <a:gd name="connsiteX260" fmla="*/ 1954083 w 2490683"/>
                <a:gd name="connsiteY260" fmla="*/ 606215 h 2488086"/>
                <a:gd name="connsiteX261" fmla="*/ 1941256 w 2490683"/>
                <a:gd name="connsiteY261" fmla="*/ 617305 h 2488086"/>
                <a:gd name="connsiteX262" fmla="*/ 1930281 w 2490683"/>
                <a:gd name="connsiteY262" fmla="*/ 614035 h 2488086"/>
                <a:gd name="connsiteX263" fmla="*/ 1924723 w 2490683"/>
                <a:gd name="connsiteY263" fmla="*/ 604082 h 2488086"/>
                <a:gd name="connsiteX264" fmla="*/ 1924723 w 2490683"/>
                <a:gd name="connsiteY264" fmla="*/ 598679 h 2488086"/>
                <a:gd name="connsiteX265" fmla="*/ 1938120 w 2490683"/>
                <a:gd name="connsiteY265" fmla="*/ 587731 h 2488086"/>
                <a:gd name="connsiteX266" fmla="*/ 1949237 w 2490683"/>
                <a:gd name="connsiteY266" fmla="*/ 601949 h 2488086"/>
                <a:gd name="connsiteX267" fmla="*/ 1945532 w 2490683"/>
                <a:gd name="connsiteY267" fmla="*/ 595267 h 2488086"/>
                <a:gd name="connsiteX268" fmla="*/ 1938263 w 2490683"/>
                <a:gd name="connsiteY268" fmla="*/ 593134 h 2488086"/>
                <a:gd name="connsiteX269" fmla="*/ 1929426 w 2490683"/>
                <a:gd name="connsiteY269" fmla="*/ 604082 h 2488086"/>
                <a:gd name="connsiteX270" fmla="*/ 1933132 w 2490683"/>
                <a:gd name="connsiteY270" fmla="*/ 610765 h 2488086"/>
                <a:gd name="connsiteX271" fmla="*/ 1940401 w 2490683"/>
                <a:gd name="connsiteY271" fmla="*/ 612897 h 2488086"/>
                <a:gd name="connsiteX272" fmla="*/ 1948952 w 2490683"/>
                <a:gd name="connsiteY272" fmla="*/ 605646 h 2488086"/>
                <a:gd name="connsiteX273" fmla="*/ 1949665 w 2490683"/>
                <a:gd name="connsiteY273" fmla="*/ 601381 h 2488086"/>
                <a:gd name="connsiteX274" fmla="*/ 632036 w 2490683"/>
                <a:gd name="connsiteY274" fmla="*/ 408582 h 2488086"/>
                <a:gd name="connsiteX275" fmla="*/ 700732 w 2490683"/>
                <a:gd name="connsiteY275" fmla="*/ 464033 h 2488086"/>
                <a:gd name="connsiteX276" fmla="*/ 699022 w 2490683"/>
                <a:gd name="connsiteY276" fmla="*/ 486640 h 2488086"/>
                <a:gd name="connsiteX277" fmla="*/ 622705 w 2490683"/>
                <a:gd name="connsiteY277" fmla="*/ 530915 h 2488086"/>
                <a:gd name="connsiteX278" fmla="*/ 576594 w 2490683"/>
                <a:gd name="connsiteY278" fmla="*/ 477256 h 2488086"/>
                <a:gd name="connsiteX279" fmla="*/ 578304 w 2490683"/>
                <a:gd name="connsiteY279" fmla="*/ 454649 h 2488086"/>
                <a:gd name="connsiteX280" fmla="*/ 632036 w 2490683"/>
                <a:gd name="connsiteY280" fmla="*/ 408582 h 2488086"/>
                <a:gd name="connsiteX281" fmla="*/ 695886 w 2490683"/>
                <a:gd name="connsiteY281" fmla="*/ 464033 h 2488086"/>
                <a:gd name="connsiteX282" fmla="*/ 632566 w 2490683"/>
                <a:gd name="connsiteY282" fmla="*/ 412322 h 2488086"/>
                <a:gd name="connsiteX283" fmla="*/ 580729 w 2490683"/>
                <a:gd name="connsiteY283" fmla="*/ 475493 h 2488086"/>
                <a:gd name="connsiteX284" fmla="*/ 644049 w 2490683"/>
                <a:gd name="connsiteY284" fmla="*/ 527204 h 2488086"/>
                <a:gd name="connsiteX285" fmla="*/ 694176 w 2490683"/>
                <a:gd name="connsiteY285" fmla="*/ 484792 h 2488086"/>
                <a:gd name="connsiteX286" fmla="*/ 695886 w 2490683"/>
                <a:gd name="connsiteY286" fmla="*/ 464033 h 2488086"/>
                <a:gd name="connsiteX287" fmla="*/ 634031 w 2490683"/>
                <a:gd name="connsiteY287" fmla="*/ 426497 h 2488086"/>
                <a:gd name="connsiteX288" fmla="*/ 682347 w 2490683"/>
                <a:gd name="connsiteY288" fmla="*/ 465455 h 2488086"/>
                <a:gd name="connsiteX289" fmla="*/ 681206 w 2490683"/>
                <a:gd name="connsiteY289" fmla="*/ 481379 h 2488086"/>
                <a:gd name="connsiteX290" fmla="*/ 643295 w 2490683"/>
                <a:gd name="connsiteY290" fmla="*/ 513655 h 2488086"/>
                <a:gd name="connsiteX291" fmla="*/ 611085 w 2490683"/>
                <a:gd name="connsiteY291" fmla="*/ 504270 h 2488086"/>
                <a:gd name="connsiteX292" fmla="*/ 594980 w 2490683"/>
                <a:gd name="connsiteY292" fmla="*/ 474839 h 2488086"/>
                <a:gd name="connsiteX293" fmla="*/ 596262 w 2490683"/>
                <a:gd name="connsiteY293" fmla="*/ 458915 h 2488086"/>
                <a:gd name="connsiteX294" fmla="*/ 634031 w 2490683"/>
                <a:gd name="connsiteY294" fmla="*/ 426924 h 2488086"/>
                <a:gd name="connsiteX295" fmla="*/ 676788 w 2490683"/>
                <a:gd name="connsiteY295" fmla="*/ 466024 h 2488086"/>
                <a:gd name="connsiteX296" fmla="*/ 635894 w 2490683"/>
                <a:gd name="connsiteY296" fmla="*/ 429000 h 2488086"/>
                <a:gd name="connsiteX297" fmla="*/ 598777 w 2490683"/>
                <a:gd name="connsiteY297" fmla="*/ 469791 h 2488086"/>
                <a:gd name="connsiteX298" fmla="*/ 599255 w 2490683"/>
                <a:gd name="connsiteY298" fmla="*/ 474270 h 2488086"/>
                <a:gd name="connsiteX299" fmla="*/ 642012 w 2490683"/>
                <a:gd name="connsiteY299" fmla="*/ 508820 h 2488086"/>
                <a:gd name="connsiteX300" fmla="*/ 676646 w 2490683"/>
                <a:gd name="connsiteY300" fmla="*/ 466166 h 2488086"/>
                <a:gd name="connsiteX301" fmla="*/ 2129387 w 2490683"/>
                <a:gd name="connsiteY301" fmla="*/ 409151 h 2488086"/>
                <a:gd name="connsiteX302" fmla="*/ 2173426 w 2490683"/>
                <a:gd name="connsiteY302" fmla="*/ 444554 h 2488086"/>
                <a:gd name="connsiteX303" fmla="*/ 2172286 w 2490683"/>
                <a:gd name="connsiteY303" fmla="*/ 458772 h 2488086"/>
                <a:gd name="connsiteX304" fmla="*/ 2123030 w 2490683"/>
                <a:gd name="connsiteY304" fmla="*/ 486683 h 2488086"/>
                <a:gd name="connsiteX305" fmla="*/ 2093899 w 2490683"/>
                <a:gd name="connsiteY305" fmla="*/ 452801 h 2488086"/>
                <a:gd name="connsiteX306" fmla="*/ 2094896 w 2490683"/>
                <a:gd name="connsiteY306" fmla="*/ 438583 h 2488086"/>
                <a:gd name="connsiteX307" fmla="*/ 2130099 w 2490683"/>
                <a:gd name="connsiteY307" fmla="*/ 409720 h 2488086"/>
                <a:gd name="connsiteX308" fmla="*/ 2168438 w 2490683"/>
                <a:gd name="connsiteY308" fmla="*/ 445123 h 2488086"/>
                <a:gd name="connsiteX309" fmla="*/ 2129814 w 2490683"/>
                <a:gd name="connsiteY309" fmla="*/ 414113 h 2488086"/>
                <a:gd name="connsiteX310" fmla="*/ 2098730 w 2490683"/>
                <a:gd name="connsiteY310" fmla="*/ 452644 h 2488086"/>
                <a:gd name="connsiteX311" fmla="*/ 2137354 w 2490683"/>
                <a:gd name="connsiteY311" fmla="*/ 483654 h 2488086"/>
                <a:gd name="connsiteX312" fmla="*/ 2137368 w 2490683"/>
                <a:gd name="connsiteY312" fmla="*/ 483654 h 2488086"/>
                <a:gd name="connsiteX313" fmla="*/ 2167441 w 2490683"/>
                <a:gd name="connsiteY313" fmla="*/ 457777 h 2488086"/>
                <a:gd name="connsiteX314" fmla="*/ 2169151 w 2490683"/>
                <a:gd name="connsiteY314" fmla="*/ 445692 h 2488086"/>
                <a:gd name="connsiteX315" fmla="*/ 2131382 w 2490683"/>
                <a:gd name="connsiteY315" fmla="*/ 427635 h 2488086"/>
                <a:gd name="connsiteX316" fmla="*/ 2154742 w 2490683"/>
                <a:gd name="connsiteY316" fmla="*/ 446459 h 2488086"/>
                <a:gd name="connsiteX317" fmla="*/ 2154756 w 2490683"/>
                <a:gd name="connsiteY317" fmla="*/ 446545 h 2488086"/>
                <a:gd name="connsiteX318" fmla="*/ 2154756 w 2490683"/>
                <a:gd name="connsiteY318" fmla="*/ 454365 h 2488086"/>
                <a:gd name="connsiteX319" fmla="*/ 2129016 w 2490683"/>
                <a:gd name="connsiteY319" fmla="*/ 469791 h 2488086"/>
                <a:gd name="connsiteX320" fmla="*/ 2112997 w 2490683"/>
                <a:gd name="connsiteY320" fmla="*/ 451094 h 2488086"/>
                <a:gd name="connsiteX321" fmla="*/ 2112997 w 2490683"/>
                <a:gd name="connsiteY321" fmla="*/ 443417 h 2488086"/>
                <a:gd name="connsiteX322" fmla="*/ 2132095 w 2490683"/>
                <a:gd name="connsiteY322" fmla="*/ 428203 h 2488086"/>
                <a:gd name="connsiteX323" fmla="*/ 2149910 w 2490683"/>
                <a:gd name="connsiteY323" fmla="*/ 447113 h 2488086"/>
                <a:gd name="connsiteX324" fmla="*/ 2131681 w 2490683"/>
                <a:gd name="connsiteY324" fmla="*/ 432824 h 2488086"/>
                <a:gd name="connsiteX325" fmla="*/ 2117842 w 2490683"/>
                <a:gd name="connsiteY325" fmla="*/ 444696 h 2488086"/>
                <a:gd name="connsiteX326" fmla="*/ 2117842 w 2490683"/>
                <a:gd name="connsiteY326" fmla="*/ 450526 h 2488086"/>
                <a:gd name="connsiteX327" fmla="*/ 2135800 w 2490683"/>
                <a:gd name="connsiteY327" fmla="*/ 464744 h 2488086"/>
                <a:gd name="connsiteX328" fmla="*/ 2150053 w 2490683"/>
                <a:gd name="connsiteY328" fmla="*/ 452801 h 2488086"/>
                <a:gd name="connsiteX329" fmla="*/ 2150623 w 2490683"/>
                <a:gd name="connsiteY329" fmla="*/ 447682 h 2488086"/>
                <a:gd name="connsiteX330" fmla="*/ 2239700 w 2490683"/>
                <a:gd name="connsiteY330" fmla="*/ 1158022 h 2488086"/>
                <a:gd name="connsiteX331" fmla="*/ 2269060 w 2490683"/>
                <a:gd name="connsiteY331" fmla="*/ 1166553 h 2488086"/>
                <a:gd name="connsiteX332" fmla="*/ 2283312 w 2490683"/>
                <a:gd name="connsiteY332" fmla="*/ 1193425 h 2488086"/>
                <a:gd name="connsiteX333" fmla="*/ 2282172 w 2490683"/>
                <a:gd name="connsiteY333" fmla="*/ 1207643 h 2488086"/>
                <a:gd name="connsiteX334" fmla="*/ 2233614 w 2490683"/>
                <a:gd name="connsiteY334" fmla="*/ 1236335 h 2488086"/>
                <a:gd name="connsiteX335" fmla="*/ 2203784 w 2490683"/>
                <a:gd name="connsiteY335" fmla="*/ 1201529 h 2488086"/>
                <a:gd name="connsiteX336" fmla="*/ 2204924 w 2490683"/>
                <a:gd name="connsiteY336" fmla="*/ 1187311 h 2488086"/>
                <a:gd name="connsiteX337" fmla="*/ 2240413 w 2490683"/>
                <a:gd name="connsiteY337" fmla="*/ 1158733 h 2488086"/>
                <a:gd name="connsiteX338" fmla="*/ 2278751 w 2490683"/>
                <a:gd name="connsiteY338" fmla="*/ 1193851 h 2488086"/>
                <a:gd name="connsiteX339" fmla="*/ 2239956 w 2490683"/>
                <a:gd name="connsiteY339" fmla="*/ 1163055 h 2488086"/>
                <a:gd name="connsiteX340" fmla="*/ 2210055 w 2490683"/>
                <a:gd name="connsiteY340" fmla="*/ 1188733 h 2488086"/>
                <a:gd name="connsiteX341" fmla="*/ 2209200 w 2490683"/>
                <a:gd name="connsiteY341" fmla="*/ 1201387 h 2488086"/>
                <a:gd name="connsiteX342" fmla="*/ 2247681 w 2490683"/>
                <a:gd name="connsiteY342" fmla="*/ 1232382 h 2488086"/>
                <a:gd name="connsiteX343" fmla="*/ 2278837 w 2490683"/>
                <a:gd name="connsiteY343" fmla="*/ 1194690 h 2488086"/>
                <a:gd name="connsiteX344" fmla="*/ 2278751 w 2490683"/>
                <a:gd name="connsiteY344" fmla="*/ 1193851 h 2488086"/>
                <a:gd name="connsiteX345" fmla="*/ 2464032 w 2490683"/>
                <a:gd name="connsiteY345" fmla="*/ 726216 h 2488086"/>
                <a:gd name="connsiteX346" fmla="*/ 2490213 w 2490683"/>
                <a:gd name="connsiteY346" fmla="*/ 747003 h 2488086"/>
                <a:gd name="connsiteX347" fmla="*/ 2490256 w 2490683"/>
                <a:gd name="connsiteY347" fmla="*/ 747401 h 2488086"/>
                <a:gd name="connsiteX348" fmla="*/ 2490256 w 2490683"/>
                <a:gd name="connsiteY348" fmla="*/ 755932 h 2488086"/>
                <a:gd name="connsiteX349" fmla="*/ 2469875 w 2490683"/>
                <a:gd name="connsiteY349" fmla="*/ 773563 h 2488086"/>
                <a:gd name="connsiteX350" fmla="*/ 2452345 w 2490683"/>
                <a:gd name="connsiteY350" fmla="*/ 768444 h 2488086"/>
                <a:gd name="connsiteX351" fmla="*/ 2443509 w 2490683"/>
                <a:gd name="connsiteY351" fmla="*/ 752377 h 2488086"/>
                <a:gd name="connsiteX352" fmla="*/ 2443509 w 2490683"/>
                <a:gd name="connsiteY352" fmla="*/ 743704 h 2488086"/>
                <a:gd name="connsiteX353" fmla="*/ 2465457 w 2490683"/>
                <a:gd name="connsiteY353" fmla="*/ 726927 h 2488086"/>
                <a:gd name="connsiteX354" fmla="*/ 2485410 w 2490683"/>
                <a:gd name="connsiteY354" fmla="*/ 747828 h 2488086"/>
                <a:gd name="connsiteX355" fmla="*/ 2464687 w 2490683"/>
                <a:gd name="connsiteY355" fmla="*/ 731178 h 2488086"/>
                <a:gd name="connsiteX356" fmla="*/ 2464602 w 2490683"/>
                <a:gd name="connsiteY356" fmla="*/ 731192 h 2488086"/>
                <a:gd name="connsiteX357" fmla="*/ 2448212 w 2490683"/>
                <a:gd name="connsiteY357" fmla="*/ 745410 h 2488086"/>
                <a:gd name="connsiteX358" fmla="*/ 2448212 w 2490683"/>
                <a:gd name="connsiteY358" fmla="*/ 752235 h 2488086"/>
                <a:gd name="connsiteX359" fmla="*/ 2455053 w 2490683"/>
                <a:gd name="connsiteY359" fmla="*/ 765032 h 2488086"/>
                <a:gd name="connsiteX360" fmla="*/ 2481876 w 2490683"/>
                <a:gd name="connsiteY360" fmla="*/ 761875 h 2488086"/>
                <a:gd name="connsiteX361" fmla="*/ 2485268 w 2490683"/>
                <a:gd name="connsiteY361" fmla="*/ 755221 h 2488086"/>
                <a:gd name="connsiteX362" fmla="*/ 2486836 w 2490683"/>
                <a:gd name="connsiteY362" fmla="*/ 748396 h 2488086"/>
                <a:gd name="connsiteX363" fmla="*/ 1590506 w 2490683"/>
                <a:gd name="connsiteY363" fmla="*/ 1107831 h 2488086"/>
                <a:gd name="connsiteX364" fmla="*/ 1617828 w 2490683"/>
                <a:gd name="connsiteY364" fmla="*/ 1129443 h 2488086"/>
                <a:gd name="connsiteX365" fmla="*/ 1617870 w 2490683"/>
                <a:gd name="connsiteY365" fmla="*/ 1129870 h 2488086"/>
                <a:gd name="connsiteX366" fmla="*/ 1617870 w 2490683"/>
                <a:gd name="connsiteY366" fmla="*/ 1138969 h 2488086"/>
                <a:gd name="connsiteX367" fmla="*/ 1596349 w 2490683"/>
                <a:gd name="connsiteY367" fmla="*/ 1157311 h 2488086"/>
                <a:gd name="connsiteX368" fmla="*/ 1577964 w 2490683"/>
                <a:gd name="connsiteY368" fmla="*/ 1151908 h 2488086"/>
                <a:gd name="connsiteX369" fmla="*/ 1568842 w 2490683"/>
                <a:gd name="connsiteY369" fmla="*/ 1135130 h 2488086"/>
                <a:gd name="connsiteX370" fmla="*/ 1569555 w 2490683"/>
                <a:gd name="connsiteY370" fmla="*/ 1126173 h 2488086"/>
                <a:gd name="connsiteX371" fmla="*/ 1590506 w 2490683"/>
                <a:gd name="connsiteY371" fmla="*/ 1107831 h 2488086"/>
                <a:gd name="connsiteX372" fmla="*/ 1613024 w 2490683"/>
                <a:gd name="connsiteY372" fmla="*/ 1130438 h 2488086"/>
                <a:gd name="connsiteX373" fmla="*/ 1590933 w 2490683"/>
                <a:gd name="connsiteY373" fmla="*/ 1112666 h 2488086"/>
                <a:gd name="connsiteX374" fmla="*/ 1573688 w 2490683"/>
                <a:gd name="connsiteY374" fmla="*/ 1126884 h 2488086"/>
                <a:gd name="connsiteX375" fmla="*/ 1573688 w 2490683"/>
                <a:gd name="connsiteY375" fmla="*/ 1134135 h 2488086"/>
                <a:gd name="connsiteX376" fmla="*/ 1595408 w 2490683"/>
                <a:gd name="connsiteY376" fmla="*/ 1151794 h 2488086"/>
                <a:gd name="connsiteX377" fmla="*/ 1595637 w 2490683"/>
                <a:gd name="connsiteY377" fmla="*/ 1151766 h 2488086"/>
                <a:gd name="connsiteX378" fmla="*/ 1612882 w 2490683"/>
                <a:gd name="connsiteY378" fmla="*/ 1137547 h 2488086"/>
                <a:gd name="connsiteX379" fmla="*/ 1612597 w 2490683"/>
                <a:gd name="connsiteY379" fmla="*/ 1130438 h 2488086"/>
                <a:gd name="connsiteX380" fmla="*/ 1589651 w 2490683"/>
                <a:gd name="connsiteY380" fmla="*/ 1099869 h 2488086"/>
                <a:gd name="connsiteX381" fmla="*/ 1625851 w 2490683"/>
                <a:gd name="connsiteY381" fmla="*/ 1129017 h 2488086"/>
                <a:gd name="connsiteX382" fmla="*/ 1597347 w 2490683"/>
                <a:gd name="connsiteY382" fmla="*/ 1165273 h 2488086"/>
                <a:gd name="connsiteX383" fmla="*/ 1561003 w 2490683"/>
                <a:gd name="connsiteY383" fmla="*/ 1135983 h 2488086"/>
                <a:gd name="connsiteX384" fmla="*/ 1562001 w 2490683"/>
                <a:gd name="connsiteY384" fmla="*/ 1124040 h 2488086"/>
                <a:gd name="connsiteX385" fmla="*/ 1589223 w 2490683"/>
                <a:gd name="connsiteY385" fmla="*/ 1099869 h 2488086"/>
                <a:gd name="connsiteX386" fmla="*/ 1621006 w 2490683"/>
                <a:gd name="connsiteY386" fmla="*/ 1129585 h 2488086"/>
                <a:gd name="connsiteX387" fmla="*/ 1610744 w 2490683"/>
                <a:gd name="connsiteY387" fmla="*/ 1110817 h 2488086"/>
                <a:gd name="connsiteX388" fmla="*/ 1590078 w 2490683"/>
                <a:gd name="connsiteY388" fmla="*/ 1104846 h 2488086"/>
                <a:gd name="connsiteX389" fmla="*/ 1563982 w 2490683"/>
                <a:gd name="connsiteY389" fmla="*/ 1135500 h 2488086"/>
                <a:gd name="connsiteX390" fmla="*/ 1594725 w 2490683"/>
                <a:gd name="connsiteY390" fmla="*/ 1161534 h 2488086"/>
                <a:gd name="connsiteX391" fmla="*/ 1620151 w 2490683"/>
                <a:gd name="connsiteY391" fmla="*/ 1139680 h 2488086"/>
                <a:gd name="connsiteX392" fmla="*/ 1620578 w 2490683"/>
                <a:gd name="connsiteY392" fmla="*/ 1129585 h 2488086"/>
                <a:gd name="connsiteX393" fmla="*/ 2410015 w 2490683"/>
                <a:gd name="connsiteY393" fmla="*/ 209528 h 2488086"/>
                <a:gd name="connsiteX394" fmla="*/ 2446359 w 2490683"/>
                <a:gd name="connsiteY394" fmla="*/ 238817 h 2488086"/>
                <a:gd name="connsiteX395" fmla="*/ 2445361 w 2490683"/>
                <a:gd name="connsiteY395" fmla="*/ 250761 h 2488086"/>
                <a:gd name="connsiteX396" fmla="*/ 2405098 w 2490683"/>
                <a:gd name="connsiteY396" fmla="*/ 274078 h 2488086"/>
                <a:gd name="connsiteX397" fmla="*/ 2380798 w 2490683"/>
                <a:gd name="connsiteY397" fmla="*/ 245784 h 2488086"/>
                <a:gd name="connsiteX398" fmla="*/ 2381653 w 2490683"/>
                <a:gd name="connsiteY398" fmla="*/ 233841 h 2488086"/>
                <a:gd name="connsiteX399" fmla="*/ 2381653 w 2490683"/>
                <a:gd name="connsiteY399" fmla="*/ 233841 h 2488086"/>
                <a:gd name="connsiteX400" fmla="*/ 2410015 w 2490683"/>
                <a:gd name="connsiteY400" fmla="*/ 209528 h 2488086"/>
                <a:gd name="connsiteX401" fmla="*/ 2441371 w 2490683"/>
                <a:gd name="connsiteY401" fmla="*/ 239244 h 2488086"/>
                <a:gd name="connsiteX402" fmla="*/ 2431109 w 2490683"/>
                <a:gd name="connsiteY402" fmla="*/ 220476 h 2488086"/>
                <a:gd name="connsiteX403" fmla="*/ 2410585 w 2490683"/>
                <a:gd name="connsiteY403" fmla="*/ 214504 h 2488086"/>
                <a:gd name="connsiteX404" fmla="*/ 2386499 w 2490683"/>
                <a:gd name="connsiteY404" fmla="*/ 235121 h 2488086"/>
                <a:gd name="connsiteX405" fmla="*/ 2386499 w 2490683"/>
                <a:gd name="connsiteY405" fmla="*/ 235121 h 2488086"/>
                <a:gd name="connsiteX406" fmla="*/ 2385644 w 2490683"/>
                <a:gd name="connsiteY406" fmla="*/ 245216 h 2488086"/>
                <a:gd name="connsiteX407" fmla="*/ 2418709 w 2490683"/>
                <a:gd name="connsiteY407" fmla="*/ 268220 h 2488086"/>
                <a:gd name="connsiteX408" fmla="*/ 2440658 w 2490683"/>
                <a:gd name="connsiteY408" fmla="*/ 249481 h 2488086"/>
                <a:gd name="connsiteX409" fmla="*/ 2441371 w 2490683"/>
                <a:gd name="connsiteY409" fmla="*/ 239244 h 2488086"/>
                <a:gd name="connsiteX410" fmla="*/ 1194576 w 2490683"/>
                <a:gd name="connsiteY410" fmla="*/ 542517 h 2488086"/>
                <a:gd name="connsiteX411" fmla="*/ 1218805 w 2490683"/>
                <a:gd name="connsiteY411" fmla="*/ 549484 h 2488086"/>
                <a:gd name="connsiteX412" fmla="*/ 1230777 w 2490683"/>
                <a:gd name="connsiteY412" fmla="*/ 571665 h 2488086"/>
                <a:gd name="connsiteX413" fmla="*/ 1229921 w 2490683"/>
                <a:gd name="connsiteY413" fmla="*/ 583608 h 2488086"/>
                <a:gd name="connsiteX414" fmla="*/ 1189231 w 2490683"/>
                <a:gd name="connsiteY414" fmla="*/ 606584 h 2488086"/>
                <a:gd name="connsiteX415" fmla="*/ 1165216 w 2490683"/>
                <a:gd name="connsiteY415" fmla="*/ 578631 h 2488086"/>
                <a:gd name="connsiteX416" fmla="*/ 1166214 w 2490683"/>
                <a:gd name="connsiteY416" fmla="*/ 566688 h 2488086"/>
                <a:gd name="connsiteX417" fmla="*/ 1166214 w 2490683"/>
                <a:gd name="connsiteY417" fmla="*/ 566688 h 2488086"/>
                <a:gd name="connsiteX418" fmla="*/ 1194576 w 2490683"/>
                <a:gd name="connsiteY418" fmla="*/ 542517 h 2488086"/>
                <a:gd name="connsiteX419" fmla="*/ 1225931 w 2490683"/>
                <a:gd name="connsiteY419" fmla="*/ 572233 h 2488086"/>
                <a:gd name="connsiteX420" fmla="*/ 1195146 w 2490683"/>
                <a:gd name="connsiteY420" fmla="*/ 547352 h 2488086"/>
                <a:gd name="connsiteX421" fmla="*/ 1170917 w 2490683"/>
                <a:gd name="connsiteY421" fmla="*/ 567968 h 2488086"/>
                <a:gd name="connsiteX422" fmla="*/ 1170917 w 2490683"/>
                <a:gd name="connsiteY422" fmla="*/ 567968 h 2488086"/>
                <a:gd name="connsiteX423" fmla="*/ 1170917 w 2490683"/>
                <a:gd name="connsiteY423" fmla="*/ 578063 h 2488086"/>
                <a:gd name="connsiteX424" fmla="*/ 1204196 w 2490683"/>
                <a:gd name="connsiteY424" fmla="*/ 600755 h 2488086"/>
                <a:gd name="connsiteX425" fmla="*/ 1225788 w 2490683"/>
                <a:gd name="connsiteY425" fmla="*/ 582328 h 2488086"/>
                <a:gd name="connsiteX426" fmla="*/ 1225931 w 2490683"/>
                <a:gd name="connsiteY426" fmla="*/ 572233 h 2488086"/>
                <a:gd name="connsiteX427" fmla="*/ 1196428 w 2490683"/>
                <a:gd name="connsiteY427" fmla="*/ 559437 h 2488086"/>
                <a:gd name="connsiteX428" fmla="*/ 1207973 w 2490683"/>
                <a:gd name="connsiteY428" fmla="*/ 562849 h 2488086"/>
                <a:gd name="connsiteX429" fmla="*/ 1213816 w 2490683"/>
                <a:gd name="connsiteY429" fmla="*/ 573513 h 2488086"/>
                <a:gd name="connsiteX430" fmla="*/ 1213816 w 2490683"/>
                <a:gd name="connsiteY430" fmla="*/ 579200 h 2488086"/>
                <a:gd name="connsiteX431" fmla="*/ 1199564 w 2490683"/>
                <a:gd name="connsiteY431" fmla="*/ 590859 h 2488086"/>
                <a:gd name="connsiteX432" fmla="*/ 1188020 w 2490683"/>
                <a:gd name="connsiteY432" fmla="*/ 587447 h 2488086"/>
                <a:gd name="connsiteX433" fmla="*/ 1182176 w 2490683"/>
                <a:gd name="connsiteY433" fmla="*/ 576783 h 2488086"/>
                <a:gd name="connsiteX434" fmla="*/ 1182176 w 2490683"/>
                <a:gd name="connsiteY434" fmla="*/ 571096 h 2488086"/>
                <a:gd name="connsiteX435" fmla="*/ 1182176 w 2490683"/>
                <a:gd name="connsiteY435" fmla="*/ 571096 h 2488086"/>
                <a:gd name="connsiteX436" fmla="*/ 1196428 w 2490683"/>
                <a:gd name="connsiteY436" fmla="*/ 559437 h 2488086"/>
                <a:gd name="connsiteX437" fmla="*/ 1208828 w 2490683"/>
                <a:gd name="connsiteY437" fmla="*/ 573655 h 2488086"/>
                <a:gd name="connsiteX438" fmla="*/ 1204837 w 2490683"/>
                <a:gd name="connsiteY438" fmla="*/ 566404 h 2488086"/>
                <a:gd name="connsiteX439" fmla="*/ 1196856 w 2490683"/>
                <a:gd name="connsiteY439" fmla="*/ 564129 h 2488086"/>
                <a:gd name="connsiteX440" fmla="*/ 1187592 w 2490683"/>
                <a:gd name="connsiteY440" fmla="*/ 572091 h 2488086"/>
                <a:gd name="connsiteX441" fmla="*/ 1187592 w 2490683"/>
                <a:gd name="connsiteY441" fmla="*/ 572091 h 2488086"/>
                <a:gd name="connsiteX442" fmla="*/ 1187592 w 2490683"/>
                <a:gd name="connsiteY442" fmla="*/ 576072 h 2488086"/>
                <a:gd name="connsiteX443" fmla="*/ 1191583 w 2490683"/>
                <a:gd name="connsiteY443" fmla="*/ 583323 h 2488086"/>
                <a:gd name="connsiteX444" fmla="*/ 1206804 w 2490683"/>
                <a:gd name="connsiteY444" fmla="*/ 581646 h 2488086"/>
                <a:gd name="connsiteX445" fmla="*/ 1208828 w 2490683"/>
                <a:gd name="connsiteY445" fmla="*/ 577636 h 2488086"/>
                <a:gd name="connsiteX446" fmla="*/ 1208828 w 2490683"/>
                <a:gd name="connsiteY446" fmla="*/ 573939 h 2488086"/>
                <a:gd name="connsiteX447" fmla="*/ 317914 w 2490683"/>
                <a:gd name="connsiteY447" fmla="*/ 754652 h 2488086"/>
                <a:gd name="connsiteX448" fmla="*/ 354091 w 2490683"/>
                <a:gd name="connsiteY448" fmla="*/ 783572 h 2488086"/>
                <a:gd name="connsiteX449" fmla="*/ 354115 w 2490683"/>
                <a:gd name="connsiteY449" fmla="*/ 783800 h 2488086"/>
                <a:gd name="connsiteX450" fmla="*/ 353260 w 2490683"/>
                <a:gd name="connsiteY450" fmla="*/ 795743 h 2488086"/>
                <a:gd name="connsiteX451" fmla="*/ 313291 w 2490683"/>
                <a:gd name="connsiteY451" fmla="*/ 819572 h 2488086"/>
                <a:gd name="connsiteX452" fmla="*/ 288554 w 2490683"/>
                <a:gd name="connsiteY452" fmla="*/ 790766 h 2488086"/>
                <a:gd name="connsiteX453" fmla="*/ 289552 w 2490683"/>
                <a:gd name="connsiteY453" fmla="*/ 778823 h 2488086"/>
                <a:gd name="connsiteX454" fmla="*/ 289552 w 2490683"/>
                <a:gd name="connsiteY454" fmla="*/ 778823 h 2488086"/>
                <a:gd name="connsiteX455" fmla="*/ 317914 w 2490683"/>
                <a:gd name="connsiteY455" fmla="*/ 754652 h 2488086"/>
                <a:gd name="connsiteX456" fmla="*/ 349269 w 2490683"/>
                <a:gd name="connsiteY456" fmla="*/ 784368 h 2488086"/>
                <a:gd name="connsiteX457" fmla="*/ 339008 w 2490683"/>
                <a:gd name="connsiteY457" fmla="*/ 765600 h 2488086"/>
                <a:gd name="connsiteX458" fmla="*/ 299013 w 2490683"/>
                <a:gd name="connsiteY458" fmla="*/ 770633 h 2488086"/>
                <a:gd name="connsiteX459" fmla="*/ 294255 w 2490683"/>
                <a:gd name="connsiteY459" fmla="*/ 779819 h 2488086"/>
                <a:gd name="connsiteX460" fmla="*/ 307694 w 2490683"/>
                <a:gd name="connsiteY460" fmla="*/ 817738 h 2488086"/>
                <a:gd name="connsiteX461" fmla="*/ 345701 w 2490683"/>
                <a:gd name="connsiteY461" fmla="*/ 804331 h 2488086"/>
                <a:gd name="connsiteX462" fmla="*/ 348414 w 2490683"/>
                <a:gd name="connsiteY462" fmla="*/ 794037 h 2488086"/>
                <a:gd name="connsiteX463" fmla="*/ 349269 w 2490683"/>
                <a:gd name="connsiteY463" fmla="*/ 784368 h 2488086"/>
                <a:gd name="connsiteX464" fmla="*/ 1590506 w 2490683"/>
                <a:gd name="connsiteY464" fmla="*/ 1107831 h 2488086"/>
                <a:gd name="connsiteX465" fmla="*/ 1617828 w 2490683"/>
                <a:gd name="connsiteY465" fmla="*/ 1129443 h 2488086"/>
                <a:gd name="connsiteX466" fmla="*/ 1617870 w 2490683"/>
                <a:gd name="connsiteY466" fmla="*/ 1129870 h 2488086"/>
                <a:gd name="connsiteX467" fmla="*/ 1617870 w 2490683"/>
                <a:gd name="connsiteY467" fmla="*/ 1138969 h 2488086"/>
                <a:gd name="connsiteX468" fmla="*/ 1596349 w 2490683"/>
                <a:gd name="connsiteY468" fmla="*/ 1157311 h 2488086"/>
                <a:gd name="connsiteX469" fmla="*/ 1577964 w 2490683"/>
                <a:gd name="connsiteY469" fmla="*/ 1151908 h 2488086"/>
                <a:gd name="connsiteX470" fmla="*/ 1568842 w 2490683"/>
                <a:gd name="connsiteY470" fmla="*/ 1135130 h 2488086"/>
                <a:gd name="connsiteX471" fmla="*/ 1569555 w 2490683"/>
                <a:gd name="connsiteY471" fmla="*/ 1126173 h 2488086"/>
                <a:gd name="connsiteX472" fmla="*/ 1590506 w 2490683"/>
                <a:gd name="connsiteY472" fmla="*/ 1107831 h 2488086"/>
                <a:gd name="connsiteX473" fmla="*/ 1613024 w 2490683"/>
                <a:gd name="connsiteY473" fmla="*/ 1130438 h 2488086"/>
                <a:gd name="connsiteX474" fmla="*/ 1590933 w 2490683"/>
                <a:gd name="connsiteY474" fmla="*/ 1112666 h 2488086"/>
                <a:gd name="connsiteX475" fmla="*/ 1573688 w 2490683"/>
                <a:gd name="connsiteY475" fmla="*/ 1126884 h 2488086"/>
                <a:gd name="connsiteX476" fmla="*/ 1573688 w 2490683"/>
                <a:gd name="connsiteY476" fmla="*/ 1134135 h 2488086"/>
                <a:gd name="connsiteX477" fmla="*/ 1595408 w 2490683"/>
                <a:gd name="connsiteY477" fmla="*/ 1151794 h 2488086"/>
                <a:gd name="connsiteX478" fmla="*/ 1595637 w 2490683"/>
                <a:gd name="connsiteY478" fmla="*/ 1151766 h 2488086"/>
                <a:gd name="connsiteX479" fmla="*/ 1612882 w 2490683"/>
                <a:gd name="connsiteY479" fmla="*/ 1137547 h 2488086"/>
                <a:gd name="connsiteX480" fmla="*/ 1612597 w 2490683"/>
                <a:gd name="connsiteY480" fmla="*/ 1130438 h 2488086"/>
                <a:gd name="connsiteX481" fmla="*/ 551082 w 2490683"/>
                <a:gd name="connsiteY481" fmla="*/ 326543 h 2488086"/>
                <a:gd name="connsiteX482" fmla="*/ 577687 w 2490683"/>
                <a:gd name="connsiteY482" fmla="*/ 326359 h 2488086"/>
                <a:gd name="connsiteX483" fmla="*/ 577877 w 2490683"/>
                <a:gd name="connsiteY483" fmla="*/ 326543 h 2488086"/>
                <a:gd name="connsiteX484" fmla="*/ 582438 w 2490683"/>
                <a:gd name="connsiteY484" fmla="*/ 344458 h 2488086"/>
                <a:gd name="connsiteX485" fmla="*/ 577164 w 2490683"/>
                <a:gd name="connsiteY485" fmla="*/ 353416 h 2488086"/>
                <a:gd name="connsiteX486" fmla="*/ 563625 w 2490683"/>
                <a:gd name="connsiteY486" fmla="*/ 358534 h 2488086"/>
                <a:gd name="connsiteX487" fmla="*/ 545095 w 2490683"/>
                <a:gd name="connsiteY487" fmla="*/ 339212 h 2488086"/>
                <a:gd name="connsiteX488" fmla="*/ 551082 w 2490683"/>
                <a:gd name="connsiteY488" fmla="*/ 325833 h 2488086"/>
                <a:gd name="connsiteX489" fmla="*/ 574314 w 2490683"/>
                <a:gd name="connsiteY489" fmla="*/ 330667 h 2488086"/>
                <a:gd name="connsiteX490" fmla="*/ 564480 w 2490683"/>
                <a:gd name="connsiteY490" fmla="*/ 326259 h 2488086"/>
                <a:gd name="connsiteX491" fmla="*/ 554503 w 2490683"/>
                <a:gd name="connsiteY491" fmla="*/ 330098 h 2488086"/>
                <a:gd name="connsiteX492" fmla="*/ 550085 w 2490683"/>
                <a:gd name="connsiteY492" fmla="*/ 336070 h 2488086"/>
                <a:gd name="connsiteX493" fmla="*/ 553505 w 2490683"/>
                <a:gd name="connsiteY493" fmla="*/ 349435 h 2488086"/>
                <a:gd name="connsiteX494" fmla="*/ 563339 w 2490683"/>
                <a:gd name="connsiteY494" fmla="*/ 353700 h 2488086"/>
                <a:gd name="connsiteX495" fmla="*/ 573316 w 2490683"/>
                <a:gd name="connsiteY495" fmla="*/ 349861 h 2488086"/>
                <a:gd name="connsiteX496" fmla="*/ 577307 w 2490683"/>
                <a:gd name="connsiteY496" fmla="*/ 343321 h 2488086"/>
                <a:gd name="connsiteX497" fmla="*/ 574314 w 2490683"/>
                <a:gd name="connsiteY497" fmla="*/ 330667 h 2488086"/>
                <a:gd name="connsiteX498" fmla="*/ 203753 w 2490683"/>
                <a:gd name="connsiteY498" fmla="*/ 2451306 h 2488086"/>
                <a:gd name="connsiteX499" fmla="*/ 233774 w 2490683"/>
                <a:gd name="connsiteY499" fmla="*/ 2452102 h 2488086"/>
                <a:gd name="connsiteX500" fmla="*/ 233825 w 2490683"/>
                <a:gd name="connsiteY500" fmla="*/ 2452159 h 2488086"/>
                <a:gd name="connsiteX501" fmla="*/ 238956 w 2490683"/>
                <a:gd name="connsiteY501" fmla="*/ 2472206 h 2488086"/>
                <a:gd name="connsiteX502" fmla="*/ 232970 w 2490683"/>
                <a:gd name="connsiteY502" fmla="*/ 2482159 h 2488086"/>
                <a:gd name="connsiteX503" fmla="*/ 202943 w 2490683"/>
                <a:gd name="connsiteY503" fmla="*/ 2481605 h 2488086"/>
                <a:gd name="connsiteX504" fmla="*/ 197767 w 2490683"/>
                <a:gd name="connsiteY504" fmla="*/ 2461258 h 2488086"/>
                <a:gd name="connsiteX505" fmla="*/ 203183 w 2490683"/>
                <a:gd name="connsiteY505" fmla="*/ 2451306 h 2488086"/>
                <a:gd name="connsiteX506" fmla="*/ 230120 w 2490683"/>
                <a:gd name="connsiteY506" fmla="*/ 2455429 h 2488086"/>
                <a:gd name="connsiteX507" fmla="*/ 207031 w 2490683"/>
                <a:gd name="connsiteY507" fmla="*/ 2455429 h 2488086"/>
                <a:gd name="connsiteX508" fmla="*/ 204497 w 2490683"/>
                <a:gd name="connsiteY508" fmla="*/ 2478420 h 2488086"/>
                <a:gd name="connsiteX509" fmla="*/ 227537 w 2490683"/>
                <a:gd name="connsiteY509" fmla="*/ 2480936 h 2488086"/>
                <a:gd name="connsiteX510" fmla="*/ 229550 w 2490683"/>
                <a:gd name="connsiteY510" fmla="*/ 2479031 h 2488086"/>
                <a:gd name="connsiteX511" fmla="*/ 234110 w 2490683"/>
                <a:gd name="connsiteY511" fmla="*/ 2471495 h 2488086"/>
                <a:gd name="connsiteX512" fmla="*/ 229550 w 2490683"/>
                <a:gd name="connsiteY512" fmla="*/ 2455429 h 2488086"/>
                <a:gd name="connsiteX513" fmla="*/ 239954 w 2490683"/>
                <a:gd name="connsiteY513" fmla="*/ 1641155 h 2488086"/>
                <a:gd name="connsiteX514" fmla="*/ 270179 w 2490683"/>
                <a:gd name="connsiteY514" fmla="*/ 1641866 h 2488086"/>
                <a:gd name="connsiteX515" fmla="*/ 269469 w 2490683"/>
                <a:gd name="connsiteY515" fmla="*/ 1672022 h 2488086"/>
                <a:gd name="connsiteX516" fmla="*/ 239243 w 2490683"/>
                <a:gd name="connsiteY516" fmla="*/ 1671311 h 2488086"/>
                <a:gd name="connsiteX517" fmla="*/ 239099 w 2490683"/>
                <a:gd name="connsiteY517" fmla="*/ 1671155 h 2488086"/>
                <a:gd name="connsiteX518" fmla="*/ 233968 w 2490683"/>
                <a:gd name="connsiteY518" fmla="*/ 1651108 h 2488086"/>
                <a:gd name="connsiteX519" fmla="*/ 239384 w 2490683"/>
                <a:gd name="connsiteY519" fmla="*/ 1641155 h 2488086"/>
                <a:gd name="connsiteX520" fmla="*/ 266321 w 2490683"/>
                <a:gd name="connsiteY520" fmla="*/ 1645420 h 2488086"/>
                <a:gd name="connsiteX521" fmla="*/ 243374 w 2490683"/>
                <a:gd name="connsiteY521" fmla="*/ 1644709 h 2488086"/>
                <a:gd name="connsiteX522" fmla="*/ 246701 w 2490683"/>
                <a:gd name="connsiteY522" fmla="*/ 1667586 h 2488086"/>
                <a:gd name="connsiteX523" fmla="*/ 265038 w 2490683"/>
                <a:gd name="connsiteY523" fmla="*/ 1668454 h 2488086"/>
                <a:gd name="connsiteX524" fmla="*/ 269599 w 2490683"/>
                <a:gd name="connsiteY524" fmla="*/ 1660776 h 2488086"/>
                <a:gd name="connsiteX525" fmla="*/ 265751 w 2490683"/>
                <a:gd name="connsiteY525" fmla="*/ 1645420 h 2488086"/>
                <a:gd name="connsiteX526" fmla="*/ 1141557 w 2490683"/>
                <a:gd name="connsiteY526" fmla="*/ 2254384 h 2488086"/>
                <a:gd name="connsiteX527" fmla="*/ 1193749 w 2490683"/>
                <a:gd name="connsiteY527" fmla="*/ 2255536 h 2488086"/>
                <a:gd name="connsiteX528" fmla="*/ 1202700 w 2490683"/>
                <a:gd name="connsiteY528" fmla="*/ 2290640 h 2488086"/>
                <a:gd name="connsiteX529" fmla="*/ 1192438 w 2490683"/>
                <a:gd name="connsiteY529" fmla="*/ 2307844 h 2488086"/>
                <a:gd name="connsiteX530" fmla="*/ 1165928 w 2490683"/>
                <a:gd name="connsiteY530" fmla="*/ 2317940 h 2488086"/>
                <a:gd name="connsiteX531" fmla="*/ 1129950 w 2490683"/>
                <a:gd name="connsiteY531" fmla="*/ 2279920 h 2488086"/>
                <a:gd name="connsiteX532" fmla="*/ 1131153 w 2490683"/>
                <a:gd name="connsiteY532" fmla="*/ 2271588 h 2488086"/>
                <a:gd name="connsiteX533" fmla="*/ 1140987 w 2490683"/>
                <a:gd name="connsiteY533" fmla="*/ 2254384 h 2488086"/>
                <a:gd name="connsiteX534" fmla="*/ 1190158 w 2490683"/>
                <a:gd name="connsiteY534" fmla="*/ 2259076 h 2488086"/>
                <a:gd name="connsiteX535" fmla="*/ 1144835 w 2490683"/>
                <a:gd name="connsiteY535" fmla="*/ 2260612 h 2488086"/>
                <a:gd name="connsiteX536" fmla="*/ 1143695 w 2490683"/>
                <a:gd name="connsiteY536" fmla="*/ 2303010 h 2488086"/>
                <a:gd name="connsiteX537" fmla="*/ 1166071 w 2490683"/>
                <a:gd name="connsiteY537" fmla="*/ 2312963 h 2488086"/>
                <a:gd name="connsiteX538" fmla="*/ 1189017 w 2490683"/>
                <a:gd name="connsiteY538" fmla="*/ 2304290 h 2488086"/>
                <a:gd name="connsiteX539" fmla="*/ 1197854 w 2490683"/>
                <a:gd name="connsiteY539" fmla="*/ 2289361 h 2488086"/>
                <a:gd name="connsiteX540" fmla="*/ 1189587 w 2490683"/>
                <a:gd name="connsiteY540" fmla="*/ 2259076 h 2488086"/>
                <a:gd name="connsiteX541" fmla="*/ 1403230 w 2490683"/>
                <a:gd name="connsiteY541" fmla="*/ 638206 h 2488086"/>
                <a:gd name="connsiteX542" fmla="*/ 1455393 w 2490683"/>
                <a:gd name="connsiteY542" fmla="*/ 639485 h 2488086"/>
                <a:gd name="connsiteX543" fmla="*/ 1464373 w 2490683"/>
                <a:gd name="connsiteY543" fmla="*/ 674462 h 2488086"/>
                <a:gd name="connsiteX544" fmla="*/ 1454111 w 2490683"/>
                <a:gd name="connsiteY544" fmla="*/ 691666 h 2488086"/>
                <a:gd name="connsiteX545" fmla="*/ 1401805 w 2490683"/>
                <a:gd name="connsiteY545" fmla="*/ 690244 h 2488086"/>
                <a:gd name="connsiteX546" fmla="*/ 1403230 w 2490683"/>
                <a:gd name="connsiteY546" fmla="*/ 638206 h 2488086"/>
                <a:gd name="connsiteX547" fmla="*/ 1451830 w 2490683"/>
                <a:gd name="connsiteY547" fmla="*/ 642898 h 2488086"/>
                <a:gd name="connsiteX548" fmla="*/ 1406907 w 2490683"/>
                <a:gd name="connsiteY548" fmla="*/ 641518 h 2488086"/>
                <a:gd name="connsiteX549" fmla="*/ 1406651 w 2490683"/>
                <a:gd name="connsiteY549" fmla="*/ 641760 h 2488086"/>
                <a:gd name="connsiteX550" fmla="*/ 1405183 w 2490683"/>
                <a:gd name="connsiteY550" fmla="*/ 686775 h 2488086"/>
                <a:gd name="connsiteX551" fmla="*/ 1405368 w 2490683"/>
                <a:gd name="connsiteY551" fmla="*/ 686974 h 2488086"/>
                <a:gd name="connsiteX552" fmla="*/ 1450690 w 2490683"/>
                <a:gd name="connsiteY552" fmla="*/ 688111 h 2488086"/>
                <a:gd name="connsiteX553" fmla="*/ 1459527 w 2490683"/>
                <a:gd name="connsiteY553" fmla="*/ 673182 h 2488086"/>
                <a:gd name="connsiteX554" fmla="*/ 1451260 w 2490683"/>
                <a:gd name="connsiteY554" fmla="*/ 643466 h 2488086"/>
                <a:gd name="connsiteX555" fmla="*/ 1017134 w 2490683"/>
                <a:gd name="connsiteY555" fmla="*/ 1067310 h 2488086"/>
                <a:gd name="connsiteX556" fmla="*/ 1101987 w 2490683"/>
                <a:gd name="connsiteY556" fmla="*/ 1068106 h 2488086"/>
                <a:gd name="connsiteX557" fmla="*/ 1116900 w 2490683"/>
                <a:gd name="connsiteY557" fmla="*/ 1126315 h 2488086"/>
                <a:gd name="connsiteX558" fmla="*/ 1065450 w 2490683"/>
                <a:gd name="connsiteY558" fmla="*/ 1170391 h 2488086"/>
                <a:gd name="connsiteX559" fmla="*/ 999410 w 2490683"/>
                <a:gd name="connsiteY559" fmla="*/ 1116917 h 2488086"/>
                <a:gd name="connsiteX560" fmla="*/ 1017704 w 2490683"/>
                <a:gd name="connsiteY560" fmla="*/ 1067310 h 2488086"/>
                <a:gd name="connsiteX561" fmla="*/ 1098372 w 2490683"/>
                <a:gd name="connsiteY561" fmla="*/ 1072997 h 2488086"/>
                <a:gd name="connsiteX562" fmla="*/ 1020597 w 2490683"/>
                <a:gd name="connsiteY562" fmla="*/ 1070964 h 2488086"/>
                <a:gd name="connsiteX563" fmla="*/ 1020555 w 2490683"/>
                <a:gd name="connsiteY563" fmla="*/ 1071006 h 2488086"/>
                <a:gd name="connsiteX564" fmla="*/ 1005305 w 2490683"/>
                <a:gd name="connsiteY564" fmla="*/ 1096599 h 2488086"/>
                <a:gd name="connsiteX565" fmla="*/ 1044077 w 2490683"/>
                <a:gd name="connsiteY565" fmla="*/ 1163894 h 2488086"/>
                <a:gd name="connsiteX566" fmla="*/ 1096377 w 2490683"/>
                <a:gd name="connsiteY566" fmla="*/ 1150628 h 2488086"/>
                <a:gd name="connsiteX567" fmla="*/ 1111627 w 2490683"/>
                <a:gd name="connsiteY567" fmla="*/ 1125036 h 2488086"/>
                <a:gd name="connsiteX568" fmla="*/ 1097802 w 2490683"/>
                <a:gd name="connsiteY568" fmla="*/ 1073566 h 2488086"/>
                <a:gd name="connsiteX569" fmla="*/ 1022550 w 2490683"/>
                <a:gd name="connsiteY569" fmla="*/ 1072997 h 2488086"/>
                <a:gd name="connsiteX570" fmla="*/ 1096044 w 2490683"/>
                <a:gd name="connsiteY570" fmla="*/ 1076324 h 2488086"/>
                <a:gd name="connsiteX571" fmla="*/ 1108064 w 2490683"/>
                <a:gd name="connsiteY571" fmla="*/ 1124040 h 2488086"/>
                <a:gd name="connsiteX572" fmla="*/ 1093812 w 2490683"/>
                <a:gd name="connsiteY572" fmla="*/ 1148353 h 2488086"/>
                <a:gd name="connsiteX573" fmla="*/ 1063597 w 2490683"/>
                <a:gd name="connsiteY573" fmla="*/ 1162571 h 2488086"/>
                <a:gd name="connsiteX574" fmla="*/ 1006271 w 2490683"/>
                <a:gd name="connsiteY574" fmla="*/ 1116576 h 2488086"/>
                <a:gd name="connsiteX575" fmla="*/ 1007727 w 2490683"/>
                <a:gd name="connsiteY575" fmla="*/ 1097594 h 2488086"/>
                <a:gd name="connsiteX576" fmla="*/ 1007727 w 2490683"/>
                <a:gd name="connsiteY576" fmla="*/ 1097594 h 2488086"/>
                <a:gd name="connsiteX577" fmla="*/ 1021980 w 2490683"/>
                <a:gd name="connsiteY577" fmla="*/ 1073708 h 2488086"/>
                <a:gd name="connsiteX578" fmla="*/ 1092529 w 2490683"/>
                <a:gd name="connsiteY578" fmla="*/ 1078400 h 2488086"/>
                <a:gd name="connsiteX579" fmla="*/ 1026025 w 2490683"/>
                <a:gd name="connsiteY579" fmla="*/ 1077277 h 2488086"/>
                <a:gd name="connsiteX580" fmla="*/ 1024260 w 2490683"/>
                <a:gd name="connsiteY580" fmla="*/ 1142950 h 2488086"/>
                <a:gd name="connsiteX581" fmla="*/ 1063454 w 2490683"/>
                <a:gd name="connsiteY581" fmla="*/ 1157169 h 2488086"/>
                <a:gd name="connsiteX582" fmla="*/ 1090819 w 2490683"/>
                <a:gd name="connsiteY582" fmla="*/ 1144514 h 2488086"/>
                <a:gd name="connsiteX583" fmla="*/ 1103931 w 2490683"/>
                <a:gd name="connsiteY583" fmla="*/ 1122618 h 2488086"/>
                <a:gd name="connsiteX584" fmla="*/ 1091674 w 2490683"/>
                <a:gd name="connsiteY584" fmla="*/ 1079111 h 2488086"/>
                <a:gd name="connsiteX585" fmla="*/ 1032099 w 2490683"/>
                <a:gd name="connsiteY585" fmla="*/ 1082950 h 2488086"/>
                <a:gd name="connsiteX586" fmla="*/ 1086286 w 2490683"/>
                <a:gd name="connsiteY586" fmla="*/ 1084812 h 2488086"/>
                <a:gd name="connsiteX587" fmla="*/ 1095379 w 2490683"/>
                <a:gd name="connsiteY587" fmla="*/ 1120486 h 2488086"/>
                <a:gd name="connsiteX588" fmla="*/ 1084690 w 2490683"/>
                <a:gd name="connsiteY588" fmla="*/ 1138400 h 2488086"/>
                <a:gd name="connsiteX589" fmla="*/ 1030602 w 2490683"/>
                <a:gd name="connsiteY589" fmla="*/ 1136908 h 2488086"/>
                <a:gd name="connsiteX590" fmla="*/ 1032099 w 2490683"/>
                <a:gd name="connsiteY590" fmla="*/ 1082950 h 2488086"/>
                <a:gd name="connsiteX591" fmla="*/ 1082552 w 2490683"/>
                <a:gd name="connsiteY591" fmla="*/ 1087784 h 2488086"/>
                <a:gd name="connsiteX592" fmla="*/ 1059321 w 2490683"/>
                <a:gd name="connsiteY592" fmla="*/ 1077405 h 2488086"/>
                <a:gd name="connsiteX593" fmla="*/ 1035520 w 2490683"/>
                <a:gd name="connsiteY593" fmla="*/ 1086504 h 2488086"/>
                <a:gd name="connsiteX594" fmla="*/ 1026256 w 2490683"/>
                <a:gd name="connsiteY594" fmla="*/ 1102144 h 2488086"/>
                <a:gd name="connsiteX595" fmla="*/ 1049686 w 2490683"/>
                <a:gd name="connsiteY595" fmla="*/ 1142751 h 2488086"/>
                <a:gd name="connsiteX596" fmla="*/ 1081270 w 2490683"/>
                <a:gd name="connsiteY596" fmla="*/ 1134704 h 2488086"/>
                <a:gd name="connsiteX597" fmla="*/ 1090534 w 2490683"/>
                <a:gd name="connsiteY597" fmla="*/ 1119206 h 2488086"/>
                <a:gd name="connsiteX598" fmla="*/ 1081982 w 2490683"/>
                <a:gd name="connsiteY598" fmla="*/ 1088495 h 2488086"/>
                <a:gd name="connsiteX599" fmla="*/ 331596 w 2490683"/>
                <a:gd name="connsiteY599" fmla="*/ 1032902 h 2488086"/>
                <a:gd name="connsiteX600" fmla="*/ 380875 w 2490683"/>
                <a:gd name="connsiteY600" fmla="*/ 1036072 h 2488086"/>
                <a:gd name="connsiteX601" fmla="*/ 388606 w 2490683"/>
                <a:gd name="connsiteY601" fmla="*/ 1067168 h 2488086"/>
                <a:gd name="connsiteX602" fmla="*/ 353973 w 2490683"/>
                <a:gd name="connsiteY602" fmla="*/ 1093045 h 2488086"/>
                <a:gd name="connsiteX603" fmla="*/ 320028 w 2490683"/>
                <a:gd name="connsiteY603" fmla="*/ 1057272 h 2488086"/>
                <a:gd name="connsiteX604" fmla="*/ 321192 w 2490683"/>
                <a:gd name="connsiteY604" fmla="*/ 1049253 h 2488086"/>
                <a:gd name="connsiteX605" fmla="*/ 331026 w 2490683"/>
                <a:gd name="connsiteY605" fmla="*/ 1033613 h 2488086"/>
                <a:gd name="connsiteX606" fmla="*/ 377346 w 2490683"/>
                <a:gd name="connsiteY606" fmla="*/ 1037594 h 2488086"/>
                <a:gd name="connsiteX607" fmla="*/ 356395 w 2490683"/>
                <a:gd name="connsiteY607" fmla="*/ 1028352 h 2488086"/>
                <a:gd name="connsiteX608" fmla="*/ 326608 w 2490683"/>
                <a:gd name="connsiteY608" fmla="*/ 1050532 h 2488086"/>
                <a:gd name="connsiteX609" fmla="*/ 347831 w 2490683"/>
                <a:gd name="connsiteY609" fmla="*/ 1087073 h 2488086"/>
                <a:gd name="connsiteX610" fmla="*/ 355113 w 2490683"/>
                <a:gd name="connsiteY610" fmla="*/ 1088068 h 2488086"/>
                <a:gd name="connsiteX611" fmla="*/ 384900 w 2490683"/>
                <a:gd name="connsiteY611" fmla="*/ 1065888 h 2488086"/>
                <a:gd name="connsiteX612" fmla="*/ 376776 w 2490683"/>
                <a:gd name="connsiteY612" fmla="*/ 1038305 h 2488086"/>
                <a:gd name="connsiteX613" fmla="*/ 35290 w 2490683"/>
                <a:gd name="connsiteY613" fmla="*/ 1323947 h 2488086"/>
                <a:gd name="connsiteX614" fmla="*/ 8638 w 2490683"/>
                <a:gd name="connsiteY614" fmla="*/ 1323237 h 2488086"/>
                <a:gd name="connsiteX615" fmla="*/ 3365 w 2490683"/>
                <a:gd name="connsiteY615" fmla="*/ 1332052 h 2488086"/>
                <a:gd name="connsiteX616" fmla="*/ 7926 w 2490683"/>
                <a:gd name="connsiteY616" fmla="*/ 1349825 h 2488086"/>
                <a:gd name="connsiteX617" fmla="*/ 21180 w 2490683"/>
                <a:gd name="connsiteY617" fmla="*/ 1355654 h 2488086"/>
                <a:gd name="connsiteX618" fmla="*/ 39851 w 2490683"/>
                <a:gd name="connsiteY618" fmla="*/ 1341436 h 2488086"/>
                <a:gd name="connsiteX619" fmla="*/ 34863 w 2490683"/>
                <a:gd name="connsiteY619" fmla="*/ 1324658 h 2488086"/>
                <a:gd name="connsiteX620" fmla="*/ 1714216 w 2490683"/>
                <a:gd name="connsiteY620" fmla="*/ 1249302 h 2488086"/>
                <a:gd name="connsiteX621" fmla="*/ 1747851 w 2490683"/>
                <a:gd name="connsiteY621" fmla="*/ 1250298 h 2488086"/>
                <a:gd name="connsiteX622" fmla="*/ 1753695 w 2490683"/>
                <a:gd name="connsiteY622" fmla="*/ 1272762 h 2488086"/>
                <a:gd name="connsiteX623" fmla="*/ 1746996 w 2490683"/>
                <a:gd name="connsiteY623" fmla="*/ 1283852 h 2488086"/>
                <a:gd name="connsiteX624" fmla="*/ 1730036 w 2490683"/>
                <a:gd name="connsiteY624" fmla="*/ 1290393 h 2488086"/>
                <a:gd name="connsiteX625" fmla="*/ 1713361 w 2490683"/>
                <a:gd name="connsiteY625" fmla="*/ 1282999 h 2488086"/>
                <a:gd name="connsiteX626" fmla="*/ 1707660 w 2490683"/>
                <a:gd name="connsiteY626" fmla="*/ 1260535 h 2488086"/>
                <a:gd name="connsiteX627" fmla="*/ 1713788 w 2490683"/>
                <a:gd name="connsiteY627" fmla="*/ 1250013 h 2488086"/>
                <a:gd name="connsiteX628" fmla="*/ 1744288 w 2490683"/>
                <a:gd name="connsiteY628" fmla="*/ 1253710 h 2488086"/>
                <a:gd name="connsiteX629" fmla="*/ 1717694 w 2490683"/>
                <a:gd name="connsiteY629" fmla="*/ 1252942 h 2488086"/>
                <a:gd name="connsiteX630" fmla="*/ 1717637 w 2490683"/>
                <a:gd name="connsiteY630" fmla="*/ 1252999 h 2488086"/>
                <a:gd name="connsiteX631" fmla="*/ 1712363 w 2490683"/>
                <a:gd name="connsiteY631" fmla="*/ 1261672 h 2488086"/>
                <a:gd name="connsiteX632" fmla="*/ 1716924 w 2490683"/>
                <a:gd name="connsiteY632" fmla="*/ 1279587 h 2488086"/>
                <a:gd name="connsiteX633" fmla="*/ 1743576 w 2490683"/>
                <a:gd name="connsiteY633" fmla="*/ 1280298 h 2488086"/>
                <a:gd name="connsiteX634" fmla="*/ 1748849 w 2490683"/>
                <a:gd name="connsiteY634" fmla="*/ 1271482 h 2488086"/>
                <a:gd name="connsiteX635" fmla="*/ 1743861 w 2490683"/>
                <a:gd name="connsiteY635" fmla="*/ 1254421 h 2488086"/>
                <a:gd name="connsiteX636" fmla="*/ 569468 w 2490683"/>
                <a:gd name="connsiteY636" fmla="*/ 1914286 h 2488086"/>
                <a:gd name="connsiteX637" fmla="*/ 650091 w 2490683"/>
                <a:gd name="connsiteY637" fmla="*/ 1914414 h 2488086"/>
                <a:gd name="connsiteX638" fmla="*/ 664246 w 2490683"/>
                <a:gd name="connsiteY638" fmla="*/ 1971158 h 2488086"/>
                <a:gd name="connsiteX639" fmla="*/ 648283 w 2490683"/>
                <a:gd name="connsiteY639" fmla="*/ 1997888 h 2488086"/>
                <a:gd name="connsiteX640" fmla="*/ 566974 w 2490683"/>
                <a:gd name="connsiteY640" fmla="*/ 1995400 h 2488086"/>
                <a:gd name="connsiteX641" fmla="*/ 569468 w 2490683"/>
                <a:gd name="connsiteY641" fmla="*/ 1914286 h 2488086"/>
                <a:gd name="connsiteX642" fmla="*/ 646858 w 2490683"/>
                <a:gd name="connsiteY642" fmla="*/ 1919689 h 2488086"/>
                <a:gd name="connsiteX643" fmla="*/ 572889 w 2490683"/>
                <a:gd name="connsiteY643" fmla="*/ 1917840 h 2488086"/>
                <a:gd name="connsiteX644" fmla="*/ 558636 w 2490683"/>
                <a:gd name="connsiteY644" fmla="*/ 1942153 h 2488086"/>
                <a:gd name="connsiteX645" fmla="*/ 595698 w 2490683"/>
                <a:gd name="connsiteY645" fmla="*/ 2006021 h 2488086"/>
                <a:gd name="connsiteX646" fmla="*/ 645148 w 2490683"/>
                <a:gd name="connsiteY646" fmla="*/ 1993481 h 2488086"/>
                <a:gd name="connsiteX647" fmla="*/ 659400 w 2490683"/>
                <a:gd name="connsiteY647" fmla="*/ 1969168 h 2488086"/>
                <a:gd name="connsiteX648" fmla="*/ 646858 w 2490683"/>
                <a:gd name="connsiteY648" fmla="*/ 1919404 h 2488086"/>
                <a:gd name="connsiteX649" fmla="*/ 1764384 w 2490683"/>
                <a:gd name="connsiteY649" fmla="*/ 997356 h 2488086"/>
                <a:gd name="connsiteX650" fmla="*/ 1821394 w 2490683"/>
                <a:gd name="connsiteY650" fmla="*/ 999318 h 2488086"/>
                <a:gd name="connsiteX651" fmla="*/ 1830943 w 2490683"/>
                <a:gd name="connsiteY651" fmla="*/ 1036883 h 2488086"/>
                <a:gd name="connsiteX652" fmla="*/ 1819683 w 2490683"/>
                <a:gd name="connsiteY652" fmla="*/ 1055651 h 2488086"/>
                <a:gd name="connsiteX653" fmla="*/ 1762816 w 2490683"/>
                <a:gd name="connsiteY653" fmla="*/ 1054087 h 2488086"/>
                <a:gd name="connsiteX654" fmla="*/ 1764384 w 2490683"/>
                <a:gd name="connsiteY654" fmla="*/ 997356 h 2488086"/>
                <a:gd name="connsiteX655" fmla="*/ 1817545 w 2490683"/>
                <a:gd name="connsiteY655" fmla="*/ 1002333 h 2488086"/>
                <a:gd name="connsiteX656" fmla="*/ 1767662 w 2490683"/>
                <a:gd name="connsiteY656" fmla="*/ 1001053 h 2488086"/>
                <a:gd name="connsiteX657" fmla="*/ 1757971 w 2490683"/>
                <a:gd name="connsiteY657" fmla="*/ 1017404 h 2488086"/>
                <a:gd name="connsiteX658" fmla="*/ 1782884 w 2490683"/>
                <a:gd name="connsiteY658" fmla="*/ 1060400 h 2488086"/>
                <a:gd name="connsiteX659" fmla="*/ 1825983 w 2490683"/>
                <a:gd name="connsiteY659" fmla="*/ 1035546 h 2488086"/>
                <a:gd name="connsiteX660" fmla="*/ 1817545 w 2490683"/>
                <a:gd name="connsiteY660" fmla="*/ 1002333 h 2488086"/>
                <a:gd name="connsiteX661" fmla="*/ 2226873 w 2490683"/>
                <a:gd name="connsiteY661" fmla="*/ 1046978 h 2488086"/>
                <a:gd name="connsiteX662" fmla="*/ 2243976 w 2490683"/>
                <a:gd name="connsiteY662" fmla="*/ 1040437 h 2488086"/>
                <a:gd name="connsiteX663" fmla="*/ 2267421 w 2490683"/>
                <a:gd name="connsiteY663" fmla="*/ 1064807 h 2488086"/>
                <a:gd name="connsiteX664" fmla="*/ 2259938 w 2490683"/>
                <a:gd name="connsiteY664" fmla="*/ 1081670 h 2488086"/>
                <a:gd name="connsiteX665" fmla="*/ 2242836 w 2490683"/>
                <a:gd name="connsiteY665" fmla="*/ 1088210 h 2488086"/>
                <a:gd name="connsiteX666" fmla="*/ 2219376 w 2490683"/>
                <a:gd name="connsiteY666" fmla="*/ 1063841 h 2488086"/>
                <a:gd name="connsiteX667" fmla="*/ 2220174 w 2490683"/>
                <a:gd name="connsiteY667" fmla="*/ 1058210 h 2488086"/>
                <a:gd name="connsiteX668" fmla="*/ 2226873 w 2490683"/>
                <a:gd name="connsiteY668" fmla="*/ 1046978 h 2488086"/>
                <a:gd name="connsiteX669" fmla="*/ 2257230 w 2490683"/>
                <a:gd name="connsiteY669" fmla="*/ 1051243 h 2488086"/>
                <a:gd name="connsiteX670" fmla="*/ 2243976 w 2490683"/>
                <a:gd name="connsiteY670" fmla="*/ 1045272 h 2488086"/>
                <a:gd name="connsiteX671" fmla="*/ 2225020 w 2490683"/>
                <a:gd name="connsiteY671" fmla="*/ 1059490 h 2488086"/>
                <a:gd name="connsiteX672" fmla="*/ 2238460 w 2490683"/>
                <a:gd name="connsiteY672" fmla="*/ 1082864 h 2488086"/>
                <a:gd name="connsiteX673" fmla="*/ 2242978 w 2490683"/>
                <a:gd name="connsiteY673" fmla="*/ 1083519 h 2488086"/>
                <a:gd name="connsiteX674" fmla="*/ 2256518 w 2490683"/>
                <a:gd name="connsiteY674" fmla="*/ 1078258 h 2488086"/>
                <a:gd name="connsiteX675" fmla="*/ 2261791 w 2490683"/>
                <a:gd name="connsiteY675" fmla="*/ 1069300 h 2488086"/>
                <a:gd name="connsiteX676" fmla="*/ 2257230 w 2490683"/>
                <a:gd name="connsiteY676" fmla="*/ 1050532 h 248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</a:cxnLst>
              <a:rect l="l" t="t" r="r" b="b"/>
              <a:pathLst>
                <a:path w="2490683" h="2488086">
                  <a:moveTo>
                    <a:pt x="2413151" y="241803"/>
                  </a:moveTo>
                  <a:lnTo>
                    <a:pt x="2414006" y="241092"/>
                  </a:lnTo>
                  <a:lnTo>
                    <a:pt x="2468593" y="750529"/>
                  </a:lnTo>
                  <a:lnTo>
                    <a:pt x="2468593" y="752093"/>
                  </a:lnTo>
                  <a:lnTo>
                    <a:pt x="2133948" y="449815"/>
                  </a:lnTo>
                  <a:lnTo>
                    <a:pt x="2133948" y="449815"/>
                  </a:lnTo>
                  <a:close/>
                  <a:moveTo>
                    <a:pt x="2413151" y="243367"/>
                  </a:moveTo>
                  <a:lnTo>
                    <a:pt x="2135373" y="449815"/>
                  </a:lnTo>
                  <a:lnTo>
                    <a:pt x="2467167" y="749392"/>
                  </a:lnTo>
                  <a:close/>
                  <a:moveTo>
                    <a:pt x="2468307" y="749960"/>
                  </a:moveTo>
                  <a:lnTo>
                    <a:pt x="2468307" y="749960"/>
                  </a:lnTo>
                  <a:lnTo>
                    <a:pt x="2244688" y="1198259"/>
                  </a:lnTo>
                  <a:lnTo>
                    <a:pt x="2244688" y="1199396"/>
                  </a:lnTo>
                  <a:lnTo>
                    <a:pt x="1939261" y="602234"/>
                  </a:lnTo>
                  <a:lnTo>
                    <a:pt x="1938548" y="600954"/>
                  </a:lnTo>
                  <a:close/>
                  <a:moveTo>
                    <a:pt x="2467167" y="750955"/>
                  </a:moveTo>
                  <a:lnTo>
                    <a:pt x="1940971" y="603371"/>
                  </a:lnTo>
                  <a:lnTo>
                    <a:pt x="2244688" y="119697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2470018" y="752235"/>
                  </a:lnTo>
                  <a:lnTo>
                    <a:pt x="1939261" y="603371"/>
                  </a:lnTo>
                  <a:lnTo>
                    <a:pt x="1938120" y="603371"/>
                  </a:lnTo>
                  <a:close/>
                  <a:moveTo>
                    <a:pt x="2134090" y="450241"/>
                  </a:moveTo>
                  <a:lnTo>
                    <a:pt x="1941113" y="602234"/>
                  </a:lnTo>
                  <a:lnTo>
                    <a:pt x="2465599" y="74924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1939688" y="603371"/>
                  </a:lnTo>
                  <a:lnTo>
                    <a:pt x="1502996" y="75024"/>
                  </a:lnTo>
                  <a:lnTo>
                    <a:pt x="1500716" y="72323"/>
                  </a:lnTo>
                  <a:close/>
                  <a:moveTo>
                    <a:pt x="2132665" y="448962"/>
                  </a:moveTo>
                  <a:lnTo>
                    <a:pt x="1505562" y="76446"/>
                  </a:lnTo>
                  <a:lnTo>
                    <a:pt x="1939118" y="600954"/>
                  </a:lnTo>
                  <a:close/>
                  <a:moveTo>
                    <a:pt x="1938690" y="601523"/>
                  </a:moveTo>
                  <a:lnTo>
                    <a:pt x="1938690" y="600670"/>
                  </a:lnTo>
                  <a:lnTo>
                    <a:pt x="2244118" y="1197832"/>
                  </a:lnTo>
                  <a:lnTo>
                    <a:pt x="2244118" y="1198828"/>
                  </a:lnTo>
                  <a:lnTo>
                    <a:pt x="1591076" y="1132855"/>
                  </a:lnTo>
                  <a:lnTo>
                    <a:pt x="1590078" y="1132855"/>
                  </a:lnTo>
                  <a:close/>
                  <a:moveTo>
                    <a:pt x="1938690" y="603087"/>
                  </a:moveTo>
                  <a:lnTo>
                    <a:pt x="1593784" y="1132287"/>
                  </a:lnTo>
                  <a:lnTo>
                    <a:pt x="2243548" y="1197832"/>
                  </a:lnTo>
                  <a:close/>
                  <a:moveTo>
                    <a:pt x="1938690" y="601523"/>
                  </a:moveTo>
                  <a:lnTo>
                    <a:pt x="1938690" y="601523"/>
                  </a:lnTo>
                  <a:lnTo>
                    <a:pt x="1593214" y="1132287"/>
                  </a:lnTo>
                  <a:lnTo>
                    <a:pt x="1592216" y="1133851"/>
                  </a:lnTo>
                  <a:lnTo>
                    <a:pt x="1502711" y="72181"/>
                  </a:lnTo>
                  <a:close/>
                  <a:moveTo>
                    <a:pt x="1937408" y="601523"/>
                  </a:moveTo>
                  <a:lnTo>
                    <a:pt x="1502711" y="75451"/>
                  </a:lnTo>
                  <a:lnTo>
                    <a:pt x="1591504" y="1129585"/>
                  </a:lnTo>
                  <a:close/>
                  <a:moveTo>
                    <a:pt x="1504992" y="73318"/>
                  </a:moveTo>
                  <a:lnTo>
                    <a:pt x="896132" y="1068589"/>
                  </a:lnTo>
                  <a:lnTo>
                    <a:pt x="896132" y="1069585"/>
                  </a:lnTo>
                  <a:lnTo>
                    <a:pt x="638164" y="470858"/>
                  </a:lnTo>
                  <a:lnTo>
                    <a:pt x="638164" y="470858"/>
                  </a:lnTo>
                  <a:close/>
                  <a:moveTo>
                    <a:pt x="1501856" y="76162"/>
                  </a:moveTo>
                  <a:lnTo>
                    <a:pt x="639447" y="470858"/>
                  </a:lnTo>
                  <a:lnTo>
                    <a:pt x="895989" y="1067168"/>
                  </a:lnTo>
                  <a:close/>
                  <a:moveTo>
                    <a:pt x="538825" y="20711"/>
                  </a:moveTo>
                  <a:lnTo>
                    <a:pt x="539681" y="19715"/>
                  </a:lnTo>
                  <a:lnTo>
                    <a:pt x="639447" y="470431"/>
                  </a:lnTo>
                  <a:lnTo>
                    <a:pt x="639447" y="470431"/>
                  </a:lnTo>
                  <a:lnTo>
                    <a:pt x="20895" y="638632"/>
                  </a:lnTo>
                  <a:lnTo>
                    <a:pt x="19043" y="638632"/>
                  </a:lnTo>
                  <a:close/>
                  <a:moveTo>
                    <a:pt x="538825" y="22559"/>
                  </a:moveTo>
                  <a:lnTo>
                    <a:pt x="22748" y="637495"/>
                  </a:lnTo>
                  <a:lnTo>
                    <a:pt x="638307" y="470147"/>
                  </a:lnTo>
                  <a:close/>
                  <a:moveTo>
                    <a:pt x="638592" y="470005"/>
                  </a:moveTo>
                  <a:lnTo>
                    <a:pt x="638592" y="470005"/>
                  </a:lnTo>
                  <a:lnTo>
                    <a:pt x="895134" y="1068447"/>
                  </a:lnTo>
                  <a:lnTo>
                    <a:pt x="895134" y="1070011"/>
                  </a:lnTo>
                  <a:lnTo>
                    <a:pt x="20468" y="639201"/>
                  </a:lnTo>
                  <a:lnTo>
                    <a:pt x="19043" y="639201"/>
                  </a:lnTo>
                  <a:close/>
                  <a:moveTo>
                    <a:pt x="638592" y="471284"/>
                  </a:moveTo>
                  <a:lnTo>
                    <a:pt x="22748" y="638774"/>
                  </a:lnTo>
                  <a:lnTo>
                    <a:pt x="894706" y="1067310"/>
                  </a:lnTo>
                  <a:close/>
                  <a:moveTo>
                    <a:pt x="896132" y="1068447"/>
                  </a:moveTo>
                  <a:lnTo>
                    <a:pt x="897557" y="1069158"/>
                  </a:lnTo>
                  <a:lnTo>
                    <a:pt x="26311" y="1333616"/>
                  </a:lnTo>
                  <a:lnTo>
                    <a:pt x="25456" y="1333616"/>
                  </a:lnTo>
                  <a:lnTo>
                    <a:pt x="20468" y="638774"/>
                  </a:lnTo>
                  <a:lnTo>
                    <a:pt x="20468" y="637779"/>
                  </a:lnTo>
                  <a:close/>
                  <a:moveTo>
                    <a:pt x="894279" y="1068447"/>
                  </a:moveTo>
                  <a:lnTo>
                    <a:pt x="21465" y="639627"/>
                  </a:lnTo>
                  <a:lnTo>
                    <a:pt x="26454" y="1331341"/>
                  </a:lnTo>
                  <a:close/>
                  <a:moveTo>
                    <a:pt x="1887952" y="690102"/>
                  </a:moveTo>
                  <a:lnTo>
                    <a:pt x="1887952" y="689107"/>
                  </a:lnTo>
                  <a:lnTo>
                    <a:pt x="2244261" y="1064324"/>
                  </a:lnTo>
                  <a:lnTo>
                    <a:pt x="1791179" y="1026788"/>
                  </a:lnTo>
                  <a:lnTo>
                    <a:pt x="1791179" y="1026788"/>
                  </a:lnTo>
                  <a:close/>
                  <a:moveTo>
                    <a:pt x="1888950" y="691524"/>
                  </a:moveTo>
                  <a:lnTo>
                    <a:pt x="1793032" y="1025650"/>
                  </a:lnTo>
                  <a:lnTo>
                    <a:pt x="2242123" y="1062902"/>
                  </a:lnTo>
                  <a:close/>
                  <a:moveTo>
                    <a:pt x="2246113" y="1063186"/>
                  </a:moveTo>
                  <a:lnTo>
                    <a:pt x="1730464" y="1267928"/>
                  </a:lnTo>
                  <a:lnTo>
                    <a:pt x="1729324" y="1267928"/>
                  </a:lnTo>
                  <a:lnTo>
                    <a:pt x="1791464" y="1025224"/>
                  </a:lnTo>
                  <a:close/>
                  <a:moveTo>
                    <a:pt x="2240698" y="1064040"/>
                  </a:moveTo>
                  <a:lnTo>
                    <a:pt x="1792461" y="1026930"/>
                  </a:lnTo>
                  <a:lnTo>
                    <a:pt x="1731034" y="1266222"/>
                  </a:lnTo>
                  <a:close/>
                  <a:moveTo>
                    <a:pt x="1428314" y="664936"/>
                  </a:moveTo>
                  <a:lnTo>
                    <a:pt x="1428314" y="664936"/>
                  </a:lnTo>
                  <a:lnTo>
                    <a:pt x="1057753" y="1111528"/>
                  </a:lnTo>
                  <a:lnTo>
                    <a:pt x="1057753" y="1111528"/>
                  </a:lnTo>
                  <a:lnTo>
                    <a:pt x="565477" y="336781"/>
                  </a:lnTo>
                  <a:lnTo>
                    <a:pt x="564480" y="335217"/>
                  </a:lnTo>
                  <a:close/>
                  <a:moveTo>
                    <a:pt x="1427031" y="665789"/>
                  </a:moveTo>
                  <a:lnTo>
                    <a:pt x="567615" y="337634"/>
                  </a:lnTo>
                  <a:lnTo>
                    <a:pt x="1057896" y="1110391"/>
                  </a:lnTo>
                  <a:close/>
                  <a:moveTo>
                    <a:pt x="1427031" y="665078"/>
                  </a:moveTo>
                  <a:lnTo>
                    <a:pt x="1427031" y="665078"/>
                  </a:lnTo>
                  <a:lnTo>
                    <a:pt x="1791464" y="1026361"/>
                  </a:lnTo>
                  <a:lnTo>
                    <a:pt x="1792319" y="1027214"/>
                  </a:lnTo>
                  <a:lnTo>
                    <a:pt x="1056898" y="1112523"/>
                  </a:lnTo>
                  <a:lnTo>
                    <a:pt x="1055330" y="1112523"/>
                  </a:lnTo>
                  <a:close/>
                  <a:moveTo>
                    <a:pt x="1427031" y="666357"/>
                  </a:moveTo>
                  <a:lnTo>
                    <a:pt x="1059321" y="1110533"/>
                  </a:lnTo>
                  <a:lnTo>
                    <a:pt x="1790609" y="1025224"/>
                  </a:lnTo>
                  <a:close/>
                  <a:moveTo>
                    <a:pt x="1790751" y="1025650"/>
                  </a:moveTo>
                  <a:lnTo>
                    <a:pt x="1791749" y="1025650"/>
                  </a:lnTo>
                  <a:lnTo>
                    <a:pt x="1729609" y="1267359"/>
                  </a:lnTo>
                  <a:lnTo>
                    <a:pt x="1729609" y="1267359"/>
                  </a:lnTo>
                  <a:lnTo>
                    <a:pt x="1056756" y="1110959"/>
                  </a:lnTo>
                  <a:lnTo>
                    <a:pt x="1053193" y="1110959"/>
                  </a:lnTo>
                  <a:close/>
                  <a:moveTo>
                    <a:pt x="1790751" y="1026930"/>
                  </a:moveTo>
                  <a:lnTo>
                    <a:pt x="1061031" y="1111528"/>
                  </a:lnTo>
                  <a:lnTo>
                    <a:pt x="1729324" y="1266506"/>
                  </a:lnTo>
                  <a:close/>
                  <a:moveTo>
                    <a:pt x="355540" y="1057357"/>
                  </a:moveTo>
                  <a:lnTo>
                    <a:pt x="254206" y="1656653"/>
                  </a:lnTo>
                  <a:lnTo>
                    <a:pt x="254206" y="1658217"/>
                  </a:lnTo>
                  <a:lnTo>
                    <a:pt x="20753" y="1337881"/>
                  </a:lnTo>
                  <a:lnTo>
                    <a:pt x="20753" y="1337881"/>
                  </a:lnTo>
                  <a:close/>
                  <a:moveTo>
                    <a:pt x="353688" y="1060485"/>
                  </a:moveTo>
                  <a:lnTo>
                    <a:pt x="22748" y="1337739"/>
                  </a:lnTo>
                  <a:lnTo>
                    <a:pt x="253636" y="1655089"/>
                  </a:lnTo>
                  <a:close/>
                  <a:moveTo>
                    <a:pt x="1057041" y="1110817"/>
                  </a:moveTo>
                  <a:lnTo>
                    <a:pt x="1059178" y="1109538"/>
                  </a:lnTo>
                  <a:lnTo>
                    <a:pt x="609375" y="1955661"/>
                  </a:lnTo>
                  <a:lnTo>
                    <a:pt x="609375" y="1956371"/>
                  </a:lnTo>
                  <a:lnTo>
                    <a:pt x="253066" y="1656510"/>
                  </a:lnTo>
                  <a:close/>
                  <a:moveTo>
                    <a:pt x="1055758" y="1113234"/>
                  </a:moveTo>
                  <a:lnTo>
                    <a:pt x="255061" y="1656653"/>
                  </a:lnTo>
                  <a:lnTo>
                    <a:pt x="608662" y="1954381"/>
                  </a:lnTo>
                  <a:close/>
                  <a:moveTo>
                    <a:pt x="608804" y="1954950"/>
                  </a:moveTo>
                  <a:lnTo>
                    <a:pt x="608804" y="1954950"/>
                  </a:lnTo>
                  <a:lnTo>
                    <a:pt x="217293" y="2466803"/>
                  </a:lnTo>
                  <a:lnTo>
                    <a:pt x="216010" y="2468367"/>
                  </a:lnTo>
                  <a:lnTo>
                    <a:pt x="252353" y="1656226"/>
                  </a:lnTo>
                  <a:lnTo>
                    <a:pt x="252353" y="1655089"/>
                  </a:lnTo>
                  <a:close/>
                  <a:moveTo>
                    <a:pt x="607664" y="1954950"/>
                  </a:moveTo>
                  <a:lnTo>
                    <a:pt x="254491" y="1658359"/>
                  </a:lnTo>
                  <a:lnTo>
                    <a:pt x="218433" y="2465239"/>
                  </a:lnTo>
                  <a:close/>
                  <a:moveTo>
                    <a:pt x="607664" y="1954950"/>
                  </a:moveTo>
                  <a:lnTo>
                    <a:pt x="607664" y="1954950"/>
                  </a:lnTo>
                  <a:lnTo>
                    <a:pt x="1180181" y="2276849"/>
                  </a:lnTo>
                  <a:lnTo>
                    <a:pt x="1181606" y="2276849"/>
                  </a:lnTo>
                  <a:lnTo>
                    <a:pt x="217863" y="2467372"/>
                  </a:lnTo>
                  <a:lnTo>
                    <a:pt x="216295" y="2467372"/>
                  </a:lnTo>
                  <a:close/>
                  <a:moveTo>
                    <a:pt x="607664" y="1956229"/>
                  </a:moveTo>
                  <a:lnTo>
                    <a:pt x="219288" y="2465808"/>
                  </a:lnTo>
                  <a:lnTo>
                    <a:pt x="1179041" y="2276565"/>
                  </a:lnTo>
                  <a:close/>
                  <a:moveTo>
                    <a:pt x="18472" y="617731"/>
                  </a:moveTo>
                  <a:cubicBezTo>
                    <a:pt x="24059" y="617020"/>
                    <a:pt x="29689" y="618670"/>
                    <a:pt x="34008" y="622281"/>
                  </a:cubicBezTo>
                  <a:cubicBezTo>
                    <a:pt x="38446" y="625765"/>
                    <a:pt x="41275" y="630897"/>
                    <a:pt x="41846" y="636499"/>
                  </a:cubicBezTo>
                  <a:cubicBezTo>
                    <a:pt x="42282" y="639045"/>
                    <a:pt x="42282" y="641632"/>
                    <a:pt x="41846" y="644177"/>
                  </a:cubicBezTo>
                  <a:cubicBezTo>
                    <a:pt x="39526" y="652609"/>
                    <a:pt x="32310" y="658793"/>
                    <a:pt x="23603" y="659817"/>
                  </a:cubicBezTo>
                  <a:cubicBezTo>
                    <a:pt x="12020" y="661054"/>
                    <a:pt x="1623" y="652694"/>
                    <a:pt x="382" y="641134"/>
                  </a:cubicBezTo>
                  <a:cubicBezTo>
                    <a:pt x="378" y="641106"/>
                    <a:pt x="375" y="641078"/>
                    <a:pt x="372" y="641049"/>
                  </a:cubicBezTo>
                  <a:cubicBezTo>
                    <a:pt x="-124" y="638518"/>
                    <a:pt x="-124" y="635902"/>
                    <a:pt x="372" y="633371"/>
                  </a:cubicBezTo>
                  <a:cubicBezTo>
                    <a:pt x="2530" y="624897"/>
                    <a:pt x="9753" y="618656"/>
                    <a:pt x="18472" y="617731"/>
                  </a:cubicBezTo>
                  <a:close/>
                  <a:moveTo>
                    <a:pt x="37000" y="636926"/>
                  </a:moveTo>
                  <a:cubicBezTo>
                    <a:pt x="36563" y="632689"/>
                    <a:pt x="34462" y="628807"/>
                    <a:pt x="31157" y="626120"/>
                  </a:cubicBezTo>
                  <a:cubicBezTo>
                    <a:pt x="24192" y="620476"/>
                    <a:pt x="13959" y="621528"/>
                    <a:pt x="8302" y="628480"/>
                  </a:cubicBezTo>
                  <a:cubicBezTo>
                    <a:pt x="6860" y="630258"/>
                    <a:pt x="5809" y="632305"/>
                    <a:pt x="5218" y="634509"/>
                  </a:cubicBezTo>
                  <a:cubicBezTo>
                    <a:pt x="4928" y="636443"/>
                    <a:pt x="4928" y="638405"/>
                    <a:pt x="5218" y="640338"/>
                  </a:cubicBezTo>
                  <a:cubicBezTo>
                    <a:pt x="6288" y="649225"/>
                    <a:pt x="14379" y="655566"/>
                    <a:pt x="23288" y="654500"/>
                  </a:cubicBezTo>
                  <a:cubicBezTo>
                    <a:pt x="29820" y="653718"/>
                    <a:pt x="35235" y="649082"/>
                    <a:pt x="37000" y="642755"/>
                  </a:cubicBezTo>
                  <a:cubicBezTo>
                    <a:pt x="37431" y="640836"/>
                    <a:pt x="37431" y="638845"/>
                    <a:pt x="37000" y="636926"/>
                  </a:cubicBezTo>
                  <a:close/>
                  <a:moveTo>
                    <a:pt x="537258" y="94"/>
                  </a:moveTo>
                  <a:cubicBezTo>
                    <a:pt x="548828" y="-988"/>
                    <a:pt x="559145" y="7347"/>
                    <a:pt x="560489" y="18862"/>
                  </a:cubicBezTo>
                  <a:cubicBezTo>
                    <a:pt x="560988" y="21398"/>
                    <a:pt x="560988" y="24005"/>
                    <a:pt x="560489" y="26540"/>
                  </a:cubicBezTo>
                  <a:cubicBezTo>
                    <a:pt x="559584" y="38162"/>
                    <a:pt x="549406" y="46851"/>
                    <a:pt x="537757" y="45948"/>
                  </a:cubicBezTo>
                  <a:cubicBezTo>
                    <a:pt x="526107" y="45045"/>
                    <a:pt x="517397" y="34892"/>
                    <a:pt x="518302" y="23270"/>
                  </a:cubicBezTo>
                  <a:cubicBezTo>
                    <a:pt x="517803" y="20735"/>
                    <a:pt x="517803" y="18127"/>
                    <a:pt x="518302" y="15592"/>
                  </a:cubicBezTo>
                  <a:cubicBezTo>
                    <a:pt x="520748" y="7037"/>
                    <a:pt x="528232" y="872"/>
                    <a:pt x="537115" y="94"/>
                  </a:cubicBezTo>
                  <a:close/>
                  <a:moveTo>
                    <a:pt x="555501" y="19431"/>
                  </a:moveTo>
                  <a:cubicBezTo>
                    <a:pt x="554533" y="10610"/>
                    <a:pt x="546582" y="4242"/>
                    <a:pt x="537739" y="5207"/>
                  </a:cubicBezTo>
                  <a:cubicBezTo>
                    <a:pt x="537722" y="5209"/>
                    <a:pt x="537704" y="5211"/>
                    <a:pt x="537685" y="5213"/>
                  </a:cubicBezTo>
                  <a:cubicBezTo>
                    <a:pt x="530893" y="5816"/>
                    <a:pt x="525200" y="10586"/>
                    <a:pt x="523433" y="17156"/>
                  </a:cubicBezTo>
                  <a:cubicBezTo>
                    <a:pt x="523002" y="19076"/>
                    <a:pt x="523002" y="21066"/>
                    <a:pt x="523433" y="22986"/>
                  </a:cubicBezTo>
                  <a:cubicBezTo>
                    <a:pt x="524401" y="31807"/>
                    <a:pt x="532352" y="38175"/>
                    <a:pt x="541194" y="37210"/>
                  </a:cubicBezTo>
                  <a:cubicBezTo>
                    <a:pt x="541211" y="37208"/>
                    <a:pt x="541230" y="37205"/>
                    <a:pt x="541248" y="37204"/>
                  </a:cubicBezTo>
                  <a:cubicBezTo>
                    <a:pt x="548041" y="36601"/>
                    <a:pt x="553733" y="31831"/>
                    <a:pt x="555501" y="25261"/>
                  </a:cubicBezTo>
                  <a:cubicBezTo>
                    <a:pt x="555884" y="23331"/>
                    <a:pt x="555836" y="21341"/>
                    <a:pt x="555358" y="19431"/>
                  </a:cubicBezTo>
                  <a:close/>
                  <a:moveTo>
                    <a:pt x="877889" y="1026646"/>
                  </a:moveTo>
                  <a:cubicBezTo>
                    <a:pt x="887572" y="1025622"/>
                    <a:pt x="897265" y="1028494"/>
                    <a:pt x="904826" y="1034608"/>
                  </a:cubicBezTo>
                  <a:cubicBezTo>
                    <a:pt x="912746" y="1040523"/>
                    <a:pt x="917895" y="1049409"/>
                    <a:pt x="919078" y="1059205"/>
                  </a:cubicBezTo>
                  <a:cubicBezTo>
                    <a:pt x="919534" y="1063684"/>
                    <a:pt x="919196" y="1068205"/>
                    <a:pt x="918080" y="1072570"/>
                  </a:cubicBezTo>
                  <a:cubicBezTo>
                    <a:pt x="912885" y="1092149"/>
                    <a:pt x="892760" y="1103836"/>
                    <a:pt x="873127" y="1098647"/>
                  </a:cubicBezTo>
                  <a:cubicBezTo>
                    <a:pt x="858370" y="1094751"/>
                    <a:pt x="847561" y="1082168"/>
                    <a:pt x="845963" y="1067025"/>
                  </a:cubicBezTo>
                  <a:cubicBezTo>
                    <a:pt x="845507" y="1062547"/>
                    <a:pt x="845845" y="1058025"/>
                    <a:pt x="846961" y="1053660"/>
                  </a:cubicBezTo>
                  <a:cubicBezTo>
                    <a:pt x="850960" y="1039314"/>
                    <a:pt x="863108" y="1028707"/>
                    <a:pt x="877889" y="1026646"/>
                  </a:cubicBezTo>
                  <a:close/>
                  <a:moveTo>
                    <a:pt x="913377" y="1059774"/>
                  </a:moveTo>
                  <a:cubicBezTo>
                    <a:pt x="912543" y="1051414"/>
                    <a:pt x="908384" y="1043736"/>
                    <a:pt x="901833" y="1038447"/>
                  </a:cubicBezTo>
                  <a:cubicBezTo>
                    <a:pt x="888062" y="1027456"/>
                    <a:pt x="867972" y="1029688"/>
                    <a:pt x="856961" y="1043423"/>
                  </a:cubicBezTo>
                  <a:cubicBezTo>
                    <a:pt x="854238" y="1046821"/>
                    <a:pt x="852242" y="1050746"/>
                    <a:pt x="851094" y="1054940"/>
                  </a:cubicBezTo>
                  <a:cubicBezTo>
                    <a:pt x="846522" y="1071845"/>
                    <a:pt x="856556" y="1089248"/>
                    <a:pt x="873502" y="1093812"/>
                  </a:cubicBezTo>
                  <a:cubicBezTo>
                    <a:pt x="890449" y="1098376"/>
                    <a:pt x="907894" y="1088367"/>
                    <a:pt x="912466" y="1071461"/>
                  </a:cubicBezTo>
                  <a:cubicBezTo>
                    <a:pt x="913494" y="1067651"/>
                    <a:pt x="913803" y="1063684"/>
                    <a:pt x="913377" y="1059774"/>
                  </a:cubicBezTo>
                  <a:close/>
                  <a:moveTo>
                    <a:pt x="1503281" y="34218"/>
                  </a:moveTo>
                  <a:cubicBezTo>
                    <a:pt x="1527881" y="31626"/>
                    <a:pt x="1549929" y="49419"/>
                    <a:pt x="1552523" y="73958"/>
                  </a:cubicBezTo>
                  <a:cubicBezTo>
                    <a:pt x="1555117" y="98498"/>
                    <a:pt x="1537288" y="120494"/>
                    <a:pt x="1512688" y="123081"/>
                  </a:cubicBezTo>
                  <a:cubicBezTo>
                    <a:pt x="1500901" y="124390"/>
                    <a:pt x="1489086" y="120906"/>
                    <a:pt x="1479908" y="113413"/>
                  </a:cubicBezTo>
                  <a:cubicBezTo>
                    <a:pt x="1470558" y="106077"/>
                    <a:pt x="1464629" y="95228"/>
                    <a:pt x="1463517" y="83413"/>
                  </a:cubicBezTo>
                  <a:cubicBezTo>
                    <a:pt x="1462819" y="77982"/>
                    <a:pt x="1463204" y="72479"/>
                    <a:pt x="1464658" y="67204"/>
                  </a:cubicBezTo>
                  <a:cubicBezTo>
                    <a:pt x="1469503" y="49383"/>
                    <a:pt x="1484753" y="36312"/>
                    <a:pt x="1503139" y="34218"/>
                  </a:cubicBezTo>
                  <a:close/>
                  <a:moveTo>
                    <a:pt x="1547749" y="74455"/>
                  </a:moveTo>
                  <a:cubicBezTo>
                    <a:pt x="1545183" y="52616"/>
                    <a:pt x="1525373" y="36985"/>
                    <a:pt x="1503481" y="39540"/>
                  </a:cubicBezTo>
                  <a:cubicBezTo>
                    <a:pt x="1487347" y="41422"/>
                    <a:pt x="1473964" y="52872"/>
                    <a:pt x="1469646" y="68484"/>
                  </a:cubicBezTo>
                  <a:cubicBezTo>
                    <a:pt x="1468363" y="73105"/>
                    <a:pt x="1467978" y="77939"/>
                    <a:pt x="1468506" y="82702"/>
                  </a:cubicBezTo>
                  <a:cubicBezTo>
                    <a:pt x="1469503" y="93152"/>
                    <a:pt x="1474620" y="102778"/>
                    <a:pt x="1482758" y="109432"/>
                  </a:cubicBezTo>
                  <a:cubicBezTo>
                    <a:pt x="1499804" y="123380"/>
                    <a:pt x="1524945" y="120892"/>
                    <a:pt x="1538926" y="103901"/>
                  </a:cubicBezTo>
                  <a:cubicBezTo>
                    <a:pt x="1545696" y="95655"/>
                    <a:pt x="1548875" y="85048"/>
                    <a:pt x="1547749" y="74455"/>
                  </a:cubicBezTo>
                  <a:close/>
                  <a:moveTo>
                    <a:pt x="1504992" y="55972"/>
                  </a:moveTo>
                  <a:cubicBezTo>
                    <a:pt x="1511035" y="55318"/>
                    <a:pt x="1517106" y="57109"/>
                    <a:pt x="1521809" y="60948"/>
                  </a:cubicBezTo>
                  <a:cubicBezTo>
                    <a:pt x="1532499" y="67744"/>
                    <a:pt x="1535634" y="81892"/>
                    <a:pt x="1528822" y="92555"/>
                  </a:cubicBezTo>
                  <a:cubicBezTo>
                    <a:pt x="1522009" y="103219"/>
                    <a:pt x="1507814" y="106347"/>
                    <a:pt x="1497139" y="99550"/>
                  </a:cubicBezTo>
                  <a:cubicBezTo>
                    <a:pt x="1495756" y="98669"/>
                    <a:pt x="1494473" y="97645"/>
                    <a:pt x="1493305" y="96494"/>
                  </a:cubicBezTo>
                  <a:cubicBezTo>
                    <a:pt x="1488544" y="92712"/>
                    <a:pt x="1485523" y="87181"/>
                    <a:pt x="1484896" y="81138"/>
                  </a:cubicBezTo>
                  <a:cubicBezTo>
                    <a:pt x="1484397" y="78365"/>
                    <a:pt x="1484397" y="75522"/>
                    <a:pt x="1484896" y="72749"/>
                  </a:cubicBezTo>
                  <a:cubicBezTo>
                    <a:pt x="1487490" y="63564"/>
                    <a:pt x="1495471" y="56896"/>
                    <a:pt x="1504992" y="55972"/>
                  </a:cubicBezTo>
                  <a:close/>
                  <a:moveTo>
                    <a:pt x="1525230" y="76730"/>
                  </a:moveTo>
                  <a:cubicBezTo>
                    <a:pt x="1524745" y="72024"/>
                    <a:pt x="1522394" y="67716"/>
                    <a:pt x="1518674" y="64787"/>
                  </a:cubicBezTo>
                  <a:cubicBezTo>
                    <a:pt x="1514940" y="61787"/>
                    <a:pt x="1510194" y="60365"/>
                    <a:pt x="1505419" y="60806"/>
                  </a:cubicBezTo>
                  <a:cubicBezTo>
                    <a:pt x="1498065" y="61659"/>
                    <a:pt x="1491965" y="66891"/>
                    <a:pt x="1490027" y="74029"/>
                  </a:cubicBezTo>
                  <a:cubicBezTo>
                    <a:pt x="1489599" y="76190"/>
                    <a:pt x="1489599" y="78408"/>
                    <a:pt x="1490027" y="80569"/>
                  </a:cubicBezTo>
                  <a:cubicBezTo>
                    <a:pt x="1490996" y="90337"/>
                    <a:pt x="1499718" y="97475"/>
                    <a:pt x="1509510" y="96508"/>
                  </a:cubicBezTo>
                  <a:cubicBezTo>
                    <a:pt x="1509567" y="96508"/>
                    <a:pt x="1509638" y="96494"/>
                    <a:pt x="1509695" y="96494"/>
                  </a:cubicBezTo>
                  <a:cubicBezTo>
                    <a:pt x="1517106" y="95697"/>
                    <a:pt x="1523277" y="90451"/>
                    <a:pt x="1525230" y="83271"/>
                  </a:cubicBezTo>
                  <a:cubicBezTo>
                    <a:pt x="1525800" y="81138"/>
                    <a:pt x="1525943" y="78920"/>
                    <a:pt x="1525658" y="76730"/>
                  </a:cubicBezTo>
                  <a:close/>
                  <a:moveTo>
                    <a:pt x="1936838" y="578916"/>
                  </a:moveTo>
                  <a:cubicBezTo>
                    <a:pt x="1949850" y="577594"/>
                    <a:pt x="1961494" y="586992"/>
                    <a:pt x="1962919" y="599959"/>
                  </a:cubicBezTo>
                  <a:cubicBezTo>
                    <a:pt x="1963418" y="602774"/>
                    <a:pt x="1963418" y="605674"/>
                    <a:pt x="1962919" y="608490"/>
                  </a:cubicBezTo>
                  <a:cubicBezTo>
                    <a:pt x="1959670" y="621115"/>
                    <a:pt x="1946786" y="628722"/>
                    <a:pt x="1934130" y="625495"/>
                  </a:cubicBezTo>
                  <a:cubicBezTo>
                    <a:pt x="1924495" y="623021"/>
                    <a:pt x="1917426" y="614817"/>
                    <a:pt x="1916457" y="604935"/>
                  </a:cubicBezTo>
                  <a:cubicBezTo>
                    <a:pt x="1916129" y="602077"/>
                    <a:pt x="1916371" y="599177"/>
                    <a:pt x="1917169" y="596404"/>
                  </a:cubicBezTo>
                  <a:cubicBezTo>
                    <a:pt x="1919692" y="587049"/>
                    <a:pt x="1927631" y="580139"/>
                    <a:pt x="1937265" y="578916"/>
                  </a:cubicBezTo>
                  <a:close/>
                  <a:moveTo>
                    <a:pt x="1957931" y="600528"/>
                  </a:moveTo>
                  <a:cubicBezTo>
                    <a:pt x="1956891" y="590290"/>
                    <a:pt x="1947741" y="582840"/>
                    <a:pt x="1937479" y="583864"/>
                  </a:cubicBezTo>
                  <a:cubicBezTo>
                    <a:pt x="1937408" y="583878"/>
                    <a:pt x="1937337" y="583878"/>
                    <a:pt x="1937265" y="583892"/>
                  </a:cubicBezTo>
                  <a:cubicBezTo>
                    <a:pt x="1929483" y="584873"/>
                    <a:pt x="1923084" y="590518"/>
                    <a:pt x="1921160" y="598110"/>
                  </a:cubicBezTo>
                  <a:cubicBezTo>
                    <a:pt x="1920718" y="600371"/>
                    <a:pt x="1920718" y="602674"/>
                    <a:pt x="1921160" y="604935"/>
                  </a:cubicBezTo>
                  <a:cubicBezTo>
                    <a:pt x="1922200" y="615087"/>
                    <a:pt x="1931293" y="622480"/>
                    <a:pt x="1941470" y="621457"/>
                  </a:cubicBezTo>
                  <a:cubicBezTo>
                    <a:pt x="1941541" y="621442"/>
                    <a:pt x="1941612" y="621442"/>
                    <a:pt x="1941683" y="621428"/>
                  </a:cubicBezTo>
                  <a:cubicBezTo>
                    <a:pt x="1949579" y="620618"/>
                    <a:pt x="1956093" y="614916"/>
                    <a:pt x="1957931" y="607210"/>
                  </a:cubicBezTo>
                  <a:cubicBezTo>
                    <a:pt x="1958501" y="605035"/>
                    <a:pt x="1958644" y="602760"/>
                    <a:pt x="1958359" y="600528"/>
                  </a:cubicBezTo>
                  <a:close/>
                  <a:moveTo>
                    <a:pt x="1937693" y="587731"/>
                  </a:moveTo>
                  <a:cubicBezTo>
                    <a:pt x="1941626" y="587305"/>
                    <a:pt x="1945560" y="588428"/>
                    <a:pt x="1948667" y="590859"/>
                  </a:cubicBezTo>
                  <a:cubicBezTo>
                    <a:pt x="1951774" y="593290"/>
                    <a:pt x="1953741" y="596888"/>
                    <a:pt x="1954083" y="600812"/>
                  </a:cubicBezTo>
                  <a:cubicBezTo>
                    <a:pt x="1954425" y="602589"/>
                    <a:pt x="1954425" y="604423"/>
                    <a:pt x="1954083" y="606215"/>
                  </a:cubicBezTo>
                  <a:cubicBezTo>
                    <a:pt x="1952416" y="612144"/>
                    <a:pt x="1947370" y="616509"/>
                    <a:pt x="1941256" y="617305"/>
                  </a:cubicBezTo>
                  <a:cubicBezTo>
                    <a:pt x="1937294" y="617788"/>
                    <a:pt x="1933317" y="616608"/>
                    <a:pt x="1930281" y="614035"/>
                  </a:cubicBezTo>
                  <a:cubicBezTo>
                    <a:pt x="1927117" y="611632"/>
                    <a:pt x="1925108" y="608035"/>
                    <a:pt x="1924723" y="604082"/>
                  </a:cubicBezTo>
                  <a:cubicBezTo>
                    <a:pt x="1924438" y="602290"/>
                    <a:pt x="1924438" y="600470"/>
                    <a:pt x="1924723" y="598679"/>
                  </a:cubicBezTo>
                  <a:cubicBezTo>
                    <a:pt x="1926205" y="592437"/>
                    <a:pt x="1931692" y="587944"/>
                    <a:pt x="1938120" y="587731"/>
                  </a:cubicBezTo>
                  <a:close/>
                  <a:moveTo>
                    <a:pt x="1949237" y="601949"/>
                  </a:moveTo>
                  <a:cubicBezTo>
                    <a:pt x="1948938" y="599319"/>
                    <a:pt x="1947612" y="596916"/>
                    <a:pt x="1945532" y="595267"/>
                  </a:cubicBezTo>
                  <a:cubicBezTo>
                    <a:pt x="1943522" y="593575"/>
                    <a:pt x="1940885" y="592793"/>
                    <a:pt x="1938263" y="593134"/>
                  </a:cubicBezTo>
                  <a:cubicBezTo>
                    <a:pt x="1932833" y="593802"/>
                    <a:pt x="1928928" y="598651"/>
                    <a:pt x="1929426" y="604082"/>
                  </a:cubicBezTo>
                  <a:cubicBezTo>
                    <a:pt x="1929697" y="606726"/>
                    <a:pt x="1931037" y="609144"/>
                    <a:pt x="1933132" y="610765"/>
                  </a:cubicBezTo>
                  <a:cubicBezTo>
                    <a:pt x="1935142" y="612456"/>
                    <a:pt x="1937793" y="613239"/>
                    <a:pt x="1940401" y="612897"/>
                  </a:cubicBezTo>
                  <a:cubicBezTo>
                    <a:pt x="1944463" y="612428"/>
                    <a:pt x="1947826" y="609570"/>
                    <a:pt x="1948952" y="605646"/>
                  </a:cubicBezTo>
                  <a:cubicBezTo>
                    <a:pt x="1949479" y="604281"/>
                    <a:pt x="1949722" y="602831"/>
                    <a:pt x="1949665" y="601381"/>
                  </a:cubicBezTo>
                  <a:close/>
                  <a:moveTo>
                    <a:pt x="632036" y="408582"/>
                  </a:moveTo>
                  <a:cubicBezTo>
                    <a:pt x="666341" y="405013"/>
                    <a:pt x="697068" y="429824"/>
                    <a:pt x="700732" y="464033"/>
                  </a:cubicBezTo>
                  <a:cubicBezTo>
                    <a:pt x="701600" y="471611"/>
                    <a:pt x="701020" y="479275"/>
                    <a:pt x="699022" y="486640"/>
                  </a:cubicBezTo>
                  <a:cubicBezTo>
                    <a:pt x="690202" y="519896"/>
                    <a:pt x="656034" y="539716"/>
                    <a:pt x="622705" y="530915"/>
                  </a:cubicBezTo>
                  <a:cubicBezTo>
                    <a:pt x="597665" y="524304"/>
                    <a:pt x="579316" y="502948"/>
                    <a:pt x="576594" y="477256"/>
                  </a:cubicBezTo>
                  <a:cubicBezTo>
                    <a:pt x="575880" y="469678"/>
                    <a:pt x="576459" y="462028"/>
                    <a:pt x="578304" y="454649"/>
                  </a:cubicBezTo>
                  <a:cubicBezTo>
                    <a:pt x="585077" y="429767"/>
                    <a:pt x="606363" y="411525"/>
                    <a:pt x="632036" y="408582"/>
                  </a:cubicBezTo>
                  <a:close/>
                  <a:moveTo>
                    <a:pt x="695886" y="464033"/>
                  </a:moveTo>
                  <a:cubicBezTo>
                    <a:pt x="692715" y="432312"/>
                    <a:pt x="664366" y="409151"/>
                    <a:pt x="632566" y="412322"/>
                  </a:cubicBezTo>
                  <a:cubicBezTo>
                    <a:pt x="600766" y="415478"/>
                    <a:pt x="577558" y="443772"/>
                    <a:pt x="580729" y="475493"/>
                  </a:cubicBezTo>
                  <a:cubicBezTo>
                    <a:pt x="583900" y="507214"/>
                    <a:pt x="612249" y="530361"/>
                    <a:pt x="644049" y="527204"/>
                  </a:cubicBezTo>
                  <a:cubicBezTo>
                    <a:pt x="667966" y="524816"/>
                    <a:pt x="687918" y="507939"/>
                    <a:pt x="694176" y="484792"/>
                  </a:cubicBezTo>
                  <a:cubicBezTo>
                    <a:pt x="696022" y="478038"/>
                    <a:pt x="696602" y="471000"/>
                    <a:pt x="695886" y="464033"/>
                  </a:cubicBezTo>
                  <a:close/>
                  <a:moveTo>
                    <a:pt x="634031" y="426497"/>
                  </a:moveTo>
                  <a:cubicBezTo>
                    <a:pt x="658137" y="424009"/>
                    <a:pt x="679730" y="441412"/>
                    <a:pt x="682347" y="465455"/>
                  </a:cubicBezTo>
                  <a:cubicBezTo>
                    <a:pt x="682975" y="470787"/>
                    <a:pt x="682587" y="476190"/>
                    <a:pt x="681206" y="481379"/>
                  </a:cubicBezTo>
                  <a:cubicBezTo>
                    <a:pt x="676475" y="498924"/>
                    <a:pt x="661406" y="511749"/>
                    <a:pt x="643295" y="513655"/>
                  </a:cubicBezTo>
                  <a:cubicBezTo>
                    <a:pt x="631725" y="515034"/>
                    <a:pt x="620091" y="511650"/>
                    <a:pt x="611085" y="504270"/>
                  </a:cubicBezTo>
                  <a:cubicBezTo>
                    <a:pt x="602015" y="496977"/>
                    <a:pt x="596221" y="486398"/>
                    <a:pt x="594980" y="474839"/>
                  </a:cubicBezTo>
                  <a:cubicBezTo>
                    <a:pt x="594398" y="469493"/>
                    <a:pt x="594833" y="464090"/>
                    <a:pt x="596262" y="458915"/>
                  </a:cubicBezTo>
                  <a:cubicBezTo>
                    <a:pt x="601110" y="441554"/>
                    <a:pt x="616069" y="428886"/>
                    <a:pt x="634031" y="426924"/>
                  </a:cubicBezTo>
                  <a:close/>
                  <a:moveTo>
                    <a:pt x="676788" y="466024"/>
                  </a:moveTo>
                  <a:cubicBezTo>
                    <a:pt x="675745" y="444540"/>
                    <a:pt x="657436" y="427962"/>
                    <a:pt x="635894" y="429000"/>
                  </a:cubicBezTo>
                  <a:cubicBezTo>
                    <a:pt x="614351" y="430037"/>
                    <a:pt x="597733" y="448294"/>
                    <a:pt x="598777" y="469791"/>
                  </a:cubicBezTo>
                  <a:cubicBezTo>
                    <a:pt x="598849" y="471299"/>
                    <a:pt x="599009" y="472791"/>
                    <a:pt x="599255" y="474270"/>
                  </a:cubicBezTo>
                  <a:cubicBezTo>
                    <a:pt x="601499" y="495583"/>
                    <a:pt x="620642" y="511053"/>
                    <a:pt x="642012" y="508820"/>
                  </a:cubicBezTo>
                  <a:cubicBezTo>
                    <a:pt x="663303" y="506432"/>
                    <a:pt x="678726" y="487436"/>
                    <a:pt x="676646" y="466166"/>
                  </a:cubicBezTo>
                  <a:close/>
                  <a:moveTo>
                    <a:pt x="2129387" y="409151"/>
                  </a:moveTo>
                  <a:cubicBezTo>
                    <a:pt x="2151321" y="406905"/>
                    <a:pt x="2170961" y="422701"/>
                    <a:pt x="2173426" y="444554"/>
                  </a:cubicBezTo>
                  <a:cubicBezTo>
                    <a:pt x="2173883" y="449317"/>
                    <a:pt x="2173498" y="454137"/>
                    <a:pt x="2172286" y="458772"/>
                  </a:cubicBezTo>
                  <a:cubicBezTo>
                    <a:pt x="2166414" y="480043"/>
                    <a:pt x="2144366" y="492541"/>
                    <a:pt x="2123030" y="486683"/>
                  </a:cubicBezTo>
                  <a:cubicBezTo>
                    <a:pt x="2107324" y="482360"/>
                    <a:pt x="2095794" y="468952"/>
                    <a:pt x="2093899" y="452801"/>
                  </a:cubicBezTo>
                  <a:cubicBezTo>
                    <a:pt x="2093414" y="448038"/>
                    <a:pt x="2093742" y="443232"/>
                    <a:pt x="2094896" y="438583"/>
                  </a:cubicBezTo>
                  <a:cubicBezTo>
                    <a:pt x="2099571" y="422658"/>
                    <a:pt x="2113538" y="411213"/>
                    <a:pt x="2130099" y="409720"/>
                  </a:cubicBezTo>
                  <a:close/>
                  <a:moveTo>
                    <a:pt x="2168438" y="445123"/>
                  </a:moveTo>
                  <a:cubicBezTo>
                    <a:pt x="2166357" y="425914"/>
                    <a:pt x="2149069" y="412037"/>
                    <a:pt x="2129814" y="414113"/>
                  </a:cubicBezTo>
                  <a:cubicBezTo>
                    <a:pt x="2110559" y="416189"/>
                    <a:pt x="2096635" y="433436"/>
                    <a:pt x="2098730" y="452644"/>
                  </a:cubicBezTo>
                  <a:cubicBezTo>
                    <a:pt x="2100811" y="471853"/>
                    <a:pt x="2118099" y="485730"/>
                    <a:pt x="2137354" y="483654"/>
                  </a:cubicBezTo>
                  <a:cubicBezTo>
                    <a:pt x="2137354" y="483654"/>
                    <a:pt x="2137368" y="483654"/>
                    <a:pt x="2137368" y="483654"/>
                  </a:cubicBezTo>
                  <a:cubicBezTo>
                    <a:pt x="2151763" y="481991"/>
                    <a:pt x="2163678" y="471739"/>
                    <a:pt x="2167441" y="457777"/>
                  </a:cubicBezTo>
                  <a:cubicBezTo>
                    <a:pt x="2168723" y="453881"/>
                    <a:pt x="2169308" y="449786"/>
                    <a:pt x="2169151" y="445692"/>
                  </a:cubicBezTo>
                  <a:close/>
                  <a:moveTo>
                    <a:pt x="2131382" y="427635"/>
                  </a:moveTo>
                  <a:cubicBezTo>
                    <a:pt x="2143041" y="426398"/>
                    <a:pt x="2153502" y="434829"/>
                    <a:pt x="2154742" y="446459"/>
                  </a:cubicBezTo>
                  <a:cubicBezTo>
                    <a:pt x="2154756" y="446488"/>
                    <a:pt x="2154756" y="446516"/>
                    <a:pt x="2154756" y="446545"/>
                  </a:cubicBezTo>
                  <a:cubicBezTo>
                    <a:pt x="2155255" y="449132"/>
                    <a:pt x="2155255" y="451777"/>
                    <a:pt x="2154756" y="454365"/>
                  </a:cubicBezTo>
                  <a:cubicBezTo>
                    <a:pt x="2151920" y="465711"/>
                    <a:pt x="2140390" y="472621"/>
                    <a:pt x="2129016" y="469791"/>
                  </a:cubicBezTo>
                  <a:cubicBezTo>
                    <a:pt x="2120223" y="467602"/>
                    <a:pt x="2113795" y="460095"/>
                    <a:pt x="2112997" y="451094"/>
                  </a:cubicBezTo>
                  <a:cubicBezTo>
                    <a:pt x="2112498" y="448564"/>
                    <a:pt x="2112498" y="445948"/>
                    <a:pt x="2112997" y="443417"/>
                  </a:cubicBezTo>
                  <a:cubicBezTo>
                    <a:pt x="2115619" y="434900"/>
                    <a:pt x="2123201" y="428872"/>
                    <a:pt x="2132095" y="428203"/>
                  </a:cubicBezTo>
                  <a:close/>
                  <a:moveTo>
                    <a:pt x="2149910" y="447113"/>
                  </a:moveTo>
                  <a:cubicBezTo>
                    <a:pt x="2148827" y="438142"/>
                    <a:pt x="2140675" y="431758"/>
                    <a:pt x="2131681" y="432824"/>
                  </a:cubicBezTo>
                  <a:cubicBezTo>
                    <a:pt x="2125083" y="433620"/>
                    <a:pt x="2119624" y="438312"/>
                    <a:pt x="2117842" y="444696"/>
                  </a:cubicBezTo>
                  <a:cubicBezTo>
                    <a:pt x="2117415" y="446616"/>
                    <a:pt x="2117415" y="448606"/>
                    <a:pt x="2117842" y="450526"/>
                  </a:cubicBezTo>
                  <a:cubicBezTo>
                    <a:pt x="2118883" y="459384"/>
                    <a:pt x="2126907" y="465739"/>
                    <a:pt x="2135800" y="464744"/>
                  </a:cubicBezTo>
                  <a:cubicBezTo>
                    <a:pt x="2142556" y="464061"/>
                    <a:pt x="2148214" y="459327"/>
                    <a:pt x="2150053" y="452801"/>
                  </a:cubicBezTo>
                  <a:cubicBezTo>
                    <a:pt x="2150452" y="451123"/>
                    <a:pt x="2150637" y="449403"/>
                    <a:pt x="2150623" y="447682"/>
                  </a:cubicBezTo>
                  <a:close/>
                  <a:moveTo>
                    <a:pt x="2239700" y="1158022"/>
                  </a:moveTo>
                  <a:cubicBezTo>
                    <a:pt x="2250232" y="1156813"/>
                    <a:pt x="2260822" y="1159884"/>
                    <a:pt x="2269060" y="1166553"/>
                  </a:cubicBezTo>
                  <a:cubicBezTo>
                    <a:pt x="2277183" y="1173278"/>
                    <a:pt x="2282314" y="1182946"/>
                    <a:pt x="2283312" y="1193425"/>
                  </a:cubicBezTo>
                  <a:cubicBezTo>
                    <a:pt x="2283825" y="1198188"/>
                    <a:pt x="2283426" y="1203022"/>
                    <a:pt x="2282172" y="1207643"/>
                  </a:cubicBezTo>
                  <a:cubicBezTo>
                    <a:pt x="2276699" y="1228942"/>
                    <a:pt x="2254964" y="1241795"/>
                    <a:pt x="2233614" y="1236335"/>
                  </a:cubicBezTo>
                  <a:cubicBezTo>
                    <a:pt x="2217310" y="1232169"/>
                    <a:pt x="2205380" y="1218250"/>
                    <a:pt x="2203784" y="1201529"/>
                  </a:cubicBezTo>
                  <a:cubicBezTo>
                    <a:pt x="2203257" y="1196766"/>
                    <a:pt x="2203642" y="1191932"/>
                    <a:pt x="2204924" y="1187311"/>
                  </a:cubicBezTo>
                  <a:cubicBezTo>
                    <a:pt x="2209599" y="1171316"/>
                    <a:pt x="2223752" y="1159913"/>
                    <a:pt x="2240413" y="1158733"/>
                  </a:cubicBezTo>
                  <a:close/>
                  <a:moveTo>
                    <a:pt x="2278751" y="1193851"/>
                  </a:moveTo>
                  <a:cubicBezTo>
                    <a:pt x="2276557" y="1174657"/>
                    <a:pt x="2259183" y="1160865"/>
                    <a:pt x="2239956" y="1163055"/>
                  </a:cubicBezTo>
                  <a:cubicBezTo>
                    <a:pt x="2225647" y="1164676"/>
                    <a:pt x="2213789" y="1174856"/>
                    <a:pt x="2210055" y="1188733"/>
                  </a:cubicBezTo>
                  <a:cubicBezTo>
                    <a:pt x="2208986" y="1192856"/>
                    <a:pt x="2208701" y="1197150"/>
                    <a:pt x="2209200" y="1201387"/>
                  </a:cubicBezTo>
                  <a:cubicBezTo>
                    <a:pt x="2211295" y="1220525"/>
                    <a:pt x="2228483" y="1234373"/>
                    <a:pt x="2247681" y="1232382"/>
                  </a:cubicBezTo>
                  <a:cubicBezTo>
                    <a:pt x="2266722" y="1230563"/>
                    <a:pt x="2280675" y="1213686"/>
                    <a:pt x="2278837" y="1194690"/>
                  </a:cubicBezTo>
                  <a:cubicBezTo>
                    <a:pt x="2278808" y="1194406"/>
                    <a:pt x="2278780" y="1194136"/>
                    <a:pt x="2278751" y="1193851"/>
                  </a:cubicBezTo>
                  <a:close/>
                  <a:moveTo>
                    <a:pt x="2464032" y="726216"/>
                  </a:moveTo>
                  <a:cubicBezTo>
                    <a:pt x="2477016" y="724737"/>
                    <a:pt x="2488731" y="734050"/>
                    <a:pt x="2490213" y="747003"/>
                  </a:cubicBezTo>
                  <a:cubicBezTo>
                    <a:pt x="2490228" y="747131"/>
                    <a:pt x="2490242" y="747273"/>
                    <a:pt x="2490256" y="747401"/>
                  </a:cubicBezTo>
                  <a:cubicBezTo>
                    <a:pt x="2490826" y="750216"/>
                    <a:pt x="2490826" y="753117"/>
                    <a:pt x="2490256" y="755932"/>
                  </a:cubicBezTo>
                  <a:cubicBezTo>
                    <a:pt x="2487819" y="765472"/>
                    <a:pt x="2479695" y="772510"/>
                    <a:pt x="2469875" y="773563"/>
                  </a:cubicBezTo>
                  <a:cubicBezTo>
                    <a:pt x="2463576" y="774302"/>
                    <a:pt x="2457248" y="772453"/>
                    <a:pt x="2452345" y="768444"/>
                  </a:cubicBezTo>
                  <a:cubicBezTo>
                    <a:pt x="2447356" y="764477"/>
                    <a:pt x="2444178" y="758690"/>
                    <a:pt x="2443509" y="752377"/>
                  </a:cubicBezTo>
                  <a:cubicBezTo>
                    <a:pt x="2443010" y="749505"/>
                    <a:pt x="2443010" y="746576"/>
                    <a:pt x="2443509" y="743704"/>
                  </a:cubicBezTo>
                  <a:cubicBezTo>
                    <a:pt x="2446487" y="734008"/>
                    <a:pt x="2455295" y="727268"/>
                    <a:pt x="2465457" y="726927"/>
                  </a:cubicBezTo>
                  <a:close/>
                  <a:moveTo>
                    <a:pt x="2485410" y="747828"/>
                  </a:moveTo>
                  <a:cubicBezTo>
                    <a:pt x="2484299" y="737519"/>
                    <a:pt x="2475020" y="730069"/>
                    <a:pt x="2464687" y="731178"/>
                  </a:cubicBezTo>
                  <a:cubicBezTo>
                    <a:pt x="2464659" y="731192"/>
                    <a:pt x="2464630" y="731192"/>
                    <a:pt x="2464602" y="731192"/>
                  </a:cubicBezTo>
                  <a:cubicBezTo>
                    <a:pt x="2456692" y="732031"/>
                    <a:pt x="2450136" y="737704"/>
                    <a:pt x="2448212" y="745410"/>
                  </a:cubicBezTo>
                  <a:cubicBezTo>
                    <a:pt x="2447784" y="747671"/>
                    <a:pt x="2447784" y="749974"/>
                    <a:pt x="2448212" y="752235"/>
                  </a:cubicBezTo>
                  <a:cubicBezTo>
                    <a:pt x="2448682" y="757240"/>
                    <a:pt x="2451148" y="761847"/>
                    <a:pt x="2455053" y="765032"/>
                  </a:cubicBezTo>
                  <a:cubicBezTo>
                    <a:pt x="2463333" y="771544"/>
                    <a:pt x="2475348" y="770136"/>
                    <a:pt x="2481876" y="761875"/>
                  </a:cubicBezTo>
                  <a:cubicBezTo>
                    <a:pt x="2483429" y="759899"/>
                    <a:pt x="2484584" y="757638"/>
                    <a:pt x="2485268" y="755221"/>
                  </a:cubicBezTo>
                  <a:cubicBezTo>
                    <a:pt x="2486137" y="753046"/>
                    <a:pt x="2486665" y="750742"/>
                    <a:pt x="2486836" y="748396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1589651" y="1099869"/>
                  </a:moveTo>
                  <a:cubicBezTo>
                    <a:pt x="1607680" y="1098035"/>
                    <a:pt x="1623828" y="1111045"/>
                    <a:pt x="1625851" y="1129017"/>
                  </a:cubicBezTo>
                  <a:cubicBezTo>
                    <a:pt x="1627947" y="1146860"/>
                    <a:pt x="1615219" y="1163055"/>
                    <a:pt x="1597347" y="1165273"/>
                  </a:cubicBezTo>
                  <a:cubicBezTo>
                    <a:pt x="1579232" y="1167107"/>
                    <a:pt x="1563027" y="1154040"/>
                    <a:pt x="1561003" y="1135983"/>
                  </a:cubicBezTo>
                  <a:cubicBezTo>
                    <a:pt x="1560547" y="1131974"/>
                    <a:pt x="1560889" y="1127922"/>
                    <a:pt x="1562001" y="1124040"/>
                  </a:cubicBezTo>
                  <a:cubicBezTo>
                    <a:pt x="1565365" y="1111258"/>
                    <a:pt x="1576097" y="1101732"/>
                    <a:pt x="1589223" y="1099869"/>
                  </a:cubicBezTo>
                  <a:close/>
                  <a:moveTo>
                    <a:pt x="1621006" y="1129585"/>
                  </a:moveTo>
                  <a:cubicBezTo>
                    <a:pt x="1620165" y="1122234"/>
                    <a:pt x="1616488" y="1115509"/>
                    <a:pt x="1610744" y="1110817"/>
                  </a:cubicBezTo>
                  <a:cubicBezTo>
                    <a:pt x="1604943" y="1106125"/>
                    <a:pt x="1597489" y="1103964"/>
                    <a:pt x="1590078" y="1104846"/>
                  </a:cubicBezTo>
                  <a:cubicBezTo>
                    <a:pt x="1574386" y="1106125"/>
                    <a:pt x="1562714" y="1119846"/>
                    <a:pt x="1563982" y="1135500"/>
                  </a:cubicBezTo>
                  <a:cubicBezTo>
                    <a:pt x="1565265" y="1151154"/>
                    <a:pt x="1579033" y="1162813"/>
                    <a:pt x="1594725" y="1161534"/>
                  </a:cubicBezTo>
                  <a:cubicBezTo>
                    <a:pt x="1607053" y="1160524"/>
                    <a:pt x="1617329" y="1151695"/>
                    <a:pt x="1620151" y="1139680"/>
                  </a:cubicBezTo>
                  <a:cubicBezTo>
                    <a:pt x="1620863" y="1136367"/>
                    <a:pt x="1621006" y="1132955"/>
                    <a:pt x="1620578" y="1129585"/>
                  </a:cubicBezTo>
                  <a:close/>
                  <a:moveTo>
                    <a:pt x="2410015" y="209528"/>
                  </a:moveTo>
                  <a:cubicBezTo>
                    <a:pt x="2428159" y="207623"/>
                    <a:pt x="2444421" y="220732"/>
                    <a:pt x="2446359" y="238817"/>
                  </a:cubicBezTo>
                  <a:cubicBezTo>
                    <a:pt x="2446815" y="242827"/>
                    <a:pt x="2446473" y="246879"/>
                    <a:pt x="2445361" y="250761"/>
                  </a:cubicBezTo>
                  <a:cubicBezTo>
                    <a:pt x="2440701" y="268292"/>
                    <a:pt x="2422672" y="278742"/>
                    <a:pt x="2405098" y="274078"/>
                  </a:cubicBezTo>
                  <a:cubicBezTo>
                    <a:pt x="2391901" y="270595"/>
                    <a:pt x="2382238" y="259334"/>
                    <a:pt x="2380798" y="245784"/>
                  </a:cubicBezTo>
                  <a:cubicBezTo>
                    <a:pt x="2380356" y="241789"/>
                    <a:pt x="2380656" y="237737"/>
                    <a:pt x="2381653" y="233841"/>
                  </a:cubicBezTo>
                  <a:lnTo>
                    <a:pt x="2381653" y="233841"/>
                  </a:lnTo>
                  <a:cubicBezTo>
                    <a:pt x="2385159" y="220675"/>
                    <a:pt x="2396433" y="211007"/>
                    <a:pt x="2410015" y="209528"/>
                  </a:cubicBezTo>
                  <a:close/>
                  <a:moveTo>
                    <a:pt x="2441371" y="239244"/>
                  </a:moveTo>
                  <a:cubicBezTo>
                    <a:pt x="2440530" y="231893"/>
                    <a:pt x="2436853" y="225168"/>
                    <a:pt x="2431109" y="220476"/>
                  </a:cubicBezTo>
                  <a:cubicBezTo>
                    <a:pt x="2425351" y="215812"/>
                    <a:pt x="2417954" y="213651"/>
                    <a:pt x="2410585" y="214504"/>
                  </a:cubicBezTo>
                  <a:cubicBezTo>
                    <a:pt x="2399112" y="215869"/>
                    <a:pt x="2389592" y="224016"/>
                    <a:pt x="2386499" y="235121"/>
                  </a:cubicBezTo>
                  <a:lnTo>
                    <a:pt x="2386499" y="235121"/>
                  </a:lnTo>
                  <a:cubicBezTo>
                    <a:pt x="2385573" y="238405"/>
                    <a:pt x="2385288" y="241832"/>
                    <a:pt x="2385644" y="245216"/>
                  </a:cubicBezTo>
                  <a:cubicBezTo>
                    <a:pt x="2388409" y="260671"/>
                    <a:pt x="2403217" y="270979"/>
                    <a:pt x="2418709" y="268220"/>
                  </a:cubicBezTo>
                  <a:cubicBezTo>
                    <a:pt x="2428886" y="266401"/>
                    <a:pt x="2437294" y="259235"/>
                    <a:pt x="2440658" y="249481"/>
                  </a:cubicBezTo>
                  <a:cubicBezTo>
                    <a:pt x="2441542" y="246140"/>
                    <a:pt x="2441784" y="242670"/>
                    <a:pt x="2441371" y="239244"/>
                  </a:cubicBezTo>
                  <a:close/>
                  <a:moveTo>
                    <a:pt x="1194576" y="542517"/>
                  </a:moveTo>
                  <a:cubicBezTo>
                    <a:pt x="1203255" y="541550"/>
                    <a:pt x="1211964" y="544067"/>
                    <a:pt x="1218805" y="549484"/>
                  </a:cubicBezTo>
                  <a:cubicBezTo>
                    <a:pt x="1225632" y="554972"/>
                    <a:pt x="1229950" y="562963"/>
                    <a:pt x="1230777" y="571665"/>
                  </a:cubicBezTo>
                  <a:cubicBezTo>
                    <a:pt x="1231204" y="575660"/>
                    <a:pt x="1230919" y="579712"/>
                    <a:pt x="1229921" y="583608"/>
                  </a:cubicBezTo>
                  <a:cubicBezTo>
                    <a:pt x="1225047" y="601167"/>
                    <a:pt x="1206818" y="611447"/>
                    <a:pt x="1189231" y="606584"/>
                  </a:cubicBezTo>
                  <a:cubicBezTo>
                    <a:pt x="1176276" y="603001"/>
                    <a:pt x="1166784" y="591954"/>
                    <a:pt x="1165216" y="578631"/>
                  </a:cubicBezTo>
                  <a:cubicBezTo>
                    <a:pt x="1164831" y="574622"/>
                    <a:pt x="1165173" y="570584"/>
                    <a:pt x="1166214" y="566688"/>
                  </a:cubicBezTo>
                  <a:lnTo>
                    <a:pt x="1166214" y="566688"/>
                  </a:lnTo>
                  <a:cubicBezTo>
                    <a:pt x="1169734" y="553551"/>
                    <a:pt x="1181022" y="543939"/>
                    <a:pt x="1194576" y="542517"/>
                  </a:cubicBezTo>
                  <a:close/>
                  <a:moveTo>
                    <a:pt x="1225931" y="572233"/>
                  </a:moveTo>
                  <a:cubicBezTo>
                    <a:pt x="1224064" y="557020"/>
                    <a:pt x="1210453" y="546015"/>
                    <a:pt x="1195146" y="547352"/>
                  </a:cubicBezTo>
                  <a:cubicBezTo>
                    <a:pt x="1183616" y="548660"/>
                    <a:pt x="1174038" y="556821"/>
                    <a:pt x="1170917" y="567968"/>
                  </a:cubicBezTo>
                  <a:lnTo>
                    <a:pt x="1170917" y="567968"/>
                  </a:lnTo>
                  <a:cubicBezTo>
                    <a:pt x="1170275" y="571309"/>
                    <a:pt x="1170275" y="574722"/>
                    <a:pt x="1170917" y="578063"/>
                  </a:cubicBezTo>
                  <a:cubicBezTo>
                    <a:pt x="1173824" y="593504"/>
                    <a:pt x="1188732" y="603656"/>
                    <a:pt x="1204196" y="600755"/>
                  </a:cubicBezTo>
                  <a:cubicBezTo>
                    <a:pt x="1214173" y="598878"/>
                    <a:pt x="1222396" y="591869"/>
                    <a:pt x="1225788" y="582328"/>
                  </a:cubicBezTo>
                  <a:cubicBezTo>
                    <a:pt x="1226472" y="579001"/>
                    <a:pt x="1226529" y="575575"/>
                    <a:pt x="1225931" y="572233"/>
                  </a:cubicBezTo>
                  <a:close/>
                  <a:moveTo>
                    <a:pt x="1196428" y="559437"/>
                  </a:moveTo>
                  <a:cubicBezTo>
                    <a:pt x="1200576" y="559039"/>
                    <a:pt x="1204709" y="560262"/>
                    <a:pt x="1207973" y="562849"/>
                  </a:cubicBezTo>
                  <a:cubicBezTo>
                    <a:pt x="1211222" y="565522"/>
                    <a:pt x="1213318" y="569347"/>
                    <a:pt x="1213816" y="573513"/>
                  </a:cubicBezTo>
                  <a:cubicBezTo>
                    <a:pt x="1214173" y="575390"/>
                    <a:pt x="1214173" y="577323"/>
                    <a:pt x="1213816" y="579200"/>
                  </a:cubicBezTo>
                  <a:cubicBezTo>
                    <a:pt x="1212063" y="585726"/>
                    <a:pt x="1206334" y="590418"/>
                    <a:pt x="1199564" y="590859"/>
                  </a:cubicBezTo>
                  <a:cubicBezTo>
                    <a:pt x="1195417" y="591257"/>
                    <a:pt x="1191283" y="590034"/>
                    <a:pt x="1188020" y="587447"/>
                  </a:cubicBezTo>
                  <a:cubicBezTo>
                    <a:pt x="1184727" y="584816"/>
                    <a:pt x="1182618" y="580978"/>
                    <a:pt x="1182176" y="576783"/>
                  </a:cubicBezTo>
                  <a:cubicBezTo>
                    <a:pt x="1181891" y="574892"/>
                    <a:pt x="1181891" y="572987"/>
                    <a:pt x="1182176" y="571096"/>
                  </a:cubicBezTo>
                  <a:lnTo>
                    <a:pt x="1182176" y="571096"/>
                  </a:lnTo>
                  <a:cubicBezTo>
                    <a:pt x="1183972" y="564584"/>
                    <a:pt x="1189687" y="559920"/>
                    <a:pt x="1196428" y="559437"/>
                  </a:cubicBezTo>
                  <a:close/>
                  <a:moveTo>
                    <a:pt x="1208828" y="573655"/>
                  </a:moveTo>
                  <a:cubicBezTo>
                    <a:pt x="1208529" y="570797"/>
                    <a:pt x="1207089" y="568181"/>
                    <a:pt x="1204837" y="566404"/>
                  </a:cubicBezTo>
                  <a:cubicBezTo>
                    <a:pt x="1202571" y="564655"/>
                    <a:pt x="1199707" y="563845"/>
                    <a:pt x="1196856" y="564129"/>
                  </a:cubicBezTo>
                  <a:cubicBezTo>
                    <a:pt x="1192424" y="564627"/>
                    <a:pt x="1188746" y="567783"/>
                    <a:pt x="1187592" y="572091"/>
                  </a:cubicBezTo>
                  <a:lnTo>
                    <a:pt x="1187592" y="572091"/>
                  </a:lnTo>
                  <a:cubicBezTo>
                    <a:pt x="1187378" y="573413"/>
                    <a:pt x="1187378" y="574750"/>
                    <a:pt x="1187592" y="576072"/>
                  </a:cubicBezTo>
                  <a:cubicBezTo>
                    <a:pt x="1187891" y="578930"/>
                    <a:pt x="1189331" y="581546"/>
                    <a:pt x="1191583" y="583323"/>
                  </a:cubicBezTo>
                  <a:cubicBezTo>
                    <a:pt x="1196257" y="587049"/>
                    <a:pt x="1203070" y="586295"/>
                    <a:pt x="1206804" y="581646"/>
                  </a:cubicBezTo>
                  <a:cubicBezTo>
                    <a:pt x="1207759" y="580466"/>
                    <a:pt x="1208443" y="579101"/>
                    <a:pt x="1208828" y="577636"/>
                  </a:cubicBezTo>
                  <a:cubicBezTo>
                    <a:pt x="1209013" y="576414"/>
                    <a:pt x="1209013" y="575162"/>
                    <a:pt x="1208828" y="573939"/>
                  </a:cubicBezTo>
                  <a:close/>
                  <a:moveTo>
                    <a:pt x="317914" y="754652"/>
                  </a:moveTo>
                  <a:cubicBezTo>
                    <a:pt x="335909" y="752676"/>
                    <a:pt x="352106" y="765614"/>
                    <a:pt x="354091" y="783572"/>
                  </a:cubicBezTo>
                  <a:cubicBezTo>
                    <a:pt x="354099" y="783643"/>
                    <a:pt x="354108" y="783728"/>
                    <a:pt x="354115" y="783800"/>
                  </a:cubicBezTo>
                  <a:cubicBezTo>
                    <a:pt x="354550" y="787795"/>
                    <a:pt x="354260" y="791847"/>
                    <a:pt x="353260" y="795743"/>
                  </a:cubicBezTo>
                  <a:cubicBezTo>
                    <a:pt x="348818" y="813331"/>
                    <a:pt x="330922" y="823994"/>
                    <a:pt x="313291" y="819572"/>
                  </a:cubicBezTo>
                  <a:cubicBezTo>
                    <a:pt x="299761" y="816160"/>
                    <a:pt x="289850" y="804629"/>
                    <a:pt x="288554" y="790766"/>
                  </a:cubicBezTo>
                  <a:cubicBezTo>
                    <a:pt x="288105" y="786757"/>
                    <a:pt x="288443" y="782705"/>
                    <a:pt x="289552" y="778823"/>
                  </a:cubicBezTo>
                  <a:lnTo>
                    <a:pt x="289552" y="778823"/>
                  </a:lnTo>
                  <a:cubicBezTo>
                    <a:pt x="293078" y="765686"/>
                    <a:pt x="304356" y="756074"/>
                    <a:pt x="317914" y="754652"/>
                  </a:cubicBezTo>
                  <a:close/>
                  <a:moveTo>
                    <a:pt x="349269" y="784368"/>
                  </a:moveTo>
                  <a:cubicBezTo>
                    <a:pt x="348426" y="777017"/>
                    <a:pt x="344746" y="770292"/>
                    <a:pt x="339008" y="765600"/>
                  </a:cubicBezTo>
                  <a:cubicBezTo>
                    <a:pt x="326570" y="755975"/>
                    <a:pt x="308663" y="758221"/>
                    <a:pt x="299013" y="770633"/>
                  </a:cubicBezTo>
                  <a:cubicBezTo>
                    <a:pt x="296878" y="773378"/>
                    <a:pt x="295266" y="776491"/>
                    <a:pt x="294255" y="779819"/>
                  </a:cubicBezTo>
                  <a:cubicBezTo>
                    <a:pt x="287471" y="793994"/>
                    <a:pt x="293488" y="810970"/>
                    <a:pt x="307694" y="817738"/>
                  </a:cubicBezTo>
                  <a:cubicBezTo>
                    <a:pt x="321901" y="824506"/>
                    <a:pt x="338916" y="818492"/>
                    <a:pt x="345701" y="804331"/>
                  </a:cubicBezTo>
                  <a:cubicBezTo>
                    <a:pt x="347245" y="801103"/>
                    <a:pt x="348166" y="797605"/>
                    <a:pt x="348414" y="794037"/>
                  </a:cubicBezTo>
                  <a:cubicBezTo>
                    <a:pt x="349285" y="790894"/>
                    <a:pt x="349574" y="787610"/>
                    <a:pt x="349269" y="784368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551082" y="326543"/>
                  </a:moveTo>
                  <a:cubicBezTo>
                    <a:pt x="558377" y="319164"/>
                    <a:pt x="570289" y="319079"/>
                    <a:pt x="577687" y="326359"/>
                  </a:cubicBezTo>
                  <a:cubicBezTo>
                    <a:pt x="577751" y="326415"/>
                    <a:pt x="577814" y="326487"/>
                    <a:pt x="577877" y="326543"/>
                  </a:cubicBezTo>
                  <a:cubicBezTo>
                    <a:pt x="582418" y="331321"/>
                    <a:pt x="584145" y="338103"/>
                    <a:pt x="582438" y="344458"/>
                  </a:cubicBezTo>
                  <a:cubicBezTo>
                    <a:pt x="581538" y="347871"/>
                    <a:pt x="579714" y="350970"/>
                    <a:pt x="577164" y="353416"/>
                  </a:cubicBezTo>
                  <a:cubicBezTo>
                    <a:pt x="573526" y="356871"/>
                    <a:pt x="568644" y="358719"/>
                    <a:pt x="563625" y="358534"/>
                  </a:cubicBezTo>
                  <a:cubicBezTo>
                    <a:pt x="553158" y="358307"/>
                    <a:pt x="544863" y="349648"/>
                    <a:pt x="545095" y="339212"/>
                  </a:cubicBezTo>
                  <a:cubicBezTo>
                    <a:pt x="545209" y="334122"/>
                    <a:pt x="547367" y="329302"/>
                    <a:pt x="551082" y="325833"/>
                  </a:cubicBezTo>
                  <a:close/>
                  <a:moveTo>
                    <a:pt x="574314" y="330667"/>
                  </a:moveTo>
                  <a:cubicBezTo>
                    <a:pt x="571741" y="327965"/>
                    <a:pt x="568210" y="326387"/>
                    <a:pt x="564480" y="326259"/>
                  </a:cubicBezTo>
                  <a:cubicBezTo>
                    <a:pt x="560781" y="326202"/>
                    <a:pt x="557204" y="327581"/>
                    <a:pt x="554503" y="330098"/>
                  </a:cubicBezTo>
                  <a:cubicBezTo>
                    <a:pt x="552526" y="331662"/>
                    <a:pt x="551001" y="333724"/>
                    <a:pt x="550085" y="336070"/>
                  </a:cubicBezTo>
                  <a:cubicBezTo>
                    <a:pt x="548838" y="340818"/>
                    <a:pt x="550130" y="345866"/>
                    <a:pt x="553505" y="349435"/>
                  </a:cubicBezTo>
                  <a:cubicBezTo>
                    <a:pt x="556102" y="352079"/>
                    <a:pt x="559630" y="353615"/>
                    <a:pt x="563339" y="353700"/>
                  </a:cubicBezTo>
                  <a:cubicBezTo>
                    <a:pt x="567038" y="353757"/>
                    <a:pt x="570617" y="352378"/>
                    <a:pt x="573316" y="349861"/>
                  </a:cubicBezTo>
                  <a:cubicBezTo>
                    <a:pt x="575277" y="348127"/>
                    <a:pt x="576668" y="345852"/>
                    <a:pt x="577307" y="343321"/>
                  </a:cubicBezTo>
                  <a:cubicBezTo>
                    <a:pt x="578414" y="338871"/>
                    <a:pt x="577300" y="334150"/>
                    <a:pt x="574314" y="330667"/>
                  </a:cubicBezTo>
                  <a:close/>
                  <a:moveTo>
                    <a:pt x="203753" y="2451306"/>
                  </a:moveTo>
                  <a:cubicBezTo>
                    <a:pt x="212264" y="2443258"/>
                    <a:pt x="225706" y="2443614"/>
                    <a:pt x="233774" y="2452102"/>
                  </a:cubicBezTo>
                  <a:cubicBezTo>
                    <a:pt x="233791" y="2452116"/>
                    <a:pt x="233808" y="2452145"/>
                    <a:pt x="233825" y="2452159"/>
                  </a:cubicBezTo>
                  <a:cubicBezTo>
                    <a:pt x="238864" y="2457519"/>
                    <a:pt x="240799" y="2465083"/>
                    <a:pt x="238956" y="2472206"/>
                  </a:cubicBezTo>
                  <a:cubicBezTo>
                    <a:pt x="237839" y="2475974"/>
                    <a:pt x="235779" y="2479401"/>
                    <a:pt x="232970" y="2482159"/>
                  </a:cubicBezTo>
                  <a:cubicBezTo>
                    <a:pt x="224524" y="2490277"/>
                    <a:pt x="211081" y="2490022"/>
                    <a:pt x="202943" y="2481605"/>
                  </a:cubicBezTo>
                  <a:cubicBezTo>
                    <a:pt x="197734" y="2476216"/>
                    <a:pt x="195766" y="2468481"/>
                    <a:pt x="197767" y="2461258"/>
                  </a:cubicBezTo>
                  <a:cubicBezTo>
                    <a:pt x="198576" y="2457490"/>
                    <a:pt x="200456" y="2454036"/>
                    <a:pt x="203183" y="2451306"/>
                  </a:cubicBezTo>
                  <a:close/>
                  <a:moveTo>
                    <a:pt x="230120" y="2455429"/>
                  </a:moveTo>
                  <a:cubicBezTo>
                    <a:pt x="223698" y="2449173"/>
                    <a:pt x="213453" y="2449173"/>
                    <a:pt x="207031" y="2455429"/>
                  </a:cubicBezTo>
                  <a:cubicBezTo>
                    <a:pt x="199969" y="2461074"/>
                    <a:pt x="198834" y="2471367"/>
                    <a:pt x="204497" y="2478420"/>
                  </a:cubicBezTo>
                  <a:cubicBezTo>
                    <a:pt x="210159" y="2485458"/>
                    <a:pt x="220475" y="2486595"/>
                    <a:pt x="227537" y="2480936"/>
                  </a:cubicBezTo>
                  <a:cubicBezTo>
                    <a:pt x="228261" y="2480368"/>
                    <a:pt x="228934" y="2479728"/>
                    <a:pt x="229550" y="2479031"/>
                  </a:cubicBezTo>
                  <a:cubicBezTo>
                    <a:pt x="231705" y="2476955"/>
                    <a:pt x="233277" y="2474367"/>
                    <a:pt x="234110" y="2471495"/>
                  </a:cubicBezTo>
                  <a:cubicBezTo>
                    <a:pt x="235653" y="2465709"/>
                    <a:pt x="233904" y="2459552"/>
                    <a:pt x="229550" y="2455429"/>
                  </a:cubicBezTo>
                  <a:close/>
                  <a:moveTo>
                    <a:pt x="239954" y="1641155"/>
                  </a:moveTo>
                  <a:cubicBezTo>
                    <a:pt x="248497" y="1633022"/>
                    <a:pt x="262029" y="1633335"/>
                    <a:pt x="270179" y="1641866"/>
                  </a:cubicBezTo>
                  <a:cubicBezTo>
                    <a:pt x="278330" y="1650382"/>
                    <a:pt x="278012" y="1663890"/>
                    <a:pt x="269469" y="1672022"/>
                  </a:cubicBezTo>
                  <a:cubicBezTo>
                    <a:pt x="260926" y="1680141"/>
                    <a:pt x="247394" y="1679828"/>
                    <a:pt x="239243" y="1671311"/>
                  </a:cubicBezTo>
                  <a:cubicBezTo>
                    <a:pt x="239194" y="1671255"/>
                    <a:pt x="239147" y="1671212"/>
                    <a:pt x="239099" y="1671155"/>
                  </a:cubicBezTo>
                  <a:cubicBezTo>
                    <a:pt x="233986" y="1665837"/>
                    <a:pt x="232040" y="1658231"/>
                    <a:pt x="233968" y="1651108"/>
                  </a:cubicBezTo>
                  <a:cubicBezTo>
                    <a:pt x="234860" y="1647368"/>
                    <a:pt x="236730" y="1643941"/>
                    <a:pt x="239384" y="1641155"/>
                  </a:cubicBezTo>
                  <a:close/>
                  <a:moveTo>
                    <a:pt x="266321" y="1645420"/>
                  </a:moveTo>
                  <a:cubicBezTo>
                    <a:pt x="260178" y="1638908"/>
                    <a:pt x="249911" y="1638595"/>
                    <a:pt x="243374" y="1644709"/>
                  </a:cubicBezTo>
                  <a:cubicBezTo>
                    <a:pt x="237958" y="1651946"/>
                    <a:pt x="239448" y="1662198"/>
                    <a:pt x="246701" y="1667586"/>
                  </a:cubicBezTo>
                  <a:cubicBezTo>
                    <a:pt x="252064" y="1671581"/>
                    <a:pt x="259323" y="1671923"/>
                    <a:pt x="265038" y="1668454"/>
                  </a:cubicBezTo>
                  <a:cubicBezTo>
                    <a:pt x="267294" y="1666406"/>
                    <a:pt x="268882" y="1663733"/>
                    <a:pt x="269599" y="1660776"/>
                  </a:cubicBezTo>
                  <a:cubicBezTo>
                    <a:pt x="271108" y="1655344"/>
                    <a:pt x="269647" y="1649515"/>
                    <a:pt x="265751" y="1645420"/>
                  </a:cubicBezTo>
                  <a:close/>
                  <a:moveTo>
                    <a:pt x="1141557" y="2254384"/>
                  </a:moveTo>
                  <a:cubicBezTo>
                    <a:pt x="1156294" y="2240322"/>
                    <a:pt x="1179653" y="2240834"/>
                    <a:pt x="1193749" y="2255536"/>
                  </a:cubicBezTo>
                  <a:cubicBezTo>
                    <a:pt x="1202700" y="2264863"/>
                    <a:pt x="1206092" y="2278185"/>
                    <a:pt x="1202700" y="2290640"/>
                  </a:cubicBezTo>
                  <a:cubicBezTo>
                    <a:pt x="1200904" y="2297195"/>
                    <a:pt x="1197369" y="2303153"/>
                    <a:pt x="1192438" y="2307844"/>
                  </a:cubicBezTo>
                  <a:cubicBezTo>
                    <a:pt x="1185326" y="2314627"/>
                    <a:pt x="1175763" y="2318266"/>
                    <a:pt x="1165928" y="2317940"/>
                  </a:cubicBezTo>
                  <a:cubicBezTo>
                    <a:pt x="1145476" y="2317356"/>
                    <a:pt x="1129363" y="2300337"/>
                    <a:pt x="1129950" y="2279920"/>
                  </a:cubicBezTo>
                  <a:cubicBezTo>
                    <a:pt x="1130031" y="2277105"/>
                    <a:pt x="1130434" y="2274318"/>
                    <a:pt x="1131153" y="2271588"/>
                  </a:cubicBezTo>
                  <a:cubicBezTo>
                    <a:pt x="1132835" y="2265076"/>
                    <a:pt x="1136227" y="2259147"/>
                    <a:pt x="1140987" y="2254384"/>
                  </a:cubicBezTo>
                  <a:close/>
                  <a:moveTo>
                    <a:pt x="1190158" y="2259076"/>
                  </a:moveTo>
                  <a:cubicBezTo>
                    <a:pt x="1177216" y="2247019"/>
                    <a:pt x="1156921" y="2247702"/>
                    <a:pt x="1144835" y="2260612"/>
                  </a:cubicBezTo>
                  <a:cubicBezTo>
                    <a:pt x="1133764" y="2272427"/>
                    <a:pt x="1133276" y="2290626"/>
                    <a:pt x="1143695" y="2303010"/>
                  </a:cubicBezTo>
                  <a:cubicBezTo>
                    <a:pt x="1149496" y="2309224"/>
                    <a:pt x="1157562" y="2312806"/>
                    <a:pt x="1166071" y="2312963"/>
                  </a:cubicBezTo>
                  <a:cubicBezTo>
                    <a:pt x="1174565" y="2313233"/>
                    <a:pt x="1182832" y="2310119"/>
                    <a:pt x="1189017" y="2304290"/>
                  </a:cubicBezTo>
                  <a:cubicBezTo>
                    <a:pt x="1193250" y="2300195"/>
                    <a:pt x="1196315" y="2295034"/>
                    <a:pt x="1197854" y="2289361"/>
                  </a:cubicBezTo>
                  <a:cubicBezTo>
                    <a:pt x="1200590" y="2278512"/>
                    <a:pt x="1197455" y="2267038"/>
                    <a:pt x="1189587" y="2259076"/>
                  </a:cubicBezTo>
                  <a:close/>
                  <a:moveTo>
                    <a:pt x="1403230" y="638206"/>
                  </a:moveTo>
                  <a:cubicBezTo>
                    <a:pt x="1418024" y="624272"/>
                    <a:pt x="1441298" y="624855"/>
                    <a:pt x="1455393" y="639485"/>
                  </a:cubicBezTo>
                  <a:cubicBezTo>
                    <a:pt x="1464301" y="648784"/>
                    <a:pt x="1467708" y="662035"/>
                    <a:pt x="1464373" y="674462"/>
                  </a:cubicBezTo>
                  <a:cubicBezTo>
                    <a:pt x="1462577" y="681016"/>
                    <a:pt x="1459042" y="686974"/>
                    <a:pt x="1454111" y="691666"/>
                  </a:cubicBezTo>
                  <a:cubicBezTo>
                    <a:pt x="1439260" y="705657"/>
                    <a:pt x="1415872" y="705017"/>
                    <a:pt x="1401805" y="690244"/>
                  </a:cubicBezTo>
                  <a:cubicBezTo>
                    <a:pt x="1387809" y="675471"/>
                    <a:pt x="1388436" y="652182"/>
                    <a:pt x="1403230" y="638206"/>
                  </a:cubicBezTo>
                  <a:close/>
                  <a:moveTo>
                    <a:pt x="1451830" y="642898"/>
                  </a:moveTo>
                  <a:cubicBezTo>
                    <a:pt x="1439802" y="630144"/>
                    <a:pt x="1419691" y="629518"/>
                    <a:pt x="1406907" y="641518"/>
                  </a:cubicBezTo>
                  <a:cubicBezTo>
                    <a:pt x="1406822" y="641604"/>
                    <a:pt x="1406736" y="641675"/>
                    <a:pt x="1406651" y="641760"/>
                  </a:cubicBezTo>
                  <a:cubicBezTo>
                    <a:pt x="1393781" y="653789"/>
                    <a:pt x="1393125" y="673936"/>
                    <a:pt x="1405183" y="686775"/>
                  </a:cubicBezTo>
                  <a:cubicBezTo>
                    <a:pt x="1405240" y="686846"/>
                    <a:pt x="1405311" y="686903"/>
                    <a:pt x="1405368" y="686974"/>
                  </a:cubicBezTo>
                  <a:cubicBezTo>
                    <a:pt x="1417611" y="699685"/>
                    <a:pt x="1437820" y="700197"/>
                    <a:pt x="1450690" y="688111"/>
                  </a:cubicBezTo>
                  <a:cubicBezTo>
                    <a:pt x="1454980" y="684059"/>
                    <a:pt x="1458030" y="678884"/>
                    <a:pt x="1459527" y="673182"/>
                  </a:cubicBezTo>
                  <a:cubicBezTo>
                    <a:pt x="1462049" y="662519"/>
                    <a:pt x="1458942" y="651301"/>
                    <a:pt x="1451260" y="643466"/>
                  </a:cubicBezTo>
                  <a:close/>
                  <a:moveTo>
                    <a:pt x="1017134" y="1067310"/>
                  </a:moveTo>
                  <a:cubicBezTo>
                    <a:pt x="1040786" y="1044148"/>
                    <a:pt x="1078775" y="1044518"/>
                    <a:pt x="1101987" y="1068106"/>
                  </a:cubicBezTo>
                  <a:cubicBezTo>
                    <a:pt x="1117064" y="1083433"/>
                    <a:pt x="1122757" y="1105642"/>
                    <a:pt x="1116900" y="1126315"/>
                  </a:cubicBezTo>
                  <a:cubicBezTo>
                    <a:pt x="1110410" y="1150131"/>
                    <a:pt x="1090026" y="1167590"/>
                    <a:pt x="1065450" y="1170391"/>
                  </a:cubicBezTo>
                  <a:cubicBezTo>
                    <a:pt x="1032410" y="1173818"/>
                    <a:pt x="1002843" y="1149875"/>
                    <a:pt x="999410" y="1116917"/>
                  </a:cubicBezTo>
                  <a:cubicBezTo>
                    <a:pt x="997486" y="1098447"/>
                    <a:pt x="1004240" y="1080135"/>
                    <a:pt x="1017704" y="1067310"/>
                  </a:cubicBezTo>
                  <a:close/>
                  <a:moveTo>
                    <a:pt x="1098372" y="1072997"/>
                  </a:moveTo>
                  <a:cubicBezTo>
                    <a:pt x="1077457" y="1051016"/>
                    <a:pt x="1042637" y="1050106"/>
                    <a:pt x="1020597" y="1070964"/>
                  </a:cubicBezTo>
                  <a:cubicBezTo>
                    <a:pt x="1020583" y="1070978"/>
                    <a:pt x="1020569" y="1070992"/>
                    <a:pt x="1020555" y="1071006"/>
                  </a:cubicBezTo>
                  <a:cubicBezTo>
                    <a:pt x="1013156" y="1077931"/>
                    <a:pt x="1007870" y="1086803"/>
                    <a:pt x="1005305" y="1096599"/>
                  </a:cubicBezTo>
                  <a:cubicBezTo>
                    <a:pt x="997385" y="1125860"/>
                    <a:pt x="1014744" y="1155989"/>
                    <a:pt x="1044077" y="1163894"/>
                  </a:cubicBezTo>
                  <a:cubicBezTo>
                    <a:pt x="1062636" y="1168884"/>
                    <a:pt x="1082464" y="1163865"/>
                    <a:pt x="1096377" y="1150628"/>
                  </a:cubicBezTo>
                  <a:cubicBezTo>
                    <a:pt x="1103681" y="1143633"/>
                    <a:pt x="1108950" y="1134789"/>
                    <a:pt x="1111627" y="1125036"/>
                  </a:cubicBezTo>
                  <a:cubicBezTo>
                    <a:pt x="1116293" y="1106651"/>
                    <a:pt x="1111060" y="1087158"/>
                    <a:pt x="1097802" y="1073566"/>
                  </a:cubicBezTo>
                  <a:close/>
                  <a:moveTo>
                    <a:pt x="1022550" y="1072997"/>
                  </a:moveTo>
                  <a:cubicBezTo>
                    <a:pt x="1043764" y="1053674"/>
                    <a:pt x="1076669" y="1055153"/>
                    <a:pt x="1096044" y="1076324"/>
                  </a:cubicBezTo>
                  <a:cubicBezTo>
                    <a:pt x="1107835" y="1089206"/>
                    <a:pt x="1112351" y="1107135"/>
                    <a:pt x="1108064" y="1124040"/>
                  </a:cubicBezTo>
                  <a:cubicBezTo>
                    <a:pt x="1105651" y="1133296"/>
                    <a:pt x="1100718" y="1141713"/>
                    <a:pt x="1093812" y="1148353"/>
                  </a:cubicBezTo>
                  <a:cubicBezTo>
                    <a:pt x="1085557" y="1156244"/>
                    <a:pt x="1074950" y="1161235"/>
                    <a:pt x="1063597" y="1162571"/>
                  </a:cubicBezTo>
                  <a:cubicBezTo>
                    <a:pt x="1035034" y="1165657"/>
                    <a:pt x="1009368" y="1145069"/>
                    <a:pt x="1006271" y="1116576"/>
                  </a:cubicBezTo>
                  <a:cubicBezTo>
                    <a:pt x="1005580" y="1110206"/>
                    <a:pt x="1006073" y="1103779"/>
                    <a:pt x="1007727" y="1097594"/>
                  </a:cubicBezTo>
                  <a:lnTo>
                    <a:pt x="1007727" y="1097594"/>
                  </a:lnTo>
                  <a:cubicBezTo>
                    <a:pt x="1010213" y="1088481"/>
                    <a:pt x="1015140" y="1080234"/>
                    <a:pt x="1021980" y="1073708"/>
                  </a:cubicBezTo>
                  <a:close/>
                  <a:moveTo>
                    <a:pt x="1092529" y="1078400"/>
                  </a:moveTo>
                  <a:cubicBezTo>
                    <a:pt x="1074474" y="1059774"/>
                    <a:pt x="1044698" y="1059277"/>
                    <a:pt x="1026025" y="1077277"/>
                  </a:cubicBezTo>
                  <a:cubicBezTo>
                    <a:pt x="1007612" y="1095035"/>
                    <a:pt x="1006827" y="1124239"/>
                    <a:pt x="1024260" y="1142950"/>
                  </a:cubicBezTo>
                  <a:cubicBezTo>
                    <a:pt x="1034376" y="1153543"/>
                    <a:pt x="1048880" y="1158804"/>
                    <a:pt x="1063454" y="1157169"/>
                  </a:cubicBezTo>
                  <a:cubicBezTo>
                    <a:pt x="1073747" y="1156159"/>
                    <a:pt x="1083393" y="1151695"/>
                    <a:pt x="1090819" y="1144514"/>
                  </a:cubicBezTo>
                  <a:cubicBezTo>
                    <a:pt x="1097110" y="1138543"/>
                    <a:pt x="1101643" y="1130979"/>
                    <a:pt x="1103931" y="1122618"/>
                  </a:cubicBezTo>
                  <a:cubicBezTo>
                    <a:pt x="1107632" y="1106978"/>
                    <a:pt x="1103000" y="1090542"/>
                    <a:pt x="1091674" y="1079111"/>
                  </a:cubicBezTo>
                  <a:close/>
                  <a:moveTo>
                    <a:pt x="1032099" y="1082950"/>
                  </a:moveTo>
                  <a:cubicBezTo>
                    <a:pt x="1047576" y="1068533"/>
                    <a:pt x="1071836" y="1069371"/>
                    <a:pt x="1086286" y="1084812"/>
                  </a:cubicBezTo>
                  <a:cubicBezTo>
                    <a:pt x="1095233" y="1094367"/>
                    <a:pt x="1098663" y="1107817"/>
                    <a:pt x="1095379" y="1120486"/>
                  </a:cubicBezTo>
                  <a:cubicBezTo>
                    <a:pt x="1093501" y="1127310"/>
                    <a:pt x="1089807" y="1133495"/>
                    <a:pt x="1084690" y="1138400"/>
                  </a:cubicBezTo>
                  <a:cubicBezTo>
                    <a:pt x="1069340" y="1152889"/>
                    <a:pt x="1045126" y="1152220"/>
                    <a:pt x="1030602" y="1136908"/>
                  </a:cubicBezTo>
                  <a:cubicBezTo>
                    <a:pt x="1016079" y="1121595"/>
                    <a:pt x="1016749" y="1097438"/>
                    <a:pt x="1032099" y="1082950"/>
                  </a:cubicBezTo>
                  <a:close/>
                  <a:moveTo>
                    <a:pt x="1082552" y="1087784"/>
                  </a:moveTo>
                  <a:cubicBezTo>
                    <a:pt x="1076479" y="1081414"/>
                    <a:pt x="1068132" y="1077675"/>
                    <a:pt x="1059321" y="1077405"/>
                  </a:cubicBezTo>
                  <a:cubicBezTo>
                    <a:pt x="1050503" y="1077234"/>
                    <a:pt x="1041966" y="1080504"/>
                    <a:pt x="1035520" y="1086504"/>
                  </a:cubicBezTo>
                  <a:cubicBezTo>
                    <a:pt x="1031013" y="1090741"/>
                    <a:pt x="1027801" y="1096158"/>
                    <a:pt x="1026256" y="1102144"/>
                  </a:cubicBezTo>
                  <a:cubicBezTo>
                    <a:pt x="1021487" y="1119817"/>
                    <a:pt x="1031976" y="1137988"/>
                    <a:pt x="1049686" y="1142751"/>
                  </a:cubicBezTo>
                  <a:cubicBezTo>
                    <a:pt x="1060900" y="1145766"/>
                    <a:pt x="1072876" y="1142709"/>
                    <a:pt x="1081270" y="1134704"/>
                  </a:cubicBezTo>
                  <a:cubicBezTo>
                    <a:pt x="1085803" y="1130552"/>
                    <a:pt x="1089023" y="1125163"/>
                    <a:pt x="1090534" y="1119206"/>
                  </a:cubicBezTo>
                  <a:cubicBezTo>
                    <a:pt x="1093132" y="1108187"/>
                    <a:pt x="1089907" y="1096599"/>
                    <a:pt x="1081982" y="1088495"/>
                  </a:cubicBezTo>
                  <a:close/>
                  <a:moveTo>
                    <a:pt x="331596" y="1032902"/>
                  </a:moveTo>
                  <a:cubicBezTo>
                    <a:pt x="346084" y="1020205"/>
                    <a:pt x="368147" y="1021627"/>
                    <a:pt x="380875" y="1036072"/>
                  </a:cubicBezTo>
                  <a:cubicBezTo>
                    <a:pt x="388359" y="1044575"/>
                    <a:pt x="391241" y="1056163"/>
                    <a:pt x="388606" y="1067168"/>
                  </a:cubicBezTo>
                  <a:cubicBezTo>
                    <a:pt x="384501" y="1082779"/>
                    <a:pt x="370146" y="1093500"/>
                    <a:pt x="353973" y="1093045"/>
                  </a:cubicBezTo>
                  <a:cubicBezTo>
                    <a:pt x="334695" y="1092519"/>
                    <a:pt x="319498" y="1076495"/>
                    <a:pt x="320028" y="1057272"/>
                  </a:cubicBezTo>
                  <a:cubicBezTo>
                    <a:pt x="320102" y="1054556"/>
                    <a:pt x="320492" y="1051869"/>
                    <a:pt x="321192" y="1049253"/>
                  </a:cubicBezTo>
                  <a:cubicBezTo>
                    <a:pt x="322981" y="1043238"/>
                    <a:pt x="326381" y="1037835"/>
                    <a:pt x="331026" y="1033613"/>
                  </a:cubicBezTo>
                  <a:close/>
                  <a:moveTo>
                    <a:pt x="377346" y="1037594"/>
                  </a:moveTo>
                  <a:cubicBezTo>
                    <a:pt x="371868" y="1031864"/>
                    <a:pt x="364331" y="1028537"/>
                    <a:pt x="356395" y="1028352"/>
                  </a:cubicBezTo>
                  <a:cubicBezTo>
                    <a:pt x="342559" y="1028110"/>
                    <a:pt x="330309" y="1037224"/>
                    <a:pt x="326608" y="1050532"/>
                  </a:cubicBezTo>
                  <a:cubicBezTo>
                    <a:pt x="322357" y="1066471"/>
                    <a:pt x="331859" y="1082822"/>
                    <a:pt x="347831" y="1087073"/>
                  </a:cubicBezTo>
                  <a:cubicBezTo>
                    <a:pt x="350209" y="1087699"/>
                    <a:pt x="352654" y="1088040"/>
                    <a:pt x="355113" y="1088068"/>
                  </a:cubicBezTo>
                  <a:cubicBezTo>
                    <a:pt x="368949" y="1088310"/>
                    <a:pt x="381199" y="1079196"/>
                    <a:pt x="384900" y="1065888"/>
                  </a:cubicBezTo>
                  <a:cubicBezTo>
                    <a:pt x="387128" y="1055907"/>
                    <a:pt x="384059" y="1045499"/>
                    <a:pt x="376776" y="1038305"/>
                  </a:cubicBezTo>
                  <a:close/>
                  <a:moveTo>
                    <a:pt x="35290" y="1323947"/>
                  </a:moveTo>
                  <a:cubicBezTo>
                    <a:pt x="28103" y="1316469"/>
                    <a:pt x="16216" y="1316142"/>
                    <a:pt x="8638" y="1323237"/>
                  </a:cubicBezTo>
                  <a:cubicBezTo>
                    <a:pt x="6117" y="1325654"/>
                    <a:pt x="4294" y="1328696"/>
                    <a:pt x="3365" y="1332052"/>
                  </a:cubicBezTo>
                  <a:cubicBezTo>
                    <a:pt x="1652" y="1338365"/>
                    <a:pt x="3383" y="1345104"/>
                    <a:pt x="7926" y="1349825"/>
                  </a:cubicBezTo>
                  <a:cubicBezTo>
                    <a:pt x="11396" y="1353436"/>
                    <a:pt x="16162" y="1355540"/>
                    <a:pt x="21180" y="1355654"/>
                  </a:cubicBezTo>
                  <a:cubicBezTo>
                    <a:pt x="30005" y="1355953"/>
                    <a:pt x="37819" y="1350009"/>
                    <a:pt x="39851" y="1341436"/>
                  </a:cubicBezTo>
                  <a:cubicBezTo>
                    <a:pt x="41115" y="1335365"/>
                    <a:pt x="39242" y="1329066"/>
                    <a:pt x="34863" y="1324658"/>
                  </a:cubicBezTo>
                  <a:close/>
                  <a:moveTo>
                    <a:pt x="1714216" y="1249302"/>
                  </a:moveTo>
                  <a:cubicBezTo>
                    <a:pt x="1723779" y="1240316"/>
                    <a:pt x="1738844" y="1240757"/>
                    <a:pt x="1747851" y="1250298"/>
                  </a:cubicBezTo>
                  <a:cubicBezTo>
                    <a:pt x="1753667" y="1256212"/>
                    <a:pt x="1755890" y="1264771"/>
                    <a:pt x="1753695" y="1272762"/>
                  </a:cubicBezTo>
                  <a:cubicBezTo>
                    <a:pt x="1752583" y="1277028"/>
                    <a:pt x="1750246" y="1280881"/>
                    <a:pt x="1746996" y="1283852"/>
                  </a:cubicBezTo>
                  <a:cubicBezTo>
                    <a:pt x="1742450" y="1288217"/>
                    <a:pt x="1736336" y="1290563"/>
                    <a:pt x="1730036" y="1290393"/>
                  </a:cubicBezTo>
                  <a:cubicBezTo>
                    <a:pt x="1723708" y="1290236"/>
                    <a:pt x="1717708" y="1287577"/>
                    <a:pt x="1713361" y="1282999"/>
                  </a:cubicBezTo>
                  <a:cubicBezTo>
                    <a:pt x="1707632" y="1277042"/>
                    <a:pt x="1705465" y="1268497"/>
                    <a:pt x="1707660" y="1260535"/>
                  </a:cubicBezTo>
                  <a:cubicBezTo>
                    <a:pt x="1708757" y="1256554"/>
                    <a:pt x="1710867" y="1252928"/>
                    <a:pt x="1713788" y="1250013"/>
                  </a:cubicBezTo>
                  <a:close/>
                  <a:moveTo>
                    <a:pt x="1744288" y="1253710"/>
                  </a:moveTo>
                  <a:cubicBezTo>
                    <a:pt x="1737162" y="1246174"/>
                    <a:pt x="1725247" y="1245833"/>
                    <a:pt x="1717694" y="1252942"/>
                  </a:cubicBezTo>
                  <a:cubicBezTo>
                    <a:pt x="1717679" y="1252956"/>
                    <a:pt x="1717651" y="1252985"/>
                    <a:pt x="1717637" y="1252999"/>
                  </a:cubicBezTo>
                  <a:cubicBezTo>
                    <a:pt x="1715100" y="1255331"/>
                    <a:pt x="1713275" y="1258345"/>
                    <a:pt x="1712363" y="1261672"/>
                  </a:cubicBezTo>
                  <a:cubicBezTo>
                    <a:pt x="1710653" y="1268027"/>
                    <a:pt x="1712377" y="1274810"/>
                    <a:pt x="1716924" y="1279587"/>
                  </a:cubicBezTo>
                  <a:cubicBezTo>
                    <a:pt x="1724107" y="1287066"/>
                    <a:pt x="1735994" y="1287393"/>
                    <a:pt x="1743576" y="1280298"/>
                  </a:cubicBezTo>
                  <a:cubicBezTo>
                    <a:pt x="1746127" y="1277909"/>
                    <a:pt x="1747951" y="1274852"/>
                    <a:pt x="1748849" y="1271482"/>
                  </a:cubicBezTo>
                  <a:cubicBezTo>
                    <a:pt x="1750217" y="1265312"/>
                    <a:pt x="1748336" y="1258885"/>
                    <a:pt x="1743861" y="1254421"/>
                  </a:cubicBezTo>
                  <a:close/>
                  <a:moveTo>
                    <a:pt x="569468" y="1914286"/>
                  </a:moveTo>
                  <a:cubicBezTo>
                    <a:pt x="591766" y="1892105"/>
                    <a:pt x="627861" y="1892162"/>
                    <a:pt x="650091" y="1914414"/>
                  </a:cubicBezTo>
                  <a:cubicBezTo>
                    <a:pt x="664944" y="1929272"/>
                    <a:pt x="670384" y="1951082"/>
                    <a:pt x="664246" y="1971158"/>
                  </a:cubicBezTo>
                  <a:cubicBezTo>
                    <a:pt x="661458" y="1981353"/>
                    <a:pt x="655940" y="1990595"/>
                    <a:pt x="648283" y="1997888"/>
                  </a:cubicBezTo>
                  <a:cubicBezTo>
                    <a:pt x="625142" y="2019600"/>
                    <a:pt x="588739" y="2018490"/>
                    <a:pt x="566974" y="1995400"/>
                  </a:cubicBezTo>
                  <a:cubicBezTo>
                    <a:pt x="545209" y="1972310"/>
                    <a:pt x="546326" y="1935997"/>
                    <a:pt x="569468" y="1914286"/>
                  </a:cubicBezTo>
                  <a:close/>
                  <a:moveTo>
                    <a:pt x="646858" y="1919689"/>
                  </a:moveTo>
                  <a:cubicBezTo>
                    <a:pt x="626914" y="1898873"/>
                    <a:pt x="593854" y="1898049"/>
                    <a:pt x="572889" y="1917840"/>
                  </a:cubicBezTo>
                  <a:cubicBezTo>
                    <a:pt x="565946" y="1924452"/>
                    <a:pt x="561008" y="1932869"/>
                    <a:pt x="558636" y="1942153"/>
                  </a:cubicBezTo>
                  <a:cubicBezTo>
                    <a:pt x="551192" y="1969992"/>
                    <a:pt x="567786" y="1998585"/>
                    <a:pt x="595698" y="2006021"/>
                  </a:cubicBezTo>
                  <a:cubicBezTo>
                    <a:pt x="613245" y="2010685"/>
                    <a:pt x="631965" y="2005936"/>
                    <a:pt x="645148" y="1993481"/>
                  </a:cubicBezTo>
                  <a:cubicBezTo>
                    <a:pt x="652122" y="1986898"/>
                    <a:pt x="657066" y="1978467"/>
                    <a:pt x="659400" y="1969168"/>
                  </a:cubicBezTo>
                  <a:cubicBezTo>
                    <a:pt x="664249" y="1951537"/>
                    <a:pt x="659490" y="1932656"/>
                    <a:pt x="646858" y="1919404"/>
                  </a:cubicBezTo>
                  <a:close/>
                  <a:moveTo>
                    <a:pt x="1764384" y="997356"/>
                  </a:moveTo>
                  <a:cubicBezTo>
                    <a:pt x="1780675" y="982200"/>
                    <a:pt x="1806201" y="983081"/>
                    <a:pt x="1821394" y="999318"/>
                  </a:cubicBezTo>
                  <a:cubicBezTo>
                    <a:pt x="1830800" y="1009385"/>
                    <a:pt x="1834406" y="1023560"/>
                    <a:pt x="1830943" y="1036883"/>
                  </a:cubicBezTo>
                  <a:cubicBezTo>
                    <a:pt x="1828962" y="1044035"/>
                    <a:pt x="1825071" y="1050518"/>
                    <a:pt x="1819683" y="1055651"/>
                  </a:cubicBezTo>
                  <a:cubicBezTo>
                    <a:pt x="1803550" y="1070878"/>
                    <a:pt x="1778081" y="1070182"/>
                    <a:pt x="1762816" y="1054087"/>
                  </a:cubicBezTo>
                  <a:cubicBezTo>
                    <a:pt x="1747552" y="1037992"/>
                    <a:pt x="1748251" y="1012584"/>
                    <a:pt x="1764384" y="997356"/>
                  </a:cubicBezTo>
                  <a:close/>
                  <a:moveTo>
                    <a:pt x="1817545" y="1002333"/>
                  </a:moveTo>
                  <a:cubicBezTo>
                    <a:pt x="1804106" y="988271"/>
                    <a:pt x="1781801" y="987702"/>
                    <a:pt x="1767662" y="1001053"/>
                  </a:cubicBezTo>
                  <a:cubicBezTo>
                    <a:pt x="1762931" y="1005475"/>
                    <a:pt x="1759567" y="1011148"/>
                    <a:pt x="1757971" y="1017404"/>
                  </a:cubicBezTo>
                  <a:cubicBezTo>
                    <a:pt x="1752954" y="1036144"/>
                    <a:pt x="1764099" y="1055395"/>
                    <a:pt x="1782884" y="1060400"/>
                  </a:cubicBezTo>
                  <a:cubicBezTo>
                    <a:pt x="1801668" y="1065419"/>
                    <a:pt x="1820966" y="1054286"/>
                    <a:pt x="1825983" y="1035546"/>
                  </a:cubicBezTo>
                  <a:cubicBezTo>
                    <a:pt x="1829147" y="1023760"/>
                    <a:pt x="1825954" y="1011191"/>
                    <a:pt x="1817545" y="1002333"/>
                  </a:cubicBezTo>
                  <a:close/>
                  <a:moveTo>
                    <a:pt x="2226873" y="1046978"/>
                  </a:moveTo>
                  <a:cubicBezTo>
                    <a:pt x="2231434" y="1042556"/>
                    <a:pt x="2237619" y="1040196"/>
                    <a:pt x="2243976" y="1040437"/>
                  </a:cubicBezTo>
                  <a:cubicBezTo>
                    <a:pt x="2257202" y="1040708"/>
                    <a:pt x="2267692" y="1051627"/>
                    <a:pt x="2267421" y="1064807"/>
                  </a:cubicBezTo>
                  <a:cubicBezTo>
                    <a:pt x="2267292" y="1071205"/>
                    <a:pt x="2264599" y="1077277"/>
                    <a:pt x="2259938" y="1081670"/>
                  </a:cubicBezTo>
                  <a:cubicBezTo>
                    <a:pt x="2255335" y="1086035"/>
                    <a:pt x="2249178" y="1088395"/>
                    <a:pt x="2242836" y="1088210"/>
                  </a:cubicBezTo>
                  <a:cubicBezTo>
                    <a:pt x="2229609" y="1087940"/>
                    <a:pt x="2219120" y="1077035"/>
                    <a:pt x="2219376" y="1063841"/>
                  </a:cubicBezTo>
                  <a:cubicBezTo>
                    <a:pt x="2219419" y="1061949"/>
                    <a:pt x="2219690" y="1060044"/>
                    <a:pt x="2220174" y="1058210"/>
                  </a:cubicBezTo>
                  <a:cubicBezTo>
                    <a:pt x="2221257" y="1053888"/>
                    <a:pt x="2223581" y="1049992"/>
                    <a:pt x="2226873" y="1046978"/>
                  </a:cubicBezTo>
                  <a:close/>
                  <a:moveTo>
                    <a:pt x="2257230" y="1051243"/>
                  </a:moveTo>
                  <a:cubicBezTo>
                    <a:pt x="2253781" y="1047589"/>
                    <a:pt x="2249007" y="1045442"/>
                    <a:pt x="2243976" y="1045272"/>
                  </a:cubicBezTo>
                  <a:cubicBezTo>
                    <a:pt x="2235111" y="1045044"/>
                    <a:pt x="2227272" y="1050930"/>
                    <a:pt x="2225020" y="1059490"/>
                  </a:cubicBezTo>
                  <a:cubicBezTo>
                    <a:pt x="2222255" y="1069641"/>
                    <a:pt x="2228284" y="1080106"/>
                    <a:pt x="2238460" y="1082864"/>
                  </a:cubicBezTo>
                  <a:cubicBezTo>
                    <a:pt x="2239928" y="1083263"/>
                    <a:pt x="2241453" y="1083476"/>
                    <a:pt x="2242978" y="1083519"/>
                  </a:cubicBezTo>
                  <a:cubicBezTo>
                    <a:pt x="2247995" y="1083519"/>
                    <a:pt x="2252826" y="1081642"/>
                    <a:pt x="2256518" y="1078258"/>
                  </a:cubicBezTo>
                  <a:cubicBezTo>
                    <a:pt x="2259097" y="1075827"/>
                    <a:pt x="2260922" y="1072727"/>
                    <a:pt x="2261791" y="1069300"/>
                  </a:cubicBezTo>
                  <a:cubicBezTo>
                    <a:pt x="2263829" y="1062689"/>
                    <a:pt x="2262076" y="1055480"/>
                    <a:pt x="2257230" y="1050532"/>
                  </a:cubicBezTo>
                  <a:close/>
                </a:path>
              </a:pathLst>
            </a:custGeom>
            <a:solidFill>
              <a:schemeClr val="tx2">
                <a:alpha val="50000"/>
              </a:schemeClr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Lines and Dots">
              <a:extLst>
                <a:ext uri="{FF2B5EF4-FFF2-40B4-BE49-F238E27FC236}">
                  <a16:creationId xmlns:a16="http://schemas.microsoft.com/office/drawing/2014/main" id="{E79F4587-9117-4617-BDAF-BDEF3EA08FE8}"/>
                </a:ext>
              </a:extLst>
            </p:cNvPr>
            <p:cNvSpPr/>
            <p:nvPr/>
          </p:nvSpPr>
          <p:spPr>
            <a:xfrm>
              <a:off x="9340012" y="2495606"/>
              <a:ext cx="1910495" cy="2705303"/>
            </a:xfrm>
            <a:custGeom>
              <a:avLst/>
              <a:gdLst>
                <a:gd name="connsiteX0" fmla="*/ 668404 w 1910495"/>
                <a:gd name="connsiteY0" fmla="*/ 2142109 h 2705303"/>
                <a:gd name="connsiteX1" fmla="*/ 589018 w 1910495"/>
                <a:gd name="connsiteY1" fmla="*/ 2398890 h 2705303"/>
                <a:gd name="connsiteX2" fmla="*/ 321787 w 1910495"/>
                <a:gd name="connsiteY2" fmla="*/ 2106422 h 2705303"/>
                <a:gd name="connsiteX3" fmla="*/ 666979 w 1910495"/>
                <a:gd name="connsiteY3" fmla="*/ 2142962 h 2705303"/>
                <a:gd name="connsiteX4" fmla="*/ 324922 w 1910495"/>
                <a:gd name="connsiteY4" fmla="*/ 2107559 h 2705303"/>
                <a:gd name="connsiteX5" fmla="*/ 589303 w 1910495"/>
                <a:gd name="connsiteY5" fmla="*/ 2397041 h 2705303"/>
                <a:gd name="connsiteX6" fmla="*/ 666979 w 1910495"/>
                <a:gd name="connsiteY6" fmla="*/ 2142962 h 2705303"/>
                <a:gd name="connsiteX7" fmla="*/ 666979 w 1910495"/>
                <a:gd name="connsiteY7" fmla="*/ 2142109 h 2705303"/>
                <a:gd name="connsiteX8" fmla="*/ 941479 w 1910495"/>
                <a:gd name="connsiteY8" fmla="*/ 2424624 h 2705303"/>
                <a:gd name="connsiteX9" fmla="*/ 588591 w 1910495"/>
                <a:gd name="connsiteY9" fmla="*/ 2398463 h 2705303"/>
                <a:gd name="connsiteX10" fmla="*/ 588591 w 1910495"/>
                <a:gd name="connsiteY10" fmla="*/ 2398463 h 2705303"/>
                <a:gd name="connsiteX11" fmla="*/ 667691 w 1910495"/>
                <a:gd name="connsiteY11" fmla="*/ 2143958 h 2705303"/>
                <a:gd name="connsiteX12" fmla="*/ 589446 w 1910495"/>
                <a:gd name="connsiteY12" fmla="*/ 2397468 h 2705303"/>
                <a:gd name="connsiteX13" fmla="*/ 939341 w 1910495"/>
                <a:gd name="connsiteY13" fmla="*/ 2423629 h 2705303"/>
                <a:gd name="connsiteX14" fmla="*/ 718572 w 1910495"/>
                <a:gd name="connsiteY14" fmla="*/ 1959122 h 2705303"/>
                <a:gd name="connsiteX15" fmla="*/ 719712 w 1910495"/>
                <a:gd name="connsiteY15" fmla="*/ 1959122 h 2705303"/>
                <a:gd name="connsiteX16" fmla="*/ 323212 w 1910495"/>
                <a:gd name="connsiteY16" fmla="*/ 2107417 h 2705303"/>
                <a:gd name="connsiteX17" fmla="*/ 323212 w 1910495"/>
                <a:gd name="connsiteY17" fmla="*/ 2107417 h 2705303"/>
                <a:gd name="connsiteX18" fmla="*/ 257366 w 1910495"/>
                <a:gd name="connsiteY18" fmla="*/ 1726939 h 2705303"/>
                <a:gd name="connsiteX19" fmla="*/ 257366 w 1910495"/>
                <a:gd name="connsiteY19" fmla="*/ 1726939 h 2705303"/>
                <a:gd name="connsiteX20" fmla="*/ 717147 w 1910495"/>
                <a:gd name="connsiteY20" fmla="*/ 1959122 h 2705303"/>
                <a:gd name="connsiteX21" fmla="*/ 257366 w 1910495"/>
                <a:gd name="connsiteY21" fmla="*/ 1728361 h 2705303"/>
                <a:gd name="connsiteX22" fmla="*/ 322785 w 1910495"/>
                <a:gd name="connsiteY22" fmla="*/ 2106280 h 2705303"/>
                <a:gd name="connsiteX23" fmla="*/ 719142 w 1910495"/>
                <a:gd name="connsiteY23" fmla="*/ 1959122 h 2705303"/>
                <a:gd name="connsiteX24" fmla="*/ 667834 w 1910495"/>
                <a:gd name="connsiteY24" fmla="*/ 2143958 h 2705303"/>
                <a:gd name="connsiteX25" fmla="*/ 667834 w 1910495"/>
                <a:gd name="connsiteY25" fmla="*/ 2143958 h 2705303"/>
                <a:gd name="connsiteX26" fmla="*/ 322642 w 1910495"/>
                <a:gd name="connsiteY26" fmla="*/ 2108412 h 2705303"/>
                <a:gd name="connsiteX27" fmla="*/ 320504 w 1910495"/>
                <a:gd name="connsiteY27" fmla="*/ 2108412 h 2705303"/>
                <a:gd name="connsiteX28" fmla="*/ 717717 w 1910495"/>
                <a:gd name="connsiteY28" fmla="*/ 1960686 h 2705303"/>
                <a:gd name="connsiteX29" fmla="*/ 325065 w 1910495"/>
                <a:gd name="connsiteY29" fmla="*/ 2106706 h 2705303"/>
                <a:gd name="connsiteX30" fmla="*/ 667121 w 1910495"/>
                <a:gd name="connsiteY30" fmla="*/ 2141967 h 2705303"/>
                <a:gd name="connsiteX31" fmla="*/ 1229946 w 1910495"/>
                <a:gd name="connsiteY31" fmla="*/ 2088649 h 2705303"/>
                <a:gd name="connsiteX32" fmla="*/ 1229946 w 1910495"/>
                <a:gd name="connsiteY32" fmla="*/ 2088649 h 2705303"/>
                <a:gd name="connsiteX33" fmla="*/ 1594521 w 1910495"/>
                <a:gd name="connsiteY33" fmla="*/ 2689509 h 2705303"/>
                <a:gd name="connsiteX34" fmla="*/ 1594521 w 1910495"/>
                <a:gd name="connsiteY34" fmla="*/ 2690788 h 2705303"/>
                <a:gd name="connsiteX35" fmla="*/ 938913 w 1910495"/>
                <a:gd name="connsiteY35" fmla="*/ 2425335 h 2705303"/>
                <a:gd name="connsiteX36" fmla="*/ 938913 w 1910495"/>
                <a:gd name="connsiteY36" fmla="*/ 2425335 h 2705303"/>
                <a:gd name="connsiteX37" fmla="*/ 1229946 w 1910495"/>
                <a:gd name="connsiteY37" fmla="*/ 2089787 h 2705303"/>
                <a:gd name="connsiteX38" fmla="*/ 941479 w 1910495"/>
                <a:gd name="connsiteY38" fmla="*/ 2423629 h 2705303"/>
                <a:gd name="connsiteX39" fmla="*/ 1593808 w 1910495"/>
                <a:gd name="connsiteY39" fmla="*/ 2687802 h 2705303"/>
                <a:gd name="connsiteX40" fmla="*/ 1229946 w 1910495"/>
                <a:gd name="connsiteY40" fmla="*/ 2088365 h 2705303"/>
                <a:gd name="connsiteX41" fmla="*/ 1231229 w 1910495"/>
                <a:gd name="connsiteY41" fmla="*/ 2088365 h 2705303"/>
                <a:gd name="connsiteX42" fmla="*/ 941479 w 1910495"/>
                <a:gd name="connsiteY42" fmla="*/ 2424340 h 2705303"/>
                <a:gd name="connsiteX43" fmla="*/ 941479 w 1910495"/>
                <a:gd name="connsiteY43" fmla="*/ 2424340 h 2705303"/>
                <a:gd name="connsiteX44" fmla="*/ 667406 w 1910495"/>
                <a:gd name="connsiteY44" fmla="*/ 2142820 h 2705303"/>
                <a:gd name="connsiteX45" fmla="*/ 666694 w 1910495"/>
                <a:gd name="connsiteY45" fmla="*/ 2142109 h 2705303"/>
                <a:gd name="connsiteX46" fmla="*/ 1228806 w 1910495"/>
                <a:gd name="connsiteY46" fmla="*/ 2089502 h 2705303"/>
                <a:gd name="connsiteX47" fmla="*/ 668119 w 1910495"/>
                <a:gd name="connsiteY47" fmla="*/ 2143105 h 2705303"/>
                <a:gd name="connsiteX48" fmla="*/ 940481 w 1910495"/>
                <a:gd name="connsiteY48" fmla="*/ 2423629 h 2705303"/>
                <a:gd name="connsiteX49" fmla="*/ 717717 w 1910495"/>
                <a:gd name="connsiteY49" fmla="*/ 1959122 h 2705303"/>
                <a:gd name="connsiteX50" fmla="*/ 717717 w 1910495"/>
                <a:gd name="connsiteY50" fmla="*/ 1959122 h 2705303"/>
                <a:gd name="connsiteX51" fmla="*/ 1230801 w 1910495"/>
                <a:gd name="connsiteY51" fmla="*/ 2088934 h 2705303"/>
                <a:gd name="connsiteX52" fmla="*/ 1233652 w 1910495"/>
                <a:gd name="connsiteY52" fmla="*/ 2088934 h 2705303"/>
                <a:gd name="connsiteX53" fmla="*/ 667121 w 1910495"/>
                <a:gd name="connsiteY53" fmla="*/ 2143105 h 2705303"/>
                <a:gd name="connsiteX54" fmla="*/ 717717 w 1910495"/>
                <a:gd name="connsiteY54" fmla="*/ 1959975 h 2705303"/>
                <a:gd name="connsiteX55" fmla="*/ 667121 w 1910495"/>
                <a:gd name="connsiteY55" fmla="*/ 2142252 h 2705303"/>
                <a:gd name="connsiteX56" fmla="*/ 1226383 w 1910495"/>
                <a:gd name="connsiteY56" fmla="*/ 2088649 h 2705303"/>
                <a:gd name="connsiteX57" fmla="*/ 692063 w 1910495"/>
                <a:gd name="connsiteY57" fmla="*/ 1471723 h 2705303"/>
                <a:gd name="connsiteX58" fmla="*/ 692063 w 1910495"/>
                <a:gd name="connsiteY58" fmla="*/ 1471723 h 2705303"/>
                <a:gd name="connsiteX59" fmla="*/ 718429 w 1910495"/>
                <a:gd name="connsiteY59" fmla="*/ 1959406 h 2705303"/>
                <a:gd name="connsiteX60" fmla="*/ 718429 w 1910495"/>
                <a:gd name="connsiteY60" fmla="*/ 1960259 h 2705303"/>
                <a:gd name="connsiteX61" fmla="*/ 257366 w 1910495"/>
                <a:gd name="connsiteY61" fmla="*/ 1727934 h 2705303"/>
                <a:gd name="connsiteX62" fmla="*/ 256511 w 1910495"/>
                <a:gd name="connsiteY62" fmla="*/ 1727934 h 2705303"/>
                <a:gd name="connsiteX63" fmla="*/ 692063 w 1910495"/>
                <a:gd name="connsiteY63" fmla="*/ 1473003 h 2705303"/>
                <a:gd name="connsiteX64" fmla="*/ 258364 w 1910495"/>
                <a:gd name="connsiteY64" fmla="*/ 1726939 h 2705303"/>
                <a:gd name="connsiteX65" fmla="*/ 718144 w 1910495"/>
                <a:gd name="connsiteY65" fmla="*/ 1957842 h 2705303"/>
                <a:gd name="connsiteX66" fmla="*/ 1231086 w 1910495"/>
                <a:gd name="connsiteY66" fmla="*/ 2088365 h 2705303"/>
                <a:gd name="connsiteX67" fmla="*/ 1232084 w 1910495"/>
                <a:gd name="connsiteY67" fmla="*/ 2089502 h 2705303"/>
                <a:gd name="connsiteX68" fmla="*/ 719000 w 1910495"/>
                <a:gd name="connsiteY68" fmla="*/ 1959548 h 2705303"/>
                <a:gd name="connsiteX69" fmla="*/ 719000 w 1910495"/>
                <a:gd name="connsiteY69" fmla="*/ 1959548 h 2705303"/>
                <a:gd name="connsiteX70" fmla="*/ 692490 w 1910495"/>
                <a:gd name="connsiteY70" fmla="*/ 1472292 h 2705303"/>
                <a:gd name="connsiteX71" fmla="*/ 692490 w 1910495"/>
                <a:gd name="connsiteY71" fmla="*/ 1471012 h 2705303"/>
                <a:gd name="connsiteX72" fmla="*/ 1229376 w 1910495"/>
                <a:gd name="connsiteY72" fmla="*/ 2088365 h 2705303"/>
                <a:gd name="connsiteX73" fmla="*/ 693060 w 1910495"/>
                <a:gd name="connsiteY73" fmla="*/ 1474140 h 2705303"/>
                <a:gd name="connsiteX74" fmla="*/ 719142 w 1910495"/>
                <a:gd name="connsiteY74" fmla="*/ 1958695 h 2705303"/>
                <a:gd name="connsiteX75" fmla="*/ 1768114 w 1910495"/>
                <a:gd name="connsiteY75" fmla="*/ 2139266 h 2705303"/>
                <a:gd name="connsiteX76" fmla="*/ 1768114 w 1910495"/>
                <a:gd name="connsiteY76" fmla="*/ 2139266 h 2705303"/>
                <a:gd name="connsiteX77" fmla="*/ 1595376 w 1910495"/>
                <a:gd name="connsiteY77" fmla="*/ 2689224 h 2705303"/>
                <a:gd name="connsiteX78" fmla="*/ 1595376 w 1910495"/>
                <a:gd name="connsiteY78" fmla="*/ 2690362 h 2705303"/>
                <a:gd name="connsiteX79" fmla="*/ 1230231 w 1910495"/>
                <a:gd name="connsiteY79" fmla="*/ 2088934 h 2705303"/>
                <a:gd name="connsiteX80" fmla="*/ 1230231 w 1910495"/>
                <a:gd name="connsiteY80" fmla="*/ 2088080 h 2705303"/>
                <a:gd name="connsiteX81" fmla="*/ 1768114 w 1910495"/>
                <a:gd name="connsiteY81" fmla="*/ 2140261 h 2705303"/>
                <a:gd name="connsiteX82" fmla="*/ 1232939 w 1910495"/>
                <a:gd name="connsiteY82" fmla="*/ 2089502 h 2705303"/>
                <a:gd name="connsiteX83" fmla="*/ 1596089 w 1910495"/>
                <a:gd name="connsiteY83" fmla="*/ 2688087 h 2705303"/>
                <a:gd name="connsiteX84" fmla="*/ 1588678 w 1910495"/>
                <a:gd name="connsiteY84" fmla="*/ 1449827 h 2705303"/>
                <a:gd name="connsiteX85" fmla="*/ 1588678 w 1910495"/>
                <a:gd name="connsiteY85" fmla="*/ 1449827 h 2705303"/>
                <a:gd name="connsiteX86" fmla="*/ 1232369 w 1910495"/>
                <a:gd name="connsiteY86" fmla="*/ 2089644 h 2705303"/>
                <a:gd name="connsiteX87" fmla="*/ 1231514 w 1910495"/>
                <a:gd name="connsiteY87" fmla="*/ 2090924 h 2705303"/>
                <a:gd name="connsiteX88" fmla="*/ 1155264 w 1910495"/>
                <a:gd name="connsiteY88" fmla="*/ 1195180 h 2705303"/>
                <a:gd name="connsiteX89" fmla="*/ 1155264 w 1910495"/>
                <a:gd name="connsiteY89" fmla="*/ 1194327 h 2705303"/>
                <a:gd name="connsiteX90" fmla="*/ 1587822 w 1910495"/>
                <a:gd name="connsiteY90" fmla="*/ 1449827 h 2705303"/>
                <a:gd name="connsiteX91" fmla="*/ 1155264 w 1910495"/>
                <a:gd name="connsiteY91" fmla="*/ 1196175 h 2705303"/>
                <a:gd name="connsiteX92" fmla="*/ 1231229 w 1910495"/>
                <a:gd name="connsiteY92" fmla="*/ 2086943 h 2705303"/>
                <a:gd name="connsiteX93" fmla="*/ 1587822 w 1910495"/>
                <a:gd name="connsiteY93" fmla="*/ 1449827 h 2705303"/>
                <a:gd name="connsiteX94" fmla="*/ 1587822 w 1910495"/>
                <a:gd name="connsiteY94" fmla="*/ 1449827 h 2705303"/>
                <a:gd name="connsiteX95" fmla="*/ 1853629 w 1910495"/>
                <a:gd name="connsiteY95" fmla="*/ 1684285 h 2705303"/>
                <a:gd name="connsiteX96" fmla="*/ 1853629 w 1910495"/>
                <a:gd name="connsiteY96" fmla="*/ 1684285 h 2705303"/>
                <a:gd name="connsiteX97" fmla="*/ 1230801 w 1910495"/>
                <a:gd name="connsiteY97" fmla="*/ 2089076 h 2705303"/>
                <a:gd name="connsiteX98" fmla="*/ 1229233 w 1910495"/>
                <a:gd name="connsiteY98" fmla="*/ 2090071 h 2705303"/>
                <a:gd name="connsiteX99" fmla="*/ 1587822 w 1910495"/>
                <a:gd name="connsiteY99" fmla="*/ 1450822 h 2705303"/>
                <a:gd name="connsiteX100" fmla="*/ 1231941 w 1910495"/>
                <a:gd name="connsiteY100" fmla="*/ 2087085 h 2705303"/>
                <a:gd name="connsiteX101" fmla="*/ 1853629 w 1910495"/>
                <a:gd name="connsiteY101" fmla="*/ 1684285 h 2705303"/>
                <a:gd name="connsiteX102" fmla="*/ 1894390 w 1910495"/>
                <a:gd name="connsiteY102" fmla="*/ 1064657 h 2705303"/>
                <a:gd name="connsiteX103" fmla="*/ 1895388 w 1910495"/>
                <a:gd name="connsiteY103" fmla="*/ 1063377 h 2705303"/>
                <a:gd name="connsiteX104" fmla="*/ 1854341 w 1910495"/>
                <a:gd name="connsiteY104" fmla="*/ 1684285 h 2705303"/>
                <a:gd name="connsiteX105" fmla="*/ 1854341 w 1910495"/>
                <a:gd name="connsiteY105" fmla="*/ 1685280 h 2705303"/>
                <a:gd name="connsiteX106" fmla="*/ 1586682 w 1910495"/>
                <a:gd name="connsiteY106" fmla="*/ 1450538 h 2705303"/>
                <a:gd name="connsiteX107" fmla="*/ 1586682 w 1910495"/>
                <a:gd name="connsiteY107" fmla="*/ 1450538 h 2705303"/>
                <a:gd name="connsiteX108" fmla="*/ 1894390 w 1910495"/>
                <a:gd name="connsiteY108" fmla="*/ 1066505 h 2705303"/>
                <a:gd name="connsiteX109" fmla="*/ 1588535 w 1910495"/>
                <a:gd name="connsiteY109" fmla="*/ 1450396 h 2705303"/>
                <a:gd name="connsiteX110" fmla="*/ 1853629 w 1910495"/>
                <a:gd name="connsiteY110" fmla="*/ 1682863 h 2705303"/>
                <a:gd name="connsiteX111" fmla="*/ 1894390 w 1910495"/>
                <a:gd name="connsiteY111" fmla="*/ 1064515 h 2705303"/>
                <a:gd name="connsiteX112" fmla="*/ 1895673 w 1910495"/>
                <a:gd name="connsiteY112" fmla="*/ 1064515 h 2705303"/>
                <a:gd name="connsiteX113" fmla="*/ 1587822 w 1910495"/>
                <a:gd name="connsiteY113" fmla="*/ 1450680 h 2705303"/>
                <a:gd name="connsiteX114" fmla="*/ 1587822 w 1910495"/>
                <a:gd name="connsiteY114" fmla="*/ 1450680 h 2705303"/>
                <a:gd name="connsiteX115" fmla="*/ 1154266 w 1910495"/>
                <a:gd name="connsiteY115" fmla="*/ 1195606 h 2705303"/>
                <a:gd name="connsiteX116" fmla="*/ 1153126 w 1910495"/>
                <a:gd name="connsiteY116" fmla="*/ 1195606 h 2705303"/>
                <a:gd name="connsiteX117" fmla="*/ 1893250 w 1910495"/>
                <a:gd name="connsiteY117" fmla="*/ 1065652 h 2705303"/>
                <a:gd name="connsiteX118" fmla="*/ 1155264 w 1910495"/>
                <a:gd name="connsiteY118" fmla="*/ 1195464 h 2705303"/>
                <a:gd name="connsiteX119" fmla="*/ 1586397 w 1910495"/>
                <a:gd name="connsiteY119" fmla="*/ 1449258 h 2705303"/>
                <a:gd name="connsiteX120" fmla="*/ 1574140 w 1910495"/>
                <a:gd name="connsiteY120" fmla="*/ 635837 h 2705303"/>
                <a:gd name="connsiteX121" fmla="*/ 1574140 w 1910495"/>
                <a:gd name="connsiteY121" fmla="*/ 635837 h 2705303"/>
                <a:gd name="connsiteX122" fmla="*/ 1894533 w 1910495"/>
                <a:gd name="connsiteY122" fmla="*/ 1065226 h 2705303"/>
                <a:gd name="connsiteX123" fmla="*/ 1894533 w 1910495"/>
                <a:gd name="connsiteY123" fmla="*/ 1065226 h 2705303"/>
                <a:gd name="connsiteX124" fmla="*/ 1155264 w 1910495"/>
                <a:gd name="connsiteY124" fmla="*/ 1195749 h 2705303"/>
                <a:gd name="connsiteX125" fmla="*/ 1153981 w 1910495"/>
                <a:gd name="connsiteY125" fmla="*/ 1195749 h 2705303"/>
                <a:gd name="connsiteX126" fmla="*/ 1574140 w 1910495"/>
                <a:gd name="connsiteY126" fmla="*/ 636975 h 2705303"/>
                <a:gd name="connsiteX127" fmla="*/ 1155264 w 1910495"/>
                <a:gd name="connsiteY127" fmla="*/ 1194469 h 2705303"/>
                <a:gd name="connsiteX128" fmla="*/ 1892965 w 1910495"/>
                <a:gd name="connsiteY128" fmla="*/ 1064373 h 2705303"/>
                <a:gd name="connsiteX129" fmla="*/ 616810 w 1910495"/>
                <a:gd name="connsiteY129" fmla="*/ 1628265 h 2705303"/>
                <a:gd name="connsiteX130" fmla="*/ 616810 w 1910495"/>
                <a:gd name="connsiteY130" fmla="*/ 1628265 h 2705303"/>
                <a:gd name="connsiteX131" fmla="*/ 710591 w 1910495"/>
                <a:gd name="connsiteY131" fmla="*/ 1881206 h 2705303"/>
                <a:gd name="connsiteX132" fmla="*/ 710591 w 1910495"/>
                <a:gd name="connsiteY132" fmla="*/ 1882059 h 2705303"/>
                <a:gd name="connsiteX133" fmla="*/ 317511 w 1910495"/>
                <a:gd name="connsiteY133" fmla="*/ 1810968 h 2705303"/>
                <a:gd name="connsiteX134" fmla="*/ 616810 w 1910495"/>
                <a:gd name="connsiteY134" fmla="*/ 1629402 h 2705303"/>
                <a:gd name="connsiteX135" fmla="*/ 320932 w 1910495"/>
                <a:gd name="connsiteY135" fmla="*/ 1810257 h 2705303"/>
                <a:gd name="connsiteX136" fmla="*/ 709736 w 1910495"/>
                <a:gd name="connsiteY136" fmla="*/ 1880495 h 2705303"/>
                <a:gd name="connsiteX137" fmla="*/ 546404 w 1910495"/>
                <a:gd name="connsiteY137" fmla="*/ 1450254 h 2705303"/>
                <a:gd name="connsiteX138" fmla="*/ 320077 w 1910495"/>
                <a:gd name="connsiteY138" fmla="*/ 1810826 h 2705303"/>
                <a:gd name="connsiteX139" fmla="*/ 320077 w 1910495"/>
                <a:gd name="connsiteY139" fmla="*/ 1810826 h 2705303"/>
                <a:gd name="connsiteX140" fmla="*/ 33462 w 1910495"/>
                <a:gd name="connsiteY140" fmla="*/ 1546795 h 2705303"/>
                <a:gd name="connsiteX141" fmla="*/ 544408 w 1910495"/>
                <a:gd name="connsiteY141" fmla="*/ 1451533 h 2705303"/>
                <a:gd name="connsiteX142" fmla="*/ 35457 w 1910495"/>
                <a:gd name="connsiteY142" fmla="*/ 1547364 h 2705303"/>
                <a:gd name="connsiteX143" fmla="*/ 319506 w 1910495"/>
                <a:gd name="connsiteY143" fmla="*/ 1809831 h 2705303"/>
                <a:gd name="connsiteX144" fmla="*/ 544408 w 1910495"/>
                <a:gd name="connsiteY144" fmla="*/ 1450680 h 2705303"/>
                <a:gd name="connsiteX145" fmla="*/ 544408 w 1910495"/>
                <a:gd name="connsiteY145" fmla="*/ 1449827 h 2705303"/>
                <a:gd name="connsiteX146" fmla="*/ 616525 w 1910495"/>
                <a:gd name="connsiteY146" fmla="*/ 1628549 h 2705303"/>
                <a:gd name="connsiteX147" fmla="*/ 616525 w 1910495"/>
                <a:gd name="connsiteY147" fmla="*/ 1628549 h 2705303"/>
                <a:gd name="connsiteX148" fmla="*/ 318081 w 1910495"/>
                <a:gd name="connsiteY148" fmla="*/ 1812248 h 2705303"/>
                <a:gd name="connsiteX149" fmla="*/ 544408 w 1910495"/>
                <a:gd name="connsiteY149" fmla="*/ 1451960 h 2705303"/>
                <a:gd name="connsiteX150" fmla="*/ 321074 w 1910495"/>
                <a:gd name="connsiteY150" fmla="*/ 1808978 h 2705303"/>
                <a:gd name="connsiteX151" fmla="*/ 616383 w 1910495"/>
                <a:gd name="connsiteY151" fmla="*/ 1628549 h 2705303"/>
                <a:gd name="connsiteX152" fmla="*/ 1032836 w 1910495"/>
                <a:gd name="connsiteY152" fmla="*/ 1242242 h 2705303"/>
                <a:gd name="connsiteX153" fmla="*/ 1032836 w 1910495"/>
                <a:gd name="connsiteY153" fmla="*/ 1242242 h 2705303"/>
                <a:gd name="connsiteX154" fmla="*/ 1694145 w 1910495"/>
                <a:gd name="connsiteY154" fmla="*/ 1501012 h 2705303"/>
                <a:gd name="connsiteX155" fmla="*/ 1007895 w 1910495"/>
                <a:gd name="connsiteY155" fmla="*/ 1687839 h 2705303"/>
                <a:gd name="connsiteX156" fmla="*/ 1007895 w 1910495"/>
                <a:gd name="connsiteY156" fmla="*/ 1687839 h 2705303"/>
                <a:gd name="connsiteX157" fmla="*/ 1033691 w 1910495"/>
                <a:gd name="connsiteY157" fmla="*/ 1242953 h 2705303"/>
                <a:gd name="connsiteX158" fmla="*/ 1007467 w 1910495"/>
                <a:gd name="connsiteY158" fmla="*/ 1686702 h 2705303"/>
                <a:gd name="connsiteX159" fmla="*/ 1691579 w 1910495"/>
                <a:gd name="connsiteY159" fmla="*/ 1500159 h 2705303"/>
                <a:gd name="connsiteX160" fmla="*/ 1033691 w 1910495"/>
                <a:gd name="connsiteY160" fmla="*/ 1241958 h 2705303"/>
                <a:gd name="connsiteX161" fmla="*/ 1034546 w 1910495"/>
                <a:gd name="connsiteY161" fmla="*/ 1241104 h 2705303"/>
                <a:gd name="connsiteX162" fmla="*/ 1008037 w 1910495"/>
                <a:gd name="connsiteY162" fmla="*/ 1687413 h 2705303"/>
                <a:gd name="connsiteX163" fmla="*/ 1008037 w 1910495"/>
                <a:gd name="connsiteY163" fmla="*/ 1687413 h 2705303"/>
                <a:gd name="connsiteX164" fmla="*/ 616810 w 1910495"/>
                <a:gd name="connsiteY164" fmla="*/ 1628549 h 2705303"/>
                <a:gd name="connsiteX165" fmla="*/ 615813 w 1910495"/>
                <a:gd name="connsiteY165" fmla="*/ 1628549 h 2705303"/>
                <a:gd name="connsiteX166" fmla="*/ 1033691 w 1910495"/>
                <a:gd name="connsiteY166" fmla="*/ 1243522 h 2705303"/>
                <a:gd name="connsiteX167" fmla="*/ 618093 w 1910495"/>
                <a:gd name="connsiteY167" fmla="*/ 1628407 h 2705303"/>
                <a:gd name="connsiteX168" fmla="*/ 1007325 w 1910495"/>
                <a:gd name="connsiteY168" fmla="*/ 1686844 h 2705303"/>
                <a:gd name="connsiteX169" fmla="*/ 1033691 w 1910495"/>
                <a:gd name="connsiteY169" fmla="*/ 1241815 h 2705303"/>
                <a:gd name="connsiteX170" fmla="*/ 1036257 w 1910495"/>
                <a:gd name="connsiteY170" fmla="*/ 1240678 h 2705303"/>
                <a:gd name="connsiteX171" fmla="*/ 616810 w 1910495"/>
                <a:gd name="connsiteY171" fmla="*/ 1629545 h 2705303"/>
                <a:gd name="connsiteX172" fmla="*/ 545549 w 1910495"/>
                <a:gd name="connsiteY172" fmla="*/ 1451107 h 2705303"/>
                <a:gd name="connsiteX173" fmla="*/ 545549 w 1910495"/>
                <a:gd name="connsiteY173" fmla="*/ 1451107 h 2705303"/>
                <a:gd name="connsiteX174" fmla="*/ 1031411 w 1910495"/>
                <a:gd name="connsiteY174" fmla="*/ 1243806 h 2705303"/>
                <a:gd name="connsiteX175" fmla="*/ 545976 w 1910495"/>
                <a:gd name="connsiteY175" fmla="*/ 1451107 h 2705303"/>
                <a:gd name="connsiteX176" fmla="*/ 617238 w 1910495"/>
                <a:gd name="connsiteY176" fmla="*/ 1627838 h 2705303"/>
                <a:gd name="connsiteX177" fmla="*/ 225156 w 1910495"/>
                <a:gd name="connsiteY177" fmla="*/ 1077454 h 2705303"/>
                <a:gd name="connsiteX178" fmla="*/ 225156 w 1910495"/>
                <a:gd name="connsiteY178" fmla="*/ 1076600 h 2705303"/>
                <a:gd name="connsiteX179" fmla="*/ 545121 w 1910495"/>
                <a:gd name="connsiteY179" fmla="*/ 1450538 h 2705303"/>
                <a:gd name="connsiteX180" fmla="*/ 545121 w 1910495"/>
                <a:gd name="connsiteY180" fmla="*/ 1451249 h 2705303"/>
                <a:gd name="connsiteX181" fmla="*/ 32037 w 1910495"/>
                <a:gd name="connsiteY181" fmla="*/ 1547790 h 2705303"/>
                <a:gd name="connsiteX182" fmla="*/ 225156 w 1910495"/>
                <a:gd name="connsiteY182" fmla="*/ 1078449 h 2705303"/>
                <a:gd name="connsiteX183" fmla="*/ 35172 w 1910495"/>
                <a:gd name="connsiteY183" fmla="*/ 1546511 h 2705303"/>
                <a:gd name="connsiteX184" fmla="*/ 544408 w 1910495"/>
                <a:gd name="connsiteY184" fmla="*/ 1450538 h 2705303"/>
                <a:gd name="connsiteX185" fmla="*/ 1573427 w 1910495"/>
                <a:gd name="connsiteY185" fmla="*/ 630719 h 2705303"/>
                <a:gd name="connsiteX186" fmla="*/ 1573427 w 1910495"/>
                <a:gd name="connsiteY186" fmla="*/ 628302 h 2705303"/>
                <a:gd name="connsiteX187" fmla="*/ 1692435 w 1910495"/>
                <a:gd name="connsiteY187" fmla="*/ 1500159 h 2705303"/>
                <a:gd name="connsiteX188" fmla="*/ 1692435 w 1910495"/>
                <a:gd name="connsiteY188" fmla="*/ 1504709 h 2705303"/>
                <a:gd name="connsiteX189" fmla="*/ 1492902 w 1910495"/>
                <a:gd name="connsiteY189" fmla="*/ 955746 h 2705303"/>
                <a:gd name="connsiteX190" fmla="*/ 1492902 w 1910495"/>
                <a:gd name="connsiteY190" fmla="*/ 955746 h 2705303"/>
                <a:gd name="connsiteX191" fmla="*/ 1573427 w 1910495"/>
                <a:gd name="connsiteY191" fmla="*/ 633420 h 2705303"/>
                <a:gd name="connsiteX192" fmla="*/ 1494042 w 1910495"/>
                <a:gd name="connsiteY192" fmla="*/ 955604 h 2705303"/>
                <a:gd name="connsiteX193" fmla="*/ 1691152 w 1910495"/>
                <a:gd name="connsiteY193" fmla="*/ 1495894 h 2705303"/>
                <a:gd name="connsiteX194" fmla="*/ 1284105 w 1910495"/>
                <a:gd name="connsiteY194" fmla="*/ 538016 h 2705303"/>
                <a:gd name="connsiteX195" fmla="*/ 1034546 w 1910495"/>
                <a:gd name="connsiteY195" fmla="*/ 1242526 h 2705303"/>
                <a:gd name="connsiteX196" fmla="*/ 1034546 w 1910495"/>
                <a:gd name="connsiteY196" fmla="*/ 1244375 h 2705303"/>
                <a:gd name="connsiteX197" fmla="*/ 927226 w 1910495"/>
                <a:gd name="connsiteY197" fmla="*/ 514130 h 2705303"/>
                <a:gd name="connsiteX198" fmla="*/ 927226 w 1910495"/>
                <a:gd name="connsiteY198" fmla="*/ 514130 h 2705303"/>
                <a:gd name="connsiteX199" fmla="*/ 1282822 w 1910495"/>
                <a:gd name="connsiteY199" fmla="*/ 538869 h 2705303"/>
                <a:gd name="connsiteX200" fmla="*/ 926514 w 1910495"/>
                <a:gd name="connsiteY200" fmla="*/ 514698 h 2705303"/>
                <a:gd name="connsiteX201" fmla="*/ 1032551 w 1910495"/>
                <a:gd name="connsiteY201" fmla="*/ 1239825 h 2705303"/>
                <a:gd name="connsiteX202" fmla="*/ 936775 w 1910495"/>
                <a:gd name="connsiteY202" fmla="*/ 18769 h 2705303"/>
                <a:gd name="connsiteX203" fmla="*/ 936775 w 1910495"/>
                <a:gd name="connsiteY203" fmla="*/ 17205 h 2705303"/>
                <a:gd name="connsiteX204" fmla="*/ 1284960 w 1910495"/>
                <a:gd name="connsiteY204" fmla="*/ 538158 h 2705303"/>
                <a:gd name="connsiteX205" fmla="*/ 1284960 w 1910495"/>
                <a:gd name="connsiteY205" fmla="*/ 539012 h 2705303"/>
                <a:gd name="connsiteX206" fmla="*/ 927226 w 1910495"/>
                <a:gd name="connsiteY206" fmla="*/ 514556 h 2705303"/>
                <a:gd name="connsiteX207" fmla="*/ 927226 w 1910495"/>
                <a:gd name="connsiteY207" fmla="*/ 514556 h 2705303"/>
                <a:gd name="connsiteX208" fmla="*/ 937773 w 1910495"/>
                <a:gd name="connsiteY208" fmla="*/ 20475 h 2705303"/>
                <a:gd name="connsiteX209" fmla="*/ 928224 w 1910495"/>
                <a:gd name="connsiteY209" fmla="*/ 513703 h 2705303"/>
                <a:gd name="connsiteX210" fmla="*/ 1283535 w 1910495"/>
                <a:gd name="connsiteY210" fmla="*/ 537874 h 2705303"/>
                <a:gd name="connsiteX211" fmla="*/ 1883131 w 1910495"/>
                <a:gd name="connsiteY211" fmla="*/ 1052714 h 2705303"/>
                <a:gd name="connsiteX212" fmla="*/ 1894818 w 1910495"/>
                <a:gd name="connsiteY212" fmla="*/ 1048448 h 2705303"/>
                <a:gd name="connsiteX213" fmla="*/ 1906220 w 1910495"/>
                <a:gd name="connsiteY213" fmla="*/ 1053851 h 2705303"/>
                <a:gd name="connsiteX214" fmla="*/ 1910495 w 1910495"/>
                <a:gd name="connsiteY214" fmla="*/ 1064799 h 2705303"/>
                <a:gd name="connsiteX215" fmla="*/ 1905079 w 1910495"/>
                <a:gd name="connsiteY215" fmla="*/ 1076885 h 2705303"/>
                <a:gd name="connsiteX216" fmla="*/ 1882119 w 1910495"/>
                <a:gd name="connsiteY216" fmla="*/ 1075890 h 2705303"/>
                <a:gd name="connsiteX217" fmla="*/ 1881991 w 1910495"/>
                <a:gd name="connsiteY217" fmla="*/ 1075747 h 2705303"/>
                <a:gd name="connsiteX218" fmla="*/ 1877715 w 1910495"/>
                <a:gd name="connsiteY218" fmla="*/ 1064799 h 2705303"/>
                <a:gd name="connsiteX219" fmla="*/ 1883131 w 1910495"/>
                <a:gd name="connsiteY219" fmla="*/ 1052714 h 2705303"/>
                <a:gd name="connsiteX220" fmla="*/ 1903227 w 1910495"/>
                <a:gd name="connsiteY220" fmla="*/ 1056410 h 2705303"/>
                <a:gd name="connsiteX221" fmla="*/ 1894675 w 1910495"/>
                <a:gd name="connsiteY221" fmla="*/ 1052429 h 2705303"/>
                <a:gd name="connsiteX222" fmla="*/ 1885696 w 1910495"/>
                <a:gd name="connsiteY222" fmla="*/ 1055700 h 2705303"/>
                <a:gd name="connsiteX223" fmla="*/ 1884955 w 1910495"/>
                <a:gd name="connsiteY223" fmla="*/ 1073174 h 2705303"/>
                <a:gd name="connsiteX224" fmla="*/ 1893535 w 1910495"/>
                <a:gd name="connsiteY224" fmla="*/ 1077169 h 2705303"/>
                <a:gd name="connsiteX225" fmla="*/ 1902514 w 1910495"/>
                <a:gd name="connsiteY225" fmla="*/ 1073899 h 2705303"/>
                <a:gd name="connsiteX226" fmla="*/ 1902514 w 1910495"/>
                <a:gd name="connsiteY226" fmla="*/ 1056410 h 2705303"/>
                <a:gd name="connsiteX227" fmla="*/ 1842939 w 1910495"/>
                <a:gd name="connsiteY227" fmla="*/ 1671915 h 2705303"/>
                <a:gd name="connsiteX228" fmla="*/ 1865900 w 1910495"/>
                <a:gd name="connsiteY228" fmla="*/ 1672768 h 2705303"/>
                <a:gd name="connsiteX229" fmla="*/ 1866028 w 1910495"/>
                <a:gd name="connsiteY229" fmla="*/ 1672910 h 2705303"/>
                <a:gd name="connsiteX230" fmla="*/ 1864959 w 1910495"/>
                <a:gd name="connsiteY230" fmla="*/ 1696014 h 2705303"/>
                <a:gd name="connsiteX231" fmla="*/ 1841799 w 1910495"/>
                <a:gd name="connsiteY231" fmla="*/ 1694948 h 2705303"/>
                <a:gd name="connsiteX232" fmla="*/ 1837523 w 1910495"/>
                <a:gd name="connsiteY232" fmla="*/ 1683858 h 2705303"/>
                <a:gd name="connsiteX233" fmla="*/ 1842939 w 1910495"/>
                <a:gd name="connsiteY233" fmla="*/ 1671915 h 2705303"/>
                <a:gd name="connsiteX234" fmla="*/ 1863035 w 1910495"/>
                <a:gd name="connsiteY234" fmla="*/ 1675611 h 2705303"/>
                <a:gd name="connsiteX235" fmla="*/ 1845519 w 1910495"/>
                <a:gd name="connsiteY235" fmla="*/ 1674744 h 2705303"/>
                <a:gd name="connsiteX236" fmla="*/ 1845505 w 1910495"/>
                <a:gd name="connsiteY236" fmla="*/ 1674758 h 2705303"/>
                <a:gd name="connsiteX237" fmla="*/ 1844649 w 1910495"/>
                <a:gd name="connsiteY237" fmla="*/ 1692247 h 2705303"/>
                <a:gd name="connsiteX238" fmla="*/ 1862180 w 1910495"/>
                <a:gd name="connsiteY238" fmla="*/ 1693100 h 2705303"/>
                <a:gd name="connsiteX239" fmla="*/ 1863249 w 1910495"/>
                <a:gd name="connsiteY239" fmla="*/ 1675839 h 2705303"/>
                <a:gd name="connsiteX240" fmla="*/ 1863035 w 1910495"/>
                <a:gd name="connsiteY240" fmla="*/ 1675611 h 2705303"/>
                <a:gd name="connsiteX241" fmla="*/ 921383 w 1910495"/>
                <a:gd name="connsiteY241" fmla="*/ 2403155 h 2705303"/>
                <a:gd name="connsiteX242" fmla="*/ 941479 w 1910495"/>
                <a:gd name="connsiteY242" fmla="*/ 2395193 h 2705303"/>
                <a:gd name="connsiteX243" fmla="*/ 961004 w 1910495"/>
                <a:gd name="connsiteY243" fmla="*/ 2404434 h 2705303"/>
                <a:gd name="connsiteX244" fmla="*/ 968416 w 1910495"/>
                <a:gd name="connsiteY244" fmla="*/ 2423487 h 2705303"/>
                <a:gd name="connsiteX245" fmla="*/ 939533 w 1910495"/>
                <a:gd name="connsiteY245" fmla="*/ 2451539 h 2705303"/>
                <a:gd name="connsiteX246" fmla="*/ 919102 w 1910495"/>
                <a:gd name="connsiteY246" fmla="*/ 2442539 h 2705303"/>
                <a:gd name="connsiteX247" fmla="*/ 911691 w 1910495"/>
                <a:gd name="connsiteY247" fmla="*/ 2423487 h 2705303"/>
                <a:gd name="connsiteX248" fmla="*/ 921383 w 1910495"/>
                <a:gd name="connsiteY248" fmla="*/ 2403155 h 2705303"/>
                <a:gd name="connsiteX249" fmla="*/ 958581 w 1910495"/>
                <a:gd name="connsiteY249" fmla="*/ 2407562 h 2705303"/>
                <a:gd name="connsiteX250" fmla="*/ 941621 w 1910495"/>
                <a:gd name="connsiteY250" fmla="*/ 2399743 h 2705303"/>
                <a:gd name="connsiteX251" fmla="*/ 924091 w 1910495"/>
                <a:gd name="connsiteY251" fmla="*/ 2405999 h 2705303"/>
                <a:gd name="connsiteX252" fmla="*/ 916110 w 1910495"/>
                <a:gd name="connsiteY252" fmla="*/ 2424056 h 2705303"/>
                <a:gd name="connsiteX253" fmla="*/ 922523 w 1910495"/>
                <a:gd name="connsiteY253" fmla="*/ 2440406 h 2705303"/>
                <a:gd name="connsiteX254" fmla="*/ 957014 w 1910495"/>
                <a:gd name="connsiteY254" fmla="*/ 2441971 h 2705303"/>
                <a:gd name="connsiteX255" fmla="*/ 958581 w 1910495"/>
                <a:gd name="connsiteY255" fmla="*/ 2407562 h 2705303"/>
                <a:gd name="connsiteX256" fmla="*/ 1202867 w 1910495"/>
                <a:gd name="connsiteY256" fmla="*/ 2062630 h 2705303"/>
                <a:gd name="connsiteX257" fmla="*/ 1251610 w 1910495"/>
                <a:gd name="connsiteY257" fmla="*/ 2064905 h 2705303"/>
                <a:gd name="connsiteX258" fmla="*/ 1249329 w 1910495"/>
                <a:gd name="connsiteY258" fmla="*/ 2113531 h 2705303"/>
                <a:gd name="connsiteX259" fmla="*/ 1200586 w 1910495"/>
                <a:gd name="connsiteY259" fmla="*/ 2111256 h 2705303"/>
                <a:gd name="connsiteX260" fmla="*/ 1202867 w 1910495"/>
                <a:gd name="connsiteY260" fmla="*/ 2062630 h 2705303"/>
                <a:gd name="connsiteX261" fmla="*/ 1248617 w 1910495"/>
                <a:gd name="connsiteY261" fmla="*/ 2067606 h 2705303"/>
                <a:gd name="connsiteX262" fmla="*/ 1205860 w 1910495"/>
                <a:gd name="connsiteY262" fmla="*/ 2065616 h 2705303"/>
                <a:gd name="connsiteX263" fmla="*/ 1201944 w 1910495"/>
                <a:gd name="connsiteY263" fmla="*/ 2108469 h 2705303"/>
                <a:gd name="connsiteX264" fmla="*/ 1244900 w 1910495"/>
                <a:gd name="connsiteY264" fmla="*/ 2112379 h 2705303"/>
                <a:gd name="connsiteX265" fmla="*/ 1246621 w 1910495"/>
                <a:gd name="connsiteY265" fmla="*/ 2110829 h 2705303"/>
                <a:gd name="connsiteX266" fmla="*/ 1256598 w 1910495"/>
                <a:gd name="connsiteY266" fmla="*/ 2088223 h 2705303"/>
                <a:gd name="connsiteX267" fmla="*/ 1248617 w 1910495"/>
                <a:gd name="connsiteY267" fmla="*/ 2068175 h 2705303"/>
                <a:gd name="connsiteX268" fmla="*/ 1214126 w 1910495"/>
                <a:gd name="connsiteY268" fmla="*/ 2075142 h 2705303"/>
                <a:gd name="connsiteX269" fmla="*/ 1238905 w 1910495"/>
                <a:gd name="connsiteY269" fmla="*/ 2075952 h 2705303"/>
                <a:gd name="connsiteX270" fmla="*/ 1239210 w 1910495"/>
                <a:gd name="connsiteY270" fmla="*/ 2076279 h 2705303"/>
                <a:gd name="connsiteX271" fmla="*/ 1243771 w 1910495"/>
                <a:gd name="connsiteY271" fmla="*/ 2088080 h 2705303"/>
                <a:gd name="connsiteX272" fmla="*/ 1237927 w 1910495"/>
                <a:gd name="connsiteY272" fmla="*/ 2101161 h 2705303"/>
                <a:gd name="connsiteX273" fmla="*/ 1225243 w 1910495"/>
                <a:gd name="connsiteY273" fmla="*/ 2105711 h 2705303"/>
                <a:gd name="connsiteX274" fmla="*/ 1212986 w 1910495"/>
                <a:gd name="connsiteY274" fmla="*/ 2100024 h 2705303"/>
                <a:gd name="connsiteX275" fmla="*/ 1208425 w 1910495"/>
                <a:gd name="connsiteY275" fmla="*/ 2088080 h 2705303"/>
                <a:gd name="connsiteX276" fmla="*/ 1214126 w 1910495"/>
                <a:gd name="connsiteY276" fmla="*/ 2075142 h 2705303"/>
                <a:gd name="connsiteX277" fmla="*/ 1236217 w 1910495"/>
                <a:gd name="connsiteY277" fmla="*/ 2078839 h 2705303"/>
                <a:gd name="connsiteX278" fmla="*/ 1226668 w 1910495"/>
                <a:gd name="connsiteY278" fmla="*/ 2074431 h 2705303"/>
                <a:gd name="connsiteX279" fmla="*/ 1216834 w 1910495"/>
                <a:gd name="connsiteY279" fmla="*/ 2077985 h 2705303"/>
                <a:gd name="connsiteX280" fmla="*/ 1215836 w 1910495"/>
                <a:gd name="connsiteY280" fmla="*/ 2097322 h 2705303"/>
                <a:gd name="connsiteX281" fmla="*/ 1225385 w 1910495"/>
                <a:gd name="connsiteY281" fmla="*/ 2101872 h 2705303"/>
                <a:gd name="connsiteX282" fmla="*/ 1239638 w 1910495"/>
                <a:gd name="connsiteY282" fmla="*/ 2087654 h 2705303"/>
                <a:gd name="connsiteX283" fmla="*/ 1236217 w 1910495"/>
                <a:gd name="connsiteY283" fmla="*/ 2078839 h 2705303"/>
                <a:gd name="connsiteX284" fmla="*/ 1749301 w 1910495"/>
                <a:gd name="connsiteY284" fmla="*/ 2119787 h 2705303"/>
                <a:gd name="connsiteX285" fmla="*/ 1787156 w 1910495"/>
                <a:gd name="connsiteY285" fmla="*/ 2121436 h 2705303"/>
                <a:gd name="connsiteX286" fmla="*/ 1787213 w 1910495"/>
                <a:gd name="connsiteY286" fmla="*/ 2121493 h 2705303"/>
                <a:gd name="connsiteX287" fmla="*/ 1794196 w 1910495"/>
                <a:gd name="connsiteY287" fmla="*/ 2139550 h 2705303"/>
                <a:gd name="connsiteX288" fmla="*/ 1767316 w 1910495"/>
                <a:gd name="connsiteY288" fmla="*/ 2166195 h 2705303"/>
                <a:gd name="connsiteX289" fmla="*/ 1747591 w 1910495"/>
                <a:gd name="connsiteY289" fmla="*/ 2157465 h 2705303"/>
                <a:gd name="connsiteX290" fmla="*/ 1740607 w 1910495"/>
                <a:gd name="connsiteY290" fmla="*/ 2139550 h 2705303"/>
                <a:gd name="connsiteX291" fmla="*/ 1749301 w 1910495"/>
                <a:gd name="connsiteY291" fmla="*/ 2119787 h 2705303"/>
                <a:gd name="connsiteX292" fmla="*/ 1784220 w 1910495"/>
                <a:gd name="connsiteY292" fmla="*/ 2124195 h 2705303"/>
                <a:gd name="connsiteX293" fmla="*/ 1768399 w 1910495"/>
                <a:gd name="connsiteY293" fmla="*/ 2116801 h 2705303"/>
                <a:gd name="connsiteX294" fmla="*/ 1752009 w 1910495"/>
                <a:gd name="connsiteY294" fmla="*/ 2122631 h 2705303"/>
                <a:gd name="connsiteX295" fmla="*/ 1744598 w 1910495"/>
                <a:gd name="connsiteY295" fmla="*/ 2139550 h 2705303"/>
                <a:gd name="connsiteX296" fmla="*/ 1767388 w 1910495"/>
                <a:gd name="connsiteY296" fmla="*/ 2162313 h 2705303"/>
                <a:gd name="connsiteX297" fmla="*/ 1790206 w 1910495"/>
                <a:gd name="connsiteY297" fmla="*/ 2139564 h 2705303"/>
                <a:gd name="connsiteX298" fmla="*/ 1784220 w 1910495"/>
                <a:gd name="connsiteY298" fmla="*/ 2124195 h 2705303"/>
                <a:gd name="connsiteX299" fmla="*/ 706315 w 1910495"/>
                <a:gd name="connsiteY299" fmla="*/ 1945472 h 2705303"/>
                <a:gd name="connsiteX300" fmla="*/ 732096 w 1910495"/>
                <a:gd name="connsiteY300" fmla="*/ 1946453 h 2705303"/>
                <a:gd name="connsiteX301" fmla="*/ 736958 w 1910495"/>
                <a:gd name="connsiteY301" fmla="*/ 1958980 h 2705303"/>
                <a:gd name="connsiteX302" fmla="*/ 730972 w 1910495"/>
                <a:gd name="connsiteY302" fmla="*/ 1973198 h 2705303"/>
                <a:gd name="connsiteX303" fmla="*/ 717859 w 1910495"/>
                <a:gd name="connsiteY303" fmla="*/ 1978032 h 2705303"/>
                <a:gd name="connsiteX304" fmla="*/ 705175 w 1910495"/>
                <a:gd name="connsiteY304" fmla="*/ 1972060 h 2705303"/>
                <a:gd name="connsiteX305" fmla="*/ 700329 w 1910495"/>
                <a:gd name="connsiteY305" fmla="*/ 1959690 h 2705303"/>
                <a:gd name="connsiteX306" fmla="*/ 706315 w 1910495"/>
                <a:gd name="connsiteY306" fmla="*/ 1945472 h 2705303"/>
                <a:gd name="connsiteX307" fmla="*/ 729261 w 1910495"/>
                <a:gd name="connsiteY307" fmla="*/ 1949311 h 2705303"/>
                <a:gd name="connsiteX308" fmla="*/ 709146 w 1910495"/>
                <a:gd name="connsiteY308" fmla="*/ 1948046 h 2705303"/>
                <a:gd name="connsiteX309" fmla="*/ 704320 w 1910495"/>
                <a:gd name="connsiteY309" fmla="*/ 1958980 h 2705303"/>
                <a:gd name="connsiteX310" fmla="*/ 708025 w 1910495"/>
                <a:gd name="connsiteY310" fmla="*/ 1968648 h 2705303"/>
                <a:gd name="connsiteX311" fmla="*/ 718002 w 1910495"/>
                <a:gd name="connsiteY311" fmla="*/ 1973340 h 2705303"/>
                <a:gd name="connsiteX312" fmla="*/ 728406 w 1910495"/>
                <a:gd name="connsiteY312" fmla="*/ 1969643 h 2705303"/>
                <a:gd name="connsiteX313" fmla="*/ 733109 w 1910495"/>
                <a:gd name="connsiteY313" fmla="*/ 1958980 h 2705303"/>
                <a:gd name="connsiteX314" fmla="*/ 729261 w 1910495"/>
                <a:gd name="connsiteY314" fmla="*/ 1949311 h 2705303"/>
                <a:gd name="connsiteX315" fmla="*/ 710876 w 1910495"/>
                <a:gd name="connsiteY315" fmla="*/ 1950449 h 2705303"/>
                <a:gd name="connsiteX316" fmla="*/ 719285 w 1910495"/>
                <a:gd name="connsiteY316" fmla="*/ 1947463 h 2705303"/>
                <a:gd name="connsiteX317" fmla="*/ 730202 w 1910495"/>
                <a:gd name="connsiteY317" fmla="*/ 1959577 h 2705303"/>
                <a:gd name="connsiteX318" fmla="*/ 726411 w 1910495"/>
                <a:gd name="connsiteY318" fmla="*/ 1967510 h 2705303"/>
                <a:gd name="connsiteX319" fmla="*/ 718144 w 1910495"/>
                <a:gd name="connsiteY319" fmla="*/ 1970496 h 2705303"/>
                <a:gd name="connsiteX320" fmla="*/ 710163 w 1910495"/>
                <a:gd name="connsiteY320" fmla="*/ 1966799 h 2705303"/>
                <a:gd name="connsiteX321" fmla="*/ 707170 w 1910495"/>
                <a:gd name="connsiteY321" fmla="*/ 1958980 h 2705303"/>
                <a:gd name="connsiteX322" fmla="*/ 710876 w 1910495"/>
                <a:gd name="connsiteY322" fmla="*/ 1950449 h 2705303"/>
                <a:gd name="connsiteX323" fmla="*/ 724273 w 1910495"/>
                <a:gd name="connsiteY323" fmla="*/ 1953861 h 2705303"/>
                <a:gd name="connsiteX324" fmla="*/ 719000 w 1910495"/>
                <a:gd name="connsiteY324" fmla="*/ 1951444 h 2705303"/>
                <a:gd name="connsiteX325" fmla="*/ 713584 w 1910495"/>
                <a:gd name="connsiteY325" fmla="*/ 1953434 h 2705303"/>
                <a:gd name="connsiteX326" fmla="*/ 713302 w 1910495"/>
                <a:gd name="connsiteY326" fmla="*/ 1964283 h 2705303"/>
                <a:gd name="connsiteX327" fmla="*/ 718287 w 1910495"/>
                <a:gd name="connsiteY327" fmla="*/ 1966657 h 2705303"/>
                <a:gd name="connsiteX328" fmla="*/ 723845 w 1910495"/>
                <a:gd name="connsiteY328" fmla="*/ 1964667 h 2705303"/>
                <a:gd name="connsiteX329" fmla="*/ 723845 w 1910495"/>
                <a:gd name="connsiteY329" fmla="*/ 1953861 h 2705303"/>
                <a:gd name="connsiteX330" fmla="*/ 1554329 w 1910495"/>
                <a:gd name="connsiteY330" fmla="*/ 1414139 h 2705303"/>
                <a:gd name="connsiteX331" fmla="*/ 1622313 w 1910495"/>
                <a:gd name="connsiteY331" fmla="*/ 1417267 h 2705303"/>
                <a:gd name="connsiteX332" fmla="*/ 1634855 w 1910495"/>
                <a:gd name="connsiteY332" fmla="*/ 1449543 h 2705303"/>
                <a:gd name="connsiteX333" fmla="*/ 1586597 w 1910495"/>
                <a:gd name="connsiteY333" fmla="*/ 1497515 h 2705303"/>
                <a:gd name="connsiteX334" fmla="*/ 1551194 w 1910495"/>
                <a:gd name="connsiteY334" fmla="*/ 1481960 h 2705303"/>
                <a:gd name="connsiteX335" fmla="*/ 1538652 w 1910495"/>
                <a:gd name="connsiteY335" fmla="*/ 1449685 h 2705303"/>
                <a:gd name="connsiteX336" fmla="*/ 1554329 w 1910495"/>
                <a:gd name="connsiteY336" fmla="*/ 1414139 h 2705303"/>
                <a:gd name="connsiteX337" fmla="*/ 1619463 w 1910495"/>
                <a:gd name="connsiteY337" fmla="*/ 1419969 h 2705303"/>
                <a:gd name="connsiteX338" fmla="*/ 1556866 w 1910495"/>
                <a:gd name="connsiteY338" fmla="*/ 1416727 h 2705303"/>
                <a:gd name="connsiteX339" fmla="*/ 1553617 w 1910495"/>
                <a:gd name="connsiteY339" fmla="*/ 1479188 h 2705303"/>
                <a:gd name="connsiteX340" fmla="*/ 1616213 w 1910495"/>
                <a:gd name="connsiteY340" fmla="*/ 1482415 h 2705303"/>
                <a:gd name="connsiteX341" fmla="*/ 1630864 w 1910495"/>
                <a:gd name="connsiteY341" fmla="*/ 1449543 h 2705303"/>
                <a:gd name="connsiteX342" fmla="*/ 1619748 w 1910495"/>
                <a:gd name="connsiteY342" fmla="*/ 1420253 h 2705303"/>
                <a:gd name="connsiteX343" fmla="*/ 1563878 w 1910495"/>
                <a:gd name="connsiteY343" fmla="*/ 1424661 h 2705303"/>
                <a:gd name="connsiteX344" fmla="*/ 1611624 w 1910495"/>
                <a:gd name="connsiteY344" fmla="*/ 1425941 h 2705303"/>
                <a:gd name="connsiteX345" fmla="*/ 1620888 w 1910495"/>
                <a:gd name="connsiteY345" fmla="*/ 1449543 h 2705303"/>
                <a:gd name="connsiteX346" fmla="*/ 1586882 w 1910495"/>
                <a:gd name="connsiteY346" fmla="*/ 1483297 h 2705303"/>
                <a:gd name="connsiteX347" fmla="*/ 1553047 w 1910495"/>
                <a:gd name="connsiteY347" fmla="*/ 1449358 h 2705303"/>
                <a:gd name="connsiteX348" fmla="*/ 1563878 w 1910495"/>
                <a:gd name="connsiteY348" fmla="*/ 1424661 h 2705303"/>
                <a:gd name="connsiteX349" fmla="*/ 1608916 w 1910495"/>
                <a:gd name="connsiteY349" fmla="*/ 1429495 h 2705303"/>
                <a:gd name="connsiteX350" fmla="*/ 1566629 w 1910495"/>
                <a:gd name="connsiteY350" fmla="*/ 1427604 h 2705303"/>
                <a:gd name="connsiteX351" fmla="*/ 1564734 w 1910495"/>
                <a:gd name="connsiteY351" fmla="*/ 1469789 h 2705303"/>
                <a:gd name="connsiteX352" fmla="*/ 1607020 w 1910495"/>
                <a:gd name="connsiteY352" fmla="*/ 1471680 h 2705303"/>
                <a:gd name="connsiteX353" fmla="*/ 1616755 w 1910495"/>
                <a:gd name="connsiteY353" fmla="*/ 1449543 h 2705303"/>
                <a:gd name="connsiteX354" fmla="*/ 1609201 w 1910495"/>
                <a:gd name="connsiteY354" fmla="*/ 1429780 h 2705303"/>
                <a:gd name="connsiteX355" fmla="*/ 646883 w 1910495"/>
                <a:gd name="connsiteY355" fmla="*/ 2119787 h 2705303"/>
                <a:gd name="connsiteX356" fmla="*/ 690495 w 1910495"/>
                <a:gd name="connsiteY356" fmla="*/ 2121778 h 2705303"/>
                <a:gd name="connsiteX357" fmla="*/ 688626 w 1910495"/>
                <a:gd name="connsiteY357" fmla="*/ 2165171 h 2705303"/>
                <a:gd name="connsiteX358" fmla="*/ 688500 w 1910495"/>
                <a:gd name="connsiteY358" fmla="*/ 2165285 h 2705303"/>
                <a:gd name="connsiteX359" fmla="*/ 645009 w 1910495"/>
                <a:gd name="connsiteY359" fmla="*/ 2160650 h 2705303"/>
                <a:gd name="connsiteX360" fmla="*/ 646883 w 1910495"/>
                <a:gd name="connsiteY360" fmla="*/ 2119787 h 2705303"/>
                <a:gd name="connsiteX361" fmla="*/ 687644 w 1910495"/>
                <a:gd name="connsiteY361" fmla="*/ 2124337 h 2705303"/>
                <a:gd name="connsiteX362" fmla="*/ 649591 w 1910495"/>
                <a:gd name="connsiteY362" fmla="*/ 2122631 h 2705303"/>
                <a:gd name="connsiteX363" fmla="*/ 640754 w 1910495"/>
                <a:gd name="connsiteY363" fmla="*/ 2142536 h 2705303"/>
                <a:gd name="connsiteX364" fmla="*/ 647880 w 1910495"/>
                <a:gd name="connsiteY364" fmla="*/ 2160593 h 2705303"/>
                <a:gd name="connsiteX365" fmla="*/ 685732 w 1910495"/>
                <a:gd name="connsiteY365" fmla="*/ 2162356 h 2705303"/>
                <a:gd name="connsiteX366" fmla="*/ 685792 w 1910495"/>
                <a:gd name="connsiteY366" fmla="*/ 2162299 h 2705303"/>
                <a:gd name="connsiteX367" fmla="*/ 694628 w 1910495"/>
                <a:gd name="connsiteY367" fmla="*/ 2142536 h 2705303"/>
                <a:gd name="connsiteX368" fmla="*/ 687644 w 1910495"/>
                <a:gd name="connsiteY368" fmla="*/ 2125048 h 2705303"/>
                <a:gd name="connsiteX369" fmla="*/ 656574 w 1910495"/>
                <a:gd name="connsiteY369" fmla="*/ 2130308 h 2705303"/>
                <a:gd name="connsiteX370" fmla="*/ 679730 w 1910495"/>
                <a:gd name="connsiteY370" fmla="*/ 2131361 h 2705303"/>
                <a:gd name="connsiteX371" fmla="*/ 679806 w 1910495"/>
                <a:gd name="connsiteY371" fmla="*/ 2131446 h 2705303"/>
                <a:gd name="connsiteX372" fmla="*/ 684224 w 1910495"/>
                <a:gd name="connsiteY372" fmla="*/ 2142536 h 2705303"/>
                <a:gd name="connsiteX373" fmla="*/ 678808 w 1910495"/>
                <a:gd name="connsiteY373" fmla="*/ 2154621 h 2705303"/>
                <a:gd name="connsiteX374" fmla="*/ 655652 w 1910495"/>
                <a:gd name="connsiteY374" fmla="*/ 2153569 h 2705303"/>
                <a:gd name="connsiteX375" fmla="*/ 655577 w 1910495"/>
                <a:gd name="connsiteY375" fmla="*/ 2153484 h 2705303"/>
                <a:gd name="connsiteX376" fmla="*/ 651301 w 1910495"/>
                <a:gd name="connsiteY376" fmla="*/ 2142536 h 2705303"/>
                <a:gd name="connsiteX377" fmla="*/ 656432 w 1910495"/>
                <a:gd name="connsiteY377" fmla="*/ 2130308 h 2705303"/>
                <a:gd name="connsiteX378" fmla="*/ 676955 w 1910495"/>
                <a:gd name="connsiteY378" fmla="*/ 2134005 h 2705303"/>
                <a:gd name="connsiteX379" fmla="*/ 659421 w 1910495"/>
                <a:gd name="connsiteY379" fmla="*/ 2133863 h 2705303"/>
                <a:gd name="connsiteX380" fmla="*/ 659282 w 1910495"/>
                <a:gd name="connsiteY380" fmla="*/ 2134005 h 2705303"/>
                <a:gd name="connsiteX381" fmla="*/ 658427 w 1910495"/>
                <a:gd name="connsiteY381" fmla="*/ 2151636 h 2705303"/>
                <a:gd name="connsiteX382" fmla="*/ 676100 w 1910495"/>
                <a:gd name="connsiteY382" fmla="*/ 2152489 h 2705303"/>
                <a:gd name="connsiteX383" fmla="*/ 680233 w 1910495"/>
                <a:gd name="connsiteY383" fmla="*/ 2143247 h 2705303"/>
                <a:gd name="connsiteX384" fmla="*/ 676955 w 1910495"/>
                <a:gd name="connsiteY384" fmla="*/ 2134005 h 2705303"/>
                <a:gd name="connsiteX385" fmla="*/ 236558 w 1910495"/>
                <a:gd name="connsiteY385" fmla="*/ 1704616 h 2705303"/>
                <a:gd name="connsiteX386" fmla="*/ 280055 w 1910495"/>
                <a:gd name="connsiteY386" fmla="*/ 1706493 h 2705303"/>
                <a:gd name="connsiteX387" fmla="*/ 288151 w 1910495"/>
                <a:gd name="connsiteY387" fmla="*/ 1727366 h 2705303"/>
                <a:gd name="connsiteX388" fmla="*/ 278032 w 1910495"/>
                <a:gd name="connsiteY388" fmla="*/ 1750115 h 2705303"/>
                <a:gd name="connsiteX389" fmla="*/ 234491 w 1910495"/>
                <a:gd name="connsiteY389" fmla="*/ 1748053 h 2705303"/>
                <a:gd name="connsiteX390" fmla="*/ 236558 w 1910495"/>
                <a:gd name="connsiteY390" fmla="*/ 1704616 h 2705303"/>
                <a:gd name="connsiteX391" fmla="*/ 277177 w 1910495"/>
                <a:gd name="connsiteY391" fmla="*/ 1709308 h 2705303"/>
                <a:gd name="connsiteX392" fmla="*/ 239115 w 1910495"/>
                <a:gd name="connsiteY392" fmla="*/ 1707744 h 2705303"/>
                <a:gd name="connsiteX393" fmla="*/ 230429 w 1910495"/>
                <a:gd name="connsiteY393" fmla="*/ 1726939 h 2705303"/>
                <a:gd name="connsiteX394" fmla="*/ 257505 w 1910495"/>
                <a:gd name="connsiteY394" fmla="*/ 1753669 h 2705303"/>
                <a:gd name="connsiteX395" fmla="*/ 275467 w 1910495"/>
                <a:gd name="connsiteY395" fmla="*/ 1746702 h 2705303"/>
                <a:gd name="connsiteX396" fmla="*/ 284161 w 1910495"/>
                <a:gd name="connsiteY396" fmla="*/ 1726797 h 2705303"/>
                <a:gd name="connsiteX397" fmla="*/ 277177 w 1910495"/>
                <a:gd name="connsiteY397" fmla="*/ 1709308 h 2705303"/>
                <a:gd name="connsiteX398" fmla="*/ 310527 w 1910495"/>
                <a:gd name="connsiteY398" fmla="*/ 2093199 h 2705303"/>
                <a:gd name="connsiteX399" fmla="*/ 323782 w 1910495"/>
                <a:gd name="connsiteY399" fmla="*/ 2088507 h 2705303"/>
                <a:gd name="connsiteX400" fmla="*/ 336609 w 1910495"/>
                <a:gd name="connsiteY400" fmla="*/ 2094479 h 2705303"/>
                <a:gd name="connsiteX401" fmla="*/ 341455 w 1910495"/>
                <a:gd name="connsiteY401" fmla="*/ 2106848 h 2705303"/>
                <a:gd name="connsiteX402" fmla="*/ 335469 w 1910495"/>
                <a:gd name="connsiteY402" fmla="*/ 2121067 h 2705303"/>
                <a:gd name="connsiteX403" fmla="*/ 322072 w 1910495"/>
                <a:gd name="connsiteY403" fmla="*/ 2125759 h 2705303"/>
                <a:gd name="connsiteX404" fmla="*/ 309387 w 1910495"/>
                <a:gd name="connsiteY404" fmla="*/ 2119787 h 2705303"/>
                <a:gd name="connsiteX405" fmla="*/ 304542 w 1910495"/>
                <a:gd name="connsiteY405" fmla="*/ 2107417 h 2705303"/>
                <a:gd name="connsiteX406" fmla="*/ 310527 w 1910495"/>
                <a:gd name="connsiteY406" fmla="*/ 2093341 h 2705303"/>
                <a:gd name="connsiteX407" fmla="*/ 333759 w 1910495"/>
                <a:gd name="connsiteY407" fmla="*/ 2097038 h 2705303"/>
                <a:gd name="connsiteX408" fmla="*/ 323640 w 1910495"/>
                <a:gd name="connsiteY408" fmla="*/ 2092346 h 2705303"/>
                <a:gd name="connsiteX409" fmla="*/ 313235 w 1910495"/>
                <a:gd name="connsiteY409" fmla="*/ 2096185 h 2705303"/>
                <a:gd name="connsiteX410" fmla="*/ 308532 w 1910495"/>
                <a:gd name="connsiteY410" fmla="*/ 2106848 h 2705303"/>
                <a:gd name="connsiteX411" fmla="*/ 312238 w 1910495"/>
                <a:gd name="connsiteY411" fmla="*/ 2116517 h 2705303"/>
                <a:gd name="connsiteX412" fmla="*/ 332346 w 1910495"/>
                <a:gd name="connsiteY412" fmla="*/ 2117882 h 2705303"/>
                <a:gd name="connsiteX413" fmla="*/ 332761 w 1910495"/>
                <a:gd name="connsiteY413" fmla="*/ 2117512 h 2705303"/>
                <a:gd name="connsiteX414" fmla="*/ 334135 w 1910495"/>
                <a:gd name="connsiteY414" fmla="*/ 2097450 h 2705303"/>
                <a:gd name="connsiteX415" fmla="*/ 333759 w 1910495"/>
                <a:gd name="connsiteY415" fmla="*/ 2097038 h 2705303"/>
                <a:gd name="connsiteX416" fmla="*/ 679378 w 1910495"/>
                <a:gd name="connsiteY416" fmla="*/ 1457220 h 2705303"/>
                <a:gd name="connsiteX417" fmla="*/ 693630 w 1910495"/>
                <a:gd name="connsiteY417" fmla="*/ 1452244 h 2705303"/>
                <a:gd name="connsiteX418" fmla="*/ 707028 w 1910495"/>
                <a:gd name="connsiteY418" fmla="*/ 1458500 h 2705303"/>
                <a:gd name="connsiteX419" fmla="*/ 712016 w 1910495"/>
                <a:gd name="connsiteY419" fmla="*/ 1471439 h 2705303"/>
                <a:gd name="connsiteX420" fmla="*/ 705745 w 1910495"/>
                <a:gd name="connsiteY420" fmla="*/ 1485657 h 2705303"/>
                <a:gd name="connsiteX421" fmla="*/ 691493 w 1910495"/>
                <a:gd name="connsiteY421" fmla="*/ 1490633 h 2705303"/>
                <a:gd name="connsiteX422" fmla="*/ 678238 w 1910495"/>
                <a:gd name="connsiteY422" fmla="*/ 1484377 h 2705303"/>
                <a:gd name="connsiteX423" fmla="*/ 673107 w 1910495"/>
                <a:gd name="connsiteY423" fmla="*/ 1471439 h 2705303"/>
                <a:gd name="connsiteX424" fmla="*/ 679378 w 1910495"/>
                <a:gd name="connsiteY424" fmla="*/ 1457931 h 2705303"/>
                <a:gd name="connsiteX425" fmla="*/ 703607 w 1910495"/>
                <a:gd name="connsiteY425" fmla="*/ 1461059 h 2705303"/>
                <a:gd name="connsiteX426" fmla="*/ 693060 w 1910495"/>
                <a:gd name="connsiteY426" fmla="*/ 1456083 h 2705303"/>
                <a:gd name="connsiteX427" fmla="*/ 676972 w 1910495"/>
                <a:gd name="connsiteY427" fmla="*/ 1470714 h 2705303"/>
                <a:gd name="connsiteX428" fmla="*/ 676955 w 1910495"/>
                <a:gd name="connsiteY428" fmla="*/ 1471439 h 2705303"/>
                <a:gd name="connsiteX429" fmla="*/ 680946 w 1910495"/>
                <a:gd name="connsiteY429" fmla="*/ 1481676 h 2705303"/>
                <a:gd name="connsiteX430" fmla="*/ 691635 w 1910495"/>
                <a:gd name="connsiteY430" fmla="*/ 1486652 h 2705303"/>
                <a:gd name="connsiteX431" fmla="*/ 702609 w 1910495"/>
                <a:gd name="connsiteY431" fmla="*/ 1482671 h 2705303"/>
                <a:gd name="connsiteX432" fmla="*/ 707598 w 1910495"/>
                <a:gd name="connsiteY432" fmla="*/ 1471439 h 2705303"/>
                <a:gd name="connsiteX433" fmla="*/ 703607 w 1910495"/>
                <a:gd name="connsiteY433" fmla="*/ 1461770 h 2705303"/>
                <a:gd name="connsiteX434" fmla="*/ 675102 w 1910495"/>
                <a:gd name="connsiteY434" fmla="*/ 1452671 h 2705303"/>
                <a:gd name="connsiteX435" fmla="*/ 711155 w 1910495"/>
                <a:gd name="connsiteY435" fmla="*/ 1454036 h 2705303"/>
                <a:gd name="connsiteX436" fmla="*/ 709793 w 1910495"/>
                <a:gd name="connsiteY436" fmla="*/ 1489993 h 2705303"/>
                <a:gd name="connsiteX437" fmla="*/ 691065 w 1910495"/>
                <a:gd name="connsiteY437" fmla="*/ 1496747 h 2705303"/>
                <a:gd name="connsiteX438" fmla="*/ 673535 w 1910495"/>
                <a:gd name="connsiteY438" fmla="*/ 1488500 h 2705303"/>
                <a:gd name="connsiteX439" fmla="*/ 675027 w 1910495"/>
                <a:gd name="connsiteY439" fmla="*/ 1452742 h 2705303"/>
                <a:gd name="connsiteX440" fmla="*/ 675102 w 1910495"/>
                <a:gd name="connsiteY440" fmla="*/ 1452671 h 2705303"/>
                <a:gd name="connsiteX441" fmla="*/ 708168 w 1910495"/>
                <a:gd name="connsiteY441" fmla="*/ 1456936 h 2705303"/>
                <a:gd name="connsiteX442" fmla="*/ 677815 w 1910495"/>
                <a:gd name="connsiteY442" fmla="*/ 1459154 h 2705303"/>
                <a:gd name="connsiteX443" fmla="*/ 676385 w 1910495"/>
                <a:gd name="connsiteY443" fmla="*/ 1485372 h 2705303"/>
                <a:gd name="connsiteX444" fmla="*/ 691350 w 1910495"/>
                <a:gd name="connsiteY444" fmla="*/ 1492339 h 2705303"/>
                <a:gd name="connsiteX445" fmla="*/ 713869 w 1910495"/>
                <a:gd name="connsiteY445" fmla="*/ 1472221 h 2705303"/>
                <a:gd name="connsiteX446" fmla="*/ 708168 w 1910495"/>
                <a:gd name="connsiteY446" fmla="*/ 1456510 h 2705303"/>
                <a:gd name="connsiteX447" fmla="*/ 571630 w 1910495"/>
                <a:gd name="connsiteY447" fmla="*/ 2378557 h 2705303"/>
                <a:gd name="connsiteX448" fmla="*/ 607471 w 1910495"/>
                <a:gd name="connsiteY448" fmla="*/ 2380193 h 2705303"/>
                <a:gd name="connsiteX449" fmla="*/ 605836 w 1910495"/>
                <a:gd name="connsiteY449" fmla="*/ 2415937 h 2705303"/>
                <a:gd name="connsiteX450" fmla="*/ 569996 w 1910495"/>
                <a:gd name="connsiteY450" fmla="*/ 2414316 h 2705303"/>
                <a:gd name="connsiteX451" fmla="*/ 563364 w 1910495"/>
                <a:gd name="connsiteY451" fmla="*/ 2397325 h 2705303"/>
                <a:gd name="connsiteX452" fmla="*/ 563364 w 1910495"/>
                <a:gd name="connsiteY452" fmla="*/ 2397325 h 2705303"/>
                <a:gd name="connsiteX453" fmla="*/ 571630 w 1910495"/>
                <a:gd name="connsiteY453" fmla="*/ 2379268 h 2705303"/>
                <a:gd name="connsiteX454" fmla="*/ 604696 w 1910495"/>
                <a:gd name="connsiteY454" fmla="*/ 2382823 h 2705303"/>
                <a:gd name="connsiteX455" fmla="*/ 574504 w 1910495"/>
                <a:gd name="connsiteY455" fmla="*/ 2381245 h 2705303"/>
                <a:gd name="connsiteX456" fmla="*/ 574338 w 1910495"/>
                <a:gd name="connsiteY456" fmla="*/ 2381401 h 2705303"/>
                <a:gd name="connsiteX457" fmla="*/ 567355 w 1910495"/>
                <a:gd name="connsiteY457" fmla="*/ 2397325 h 2705303"/>
                <a:gd name="connsiteX458" fmla="*/ 567355 w 1910495"/>
                <a:gd name="connsiteY458" fmla="*/ 2397325 h 2705303"/>
                <a:gd name="connsiteX459" fmla="*/ 572913 w 1910495"/>
                <a:gd name="connsiteY459" fmla="*/ 2411544 h 2705303"/>
                <a:gd name="connsiteX460" fmla="*/ 603105 w 1910495"/>
                <a:gd name="connsiteY460" fmla="*/ 2413122 h 2705303"/>
                <a:gd name="connsiteX461" fmla="*/ 603271 w 1910495"/>
                <a:gd name="connsiteY461" fmla="*/ 2412965 h 2705303"/>
                <a:gd name="connsiteX462" fmla="*/ 605039 w 1910495"/>
                <a:gd name="connsiteY462" fmla="*/ 2383050 h 2705303"/>
                <a:gd name="connsiteX463" fmla="*/ 604696 w 1910495"/>
                <a:gd name="connsiteY463" fmla="*/ 2382681 h 2705303"/>
                <a:gd name="connsiteX464" fmla="*/ 1174790 w 1910495"/>
                <a:gd name="connsiteY464" fmla="*/ 1619592 h 2705303"/>
                <a:gd name="connsiteX465" fmla="*/ 1210848 w 1910495"/>
                <a:gd name="connsiteY465" fmla="*/ 1621298 h 2705303"/>
                <a:gd name="connsiteX466" fmla="*/ 1217404 w 1910495"/>
                <a:gd name="connsiteY466" fmla="*/ 1638360 h 2705303"/>
                <a:gd name="connsiteX467" fmla="*/ 1192068 w 1910495"/>
                <a:gd name="connsiteY467" fmla="*/ 1663697 h 2705303"/>
                <a:gd name="connsiteX468" fmla="*/ 1190752 w 1910495"/>
                <a:gd name="connsiteY468" fmla="*/ 1663668 h 2705303"/>
                <a:gd name="connsiteX469" fmla="*/ 1166523 w 1910495"/>
                <a:gd name="connsiteY469" fmla="*/ 1638360 h 2705303"/>
                <a:gd name="connsiteX470" fmla="*/ 1166523 w 1910495"/>
                <a:gd name="connsiteY470" fmla="*/ 1638360 h 2705303"/>
                <a:gd name="connsiteX471" fmla="*/ 1174647 w 1910495"/>
                <a:gd name="connsiteY471" fmla="*/ 1620303 h 2705303"/>
                <a:gd name="connsiteX472" fmla="*/ 1207855 w 1910495"/>
                <a:gd name="connsiteY472" fmla="*/ 1623857 h 2705303"/>
                <a:gd name="connsiteX473" fmla="*/ 1177497 w 1910495"/>
                <a:gd name="connsiteY473" fmla="*/ 1622435 h 2705303"/>
                <a:gd name="connsiteX474" fmla="*/ 1170514 w 1910495"/>
                <a:gd name="connsiteY474" fmla="*/ 1638360 h 2705303"/>
                <a:gd name="connsiteX475" fmla="*/ 1191037 w 1910495"/>
                <a:gd name="connsiteY475" fmla="*/ 1659829 h 2705303"/>
                <a:gd name="connsiteX476" fmla="*/ 1206430 w 1910495"/>
                <a:gd name="connsiteY476" fmla="*/ 1654142 h 2705303"/>
                <a:gd name="connsiteX477" fmla="*/ 1208198 w 1910495"/>
                <a:gd name="connsiteY477" fmla="*/ 1624227 h 2705303"/>
                <a:gd name="connsiteX478" fmla="*/ 1207855 w 1910495"/>
                <a:gd name="connsiteY478" fmla="*/ 1623857 h 2705303"/>
                <a:gd name="connsiteX479" fmla="*/ 1183768 w 1910495"/>
                <a:gd name="connsiteY479" fmla="*/ 1629402 h 2705303"/>
                <a:gd name="connsiteX480" fmla="*/ 1200891 w 1910495"/>
                <a:gd name="connsiteY480" fmla="*/ 1629985 h 2705303"/>
                <a:gd name="connsiteX481" fmla="*/ 1201014 w 1910495"/>
                <a:gd name="connsiteY481" fmla="*/ 1630113 h 2705303"/>
                <a:gd name="connsiteX482" fmla="*/ 1200159 w 1910495"/>
                <a:gd name="connsiteY482" fmla="*/ 1647317 h 2705303"/>
                <a:gd name="connsiteX483" fmla="*/ 1191465 w 1910495"/>
                <a:gd name="connsiteY483" fmla="*/ 1650588 h 2705303"/>
                <a:gd name="connsiteX484" fmla="*/ 1182913 w 1910495"/>
                <a:gd name="connsiteY484" fmla="*/ 1646607 h 2705303"/>
                <a:gd name="connsiteX485" fmla="*/ 1179778 w 1910495"/>
                <a:gd name="connsiteY485" fmla="*/ 1638360 h 2705303"/>
                <a:gd name="connsiteX486" fmla="*/ 1179778 w 1910495"/>
                <a:gd name="connsiteY486" fmla="*/ 1638360 h 2705303"/>
                <a:gd name="connsiteX487" fmla="*/ 1183768 w 1910495"/>
                <a:gd name="connsiteY487" fmla="*/ 1630113 h 2705303"/>
                <a:gd name="connsiteX488" fmla="*/ 1198021 w 1910495"/>
                <a:gd name="connsiteY488" fmla="*/ 1632815 h 2705303"/>
                <a:gd name="connsiteX489" fmla="*/ 1186533 w 1910495"/>
                <a:gd name="connsiteY489" fmla="*/ 1632616 h 2705303"/>
                <a:gd name="connsiteX490" fmla="*/ 1186334 w 1910495"/>
                <a:gd name="connsiteY490" fmla="*/ 1632815 h 2705303"/>
                <a:gd name="connsiteX491" fmla="*/ 1183626 w 1910495"/>
                <a:gd name="connsiteY491" fmla="*/ 1638929 h 2705303"/>
                <a:gd name="connsiteX492" fmla="*/ 1183626 w 1910495"/>
                <a:gd name="connsiteY492" fmla="*/ 1638929 h 2705303"/>
                <a:gd name="connsiteX493" fmla="*/ 1185764 w 1910495"/>
                <a:gd name="connsiteY493" fmla="*/ 1644474 h 2705303"/>
                <a:gd name="connsiteX494" fmla="*/ 1191465 w 1910495"/>
                <a:gd name="connsiteY494" fmla="*/ 1647175 h 2705303"/>
                <a:gd name="connsiteX495" fmla="*/ 1200589 w 1910495"/>
                <a:gd name="connsiteY495" fmla="*/ 1639881 h 2705303"/>
                <a:gd name="connsiteX496" fmla="*/ 1198021 w 1910495"/>
                <a:gd name="connsiteY496" fmla="*/ 1632957 h 2705303"/>
                <a:gd name="connsiteX497" fmla="*/ 1622313 w 1910495"/>
                <a:gd name="connsiteY497" fmla="*/ 1089539 h 2705303"/>
                <a:gd name="connsiteX498" fmla="*/ 1658371 w 1910495"/>
                <a:gd name="connsiteY498" fmla="*/ 1091245 h 2705303"/>
                <a:gd name="connsiteX499" fmla="*/ 1664928 w 1910495"/>
                <a:gd name="connsiteY499" fmla="*/ 1108307 h 2705303"/>
                <a:gd name="connsiteX500" fmla="*/ 1639587 w 1910495"/>
                <a:gd name="connsiteY500" fmla="*/ 1133644 h 2705303"/>
                <a:gd name="connsiteX501" fmla="*/ 1638276 w 1910495"/>
                <a:gd name="connsiteY501" fmla="*/ 1133615 h 2705303"/>
                <a:gd name="connsiteX502" fmla="*/ 1614047 w 1910495"/>
                <a:gd name="connsiteY502" fmla="*/ 1108307 h 2705303"/>
                <a:gd name="connsiteX503" fmla="*/ 1614047 w 1910495"/>
                <a:gd name="connsiteY503" fmla="*/ 1108307 h 2705303"/>
                <a:gd name="connsiteX504" fmla="*/ 1622313 w 1910495"/>
                <a:gd name="connsiteY504" fmla="*/ 1090250 h 2705303"/>
                <a:gd name="connsiteX505" fmla="*/ 1655378 w 1910495"/>
                <a:gd name="connsiteY505" fmla="*/ 1093804 h 2705303"/>
                <a:gd name="connsiteX506" fmla="*/ 1625021 w 1910495"/>
                <a:gd name="connsiteY506" fmla="*/ 1092382 h 2705303"/>
                <a:gd name="connsiteX507" fmla="*/ 1618037 w 1910495"/>
                <a:gd name="connsiteY507" fmla="*/ 1108307 h 2705303"/>
                <a:gd name="connsiteX508" fmla="*/ 1618037 w 1910495"/>
                <a:gd name="connsiteY508" fmla="*/ 1108307 h 2705303"/>
                <a:gd name="connsiteX509" fmla="*/ 1638561 w 1910495"/>
                <a:gd name="connsiteY509" fmla="*/ 1129776 h 2705303"/>
                <a:gd name="connsiteX510" fmla="*/ 1653953 w 1910495"/>
                <a:gd name="connsiteY510" fmla="*/ 1124089 h 2705303"/>
                <a:gd name="connsiteX511" fmla="*/ 1655720 w 1910495"/>
                <a:gd name="connsiteY511" fmla="*/ 1094174 h 2705303"/>
                <a:gd name="connsiteX512" fmla="*/ 1655378 w 1910495"/>
                <a:gd name="connsiteY512" fmla="*/ 1093804 h 2705303"/>
                <a:gd name="connsiteX513" fmla="*/ 679378 w 1910495"/>
                <a:gd name="connsiteY513" fmla="*/ 1457931 h 2705303"/>
                <a:gd name="connsiteX514" fmla="*/ 693630 w 1910495"/>
                <a:gd name="connsiteY514" fmla="*/ 1452955 h 2705303"/>
                <a:gd name="connsiteX515" fmla="*/ 707028 w 1910495"/>
                <a:gd name="connsiteY515" fmla="*/ 1459211 h 2705303"/>
                <a:gd name="connsiteX516" fmla="*/ 712016 w 1910495"/>
                <a:gd name="connsiteY516" fmla="*/ 1472150 h 2705303"/>
                <a:gd name="connsiteX517" fmla="*/ 705745 w 1910495"/>
                <a:gd name="connsiteY517" fmla="*/ 1486368 h 2705303"/>
                <a:gd name="connsiteX518" fmla="*/ 691493 w 1910495"/>
                <a:gd name="connsiteY518" fmla="*/ 1491344 h 2705303"/>
                <a:gd name="connsiteX519" fmla="*/ 678238 w 1910495"/>
                <a:gd name="connsiteY519" fmla="*/ 1485088 h 2705303"/>
                <a:gd name="connsiteX520" fmla="*/ 673107 w 1910495"/>
                <a:gd name="connsiteY520" fmla="*/ 1472150 h 2705303"/>
                <a:gd name="connsiteX521" fmla="*/ 679378 w 1910495"/>
                <a:gd name="connsiteY521" fmla="*/ 1457931 h 2705303"/>
                <a:gd name="connsiteX522" fmla="*/ 703607 w 1910495"/>
                <a:gd name="connsiteY522" fmla="*/ 1461770 h 2705303"/>
                <a:gd name="connsiteX523" fmla="*/ 693060 w 1910495"/>
                <a:gd name="connsiteY523" fmla="*/ 1456794 h 2705303"/>
                <a:gd name="connsiteX524" fmla="*/ 676972 w 1910495"/>
                <a:gd name="connsiteY524" fmla="*/ 1471425 h 2705303"/>
                <a:gd name="connsiteX525" fmla="*/ 676955 w 1910495"/>
                <a:gd name="connsiteY525" fmla="*/ 1472150 h 2705303"/>
                <a:gd name="connsiteX526" fmla="*/ 680946 w 1910495"/>
                <a:gd name="connsiteY526" fmla="*/ 1482387 h 2705303"/>
                <a:gd name="connsiteX527" fmla="*/ 691635 w 1910495"/>
                <a:gd name="connsiteY527" fmla="*/ 1487363 h 2705303"/>
                <a:gd name="connsiteX528" fmla="*/ 702609 w 1910495"/>
                <a:gd name="connsiteY528" fmla="*/ 1483382 h 2705303"/>
                <a:gd name="connsiteX529" fmla="*/ 707598 w 1910495"/>
                <a:gd name="connsiteY529" fmla="*/ 1472150 h 2705303"/>
                <a:gd name="connsiteX530" fmla="*/ 703607 w 1910495"/>
                <a:gd name="connsiteY530" fmla="*/ 1461770 h 2705303"/>
                <a:gd name="connsiteX531" fmla="*/ 1582834 w 1910495"/>
                <a:gd name="connsiteY531" fmla="*/ 2671736 h 2705303"/>
                <a:gd name="connsiteX532" fmla="*/ 1597086 w 1910495"/>
                <a:gd name="connsiteY532" fmla="*/ 2666760 h 2705303"/>
                <a:gd name="connsiteX533" fmla="*/ 1610484 w 1910495"/>
                <a:gd name="connsiteY533" fmla="*/ 2673016 h 2705303"/>
                <a:gd name="connsiteX534" fmla="*/ 1609073 w 1910495"/>
                <a:gd name="connsiteY534" fmla="*/ 2700329 h 2705303"/>
                <a:gd name="connsiteX535" fmla="*/ 1595376 w 1910495"/>
                <a:gd name="connsiteY535" fmla="*/ 2705291 h 2705303"/>
                <a:gd name="connsiteX536" fmla="*/ 1581979 w 1910495"/>
                <a:gd name="connsiteY536" fmla="*/ 2699035 h 2705303"/>
                <a:gd name="connsiteX537" fmla="*/ 1583262 w 1910495"/>
                <a:gd name="connsiteY537" fmla="*/ 2671736 h 2705303"/>
                <a:gd name="connsiteX538" fmla="*/ 1607063 w 1910495"/>
                <a:gd name="connsiteY538" fmla="*/ 2675717 h 2705303"/>
                <a:gd name="connsiteX539" fmla="*/ 1596516 w 1910495"/>
                <a:gd name="connsiteY539" fmla="*/ 2670741 h 2705303"/>
                <a:gd name="connsiteX540" fmla="*/ 1580425 w 1910495"/>
                <a:gd name="connsiteY540" fmla="*/ 2685371 h 2705303"/>
                <a:gd name="connsiteX541" fmla="*/ 1580411 w 1910495"/>
                <a:gd name="connsiteY541" fmla="*/ 2685954 h 2705303"/>
                <a:gd name="connsiteX542" fmla="*/ 1594664 w 1910495"/>
                <a:gd name="connsiteY542" fmla="*/ 2701310 h 2705303"/>
                <a:gd name="connsiteX543" fmla="*/ 1605638 w 1910495"/>
                <a:gd name="connsiteY543" fmla="*/ 2697329 h 2705303"/>
                <a:gd name="connsiteX544" fmla="*/ 1607134 w 1910495"/>
                <a:gd name="connsiteY544" fmla="*/ 2676272 h 2705303"/>
                <a:gd name="connsiteX545" fmla="*/ 1606635 w 1910495"/>
                <a:gd name="connsiteY545" fmla="*/ 2675717 h 2705303"/>
                <a:gd name="connsiteX546" fmla="*/ 1678325 w 1910495"/>
                <a:gd name="connsiteY546" fmla="*/ 1494330 h 2705303"/>
                <a:gd name="connsiteX547" fmla="*/ 1694530 w 1910495"/>
                <a:gd name="connsiteY547" fmla="*/ 1482358 h 2705303"/>
                <a:gd name="connsiteX548" fmla="*/ 1695428 w 1910495"/>
                <a:gd name="connsiteY548" fmla="*/ 1482529 h 2705303"/>
                <a:gd name="connsiteX549" fmla="*/ 1707428 w 1910495"/>
                <a:gd name="connsiteY549" fmla="*/ 1498695 h 2705303"/>
                <a:gd name="connsiteX550" fmla="*/ 1707257 w 1910495"/>
                <a:gd name="connsiteY550" fmla="*/ 1499591 h 2705303"/>
                <a:gd name="connsiteX551" fmla="*/ 1701129 w 1910495"/>
                <a:gd name="connsiteY551" fmla="*/ 1508975 h 2705303"/>
                <a:gd name="connsiteX552" fmla="*/ 1690154 w 1910495"/>
                <a:gd name="connsiteY552" fmla="*/ 1511392 h 2705303"/>
                <a:gd name="connsiteX553" fmla="*/ 1678040 w 1910495"/>
                <a:gd name="connsiteY553" fmla="*/ 1497173 h 2705303"/>
                <a:gd name="connsiteX554" fmla="*/ 1678325 w 1910495"/>
                <a:gd name="connsiteY554" fmla="*/ 1494330 h 2705303"/>
                <a:gd name="connsiteX555" fmla="*/ 1694715 w 1910495"/>
                <a:gd name="connsiteY555" fmla="*/ 1486368 h 2705303"/>
                <a:gd name="connsiteX556" fmla="*/ 1686591 w 1910495"/>
                <a:gd name="connsiteY556" fmla="*/ 1488074 h 2705303"/>
                <a:gd name="connsiteX557" fmla="*/ 1682173 w 1910495"/>
                <a:gd name="connsiteY557" fmla="*/ 1495041 h 2705303"/>
                <a:gd name="connsiteX558" fmla="*/ 1690582 w 1910495"/>
                <a:gd name="connsiteY558" fmla="*/ 1507567 h 2705303"/>
                <a:gd name="connsiteX559" fmla="*/ 1698991 w 1910495"/>
                <a:gd name="connsiteY559" fmla="*/ 1505704 h 2705303"/>
                <a:gd name="connsiteX560" fmla="*/ 1703409 w 1910495"/>
                <a:gd name="connsiteY560" fmla="*/ 1498880 h 2705303"/>
                <a:gd name="connsiteX561" fmla="*/ 1703409 w 1910495"/>
                <a:gd name="connsiteY561" fmla="*/ 1496889 h 2705303"/>
                <a:gd name="connsiteX562" fmla="*/ 1694715 w 1910495"/>
                <a:gd name="connsiteY562" fmla="*/ 1486368 h 2705303"/>
                <a:gd name="connsiteX563" fmla="*/ 937345 w 1910495"/>
                <a:gd name="connsiteY563" fmla="*/ 37821 h 2705303"/>
                <a:gd name="connsiteX564" fmla="*/ 933925 w 1910495"/>
                <a:gd name="connsiteY564" fmla="*/ 37821 h 2705303"/>
                <a:gd name="connsiteX565" fmla="*/ 933925 w 1910495"/>
                <a:gd name="connsiteY565" fmla="*/ 37821 h 2705303"/>
                <a:gd name="connsiteX566" fmla="*/ 918532 w 1910495"/>
                <a:gd name="connsiteY566" fmla="*/ 15783 h 2705303"/>
                <a:gd name="connsiteX567" fmla="*/ 926371 w 1910495"/>
                <a:gd name="connsiteY567" fmla="*/ 3556 h 2705303"/>
                <a:gd name="connsiteX568" fmla="*/ 953015 w 1910495"/>
                <a:gd name="connsiteY568" fmla="*/ 7972 h 2705303"/>
                <a:gd name="connsiteX569" fmla="*/ 948588 w 1910495"/>
                <a:gd name="connsiteY569" fmla="*/ 34553 h 2705303"/>
                <a:gd name="connsiteX570" fmla="*/ 937345 w 1910495"/>
                <a:gd name="connsiteY570" fmla="*/ 38106 h 2705303"/>
                <a:gd name="connsiteX571" fmla="*/ 937345 w 1910495"/>
                <a:gd name="connsiteY571" fmla="*/ 9385 h 2705303"/>
                <a:gd name="connsiteX572" fmla="*/ 931787 w 1910495"/>
                <a:gd name="connsiteY572" fmla="*/ 11091 h 2705303"/>
                <a:gd name="connsiteX573" fmla="*/ 927654 w 1910495"/>
                <a:gd name="connsiteY573" fmla="*/ 17489 h 2705303"/>
                <a:gd name="connsiteX574" fmla="*/ 935457 w 1910495"/>
                <a:gd name="connsiteY574" fmla="*/ 28973 h 2705303"/>
                <a:gd name="connsiteX575" fmla="*/ 935635 w 1910495"/>
                <a:gd name="connsiteY575" fmla="*/ 29006 h 2705303"/>
                <a:gd name="connsiteX576" fmla="*/ 935635 w 1910495"/>
                <a:gd name="connsiteY576" fmla="*/ 29006 h 2705303"/>
                <a:gd name="connsiteX577" fmla="*/ 948002 w 1910495"/>
                <a:gd name="connsiteY577" fmla="*/ 22231 h 2705303"/>
                <a:gd name="connsiteX578" fmla="*/ 941211 w 1910495"/>
                <a:gd name="connsiteY578" fmla="*/ 9894 h 2705303"/>
                <a:gd name="connsiteX579" fmla="*/ 939198 w 1910495"/>
                <a:gd name="connsiteY579" fmla="*/ 9527 h 2705303"/>
                <a:gd name="connsiteX580" fmla="*/ 1284818 w 1910495"/>
                <a:gd name="connsiteY580" fmla="*/ 557922 h 2705303"/>
                <a:gd name="connsiteX581" fmla="*/ 1281397 w 1910495"/>
                <a:gd name="connsiteY581" fmla="*/ 557922 h 2705303"/>
                <a:gd name="connsiteX582" fmla="*/ 1281397 w 1910495"/>
                <a:gd name="connsiteY582" fmla="*/ 557922 h 2705303"/>
                <a:gd name="connsiteX583" fmla="*/ 1266123 w 1910495"/>
                <a:gd name="connsiteY583" fmla="*/ 535699 h 2705303"/>
                <a:gd name="connsiteX584" fmla="*/ 1273843 w 1910495"/>
                <a:gd name="connsiteY584" fmla="*/ 523656 h 2705303"/>
                <a:gd name="connsiteX585" fmla="*/ 1288096 w 1910495"/>
                <a:gd name="connsiteY585" fmla="*/ 520670 h 2705303"/>
                <a:gd name="connsiteX586" fmla="*/ 1303488 w 1910495"/>
                <a:gd name="connsiteY586" fmla="*/ 542708 h 2705303"/>
                <a:gd name="connsiteX587" fmla="*/ 1295507 w 1910495"/>
                <a:gd name="connsiteY587" fmla="*/ 554936 h 2705303"/>
                <a:gd name="connsiteX588" fmla="*/ 1284675 w 1910495"/>
                <a:gd name="connsiteY588" fmla="*/ 557495 h 2705303"/>
                <a:gd name="connsiteX589" fmla="*/ 1283535 w 1910495"/>
                <a:gd name="connsiteY589" fmla="*/ 548253 h 2705303"/>
                <a:gd name="connsiteX590" fmla="*/ 1290946 w 1910495"/>
                <a:gd name="connsiteY590" fmla="*/ 546547 h 2705303"/>
                <a:gd name="connsiteX591" fmla="*/ 1295079 w 1910495"/>
                <a:gd name="connsiteY591" fmla="*/ 540291 h 2705303"/>
                <a:gd name="connsiteX592" fmla="*/ 1287276 w 1910495"/>
                <a:gd name="connsiteY592" fmla="*/ 528803 h 2705303"/>
                <a:gd name="connsiteX593" fmla="*/ 1287098 w 1910495"/>
                <a:gd name="connsiteY593" fmla="*/ 528775 h 2705303"/>
                <a:gd name="connsiteX594" fmla="*/ 1275586 w 1910495"/>
                <a:gd name="connsiteY594" fmla="*/ 536566 h 2705303"/>
                <a:gd name="connsiteX595" fmla="*/ 1275554 w 1910495"/>
                <a:gd name="connsiteY595" fmla="*/ 536737 h 2705303"/>
                <a:gd name="connsiteX596" fmla="*/ 1283535 w 1910495"/>
                <a:gd name="connsiteY596" fmla="*/ 548253 h 2705303"/>
                <a:gd name="connsiteX597" fmla="*/ 1008465 w 1910495"/>
                <a:gd name="connsiteY597" fmla="*/ 1718408 h 2705303"/>
                <a:gd name="connsiteX598" fmla="*/ 1002906 w 1910495"/>
                <a:gd name="connsiteY598" fmla="*/ 1718408 h 2705303"/>
                <a:gd name="connsiteX599" fmla="*/ 982953 w 1910495"/>
                <a:gd name="connsiteY599" fmla="*/ 1705470 h 2705303"/>
                <a:gd name="connsiteX600" fmla="*/ 977822 w 1910495"/>
                <a:gd name="connsiteY600" fmla="*/ 1682294 h 2705303"/>
                <a:gd name="connsiteX601" fmla="*/ 1012870 w 1910495"/>
                <a:gd name="connsiteY601" fmla="*/ 1655521 h 2705303"/>
                <a:gd name="connsiteX602" fmla="*/ 1039704 w 1910495"/>
                <a:gd name="connsiteY602" fmla="*/ 1690484 h 2705303"/>
                <a:gd name="connsiteX603" fmla="*/ 1025425 w 1910495"/>
                <a:gd name="connsiteY603" fmla="*/ 1712721 h 2705303"/>
                <a:gd name="connsiteX604" fmla="*/ 1007752 w 1910495"/>
                <a:gd name="connsiteY604" fmla="*/ 1718408 h 2705303"/>
                <a:gd name="connsiteX605" fmla="*/ 1008465 w 1910495"/>
                <a:gd name="connsiteY605" fmla="*/ 1665374 h 2705303"/>
                <a:gd name="connsiteX606" fmla="*/ 986088 w 1910495"/>
                <a:gd name="connsiteY606" fmla="*/ 1684285 h 2705303"/>
                <a:gd name="connsiteX607" fmla="*/ 989652 w 1910495"/>
                <a:gd name="connsiteY607" fmla="*/ 1700635 h 2705303"/>
                <a:gd name="connsiteX608" fmla="*/ 1003904 w 1910495"/>
                <a:gd name="connsiteY608" fmla="*/ 1709735 h 2705303"/>
                <a:gd name="connsiteX609" fmla="*/ 1003904 w 1910495"/>
                <a:gd name="connsiteY609" fmla="*/ 1709735 h 2705303"/>
                <a:gd name="connsiteX610" fmla="*/ 1029416 w 1910495"/>
                <a:gd name="connsiteY610" fmla="*/ 1692105 h 2705303"/>
                <a:gd name="connsiteX611" fmla="*/ 1011600 w 1910495"/>
                <a:gd name="connsiteY611" fmla="*/ 1666512 h 2705303"/>
                <a:gd name="connsiteX612" fmla="*/ 1034974 w 1910495"/>
                <a:gd name="connsiteY612" fmla="*/ 1291010 h 2705303"/>
                <a:gd name="connsiteX613" fmla="*/ 1026138 w 1910495"/>
                <a:gd name="connsiteY613" fmla="*/ 1290299 h 2705303"/>
                <a:gd name="connsiteX614" fmla="*/ 1026138 w 1910495"/>
                <a:gd name="connsiteY614" fmla="*/ 1290299 h 2705303"/>
                <a:gd name="connsiteX615" fmla="*/ 985382 w 1910495"/>
                <a:gd name="connsiteY615" fmla="*/ 1232858 h 2705303"/>
                <a:gd name="connsiteX616" fmla="*/ 1042962 w 1910495"/>
                <a:gd name="connsiteY616" fmla="*/ 1192194 h 2705303"/>
                <a:gd name="connsiteX617" fmla="*/ 1083719 w 1910495"/>
                <a:gd name="connsiteY617" fmla="*/ 1249635 h 2705303"/>
                <a:gd name="connsiteX618" fmla="*/ 1034974 w 1910495"/>
                <a:gd name="connsiteY618" fmla="*/ 1291010 h 2705303"/>
                <a:gd name="connsiteX619" fmla="*/ 1034974 w 1910495"/>
                <a:gd name="connsiteY619" fmla="*/ 1208687 h 2705303"/>
                <a:gd name="connsiteX620" fmla="*/ 1001909 w 1910495"/>
                <a:gd name="connsiteY620" fmla="*/ 1236270 h 2705303"/>
                <a:gd name="connsiteX621" fmla="*/ 1001909 w 1910495"/>
                <a:gd name="connsiteY621" fmla="*/ 1236270 h 2705303"/>
                <a:gd name="connsiteX622" fmla="*/ 1028890 w 1910495"/>
                <a:gd name="connsiteY622" fmla="*/ 1275356 h 2705303"/>
                <a:gd name="connsiteX623" fmla="*/ 1028988 w 1910495"/>
                <a:gd name="connsiteY623" fmla="*/ 1275370 h 2705303"/>
                <a:gd name="connsiteX624" fmla="*/ 1057493 w 1910495"/>
                <a:gd name="connsiteY624" fmla="*/ 1267124 h 2705303"/>
                <a:gd name="connsiteX625" fmla="*/ 1062481 w 1910495"/>
                <a:gd name="connsiteY625" fmla="*/ 1223190 h 2705303"/>
                <a:gd name="connsiteX626" fmla="*/ 1040817 w 1910495"/>
                <a:gd name="connsiteY626" fmla="*/ 1208972 h 2705303"/>
                <a:gd name="connsiteX627" fmla="*/ 1034119 w 1910495"/>
                <a:gd name="connsiteY627" fmla="*/ 1208687 h 2705303"/>
                <a:gd name="connsiteX628" fmla="*/ 1034974 w 1910495"/>
                <a:gd name="connsiteY628" fmla="*/ 1274233 h 2705303"/>
                <a:gd name="connsiteX629" fmla="*/ 1029273 w 1910495"/>
                <a:gd name="connsiteY629" fmla="*/ 1274233 h 2705303"/>
                <a:gd name="connsiteX630" fmla="*/ 1029273 w 1910495"/>
                <a:gd name="connsiteY630" fmla="*/ 1274233 h 2705303"/>
                <a:gd name="connsiteX631" fmla="*/ 999611 w 1910495"/>
                <a:gd name="connsiteY631" fmla="*/ 1238958 h 2705303"/>
                <a:gd name="connsiteX632" fmla="*/ 1034974 w 1910495"/>
                <a:gd name="connsiteY632" fmla="*/ 1209370 h 2705303"/>
                <a:gd name="connsiteX633" fmla="*/ 1064637 w 1910495"/>
                <a:gd name="connsiteY633" fmla="*/ 1244645 h 2705303"/>
                <a:gd name="connsiteX634" fmla="*/ 1034974 w 1910495"/>
                <a:gd name="connsiteY634" fmla="*/ 1274233 h 2705303"/>
                <a:gd name="connsiteX635" fmla="*/ 1030841 w 1910495"/>
                <a:gd name="connsiteY635" fmla="*/ 1264849 h 2705303"/>
                <a:gd name="connsiteX636" fmla="*/ 1057481 w 1910495"/>
                <a:gd name="connsiteY636" fmla="*/ 1246365 h 2705303"/>
                <a:gd name="connsiteX637" fmla="*/ 1038950 w 1910495"/>
                <a:gd name="connsiteY637" fmla="*/ 1219791 h 2705303"/>
                <a:gd name="connsiteX638" fmla="*/ 1012313 w 1910495"/>
                <a:gd name="connsiteY638" fmla="*/ 1238261 h 2705303"/>
                <a:gd name="connsiteX639" fmla="*/ 1030829 w 1910495"/>
                <a:gd name="connsiteY639" fmla="*/ 1264849 h 2705303"/>
                <a:gd name="connsiteX640" fmla="*/ 1030841 w 1910495"/>
                <a:gd name="connsiteY640" fmla="*/ 1264849 h 2705303"/>
                <a:gd name="connsiteX641" fmla="*/ 1495467 w 1910495"/>
                <a:gd name="connsiteY641" fmla="*/ 985035 h 2705303"/>
                <a:gd name="connsiteX642" fmla="*/ 1490194 w 1910495"/>
                <a:gd name="connsiteY642" fmla="*/ 985035 h 2705303"/>
                <a:gd name="connsiteX643" fmla="*/ 1490194 w 1910495"/>
                <a:gd name="connsiteY643" fmla="*/ 985035 h 2705303"/>
                <a:gd name="connsiteX644" fmla="*/ 1471238 w 1910495"/>
                <a:gd name="connsiteY644" fmla="*/ 972808 h 2705303"/>
                <a:gd name="connsiteX645" fmla="*/ 1466392 w 1910495"/>
                <a:gd name="connsiteY645" fmla="*/ 950770 h 2705303"/>
                <a:gd name="connsiteX646" fmla="*/ 1478649 w 1910495"/>
                <a:gd name="connsiteY646" fmla="*/ 931859 h 2705303"/>
                <a:gd name="connsiteX647" fmla="*/ 1500741 w 1910495"/>
                <a:gd name="connsiteY647" fmla="*/ 927025 h 2705303"/>
                <a:gd name="connsiteX648" fmla="*/ 1524542 w 1910495"/>
                <a:gd name="connsiteY648" fmla="*/ 961291 h 2705303"/>
                <a:gd name="connsiteX649" fmla="*/ 1512285 w 1910495"/>
                <a:gd name="connsiteY649" fmla="*/ 980201 h 2705303"/>
                <a:gd name="connsiteX650" fmla="*/ 1494612 w 1910495"/>
                <a:gd name="connsiteY650" fmla="*/ 985035 h 2705303"/>
                <a:gd name="connsiteX651" fmla="*/ 1491904 w 1910495"/>
                <a:gd name="connsiteY651" fmla="*/ 975651 h 2705303"/>
                <a:gd name="connsiteX652" fmla="*/ 1507154 w 1910495"/>
                <a:gd name="connsiteY652" fmla="*/ 972381 h 2705303"/>
                <a:gd name="connsiteX653" fmla="*/ 1515563 w 1910495"/>
                <a:gd name="connsiteY653" fmla="*/ 959158 h 2705303"/>
                <a:gd name="connsiteX654" fmla="*/ 1498731 w 1910495"/>
                <a:gd name="connsiteY654" fmla="*/ 935570 h 2705303"/>
                <a:gd name="connsiteX655" fmla="*/ 1483780 w 1910495"/>
                <a:gd name="connsiteY655" fmla="*/ 938826 h 2705303"/>
                <a:gd name="connsiteX656" fmla="*/ 1475371 w 1910495"/>
                <a:gd name="connsiteY656" fmla="*/ 951907 h 2705303"/>
                <a:gd name="connsiteX657" fmla="*/ 1478649 w 1910495"/>
                <a:gd name="connsiteY657" fmla="*/ 967263 h 2705303"/>
                <a:gd name="connsiteX658" fmla="*/ 1491904 w 1910495"/>
                <a:gd name="connsiteY658" fmla="*/ 975651 h 2705303"/>
                <a:gd name="connsiteX659" fmla="*/ 546261 w 1910495"/>
                <a:gd name="connsiteY659" fmla="*/ 1471865 h 2705303"/>
                <a:gd name="connsiteX660" fmla="*/ 542413 w 1910495"/>
                <a:gd name="connsiteY660" fmla="*/ 1471865 h 2705303"/>
                <a:gd name="connsiteX661" fmla="*/ 525595 w 1910495"/>
                <a:gd name="connsiteY661" fmla="*/ 1447552 h 2705303"/>
                <a:gd name="connsiteX662" fmla="*/ 534289 w 1910495"/>
                <a:gd name="connsiteY662" fmla="*/ 1434045 h 2705303"/>
                <a:gd name="connsiteX663" fmla="*/ 563507 w 1910495"/>
                <a:gd name="connsiteY663" fmla="*/ 1439306 h 2705303"/>
                <a:gd name="connsiteX664" fmla="*/ 566927 w 1910495"/>
                <a:gd name="connsiteY664" fmla="*/ 1455088 h 2705303"/>
                <a:gd name="connsiteX665" fmla="*/ 545406 w 1910495"/>
                <a:gd name="connsiteY665" fmla="*/ 1471865 h 2705303"/>
                <a:gd name="connsiteX666" fmla="*/ 546261 w 1910495"/>
                <a:gd name="connsiteY666" fmla="*/ 1439021 h 2705303"/>
                <a:gd name="connsiteX667" fmla="*/ 539563 w 1910495"/>
                <a:gd name="connsiteY667" fmla="*/ 1441154 h 2705303"/>
                <a:gd name="connsiteX668" fmla="*/ 534717 w 1910495"/>
                <a:gd name="connsiteY668" fmla="*/ 1448832 h 2705303"/>
                <a:gd name="connsiteX669" fmla="*/ 536570 w 1910495"/>
                <a:gd name="connsiteY669" fmla="*/ 1457647 h 2705303"/>
                <a:gd name="connsiteX670" fmla="*/ 544266 w 1910495"/>
                <a:gd name="connsiteY670" fmla="*/ 1462623 h 2705303"/>
                <a:gd name="connsiteX671" fmla="*/ 558437 w 1910495"/>
                <a:gd name="connsiteY671" fmla="*/ 1453382 h 2705303"/>
                <a:gd name="connsiteX672" fmla="*/ 558518 w 1910495"/>
                <a:gd name="connsiteY672" fmla="*/ 1452955 h 2705303"/>
                <a:gd name="connsiteX673" fmla="*/ 556523 w 1910495"/>
                <a:gd name="connsiteY673" fmla="*/ 1444140 h 2705303"/>
                <a:gd name="connsiteX674" fmla="*/ 548969 w 1910495"/>
                <a:gd name="connsiteY674" fmla="*/ 1439163 h 2705303"/>
                <a:gd name="connsiteX675" fmla="*/ 927226 w 1910495"/>
                <a:gd name="connsiteY675" fmla="*/ 561050 h 2705303"/>
                <a:gd name="connsiteX676" fmla="*/ 918817 w 1910495"/>
                <a:gd name="connsiteY676" fmla="*/ 561050 h 2705303"/>
                <a:gd name="connsiteX677" fmla="*/ 918817 w 1910495"/>
                <a:gd name="connsiteY677" fmla="*/ 561050 h 2705303"/>
                <a:gd name="connsiteX678" fmla="*/ 876321 w 1910495"/>
                <a:gd name="connsiteY678" fmla="*/ 510262 h 2705303"/>
                <a:gd name="connsiteX679" fmla="*/ 927226 w 1910495"/>
                <a:gd name="connsiteY679" fmla="*/ 467878 h 2705303"/>
                <a:gd name="connsiteX680" fmla="*/ 969724 w 1910495"/>
                <a:gd name="connsiteY680" fmla="*/ 518651 h 2705303"/>
                <a:gd name="connsiteX681" fmla="*/ 927226 w 1910495"/>
                <a:gd name="connsiteY681" fmla="*/ 561050 h 2705303"/>
                <a:gd name="connsiteX682" fmla="*/ 920385 w 1910495"/>
                <a:gd name="connsiteY682" fmla="*/ 551381 h 2705303"/>
                <a:gd name="connsiteX683" fmla="*/ 964193 w 1910495"/>
                <a:gd name="connsiteY683" fmla="*/ 521253 h 2705303"/>
                <a:gd name="connsiteX684" fmla="*/ 933988 w 1910495"/>
                <a:gd name="connsiteY684" fmla="*/ 477546 h 2705303"/>
                <a:gd name="connsiteX685" fmla="*/ 890180 w 1910495"/>
                <a:gd name="connsiteY685" fmla="*/ 507675 h 2705303"/>
                <a:gd name="connsiteX686" fmla="*/ 890170 w 1910495"/>
                <a:gd name="connsiteY686" fmla="*/ 507732 h 2705303"/>
                <a:gd name="connsiteX687" fmla="*/ 920385 w 1910495"/>
                <a:gd name="connsiteY687" fmla="*/ 551381 h 2705303"/>
                <a:gd name="connsiteX688" fmla="*/ 617095 w 1910495"/>
                <a:gd name="connsiteY688" fmla="*/ 1662246 h 2705303"/>
                <a:gd name="connsiteX689" fmla="*/ 610967 w 1910495"/>
                <a:gd name="connsiteY689" fmla="*/ 1662246 h 2705303"/>
                <a:gd name="connsiteX690" fmla="*/ 583887 w 1910495"/>
                <a:gd name="connsiteY690" fmla="*/ 1623289 h 2705303"/>
                <a:gd name="connsiteX691" fmla="*/ 622067 w 1910495"/>
                <a:gd name="connsiteY691" fmla="*/ 1594980 h 2705303"/>
                <a:gd name="connsiteX692" fmla="*/ 650440 w 1910495"/>
                <a:gd name="connsiteY692" fmla="*/ 1633071 h 2705303"/>
                <a:gd name="connsiteX693" fmla="*/ 636194 w 1910495"/>
                <a:gd name="connsiteY693" fmla="*/ 1655848 h 2705303"/>
                <a:gd name="connsiteX694" fmla="*/ 617095 w 1910495"/>
                <a:gd name="connsiteY694" fmla="*/ 1662246 h 2705303"/>
                <a:gd name="connsiteX695" fmla="*/ 617095 w 1910495"/>
                <a:gd name="connsiteY695" fmla="*/ 1604236 h 2705303"/>
                <a:gd name="connsiteX696" fmla="*/ 592631 w 1910495"/>
                <a:gd name="connsiteY696" fmla="*/ 1628734 h 2705303"/>
                <a:gd name="connsiteX697" fmla="*/ 597000 w 1910495"/>
                <a:gd name="connsiteY697" fmla="*/ 1642625 h 2705303"/>
                <a:gd name="connsiteX698" fmla="*/ 612820 w 1910495"/>
                <a:gd name="connsiteY698" fmla="*/ 1652720 h 2705303"/>
                <a:gd name="connsiteX699" fmla="*/ 612820 w 1910495"/>
                <a:gd name="connsiteY699" fmla="*/ 1652720 h 2705303"/>
                <a:gd name="connsiteX700" fmla="*/ 631205 w 1910495"/>
                <a:gd name="connsiteY700" fmla="*/ 1648881 h 2705303"/>
                <a:gd name="connsiteX701" fmla="*/ 641324 w 1910495"/>
                <a:gd name="connsiteY701" fmla="*/ 1633099 h 2705303"/>
                <a:gd name="connsiteX702" fmla="*/ 621514 w 1910495"/>
                <a:gd name="connsiteY702" fmla="*/ 1604663 h 2705303"/>
                <a:gd name="connsiteX703" fmla="*/ 34460 w 1910495"/>
                <a:gd name="connsiteY703" fmla="*/ 1580634 h 2705303"/>
                <a:gd name="connsiteX704" fmla="*/ 28474 w 1910495"/>
                <a:gd name="connsiteY704" fmla="*/ 1580634 h 2705303"/>
                <a:gd name="connsiteX705" fmla="*/ 28474 w 1910495"/>
                <a:gd name="connsiteY705" fmla="*/ 1580634 h 2705303"/>
                <a:gd name="connsiteX706" fmla="*/ 404 w 1910495"/>
                <a:gd name="connsiteY706" fmla="*/ 1542331 h 2705303"/>
                <a:gd name="connsiteX707" fmla="*/ 15076 w 1910495"/>
                <a:gd name="connsiteY707" fmla="*/ 1519496 h 2705303"/>
                <a:gd name="connsiteX708" fmla="*/ 61824 w 1910495"/>
                <a:gd name="connsiteY708" fmla="*/ 1528027 h 2705303"/>
                <a:gd name="connsiteX709" fmla="*/ 53235 w 1910495"/>
                <a:gd name="connsiteY709" fmla="*/ 1574705 h 2705303"/>
                <a:gd name="connsiteX710" fmla="*/ 34175 w 1910495"/>
                <a:gd name="connsiteY710" fmla="*/ 1580634 h 2705303"/>
                <a:gd name="connsiteX711" fmla="*/ 30041 w 1910495"/>
                <a:gd name="connsiteY711" fmla="*/ 1571250 h 2705303"/>
                <a:gd name="connsiteX712" fmla="*/ 58535 w 1910495"/>
                <a:gd name="connsiteY712" fmla="*/ 1551544 h 2705303"/>
                <a:gd name="connsiteX713" fmla="*/ 58546 w 1910495"/>
                <a:gd name="connsiteY713" fmla="*/ 1551487 h 2705303"/>
                <a:gd name="connsiteX714" fmla="*/ 38878 w 1910495"/>
                <a:gd name="connsiteY714" fmla="*/ 1523051 h 2705303"/>
                <a:gd name="connsiteX715" fmla="*/ 20492 w 1910495"/>
                <a:gd name="connsiteY715" fmla="*/ 1527032 h 2705303"/>
                <a:gd name="connsiteX716" fmla="*/ 14185 w 1910495"/>
                <a:gd name="connsiteY716" fmla="*/ 1561042 h 2705303"/>
                <a:gd name="connsiteX717" fmla="*/ 30041 w 1910495"/>
                <a:gd name="connsiteY717" fmla="*/ 1571250 h 2705303"/>
                <a:gd name="connsiteX718" fmla="*/ 319649 w 1910495"/>
                <a:gd name="connsiteY718" fmla="*/ 1831585 h 2705303"/>
                <a:gd name="connsiteX719" fmla="*/ 315801 w 1910495"/>
                <a:gd name="connsiteY719" fmla="*/ 1831585 h 2705303"/>
                <a:gd name="connsiteX720" fmla="*/ 315801 w 1910495"/>
                <a:gd name="connsiteY720" fmla="*/ 1831585 h 2705303"/>
                <a:gd name="connsiteX721" fmla="*/ 298841 w 1910495"/>
                <a:gd name="connsiteY721" fmla="*/ 1807129 h 2705303"/>
                <a:gd name="connsiteX722" fmla="*/ 322988 w 1910495"/>
                <a:gd name="connsiteY722" fmla="*/ 1789997 h 2705303"/>
                <a:gd name="connsiteX723" fmla="*/ 323355 w 1910495"/>
                <a:gd name="connsiteY723" fmla="*/ 1790068 h 2705303"/>
                <a:gd name="connsiteX724" fmla="*/ 340218 w 1910495"/>
                <a:gd name="connsiteY724" fmla="*/ 1814864 h 2705303"/>
                <a:gd name="connsiteX725" fmla="*/ 331621 w 1910495"/>
                <a:gd name="connsiteY725" fmla="*/ 1828172 h 2705303"/>
                <a:gd name="connsiteX726" fmla="*/ 319649 w 1910495"/>
                <a:gd name="connsiteY726" fmla="*/ 1831585 h 2705303"/>
                <a:gd name="connsiteX727" fmla="*/ 319649 w 1910495"/>
                <a:gd name="connsiteY727" fmla="*/ 1798598 h 2705303"/>
                <a:gd name="connsiteX728" fmla="*/ 312808 w 1910495"/>
                <a:gd name="connsiteY728" fmla="*/ 1800731 h 2705303"/>
                <a:gd name="connsiteX729" fmla="*/ 309642 w 1910495"/>
                <a:gd name="connsiteY729" fmla="*/ 1817125 h 2705303"/>
                <a:gd name="connsiteX730" fmla="*/ 309815 w 1910495"/>
                <a:gd name="connsiteY730" fmla="*/ 1817367 h 2705303"/>
                <a:gd name="connsiteX731" fmla="*/ 317654 w 1910495"/>
                <a:gd name="connsiteY731" fmla="*/ 1822343 h 2705303"/>
                <a:gd name="connsiteX732" fmla="*/ 317654 w 1910495"/>
                <a:gd name="connsiteY732" fmla="*/ 1822343 h 2705303"/>
                <a:gd name="connsiteX733" fmla="*/ 331771 w 1910495"/>
                <a:gd name="connsiteY733" fmla="*/ 1813385 h 2705303"/>
                <a:gd name="connsiteX734" fmla="*/ 331906 w 1910495"/>
                <a:gd name="connsiteY734" fmla="*/ 1812675 h 2705303"/>
                <a:gd name="connsiteX735" fmla="*/ 322358 w 1910495"/>
                <a:gd name="connsiteY735" fmla="*/ 1798485 h 2705303"/>
                <a:gd name="connsiteX736" fmla="*/ 322214 w 1910495"/>
                <a:gd name="connsiteY736" fmla="*/ 1798456 h 2705303"/>
                <a:gd name="connsiteX737" fmla="*/ 226011 w 1910495"/>
                <a:gd name="connsiteY737" fmla="*/ 1099491 h 2705303"/>
                <a:gd name="connsiteX738" fmla="*/ 222020 w 1910495"/>
                <a:gd name="connsiteY738" fmla="*/ 1099491 h 2705303"/>
                <a:gd name="connsiteX739" fmla="*/ 222020 w 1910495"/>
                <a:gd name="connsiteY739" fmla="*/ 1099491 h 2705303"/>
                <a:gd name="connsiteX740" fmla="*/ 204348 w 1910495"/>
                <a:gd name="connsiteY740" fmla="*/ 1073899 h 2705303"/>
                <a:gd name="connsiteX741" fmla="*/ 213469 w 1910495"/>
                <a:gd name="connsiteY741" fmla="*/ 1059681 h 2705303"/>
                <a:gd name="connsiteX742" fmla="*/ 229859 w 1910495"/>
                <a:gd name="connsiteY742" fmla="*/ 1056126 h 2705303"/>
                <a:gd name="connsiteX743" fmla="*/ 247675 w 1910495"/>
                <a:gd name="connsiteY743" fmla="*/ 1081577 h 2705303"/>
                <a:gd name="connsiteX744" fmla="*/ 238553 w 1910495"/>
                <a:gd name="connsiteY744" fmla="*/ 1095795 h 2705303"/>
                <a:gd name="connsiteX745" fmla="*/ 225869 w 1910495"/>
                <a:gd name="connsiteY745" fmla="*/ 1099491 h 2705303"/>
                <a:gd name="connsiteX746" fmla="*/ 226011 w 1910495"/>
                <a:gd name="connsiteY746" fmla="*/ 1064657 h 2705303"/>
                <a:gd name="connsiteX747" fmla="*/ 218742 w 1910495"/>
                <a:gd name="connsiteY747" fmla="*/ 1066932 h 2705303"/>
                <a:gd name="connsiteX748" fmla="*/ 213469 w 1910495"/>
                <a:gd name="connsiteY748" fmla="*/ 1075321 h 2705303"/>
                <a:gd name="connsiteX749" fmla="*/ 223873 w 1910495"/>
                <a:gd name="connsiteY749" fmla="*/ 1090250 h 2705303"/>
                <a:gd name="connsiteX750" fmla="*/ 223873 w 1910495"/>
                <a:gd name="connsiteY750" fmla="*/ 1090250 h 2705303"/>
                <a:gd name="connsiteX751" fmla="*/ 238126 w 1910495"/>
                <a:gd name="connsiteY751" fmla="*/ 1079871 h 2705303"/>
                <a:gd name="connsiteX752" fmla="*/ 235988 w 1910495"/>
                <a:gd name="connsiteY752" fmla="*/ 1070202 h 2705303"/>
                <a:gd name="connsiteX753" fmla="*/ 227721 w 1910495"/>
                <a:gd name="connsiteY753" fmla="*/ 1064941 h 270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</a:cxnLst>
              <a:rect l="l" t="t" r="r" b="b"/>
              <a:pathLst>
                <a:path w="1910495" h="2705303">
                  <a:moveTo>
                    <a:pt x="668404" y="2142109"/>
                  </a:moveTo>
                  <a:lnTo>
                    <a:pt x="589018" y="2398890"/>
                  </a:lnTo>
                  <a:lnTo>
                    <a:pt x="321787" y="2106422"/>
                  </a:lnTo>
                  <a:close/>
                  <a:moveTo>
                    <a:pt x="666979" y="2142962"/>
                  </a:moveTo>
                  <a:lnTo>
                    <a:pt x="324922" y="2107559"/>
                  </a:lnTo>
                  <a:lnTo>
                    <a:pt x="589303" y="2397041"/>
                  </a:lnTo>
                  <a:close/>
                  <a:moveTo>
                    <a:pt x="666979" y="2142962"/>
                  </a:moveTo>
                  <a:lnTo>
                    <a:pt x="666979" y="2142109"/>
                  </a:lnTo>
                  <a:lnTo>
                    <a:pt x="941479" y="2424624"/>
                  </a:lnTo>
                  <a:lnTo>
                    <a:pt x="588591" y="2398463"/>
                  </a:lnTo>
                  <a:lnTo>
                    <a:pt x="588591" y="2398463"/>
                  </a:lnTo>
                  <a:close/>
                  <a:moveTo>
                    <a:pt x="667691" y="2143958"/>
                  </a:moveTo>
                  <a:lnTo>
                    <a:pt x="589446" y="2397468"/>
                  </a:lnTo>
                  <a:lnTo>
                    <a:pt x="939341" y="2423629"/>
                  </a:lnTo>
                  <a:close/>
                  <a:moveTo>
                    <a:pt x="718572" y="1959122"/>
                  </a:moveTo>
                  <a:lnTo>
                    <a:pt x="719712" y="1959122"/>
                  </a:lnTo>
                  <a:lnTo>
                    <a:pt x="323212" y="2107417"/>
                  </a:lnTo>
                  <a:lnTo>
                    <a:pt x="323212" y="2107417"/>
                  </a:lnTo>
                  <a:lnTo>
                    <a:pt x="257366" y="1726939"/>
                  </a:lnTo>
                  <a:lnTo>
                    <a:pt x="257366" y="1726939"/>
                  </a:lnTo>
                  <a:close/>
                  <a:moveTo>
                    <a:pt x="717147" y="1959122"/>
                  </a:moveTo>
                  <a:lnTo>
                    <a:pt x="257366" y="1728361"/>
                  </a:lnTo>
                  <a:lnTo>
                    <a:pt x="322785" y="2106280"/>
                  </a:lnTo>
                  <a:close/>
                  <a:moveTo>
                    <a:pt x="719142" y="1959122"/>
                  </a:moveTo>
                  <a:lnTo>
                    <a:pt x="667834" y="2143958"/>
                  </a:lnTo>
                  <a:lnTo>
                    <a:pt x="667834" y="2143958"/>
                  </a:lnTo>
                  <a:lnTo>
                    <a:pt x="322642" y="2108412"/>
                  </a:lnTo>
                  <a:lnTo>
                    <a:pt x="320504" y="2108412"/>
                  </a:lnTo>
                  <a:close/>
                  <a:moveTo>
                    <a:pt x="717717" y="1960686"/>
                  </a:moveTo>
                  <a:lnTo>
                    <a:pt x="325065" y="2106706"/>
                  </a:lnTo>
                  <a:lnTo>
                    <a:pt x="667121" y="2141967"/>
                  </a:lnTo>
                  <a:close/>
                  <a:moveTo>
                    <a:pt x="1229946" y="2088649"/>
                  </a:moveTo>
                  <a:lnTo>
                    <a:pt x="1229946" y="2088649"/>
                  </a:lnTo>
                  <a:lnTo>
                    <a:pt x="1594521" y="2689509"/>
                  </a:lnTo>
                  <a:lnTo>
                    <a:pt x="1594521" y="2690788"/>
                  </a:lnTo>
                  <a:lnTo>
                    <a:pt x="938913" y="2425335"/>
                  </a:lnTo>
                  <a:lnTo>
                    <a:pt x="938913" y="2425335"/>
                  </a:lnTo>
                  <a:close/>
                  <a:moveTo>
                    <a:pt x="1229946" y="2089787"/>
                  </a:moveTo>
                  <a:lnTo>
                    <a:pt x="941479" y="2423629"/>
                  </a:lnTo>
                  <a:lnTo>
                    <a:pt x="1593808" y="2687802"/>
                  </a:lnTo>
                  <a:close/>
                  <a:moveTo>
                    <a:pt x="1229946" y="2088365"/>
                  </a:moveTo>
                  <a:lnTo>
                    <a:pt x="1231229" y="2088365"/>
                  </a:lnTo>
                  <a:lnTo>
                    <a:pt x="941479" y="2424340"/>
                  </a:lnTo>
                  <a:lnTo>
                    <a:pt x="941479" y="2424340"/>
                  </a:lnTo>
                  <a:lnTo>
                    <a:pt x="667406" y="2142820"/>
                  </a:lnTo>
                  <a:lnTo>
                    <a:pt x="666694" y="2142109"/>
                  </a:lnTo>
                  <a:close/>
                  <a:moveTo>
                    <a:pt x="1228806" y="2089502"/>
                  </a:moveTo>
                  <a:lnTo>
                    <a:pt x="668119" y="2143105"/>
                  </a:lnTo>
                  <a:lnTo>
                    <a:pt x="940481" y="2423629"/>
                  </a:lnTo>
                  <a:close/>
                  <a:moveTo>
                    <a:pt x="717717" y="1959122"/>
                  </a:moveTo>
                  <a:lnTo>
                    <a:pt x="717717" y="1959122"/>
                  </a:lnTo>
                  <a:lnTo>
                    <a:pt x="1230801" y="2088934"/>
                  </a:lnTo>
                  <a:lnTo>
                    <a:pt x="1233652" y="2088934"/>
                  </a:lnTo>
                  <a:lnTo>
                    <a:pt x="667121" y="2143105"/>
                  </a:lnTo>
                  <a:close/>
                  <a:moveTo>
                    <a:pt x="717717" y="1959975"/>
                  </a:moveTo>
                  <a:lnTo>
                    <a:pt x="667121" y="2142252"/>
                  </a:lnTo>
                  <a:lnTo>
                    <a:pt x="1226383" y="2088649"/>
                  </a:lnTo>
                  <a:close/>
                  <a:moveTo>
                    <a:pt x="692063" y="1471723"/>
                  </a:moveTo>
                  <a:lnTo>
                    <a:pt x="692063" y="1471723"/>
                  </a:lnTo>
                  <a:lnTo>
                    <a:pt x="718429" y="1959406"/>
                  </a:lnTo>
                  <a:lnTo>
                    <a:pt x="718429" y="1960259"/>
                  </a:lnTo>
                  <a:lnTo>
                    <a:pt x="257366" y="1727934"/>
                  </a:lnTo>
                  <a:lnTo>
                    <a:pt x="256511" y="1727934"/>
                  </a:lnTo>
                  <a:close/>
                  <a:moveTo>
                    <a:pt x="692063" y="1473003"/>
                  </a:moveTo>
                  <a:lnTo>
                    <a:pt x="258364" y="1726939"/>
                  </a:lnTo>
                  <a:lnTo>
                    <a:pt x="718144" y="1957842"/>
                  </a:lnTo>
                  <a:close/>
                  <a:moveTo>
                    <a:pt x="1231086" y="2088365"/>
                  </a:moveTo>
                  <a:lnTo>
                    <a:pt x="1232084" y="2089502"/>
                  </a:lnTo>
                  <a:lnTo>
                    <a:pt x="719000" y="1959548"/>
                  </a:lnTo>
                  <a:lnTo>
                    <a:pt x="719000" y="1959548"/>
                  </a:lnTo>
                  <a:lnTo>
                    <a:pt x="692490" y="1472292"/>
                  </a:lnTo>
                  <a:lnTo>
                    <a:pt x="692490" y="1471012"/>
                  </a:lnTo>
                  <a:close/>
                  <a:moveTo>
                    <a:pt x="1229376" y="2088365"/>
                  </a:moveTo>
                  <a:lnTo>
                    <a:pt x="693060" y="1474140"/>
                  </a:lnTo>
                  <a:lnTo>
                    <a:pt x="719142" y="1958695"/>
                  </a:lnTo>
                  <a:close/>
                  <a:moveTo>
                    <a:pt x="1768114" y="2139266"/>
                  </a:moveTo>
                  <a:lnTo>
                    <a:pt x="1768114" y="2139266"/>
                  </a:lnTo>
                  <a:lnTo>
                    <a:pt x="1595376" y="2689224"/>
                  </a:lnTo>
                  <a:lnTo>
                    <a:pt x="1595376" y="2690362"/>
                  </a:lnTo>
                  <a:lnTo>
                    <a:pt x="1230231" y="2088934"/>
                  </a:lnTo>
                  <a:lnTo>
                    <a:pt x="1230231" y="2088080"/>
                  </a:lnTo>
                  <a:close/>
                  <a:moveTo>
                    <a:pt x="1768114" y="2140261"/>
                  </a:moveTo>
                  <a:lnTo>
                    <a:pt x="1232939" y="2089502"/>
                  </a:lnTo>
                  <a:lnTo>
                    <a:pt x="1596089" y="2688087"/>
                  </a:lnTo>
                  <a:close/>
                  <a:moveTo>
                    <a:pt x="1588678" y="1449827"/>
                  </a:moveTo>
                  <a:lnTo>
                    <a:pt x="1588678" y="1449827"/>
                  </a:lnTo>
                  <a:lnTo>
                    <a:pt x="1232369" y="2089644"/>
                  </a:lnTo>
                  <a:lnTo>
                    <a:pt x="1231514" y="2090924"/>
                  </a:lnTo>
                  <a:lnTo>
                    <a:pt x="1155264" y="1195180"/>
                  </a:lnTo>
                  <a:lnTo>
                    <a:pt x="1155264" y="1194327"/>
                  </a:lnTo>
                  <a:close/>
                  <a:moveTo>
                    <a:pt x="1587822" y="1449827"/>
                  </a:moveTo>
                  <a:lnTo>
                    <a:pt x="1155264" y="1196175"/>
                  </a:lnTo>
                  <a:lnTo>
                    <a:pt x="1231229" y="2086943"/>
                  </a:lnTo>
                  <a:close/>
                  <a:moveTo>
                    <a:pt x="1587822" y="1449827"/>
                  </a:moveTo>
                  <a:lnTo>
                    <a:pt x="1587822" y="1449827"/>
                  </a:lnTo>
                  <a:lnTo>
                    <a:pt x="1853629" y="1684285"/>
                  </a:lnTo>
                  <a:lnTo>
                    <a:pt x="1853629" y="1684285"/>
                  </a:lnTo>
                  <a:lnTo>
                    <a:pt x="1230801" y="2089076"/>
                  </a:lnTo>
                  <a:lnTo>
                    <a:pt x="1229233" y="2090071"/>
                  </a:lnTo>
                  <a:close/>
                  <a:moveTo>
                    <a:pt x="1587822" y="1450822"/>
                  </a:moveTo>
                  <a:lnTo>
                    <a:pt x="1231941" y="2087085"/>
                  </a:lnTo>
                  <a:lnTo>
                    <a:pt x="1853629" y="1684285"/>
                  </a:lnTo>
                  <a:close/>
                  <a:moveTo>
                    <a:pt x="1894390" y="1064657"/>
                  </a:moveTo>
                  <a:lnTo>
                    <a:pt x="1895388" y="1063377"/>
                  </a:lnTo>
                  <a:lnTo>
                    <a:pt x="1854341" y="1684285"/>
                  </a:lnTo>
                  <a:lnTo>
                    <a:pt x="1854341" y="1685280"/>
                  </a:lnTo>
                  <a:lnTo>
                    <a:pt x="1586682" y="1450538"/>
                  </a:lnTo>
                  <a:lnTo>
                    <a:pt x="1586682" y="1450538"/>
                  </a:lnTo>
                  <a:close/>
                  <a:moveTo>
                    <a:pt x="1894390" y="1066505"/>
                  </a:moveTo>
                  <a:lnTo>
                    <a:pt x="1588535" y="1450396"/>
                  </a:lnTo>
                  <a:lnTo>
                    <a:pt x="1853629" y="1682863"/>
                  </a:lnTo>
                  <a:close/>
                  <a:moveTo>
                    <a:pt x="1894390" y="1064515"/>
                  </a:moveTo>
                  <a:lnTo>
                    <a:pt x="1895673" y="1064515"/>
                  </a:lnTo>
                  <a:lnTo>
                    <a:pt x="1587822" y="1450680"/>
                  </a:lnTo>
                  <a:lnTo>
                    <a:pt x="1587822" y="1450680"/>
                  </a:lnTo>
                  <a:lnTo>
                    <a:pt x="1154266" y="1195606"/>
                  </a:lnTo>
                  <a:lnTo>
                    <a:pt x="1153126" y="1195606"/>
                  </a:lnTo>
                  <a:close/>
                  <a:moveTo>
                    <a:pt x="1893250" y="1065652"/>
                  </a:moveTo>
                  <a:lnTo>
                    <a:pt x="1155264" y="1195464"/>
                  </a:lnTo>
                  <a:lnTo>
                    <a:pt x="1586397" y="1449258"/>
                  </a:lnTo>
                  <a:close/>
                  <a:moveTo>
                    <a:pt x="1574140" y="635837"/>
                  </a:moveTo>
                  <a:lnTo>
                    <a:pt x="1574140" y="635837"/>
                  </a:lnTo>
                  <a:lnTo>
                    <a:pt x="1894533" y="1065226"/>
                  </a:lnTo>
                  <a:lnTo>
                    <a:pt x="1894533" y="1065226"/>
                  </a:lnTo>
                  <a:lnTo>
                    <a:pt x="1155264" y="1195749"/>
                  </a:lnTo>
                  <a:lnTo>
                    <a:pt x="1153981" y="1195749"/>
                  </a:lnTo>
                  <a:close/>
                  <a:moveTo>
                    <a:pt x="1574140" y="636975"/>
                  </a:moveTo>
                  <a:lnTo>
                    <a:pt x="1155264" y="1194469"/>
                  </a:lnTo>
                  <a:lnTo>
                    <a:pt x="1892965" y="1064373"/>
                  </a:lnTo>
                  <a:close/>
                  <a:moveTo>
                    <a:pt x="616810" y="1628265"/>
                  </a:moveTo>
                  <a:lnTo>
                    <a:pt x="616810" y="1628265"/>
                  </a:lnTo>
                  <a:lnTo>
                    <a:pt x="710591" y="1881206"/>
                  </a:lnTo>
                  <a:lnTo>
                    <a:pt x="710591" y="1882059"/>
                  </a:lnTo>
                  <a:lnTo>
                    <a:pt x="317511" y="1810968"/>
                  </a:lnTo>
                  <a:close/>
                  <a:moveTo>
                    <a:pt x="616810" y="1629402"/>
                  </a:moveTo>
                  <a:lnTo>
                    <a:pt x="320932" y="1810257"/>
                  </a:lnTo>
                  <a:lnTo>
                    <a:pt x="709736" y="1880495"/>
                  </a:lnTo>
                  <a:close/>
                  <a:moveTo>
                    <a:pt x="546404" y="1450254"/>
                  </a:moveTo>
                  <a:lnTo>
                    <a:pt x="320077" y="1810826"/>
                  </a:lnTo>
                  <a:lnTo>
                    <a:pt x="320077" y="1810826"/>
                  </a:lnTo>
                  <a:lnTo>
                    <a:pt x="33462" y="1546795"/>
                  </a:lnTo>
                  <a:close/>
                  <a:moveTo>
                    <a:pt x="544408" y="1451533"/>
                  </a:moveTo>
                  <a:lnTo>
                    <a:pt x="35457" y="1547364"/>
                  </a:lnTo>
                  <a:lnTo>
                    <a:pt x="319506" y="1809831"/>
                  </a:lnTo>
                  <a:close/>
                  <a:moveTo>
                    <a:pt x="544408" y="1450680"/>
                  </a:moveTo>
                  <a:lnTo>
                    <a:pt x="544408" y="1449827"/>
                  </a:lnTo>
                  <a:lnTo>
                    <a:pt x="616525" y="1628549"/>
                  </a:lnTo>
                  <a:lnTo>
                    <a:pt x="616525" y="1628549"/>
                  </a:lnTo>
                  <a:lnTo>
                    <a:pt x="318081" y="1812248"/>
                  </a:lnTo>
                  <a:close/>
                  <a:moveTo>
                    <a:pt x="544408" y="1451960"/>
                  </a:moveTo>
                  <a:lnTo>
                    <a:pt x="321074" y="1808978"/>
                  </a:lnTo>
                  <a:lnTo>
                    <a:pt x="616383" y="1628549"/>
                  </a:lnTo>
                  <a:close/>
                  <a:moveTo>
                    <a:pt x="1032836" y="1242242"/>
                  </a:moveTo>
                  <a:lnTo>
                    <a:pt x="1032836" y="1242242"/>
                  </a:lnTo>
                  <a:lnTo>
                    <a:pt x="1694145" y="1501012"/>
                  </a:lnTo>
                  <a:lnTo>
                    <a:pt x="1007895" y="1687839"/>
                  </a:lnTo>
                  <a:lnTo>
                    <a:pt x="1007895" y="1687839"/>
                  </a:lnTo>
                  <a:close/>
                  <a:moveTo>
                    <a:pt x="1033691" y="1242953"/>
                  </a:moveTo>
                  <a:lnTo>
                    <a:pt x="1007467" y="1686702"/>
                  </a:lnTo>
                  <a:lnTo>
                    <a:pt x="1691579" y="1500159"/>
                  </a:lnTo>
                  <a:close/>
                  <a:moveTo>
                    <a:pt x="1033691" y="1241958"/>
                  </a:moveTo>
                  <a:lnTo>
                    <a:pt x="1034546" y="1241104"/>
                  </a:lnTo>
                  <a:lnTo>
                    <a:pt x="1008037" y="1687413"/>
                  </a:lnTo>
                  <a:lnTo>
                    <a:pt x="1008037" y="1687413"/>
                  </a:lnTo>
                  <a:lnTo>
                    <a:pt x="616810" y="1628549"/>
                  </a:lnTo>
                  <a:lnTo>
                    <a:pt x="615813" y="1628549"/>
                  </a:lnTo>
                  <a:close/>
                  <a:moveTo>
                    <a:pt x="1033691" y="1243522"/>
                  </a:moveTo>
                  <a:lnTo>
                    <a:pt x="618093" y="1628407"/>
                  </a:lnTo>
                  <a:lnTo>
                    <a:pt x="1007325" y="1686844"/>
                  </a:lnTo>
                  <a:close/>
                  <a:moveTo>
                    <a:pt x="1033691" y="1241815"/>
                  </a:moveTo>
                  <a:lnTo>
                    <a:pt x="1036257" y="1240678"/>
                  </a:lnTo>
                  <a:lnTo>
                    <a:pt x="616810" y="1629545"/>
                  </a:lnTo>
                  <a:lnTo>
                    <a:pt x="545549" y="1451107"/>
                  </a:lnTo>
                  <a:lnTo>
                    <a:pt x="545549" y="1451107"/>
                  </a:lnTo>
                  <a:close/>
                  <a:moveTo>
                    <a:pt x="1031411" y="1243806"/>
                  </a:moveTo>
                  <a:lnTo>
                    <a:pt x="545976" y="1451107"/>
                  </a:lnTo>
                  <a:lnTo>
                    <a:pt x="617238" y="1627838"/>
                  </a:lnTo>
                  <a:close/>
                  <a:moveTo>
                    <a:pt x="225156" y="1077454"/>
                  </a:moveTo>
                  <a:lnTo>
                    <a:pt x="225156" y="1076600"/>
                  </a:lnTo>
                  <a:lnTo>
                    <a:pt x="545121" y="1450538"/>
                  </a:lnTo>
                  <a:lnTo>
                    <a:pt x="545121" y="1451249"/>
                  </a:lnTo>
                  <a:lnTo>
                    <a:pt x="32037" y="1547790"/>
                  </a:lnTo>
                  <a:close/>
                  <a:moveTo>
                    <a:pt x="225156" y="1078449"/>
                  </a:moveTo>
                  <a:lnTo>
                    <a:pt x="35172" y="1546511"/>
                  </a:lnTo>
                  <a:lnTo>
                    <a:pt x="544408" y="1450538"/>
                  </a:lnTo>
                  <a:close/>
                  <a:moveTo>
                    <a:pt x="1573427" y="630719"/>
                  </a:moveTo>
                  <a:lnTo>
                    <a:pt x="1573427" y="628302"/>
                  </a:lnTo>
                  <a:lnTo>
                    <a:pt x="1692435" y="1500159"/>
                  </a:lnTo>
                  <a:lnTo>
                    <a:pt x="1692435" y="1504709"/>
                  </a:lnTo>
                  <a:lnTo>
                    <a:pt x="1492902" y="955746"/>
                  </a:lnTo>
                  <a:lnTo>
                    <a:pt x="1492902" y="955746"/>
                  </a:lnTo>
                  <a:close/>
                  <a:moveTo>
                    <a:pt x="1573427" y="633420"/>
                  </a:moveTo>
                  <a:lnTo>
                    <a:pt x="1494042" y="955604"/>
                  </a:lnTo>
                  <a:lnTo>
                    <a:pt x="1691152" y="1495894"/>
                  </a:lnTo>
                  <a:close/>
                  <a:moveTo>
                    <a:pt x="1284105" y="538016"/>
                  </a:moveTo>
                  <a:lnTo>
                    <a:pt x="1034546" y="1242526"/>
                  </a:lnTo>
                  <a:lnTo>
                    <a:pt x="1034546" y="1244375"/>
                  </a:lnTo>
                  <a:lnTo>
                    <a:pt x="927226" y="514130"/>
                  </a:lnTo>
                  <a:lnTo>
                    <a:pt x="927226" y="514130"/>
                  </a:lnTo>
                  <a:close/>
                  <a:moveTo>
                    <a:pt x="1282822" y="538869"/>
                  </a:moveTo>
                  <a:lnTo>
                    <a:pt x="926514" y="514698"/>
                  </a:lnTo>
                  <a:lnTo>
                    <a:pt x="1032551" y="1239825"/>
                  </a:lnTo>
                  <a:close/>
                  <a:moveTo>
                    <a:pt x="936775" y="18769"/>
                  </a:moveTo>
                  <a:lnTo>
                    <a:pt x="936775" y="17205"/>
                  </a:lnTo>
                  <a:lnTo>
                    <a:pt x="1284960" y="538158"/>
                  </a:lnTo>
                  <a:lnTo>
                    <a:pt x="1284960" y="539012"/>
                  </a:lnTo>
                  <a:lnTo>
                    <a:pt x="927226" y="514556"/>
                  </a:lnTo>
                  <a:lnTo>
                    <a:pt x="927226" y="514556"/>
                  </a:lnTo>
                  <a:close/>
                  <a:moveTo>
                    <a:pt x="937773" y="20475"/>
                  </a:moveTo>
                  <a:lnTo>
                    <a:pt x="928224" y="513703"/>
                  </a:lnTo>
                  <a:lnTo>
                    <a:pt x="1283535" y="537874"/>
                  </a:lnTo>
                  <a:close/>
                  <a:moveTo>
                    <a:pt x="1883131" y="1052714"/>
                  </a:moveTo>
                  <a:cubicBezTo>
                    <a:pt x="1886295" y="1049785"/>
                    <a:pt x="1890514" y="1048249"/>
                    <a:pt x="1894818" y="1048448"/>
                  </a:cubicBezTo>
                  <a:cubicBezTo>
                    <a:pt x="1899179" y="1048690"/>
                    <a:pt x="1903269" y="1050624"/>
                    <a:pt x="1906220" y="1053851"/>
                  </a:cubicBezTo>
                  <a:cubicBezTo>
                    <a:pt x="1908970" y="1056837"/>
                    <a:pt x="1910495" y="1060747"/>
                    <a:pt x="1910495" y="1064799"/>
                  </a:cubicBezTo>
                  <a:cubicBezTo>
                    <a:pt x="1910467" y="1069406"/>
                    <a:pt x="1908500" y="1073785"/>
                    <a:pt x="1905079" y="1076885"/>
                  </a:cubicBezTo>
                  <a:cubicBezTo>
                    <a:pt x="1898466" y="1082942"/>
                    <a:pt x="1888190" y="1082487"/>
                    <a:pt x="1882119" y="1075890"/>
                  </a:cubicBezTo>
                  <a:cubicBezTo>
                    <a:pt x="1882076" y="1075847"/>
                    <a:pt x="1882033" y="1075790"/>
                    <a:pt x="1881991" y="1075747"/>
                  </a:cubicBezTo>
                  <a:cubicBezTo>
                    <a:pt x="1879240" y="1072761"/>
                    <a:pt x="1877715" y="1068851"/>
                    <a:pt x="1877715" y="1064799"/>
                  </a:cubicBezTo>
                  <a:cubicBezTo>
                    <a:pt x="1877744" y="1060193"/>
                    <a:pt x="1879710" y="1055813"/>
                    <a:pt x="1883131" y="1052714"/>
                  </a:cubicBezTo>
                  <a:close/>
                  <a:moveTo>
                    <a:pt x="1903227" y="1056410"/>
                  </a:moveTo>
                  <a:cubicBezTo>
                    <a:pt x="1901032" y="1053979"/>
                    <a:pt x="1897953" y="1052543"/>
                    <a:pt x="1894675" y="1052429"/>
                  </a:cubicBezTo>
                  <a:cubicBezTo>
                    <a:pt x="1891369" y="1052273"/>
                    <a:pt x="1888134" y="1053453"/>
                    <a:pt x="1885696" y="1055700"/>
                  </a:cubicBezTo>
                  <a:cubicBezTo>
                    <a:pt x="1880651" y="1060321"/>
                    <a:pt x="1880323" y="1068140"/>
                    <a:pt x="1884955" y="1073174"/>
                  </a:cubicBezTo>
                  <a:cubicBezTo>
                    <a:pt x="1887164" y="1075591"/>
                    <a:pt x="1890257" y="1077027"/>
                    <a:pt x="1893535" y="1077169"/>
                  </a:cubicBezTo>
                  <a:cubicBezTo>
                    <a:pt x="1896842" y="1077297"/>
                    <a:pt x="1900077" y="1076131"/>
                    <a:pt x="1902514" y="1073899"/>
                  </a:cubicBezTo>
                  <a:cubicBezTo>
                    <a:pt x="1907360" y="1069065"/>
                    <a:pt x="1907360" y="1061245"/>
                    <a:pt x="1902514" y="1056410"/>
                  </a:cubicBezTo>
                  <a:close/>
                  <a:moveTo>
                    <a:pt x="1842939" y="1671915"/>
                  </a:moveTo>
                  <a:cubicBezTo>
                    <a:pt x="1849524" y="1665829"/>
                    <a:pt x="1859800" y="1666213"/>
                    <a:pt x="1865900" y="1672768"/>
                  </a:cubicBezTo>
                  <a:cubicBezTo>
                    <a:pt x="1865943" y="1672810"/>
                    <a:pt x="1865985" y="1672867"/>
                    <a:pt x="1866028" y="1672910"/>
                  </a:cubicBezTo>
                  <a:cubicBezTo>
                    <a:pt x="1872128" y="1679578"/>
                    <a:pt x="1871644" y="1689929"/>
                    <a:pt x="1864959" y="1696014"/>
                  </a:cubicBezTo>
                  <a:cubicBezTo>
                    <a:pt x="1858275" y="1702100"/>
                    <a:pt x="1847899" y="1701616"/>
                    <a:pt x="1841799" y="1694948"/>
                  </a:cubicBezTo>
                  <a:cubicBezTo>
                    <a:pt x="1839077" y="1691891"/>
                    <a:pt x="1837552" y="1687953"/>
                    <a:pt x="1837523" y="1683858"/>
                  </a:cubicBezTo>
                  <a:cubicBezTo>
                    <a:pt x="1837523" y="1679280"/>
                    <a:pt x="1839504" y="1674929"/>
                    <a:pt x="1842939" y="1671915"/>
                  </a:cubicBezTo>
                  <a:close/>
                  <a:moveTo>
                    <a:pt x="1863035" y="1675611"/>
                  </a:moveTo>
                  <a:cubicBezTo>
                    <a:pt x="1858446" y="1670550"/>
                    <a:pt x="1850593" y="1670152"/>
                    <a:pt x="1845519" y="1674744"/>
                  </a:cubicBezTo>
                  <a:cubicBezTo>
                    <a:pt x="1845519" y="1674744"/>
                    <a:pt x="1845505" y="1674758"/>
                    <a:pt x="1845505" y="1674758"/>
                  </a:cubicBezTo>
                  <a:cubicBezTo>
                    <a:pt x="1840645" y="1679450"/>
                    <a:pt x="1840260" y="1687100"/>
                    <a:pt x="1844649" y="1692247"/>
                  </a:cubicBezTo>
                  <a:cubicBezTo>
                    <a:pt x="1849282" y="1697237"/>
                    <a:pt x="1857078" y="1697621"/>
                    <a:pt x="1862180" y="1693100"/>
                  </a:cubicBezTo>
                  <a:cubicBezTo>
                    <a:pt x="1867254" y="1688621"/>
                    <a:pt x="1867724" y="1680901"/>
                    <a:pt x="1863249" y="1675839"/>
                  </a:cubicBezTo>
                  <a:cubicBezTo>
                    <a:pt x="1863178" y="1675768"/>
                    <a:pt x="1863106" y="1675683"/>
                    <a:pt x="1863035" y="1675611"/>
                  </a:cubicBezTo>
                  <a:close/>
                  <a:moveTo>
                    <a:pt x="921383" y="2403155"/>
                  </a:moveTo>
                  <a:cubicBezTo>
                    <a:pt x="926773" y="2397965"/>
                    <a:pt x="933992" y="2395107"/>
                    <a:pt x="941479" y="2395193"/>
                  </a:cubicBezTo>
                  <a:cubicBezTo>
                    <a:pt x="948991" y="2395434"/>
                    <a:pt x="956063" y="2398790"/>
                    <a:pt x="961004" y="2404434"/>
                  </a:cubicBezTo>
                  <a:cubicBezTo>
                    <a:pt x="965829" y="2409610"/>
                    <a:pt x="968481" y="2416421"/>
                    <a:pt x="968416" y="2423487"/>
                  </a:cubicBezTo>
                  <a:cubicBezTo>
                    <a:pt x="968206" y="2439184"/>
                    <a:pt x="955274" y="2451753"/>
                    <a:pt x="939533" y="2451539"/>
                  </a:cubicBezTo>
                  <a:cubicBezTo>
                    <a:pt x="931778" y="2451440"/>
                    <a:pt x="924402" y="2448184"/>
                    <a:pt x="919102" y="2442539"/>
                  </a:cubicBezTo>
                  <a:cubicBezTo>
                    <a:pt x="914351" y="2437321"/>
                    <a:pt x="911710" y="2430539"/>
                    <a:pt x="911691" y="2423487"/>
                  </a:cubicBezTo>
                  <a:cubicBezTo>
                    <a:pt x="911981" y="2415667"/>
                    <a:pt x="915487" y="2408316"/>
                    <a:pt x="921383" y="2403155"/>
                  </a:cubicBezTo>
                  <a:close/>
                  <a:moveTo>
                    <a:pt x="958581" y="2407562"/>
                  </a:moveTo>
                  <a:cubicBezTo>
                    <a:pt x="954213" y="2402785"/>
                    <a:pt x="948099" y="2399970"/>
                    <a:pt x="941621" y="2399743"/>
                  </a:cubicBezTo>
                  <a:cubicBezTo>
                    <a:pt x="935166" y="2399344"/>
                    <a:pt x="928831" y="2401605"/>
                    <a:pt x="924091" y="2405999"/>
                  </a:cubicBezTo>
                  <a:cubicBezTo>
                    <a:pt x="919006" y="2410634"/>
                    <a:pt x="916110" y="2417188"/>
                    <a:pt x="916110" y="2424056"/>
                  </a:cubicBezTo>
                  <a:cubicBezTo>
                    <a:pt x="916089" y="2430127"/>
                    <a:pt x="918381" y="2435971"/>
                    <a:pt x="922523" y="2440406"/>
                  </a:cubicBezTo>
                  <a:cubicBezTo>
                    <a:pt x="931615" y="2450345"/>
                    <a:pt x="947056" y="2451042"/>
                    <a:pt x="957014" y="2441971"/>
                  </a:cubicBezTo>
                  <a:cubicBezTo>
                    <a:pt x="966970" y="2432899"/>
                    <a:pt x="967673" y="2417501"/>
                    <a:pt x="958581" y="2407562"/>
                  </a:cubicBezTo>
                  <a:close/>
                  <a:moveTo>
                    <a:pt x="1202867" y="2062630"/>
                  </a:moveTo>
                  <a:cubicBezTo>
                    <a:pt x="1216956" y="2049834"/>
                    <a:pt x="1238780" y="2050843"/>
                    <a:pt x="1251610" y="2064905"/>
                  </a:cubicBezTo>
                  <a:cubicBezTo>
                    <a:pt x="1264440" y="2078967"/>
                    <a:pt x="1263419" y="2100734"/>
                    <a:pt x="1249329" y="2113531"/>
                  </a:cubicBezTo>
                  <a:cubicBezTo>
                    <a:pt x="1235239" y="2126327"/>
                    <a:pt x="1213416" y="2125318"/>
                    <a:pt x="1200586" y="2111256"/>
                  </a:cubicBezTo>
                  <a:cubicBezTo>
                    <a:pt x="1187756" y="2097194"/>
                    <a:pt x="1188777" y="2075426"/>
                    <a:pt x="1202867" y="2062630"/>
                  </a:cubicBezTo>
                  <a:close/>
                  <a:moveTo>
                    <a:pt x="1248617" y="2067606"/>
                  </a:moveTo>
                  <a:cubicBezTo>
                    <a:pt x="1237302" y="2055407"/>
                    <a:pt x="1218263" y="2054511"/>
                    <a:pt x="1205860" y="2065616"/>
                  </a:cubicBezTo>
                  <a:cubicBezTo>
                    <a:pt x="1192917" y="2076365"/>
                    <a:pt x="1191164" y="2095559"/>
                    <a:pt x="1201944" y="2108469"/>
                  </a:cubicBezTo>
                  <a:cubicBezTo>
                    <a:pt x="1212725" y="2121379"/>
                    <a:pt x="1231957" y="2123128"/>
                    <a:pt x="1244900" y="2112379"/>
                  </a:cubicBezTo>
                  <a:cubicBezTo>
                    <a:pt x="1245493" y="2111882"/>
                    <a:pt x="1246067" y="2111370"/>
                    <a:pt x="1246621" y="2110829"/>
                  </a:cubicBezTo>
                  <a:cubicBezTo>
                    <a:pt x="1253032" y="2105057"/>
                    <a:pt x="1256662" y="2096839"/>
                    <a:pt x="1256598" y="2088223"/>
                  </a:cubicBezTo>
                  <a:cubicBezTo>
                    <a:pt x="1256548" y="2080772"/>
                    <a:pt x="1253700" y="2073620"/>
                    <a:pt x="1248617" y="2068175"/>
                  </a:cubicBezTo>
                  <a:close/>
                  <a:moveTo>
                    <a:pt x="1214126" y="2075142"/>
                  </a:moveTo>
                  <a:cubicBezTo>
                    <a:pt x="1221191" y="2068545"/>
                    <a:pt x="1232285" y="2068900"/>
                    <a:pt x="1238905" y="2075952"/>
                  </a:cubicBezTo>
                  <a:cubicBezTo>
                    <a:pt x="1239008" y="2076052"/>
                    <a:pt x="1239109" y="2076165"/>
                    <a:pt x="1239210" y="2076279"/>
                  </a:cubicBezTo>
                  <a:cubicBezTo>
                    <a:pt x="1242118" y="2079535"/>
                    <a:pt x="1243740" y="2083730"/>
                    <a:pt x="1243771" y="2088080"/>
                  </a:cubicBezTo>
                  <a:cubicBezTo>
                    <a:pt x="1243784" y="2093071"/>
                    <a:pt x="1241657" y="2097834"/>
                    <a:pt x="1237927" y="2101161"/>
                  </a:cubicBezTo>
                  <a:cubicBezTo>
                    <a:pt x="1234530" y="2104389"/>
                    <a:pt x="1229925" y="2106038"/>
                    <a:pt x="1225243" y="2105711"/>
                  </a:cubicBezTo>
                  <a:cubicBezTo>
                    <a:pt x="1220544" y="2105597"/>
                    <a:pt x="1216104" y="2103536"/>
                    <a:pt x="1212986" y="2100024"/>
                  </a:cubicBezTo>
                  <a:cubicBezTo>
                    <a:pt x="1210021" y="2096753"/>
                    <a:pt x="1208395" y="2092488"/>
                    <a:pt x="1208425" y="2088080"/>
                  </a:cubicBezTo>
                  <a:cubicBezTo>
                    <a:pt x="1208398" y="2083161"/>
                    <a:pt x="1210470" y="2078455"/>
                    <a:pt x="1214126" y="2075142"/>
                  </a:cubicBezTo>
                  <a:close/>
                  <a:moveTo>
                    <a:pt x="1236217" y="2078839"/>
                  </a:moveTo>
                  <a:cubicBezTo>
                    <a:pt x="1233770" y="2076137"/>
                    <a:pt x="1230321" y="2074545"/>
                    <a:pt x="1226668" y="2074431"/>
                  </a:cubicBezTo>
                  <a:cubicBezTo>
                    <a:pt x="1223056" y="2074331"/>
                    <a:pt x="1219542" y="2075597"/>
                    <a:pt x="1216834" y="2077985"/>
                  </a:cubicBezTo>
                  <a:cubicBezTo>
                    <a:pt x="1211474" y="2083175"/>
                    <a:pt x="1211039" y="2091606"/>
                    <a:pt x="1215836" y="2097322"/>
                  </a:cubicBezTo>
                  <a:cubicBezTo>
                    <a:pt x="1218248" y="2100095"/>
                    <a:pt x="1221707" y="2101744"/>
                    <a:pt x="1225385" y="2101872"/>
                  </a:cubicBezTo>
                  <a:cubicBezTo>
                    <a:pt x="1233257" y="2101872"/>
                    <a:pt x="1239638" y="2095502"/>
                    <a:pt x="1239638" y="2087654"/>
                  </a:cubicBezTo>
                  <a:cubicBezTo>
                    <a:pt x="1239538" y="2084412"/>
                    <a:pt x="1238332" y="2081298"/>
                    <a:pt x="1236217" y="2078839"/>
                  </a:cubicBezTo>
                  <a:close/>
                  <a:moveTo>
                    <a:pt x="1749301" y="2119787"/>
                  </a:moveTo>
                  <a:cubicBezTo>
                    <a:pt x="1760204" y="2109806"/>
                    <a:pt x="1777165" y="2110545"/>
                    <a:pt x="1787156" y="2121436"/>
                  </a:cubicBezTo>
                  <a:cubicBezTo>
                    <a:pt x="1787170" y="2121450"/>
                    <a:pt x="1787198" y="2121479"/>
                    <a:pt x="1787213" y="2121493"/>
                  </a:cubicBezTo>
                  <a:cubicBezTo>
                    <a:pt x="1791674" y="2126455"/>
                    <a:pt x="1794154" y="2132882"/>
                    <a:pt x="1794196" y="2139550"/>
                  </a:cubicBezTo>
                  <a:cubicBezTo>
                    <a:pt x="1794154" y="2154309"/>
                    <a:pt x="1782110" y="2166238"/>
                    <a:pt x="1767316" y="2166195"/>
                  </a:cubicBezTo>
                  <a:cubicBezTo>
                    <a:pt x="1759805" y="2166181"/>
                    <a:pt x="1752651" y="2163010"/>
                    <a:pt x="1747591" y="2157465"/>
                  </a:cubicBezTo>
                  <a:cubicBezTo>
                    <a:pt x="1743059" y="2152602"/>
                    <a:pt x="1740565" y="2146190"/>
                    <a:pt x="1740607" y="2139550"/>
                  </a:cubicBezTo>
                  <a:cubicBezTo>
                    <a:pt x="1740607" y="2132043"/>
                    <a:pt x="1743757" y="2124877"/>
                    <a:pt x="1749301" y="2119787"/>
                  </a:cubicBezTo>
                  <a:close/>
                  <a:moveTo>
                    <a:pt x="1784220" y="2124195"/>
                  </a:moveTo>
                  <a:cubicBezTo>
                    <a:pt x="1780172" y="2119687"/>
                    <a:pt x="1774457" y="2117029"/>
                    <a:pt x="1768399" y="2116801"/>
                  </a:cubicBezTo>
                  <a:cubicBezTo>
                    <a:pt x="1762385" y="2116503"/>
                    <a:pt x="1756485" y="2118607"/>
                    <a:pt x="1752009" y="2122631"/>
                  </a:cubicBezTo>
                  <a:cubicBezTo>
                    <a:pt x="1747306" y="2127010"/>
                    <a:pt x="1744627" y="2133138"/>
                    <a:pt x="1744598" y="2139550"/>
                  </a:cubicBezTo>
                  <a:cubicBezTo>
                    <a:pt x="1744598" y="2152119"/>
                    <a:pt x="1754803" y="2162299"/>
                    <a:pt x="1767388" y="2162313"/>
                  </a:cubicBezTo>
                  <a:cubicBezTo>
                    <a:pt x="1779987" y="2162313"/>
                    <a:pt x="1790206" y="2152133"/>
                    <a:pt x="1790206" y="2139564"/>
                  </a:cubicBezTo>
                  <a:cubicBezTo>
                    <a:pt x="1790206" y="2133877"/>
                    <a:pt x="1788068" y="2128389"/>
                    <a:pt x="1784220" y="2124195"/>
                  </a:cubicBezTo>
                  <a:close/>
                  <a:moveTo>
                    <a:pt x="706315" y="1945472"/>
                  </a:moveTo>
                  <a:cubicBezTo>
                    <a:pt x="713705" y="1938633"/>
                    <a:pt x="725248" y="1939074"/>
                    <a:pt x="732096" y="1946453"/>
                  </a:cubicBezTo>
                  <a:cubicBezTo>
                    <a:pt x="735259" y="1949851"/>
                    <a:pt x="736997" y="1954330"/>
                    <a:pt x="736958" y="1958980"/>
                  </a:cubicBezTo>
                  <a:cubicBezTo>
                    <a:pt x="737193" y="1964368"/>
                    <a:pt x="734998" y="1969586"/>
                    <a:pt x="730972" y="1973198"/>
                  </a:cubicBezTo>
                  <a:cubicBezTo>
                    <a:pt x="727401" y="1976454"/>
                    <a:pt x="722695" y="1978188"/>
                    <a:pt x="717859" y="1978032"/>
                  </a:cubicBezTo>
                  <a:cubicBezTo>
                    <a:pt x="713014" y="1977762"/>
                    <a:pt x="708464" y="1975615"/>
                    <a:pt x="705175" y="1972060"/>
                  </a:cubicBezTo>
                  <a:cubicBezTo>
                    <a:pt x="702068" y="1968691"/>
                    <a:pt x="700339" y="1964269"/>
                    <a:pt x="700329" y="1959690"/>
                  </a:cubicBezTo>
                  <a:cubicBezTo>
                    <a:pt x="700209" y="1954316"/>
                    <a:pt x="702386" y="1949155"/>
                    <a:pt x="706315" y="1945472"/>
                  </a:cubicBezTo>
                  <a:close/>
                  <a:moveTo>
                    <a:pt x="729261" y="1949311"/>
                  </a:moveTo>
                  <a:cubicBezTo>
                    <a:pt x="724056" y="1943425"/>
                    <a:pt x="715050" y="1942856"/>
                    <a:pt x="709146" y="1948046"/>
                  </a:cubicBezTo>
                  <a:cubicBezTo>
                    <a:pt x="706006" y="1950804"/>
                    <a:pt x="704241" y="1954799"/>
                    <a:pt x="704320" y="1958980"/>
                  </a:cubicBezTo>
                  <a:cubicBezTo>
                    <a:pt x="704294" y="1962548"/>
                    <a:pt x="705617" y="1966003"/>
                    <a:pt x="708025" y="1968648"/>
                  </a:cubicBezTo>
                  <a:cubicBezTo>
                    <a:pt x="710585" y="1971477"/>
                    <a:pt x="714179" y="1973169"/>
                    <a:pt x="718002" y="1973340"/>
                  </a:cubicBezTo>
                  <a:cubicBezTo>
                    <a:pt x="721827" y="1973553"/>
                    <a:pt x="725577" y="1972217"/>
                    <a:pt x="728406" y="1969643"/>
                  </a:cubicBezTo>
                  <a:cubicBezTo>
                    <a:pt x="731429" y="1966927"/>
                    <a:pt x="733141" y="1963046"/>
                    <a:pt x="733109" y="1958980"/>
                  </a:cubicBezTo>
                  <a:cubicBezTo>
                    <a:pt x="733097" y="1955382"/>
                    <a:pt x="731723" y="1951927"/>
                    <a:pt x="729261" y="1949311"/>
                  </a:cubicBezTo>
                  <a:close/>
                  <a:moveTo>
                    <a:pt x="710876" y="1950449"/>
                  </a:moveTo>
                  <a:cubicBezTo>
                    <a:pt x="713188" y="1948415"/>
                    <a:pt x="716200" y="1947335"/>
                    <a:pt x="719285" y="1947463"/>
                  </a:cubicBezTo>
                  <a:cubicBezTo>
                    <a:pt x="725651" y="1947804"/>
                    <a:pt x="730540" y="1953221"/>
                    <a:pt x="730202" y="1959577"/>
                  </a:cubicBezTo>
                  <a:cubicBezTo>
                    <a:pt x="730039" y="1962619"/>
                    <a:pt x="728677" y="1965463"/>
                    <a:pt x="726411" y="1967510"/>
                  </a:cubicBezTo>
                  <a:cubicBezTo>
                    <a:pt x="724193" y="1969615"/>
                    <a:pt x="721197" y="1970695"/>
                    <a:pt x="718144" y="1970496"/>
                  </a:cubicBezTo>
                  <a:cubicBezTo>
                    <a:pt x="715103" y="1970354"/>
                    <a:pt x="712240" y="1969017"/>
                    <a:pt x="710163" y="1966799"/>
                  </a:cubicBezTo>
                  <a:cubicBezTo>
                    <a:pt x="708192" y="1964681"/>
                    <a:pt x="707120" y="1961880"/>
                    <a:pt x="707170" y="1958980"/>
                  </a:cubicBezTo>
                  <a:cubicBezTo>
                    <a:pt x="707246" y="1955766"/>
                    <a:pt x="708575" y="1952709"/>
                    <a:pt x="710876" y="1950449"/>
                  </a:cubicBezTo>
                  <a:close/>
                  <a:moveTo>
                    <a:pt x="724273" y="1953861"/>
                  </a:moveTo>
                  <a:cubicBezTo>
                    <a:pt x="722899" y="1952396"/>
                    <a:pt x="721006" y="1951529"/>
                    <a:pt x="719000" y="1951444"/>
                  </a:cubicBezTo>
                  <a:cubicBezTo>
                    <a:pt x="716994" y="1951316"/>
                    <a:pt x="715028" y="1952041"/>
                    <a:pt x="713584" y="1953434"/>
                  </a:cubicBezTo>
                  <a:cubicBezTo>
                    <a:pt x="710501" y="1956349"/>
                    <a:pt x="710374" y="1961212"/>
                    <a:pt x="713302" y="1964283"/>
                  </a:cubicBezTo>
                  <a:cubicBezTo>
                    <a:pt x="714613" y="1965662"/>
                    <a:pt x="716389" y="1966515"/>
                    <a:pt x="718287" y="1966657"/>
                  </a:cubicBezTo>
                  <a:cubicBezTo>
                    <a:pt x="720318" y="1966671"/>
                    <a:pt x="722289" y="1965975"/>
                    <a:pt x="723845" y="1964667"/>
                  </a:cubicBezTo>
                  <a:cubicBezTo>
                    <a:pt x="726816" y="1961681"/>
                    <a:pt x="726816" y="1956847"/>
                    <a:pt x="723845" y="1953861"/>
                  </a:cubicBezTo>
                  <a:close/>
                  <a:moveTo>
                    <a:pt x="1554329" y="1414139"/>
                  </a:moveTo>
                  <a:cubicBezTo>
                    <a:pt x="1574012" y="1396381"/>
                    <a:pt x="1604355" y="1397774"/>
                    <a:pt x="1622313" y="1417267"/>
                  </a:cubicBezTo>
                  <a:cubicBezTo>
                    <a:pt x="1630408" y="1426083"/>
                    <a:pt x="1634884" y="1437599"/>
                    <a:pt x="1634855" y="1449543"/>
                  </a:cubicBezTo>
                  <a:cubicBezTo>
                    <a:pt x="1634812" y="1476088"/>
                    <a:pt x="1613206" y="1497558"/>
                    <a:pt x="1586597" y="1497515"/>
                  </a:cubicBezTo>
                  <a:cubicBezTo>
                    <a:pt x="1573142" y="1497501"/>
                    <a:pt x="1560301" y="1491856"/>
                    <a:pt x="1551194" y="1481960"/>
                  </a:cubicBezTo>
                  <a:cubicBezTo>
                    <a:pt x="1543098" y="1473145"/>
                    <a:pt x="1538623" y="1461628"/>
                    <a:pt x="1538652" y="1449685"/>
                  </a:cubicBezTo>
                  <a:cubicBezTo>
                    <a:pt x="1538652" y="1436163"/>
                    <a:pt x="1544339" y="1423268"/>
                    <a:pt x="1554329" y="1414139"/>
                  </a:cubicBezTo>
                  <a:close/>
                  <a:moveTo>
                    <a:pt x="1619463" y="1419969"/>
                  </a:moveTo>
                  <a:cubicBezTo>
                    <a:pt x="1603072" y="1401827"/>
                    <a:pt x="1575038" y="1400376"/>
                    <a:pt x="1556866" y="1416727"/>
                  </a:cubicBezTo>
                  <a:cubicBezTo>
                    <a:pt x="1538680" y="1433078"/>
                    <a:pt x="1537227" y="1461045"/>
                    <a:pt x="1553617" y="1479188"/>
                  </a:cubicBezTo>
                  <a:cubicBezTo>
                    <a:pt x="1570007" y="1497316"/>
                    <a:pt x="1598041" y="1498766"/>
                    <a:pt x="1616213" y="1482415"/>
                  </a:cubicBezTo>
                  <a:cubicBezTo>
                    <a:pt x="1625548" y="1474026"/>
                    <a:pt x="1630879" y="1462083"/>
                    <a:pt x="1630864" y="1449543"/>
                  </a:cubicBezTo>
                  <a:cubicBezTo>
                    <a:pt x="1630879" y="1438751"/>
                    <a:pt x="1626917" y="1428329"/>
                    <a:pt x="1619748" y="1420253"/>
                  </a:cubicBezTo>
                  <a:close/>
                  <a:moveTo>
                    <a:pt x="1563878" y="1424661"/>
                  </a:moveTo>
                  <a:cubicBezTo>
                    <a:pt x="1577418" y="1411865"/>
                    <a:pt x="1598797" y="1412433"/>
                    <a:pt x="1611624" y="1425941"/>
                  </a:cubicBezTo>
                  <a:cubicBezTo>
                    <a:pt x="1617681" y="1432310"/>
                    <a:pt x="1621002" y="1440770"/>
                    <a:pt x="1620888" y="1449543"/>
                  </a:cubicBezTo>
                  <a:cubicBezTo>
                    <a:pt x="1620831" y="1468225"/>
                    <a:pt x="1605609" y="1483339"/>
                    <a:pt x="1586882" y="1483297"/>
                  </a:cubicBezTo>
                  <a:cubicBezTo>
                    <a:pt x="1568140" y="1483240"/>
                    <a:pt x="1552990" y="1468055"/>
                    <a:pt x="1553047" y="1449358"/>
                  </a:cubicBezTo>
                  <a:cubicBezTo>
                    <a:pt x="1553075" y="1439988"/>
                    <a:pt x="1556994" y="1431045"/>
                    <a:pt x="1563878" y="1424661"/>
                  </a:cubicBezTo>
                  <a:close/>
                  <a:moveTo>
                    <a:pt x="1608916" y="1429495"/>
                  </a:moveTo>
                  <a:cubicBezTo>
                    <a:pt x="1597756" y="1417324"/>
                    <a:pt x="1578829" y="1416471"/>
                    <a:pt x="1566629" y="1427604"/>
                  </a:cubicBezTo>
                  <a:cubicBezTo>
                    <a:pt x="1554429" y="1438723"/>
                    <a:pt x="1553588" y="1457619"/>
                    <a:pt x="1564734" y="1469789"/>
                  </a:cubicBezTo>
                  <a:cubicBezTo>
                    <a:pt x="1575893" y="1481960"/>
                    <a:pt x="1594820" y="1482799"/>
                    <a:pt x="1607020" y="1471680"/>
                  </a:cubicBezTo>
                  <a:cubicBezTo>
                    <a:pt x="1613249" y="1465993"/>
                    <a:pt x="1616783" y="1457960"/>
                    <a:pt x="1616755" y="1449543"/>
                  </a:cubicBezTo>
                  <a:cubicBezTo>
                    <a:pt x="1616740" y="1442263"/>
                    <a:pt x="1614047" y="1435225"/>
                    <a:pt x="1609201" y="1429780"/>
                  </a:cubicBezTo>
                  <a:close/>
                  <a:moveTo>
                    <a:pt x="646883" y="2119787"/>
                  </a:moveTo>
                  <a:cubicBezTo>
                    <a:pt x="659489" y="2108356"/>
                    <a:pt x="678989" y="2109251"/>
                    <a:pt x="690495" y="2121778"/>
                  </a:cubicBezTo>
                  <a:cubicBezTo>
                    <a:pt x="701991" y="2134275"/>
                    <a:pt x="701154" y="2153697"/>
                    <a:pt x="688626" y="2165171"/>
                  </a:cubicBezTo>
                  <a:cubicBezTo>
                    <a:pt x="688584" y="2165214"/>
                    <a:pt x="688542" y="2165242"/>
                    <a:pt x="688500" y="2165285"/>
                  </a:cubicBezTo>
                  <a:cubicBezTo>
                    <a:pt x="675208" y="2175991"/>
                    <a:pt x="655736" y="2173915"/>
                    <a:pt x="645009" y="2160650"/>
                  </a:cubicBezTo>
                  <a:cubicBezTo>
                    <a:pt x="635190" y="2148522"/>
                    <a:pt x="635994" y="2130977"/>
                    <a:pt x="646883" y="2119787"/>
                  </a:cubicBezTo>
                  <a:close/>
                  <a:moveTo>
                    <a:pt x="687644" y="2124337"/>
                  </a:moveTo>
                  <a:cubicBezTo>
                    <a:pt x="677608" y="2113389"/>
                    <a:pt x="660572" y="2112621"/>
                    <a:pt x="649591" y="2122631"/>
                  </a:cubicBezTo>
                  <a:cubicBezTo>
                    <a:pt x="644005" y="2127763"/>
                    <a:pt x="640806" y="2134972"/>
                    <a:pt x="640754" y="2142536"/>
                  </a:cubicBezTo>
                  <a:cubicBezTo>
                    <a:pt x="640778" y="2149233"/>
                    <a:pt x="643321" y="2155674"/>
                    <a:pt x="647880" y="2160593"/>
                  </a:cubicBezTo>
                  <a:cubicBezTo>
                    <a:pt x="657846" y="2171513"/>
                    <a:pt x="674793" y="2172295"/>
                    <a:pt x="685732" y="2162356"/>
                  </a:cubicBezTo>
                  <a:cubicBezTo>
                    <a:pt x="685752" y="2162342"/>
                    <a:pt x="685772" y="2162313"/>
                    <a:pt x="685792" y="2162299"/>
                  </a:cubicBezTo>
                  <a:cubicBezTo>
                    <a:pt x="691399" y="2157252"/>
                    <a:pt x="694607" y="2150072"/>
                    <a:pt x="694628" y="2142536"/>
                  </a:cubicBezTo>
                  <a:cubicBezTo>
                    <a:pt x="694440" y="2136067"/>
                    <a:pt x="691967" y="2129868"/>
                    <a:pt x="687644" y="2125048"/>
                  </a:cubicBezTo>
                  <a:close/>
                  <a:moveTo>
                    <a:pt x="656574" y="2130308"/>
                  </a:moveTo>
                  <a:cubicBezTo>
                    <a:pt x="663260" y="2124223"/>
                    <a:pt x="673627" y="2124692"/>
                    <a:pt x="679730" y="2131361"/>
                  </a:cubicBezTo>
                  <a:cubicBezTo>
                    <a:pt x="679754" y="2131389"/>
                    <a:pt x="679780" y="2131417"/>
                    <a:pt x="679806" y="2131446"/>
                  </a:cubicBezTo>
                  <a:cubicBezTo>
                    <a:pt x="682650" y="2134446"/>
                    <a:pt x="684232" y="2138413"/>
                    <a:pt x="684224" y="2142536"/>
                  </a:cubicBezTo>
                  <a:cubicBezTo>
                    <a:pt x="684190" y="2147143"/>
                    <a:pt x="682226" y="2151522"/>
                    <a:pt x="678808" y="2154621"/>
                  </a:cubicBezTo>
                  <a:cubicBezTo>
                    <a:pt x="672122" y="2160707"/>
                    <a:pt x="661755" y="2160238"/>
                    <a:pt x="655652" y="2153569"/>
                  </a:cubicBezTo>
                  <a:cubicBezTo>
                    <a:pt x="655628" y="2153541"/>
                    <a:pt x="655602" y="2153512"/>
                    <a:pt x="655577" y="2153484"/>
                  </a:cubicBezTo>
                  <a:cubicBezTo>
                    <a:pt x="652792" y="2150527"/>
                    <a:pt x="651261" y="2146602"/>
                    <a:pt x="651301" y="2142536"/>
                  </a:cubicBezTo>
                  <a:cubicBezTo>
                    <a:pt x="651221" y="2137929"/>
                    <a:pt x="653083" y="2133493"/>
                    <a:pt x="656432" y="2130308"/>
                  </a:cubicBezTo>
                  <a:close/>
                  <a:moveTo>
                    <a:pt x="676955" y="2134005"/>
                  </a:moveTo>
                  <a:cubicBezTo>
                    <a:pt x="672151" y="2129142"/>
                    <a:pt x="664301" y="2129071"/>
                    <a:pt x="659421" y="2133863"/>
                  </a:cubicBezTo>
                  <a:cubicBezTo>
                    <a:pt x="659374" y="2133920"/>
                    <a:pt x="659328" y="2133962"/>
                    <a:pt x="659282" y="2134005"/>
                  </a:cubicBezTo>
                  <a:cubicBezTo>
                    <a:pt x="654330" y="2138711"/>
                    <a:pt x="653953" y="2146474"/>
                    <a:pt x="658427" y="2151636"/>
                  </a:cubicBezTo>
                  <a:cubicBezTo>
                    <a:pt x="663079" y="2156726"/>
                    <a:pt x="670978" y="2157110"/>
                    <a:pt x="676100" y="2152489"/>
                  </a:cubicBezTo>
                  <a:cubicBezTo>
                    <a:pt x="678735" y="2150143"/>
                    <a:pt x="680239" y="2146773"/>
                    <a:pt x="680233" y="2143247"/>
                  </a:cubicBezTo>
                  <a:cubicBezTo>
                    <a:pt x="680414" y="2139849"/>
                    <a:pt x="679234" y="2136536"/>
                    <a:pt x="676955" y="2134005"/>
                  </a:cubicBezTo>
                  <a:close/>
                  <a:moveTo>
                    <a:pt x="236558" y="1704616"/>
                  </a:moveTo>
                  <a:cubicBezTo>
                    <a:pt x="249087" y="1693157"/>
                    <a:pt x="268561" y="1693996"/>
                    <a:pt x="280055" y="1706493"/>
                  </a:cubicBezTo>
                  <a:cubicBezTo>
                    <a:pt x="285289" y="1712181"/>
                    <a:pt x="288181" y="1719645"/>
                    <a:pt x="288151" y="1727366"/>
                  </a:cubicBezTo>
                  <a:cubicBezTo>
                    <a:pt x="288166" y="1736039"/>
                    <a:pt x="284487" y="1744299"/>
                    <a:pt x="278032" y="1750115"/>
                  </a:cubicBezTo>
                  <a:cubicBezTo>
                    <a:pt x="265437" y="1761546"/>
                    <a:pt x="245944" y="1760622"/>
                    <a:pt x="234491" y="1748053"/>
                  </a:cubicBezTo>
                  <a:cubicBezTo>
                    <a:pt x="223038" y="1735484"/>
                    <a:pt x="223963" y="1716048"/>
                    <a:pt x="236558" y="1704616"/>
                  </a:cubicBezTo>
                  <a:close/>
                  <a:moveTo>
                    <a:pt x="277177" y="1709308"/>
                  </a:moveTo>
                  <a:cubicBezTo>
                    <a:pt x="267101" y="1698389"/>
                    <a:pt x="250059" y="1697692"/>
                    <a:pt x="239115" y="1707744"/>
                  </a:cubicBezTo>
                  <a:cubicBezTo>
                    <a:pt x="233722" y="1712692"/>
                    <a:pt x="230585" y="1719631"/>
                    <a:pt x="230429" y="1726939"/>
                  </a:cubicBezTo>
                  <a:cubicBezTo>
                    <a:pt x="230506" y="1741783"/>
                    <a:pt x="242628" y="1753755"/>
                    <a:pt x="257505" y="1753669"/>
                  </a:cubicBezTo>
                  <a:cubicBezTo>
                    <a:pt x="264149" y="1753641"/>
                    <a:pt x="270545" y="1751153"/>
                    <a:pt x="275467" y="1746702"/>
                  </a:cubicBezTo>
                  <a:cubicBezTo>
                    <a:pt x="281014" y="1741555"/>
                    <a:pt x="284164" y="1734347"/>
                    <a:pt x="284161" y="1726797"/>
                  </a:cubicBezTo>
                  <a:cubicBezTo>
                    <a:pt x="284048" y="1720313"/>
                    <a:pt x="281565" y="1714100"/>
                    <a:pt x="277177" y="1709308"/>
                  </a:cubicBezTo>
                  <a:close/>
                  <a:moveTo>
                    <a:pt x="310527" y="2093199"/>
                  </a:moveTo>
                  <a:cubicBezTo>
                    <a:pt x="314148" y="2089943"/>
                    <a:pt x="318915" y="2088251"/>
                    <a:pt x="323782" y="2088507"/>
                  </a:cubicBezTo>
                  <a:cubicBezTo>
                    <a:pt x="328705" y="2088621"/>
                    <a:pt x="333354" y="2090796"/>
                    <a:pt x="336609" y="2094479"/>
                  </a:cubicBezTo>
                  <a:cubicBezTo>
                    <a:pt x="339716" y="2097848"/>
                    <a:pt x="341445" y="2102270"/>
                    <a:pt x="341455" y="2106848"/>
                  </a:cubicBezTo>
                  <a:cubicBezTo>
                    <a:pt x="341539" y="2112209"/>
                    <a:pt x="339369" y="2117370"/>
                    <a:pt x="335469" y="2121067"/>
                  </a:cubicBezTo>
                  <a:cubicBezTo>
                    <a:pt x="331813" y="2124351"/>
                    <a:pt x="326988" y="2126043"/>
                    <a:pt x="322072" y="2125759"/>
                  </a:cubicBezTo>
                  <a:cubicBezTo>
                    <a:pt x="317195" y="2125616"/>
                    <a:pt x="312598" y="2123455"/>
                    <a:pt x="309387" y="2119787"/>
                  </a:cubicBezTo>
                  <a:cubicBezTo>
                    <a:pt x="306280" y="2116417"/>
                    <a:pt x="304551" y="2111995"/>
                    <a:pt x="304542" y="2107417"/>
                  </a:cubicBezTo>
                  <a:cubicBezTo>
                    <a:pt x="304426" y="2102085"/>
                    <a:pt x="306605" y="2096967"/>
                    <a:pt x="310527" y="2093341"/>
                  </a:cubicBezTo>
                  <a:close/>
                  <a:moveTo>
                    <a:pt x="333759" y="2097038"/>
                  </a:moveTo>
                  <a:cubicBezTo>
                    <a:pt x="331101" y="2094251"/>
                    <a:pt x="327486" y="2092573"/>
                    <a:pt x="323640" y="2092346"/>
                  </a:cubicBezTo>
                  <a:cubicBezTo>
                    <a:pt x="319794" y="2092175"/>
                    <a:pt x="316042" y="2093554"/>
                    <a:pt x="313235" y="2096185"/>
                  </a:cubicBezTo>
                  <a:cubicBezTo>
                    <a:pt x="310213" y="2098900"/>
                    <a:pt x="308501" y="2102782"/>
                    <a:pt x="308532" y="2106848"/>
                  </a:cubicBezTo>
                  <a:cubicBezTo>
                    <a:pt x="308507" y="2110417"/>
                    <a:pt x="309829" y="2113872"/>
                    <a:pt x="312238" y="2116517"/>
                  </a:cubicBezTo>
                  <a:cubicBezTo>
                    <a:pt x="317411" y="2122431"/>
                    <a:pt x="326415" y="2123043"/>
                    <a:pt x="332346" y="2117882"/>
                  </a:cubicBezTo>
                  <a:cubicBezTo>
                    <a:pt x="332488" y="2117768"/>
                    <a:pt x="332626" y="2117640"/>
                    <a:pt x="332761" y="2117512"/>
                  </a:cubicBezTo>
                  <a:cubicBezTo>
                    <a:pt x="338693" y="2112351"/>
                    <a:pt x="339309" y="2103365"/>
                    <a:pt x="334135" y="2097450"/>
                  </a:cubicBezTo>
                  <a:cubicBezTo>
                    <a:pt x="334013" y="2097308"/>
                    <a:pt x="333887" y="2097180"/>
                    <a:pt x="333759" y="2097038"/>
                  </a:cubicBezTo>
                  <a:close/>
                  <a:moveTo>
                    <a:pt x="679378" y="1457220"/>
                  </a:moveTo>
                  <a:cubicBezTo>
                    <a:pt x="683195" y="1453609"/>
                    <a:pt x="688384" y="1451789"/>
                    <a:pt x="693630" y="1452244"/>
                  </a:cubicBezTo>
                  <a:cubicBezTo>
                    <a:pt x="698761" y="1452429"/>
                    <a:pt x="703596" y="1454690"/>
                    <a:pt x="707028" y="1458500"/>
                  </a:cubicBezTo>
                  <a:cubicBezTo>
                    <a:pt x="710213" y="1462069"/>
                    <a:pt x="711986" y="1466661"/>
                    <a:pt x="712016" y="1471439"/>
                  </a:cubicBezTo>
                  <a:cubicBezTo>
                    <a:pt x="712010" y="1476842"/>
                    <a:pt x="709736" y="1482003"/>
                    <a:pt x="705745" y="1485657"/>
                  </a:cubicBezTo>
                  <a:cubicBezTo>
                    <a:pt x="701873" y="1489183"/>
                    <a:pt x="696725" y="1490975"/>
                    <a:pt x="691493" y="1490633"/>
                  </a:cubicBezTo>
                  <a:cubicBezTo>
                    <a:pt x="686407" y="1490420"/>
                    <a:pt x="681626" y="1488159"/>
                    <a:pt x="678238" y="1484377"/>
                  </a:cubicBezTo>
                  <a:cubicBezTo>
                    <a:pt x="674954" y="1480865"/>
                    <a:pt x="673121" y="1476244"/>
                    <a:pt x="673107" y="1471439"/>
                  </a:cubicBezTo>
                  <a:cubicBezTo>
                    <a:pt x="673241" y="1466263"/>
                    <a:pt x="675511" y="1461372"/>
                    <a:pt x="679378" y="1457931"/>
                  </a:cubicBezTo>
                  <a:close/>
                  <a:moveTo>
                    <a:pt x="703607" y="1461059"/>
                  </a:moveTo>
                  <a:cubicBezTo>
                    <a:pt x="700902" y="1458059"/>
                    <a:pt x="697102" y="1456268"/>
                    <a:pt x="693060" y="1456083"/>
                  </a:cubicBezTo>
                  <a:cubicBezTo>
                    <a:pt x="684569" y="1455685"/>
                    <a:pt x="677366" y="1462239"/>
                    <a:pt x="676972" y="1470714"/>
                  </a:cubicBezTo>
                  <a:cubicBezTo>
                    <a:pt x="676961" y="1470955"/>
                    <a:pt x="676955" y="1471197"/>
                    <a:pt x="676955" y="1471439"/>
                  </a:cubicBezTo>
                  <a:cubicBezTo>
                    <a:pt x="676961" y="1475221"/>
                    <a:pt x="678385" y="1478875"/>
                    <a:pt x="680946" y="1481676"/>
                  </a:cubicBezTo>
                  <a:cubicBezTo>
                    <a:pt x="683621" y="1484789"/>
                    <a:pt x="687519" y="1486609"/>
                    <a:pt x="691635" y="1486652"/>
                  </a:cubicBezTo>
                  <a:cubicBezTo>
                    <a:pt x="695696" y="1486951"/>
                    <a:pt x="699689" y="1485500"/>
                    <a:pt x="702609" y="1482671"/>
                  </a:cubicBezTo>
                  <a:cubicBezTo>
                    <a:pt x="705892" y="1479870"/>
                    <a:pt x="707726" y="1475747"/>
                    <a:pt x="707598" y="1471439"/>
                  </a:cubicBezTo>
                  <a:cubicBezTo>
                    <a:pt x="707431" y="1467856"/>
                    <a:pt x="706020" y="1464429"/>
                    <a:pt x="703607" y="1461770"/>
                  </a:cubicBezTo>
                  <a:close/>
                  <a:moveTo>
                    <a:pt x="675102" y="1452671"/>
                  </a:moveTo>
                  <a:cubicBezTo>
                    <a:pt x="685434" y="1443116"/>
                    <a:pt x="701576" y="1443727"/>
                    <a:pt x="711155" y="1454036"/>
                  </a:cubicBezTo>
                  <a:cubicBezTo>
                    <a:pt x="720736" y="1464344"/>
                    <a:pt x="720126" y="1480439"/>
                    <a:pt x="709793" y="1489993"/>
                  </a:cubicBezTo>
                  <a:cubicBezTo>
                    <a:pt x="704724" y="1494685"/>
                    <a:pt x="697966" y="1497117"/>
                    <a:pt x="691065" y="1496747"/>
                  </a:cubicBezTo>
                  <a:cubicBezTo>
                    <a:pt x="684354" y="1496434"/>
                    <a:pt x="678044" y="1493463"/>
                    <a:pt x="673535" y="1488500"/>
                  </a:cubicBezTo>
                  <a:cubicBezTo>
                    <a:pt x="664048" y="1478221"/>
                    <a:pt x="664715" y="1462211"/>
                    <a:pt x="675027" y="1452742"/>
                  </a:cubicBezTo>
                  <a:cubicBezTo>
                    <a:pt x="675051" y="1452713"/>
                    <a:pt x="675077" y="1452699"/>
                    <a:pt x="675102" y="1452671"/>
                  </a:cubicBezTo>
                  <a:close/>
                  <a:moveTo>
                    <a:pt x="708168" y="1456936"/>
                  </a:moveTo>
                  <a:cubicBezTo>
                    <a:pt x="699172" y="1449187"/>
                    <a:pt x="685581" y="1450183"/>
                    <a:pt x="677815" y="1459154"/>
                  </a:cubicBezTo>
                  <a:cubicBezTo>
                    <a:pt x="671412" y="1466548"/>
                    <a:pt x="670825" y="1477325"/>
                    <a:pt x="676385" y="1485372"/>
                  </a:cubicBezTo>
                  <a:cubicBezTo>
                    <a:pt x="680186" y="1489666"/>
                    <a:pt x="685608" y="1492197"/>
                    <a:pt x="691350" y="1492339"/>
                  </a:cubicBezTo>
                  <a:cubicBezTo>
                    <a:pt x="703140" y="1492979"/>
                    <a:pt x="713222" y="1483979"/>
                    <a:pt x="713869" y="1472221"/>
                  </a:cubicBezTo>
                  <a:cubicBezTo>
                    <a:pt x="714188" y="1466420"/>
                    <a:pt x="712130" y="1460747"/>
                    <a:pt x="708168" y="1456510"/>
                  </a:cubicBezTo>
                  <a:close/>
                  <a:moveTo>
                    <a:pt x="571630" y="2378557"/>
                  </a:moveTo>
                  <a:cubicBezTo>
                    <a:pt x="581979" y="2369131"/>
                    <a:pt x="598024" y="2369870"/>
                    <a:pt x="607471" y="2380193"/>
                  </a:cubicBezTo>
                  <a:cubicBezTo>
                    <a:pt x="616916" y="2390515"/>
                    <a:pt x="616185" y="2406525"/>
                    <a:pt x="605836" y="2415937"/>
                  </a:cubicBezTo>
                  <a:cubicBezTo>
                    <a:pt x="595487" y="2425364"/>
                    <a:pt x="579441" y="2424639"/>
                    <a:pt x="569996" y="2414316"/>
                  </a:cubicBezTo>
                  <a:cubicBezTo>
                    <a:pt x="565747" y="2409667"/>
                    <a:pt x="563383" y="2403610"/>
                    <a:pt x="563364" y="2397325"/>
                  </a:cubicBezTo>
                  <a:lnTo>
                    <a:pt x="563364" y="2397325"/>
                  </a:lnTo>
                  <a:cubicBezTo>
                    <a:pt x="563507" y="2390430"/>
                    <a:pt x="566497" y="2383889"/>
                    <a:pt x="571630" y="2379268"/>
                  </a:cubicBezTo>
                  <a:close/>
                  <a:moveTo>
                    <a:pt x="604696" y="2382823"/>
                  </a:moveTo>
                  <a:cubicBezTo>
                    <a:pt x="596793" y="2374065"/>
                    <a:pt x="583276" y="2373368"/>
                    <a:pt x="574504" y="2381245"/>
                  </a:cubicBezTo>
                  <a:cubicBezTo>
                    <a:pt x="574448" y="2381302"/>
                    <a:pt x="574393" y="2381344"/>
                    <a:pt x="574338" y="2381401"/>
                  </a:cubicBezTo>
                  <a:cubicBezTo>
                    <a:pt x="569893" y="2385510"/>
                    <a:pt x="567363" y="2391283"/>
                    <a:pt x="567355" y="2397325"/>
                  </a:cubicBezTo>
                  <a:lnTo>
                    <a:pt x="567355" y="2397325"/>
                  </a:lnTo>
                  <a:cubicBezTo>
                    <a:pt x="567413" y="2402586"/>
                    <a:pt x="569389" y="2407634"/>
                    <a:pt x="572913" y="2411544"/>
                  </a:cubicBezTo>
                  <a:cubicBezTo>
                    <a:pt x="580816" y="2420302"/>
                    <a:pt x="594333" y="2420999"/>
                    <a:pt x="603105" y="2413122"/>
                  </a:cubicBezTo>
                  <a:cubicBezTo>
                    <a:pt x="603161" y="2413065"/>
                    <a:pt x="603216" y="2413022"/>
                    <a:pt x="603271" y="2412965"/>
                  </a:cubicBezTo>
                  <a:cubicBezTo>
                    <a:pt x="612037" y="2405188"/>
                    <a:pt x="612830" y="2391809"/>
                    <a:pt x="605039" y="2383050"/>
                  </a:cubicBezTo>
                  <a:cubicBezTo>
                    <a:pt x="604927" y="2382937"/>
                    <a:pt x="604811" y="2382809"/>
                    <a:pt x="604696" y="2382681"/>
                  </a:cubicBezTo>
                  <a:close/>
                  <a:moveTo>
                    <a:pt x="1174790" y="1619592"/>
                  </a:moveTo>
                  <a:cubicBezTo>
                    <a:pt x="1185245" y="1610208"/>
                    <a:pt x="1201330" y="1610962"/>
                    <a:pt x="1210848" y="1621298"/>
                  </a:cubicBezTo>
                  <a:cubicBezTo>
                    <a:pt x="1215111" y="1625962"/>
                    <a:pt x="1217453" y="1632047"/>
                    <a:pt x="1217404" y="1638360"/>
                  </a:cubicBezTo>
                  <a:cubicBezTo>
                    <a:pt x="1217423" y="1652336"/>
                    <a:pt x="1206078" y="1663682"/>
                    <a:pt x="1192068" y="1663697"/>
                  </a:cubicBezTo>
                  <a:cubicBezTo>
                    <a:pt x="1191629" y="1663697"/>
                    <a:pt x="1191190" y="1663697"/>
                    <a:pt x="1190752" y="1663668"/>
                  </a:cubicBezTo>
                  <a:cubicBezTo>
                    <a:pt x="1177221" y="1662986"/>
                    <a:pt x="1166582" y="1651881"/>
                    <a:pt x="1166523" y="1638360"/>
                  </a:cubicBezTo>
                  <a:lnTo>
                    <a:pt x="1166523" y="1638360"/>
                  </a:lnTo>
                  <a:cubicBezTo>
                    <a:pt x="1166679" y="1631493"/>
                    <a:pt x="1169607" y="1624981"/>
                    <a:pt x="1174647" y="1620303"/>
                  </a:cubicBezTo>
                  <a:close/>
                  <a:moveTo>
                    <a:pt x="1207855" y="1623857"/>
                  </a:moveTo>
                  <a:cubicBezTo>
                    <a:pt x="1199858" y="1615113"/>
                    <a:pt x="1186280" y="1614488"/>
                    <a:pt x="1177497" y="1622435"/>
                  </a:cubicBezTo>
                  <a:cubicBezTo>
                    <a:pt x="1173081" y="1626559"/>
                    <a:pt x="1170557" y="1632317"/>
                    <a:pt x="1170514" y="1638360"/>
                  </a:cubicBezTo>
                  <a:cubicBezTo>
                    <a:pt x="1170428" y="1649862"/>
                    <a:pt x="1179510" y="1659374"/>
                    <a:pt x="1191037" y="1659829"/>
                  </a:cubicBezTo>
                  <a:cubicBezTo>
                    <a:pt x="1196738" y="1660156"/>
                    <a:pt x="1202315" y="1658095"/>
                    <a:pt x="1206430" y="1654142"/>
                  </a:cubicBezTo>
                  <a:cubicBezTo>
                    <a:pt x="1215198" y="1646365"/>
                    <a:pt x="1215989" y="1632985"/>
                    <a:pt x="1208198" y="1624227"/>
                  </a:cubicBezTo>
                  <a:cubicBezTo>
                    <a:pt x="1208086" y="1624113"/>
                    <a:pt x="1207972" y="1623985"/>
                    <a:pt x="1207855" y="1623857"/>
                  </a:cubicBezTo>
                  <a:close/>
                  <a:moveTo>
                    <a:pt x="1183768" y="1629402"/>
                  </a:moveTo>
                  <a:cubicBezTo>
                    <a:pt x="1188657" y="1624838"/>
                    <a:pt x="1196323" y="1625109"/>
                    <a:pt x="1200891" y="1629985"/>
                  </a:cubicBezTo>
                  <a:cubicBezTo>
                    <a:pt x="1200933" y="1630028"/>
                    <a:pt x="1200974" y="1630071"/>
                    <a:pt x="1201014" y="1630113"/>
                  </a:cubicBezTo>
                  <a:cubicBezTo>
                    <a:pt x="1205435" y="1635132"/>
                    <a:pt x="1205057" y="1642753"/>
                    <a:pt x="1200159" y="1647317"/>
                  </a:cubicBezTo>
                  <a:cubicBezTo>
                    <a:pt x="1197848" y="1649578"/>
                    <a:pt x="1194694" y="1650758"/>
                    <a:pt x="1191465" y="1650588"/>
                  </a:cubicBezTo>
                  <a:cubicBezTo>
                    <a:pt x="1188214" y="1650374"/>
                    <a:pt x="1185161" y="1648952"/>
                    <a:pt x="1182913" y="1646607"/>
                  </a:cubicBezTo>
                  <a:cubicBezTo>
                    <a:pt x="1180911" y="1644317"/>
                    <a:pt x="1179798" y="1641388"/>
                    <a:pt x="1179778" y="1638360"/>
                  </a:cubicBezTo>
                  <a:lnTo>
                    <a:pt x="1179778" y="1638360"/>
                  </a:lnTo>
                  <a:cubicBezTo>
                    <a:pt x="1179957" y="1635189"/>
                    <a:pt x="1181393" y="1632218"/>
                    <a:pt x="1183768" y="1630113"/>
                  </a:cubicBezTo>
                  <a:close/>
                  <a:moveTo>
                    <a:pt x="1198021" y="1632815"/>
                  </a:moveTo>
                  <a:cubicBezTo>
                    <a:pt x="1194904" y="1629602"/>
                    <a:pt x="1189762" y="1629502"/>
                    <a:pt x="1186533" y="1632616"/>
                  </a:cubicBezTo>
                  <a:cubicBezTo>
                    <a:pt x="1186466" y="1632687"/>
                    <a:pt x="1186399" y="1632744"/>
                    <a:pt x="1186334" y="1632815"/>
                  </a:cubicBezTo>
                  <a:cubicBezTo>
                    <a:pt x="1184621" y="1634393"/>
                    <a:pt x="1183640" y="1636611"/>
                    <a:pt x="1183626" y="1638929"/>
                  </a:cubicBezTo>
                  <a:lnTo>
                    <a:pt x="1183626" y="1638929"/>
                  </a:lnTo>
                  <a:cubicBezTo>
                    <a:pt x="1183623" y="1640976"/>
                    <a:pt x="1184386" y="1642952"/>
                    <a:pt x="1185764" y="1644474"/>
                  </a:cubicBezTo>
                  <a:cubicBezTo>
                    <a:pt x="1187200" y="1646137"/>
                    <a:pt x="1189269" y="1647118"/>
                    <a:pt x="1191465" y="1647175"/>
                  </a:cubicBezTo>
                  <a:cubicBezTo>
                    <a:pt x="1196003" y="1647673"/>
                    <a:pt x="1200087" y="1644417"/>
                    <a:pt x="1200589" y="1639881"/>
                  </a:cubicBezTo>
                  <a:cubicBezTo>
                    <a:pt x="1200876" y="1637294"/>
                    <a:pt x="1199924" y="1634734"/>
                    <a:pt x="1198021" y="1632957"/>
                  </a:cubicBezTo>
                  <a:close/>
                  <a:moveTo>
                    <a:pt x="1622313" y="1089539"/>
                  </a:moveTo>
                  <a:cubicBezTo>
                    <a:pt x="1632774" y="1080155"/>
                    <a:pt x="1648851" y="1080908"/>
                    <a:pt x="1658371" y="1091245"/>
                  </a:cubicBezTo>
                  <a:cubicBezTo>
                    <a:pt x="1662633" y="1095909"/>
                    <a:pt x="1664970" y="1101994"/>
                    <a:pt x="1664928" y="1108307"/>
                  </a:cubicBezTo>
                  <a:cubicBezTo>
                    <a:pt x="1664942" y="1122283"/>
                    <a:pt x="1653597" y="1133629"/>
                    <a:pt x="1639587" y="1133644"/>
                  </a:cubicBezTo>
                  <a:cubicBezTo>
                    <a:pt x="1639145" y="1133644"/>
                    <a:pt x="1638717" y="1133644"/>
                    <a:pt x="1638276" y="1133615"/>
                  </a:cubicBezTo>
                  <a:cubicBezTo>
                    <a:pt x="1624750" y="1132933"/>
                    <a:pt x="1614104" y="1121828"/>
                    <a:pt x="1614047" y="1108307"/>
                  </a:cubicBezTo>
                  <a:lnTo>
                    <a:pt x="1614047" y="1108307"/>
                  </a:lnTo>
                  <a:cubicBezTo>
                    <a:pt x="1614232" y="1101425"/>
                    <a:pt x="1617225" y="1094899"/>
                    <a:pt x="1622313" y="1090250"/>
                  </a:cubicBezTo>
                  <a:close/>
                  <a:moveTo>
                    <a:pt x="1655378" y="1093804"/>
                  </a:moveTo>
                  <a:cubicBezTo>
                    <a:pt x="1647383" y="1085060"/>
                    <a:pt x="1633800" y="1084435"/>
                    <a:pt x="1625021" y="1092382"/>
                  </a:cubicBezTo>
                  <a:cubicBezTo>
                    <a:pt x="1620603" y="1096506"/>
                    <a:pt x="1618080" y="1102264"/>
                    <a:pt x="1618037" y="1108307"/>
                  </a:cubicBezTo>
                  <a:lnTo>
                    <a:pt x="1618037" y="1108307"/>
                  </a:lnTo>
                  <a:cubicBezTo>
                    <a:pt x="1617952" y="1119809"/>
                    <a:pt x="1627031" y="1129321"/>
                    <a:pt x="1638561" y="1129776"/>
                  </a:cubicBezTo>
                  <a:cubicBezTo>
                    <a:pt x="1644262" y="1130103"/>
                    <a:pt x="1649834" y="1128042"/>
                    <a:pt x="1653953" y="1124089"/>
                  </a:cubicBezTo>
                  <a:cubicBezTo>
                    <a:pt x="1662718" y="1116312"/>
                    <a:pt x="1663517" y="1102932"/>
                    <a:pt x="1655720" y="1094174"/>
                  </a:cubicBezTo>
                  <a:cubicBezTo>
                    <a:pt x="1655607" y="1094060"/>
                    <a:pt x="1655492" y="1093932"/>
                    <a:pt x="1655378" y="1093804"/>
                  </a:cubicBezTo>
                  <a:close/>
                  <a:moveTo>
                    <a:pt x="679378" y="1457931"/>
                  </a:moveTo>
                  <a:cubicBezTo>
                    <a:pt x="683195" y="1454320"/>
                    <a:pt x="688384" y="1452500"/>
                    <a:pt x="693630" y="1452955"/>
                  </a:cubicBezTo>
                  <a:cubicBezTo>
                    <a:pt x="698761" y="1453140"/>
                    <a:pt x="703596" y="1455400"/>
                    <a:pt x="707028" y="1459211"/>
                  </a:cubicBezTo>
                  <a:cubicBezTo>
                    <a:pt x="710213" y="1462780"/>
                    <a:pt x="711986" y="1467372"/>
                    <a:pt x="712016" y="1472150"/>
                  </a:cubicBezTo>
                  <a:cubicBezTo>
                    <a:pt x="712010" y="1477553"/>
                    <a:pt x="709736" y="1482714"/>
                    <a:pt x="705745" y="1486368"/>
                  </a:cubicBezTo>
                  <a:cubicBezTo>
                    <a:pt x="701873" y="1489894"/>
                    <a:pt x="696725" y="1491685"/>
                    <a:pt x="691493" y="1491344"/>
                  </a:cubicBezTo>
                  <a:cubicBezTo>
                    <a:pt x="686407" y="1491131"/>
                    <a:pt x="681626" y="1488870"/>
                    <a:pt x="678238" y="1485088"/>
                  </a:cubicBezTo>
                  <a:cubicBezTo>
                    <a:pt x="674954" y="1481576"/>
                    <a:pt x="673121" y="1476955"/>
                    <a:pt x="673107" y="1472150"/>
                  </a:cubicBezTo>
                  <a:cubicBezTo>
                    <a:pt x="673042" y="1466733"/>
                    <a:pt x="675328" y="1461543"/>
                    <a:pt x="679378" y="1457931"/>
                  </a:cubicBezTo>
                  <a:close/>
                  <a:moveTo>
                    <a:pt x="703607" y="1461770"/>
                  </a:moveTo>
                  <a:cubicBezTo>
                    <a:pt x="700902" y="1458770"/>
                    <a:pt x="697102" y="1456979"/>
                    <a:pt x="693060" y="1456794"/>
                  </a:cubicBezTo>
                  <a:cubicBezTo>
                    <a:pt x="684569" y="1456396"/>
                    <a:pt x="677366" y="1462950"/>
                    <a:pt x="676972" y="1471425"/>
                  </a:cubicBezTo>
                  <a:cubicBezTo>
                    <a:pt x="676961" y="1471666"/>
                    <a:pt x="676955" y="1471908"/>
                    <a:pt x="676955" y="1472150"/>
                  </a:cubicBezTo>
                  <a:cubicBezTo>
                    <a:pt x="676961" y="1475932"/>
                    <a:pt x="678385" y="1479586"/>
                    <a:pt x="680946" y="1482387"/>
                  </a:cubicBezTo>
                  <a:cubicBezTo>
                    <a:pt x="683621" y="1485515"/>
                    <a:pt x="687519" y="1487320"/>
                    <a:pt x="691635" y="1487363"/>
                  </a:cubicBezTo>
                  <a:cubicBezTo>
                    <a:pt x="695696" y="1487662"/>
                    <a:pt x="699689" y="1486211"/>
                    <a:pt x="702609" y="1483382"/>
                  </a:cubicBezTo>
                  <a:cubicBezTo>
                    <a:pt x="705892" y="1480581"/>
                    <a:pt x="707726" y="1476458"/>
                    <a:pt x="707598" y="1472150"/>
                  </a:cubicBezTo>
                  <a:cubicBezTo>
                    <a:pt x="707601" y="1468311"/>
                    <a:pt x="706178" y="1464614"/>
                    <a:pt x="703607" y="1461770"/>
                  </a:cubicBezTo>
                  <a:close/>
                  <a:moveTo>
                    <a:pt x="1582834" y="2671736"/>
                  </a:moveTo>
                  <a:cubicBezTo>
                    <a:pt x="1586725" y="2668238"/>
                    <a:pt x="1591856" y="2666447"/>
                    <a:pt x="1597086" y="2666760"/>
                  </a:cubicBezTo>
                  <a:cubicBezTo>
                    <a:pt x="1602189" y="2667073"/>
                    <a:pt x="1606978" y="2669305"/>
                    <a:pt x="1610484" y="2673016"/>
                  </a:cubicBezTo>
                  <a:cubicBezTo>
                    <a:pt x="1617653" y="2680949"/>
                    <a:pt x="1617025" y="2693177"/>
                    <a:pt x="1609073" y="2700329"/>
                  </a:cubicBezTo>
                  <a:cubicBezTo>
                    <a:pt x="1605324" y="2703698"/>
                    <a:pt x="1600421" y="2705476"/>
                    <a:pt x="1595376" y="2705291"/>
                  </a:cubicBezTo>
                  <a:cubicBezTo>
                    <a:pt x="1590260" y="2705035"/>
                    <a:pt x="1585456" y="2702788"/>
                    <a:pt x="1581979" y="2699035"/>
                  </a:cubicBezTo>
                  <a:cubicBezTo>
                    <a:pt x="1574867" y="2691115"/>
                    <a:pt x="1575437" y="2678959"/>
                    <a:pt x="1583262" y="2671736"/>
                  </a:cubicBezTo>
                  <a:close/>
                  <a:moveTo>
                    <a:pt x="1607063" y="2675717"/>
                  </a:moveTo>
                  <a:cubicBezTo>
                    <a:pt x="1604426" y="2672632"/>
                    <a:pt x="1600578" y="2670826"/>
                    <a:pt x="1596516" y="2670741"/>
                  </a:cubicBezTo>
                  <a:cubicBezTo>
                    <a:pt x="1588022" y="2670342"/>
                    <a:pt x="1580824" y="2676897"/>
                    <a:pt x="1580425" y="2685371"/>
                  </a:cubicBezTo>
                  <a:cubicBezTo>
                    <a:pt x="1580411" y="2685570"/>
                    <a:pt x="1580411" y="2685755"/>
                    <a:pt x="1580411" y="2685954"/>
                  </a:cubicBezTo>
                  <a:cubicBezTo>
                    <a:pt x="1580311" y="2694044"/>
                    <a:pt x="1586582" y="2700784"/>
                    <a:pt x="1594664" y="2701310"/>
                  </a:cubicBezTo>
                  <a:cubicBezTo>
                    <a:pt x="1598697" y="2701466"/>
                    <a:pt x="1602645" y="2700044"/>
                    <a:pt x="1605638" y="2697329"/>
                  </a:cubicBezTo>
                  <a:cubicBezTo>
                    <a:pt x="1611880" y="2691926"/>
                    <a:pt x="1612550" y="2682499"/>
                    <a:pt x="1607134" y="2676272"/>
                  </a:cubicBezTo>
                  <a:cubicBezTo>
                    <a:pt x="1606978" y="2676087"/>
                    <a:pt x="1606806" y="2675902"/>
                    <a:pt x="1606635" y="2675717"/>
                  </a:cubicBezTo>
                  <a:close/>
                  <a:moveTo>
                    <a:pt x="1678325" y="1494330"/>
                  </a:moveTo>
                  <a:cubicBezTo>
                    <a:pt x="1679479" y="1486567"/>
                    <a:pt x="1686734" y="1481206"/>
                    <a:pt x="1694530" y="1482358"/>
                  </a:cubicBezTo>
                  <a:cubicBezTo>
                    <a:pt x="1694829" y="1482415"/>
                    <a:pt x="1695128" y="1482458"/>
                    <a:pt x="1695428" y="1482529"/>
                  </a:cubicBezTo>
                  <a:cubicBezTo>
                    <a:pt x="1703209" y="1483681"/>
                    <a:pt x="1708582" y="1490917"/>
                    <a:pt x="1707428" y="1498695"/>
                  </a:cubicBezTo>
                  <a:cubicBezTo>
                    <a:pt x="1707371" y="1498994"/>
                    <a:pt x="1707328" y="1499292"/>
                    <a:pt x="1707257" y="1499591"/>
                  </a:cubicBezTo>
                  <a:cubicBezTo>
                    <a:pt x="1706587" y="1503430"/>
                    <a:pt x="1704378" y="1506814"/>
                    <a:pt x="1701129" y="1508975"/>
                  </a:cubicBezTo>
                  <a:cubicBezTo>
                    <a:pt x="1697950" y="1511250"/>
                    <a:pt x="1693988" y="1512117"/>
                    <a:pt x="1690154" y="1511392"/>
                  </a:cubicBezTo>
                  <a:cubicBezTo>
                    <a:pt x="1683128" y="1510325"/>
                    <a:pt x="1677954" y="1504268"/>
                    <a:pt x="1678040" y="1497173"/>
                  </a:cubicBezTo>
                  <a:cubicBezTo>
                    <a:pt x="1678054" y="1496221"/>
                    <a:pt x="1678139" y="1495268"/>
                    <a:pt x="1678325" y="1494330"/>
                  </a:cubicBezTo>
                  <a:close/>
                  <a:moveTo>
                    <a:pt x="1694715" y="1486368"/>
                  </a:moveTo>
                  <a:cubicBezTo>
                    <a:pt x="1691893" y="1485856"/>
                    <a:pt x="1688971" y="1486467"/>
                    <a:pt x="1686591" y="1488074"/>
                  </a:cubicBezTo>
                  <a:cubicBezTo>
                    <a:pt x="1684297" y="1489766"/>
                    <a:pt x="1682714" y="1492254"/>
                    <a:pt x="1682173" y="1495041"/>
                  </a:cubicBezTo>
                  <a:cubicBezTo>
                    <a:pt x="1681018" y="1500813"/>
                    <a:pt x="1684795" y="1506430"/>
                    <a:pt x="1690582" y="1507567"/>
                  </a:cubicBezTo>
                  <a:cubicBezTo>
                    <a:pt x="1693518" y="1508150"/>
                    <a:pt x="1696568" y="1507482"/>
                    <a:pt x="1698991" y="1505704"/>
                  </a:cubicBezTo>
                  <a:cubicBezTo>
                    <a:pt x="1701299" y="1504084"/>
                    <a:pt x="1702881" y="1501638"/>
                    <a:pt x="1703409" y="1498880"/>
                  </a:cubicBezTo>
                  <a:cubicBezTo>
                    <a:pt x="1703480" y="1498211"/>
                    <a:pt x="1703480" y="1497558"/>
                    <a:pt x="1703409" y="1496889"/>
                  </a:cubicBezTo>
                  <a:cubicBezTo>
                    <a:pt x="1703380" y="1491771"/>
                    <a:pt x="1699746" y="1487377"/>
                    <a:pt x="1694715" y="1486368"/>
                  </a:cubicBezTo>
                  <a:close/>
                  <a:moveTo>
                    <a:pt x="937345" y="37821"/>
                  </a:moveTo>
                  <a:lnTo>
                    <a:pt x="933925" y="37821"/>
                  </a:lnTo>
                  <a:lnTo>
                    <a:pt x="933925" y="37821"/>
                  </a:lnTo>
                  <a:cubicBezTo>
                    <a:pt x="923593" y="35946"/>
                    <a:pt x="916717" y="26101"/>
                    <a:pt x="918532" y="15783"/>
                  </a:cubicBezTo>
                  <a:cubicBezTo>
                    <a:pt x="919440" y="10841"/>
                    <a:pt x="922255" y="6450"/>
                    <a:pt x="926371" y="3556"/>
                  </a:cubicBezTo>
                  <a:cubicBezTo>
                    <a:pt x="934951" y="-2564"/>
                    <a:pt x="946880" y="-588"/>
                    <a:pt x="953015" y="7972"/>
                  </a:cubicBezTo>
                  <a:cubicBezTo>
                    <a:pt x="959149" y="16532"/>
                    <a:pt x="957168" y="28432"/>
                    <a:pt x="948588" y="34553"/>
                  </a:cubicBezTo>
                  <a:cubicBezTo>
                    <a:pt x="945310" y="36890"/>
                    <a:pt x="941375" y="38134"/>
                    <a:pt x="937345" y="38106"/>
                  </a:cubicBezTo>
                  <a:close/>
                  <a:moveTo>
                    <a:pt x="937345" y="9385"/>
                  </a:moveTo>
                  <a:cubicBezTo>
                    <a:pt x="935363" y="9382"/>
                    <a:pt x="933425" y="9977"/>
                    <a:pt x="931787" y="11091"/>
                  </a:cubicBezTo>
                  <a:cubicBezTo>
                    <a:pt x="929591" y="12570"/>
                    <a:pt x="928097" y="14883"/>
                    <a:pt x="927654" y="17489"/>
                  </a:cubicBezTo>
                  <a:cubicBezTo>
                    <a:pt x="926629" y="22810"/>
                    <a:pt x="930124" y="27952"/>
                    <a:pt x="935457" y="28973"/>
                  </a:cubicBezTo>
                  <a:cubicBezTo>
                    <a:pt x="935517" y="28985"/>
                    <a:pt x="935575" y="28996"/>
                    <a:pt x="935635" y="29006"/>
                  </a:cubicBezTo>
                  <a:lnTo>
                    <a:pt x="935635" y="29006"/>
                  </a:lnTo>
                  <a:cubicBezTo>
                    <a:pt x="940926" y="30542"/>
                    <a:pt x="946463" y="27509"/>
                    <a:pt x="948002" y="22231"/>
                  </a:cubicBezTo>
                  <a:cubicBezTo>
                    <a:pt x="949541" y="16953"/>
                    <a:pt x="946501" y="11430"/>
                    <a:pt x="941211" y="9894"/>
                  </a:cubicBezTo>
                  <a:cubicBezTo>
                    <a:pt x="940554" y="9703"/>
                    <a:pt x="939880" y="9580"/>
                    <a:pt x="939198" y="9527"/>
                  </a:cubicBezTo>
                  <a:close/>
                  <a:moveTo>
                    <a:pt x="1284818" y="557922"/>
                  </a:moveTo>
                  <a:cubicBezTo>
                    <a:pt x="1283682" y="558064"/>
                    <a:pt x="1282533" y="558064"/>
                    <a:pt x="1281397" y="557922"/>
                  </a:cubicBezTo>
                  <a:lnTo>
                    <a:pt x="1281397" y="557922"/>
                  </a:lnTo>
                  <a:cubicBezTo>
                    <a:pt x="1271028" y="555988"/>
                    <a:pt x="1264190" y="546050"/>
                    <a:pt x="1266123" y="535699"/>
                  </a:cubicBezTo>
                  <a:cubicBezTo>
                    <a:pt x="1267032" y="530836"/>
                    <a:pt x="1269800" y="526514"/>
                    <a:pt x="1273843" y="523656"/>
                  </a:cubicBezTo>
                  <a:cubicBezTo>
                    <a:pt x="1277994" y="520784"/>
                    <a:pt x="1283136" y="519703"/>
                    <a:pt x="1288096" y="520670"/>
                  </a:cubicBezTo>
                  <a:cubicBezTo>
                    <a:pt x="1298427" y="522547"/>
                    <a:pt x="1305304" y="532386"/>
                    <a:pt x="1303488" y="542708"/>
                  </a:cubicBezTo>
                  <a:cubicBezTo>
                    <a:pt x="1302545" y="547670"/>
                    <a:pt x="1299677" y="552064"/>
                    <a:pt x="1295507" y="554936"/>
                  </a:cubicBezTo>
                  <a:cubicBezTo>
                    <a:pt x="1292232" y="556841"/>
                    <a:pt x="1288460" y="557737"/>
                    <a:pt x="1284675" y="557495"/>
                  </a:cubicBezTo>
                  <a:close/>
                  <a:moveTo>
                    <a:pt x="1283535" y="548253"/>
                  </a:moveTo>
                  <a:cubicBezTo>
                    <a:pt x="1286135" y="548694"/>
                    <a:pt x="1288805" y="548083"/>
                    <a:pt x="1290946" y="546547"/>
                  </a:cubicBezTo>
                  <a:cubicBezTo>
                    <a:pt x="1293122" y="545111"/>
                    <a:pt x="1294616" y="542851"/>
                    <a:pt x="1295079" y="540291"/>
                  </a:cubicBezTo>
                  <a:cubicBezTo>
                    <a:pt x="1296104" y="534974"/>
                    <a:pt x="1292609" y="529827"/>
                    <a:pt x="1287276" y="528803"/>
                  </a:cubicBezTo>
                  <a:cubicBezTo>
                    <a:pt x="1287216" y="528789"/>
                    <a:pt x="1287158" y="528789"/>
                    <a:pt x="1287098" y="528775"/>
                  </a:cubicBezTo>
                  <a:cubicBezTo>
                    <a:pt x="1281765" y="527751"/>
                    <a:pt x="1276610" y="531234"/>
                    <a:pt x="1275586" y="536566"/>
                  </a:cubicBezTo>
                  <a:cubicBezTo>
                    <a:pt x="1275575" y="536623"/>
                    <a:pt x="1275563" y="536680"/>
                    <a:pt x="1275554" y="536737"/>
                  </a:cubicBezTo>
                  <a:cubicBezTo>
                    <a:pt x="1274600" y="542111"/>
                    <a:pt x="1278160" y="547244"/>
                    <a:pt x="1283535" y="548253"/>
                  </a:cubicBezTo>
                  <a:close/>
                  <a:moveTo>
                    <a:pt x="1008465" y="1718408"/>
                  </a:moveTo>
                  <a:lnTo>
                    <a:pt x="1002906" y="1718408"/>
                  </a:lnTo>
                  <a:cubicBezTo>
                    <a:pt x="994804" y="1716887"/>
                    <a:pt x="987631" y="1712238"/>
                    <a:pt x="982953" y="1705470"/>
                  </a:cubicBezTo>
                  <a:cubicBezTo>
                    <a:pt x="978168" y="1698759"/>
                    <a:pt x="976317" y="1690398"/>
                    <a:pt x="977822" y="1682294"/>
                  </a:cubicBezTo>
                  <a:cubicBezTo>
                    <a:pt x="980090" y="1665246"/>
                    <a:pt x="995781" y="1653260"/>
                    <a:pt x="1012870" y="1655521"/>
                  </a:cubicBezTo>
                  <a:cubicBezTo>
                    <a:pt x="1029959" y="1657782"/>
                    <a:pt x="1041972" y="1673436"/>
                    <a:pt x="1039704" y="1690484"/>
                  </a:cubicBezTo>
                  <a:cubicBezTo>
                    <a:pt x="1038486" y="1699640"/>
                    <a:pt x="1033255" y="1707787"/>
                    <a:pt x="1025425" y="1712721"/>
                  </a:cubicBezTo>
                  <a:cubicBezTo>
                    <a:pt x="1020278" y="1716418"/>
                    <a:pt x="1014096" y="1718408"/>
                    <a:pt x="1007752" y="1718408"/>
                  </a:cubicBezTo>
                  <a:close/>
                  <a:moveTo>
                    <a:pt x="1008465" y="1665374"/>
                  </a:moveTo>
                  <a:cubicBezTo>
                    <a:pt x="997282" y="1665118"/>
                    <a:pt x="987673" y="1673237"/>
                    <a:pt x="986088" y="1684285"/>
                  </a:cubicBezTo>
                  <a:cubicBezTo>
                    <a:pt x="985106" y="1689986"/>
                    <a:pt x="986384" y="1695858"/>
                    <a:pt x="989652" y="1700635"/>
                  </a:cubicBezTo>
                  <a:cubicBezTo>
                    <a:pt x="992981" y="1705455"/>
                    <a:pt x="998119" y="1708740"/>
                    <a:pt x="1003904" y="1709735"/>
                  </a:cubicBezTo>
                  <a:lnTo>
                    <a:pt x="1003904" y="1709735"/>
                  </a:lnTo>
                  <a:cubicBezTo>
                    <a:pt x="1015829" y="1711896"/>
                    <a:pt x="1027249" y="1704005"/>
                    <a:pt x="1029416" y="1692105"/>
                  </a:cubicBezTo>
                  <a:cubicBezTo>
                    <a:pt x="1031576" y="1680133"/>
                    <a:pt x="1023602" y="1668673"/>
                    <a:pt x="1011600" y="1666512"/>
                  </a:cubicBezTo>
                  <a:close/>
                  <a:moveTo>
                    <a:pt x="1034974" y="1291010"/>
                  </a:moveTo>
                  <a:cubicBezTo>
                    <a:pt x="1032015" y="1290982"/>
                    <a:pt x="1029062" y="1290740"/>
                    <a:pt x="1026138" y="1290299"/>
                  </a:cubicBezTo>
                  <a:lnTo>
                    <a:pt x="1026138" y="1290299"/>
                  </a:lnTo>
                  <a:cubicBezTo>
                    <a:pt x="998983" y="1285664"/>
                    <a:pt x="980735" y="1259944"/>
                    <a:pt x="985382" y="1232858"/>
                  </a:cubicBezTo>
                  <a:cubicBezTo>
                    <a:pt x="990026" y="1205772"/>
                    <a:pt x="1015807" y="1187559"/>
                    <a:pt x="1042962" y="1192194"/>
                  </a:cubicBezTo>
                  <a:cubicBezTo>
                    <a:pt x="1070118" y="1196829"/>
                    <a:pt x="1088365" y="1222550"/>
                    <a:pt x="1083719" y="1249635"/>
                  </a:cubicBezTo>
                  <a:cubicBezTo>
                    <a:pt x="1079647" y="1273380"/>
                    <a:pt x="1059117" y="1290811"/>
                    <a:pt x="1034974" y="1291010"/>
                  </a:cubicBezTo>
                  <a:close/>
                  <a:moveTo>
                    <a:pt x="1034974" y="1208687"/>
                  </a:moveTo>
                  <a:cubicBezTo>
                    <a:pt x="1018719" y="1208701"/>
                    <a:pt x="1004802" y="1220317"/>
                    <a:pt x="1001909" y="1236270"/>
                  </a:cubicBezTo>
                  <a:lnTo>
                    <a:pt x="1001909" y="1236270"/>
                  </a:lnTo>
                  <a:cubicBezTo>
                    <a:pt x="998541" y="1254498"/>
                    <a:pt x="1010621" y="1271986"/>
                    <a:pt x="1028890" y="1275356"/>
                  </a:cubicBezTo>
                  <a:cubicBezTo>
                    <a:pt x="1028922" y="1275356"/>
                    <a:pt x="1028955" y="1275370"/>
                    <a:pt x="1028988" y="1275370"/>
                  </a:cubicBezTo>
                  <a:cubicBezTo>
                    <a:pt x="1039261" y="1277247"/>
                    <a:pt x="1049819" y="1274190"/>
                    <a:pt x="1057493" y="1267124"/>
                  </a:cubicBezTo>
                  <a:cubicBezTo>
                    <a:pt x="1069901" y="1255763"/>
                    <a:pt x="1072029" y="1237024"/>
                    <a:pt x="1062481" y="1223190"/>
                  </a:cubicBezTo>
                  <a:cubicBezTo>
                    <a:pt x="1057478" y="1215725"/>
                    <a:pt x="1049665" y="1210606"/>
                    <a:pt x="1040817" y="1208972"/>
                  </a:cubicBezTo>
                  <a:cubicBezTo>
                    <a:pt x="1038596" y="1208701"/>
                    <a:pt x="1036356" y="1208602"/>
                    <a:pt x="1034119" y="1208687"/>
                  </a:cubicBezTo>
                  <a:close/>
                  <a:moveTo>
                    <a:pt x="1034974" y="1274233"/>
                  </a:moveTo>
                  <a:lnTo>
                    <a:pt x="1029273" y="1274233"/>
                  </a:lnTo>
                  <a:lnTo>
                    <a:pt x="1029273" y="1274233"/>
                  </a:lnTo>
                  <a:cubicBezTo>
                    <a:pt x="1011317" y="1272669"/>
                    <a:pt x="998036" y="1256872"/>
                    <a:pt x="999611" y="1238958"/>
                  </a:cubicBezTo>
                  <a:cubicBezTo>
                    <a:pt x="1001185" y="1221043"/>
                    <a:pt x="1017018" y="1207791"/>
                    <a:pt x="1034974" y="1209370"/>
                  </a:cubicBezTo>
                  <a:cubicBezTo>
                    <a:pt x="1052931" y="1210933"/>
                    <a:pt x="1066211" y="1226730"/>
                    <a:pt x="1064637" y="1244645"/>
                  </a:cubicBezTo>
                  <a:cubicBezTo>
                    <a:pt x="1063253" y="1260384"/>
                    <a:pt x="1050749" y="1272854"/>
                    <a:pt x="1034974" y="1274233"/>
                  </a:cubicBezTo>
                  <a:close/>
                  <a:moveTo>
                    <a:pt x="1030841" y="1264849"/>
                  </a:moveTo>
                  <a:cubicBezTo>
                    <a:pt x="1043315" y="1267081"/>
                    <a:pt x="1055241" y="1258806"/>
                    <a:pt x="1057481" y="1246365"/>
                  </a:cubicBezTo>
                  <a:cubicBezTo>
                    <a:pt x="1059720" y="1233924"/>
                    <a:pt x="1051424" y="1222024"/>
                    <a:pt x="1038950" y="1219791"/>
                  </a:cubicBezTo>
                  <a:cubicBezTo>
                    <a:pt x="1026483" y="1217559"/>
                    <a:pt x="1014558" y="1225820"/>
                    <a:pt x="1012313" y="1238261"/>
                  </a:cubicBezTo>
                  <a:cubicBezTo>
                    <a:pt x="1010067" y="1250702"/>
                    <a:pt x="1018357" y="1262602"/>
                    <a:pt x="1030829" y="1264849"/>
                  </a:cubicBezTo>
                  <a:cubicBezTo>
                    <a:pt x="1030832" y="1264849"/>
                    <a:pt x="1030837" y="1264849"/>
                    <a:pt x="1030841" y="1264849"/>
                  </a:cubicBezTo>
                  <a:close/>
                  <a:moveTo>
                    <a:pt x="1495467" y="985035"/>
                  </a:moveTo>
                  <a:lnTo>
                    <a:pt x="1490194" y="985035"/>
                  </a:lnTo>
                  <a:lnTo>
                    <a:pt x="1490194" y="985035"/>
                  </a:lnTo>
                  <a:cubicBezTo>
                    <a:pt x="1482512" y="983614"/>
                    <a:pt x="1475699" y="979220"/>
                    <a:pt x="1471238" y="972808"/>
                  </a:cubicBezTo>
                  <a:cubicBezTo>
                    <a:pt x="1466649" y="966438"/>
                    <a:pt x="1464896" y="958462"/>
                    <a:pt x="1466392" y="950770"/>
                  </a:cubicBezTo>
                  <a:cubicBezTo>
                    <a:pt x="1467818" y="943106"/>
                    <a:pt x="1472222" y="936310"/>
                    <a:pt x="1478649" y="931859"/>
                  </a:cubicBezTo>
                  <a:cubicBezTo>
                    <a:pt x="1485034" y="927281"/>
                    <a:pt x="1493030" y="925532"/>
                    <a:pt x="1500741" y="927025"/>
                  </a:cubicBezTo>
                  <a:cubicBezTo>
                    <a:pt x="1516774" y="929983"/>
                    <a:pt x="1527392" y="945281"/>
                    <a:pt x="1524542" y="961291"/>
                  </a:cubicBezTo>
                  <a:cubicBezTo>
                    <a:pt x="1523245" y="969011"/>
                    <a:pt x="1518798" y="975850"/>
                    <a:pt x="1512285" y="980201"/>
                  </a:cubicBezTo>
                  <a:cubicBezTo>
                    <a:pt x="1507054" y="983628"/>
                    <a:pt x="1500869" y="985320"/>
                    <a:pt x="1494612" y="985035"/>
                  </a:cubicBezTo>
                  <a:close/>
                  <a:moveTo>
                    <a:pt x="1491904" y="975651"/>
                  </a:moveTo>
                  <a:cubicBezTo>
                    <a:pt x="1497220" y="976661"/>
                    <a:pt x="1502722" y="975481"/>
                    <a:pt x="1507154" y="972381"/>
                  </a:cubicBezTo>
                  <a:cubicBezTo>
                    <a:pt x="1511587" y="969239"/>
                    <a:pt x="1514594" y="964490"/>
                    <a:pt x="1515563" y="959158"/>
                  </a:cubicBezTo>
                  <a:cubicBezTo>
                    <a:pt x="1517444" y="948011"/>
                    <a:pt x="1509919" y="937447"/>
                    <a:pt x="1498731" y="935570"/>
                  </a:cubicBezTo>
                  <a:cubicBezTo>
                    <a:pt x="1493515" y="934689"/>
                    <a:pt x="1488156" y="935855"/>
                    <a:pt x="1483780" y="938826"/>
                  </a:cubicBezTo>
                  <a:cubicBezTo>
                    <a:pt x="1479391" y="941940"/>
                    <a:pt x="1476369" y="946632"/>
                    <a:pt x="1475371" y="951907"/>
                  </a:cubicBezTo>
                  <a:cubicBezTo>
                    <a:pt x="1474359" y="957253"/>
                    <a:pt x="1475542" y="962784"/>
                    <a:pt x="1478649" y="967263"/>
                  </a:cubicBezTo>
                  <a:cubicBezTo>
                    <a:pt x="1481799" y="971684"/>
                    <a:pt x="1486560" y="974684"/>
                    <a:pt x="1491904" y="975651"/>
                  </a:cubicBezTo>
                  <a:close/>
                  <a:moveTo>
                    <a:pt x="546261" y="1471865"/>
                  </a:moveTo>
                  <a:cubicBezTo>
                    <a:pt x="544983" y="1472008"/>
                    <a:pt x="543692" y="1472008"/>
                    <a:pt x="542413" y="1471865"/>
                  </a:cubicBezTo>
                  <a:cubicBezTo>
                    <a:pt x="531090" y="1469704"/>
                    <a:pt x="523599" y="1458884"/>
                    <a:pt x="525595" y="1447552"/>
                  </a:cubicBezTo>
                  <a:cubicBezTo>
                    <a:pt x="526604" y="1442092"/>
                    <a:pt x="529727" y="1437230"/>
                    <a:pt x="534289" y="1434045"/>
                  </a:cubicBezTo>
                  <a:cubicBezTo>
                    <a:pt x="543860" y="1427661"/>
                    <a:pt x="556775" y="1429993"/>
                    <a:pt x="563507" y="1439306"/>
                  </a:cubicBezTo>
                  <a:cubicBezTo>
                    <a:pt x="566662" y="1443927"/>
                    <a:pt x="567889" y="1449585"/>
                    <a:pt x="566927" y="1455088"/>
                  </a:cubicBezTo>
                  <a:cubicBezTo>
                    <a:pt x="564841" y="1465183"/>
                    <a:pt x="555730" y="1472292"/>
                    <a:pt x="545406" y="1471865"/>
                  </a:cubicBezTo>
                  <a:close/>
                  <a:moveTo>
                    <a:pt x="546261" y="1439021"/>
                  </a:moveTo>
                  <a:cubicBezTo>
                    <a:pt x="543863" y="1439036"/>
                    <a:pt x="541524" y="1439775"/>
                    <a:pt x="539563" y="1441154"/>
                  </a:cubicBezTo>
                  <a:cubicBezTo>
                    <a:pt x="536937" y="1442917"/>
                    <a:pt x="535179" y="1445704"/>
                    <a:pt x="534717" y="1448832"/>
                  </a:cubicBezTo>
                  <a:cubicBezTo>
                    <a:pt x="534110" y="1451903"/>
                    <a:pt x="534778" y="1455088"/>
                    <a:pt x="536570" y="1457647"/>
                  </a:cubicBezTo>
                  <a:cubicBezTo>
                    <a:pt x="538393" y="1460235"/>
                    <a:pt x="541152" y="1462026"/>
                    <a:pt x="544266" y="1462623"/>
                  </a:cubicBezTo>
                  <a:cubicBezTo>
                    <a:pt x="550738" y="1463974"/>
                    <a:pt x="557082" y="1459837"/>
                    <a:pt x="558437" y="1453382"/>
                  </a:cubicBezTo>
                  <a:cubicBezTo>
                    <a:pt x="558467" y="1453239"/>
                    <a:pt x="558494" y="1453097"/>
                    <a:pt x="558518" y="1452955"/>
                  </a:cubicBezTo>
                  <a:cubicBezTo>
                    <a:pt x="559103" y="1449870"/>
                    <a:pt x="558380" y="1446671"/>
                    <a:pt x="556523" y="1444140"/>
                  </a:cubicBezTo>
                  <a:cubicBezTo>
                    <a:pt x="554827" y="1441481"/>
                    <a:pt x="552080" y="1439675"/>
                    <a:pt x="548969" y="1439163"/>
                  </a:cubicBezTo>
                  <a:close/>
                  <a:moveTo>
                    <a:pt x="927226" y="561050"/>
                  </a:moveTo>
                  <a:cubicBezTo>
                    <a:pt x="924427" y="561263"/>
                    <a:pt x="921617" y="561263"/>
                    <a:pt x="918817" y="561050"/>
                  </a:cubicBezTo>
                  <a:lnTo>
                    <a:pt x="918817" y="561050"/>
                  </a:lnTo>
                  <a:cubicBezTo>
                    <a:pt x="893025" y="558732"/>
                    <a:pt x="873998" y="535997"/>
                    <a:pt x="876321" y="510262"/>
                  </a:cubicBezTo>
                  <a:cubicBezTo>
                    <a:pt x="878643" y="484542"/>
                    <a:pt x="901434" y="465561"/>
                    <a:pt x="927226" y="467878"/>
                  </a:cubicBezTo>
                  <a:cubicBezTo>
                    <a:pt x="953019" y="470181"/>
                    <a:pt x="972046" y="492931"/>
                    <a:pt x="969724" y="518651"/>
                  </a:cubicBezTo>
                  <a:cubicBezTo>
                    <a:pt x="967692" y="541173"/>
                    <a:pt x="949802" y="559017"/>
                    <a:pt x="927226" y="561050"/>
                  </a:cubicBezTo>
                  <a:close/>
                  <a:moveTo>
                    <a:pt x="920385" y="551381"/>
                  </a:moveTo>
                  <a:cubicBezTo>
                    <a:pt x="940823" y="555135"/>
                    <a:pt x="960437" y="541642"/>
                    <a:pt x="964193" y="521253"/>
                  </a:cubicBezTo>
                  <a:cubicBezTo>
                    <a:pt x="967950" y="500864"/>
                    <a:pt x="954426" y="481300"/>
                    <a:pt x="933988" y="477546"/>
                  </a:cubicBezTo>
                  <a:cubicBezTo>
                    <a:pt x="913550" y="473793"/>
                    <a:pt x="893936" y="487286"/>
                    <a:pt x="890180" y="507675"/>
                  </a:cubicBezTo>
                  <a:cubicBezTo>
                    <a:pt x="890176" y="507703"/>
                    <a:pt x="890173" y="507717"/>
                    <a:pt x="890170" y="507732"/>
                  </a:cubicBezTo>
                  <a:cubicBezTo>
                    <a:pt x="886529" y="528092"/>
                    <a:pt x="900013" y="547571"/>
                    <a:pt x="920385" y="551381"/>
                  </a:cubicBezTo>
                  <a:close/>
                  <a:moveTo>
                    <a:pt x="617095" y="1662246"/>
                  </a:moveTo>
                  <a:cubicBezTo>
                    <a:pt x="615057" y="1662446"/>
                    <a:pt x="613005" y="1662446"/>
                    <a:pt x="610967" y="1662246"/>
                  </a:cubicBezTo>
                  <a:cubicBezTo>
                    <a:pt x="592807" y="1658791"/>
                    <a:pt x="580763" y="1641460"/>
                    <a:pt x="583887" y="1623289"/>
                  </a:cubicBezTo>
                  <a:cubicBezTo>
                    <a:pt x="586595" y="1604962"/>
                    <a:pt x="603688" y="1592279"/>
                    <a:pt x="622067" y="1594980"/>
                  </a:cubicBezTo>
                  <a:cubicBezTo>
                    <a:pt x="640445" y="1597682"/>
                    <a:pt x="653148" y="1614743"/>
                    <a:pt x="650440" y="1633071"/>
                  </a:cubicBezTo>
                  <a:cubicBezTo>
                    <a:pt x="649075" y="1642313"/>
                    <a:pt x="643913" y="1650559"/>
                    <a:pt x="636194" y="1655848"/>
                  </a:cubicBezTo>
                  <a:cubicBezTo>
                    <a:pt x="630654" y="1659915"/>
                    <a:pt x="623975" y="1662161"/>
                    <a:pt x="617095" y="1662246"/>
                  </a:cubicBezTo>
                  <a:close/>
                  <a:moveTo>
                    <a:pt x="617095" y="1604236"/>
                  </a:moveTo>
                  <a:cubicBezTo>
                    <a:pt x="603557" y="1604265"/>
                    <a:pt x="592604" y="1615241"/>
                    <a:pt x="592631" y="1628734"/>
                  </a:cubicBezTo>
                  <a:cubicBezTo>
                    <a:pt x="592641" y="1633710"/>
                    <a:pt x="594165" y="1638545"/>
                    <a:pt x="597000" y="1642625"/>
                  </a:cubicBezTo>
                  <a:cubicBezTo>
                    <a:pt x="600698" y="1647971"/>
                    <a:pt x="606400" y="1651611"/>
                    <a:pt x="612820" y="1652720"/>
                  </a:cubicBezTo>
                  <a:lnTo>
                    <a:pt x="612820" y="1652720"/>
                  </a:lnTo>
                  <a:cubicBezTo>
                    <a:pt x="619216" y="1653971"/>
                    <a:pt x="625851" y="1652592"/>
                    <a:pt x="631205" y="1648881"/>
                  </a:cubicBezTo>
                  <a:cubicBezTo>
                    <a:pt x="636500" y="1645128"/>
                    <a:pt x="640127" y="1639469"/>
                    <a:pt x="641324" y="1633099"/>
                  </a:cubicBezTo>
                  <a:cubicBezTo>
                    <a:pt x="643660" y="1619805"/>
                    <a:pt x="634820" y="1607108"/>
                    <a:pt x="621514" y="1604663"/>
                  </a:cubicBezTo>
                  <a:close/>
                  <a:moveTo>
                    <a:pt x="34460" y="1580634"/>
                  </a:moveTo>
                  <a:cubicBezTo>
                    <a:pt x="32470" y="1580848"/>
                    <a:pt x="30463" y="1580848"/>
                    <a:pt x="28474" y="1580634"/>
                  </a:cubicBezTo>
                  <a:lnTo>
                    <a:pt x="28474" y="1580634"/>
                  </a:lnTo>
                  <a:cubicBezTo>
                    <a:pt x="10118" y="1577790"/>
                    <a:pt x="-2449" y="1560629"/>
                    <a:pt x="404" y="1542331"/>
                  </a:cubicBezTo>
                  <a:cubicBezTo>
                    <a:pt x="1858" y="1532989"/>
                    <a:pt x="7184" y="1524714"/>
                    <a:pt x="15076" y="1519496"/>
                  </a:cubicBezTo>
                  <a:cubicBezTo>
                    <a:pt x="30351" y="1508989"/>
                    <a:pt x="51266" y="1512814"/>
                    <a:pt x="61824" y="1528027"/>
                  </a:cubicBezTo>
                  <a:cubicBezTo>
                    <a:pt x="72372" y="1543283"/>
                    <a:pt x="68526" y="1564184"/>
                    <a:pt x="53235" y="1574705"/>
                  </a:cubicBezTo>
                  <a:cubicBezTo>
                    <a:pt x="47630" y="1578558"/>
                    <a:pt x="40984" y="1580620"/>
                    <a:pt x="34175" y="1580634"/>
                  </a:cubicBezTo>
                  <a:close/>
                  <a:moveTo>
                    <a:pt x="30041" y="1571250"/>
                  </a:moveTo>
                  <a:cubicBezTo>
                    <a:pt x="43363" y="1573653"/>
                    <a:pt x="56120" y="1564838"/>
                    <a:pt x="58535" y="1551544"/>
                  </a:cubicBezTo>
                  <a:cubicBezTo>
                    <a:pt x="58539" y="1551530"/>
                    <a:pt x="58542" y="1551501"/>
                    <a:pt x="58546" y="1551487"/>
                  </a:cubicBezTo>
                  <a:cubicBezTo>
                    <a:pt x="60971" y="1538221"/>
                    <a:pt x="52172" y="1525496"/>
                    <a:pt x="38878" y="1523051"/>
                  </a:cubicBezTo>
                  <a:cubicBezTo>
                    <a:pt x="32462" y="1521842"/>
                    <a:pt x="25826" y="1523278"/>
                    <a:pt x="20492" y="1527032"/>
                  </a:cubicBezTo>
                  <a:cubicBezTo>
                    <a:pt x="9337" y="1534681"/>
                    <a:pt x="6513" y="1549909"/>
                    <a:pt x="14185" y="1561042"/>
                  </a:cubicBezTo>
                  <a:cubicBezTo>
                    <a:pt x="17893" y="1566416"/>
                    <a:pt x="23602" y="1570098"/>
                    <a:pt x="30041" y="1571250"/>
                  </a:cubicBezTo>
                  <a:close/>
                  <a:moveTo>
                    <a:pt x="319649" y="1831585"/>
                  </a:moveTo>
                  <a:lnTo>
                    <a:pt x="315801" y="1831585"/>
                  </a:lnTo>
                  <a:lnTo>
                    <a:pt x="315801" y="1831585"/>
                  </a:lnTo>
                  <a:cubicBezTo>
                    <a:pt x="304353" y="1829495"/>
                    <a:pt x="296764" y="1818547"/>
                    <a:pt x="298841" y="1807129"/>
                  </a:cubicBezTo>
                  <a:cubicBezTo>
                    <a:pt x="300768" y="1795741"/>
                    <a:pt x="311579" y="1788077"/>
                    <a:pt x="322988" y="1789997"/>
                  </a:cubicBezTo>
                  <a:cubicBezTo>
                    <a:pt x="323111" y="1790025"/>
                    <a:pt x="323233" y="1790039"/>
                    <a:pt x="323355" y="1790068"/>
                  </a:cubicBezTo>
                  <a:cubicBezTo>
                    <a:pt x="334873" y="1792272"/>
                    <a:pt x="342423" y="1803362"/>
                    <a:pt x="340218" y="1814864"/>
                  </a:cubicBezTo>
                  <a:cubicBezTo>
                    <a:pt x="339185" y="1820239"/>
                    <a:pt x="336103" y="1825016"/>
                    <a:pt x="331621" y="1828172"/>
                  </a:cubicBezTo>
                  <a:cubicBezTo>
                    <a:pt x="328062" y="1830476"/>
                    <a:pt x="323892" y="1831670"/>
                    <a:pt x="319649" y="1831585"/>
                  </a:cubicBezTo>
                  <a:close/>
                  <a:moveTo>
                    <a:pt x="319649" y="1798598"/>
                  </a:moveTo>
                  <a:cubicBezTo>
                    <a:pt x="317205" y="1798598"/>
                    <a:pt x="314820" y="1799352"/>
                    <a:pt x="312808" y="1800731"/>
                  </a:cubicBezTo>
                  <a:cubicBezTo>
                    <a:pt x="307398" y="1804385"/>
                    <a:pt x="305980" y="1811722"/>
                    <a:pt x="309642" y="1817125"/>
                  </a:cubicBezTo>
                  <a:cubicBezTo>
                    <a:pt x="309699" y="1817196"/>
                    <a:pt x="309756" y="1817281"/>
                    <a:pt x="309815" y="1817367"/>
                  </a:cubicBezTo>
                  <a:cubicBezTo>
                    <a:pt x="311626" y="1820040"/>
                    <a:pt x="314464" y="1821831"/>
                    <a:pt x="317654" y="1822343"/>
                  </a:cubicBezTo>
                  <a:lnTo>
                    <a:pt x="317654" y="1822343"/>
                  </a:lnTo>
                  <a:cubicBezTo>
                    <a:pt x="324032" y="1823765"/>
                    <a:pt x="330351" y="1819755"/>
                    <a:pt x="331771" y="1813385"/>
                  </a:cubicBezTo>
                  <a:cubicBezTo>
                    <a:pt x="331823" y="1813144"/>
                    <a:pt x="331868" y="1812916"/>
                    <a:pt x="331906" y="1812675"/>
                  </a:cubicBezTo>
                  <a:cubicBezTo>
                    <a:pt x="333197" y="1806120"/>
                    <a:pt x="328923" y="1799779"/>
                    <a:pt x="322358" y="1798485"/>
                  </a:cubicBezTo>
                  <a:cubicBezTo>
                    <a:pt x="322310" y="1798471"/>
                    <a:pt x="322263" y="1798471"/>
                    <a:pt x="322214" y="1798456"/>
                  </a:cubicBezTo>
                  <a:close/>
                  <a:moveTo>
                    <a:pt x="226011" y="1099491"/>
                  </a:moveTo>
                  <a:lnTo>
                    <a:pt x="222020" y="1099491"/>
                  </a:lnTo>
                  <a:lnTo>
                    <a:pt x="222020" y="1099491"/>
                  </a:lnTo>
                  <a:cubicBezTo>
                    <a:pt x="210123" y="1097188"/>
                    <a:pt x="202261" y="1085814"/>
                    <a:pt x="204348" y="1073899"/>
                  </a:cubicBezTo>
                  <a:cubicBezTo>
                    <a:pt x="205361" y="1068140"/>
                    <a:pt x="208646" y="1063008"/>
                    <a:pt x="213469" y="1059681"/>
                  </a:cubicBezTo>
                  <a:cubicBezTo>
                    <a:pt x="218264" y="1056425"/>
                    <a:pt x="224141" y="1055145"/>
                    <a:pt x="229859" y="1056126"/>
                  </a:cubicBezTo>
                  <a:cubicBezTo>
                    <a:pt x="241750" y="1058358"/>
                    <a:pt x="249667" y="1069676"/>
                    <a:pt x="247675" y="1081577"/>
                  </a:cubicBezTo>
                  <a:cubicBezTo>
                    <a:pt x="246562" y="1087307"/>
                    <a:pt x="243298" y="1092382"/>
                    <a:pt x="238553" y="1095795"/>
                  </a:cubicBezTo>
                  <a:cubicBezTo>
                    <a:pt x="234795" y="1098269"/>
                    <a:pt x="230374" y="1099563"/>
                    <a:pt x="225869" y="1099491"/>
                  </a:cubicBezTo>
                  <a:close/>
                  <a:moveTo>
                    <a:pt x="226011" y="1064657"/>
                  </a:moveTo>
                  <a:cubicBezTo>
                    <a:pt x="223426" y="1064742"/>
                    <a:pt x="220913" y="1065524"/>
                    <a:pt x="218742" y="1066932"/>
                  </a:cubicBezTo>
                  <a:cubicBezTo>
                    <a:pt x="215915" y="1068894"/>
                    <a:pt x="214012" y="1071923"/>
                    <a:pt x="213469" y="1075321"/>
                  </a:cubicBezTo>
                  <a:cubicBezTo>
                    <a:pt x="212256" y="1082302"/>
                    <a:pt x="216894" y="1088956"/>
                    <a:pt x="223873" y="1090250"/>
                  </a:cubicBezTo>
                  <a:lnTo>
                    <a:pt x="223873" y="1090250"/>
                  </a:lnTo>
                  <a:cubicBezTo>
                    <a:pt x="230596" y="1090975"/>
                    <a:pt x="236769" y="1086482"/>
                    <a:pt x="238126" y="1079871"/>
                  </a:cubicBezTo>
                  <a:cubicBezTo>
                    <a:pt x="238726" y="1076487"/>
                    <a:pt x="237957" y="1073017"/>
                    <a:pt x="235988" y="1070202"/>
                  </a:cubicBezTo>
                  <a:cubicBezTo>
                    <a:pt x="234074" y="1067387"/>
                    <a:pt x="231085" y="1065482"/>
                    <a:pt x="227721" y="1064941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Dots">
              <a:extLst>
                <a:ext uri="{FF2B5EF4-FFF2-40B4-BE49-F238E27FC236}">
                  <a16:creationId xmlns:a16="http://schemas.microsoft.com/office/drawing/2014/main" id="{007F40DD-8BF9-4E86-8C28-787CFE448D83}"/>
                </a:ext>
              </a:extLst>
            </p:cNvPr>
            <p:cNvSpPr/>
            <p:nvPr/>
          </p:nvSpPr>
          <p:spPr>
            <a:xfrm>
              <a:off x="9581556" y="2505842"/>
              <a:ext cx="2309166" cy="2483088"/>
            </a:xfrm>
            <a:custGeom>
              <a:avLst/>
              <a:gdLst>
                <a:gd name="connsiteX0" fmla="*/ 2294915 w 2309166"/>
                <a:gd name="connsiteY0" fmla="*/ 1299115 h 2483088"/>
                <a:gd name="connsiteX1" fmla="*/ 2309167 w 2309166"/>
                <a:gd name="connsiteY1" fmla="*/ 1313333 h 2483088"/>
                <a:gd name="connsiteX2" fmla="*/ 2309167 w 2309166"/>
                <a:gd name="connsiteY2" fmla="*/ 1313333 h 2483088"/>
                <a:gd name="connsiteX3" fmla="*/ 2294915 w 2309166"/>
                <a:gd name="connsiteY3" fmla="*/ 1327551 h 2483088"/>
                <a:gd name="connsiteX4" fmla="*/ 2294915 w 2309166"/>
                <a:gd name="connsiteY4" fmla="*/ 1327551 h 2483088"/>
                <a:gd name="connsiteX5" fmla="*/ 2280662 w 2309166"/>
                <a:gd name="connsiteY5" fmla="*/ 1313333 h 2483088"/>
                <a:gd name="connsiteX6" fmla="*/ 2280662 w 2309166"/>
                <a:gd name="connsiteY6" fmla="*/ 1313333 h 2483088"/>
                <a:gd name="connsiteX7" fmla="*/ 2294915 w 2309166"/>
                <a:gd name="connsiteY7" fmla="*/ 1299115 h 2483088"/>
                <a:gd name="connsiteX8" fmla="*/ 1344996 w 2309166"/>
                <a:gd name="connsiteY8" fmla="*/ 1424661 h 2483088"/>
                <a:gd name="connsiteX9" fmla="*/ 1327466 w 2309166"/>
                <a:gd name="connsiteY9" fmla="*/ 1442149 h 2483088"/>
                <a:gd name="connsiteX10" fmla="*/ 1327466 w 2309166"/>
                <a:gd name="connsiteY10" fmla="*/ 1442149 h 2483088"/>
                <a:gd name="connsiteX11" fmla="*/ 1344996 w 2309166"/>
                <a:gd name="connsiteY11" fmla="*/ 1459496 h 2483088"/>
                <a:gd name="connsiteX12" fmla="*/ 1344996 w 2309166"/>
                <a:gd name="connsiteY12" fmla="*/ 1459496 h 2483088"/>
                <a:gd name="connsiteX13" fmla="*/ 1362384 w 2309166"/>
                <a:gd name="connsiteY13" fmla="*/ 1442149 h 2483088"/>
                <a:gd name="connsiteX14" fmla="*/ 1362384 w 2309166"/>
                <a:gd name="connsiteY14" fmla="*/ 1442149 h 2483088"/>
                <a:gd name="connsiteX15" fmla="*/ 1344996 w 2309166"/>
                <a:gd name="connsiteY15" fmla="*/ 1424661 h 2483088"/>
                <a:gd name="connsiteX16" fmla="*/ 1314068 w 2309166"/>
                <a:gd name="connsiteY16" fmla="*/ 1096932 h 2483088"/>
                <a:gd name="connsiteX17" fmla="*/ 1296681 w 2309166"/>
                <a:gd name="connsiteY17" fmla="*/ 1114279 h 2483088"/>
                <a:gd name="connsiteX18" fmla="*/ 1296681 w 2309166"/>
                <a:gd name="connsiteY18" fmla="*/ 1114279 h 2483088"/>
                <a:gd name="connsiteX19" fmla="*/ 1314068 w 2309166"/>
                <a:gd name="connsiteY19" fmla="*/ 1131767 h 2483088"/>
                <a:gd name="connsiteX20" fmla="*/ 1314068 w 2309166"/>
                <a:gd name="connsiteY20" fmla="*/ 1131767 h 2483088"/>
                <a:gd name="connsiteX21" fmla="*/ 1331599 w 2309166"/>
                <a:gd name="connsiteY21" fmla="*/ 1114279 h 2483088"/>
                <a:gd name="connsiteX22" fmla="*/ 1331599 w 2309166"/>
                <a:gd name="connsiteY22" fmla="*/ 1114279 h 2483088"/>
                <a:gd name="connsiteX23" fmla="*/ 1314211 w 2309166"/>
                <a:gd name="connsiteY23" fmla="*/ 1096932 h 2483088"/>
                <a:gd name="connsiteX24" fmla="*/ 1314068 w 2309166"/>
                <a:gd name="connsiteY24" fmla="*/ 1096932 h 2483088"/>
                <a:gd name="connsiteX25" fmla="*/ 1345566 w 2309166"/>
                <a:gd name="connsiteY25" fmla="*/ 1190630 h 2483088"/>
                <a:gd name="connsiteX26" fmla="*/ 1336445 w 2309166"/>
                <a:gd name="connsiteY26" fmla="*/ 1199730 h 2483088"/>
                <a:gd name="connsiteX27" fmla="*/ 1336445 w 2309166"/>
                <a:gd name="connsiteY27" fmla="*/ 1199730 h 2483088"/>
                <a:gd name="connsiteX28" fmla="*/ 1345566 w 2309166"/>
                <a:gd name="connsiteY28" fmla="*/ 1208687 h 2483088"/>
                <a:gd name="connsiteX29" fmla="*/ 1345566 w 2309166"/>
                <a:gd name="connsiteY29" fmla="*/ 1208687 h 2483088"/>
                <a:gd name="connsiteX30" fmla="*/ 1354545 w 2309166"/>
                <a:gd name="connsiteY30" fmla="*/ 1199730 h 2483088"/>
                <a:gd name="connsiteX31" fmla="*/ 1354545 w 2309166"/>
                <a:gd name="connsiteY31" fmla="*/ 1199730 h 2483088"/>
                <a:gd name="connsiteX32" fmla="*/ 1345566 w 2309166"/>
                <a:gd name="connsiteY32" fmla="*/ 1190630 h 2483088"/>
                <a:gd name="connsiteX33" fmla="*/ 1410984 w 2309166"/>
                <a:gd name="connsiteY33" fmla="*/ 1183094 h 2483088"/>
                <a:gd name="connsiteX34" fmla="*/ 1401863 w 2309166"/>
                <a:gd name="connsiteY34" fmla="*/ 1192194 h 2483088"/>
                <a:gd name="connsiteX35" fmla="*/ 1401863 w 2309166"/>
                <a:gd name="connsiteY35" fmla="*/ 1192194 h 2483088"/>
                <a:gd name="connsiteX36" fmla="*/ 1410984 w 2309166"/>
                <a:gd name="connsiteY36" fmla="*/ 1201152 h 2483088"/>
                <a:gd name="connsiteX37" fmla="*/ 1410984 w 2309166"/>
                <a:gd name="connsiteY37" fmla="*/ 1201152 h 2483088"/>
                <a:gd name="connsiteX38" fmla="*/ 1419963 w 2309166"/>
                <a:gd name="connsiteY38" fmla="*/ 1192194 h 2483088"/>
                <a:gd name="connsiteX39" fmla="*/ 1419963 w 2309166"/>
                <a:gd name="connsiteY39" fmla="*/ 1192194 h 2483088"/>
                <a:gd name="connsiteX40" fmla="*/ 1410984 w 2309166"/>
                <a:gd name="connsiteY40" fmla="*/ 1183094 h 2483088"/>
                <a:gd name="connsiteX41" fmla="*/ 1556216 w 2309166"/>
                <a:gd name="connsiteY41" fmla="*/ 1166317 h 2483088"/>
                <a:gd name="connsiteX42" fmla="*/ 1547237 w 2309166"/>
                <a:gd name="connsiteY42" fmla="*/ 1175274 h 2483088"/>
                <a:gd name="connsiteX43" fmla="*/ 1547237 w 2309166"/>
                <a:gd name="connsiteY43" fmla="*/ 1175274 h 2483088"/>
                <a:gd name="connsiteX44" fmla="*/ 1556216 w 2309166"/>
                <a:gd name="connsiteY44" fmla="*/ 1184374 h 2483088"/>
                <a:gd name="connsiteX45" fmla="*/ 1556216 w 2309166"/>
                <a:gd name="connsiteY45" fmla="*/ 1184374 h 2483088"/>
                <a:gd name="connsiteX46" fmla="*/ 1565337 w 2309166"/>
                <a:gd name="connsiteY46" fmla="*/ 1175274 h 2483088"/>
                <a:gd name="connsiteX47" fmla="*/ 1565337 w 2309166"/>
                <a:gd name="connsiteY47" fmla="*/ 1175274 h 2483088"/>
                <a:gd name="connsiteX48" fmla="*/ 1556216 w 2309166"/>
                <a:gd name="connsiteY48" fmla="*/ 1166317 h 2483088"/>
                <a:gd name="connsiteX49" fmla="*/ 2294915 w 2309166"/>
                <a:gd name="connsiteY49" fmla="*/ 1175417 h 2483088"/>
                <a:gd name="connsiteX50" fmla="*/ 2291067 w 2309166"/>
                <a:gd name="connsiteY50" fmla="*/ 1179256 h 2483088"/>
                <a:gd name="connsiteX51" fmla="*/ 2291067 w 2309166"/>
                <a:gd name="connsiteY51" fmla="*/ 1179256 h 2483088"/>
                <a:gd name="connsiteX52" fmla="*/ 2294915 w 2309166"/>
                <a:gd name="connsiteY52" fmla="*/ 1183094 h 2483088"/>
                <a:gd name="connsiteX53" fmla="*/ 2294915 w 2309166"/>
                <a:gd name="connsiteY53" fmla="*/ 1183094 h 2483088"/>
                <a:gd name="connsiteX54" fmla="*/ 2298763 w 2309166"/>
                <a:gd name="connsiteY54" fmla="*/ 1179256 h 2483088"/>
                <a:gd name="connsiteX55" fmla="*/ 2298763 w 2309166"/>
                <a:gd name="connsiteY55" fmla="*/ 1179256 h 2483088"/>
                <a:gd name="connsiteX56" fmla="*/ 2294915 w 2309166"/>
                <a:gd name="connsiteY56" fmla="*/ 1175417 h 2483088"/>
                <a:gd name="connsiteX57" fmla="*/ 2237050 w 2309166"/>
                <a:gd name="connsiteY57" fmla="*/ 1197739 h 2483088"/>
                <a:gd name="connsiteX58" fmla="*/ 2233202 w 2309166"/>
                <a:gd name="connsiteY58" fmla="*/ 1201578 h 2483088"/>
                <a:gd name="connsiteX59" fmla="*/ 2233202 w 2309166"/>
                <a:gd name="connsiteY59" fmla="*/ 1201578 h 2483088"/>
                <a:gd name="connsiteX60" fmla="*/ 2237050 w 2309166"/>
                <a:gd name="connsiteY60" fmla="*/ 1205559 h 2483088"/>
                <a:gd name="connsiteX61" fmla="*/ 2237050 w 2309166"/>
                <a:gd name="connsiteY61" fmla="*/ 1205559 h 2483088"/>
                <a:gd name="connsiteX62" fmla="*/ 2240898 w 2309166"/>
                <a:gd name="connsiteY62" fmla="*/ 1201578 h 2483088"/>
                <a:gd name="connsiteX63" fmla="*/ 2240898 w 2309166"/>
                <a:gd name="connsiteY63" fmla="*/ 1201578 h 2483088"/>
                <a:gd name="connsiteX64" fmla="*/ 2237050 w 2309166"/>
                <a:gd name="connsiteY64" fmla="*/ 1197739 h 2483088"/>
                <a:gd name="connsiteX65" fmla="*/ 2222798 w 2309166"/>
                <a:gd name="connsiteY65" fmla="*/ 1169303 h 2483088"/>
                <a:gd name="connsiteX66" fmla="*/ 2218950 w 2309166"/>
                <a:gd name="connsiteY66" fmla="*/ 1173142 h 2483088"/>
                <a:gd name="connsiteX67" fmla="*/ 2218950 w 2309166"/>
                <a:gd name="connsiteY67" fmla="*/ 1173142 h 2483088"/>
                <a:gd name="connsiteX68" fmla="*/ 2222798 w 2309166"/>
                <a:gd name="connsiteY68" fmla="*/ 1176981 h 2483088"/>
                <a:gd name="connsiteX69" fmla="*/ 2222798 w 2309166"/>
                <a:gd name="connsiteY69" fmla="*/ 1176981 h 2483088"/>
                <a:gd name="connsiteX70" fmla="*/ 2226646 w 2309166"/>
                <a:gd name="connsiteY70" fmla="*/ 1173142 h 2483088"/>
                <a:gd name="connsiteX71" fmla="*/ 2226646 w 2309166"/>
                <a:gd name="connsiteY71" fmla="*/ 1173142 h 2483088"/>
                <a:gd name="connsiteX72" fmla="*/ 2222798 w 2309166"/>
                <a:gd name="connsiteY72" fmla="*/ 1169303 h 2483088"/>
                <a:gd name="connsiteX73" fmla="*/ 2146690 w 2309166"/>
                <a:gd name="connsiteY73" fmla="*/ 1021150 h 2483088"/>
                <a:gd name="connsiteX74" fmla="*/ 2142842 w 2309166"/>
                <a:gd name="connsiteY74" fmla="*/ 1024989 h 2483088"/>
                <a:gd name="connsiteX75" fmla="*/ 2142842 w 2309166"/>
                <a:gd name="connsiteY75" fmla="*/ 1024989 h 2483088"/>
                <a:gd name="connsiteX76" fmla="*/ 2146690 w 2309166"/>
                <a:gd name="connsiteY76" fmla="*/ 1028827 h 2483088"/>
                <a:gd name="connsiteX77" fmla="*/ 2146690 w 2309166"/>
                <a:gd name="connsiteY77" fmla="*/ 1028827 h 2483088"/>
                <a:gd name="connsiteX78" fmla="*/ 2150538 w 2309166"/>
                <a:gd name="connsiteY78" fmla="*/ 1024989 h 2483088"/>
                <a:gd name="connsiteX79" fmla="*/ 2150538 w 2309166"/>
                <a:gd name="connsiteY79" fmla="*/ 1024989 h 2483088"/>
                <a:gd name="connsiteX80" fmla="*/ 2146690 w 2309166"/>
                <a:gd name="connsiteY80" fmla="*/ 1021150 h 2483088"/>
                <a:gd name="connsiteX81" fmla="*/ 1840978 w 2309166"/>
                <a:gd name="connsiteY81" fmla="*/ 1135890 h 2483088"/>
                <a:gd name="connsiteX82" fmla="*/ 1834564 w 2309166"/>
                <a:gd name="connsiteY82" fmla="*/ 1142288 h 2483088"/>
                <a:gd name="connsiteX83" fmla="*/ 1834564 w 2309166"/>
                <a:gd name="connsiteY83" fmla="*/ 1142288 h 2483088"/>
                <a:gd name="connsiteX84" fmla="*/ 1840978 w 2309166"/>
                <a:gd name="connsiteY84" fmla="*/ 1148829 h 2483088"/>
                <a:gd name="connsiteX85" fmla="*/ 1840978 w 2309166"/>
                <a:gd name="connsiteY85" fmla="*/ 1148829 h 2483088"/>
                <a:gd name="connsiteX86" fmla="*/ 1847534 w 2309166"/>
                <a:gd name="connsiteY86" fmla="*/ 1142288 h 2483088"/>
                <a:gd name="connsiteX87" fmla="*/ 1847534 w 2309166"/>
                <a:gd name="connsiteY87" fmla="*/ 1142288 h 2483088"/>
                <a:gd name="connsiteX88" fmla="*/ 1840978 w 2309166"/>
                <a:gd name="connsiteY88" fmla="*/ 1135890 h 2483088"/>
                <a:gd name="connsiteX89" fmla="*/ 1780263 w 2309166"/>
                <a:gd name="connsiteY89" fmla="*/ 1377599 h 2483088"/>
                <a:gd name="connsiteX90" fmla="*/ 1773706 w 2309166"/>
                <a:gd name="connsiteY90" fmla="*/ 1384139 h 2483088"/>
                <a:gd name="connsiteX91" fmla="*/ 1773706 w 2309166"/>
                <a:gd name="connsiteY91" fmla="*/ 1384139 h 2483088"/>
                <a:gd name="connsiteX92" fmla="*/ 1780263 w 2309166"/>
                <a:gd name="connsiteY92" fmla="*/ 1390537 h 2483088"/>
                <a:gd name="connsiteX93" fmla="*/ 1780263 w 2309166"/>
                <a:gd name="connsiteY93" fmla="*/ 1390537 h 2483088"/>
                <a:gd name="connsiteX94" fmla="*/ 1786676 w 2309166"/>
                <a:gd name="connsiteY94" fmla="*/ 1384139 h 2483088"/>
                <a:gd name="connsiteX95" fmla="*/ 1786676 w 2309166"/>
                <a:gd name="connsiteY95" fmla="*/ 1384139 h 2483088"/>
                <a:gd name="connsiteX96" fmla="*/ 1780263 w 2309166"/>
                <a:gd name="connsiteY96" fmla="*/ 1377599 h 2483088"/>
                <a:gd name="connsiteX97" fmla="*/ 1642443 w 2309166"/>
                <a:gd name="connsiteY97" fmla="*/ 1242953 h 2483088"/>
                <a:gd name="connsiteX98" fmla="*/ 1635886 w 2309166"/>
                <a:gd name="connsiteY98" fmla="*/ 1249351 h 2483088"/>
                <a:gd name="connsiteX99" fmla="*/ 1635886 w 2309166"/>
                <a:gd name="connsiteY99" fmla="*/ 1249351 h 2483088"/>
                <a:gd name="connsiteX100" fmla="*/ 1642443 w 2309166"/>
                <a:gd name="connsiteY100" fmla="*/ 1255891 h 2483088"/>
                <a:gd name="connsiteX101" fmla="*/ 1642443 w 2309166"/>
                <a:gd name="connsiteY101" fmla="*/ 1255891 h 2483088"/>
                <a:gd name="connsiteX102" fmla="*/ 1648856 w 2309166"/>
                <a:gd name="connsiteY102" fmla="*/ 1249351 h 2483088"/>
                <a:gd name="connsiteX103" fmla="*/ 1648856 w 2309166"/>
                <a:gd name="connsiteY103" fmla="*/ 1249351 h 2483088"/>
                <a:gd name="connsiteX104" fmla="*/ 1642443 w 2309166"/>
                <a:gd name="connsiteY104" fmla="*/ 1242953 h 2483088"/>
                <a:gd name="connsiteX105" fmla="*/ 1651849 w 2309166"/>
                <a:gd name="connsiteY105" fmla="*/ 1048733 h 2483088"/>
                <a:gd name="connsiteX106" fmla="*/ 1645435 w 2309166"/>
                <a:gd name="connsiteY106" fmla="*/ 1055273 h 2483088"/>
                <a:gd name="connsiteX107" fmla="*/ 1645435 w 2309166"/>
                <a:gd name="connsiteY107" fmla="*/ 1055273 h 2483088"/>
                <a:gd name="connsiteX108" fmla="*/ 1651849 w 2309166"/>
                <a:gd name="connsiteY108" fmla="*/ 1061671 h 2483088"/>
                <a:gd name="connsiteX109" fmla="*/ 1651849 w 2309166"/>
                <a:gd name="connsiteY109" fmla="*/ 1061671 h 2483088"/>
                <a:gd name="connsiteX110" fmla="*/ 1658405 w 2309166"/>
                <a:gd name="connsiteY110" fmla="*/ 1055273 h 2483088"/>
                <a:gd name="connsiteX111" fmla="*/ 1658405 w 2309166"/>
                <a:gd name="connsiteY111" fmla="*/ 1055273 h 2483088"/>
                <a:gd name="connsiteX112" fmla="*/ 1651849 w 2309166"/>
                <a:gd name="connsiteY112" fmla="*/ 1048733 h 2483088"/>
                <a:gd name="connsiteX113" fmla="*/ 1398300 w 2309166"/>
                <a:gd name="connsiteY113" fmla="*/ 1092951 h 2483088"/>
                <a:gd name="connsiteX114" fmla="*/ 1391886 w 2309166"/>
                <a:gd name="connsiteY114" fmla="*/ 1099492 h 2483088"/>
                <a:gd name="connsiteX115" fmla="*/ 1391886 w 2309166"/>
                <a:gd name="connsiteY115" fmla="*/ 1099492 h 2483088"/>
                <a:gd name="connsiteX116" fmla="*/ 1398300 w 2309166"/>
                <a:gd name="connsiteY116" fmla="*/ 1106032 h 2483088"/>
                <a:gd name="connsiteX117" fmla="*/ 1398300 w 2309166"/>
                <a:gd name="connsiteY117" fmla="*/ 1106032 h 2483088"/>
                <a:gd name="connsiteX118" fmla="*/ 1404856 w 2309166"/>
                <a:gd name="connsiteY118" fmla="*/ 1099492 h 2483088"/>
                <a:gd name="connsiteX119" fmla="*/ 1404856 w 2309166"/>
                <a:gd name="connsiteY119" fmla="*/ 1099492 h 2483088"/>
                <a:gd name="connsiteX120" fmla="*/ 1398300 w 2309166"/>
                <a:gd name="connsiteY120" fmla="*/ 1092951 h 2483088"/>
                <a:gd name="connsiteX121" fmla="*/ 1478683 w 2309166"/>
                <a:gd name="connsiteY121" fmla="*/ 773611 h 2483088"/>
                <a:gd name="connsiteX122" fmla="*/ 1472127 w 2309166"/>
                <a:gd name="connsiteY122" fmla="*/ 780152 h 2483088"/>
                <a:gd name="connsiteX123" fmla="*/ 1472127 w 2309166"/>
                <a:gd name="connsiteY123" fmla="*/ 780152 h 2483088"/>
                <a:gd name="connsiteX124" fmla="*/ 1478683 w 2309166"/>
                <a:gd name="connsiteY124" fmla="*/ 786550 h 2483088"/>
                <a:gd name="connsiteX125" fmla="*/ 1478683 w 2309166"/>
                <a:gd name="connsiteY125" fmla="*/ 786550 h 2483088"/>
                <a:gd name="connsiteX126" fmla="*/ 1485097 w 2309166"/>
                <a:gd name="connsiteY126" fmla="*/ 780152 h 2483088"/>
                <a:gd name="connsiteX127" fmla="*/ 1485097 w 2309166"/>
                <a:gd name="connsiteY127" fmla="*/ 780152 h 2483088"/>
                <a:gd name="connsiteX128" fmla="*/ 1478683 w 2309166"/>
                <a:gd name="connsiteY128" fmla="*/ 773611 h 2483088"/>
                <a:gd name="connsiteX129" fmla="*/ 1614365 w 2309166"/>
                <a:gd name="connsiteY129" fmla="*/ 909679 h 2483088"/>
                <a:gd name="connsiteX130" fmla="*/ 1607952 w 2309166"/>
                <a:gd name="connsiteY130" fmla="*/ 916220 h 2483088"/>
                <a:gd name="connsiteX131" fmla="*/ 1607952 w 2309166"/>
                <a:gd name="connsiteY131" fmla="*/ 916220 h 2483088"/>
                <a:gd name="connsiteX132" fmla="*/ 1614365 w 2309166"/>
                <a:gd name="connsiteY132" fmla="*/ 922618 h 2483088"/>
                <a:gd name="connsiteX133" fmla="*/ 1614365 w 2309166"/>
                <a:gd name="connsiteY133" fmla="*/ 922618 h 2483088"/>
                <a:gd name="connsiteX134" fmla="*/ 1620921 w 2309166"/>
                <a:gd name="connsiteY134" fmla="*/ 916220 h 2483088"/>
                <a:gd name="connsiteX135" fmla="*/ 1620921 w 2309166"/>
                <a:gd name="connsiteY135" fmla="*/ 916220 h 2483088"/>
                <a:gd name="connsiteX136" fmla="*/ 1614365 w 2309166"/>
                <a:gd name="connsiteY136" fmla="*/ 909679 h 2483088"/>
                <a:gd name="connsiteX137" fmla="*/ 1762590 w 2309166"/>
                <a:gd name="connsiteY137" fmla="*/ 1057690 h 2483088"/>
                <a:gd name="connsiteX138" fmla="*/ 1756176 w 2309166"/>
                <a:gd name="connsiteY138" fmla="*/ 1064089 h 2483088"/>
                <a:gd name="connsiteX139" fmla="*/ 1756176 w 2309166"/>
                <a:gd name="connsiteY139" fmla="*/ 1064089 h 2483088"/>
                <a:gd name="connsiteX140" fmla="*/ 1762590 w 2309166"/>
                <a:gd name="connsiteY140" fmla="*/ 1070629 h 2483088"/>
                <a:gd name="connsiteX141" fmla="*/ 1762590 w 2309166"/>
                <a:gd name="connsiteY141" fmla="*/ 1070629 h 2483088"/>
                <a:gd name="connsiteX142" fmla="*/ 1769146 w 2309166"/>
                <a:gd name="connsiteY142" fmla="*/ 1064089 h 2483088"/>
                <a:gd name="connsiteX143" fmla="*/ 1769146 w 2309166"/>
                <a:gd name="connsiteY143" fmla="*/ 1064089 h 2483088"/>
                <a:gd name="connsiteX144" fmla="*/ 1762732 w 2309166"/>
                <a:gd name="connsiteY144" fmla="*/ 1057690 h 2483088"/>
                <a:gd name="connsiteX145" fmla="*/ 1762590 w 2309166"/>
                <a:gd name="connsiteY145" fmla="*/ 1057690 h 2483088"/>
                <a:gd name="connsiteX146" fmla="*/ 1701590 w 2309166"/>
                <a:gd name="connsiteY146" fmla="*/ 1150962 h 2483088"/>
                <a:gd name="connsiteX147" fmla="*/ 1695176 w 2309166"/>
                <a:gd name="connsiteY147" fmla="*/ 1157502 h 2483088"/>
                <a:gd name="connsiteX148" fmla="*/ 1695176 w 2309166"/>
                <a:gd name="connsiteY148" fmla="*/ 1157502 h 2483088"/>
                <a:gd name="connsiteX149" fmla="*/ 1701590 w 2309166"/>
                <a:gd name="connsiteY149" fmla="*/ 1163900 h 2483088"/>
                <a:gd name="connsiteX150" fmla="*/ 1701590 w 2309166"/>
                <a:gd name="connsiteY150" fmla="*/ 1163900 h 2483088"/>
                <a:gd name="connsiteX151" fmla="*/ 1708146 w 2309166"/>
                <a:gd name="connsiteY151" fmla="*/ 1157502 h 2483088"/>
                <a:gd name="connsiteX152" fmla="*/ 1708146 w 2309166"/>
                <a:gd name="connsiteY152" fmla="*/ 1157502 h 2483088"/>
                <a:gd name="connsiteX153" fmla="*/ 1701590 w 2309166"/>
                <a:gd name="connsiteY153" fmla="*/ 1150962 h 2483088"/>
                <a:gd name="connsiteX154" fmla="*/ 1810905 w 2309166"/>
                <a:gd name="connsiteY154" fmla="*/ 1257740 h 2483088"/>
                <a:gd name="connsiteX155" fmla="*/ 1804349 w 2309166"/>
                <a:gd name="connsiteY155" fmla="*/ 1264280 h 2483088"/>
                <a:gd name="connsiteX156" fmla="*/ 1804349 w 2309166"/>
                <a:gd name="connsiteY156" fmla="*/ 1264280 h 2483088"/>
                <a:gd name="connsiteX157" fmla="*/ 1810905 w 2309166"/>
                <a:gd name="connsiteY157" fmla="*/ 1270678 h 2483088"/>
                <a:gd name="connsiteX158" fmla="*/ 1810905 w 2309166"/>
                <a:gd name="connsiteY158" fmla="*/ 1270678 h 2483088"/>
                <a:gd name="connsiteX159" fmla="*/ 1817461 w 2309166"/>
                <a:gd name="connsiteY159" fmla="*/ 1264280 h 2483088"/>
                <a:gd name="connsiteX160" fmla="*/ 1817461 w 2309166"/>
                <a:gd name="connsiteY160" fmla="*/ 1264280 h 2483088"/>
                <a:gd name="connsiteX161" fmla="*/ 1810905 w 2309166"/>
                <a:gd name="connsiteY161" fmla="*/ 1257740 h 2483088"/>
                <a:gd name="connsiteX162" fmla="*/ 2024690 w 2309166"/>
                <a:gd name="connsiteY162" fmla="*/ 1280347 h 2483088"/>
                <a:gd name="connsiteX163" fmla="*/ 2018277 w 2309166"/>
                <a:gd name="connsiteY163" fmla="*/ 1286745 h 2483088"/>
                <a:gd name="connsiteX164" fmla="*/ 2018277 w 2309166"/>
                <a:gd name="connsiteY164" fmla="*/ 1286887 h 2483088"/>
                <a:gd name="connsiteX165" fmla="*/ 2018277 w 2309166"/>
                <a:gd name="connsiteY165" fmla="*/ 1286887 h 2483088"/>
                <a:gd name="connsiteX166" fmla="*/ 2024690 w 2309166"/>
                <a:gd name="connsiteY166" fmla="*/ 1293285 h 2483088"/>
                <a:gd name="connsiteX167" fmla="*/ 2024690 w 2309166"/>
                <a:gd name="connsiteY167" fmla="*/ 1293285 h 2483088"/>
                <a:gd name="connsiteX168" fmla="*/ 2031246 w 2309166"/>
                <a:gd name="connsiteY168" fmla="*/ 1286887 h 2483088"/>
                <a:gd name="connsiteX169" fmla="*/ 2031246 w 2309166"/>
                <a:gd name="connsiteY169" fmla="*/ 1286887 h 2483088"/>
                <a:gd name="connsiteX170" fmla="*/ 2024690 w 2309166"/>
                <a:gd name="connsiteY170" fmla="*/ 1280347 h 2483088"/>
                <a:gd name="connsiteX171" fmla="*/ 1939176 w 2309166"/>
                <a:gd name="connsiteY171" fmla="*/ 800199 h 2483088"/>
                <a:gd name="connsiteX172" fmla="*/ 1932620 w 2309166"/>
                <a:gd name="connsiteY172" fmla="*/ 806740 h 2483088"/>
                <a:gd name="connsiteX173" fmla="*/ 1932620 w 2309166"/>
                <a:gd name="connsiteY173" fmla="*/ 806740 h 2483088"/>
                <a:gd name="connsiteX174" fmla="*/ 1939176 w 2309166"/>
                <a:gd name="connsiteY174" fmla="*/ 813138 h 2483088"/>
                <a:gd name="connsiteX175" fmla="*/ 1939176 w 2309166"/>
                <a:gd name="connsiteY175" fmla="*/ 813138 h 2483088"/>
                <a:gd name="connsiteX176" fmla="*/ 1945590 w 2309166"/>
                <a:gd name="connsiteY176" fmla="*/ 806740 h 2483088"/>
                <a:gd name="connsiteX177" fmla="*/ 1945590 w 2309166"/>
                <a:gd name="connsiteY177" fmla="*/ 806740 h 2483088"/>
                <a:gd name="connsiteX178" fmla="*/ 1939176 w 2309166"/>
                <a:gd name="connsiteY178" fmla="*/ 800199 h 2483088"/>
                <a:gd name="connsiteX179" fmla="*/ 1332597 w 2309166"/>
                <a:gd name="connsiteY179" fmla="*/ 616643 h 2483088"/>
                <a:gd name="connsiteX180" fmla="*/ 1323903 w 2309166"/>
                <a:gd name="connsiteY180" fmla="*/ 625316 h 2483088"/>
                <a:gd name="connsiteX181" fmla="*/ 1323903 w 2309166"/>
                <a:gd name="connsiteY181" fmla="*/ 625458 h 2483088"/>
                <a:gd name="connsiteX182" fmla="*/ 1323903 w 2309166"/>
                <a:gd name="connsiteY182" fmla="*/ 625458 h 2483088"/>
                <a:gd name="connsiteX183" fmla="*/ 1332454 w 2309166"/>
                <a:gd name="connsiteY183" fmla="*/ 634273 h 2483088"/>
                <a:gd name="connsiteX184" fmla="*/ 1332597 w 2309166"/>
                <a:gd name="connsiteY184" fmla="*/ 634273 h 2483088"/>
                <a:gd name="connsiteX185" fmla="*/ 1332597 w 2309166"/>
                <a:gd name="connsiteY185" fmla="*/ 634273 h 2483088"/>
                <a:gd name="connsiteX186" fmla="*/ 1341433 w 2309166"/>
                <a:gd name="connsiteY186" fmla="*/ 625458 h 2483088"/>
                <a:gd name="connsiteX187" fmla="*/ 1341433 w 2309166"/>
                <a:gd name="connsiteY187" fmla="*/ 625458 h 2483088"/>
                <a:gd name="connsiteX188" fmla="*/ 1332597 w 2309166"/>
                <a:gd name="connsiteY188" fmla="*/ 616643 h 2483088"/>
                <a:gd name="connsiteX189" fmla="*/ 1348274 w 2309166"/>
                <a:gd name="connsiteY189" fmla="*/ 723137 h 2483088"/>
                <a:gd name="connsiteX190" fmla="*/ 1339438 w 2309166"/>
                <a:gd name="connsiteY190" fmla="*/ 731952 h 2483088"/>
                <a:gd name="connsiteX191" fmla="*/ 1339438 w 2309166"/>
                <a:gd name="connsiteY191" fmla="*/ 731952 h 2483088"/>
                <a:gd name="connsiteX192" fmla="*/ 1348274 w 2309166"/>
                <a:gd name="connsiteY192" fmla="*/ 740767 h 2483088"/>
                <a:gd name="connsiteX193" fmla="*/ 1348274 w 2309166"/>
                <a:gd name="connsiteY193" fmla="*/ 740767 h 2483088"/>
                <a:gd name="connsiteX194" fmla="*/ 1357111 w 2309166"/>
                <a:gd name="connsiteY194" fmla="*/ 731952 h 2483088"/>
                <a:gd name="connsiteX195" fmla="*/ 1357111 w 2309166"/>
                <a:gd name="connsiteY195" fmla="*/ 731952 h 2483088"/>
                <a:gd name="connsiteX196" fmla="*/ 1348274 w 2309166"/>
                <a:gd name="connsiteY196" fmla="*/ 723137 h 2483088"/>
                <a:gd name="connsiteX197" fmla="*/ 1310220 w 2309166"/>
                <a:gd name="connsiteY197" fmla="*/ 708919 h 2483088"/>
                <a:gd name="connsiteX198" fmla="*/ 1301526 w 2309166"/>
                <a:gd name="connsiteY198" fmla="*/ 717592 h 2483088"/>
                <a:gd name="connsiteX199" fmla="*/ 1301526 w 2309166"/>
                <a:gd name="connsiteY199" fmla="*/ 717592 h 2483088"/>
                <a:gd name="connsiteX200" fmla="*/ 1310078 w 2309166"/>
                <a:gd name="connsiteY200" fmla="*/ 726407 h 2483088"/>
                <a:gd name="connsiteX201" fmla="*/ 1310220 w 2309166"/>
                <a:gd name="connsiteY201" fmla="*/ 726407 h 2483088"/>
                <a:gd name="connsiteX202" fmla="*/ 1310220 w 2309166"/>
                <a:gd name="connsiteY202" fmla="*/ 726407 h 2483088"/>
                <a:gd name="connsiteX203" fmla="*/ 1319057 w 2309166"/>
                <a:gd name="connsiteY203" fmla="*/ 717876 h 2483088"/>
                <a:gd name="connsiteX204" fmla="*/ 1319057 w 2309166"/>
                <a:gd name="connsiteY204" fmla="*/ 717592 h 2483088"/>
                <a:gd name="connsiteX205" fmla="*/ 1319057 w 2309166"/>
                <a:gd name="connsiteY205" fmla="*/ 717592 h 2483088"/>
                <a:gd name="connsiteX206" fmla="*/ 1310363 w 2309166"/>
                <a:gd name="connsiteY206" fmla="*/ 708919 h 2483088"/>
                <a:gd name="connsiteX207" fmla="*/ 1310220 w 2309166"/>
                <a:gd name="connsiteY207" fmla="*/ 708919 h 2483088"/>
                <a:gd name="connsiteX208" fmla="*/ 1254066 w 2309166"/>
                <a:gd name="connsiteY208" fmla="*/ 936409 h 2483088"/>
                <a:gd name="connsiteX209" fmla="*/ 1245230 w 2309166"/>
                <a:gd name="connsiteY209" fmla="*/ 945225 h 2483088"/>
                <a:gd name="connsiteX210" fmla="*/ 1245230 w 2309166"/>
                <a:gd name="connsiteY210" fmla="*/ 945225 h 2483088"/>
                <a:gd name="connsiteX211" fmla="*/ 1254066 w 2309166"/>
                <a:gd name="connsiteY211" fmla="*/ 954040 h 2483088"/>
                <a:gd name="connsiteX212" fmla="*/ 1254066 w 2309166"/>
                <a:gd name="connsiteY212" fmla="*/ 954040 h 2483088"/>
                <a:gd name="connsiteX213" fmla="*/ 1262903 w 2309166"/>
                <a:gd name="connsiteY213" fmla="*/ 945225 h 2483088"/>
                <a:gd name="connsiteX214" fmla="*/ 1262903 w 2309166"/>
                <a:gd name="connsiteY214" fmla="*/ 945225 h 2483088"/>
                <a:gd name="connsiteX215" fmla="*/ 1254066 w 2309166"/>
                <a:gd name="connsiteY215" fmla="*/ 936409 h 2483088"/>
                <a:gd name="connsiteX216" fmla="*/ 1372646 w 2309166"/>
                <a:gd name="connsiteY216" fmla="*/ 899158 h 2483088"/>
                <a:gd name="connsiteX217" fmla="*/ 1363809 w 2309166"/>
                <a:gd name="connsiteY217" fmla="*/ 907973 h 2483088"/>
                <a:gd name="connsiteX218" fmla="*/ 1363809 w 2309166"/>
                <a:gd name="connsiteY218" fmla="*/ 907973 h 2483088"/>
                <a:gd name="connsiteX219" fmla="*/ 1372646 w 2309166"/>
                <a:gd name="connsiteY219" fmla="*/ 916788 h 2483088"/>
                <a:gd name="connsiteX220" fmla="*/ 1372646 w 2309166"/>
                <a:gd name="connsiteY220" fmla="*/ 916788 h 2483088"/>
                <a:gd name="connsiteX221" fmla="*/ 1381482 w 2309166"/>
                <a:gd name="connsiteY221" fmla="*/ 907973 h 2483088"/>
                <a:gd name="connsiteX222" fmla="*/ 1381482 w 2309166"/>
                <a:gd name="connsiteY222" fmla="*/ 907973 h 2483088"/>
                <a:gd name="connsiteX223" fmla="*/ 1372646 w 2309166"/>
                <a:gd name="connsiteY223" fmla="*/ 899158 h 2483088"/>
                <a:gd name="connsiteX224" fmla="*/ 1279720 w 2309166"/>
                <a:gd name="connsiteY224" fmla="*/ 1010486 h 2483088"/>
                <a:gd name="connsiteX225" fmla="*/ 1270884 w 2309166"/>
                <a:gd name="connsiteY225" fmla="*/ 1019301 h 2483088"/>
                <a:gd name="connsiteX226" fmla="*/ 1270884 w 2309166"/>
                <a:gd name="connsiteY226" fmla="*/ 1019301 h 2483088"/>
                <a:gd name="connsiteX227" fmla="*/ 1279720 w 2309166"/>
                <a:gd name="connsiteY227" fmla="*/ 1028117 h 2483088"/>
                <a:gd name="connsiteX228" fmla="*/ 1279720 w 2309166"/>
                <a:gd name="connsiteY228" fmla="*/ 1028117 h 2483088"/>
                <a:gd name="connsiteX229" fmla="*/ 1288414 w 2309166"/>
                <a:gd name="connsiteY229" fmla="*/ 1019444 h 2483088"/>
                <a:gd name="connsiteX230" fmla="*/ 1288414 w 2309166"/>
                <a:gd name="connsiteY230" fmla="*/ 1019301 h 2483088"/>
                <a:gd name="connsiteX231" fmla="*/ 1288414 w 2309166"/>
                <a:gd name="connsiteY231" fmla="*/ 1019301 h 2483088"/>
                <a:gd name="connsiteX232" fmla="*/ 1279863 w 2309166"/>
                <a:gd name="connsiteY232" fmla="*/ 1010486 h 2483088"/>
                <a:gd name="connsiteX233" fmla="*/ 1279720 w 2309166"/>
                <a:gd name="connsiteY233" fmla="*/ 1010486 h 2483088"/>
                <a:gd name="connsiteX234" fmla="*/ 1041991 w 2309166"/>
                <a:gd name="connsiteY234" fmla="*/ 521523 h 2483088"/>
                <a:gd name="connsiteX235" fmla="*/ 1035293 w 2309166"/>
                <a:gd name="connsiteY235" fmla="*/ 528206 h 2483088"/>
                <a:gd name="connsiteX236" fmla="*/ 1035293 w 2309166"/>
                <a:gd name="connsiteY236" fmla="*/ 528206 h 2483088"/>
                <a:gd name="connsiteX237" fmla="*/ 1041847 w 2309166"/>
                <a:gd name="connsiteY237" fmla="*/ 535031 h 2483088"/>
                <a:gd name="connsiteX238" fmla="*/ 1041991 w 2309166"/>
                <a:gd name="connsiteY238" fmla="*/ 535031 h 2483088"/>
                <a:gd name="connsiteX239" fmla="*/ 1041991 w 2309166"/>
                <a:gd name="connsiteY239" fmla="*/ 535031 h 2483088"/>
                <a:gd name="connsiteX240" fmla="*/ 1048833 w 2309166"/>
                <a:gd name="connsiteY240" fmla="*/ 528490 h 2483088"/>
                <a:gd name="connsiteX241" fmla="*/ 1048833 w 2309166"/>
                <a:gd name="connsiteY241" fmla="*/ 528206 h 2483088"/>
                <a:gd name="connsiteX242" fmla="*/ 1048833 w 2309166"/>
                <a:gd name="connsiteY242" fmla="*/ 528206 h 2483088"/>
                <a:gd name="connsiteX243" fmla="*/ 1042135 w 2309166"/>
                <a:gd name="connsiteY243" fmla="*/ 521523 h 2483088"/>
                <a:gd name="connsiteX244" fmla="*/ 1041991 w 2309166"/>
                <a:gd name="connsiteY244" fmla="*/ 521523 h 2483088"/>
                <a:gd name="connsiteX245" fmla="*/ 1015339 w 2309166"/>
                <a:gd name="connsiteY245" fmla="*/ 597448 h 2483088"/>
                <a:gd name="connsiteX246" fmla="*/ 1008498 w 2309166"/>
                <a:gd name="connsiteY246" fmla="*/ 603989 h 2483088"/>
                <a:gd name="connsiteX247" fmla="*/ 1008498 w 2309166"/>
                <a:gd name="connsiteY247" fmla="*/ 604273 h 2483088"/>
                <a:gd name="connsiteX248" fmla="*/ 1008498 w 2309166"/>
                <a:gd name="connsiteY248" fmla="*/ 604273 h 2483088"/>
                <a:gd name="connsiteX249" fmla="*/ 1015196 w 2309166"/>
                <a:gd name="connsiteY249" fmla="*/ 610956 h 2483088"/>
                <a:gd name="connsiteX250" fmla="*/ 1015339 w 2309166"/>
                <a:gd name="connsiteY250" fmla="*/ 610956 h 2483088"/>
                <a:gd name="connsiteX251" fmla="*/ 1015339 w 2309166"/>
                <a:gd name="connsiteY251" fmla="*/ 610956 h 2483088"/>
                <a:gd name="connsiteX252" fmla="*/ 1022038 w 2309166"/>
                <a:gd name="connsiteY252" fmla="*/ 604273 h 2483088"/>
                <a:gd name="connsiteX253" fmla="*/ 1022038 w 2309166"/>
                <a:gd name="connsiteY253" fmla="*/ 604273 h 2483088"/>
                <a:gd name="connsiteX254" fmla="*/ 1015483 w 2309166"/>
                <a:gd name="connsiteY254" fmla="*/ 597448 h 2483088"/>
                <a:gd name="connsiteX255" fmla="*/ 1015339 w 2309166"/>
                <a:gd name="connsiteY255" fmla="*/ 597448 h 2483088"/>
                <a:gd name="connsiteX256" fmla="*/ 988830 w 2309166"/>
                <a:gd name="connsiteY256" fmla="*/ 441049 h 2483088"/>
                <a:gd name="connsiteX257" fmla="*/ 981989 w 2309166"/>
                <a:gd name="connsiteY257" fmla="*/ 447873 h 2483088"/>
                <a:gd name="connsiteX258" fmla="*/ 981989 w 2309166"/>
                <a:gd name="connsiteY258" fmla="*/ 447873 h 2483088"/>
                <a:gd name="connsiteX259" fmla="*/ 988830 w 2309166"/>
                <a:gd name="connsiteY259" fmla="*/ 454698 h 2483088"/>
                <a:gd name="connsiteX260" fmla="*/ 988830 w 2309166"/>
                <a:gd name="connsiteY260" fmla="*/ 454698 h 2483088"/>
                <a:gd name="connsiteX261" fmla="*/ 995671 w 2309166"/>
                <a:gd name="connsiteY261" fmla="*/ 447873 h 2483088"/>
                <a:gd name="connsiteX262" fmla="*/ 995671 w 2309166"/>
                <a:gd name="connsiteY262" fmla="*/ 447873 h 2483088"/>
                <a:gd name="connsiteX263" fmla="*/ 988830 w 2309166"/>
                <a:gd name="connsiteY263" fmla="*/ 441049 h 2483088"/>
                <a:gd name="connsiteX264" fmla="*/ 815807 w 2309166"/>
                <a:gd name="connsiteY264" fmla="*/ 522376 h 2483088"/>
                <a:gd name="connsiteX265" fmla="*/ 809108 w 2309166"/>
                <a:gd name="connsiteY265" fmla="*/ 529201 h 2483088"/>
                <a:gd name="connsiteX266" fmla="*/ 809108 w 2309166"/>
                <a:gd name="connsiteY266" fmla="*/ 529201 h 2483088"/>
                <a:gd name="connsiteX267" fmla="*/ 815807 w 2309166"/>
                <a:gd name="connsiteY267" fmla="*/ 536026 h 2483088"/>
                <a:gd name="connsiteX268" fmla="*/ 815807 w 2309166"/>
                <a:gd name="connsiteY268" fmla="*/ 536026 h 2483088"/>
                <a:gd name="connsiteX269" fmla="*/ 822648 w 2309166"/>
                <a:gd name="connsiteY269" fmla="*/ 529201 h 2483088"/>
                <a:gd name="connsiteX270" fmla="*/ 822648 w 2309166"/>
                <a:gd name="connsiteY270" fmla="*/ 529201 h 2483088"/>
                <a:gd name="connsiteX271" fmla="*/ 815807 w 2309166"/>
                <a:gd name="connsiteY271" fmla="*/ 522376 h 2483088"/>
                <a:gd name="connsiteX272" fmla="*/ 685683 w 2309166"/>
                <a:gd name="connsiteY272" fmla="*/ 497210 h 2483088"/>
                <a:gd name="connsiteX273" fmla="*/ 678984 w 2309166"/>
                <a:gd name="connsiteY273" fmla="*/ 503893 h 2483088"/>
                <a:gd name="connsiteX274" fmla="*/ 678984 w 2309166"/>
                <a:gd name="connsiteY274" fmla="*/ 503893 h 2483088"/>
                <a:gd name="connsiteX275" fmla="*/ 685539 w 2309166"/>
                <a:gd name="connsiteY275" fmla="*/ 510718 h 2483088"/>
                <a:gd name="connsiteX276" fmla="*/ 685683 w 2309166"/>
                <a:gd name="connsiteY276" fmla="*/ 510718 h 2483088"/>
                <a:gd name="connsiteX277" fmla="*/ 685683 w 2309166"/>
                <a:gd name="connsiteY277" fmla="*/ 510718 h 2483088"/>
                <a:gd name="connsiteX278" fmla="*/ 692524 w 2309166"/>
                <a:gd name="connsiteY278" fmla="*/ 503893 h 2483088"/>
                <a:gd name="connsiteX279" fmla="*/ 692524 w 2309166"/>
                <a:gd name="connsiteY279" fmla="*/ 503893 h 2483088"/>
                <a:gd name="connsiteX280" fmla="*/ 685683 w 2309166"/>
                <a:gd name="connsiteY280" fmla="*/ 497210 h 2483088"/>
                <a:gd name="connsiteX281" fmla="*/ 615419 w 2309166"/>
                <a:gd name="connsiteY281" fmla="*/ 444603 h 2483088"/>
                <a:gd name="connsiteX282" fmla="*/ 608578 w 2309166"/>
                <a:gd name="connsiteY282" fmla="*/ 451143 h 2483088"/>
                <a:gd name="connsiteX283" fmla="*/ 608578 w 2309166"/>
                <a:gd name="connsiteY283" fmla="*/ 451428 h 2483088"/>
                <a:gd name="connsiteX284" fmla="*/ 608578 w 2309166"/>
                <a:gd name="connsiteY284" fmla="*/ 451428 h 2483088"/>
                <a:gd name="connsiteX285" fmla="*/ 615275 w 2309166"/>
                <a:gd name="connsiteY285" fmla="*/ 458110 h 2483088"/>
                <a:gd name="connsiteX286" fmla="*/ 615419 w 2309166"/>
                <a:gd name="connsiteY286" fmla="*/ 458110 h 2483088"/>
                <a:gd name="connsiteX287" fmla="*/ 615419 w 2309166"/>
                <a:gd name="connsiteY287" fmla="*/ 458110 h 2483088"/>
                <a:gd name="connsiteX288" fmla="*/ 622117 w 2309166"/>
                <a:gd name="connsiteY288" fmla="*/ 451428 h 2483088"/>
                <a:gd name="connsiteX289" fmla="*/ 622117 w 2309166"/>
                <a:gd name="connsiteY289" fmla="*/ 451428 h 2483088"/>
                <a:gd name="connsiteX290" fmla="*/ 615563 w 2309166"/>
                <a:gd name="connsiteY290" fmla="*/ 444603 h 2483088"/>
                <a:gd name="connsiteX291" fmla="*/ 615419 w 2309166"/>
                <a:gd name="connsiteY291" fmla="*/ 444603 h 2483088"/>
                <a:gd name="connsiteX292" fmla="*/ 909017 w 2309166"/>
                <a:gd name="connsiteY292" fmla="*/ 903423 h 2483088"/>
                <a:gd name="connsiteX293" fmla="*/ 902176 w 2309166"/>
                <a:gd name="connsiteY293" fmla="*/ 910248 h 2483088"/>
                <a:gd name="connsiteX294" fmla="*/ 902176 w 2309166"/>
                <a:gd name="connsiteY294" fmla="*/ 910248 h 2483088"/>
                <a:gd name="connsiteX295" fmla="*/ 909017 w 2309166"/>
                <a:gd name="connsiteY295" fmla="*/ 917073 h 2483088"/>
                <a:gd name="connsiteX296" fmla="*/ 909017 w 2309166"/>
                <a:gd name="connsiteY296" fmla="*/ 917073 h 2483088"/>
                <a:gd name="connsiteX297" fmla="*/ 915858 w 2309166"/>
                <a:gd name="connsiteY297" fmla="*/ 910248 h 2483088"/>
                <a:gd name="connsiteX298" fmla="*/ 915858 w 2309166"/>
                <a:gd name="connsiteY298" fmla="*/ 910248 h 2483088"/>
                <a:gd name="connsiteX299" fmla="*/ 909017 w 2309166"/>
                <a:gd name="connsiteY299" fmla="*/ 903423 h 2483088"/>
                <a:gd name="connsiteX300" fmla="*/ 870963 w 2309166"/>
                <a:gd name="connsiteY300" fmla="*/ 1004514 h 2483088"/>
                <a:gd name="connsiteX301" fmla="*/ 864122 w 2309166"/>
                <a:gd name="connsiteY301" fmla="*/ 1011339 h 2483088"/>
                <a:gd name="connsiteX302" fmla="*/ 864122 w 2309166"/>
                <a:gd name="connsiteY302" fmla="*/ 1011339 h 2483088"/>
                <a:gd name="connsiteX303" fmla="*/ 870963 w 2309166"/>
                <a:gd name="connsiteY303" fmla="*/ 1018164 h 2483088"/>
                <a:gd name="connsiteX304" fmla="*/ 870963 w 2309166"/>
                <a:gd name="connsiteY304" fmla="*/ 1018164 h 2483088"/>
                <a:gd name="connsiteX305" fmla="*/ 877662 w 2309166"/>
                <a:gd name="connsiteY305" fmla="*/ 1011339 h 2483088"/>
                <a:gd name="connsiteX306" fmla="*/ 877662 w 2309166"/>
                <a:gd name="connsiteY306" fmla="*/ 1011339 h 2483088"/>
                <a:gd name="connsiteX307" fmla="*/ 870963 w 2309166"/>
                <a:gd name="connsiteY307" fmla="*/ 1004514 h 2483088"/>
                <a:gd name="connsiteX308" fmla="*/ 929113 w 2309166"/>
                <a:gd name="connsiteY308" fmla="*/ 1342053 h 2483088"/>
                <a:gd name="connsiteX309" fmla="*/ 922272 w 2309166"/>
                <a:gd name="connsiteY309" fmla="*/ 1348878 h 2483088"/>
                <a:gd name="connsiteX310" fmla="*/ 922272 w 2309166"/>
                <a:gd name="connsiteY310" fmla="*/ 1348878 h 2483088"/>
                <a:gd name="connsiteX311" fmla="*/ 929113 w 2309166"/>
                <a:gd name="connsiteY311" fmla="*/ 1355703 h 2483088"/>
                <a:gd name="connsiteX312" fmla="*/ 929113 w 2309166"/>
                <a:gd name="connsiteY312" fmla="*/ 1355703 h 2483088"/>
                <a:gd name="connsiteX313" fmla="*/ 935811 w 2309166"/>
                <a:gd name="connsiteY313" fmla="*/ 1348878 h 2483088"/>
                <a:gd name="connsiteX314" fmla="*/ 935811 w 2309166"/>
                <a:gd name="connsiteY314" fmla="*/ 1348878 h 2483088"/>
                <a:gd name="connsiteX315" fmla="*/ 929113 w 2309166"/>
                <a:gd name="connsiteY315" fmla="*/ 1342053 h 2483088"/>
                <a:gd name="connsiteX316" fmla="*/ 922272 w 2309166"/>
                <a:gd name="connsiteY316" fmla="*/ 1274802 h 2483088"/>
                <a:gd name="connsiteX317" fmla="*/ 915573 w 2309166"/>
                <a:gd name="connsiteY317" fmla="*/ 1281626 h 2483088"/>
                <a:gd name="connsiteX318" fmla="*/ 915573 w 2309166"/>
                <a:gd name="connsiteY318" fmla="*/ 1281626 h 2483088"/>
                <a:gd name="connsiteX319" fmla="*/ 922272 w 2309166"/>
                <a:gd name="connsiteY319" fmla="*/ 1288309 h 2483088"/>
                <a:gd name="connsiteX320" fmla="*/ 922272 w 2309166"/>
                <a:gd name="connsiteY320" fmla="*/ 1288309 h 2483088"/>
                <a:gd name="connsiteX321" fmla="*/ 929113 w 2309166"/>
                <a:gd name="connsiteY321" fmla="*/ 1281626 h 2483088"/>
                <a:gd name="connsiteX322" fmla="*/ 929113 w 2309166"/>
                <a:gd name="connsiteY322" fmla="*/ 1281626 h 2483088"/>
                <a:gd name="connsiteX323" fmla="*/ 922272 w 2309166"/>
                <a:gd name="connsiteY323" fmla="*/ 1274802 h 2483088"/>
                <a:gd name="connsiteX324" fmla="*/ 1050543 w 2309166"/>
                <a:gd name="connsiteY324" fmla="*/ 1326271 h 2483088"/>
                <a:gd name="connsiteX325" fmla="*/ 1043702 w 2309166"/>
                <a:gd name="connsiteY325" fmla="*/ 1332812 h 2483088"/>
                <a:gd name="connsiteX326" fmla="*/ 1043702 w 2309166"/>
                <a:gd name="connsiteY326" fmla="*/ 1333096 h 2483088"/>
                <a:gd name="connsiteX327" fmla="*/ 1043702 w 2309166"/>
                <a:gd name="connsiteY327" fmla="*/ 1333096 h 2483088"/>
                <a:gd name="connsiteX328" fmla="*/ 1050399 w 2309166"/>
                <a:gd name="connsiteY328" fmla="*/ 1339779 h 2483088"/>
                <a:gd name="connsiteX329" fmla="*/ 1050543 w 2309166"/>
                <a:gd name="connsiteY329" fmla="*/ 1339779 h 2483088"/>
                <a:gd name="connsiteX330" fmla="*/ 1050543 w 2309166"/>
                <a:gd name="connsiteY330" fmla="*/ 1339779 h 2483088"/>
                <a:gd name="connsiteX331" fmla="*/ 1057241 w 2309166"/>
                <a:gd name="connsiteY331" fmla="*/ 1333096 h 2483088"/>
                <a:gd name="connsiteX332" fmla="*/ 1057241 w 2309166"/>
                <a:gd name="connsiteY332" fmla="*/ 1333096 h 2483088"/>
                <a:gd name="connsiteX333" fmla="*/ 1050687 w 2309166"/>
                <a:gd name="connsiteY333" fmla="*/ 1326271 h 2483088"/>
                <a:gd name="connsiteX334" fmla="*/ 1050543 w 2309166"/>
                <a:gd name="connsiteY334" fmla="*/ 1326271 h 2483088"/>
                <a:gd name="connsiteX335" fmla="*/ 986977 w 2309166"/>
                <a:gd name="connsiteY335" fmla="*/ 1301532 h 2483088"/>
                <a:gd name="connsiteX336" fmla="*/ 980136 w 2309166"/>
                <a:gd name="connsiteY336" fmla="*/ 1308072 h 2483088"/>
                <a:gd name="connsiteX337" fmla="*/ 980136 w 2309166"/>
                <a:gd name="connsiteY337" fmla="*/ 1308356 h 2483088"/>
                <a:gd name="connsiteX338" fmla="*/ 980136 w 2309166"/>
                <a:gd name="connsiteY338" fmla="*/ 1308356 h 2483088"/>
                <a:gd name="connsiteX339" fmla="*/ 986833 w 2309166"/>
                <a:gd name="connsiteY339" fmla="*/ 1315039 h 2483088"/>
                <a:gd name="connsiteX340" fmla="*/ 986977 w 2309166"/>
                <a:gd name="connsiteY340" fmla="*/ 1315039 h 2483088"/>
                <a:gd name="connsiteX341" fmla="*/ 986977 w 2309166"/>
                <a:gd name="connsiteY341" fmla="*/ 1315039 h 2483088"/>
                <a:gd name="connsiteX342" fmla="*/ 993676 w 2309166"/>
                <a:gd name="connsiteY342" fmla="*/ 1308356 h 2483088"/>
                <a:gd name="connsiteX343" fmla="*/ 993676 w 2309166"/>
                <a:gd name="connsiteY343" fmla="*/ 1308356 h 2483088"/>
                <a:gd name="connsiteX344" fmla="*/ 987121 w 2309166"/>
                <a:gd name="connsiteY344" fmla="*/ 1301532 h 2483088"/>
                <a:gd name="connsiteX345" fmla="*/ 986977 w 2309166"/>
                <a:gd name="connsiteY345" fmla="*/ 1301532 h 2483088"/>
                <a:gd name="connsiteX346" fmla="*/ 945788 w 2309166"/>
                <a:gd name="connsiteY346" fmla="*/ 1177265 h 2483088"/>
                <a:gd name="connsiteX347" fmla="*/ 939089 w 2309166"/>
                <a:gd name="connsiteY347" fmla="*/ 1184090 h 2483088"/>
                <a:gd name="connsiteX348" fmla="*/ 939089 w 2309166"/>
                <a:gd name="connsiteY348" fmla="*/ 1184090 h 2483088"/>
                <a:gd name="connsiteX349" fmla="*/ 945788 w 2309166"/>
                <a:gd name="connsiteY349" fmla="*/ 1190915 h 2483088"/>
                <a:gd name="connsiteX350" fmla="*/ 945788 w 2309166"/>
                <a:gd name="connsiteY350" fmla="*/ 1190915 h 2483088"/>
                <a:gd name="connsiteX351" fmla="*/ 952629 w 2309166"/>
                <a:gd name="connsiteY351" fmla="*/ 1184090 h 2483088"/>
                <a:gd name="connsiteX352" fmla="*/ 952629 w 2309166"/>
                <a:gd name="connsiteY352" fmla="*/ 1184090 h 2483088"/>
                <a:gd name="connsiteX353" fmla="*/ 945788 w 2309166"/>
                <a:gd name="connsiteY353" fmla="*/ 1177265 h 2483088"/>
                <a:gd name="connsiteX354" fmla="*/ 911867 w 2309166"/>
                <a:gd name="connsiteY354" fmla="*/ 1177265 h 2483088"/>
                <a:gd name="connsiteX355" fmla="*/ 905169 w 2309166"/>
                <a:gd name="connsiteY355" fmla="*/ 1184090 h 2483088"/>
                <a:gd name="connsiteX356" fmla="*/ 905169 w 2309166"/>
                <a:gd name="connsiteY356" fmla="*/ 1184090 h 2483088"/>
                <a:gd name="connsiteX357" fmla="*/ 911867 w 2309166"/>
                <a:gd name="connsiteY357" fmla="*/ 1190772 h 2483088"/>
                <a:gd name="connsiteX358" fmla="*/ 911867 w 2309166"/>
                <a:gd name="connsiteY358" fmla="*/ 1190772 h 2483088"/>
                <a:gd name="connsiteX359" fmla="*/ 918707 w 2309166"/>
                <a:gd name="connsiteY359" fmla="*/ 1184232 h 2483088"/>
                <a:gd name="connsiteX360" fmla="*/ 918709 w 2309166"/>
                <a:gd name="connsiteY360" fmla="*/ 1184090 h 2483088"/>
                <a:gd name="connsiteX361" fmla="*/ 918709 w 2309166"/>
                <a:gd name="connsiteY361" fmla="*/ 1184090 h 2483088"/>
                <a:gd name="connsiteX362" fmla="*/ 911867 w 2309166"/>
                <a:gd name="connsiteY362" fmla="*/ 1177265 h 2483088"/>
                <a:gd name="connsiteX363" fmla="*/ 565250 w 2309166"/>
                <a:gd name="connsiteY363" fmla="*/ 1586890 h 2483088"/>
                <a:gd name="connsiteX364" fmla="*/ 558550 w 2309166"/>
                <a:gd name="connsiteY364" fmla="*/ 1593573 h 2483088"/>
                <a:gd name="connsiteX365" fmla="*/ 558552 w 2309166"/>
                <a:gd name="connsiteY365" fmla="*/ 1593715 h 2483088"/>
                <a:gd name="connsiteX366" fmla="*/ 558552 w 2309166"/>
                <a:gd name="connsiteY366" fmla="*/ 1593715 h 2483088"/>
                <a:gd name="connsiteX367" fmla="*/ 565250 w 2309166"/>
                <a:gd name="connsiteY367" fmla="*/ 1600398 h 2483088"/>
                <a:gd name="connsiteX368" fmla="*/ 565250 w 2309166"/>
                <a:gd name="connsiteY368" fmla="*/ 1600398 h 2483088"/>
                <a:gd name="connsiteX369" fmla="*/ 572092 w 2309166"/>
                <a:gd name="connsiteY369" fmla="*/ 1593715 h 2483088"/>
                <a:gd name="connsiteX370" fmla="*/ 572092 w 2309166"/>
                <a:gd name="connsiteY370" fmla="*/ 1593715 h 2483088"/>
                <a:gd name="connsiteX371" fmla="*/ 565250 w 2309166"/>
                <a:gd name="connsiteY371" fmla="*/ 1586890 h 2483088"/>
                <a:gd name="connsiteX372" fmla="*/ 773477 w 2309166"/>
                <a:gd name="connsiteY372" fmla="*/ 1091103 h 2483088"/>
                <a:gd name="connsiteX373" fmla="*/ 766636 w 2309166"/>
                <a:gd name="connsiteY373" fmla="*/ 1097928 h 2483088"/>
                <a:gd name="connsiteX374" fmla="*/ 766636 w 2309166"/>
                <a:gd name="connsiteY374" fmla="*/ 1097928 h 2483088"/>
                <a:gd name="connsiteX375" fmla="*/ 773333 w 2309166"/>
                <a:gd name="connsiteY375" fmla="*/ 1104610 h 2483088"/>
                <a:gd name="connsiteX376" fmla="*/ 773477 w 2309166"/>
                <a:gd name="connsiteY376" fmla="*/ 1104610 h 2483088"/>
                <a:gd name="connsiteX377" fmla="*/ 773477 w 2309166"/>
                <a:gd name="connsiteY377" fmla="*/ 1104610 h 2483088"/>
                <a:gd name="connsiteX378" fmla="*/ 780176 w 2309166"/>
                <a:gd name="connsiteY378" fmla="*/ 1097928 h 2483088"/>
                <a:gd name="connsiteX379" fmla="*/ 780176 w 2309166"/>
                <a:gd name="connsiteY379" fmla="*/ 1097928 h 2483088"/>
                <a:gd name="connsiteX380" fmla="*/ 773477 w 2309166"/>
                <a:gd name="connsiteY380" fmla="*/ 1091103 h 2483088"/>
                <a:gd name="connsiteX381" fmla="*/ 792148 w 2309166"/>
                <a:gd name="connsiteY381" fmla="*/ 1217360 h 2483088"/>
                <a:gd name="connsiteX382" fmla="*/ 777895 w 2309166"/>
                <a:gd name="connsiteY382" fmla="*/ 1231578 h 2483088"/>
                <a:gd name="connsiteX383" fmla="*/ 777895 w 2309166"/>
                <a:gd name="connsiteY383" fmla="*/ 1231578 h 2483088"/>
                <a:gd name="connsiteX384" fmla="*/ 792148 w 2309166"/>
                <a:gd name="connsiteY384" fmla="*/ 1245797 h 2483088"/>
                <a:gd name="connsiteX385" fmla="*/ 792148 w 2309166"/>
                <a:gd name="connsiteY385" fmla="*/ 1245797 h 2483088"/>
                <a:gd name="connsiteX386" fmla="*/ 806400 w 2309166"/>
                <a:gd name="connsiteY386" fmla="*/ 1231578 h 2483088"/>
                <a:gd name="connsiteX387" fmla="*/ 806400 w 2309166"/>
                <a:gd name="connsiteY387" fmla="*/ 1231578 h 2483088"/>
                <a:gd name="connsiteX388" fmla="*/ 792148 w 2309166"/>
                <a:gd name="connsiteY388" fmla="*/ 1217360 h 2483088"/>
                <a:gd name="connsiteX389" fmla="*/ 492849 w 2309166"/>
                <a:gd name="connsiteY389" fmla="*/ 1494757 h 2483088"/>
                <a:gd name="connsiteX390" fmla="*/ 478596 w 2309166"/>
                <a:gd name="connsiteY390" fmla="*/ 1508975 h 2483088"/>
                <a:gd name="connsiteX391" fmla="*/ 478596 w 2309166"/>
                <a:gd name="connsiteY391" fmla="*/ 1508975 h 2483088"/>
                <a:gd name="connsiteX392" fmla="*/ 492849 w 2309166"/>
                <a:gd name="connsiteY392" fmla="*/ 1522482 h 2483088"/>
                <a:gd name="connsiteX393" fmla="*/ 492849 w 2309166"/>
                <a:gd name="connsiteY393" fmla="*/ 1522482 h 2483088"/>
                <a:gd name="connsiteX394" fmla="*/ 506388 w 2309166"/>
                <a:gd name="connsiteY394" fmla="*/ 1508975 h 2483088"/>
                <a:gd name="connsiteX395" fmla="*/ 506388 w 2309166"/>
                <a:gd name="connsiteY395" fmla="*/ 1508975 h 2483088"/>
                <a:gd name="connsiteX396" fmla="*/ 492849 w 2309166"/>
                <a:gd name="connsiteY396" fmla="*/ 1494757 h 2483088"/>
                <a:gd name="connsiteX397" fmla="*/ 888636 w 2309166"/>
                <a:gd name="connsiteY397" fmla="*/ 2184480 h 2483088"/>
                <a:gd name="connsiteX398" fmla="*/ 875096 w 2309166"/>
                <a:gd name="connsiteY398" fmla="*/ 2197987 h 2483088"/>
                <a:gd name="connsiteX399" fmla="*/ 875096 w 2309166"/>
                <a:gd name="connsiteY399" fmla="*/ 2197987 h 2483088"/>
                <a:gd name="connsiteX400" fmla="*/ 888636 w 2309166"/>
                <a:gd name="connsiteY400" fmla="*/ 2212205 h 2483088"/>
                <a:gd name="connsiteX401" fmla="*/ 888636 w 2309166"/>
                <a:gd name="connsiteY401" fmla="*/ 2212205 h 2483088"/>
                <a:gd name="connsiteX402" fmla="*/ 902888 w 2309166"/>
                <a:gd name="connsiteY402" fmla="*/ 2199750 h 2483088"/>
                <a:gd name="connsiteX403" fmla="*/ 902888 w 2309166"/>
                <a:gd name="connsiteY403" fmla="*/ 2197987 h 2483088"/>
                <a:gd name="connsiteX404" fmla="*/ 902888 w 2309166"/>
                <a:gd name="connsiteY404" fmla="*/ 2197987 h 2483088"/>
                <a:gd name="connsiteX405" fmla="*/ 888636 w 2309166"/>
                <a:gd name="connsiteY405" fmla="*/ 2184480 h 2483088"/>
                <a:gd name="connsiteX406" fmla="*/ 699935 w 2309166"/>
                <a:gd name="connsiteY406" fmla="*/ 2400880 h 2483088"/>
                <a:gd name="connsiteX407" fmla="*/ 685683 w 2309166"/>
                <a:gd name="connsiteY407" fmla="*/ 2414387 h 2483088"/>
                <a:gd name="connsiteX408" fmla="*/ 685683 w 2309166"/>
                <a:gd name="connsiteY408" fmla="*/ 2414387 h 2483088"/>
                <a:gd name="connsiteX409" fmla="*/ 699935 w 2309166"/>
                <a:gd name="connsiteY409" fmla="*/ 2427894 h 2483088"/>
                <a:gd name="connsiteX410" fmla="*/ 699935 w 2309166"/>
                <a:gd name="connsiteY410" fmla="*/ 2427894 h 2483088"/>
                <a:gd name="connsiteX411" fmla="*/ 714187 w 2309166"/>
                <a:gd name="connsiteY411" fmla="*/ 2414387 h 2483088"/>
                <a:gd name="connsiteX412" fmla="*/ 714187 w 2309166"/>
                <a:gd name="connsiteY412" fmla="*/ 2414387 h 2483088"/>
                <a:gd name="connsiteX413" fmla="*/ 700961 w 2309166"/>
                <a:gd name="connsiteY413" fmla="*/ 2400852 h 2483088"/>
                <a:gd name="connsiteX414" fmla="*/ 699935 w 2309166"/>
                <a:gd name="connsiteY414" fmla="*/ 2400880 h 2483088"/>
                <a:gd name="connsiteX415" fmla="*/ 530332 w 2309166"/>
                <a:gd name="connsiteY415" fmla="*/ 2226281 h 2483088"/>
                <a:gd name="connsiteX416" fmla="*/ 516080 w 2309166"/>
                <a:gd name="connsiteY416" fmla="*/ 2239788 h 2483088"/>
                <a:gd name="connsiteX417" fmla="*/ 516080 w 2309166"/>
                <a:gd name="connsiteY417" fmla="*/ 2239788 h 2483088"/>
                <a:gd name="connsiteX418" fmla="*/ 530332 w 2309166"/>
                <a:gd name="connsiteY418" fmla="*/ 2254006 h 2483088"/>
                <a:gd name="connsiteX419" fmla="*/ 530332 w 2309166"/>
                <a:gd name="connsiteY419" fmla="*/ 2254006 h 2483088"/>
                <a:gd name="connsiteX420" fmla="*/ 544585 w 2309166"/>
                <a:gd name="connsiteY420" fmla="*/ 2239788 h 2483088"/>
                <a:gd name="connsiteX421" fmla="*/ 544585 w 2309166"/>
                <a:gd name="connsiteY421" fmla="*/ 2239788 h 2483088"/>
                <a:gd name="connsiteX422" fmla="*/ 530332 w 2309166"/>
                <a:gd name="connsiteY422" fmla="*/ 2226281 h 2483088"/>
                <a:gd name="connsiteX423" fmla="*/ 766351 w 2309166"/>
                <a:gd name="connsiteY423" fmla="*/ 1664095 h 2483088"/>
                <a:gd name="connsiteX424" fmla="*/ 752099 w 2309166"/>
                <a:gd name="connsiteY424" fmla="*/ 1677602 h 2483088"/>
                <a:gd name="connsiteX425" fmla="*/ 752099 w 2309166"/>
                <a:gd name="connsiteY425" fmla="*/ 1677602 h 2483088"/>
                <a:gd name="connsiteX426" fmla="*/ 766351 w 2309166"/>
                <a:gd name="connsiteY426" fmla="*/ 1691820 h 2483088"/>
                <a:gd name="connsiteX427" fmla="*/ 766351 w 2309166"/>
                <a:gd name="connsiteY427" fmla="*/ 1691820 h 2483088"/>
                <a:gd name="connsiteX428" fmla="*/ 780603 w 2309166"/>
                <a:gd name="connsiteY428" fmla="*/ 1677602 h 2483088"/>
                <a:gd name="connsiteX429" fmla="*/ 780603 w 2309166"/>
                <a:gd name="connsiteY429" fmla="*/ 1677602 h 2483088"/>
                <a:gd name="connsiteX430" fmla="*/ 766351 w 2309166"/>
                <a:gd name="connsiteY430" fmla="*/ 1664095 h 2483088"/>
                <a:gd name="connsiteX431" fmla="*/ 780603 w 2309166"/>
                <a:gd name="connsiteY431" fmla="*/ 1826466 h 2483088"/>
                <a:gd name="connsiteX432" fmla="*/ 767064 w 2309166"/>
                <a:gd name="connsiteY432" fmla="*/ 1840684 h 2483088"/>
                <a:gd name="connsiteX433" fmla="*/ 767064 w 2309166"/>
                <a:gd name="connsiteY433" fmla="*/ 1840684 h 2483088"/>
                <a:gd name="connsiteX434" fmla="*/ 780603 w 2309166"/>
                <a:gd name="connsiteY434" fmla="*/ 1854192 h 2483088"/>
                <a:gd name="connsiteX435" fmla="*/ 780603 w 2309166"/>
                <a:gd name="connsiteY435" fmla="*/ 1854192 h 2483088"/>
                <a:gd name="connsiteX436" fmla="*/ 794856 w 2309166"/>
                <a:gd name="connsiteY436" fmla="*/ 1840684 h 2483088"/>
                <a:gd name="connsiteX437" fmla="*/ 794856 w 2309166"/>
                <a:gd name="connsiteY437" fmla="*/ 1840684 h 2483088"/>
                <a:gd name="connsiteX438" fmla="*/ 780603 w 2309166"/>
                <a:gd name="connsiteY438" fmla="*/ 1826466 h 2483088"/>
                <a:gd name="connsiteX439" fmla="*/ 465484 w 2309166"/>
                <a:gd name="connsiteY439" fmla="*/ 1650588 h 2483088"/>
                <a:gd name="connsiteX440" fmla="*/ 451944 w 2309166"/>
                <a:gd name="connsiteY440" fmla="*/ 1664806 h 2483088"/>
                <a:gd name="connsiteX441" fmla="*/ 451944 w 2309166"/>
                <a:gd name="connsiteY441" fmla="*/ 1664806 h 2483088"/>
                <a:gd name="connsiteX442" fmla="*/ 465484 w 2309166"/>
                <a:gd name="connsiteY442" fmla="*/ 1678313 h 2483088"/>
                <a:gd name="connsiteX443" fmla="*/ 465484 w 2309166"/>
                <a:gd name="connsiteY443" fmla="*/ 1678313 h 2483088"/>
                <a:gd name="connsiteX444" fmla="*/ 479711 w 2309166"/>
                <a:gd name="connsiteY444" fmla="*/ 1665829 h 2483088"/>
                <a:gd name="connsiteX445" fmla="*/ 479736 w 2309166"/>
                <a:gd name="connsiteY445" fmla="*/ 1664806 h 2483088"/>
                <a:gd name="connsiteX446" fmla="*/ 479736 w 2309166"/>
                <a:gd name="connsiteY446" fmla="*/ 1664806 h 2483088"/>
                <a:gd name="connsiteX447" fmla="*/ 465484 w 2309166"/>
                <a:gd name="connsiteY447" fmla="*/ 1650588 h 2483088"/>
                <a:gd name="connsiteX448" fmla="*/ 780176 w 2309166"/>
                <a:gd name="connsiteY448" fmla="*/ 1435182 h 2483088"/>
                <a:gd name="connsiteX449" fmla="*/ 766636 w 2309166"/>
                <a:gd name="connsiteY449" fmla="*/ 1449401 h 2483088"/>
                <a:gd name="connsiteX450" fmla="*/ 766636 w 2309166"/>
                <a:gd name="connsiteY450" fmla="*/ 1449401 h 2483088"/>
                <a:gd name="connsiteX451" fmla="*/ 780176 w 2309166"/>
                <a:gd name="connsiteY451" fmla="*/ 1462908 h 2483088"/>
                <a:gd name="connsiteX452" fmla="*/ 780176 w 2309166"/>
                <a:gd name="connsiteY452" fmla="*/ 1462908 h 2483088"/>
                <a:gd name="connsiteX453" fmla="*/ 794428 w 2309166"/>
                <a:gd name="connsiteY453" fmla="*/ 1449401 h 2483088"/>
                <a:gd name="connsiteX454" fmla="*/ 794428 w 2309166"/>
                <a:gd name="connsiteY454" fmla="*/ 1449401 h 2483088"/>
                <a:gd name="connsiteX455" fmla="*/ 781944 w 2309166"/>
                <a:gd name="connsiteY455" fmla="*/ 1435182 h 2483088"/>
                <a:gd name="connsiteX456" fmla="*/ 780176 w 2309166"/>
                <a:gd name="connsiteY456" fmla="*/ 1435182 h 2483088"/>
                <a:gd name="connsiteX457" fmla="*/ 942225 w 2309166"/>
                <a:gd name="connsiteY457" fmla="*/ 1522198 h 2483088"/>
                <a:gd name="connsiteX458" fmla="*/ 927973 w 2309166"/>
                <a:gd name="connsiteY458" fmla="*/ 1536416 h 2483088"/>
                <a:gd name="connsiteX459" fmla="*/ 927973 w 2309166"/>
                <a:gd name="connsiteY459" fmla="*/ 1536416 h 2483088"/>
                <a:gd name="connsiteX460" fmla="*/ 941199 w 2309166"/>
                <a:gd name="connsiteY460" fmla="*/ 1549952 h 2483088"/>
                <a:gd name="connsiteX461" fmla="*/ 942225 w 2309166"/>
                <a:gd name="connsiteY461" fmla="*/ 1549923 h 2483088"/>
                <a:gd name="connsiteX462" fmla="*/ 942225 w 2309166"/>
                <a:gd name="connsiteY462" fmla="*/ 1549923 h 2483088"/>
                <a:gd name="connsiteX463" fmla="*/ 955765 w 2309166"/>
                <a:gd name="connsiteY463" fmla="*/ 1536700 h 2483088"/>
                <a:gd name="connsiteX464" fmla="*/ 955765 w 2309166"/>
                <a:gd name="connsiteY464" fmla="*/ 1536416 h 2483088"/>
                <a:gd name="connsiteX465" fmla="*/ 955765 w 2309166"/>
                <a:gd name="connsiteY465" fmla="*/ 1536416 h 2483088"/>
                <a:gd name="connsiteX466" fmla="*/ 942225 w 2309166"/>
                <a:gd name="connsiteY466" fmla="*/ 1522198 h 2483088"/>
                <a:gd name="connsiteX467" fmla="*/ 885216 w 2309166"/>
                <a:gd name="connsiteY467" fmla="*/ 1629971 h 2483088"/>
                <a:gd name="connsiteX468" fmla="*/ 871676 w 2309166"/>
                <a:gd name="connsiteY468" fmla="*/ 1643479 h 2483088"/>
                <a:gd name="connsiteX469" fmla="*/ 871676 w 2309166"/>
                <a:gd name="connsiteY469" fmla="*/ 1643479 h 2483088"/>
                <a:gd name="connsiteX470" fmla="*/ 885216 w 2309166"/>
                <a:gd name="connsiteY470" fmla="*/ 1657697 h 2483088"/>
                <a:gd name="connsiteX471" fmla="*/ 885216 w 2309166"/>
                <a:gd name="connsiteY471" fmla="*/ 1657697 h 2483088"/>
                <a:gd name="connsiteX472" fmla="*/ 899468 w 2309166"/>
                <a:gd name="connsiteY472" fmla="*/ 1643479 h 2483088"/>
                <a:gd name="connsiteX473" fmla="*/ 899468 w 2309166"/>
                <a:gd name="connsiteY473" fmla="*/ 1643479 h 2483088"/>
                <a:gd name="connsiteX474" fmla="*/ 885216 w 2309166"/>
                <a:gd name="connsiteY474" fmla="*/ 1629971 h 2483088"/>
                <a:gd name="connsiteX475" fmla="*/ 1293403 w 2309166"/>
                <a:gd name="connsiteY475" fmla="*/ 1522198 h 2483088"/>
                <a:gd name="connsiteX476" fmla="*/ 1279863 w 2309166"/>
                <a:gd name="connsiteY476" fmla="*/ 1536416 h 2483088"/>
                <a:gd name="connsiteX477" fmla="*/ 1279863 w 2309166"/>
                <a:gd name="connsiteY477" fmla="*/ 1536416 h 2483088"/>
                <a:gd name="connsiteX478" fmla="*/ 1293118 w 2309166"/>
                <a:gd name="connsiteY478" fmla="*/ 1549923 h 2483088"/>
                <a:gd name="connsiteX479" fmla="*/ 1293403 w 2309166"/>
                <a:gd name="connsiteY479" fmla="*/ 1549923 h 2483088"/>
                <a:gd name="connsiteX480" fmla="*/ 1293403 w 2309166"/>
                <a:gd name="connsiteY480" fmla="*/ 1549923 h 2483088"/>
                <a:gd name="connsiteX481" fmla="*/ 1307655 w 2309166"/>
                <a:gd name="connsiteY481" fmla="*/ 1536416 h 2483088"/>
                <a:gd name="connsiteX482" fmla="*/ 1307655 w 2309166"/>
                <a:gd name="connsiteY482" fmla="*/ 1536416 h 2483088"/>
                <a:gd name="connsiteX483" fmla="*/ 1293403 w 2309166"/>
                <a:gd name="connsiteY483" fmla="*/ 1522198 h 2483088"/>
                <a:gd name="connsiteX484" fmla="*/ 1430938 w 2309166"/>
                <a:gd name="connsiteY484" fmla="*/ 1321864 h 2483088"/>
                <a:gd name="connsiteX485" fmla="*/ 1416685 w 2309166"/>
                <a:gd name="connsiteY485" fmla="*/ 1336082 h 2483088"/>
                <a:gd name="connsiteX486" fmla="*/ 1416685 w 2309166"/>
                <a:gd name="connsiteY486" fmla="*/ 1336082 h 2483088"/>
                <a:gd name="connsiteX487" fmla="*/ 1430938 w 2309166"/>
                <a:gd name="connsiteY487" fmla="*/ 1349589 h 2483088"/>
                <a:gd name="connsiteX488" fmla="*/ 1430938 w 2309166"/>
                <a:gd name="connsiteY488" fmla="*/ 1349589 h 2483088"/>
                <a:gd name="connsiteX489" fmla="*/ 1445190 w 2309166"/>
                <a:gd name="connsiteY489" fmla="*/ 1336082 h 2483088"/>
                <a:gd name="connsiteX490" fmla="*/ 1445190 w 2309166"/>
                <a:gd name="connsiteY490" fmla="*/ 1336082 h 2483088"/>
                <a:gd name="connsiteX491" fmla="*/ 1432705 w 2309166"/>
                <a:gd name="connsiteY491" fmla="*/ 1321864 h 2483088"/>
                <a:gd name="connsiteX492" fmla="*/ 1430938 w 2309166"/>
                <a:gd name="connsiteY492" fmla="*/ 1321864 h 2483088"/>
                <a:gd name="connsiteX493" fmla="*/ 1381625 w 2309166"/>
                <a:gd name="connsiteY493" fmla="*/ 1274802 h 2483088"/>
                <a:gd name="connsiteX494" fmla="*/ 1367372 w 2309166"/>
                <a:gd name="connsiteY494" fmla="*/ 1289020 h 2483088"/>
                <a:gd name="connsiteX495" fmla="*/ 1367372 w 2309166"/>
                <a:gd name="connsiteY495" fmla="*/ 1289020 h 2483088"/>
                <a:gd name="connsiteX496" fmla="*/ 1381625 w 2309166"/>
                <a:gd name="connsiteY496" fmla="*/ 1303238 h 2483088"/>
                <a:gd name="connsiteX497" fmla="*/ 1381625 w 2309166"/>
                <a:gd name="connsiteY497" fmla="*/ 1303238 h 2483088"/>
                <a:gd name="connsiteX498" fmla="*/ 1395164 w 2309166"/>
                <a:gd name="connsiteY498" fmla="*/ 1289020 h 2483088"/>
                <a:gd name="connsiteX499" fmla="*/ 1395164 w 2309166"/>
                <a:gd name="connsiteY499" fmla="*/ 1289020 h 2483088"/>
                <a:gd name="connsiteX500" fmla="*/ 1381625 w 2309166"/>
                <a:gd name="connsiteY500" fmla="*/ 1274802 h 2483088"/>
                <a:gd name="connsiteX501" fmla="*/ 1108977 w 2309166"/>
                <a:gd name="connsiteY501" fmla="*/ 1213521 h 2483088"/>
                <a:gd name="connsiteX502" fmla="*/ 1094751 w 2309166"/>
                <a:gd name="connsiteY502" fmla="*/ 1226005 h 2483088"/>
                <a:gd name="connsiteX503" fmla="*/ 1094725 w 2309166"/>
                <a:gd name="connsiteY503" fmla="*/ 1227029 h 2483088"/>
                <a:gd name="connsiteX504" fmla="*/ 1094725 w 2309166"/>
                <a:gd name="connsiteY504" fmla="*/ 1227029 h 2483088"/>
                <a:gd name="connsiteX505" fmla="*/ 1108977 w 2309166"/>
                <a:gd name="connsiteY505" fmla="*/ 1240536 h 2483088"/>
                <a:gd name="connsiteX506" fmla="*/ 1108977 w 2309166"/>
                <a:gd name="connsiteY506" fmla="*/ 1240536 h 2483088"/>
                <a:gd name="connsiteX507" fmla="*/ 1123230 w 2309166"/>
                <a:gd name="connsiteY507" fmla="*/ 1227029 h 2483088"/>
                <a:gd name="connsiteX508" fmla="*/ 1123230 w 2309166"/>
                <a:gd name="connsiteY508" fmla="*/ 1227029 h 2483088"/>
                <a:gd name="connsiteX509" fmla="*/ 1110004 w 2309166"/>
                <a:gd name="connsiteY509" fmla="*/ 1213493 h 2483088"/>
                <a:gd name="connsiteX510" fmla="*/ 1108977 w 2309166"/>
                <a:gd name="connsiteY510" fmla="*/ 1213521 h 2483088"/>
                <a:gd name="connsiteX511" fmla="*/ 1526571 w 2309166"/>
                <a:gd name="connsiteY511" fmla="*/ 2114811 h 2483088"/>
                <a:gd name="connsiteX512" fmla="*/ 1513031 w 2309166"/>
                <a:gd name="connsiteY512" fmla="*/ 2129029 h 2483088"/>
                <a:gd name="connsiteX513" fmla="*/ 1513031 w 2309166"/>
                <a:gd name="connsiteY513" fmla="*/ 2129029 h 2483088"/>
                <a:gd name="connsiteX514" fmla="*/ 1526571 w 2309166"/>
                <a:gd name="connsiteY514" fmla="*/ 2142536 h 2483088"/>
                <a:gd name="connsiteX515" fmla="*/ 1526571 w 2309166"/>
                <a:gd name="connsiteY515" fmla="*/ 2142536 h 2483088"/>
                <a:gd name="connsiteX516" fmla="*/ 1540823 w 2309166"/>
                <a:gd name="connsiteY516" fmla="*/ 2129029 h 2483088"/>
                <a:gd name="connsiteX517" fmla="*/ 1540823 w 2309166"/>
                <a:gd name="connsiteY517" fmla="*/ 2129029 h 2483088"/>
                <a:gd name="connsiteX518" fmla="*/ 1526571 w 2309166"/>
                <a:gd name="connsiteY518" fmla="*/ 2114811 h 2483088"/>
                <a:gd name="connsiteX519" fmla="*/ 836187 w 2309166"/>
                <a:gd name="connsiteY519" fmla="*/ 2456047 h 2483088"/>
                <a:gd name="connsiteX520" fmla="*/ 821935 w 2309166"/>
                <a:gd name="connsiteY520" fmla="*/ 2469554 h 2483088"/>
                <a:gd name="connsiteX521" fmla="*/ 821935 w 2309166"/>
                <a:gd name="connsiteY521" fmla="*/ 2469554 h 2483088"/>
                <a:gd name="connsiteX522" fmla="*/ 836187 w 2309166"/>
                <a:gd name="connsiteY522" fmla="*/ 2483061 h 2483088"/>
                <a:gd name="connsiteX523" fmla="*/ 836187 w 2309166"/>
                <a:gd name="connsiteY523" fmla="*/ 2483061 h 2483088"/>
                <a:gd name="connsiteX524" fmla="*/ 850414 w 2309166"/>
                <a:gd name="connsiteY524" fmla="*/ 2470578 h 2483088"/>
                <a:gd name="connsiteX525" fmla="*/ 850440 w 2309166"/>
                <a:gd name="connsiteY525" fmla="*/ 2469554 h 2483088"/>
                <a:gd name="connsiteX526" fmla="*/ 850440 w 2309166"/>
                <a:gd name="connsiteY526" fmla="*/ 2469554 h 2483088"/>
                <a:gd name="connsiteX527" fmla="*/ 837214 w 2309166"/>
                <a:gd name="connsiteY527" fmla="*/ 2456018 h 2483088"/>
                <a:gd name="connsiteX528" fmla="*/ 836187 w 2309166"/>
                <a:gd name="connsiteY528" fmla="*/ 2456047 h 2483088"/>
                <a:gd name="connsiteX529" fmla="*/ 1221001 w 2309166"/>
                <a:gd name="connsiteY529" fmla="*/ 2380975 h 2483088"/>
                <a:gd name="connsiteX530" fmla="*/ 1206748 w 2309166"/>
                <a:gd name="connsiteY530" fmla="*/ 2394482 h 2483088"/>
                <a:gd name="connsiteX531" fmla="*/ 1206748 w 2309166"/>
                <a:gd name="connsiteY531" fmla="*/ 2394482 h 2483088"/>
                <a:gd name="connsiteX532" fmla="*/ 1221001 w 2309166"/>
                <a:gd name="connsiteY532" fmla="*/ 2407989 h 2483088"/>
                <a:gd name="connsiteX533" fmla="*/ 1221001 w 2309166"/>
                <a:gd name="connsiteY533" fmla="*/ 2407989 h 2483088"/>
                <a:gd name="connsiteX534" fmla="*/ 1235253 w 2309166"/>
                <a:gd name="connsiteY534" fmla="*/ 2394482 h 2483088"/>
                <a:gd name="connsiteX535" fmla="*/ 1235253 w 2309166"/>
                <a:gd name="connsiteY535" fmla="*/ 2394482 h 2483088"/>
                <a:gd name="connsiteX536" fmla="*/ 1221001 w 2309166"/>
                <a:gd name="connsiteY536" fmla="*/ 2380975 h 2483088"/>
                <a:gd name="connsiteX537" fmla="*/ 659173 w 2309166"/>
                <a:gd name="connsiteY537" fmla="*/ 2057938 h 2483088"/>
                <a:gd name="connsiteX538" fmla="*/ 644921 w 2309166"/>
                <a:gd name="connsiteY538" fmla="*/ 2070393 h 2483088"/>
                <a:gd name="connsiteX539" fmla="*/ 644921 w 2309166"/>
                <a:gd name="connsiteY539" fmla="*/ 2072156 h 2483088"/>
                <a:gd name="connsiteX540" fmla="*/ 644921 w 2309166"/>
                <a:gd name="connsiteY540" fmla="*/ 2072156 h 2483088"/>
                <a:gd name="connsiteX541" fmla="*/ 658147 w 2309166"/>
                <a:gd name="connsiteY541" fmla="*/ 2085692 h 2483088"/>
                <a:gd name="connsiteX542" fmla="*/ 659173 w 2309166"/>
                <a:gd name="connsiteY542" fmla="*/ 2085663 h 2483088"/>
                <a:gd name="connsiteX543" fmla="*/ 659173 w 2309166"/>
                <a:gd name="connsiteY543" fmla="*/ 2085663 h 2483088"/>
                <a:gd name="connsiteX544" fmla="*/ 673400 w 2309166"/>
                <a:gd name="connsiteY544" fmla="*/ 2073180 h 2483088"/>
                <a:gd name="connsiteX545" fmla="*/ 673426 w 2309166"/>
                <a:gd name="connsiteY545" fmla="*/ 2072156 h 2483088"/>
                <a:gd name="connsiteX546" fmla="*/ 673426 w 2309166"/>
                <a:gd name="connsiteY546" fmla="*/ 2072156 h 2483088"/>
                <a:gd name="connsiteX547" fmla="*/ 660942 w 2309166"/>
                <a:gd name="connsiteY547" fmla="*/ 2057938 h 2483088"/>
                <a:gd name="connsiteX548" fmla="*/ 659173 w 2309166"/>
                <a:gd name="connsiteY548" fmla="*/ 2057938 h 2483088"/>
                <a:gd name="connsiteX549" fmla="*/ 1631896 w 2309166"/>
                <a:gd name="connsiteY549" fmla="*/ 1335229 h 2483088"/>
                <a:gd name="connsiteX550" fmla="*/ 1617643 w 2309166"/>
                <a:gd name="connsiteY550" fmla="*/ 1348736 h 2483088"/>
                <a:gd name="connsiteX551" fmla="*/ 1617643 w 2309166"/>
                <a:gd name="connsiteY551" fmla="*/ 1348736 h 2483088"/>
                <a:gd name="connsiteX552" fmla="*/ 1631896 w 2309166"/>
                <a:gd name="connsiteY552" fmla="*/ 1362954 h 2483088"/>
                <a:gd name="connsiteX553" fmla="*/ 1631896 w 2309166"/>
                <a:gd name="connsiteY553" fmla="*/ 1362954 h 2483088"/>
                <a:gd name="connsiteX554" fmla="*/ 1646148 w 2309166"/>
                <a:gd name="connsiteY554" fmla="*/ 1348736 h 2483088"/>
                <a:gd name="connsiteX555" fmla="*/ 1646148 w 2309166"/>
                <a:gd name="connsiteY555" fmla="*/ 1348736 h 2483088"/>
                <a:gd name="connsiteX556" fmla="*/ 1631896 w 2309166"/>
                <a:gd name="connsiteY556" fmla="*/ 1335229 h 2483088"/>
                <a:gd name="connsiteX557" fmla="*/ 1451176 w 2309166"/>
                <a:gd name="connsiteY557" fmla="*/ 1472861 h 2483088"/>
                <a:gd name="connsiteX558" fmla="*/ 1437636 w 2309166"/>
                <a:gd name="connsiteY558" fmla="*/ 1486368 h 2483088"/>
                <a:gd name="connsiteX559" fmla="*/ 1437636 w 2309166"/>
                <a:gd name="connsiteY559" fmla="*/ 1486368 h 2483088"/>
                <a:gd name="connsiteX560" fmla="*/ 1451176 w 2309166"/>
                <a:gd name="connsiteY560" fmla="*/ 1499875 h 2483088"/>
                <a:gd name="connsiteX561" fmla="*/ 1451176 w 2309166"/>
                <a:gd name="connsiteY561" fmla="*/ 1499875 h 2483088"/>
                <a:gd name="connsiteX562" fmla="*/ 1465428 w 2309166"/>
                <a:gd name="connsiteY562" fmla="*/ 1486368 h 2483088"/>
                <a:gd name="connsiteX563" fmla="*/ 1465428 w 2309166"/>
                <a:gd name="connsiteY563" fmla="*/ 1486368 h 2483088"/>
                <a:gd name="connsiteX564" fmla="*/ 1451176 w 2309166"/>
                <a:gd name="connsiteY564" fmla="*/ 1472861 h 2483088"/>
                <a:gd name="connsiteX565" fmla="*/ 1612085 w 2309166"/>
                <a:gd name="connsiteY565" fmla="*/ 1665517 h 2483088"/>
                <a:gd name="connsiteX566" fmla="*/ 1604104 w 2309166"/>
                <a:gd name="connsiteY566" fmla="*/ 1673479 h 2483088"/>
                <a:gd name="connsiteX567" fmla="*/ 1604104 w 2309166"/>
                <a:gd name="connsiteY567" fmla="*/ 1673479 h 2483088"/>
                <a:gd name="connsiteX568" fmla="*/ 1612085 w 2309166"/>
                <a:gd name="connsiteY568" fmla="*/ 1681441 h 2483088"/>
                <a:gd name="connsiteX569" fmla="*/ 1612085 w 2309166"/>
                <a:gd name="connsiteY569" fmla="*/ 1681441 h 2483088"/>
                <a:gd name="connsiteX570" fmla="*/ 1620209 w 2309166"/>
                <a:gd name="connsiteY570" fmla="*/ 1673479 h 2483088"/>
                <a:gd name="connsiteX571" fmla="*/ 1620209 w 2309166"/>
                <a:gd name="connsiteY571" fmla="*/ 1673479 h 2483088"/>
                <a:gd name="connsiteX572" fmla="*/ 1612085 w 2309166"/>
                <a:gd name="connsiteY572" fmla="*/ 1665517 h 2483088"/>
                <a:gd name="connsiteX573" fmla="*/ 1627763 w 2309166"/>
                <a:gd name="connsiteY573" fmla="*/ 1077027 h 2483088"/>
                <a:gd name="connsiteX574" fmla="*/ 1619781 w 2309166"/>
                <a:gd name="connsiteY574" fmla="*/ 1084989 h 2483088"/>
                <a:gd name="connsiteX575" fmla="*/ 1619781 w 2309166"/>
                <a:gd name="connsiteY575" fmla="*/ 1084989 h 2483088"/>
                <a:gd name="connsiteX576" fmla="*/ 1627763 w 2309166"/>
                <a:gd name="connsiteY576" fmla="*/ 1092951 h 2483088"/>
                <a:gd name="connsiteX577" fmla="*/ 1627763 w 2309166"/>
                <a:gd name="connsiteY577" fmla="*/ 1092951 h 2483088"/>
                <a:gd name="connsiteX578" fmla="*/ 1635744 w 2309166"/>
                <a:gd name="connsiteY578" fmla="*/ 1084989 h 2483088"/>
                <a:gd name="connsiteX579" fmla="*/ 1635744 w 2309166"/>
                <a:gd name="connsiteY579" fmla="*/ 1084989 h 2483088"/>
                <a:gd name="connsiteX580" fmla="*/ 1627763 w 2309166"/>
                <a:gd name="connsiteY580" fmla="*/ 1077027 h 2483088"/>
                <a:gd name="connsiteX581" fmla="*/ 1645293 w 2309166"/>
                <a:gd name="connsiteY581" fmla="*/ 1158497 h 2483088"/>
                <a:gd name="connsiteX582" fmla="*/ 1639735 w 2309166"/>
                <a:gd name="connsiteY582" fmla="*/ 1163758 h 2483088"/>
                <a:gd name="connsiteX583" fmla="*/ 1639735 w 2309166"/>
                <a:gd name="connsiteY583" fmla="*/ 1163900 h 2483088"/>
                <a:gd name="connsiteX584" fmla="*/ 1639735 w 2309166"/>
                <a:gd name="connsiteY584" fmla="*/ 1163900 h 2483088"/>
                <a:gd name="connsiteX585" fmla="*/ 1645008 w 2309166"/>
                <a:gd name="connsiteY585" fmla="*/ 1169445 h 2483088"/>
                <a:gd name="connsiteX586" fmla="*/ 1645293 w 2309166"/>
                <a:gd name="connsiteY586" fmla="*/ 1169445 h 2483088"/>
                <a:gd name="connsiteX587" fmla="*/ 1645293 w 2309166"/>
                <a:gd name="connsiteY587" fmla="*/ 1169445 h 2483088"/>
                <a:gd name="connsiteX588" fmla="*/ 1650709 w 2309166"/>
                <a:gd name="connsiteY588" fmla="*/ 1164042 h 2483088"/>
                <a:gd name="connsiteX589" fmla="*/ 1650709 w 2309166"/>
                <a:gd name="connsiteY589" fmla="*/ 1163900 h 2483088"/>
                <a:gd name="connsiteX590" fmla="*/ 1650709 w 2309166"/>
                <a:gd name="connsiteY590" fmla="*/ 1163900 h 2483088"/>
                <a:gd name="connsiteX591" fmla="*/ 1645293 w 2309166"/>
                <a:gd name="connsiteY591" fmla="*/ 1158497 h 2483088"/>
                <a:gd name="connsiteX592" fmla="*/ 588909 w 2309166"/>
                <a:gd name="connsiteY592" fmla="*/ 130524 h 2483088"/>
                <a:gd name="connsiteX593" fmla="*/ 583351 w 2309166"/>
                <a:gd name="connsiteY593" fmla="*/ 135927 h 2483088"/>
                <a:gd name="connsiteX594" fmla="*/ 583351 w 2309166"/>
                <a:gd name="connsiteY594" fmla="*/ 135927 h 2483088"/>
                <a:gd name="connsiteX595" fmla="*/ 588909 w 2309166"/>
                <a:gd name="connsiteY595" fmla="*/ 141472 h 2483088"/>
                <a:gd name="connsiteX596" fmla="*/ 588909 w 2309166"/>
                <a:gd name="connsiteY596" fmla="*/ 141472 h 2483088"/>
                <a:gd name="connsiteX597" fmla="*/ 594468 w 2309166"/>
                <a:gd name="connsiteY597" fmla="*/ 136215 h 2483088"/>
                <a:gd name="connsiteX598" fmla="*/ 594468 w 2309166"/>
                <a:gd name="connsiteY598" fmla="*/ 135927 h 2483088"/>
                <a:gd name="connsiteX599" fmla="*/ 594468 w 2309166"/>
                <a:gd name="connsiteY599" fmla="*/ 135927 h 2483088"/>
                <a:gd name="connsiteX600" fmla="*/ 589053 w 2309166"/>
                <a:gd name="connsiteY600" fmla="*/ 130523 h 2483088"/>
                <a:gd name="connsiteX601" fmla="*/ 588909 w 2309166"/>
                <a:gd name="connsiteY601" fmla="*/ 130524 h 2483088"/>
                <a:gd name="connsiteX602" fmla="*/ 695802 w 2309166"/>
                <a:gd name="connsiteY602" fmla="*/ 1 h 2483088"/>
                <a:gd name="connsiteX603" fmla="*/ 687109 w 2309166"/>
                <a:gd name="connsiteY603" fmla="*/ 8388 h 2483088"/>
                <a:gd name="connsiteX604" fmla="*/ 687108 w 2309166"/>
                <a:gd name="connsiteY604" fmla="*/ 8532 h 2483088"/>
                <a:gd name="connsiteX605" fmla="*/ 687108 w 2309166"/>
                <a:gd name="connsiteY605" fmla="*/ 8532 h 2483088"/>
                <a:gd name="connsiteX606" fmla="*/ 695802 w 2309166"/>
                <a:gd name="connsiteY606" fmla="*/ 17205 h 2483088"/>
                <a:gd name="connsiteX607" fmla="*/ 695802 w 2309166"/>
                <a:gd name="connsiteY607" fmla="*/ 17205 h 2483088"/>
                <a:gd name="connsiteX608" fmla="*/ 704355 w 2309166"/>
                <a:gd name="connsiteY608" fmla="*/ 8676 h 2483088"/>
                <a:gd name="connsiteX609" fmla="*/ 704353 w 2309166"/>
                <a:gd name="connsiteY609" fmla="*/ 8532 h 2483088"/>
                <a:gd name="connsiteX610" fmla="*/ 704353 w 2309166"/>
                <a:gd name="connsiteY610" fmla="*/ 8532 h 2483088"/>
                <a:gd name="connsiteX611" fmla="*/ 695802 w 2309166"/>
                <a:gd name="connsiteY611" fmla="*/ 1 h 2483088"/>
                <a:gd name="connsiteX612" fmla="*/ 738559 w 2309166"/>
                <a:gd name="connsiteY612" fmla="*/ 162373 h 2483088"/>
                <a:gd name="connsiteX613" fmla="*/ 729866 w 2309166"/>
                <a:gd name="connsiteY613" fmla="*/ 170761 h 2483088"/>
                <a:gd name="connsiteX614" fmla="*/ 729865 w 2309166"/>
                <a:gd name="connsiteY614" fmla="*/ 170903 h 2483088"/>
                <a:gd name="connsiteX615" fmla="*/ 729865 w 2309166"/>
                <a:gd name="connsiteY615" fmla="*/ 170903 h 2483088"/>
                <a:gd name="connsiteX616" fmla="*/ 738559 w 2309166"/>
                <a:gd name="connsiteY616" fmla="*/ 179577 h 2483088"/>
                <a:gd name="connsiteX617" fmla="*/ 738559 w 2309166"/>
                <a:gd name="connsiteY617" fmla="*/ 179577 h 2483088"/>
                <a:gd name="connsiteX618" fmla="*/ 747112 w 2309166"/>
                <a:gd name="connsiteY618" fmla="*/ 171046 h 2483088"/>
                <a:gd name="connsiteX619" fmla="*/ 747110 w 2309166"/>
                <a:gd name="connsiteY619" fmla="*/ 170903 h 2483088"/>
                <a:gd name="connsiteX620" fmla="*/ 747110 w 2309166"/>
                <a:gd name="connsiteY620" fmla="*/ 170903 h 2483088"/>
                <a:gd name="connsiteX621" fmla="*/ 738559 w 2309166"/>
                <a:gd name="connsiteY621" fmla="*/ 162373 h 2483088"/>
                <a:gd name="connsiteX622" fmla="*/ 689103 w 2309166"/>
                <a:gd name="connsiteY622" fmla="*/ 559201 h 2483088"/>
                <a:gd name="connsiteX623" fmla="*/ 662166 w 2309166"/>
                <a:gd name="connsiteY623" fmla="*/ 586074 h 2483088"/>
                <a:gd name="connsiteX624" fmla="*/ 662166 w 2309166"/>
                <a:gd name="connsiteY624" fmla="*/ 586074 h 2483088"/>
                <a:gd name="connsiteX625" fmla="*/ 689103 w 2309166"/>
                <a:gd name="connsiteY625" fmla="*/ 612946 h 2483088"/>
                <a:gd name="connsiteX626" fmla="*/ 689103 w 2309166"/>
                <a:gd name="connsiteY626" fmla="*/ 612946 h 2483088"/>
                <a:gd name="connsiteX627" fmla="*/ 716040 w 2309166"/>
                <a:gd name="connsiteY627" fmla="*/ 586074 h 2483088"/>
                <a:gd name="connsiteX628" fmla="*/ 716040 w 2309166"/>
                <a:gd name="connsiteY628" fmla="*/ 586074 h 2483088"/>
                <a:gd name="connsiteX629" fmla="*/ 689103 w 2309166"/>
                <a:gd name="connsiteY629" fmla="*/ 559201 h 2483088"/>
                <a:gd name="connsiteX630" fmla="*/ 829631 w 2309166"/>
                <a:gd name="connsiteY630" fmla="*/ 1107454 h 2483088"/>
                <a:gd name="connsiteX631" fmla="*/ 810961 w 2309166"/>
                <a:gd name="connsiteY631" fmla="*/ 1126222 h 2483088"/>
                <a:gd name="connsiteX632" fmla="*/ 810961 w 2309166"/>
                <a:gd name="connsiteY632" fmla="*/ 1126222 h 2483088"/>
                <a:gd name="connsiteX633" fmla="*/ 829631 w 2309166"/>
                <a:gd name="connsiteY633" fmla="*/ 1144848 h 2483088"/>
                <a:gd name="connsiteX634" fmla="*/ 829631 w 2309166"/>
                <a:gd name="connsiteY634" fmla="*/ 1144848 h 2483088"/>
                <a:gd name="connsiteX635" fmla="*/ 848444 w 2309166"/>
                <a:gd name="connsiteY635" fmla="*/ 1126364 h 2483088"/>
                <a:gd name="connsiteX636" fmla="*/ 848444 w 2309166"/>
                <a:gd name="connsiteY636" fmla="*/ 1126222 h 2483088"/>
                <a:gd name="connsiteX637" fmla="*/ 848444 w 2309166"/>
                <a:gd name="connsiteY637" fmla="*/ 1126222 h 2483088"/>
                <a:gd name="connsiteX638" fmla="*/ 829631 w 2309166"/>
                <a:gd name="connsiteY638" fmla="*/ 1107454 h 2483088"/>
                <a:gd name="connsiteX639" fmla="*/ 1010494 w 2309166"/>
                <a:gd name="connsiteY639" fmla="*/ 1057690 h 2483088"/>
                <a:gd name="connsiteX640" fmla="*/ 992246 w 2309166"/>
                <a:gd name="connsiteY640" fmla="*/ 1076728 h 2483088"/>
                <a:gd name="connsiteX641" fmla="*/ 992251 w 2309166"/>
                <a:gd name="connsiteY641" fmla="*/ 1076885 h 2483088"/>
                <a:gd name="connsiteX642" fmla="*/ 992251 w 2309166"/>
                <a:gd name="connsiteY642" fmla="*/ 1076885 h 2483088"/>
                <a:gd name="connsiteX643" fmla="*/ 1010921 w 2309166"/>
                <a:gd name="connsiteY643" fmla="*/ 1095653 h 2483088"/>
                <a:gd name="connsiteX644" fmla="*/ 1010921 w 2309166"/>
                <a:gd name="connsiteY644" fmla="*/ 1095653 h 2483088"/>
                <a:gd name="connsiteX645" fmla="*/ 1029734 w 2309166"/>
                <a:gd name="connsiteY645" fmla="*/ 1076885 h 2483088"/>
                <a:gd name="connsiteX646" fmla="*/ 1029734 w 2309166"/>
                <a:gd name="connsiteY646" fmla="*/ 1076885 h 2483088"/>
                <a:gd name="connsiteX647" fmla="*/ 1011064 w 2309166"/>
                <a:gd name="connsiteY647" fmla="*/ 1058259 h 2483088"/>
                <a:gd name="connsiteX648" fmla="*/ 1010921 w 2309166"/>
                <a:gd name="connsiteY648" fmla="*/ 1058259 h 2483088"/>
                <a:gd name="connsiteX649" fmla="*/ 372131 w 2309166"/>
                <a:gd name="connsiteY649" fmla="*/ 882665 h 2483088"/>
                <a:gd name="connsiteX650" fmla="*/ 353318 w 2309166"/>
                <a:gd name="connsiteY650" fmla="*/ 901433 h 2483088"/>
                <a:gd name="connsiteX651" fmla="*/ 353318 w 2309166"/>
                <a:gd name="connsiteY651" fmla="*/ 901433 h 2483088"/>
                <a:gd name="connsiteX652" fmla="*/ 371843 w 2309166"/>
                <a:gd name="connsiteY652" fmla="*/ 920485 h 2483088"/>
                <a:gd name="connsiteX653" fmla="*/ 372131 w 2309166"/>
                <a:gd name="connsiteY653" fmla="*/ 920485 h 2483088"/>
                <a:gd name="connsiteX654" fmla="*/ 372131 w 2309166"/>
                <a:gd name="connsiteY654" fmla="*/ 920485 h 2483088"/>
                <a:gd name="connsiteX655" fmla="*/ 390802 w 2309166"/>
                <a:gd name="connsiteY655" fmla="*/ 901859 h 2483088"/>
                <a:gd name="connsiteX656" fmla="*/ 390802 w 2309166"/>
                <a:gd name="connsiteY656" fmla="*/ 901859 h 2483088"/>
                <a:gd name="connsiteX657" fmla="*/ 372422 w 2309166"/>
                <a:gd name="connsiteY657" fmla="*/ 882665 h 2483088"/>
                <a:gd name="connsiteX658" fmla="*/ 372131 w 2309166"/>
                <a:gd name="connsiteY658" fmla="*/ 882665 h 2483088"/>
                <a:gd name="connsiteX659" fmla="*/ 404199 w 2309166"/>
                <a:gd name="connsiteY659" fmla="*/ 1156933 h 2483088"/>
                <a:gd name="connsiteX660" fmla="*/ 385516 w 2309166"/>
                <a:gd name="connsiteY660" fmla="*/ 1175829 h 2483088"/>
                <a:gd name="connsiteX661" fmla="*/ 385528 w 2309166"/>
                <a:gd name="connsiteY661" fmla="*/ 1176412 h 2483088"/>
                <a:gd name="connsiteX662" fmla="*/ 385528 w 2309166"/>
                <a:gd name="connsiteY662" fmla="*/ 1176412 h 2483088"/>
                <a:gd name="connsiteX663" fmla="*/ 404199 w 2309166"/>
                <a:gd name="connsiteY663" fmla="*/ 1195180 h 2483088"/>
                <a:gd name="connsiteX664" fmla="*/ 404199 w 2309166"/>
                <a:gd name="connsiteY664" fmla="*/ 1195180 h 2483088"/>
                <a:gd name="connsiteX665" fmla="*/ 423012 w 2309166"/>
                <a:gd name="connsiteY665" fmla="*/ 1176412 h 2483088"/>
                <a:gd name="connsiteX666" fmla="*/ 423012 w 2309166"/>
                <a:gd name="connsiteY666" fmla="*/ 1176412 h 2483088"/>
                <a:gd name="connsiteX667" fmla="*/ 404199 w 2309166"/>
                <a:gd name="connsiteY667" fmla="*/ 1157644 h 2483088"/>
                <a:gd name="connsiteX668" fmla="*/ 212648 w 2309166"/>
                <a:gd name="connsiteY668" fmla="*/ 1316887 h 2483088"/>
                <a:gd name="connsiteX669" fmla="*/ 193834 w 2309166"/>
                <a:gd name="connsiteY669" fmla="*/ 1335513 h 2483088"/>
                <a:gd name="connsiteX670" fmla="*/ 193834 w 2309166"/>
                <a:gd name="connsiteY670" fmla="*/ 1335513 h 2483088"/>
                <a:gd name="connsiteX671" fmla="*/ 212648 w 2309166"/>
                <a:gd name="connsiteY671" fmla="*/ 1354281 h 2483088"/>
                <a:gd name="connsiteX672" fmla="*/ 212648 w 2309166"/>
                <a:gd name="connsiteY672" fmla="*/ 1354281 h 2483088"/>
                <a:gd name="connsiteX673" fmla="*/ 231461 w 2309166"/>
                <a:gd name="connsiteY673" fmla="*/ 1335513 h 2483088"/>
                <a:gd name="connsiteX674" fmla="*/ 231461 w 2309166"/>
                <a:gd name="connsiteY674" fmla="*/ 1335513 h 2483088"/>
                <a:gd name="connsiteX675" fmla="*/ 212648 w 2309166"/>
                <a:gd name="connsiteY675" fmla="*/ 1316887 h 2483088"/>
                <a:gd name="connsiteX676" fmla="*/ 262246 w 2309166"/>
                <a:gd name="connsiteY676" fmla="*/ 1372623 h 2483088"/>
                <a:gd name="connsiteX677" fmla="*/ 243860 w 2309166"/>
                <a:gd name="connsiteY677" fmla="*/ 1391248 h 2483088"/>
                <a:gd name="connsiteX678" fmla="*/ 243860 w 2309166"/>
                <a:gd name="connsiteY678" fmla="*/ 1391248 h 2483088"/>
                <a:gd name="connsiteX679" fmla="*/ 262673 w 2309166"/>
                <a:gd name="connsiteY679" fmla="*/ 1410016 h 2483088"/>
                <a:gd name="connsiteX680" fmla="*/ 262673 w 2309166"/>
                <a:gd name="connsiteY680" fmla="*/ 1410016 h 2483088"/>
                <a:gd name="connsiteX681" fmla="*/ 281344 w 2309166"/>
                <a:gd name="connsiteY681" fmla="*/ 1391248 h 2483088"/>
                <a:gd name="connsiteX682" fmla="*/ 281344 w 2309166"/>
                <a:gd name="connsiteY682" fmla="*/ 1391248 h 2483088"/>
                <a:gd name="connsiteX683" fmla="*/ 262673 w 2309166"/>
                <a:gd name="connsiteY683" fmla="*/ 1372623 h 2483088"/>
                <a:gd name="connsiteX684" fmla="*/ 372986 w 2309166"/>
                <a:gd name="connsiteY684" fmla="*/ 1339921 h 2483088"/>
                <a:gd name="connsiteX685" fmla="*/ 354316 w 2309166"/>
                <a:gd name="connsiteY685" fmla="*/ 1358689 h 2483088"/>
                <a:gd name="connsiteX686" fmla="*/ 354316 w 2309166"/>
                <a:gd name="connsiteY686" fmla="*/ 1358689 h 2483088"/>
                <a:gd name="connsiteX687" fmla="*/ 372986 w 2309166"/>
                <a:gd name="connsiteY687" fmla="*/ 1377315 h 2483088"/>
                <a:gd name="connsiteX688" fmla="*/ 372986 w 2309166"/>
                <a:gd name="connsiteY688" fmla="*/ 1377315 h 2483088"/>
                <a:gd name="connsiteX689" fmla="*/ 391799 w 2309166"/>
                <a:gd name="connsiteY689" fmla="*/ 1358689 h 2483088"/>
                <a:gd name="connsiteX690" fmla="*/ 391799 w 2309166"/>
                <a:gd name="connsiteY690" fmla="*/ 1358689 h 2483088"/>
                <a:gd name="connsiteX691" fmla="*/ 372986 w 2309166"/>
                <a:gd name="connsiteY691" fmla="*/ 1339921 h 2483088"/>
                <a:gd name="connsiteX692" fmla="*/ 346762 w 2309166"/>
                <a:gd name="connsiteY692" fmla="*/ 1505847 h 2483088"/>
                <a:gd name="connsiteX693" fmla="*/ 327949 w 2309166"/>
                <a:gd name="connsiteY693" fmla="*/ 1524615 h 2483088"/>
                <a:gd name="connsiteX694" fmla="*/ 327949 w 2309166"/>
                <a:gd name="connsiteY694" fmla="*/ 1524615 h 2483088"/>
                <a:gd name="connsiteX695" fmla="*/ 346762 w 2309166"/>
                <a:gd name="connsiteY695" fmla="*/ 1543241 h 2483088"/>
                <a:gd name="connsiteX696" fmla="*/ 346762 w 2309166"/>
                <a:gd name="connsiteY696" fmla="*/ 1543241 h 2483088"/>
                <a:gd name="connsiteX697" fmla="*/ 365433 w 2309166"/>
                <a:gd name="connsiteY697" fmla="*/ 1524615 h 2483088"/>
                <a:gd name="connsiteX698" fmla="*/ 365433 w 2309166"/>
                <a:gd name="connsiteY698" fmla="*/ 1524615 h 2483088"/>
                <a:gd name="connsiteX699" fmla="*/ 346762 w 2309166"/>
                <a:gd name="connsiteY699" fmla="*/ 1505847 h 2483088"/>
                <a:gd name="connsiteX700" fmla="*/ 247993 w 2309166"/>
                <a:gd name="connsiteY700" fmla="*/ 1685849 h 2483088"/>
                <a:gd name="connsiteX701" fmla="*/ 238444 w 2309166"/>
                <a:gd name="connsiteY701" fmla="*/ 1695517 h 2483088"/>
                <a:gd name="connsiteX702" fmla="*/ 238444 w 2309166"/>
                <a:gd name="connsiteY702" fmla="*/ 1695517 h 2483088"/>
                <a:gd name="connsiteX703" fmla="*/ 247849 w 2309166"/>
                <a:gd name="connsiteY703" fmla="*/ 1705185 h 2483088"/>
                <a:gd name="connsiteX704" fmla="*/ 247993 w 2309166"/>
                <a:gd name="connsiteY704" fmla="*/ 1705185 h 2483088"/>
                <a:gd name="connsiteX705" fmla="*/ 247993 w 2309166"/>
                <a:gd name="connsiteY705" fmla="*/ 1705185 h 2483088"/>
                <a:gd name="connsiteX706" fmla="*/ 257685 w 2309166"/>
                <a:gd name="connsiteY706" fmla="*/ 1695801 h 2483088"/>
                <a:gd name="connsiteX707" fmla="*/ 257685 w 2309166"/>
                <a:gd name="connsiteY707" fmla="*/ 1695517 h 2483088"/>
                <a:gd name="connsiteX708" fmla="*/ 257685 w 2309166"/>
                <a:gd name="connsiteY708" fmla="*/ 1695517 h 2483088"/>
                <a:gd name="connsiteX709" fmla="*/ 247993 w 2309166"/>
                <a:gd name="connsiteY709" fmla="*/ 1685849 h 2483088"/>
                <a:gd name="connsiteX710" fmla="*/ 376264 w 2309166"/>
                <a:gd name="connsiteY710" fmla="*/ 1608075 h 2483088"/>
                <a:gd name="connsiteX711" fmla="*/ 366573 w 2309166"/>
                <a:gd name="connsiteY711" fmla="*/ 1617744 h 2483088"/>
                <a:gd name="connsiteX712" fmla="*/ 366573 w 2309166"/>
                <a:gd name="connsiteY712" fmla="*/ 1617744 h 2483088"/>
                <a:gd name="connsiteX713" fmla="*/ 376264 w 2309166"/>
                <a:gd name="connsiteY713" fmla="*/ 1627412 h 2483088"/>
                <a:gd name="connsiteX714" fmla="*/ 376264 w 2309166"/>
                <a:gd name="connsiteY714" fmla="*/ 1627412 h 2483088"/>
                <a:gd name="connsiteX715" fmla="*/ 385956 w 2309166"/>
                <a:gd name="connsiteY715" fmla="*/ 1617744 h 2483088"/>
                <a:gd name="connsiteX716" fmla="*/ 385956 w 2309166"/>
                <a:gd name="connsiteY716" fmla="*/ 1617744 h 2483088"/>
                <a:gd name="connsiteX717" fmla="*/ 376552 w 2309166"/>
                <a:gd name="connsiteY717" fmla="*/ 1608075 h 2483088"/>
                <a:gd name="connsiteX718" fmla="*/ 376264 w 2309166"/>
                <a:gd name="connsiteY718" fmla="*/ 1608075 h 2483088"/>
                <a:gd name="connsiteX719" fmla="*/ 197255 w 2309166"/>
                <a:gd name="connsiteY719" fmla="*/ 1601535 h 2483088"/>
                <a:gd name="connsiteX720" fmla="*/ 187563 w 2309166"/>
                <a:gd name="connsiteY720" fmla="*/ 1611203 h 2483088"/>
                <a:gd name="connsiteX721" fmla="*/ 187563 w 2309166"/>
                <a:gd name="connsiteY721" fmla="*/ 1611203 h 2483088"/>
                <a:gd name="connsiteX722" fmla="*/ 197255 w 2309166"/>
                <a:gd name="connsiteY722" fmla="*/ 1620872 h 2483088"/>
                <a:gd name="connsiteX723" fmla="*/ 197255 w 2309166"/>
                <a:gd name="connsiteY723" fmla="*/ 1620872 h 2483088"/>
                <a:gd name="connsiteX724" fmla="*/ 206947 w 2309166"/>
                <a:gd name="connsiteY724" fmla="*/ 1611488 h 2483088"/>
                <a:gd name="connsiteX725" fmla="*/ 206947 w 2309166"/>
                <a:gd name="connsiteY725" fmla="*/ 1611203 h 2483088"/>
                <a:gd name="connsiteX726" fmla="*/ 206947 w 2309166"/>
                <a:gd name="connsiteY726" fmla="*/ 1611203 h 2483088"/>
                <a:gd name="connsiteX727" fmla="*/ 197255 w 2309166"/>
                <a:gd name="connsiteY727" fmla="*/ 1601535 h 2483088"/>
                <a:gd name="connsiteX728" fmla="*/ 124996 w 2309166"/>
                <a:gd name="connsiteY728" fmla="*/ 1761632 h 2483088"/>
                <a:gd name="connsiteX729" fmla="*/ 115304 w 2309166"/>
                <a:gd name="connsiteY729" fmla="*/ 1771300 h 2483088"/>
                <a:gd name="connsiteX730" fmla="*/ 115304 w 2309166"/>
                <a:gd name="connsiteY730" fmla="*/ 1771300 h 2483088"/>
                <a:gd name="connsiteX731" fmla="*/ 124996 w 2309166"/>
                <a:gd name="connsiteY731" fmla="*/ 1780826 h 2483088"/>
                <a:gd name="connsiteX732" fmla="*/ 124996 w 2309166"/>
                <a:gd name="connsiteY732" fmla="*/ 1780826 h 2483088"/>
                <a:gd name="connsiteX733" fmla="*/ 134686 w 2309166"/>
                <a:gd name="connsiteY733" fmla="*/ 1771442 h 2483088"/>
                <a:gd name="connsiteX734" fmla="*/ 134687 w 2309166"/>
                <a:gd name="connsiteY734" fmla="*/ 1771300 h 2483088"/>
                <a:gd name="connsiteX735" fmla="*/ 134687 w 2309166"/>
                <a:gd name="connsiteY735" fmla="*/ 1771300 h 2483088"/>
                <a:gd name="connsiteX736" fmla="*/ 125284 w 2309166"/>
                <a:gd name="connsiteY736" fmla="*/ 1761632 h 2483088"/>
                <a:gd name="connsiteX737" fmla="*/ 124996 w 2309166"/>
                <a:gd name="connsiteY737" fmla="*/ 1761632 h 2483088"/>
                <a:gd name="connsiteX738" fmla="*/ 77820 w 2309166"/>
                <a:gd name="connsiteY738" fmla="*/ 1791063 h 2483088"/>
                <a:gd name="connsiteX739" fmla="*/ 68129 w 2309166"/>
                <a:gd name="connsiteY739" fmla="*/ 1800731 h 2483088"/>
                <a:gd name="connsiteX740" fmla="*/ 68129 w 2309166"/>
                <a:gd name="connsiteY740" fmla="*/ 1800731 h 2483088"/>
                <a:gd name="connsiteX741" fmla="*/ 77820 w 2309166"/>
                <a:gd name="connsiteY741" fmla="*/ 1810400 h 2483088"/>
                <a:gd name="connsiteX742" fmla="*/ 77820 w 2309166"/>
                <a:gd name="connsiteY742" fmla="*/ 1810400 h 2483088"/>
                <a:gd name="connsiteX743" fmla="*/ 87512 w 2309166"/>
                <a:gd name="connsiteY743" fmla="*/ 1800731 h 2483088"/>
                <a:gd name="connsiteX744" fmla="*/ 87512 w 2309166"/>
                <a:gd name="connsiteY744" fmla="*/ 1800731 h 2483088"/>
                <a:gd name="connsiteX745" fmla="*/ 78108 w 2309166"/>
                <a:gd name="connsiteY745" fmla="*/ 1791063 h 2483088"/>
                <a:gd name="connsiteX746" fmla="*/ 77820 w 2309166"/>
                <a:gd name="connsiteY746" fmla="*/ 1791063 h 2483088"/>
                <a:gd name="connsiteX747" fmla="*/ 15823 w 2309166"/>
                <a:gd name="connsiteY747" fmla="*/ 1701062 h 2483088"/>
                <a:gd name="connsiteX748" fmla="*/ 3 w 2309166"/>
                <a:gd name="connsiteY748" fmla="*/ 1716702 h 2483088"/>
                <a:gd name="connsiteX749" fmla="*/ 3 w 2309166"/>
                <a:gd name="connsiteY749" fmla="*/ 1716702 h 2483088"/>
                <a:gd name="connsiteX750" fmla="*/ 15817 w 2309166"/>
                <a:gd name="connsiteY750" fmla="*/ 1733053 h 2483088"/>
                <a:gd name="connsiteX751" fmla="*/ 15823 w 2309166"/>
                <a:gd name="connsiteY751" fmla="*/ 1733053 h 2483088"/>
                <a:gd name="connsiteX752" fmla="*/ 15823 w 2309166"/>
                <a:gd name="connsiteY752" fmla="*/ 1733053 h 2483088"/>
                <a:gd name="connsiteX753" fmla="*/ 32073 w 2309166"/>
                <a:gd name="connsiteY753" fmla="*/ 1717427 h 2483088"/>
                <a:gd name="connsiteX754" fmla="*/ 32070 w 2309166"/>
                <a:gd name="connsiteY754" fmla="*/ 1716702 h 2483088"/>
                <a:gd name="connsiteX755" fmla="*/ 32070 w 2309166"/>
                <a:gd name="connsiteY755" fmla="*/ 1716702 h 2483088"/>
                <a:gd name="connsiteX756" fmla="*/ 15828 w 2309166"/>
                <a:gd name="connsiteY756" fmla="*/ 1701062 h 2483088"/>
                <a:gd name="connsiteX757" fmla="*/ 15823 w 2309166"/>
                <a:gd name="connsiteY757" fmla="*/ 1701062 h 2483088"/>
                <a:gd name="connsiteX758" fmla="*/ 293601 w 2309166"/>
                <a:gd name="connsiteY758" fmla="*/ 2006753 h 2483088"/>
                <a:gd name="connsiteX759" fmla="*/ 283480 w 2309166"/>
                <a:gd name="connsiteY759" fmla="*/ 2016848 h 2483088"/>
                <a:gd name="connsiteX760" fmla="*/ 283482 w 2309166"/>
                <a:gd name="connsiteY760" fmla="*/ 2016990 h 2483088"/>
                <a:gd name="connsiteX761" fmla="*/ 283482 w 2309166"/>
                <a:gd name="connsiteY761" fmla="*/ 2016990 h 2483088"/>
                <a:gd name="connsiteX762" fmla="*/ 293601 w 2309166"/>
                <a:gd name="connsiteY762" fmla="*/ 2027085 h 2483088"/>
                <a:gd name="connsiteX763" fmla="*/ 293601 w 2309166"/>
                <a:gd name="connsiteY763" fmla="*/ 2027085 h 2483088"/>
                <a:gd name="connsiteX764" fmla="*/ 303861 w 2309166"/>
                <a:gd name="connsiteY764" fmla="*/ 2017132 h 2483088"/>
                <a:gd name="connsiteX765" fmla="*/ 303863 w 2309166"/>
                <a:gd name="connsiteY765" fmla="*/ 2016990 h 2483088"/>
                <a:gd name="connsiteX766" fmla="*/ 303863 w 2309166"/>
                <a:gd name="connsiteY766" fmla="*/ 2016990 h 2483088"/>
                <a:gd name="connsiteX767" fmla="*/ 293601 w 2309166"/>
                <a:gd name="connsiteY767" fmla="*/ 2006753 h 2483088"/>
                <a:gd name="connsiteX768" fmla="*/ 288898 w 2309166"/>
                <a:gd name="connsiteY768" fmla="*/ 2109408 h 2483088"/>
                <a:gd name="connsiteX769" fmla="*/ 278636 w 2309166"/>
                <a:gd name="connsiteY769" fmla="*/ 2119645 h 2483088"/>
                <a:gd name="connsiteX770" fmla="*/ 278636 w 2309166"/>
                <a:gd name="connsiteY770" fmla="*/ 2119645 h 2483088"/>
                <a:gd name="connsiteX771" fmla="*/ 288754 w 2309166"/>
                <a:gd name="connsiteY771" fmla="*/ 2129740 h 2483088"/>
                <a:gd name="connsiteX772" fmla="*/ 288898 w 2309166"/>
                <a:gd name="connsiteY772" fmla="*/ 2129740 h 2483088"/>
                <a:gd name="connsiteX773" fmla="*/ 288898 w 2309166"/>
                <a:gd name="connsiteY773" fmla="*/ 2129740 h 2483088"/>
                <a:gd name="connsiteX774" fmla="*/ 299158 w 2309166"/>
                <a:gd name="connsiteY774" fmla="*/ 2119787 h 2483088"/>
                <a:gd name="connsiteX775" fmla="*/ 299159 w 2309166"/>
                <a:gd name="connsiteY775" fmla="*/ 2119645 h 2483088"/>
                <a:gd name="connsiteX776" fmla="*/ 299159 w 2309166"/>
                <a:gd name="connsiteY776" fmla="*/ 2119645 h 2483088"/>
                <a:gd name="connsiteX777" fmla="*/ 288898 w 2309166"/>
                <a:gd name="connsiteY777" fmla="*/ 2109408 h 2483088"/>
                <a:gd name="connsiteX778" fmla="*/ 467907 w 2309166"/>
                <a:gd name="connsiteY778" fmla="*/ 1855045 h 2483088"/>
                <a:gd name="connsiteX779" fmla="*/ 452799 w 2309166"/>
                <a:gd name="connsiteY779" fmla="*/ 1870116 h 2483088"/>
                <a:gd name="connsiteX780" fmla="*/ 452799 w 2309166"/>
                <a:gd name="connsiteY780" fmla="*/ 1870258 h 2483088"/>
                <a:gd name="connsiteX781" fmla="*/ 452799 w 2309166"/>
                <a:gd name="connsiteY781" fmla="*/ 1870258 h 2483088"/>
                <a:gd name="connsiteX782" fmla="*/ 467764 w 2309166"/>
                <a:gd name="connsiteY782" fmla="*/ 1885472 h 2483088"/>
                <a:gd name="connsiteX783" fmla="*/ 467907 w 2309166"/>
                <a:gd name="connsiteY783" fmla="*/ 1885472 h 2483088"/>
                <a:gd name="connsiteX784" fmla="*/ 467907 w 2309166"/>
                <a:gd name="connsiteY784" fmla="*/ 1885472 h 2483088"/>
                <a:gd name="connsiteX785" fmla="*/ 483157 w 2309166"/>
                <a:gd name="connsiteY785" fmla="*/ 1870258 h 2483088"/>
                <a:gd name="connsiteX786" fmla="*/ 483157 w 2309166"/>
                <a:gd name="connsiteY786" fmla="*/ 1870258 h 2483088"/>
                <a:gd name="connsiteX787" fmla="*/ 467907 w 2309166"/>
                <a:gd name="connsiteY787" fmla="*/ 1855045 h 2483088"/>
                <a:gd name="connsiteX788" fmla="*/ 408190 w 2309166"/>
                <a:gd name="connsiteY788" fmla="*/ 1849926 h 2483088"/>
                <a:gd name="connsiteX789" fmla="*/ 397500 w 2309166"/>
                <a:gd name="connsiteY789" fmla="*/ 1860590 h 2483088"/>
                <a:gd name="connsiteX790" fmla="*/ 397500 w 2309166"/>
                <a:gd name="connsiteY790" fmla="*/ 1860590 h 2483088"/>
                <a:gd name="connsiteX791" fmla="*/ 408190 w 2309166"/>
                <a:gd name="connsiteY791" fmla="*/ 1871111 h 2483088"/>
                <a:gd name="connsiteX792" fmla="*/ 408190 w 2309166"/>
                <a:gd name="connsiteY792" fmla="*/ 1871111 h 2483088"/>
                <a:gd name="connsiteX793" fmla="*/ 418736 w 2309166"/>
                <a:gd name="connsiteY793" fmla="*/ 1860590 h 2483088"/>
                <a:gd name="connsiteX794" fmla="*/ 418736 w 2309166"/>
                <a:gd name="connsiteY794" fmla="*/ 1860590 h 2483088"/>
                <a:gd name="connsiteX795" fmla="*/ 408190 w 2309166"/>
                <a:gd name="connsiteY795" fmla="*/ 1849926 h 2483088"/>
                <a:gd name="connsiteX796" fmla="*/ 405482 w 2309166"/>
                <a:gd name="connsiteY796" fmla="*/ 1690825 h 2483088"/>
                <a:gd name="connsiteX797" fmla="*/ 394792 w 2309166"/>
                <a:gd name="connsiteY797" fmla="*/ 1701489 h 2483088"/>
                <a:gd name="connsiteX798" fmla="*/ 394792 w 2309166"/>
                <a:gd name="connsiteY798" fmla="*/ 1701489 h 2483088"/>
                <a:gd name="connsiteX799" fmla="*/ 405482 w 2309166"/>
                <a:gd name="connsiteY799" fmla="*/ 1712010 h 2483088"/>
                <a:gd name="connsiteX800" fmla="*/ 405482 w 2309166"/>
                <a:gd name="connsiteY800" fmla="*/ 1712010 h 2483088"/>
                <a:gd name="connsiteX801" fmla="*/ 416028 w 2309166"/>
                <a:gd name="connsiteY801" fmla="*/ 1701489 h 2483088"/>
                <a:gd name="connsiteX802" fmla="*/ 416028 w 2309166"/>
                <a:gd name="connsiteY802" fmla="*/ 1701489 h 2483088"/>
                <a:gd name="connsiteX803" fmla="*/ 405626 w 2309166"/>
                <a:gd name="connsiteY803" fmla="*/ 1690825 h 2483088"/>
                <a:gd name="connsiteX804" fmla="*/ 405482 w 2309166"/>
                <a:gd name="connsiteY804" fmla="*/ 1690825 h 2483088"/>
                <a:gd name="connsiteX805" fmla="*/ 236449 w 2309166"/>
                <a:gd name="connsiteY805" fmla="*/ 1817367 h 2483088"/>
                <a:gd name="connsiteX806" fmla="*/ 225760 w 2309166"/>
                <a:gd name="connsiteY806" fmla="*/ 1827888 h 2483088"/>
                <a:gd name="connsiteX807" fmla="*/ 225760 w 2309166"/>
                <a:gd name="connsiteY807" fmla="*/ 1827888 h 2483088"/>
                <a:gd name="connsiteX808" fmla="*/ 236449 w 2309166"/>
                <a:gd name="connsiteY808" fmla="*/ 1838552 h 2483088"/>
                <a:gd name="connsiteX809" fmla="*/ 236449 w 2309166"/>
                <a:gd name="connsiteY809" fmla="*/ 1838552 h 2483088"/>
                <a:gd name="connsiteX810" fmla="*/ 246996 w 2309166"/>
                <a:gd name="connsiteY810" fmla="*/ 1827888 h 2483088"/>
                <a:gd name="connsiteX811" fmla="*/ 246996 w 2309166"/>
                <a:gd name="connsiteY811" fmla="*/ 1827888 h 2483088"/>
                <a:gd name="connsiteX812" fmla="*/ 236449 w 2309166"/>
                <a:gd name="connsiteY812" fmla="*/ 1817367 h 2483088"/>
                <a:gd name="connsiteX813" fmla="*/ 82666 w 2309166"/>
                <a:gd name="connsiteY813" fmla="*/ 2086374 h 2483088"/>
                <a:gd name="connsiteX814" fmla="*/ 72119 w 2309166"/>
                <a:gd name="connsiteY814" fmla="*/ 2096896 h 2483088"/>
                <a:gd name="connsiteX815" fmla="*/ 72119 w 2309166"/>
                <a:gd name="connsiteY815" fmla="*/ 2096896 h 2483088"/>
                <a:gd name="connsiteX816" fmla="*/ 82666 w 2309166"/>
                <a:gd name="connsiteY816" fmla="*/ 2107560 h 2483088"/>
                <a:gd name="connsiteX817" fmla="*/ 82666 w 2309166"/>
                <a:gd name="connsiteY817" fmla="*/ 2107560 h 2483088"/>
                <a:gd name="connsiteX818" fmla="*/ 93355 w 2309166"/>
                <a:gd name="connsiteY818" fmla="*/ 2096896 h 2483088"/>
                <a:gd name="connsiteX819" fmla="*/ 93355 w 2309166"/>
                <a:gd name="connsiteY819" fmla="*/ 2096896 h 2483088"/>
                <a:gd name="connsiteX820" fmla="*/ 82666 w 2309166"/>
                <a:gd name="connsiteY820" fmla="*/ 2086374 h 2483088"/>
                <a:gd name="connsiteX821" fmla="*/ 280346 w 2309166"/>
                <a:gd name="connsiteY821" fmla="*/ 2302348 h 2483088"/>
                <a:gd name="connsiteX822" fmla="*/ 269657 w 2309166"/>
                <a:gd name="connsiteY822" fmla="*/ 2313012 h 2483088"/>
                <a:gd name="connsiteX823" fmla="*/ 269657 w 2309166"/>
                <a:gd name="connsiteY823" fmla="*/ 2313012 h 2483088"/>
                <a:gd name="connsiteX824" fmla="*/ 280346 w 2309166"/>
                <a:gd name="connsiteY824" fmla="*/ 2323533 h 2483088"/>
                <a:gd name="connsiteX825" fmla="*/ 280346 w 2309166"/>
                <a:gd name="connsiteY825" fmla="*/ 2323533 h 2483088"/>
                <a:gd name="connsiteX826" fmla="*/ 290893 w 2309166"/>
                <a:gd name="connsiteY826" fmla="*/ 2313012 h 2483088"/>
                <a:gd name="connsiteX827" fmla="*/ 290893 w 2309166"/>
                <a:gd name="connsiteY827" fmla="*/ 2313012 h 2483088"/>
                <a:gd name="connsiteX828" fmla="*/ 280490 w 2309166"/>
                <a:gd name="connsiteY828" fmla="*/ 2302348 h 2483088"/>
                <a:gd name="connsiteX829" fmla="*/ 280346 w 2309166"/>
                <a:gd name="connsiteY829" fmla="*/ 2302348 h 2483088"/>
                <a:gd name="connsiteX830" fmla="*/ 347047 w 2309166"/>
                <a:gd name="connsiteY830" fmla="*/ 2375714 h 2483088"/>
                <a:gd name="connsiteX831" fmla="*/ 336500 w 2309166"/>
                <a:gd name="connsiteY831" fmla="*/ 2386378 h 2483088"/>
                <a:gd name="connsiteX832" fmla="*/ 336500 w 2309166"/>
                <a:gd name="connsiteY832" fmla="*/ 2386378 h 2483088"/>
                <a:gd name="connsiteX833" fmla="*/ 347047 w 2309166"/>
                <a:gd name="connsiteY833" fmla="*/ 2396899 h 2483088"/>
                <a:gd name="connsiteX834" fmla="*/ 347047 w 2309166"/>
                <a:gd name="connsiteY834" fmla="*/ 2396899 h 2483088"/>
                <a:gd name="connsiteX835" fmla="*/ 357736 w 2309166"/>
                <a:gd name="connsiteY835" fmla="*/ 2386378 h 2483088"/>
                <a:gd name="connsiteX836" fmla="*/ 357736 w 2309166"/>
                <a:gd name="connsiteY836" fmla="*/ 2386378 h 2483088"/>
                <a:gd name="connsiteX837" fmla="*/ 347047 w 2309166"/>
                <a:gd name="connsiteY837" fmla="*/ 2375714 h 2483088"/>
                <a:gd name="connsiteX838" fmla="*/ 410470 w 2309166"/>
                <a:gd name="connsiteY838" fmla="*/ 2381970 h 2483088"/>
                <a:gd name="connsiteX839" fmla="*/ 399923 w 2309166"/>
                <a:gd name="connsiteY839" fmla="*/ 2392491 h 2483088"/>
                <a:gd name="connsiteX840" fmla="*/ 399923 w 2309166"/>
                <a:gd name="connsiteY840" fmla="*/ 2392491 h 2483088"/>
                <a:gd name="connsiteX841" fmla="*/ 410470 w 2309166"/>
                <a:gd name="connsiteY841" fmla="*/ 2403155 h 2483088"/>
                <a:gd name="connsiteX842" fmla="*/ 410470 w 2309166"/>
                <a:gd name="connsiteY842" fmla="*/ 2403155 h 2483088"/>
                <a:gd name="connsiteX843" fmla="*/ 421159 w 2309166"/>
                <a:gd name="connsiteY843" fmla="*/ 2392491 h 2483088"/>
                <a:gd name="connsiteX844" fmla="*/ 421159 w 2309166"/>
                <a:gd name="connsiteY844" fmla="*/ 2392491 h 2483088"/>
                <a:gd name="connsiteX845" fmla="*/ 410470 w 2309166"/>
                <a:gd name="connsiteY845" fmla="*/ 2381970 h 2483088"/>
                <a:gd name="connsiteX846" fmla="*/ 1152732 w 2309166"/>
                <a:gd name="connsiteY846" fmla="*/ 2337751 h 2483088"/>
                <a:gd name="connsiteX847" fmla="*/ 1142185 w 2309166"/>
                <a:gd name="connsiteY847" fmla="*/ 2348273 h 2483088"/>
                <a:gd name="connsiteX848" fmla="*/ 1142185 w 2309166"/>
                <a:gd name="connsiteY848" fmla="*/ 2348273 h 2483088"/>
                <a:gd name="connsiteX849" fmla="*/ 1152732 w 2309166"/>
                <a:gd name="connsiteY849" fmla="*/ 2358937 h 2483088"/>
                <a:gd name="connsiteX850" fmla="*/ 1152732 w 2309166"/>
                <a:gd name="connsiteY850" fmla="*/ 2358937 h 2483088"/>
                <a:gd name="connsiteX851" fmla="*/ 1163279 w 2309166"/>
                <a:gd name="connsiteY851" fmla="*/ 2348273 h 2483088"/>
                <a:gd name="connsiteX852" fmla="*/ 1163279 w 2309166"/>
                <a:gd name="connsiteY852" fmla="*/ 2348273 h 2483088"/>
                <a:gd name="connsiteX853" fmla="*/ 1152732 w 2309166"/>
                <a:gd name="connsiteY853" fmla="*/ 2337751 h 2483088"/>
                <a:gd name="connsiteX854" fmla="*/ 986122 w 2309166"/>
                <a:gd name="connsiteY854" fmla="*/ 2067606 h 2483088"/>
                <a:gd name="connsiteX855" fmla="*/ 975575 w 2309166"/>
                <a:gd name="connsiteY855" fmla="*/ 2078128 h 2483088"/>
                <a:gd name="connsiteX856" fmla="*/ 975575 w 2309166"/>
                <a:gd name="connsiteY856" fmla="*/ 2078128 h 2483088"/>
                <a:gd name="connsiteX857" fmla="*/ 986122 w 2309166"/>
                <a:gd name="connsiteY857" fmla="*/ 2088791 h 2483088"/>
                <a:gd name="connsiteX858" fmla="*/ 986122 w 2309166"/>
                <a:gd name="connsiteY858" fmla="*/ 2088791 h 2483088"/>
                <a:gd name="connsiteX859" fmla="*/ 996811 w 2309166"/>
                <a:gd name="connsiteY859" fmla="*/ 2078128 h 2483088"/>
                <a:gd name="connsiteX860" fmla="*/ 996811 w 2309166"/>
                <a:gd name="connsiteY860" fmla="*/ 2078128 h 2483088"/>
                <a:gd name="connsiteX861" fmla="*/ 986266 w 2309166"/>
                <a:gd name="connsiteY861" fmla="*/ 2067606 h 2483088"/>
                <a:gd name="connsiteX862" fmla="*/ 986122 w 2309166"/>
                <a:gd name="connsiteY862" fmla="*/ 2067606 h 2483088"/>
                <a:gd name="connsiteX863" fmla="*/ 693664 w 2309166"/>
                <a:gd name="connsiteY863" fmla="*/ 1995662 h 2483088"/>
                <a:gd name="connsiteX864" fmla="*/ 685825 w 2309166"/>
                <a:gd name="connsiteY864" fmla="*/ 2003482 h 2483088"/>
                <a:gd name="connsiteX865" fmla="*/ 685825 w 2309166"/>
                <a:gd name="connsiteY865" fmla="*/ 2003482 h 2483088"/>
                <a:gd name="connsiteX866" fmla="*/ 693664 w 2309166"/>
                <a:gd name="connsiteY866" fmla="*/ 2011445 h 2483088"/>
                <a:gd name="connsiteX867" fmla="*/ 693664 w 2309166"/>
                <a:gd name="connsiteY867" fmla="*/ 2011445 h 2483088"/>
                <a:gd name="connsiteX868" fmla="*/ 701645 w 2309166"/>
                <a:gd name="connsiteY868" fmla="*/ 2003482 h 2483088"/>
                <a:gd name="connsiteX869" fmla="*/ 701645 w 2309166"/>
                <a:gd name="connsiteY869" fmla="*/ 2003482 h 2483088"/>
                <a:gd name="connsiteX870" fmla="*/ 693664 w 2309166"/>
                <a:gd name="connsiteY870" fmla="*/ 1995662 h 248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</a:cxnLst>
              <a:rect l="l" t="t" r="r" b="b"/>
              <a:pathLst>
                <a:path w="2309166" h="2483088">
                  <a:moveTo>
                    <a:pt x="2294915" y="1299115"/>
                  </a:moveTo>
                  <a:cubicBezTo>
                    <a:pt x="2302782" y="1299115"/>
                    <a:pt x="2309167" y="1305484"/>
                    <a:pt x="2309167" y="1313333"/>
                  </a:cubicBezTo>
                  <a:lnTo>
                    <a:pt x="2309167" y="1313333"/>
                  </a:lnTo>
                  <a:cubicBezTo>
                    <a:pt x="2309167" y="1321181"/>
                    <a:pt x="2302782" y="1327551"/>
                    <a:pt x="2294915" y="1327551"/>
                  </a:cubicBezTo>
                  <a:lnTo>
                    <a:pt x="2294915" y="1327551"/>
                  </a:lnTo>
                  <a:cubicBezTo>
                    <a:pt x="2287047" y="1327551"/>
                    <a:pt x="2280662" y="1321181"/>
                    <a:pt x="2280662" y="1313333"/>
                  </a:cubicBezTo>
                  <a:lnTo>
                    <a:pt x="2280662" y="1313333"/>
                  </a:lnTo>
                  <a:cubicBezTo>
                    <a:pt x="2280662" y="1305484"/>
                    <a:pt x="2287047" y="1299115"/>
                    <a:pt x="2294915" y="1299115"/>
                  </a:cubicBezTo>
                  <a:close/>
                  <a:moveTo>
                    <a:pt x="1344996" y="1424661"/>
                  </a:moveTo>
                  <a:cubicBezTo>
                    <a:pt x="1335319" y="1424661"/>
                    <a:pt x="1327466" y="1432495"/>
                    <a:pt x="1327466" y="1442149"/>
                  </a:cubicBezTo>
                  <a:lnTo>
                    <a:pt x="1327466" y="1442149"/>
                  </a:lnTo>
                  <a:cubicBezTo>
                    <a:pt x="1327537" y="1451747"/>
                    <a:pt x="1335376" y="1459496"/>
                    <a:pt x="1344996" y="1459496"/>
                  </a:cubicBezTo>
                  <a:lnTo>
                    <a:pt x="1344996" y="1459496"/>
                  </a:lnTo>
                  <a:cubicBezTo>
                    <a:pt x="1354602" y="1459496"/>
                    <a:pt x="1362384" y="1451732"/>
                    <a:pt x="1362384" y="1442149"/>
                  </a:cubicBezTo>
                  <a:lnTo>
                    <a:pt x="1362384" y="1442149"/>
                  </a:lnTo>
                  <a:cubicBezTo>
                    <a:pt x="1362384" y="1432552"/>
                    <a:pt x="1354616" y="1424732"/>
                    <a:pt x="1344996" y="1424661"/>
                  </a:cubicBezTo>
                  <a:close/>
                  <a:moveTo>
                    <a:pt x="1314068" y="1096932"/>
                  </a:moveTo>
                  <a:cubicBezTo>
                    <a:pt x="1304462" y="1096932"/>
                    <a:pt x="1296681" y="1104695"/>
                    <a:pt x="1296681" y="1114279"/>
                  </a:cubicBezTo>
                  <a:lnTo>
                    <a:pt x="1296681" y="1114279"/>
                  </a:lnTo>
                  <a:cubicBezTo>
                    <a:pt x="1296681" y="1123876"/>
                    <a:pt x="1304448" y="1131696"/>
                    <a:pt x="1314068" y="1131767"/>
                  </a:cubicBezTo>
                  <a:lnTo>
                    <a:pt x="1314068" y="1131767"/>
                  </a:lnTo>
                  <a:cubicBezTo>
                    <a:pt x="1323746" y="1131767"/>
                    <a:pt x="1331599" y="1123933"/>
                    <a:pt x="1331599" y="1114279"/>
                  </a:cubicBezTo>
                  <a:lnTo>
                    <a:pt x="1331599" y="1114279"/>
                  </a:lnTo>
                  <a:cubicBezTo>
                    <a:pt x="1331599" y="1104695"/>
                    <a:pt x="1323817" y="1096932"/>
                    <a:pt x="1314211" y="1096932"/>
                  </a:cubicBezTo>
                  <a:cubicBezTo>
                    <a:pt x="1314168" y="1096932"/>
                    <a:pt x="1314111" y="1096932"/>
                    <a:pt x="1314068" y="1096932"/>
                  </a:cubicBezTo>
                  <a:close/>
                  <a:moveTo>
                    <a:pt x="1345566" y="1190630"/>
                  </a:moveTo>
                  <a:cubicBezTo>
                    <a:pt x="1340535" y="1190630"/>
                    <a:pt x="1336445" y="1194711"/>
                    <a:pt x="1336445" y="1199730"/>
                  </a:cubicBezTo>
                  <a:lnTo>
                    <a:pt x="1336445" y="1199730"/>
                  </a:lnTo>
                  <a:cubicBezTo>
                    <a:pt x="1336516" y="1204706"/>
                    <a:pt x="1340578" y="1208687"/>
                    <a:pt x="1345566" y="1208687"/>
                  </a:cubicBezTo>
                  <a:lnTo>
                    <a:pt x="1345566" y="1208687"/>
                  </a:lnTo>
                  <a:cubicBezTo>
                    <a:pt x="1350526" y="1208687"/>
                    <a:pt x="1354545" y="1204678"/>
                    <a:pt x="1354545" y="1199730"/>
                  </a:cubicBezTo>
                  <a:lnTo>
                    <a:pt x="1354545" y="1199730"/>
                  </a:lnTo>
                  <a:cubicBezTo>
                    <a:pt x="1354545" y="1194753"/>
                    <a:pt x="1350555" y="1190701"/>
                    <a:pt x="1345566" y="1190630"/>
                  </a:cubicBezTo>
                  <a:close/>
                  <a:moveTo>
                    <a:pt x="1410984" y="1183094"/>
                  </a:moveTo>
                  <a:cubicBezTo>
                    <a:pt x="1405953" y="1183094"/>
                    <a:pt x="1401863" y="1187175"/>
                    <a:pt x="1401863" y="1192194"/>
                  </a:cubicBezTo>
                  <a:lnTo>
                    <a:pt x="1401863" y="1192194"/>
                  </a:lnTo>
                  <a:cubicBezTo>
                    <a:pt x="1401934" y="1197171"/>
                    <a:pt x="1405996" y="1201152"/>
                    <a:pt x="1410984" y="1201152"/>
                  </a:cubicBezTo>
                  <a:lnTo>
                    <a:pt x="1410984" y="1201152"/>
                  </a:lnTo>
                  <a:cubicBezTo>
                    <a:pt x="1415944" y="1201152"/>
                    <a:pt x="1419963" y="1197142"/>
                    <a:pt x="1419963" y="1192194"/>
                  </a:cubicBezTo>
                  <a:lnTo>
                    <a:pt x="1419963" y="1192194"/>
                  </a:lnTo>
                  <a:cubicBezTo>
                    <a:pt x="1419963" y="1187218"/>
                    <a:pt x="1415973" y="1183166"/>
                    <a:pt x="1410984" y="1183094"/>
                  </a:cubicBezTo>
                  <a:close/>
                  <a:moveTo>
                    <a:pt x="1556216" y="1166317"/>
                  </a:moveTo>
                  <a:cubicBezTo>
                    <a:pt x="1551256" y="1166317"/>
                    <a:pt x="1547237" y="1170327"/>
                    <a:pt x="1547237" y="1175274"/>
                  </a:cubicBezTo>
                  <a:lnTo>
                    <a:pt x="1547237" y="1175274"/>
                  </a:lnTo>
                  <a:cubicBezTo>
                    <a:pt x="1547237" y="1180251"/>
                    <a:pt x="1551228" y="1184303"/>
                    <a:pt x="1556216" y="1184374"/>
                  </a:cubicBezTo>
                  <a:lnTo>
                    <a:pt x="1556216" y="1184374"/>
                  </a:lnTo>
                  <a:cubicBezTo>
                    <a:pt x="1561247" y="1184374"/>
                    <a:pt x="1565337" y="1180293"/>
                    <a:pt x="1565337" y="1175274"/>
                  </a:cubicBezTo>
                  <a:lnTo>
                    <a:pt x="1565337" y="1175274"/>
                  </a:lnTo>
                  <a:cubicBezTo>
                    <a:pt x="1565266" y="1170298"/>
                    <a:pt x="1561204" y="1166317"/>
                    <a:pt x="1556216" y="1166317"/>
                  </a:cubicBezTo>
                  <a:close/>
                  <a:moveTo>
                    <a:pt x="2294915" y="1175417"/>
                  </a:moveTo>
                  <a:cubicBezTo>
                    <a:pt x="2292791" y="1175417"/>
                    <a:pt x="2291067" y="1177137"/>
                    <a:pt x="2291067" y="1179256"/>
                  </a:cubicBezTo>
                  <a:lnTo>
                    <a:pt x="2291067" y="1179256"/>
                  </a:lnTo>
                  <a:cubicBezTo>
                    <a:pt x="2291138" y="1181346"/>
                    <a:pt x="2292820" y="1183023"/>
                    <a:pt x="2294915" y="1183094"/>
                  </a:cubicBezTo>
                  <a:lnTo>
                    <a:pt x="2294915" y="1183094"/>
                  </a:lnTo>
                  <a:cubicBezTo>
                    <a:pt x="2297010" y="1183023"/>
                    <a:pt x="2298692" y="1181346"/>
                    <a:pt x="2298763" y="1179256"/>
                  </a:cubicBezTo>
                  <a:lnTo>
                    <a:pt x="2298763" y="1179256"/>
                  </a:lnTo>
                  <a:cubicBezTo>
                    <a:pt x="2298692" y="1177165"/>
                    <a:pt x="2297010" y="1175488"/>
                    <a:pt x="2294915" y="1175417"/>
                  </a:cubicBezTo>
                  <a:close/>
                  <a:moveTo>
                    <a:pt x="2237050" y="1197739"/>
                  </a:moveTo>
                  <a:cubicBezTo>
                    <a:pt x="2234955" y="1197810"/>
                    <a:pt x="2233273" y="1199488"/>
                    <a:pt x="2233202" y="1201578"/>
                  </a:cubicBezTo>
                  <a:lnTo>
                    <a:pt x="2233202" y="1201578"/>
                  </a:lnTo>
                  <a:cubicBezTo>
                    <a:pt x="2233202" y="1203725"/>
                    <a:pt x="2234898" y="1205488"/>
                    <a:pt x="2237050" y="1205559"/>
                  </a:cubicBezTo>
                  <a:lnTo>
                    <a:pt x="2237050" y="1205559"/>
                  </a:lnTo>
                  <a:cubicBezTo>
                    <a:pt x="2239202" y="1205488"/>
                    <a:pt x="2240898" y="1203725"/>
                    <a:pt x="2240898" y="1201578"/>
                  </a:cubicBezTo>
                  <a:lnTo>
                    <a:pt x="2240898" y="1201578"/>
                  </a:lnTo>
                  <a:cubicBezTo>
                    <a:pt x="2240827" y="1199488"/>
                    <a:pt x="2239145" y="1197810"/>
                    <a:pt x="2237050" y="1197739"/>
                  </a:cubicBezTo>
                  <a:close/>
                  <a:moveTo>
                    <a:pt x="2222798" y="1169303"/>
                  </a:moveTo>
                  <a:cubicBezTo>
                    <a:pt x="2220674" y="1169303"/>
                    <a:pt x="2218950" y="1171023"/>
                    <a:pt x="2218950" y="1173142"/>
                  </a:cubicBezTo>
                  <a:lnTo>
                    <a:pt x="2218950" y="1173142"/>
                  </a:lnTo>
                  <a:cubicBezTo>
                    <a:pt x="2218950" y="1175260"/>
                    <a:pt x="2220674" y="1176981"/>
                    <a:pt x="2222798" y="1176981"/>
                  </a:cubicBezTo>
                  <a:lnTo>
                    <a:pt x="2222798" y="1176981"/>
                  </a:lnTo>
                  <a:cubicBezTo>
                    <a:pt x="2224921" y="1176981"/>
                    <a:pt x="2226646" y="1175260"/>
                    <a:pt x="2226646" y="1173142"/>
                  </a:cubicBezTo>
                  <a:lnTo>
                    <a:pt x="2226646" y="1173142"/>
                  </a:lnTo>
                  <a:cubicBezTo>
                    <a:pt x="2226646" y="1171023"/>
                    <a:pt x="2224921" y="1169303"/>
                    <a:pt x="2222798" y="1169303"/>
                  </a:cubicBezTo>
                  <a:close/>
                  <a:moveTo>
                    <a:pt x="2146690" y="1021150"/>
                  </a:moveTo>
                  <a:cubicBezTo>
                    <a:pt x="2144567" y="1021150"/>
                    <a:pt x="2142842" y="1022870"/>
                    <a:pt x="2142842" y="1024989"/>
                  </a:cubicBezTo>
                  <a:lnTo>
                    <a:pt x="2142842" y="1024989"/>
                  </a:lnTo>
                  <a:cubicBezTo>
                    <a:pt x="2142842" y="1027107"/>
                    <a:pt x="2144567" y="1028827"/>
                    <a:pt x="2146690" y="1028827"/>
                  </a:cubicBezTo>
                  <a:lnTo>
                    <a:pt x="2146690" y="1028827"/>
                  </a:lnTo>
                  <a:cubicBezTo>
                    <a:pt x="2148814" y="1028827"/>
                    <a:pt x="2150538" y="1027107"/>
                    <a:pt x="2150538" y="1024989"/>
                  </a:cubicBezTo>
                  <a:lnTo>
                    <a:pt x="2150538" y="1024989"/>
                  </a:lnTo>
                  <a:cubicBezTo>
                    <a:pt x="2150538" y="1022870"/>
                    <a:pt x="2148814" y="1021150"/>
                    <a:pt x="2146690" y="1021150"/>
                  </a:cubicBezTo>
                  <a:close/>
                  <a:moveTo>
                    <a:pt x="1840978" y="1135890"/>
                  </a:moveTo>
                  <a:cubicBezTo>
                    <a:pt x="1837429" y="1135890"/>
                    <a:pt x="1834564" y="1138748"/>
                    <a:pt x="1834564" y="1142288"/>
                  </a:cubicBezTo>
                  <a:lnTo>
                    <a:pt x="1834564" y="1142288"/>
                  </a:lnTo>
                  <a:cubicBezTo>
                    <a:pt x="1834564" y="1145843"/>
                    <a:pt x="1837414" y="1148758"/>
                    <a:pt x="1840978" y="1148829"/>
                  </a:cubicBezTo>
                  <a:lnTo>
                    <a:pt x="1840978" y="1148829"/>
                  </a:lnTo>
                  <a:cubicBezTo>
                    <a:pt x="1844569" y="1148758"/>
                    <a:pt x="1847462" y="1145871"/>
                    <a:pt x="1847534" y="1142288"/>
                  </a:cubicBezTo>
                  <a:lnTo>
                    <a:pt x="1847534" y="1142288"/>
                  </a:lnTo>
                  <a:cubicBezTo>
                    <a:pt x="1847462" y="1138734"/>
                    <a:pt x="1844541" y="1135890"/>
                    <a:pt x="1840978" y="1135890"/>
                  </a:cubicBezTo>
                  <a:close/>
                  <a:moveTo>
                    <a:pt x="1780263" y="1377599"/>
                  </a:moveTo>
                  <a:cubicBezTo>
                    <a:pt x="1776671" y="1377670"/>
                    <a:pt x="1773778" y="1380556"/>
                    <a:pt x="1773706" y="1384139"/>
                  </a:cubicBezTo>
                  <a:lnTo>
                    <a:pt x="1773706" y="1384139"/>
                  </a:lnTo>
                  <a:cubicBezTo>
                    <a:pt x="1773778" y="1387694"/>
                    <a:pt x="1776700" y="1390537"/>
                    <a:pt x="1780263" y="1390537"/>
                  </a:cubicBezTo>
                  <a:lnTo>
                    <a:pt x="1780263" y="1390537"/>
                  </a:lnTo>
                  <a:cubicBezTo>
                    <a:pt x="1783811" y="1390537"/>
                    <a:pt x="1786676" y="1387680"/>
                    <a:pt x="1786676" y="1384139"/>
                  </a:cubicBezTo>
                  <a:lnTo>
                    <a:pt x="1786676" y="1384139"/>
                  </a:lnTo>
                  <a:cubicBezTo>
                    <a:pt x="1786676" y="1380585"/>
                    <a:pt x="1783826" y="1377670"/>
                    <a:pt x="1780263" y="1377599"/>
                  </a:cubicBezTo>
                  <a:close/>
                  <a:moveTo>
                    <a:pt x="1642443" y="1242953"/>
                  </a:moveTo>
                  <a:cubicBezTo>
                    <a:pt x="1638879" y="1242953"/>
                    <a:pt x="1635958" y="1245797"/>
                    <a:pt x="1635886" y="1249351"/>
                  </a:cubicBezTo>
                  <a:lnTo>
                    <a:pt x="1635886" y="1249351"/>
                  </a:lnTo>
                  <a:cubicBezTo>
                    <a:pt x="1635958" y="1252934"/>
                    <a:pt x="1638851" y="1255820"/>
                    <a:pt x="1642443" y="1255891"/>
                  </a:cubicBezTo>
                  <a:lnTo>
                    <a:pt x="1642443" y="1255891"/>
                  </a:lnTo>
                  <a:cubicBezTo>
                    <a:pt x="1646006" y="1255820"/>
                    <a:pt x="1648856" y="1252906"/>
                    <a:pt x="1648856" y="1249351"/>
                  </a:cubicBezTo>
                  <a:lnTo>
                    <a:pt x="1648856" y="1249351"/>
                  </a:lnTo>
                  <a:cubicBezTo>
                    <a:pt x="1648856" y="1245811"/>
                    <a:pt x="1645991" y="1242953"/>
                    <a:pt x="1642443" y="1242953"/>
                  </a:cubicBezTo>
                  <a:close/>
                  <a:moveTo>
                    <a:pt x="1651849" y="1048733"/>
                  </a:moveTo>
                  <a:cubicBezTo>
                    <a:pt x="1648286" y="1048804"/>
                    <a:pt x="1645435" y="1051719"/>
                    <a:pt x="1645435" y="1055273"/>
                  </a:cubicBezTo>
                  <a:lnTo>
                    <a:pt x="1645435" y="1055273"/>
                  </a:lnTo>
                  <a:cubicBezTo>
                    <a:pt x="1645435" y="1058814"/>
                    <a:pt x="1648300" y="1061671"/>
                    <a:pt x="1651849" y="1061671"/>
                  </a:cubicBezTo>
                  <a:lnTo>
                    <a:pt x="1651849" y="1061671"/>
                  </a:lnTo>
                  <a:cubicBezTo>
                    <a:pt x="1655412" y="1061671"/>
                    <a:pt x="1658334" y="1058828"/>
                    <a:pt x="1658405" y="1055273"/>
                  </a:cubicBezTo>
                  <a:lnTo>
                    <a:pt x="1658405" y="1055273"/>
                  </a:lnTo>
                  <a:cubicBezTo>
                    <a:pt x="1658334" y="1051690"/>
                    <a:pt x="1655441" y="1048804"/>
                    <a:pt x="1651849" y="1048733"/>
                  </a:cubicBezTo>
                  <a:close/>
                  <a:moveTo>
                    <a:pt x="1398300" y="1092951"/>
                  </a:moveTo>
                  <a:cubicBezTo>
                    <a:pt x="1394737" y="1093022"/>
                    <a:pt x="1391886" y="1095937"/>
                    <a:pt x="1391886" y="1099492"/>
                  </a:cubicBezTo>
                  <a:lnTo>
                    <a:pt x="1391886" y="1099492"/>
                  </a:lnTo>
                  <a:cubicBezTo>
                    <a:pt x="1391886" y="1103046"/>
                    <a:pt x="1394737" y="1105961"/>
                    <a:pt x="1398300" y="1106032"/>
                  </a:cubicBezTo>
                  <a:lnTo>
                    <a:pt x="1398300" y="1106032"/>
                  </a:lnTo>
                  <a:cubicBezTo>
                    <a:pt x="1401920" y="1106032"/>
                    <a:pt x="1404856" y="1103103"/>
                    <a:pt x="1404856" y="1099492"/>
                  </a:cubicBezTo>
                  <a:lnTo>
                    <a:pt x="1404856" y="1099492"/>
                  </a:lnTo>
                  <a:cubicBezTo>
                    <a:pt x="1404856" y="1095880"/>
                    <a:pt x="1401920" y="1092951"/>
                    <a:pt x="1398300" y="1092951"/>
                  </a:cubicBezTo>
                  <a:close/>
                  <a:moveTo>
                    <a:pt x="1478683" y="773611"/>
                  </a:moveTo>
                  <a:cubicBezTo>
                    <a:pt x="1475091" y="773683"/>
                    <a:pt x="1472198" y="776569"/>
                    <a:pt x="1472127" y="780152"/>
                  </a:cubicBezTo>
                  <a:lnTo>
                    <a:pt x="1472127" y="780152"/>
                  </a:lnTo>
                  <a:cubicBezTo>
                    <a:pt x="1472198" y="783706"/>
                    <a:pt x="1475120" y="786550"/>
                    <a:pt x="1478683" y="786550"/>
                  </a:cubicBezTo>
                  <a:lnTo>
                    <a:pt x="1478683" y="786550"/>
                  </a:lnTo>
                  <a:cubicBezTo>
                    <a:pt x="1482232" y="786550"/>
                    <a:pt x="1485097" y="783692"/>
                    <a:pt x="1485097" y="780152"/>
                  </a:cubicBezTo>
                  <a:lnTo>
                    <a:pt x="1485097" y="780152"/>
                  </a:lnTo>
                  <a:cubicBezTo>
                    <a:pt x="1485097" y="776597"/>
                    <a:pt x="1482246" y="773683"/>
                    <a:pt x="1478683" y="773611"/>
                  </a:cubicBezTo>
                  <a:close/>
                  <a:moveTo>
                    <a:pt x="1614365" y="909679"/>
                  </a:moveTo>
                  <a:cubicBezTo>
                    <a:pt x="1610802" y="909750"/>
                    <a:pt x="1607952" y="912665"/>
                    <a:pt x="1607952" y="916220"/>
                  </a:cubicBezTo>
                  <a:lnTo>
                    <a:pt x="1607952" y="916220"/>
                  </a:lnTo>
                  <a:cubicBezTo>
                    <a:pt x="1607952" y="919760"/>
                    <a:pt x="1610816" y="922618"/>
                    <a:pt x="1614365" y="922618"/>
                  </a:cubicBezTo>
                  <a:lnTo>
                    <a:pt x="1614365" y="922618"/>
                  </a:lnTo>
                  <a:cubicBezTo>
                    <a:pt x="1617928" y="922618"/>
                    <a:pt x="1620850" y="919774"/>
                    <a:pt x="1620921" y="916220"/>
                  </a:cubicBezTo>
                  <a:lnTo>
                    <a:pt x="1620921" y="916220"/>
                  </a:lnTo>
                  <a:cubicBezTo>
                    <a:pt x="1620850" y="912637"/>
                    <a:pt x="1617957" y="909750"/>
                    <a:pt x="1614365" y="909679"/>
                  </a:cubicBezTo>
                  <a:close/>
                  <a:moveTo>
                    <a:pt x="1762590" y="1057690"/>
                  </a:moveTo>
                  <a:cubicBezTo>
                    <a:pt x="1759041" y="1057690"/>
                    <a:pt x="1756176" y="1060548"/>
                    <a:pt x="1756176" y="1064089"/>
                  </a:cubicBezTo>
                  <a:lnTo>
                    <a:pt x="1756176" y="1064089"/>
                  </a:lnTo>
                  <a:cubicBezTo>
                    <a:pt x="1756176" y="1067643"/>
                    <a:pt x="1759027" y="1070558"/>
                    <a:pt x="1762590" y="1070629"/>
                  </a:cubicBezTo>
                  <a:lnTo>
                    <a:pt x="1762590" y="1070629"/>
                  </a:lnTo>
                  <a:cubicBezTo>
                    <a:pt x="1766210" y="1070629"/>
                    <a:pt x="1769146" y="1067700"/>
                    <a:pt x="1769146" y="1064089"/>
                  </a:cubicBezTo>
                  <a:lnTo>
                    <a:pt x="1769146" y="1064089"/>
                  </a:lnTo>
                  <a:cubicBezTo>
                    <a:pt x="1769146" y="1060548"/>
                    <a:pt x="1766281" y="1057690"/>
                    <a:pt x="1762732" y="1057690"/>
                  </a:cubicBezTo>
                  <a:cubicBezTo>
                    <a:pt x="1762689" y="1057690"/>
                    <a:pt x="1762633" y="1057690"/>
                    <a:pt x="1762590" y="1057690"/>
                  </a:cubicBezTo>
                  <a:close/>
                  <a:moveTo>
                    <a:pt x="1701590" y="1150962"/>
                  </a:moveTo>
                  <a:cubicBezTo>
                    <a:pt x="1698027" y="1151032"/>
                    <a:pt x="1695176" y="1153947"/>
                    <a:pt x="1695176" y="1157502"/>
                  </a:cubicBezTo>
                  <a:lnTo>
                    <a:pt x="1695176" y="1157502"/>
                  </a:lnTo>
                  <a:cubicBezTo>
                    <a:pt x="1695176" y="1161042"/>
                    <a:pt x="1698041" y="1163900"/>
                    <a:pt x="1701590" y="1163900"/>
                  </a:cubicBezTo>
                  <a:lnTo>
                    <a:pt x="1701590" y="1163900"/>
                  </a:lnTo>
                  <a:cubicBezTo>
                    <a:pt x="1705153" y="1163900"/>
                    <a:pt x="1708075" y="1161056"/>
                    <a:pt x="1708146" y="1157502"/>
                  </a:cubicBezTo>
                  <a:lnTo>
                    <a:pt x="1708146" y="1157502"/>
                  </a:lnTo>
                  <a:cubicBezTo>
                    <a:pt x="1708075" y="1153919"/>
                    <a:pt x="1705181" y="1151032"/>
                    <a:pt x="1701590" y="1150962"/>
                  </a:cubicBezTo>
                  <a:close/>
                  <a:moveTo>
                    <a:pt x="1810905" y="1257740"/>
                  </a:moveTo>
                  <a:cubicBezTo>
                    <a:pt x="1807285" y="1257740"/>
                    <a:pt x="1804349" y="1260669"/>
                    <a:pt x="1804349" y="1264280"/>
                  </a:cubicBezTo>
                  <a:lnTo>
                    <a:pt x="1804349" y="1264280"/>
                  </a:lnTo>
                  <a:cubicBezTo>
                    <a:pt x="1804420" y="1267835"/>
                    <a:pt x="1807342" y="1270678"/>
                    <a:pt x="1810905" y="1270678"/>
                  </a:cubicBezTo>
                  <a:lnTo>
                    <a:pt x="1810905" y="1270678"/>
                  </a:lnTo>
                  <a:cubicBezTo>
                    <a:pt x="1814468" y="1270678"/>
                    <a:pt x="1817390" y="1267835"/>
                    <a:pt x="1817461" y="1264280"/>
                  </a:cubicBezTo>
                  <a:lnTo>
                    <a:pt x="1817461" y="1264280"/>
                  </a:lnTo>
                  <a:cubicBezTo>
                    <a:pt x="1817461" y="1260669"/>
                    <a:pt x="1814525" y="1257740"/>
                    <a:pt x="1810905" y="1257740"/>
                  </a:cubicBezTo>
                  <a:close/>
                  <a:moveTo>
                    <a:pt x="2024690" y="1280347"/>
                  </a:moveTo>
                  <a:cubicBezTo>
                    <a:pt x="2021141" y="1280347"/>
                    <a:pt x="2018277" y="1283205"/>
                    <a:pt x="2018277" y="1286745"/>
                  </a:cubicBezTo>
                  <a:cubicBezTo>
                    <a:pt x="2018277" y="1286788"/>
                    <a:pt x="2018277" y="1286844"/>
                    <a:pt x="2018277" y="1286887"/>
                  </a:cubicBezTo>
                  <a:lnTo>
                    <a:pt x="2018277" y="1286887"/>
                  </a:lnTo>
                  <a:cubicBezTo>
                    <a:pt x="2018277" y="1290427"/>
                    <a:pt x="2021141" y="1293285"/>
                    <a:pt x="2024690" y="1293285"/>
                  </a:cubicBezTo>
                  <a:lnTo>
                    <a:pt x="2024690" y="1293285"/>
                  </a:lnTo>
                  <a:cubicBezTo>
                    <a:pt x="2028253" y="1293285"/>
                    <a:pt x="2031175" y="1290442"/>
                    <a:pt x="2031246" y="1286887"/>
                  </a:cubicBezTo>
                  <a:lnTo>
                    <a:pt x="2031246" y="1286887"/>
                  </a:lnTo>
                  <a:cubicBezTo>
                    <a:pt x="2031246" y="1283276"/>
                    <a:pt x="2028310" y="1280347"/>
                    <a:pt x="2024690" y="1280347"/>
                  </a:cubicBezTo>
                  <a:close/>
                  <a:moveTo>
                    <a:pt x="1939176" y="800199"/>
                  </a:moveTo>
                  <a:cubicBezTo>
                    <a:pt x="1935585" y="800270"/>
                    <a:pt x="1932691" y="803157"/>
                    <a:pt x="1932620" y="806740"/>
                  </a:cubicBezTo>
                  <a:lnTo>
                    <a:pt x="1932620" y="806740"/>
                  </a:lnTo>
                  <a:cubicBezTo>
                    <a:pt x="1932691" y="810294"/>
                    <a:pt x="1935613" y="813138"/>
                    <a:pt x="1939176" y="813138"/>
                  </a:cubicBezTo>
                  <a:lnTo>
                    <a:pt x="1939176" y="813138"/>
                  </a:lnTo>
                  <a:cubicBezTo>
                    <a:pt x="1942725" y="813138"/>
                    <a:pt x="1945590" y="810280"/>
                    <a:pt x="1945590" y="806740"/>
                  </a:cubicBezTo>
                  <a:lnTo>
                    <a:pt x="1945590" y="806740"/>
                  </a:lnTo>
                  <a:cubicBezTo>
                    <a:pt x="1945590" y="803185"/>
                    <a:pt x="1942739" y="800270"/>
                    <a:pt x="1939176" y="800199"/>
                  </a:cubicBezTo>
                  <a:close/>
                  <a:moveTo>
                    <a:pt x="1332597" y="616643"/>
                  </a:moveTo>
                  <a:cubicBezTo>
                    <a:pt x="1327794" y="616643"/>
                    <a:pt x="1323903" y="620524"/>
                    <a:pt x="1323903" y="625316"/>
                  </a:cubicBezTo>
                  <a:cubicBezTo>
                    <a:pt x="1323903" y="625359"/>
                    <a:pt x="1323903" y="625415"/>
                    <a:pt x="1323903" y="625458"/>
                  </a:cubicBezTo>
                  <a:lnTo>
                    <a:pt x="1323903" y="625458"/>
                  </a:lnTo>
                  <a:cubicBezTo>
                    <a:pt x="1323817" y="630250"/>
                    <a:pt x="1327651" y="634188"/>
                    <a:pt x="1332454" y="634273"/>
                  </a:cubicBezTo>
                  <a:cubicBezTo>
                    <a:pt x="1332497" y="634273"/>
                    <a:pt x="1332554" y="634273"/>
                    <a:pt x="1332597" y="634273"/>
                  </a:cubicBezTo>
                  <a:lnTo>
                    <a:pt x="1332597" y="634273"/>
                  </a:lnTo>
                  <a:cubicBezTo>
                    <a:pt x="1337471" y="634273"/>
                    <a:pt x="1341433" y="630321"/>
                    <a:pt x="1341433" y="625458"/>
                  </a:cubicBezTo>
                  <a:lnTo>
                    <a:pt x="1341433" y="625458"/>
                  </a:lnTo>
                  <a:cubicBezTo>
                    <a:pt x="1341433" y="620596"/>
                    <a:pt x="1337471" y="616643"/>
                    <a:pt x="1332597" y="616643"/>
                  </a:cubicBezTo>
                  <a:close/>
                  <a:moveTo>
                    <a:pt x="1348274" y="723137"/>
                  </a:moveTo>
                  <a:cubicBezTo>
                    <a:pt x="1343400" y="723137"/>
                    <a:pt x="1339438" y="727089"/>
                    <a:pt x="1339438" y="731952"/>
                  </a:cubicBezTo>
                  <a:lnTo>
                    <a:pt x="1339438" y="731952"/>
                  </a:lnTo>
                  <a:cubicBezTo>
                    <a:pt x="1339438" y="736815"/>
                    <a:pt x="1343400" y="740767"/>
                    <a:pt x="1348274" y="740767"/>
                  </a:cubicBezTo>
                  <a:lnTo>
                    <a:pt x="1348274" y="740767"/>
                  </a:lnTo>
                  <a:cubicBezTo>
                    <a:pt x="1353148" y="740767"/>
                    <a:pt x="1357111" y="736815"/>
                    <a:pt x="1357111" y="731952"/>
                  </a:cubicBezTo>
                  <a:lnTo>
                    <a:pt x="1357111" y="731952"/>
                  </a:lnTo>
                  <a:cubicBezTo>
                    <a:pt x="1357111" y="727089"/>
                    <a:pt x="1353148" y="723137"/>
                    <a:pt x="1348274" y="723137"/>
                  </a:cubicBezTo>
                  <a:close/>
                  <a:moveTo>
                    <a:pt x="1310220" y="708919"/>
                  </a:moveTo>
                  <a:cubicBezTo>
                    <a:pt x="1305417" y="708919"/>
                    <a:pt x="1301526" y="712800"/>
                    <a:pt x="1301526" y="717592"/>
                  </a:cubicBezTo>
                  <a:lnTo>
                    <a:pt x="1301526" y="717592"/>
                  </a:lnTo>
                  <a:cubicBezTo>
                    <a:pt x="1301441" y="722383"/>
                    <a:pt x="1305275" y="726322"/>
                    <a:pt x="1310078" y="726407"/>
                  </a:cubicBezTo>
                  <a:cubicBezTo>
                    <a:pt x="1310121" y="726407"/>
                    <a:pt x="1310178" y="726407"/>
                    <a:pt x="1310220" y="726407"/>
                  </a:cubicBezTo>
                  <a:lnTo>
                    <a:pt x="1310220" y="726407"/>
                  </a:lnTo>
                  <a:cubicBezTo>
                    <a:pt x="1315023" y="726492"/>
                    <a:pt x="1318971" y="722668"/>
                    <a:pt x="1319057" y="717876"/>
                  </a:cubicBezTo>
                  <a:cubicBezTo>
                    <a:pt x="1319057" y="717777"/>
                    <a:pt x="1319057" y="717691"/>
                    <a:pt x="1319057" y="717592"/>
                  </a:cubicBezTo>
                  <a:lnTo>
                    <a:pt x="1319057" y="717592"/>
                  </a:lnTo>
                  <a:cubicBezTo>
                    <a:pt x="1319057" y="712800"/>
                    <a:pt x="1315166" y="708919"/>
                    <a:pt x="1310363" y="708919"/>
                  </a:cubicBezTo>
                  <a:cubicBezTo>
                    <a:pt x="1310320" y="708919"/>
                    <a:pt x="1310263" y="708919"/>
                    <a:pt x="1310220" y="708919"/>
                  </a:cubicBezTo>
                  <a:close/>
                  <a:moveTo>
                    <a:pt x="1254066" y="936409"/>
                  </a:moveTo>
                  <a:cubicBezTo>
                    <a:pt x="1249192" y="936409"/>
                    <a:pt x="1245230" y="940362"/>
                    <a:pt x="1245230" y="945225"/>
                  </a:cubicBezTo>
                  <a:lnTo>
                    <a:pt x="1245230" y="945225"/>
                  </a:lnTo>
                  <a:cubicBezTo>
                    <a:pt x="1245230" y="950087"/>
                    <a:pt x="1249192" y="954040"/>
                    <a:pt x="1254066" y="954040"/>
                  </a:cubicBezTo>
                  <a:lnTo>
                    <a:pt x="1254066" y="954040"/>
                  </a:lnTo>
                  <a:cubicBezTo>
                    <a:pt x="1258940" y="954040"/>
                    <a:pt x="1262903" y="950087"/>
                    <a:pt x="1262903" y="945225"/>
                  </a:cubicBezTo>
                  <a:lnTo>
                    <a:pt x="1262903" y="945225"/>
                  </a:lnTo>
                  <a:cubicBezTo>
                    <a:pt x="1262903" y="940362"/>
                    <a:pt x="1258940" y="936409"/>
                    <a:pt x="1254066" y="936409"/>
                  </a:cubicBezTo>
                  <a:close/>
                  <a:moveTo>
                    <a:pt x="1372646" y="899158"/>
                  </a:moveTo>
                  <a:cubicBezTo>
                    <a:pt x="1367771" y="899158"/>
                    <a:pt x="1363809" y="903110"/>
                    <a:pt x="1363809" y="907973"/>
                  </a:cubicBezTo>
                  <a:lnTo>
                    <a:pt x="1363809" y="907973"/>
                  </a:lnTo>
                  <a:cubicBezTo>
                    <a:pt x="1363809" y="912836"/>
                    <a:pt x="1367771" y="916788"/>
                    <a:pt x="1372646" y="916788"/>
                  </a:cubicBezTo>
                  <a:lnTo>
                    <a:pt x="1372646" y="916788"/>
                  </a:lnTo>
                  <a:cubicBezTo>
                    <a:pt x="1377520" y="916788"/>
                    <a:pt x="1381482" y="912836"/>
                    <a:pt x="1381482" y="907973"/>
                  </a:cubicBezTo>
                  <a:lnTo>
                    <a:pt x="1381482" y="907973"/>
                  </a:lnTo>
                  <a:cubicBezTo>
                    <a:pt x="1381482" y="903110"/>
                    <a:pt x="1377520" y="899158"/>
                    <a:pt x="1372646" y="899158"/>
                  </a:cubicBezTo>
                  <a:close/>
                  <a:moveTo>
                    <a:pt x="1279720" y="1010486"/>
                  </a:moveTo>
                  <a:cubicBezTo>
                    <a:pt x="1274846" y="1010486"/>
                    <a:pt x="1270884" y="1014439"/>
                    <a:pt x="1270884" y="1019301"/>
                  </a:cubicBezTo>
                  <a:lnTo>
                    <a:pt x="1270884" y="1019301"/>
                  </a:lnTo>
                  <a:cubicBezTo>
                    <a:pt x="1270884" y="1024164"/>
                    <a:pt x="1274846" y="1028117"/>
                    <a:pt x="1279720" y="1028117"/>
                  </a:cubicBezTo>
                  <a:lnTo>
                    <a:pt x="1279720" y="1028117"/>
                  </a:lnTo>
                  <a:cubicBezTo>
                    <a:pt x="1284523" y="1028117"/>
                    <a:pt x="1288414" y="1024235"/>
                    <a:pt x="1288414" y="1019444"/>
                  </a:cubicBezTo>
                  <a:cubicBezTo>
                    <a:pt x="1288414" y="1019401"/>
                    <a:pt x="1288414" y="1019344"/>
                    <a:pt x="1288414" y="1019301"/>
                  </a:cubicBezTo>
                  <a:lnTo>
                    <a:pt x="1288414" y="1019301"/>
                  </a:lnTo>
                  <a:cubicBezTo>
                    <a:pt x="1288500" y="1014510"/>
                    <a:pt x="1284666" y="1010571"/>
                    <a:pt x="1279863" y="1010486"/>
                  </a:cubicBezTo>
                  <a:cubicBezTo>
                    <a:pt x="1279820" y="1010486"/>
                    <a:pt x="1279763" y="1010486"/>
                    <a:pt x="1279720" y="1010486"/>
                  </a:cubicBezTo>
                  <a:close/>
                  <a:moveTo>
                    <a:pt x="1041991" y="521523"/>
                  </a:moveTo>
                  <a:cubicBezTo>
                    <a:pt x="1038291" y="521523"/>
                    <a:pt x="1035293" y="524509"/>
                    <a:pt x="1035293" y="528206"/>
                  </a:cubicBezTo>
                  <a:lnTo>
                    <a:pt x="1035293" y="528206"/>
                  </a:lnTo>
                  <a:cubicBezTo>
                    <a:pt x="1035214" y="531903"/>
                    <a:pt x="1038149" y="534945"/>
                    <a:pt x="1041847" y="535031"/>
                  </a:cubicBezTo>
                  <a:cubicBezTo>
                    <a:pt x="1041896" y="535031"/>
                    <a:pt x="1041943" y="535031"/>
                    <a:pt x="1041991" y="535031"/>
                  </a:cubicBezTo>
                  <a:lnTo>
                    <a:pt x="1041991" y="535031"/>
                  </a:lnTo>
                  <a:cubicBezTo>
                    <a:pt x="1045690" y="535116"/>
                    <a:pt x="1048753" y="532187"/>
                    <a:pt x="1048833" y="528490"/>
                  </a:cubicBezTo>
                  <a:cubicBezTo>
                    <a:pt x="1048834" y="528391"/>
                    <a:pt x="1048834" y="528305"/>
                    <a:pt x="1048833" y="528206"/>
                  </a:cubicBezTo>
                  <a:lnTo>
                    <a:pt x="1048833" y="528206"/>
                  </a:lnTo>
                  <a:cubicBezTo>
                    <a:pt x="1048834" y="524509"/>
                    <a:pt x="1045835" y="521523"/>
                    <a:pt x="1042135" y="521523"/>
                  </a:cubicBezTo>
                  <a:cubicBezTo>
                    <a:pt x="1042087" y="521523"/>
                    <a:pt x="1042040" y="521523"/>
                    <a:pt x="1041991" y="521523"/>
                  </a:cubicBezTo>
                  <a:close/>
                  <a:moveTo>
                    <a:pt x="1015339" y="597448"/>
                  </a:moveTo>
                  <a:cubicBezTo>
                    <a:pt x="1011641" y="597363"/>
                    <a:pt x="1008578" y="600292"/>
                    <a:pt x="1008498" y="603989"/>
                  </a:cubicBezTo>
                  <a:cubicBezTo>
                    <a:pt x="1008495" y="604088"/>
                    <a:pt x="1008495" y="604174"/>
                    <a:pt x="1008498" y="604273"/>
                  </a:cubicBezTo>
                  <a:lnTo>
                    <a:pt x="1008498" y="604273"/>
                  </a:lnTo>
                  <a:cubicBezTo>
                    <a:pt x="1008497" y="607970"/>
                    <a:pt x="1011496" y="610956"/>
                    <a:pt x="1015196" y="610956"/>
                  </a:cubicBezTo>
                  <a:cubicBezTo>
                    <a:pt x="1015244" y="610956"/>
                    <a:pt x="1015291" y="610956"/>
                    <a:pt x="1015339" y="610956"/>
                  </a:cubicBezTo>
                  <a:lnTo>
                    <a:pt x="1015339" y="610956"/>
                  </a:lnTo>
                  <a:cubicBezTo>
                    <a:pt x="1019039" y="610956"/>
                    <a:pt x="1022038" y="607970"/>
                    <a:pt x="1022038" y="604273"/>
                  </a:cubicBezTo>
                  <a:lnTo>
                    <a:pt x="1022038" y="604273"/>
                  </a:lnTo>
                  <a:cubicBezTo>
                    <a:pt x="1022116" y="600576"/>
                    <a:pt x="1019182" y="597534"/>
                    <a:pt x="1015483" y="597448"/>
                  </a:cubicBezTo>
                  <a:cubicBezTo>
                    <a:pt x="1015435" y="597448"/>
                    <a:pt x="1015388" y="597448"/>
                    <a:pt x="1015339" y="597448"/>
                  </a:cubicBezTo>
                  <a:close/>
                  <a:moveTo>
                    <a:pt x="988830" y="441049"/>
                  </a:moveTo>
                  <a:cubicBezTo>
                    <a:pt x="985083" y="441120"/>
                    <a:pt x="982065" y="444134"/>
                    <a:pt x="981989" y="447873"/>
                  </a:cubicBezTo>
                  <a:lnTo>
                    <a:pt x="981989" y="447873"/>
                  </a:lnTo>
                  <a:cubicBezTo>
                    <a:pt x="982065" y="451613"/>
                    <a:pt x="985083" y="454627"/>
                    <a:pt x="988830" y="454698"/>
                  </a:cubicBezTo>
                  <a:lnTo>
                    <a:pt x="988830" y="454698"/>
                  </a:lnTo>
                  <a:cubicBezTo>
                    <a:pt x="992577" y="454627"/>
                    <a:pt x="995596" y="451613"/>
                    <a:pt x="995671" y="447873"/>
                  </a:cubicBezTo>
                  <a:lnTo>
                    <a:pt x="995671" y="447873"/>
                  </a:lnTo>
                  <a:cubicBezTo>
                    <a:pt x="995596" y="444134"/>
                    <a:pt x="992577" y="441120"/>
                    <a:pt x="988830" y="441049"/>
                  </a:cubicBezTo>
                  <a:close/>
                  <a:moveTo>
                    <a:pt x="815807" y="522376"/>
                  </a:moveTo>
                  <a:cubicBezTo>
                    <a:pt x="812084" y="522448"/>
                    <a:pt x="809107" y="525490"/>
                    <a:pt x="809108" y="529201"/>
                  </a:cubicBezTo>
                  <a:lnTo>
                    <a:pt x="809108" y="529201"/>
                  </a:lnTo>
                  <a:cubicBezTo>
                    <a:pt x="809108" y="532912"/>
                    <a:pt x="812084" y="535955"/>
                    <a:pt x="815807" y="536026"/>
                  </a:cubicBezTo>
                  <a:lnTo>
                    <a:pt x="815807" y="536026"/>
                  </a:lnTo>
                  <a:cubicBezTo>
                    <a:pt x="819585" y="536026"/>
                    <a:pt x="822648" y="532969"/>
                    <a:pt x="822648" y="529201"/>
                  </a:cubicBezTo>
                  <a:lnTo>
                    <a:pt x="822648" y="529201"/>
                  </a:lnTo>
                  <a:cubicBezTo>
                    <a:pt x="822648" y="525433"/>
                    <a:pt x="819585" y="522376"/>
                    <a:pt x="815807" y="522376"/>
                  </a:cubicBezTo>
                  <a:close/>
                  <a:moveTo>
                    <a:pt x="685683" y="497210"/>
                  </a:moveTo>
                  <a:cubicBezTo>
                    <a:pt x="681983" y="497210"/>
                    <a:pt x="678984" y="500196"/>
                    <a:pt x="678984" y="503893"/>
                  </a:cubicBezTo>
                  <a:lnTo>
                    <a:pt x="678984" y="503893"/>
                  </a:lnTo>
                  <a:cubicBezTo>
                    <a:pt x="678906" y="507590"/>
                    <a:pt x="681840" y="510632"/>
                    <a:pt x="685539" y="510718"/>
                  </a:cubicBezTo>
                  <a:cubicBezTo>
                    <a:pt x="685587" y="510718"/>
                    <a:pt x="685634" y="510718"/>
                    <a:pt x="685683" y="510718"/>
                  </a:cubicBezTo>
                  <a:lnTo>
                    <a:pt x="685683" y="510718"/>
                  </a:lnTo>
                  <a:cubicBezTo>
                    <a:pt x="689461" y="510718"/>
                    <a:pt x="692524" y="507661"/>
                    <a:pt x="692524" y="503893"/>
                  </a:cubicBezTo>
                  <a:lnTo>
                    <a:pt x="692524" y="503893"/>
                  </a:lnTo>
                  <a:cubicBezTo>
                    <a:pt x="692447" y="500182"/>
                    <a:pt x="689405" y="497210"/>
                    <a:pt x="685683" y="497210"/>
                  </a:cubicBezTo>
                  <a:close/>
                  <a:moveTo>
                    <a:pt x="615419" y="444603"/>
                  </a:moveTo>
                  <a:cubicBezTo>
                    <a:pt x="611720" y="444518"/>
                    <a:pt x="608657" y="447447"/>
                    <a:pt x="608578" y="451143"/>
                  </a:cubicBezTo>
                  <a:cubicBezTo>
                    <a:pt x="608576" y="451243"/>
                    <a:pt x="608576" y="451328"/>
                    <a:pt x="608578" y="451428"/>
                  </a:cubicBezTo>
                  <a:lnTo>
                    <a:pt x="608578" y="451428"/>
                  </a:lnTo>
                  <a:cubicBezTo>
                    <a:pt x="608576" y="455124"/>
                    <a:pt x="611575" y="458110"/>
                    <a:pt x="615275" y="458110"/>
                  </a:cubicBezTo>
                  <a:cubicBezTo>
                    <a:pt x="615323" y="458110"/>
                    <a:pt x="615370" y="458110"/>
                    <a:pt x="615419" y="458110"/>
                  </a:cubicBezTo>
                  <a:lnTo>
                    <a:pt x="615419" y="458110"/>
                  </a:lnTo>
                  <a:cubicBezTo>
                    <a:pt x="619119" y="458110"/>
                    <a:pt x="622117" y="455124"/>
                    <a:pt x="622117" y="451428"/>
                  </a:cubicBezTo>
                  <a:lnTo>
                    <a:pt x="622117" y="451428"/>
                  </a:lnTo>
                  <a:cubicBezTo>
                    <a:pt x="622196" y="447731"/>
                    <a:pt x="619261" y="444688"/>
                    <a:pt x="615563" y="444603"/>
                  </a:cubicBezTo>
                  <a:cubicBezTo>
                    <a:pt x="615514" y="444603"/>
                    <a:pt x="615467" y="444603"/>
                    <a:pt x="615419" y="444603"/>
                  </a:cubicBezTo>
                  <a:close/>
                  <a:moveTo>
                    <a:pt x="909017" y="903423"/>
                  </a:moveTo>
                  <a:cubicBezTo>
                    <a:pt x="905270" y="903494"/>
                    <a:pt x="902251" y="906509"/>
                    <a:pt x="902176" y="910248"/>
                  </a:cubicBezTo>
                  <a:lnTo>
                    <a:pt x="902176" y="910248"/>
                  </a:lnTo>
                  <a:cubicBezTo>
                    <a:pt x="902251" y="913987"/>
                    <a:pt x="905270" y="917002"/>
                    <a:pt x="909017" y="917073"/>
                  </a:cubicBezTo>
                  <a:lnTo>
                    <a:pt x="909017" y="917073"/>
                  </a:lnTo>
                  <a:cubicBezTo>
                    <a:pt x="912764" y="917002"/>
                    <a:pt x="915783" y="913987"/>
                    <a:pt x="915858" y="910248"/>
                  </a:cubicBezTo>
                  <a:lnTo>
                    <a:pt x="915858" y="910248"/>
                  </a:lnTo>
                  <a:cubicBezTo>
                    <a:pt x="915783" y="906509"/>
                    <a:pt x="912764" y="903494"/>
                    <a:pt x="909017" y="903423"/>
                  </a:cubicBezTo>
                  <a:close/>
                  <a:moveTo>
                    <a:pt x="870963" y="1004514"/>
                  </a:moveTo>
                  <a:cubicBezTo>
                    <a:pt x="867216" y="1004585"/>
                    <a:pt x="864198" y="1007600"/>
                    <a:pt x="864122" y="1011339"/>
                  </a:cubicBezTo>
                  <a:lnTo>
                    <a:pt x="864122" y="1011339"/>
                  </a:lnTo>
                  <a:cubicBezTo>
                    <a:pt x="864198" y="1015078"/>
                    <a:pt x="867216" y="1018093"/>
                    <a:pt x="870963" y="1018164"/>
                  </a:cubicBezTo>
                  <a:lnTo>
                    <a:pt x="870963" y="1018164"/>
                  </a:lnTo>
                  <a:cubicBezTo>
                    <a:pt x="874686" y="1018093"/>
                    <a:pt x="877663" y="1015050"/>
                    <a:pt x="877662" y="1011339"/>
                  </a:cubicBezTo>
                  <a:lnTo>
                    <a:pt x="877662" y="1011339"/>
                  </a:lnTo>
                  <a:cubicBezTo>
                    <a:pt x="877663" y="1007628"/>
                    <a:pt x="874686" y="1004585"/>
                    <a:pt x="870963" y="1004514"/>
                  </a:cubicBezTo>
                  <a:close/>
                  <a:moveTo>
                    <a:pt x="929113" y="1342053"/>
                  </a:moveTo>
                  <a:cubicBezTo>
                    <a:pt x="925366" y="1342125"/>
                    <a:pt x="922347" y="1345139"/>
                    <a:pt x="922272" y="1348878"/>
                  </a:cubicBezTo>
                  <a:lnTo>
                    <a:pt x="922272" y="1348878"/>
                  </a:lnTo>
                  <a:cubicBezTo>
                    <a:pt x="922347" y="1352618"/>
                    <a:pt x="925366" y="1355632"/>
                    <a:pt x="929113" y="1355703"/>
                  </a:cubicBezTo>
                  <a:lnTo>
                    <a:pt x="929113" y="1355703"/>
                  </a:lnTo>
                  <a:cubicBezTo>
                    <a:pt x="932835" y="1355632"/>
                    <a:pt x="935813" y="1352589"/>
                    <a:pt x="935811" y="1348878"/>
                  </a:cubicBezTo>
                  <a:lnTo>
                    <a:pt x="935811" y="1348878"/>
                  </a:lnTo>
                  <a:cubicBezTo>
                    <a:pt x="935813" y="1345167"/>
                    <a:pt x="932835" y="1342125"/>
                    <a:pt x="929113" y="1342053"/>
                  </a:cubicBezTo>
                  <a:close/>
                  <a:moveTo>
                    <a:pt x="922272" y="1274802"/>
                  </a:moveTo>
                  <a:cubicBezTo>
                    <a:pt x="918549" y="1274873"/>
                    <a:pt x="915572" y="1277916"/>
                    <a:pt x="915573" y="1281626"/>
                  </a:cubicBezTo>
                  <a:lnTo>
                    <a:pt x="915573" y="1281626"/>
                  </a:lnTo>
                  <a:cubicBezTo>
                    <a:pt x="915573" y="1285323"/>
                    <a:pt x="918572" y="1288309"/>
                    <a:pt x="922272" y="1288309"/>
                  </a:cubicBezTo>
                  <a:lnTo>
                    <a:pt x="922272" y="1288309"/>
                  </a:lnTo>
                  <a:cubicBezTo>
                    <a:pt x="925994" y="1288309"/>
                    <a:pt x="929036" y="1285337"/>
                    <a:pt x="929113" y="1281626"/>
                  </a:cubicBezTo>
                  <a:lnTo>
                    <a:pt x="929113" y="1281626"/>
                  </a:lnTo>
                  <a:cubicBezTo>
                    <a:pt x="929037" y="1277887"/>
                    <a:pt x="926019" y="1274873"/>
                    <a:pt x="922272" y="1274802"/>
                  </a:cubicBezTo>
                  <a:close/>
                  <a:moveTo>
                    <a:pt x="1050543" y="1326271"/>
                  </a:moveTo>
                  <a:cubicBezTo>
                    <a:pt x="1046844" y="1326186"/>
                    <a:pt x="1043781" y="1329115"/>
                    <a:pt x="1043702" y="1332812"/>
                  </a:cubicBezTo>
                  <a:cubicBezTo>
                    <a:pt x="1043700" y="1332911"/>
                    <a:pt x="1043700" y="1332997"/>
                    <a:pt x="1043702" y="1333096"/>
                  </a:cubicBezTo>
                  <a:lnTo>
                    <a:pt x="1043702" y="1333096"/>
                  </a:lnTo>
                  <a:cubicBezTo>
                    <a:pt x="1043700" y="1336793"/>
                    <a:pt x="1046699" y="1339779"/>
                    <a:pt x="1050399" y="1339779"/>
                  </a:cubicBezTo>
                  <a:cubicBezTo>
                    <a:pt x="1050447" y="1339779"/>
                    <a:pt x="1050494" y="1339779"/>
                    <a:pt x="1050543" y="1339779"/>
                  </a:cubicBezTo>
                  <a:lnTo>
                    <a:pt x="1050543" y="1339779"/>
                  </a:lnTo>
                  <a:cubicBezTo>
                    <a:pt x="1054243" y="1339779"/>
                    <a:pt x="1057241" y="1336793"/>
                    <a:pt x="1057241" y="1333096"/>
                  </a:cubicBezTo>
                  <a:lnTo>
                    <a:pt x="1057241" y="1333096"/>
                  </a:lnTo>
                  <a:cubicBezTo>
                    <a:pt x="1057320" y="1329399"/>
                    <a:pt x="1054385" y="1326357"/>
                    <a:pt x="1050687" y="1326271"/>
                  </a:cubicBezTo>
                  <a:cubicBezTo>
                    <a:pt x="1050638" y="1326271"/>
                    <a:pt x="1050591" y="1326271"/>
                    <a:pt x="1050543" y="1326271"/>
                  </a:cubicBezTo>
                  <a:close/>
                  <a:moveTo>
                    <a:pt x="986977" y="1301532"/>
                  </a:moveTo>
                  <a:cubicBezTo>
                    <a:pt x="983279" y="1301447"/>
                    <a:pt x="980216" y="1304375"/>
                    <a:pt x="980136" y="1308072"/>
                  </a:cubicBezTo>
                  <a:cubicBezTo>
                    <a:pt x="980135" y="1308172"/>
                    <a:pt x="980135" y="1308257"/>
                    <a:pt x="980136" y="1308356"/>
                  </a:cubicBezTo>
                  <a:lnTo>
                    <a:pt x="980136" y="1308356"/>
                  </a:lnTo>
                  <a:cubicBezTo>
                    <a:pt x="980135" y="1312053"/>
                    <a:pt x="983133" y="1315039"/>
                    <a:pt x="986833" y="1315039"/>
                  </a:cubicBezTo>
                  <a:cubicBezTo>
                    <a:pt x="986882" y="1315039"/>
                    <a:pt x="986929" y="1315039"/>
                    <a:pt x="986977" y="1315039"/>
                  </a:cubicBezTo>
                  <a:lnTo>
                    <a:pt x="986977" y="1315039"/>
                  </a:lnTo>
                  <a:cubicBezTo>
                    <a:pt x="990677" y="1315039"/>
                    <a:pt x="993676" y="1312053"/>
                    <a:pt x="993676" y="1308356"/>
                  </a:cubicBezTo>
                  <a:lnTo>
                    <a:pt x="993676" y="1308356"/>
                  </a:lnTo>
                  <a:cubicBezTo>
                    <a:pt x="993754" y="1304660"/>
                    <a:pt x="990820" y="1301617"/>
                    <a:pt x="987121" y="1301532"/>
                  </a:cubicBezTo>
                  <a:cubicBezTo>
                    <a:pt x="987073" y="1301532"/>
                    <a:pt x="987026" y="1301532"/>
                    <a:pt x="986977" y="1301532"/>
                  </a:cubicBezTo>
                  <a:close/>
                  <a:moveTo>
                    <a:pt x="945788" y="1177265"/>
                  </a:moveTo>
                  <a:cubicBezTo>
                    <a:pt x="942065" y="1177336"/>
                    <a:pt x="939088" y="1180379"/>
                    <a:pt x="939089" y="1184090"/>
                  </a:cubicBezTo>
                  <a:lnTo>
                    <a:pt x="939089" y="1184090"/>
                  </a:lnTo>
                  <a:cubicBezTo>
                    <a:pt x="939088" y="1187801"/>
                    <a:pt x="942065" y="1190843"/>
                    <a:pt x="945788" y="1190915"/>
                  </a:cubicBezTo>
                  <a:lnTo>
                    <a:pt x="945788" y="1190915"/>
                  </a:lnTo>
                  <a:cubicBezTo>
                    <a:pt x="949535" y="1190843"/>
                    <a:pt x="952554" y="1187829"/>
                    <a:pt x="952629" y="1184090"/>
                  </a:cubicBezTo>
                  <a:lnTo>
                    <a:pt x="952629" y="1184090"/>
                  </a:lnTo>
                  <a:cubicBezTo>
                    <a:pt x="952554" y="1180350"/>
                    <a:pt x="949535" y="1177336"/>
                    <a:pt x="945788" y="1177265"/>
                  </a:cubicBezTo>
                  <a:close/>
                  <a:moveTo>
                    <a:pt x="911867" y="1177265"/>
                  </a:moveTo>
                  <a:cubicBezTo>
                    <a:pt x="908145" y="1177336"/>
                    <a:pt x="905167" y="1180379"/>
                    <a:pt x="905169" y="1184090"/>
                  </a:cubicBezTo>
                  <a:lnTo>
                    <a:pt x="905169" y="1184090"/>
                  </a:lnTo>
                  <a:cubicBezTo>
                    <a:pt x="905169" y="1187787"/>
                    <a:pt x="908167" y="1190772"/>
                    <a:pt x="911867" y="1190772"/>
                  </a:cubicBezTo>
                  <a:lnTo>
                    <a:pt x="911867" y="1190772"/>
                  </a:lnTo>
                  <a:cubicBezTo>
                    <a:pt x="915566" y="1190858"/>
                    <a:pt x="918629" y="1187929"/>
                    <a:pt x="918707" y="1184232"/>
                  </a:cubicBezTo>
                  <a:cubicBezTo>
                    <a:pt x="918709" y="1184189"/>
                    <a:pt x="918709" y="1184132"/>
                    <a:pt x="918709" y="1184090"/>
                  </a:cubicBezTo>
                  <a:lnTo>
                    <a:pt x="918709" y="1184090"/>
                  </a:lnTo>
                  <a:cubicBezTo>
                    <a:pt x="918709" y="1180322"/>
                    <a:pt x="915646" y="1177265"/>
                    <a:pt x="911867" y="1177265"/>
                  </a:cubicBezTo>
                  <a:close/>
                  <a:moveTo>
                    <a:pt x="565250" y="1586890"/>
                  </a:moveTo>
                  <a:cubicBezTo>
                    <a:pt x="561551" y="1586890"/>
                    <a:pt x="558552" y="1589876"/>
                    <a:pt x="558550" y="1593573"/>
                  </a:cubicBezTo>
                  <a:cubicBezTo>
                    <a:pt x="558550" y="1593616"/>
                    <a:pt x="558550" y="1593672"/>
                    <a:pt x="558552" y="1593715"/>
                  </a:cubicBezTo>
                  <a:lnTo>
                    <a:pt x="558552" y="1593715"/>
                  </a:lnTo>
                  <a:cubicBezTo>
                    <a:pt x="558552" y="1597412"/>
                    <a:pt x="561551" y="1600398"/>
                    <a:pt x="565250" y="1600398"/>
                  </a:cubicBezTo>
                  <a:lnTo>
                    <a:pt x="565250" y="1600398"/>
                  </a:lnTo>
                  <a:cubicBezTo>
                    <a:pt x="568973" y="1600398"/>
                    <a:pt x="572015" y="1597426"/>
                    <a:pt x="572092" y="1593715"/>
                  </a:cubicBezTo>
                  <a:lnTo>
                    <a:pt x="572092" y="1593715"/>
                  </a:lnTo>
                  <a:cubicBezTo>
                    <a:pt x="572092" y="1589947"/>
                    <a:pt x="569029" y="1586890"/>
                    <a:pt x="565250" y="1586890"/>
                  </a:cubicBezTo>
                  <a:close/>
                  <a:moveTo>
                    <a:pt x="773477" y="1091103"/>
                  </a:moveTo>
                  <a:cubicBezTo>
                    <a:pt x="769699" y="1091103"/>
                    <a:pt x="766636" y="1094160"/>
                    <a:pt x="766636" y="1097928"/>
                  </a:cubicBezTo>
                  <a:lnTo>
                    <a:pt x="766636" y="1097928"/>
                  </a:lnTo>
                  <a:cubicBezTo>
                    <a:pt x="766635" y="1101624"/>
                    <a:pt x="769633" y="1104610"/>
                    <a:pt x="773333" y="1104610"/>
                  </a:cubicBezTo>
                  <a:cubicBezTo>
                    <a:pt x="773382" y="1104610"/>
                    <a:pt x="773429" y="1104610"/>
                    <a:pt x="773477" y="1104610"/>
                  </a:cubicBezTo>
                  <a:lnTo>
                    <a:pt x="773477" y="1104610"/>
                  </a:lnTo>
                  <a:cubicBezTo>
                    <a:pt x="777177" y="1104610"/>
                    <a:pt x="780176" y="1101624"/>
                    <a:pt x="780176" y="1097928"/>
                  </a:cubicBezTo>
                  <a:lnTo>
                    <a:pt x="780176" y="1097928"/>
                  </a:lnTo>
                  <a:cubicBezTo>
                    <a:pt x="780177" y="1094217"/>
                    <a:pt x="777200" y="1091174"/>
                    <a:pt x="773477" y="1091103"/>
                  </a:cubicBezTo>
                  <a:close/>
                  <a:moveTo>
                    <a:pt x="792148" y="1217360"/>
                  </a:moveTo>
                  <a:cubicBezTo>
                    <a:pt x="784276" y="1217360"/>
                    <a:pt x="777895" y="1223730"/>
                    <a:pt x="777895" y="1231578"/>
                  </a:cubicBezTo>
                  <a:lnTo>
                    <a:pt x="777895" y="1231578"/>
                  </a:lnTo>
                  <a:cubicBezTo>
                    <a:pt x="777895" y="1239427"/>
                    <a:pt x="784276" y="1245797"/>
                    <a:pt x="792148" y="1245797"/>
                  </a:cubicBezTo>
                  <a:lnTo>
                    <a:pt x="792148" y="1245797"/>
                  </a:lnTo>
                  <a:cubicBezTo>
                    <a:pt x="800019" y="1245797"/>
                    <a:pt x="806400" y="1239427"/>
                    <a:pt x="806400" y="1231578"/>
                  </a:cubicBezTo>
                  <a:lnTo>
                    <a:pt x="806400" y="1231578"/>
                  </a:lnTo>
                  <a:cubicBezTo>
                    <a:pt x="806400" y="1223730"/>
                    <a:pt x="800019" y="1217360"/>
                    <a:pt x="792148" y="1217360"/>
                  </a:cubicBezTo>
                  <a:close/>
                  <a:moveTo>
                    <a:pt x="492849" y="1494757"/>
                  </a:moveTo>
                  <a:cubicBezTo>
                    <a:pt x="484977" y="1494757"/>
                    <a:pt x="478596" y="1501126"/>
                    <a:pt x="478596" y="1508975"/>
                  </a:cubicBezTo>
                  <a:lnTo>
                    <a:pt x="478596" y="1508975"/>
                  </a:lnTo>
                  <a:cubicBezTo>
                    <a:pt x="478977" y="1516553"/>
                    <a:pt x="485248" y="1522496"/>
                    <a:pt x="492849" y="1522482"/>
                  </a:cubicBezTo>
                  <a:lnTo>
                    <a:pt x="492849" y="1522482"/>
                  </a:lnTo>
                  <a:cubicBezTo>
                    <a:pt x="500173" y="1522127"/>
                    <a:pt x="506031" y="1516283"/>
                    <a:pt x="506388" y="1508975"/>
                  </a:cubicBezTo>
                  <a:lnTo>
                    <a:pt x="506388" y="1508975"/>
                  </a:lnTo>
                  <a:cubicBezTo>
                    <a:pt x="506398" y="1501396"/>
                    <a:pt x="500441" y="1495141"/>
                    <a:pt x="492849" y="1494757"/>
                  </a:cubicBezTo>
                  <a:close/>
                  <a:moveTo>
                    <a:pt x="888636" y="2184480"/>
                  </a:moveTo>
                  <a:cubicBezTo>
                    <a:pt x="881312" y="2184835"/>
                    <a:pt x="875454" y="2190679"/>
                    <a:pt x="875096" y="2197987"/>
                  </a:cubicBezTo>
                  <a:lnTo>
                    <a:pt x="875096" y="2197987"/>
                  </a:lnTo>
                  <a:cubicBezTo>
                    <a:pt x="875086" y="2205565"/>
                    <a:pt x="881044" y="2211821"/>
                    <a:pt x="888636" y="2212205"/>
                  </a:cubicBezTo>
                  <a:lnTo>
                    <a:pt x="888636" y="2212205"/>
                  </a:lnTo>
                  <a:cubicBezTo>
                    <a:pt x="896019" y="2212689"/>
                    <a:pt x="902400" y="2207115"/>
                    <a:pt x="902888" y="2199750"/>
                  </a:cubicBezTo>
                  <a:cubicBezTo>
                    <a:pt x="902927" y="2199167"/>
                    <a:pt x="902927" y="2198570"/>
                    <a:pt x="902888" y="2197987"/>
                  </a:cubicBezTo>
                  <a:lnTo>
                    <a:pt x="902888" y="2197987"/>
                  </a:lnTo>
                  <a:cubicBezTo>
                    <a:pt x="902508" y="2190409"/>
                    <a:pt x="896237" y="2184465"/>
                    <a:pt x="888636" y="2184480"/>
                  </a:cubicBezTo>
                  <a:close/>
                  <a:moveTo>
                    <a:pt x="699935" y="2400880"/>
                  </a:moveTo>
                  <a:cubicBezTo>
                    <a:pt x="692334" y="2400866"/>
                    <a:pt x="686063" y="2406809"/>
                    <a:pt x="685683" y="2414387"/>
                  </a:cubicBezTo>
                  <a:lnTo>
                    <a:pt x="685683" y="2414387"/>
                  </a:lnTo>
                  <a:cubicBezTo>
                    <a:pt x="686063" y="2421966"/>
                    <a:pt x="692334" y="2427909"/>
                    <a:pt x="699935" y="2427894"/>
                  </a:cubicBezTo>
                  <a:lnTo>
                    <a:pt x="699935" y="2427894"/>
                  </a:lnTo>
                  <a:cubicBezTo>
                    <a:pt x="707536" y="2427909"/>
                    <a:pt x="713807" y="2421966"/>
                    <a:pt x="714187" y="2414387"/>
                  </a:cubicBezTo>
                  <a:lnTo>
                    <a:pt x="714187" y="2414387"/>
                  </a:lnTo>
                  <a:cubicBezTo>
                    <a:pt x="714282" y="2407008"/>
                    <a:pt x="708360" y="2400951"/>
                    <a:pt x="700961" y="2400852"/>
                  </a:cubicBezTo>
                  <a:cubicBezTo>
                    <a:pt x="700619" y="2400852"/>
                    <a:pt x="700277" y="2400852"/>
                    <a:pt x="699935" y="2400880"/>
                  </a:cubicBezTo>
                  <a:close/>
                  <a:moveTo>
                    <a:pt x="530332" y="2226281"/>
                  </a:moveTo>
                  <a:cubicBezTo>
                    <a:pt x="522731" y="2226267"/>
                    <a:pt x="516460" y="2232210"/>
                    <a:pt x="516080" y="2239788"/>
                  </a:cubicBezTo>
                  <a:lnTo>
                    <a:pt x="516080" y="2239788"/>
                  </a:lnTo>
                  <a:cubicBezTo>
                    <a:pt x="516080" y="2247637"/>
                    <a:pt x="522461" y="2254006"/>
                    <a:pt x="530332" y="2254006"/>
                  </a:cubicBezTo>
                  <a:lnTo>
                    <a:pt x="530332" y="2254006"/>
                  </a:lnTo>
                  <a:cubicBezTo>
                    <a:pt x="538204" y="2254006"/>
                    <a:pt x="544585" y="2247637"/>
                    <a:pt x="544585" y="2239788"/>
                  </a:cubicBezTo>
                  <a:lnTo>
                    <a:pt x="544585" y="2239788"/>
                  </a:lnTo>
                  <a:cubicBezTo>
                    <a:pt x="544204" y="2232210"/>
                    <a:pt x="537933" y="2226267"/>
                    <a:pt x="530332" y="2226281"/>
                  </a:cubicBezTo>
                  <a:close/>
                  <a:moveTo>
                    <a:pt x="766351" y="1664095"/>
                  </a:moveTo>
                  <a:cubicBezTo>
                    <a:pt x="758750" y="1664081"/>
                    <a:pt x="752479" y="1670024"/>
                    <a:pt x="752099" y="1677602"/>
                  </a:cubicBezTo>
                  <a:lnTo>
                    <a:pt x="752099" y="1677602"/>
                  </a:lnTo>
                  <a:cubicBezTo>
                    <a:pt x="752099" y="1685451"/>
                    <a:pt x="758479" y="1691820"/>
                    <a:pt x="766351" y="1691820"/>
                  </a:cubicBezTo>
                  <a:lnTo>
                    <a:pt x="766351" y="1691820"/>
                  </a:lnTo>
                  <a:cubicBezTo>
                    <a:pt x="774223" y="1691820"/>
                    <a:pt x="780603" y="1685451"/>
                    <a:pt x="780603" y="1677602"/>
                  </a:cubicBezTo>
                  <a:lnTo>
                    <a:pt x="780603" y="1677602"/>
                  </a:lnTo>
                  <a:cubicBezTo>
                    <a:pt x="780223" y="1670024"/>
                    <a:pt x="773952" y="1664081"/>
                    <a:pt x="766351" y="1664095"/>
                  </a:cubicBezTo>
                  <a:close/>
                  <a:moveTo>
                    <a:pt x="780603" y="1826466"/>
                  </a:moveTo>
                  <a:cubicBezTo>
                    <a:pt x="773011" y="1826850"/>
                    <a:pt x="767054" y="1833106"/>
                    <a:pt x="767064" y="1840684"/>
                  </a:cubicBezTo>
                  <a:lnTo>
                    <a:pt x="767064" y="1840684"/>
                  </a:lnTo>
                  <a:cubicBezTo>
                    <a:pt x="767421" y="1847993"/>
                    <a:pt x="773279" y="1853836"/>
                    <a:pt x="780603" y="1854192"/>
                  </a:cubicBezTo>
                  <a:lnTo>
                    <a:pt x="780603" y="1854192"/>
                  </a:lnTo>
                  <a:cubicBezTo>
                    <a:pt x="788204" y="1854206"/>
                    <a:pt x="794475" y="1848263"/>
                    <a:pt x="794856" y="1840684"/>
                  </a:cubicBezTo>
                  <a:lnTo>
                    <a:pt x="794856" y="1840684"/>
                  </a:lnTo>
                  <a:cubicBezTo>
                    <a:pt x="794856" y="1832836"/>
                    <a:pt x="788475" y="1826466"/>
                    <a:pt x="780603" y="1826466"/>
                  </a:cubicBezTo>
                  <a:close/>
                  <a:moveTo>
                    <a:pt x="465484" y="1650588"/>
                  </a:moveTo>
                  <a:cubicBezTo>
                    <a:pt x="457892" y="1650972"/>
                    <a:pt x="451934" y="1657228"/>
                    <a:pt x="451944" y="1664806"/>
                  </a:cubicBezTo>
                  <a:lnTo>
                    <a:pt x="451944" y="1664806"/>
                  </a:lnTo>
                  <a:cubicBezTo>
                    <a:pt x="452302" y="1672114"/>
                    <a:pt x="458160" y="1677958"/>
                    <a:pt x="465484" y="1678313"/>
                  </a:cubicBezTo>
                  <a:lnTo>
                    <a:pt x="465484" y="1678313"/>
                  </a:lnTo>
                  <a:cubicBezTo>
                    <a:pt x="472868" y="1678782"/>
                    <a:pt x="479238" y="1673195"/>
                    <a:pt x="479711" y="1665829"/>
                  </a:cubicBezTo>
                  <a:cubicBezTo>
                    <a:pt x="479732" y="1665488"/>
                    <a:pt x="479741" y="1665147"/>
                    <a:pt x="479736" y="1664806"/>
                  </a:cubicBezTo>
                  <a:lnTo>
                    <a:pt x="479736" y="1664806"/>
                  </a:lnTo>
                  <a:cubicBezTo>
                    <a:pt x="479736" y="1656957"/>
                    <a:pt x="473356" y="1650588"/>
                    <a:pt x="465484" y="1650588"/>
                  </a:cubicBezTo>
                  <a:close/>
                  <a:moveTo>
                    <a:pt x="780176" y="1435182"/>
                  </a:moveTo>
                  <a:cubicBezTo>
                    <a:pt x="772584" y="1435566"/>
                    <a:pt x="766626" y="1441822"/>
                    <a:pt x="766636" y="1449401"/>
                  </a:cubicBezTo>
                  <a:lnTo>
                    <a:pt x="766636" y="1449401"/>
                  </a:lnTo>
                  <a:cubicBezTo>
                    <a:pt x="766994" y="1456709"/>
                    <a:pt x="772851" y="1462552"/>
                    <a:pt x="780176" y="1462908"/>
                  </a:cubicBezTo>
                  <a:lnTo>
                    <a:pt x="780176" y="1462908"/>
                  </a:lnTo>
                  <a:cubicBezTo>
                    <a:pt x="787777" y="1462922"/>
                    <a:pt x="794048" y="1456979"/>
                    <a:pt x="794428" y="1449401"/>
                  </a:cubicBezTo>
                  <a:lnTo>
                    <a:pt x="794428" y="1449401"/>
                  </a:lnTo>
                  <a:cubicBezTo>
                    <a:pt x="794917" y="1442036"/>
                    <a:pt x="789327" y="1435666"/>
                    <a:pt x="781944" y="1435182"/>
                  </a:cubicBezTo>
                  <a:cubicBezTo>
                    <a:pt x="781356" y="1435140"/>
                    <a:pt x="780764" y="1435140"/>
                    <a:pt x="780176" y="1435182"/>
                  </a:cubicBezTo>
                  <a:close/>
                  <a:moveTo>
                    <a:pt x="942225" y="1522198"/>
                  </a:moveTo>
                  <a:cubicBezTo>
                    <a:pt x="934353" y="1522198"/>
                    <a:pt x="927973" y="1528567"/>
                    <a:pt x="927973" y="1536416"/>
                  </a:cubicBezTo>
                  <a:lnTo>
                    <a:pt x="927973" y="1536416"/>
                  </a:lnTo>
                  <a:cubicBezTo>
                    <a:pt x="927879" y="1543795"/>
                    <a:pt x="933800" y="1549852"/>
                    <a:pt x="941199" y="1549952"/>
                  </a:cubicBezTo>
                  <a:cubicBezTo>
                    <a:pt x="941541" y="1549952"/>
                    <a:pt x="941883" y="1549952"/>
                    <a:pt x="942225" y="1549923"/>
                  </a:cubicBezTo>
                  <a:lnTo>
                    <a:pt x="942225" y="1549923"/>
                  </a:lnTo>
                  <a:cubicBezTo>
                    <a:pt x="949623" y="1550008"/>
                    <a:pt x="955686" y="1544079"/>
                    <a:pt x="955765" y="1536700"/>
                  </a:cubicBezTo>
                  <a:cubicBezTo>
                    <a:pt x="955766" y="1536601"/>
                    <a:pt x="955766" y="1536515"/>
                    <a:pt x="955765" y="1536416"/>
                  </a:cubicBezTo>
                  <a:lnTo>
                    <a:pt x="955765" y="1536416"/>
                  </a:lnTo>
                  <a:cubicBezTo>
                    <a:pt x="955775" y="1528838"/>
                    <a:pt x="949817" y="1522582"/>
                    <a:pt x="942225" y="1522198"/>
                  </a:cubicBezTo>
                  <a:close/>
                  <a:moveTo>
                    <a:pt x="885216" y="1629971"/>
                  </a:moveTo>
                  <a:cubicBezTo>
                    <a:pt x="877891" y="1630327"/>
                    <a:pt x="872034" y="1636170"/>
                    <a:pt x="871676" y="1643479"/>
                  </a:cubicBezTo>
                  <a:lnTo>
                    <a:pt x="871676" y="1643479"/>
                  </a:lnTo>
                  <a:cubicBezTo>
                    <a:pt x="871666" y="1651057"/>
                    <a:pt x="877623" y="1657313"/>
                    <a:pt x="885216" y="1657697"/>
                  </a:cubicBezTo>
                  <a:lnTo>
                    <a:pt x="885216" y="1657697"/>
                  </a:lnTo>
                  <a:cubicBezTo>
                    <a:pt x="893087" y="1657697"/>
                    <a:pt x="899468" y="1651327"/>
                    <a:pt x="899468" y="1643479"/>
                  </a:cubicBezTo>
                  <a:lnTo>
                    <a:pt x="899468" y="1643479"/>
                  </a:lnTo>
                  <a:cubicBezTo>
                    <a:pt x="899087" y="1635900"/>
                    <a:pt x="892816" y="1629957"/>
                    <a:pt x="885216" y="1629971"/>
                  </a:cubicBezTo>
                  <a:close/>
                  <a:moveTo>
                    <a:pt x="1293403" y="1522198"/>
                  </a:moveTo>
                  <a:cubicBezTo>
                    <a:pt x="1285806" y="1522582"/>
                    <a:pt x="1279849" y="1528838"/>
                    <a:pt x="1279863" y="1536416"/>
                  </a:cubicBezTo>
                  <a:lnTo>
                    <a:pt x="1279863" y="1536416"/>
                  </a:lnTo>
                  <a:cubicBezTo>
                    <a:pt x="1279777" y="1543795"/>
                    <a:pt x="1285721" y="1549838"/>
                    <a:pt x="1293118" y="1549923"/>
                  </a:cubicBezTo>
                  <a:cubicBezTo>
                    <a:pt x="1293217" y="1549923"/>
                    <a:pt x="1293303" y="1549923"/>
                    <a:pt x="1293403" y="1549923"/>
                  </a:cubicBezTo>
                  <a:lnTo>
                    <a:pt x="1293403" y="1549923"/>
                  </a:lnTo>
                  <a:cubicBezTo>
                    <a:pt x="1300999" y="1549937"/>
                    <a:pt x="1307270" y="1543994"/>
                    <a:pt x="1307655" y="1536416"/>
                  </a:cubicBezTo>
                  <a:lnTo>
                    <a:pt x="1307655" y="1536416"/>
                  </a:lnTo>
                  <a:cubicBezTo>
                    <a:pt x="1307655" y="1528567"/>
                    <a:pt x="1301270" y="1522198"/>
                    <a:pt x="1293403" y="1522198"/>
                  </a:cubicBezTo>
                  <a:close/>
                  <a:moveTo>
                    <a:pt x="1430938" y="1321864"/>
                  </a:moveTo>
                  <a:cubicBezTo>
                    <a:pt x="1423070" y="1321864"/>
                    <a:pt x="1416685" y="1328233"/>
                    <a:pt x="1416685" y="1336082"/>
                  </a:cubicBezTo>
                  <a:lnTo>
                    <a:pt x="1416685" y="1336082"/>
                  </a:lnTo>
                  <a:cubicBezTo>
                    <a:pt x="1417070" y="1343660"/>
                    <a:pt x="1423341" y="1349603"/>
                    <a:pt x="1430938" y="1349589"/>
                  </a:cubicBezTo>
                  <a:lnTo>
                    <a:pt x="1430938" y="1349589"/>
                  </a:lnTo>
                  <a:cubicBezTo>
                    <a:pt x="1438534" y="1349603"/>
                    <a:pt x="1444805" y="1343660"/>
                    <a:pt x="1445190" y="1336082"/>
                  </a:cubicBezTo>
                  <a:lnTo>
                    <a:pt x="1445190" y="1336082"/>
                  </a:lnTo>
                  <a:cubicBezTo>
                    <a:pt x="1445675" y="1328717"/>
                    <a:pt x="1440088" y="1322347"/>
                    <a:pt x="1432705" y="1321864"/>
                  </a:cubicBezTo>
                  <a:cubicBezTo>
                    <a:pt x="1432121" y="1321821"/>
                    <a:pt x="1431522" y="1321821"/>
                    <a:pt x="1430938" y="1321864"/>
                  </a:cubicBezTo>
                  <a:close/>
                  <a:moveTo>
                    <a:pt x="1381625" y="1274802"/>
                  </a:moveTo>
                  <a:cubicBezTo>
                    <a:pt x="1373757" y="1274802"/>
                    <a:pt x="1367372" y="1281171"/>
                    <a:pt x="1367372" y="1289020"/>
                  </a:cubicBezTo>
                  <a:lnTo>
                    <a:pt x="1367372" y="1289020"/>
                  </a:lnTo>
                  <a:cubicBezTo>
                    <a:pt x="1367372" y="1296868"/>
                    <a:pt x="1373757" y="1303238"/>
                    <a:pt x="1381625" y="1303238"/>
                  </a:cubicBezTo>
                  <a:lnTo>
                    <a:pt x="1381625" y="1303238"/>
                  </a:lnTo>
                  <a:cubicBezTo>
                    <a:pt x="1389221" y="1302854"/>
                    <a:pt x="1395179" y="1296598"/>
                    <a:pt x="1395164" y="1289020"/>
                  </a:cubicBezTo>
                  <a:lnTo>
                    <a:pt x="1395164" y="1289020"/>
                  </a:lnTo>
                  <a:cubicBezTo>
                    <a:pt x="1395179" y="1281441"/>
                    <a:pt x="1389221" y="1275186"/>
                    <a:pt x="1381625" y="1274802"/>
                  </a:cubicBezTo>
                  <a:close/>
                  <a:moveTo>
                    <a:pt x="1108977" y="1213521"/>
                  </a:moveTo>
                  <a:cubicBezTo>
                    <a:pt x="1101593" y="1213052"/>
                    <a:pt x="1095224" y="1218640"/>
                    <a:pt x="1094751" y="1226005"/>
                  </a:cubicBezTo>
                  <a:cubicBezTo>
                    <a:pt x="1094729" y="1226346"/>
                    <a:pt x="1094721" y="1226687"/>
                    <a:pt x="1094725" y="1227029"/>
                  </a:cubicBezTo>
                  <a:lnTo>
                    <a:pt x="1094725" y="1227029"/>
                  </a:lnTo>
                  <a:cubicBezTo>
                    <a:pt x="1095106" y="1234607"/>
                    <a:pt x="1101377" y="1240550"/>
                    <a:pt x="1108977" y="1240536"/>
                  </a:cubicBezTo>
                  <a:lnTo>
                    <a:pt x="1108977" y="1240536"/>
                  </a:lnTo>
                  <a:cubicBezTo>
                    <a:pt x="1116578" y="1240550"/>
                    <a:pt x="1122849" y="1234607"/>
                    <a:pt x="1123230" y="1227029"/>
                  </a:cubicBezTo>
                  <a:lnTo>
                    <a:pt x="1123230" y="1227029"/>
                  </a:lnTo>
                  <a:cubicBezTo>
                    <a:pt x="1123324" y="1219649"/>
                    <a:pt x="1117402" y="1213593"/>
                    <a:pt x="1110004" y="1213493"/>
                  </a:cubicBezTo>
                  <a:cubicBezTo>
                    <a:pt x="1109661" y="1213493"/>
                    <a:pt x="1109319" y="1213493"/>
                    <a:pt x="1108977" y="1213521"/>
                  </a:cubicBezTo>
                  <a:close/>
                  <a:moveTo>
                    <a:pt x="1526571" y="2114811"/>
                  </a:moveTo>
                  <a:cubicBezTo>
                    <a:pt x="1518974" y="2115194"/>
                    <a:pt x="1513017" y="2121451"/>
                    <a:pt x="1513031" y="2129029"/>
                  </a:cubicBezTo>
                  <a:lnTo>
                    <a:pt x="1513031" y="2129029"/>
                  </a:lnTo>
                  <a:cubicBezTo>
                    <a:pt x="1513387" y="2136337"/>
                    <a:pt x="1519245" y="2142181"/>
                    <a:pt x="1526571" y="2142536"/>
                  </a:cubicBezTo>
                  <a:lnTo>
                    <a:pt x="1526571" y="2142536"/>
                  </a:lnTo>
                  <a:cubicBezTo>
                    <a:pt x="1534167" y="2142550"/>
                    <a:pt x="1540438" y="2136607"/>
                    <a:pt x="1540823" y="2129029"/>
                  </a:cubicBezTo>
                  <a:lnTo>
                    <a:pt x="1540823" y="2129029"/>
                  </a:lnTo>
                  <a:cubicBezTo>
                    <a:pt x="1540823" y="2121180"/>
                    <a:pt x="1534438" y="2114811"/>
                    <a:pt x="1526571" y="2114811"/>
                  </a:cubicBezTo>
                  <a:close/>
                  <a:moveTo>
                    <a:pt x="836187" y="2456047"/>
                  </a:moveTo>
                  <a:cubicBezTo>
                    <a:pt x="828587" y="2456032"/>
                    <a:pt x="822316" y="2461975"/>
                    <a:pt x="821935" y="2469554"/>
                  </a:cubicBezTo>
                  <a:lnTo>
                    <a:pt x="821935" y="2469554"/>
                  </a:lnTo>
                  <a:cubicBezTo>
                    <a:pt x="822316" y="2477132"/>
                    <a:pt x="828587" y="2483075"/>
                    <a:pt x="836187" y="2483061"/>
                  </a:cubicBezTo>
                  <a:lnTo>
                    <a:pt x="836187" y="2483061"/>
                  </a:lnTo>
                  <a:cubicBezTo>
                    <a:pt x="843572" y="2483530"/>
                    <a:pt x="849941" y="2477943"/>
                    <a:pt x="850414" y="2470578"/>
                  </a:cubicBezTo>
                  <a:cubicBezTo>
                    <a:pt x="850436" y="2470236"/>
                    <a:pt x="850444" y="2469895"/>
                    <a:pt x="850440" y="2469554"/>
                  </a:cubicBezTo>
                  <a:lnTo>
                    <a:pt x="850440" y="2469554"/>
                  </a:lnTo>
                  <a:cubicBezTo>
                    <a:pt x="850534" y="2462175"/>
                    <a:pt x="844612" y="2456118"/>
                    <a:pt x="837214" y="2456018"/>
                  </a:cubicBezTo>
                  <a:cubicBezTo>
                    <a:pt x="836872" y="2456018"/>
                    <a:pt x="836530" y="2456018"/>
                    <a:pt x="836187" y="2456047"/>
                  </a:cubicBezTo>
                  <a:close/>
                  <a:moveTo>
                    <a:pt x="1221001" y="2380975"/>
                  </a:moveTo>
                  <a:cubicBezTo>
                    <a:pt x="1213404" y="2380960"/>
                    <a:pt x="1207133" y="2386904"/>
                    <a:pt x="1206748" y="2394482"/>
                  </a:cubicBezTo>
                  <a:lnTo>
                    <a:pt x="1206748" y="2394482"/>
                  </a:lnTo>
                  <a:cubicBezTo>
                    <a:pt x="1207133" y="2402060"/>
                    <a:pt x="1213404" y="2408003"/>
                    <a:pt x="1221001" y="2407989"/>
                  </a:cubicBezTo>
                  <a:lnTo>
                    <a:pt x="1221001" y="2407989"/>
                  </a:lnTo>
                  <a:cubicBezTo>
                    <a:pt x="1228597" y="2408003"/>
                    <a:pt x="1234868" y="2402060"/>
                    <a:pt x="1235253" y="2394482"/>
                  </a:cubicBezTo>
                  <a:lnTo>
                    <a:pt x="1235253" y="2394482"/>
                  </a:lnTo>
                  <a:cubicBezTo>
                    <a:pt x="1234868" y="2386904"/>
                    <a:pt x="1228597" y="2380960"/>
                    <a:pt x="1221001" y="2380975"/>
                  </a:cubicBezTo>
                  <a:close/>
                  <a:moveTo>
                    <a:pt x="659173" y="2057938"/>
                  </a:moveTo>
                  <a:cubicBezTo>
                    <a:pt x="651791" y="2057455"/>
                    <a:pt x="645410" y="2063028"/>
                    <a:pt x="644921" y="2070393"/>
                  </a:cubicBezTo>
                  <a:cubicBezTo>
                    <a:pt x="644883" y="2070976"/>
                    <a:pt x="644883" y="2071573"/>
                    <a:pt x="644921" y="2072156"/>
                  </a:cubicBezTo>
                  <a:lnTo>
                    <a:pt x="644921" y="2072156"/>
                  </a:lnTo>
                  <a:cubicBezTo>
                    <a:pt x="644827" y="2079535"/>
                    <a:pt x="650749" y="2085592"/>
                    <a:pt x="658147" y="2085692"/>
                  </a:cubicBezTo>
                  <a:cubicBezTo>
                    <a:pt x="658489" y="2085692"/>
                    <a:pt x="658831" y="2085692"/>
                    <a:pt x="659173" y="2085663"/>
                  </a:cubicBezTo>
                  <a:lnTo>
                    <a:pt x="659173" y="2085663"/>
                  </a:lnTo>
                  <a:cubicBezTo>
                    <a:pt x="666558" y="2086133"/>
                    <a:pt x="672927" y="2080545"/>
                    <a:pt x="673400" y="2073180"/>
                  </a:cubicBezTo>
                  <a:cubicBezTo>
                    <a:pt x="673422" y="2072839"/>
                    <a:pt x="673430" y="2072497"/>
                    <a:pt x="673426" y="2072156"/>
                  </a:cubicBezTo>
                  <a:lnTo>
                    <a:pt x="673426" y="2072156"/>
                  </a:lnTo>
                  <a:cubicBezTo>
                    <a:pt x="673915" y="2064791"/>
                    <a:pt x="668325" y="2058421"/>
                    <a:pt x="660942" y="2057938"/>
                  </a:cubicBezTo>
                  <a:cubicBezTo>
                    <a:pt x="660354" y="2057895"/>
                    <a:pt x="659762" y="2057895"/>
                    <a:pt x="659173" y="2057938"/>
                  </a:cubicBezTo>
                  <a:close/>
                  <a:moveTo>
                    <a:pt x="1631896" y="1335229"/>
                  </a:moveTo>
                  <a:cubicBezTo>
                    <a:pt x="1624299" y="1335215"/>
                    <a:pt x="1618028" y="1341158"/>
                    <a:pt x="1617643" y="1348736"/>
                  </a:cubicBezTo>
                  <a:lnTo>
                    <a:pt x="1617643" y="1348736"/>
                  </a:lnTo>
                  <a:cubicBezTo>
                    <a:pt x="1617643" y="1356584"/>
                    <a:pt x="1624028" y="1362954"/>
                    <a:pt x="1631896" y="1362954"/>
                  </a:cubicBezTo>
                  <a:lnTo>
                    <a:pt x="1631896" y="1362954"/>
                  </a:lnTo>
                  <a:cubicBezTo>
                    <a:pt x="1639763" y="1362954"/>
                    <a:pt x="1646148" y="1356584"/>
                    <a:pt x="1646148" y="1348736"/>
                  </a:cubicBezTo>
                  <a:lnTo>
                    <a:pt x="1646148" y="1348736"/>
                  </a:lnTo>
                  <a:cubicBezTo>
                    <a:pt x="1645763" y="1341158"/>
                    <a:pt x="1639492" y="1335215"/>
                    <a:pt x="1631896" y="1335229"/>
                  </a:cubicBezTo>
                  <a:close/>
                  <a:moveTo>
                    <a:pt x="1451176" y="1472861"/>
                  </a:moveTo>
                  <a:cubicBezTo>
                    <a:pt x="1443850" y="1473216"/>
                    <a:pt x="1437993" y="1479060"/>
                    <a:pt x="1437636" y="1486368"/>
                  </a:cubicBezTo>
                  <a:lnTo>
                    <a:pt x="1437636" y="1486368"/>
                  </a:lnTo>
                  <a:cubicBezTo>
                    <a:pt x="1437993" y="1493676"/>
                    <a:pt x="1443850" y="1499520"/>
                    <a:pt x="1451176" y="1499875"/>
                  </a:cubicBezTo>
                  <a:lnTo>
                    <a:pt x="1451176" y="1499875"/>
                  </a:lnTo>
                  <a:cubicBezTo>
                    <a:pt x="1458772" y="1499889"/>
                    <a:pt x="1465044" y="1493946"/>
                    <a:pt x="1465428" y="1486368"/>
                  </a:cubicBezTo>
                  <a:lnTo>
                    <a:pt x="1465428" y="1486368"/>
                  </a:lnTo>
                  <a:cubicBezTo>
                    <a:pt x="1465044" y="1478790"/>
                    <a:pt x="1458772" y="1472846"/>
                    <a:pt x="1451176" y="1472861"/>
                  </a:cubicBezTo>
                  <a:close/>
                  <a:moveTo>
                    <a:pt x="1612085" y="1665517"/>
                  </a:moveTo>
                  <a:cubicBezTo>
                    <a:pt x="1607681" y="1665517"/>
                    <a:pt x="1604104" y="1669085"/>
                    <a:pt x="1604104" y="1673479"/>
                  </a:cubicBezTo>
                  <a:lnTo>
                    <a:pt x="1604104" y="1673479"/>
                  </a:lnTo>
                  <a:cubicBezTo>
                    <a:pt x="1604104" y="1677872"/>
                    <a:pt x="1607681" y="1681441"/>
                    <a:pt x="1612085" y="1681441"/>
                  </a:cubicBezTo>
                  <a:lnTo>
                    <a:pt x="1612085" y="1681441"/>
                  </a:lnTo>
                  <a:cubicBezTo>
                    <a:pt x="1616518" y="1681441"/>
                    <a:pt x="1620138" y="1677901"/>
                    <a:pt x="1620209" y="1673479"/>
                  </a:cubicBezTo>
                  <a:lnTo>
                    <a:pt x="1620209" y="1673479"/>
                  </a:lnTo>
                  <a:cubicBezTo>
                    <a:pt x="1620138" y="1669057"/>
                    <a:pt x="1616518" y="1665517"/>
                    <a:pt x="1612085" y="1665517"/>
                  </a:cubicBezTo>
                  <a:close/>
                  <a:moveTo>
                    <a:pt x="1627763" y="1077027"/>
                  </a:moveTo>
                  <a:cubicBezTo>
                    <a:pt x="1623359" y="1077027"/>
                    <a:pt x="1619781" y="1080596"/>
                    <a:pt x="1619781" y="1084989"/>
                  </a:cubicBezTo>
                  <a:lnTo>
                    <a:pt x="1619781" y="1084989"/>
                  </a:lnTo>
                  <a:cubicBezTo>
                    <a:pt x="1619781" y="1089383"/>
                    <a:pt x="1623359" y="1092951"/>
                    <a:pt x="1627763" y="1092951"/>
                  </a:cubicBezTo>
                  <a:lnTo>
                    <a:pt x="1627763" y="1092951"/>
                  </a:lnTo>
                  <a:cubicBezTo>
                    <a:pt x="1632166" y="1092951"/>
                    <a:pt x="1635744" y="1089383"/>
                    <a:pt x="1635744" y="1084989"/>
                  </a:cubicBezTo>
                  <a:lnTo>
                    <a:pt x="1635744" y="1084989"/>
                  </a:lnTo>
                  <a:cubicBezTo>
                    <a:pt x="1635744" y="1080596"/>
                    <a:pt x="1632166" y="1077027"/>
                    <a:pt x="1627763" y="1077027"/>
                  </a:cubicBezTo>
                  <a:close/>
                  <a:moveTo>
                    <a:pt x="1645293" y="1158497"/>
                  </a:moveTo>
                  <a:cubicBezTo>
                    <a:pt x="1642300" y="1158412"/>
                    <a:pt x="1639820" y="1160772"/>
                    <a:pt x="1639735" y="1163758"/>
                  </a:cubicBezTo>
                  <a:cubicBezTo>
                    <a:pt x="1639735" y="1163801"/>
                    <a:pt x="1639735" y="1163857"/>
                    <a:pt x="1639735" y="1163900"/>
                  </a:cubicBezTo>
                  <a:lnTo>
                    <a:pt x="1639735" y="1163900"/>
                  </a:lnTo>
                  <a:cubicBezTo>
                    <a:pt x="1639649" y="1166886"/>
                    <a:pt x="1642015" y="1169360"/>
                    <a:pt x="1645008" y="1169445"/>
                  </a:cubicBezTo>
                  <a:cubicBezTo>
                    <a:pt x="1645093" y="1169445"/>
                    <a:pt x="1645193" y="1169445"/>
                    <a:pt x="1645293" y="1169445"/>
                  </a:cubicBezTo>
                  <a:lnTo>
                    <a:pt x="1645293" y="1169445"/>
                  </a:lnTo>
                  <a:cubicBezTo>
                    <a:pt x="1648286" y="1169445"/>
                    <a:pt x="1650709" y="1167028"/>
                    <a:pt x="1650709" y="1164042"/>
                  </a:cubicBezTo>
                  <a:cubicBezTo>
                    <a:pt x="1650709" y="1163999"/>
                    <a:pt x="1650709" y="1163943"/>
                    <a:pt x="1650709" y="1163900"/>
                  </a:cubicBezTo>
                  <a:lnTo>
                    <a:pt x="1650709" y="1163900"/>
                  </a:lnTo>
                  <a:cubicBezTo>
                    <a:pt x="1650709" y="1160914"/>
                    <a:pt x="1648286" y="1158497"/>
                    <a:pt x="1645293" y="1158497"/>
                  </a:cubicBezTo>
                  <a:close/>
                  <a:moveTo>
                    <a:pt x="588909" y="130524"/>
                  </a:moveTo>
                  <a:cubicBezTo>
                    <a:pt x="585895" y="130523"/>
                    <a:pt x="583428" y="132920"/>
                    <a:pt x="583351" y="135927"/>
                  </a:cubicBezTo>
                  <a:lnTo>
                    <a:pt x="583351" y="135927"/>
                  </a:lnTo>
                  <a:cubicBezTo>
                    <a:pt x="583351" y="138989"/>
                    <a:pt x="585839" y="141472"/>
                    <a:pt x="588909" y="141472"/>
                  </a:cubicBezTo>
                  <a:lnTo>
                    <a:pt x="588909" y="141472"/>
                  </a:lnTo>
                  <a:cubicBezTo>
                    <a:pt x="591900" y="141551"/>
                    <a:pt x="594388" y="139198"/>
                    <a:pt x="594468" y="136215"/>
                  </a:cubicBezTo>
                  <a:cubicBezTo>
                    <a:pt x="594471" y="136119"/>
                    <a:pt x="594471" y="136023"/>
                    <a:pt x="594468" y="135927"/>
                  </a:cubicBezTo>
                  <a:lnTo>
                    <a:pt x="594468" y="135927"/>
                  </a:lnTo>
                  <a:cubicBezTo>
                    <a:pt x="594469" y="132942"/>
                    <a:pt x="592045" y="130523"/>
                    <a:pt x="589053" y="130523"/>
                  </a:cubicBezTo>
                  <a:cubicBezTo>
                    <a:pt x="589006" y="130523"/>
                    <a:pt x="588958" y="130523"/>
                    <a:pt x="588909" y="130524"/>
                  </a:cubicBezTo>
                  <a:close/>
                  <a:moveTo>
                    <a:pt x="695802" y="1"/>
                  </a:moveTo>
                  <a:cubicBezTo>
                    <a:pt x="691080" y="-77"/>
                    <a:pt x="687188" y="3678"/>
                    <a:pt x="687109" y="8388"/>
                  </a:cubicBezTo>
                  <a:cubicBezTo>
                    <a:pt x="687108" y="8437"/>
                    <a:pt x="687108" y="8484"/>
                    <a:pt x="687108" y="8532"/>
                  </a:cubicBezTo>
                  <a:lnTo>
                    <a:pt x="687108" y="8532"/>
                  </a:lnTo>
                  <a:cubicBezTo>
                    <a:pt x="687108" y="13322"/>
                    <a:pt x="691000" y="17205"/>
                    <a:pt x="695802" y="17205"/>
                  </a:cubicBezTo>
                  <a:lnTo>
                    <a:pt x="695802" y="17205"/>
                  </a:lnTo>
                  <a:cubicBezTo>
                    <a:pt x="700525" y="17205"/>
                    <a:pt x="704353" y="13388"/>
                    <a:pt x="704355" y="8676"/>
                  </a:cubicBezTo>
                  <a:cubicBezTo>
                    <a:pt x="704355" y="8627"/>
                    <a:pt x="704355" y="8580"/>
                    <a:pt x="704353" y="8532"/>
                  </a:cubicBezTo>
                  <a:lnTo>
                    <a:pt x="704353" y="8532"/>
                  </a:lnTo>
                  <a:cubicBezTo>
                    <a:pt x="704353" y="3820"/>
                    <a:pt x="700525" y="1"/>
                    <a:pt x="695802" y="1"/>
                  </a:cubicBezTo>
                  <a:close/>
                  <a:moveTo>
                    <a:pt x="738559" y="162373"/>
                  </a:moveTo>
                  <a:cubicBezTo>
                    <a:pt x="733837" y="162294"/>
                    <a:pt x="729945" y="166049"/>
                    <a:pt x="729866" y="170761"/>
                  </a:cubicBezTo>
                  <a:cubicBezTo>
                    <a:pt x="729865" y="170804"/>
                    <a:pt x="729865" y="170861"/>
                    <a:pt x="729865" y="170903"/>
                  </a:cubicBezTo>
                  <a:lnTo>
                    <a:pt x="729865" y="170903"/>
                  </a:lnTo>
                  <a:cubicBezTo>
                    <a:pt x="729865" y="175695"/>
                    <a:pt x="733757" y="179577"/>
                    <a:pt x="738559" y="179577"/>
                  </a:cubicBezTo>
                  <a:lnTo>
                    <a:pt x="738559" y="179577"/>
                  </a:lnTo>
                  <a:cubicBezTo>
                    <a:pt x="743282" y="179577"/>
                    <a:pt x="747110" y="175752"/>
                    <a:pt x="747112" y="171046"/>
                  </a:cubicBezTo>
                  <a:cubicBezTo>
                    <a:pt x="747112" y="171003"/>
                    <a:pt x="747112" y="170946"/>
                    <a:pt x="747110" y="170903"/>
                  </a:cubicBezTo>
                  <a:lnTo>
                    <a:pt x="747110" y="170903"/>
                  </a:lnTo>
                  <a:cubicBezTo>
                    <a:pt x="747110" y="166192"/>
                    <a:pt x="743282" y="162373"/>
                    <a:pt x="738559" y="162373"/>
                  </a:cubicBezTo>
                  <a:close/>
                  <a:moveTo>
                    <a:pt x="689103" y="559201"/>
                  </a:moveTo>
                  <a:cubicBezTo>
                    <a:pt x="674227" y="559201"/>
                    <a:pt x="662166" y="571230"/>
                    <a:pt x="662166" y="586074"/>
                  </a:cubicBezTo>
                  <a:lnTo>
                    <a:pt x="662166" y="586074"/>
                  </a:lnTo>
                  <a:cubicBezTo>
                    <a:pt x="662166" y="600918"/>
                    <a:pt x="674227" y="612946"/>
                    <a:pt x="689103" y="612946"/>
                  </a:cubicBezTo>
                  <a:lnTo>
                    <a:pt x="689103" y="612946"/>
                  </a:lnTo>
                  <a:cubicBezTo>
                    <a:pt x="703980" y="612946"/>
                    <a:pt x="716040" y="600918"/>
                    <a:pt x="716040" y="586074"/>
                  </a:cubicBezTo>
                  <a:lnTo>
                    <a:pt x="716040" y="586074"/>
                  </a:lnTo>
                  <a:cubicBezTo>
                    <a:pt x="716040" y="571230"/>
                    <a:pt x="703980" y="559201"/>
                    <a:pt x="689103" y="559201"/>
                  </a:cubicBezTo>
                  <a:close/>
                  <a:moveTo>
                    <a:pt x="829631" y="1107454"/>
                  </a:moveTo>
                  <a:cubicBezTo>
                    <a:pt x="819297" y="1107525"/>
                    <a:pt x="810961" y="1115914"/>
                    <a:pt x="810961" y="1126222"/>
                  </a:cubicBezTo>
                  <a:lnTo>
                    <a:pt x="810961" y="1126222"/>
                  </a:lnTo>
                  <a:cubicBezTo>
                    <a:pt x="810961" y="1136501"/>
                    <a:pt x="819320" y="1144848"/>
                    <a:pt x="829631" y="1144848"/>
                  </a:cubicBezTo>
                  <a:lnTo>
                    <a:pt x="829631" y="1144848"/>
                  </a:lnTo>
                  <a:cubicBezTo>
                    <a:pt x="839943" y="1144933"/>
                    <a:pt x="848365" y="1136658"/>
                    <a:pt x="848444" y="1126364"/>
                  </a:cubicBezTo>
                  <a:cubicBezTo>
                    <a:pt x="848444" y="1126321"/>
                    <a:pt x="848444" y="1126265"/>
                    <a:pt x="848444" y="1126222"/>
                  </a:cubicBezTo>
                  <a:lnTo>
                    <a:pt x="848444" y="1126222"/>
                  </a:lnTo>
                  <a:cubicBezTo>
                    <a:pt x="848444" y="1115857"/>
                    <a:pt x="840021" y="1107454"/>
                    <a:pt x="829631" y="1107454"/>
                  </a:cubicBezTo>
                  <a:close/>
                  <a:moveTo>
                    <a:pt x="1010494" y="1057690"/>
                  </a:moveTo>
                  <a:cubicBezTo>
                    <a:pt x="1000185" y="1057918"/>
                    <a:pt x="992015" y="1066449"/>
                    <a:pt x="992246" y="1076728"/>
                  </a:cubicBezTo>
                  <a:cubicBezTo>
                    <a:pt x="992248" y="1076785"/>
                    <a:pt x="992249" y="1076828"/>
                    <a:pt x="992251" y="1076885"/>
                  </a:cubicBezTo>
                  <a:lnTo>
                    <a:pt x="992251" y="1076885"/>
                  </a:lnTo>
                  <a:cubicBezTo>
                    <a:pt x="992251" y="1087193"/>
                    <a:pt x="1000587" y="1095582"/>
                    <a:pt x="1010921" y="1095653"/>
                  </a:cubicBezTo>
                  <a:lnTo>
                    <a:pt x="1010921" y="1095653"/>
                  </a:lnTo>
                  <a:cubicBezTo>
                    <a:pt x="1021311" y="1095653"/>
                    <a:pt x="1029734" y="1087250"/>
                    <a:pt x="1029734" y="1076885"/>
                  </a:cubicBezTo>
                  <a:lnTo>
                    <a:pt x="1029734" y="1076885"/>
                  </a:lnTo>
                  <a:cubicBezTo>
                    <a:pt x="1029734" y="1066605"/>
                    <a:pt x="1021375" y="1058259"/>
                    <a:pt x="1011064" y="1058259"/>
                  </a:cubicBezTo>
                  <a:cubicBezTo>
                    <a:pt x="1011017" y="1058259"/>
                    <a:pt x="1010968" y="1058259"/>
                    <a:pt x="1010921" y="1058259"/>
                  </a:cubicBezTo>
                  <a:close/>
                  <a:moveTo>
                    <a:pt x="372131" y="882665"/>
                  </a:moveTo>
                  <a:cubicBezTo>
                    <a:pt x="361741" y="882665"/>
                    <a:pt x="353318" y="891068"/>
                    <a:pt x="353318" y="901433"/>
                  </a:cubicBezTo>
                  <a:lnTo>
                    <a:pt x="353318" y="901433"/>
                  </a:lnTo>
                  <a:cubicBezTo>
                    <a:pt x="353161" y="911798"/>
                    <a:pt x="361455" y="920329"/>
                    <a:pt x="371843" y="920485"/>
                  </a:cubicBezTo>
                  <a:cubicBezTo>
                    <a:pt x="371940" y="920485"/>
                    <a:pt x="372036" y="920485"/>
                    <a:pt x="372131" y="920485"/>
                  </a:cubicBezTo>
                  <a:lnTo>
                    <a:pt x="372131" y="920485"/>
                  </a:lnTo>
                  <a:cubicBezTo>
                    <a:pt x="382443" y="920485"/>
                    <a:pt x="390802" y="912139"/>
                    <a:pt x="390802" y="901859"/>
                  </a:cubicBezTo>
                  <a:lnTo>
                    <a:pt x="390802" y="901859"/>
                  </a:lnTo>
                  <a:cubicBezTo>
                    <a:pt x="391038" y="891494"/>
                    <a:pt x="382809" y="882906"/>
                    <a:pt x="372422" y="882665"/>
                  </a:cubicBezTo>
                  <a:cubicBezTo>
                    <a:pt x="372325" y="882665"/>
                    <a:pt x="372228" y="882665"/>
                    <a:pt x="372131" y="882665"/>
                  </a:cubicBezTo>
                  <a:close/>
                  <a:moveTo>
                    <a:pt x="404199" y="1156933"/>
                  </a:moveTo>
                  <a:cubicBezTo>
                    <a:pt x="393809" y="1157004"/>
                    <a:pt x="385444" y="1165464"/>
                    <a:pt x="385516" y="1175829"/>
                  </a:cubicBezTo>
                  <a:cubicBezTo>
                    <a:pt x="385517" y="1176028"/>
                    <a:pt x="385521" y="1176213"/>
                    <a:pt x="385528" y="1176412"/>
                  </a:cubicBezTo>
                  <a:lnTo>
                    <a:pt x="385528" y="1176412"/>
                  </a:lnTo>
                  <a:cubicBezTo>
                    <a:pt x="385528" y="1186720"/>
                    <a:pt x="393865" y="1195109"/>
                    <a:pt x="404199" y="1195180"/>
                  </a:cubicBezTo>
                  <a:lnTo>
                    <a:pt x="404199" y="1195180"/>
                  </a:lnTo>
                  <a:cubicBezTo>
                    <a:pt x="414589" y="1195180"/>
                    <a:pt x="423012" y="1186777"/>
                    <a:pt x="423012" y="1176412"/>
                  </a:cubicBezTo>
                  <a:lnTo>
                    <a:pt x="423012" y="1176412"/>
                  </a:lnTo>
                  <a:cubicBezTo>
                    <a:pt x="423012" y="1166047"/>
                    <a:pt x="414589" y="1157644"/>
                    <a:pt x="404199" y="1157644"/>
                  </a:cubicBezTo>
                  <a:close/>
                  <a:moveTo>
                    <a:pt x="212648" y="1316887"/>
                  </a:moveTo>
                  <a:cubicBezTo>
                    <a:pt x="202313" y="1316887"/>
                    <a:pt x="193913" y="1325205"/>
                    <a:pt x="193834" y="1335513"/>
                  </a:cubicBezTo>
                  <a:lnTo>
                    <a:pt x="193834" y="1335513"/>
                  </a:lnTo>
                  <a:cubicBezTo>
                    <a:pt x="193834" y="1345878"/>
                    <a:pt x="202258" y="1354281"/>
                    <a:pt x="212648" y="1354281"/>
                  </a:cubicBezTo>
                  <a:lnTo>
                    <a:pt x="212648" y="1354281"/>
                  </a:lnTo>
                  <a:cubicBezTo>
                    <a:pt x="223038" y="1354281"/>
                    <a:pt x="231461" y="1345878"/>
                    <a:pt x="231461" y="1335513"/>
                  </a:cubicBezTo>
                  <a:lnTo>
                    <a:pt x="231461" y="1335513"/>
                  </a:lnTo>
                  <a:cubicBezTo>
                    <a:pt x="231382" y="1325205"/>
                    <a:pt x="222982" y="1316887"/>
                    <a:pt x="212648" y="1316887"/>
                  </a:cubicBezTo>
                  <a:close/>
                  <a:moveTo>
                    <a:pt x="262246" y="1372623"/>
                  </a:moveTo>
                  <a:cubicBezTo>
                    <a:pt x="252078" y="1372850"/>
                    <a:pt x="243934" y="1381097"/>
                    <a:pt x="243860" y="1391248"/>
                  </a:cubicBezTo>
                  <a:lnTo>
                    <a:pt x="243860" y="1391248"/>
                  </a:lnTo>
                  <a:cubicBezTo>
                    <a:pt x="243860" y="1401613"/>
                    <a:pt x="252283" y="1410016"/>
                    <a:pt x="262673" y="1410016"/>
                  </a:cubicBezTo>
                  <a:lnTo>
                    <a:pt x="262673" y="1410016"/>
                  </a:lnTo>
                  <a:cubicBezTo>
                    <a:pt x="273008" y="1409931"/>
                    <a:pt x="281344" y="1401557"/>
                    <a:pt x="281344" y="1391248"/>
                  </a:cubicBezTo>
                  <a:lnTo>
                    <a:pt x="281344" y="1391248"/>
                  </a:lnTo>
                  <a:cubicBezTo>
                    <a:pt x="281344" y="1380969"/>
                    <a:pt x="272985" y="1372623"/>
                    <a:pt x="262673" y="1372623"/>
                  </a:cubicBezTo>
                  <a:close/>
                  <a:moveTo>
                    <a:pt x="372986" y="1339921"/>
                  </a:moveTo>
                  <a:cubicBezTo>
                    <a:pt x="362652" y="1339992"/>
                    <a:pt x="354316" y="1348381"/>
                    <a:pt x="354316" y="1358689"/>
                  </a:cubicBezTo>
                  <a:lnTo>
                    <a:pt x="354316" y="1358689"/>
                  </a:lnTo>
                  <a:cubicBezTo>
                    <a:pt x="354316" y="1368983"/>
                    <a:pt x="362675" y="1377315"/>
                    <a:pt x="372986" y="1377315"/>
                  </a:cubicBezTo>
                  <a:lnTo>
                    <a:pt x="372986" y="1377315"/>
                  </a:lnTo>
                  <a:cubicBezTo>
                    <a:pt x="383321" y="1377315"/>
                    <a:pt x="391721" y="1368997"/>
                    <a:pt x="391799" y="1358689"/>
                  </a:cubicBezTo>
                  <a:lnTo>
                    <a:pt x="391799" y="1358689"/>
                  </a:lnTo>
                  <a:cubicBezTo>
                    <a:pt x="391799" y="1348324"/>
                    <a:pt x="383376" y="1339921"/>
                    <a:pt x="372986" y="1339921"/>
                  </a:cubicBezTo>
                  <a:close/>
                  <a:moveTo>
                    <a:pt x="346762" y="1505847"/>
                  </a:moveTo>
                  <a:cubicBezTo>
                    <a:pt x="336372" y="1505847"/>
                    <a:pt x="327949" y="1514250"/>
                    <a:pt x="327949" y="1524615"/>
                  </a:cubicBezTo>
                  <a:lnTo>
                    <a:pt x="327949" y="1524615"/>
                  </a:lnTo>
                  <a:cubicBezTo>
                    <a:pt x="328027" y="1534923"/>
                    <a:pt x="336428" y="1543241"/>
                    <a:pt x="346762" y="1543241"/>
                  </a:cubicBezTo>
                  <a:lnTo>
                    <a:pt x="346762" y="1543241"/>
                  </a:lnTo>
                  <a:cubicBezTo>
                    <a:pt x="357074" y="1543241"/>
                    <a:pt x="365433" y="1534909"/>
                    <a:pt x="365433" y="1524615"/>
                  </a:cubicBezTo>
                  <a:lnTo>
                    <a:pt x="365433" y="1524615"/>
                  </a:lnTo>
                  <a:cubicBezTo>
                    <a:pt x="365433" y="1514307"/>
                    <a:pt x="357096" y="1505918"/>
                    <a:pt x="346762" y="1505847"/>
                  </a:cubicBezTo>
                  <a:close/>
                  <a:moveTo>
                    <a:pt x="247993" y="1685849"/>
                  </a:moveTo>
                  <a:cubicBezTo>
                    <a:pt x="242697" y="1685920"/>
                    <a:pt x="238444" y="1690228"/>
                    <a:pt x="238444" y="1695517"/>
                  </a:cubicBezTo>
                  <a:lnTo>
                    <a:pt x="238444" y="1695517"/>
                  </a:lnTo>
                  <a:cubicBezTo>
                    <a:pt x="238366" y="1700778"/>
                    <a:pt x="242576" y="1705100"/>
                    <a:pt x="247849" y="1705185"/>
                  </a:cubicBezTo>
                  <a:cubicBezTo>
                    <a:pt x="247898" y="1705185"/>
                    <a:pt x="247945" y="1705185"/>
                    <a:pt x="247993" y="1705185"/>
                  </a:cubicBezTo>
                  <a:lnTo>
                    <a:pt x="247993" y="1705185"/>
                  </a:lnTo>
                  <a:cubicBezTo>
                    <a:pt x="253267" y="1705271"/>
                    <a:pt x="257605" y="1701062"/>
                    <a:pt x="257685" y="1695801"/>
                  </a:cubicBezTo>
                  <a:cubicBezTo>
                    <a:pt x="257686" y="1695702"/>
                    <a:pt x="257686" y="1695617"/>
                    <a:pt x="257685" y="1695517"/>
                  </a:cubicBezTo>
                  <a:lnTo>
                    <a:pt x="257685" y="1695517"/>
                  </a:lnTo>
                  <a:cubicBezTo>
                    <a:pt x="257685" y="1690171"/>
                    <a:pt x="253347" y="1685849"/>
                    <a:pt x="247993" y="1685849"/>
                  </a:cubicBezTo>
                  <a:close/>
                  <a:moveTo>
                    <a:pt x="376264" y="1608075"/>
                  </a:moveTo>
                  <a:cubicBezTo>
                    <a:pt x="370911" y="1608075"/>
                    <a:pt x="366573" y="1612398"/>
                    <a:pt x="366573" y="1617744"/>
                  </a:cubicBezTo>
                  <a:lnTo>
                    <a:pt x="366573" y="1617744"/>
                  </a:lnTo>
                  <a:cubicBezTo>
                    <a:pt x="366650" y="1623047"/>
                    <a:pt x="370944" y="1627341"/>
                    <a:pt x="376264" y="1627412"/>
                  </a:cubicBezTo>
                  <a:lnTo>
                    <a:pt x="376264" y="1627412"/>
                  </a:lnTo>
                  <a:cubicBezTo>
                    <a:pt x="381618" y="1627412"/>
                    <a:pt x="385956" y="1623090"/>
                    <a:pt x="385956" y="1617744"/>
                  </a:cubicBezTo>
                  <a:lnTo>
                    <a:pt x="385956" y="1617744"/>
                  </a:lnTo>
                  <a:cubicBezTo>
                    <a:pt x="386036" y="1612483"/>
                    <a:pt x="381824" y="1608161"/>
                    <a:pt x="376552" y="1608075"/>
                  </a:cubicBezTo>
                  <a:cubicBezTo>
                    <a:pt x="376455" y="1608075"/>
                    <a:pt x="376360" y="1608075"/>
                    <a:pt x="376264" y="1608075"/>
                  </a:cubicBezTo>
                  <a:close/>
                  <a:moveTo>
                    <a:pt x="197255" y="1601535"/>
                  </a:moveTo>
                  <a:cubicBezTo>
                    <a:pt x="191935" y="1601606"/>
                    <a:pt x="187640" y="1605900"/>
                    <a:pt x="187563" y="1611203"/>
                  </a:cubicBezTo>
                  <a:lnTo>
                    <a:pt x="187563" y="1611203"/>
                  </a:lnTo>
                  <a:cubicBezTo>
                    <a:pt x="187563" y="1616549"/>
                    <a:pt x="191902" y="1620872"/>
                    <a:pt x="197255" y="1620872"/>
                  </a:cubicBezTo>
                  <a:lnTo>
                    <a:pt x="197255" y="1620872"/>
                  </a:lnTo>
                  <a:cubicBezTo>
                    <a:pt x="202528" y="1620957"/>
                    <a:pt x="206867" y="1616748"/>
                    <a:pt x="206947" y="1611488"/>
                  </a:cubicBezTo>
                  <a:cubicBezTo>
                    <a:pt x="206948" y="1611388"/>
                    <a:pt x="206948" y="1611303"/>
                    <a:pt x="206947" y="1611203"/>
                  </a:cubicBezTo>
                  <a:lnTo>
                    <a:pt x="206947" y="1611203"/>
                  </a:lnTo>
                  <a:cubicBezTo>
                    <a:pt x="206947" y="1605857"/>
                    <a:pt x="202608" y="1601535"/>
                    <a:pt x="197255" y="1601535"/>
                  </a:cubicBezTo>
                  <a:close/>
                  <a:moveTo>
                    <a:pt x="124996" y="1761632"/>
                  </a:moveTo>
                  <a:cubicBezTo>
                    <a:pt x="119642" y="1761632"/>
                    <a:pt x="115304" y="1765954"/>
                    <a:pt x="115304" y="1771300"/>
                  </a:cubicBezTo>
                  <a:lnTo>
                    <a:pt x="115304" y="1771300"/>
                  </a:lnTo>
                  <a:cubicBezTo>
                    <a:pt x="115382" y="1776589"/>
                    <a:pt x="119698" y="1780826"/>
                    <a:pt x="124996" y="1780826"/>
                  </a:cubicBezTo>
                  <a:lnTo>
                    <a:pt x="124996" y="1780826"/>
                  </a:lnTo>
                  <a:cubicBezTo>
                    <a:pt x="130269" y="1780911"/>
                    <a:pt x="134607" y="1776703"/>
                    <a:pt x="134686" y="1771442"/>
                  </a:cubicBezTo>
                  <a:cubicBezTo>
                    <a:pt x="134687" y="1771399"/>
                    <a:pt x="134687" y="1771343"/>
                    <a:pt x="134687" y="1771300"/>
                  </a:cubicBezTo>
                  <a:lnTo>
                    <a:pt x="134687" y="1771300"/>
                  </a:lnTo>
                  <a:cubicBezTo>
                    <a:pt x="134767" y="1766039"/>
                    <a:pt x="130555" y="1761717"/>
                    <a:pt x="125284" y="1761632"/>
                  </a:cubicBezTo>
                  <a:cubicBezTo>
                    <a:pt x="125187" y="1761632"/>
                    <a:pt x="125091" y="1761632"/>
                    <a:pt x="124996" y="1761632"/>
                  </a:cubicBezTo>
                  <a:close/>
                  <a:moveTo>
                    <a:pt x="77820" y="1791063"/>
                  </a:moveTo>
                  <a:cubicBezTo>
                    <a:pt x="72467" y="1791063"/>
                    <a:pt x="68129" y="1795385"/>
                    <a:pt x="68129" y="1800731"/>
                  </a:cubicBezTo>
                  <a:lnTo>
                    <a:pt x="68129" y="1800731"/>
                  </a:lnTo>
                  <a:cubicBezTo>
                    <a:pt x="68206" y="1806035"/>
                    <a:pt x="72500" y="1810329"/>
                    <a:pt x="77820" y="1810400"/>
                  </a:cubicBezTo>
                  <a:lnTo>
                    <a:pt x="77820" y="1810400"/>
                  </a:lnTo>
                  <a:cubicBezTo>
                    <a:pt x="83174" y="1810400"/>
                    <a:pt x="87512" y="1806077"/>
                    <a:pt x="87512" y="1800731"/>
                  </a:cubicBezTo>
                  <a:lnTo>
                    <a:pt x="87512" y="1800731"/>
                  </a:lnTo>
                  <a:cubicBezTo>
                    <a:pt x="87592" y="1795471"/>
                    <a:pt x="83380" y="1791148"/>
                    <a:pt x="78108" y="1791063"/>
                  </a:cubicBezTo>
                  <a:cubicBezTo>
                    <a:pt x="78011" y="1791063"/>
                    <a:pt x="77916" y="1791063"/>
                    <a:pt x="77820" y="1791063"/>
                  </a:cubicBezTo>
                  <a:close/>
                  <a:moveTo>
                    <a:pt x="15823" y="1701062"/>
                  </a:moveTo>
                  <a:cubicBezTo>
                    <a:pt x="7203" y="1701204"/>
                    <a:pt x="231" y="1708100"/>
                    <a:pt x="3" y="1716702"/>
                  </a:cubicBezTo>
                  <a:lnTo>
                    <a:pt x="3" y="1716702"/>
                  </a:lnTo>
                  <a:cubicBezTo>
                    <a:pt x="-156" y="1725574"/>
                    <a:pt x="6925" y="1732897"/>
                    <a:pt x="15817" y="1733053"/>
                  </a:cubicBezTo>
                  <a:cubicBezTo>
                    <a:pt x="15820" y="1733053"/>
                    <a:pt x="15821" y="1733053"/>
                    <a:pt x="15823" y="1733053"/>
                  </a:cubicBezTo>
                  <a:lnTo>
                    <a:pt x="15823" y="1733053"/>
                  </a:lnTo>
                  <a:cubicBezTo>
                    <a:pt x="24638" y="1733209"/>
                    <a:pt x="31914" y="1726214"/>
                    <a:pt x="32073" y="1717427"/>
                  </a:cubicBezTo>
                  <a:cubicBezTo>
                    <a:pt x="32077" y="1717185"/>
                    <a:pt x="32077" y="1716944"/>
                    <a:pt x="32070" y="1716702"/>
                  </a:cubicBezTo>
                  <a:lnTo>
                    <a:pt x="32070" y="1716702"/>
                  </a:lnTo>
                  <a:cubicBezTo>
                    <a:pt x="31915" y="1707915"/>
                    <a:pt x="24642" y="1700906"/>
                    <a:pt x="15828" y="1701062"/>
                  </a:cubicBezTo>
                  <a:cubicBezTo>
                    <a:pt x="15826" y="1701062"/>
                    <a:pt x="15824" y="1701062"/>
                    <a:pt x="15823" y="1701062"/>
                  </a:cubicBezTo>
                  <a:close/>
                  <a:moveTo>
                    <a:pt x="293601" y="2006753"/>
                  </a:moveTo>
                  <a:cubicBezTo>
                    <a:pt x="288013" y="2006753"/>
                    <a:pt x="283482" y="2011274"/>
                    <a:pt x="283480" y="2016848"/>
                  </a:cubicBezTo>
                  <a:cubicBezTo>
                    <a:pt x="283480" y="2016890"/>
                    <a:pt x="283482" y="2016947"/>
                    <a:pt x="283482" y="2016990"/>
                  </a:cubicBezTo>
                  <a:lnTo>
                    <a:pt x="283482" y="2016990"/>
                  </a:lnTo>
                  <a:cubicBezTo>
                    <a:pt x="283482" y="2022563"/>
                    <a:pt x="288013" y="2027085"/>
                    <a:pt x="293601" y="2027085"/>
                  </a:cubicBezTo>
                  <a:lnTo>
                    <a:pt x="293601" y="2027085"/>
                  </a:lnTo>
                  <a:cubicBezTo>
                    <a:pt x="299189" y="2027170"/>
                    <a:pt x="303783" y="2022705"/>
                    <a:pt x="303861" y="2017132"/>
                  </a:cubicBezTo>
                  <a:cubicBezTo>
                    <a:pt x="303863" y="2017089"/>
                    <a:pt x="303863" y="2017032"/>
                    <a:pt x="303863" y="2016990"/>
                  </a:cubicBezTo>
                  <a:lnTo>
                    <a:pt x="303863" y="2016990"/>
                  </a:lnTo>
                  <a:cubicBezTo>
                    <a:pt x="303863" y="2011331"/>
                    <a:pt x="299268" y="2006753"/>
                    <a:pt x="293601" y="2006753"/>
                  </a:cubicBezTo>
                  <a:close/>
                  <a:moveTo>
                    <a:pt x="288898" y="2109408"/>
                  </a:moveTo>
                  <a:cubicBezTo>
                    <a:pt x="283231" y="2109408"/>
                    <a:pt x="278636" y="2113986"/>
                    <a:pt x="278636" y="2119645"/>
                  </a:cubicBezTo>
                  <a:lnTo>
                    <a:pt x="278636" y="2119645"/>
                  </a:lnTo>
                  <a:cubicBezTo>
                    <a:pt x="278636" y="2125218"/>
                    <a:pt x="283165" y="2129740"/>
                    <a:pt x="288754" y="2129740"/>
                  </a:cubicBezTo>
                  <a:cubicBezTo>
                    <a:pt x="288802" y="2129740"/>
                    <a:pt x="288849" y="2129740"/>
                    <a:pt x="288898" y="2129740"/>
                  </a:cubicBezTo>
                  <a:lnTo>
                    <a:pt x="288898" y="2129740"/>
                  </a:lnTo>
                  <a:cubicBezTo>
                    <a:pt x="294486" y="2129825"/>
                    <a:pt x="299079" y="2125361"/>
                    <a:pt x="299158" y="2119787"/>
                  </a:cubicBezTo>
                  <a:cubicBezTo>
                    <a:pt x="299159" y="2119744"/>
                    <a:pt x="299159" y="2119688"/>
                    <a:pt x="299159" y="2119645"/>
                  </a:cubicBezTo>
                  <a:lnTo>
                    <a:pt x="299159" y="2119645"/>
                  </a:lnTo>
                  <a:cubicBezTo>
                    <a:pt x="299159" y="2113986"/>
                    <a:pt x="294564" y="2109408"/>
                    <a:pt x="288898" y="2109408"/>
                  </a:cubicBezTo>
                  <a:close/>
                  <a:moveTo>
                    <a:pt x="467907" y="1855045"/>
                  </a:moveTo>
                  <a:cubicBezTo>
                    <a:pt x="459564" y="1855045"/>
                    <a:pt x="452799" y="1861798"/>
                    <a:pt x="452799" y="1870116"/>
                  </a:cubicBezTo>
                  <a:cubicBezTo>
                    <a:pt x="452799" y="1870159"/>
                    <a:pt x="452799" y="1870216"/>
                    <a:pt x="452799" y="1870258"/>
                  </a:cubicBezTo>
                  <a:lnTo>
                    <a:pt x="452799" y="1870258"/>
                  </a:lnTo>
                  <a:cubicBezTo>
                    <a:pt x="452721" y="1878576"/>
                    <a:pt x="459421" y="1885386"/>
                    <a:pt x="467764" y="1885472"/>
                  </a:cubicBezTo>
                  <a:cubicBezTo>
                    <a:pt x="467811" y="1885472"/>
                    <a:pt x="467860" y="1885472"/>
                    <a:pt x="467907" y="1885472"/>
                  </a:cubicBezTo>
                  <a:lnTo>
                    <a:pt x="467907" y="1885472"/>
                  </a:lnTo>
                  <a:cubicBezTo>
                    <a:pt x="476329" y="1885472"/>
                    <a:pt x="483157" y="1878661"/>
                    <a:pt x="483157" y="1870258"/>
                  </a:cubicBezTo>
                  <a:lnTo>
                    <a:pt x="483157" y="1870258"/>
                  </a:lnTo>
                  <a:cubicBezTo>
                    <a:pt x="483157" y="1861855"/>
                    <a:pt x="476329" y="1855045"/>
                    <a:pt x="467907" y="1855045"/>
                  </a:cubicBezTo>
                  <a:close/>
                  <a:moveTo>
                    <a:pt x="408190" y="1849926"/>
                  </a:moveTo>
                  <a:cubicBezTo>
                    <a:pt x="402318" y="1849997"/>
                    <a:pt x="397577" y="1854732"/>
                    <a:pt x="397500" y="1860590"/>
                  </a:cubicBezTo>
                  <a:lnTo>
                    <a:pt x="397500" y="1860590"/>
                  </a:lnTo>
                  <a:cubicBezTo>
                    <a:pt x="397579" y="1866419"/>
                    <a:pt x="402342" y="1871111"/>
                    <a:pt x="408190" y="1871111"/>
                  </a:cubicBezTo>
                  <a:lnTo>
                    <a:pt x="408190" y="1871111"/>
                  </a:lnTo>
                  <a:cubicBezTo>
                    <a:pt x="414015" y="1871111"/>
                    <a:pt x="418736" y="1866405"/>
                    <a:pt x="418736" y="1860590"/>
                  </a:cubicBezTo>
                  <a:lnTo>
                    <a:pt x="418736" y="1860590"/>
                  </a:lnTo>
                  <a:cubicBezTo>
                    <a:pt x="418736" y="1854761"/>
                    <a:pt x="414037" y="1849997"/>
                    <a:pt x="408190" y="1849926"/>
                  </a:cubicBezTo>
                  <a:close/>
                  <a:moveTo>
                    <a:pt x="405482" y="1690825"/>
                  </a:moveTo>
                  <a:cubicBezTo>
                    <a:pt x="399578" y="1690825"/>
                    <a:pt x="394792" y="1695602"/>
                    <a:pt x="394792" y="1701489"/>
                  </a:cubicBezTo>
                  <a:lnTo>
                    <a:pt x="394792" y="1701489"/>
                  </a:lnTo>
                  <a:cubicBezTo>
                    <a:pt x="394871" y="1707318"/>
                    <a:pt x="399634" y="1712010"/>
                    <a:pt x="405482" y="1712010"/>
                  </a:cubicBezTo>
                  <a:lnTo>
                    <a:pt x="405482" y="1712010"/>
                  </a:lnTo>
                  <a:cubicBezTo>
                    <a:pt x="411307" y="1712010"/>
                    <a:pt x="416028" y="1707304"/>
                    <a:pt x="416028" y="1701489"/>
                  </a:cubicBezTo>
                  <a:lnTo>
                    <a:pt x="416028" y="1701489"/>
                  </a:lnTo>
                  <a:cubicBezTo>
                    <a:pt x="416107" y="1695673"/>
                    <a:pt x="411449" y="1690910"/>
                    <a:pt x="405626" y="1690825"/>
                  </a:cubicBezTo>
                  <a:cubicBezTo>
                    <a:pt x="405577" y="1690825"/>
                    <a:pt x="405530" y="1690825"/>
                    <a:pt x="405482" y="1690825"/>
                  </a:cubicBezTo>
                  <a:close/>
                  <a:moveTo>
                    <a:pt x="236449" y="1817367"/>
                  </a:moveTo>
                  <a:cubicBezTo>
                    <a:pt x="230601" y="1817367"/>
                    <a:pt x="225838" y="1822059"/>
                    <a:pt x="225760" y="1827888"/>
                  </a:cubicBezTo>
                  <a:lnTo>
                    <a:pt x="225760" y="1827888"/>
                  </a:lnTo>
                  <a:cubicBezTo>
                    <a:pt x="225837" y="1833746"/>
                    <a:pt x="230577" y="1838481"/>
                    <a:pt x="236449" y="1838552"/>
                  </a:cubicBezTo>
                  <a:lnTo>
                    <a:pt x="236449" y="1838552"/>
                  </a:lnTo>
                  <a:cubicBezTo>
                    <a:pt x="242297" y="1838481"/>
                    <a:pt x="246996" y="1833718"/>
                    <a:pt x="246996" y="1827888"/>
                  </a:cubicBezTo>
                  <a:lnTo>
                    <a:pt x="246996" y="1827888"/>
                  </a:lnTo>
                  <a:cubicBezTo>
                    <a:pt x="246996" y="1822073"/>
                    <a:pt x="242274" y="1817367"/>
                    <a:pt x="236449" y="1817367"/>
                  </a:cubicBezTo>
                  <a:close/>
                  <a:moveTo>
                    <a:pt x="82666" y="2086374"/>
                  </a:moveTo>
                  <a:cubicBezTo>
                    <a:pt x="76841" y="2086374"/>
                    <a:pt x="72119" y="2091080"/>
                    <a:pt x="72119" y="2096896"/>
                  </a:cubicBezTo>
                  <a:lnTo>
                    <a:pt x="72119" y="2096896"/>
                  </a:lnTo>
                  <a:cubicBezTo>
                    <a:pt x="72119" y="2102725"/>
                    <a:pt x="76818" y="2107488"/>
                    <a:pt x="82666" y="2107560"/>
                  </a:cubicBezTo>
                  <a:lnTo>
                    <a:pt x="82666" y="2107560"/>
                  </a:lnTo>
                  <a:cubicBezTo>
                    <a:pt x="88538" y="2107488"/>
                    <a:pt x="93278" y="2102754"/>
                    <a:pt x="93355" y="2096896"/>
                  </a:cubicBezTo>
                  <a:lnTo>
                    <a:pt x="93355" y="2096896"/>
                  </a:lnTo>
                  <a:cubicBezTo>
                    <a:pt x="93277" y="2091066"/>
                    <a:pt x="88514" y="2086374"/>
                    <a:pt x="82666" y="2086374"/>
                  </a:cubicBezTo>
                  <a:close/>
                  <a:moveTo>
                    <a:pt x="280346" y="2302348"/>
                  </a:moveTo>
                  <a:cubicBezTo>
                    <a:pt x="274443" y="2302348"/>
                    <a:pt x="269657" y="2307126"/>
                    <a:pt x="269657" y="2313012"/>
                  </a:cubicBezTo>
                  <a:lnTo>
                    <a:pt x="269657" y="2313012"/>
                  </a:lnTo>
                  <a:cubicBezTo>
                    <a:pt x="269735" y="2318841"/>
                    <a:pt x="274498" y="2323533"/>
                    <a:pt x="280346" y="2323533"/>
                  </a:cubicBezTo>
                  <a:lnTo>
                    <a:pt x="280346" y="2323533"/>
                  </a:lnTo>
                  <a:cubicBezTo>
                    <a:pt x="286171" y="2323533"/>
                    <a:pt x="290893" y="2318827"/>
                    <a:pt x="290893" y="2313012"/>
                  </a:cubicBezTo>
                  <a:lnTo>
                    <a:pt x="290893" y="2313012"/>
                  </a:lnTo>
                  <a:cubicBezTo>
                    <a:pt x="290971" y="2307197"/>
                    <a:pt x="286314" y="2302434"/>
                    <a:pt x="280490" y="2302348"/>
                  </a:cubicBezTo>
                  <a:cubicBezTo>
                    <a:pt x="280442" y="2302348"/>
                    <a:pt x="280395" y="2302348"/>
                    <a:pt x="280346" y="2302348"/>
                  </a:cubicBezTo>
                  <a:close/>
                  <a:moveTo>
                    <a:pt x="347047" y="2375714"/>
                  </a:moveTo>
                  <a:cubicBezTo>
                    <a:pt x="341199" y="2375785"/>
                    <a:pt x="336500" y="2380548"/>
                    <a:pt x="336500" y="2386378"/>
                  </a:cubicBezTo>
                  <a:lnTo>
                    <a:pt x="336500" y="2386378"/>
                  </a:lnTo>
                  <a:cubicBezTo>
                    <a:pt x="336500" y="2392193"/>
                    <a:pt x="341222" y="2396899"/>
                    <a:pt x="347047" y="2396899"/>
                  </a:cubicBezTo>
                  <a:lnTo>
                    <a:pt x="347047" y="2396899"/>
                  </a:lnTo>
                  <a:cubicBezTo>
                    <a:pt x="352895" y="2396899"/>
                    <a:pt x="357658" y="2392207"/>
                    <a:pt x="357736" y="2386378"/>
                  </a:cubicBezTo>
                  <a:lnTo>
                    <a:pt x="357736" y="2386378"/>
                  </a:lnTo>
                  <a:cubicBezTo>
                    <a:pt x="357659" y="2380520"/>
                    <a:pt x="352919" y="2375785"/>
                    <a:pt x="347047" y="2375714"/>
                  </a:cubicBezTo>
                  <a:close/>
                  <a:moveTo>
                    <a:pt x="410470" y="2381970"/>
                  </a:moveTo>
                  <a:cubicBezTo>
                    <a:pt x="404645" y="2381970"/>
                    <a:pt x="399923" y="2386676"/>
                    <a:pt x="399923" y="2392491"/>
                  </a:cubicBezTo>
                  <a:lnTo>
                    <a:pt x="399923" y="2392491"/>
                  </a:lnTo>
                  <a:cubicBezTo>
                    <a:pt x="399923" y="2398321"/>
                    <a:pt x="404622" y="2403084"/>
                    <a:pt x="410470" y="2403155"/>
                  </a:cubicBezTo>
                  <a:lnTo>
                    <a:pt x="410470" y="2403155"/>
                  </a:lnTo>
                  <a:cubicBezTo>
                    <a:pt x="416342" y="2403084"/>
                    <a:pt x="421082" y="2398349"/>
                    <a:pt x="421159" y="2392491"/>
                  </a:cubicBezTo>
                  <a:lnTo>
                    <a:pt x="421159" y="2392491"/>
                  </a:lnTo>
                  <a:cubicBezTo>
                    <a:pt x="421081" y="2386662"/>
                    <a:pt x="416318" y="2381970"/>
                    <a:pt x="410470" y="2381970"/>
                  </a:cubicBezTo>
                  <a:close/>
                  <a:moveTo>
                    <a:pt x="1152732" y="2337751"/>
                  </a:moveTo>
                  <a:cubicBezTo>
                    <a:pt x="1146907" y="2337751"/>
                    <a:pt x="1142185" y="2342458"/>
                    <a:pt x="1142185" y="2348273"/>
                  </a:cubicBezTo>
                  <a:lnTo>
                    <a:pt x="1142185" y="2348273"/>
                  </a:lnTo>
                  <a:cubicBezTo>
                    <a:pt x="1142185" y="2354102"/>
                    <a:pt x="1146884" y="2358865"/>
                    <a:pt x="1152732" y="2358937"/>
                  </a:cubicBezTo>
                  <a:lnTo>
                    <a:pt x="1152732" y="2358937"/>
                  </a:lnTo>
                  <a:cubicBezTo>
                    <a:pt x="1158580" y="2358865"/>
                    <a:pt x="1163279" y="2354102"/>
                    <a:pt x="1163279" y="2348273"/>
                  </a:cubicBezTo>
                  <a:lnTo>
                    <a:pt x="1163279" y="2348273"/>
                  </a:lnTo>
                  <a:cubicBezTo>
                    <a:pt x="1163279" y="2342458"/>
                    <a:pt x="1158557" y="2337751"/>
                    <a:pt x="1152732" y="2337751"/>
                  </a:cubicBezTo>
                  <a:close/>
                  <a:moveTo>
                    <a:pt x="986122" y="2067606"/>
                  </a:moveTo>
                  <a:cubicBezTo>
                    <a:pt x="980297" y="2067606"/>
                    <a:pt x="975575" y="2072313"/>
                    <a:pt x="975575" y="2078128"/>
                  </a:cubicBezTo>
                  <a:lnTo>
                    <a:pt x="975575" y="2078128"/>
                  </a:lnTo>
                  <a:cubicBezTo>
                    <a:pt x="975575" y="2083957"/>
                    <a:pt x="980274" y="2088720"/>
                    <a:pt x="986122" y="2088791"/>
                  </a:cubicBezTo>
                  <a:lnTo>
                    <a:pt x="986122" y="2088791"/>
                  </a:lnTo>
                  <a:cubicBezTo>
                    <a:pt x="992025" y="2088791"/>
                    <a:pt x="996811" y="2084014"/>
                    <a:pt x="996811" y="2078128"/>
                  </a:cubicBezTo>
                  <a:lnTo>
                    <a:pt x="996811" y="2078128"/>
                  </a:lnTo>
                  <a:cubicBezTo>
                    <a:pt x="996811" y="2072313"/>
                    <a:pt x="992091" y="2067606"/>
                    <a:pt x="986266" y="2067606"/>
                  </a:cubicBezTo>
                  <a:cubicBezTo>
                    <a:pt x="986218" y="2067606"/>
                    <a:pt x="986171" y="2067606"/>
                    <a:pt x="986122" y="2067606"/>
                  </a:cubicBezTo>
                  <a:close/>
                  <a:moveTo>
                    <a:pt x="693664" y="1995662"/>
                  </a:moveTo>
                  <a:cubicBezTo>
                    <a:pt x="689334" y="1995662"/>
                    <a:pt x="685825" y="1999160"/>
                    <a:pt x="685825" y="2003482"/>
                  </a:cubicBezTo>
                  <a:lnTo>
                    <a:pt x="685825" y="2003482"/>
                  </a:lnTo>
                  <a:cubicBezTo>
                    <a:pt x="685825" y="2007819"/>
                    <a:pt x="689311" y="2011374"/>
                    <a:pt x="693664" y="2011445"/>
                  </a:cubicBezTo>
                  <a:lnTo>
                    <a:pt x="693664" y="2011445"/>
                  </a:lnTo>
                  <a:cubicBezTo>
                    <a:pt x="698072" y="2011445"/>
                    <a:pt x="701645" y="2007876"/>
                    <a:pt x="701645" y="2003482"/>
                  </a:cubicBezTo>
                  <a:lnTo>
                    <a:pt x="701645" y="2003482"/>
                  </a:lnTo>
                  <a:cubicBezTo>
                    <a:pt x="701567" y="1999146"/>
                    <a:pt x="698017" y="1995662"/>
                    <a:pt x="693664" y="1995662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52998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36440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044">
            <a:extLst>
              <a:ext uri="{FF2B5EF4-FFF2-40B4-BE49-F238E27FC236}">
                <a16:creationId xmlns:a16="http://schemas.microsoft.com/office/drawing/2014/main" id="{E584094B-C9C2-4D47-8B52-8848BE79E062}"/>
              </a:ext>
            </a:extLst>
          </p:cNvPr>
          <p:cNvGrpSpPr>
            <a:grpSpLocks noChangeAspect="1"/>
          </p:cNvGrpSpPr>
          <p:nvPr userDrawn="1"/>
        </p:nvGrpSpPr>
        <p:grpSpPr bwMode="gray">
          <a:xfrm>
            <a:off x="-621253" y="590648"/>
            <a:ext cx="12837335" cy="7276907"/>
            <a:chOff x="1272" y="1145"/>
            <a:chExt cx="4779" cy="2709"/>
          </a:xfrm>
          <a:gradFill>
            <a:gsLst>
              <a:gs pos="0">
                <a:schemeClr val="accent6">
                  <a:alpha val="38000"/>
                </a:schemeClr>
              </a:gs>
              <a:gs pos="100000">
                <a:schemeClr val="accent1">
                  <a:alpha val="49000"/>
                </a:schemeClr>
              </a:gs>
            </a:gsLst>
            <a:lin ang="2700000" scaled="0"/>
          </a:gradFill>
        </p:grpSpPr>
        <p:grpSp>
          <p:nvGrpSpPr>
            <p:cNvPr id="8" name="Group 6245">
              <a:extLst>
                <a:ext uri="{FF2B5EF4-FFF2-40B4-BE49-F238E27FC236}">
                  <a16:creationId xmlns:a16="http://schemas.microsoft.com/office/drawing/2014/main" id="{FA983CAD-4918-487A-80D4-91574F347E17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1272" y="1193"/>
              <a:ext cx="4779" cy="1973"/>
              <a:chOff x="1272" y="1193"/>
              <a:chExt cx="4779" cy="1973"/>
            </a:xfrm>
            <a:grpFill/>
          </p:grpSpPr>
          <p:sp>
            <p:nvSpPr>
              <p:cNvPr id="307" name="Freeform 6045">
                <a:extLst>
                  <a:ext uri="{FF2B5EF4-FFF2-40B4-BE49-F238E27FC236}">
                    <a16:creationId xmlns:a16="http://schemas.microsoft.com/office/drawing/2014/main" id="{EC22E223-CB7F-41DE-8B84-DAAF02DB723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69" y="1740"/>
                <a:ext cx="8" cy="7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3 h 4"/>
                  <a:gd name="T4" fmla="*/ 4 w 4"/>
                  <a:gd name="T5" fmla="*/ 0 h 4"/>
                  <a:gd name="T6" fmla="*/ 0 w 4"/>
                  <a:gd name="T7" fmla="*/ 2 h 4"/>
                  <a:gd name="T8" fmla="*/ 1 w 4"/>
                  <a:gd name="T9" fmla="*/ 3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8" name="Freeform 6046">
                <a:extLst>
                  <a:ext uri="{FF2B5EF4-FFF2-40B4-BE49-F238E27FC236}">
                    <a16:creationId xmlns:a16="http://schemas.microsoft.com/office/drawing/2014/main" id="{DB00C511-78A9-41F9-B760-B5910676A9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1" y="1734"/>
                <a:ext cx="21" cy="19"/>
              </a:xfrm>
              <a:custGeom>
                <a:avLst/>
                <a:gdLst>
                  <a:gd name="T0" fmla="*/ 21 w 21"/>
                  <a:gd name="T1" fmla="*/ 4 h 19"/>
                  <a:gd name="T2" fmla="*/ 19 w 21"/>
                  <a:gd name="T3" fmla="*/ 0 h 19"/>
                  <a:gd name="T4" fmla="*/ 15 w 21"/>
                  <a:gd name="T5" fmla="*/ 4 h 19"/>
                  <a:gd name="T6" fmla="*/ 15 w 21"/>
                  <a:gd name="T7" fmla="*/ 4 h 19"/>
                  <a:gd name="T8" fmla="*/ 11 w 21"/>
                  <a:gd name="T9" fmla="*/ 8 h 19"/>
                  <a:gd name="T10" fmla="*/ 9 w 21"/>
                  <a:gd name="T11" fmla="*/ 8 h 19"/>
                  <a:gd name="T12" fmla="*/ 4 w 21"/>
                  <a:gd name="T13" fmla="*/ 13 h 19"/>
                  <a:gd name="T14" fmla="*/ 4 w 21"/>
                  <a:gd name="T15" fmla="*/ 13 h 19"/>
                  <a:gd name="T16" fmla="*/ 2 w 21"/>
                  <a:gd name="T17" fmla="*/ 15 h 19"/>
                  <a:gd name="T18" fmla="*/ 0 w 21"/>
                  <a:gd name="T19" fmla="*/ 15 h 19"/>
                  <a:gd name="T20" fmla="*/ 0 w 21"/>
                  <a:gd name="T21" fmla="*/ 19 h 19"/>
                  <a:gd name="T22" fmla="*/ 4 w 21"/>
                  <a:gd name="T23" fmla="*/ 19 h 19"/>
                  <a:gd name="T24" fmla="*/ 6 w 21"/>
                  <a:gd name="T25" fmla="*/ 17 h 19"/>
                  <a:gd name="T26" fmla="*/ 9 w 21"/>
                  <a:gd name="T27" fmla="*/ 17 h 19"/>
                  <a:gd name="T28" fmla="*/ 11 w 21"/>
                  <a:gd name="T29" fmla="*/ 15 h 19"/>
                  <a:gd name="T30" fmla="*/ 9 w 21"/>
                  <a:gd name="T31" fmla="*/ 15 h 19"/>
                  <a:gd name="T32" fmla="*/ 11 w 21"/>
                  <a:gd name="T33" fmla="*/ 13 h 19"/>
                  <a:gd name="T34" fmla="*/ 15 w 21"/>
                  <a:gd name="T35" fmla="*/ 9 h 19"/>
                  <a:gd name="T36" fmla="*/ 19 w 21"/>
                  <a:gd name="T37" fmla="*/ 8 h 19"/>
                  <a:gd name="T38" fmla="*/ 21 w 21"/>
                  <a:gd name="T39" fmla="*/ 6 h 19"/>
                  <a:gd name="T40" fmla="*/ 21 w 21"/>
                  <a:gd name="T41" fmla="*/ 4 h 19"/>
                  <a:gd name="T42" fmla="*/ 21 w 21"/>
                  <a:gd name="T4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21" y="4"/>
                    </a:moveTo>
                    <a:lnTo>
                      <a:pt x="19" y="0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9" name="Freeform 6047">
                <a:extLst>
                  <a:ext uri="{FF2B5EF4-FFF2-40B4-BE49-F238E27FC236}">
                    <a16:creationId xmlns:a16="http://schemas.microsoft.com/office/drawing/2014/main" id="{9EF2B10F-C8A1-4AF1-AFAC-EF65D8A5CF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9" y="1760"/>
                <a:ext cx="11" cy="4"/>
              </a:xfrm>
              <a:custGeom>
                <a:avLst/>
                <a:gdLst>
                  <a:gd name="T0" fmla="*/ 0 w 11"/>
                  <a:gd name="T1" fmla="*/ 4 h 4"/>
                  <a:gd name="T2" fmla="*/ 11 w 11"/>
                  <a:gd name="T3" fmla="*/ 4 h 4"/>
                  <a:gd name="T4" fmla="*/ 5 w 11"/>
                  <a:gd name="T5" fmla="*/ 0 h 4"/>
                  <a:gd name="T6" fmla="*/ 0 w 1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lnTo>
                      <a:pt x="11" y="4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0" name="Freeform 6048">
                <a:extLst>
                  <a:ext uri="{FF2B5EF4-FFF2-40B4-BE49-F238E27FC236}">
                    <a16:creationId xmlns:a16="http://schemas.microsoft.com/office/drawing/2014/main" id="{37E51195-F2FF-4CC3-A4C9-E43344A657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95" y="1740"/>
                <a:ext cx="11" cy="3"/>
              </a:xfrm>
              <a:custGeom>
                <a:avLst/>
                <a:gdLst>
                  <a:gd name="T0" fmla="*/ 0 w 11"/>
                  <a:gd name="T1" fmla="*/ 2 h 3"/>
                  <a:gd name="T2" fmla="*/ 5 w 11"/>
                  <a:gd name="T3" fmla="*/ 3 h 3"/>
                  <a:gd name="T4" fmla="*/ 11 w 11"/>
                  <a:gd name="T5" fmla="*/ 2 h 3"/>
                  <a:gd name="T6" fmla="*/ 5 w 11"/>
                  <a:gd name="T7" fmla="*/ 0 h 3"/>
                  <a:gd name="T8" fmla="*/ 0 w 1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lnTo>
                      <a:pt x="5" y="3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1" name="Freeform 6049">
                <a:extLst>
                  <a:ext uri="{FF2B5EF4-FFF2-40B4-BE49-F238E27FC236}">
                    <a16:creationId xmlns:a16="http://schemas.microsoft.com/office/drawing/2014/main" id="{401520D1-01EF-4797-9D07-4831B7B055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0" y="172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0 h 5"/>
                  <a:gd name="T4" fmla="*/ 0 w 5"/>
                  <a:gd name="T5" fmla="*/ 4 h 5"/>
                  <a:gd name="T6" fmla="*/ 5 w 5"/>
                  <a:gd name="T7" fmla="*/ 5 h 5"/>
                  <a:gd name="T8" fmla="*/ 3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2" name="Freeform 6050">
                <a:extLst>
                  <a:ext uri="{FF2B5EF4-FFF2-40B4-BE49-F238E27FC236}">
                    <a16:creationId xmlns:a16="http://schemas.microsoft.com/office/drawing/2014/main" id="{1163C0B3-D8F9-4914-82E6-760D9C3C47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3" y="1732"/>
                <a:ext cx="10" cy="8"/>
              </a:xfrm>
              <a:custGeom>
                <a:avLst/>
                <a:gdLst>
                  <a:gd name="T0" fmla="*/ 6 w 10"/>
                  <a:gd name="T1" fmla="*/ 4 h 8"/>
                  <a:gd name="T2" fmla="*/ 6 w 10"/>
                  <a:gd name="T3" fmla="*/ 2 h 8"/>
                  <a:gd name="T4" fmla="*/ 2 w 10"/>
                  <a:gd name="T5" fmla="*/ 0 h 8"/>
                  <a:gd name="T6" fmla="*/ 0 w 10"/>
                  <a:gd name="T7" fmla="*/ 2 h 8"/>
                  <a:gd name="T8" fmla="*/ 0 w 10"/>
                  <a:gd name="T9" fmla="*/ 8 h 8"/>
                  <a:gd name="T10" fmla="*/ 6 w 10"/>
                  <a:gd name="T11" fmla="*/ 8 h 8"/>
                  <a:gd name="T12" fmla="*/ 10 w 10"/>
                  <a:gd name="T13" fmla="*/ 8 h 8"/>
                  <a:gd name="T14" fmla="*/ 8 w 10"/>
                  <a:gd name="T15" fmla="*/ 4 h 8"/>
                  <a:gd name="T16" fmla="*/ 6 w 10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6" y="4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3" name="Freeform 6051">
                <a:extLst>
                  <a:ext uri="{FF2B5EF4-FFF2-40B4-BE49-F238E27FC236}">
                    <a16:creationId xmlns:a16="http://schemas.microsoft.com/office/drawing/2014/main" id="{38C1E7C1-F880-4C15-A71E-00655881BE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43" y="1779"/>
                <a:ext cx="54" cy="41"/>
              </a:xfrm>
              <a:custGeom>
                <a:avLst/>
                <a:gdLst>
                  <a:gd name="T0" fmla="*/ 52 w 54"/>
                  <a:gd name="T1" fmla="*/ 4 h 41"/>
                  <a:gd name="T2" fmla="*/ 46 w 54"/>
                  <a:gd name="T3" fmla="*/ 4 h 41"/>
                  <a:gd name="T4" fmla="*/ 44 w 54"/>
                  <a:gd name="T5" fmla="*/ 4 h 41"/>
                  <a:gd name="T6" fmla="*/ 39 w 54"/>
                  <a:gd name="T7" fmla="*/ 2 h 41"/>
                  <a:gd name="T8" fmla="*/ 39 w 54"/>
                  <a:gd name="T9" fmla="*/ 5 h 41"/>
                  <a:gd name="T10" fmla="*/ 37 w 54"/>
                  <a:gd name="T11" fmla="*/ 5 h 41"/>
                  <a:gd name="T12" fmla="*/ 35 w 54"/>
                  <a:gd name="T13" fmla="*/ 2 h 41"/>
                  <a:gd name="T14" fmla="*/ 28 w 54"/>
                  <a:gd name="T15" fmla="*/ 5 h 41"/>
                  <a:gd name="T16" fmla="*/ 31 w 54"/>
                  <a:gd name="T17" fmla="*/ 7 h 41"/>
                  <a:gd name="T18" fmla="*/ 28 w 54"/>
                  <a:gd name="T19" fmla="*/ 9 h 41"/>
                  <a:gd name="T20" fmla="*/ 28 w 54"/>
                  <a:gd name="T21" fmla="*/ 13 h 41"/>
                  <a:gd name="T22" fmla="*/ 26 w 54"/>
                  <a:gd name="T23" fmla="*/ 7 h 41"/>
                  <a:gd name="T24" fmla="*/ 15 w 54"/>
                  <a:gd name="T25" fmla="*/ 11 h 41"/>
                  <a:gd name="T26" fmla="*/ 11 w 54"/>
                  <a:gd name="T27" fmla="*/ 17 h 41"/>
                  <a:gd name="T28" fmla="*/ 11 w 54"/>
                  <a:gd name="T29" fmla="*/ 20 h 41"/>
                  <a:gd name="T30" fmla="*/ 9 w 54"/>
                  <a:gd name="T31" fmla="*/ 24 h 41"/>
                  <a:gd name="T32" fmla="*/ 13 w 54"/>
                  <a:gd name="T33" fmla="*/ 30 h 41"/>
                  <a:gd name="T34" fmla="*/ 16 w 54"/>
                  <a:gd name="T35" fmla="*/ 26 h 41"/>
                  <a:gd name="T36" fmla="*/ 18 w 54"/>
                  <a:gd name="T37" fmla="*/ 28 h 41"/>
                  <a:gd name="T38" fmla="*/ 13 w 54"/>
                  <a:gd name="T39" fmla="*/ 32 h 41"/>
                  <a:gd name="T40" fmla="*/ 3 w 54"/>
                  <a:gd name="T41" fmla="*/ 35 h 41"/>
                  <a:gd name="T42" fmla="*/ 5 w 54"/>
                  <a:gd name="T43" fmla="*/ 41 h 41"/>
                  <a:gd name="T44" fmla="*/ 11 w 54"/>
                  <a:gd name="T45" fmla="*/ 41 h 41"/>
                  <a:gd name="T46" fmla="*/ 9 w 54"/>
                  <a:gd name="T47" fmla="*/ 35 h 41"/>
                  <a:gd name="T48" fmla="*/ 13 w 54"/>
                  <a:gd name="T49" fmla="*/ 35 h 41"/>
                  <a:gd name="T50" fmla="*/ 18 w 54"/>
                  <a:gd name="T51" fmla="*/ 33 h 41"/>
                  <a:gd name="T52" fmla="*/ 20 w 54"/>
                  <a:gd name="T53" fmla="*/ 32 h 41"/>
                  <a:gd name="T54" fmla="*/ 24 w 54"/>
                  <a:gd name="T55" fmla="*/ 28 h 41"/>
                  <a:gd name="T56" fmla="*/ 26 w 54"/>
                  <a:gd name="T57" fmla="*/ 26 h 41"/>
                  <a:gd name="T58" fmla="*/ 28 w 54"/>
                  <a:gd name="T59" fmla="*/ 24 h 41"/>
                  <a:gd name="T60" fmla="*/ 33 w 54"/>
                  <a:gd name="T61" fmla="*/ 24 h 41"/>
                  <a:gd name="T62" fmla="*/ 33 w 54"/>
                  <a:gd name="T63" fmla="*/ 19 h 41"/>
                  <a:gd name="T64" fmla="*/ 37 w 54"/>
                  <a:gd name="T65" fmla="*/ 22 h 41"/>
                  <a:gd name="T66" fmla="*/ 42 w 54"/>
                  <a:gd name="T67" fmla="*/ 19 h 41"/>
                  <a:gd name="T68" fmla="*/ 42 w 54"/>
                  <a:gd name="T69" fmla="*/ 17 h 41"/>
                  <a:gd name="T70" fmla="*/ 44 w 54"/>
                  <a:gd name="T71" fmla="*/ 17 h 41"/>
                  <a:gd name="T72" fmla="*/ 50 w 54"/>
                  <a:gd name="T73" fmla="*/ 13 h 41"/>
                  <a:gd name="T74" fmla="*/ 48 w 54"/>
                  <a:gd name="T75" fmla="*/ 9 h 41"/>
                  <a:gd name="T76" fmla="*/ 54 w 54"/>
                  <a:gd name="T7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41">
                    <a:moveTo>
                      <a:pt x="54" y="9"/>
                    </a:moveTo>
                    <a:lnTo>
                      <a:pt x="52" y="4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1" y="0"/>
                    </a:lnTo>
                    <a:lnTo>
                      <a:pt x="39" y="2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5" y="2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29" y="7"/>
                    </a:lnTo>
                    <a:lnTo>
                      <a:pt x="28" y="9"/>
                    </a:lnTo>
                    <a:lnTo>
                      <a:pt x="29" y="11"/>
                    </a:lnTo>
                    <a:lnTo>
                      <a:pt x="28" y="13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9" y="24"/>
                    </a:lnTo>
                    <a:lnTo>
                      <a:pt x="11" y="28"/>
                    </a:lnTo>
                    <a:lnTo>
                      <a:pt x="13" y="30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3" y="35"/>
                    </a:lnTo>
                    <a:lnTo>
                      <a:pt x="0" y="41"/>
                    </a:lnTo>
                    <a:lnTo>
                      <a:pt x="5" y="41"/>
                    </a:lnTo>
                    <a:lnTo>
                      <a:pt x="9" y="37"/>
                    </a:lnTo>
                    <a:lnTo>
                      <a:pt x="11" y="41"/>
                    </a:lnTo>
                    <a:lnTo>
                      <a:pt x="15" y="35"/>
                    </a:lnTo>
                    <a:lnTo>
                      <a:pt x="9" y="35"/>
                    </a:lnTo>
                    <a:lnTo>
                      <a:pt x="13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33" y="24"/>
                    </a:lnTo>
                    <a:lnTo>
                      <a:pt x="35" y="22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22"/>
                    </a:lnTo>
                    <a:lnTo>
                      <a:pt x="41" y="22"/>
                    </a:lnTo>
                    <a:lnTo>
                      <a:pt x="42" y="19"/>
                    </a:lnTo>
                    <a:lnTo>
                      <a:pt x="41" y="15"/>
                    </a:lnTo>
                    <a:lnTo>
                      <a:pt x="42" y="17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8" y="17"/>
                    </a:lnTo>
                    <a:lnTo>
                      <a:pt x="50" y="13"/>
                    </a:lnTo>
                    <a:lnTo>
                      <a:pt x="48" y="11"/>
                    </a:lnTo>
                    <a:lnTo>
                      <a:pt x="48" y="9"/>
                    </a:lnTo>
                    <a:lnTo>
                      <a:pt x="50" y="9"/>
                    </a:lnTo>
                    <a:lnTo>
                      <a:pt x="54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4" name="Freeform 6052">
                <a:extLst>
                  <a:ext uri="{FF2B5EF4-FFF2-40B4-BE49-F238E27FC236}">
                    <a16:creationId xmlns:a16="http://schemas.microsoft.com/office/drawing/2014/main" id="{08DB11F8-B7F3-47F7-945A-6791A52B01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24" y="1831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w 6"/>
                  <a:gd name="T9" fmla="*/ 2 h 6"/>
                  <a:gd name="T10" fmla="*/ 0 w 6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5" name="Freeform 6053">
                <a:extLst>
                  <a:ext uri="{FF2B5EF4-FFF2-40B4-BE49-F238E27FC236}">
                    <a16:creationId xmlns:a16="http://schemas.microsoft.com/office/drawing/2014/main" id="{6306D185-351A-4A90-8667-8A55561FB6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85" y="1764"/>
                <a:ext cx="19" cy="19"/>
              </a:xfrm>
              <a:custGeom>
                <a:avLst/>
                <a:gdLst>
                  <a:gd name="T0" fmla="*/ 17 w 19"/>
                  <a:gd name="T1" fmla="*/ 11 h 19"/>
                  <a:gd name="T2" fmla="*/ 17 w 19"/>
                  <a:gd name="T3" fmla="*/ 11 h 19"/>
                  <a:gd name="T4" fmla="*/ 19 w 19"/>
                  <a:gd name="T5" fmla="*/ 9 h 19"/>
                  <a:gd name="T6" fmla="*/ 17 w 19"/>
                  <a:gd name="T7" fmla="*/ 6 h 19"/>
                  <a:gd name="T8" fmla="*/ 13 w 19"/>
                  <a:gd name="T9" fmla="*/ 7 h 19"/>
                  <a:gd name="T10" fmla="*/ 13 w 19"/>
                  <a:gd name="T11" fmla="*/ 6 h 19"/>
                  <a:gd name="T12" fmla="*/ 13 w 19"/>
                  <a:gd name="T13" fmla="*/ 6 h 19"/>
                  <a:gd name="T14" fmla="*/ 17 w 19"/>
                  <a:gd name="T15" fmla="*/ 4 h 19"/>
                  <a:gd name="T16" fmla="*/ 17 w 19"/>
                  <a:gd name="T17" fmla="*/ 0 h 19"/>
                  <a:gd name="T18" fmla="*/ 13 w 19"/>
                  <a:gd name="T19" fmla="*/ 0 h 19"/>
                  <a:gd name="T20" fmla="*/ 12 w 19"/>
                  <a:gd name="T21" fmla="*/ 0 h 19"/>
                  <a:gd name="T22" fmla="*/ 12 w 19"/>
                  <a:gd name="T23" fmla="*/ 4 h 19"/>
                  <a:gd name="T24" fmla="*/ 13 w 19"/>
                  <a:gd name="T25" fmla="*/ 6 h 19"/>
                  <a:gd name="T26" fmla="*/ 12 w 19"/>
                  <a:gd name="T27" fmla="*/ 4 h 19"/>
                  <a:gd name="T28" fmla="*/ 8 w 19"/>
                  <a:gd name="T29" fmla="*/ 6 h 19"/>
                  <a:gd name="T30" fmla="*/ 6 w 19"/>
                  <a:gd name="T31" fmla="*/ 7 h 19"/>
                  <a:gd name="T32" fmla="*/ 8 w 19"/>
                  <a:gd name="T33" fmla="*/ 9 h 19"/>
                  <a:gd name="T34" fmla="*/ 6 w 19"/>
                  <a:gd name="T35" fmla="*/ 11 h 19"/>
                  <a:gd name="T36" fmla="*/ 6 w 19"/>
                  <a:gd name="T37" fmla="*/ 9 h 19"/>
                  <a:gd name="T38" fmla="*/ 4 w 19"/>
                  <a:gd name="T39" fmla="*/ 11 h 19"/>
                  <a:gd name="T40" fmla="*/ 2 w 19"/>
                  <a:gd name="T41" fmla="*/ 9 h 19"/>
                  <a:gd name="T42" fmla="*/ 0 w 19"/>
                  <a:gd name="T43" fmla="*/ 13 h 19"/>
                  <a:gd name="T44" fmla="*/ 0 w 19"/>
                  <a:gd name="T45" fmla="*/ 15 h 19"/>
                  <a:gd name="T46" fmla="*/ 4 w 19"/>
                  <a:gd name="T47" fmla="*/ 19 h 19"/>
                  <a:gd name="T48" fmla="*/ 8 w 19"/>
                  <a:gd name="T49" fmla="*/ 17 h 19"/>
                  <a:gd name="T50" fmla="*/ 10 w 19"/>
                  <a:gd name="T51" fmla="*/ 17 h 19"/>
                  <a:gd name="T52" fmla="*/ 10 w 19"/>
                  <a:gd name="T53" fmla="*/ 17 h 19"/>
                  <a:gd name="T54" fmla="*/ 12 w 19"/>
                  <a:gd name="T55" fmla="*/ 17 h 19"/>
                  <a:gd name="T56" fmla="*/ 13 w 19"/>
                  <a:gd name="T57" fmla="*/ 15 h 19"/>
                  <a:gd name="T58" fmla="*/ 15 w 19"/>
                  <a:gd name="T59" fmla="*/ 17 h 19"/>
                  <a:gd name="T60" fmla="*/ 19 w 19"/>
                  <a:gd name="T61" fmla="*/ 15 h 19"/>
                  <a:gd name="T62" fmla="*/ 17 w 19"/>
                  <a:gd name="T63" fmla="*/ 11 h 19"/>
                  <a:gd name="T64" fmla="*/ 17 w 19"/>
                  <a:gd name="T6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9">
                    <a:moveTo>
                      <a:pt x="17" y="11"/>
                    </a:moveTo>
                    <a:lnTo>
                      <a:pt x="17" y="11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7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9" y="15"/>
                    </a:lnTo>
                    <a:lnTo>
                      <a:pt x="17" y="11"/>
                    </a:lnTo>
                    <a:lnTo>
                      <a:pt x="17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6" name="Freeform 6054">
                <a:extLst>
                  <a:ext uri="{FF2B5EF4-FFF2-40B4-BE49-F238E27FC236}">
                    <a16:creationId xmlns:a16="http://schemas.microsoft.com/office/drawing/2014/main" id="{A9708D66-0DBB-4B0D-A3F2-8B086132B0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892" y="1880"/>
                <a:ext cx="6" cy="7"/>
              </a:xfrm>
              <a:custGeom>
                <a:avLst/>
                <a:gdLst>
                  <a:gd name="T0" fmla="*/ 6 w 6"/>
                  <a:gd name="T1" fmla="*/ 3 h 7"/>
                  <a:gd name="T2" fmla="*/ 0 w 6"/>
                  <a:gd name="T3" fmla="*/ 0 h 7"/>
                  <a:gd name="T4" fmla="*/ 2 w 6"/>
                  <a:gd name="T5" fmla="*/ 7 h 7"/>
                  <a:gd name="T6" fmla="*/ 6 w 6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7" name="Freeform 6055">
                <a:extLst>
                  <a:ext uri="{FF2B5EF4-FFF2-40B4-BE49-F238E27FC236}">
                    <a16:creationId xmlns:a16="http://schemas.microsoft.com/office/drawing/2014/main" id="{C2CF9CF5-B507-4971-83C9-32D023F780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53" y="1839"/>
                <a:ext cx="15" cy="14"/>
              </a:xfrm>
              <a:custGeom>
                <a:avLst/>
                <a:gdLst>
                  <a:gd name="T0" fmla="*/ 8 w 15"/>
                  <a:gd name="T1" fmla="*/ 0 h 14"/>
                  <a:gd name="T2" fmla="*/ 8 w 15"/>
                  <a:gd name="T3" fmla="*/ 1 h 14"/>
                  <a:gd name="T4" fmla="*/ 6 w 15"/>
                  <a:gd name="T5" fmla="*/ 3 h 14"/>
                  <a:gd name="T6" fmla="*/ 0 w 15"/>
                  <a:gd name="T7" fmla="*/ 14 h 14"/>
                  <a:gd name="T8" fmla="*/ 8 w 15"/>
                  <a:gd name="T9" fmla="*/ 7 h 14"/>
                  <a:gd name="T10" fmla="*/ 11 w 15"/>
                  <a:gd name="T11" fmla="*/ 5 h 14"/>
                  <a:gd name="T12" fmla="*/ 11 w 15"/>
                  <a:gd name="T13" fmla="*/ 3 h 14"/>
                  <a:gd name="T14" fmla="*/ 15 w 15"/>
                  <a:gd name="T15" fmla="*/ 0 h 14"/>
                  <a:gd name="T16" fmla="*/ 8 w 15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lnTo>
                      <a:pt x="8" y="1"/>
                    </a:lnTo>
                    <a:lnTo>
                      <a:pt x="6" y="3"/>
                    </a:lnTo>
                    <a:lnTo>
                      <a:pt x="0" y="14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8" name="Freeform 6056">
                <a:extLst>
                  <a:ext uri="{FF2B5EF4-FFF2-40B4-BE49-F238E27FC236}">
                    <a16:creationId xmlns:a16="http://schemas.microsoft.com/office/drawing/2014/main" id="{9E84C100-3A7B-4238-A468-1BF3FD0A3F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4"/>
                <a:ext cx="11" cy="7"/>
              </a:xfrm>
              <a:custGeom>
                <a:avLst/>
                <a:gdLst>
                  <a:gd name="T0" fmla="*/ 8 w 11"/>
                  <a:gd name="T1" fmla="*/ 4 h 7"/>
                  <a:gd name="T2" fmla="*/ 6 w 11"/>
                  <a:gd name="T3" fmla="*/ 0 h 7"/>
                  <a:gd name="T4" fmla="*/ 0 w 11"/>
                  <a:gd name="T5" fmla="*/ 4 h 7"/>
                  <a:gd name="T6" fmla="*/ 4 w 11"/>
                  <a:gd name="T7" fmla="*/ 4 h 7"/>
                  <a:gd name="T8" fmla="*/ 4 w 11"/>
                  <a:gd name="T9" fmla="*/ 4 h 7"/>
                  <a:gd name="T10" fmla="*/ 8 w 11"/>
                  <a:gd name="T11" fmla="*/ 7 h 7"/>
                  <a:gd name="T12" fmla="*/ 11 w 11"/>
                  <a:gd name="T13" fmla="*/ 6 h 7"/>
                  <a:gd name="T14" fmla="*/ 10 w 11"/>
                  <a:gd name="T15" fmla="*/ 2 h 7"/>
                  <a:gd name="T16" fmla="*/ 8 w 11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8" y="4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9" name="Freeform 6057">
                <a:extLst>
                  <a:ext uri="{FF2B5EF4-FFF2-40B4-BE49-F238E27FC236}">
                    <a16:creationId xmlns:a16="http://schemas.microsoft.com/office/drawing/2014/main" id="{CC1CB7E7-92B9-4A4C-937E-E9D87B0877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8"/>
                <a:ext cx="8" cy="5"/>
              </a:xfrm>
              <a:custGeom>
                <a:avLst/>
                <a:gdLst>
                  <a:gd name="T0" fmla="*/ 0 w 8"/>
                  <a:gd name="T1" fmla="*/ 3 h 5"/>
                  <a:gd name="T2" fmla="*/ 4 w 8"/>
                  <a:gd name="T3" fmla="*/ 5 h 5"/>
                  <a:gd name="T4" fmla="*/ 8 w 8"/>
                  <a:gd name="T5" fmla="*/ 3 h 5"/>
                  <a:gd name="T6" fmla="*/ 4 w 8"/>
                  <a:gd name="T7" fmla="*/ 0 h 5"/>
                  <a:gd name="T8" fmla="*/ 0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lnTo>
                      <a:pt x="4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0" name="Freeform 6058">
                <a:extLst>
                  <a:ext uri="{FF2B5EF4-FFF2-40B4-BE49-F238E27FC236}">
                    <a16:creationId xmlns:a16="http://schemas.microsoft.com/office/drawing/2014/main" id="{69263B5A-530E-4813-AA1F-C9E1A6E470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88" y="1880"/>
                <a:ext cx="5" cy="9"/>
              </a:xfrm>
              <a:custGeom>
                <a:avLst/>
                <a:gdLst>
                  <a:gd name="T0" fmla="*/ 0 w 5"/>
                  <a:gd name="T1" fmla="*/ 5 h 9"/>
                  <a:gd name="T2" fmla="*/ 5 w 5"/>
                  <a:gd name="T3" fmla="*/ 9 h 9"/>
                  <a:gd name="T4" fmla="*/ 3 w 5"/>
                  <a:gd name="T5" fmla="*/ 0 h 9"/>
                  <a:gd name="T6" fmla="*/ 0 w 5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lnTo>
                      <a:pt x="5" y="9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1" name="Freeform 6059">
                <a:extLst>
                  <a:ext uri="{FF2B5EF4-FFF2-40B4-BE49-F238E27FC236}">
                    <a16:creationId xmlns:a16="http://schemas.microsoft.com/office/drawing/2014/main" id="{1A167390-4502-41F8-A320-0FD2E43B62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67" y="1885"/>
                <a:ext cx="11" cy="4"/>
              </a:xfrm>
              <a:custGeom>
                <a:avLst/>
                <a:gdLst>
                  <a:gd name="T0" fmla="*/ 2 w 11"/>
                  <a:gd name="T1" fmla="*/ 0 h 4"/>
                  <a:gd name="T2" fmla="*/ 0 w 11"/>
                  <a:gd name="T3" fmla="*/ 4 h 4"/>
                  <a:gd name="T4" fmla="*/ 8 w 11"/>
                  <a:gd name="T5" fmla="*/ 4 h 4"/>
                  <a:gd name="T6" fmla="*/ 11 w 11"/>
                  <a:gd name="T7" fmla="*/ 2 h 4"/>
                  <a:gd name="T8" fmla="*/ 8 w 11"/>
                  <a:gd name="T9" fmla="*/ 0 h 4"/>
                  <a:gd name="T10" fmla="*/ 2 w 1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0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2" name="Freeform 6060">
                <a:extLst>
                  <a:ext uri="{FF2B5EF4-FFF2-40B4-BE49-F238E27FC236}">
                    <a16:creationId xmlns:a16="http://schemas.microsoft.com/office/drawing/2014/main" id="{4F95F72D-9B7B-481F-8431-3159B1A36E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95" y="1878"/>
                <a:ext cx="11" cy="9"/>
              </a:xfrm>
              <a:custGeom>
                <a:avLst/>
                <a:gdLst>
                  <a:gd name="T0" fmla="*/ 2 w 11"/>
                  <a:gd name="T1" fmla="*/ 3 h 9"/>
                  <a:gd name="T2" fmla="*/ 0 w 11"/>
                  <a:gd name="T3" fmla="*/ 9 h 9"/>
                  <a:gd name="T4" fmla="*/ 6 w 11"/>
                  <a:gd name="T5" fmla="*/ 5 h 9"/>
                  <a:gd name="T6" fmla="*/ 11 w 11"/>
                  <a:gd name="T7" fmla="*/ 5 h 9"/>
                  <a:gd name="T8" fmla="*/ 4 w 11"/>
                  <a:gd name="T9" fmla="*/ 0 h 9"/>
                  <a:gd name="T10" fmla="*/ 2 w 11"/>
                  <a:gd name="T1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lnTo>
                      <a:pt x="0" y="9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4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3" name="Freeform 6061">
                <a:extLst>
                  <a:ext uri="{FF2B5EF4-FFF2-40B4-BE49-F238E27FC236}">
                    <a16:creationId xmlns:a16="http://schemas.microsoft.com/office/drawing/2014/main" id="{54C8EBE2-70F7-42FF-8E6D-2C1EE02C2E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81" y="1855"/>
                <a:ext cx="13" cy="4"/>
              </a:xfrm>
              <a:custGeom>
                <a:avLst/>
                <a:gdLst>
                  <a:gd name="T0" fmla="*/ 11 w 13"/>
                  <a:gd name="T1" fmla="*/ 0 h 4"/>
                  <a:gd name="T2" fmla="*/ 5 w 13"/>
                  <a:gd name="T3" fmla="*/ 0 h 4"/>
                  <a:gd name="T4" fmla="*/ 7 w 13"/>
                  <a:gd name="T5" fmla="*/ 2 h 4"/>
                  <a:gd name="T6" fmla="*/ 3 w 13"/>
                  <a:gd name="T7" fmla="*/ 0 h 4"/>
                  <a:gd name="T8" fmla="*/ 0 w 13"/>
                  <a:gd name="T9" fmla="*/ 4 h 4"/>
                  <a:gd name="T10" fmla="*/ 9 w 13"/>
                  <a:gd name="T11" fmla="*/ 4 h 4"/>
                  <a:gd name="T12" fmla="*/ 9 w 13"/>
                  <a:gd name="T13" fmla="*/ 4 h 4"/>
                  <a:gd name="T14" fmla="*/ 13 w 13"/>
                  <a:gd name="T15" fmla="*/ 2 h 4"/>
                  <a:gd name="T16" fmla="*/ 11 w 1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">
                    <a:moveTo>
                      <a:pt x="11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4" name="Freeform 6062">
                <a:extLst>
                  <a:ext uri="{FF2B5EF4-FFF2-40B4-BE49-F238E27FC236}">
                    <a16:creationId xmlns:a16="http://schemas.microsoft.com/office/drawing/2014/main" id="{FAD07182-D629-4422-A8E2-D6C0C4433B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18" y="1850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4 w 7"/>
                  <a:gd name="T3" fmla="*/ 5 h 5"/>
                  <a:gd name="T4" fmla="*/ 7 w 7"/>
                  <a:gd name="T5" fmla="*/ 3 h 5"/>
                  <a:gd name="T6" fmla="*/ 4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4" y="5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5" name="Freeform 6063">
                <a:extLst>
                  <a:ext uri="{FF2B5EF4-FFF2-40B4-BE49-F238E27FC236}">
                    <a16:creationId xmlns:a16="http://schemas.microsoft.com/office/drawing/2014/main" id="{2327D956-8F86-417E-BA3E-9418F83875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79" y="1648"/>
                <a:ext cx="9" cy="19"/>
              </a:xfrm>
              <a:custGeom>
                <a:avLst/>
                <a:gdLst>
                  <a:gd name="T0" fmla="*/ 1 w 5"/>
                  <a:gd name="T1" fmla="*/ 7 h 10"/>
                  <a:gd name="T2" fmla="*/ 5 w 5"/>
                  <a:gd name="T3" fmla="*/ 10 h 10"/>
                  <a:gd name="T4" fmla="*/ 5 w 5"/>
                  <a:gd name="T5" fmla="*/ 7 h 10"/>
                  <a:gd name="T6" fmla="*/ 3 w 5"/>
                  <a:gd name="T7" fmla="*/ 5 h 10"/>
                  <a:gd name="T8" fmla="*/ 3 w 5"/>
                  <a:gd name="T9" fmla="*/ 4 h 10"/>
                  <a:gd name="T10" fmla="*/ 2 w 5"/>
                  <a:gd name="T11" fmla="*/ 3 h 10"/>
                  <a:gd name="T12" fmla="*/ 3 w 5"/>
                  <a:gd name="T13" fmla="*/ 3 h 10"/>
                  <a:gd name="T14" fmla="*/ 2 w 5"/>
                  <a:gd name="T15" fmla="*/ 0 h 10"/>
                  <a:gd name="T16" fmla="*/ 1 w 5"/>
                  <a:gd name="T17" fmla="*/ 2 h 10"/>
                  <a:gd name="T18" fmla="*/ 1 w 5"/>
                  <a:gd name="T19" fmla="*/ 3 h 10"/>
                  <a:gd name="T20" fmla="*/ 0 w 5"/>
                  <a:gd name="T21" fmla="*/ 4 h 10"/>
                  <a:gd name="T22" fmla="*/ 0 w 5"/>
                  <a:gd name="T23" fmla="*/ 4 h 10"/>
                  <a:gd name="T24" fmla="*/ 1 w 5"/>
                  <a:gd name="T25" fmla="*/ 5 h 10"/>
                  <a:gd name="T26" fmla="*/ 1 w 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1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6" name="Freeform 6064">
                <a:extLst>
                  <a:ext uri="{FF2B5EF4-FFF2-40B4-BE49-F238E27FC236}">
                    <a16:creationId xmlns:a16="http://schemas.microsoft.com/office/drawing/2014/main" id="{13ACA35F-E27E-455C-A1E7-3634C53200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17" y="1850"/>
                <a:ext cx="69" cy="31"/>
              </a:xfrm>
              <a:custGeom>
                <a:avLst/>
                <a:gdLst>
                  <a:gd name="T0" fmla="*/ 36 w 37"/>
                  <a:gd name="T1" fmla="*/ 0 h 17"/>
                  <a:gd name="T2" fmla="*/ 34 w 37"/>
                  <a:gd name="T3" fmla="*/ 2 h 17"/>
                  <a:gd name="T4" fmla="*/ 33 w 37"/>
                  <a:gd name="T5" fmla="*/ 2 h 17"/>
                  <a:gd name="T6" fmla="*/ 30 w 37"/>
                  <a:gd name="T7" fmla="*/ 1 h 17"/>
                  <a:gd name="T8" fmla="*/ 31 w 37"/>
                  <a:gd name="T9" fmla="*/ 4 h 17"/>
                  <a:gd name="T10" fmla="*/ 29 w 37"/>
                  <a:gd name="T11" fmla="*/ 4 h 17"/>
                  <a:gd name="T12" fmla="*/ 27 w 37"/>
                  <a:gd name="T13" fmla="*/ 3 h 17"/>
                  <a:gd name="T14" fmla="*/ 24 w 37"/>
                  <a:gd name="T15" fmla="*/ 3 h 17"/>
                  <a:gd name="T16" fmla="*/ 23 w 37"/>
                  <a:gd name="T17" fmla="*/ 6 h 17"/>
                  <a:gd name="T18" fmla="*/ 22 w 37"/>
                  <a:gd name="T19" fmla="*/ 6 h 17"/>
                  <a:gd name="T20" fmla="*/ 20 w 37"/>
                  <a:gd name="T21" fmla="*/ 8 h 17"/>
                  <a:gd name="T22" fmla="*/ 19 w 37"/>
                  <a:gd name="T23" fmla="*/ 9 h 17"/>
                  <a:gd name="T24" fmla="*/ 16 w 37"/>
                  <a:gd name="T25" fmla="*/ 11 h 17"/>
                  <a:gd name="T26" fmla="*/ 14 w 37"/>
                  <a:gd name="T27" fmla="*/ 11 h 17"/>
                  <a:gd name="T28" fmla="*/ 17 w 37"/>
                  <a:gd name="T29" fmla="*/ 10 h 17"/>
                  <a:gd name="T30" fmla="*/ 13 w 37"/>
                  <a:gd name="T31" fmla="*/ 4 h 17"/>
                  <a:gd name="T32" fmla="*/ 12 w 37"/>
                  <a:gd name="T33" fmla="*/ 8 h 17"/>
                  <a:gd name="T34" fmla="*/ 10 w 37"/>
                  <a:gd name="T35" fmla="*/ 9 h 17"/>
                  <a:gd name="T36" fmla="*/ 8 w 37"/>
                  <a:gd name="T37" fmla="*/ 11 h 17"/>
                  <a:gd name="T38" fmla="*/ 6 w 37"/>
                  <a:gd name="T39" fmla="*/ 13 h 17"/>
                  <a:gd name="T40" fmla="*/ 4 w 37"/>
                  <a:gd name="T41" fmla="*/ 15 h 17"/>
                  <a:gd name="T42" fmla="*/ 0 w 37"/>
                  <a:gd name="T43" fmla="*/ 17 h 17"/>
                  <a:gd name="T44" fmla="*/ 7 w 37"/>
                  <a:gd name="T45" fmla="*/ 16 h 17"/>
                  <a:gd name="T46" fmla="*/ 11 w 37"/>
                  <a:gd name="T47" fmla="*/ 13 h 17"/>
                  <a:gd name="T48" fmla="*/ 14 w 37"/>
                  <a:gd name="T49" fmla="*/ 12 h 17"/>
                  <a:gd name="T50" fmla="*/ 18 w 37"/>
                  <a:gd name="T51" fmla="*/ 13 h 17"/>
                  <a:gd name="T52" fmla="*/ 21 w 37"/>
                  <a:gd name="T53" fmla="*/ 11 h 17"/>
                  <a:gd name="T54" fmla="*/ 23 w 37"/>
                  <a:gd name="T55" fmla="*/ 12 h 17"/>
                  <a:gd name="T56" fmla="*/ 24 w 37"/>
                  <a:gd name="T57" fmla="*/ 11 h 17"/>
                  <a:gd name="T58" fmla="*/ 27 w 37"/>
                  <a:gd name="T59" fmla="*/ 9 h 17"/>
                  <a:gd name="T60" fmla="*/ 29 w 37"/>
                  <a:gd name="T61" fmla="*/ 7 h 17"/>
                  <a:gd name="T62" fmla="*/ 29 w 37"/>
                  <a:gd name="T63" fmla="*/ 6 h 17"/>
                  <a:gd name="T64" fmla="*/ 31 w 37"/>
                  <a:gd name="T65" fmla="*/ 6 h 17"/>
                  <a:gd name="T66" fmla="*/ 32 w 37"/>
                  <a:gd name="T67" fmla="*/ 5 h 17"/>
                  <a:gd name="T68" fmla="*/ 34 w 37"/>
                  <a:gd name="T6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17">
                    <a:moveTo>
                      <a:pt x="37" y="3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3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7" name="Freeform 6065">
                <a:extLst>
                  <a:ext uri="{FF2B5EF4-FFF2-40B4-BE49-F238E27FC236}">
                    <a16:creationId xmlns:a16="http://schemas.microsoft.com/office/drawing/2014/main" id="{F8DFDF90-6B7B-4314-922E-7A3C86B5A8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6" y="1555"/>
                <a:ext cx="35" cy="37"/>
              </a:xfrm>
              <a:custGeom>
                <a:avLst/>
                <a:gdLst>
                  <a:gd name="T0" fmla="*/ 7 w 35"/>
                  <a:gd name="T1" fmla="*/ 19 h 37"/>
                  <a:gd name="T2" fmla="*/ 7 w 35"/>
                  <a:gd name="T3" fmla="*/ 17 h 37"/>
                  <a:gd name="T4" fmla="*/ 11 w 35"/>
                  <a:gd name="T5" fmla="*/ 17 h 37"/>
                  <a:gd name="T6" fmla="*/ 13 w 35"/>
                  <a:gd name="T7" fmla="*/ 19 h 37"/>
                  <a:gd name="T8" fmla="*/ 15 w 35"/>
                  <a:gd name="T9" fmla="*/ 23 h 37"/>
                  <a:gd name="T10" fmla="*/ 13 w 35"/>
                  <a:gd name="T11" fmla="*/ 26 h 37"/>
                  <a:gd name="T12" fmla="*/ 17 w 35"/>
                  <a:gd name="T13" fmla="*/ 28 h 37"/>
                  <a:gd name="T14" fmla="*/ 17 w 35"/>
                  <a:gd name="T15" fmla="*/ 30 h 37"/>
                  <a:gd name="T16" fmla="*/ 15 w 35"/>
                  <a:gd name="T17" fmla="*/ 36 h 37"/>
                  <a:gd name="T18" fmla="*/ 18 w 35"/>
                  <a:gd name="T19" fmla="*/ 37 h 37"/>
                  <a:gd name="T20" fmla="*/ 22 w 35"/>
                  <a:gd name="T21" fmla="*/ 34 h 37"/>
                  <a:gd name="T22" fmla="*/ 26 w 35"/>
                  <a:gd name="T23" fmla="*/ 34 h 37"/>
                  <a:gd name="T24" fmla="*/ 26 w 35"/>
                  <a:gd name="T25" fmla="*/ 32 h 37"/>
                  <a:gd name="T26" fmla="*/ 28 w 35"/>
                  <a:gd name="T27" fmla="*/ 32 h 37"/>
                  <a:gd name="T28" fmla="*/ 31 w 35"/>
                  <a:gd name="T29" fmla="*/ 34 h 37"/>
                  <a:gd name="T30" fmla="*/ 35 w 35"/>
                  <a:gd name="T31" fmla="*/ 32 h 37"/>
                  <a:gd name="T32" fmla="*/ 33 w 35"/>
                  <a:gd name="T33" fmla="*/ 28 h 37"/>
                  <a:gd name="T34" fmla="*/ 28 w 35"/>
                  <a:gd name="T35" fmla="*/ 23 h 37"/>
                  <a:gd name="T36" fmla="*/ 30 w 35"/>
                  <a:gd name="T37" fmla="*/ 21 h 37"/>
                  <a:gd name="T38" fmla="*/ 26 w 35"/>
                  <a:gd name="T39" fmla="*/ 19 h 37"/>
                  <a:gd name="T40" fmla="*/ 24 w 35"/>
                  <a:gd name="T41" fmla="*/ 15 h 37"/>
                  <a:gd name="T42" fmla="*/ 26 w 35"/>
                  <a:gd name="T43" fmla="*/ 15 h 37"/>
                  <a:gd name="T44" fmla="*/ 26 w 35"/>
                  <a:gd name="T45" fmla="*/ 11 h 37"/>
                  <a:gd name="T46" fmla="*/ 22 w 35"/>
                  <a:gd name="T47" fmla="*/ 9 h 37"/>
                  <a:gd name="T48" fmla="*/ 17 w 35"/>
                  <a:gd name="T49" fmla="*/ 8 h 37"/>
                  <a:gd name="T50" fmla="*/ 15 w 35"/>
                  <a:gd name="T51" fmla="*/ 9 h 37"/>
                  <a:gd name="T52" fmla="*/ 13 w 35"/>
                  <a:gd name="T53" fmla="*/ 9 h 37"/>
                  <a:gd name="T54" fmla="*/ 13 w 35"/>
                  <a:gd name="T55" fmla="*/ 8 h 37"/>
                  <a:gd name="T56" fmla="*/ 11 w 35"/>
                  <a:gd name="T57" fmla="*/ 6 h 37"/>
                  <a:gd name="T58" fmla="*/ 11 w 35"/>
                  <a:gd name="T59" fmla="*/ 6 h 37"/>
                  <a:gd name="T60" fmla="*/ 11 w 35"/>
                  <a:gd name="T61" fmla="*/ 0 h 37"/>
                  <a:gd name="T62" fmla="*/ 7 w 35"/>
                  <a:gd name="T63" fmla="*/ 0 h 37"/>
                  <a:gd name="T64" fmla="*/ 5 w 35"/>
                  <a:gd name="T65" fmla="*/ 6 h 37"/>
                  <a:gd name="T66" fmla="*/ 0 w 35"/>
                  <a:gd name="T67" fmla="*/ 11 h 37"/>
                  <a:gd name="T68" fmla="*/ 0 w 35"/>
                  <a:gd name="T69" fmla="*/ 15 h 37"/>
                  <a:gd name="T70" fmla="*/ 2 w 35"/>
                  <a:gd name="T71" fmla="*/ 19 h 37"/>
                  <a:gd name="T72" fmla="*/ 7 w 35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37">
                    <a:moveTo>
                      <a:pt x="7" y="19"/>
                    </a:moveTo>
                    <a:lnTo>
                      <a:pt x="7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5" y="23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5" y="36"/>
                    </a:lnTo>
                    <a:lnTo>
                      <a:pt x="18" y="37"/>
                    </a:lnTo>
                    <a:lnTo>
                      <a:pt x="22" y="34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33" y="28"/>
                    </a:lnTo>
                    <a:lnTo>
                      <a:pt x="28" y="23"/>
                    </a:lnTo>
                    <a:lnTo>
                      <a:pt x="30" y="21"/>
                    </a:lnTo>
                    <a:lnTo>
                      <a:pt x="26" y="19"/>
                    </a:lnTo>
                    <a:lnTo>
                      <a:pt x="24" y="15"/>
                    </a:lnTo>
                    <a:lnTo>
                      <a:pt x="26" y="15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17" y="8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8" name="Freeform 6066">
                <a:extLst>
                  <a:ext uri="{FF2B5EF4-FFF2-40B4-BE49-F238E27FC236}">
                    <a16:creationId xmlns:a16="http://schemas.microsoft.com/office/drawing/2014/main" id="{43EE6115-03BD-4784-A830-981958DD79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2" y="1678"/>
                <a:ext cx="24" cy="17"/>
              </a:xfrm>
              <a:custGeom>
                <a:avLst/>
                <a:gdLst>
                  <a:gd name="T0" fmla="*/ 6 w 24"/>
                  <a:gd name="T1" fmla="*/ 13 h 17"/>
                  <a:gd name="T2" fmla="*/ 8 w 24"/>
                  <a:gd name="T3" fmla="*/ 15 h 17"/>
                  <a:gd name="T4" fmla="*/ 11 w 24"/>
                  <a:gd name="T5" fmla="*/ 17 h 17"/>
                  <a:gd name="T6" fmla="*/ 13 w 24"/>
                  <a:gd name="T7" fmla="*/ 15 h 17"/>
                  <a:gd name="T8" fmla="*/ 15 w 24"/>
                  <a:gd name="T9" fmla="*/ 15 h 17"/>
                  <a:gd name="T10" fmla="*/ 21 w 24"/>
                  <a:gd name="T11" fmla="*/ 15 h 17"/>
                  <a:gd name="T12" fmla="*/ 22 w 24"/>
                  <a:gd name="T13" fmla="*/ 11 h 17"/>
                  <a:gd name="T14" fmla="*/ 24 w 24"/>
                  <a:gd name="T15" fmla="*/ 8 h 17"/>
                  <a:gd name="T16" fmla="*/ 24 w 24"/>
                  <a:gd name="T17" fmla="*/ 4 h 17"/>
                  <a:gd name="T18" fmla="*/ 21 w 24"/>
                  <a:gd name="T19" fmla="*/ 2 h 17"/>
                  <a:gd name="T20" fmla="*/ 21 w 24"/>
                  <a:gd name="T21" fmla="*/ 0 h 17"/>
                  <a:gd name="T22" fmla="*/ 15 w 24"/>
                  <a:gd name="T23" fmla="*/ 0 h 17"/>
                  <a:gd name="T24" fmla="*/ 13 w 24"/>
                  <a:gd name="T25" fmla="*/ 4 h 17"/>
                  <a:gd name="T26" fmla="*/ 11 w 24"/>
                  <a:gd name="T27" fmla="*/ 2 h 17"/>
                  <a:gd name="T28" fmla="*/ 8 w 24"/>
                  <a:gd name="T29" fmla="*/ 2 h 17"/>
                  <a:gd name="T30" fmla="*/ 6 w 24"/>
                  <a:gd name="T31" fmla="*/ 2 h 17"/>
                  <a:gd name="T32" fmla="*/ 0 w 24"/>
                  <a:gd name="T33" fmla="*/ 2 h 17"/>
                  <a:gd name="T34" fmla="*/ 2 w 24"/>
                  <a:gd name="T35" fmla="*/ 8 h 17"/>
                  <a:gd name="T36" fmla="*/ 6 w 24"/>
                  <a:gd name="T3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7">
                    <a:moveTo>
                      <a:pt x="6" y="13"/>
                    </a:moveTo>
                    <a:lnTo>
                      <a:pt x="8" y="15"/>
                    </a:lnTo>
                    <a:lnTo>
                      <a:pt x="11" y="17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21" y="15"/>
                    </a:lnTo>
                    <a:lnTo>
                      <a:pt x="22" y="11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8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9" name="Freeform 6067">
                <a:extLst>
                  <a:ext uri="{FF2B5EF4-FFF2-40B4-BE49-F238E27FC236}">
                    <a16:creationId xmlns:a16="http://schemas.microsoft.com/office/drawing/2014/main" id="{7F8F252E-6274-49EF-AFD8-E9D41533BA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2" y="1894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6 h 8"/>
                  <a:gd name="T4" fmla="*/ 4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6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0" name="Freeform 6068">
                <a:extLst>
                  <a:ext uri="{FF2B5EF4-FFF2-40B4-BE49-F238E27FC236}">
                    <a16:creationId xmlns:a16="http://schemas.microsoft.com/office/drawing/2014/main" id="{300A0E0E-6A3F-4649-BC6B-71475BC82A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34" y="1881"/>
                <a:ext cx="33" cy="13"/>
              </a:xfrm>
              <a:custGeom>
                <a:avLst/>
                <a:gdLst>
                  <a:gd name="T0" fmla="*/ 14 w 18"/>
                  <a:gd name="T1" fmla="*/ 5 h 7"/>
                  <a:gd name="T2" fmla="*/ 10 w 18"/>
                  <a:gd name="T3" fmla="*/ 4 h 7"/>
                  <a:gd name="T4" fmla="*/ 10 w 18"/>
                  <a:gd name="T5" fmla="*/ 4 h 7"/>
                  <a:gd name="T6" fmla="*/ 9 w 18"/>
                  <a:gd name="T7" fmla="*/ 5 h 7"/>
                  <a:gd name="T8" fmla="*/ 9 w 18"/>
                  <a:gd name="T9" fmla="*/ 5 h 7"/>
                  <a:gd name="T10" fmla="*/ 9 w 18"/>
                  <a:gd name="T11" fmla="*/ 3 h 7"/>
                  <a:gd name="T12" fmla="*/ 10 w 18"/>
                  <a:gd name="T13" fmla="*/ 3 h 7"/>
                  <a:gd name="T14" fmla="*/ 10 w 18"/>
                  <a:gd name="T15" fmla="*/ 0 h 7"/>
                  <a:gd name="T16" fmla="*/ 8 w 18"/>
                  <a:gd name="T17" fmla="*/ 0 h 7"/>
                  <a:gd name="T18" fmla="*/ 6 w 18"/>
                  <a:gd name="T19" fmla="*/ 1 h 7"/>
                  <a:gd name="T20" fmla="*/ 6 w 18"/>
                  <a:gd name="T21" fmla="*/ 2 h 7"/>
                  <a:gd name="T22" fmla="*/ 6 w 18"/>
                  <a:gd name="T23" fmla="*/ 2 h 7"/>
                  <a:gd name="T24" fmla="*/ 5 w 18"/>
                  <a:gd name="T25" fmla="*/ 2 h 7"/>
                  <a:gd name="T26" fmla="*/ 4 w 18"/>
                  <a:gd name="T27" fmla="*/ 3 h 7"/>
                  <a:gd name="T28" fmla="*/ 3 w 18"/>
                  <a:gd name="T29" fmla="*/ 3 h 7"/>
                  <a:gd name="T30" fmla="*/ 1 w 18"/>
                  <a:gd name="T31" fmla="*/ 3 h 7"/>
                  <a:gd name="T32" fmla="*/ 0 w 18"/>
                  <a:gd name="T33" fmla="*/ 4 h 7"/>
                  <a:gd name="T34" fmla="*/ 2 w 18"/>
                  <a:gd name="T35" fmla="*/ 6 h 7"/>
                  <a:gd name="T36" fmla="*/ 3 w 18"/>
                  <a:gd name="T37" fmla="*/ 5 h 7"/>
                  <a:gd name="T38" fmla="*/ 5 w 18"/>
                  <a:gd name="T39" fmla="*/ 5 h 7"/>
                  <a:gd name="T40" fmla="*/ 7 w 18"/>
                  <a:gd name="T41" fmla="*/ 5 h 7"/>
                  <a:gd name="T42" fmla="*/ 8 w 18"/>
                  <a:gd name="T43" fmla="*/ 5 h 7"/>
                  <a:gd name="T44" fmla="*/ 8 w 18"/>
                  <a:gd name="T45" fmla="*/ 5 h 7"/>
                  <a:gd name="T46" fmla="*/ 10 w 18"/>
                  <a:gd name="T47" fmla="*/ 7 h 7"/>
                  <a:gd name="T48" fmla="*/ 11 w 18"/>
                  <a:gd name="T49" fmla="*/ 6 h 7"/>
                  <a:gd name="T50" fmla="*/ 15 w 18"/>
                  <a:gd name="T51" fmla="*/ 7 h 7"/>
                  <a:gd name="T52" fmla="*/ 18 w 18"/>
                  <a:gd name="T53" fmla="*/ 6 h 7"/>
                  <a:gd name="T54" fmla="*/ 15 w 18"/>
                  <a:gd name="T55" fmla="*/ 5 h 7"/>
                  <a:gd name="T56" fmla="*/ 14 w 18"/>
                  <a:gd name="T5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7">
                    <a:moveTo>
                      <a:pt x="14" y="5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5" y="5"/>
                      <a:pt x="15" y="5"/>
                      <a:pt x="15" y="5"/>
                    </a:cubicBezTo>
                    <a:lnTo>
                      <a:pt x="1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1" name="Freeform 6069">
                <a:extLst>
                  <a:ext uri="{FF2B5EF4-FFF2-40B4-BE49-F238E27FC236}">
                    <a16:creationId xmlns:a16="http://schemas.microsoft.com/office/drawing/2014/main" id="{D05FD3C5-5376-445C-9EAC-C1CB1B6315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15" y="1531"/>
                <a:ext cx="7" cy="6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  <a:gd name="T8" fmla="*/ 1 w 4"/>
                  <a:gd name="T9" fmla="*/ 0 h 3"/>
                  <a:gd name="T10" fmla="*/ 0 w 4"/>
                  <a:gd name="T11" fmla="*/ 1 h 3"/>
                  <a:gd name="T12" fmla="*/ 0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2" name="Freeform 6070">
                <a:extLst>
                  <a:ext uri="{FF2B5EF4-FFF2-40B4-BE49-F238E27FC236}">
                    <a16:creationId xmlns:a16="http://schemas.microsoft.com/office/drawing/2014/main" id="{5B750A7D-42EB-4890-BA71-4F20A32150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8" y="1885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3 w 9"/>
                  <a:gd name="T3" fmla="*/ 4 h 9"/>
                  <a:gd name="T4" fmla="*/ 1 w 9"/>
                  <a:gd name="T5" fmla="*/ 4 h 9"/>
                  <a:gd name="T6" fmla="*/ 0 w 9"/>
                  <a:gd name="T7" fmla="*/ 9 h 9"/>
                  <a:gd name="T8" fmla="*/ 5 w 9"/>
                  <a:gd name="T9" fmla="*/ 9 h 9"/>
                  <a:gd name="T10" fmla="*/ 9 w 9"/>
                  <a:gd name="T11" fmla="*/ 6 h 9"/>
                  <a:gd name="T12" fmla="*/ 7 w 9"/>
                  <a:gd name="T13" fmla="*/ 2 h 9"/>
                  <a:gd name="T14" fmla="*/ 5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3" y="4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3" name="Freeform 6071">
                <a:extLst>
                  <a:ext uri="{FF2B5EF4-FFF2-40B4-BE49-F238E27FC236}">
                    <a16:creationId xmlns:a16="http://schemas.microsoft.com/office/drawing/2014/main" id="{DD6F439D-82F8-41FA-88E9-BBC56B7B8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0" y="1885"/>
                <a:ext cx="9" cy="9"/>
              </a:xfrm>
              <a:custGeom>
                <a:avLst/>
                <a:gdLst>
                  <a:gd name="T0" fmla="*/ 8 w 9"/>
                  <a:gd name="T1" fmla="*/ 0 h 9"/>
                  <a:gd name="T2" fmla="*/ 4 w 9"/>
                  <a:gd name="T3" fmla="*/ 2 h 9"/>
                  <a:gd name="T4" fmla="*/ 2 w 9"/>
                  <a:gd name="T5" fmla="*/ 6 h 9"/>
                  <a:gd name="T6" fmla="*/ 0 w 9"/>
                  <a:gd name="T7" fmla="*/ 8 h 9"/>
                  <a:gd name="T8" fmla="*/ 4 w 9"/>
                  <a:gd name="T9" fmla="*/ 9 h 9"/>
                  <a:gd name="T10" fmla="*/ 8 w 9"/>
                  <a:gd name="T11" fmla="*/ 8 h 9"/>
                  <a:gd name="T12" fmla="*/ 8 w 9"/>
                  <a:gd name="T13" fmla="*/ 4 h 9"/>
                  <a:gd name="T14" fmla="*/ 9 w 9"/>
                  <a:gd name="T15" fmla="*/ 2 h 9"/>
                  <a:gd name="T16" fmla="*/ 8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4" name="Freeform 6072">
                <a:extLst>
                  <a:ext uri="{FF2B5EF4-FFF2-40B4-BE49-F238E27FC236}">
                    <a16:creationId xmlns:a16="http://schemas.microsoft.com/office/drawing/2014/main" id="{2ECE4527-2398-40E7-8F0F-D35C6439B8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80" y="1881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0 h 8"/>
                  <a:gd name="T4" fmla="*/ 0 w 5"/>
                  <a:gd name="T5" fmla="*/ 4 h 8"/>
                  <a:gd name="T6" fmla="*/ 5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5" name="Freeform 6073">
                <a:extLst>
                  <a:ext uri="{FF2B5EF4-FFF2-40B4-BE49-F238E27FC236}">
                    <a16:creationId xmlns:a16="http://schemas.microsoft.com/office/drawing/2014/main" id="{04A588E5-F564-4085-827A-CE2B9BB358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6" y="1891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5 h 5"/>
                  <a:gd name="T4" fmla="*/ 7 w 7"/>
                  <a:gd name="T5" fmla="*/ 2 h 5"/>
                  <a:gd name="T6" fmla="*/ 2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2" y="5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6" name="Freeform 6074">
                <a:extLst>
                  <a:ext uri="{FF2B5EF4-FFF2-40B4-BE49-F238E27FC236}">
                    <a16:creationId xmlns:a16="http://schemas.microsoft.com/office/drawing/2014/main" id="{AA4055D6-D88D-43C8-8B25-2327A896A79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91" y="1883"/>
                <a:ext cx="11" cy="10"/>
              </a:xfrm>
              <a:custGeom>
                <a:avLst/>
                <a:gdLst>
                  <a:gd name="T0" fmla="*/ 5 w 11"/>
                  <a:gd name="T1" fmla="*/ 0 h 10"/>
                  <a:gd name="T2" fmla="*/ 3 w 11"/>
                  <a:gd name="T3" fmla="*/ 0 h 10"/>
                  <a:gd name="T4" fmla="*/ 0 w 11"/>
                  <a:gd name="T5" fmla="*/ 2 h 10"/>
                  <a:gd name="T6" fmla="*/ 2 w 11"/>
                  <a:gd name="T7" fmla="*/ 4 h 10"/>
                  <a:gd name="T8" fmla="*/ 2 w 11"/>
                  <a:gd name="T9" fmla="*/ 4 h 10"/>
                  <a:gd name="T10" fmla="*/ 2 w 11"/>
                  <a:gd name="T11" fmla="*/ 4 h 10"/>
                  <a:gd name="T12" fmla="*/ 2 w 11"/>
                  <a:gd name="T13" fmla="*/ 10 h 10"/>
                  <a:gd name="T14" fmla="*/ 5 w 11"/>
                  <a:gd name="T15" fmla="*/ 8 h 10"/>
                  <a:gd name="T16" fmla="*/ 7 w 11"/>
                  <a:gd name="T17" fmla="*/ 6 h 10"/>
                  <a:gd name="T18" fmla="*/ 11 w 11"/>
                  <a:gd name="T19" fmla="*/ 4 h 10"/>
                  <a:gd name="T20" fmla="*/ 5 w 11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7" name="Freeform 6075">
                <a:extLst>
                  <a:ext uri="{FF2B5EF4-FFF2-40B4-BE49-F238E27FC236}">
                    <a16:creationId xmlns:a16="http://schemas.microsoft.com/office/drawing/2014/main" id="{FEFC41CD-05D6-44D1-B8F2-7BC4965065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66" y="1837"/>
                <a:ext cx="6" cy="13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1 w 3"/>
                  <a:gd name="T5" fmla="*/ 4 h 7"/>
                  <a:gd name="T6" fmla="*/ 0 w 3"/>
                  <a:gd name="T7" fmla="*/ 4 h 7"/>
                  <a:gd name="T8" fmla="*/ 1 w 3"/>
                  <a:gd name="T9" fmla="*/ 4 h 7"/>
                  <a:gd name="T10" fmla="*/ 1 w 3"/>
                  <a:gd name="T11" fmla="*/ 5 h 7"/>
                  <a:gd name="T12" fmla="*/ 2 w 3"/>
                  <a:gd name="T13" fmla="*/ 5 h 7"/>
                  <a:gd name="T14" fmla="*/ 2 w 3"/>
                  <a:gd name="T15" fmla="*/ 5 h 7"/>
                  <a:gd name="T16" fmla="*/ 2 w 3"/>
                  <a:gd name="T17" fmla="*/ 5 h 7"/>
                  <a:gd name="T18" fmla="*/ 2 w 3"/>
                  <a:gd name="T19" fmla="*/ 4 h 7"/>
                  <a:gd name="T20" fmla="*/ 1 w 3"/>
                  <a:gd name="T21" fmla="*/ 5 h 7"/>
                  <a:gd name="T22" fmla="*/ 2 w 3"/>
                  <a:gd name="T23" fmla="*/ 7 h 7"/>
                  <a:gd name="T24" fmla="*/ 3 w 3"/>
                  <a:gd name="T25" fmla="*/ 6 h 7"/>
                  <a:gd name="T26" fmla="*/ 3 w 3"/>
                  <a:gd name="T27" fmla="*/ 3 h 7"/>
                  <a:gd name="T28" fmla="*/ 3 w 3"/>
                  <a:gd name="T2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8" name="Freeform 6076">
                <a:extLst>
                  <a:ext uri="{FF2B5EF4-FFF2-40B4-BE49-F238E27FC236}">
                    <a16:creationId xmlns:a16="http://schemas.microsoft.com/office/drawing/2014/main" id="{35E6692A-2D80-478E-8EBD-60ADE68AE7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78" y="3039"/>
                <a:ext cx="6" cy="9"/>
              </a:xfrm>
              <a:custGeom>
                <a:avLst/>
                <a:gdLst>
                  <a:gd name="T0" fmla="*/ 2 w 6"/>
                  <a:gd name="T1" fmla="*/ 9 h 9"/>
                  <a:gd name="T2" fmla="*/ 6 w 6"/>
                  <a:gd name="T3" fmla="*/ 4 h 9"/>
                  <a:gd name="T4" fmla="*/ 4 w 6"/>
                  <a:gd name="T5" fmla="*/ 0 h 9"/>
                  <a:gd name="T6" fmla="*/ 0 w 6"/>
                  <a:gd name="T7" fmla="*/ 0 h 9"/>
                  <a:gd name="T8" fmla="*/ 0 w 6"/>
                  <a:gd name="T9" fmla="*/ 4 h 9"/>
                  <a:gd name="T10" fmla="*/ 0 w 6"/>
                  <a:gd name="T11" fmla="*/ 6 h 9"/>
                  <a:gd name="T12" fmla="*/ 2 w 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9" name="Freeform 6077">
                <a:extLst>
                  <a:ext uri="{FF2B5EF4-FFF2-40B4-BE49-F238E27FC236}">
                    <a16:creationId xmlns:a16="http://schemas.microsoft.com/office/drawing/2014/main" id="{3285EC29-B23D-49E8-96FF-759422CAC4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5" y="3030"/>
                <a:ext cx="10" cy="7"/>
              </a:xfrm>
              <a:custGeom>
                <a:avLst/>
                <a:gdLst>
                  <a:gd name="T0" fmla="*/ 8 w 10"/>
                  <a:gd name="T1" fmla="*/ 7 h 7"/>
                  <a:gd name="T2" fmla="*/ 10 w 10"/>
                  <a:gd name="T3" fmla="*/ 5 h 7"/>
                  <a:gd name="T4" fmla="*/ 8 w 10"/>
                  <a:gd name="T5" fmla="*/ 0 h 7"/>
                  <a:gd name="T6" fmla="*/ 4 w 10"/>
                  <a:gd name="T7" fmla="*/ 2 h 7"/>
                  <a:gd name="T8" fmla="*/ 0 w 10"/>
                  <a:gd name="T9" fmla="*/ 4 h 7"/>
                  <a:gd name="T10" fmla="*/ 4 w 10"/>
                  <a:gd name="T11" fmla="*/ 5 h 7"/>
                  <a:gd name="T12" fmla="*/ 8 w 10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lnTo>
                      <a:pt x="10" y="5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0" name="Freeform 6078">
                <a:extLst>
                  <a:ext uri="{FF2B5EF4-FFF2-40B4-BE49-F238E27FC236}">
                    <a16:creationId xmlns:a16="http://schemas.microsoft.com/office/drawing/2014/main" id="{7D5707BD-A664-4F8B-97B4-82D657C09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3021"/>
                <a:ext cx="8" cy="11"/>
              </a:xfrm>
              <a:custGeom>
                <a:avLst/>
                <a:gdLst>
                  <a:gd name="T0" fmla="*/ 6 w 8"/>
                  <a:gd name="T1" fmla="*/ 0 h 11"/>
                  <a:gd name="T2" fmla="*/ 4 w 8"/>
                  <a:gd name="T3" fmla="*/ 0 h 11"/>
                  <a:gd name="T4" fmla="*/ 0 w 8"/>
                  <a:gd name="T5" fmla="*/ 3 h 11"/>
                  <a:gd name="T6" fmla="*/ 2 w 8"/>
                  <a:gd name="T7" fmla="*/ 5 h 11"/>
                  <a:gd name="T8" fmla="*/ 2 w 8"/>
                  <a:gd name="T9" fmla="*/ 9 h 11"/>
                  <a:gd name="T10" fmla="*/ 4 w 8"/>
                  <a:gd name="T11" fmla="*/ 11 h 11"/>
                  <a:gd name="T12" fmla="*/ 6 w 8"/>
                  <a:gd name="T13" fmla="*/ 9 h 11"/>
                  <a:gd name="T14" fmla="*/ 8 w 8"/>
                  <a:gd name="T15" fmla="*/ 7 h 11"/>
                  <a:gd name="T16" fmla="*/ 8 w 8"/>
                  <a:gd name="T17" fmla="*/ 5 h 11"/>
                  <a:gd name="T18" fmla="*/ 8 w 8"/>
                  <a:gd name="T19" fmla="*/ 3 h 11"/>
                  <a:gd name="T20" fmla="*/ 6 w 8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1" name="Freeform 6079">
                <a:extLst>
                  <a:ext uri="{FF2B5EF4-FFF2-40B4-BE49-F238E27FC236}">
                    <a16:creationId xmlns:a16="http://schemas.microsoft.com/office/drawing/2014/main" id="{011E7F10-F3FD-4956-8E78-5C2012A4CE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6" y="303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2" name="Freeform 6080">
                <a:extLst>
                  <a:ext uri="{FF2B5EF4-FFF2-40B4-BE49-F238E27FC236}">
                    <a16:creationId xmlns:a16="http://schemas.microsoft.com/office/drawing/2014/main" id="{D467EF2A-64F2-4AF5-92AB-4C1D64CF224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3" y="292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4 h 6"/>
                  <a:gd name="T4" fmla="*/ 2 w 8"/>
                  <a:gd name="T5" fmla="*/ 6 h 6"/>
                  <a:gd name="T6" fmla="*/ 8 w 8"/>
                  <a:gd name="T7" fmla="*/ 4 h 6"/>
                  <a:gd name="T8" fmla="*/ 6 w 8"/>
                  <a:gd name="T9" fmla="*/ 2 h 6"/>
                  <a:gd name="T10" fmla="*/ 2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3" name="Freeform 6081">
                <a:extLst>
                  <a:ext uri="{FF2B5EF4-FFF2-40B4-BE49-F238E27FC236}">
                    <a16:creationId xmlns:a16="http://schemas.microsoft.com/office/drawing/2014/main" id="{D7CF1DD9-2707-41B3-AEEB-DAFB5CC939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9" y="299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2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4" name="Freeform 6082">
                <a:extLst>
                  <a:ext uri="{FF2B5EF4-FFF2-40B4-BE49-F238E27FC236}">
                    <a16:creationId xmlns:a16="http://schemas.microsoft.com/office/drawing/2014/main" id="{6C5C858E-3261-4953-B7E8-CC7E0B8011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5" y="2993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4 w 9"/>
                  <a:gd name="T3" fmla="*/ 0 h 3"/>
                  <a:gd name="T4" fmla="*/ 0 w 9"/>
                  <a:gd name="T5" fmla="*/ 3 h 3"/>
                  <a:gd name="T6" fmla="*/ 4 w 9"/>
                  <a:gd name="T7" fmla="*/ 3 h 3"/>
                  <a:gd name="T8" fmla="*/ 7 w 9"/>
                  <a:gd name="T9" fmla="*/ 3 h 3"/>
                  <a:gd name="T10" fmla="*/ 9 w 9"/>
                  <a:gd name="T11" fmla="*/ 1 h 3"/>
                  <a:gd name="T12" fmla="*/ 6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5" name="Freeform 6083">
                <a:extLst>
                  <a:ext uri="{FF2B5EF4-FFF2-40B4-BE49-F238E27FC236}">
                    <a16:creationId xmlns:a16="http://schemas.microsoft.com/office/drawing/2014/main" id="{8612EAB2-4463-45F9-B657-27A12FAF8E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2763"/>
                <a:ext cx="7" cy="13"/>
              </a:xfrm>
              <a:custGeom>
                <a:avLst/>
                <a:gdLst>
                  <a:gd name="T0" fmla="*/ 4 w 4"/>
                  <a:gd name="T1" fmla="*/ 2 h 7"/>
                  <a:gd name="T2" fmla="*/ 3 w 4"/>
                  <a:gd name="T3" fmla="*/ 1 h 7"/>
                  <a:gd name="T4" fmla="*/ 4 w 4"/>
                  <a:gd name="T5" fmla="*/ 0 h 7"/>
                  <a:gd name="T6" fmla="*/ 1 w 4"/>
                  <a:gd name="T7" fmla="*/ 0 h 7"/>
                  <a:gd name="T8" fmla="*/ 0 w 4"/>
                  <a:gd name="T9" fmla="*/ 1 h 7"/>
                  <a:gd name="T10" fmla="*/ 1 w 4"/>
                  <a:gd name="T11" fmla="*/ 2 h 7"/>
                  <a:gd name="T12" fmla="*/ 1 w 4"/>
                  <a:gd name="T13" fmla="*/ 3 h 7"/>
                  <a:gd name="T14" fmla="*/ 1 w 4"/>
                  <a:gd name="T15" fmla="*/ 5 h 7"/>
                  <a:gd name="T16" fmla="*/ 1 w 4"/>
                  <a:gd name="T17" fmla="*/ 5 h 7"/>
                  <a:gd name="T18" fmla="*/ 2 w 4"/>
                  <a:gd name="T19" fmla="*/ 5 h 7"/>
                  <a:gd name="T20" fmla="*/ 2 w 4"/>
                  <a:gd name="T21" fmla="*/ 6 h 7"/>
                  <a:gd name="T22" fmla="*/ 3 w 4"/>
                  <a:gd name="T23" fmla="*/ 7 h 7"/>
                  <a:gd name="T24" fmla="*/ 4 w 4"/>
                  <a:gd name="T25" fmla="*/ 5 h 7"/>
                  <a:gd name="T26" fmla="*/ 4 w 4"/>
                  <a:gd name="T27" fmla="*/ 4 h 7"/>
                  <a:gd name="T28" fmla="*/ 4 w 4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6" name="Freeform 6084">
                <a:extLst>
                  <a:ext uri="{FF2B5EF4-FFF2-40B4-BE49-F238E27FC236}">
                    <a16:creationId xmlns:a16="http://schemas.microsoft.com/office/drawing/2014/main" id="{411A6757-EB1E-474F-A18B-95D473AA36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43" y="2737"/>
                <a:ext cx="7" cy="6"/>
              </a:xfrm>
              <a:custGeom>
                <a:avLst/>
                <a:gdLst>
                  <a:gd name="T0" fmla="*/ 0 w 7"/>
                  <a:gd name="T1" fmla="*/ 4 h 6"/>
                  <a:gd name="T2" fmla="*/ 5 w 7"/>
                  <a:gd name="T3" fmla="*/ 6 h 6"/>
                  <a:gd name="T4" fmla="*/ 7 w 7"/>
                  <a:gd name="T5" fmla="*/ 0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lnTo>
                      <a:pt x="5" y="6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7" name="Freeform 6085">
                <a:extLst>
                  <a:ext uri="{FF2B5EF4-FFF2-40B4-BE49-F238E27FC236}">
                    <a16:creationId xmlns:a16="http://schemas.microsoft.com/office/drawing/2014/main" id="{62759EF8-1930-4467-8E31-DE9A254C21F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2" y="2705"/>
                <a:ext cx="9" cy="6"/>
              </a:xfrm>
              <a:custGeom>
                <a:avLst/>
                <a:gdLst>
                  <a:gd name="T0" fmla="*/ 0 w 9"/>
                  <a:gd name="T1" fmla="*/ 2 h 6"/>
                  <a:gd name="T2" fmla="*/ 9 w 9"/>
                  <a:gd name="T3" fmla="*/ 6 h 6"/>
                  <a:gd name="T4" fmla="*/ 5 w 9"/>
                  <a:gd name="T5" fmla="*/ 0 h 6"/>
                  <a:gd name="T6" fmla="*/ 0 w 9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lnTo>
                      <a:pt x="9" y="6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8" name="Freeform 6086">
                <a:extLst>
                  <a:ext uri="{FF2B5EF4-FFF2-40B4-BE49-F238E27FC236}">
                    <a16:creationId xmlns:a16="http://schemas.microsoft.com/office/drawing/2014/main" id="{00776759-F03E-40FC-9322-9E6400CEDB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0" y="2748"/>
                <a:ext cx="11" cy="13"/>
              </a:xfrm>
              <a:custGeom>
                <a:avLst/>
                <a:gdLst>
                  <a:gd name="T0" fmla="*/ 5 w 6"/>
                  <a:gd name="T1" fmla="*/ 5 h 7"/>
                  <a:gd name="T2" fmla="*/ 6 w 6"/>
                  <a:gd name="T3" fmla="*/ 4 h 7"/>
                  <a:gd name="T4" fmla="*/ 6 w 6"/>
                  <a:gd name="T5" fmla="*/ 2 h 7"/>
                  <a:gd name="T6" fmla="*/ 4 w 6"/>
                  <a:gd name="T7" fmla="*/ 1 h 7"/>
                  <a:gd name="T8" fmla="*/ 3 w 6"/>
                  <a:gd name="T9" fmla="*/ 3 h 7"/>
                  <a:gd name="T10" fmla="*/ 4 w 6"/>
                  <a:gd name="T11" fmla="*/ 4 h 7"/>
                  <a:gd name="T12" fmla="*/ 3 w 6"/>
                  <a:gd name="T13" fmla="*/ 4 h 7"/>
                  <a:gd name="T14" fmla="*/ 2 w 6"/>
                  <a:gd name="T15" fmla="*/ 1 h 7"/>
                  <a:gd name="T16" fmla="*/ 0 w 6"/>
                  <a:gd name="T17" fmla="*/ 0 h 7"/>
                  <a:gd name="T18" fmla="*/ 0 w 6"/>
                  <a:gd name="T19" fmla="*/ 1 h 7"/>
                  <a:gd name="T20" fmla="*/ 0 w 6"/>
                  <a:gd name="T21" fmla="*/ 2 h 7"/>
                  <a:gd name="T22" fmla="*/ 2 w 6"/>
                  <a:gd name="T23" fmla="*/ 4 h 7"/>
                  <a:gd name="T24" fmla="*/ 2 w 6"/>
                  <a:gd name="T25" fmla="*/ 4 h 7"/>
                  <a:gd name="T26" fmla="*/ 2 w 6"/>
                  <a:gd name="T27" fmla="*/ 6 h 7"/>
                  <a:gd name="T28" fmla="*/ 4 w 6"/>
                  <a:gd name="T29" fmla="*/ 7 h 7"/>
                  <a:gd name="T30" fmla="*/ 5 w 6"/>
                  <a:gd name="T31" fmla="*/ 6 h 7"/>
                  <a:gd name="T32" fmla="*/ 5 w 6"/>
                  <a:gd name="T3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9" name="Freeform 6087">
                <a:extLst>
                  <a:ext uri="{FF2B5EF4-FFF2-40B4-BE49-F238E27FC236}">
                    <a16:creationId xmlns:a16="http://schemas.microsoft.com/office/drawing/2014/main" id="{8E74A9CE-CD1C-4F90-A7A0-1E37E8431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676"/>
                <a:ext cx="9" cy="37"/>
              </a:xfrm>
              <a:custGeom>
                <a:avLst/>
                <a:gdLst>
                  <a:gd name="T0" fmla="*/ 2 w 9"/>
                  <a:gd name="T1" fmla="*/ 26 h 37"/>
                  <a:gd name="T2" fmla="*/ 0 w 9"/>
                  <a:gd name="T3" fmla="*/ 28 h 37"/>
                  <a:gd name="T4" fmla="*/ 2 w 9"/>
                  <a:gd name="T5" fmla="*/ 31 h 37"/>
                  <a:gd name="T6" fmla="*/ 2 w 9"/>
                  <a:gd name="T7" fmla="*/ 33 h 37"/>
                  <a:gd name="T8" fmla="*/ 4 w 9"/>
                  <a:gd name="T9" fmla="*/ 37 h 37"/>
                  <a:gd name="T10" fmla="*/ 8 w 9"/>
                  <a:gd name="T11" fmla="*/ 31 h 37"/>
                  <a:gd name="T12" fmla="*/ 6 w 9"/>
                  <a:gd name="T13" fmla="*/ 28 h 37"/>
                  <a:gd name="T14" fmla="*/ 6 w 9"/>
                  <a:gd name="T15" fmla="*/ 26 h 37"/>
                  <a:gd name="T16" fmla="*/ 6 w 9"/>
                  <a:gd name="T17" fmla="*/ 24 h 37"/>
                  <a:gd name="T18" fmla="*/ 8 w 9"/>
                  <a:gd name="T19" fmla="*/ 22 h 37"/>
                  <a:gd name="T20" fmla="*/ 8 w 9"/>
                  <a:gd name="T21" fmla="*/ 18 h 37"/>
                  <a:gd name="T22" fmla="*/ 6 w 9"/>
                  <a:gd name="T23" fmla="*/ 20 h 37"/>
                  <a:gd name="T24" fmla="*/ 9 w 9"/>
                  <a:gd name="T25" fmla="*/ 16 h 37"/>
                  <a:gd name="T26" fmla="*/ 9 w 9"/>
                  <a:gd name="T27" fmla="*/ 13 h 37"/>
                  <a:gd name="T28" fmla="*/ 8 w 9"/>
                  <a:gd name="T29" fmla="*/ 11 h 37"/>
                  <a:gd name="T30" fmla="*/ 9 w 9"/>
                  <a:gd name="T31" fmla="*/ 9 h 37"/>
                  <a:gd name="T32" fmla="*/ 9 w 9"/>
                  <a:gd name="T33" fmla="*/ 5 h 37"/>
                  <a:gd name="T34" fmla="*/ 9 w 9"/>
                  <a:gd name="T35" fmla="*/ 5 h 37"/>
                  <a:gd name="T36" fmla="*/ 9 w 9"/>
                  <a:gd name="T37" fmla="*/ 3 h 37"/>
                  <a:gd name="T38" fmla="*/ 8 w 9"/>
                  <a:gd name="T39" fmla="*/ 0 h 37"/>
                  <a:gd name="T40" fmla="*/ 4 w 9"/>
                  <a:gd name="T41" fmla="*/ 3 h 37"/>
                  <a:gd name="T42" fmla="*/ 4 w 9"/>
                  <a:gd name="T43" fmla="*/ 9 h 37"/>
                  <a:gd name="T44" fmla="*/ 4 w 9"/>
                  <a:gd name="T45" fmla="*/ 11 h 37"/>
                  <a:gd name="T46" fmla="*/ 4 w 9"/>
                  <a:gd name="T47" fmla="*/ 13 h 37"/>
                  <a:gd name="T48" fmla="*/ 2 w 9"/>
                  <a:gd name="T49" fmla="*/ 18 h 37"/>
                  <a:gd name="T50" fmla="*/ 4 w 9"/>
                  <a:gd name="T51" fmla="*/ 20 h 37"/>
                  <a:gd name="T52" fmla="*/ 2 w 9"/>
                  <a:gd name="T53" fmla="*/ 20 h 37"/>
                  <a:gd name="T54" fmla="*/ 2 w 9"/>
                  <a:gd name="T55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37">
                    <a:moveTo>
                      <a:pt x="2" y="26"/>
                    </a:moveTo>
                    <a:lnTo>
                      <a:pt x="0" y="28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4" y="37"/>
                    </a:lnTo>
                    <a:lnTo>
                      <a:pt x="8" y="31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2" y="2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0" name="Freeform 6088">
                <a:extLst>
                  <a:ext uri="{FF2B5EF4-FFF2-40B4-BE49-F238E27FC236}">
                    <a16:creationId xmlns:a16="http://schemas.microsoft.com/office/drawing/2014/main" id="{104000C3-B0B8-46CC-92CA-066CA56F01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715"/>
                <a:ext cx="6" cy="9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0 h 9"/>
                  <a:gd name="T4" fmla="*/ 0 w 6"/>
                  <a:gd name="T5" fmla="*/ 2 h 9"/>
                  <a:gd name="T6" fmla="*/ 0 w 6"/>
                  <a:gd name="T7" fmla="*/ 5 h 9"/>
                  <a:gd name="T8" fmla="*/ 0 w 6"/>
                  <a:gd name="T9" fmla="*/ 9 h 9"/>
                  <a:gd name="T10" fmla="*/ 4 w 6"/>
                  <a:gd name="T11" fmla="*/ 9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1" name="Freeform 6089">
                <a:extLst>
                  <a:ext uri="{FF2B5EF4-FFF2-40B4-BE49-F238E27FC236}">
                    <a16:creationId xmlns:a16="http://schemas.microsoft.com/office/drawing/2014/main" id="{56015F9B-F7B1-47BD-BE85-171C6BC59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7" y="2664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4 w 7"/>
                  <a:gd name="T3" fmla="*/ 4 h 4"/>
                  <a:gd name="T4" fmla="*/ 7 w 7"/>
                  <a:gd name="T5" fmla="*/ 4 h 4"/>
                  <a:gd name="T6" fmla="*/ 6 w 7"/>
                  <a:gd name="T7" fmla="*/ 0 h 4"/>
                  <a:gd name="T8" fmla="*/ 0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4" y="4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2" name="Freeform 6090">
                <a:extLst>
                  <a:ext uri="{FF2B5EF4-FFF2-40B4-BE49-F238E27FC236}">
                    <a16:creationId xmlns:a16="http://schemas.microsoft.com/office/drawing/2014/main" id="{06A72BF0-7B44-4CB1-AEA9-60B93FB3903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3" y="2646"/>
                <a:ext cx="5" cy="13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4 h 13"/>
                  <a:gd name="T4" fmla="*/ 5 w 5"/>
                  <a:gd name="T5" fmla="*/ 13 h 13"/>
                  <a:gd name="T6" fmla="*/ 5 w 5"/>
                  <a:gd name="T7" fmla="*/ 5 h 13"/>
                  <a:gd name="T8" fmla="*/ 5 w 5"/>
                  <a:gd name="T9" fmla="*/ 4 h 13"/>
                  <a:gd name="T10" fmla="*/ 5 w 5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lnTo>
                      <a:pt x="0" y="4"/>
                    </a:lnTo>
                    <a:lnTo>
                      <a:pt x="5" y="13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3" name="Freeform 6091">
                <a:extLst>
                  <a:ext uri="{FF2B5EF4-FFF2-40B4-BE49-F238E27FC236}">
                    <a16:creationId xmlns:a16="http://schemas.microsoft.com/office/drawing/2014/main" id="{AEDB2310-F820-41C7-9700-82CD4BC998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0" y="2674"/>
                <a:ext cx="9" cy="7"/>
              </a:xfrm>
              <a:custGeom>
                <a:avLst/>
                <a:gdLst>
                  <a:gd name="T0" fmla="*/ 1 w 9"/>
                  <a:gd name="T1" fmla="*/ 0 h 7"/>
                  <a:gd name="T2" fmla="*/ 1 w 9"/>
                  <a:gd name="T3" fmla="*/ 3 h 7"/>
                  <a:gd name="T4" fmla="*/ 0 w 9"/>
                  <a:gd name="T5" fmla="*/ 5 h 7"/>
                  <a:gd name="T6" fmla="*/ 1 w 9"/>
                  <a:gd name="T7" fmla="*/ 7 h 7"/>
                  <a:gd name="T8" fmla="*/ 5 w 9"/>
                  <a:gd name="T9" fmla="*/ 7 h 7"/>
                  <a:gd name="T10" fmla="*/ 9 w 9"/>
                  <a:gd name="T11" fmla="*/ 2 h 7"/>
                  <a:gd name="T12" fmla="*/ 5 w 9"/>
                  <a:gd name="T13" fmla="*/ 0 h 7"/>
                  <a:gd name="T14" fmla="*/ 1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4" name="Freeform 6092">
                <a:extLst>
                  <a:ext uri="{FF2B5EF4-FFF2-40B4-BE49-F238E27FC236}">
                    <a16:creationId xmlns:a16="http://schemas.microsoft.com/office/drawing/2014/main" id="{3A6E782E-F150-47B4-ACF7-C014AA99B0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090"/>
                <a:ext cx="22" cy="30"/>
              </a:xfrm>
              <a:custGeom>
                <a:avLst/>
                <a:gdLst>
                  <a:gd name="T0" fmla="*/ 0 w 22"/>
                  <a:gd name="T1" fmla="*/ 24 h 30"/>
                  <a:gd name="T2" fmla="*/ 0 w 22"/>
                  <a:gd name="T3" fmla="*/ 30 h 30"/>
                  <a:gd name="T4" fmla="*/ 3 w 22"/>
                  <a:gd name="T5" fmla="*/ 28 h 30"/>
                  <a:gd name="T6" fmla="*/ 3 w 22"/>
                  <a:gd name="T7" fmla="*/ 26 h 30"/>
                  <a:gd name="T8" fmla="*/ 5 w 22"/>
                  <a:gd name="T9" fmla="*/ 24 h 30"/>
                  <a:gd name="T10" fmla="*/ 5 w 22"/>
                  <a:gd name="T11" fmla="*/ 21 h 30"/>
                  <a:gd name="T12" fmla="*/ 7 w 22"/>
                  <a:gd name="T13" fmla="*/ 19 h 30"/>
                  <a:gd name="T14" fmla="*/ 7 w 22"/>
                  <a:gd name="T15" fmla="*/ 17 h 30"/>
                  <a:gd name="T16" fmla="*/ 7 w 22"/>
                  <a:gd name="T17" fmla="*/ 17 h 30"/>
                  <a:gd name="T18" fmla="*/ 9 w 22"/>
                  <a:gd name="T19" fmla="*/ 19 h 30"/>
                  <a:gd name="T20" fmla="*/ 11 w 22"/>
                  <a:gd name="T21" fmla="*/ 15 h 30"/>
                  <a:gd name="T22" fmla="*/ 13 w 22"/>
                  <a:gd name="T23" fmla="*/ 11 h 30"/>
                  <a:gd name="T24" fmla="*/ 16 w 22"/>
                  <a:gd name="T25" fmla="*/ 10 h 30"/>
                  <a:gd name="T26" fmla="*/ 18 w 22"/>
                  <a:gd name="T27" fmla="*/ 8 h 30"/>
                  <a:gd name="T28" fmla="*/ 22 w 22"/>
                  <a:gd name="T29" fmla="*/ 8 h 30"/>
                  <a:gd name="T30" fmla="*/ 22 w 22"/>
                  <a:gd name="T31" fmla="*/ 4 h 30"/>
                  <a:gd name="T32" fmla="*/ 20 w 22"/>
                  <a:gd name="T33" fmla="*/ 0 h 30"/>
                  <a:gd name="T34" fmla="*/ 16 w 22"/>
                  <a:gd name="T35" fmla="*/ 0 h 30"/>
                  <a:gd name="T36" fmla="*/ 14 w 22"/>
                  <a:gd name="T37" fmla="*/ 4 h 30"/>
                  <a:gd name="T38" fmla="*/ 13 w 22"/>
                  <a:gd name="T39" fmla="*/ 6 h 30"/>
                  <a:gd name="T40" fmla="*/ 13 w 22"/>
                  <a:gd name="T41" fmla="*/ 6 h 30"/>
                  <a:gd name="T42" fmla="*/ 11 w 22"/>
                  <a:gd name="T43" fmla="*/ 8 h 30"/>
                  <a:gd name="T44" fmla="*/ 11 w 22"/>
                  <a:gd name="T45" fmla="*/ 6 h 30"/>
                  <a:gd name="T46" fmla="*/ 9 w 22"/>
                  <a:gd name="T47" fmla="*/ 4 h 30"/>
                  <a:gd name="T48" fmla="*/ 7 w 22"/>
                  <a:gd name="T49" fmla="*/ 6 h 30"/>
                  <a:gd name="T50" fmla="*/ 5 w 22"/>
                  <a:gd name="T51" fmla="*/ 8 h 30"/>
                  <a:gd name="T52" fmla="*/ 7 w 22"/>
                  <a:gd name="T53" fmla="*/ 10 h 30"/>
                  <a:gd name="T54" fmla="*/ 3 w 22"/>
                  <a:gd name="T55" fmla="*/ 13 h 30"/>
                  <a:gd name="T56" fmla="*/ 1 w 22"/>
                  <a:gd name="T57" fmla="*/ 13 h 30"/>
                  <a:gd name="T58" fmla="*/ 3 w 22"/>
                  <a:gd name="T59" fmla="*/ 15 h 30"/>
                  <a:gd name="T60" fmla="*/ 1 w 22"/>
                  <a:gd name="T61" fmla="*/ 17 h 30"/>
                  <a:gd name="T62" fmla="*/ 0 w 22"/>
                  <a:gd name="T63" fmla="*/ 19 h 30"/>
                  <a:gd name="T64" fmla="*/ 0 w 22"/>
                  <a:gd name="T65" fmla="*/ 21 h 30"/>
                  <a:gd name="T66" fmla="*/ 0 w 22"/>
                  <a:gd name="T67" fmla="*/ 23 h 30"/>
                  <a:gd name="T68" fmla="*/ 0 w 22"/>
                  <a:gd name="T69" fmla="*/ 23 h 30"/>
                  <a:gd name="T70" fmla="*/ 0 w 22"/>
                  <a:gd name="T7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30">
                    <a:moveTo>
                      <a:pt x="0" y="24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9" y="19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5" name="Freeform 6093">
                <a:extLst>
                  <a:ext uri="{FF2B5EF4-FFF2-40B4-BE49-F238E27FC236}">
                    <a16:creationId xmlns:a16="http://schemas.microsoft.com/office/drawing/2014/main" id="{11EF876B-A8C4-4866-8886-2888CB0B5C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06" y="2070"/>
                <a:ext cx="16" cy="20"/>
              </a:xfrm>
              <a:custGeom>
                <a:avLst/>
                <a:gdLst>
                  <a:gd name="T0" fmla="*/ 5 w 16"/>
                  <a:gd name="T1" fmla="*/ 16 h 20"/>
                  <a:gd name="T2" fmla="*/ 7 w 16"/>
                  <a:gd name="T3" fmla="*/ 15 h 20"/>
                  <a:gd name="T4" fmla="*/ 11 w 16"/>
                  <a:gd name="T5" fmla="*/ 13 h 20"/>
                  <a:gd name="T6" fmla="*/ 11 w 16"/>
                  <a:gd name="T7" fmla="*/ 9 h 20"/>
                  <a:gd name="T8" fmla="*/ 11 w 16"/>
                  <a:gd name="T9" fmla="*/ 7 h 20"/>
                  <a:gd name="T10" fmla="*/ 16 w 16"/>
                  <a:gd name="T11" fmla="*/ 0 h 20"/>
                  <a:gd name="T12" fmla="*/ 11 w 16"/>
                  <a:gd name="T13" fmla="*/ 2 h 20"/>
                  <a:gd name="T14" fmla="*/ 7 w 16"/>
                  <a:gd name="T15" fmla="*/ 3 h 20"/>
                  <a:gd name="T16" fmla="*/ 7 w 16"/>
                  <a:gd name="T17" fmla="*/ 5 h 20"/>
                  <a:gd name="T18" fmla="*/ 5 w 16"/>
                  <a:gd name="T19" fmla="*/ 7 h 20"/>
                  <a:gd name="T20" fmla="*/ 3 w 16"/>
                  <a:gd name="T21" fmla="*/ 9 h 20"/>
                  <a:gd name="T22" fmla="*/ 3 w 16"/>
                  <a:gd name="T23" fmla="*/ 11 h 20"/>
                  <a:gd name="T24" fmla="*/ 3 w 16"/>
                  <a:gd name="T25" fmla="*/ 13 h 20"/>
                  <a:gd name="T26" fmla="*/ 1 w 16"/>
                  <a:gd name="T27" fmla="*/ 15 h 20"/>
                  <a:gd name="T28" fmla="*/ 0 w 16"/>
                  <a:gd name="T29" fmla="*/ 20 h 20"/>
                  <a:gd name="T30" fmla="*/ 3 w 16"/>
                  <a:gd name="T31" fmla="*/ 20 h 20"/>
                  <a:gd name="T32" fmla="*/ 5 w 16"/>
                  <a:gd name="T3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0">
                    <a:moveTo>
                      <a:pt x="5" y="16"/>
                    </a:moveTo>
                    <a:lnTo>
                      <a:pt x="7" y="15"/>
                    </a:lnTo>
                    <a:lnTo>
                      <a:pt x="11" y="13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6" name="Freeform 6094">
                <a:extLst>
                  <a:ext uri="{FF2B5EF4-FFF2-40B4-BE49-F238E27FC236}">
                    <a16:creationId xmlns:a16="http://schemas.microsoft.com/office/drawing/2014/main" id="{CF7BB6D5-2BCD-489B-BAEC-E49C7D0D46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128"/>
                <a:ext cx="7" cy="7"/>
              </a:xfrm>
              <a:custGeom>
                <a:avLst/>
                <a:gdLst>
                  <a:gd name="T0" fmla="*/ 0 w 7"/>
                  <a:gd name="T1" fmla="*/ 5 h 7"/>
                  <a:gd name="T2" fmla="*/ 3 w 7"/>
                  <a:gd name="T3" fmla="*/ 7 h 7"/>
                  <a:gd name="T4" fmla="*/ 5 w 7"/>
                  <a:gd name="T5" fmla="*/ 3 h 7"/>
                  <a:gd name="T6" fmla="*/ 7 w 7"/>
                  <a:gd name="T7" fmla="*/ 0 h 7"/>
                  <a:gd name="T8" fmla="*/ 3 w 7"/>
                  <a:gd name="T9" fmla="*/ 1 h 7"/>
                  <a:gd name="T10" fmla="*/ 0 w 7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lnTo>
                      <a:pt x="3" y="7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7" name="Freeform 6095">
                <a:extLst>
                  <a:ext uri="{FF2B5EF4-FFF2-40B4-BE49-F238E27FC236}">
                    <a16:creationId xmlns:a16="http://schemas.microsoft.com/office/drawing/2014/main" id="{4A1EC2B2-8D77-42E3-ACFF-61EC6EAF88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4" y="2027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2 h 5"/>
                  <a:gd name="T4" fmla="*/ 3 w 5"/>
                  <a:gd name="T5" fmla="*/ 0 h 5"/>
                  <a:gd name="T6" fmla="*/ 0 w 5"/>
                  <a:gd name="T7" fmla="*/ 2 h 5"/>
                  <a:gd name="T8" fmla="*/ 3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8" name="Freeform 6096">
                <a:extLst>
                  <a:ext uri="{FF2B5EF4-FFF2-40B4-BE49-F238E27FC236}">
                    <a16:creationId xmlns:a16="http://schemas.microsoft.com/office/drawing/2014/main" id="{FB466F13-FC72-4AF0-963B-0F37CC6E29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1891"/>
                <a:ext cx="22" cy="15"/>
              </a:xfrm>
              <a:custGeom>
                <a:avLst/>
                <a:gdLst>
                  <a:gd name="T0" fmla="*/ 22 w 22"/>
                  <a:gd name="T1" fmla="*/ 5 h 15"/>
                  <a:gd name="T2" fmla="*/ 22 w 22"/>
                  <a:gd name="T3" fmla="*/ 3 h 15"/>
                  <a:gd name="T4" fmla="*/ 19 w 22"/>
                  <a:gd name="T5" fmla="*/ 3 h 15"/>
                  <a:gd name="T6" fmla="*/ 19 w 22"/>
                  <a:gd name="T7" fmla="*/ 3 h 15"/>
                  <a:gd name="T8" fmla="*/ 19 w 22"/>
                  <a:gd name="T9" fmla="*/ 2 h 15"/>
                  <a:gd name="T10" fmla="*/ 17 w 22"/>
                  <a:gd name="T11" fmla="*/ 2 h 15"/>
                  <a:gd name="T12" fmla="*/ 15 w 22"/>
                  <a:gd name="T13" fmla="*/ 2 h 15"/>
                  <a:gd name="T14" fmla="*/ 13 w 22"/>
                  <a:gd name="T15" fmla="*/ 0 h 15"/>
                  <a:gd name="T16" fmla="*/ 9 w 22"/>
                  <a:gd name="T17" fmla="*/ 2 h 15"/>
                  <a:gd name="T18" fmla="*/ 9 w 22"/>
                  <a:gd name="T19" fmla="*/ 5 h 15"/>
                  <a:gd name="T20" fmla="*/ 8 w 22"/>
                  <a:gd name="T21" fmla="*/ 7 h 15"/>
                  <a:gd name="T22" fmla="*/ 8 w 22"/>
                  <a:gd name="T23" fmla="*/ 9 h 15"/>
                  <a:gd name="T24" fmla="*/ 6 w 22"/>
                  <a:gd name="T25" fmla="*/ 7 h 15"/>
                  <a:gd name="T26" fmla="*/ 8 w 22"/>
                  <a:gd name="T27" fmla="*/ 5 h 15"/>
                  <a:gd name="T28" fmla="*/ 6 w 22"/>
                  <a:gd name="T29" fmla="*/ 2 h 15"/>
                  <a:gd name="T30" fmla="*/ 4 w 22"/>
                  <a:gd name="T31" fmla="*/ 2 h 15"/>
                  <a:gd name="T32" fmla="*/ 2 w 22"/>
                  <a:gd name="T33" fmla="*/ 3 h 15"/>
                  <a:gd name="T34" fmla="*/ 0 w 22"/>
                  <a:gd name="T35" fmla="*/ 5 h 15"/>
                  <a:gd name="T36" fmla="*/ 0 w 22"/>
                  <a:gd name="T37" fmla="*/ 9 h 15"/>
                  <a:gd name="T38" fmla="*/ 2 w 22"/>
                  <a:gd name="T39" fmla="*/ 11 h 15"/>
                  <a:gd name="T40" fmla="*/ 4 w 22"/>
                  <a:gd name="T41" fmla="*/ 11 h 15"/>
                  <a:gd name="T42" fmla="*/ 4 w 22"/>
                  <a:gd name="T43" fmla="*/ 9 h 15"/>
                  <a:gd name="T44" fmla="*/ 6 w 22"/>
                  <a:gd name="T45" fmla="*/ 11 h 15"/>
                  <a:gd name="T46" fmla="*/ 8 w 22"/>
                  <a:gd name="T47" fmla="*/ 9 h 15"/>
                  <a:gd name="T48" fmla="*/ 8 w 22"/>
                  <a:gd name="T49" fmla="*/ 9 h 15"/>
                  <a:gd name="T50" fmla="*/ 9 w 22"/>
                  <a:gd name="T51" fmla="*/ 15 h 15"/>
                  <a:gd name="T52" fmla="*/ 13 w 22"/>
                  <a:gd name="T53" fmla="*/ 13 h 15"/>
                  <a:gd name="T54" fmla="*/ 13 w 22"/>
                  <a:gd name="T55" fmla="*/ 11 h 15"/>
                  <a:gd name="T56" fmla="*/ 13 w 22"/>
                  <a:gd name="T57" fmla="*/ 11 h 15"/>
                  <a:gd name="T58" fmla="*/ 13 w 22"/>
                  <a:gd name="T59" fmla="*/ 11 h 15"/>
                  <a:gd name="T60" fmla="*/ 15 w 22"/>
                  <a:gd name="T61" fmla="*/ 13 h 15"/>
                  <a:gd name="T62" fmla="*/ 19 w 22"/>
                  <a:gd name="T63" fmla="*/ 15 h 15"/>
                  <a:gd name="T64" fmla="*/ 21 w 22"/>
                  <a:gd name="T65" fmla="*/ 13 h 15"/>
                  <a:gd name="T66" fmla="*/ 22 w 22"/>
                  <a:gd name="T67" fmla="*/ 9 h 15"/>
                  <a:gd name="T68" fmla="*/ 21 w 22"/>
                  <a:gd name="T69" fmla="*/ 7 h 15"/>
                  <a:gd name="T70" fmla="*/ 21 w 22"/>
                  <a:gd name="T71" fmla="*/ 7 h 15"/>
                  <a:gd name="T72" fmla="*/ 22 w 22"/>
                  <a:gd name="T7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5">
                    <a:moveTo>
                      <a:pt x="22" y="5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9" name="Freeform 6097">
                <a:extLst>
                  <a:ext uri="{FF2B5EF4-FFF2-40B4-BE49-F238E27FC236}">
                    <a16:creationId xmlns:a16="http://schemas.microsoft.com/office/drawing/2014/main" id="{D91D1C6A-EB74-4013-BCF1-D3503DD1BB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8" y="2051"/>
                <a:ext cx="6" cy="8"/>
              </a:xfrm>
              <a:custGeom>
                <a:avLst/>
                <a:gdLst>
                  <a:gd name="T0" fmla="*/ 2 w 6"/>
                  <a:gd name="T1" fmla="*/ 2 h 8"/>
                  <a:gd name="T2" fmla="*/ 0 w 6"/>
                  <a:gd name="T3" fmla="*/ 8 h 8"/>
                  <a:gd name="T4" fmla="*/ 4 w 6"/>
                  <a:gd name="T5" fmla="*/ 8 h 8"/>
                  <a:gd name="T6" fmla="*/ 6 w 6"/>
                  <a:gd name="T7" fmla="*/ 6 h 8"/>
                  <a:gd name="T8" fmla="*/ 6 w 6"/>
                  <a:gd name="T9" fmla="*/ 0 h 8"/>
                  <a:gd name="T10" fmla="*/ 2 w 6"/>
                  <a:gd name="T11" fmla="*/ 0 h 8"/>
                  <a:gd name="T12" fmla="*/ 2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2"/>
                    </a:moveTo>
                    <a:lnTo>
                      <a:pt x="0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0" name="Freeform 6098">
                <a:extLst>
                  <a:ext uri="{FF2B5EF4-FFF2-40B4-BE49-F238E27FC236}">
                    <a16:creationId xmlns:a16="http://schemas.microsoft.com/office/drawing/2014/main" id="{1C826B08-D1C8-4F23-A3D0-95FCCCBD4D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7" y="1956"/>
                <a:ext cx="6" cy="7"/>
              </a:xfrm>
              <a:custGeom>
                <a:avLst/>
                <a:gdLst>
                  <a:gd name="T0" fmla="*/ 6 w 6"/>
                  <a:gd name="T1" fmla="*/ 7 h 7"/>
                  <a:gd name="T2" fmla="*/ 6 w 6"/>
                  <a:gd name="T3" fmla="*/ 4 h 7"/>
                  <a:gd name="T4" fmla="*/ 2 w 6"/>
                  <a:gd name="T5" fmla="*/ 0 h 7"/>
                  <a:gd name="T6" fmla="*/ 0 w 6"/>
                  <a:gd name="T7" fmla="*/ 2 h 7"/>
                  <a:gd name="T8" fmla="*/ 0 w 6"/>
                  <a:gd name="T9" fmla="*/ 6 h 7"/>
                  <a:gd name="T10" fmla="*/ 2 w 6"/>
                  <a:gd name="T11" fmla="*/ 7 h 7"/>
                  <a:gd name="T12" fmla="*/ 6 w 6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1" name="Freeform 6099">
                <a:extLst>
                  <a:ext uri="{FF2B5EF4-FFF2-40B4-BE49-F238E27FC236}">
                    <a16:creationId xmlns:a16="http://schemas.microsoft.com/office/drawing/2014/main" id="{66C642D0-6F73-4A81-8697-8BCE865F155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91" y="1643"/>
                <a:ext cx="7" cy="15"/>
              </a:xfrm>
              <a:custGeom>
                <a:avLst/>
                <a:gdLst>
                  <a:gd name="T0" fmla="*/ 2 w 7"/>
                  <a:gd name="T1" fmla="*/ 9 h 15"/>
                  <a:gd name="T2" fmla="*/ 3 w 7"/>
                  <a:gd name="T3" fmla="*/ 15 h 15"/>
                  <a:gd name="T4" fmla="*/ 7 w 7"/>
                  <a:gd name="T5" fmla="*/ 11 h 15"/>
                  <a:gd name="T6" fmla="*/ 7 w 7"/>
                  <a:gd name="T7" fmla="*/ 9 h 15"/>
                  <a:gd name="T8" fmla="*/ 5 w 7"/>
                  <a:gd name="T9" fmla="*/ 7 h 15"/>
                  <a:gd name="T10" fmla="*/ 5 w 7"/>
                  <a:gd name="T11" fmla="*/ 7 h 15"/>
                  <a:gd name="T12" fmla="*/ 5 w 7"/>
                  <a:gd name="T13" fmla="*/ 4 h 15"/>
                  <a:gd name="T14" fmla="*/ 3 w 7"/>
                  <a:gd name="T15" fmla="*/ 0 h 15"/>
                  <a:gd name="T16" fmla="*/ 0 w 7"/>
                  <a:gd name="T17" fmla="*/ 2 h 15"/>
                  <a:gd name="T18" fmla="*/ 0 w 7"/>
                  <a:gd name="T19" fmla="*/ 4 h 15"/>
                  <a:gd name="T20" fmla="*/ 3 w 7"/>
                  <a:gd name="T21" fmla="*/ 7 h 15"/>
                  <a:gd name="T22" fmla="*/ 3 w 7"/>
                  <a:gd name="T23" fmla="*/ 7 h 15"/>
                  <a:gd name="T24" fmla="*/ 3 w 7"/>
                  <a:gd name="T25" fmla="*/ 7 h 15"/>
                  <a:gd name="T26" fmla="*/ 2 w 7"/>
                  <a:gd name="T2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5">
                    <a:moveTo>
                      <a:pt x="2" y="9"/>
                    </a:moveTo>
                    <a:lnTo>
                      <a:pt x="3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2" name="Freeform 6100">
                <a:extLst>
                  <a:ext uri="{FF2B5EF4-FFF2-40B4-BE49-F238E27FC236}">
                    <a16:creationId xmlns:a16="http://schemas.microsoft.com/office/drawing/2014/main" id="{CF580DD3-5C1E-4B75-AE5F-E2E7F8E939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715"/>
                <a:ext cx="21" cy="30"/>
              </a:xfrm>
              <a:custGeom>
                <a:avLst/>
                <a:gdLst>
                  <a:gd name="T0" fmla="*/ 11 w 21"/>
                  <a:gd name="T1" fmla="*/ 21 h 30"/>
                  <a:gd name="T2" fmla="*/ 13 w 21"/>
                  <a:gd name="T3" fmla="*/ 19 h 30"/>
                  <a:gd name="T4" fmla="*/ 15 w 21"/>
                  <a:gd name="T5" fmla="*/ 15 h 30"/>
                  <a:gd name="T6" fmla="*/ 19 w 21"/>
                  <a:gd name="T7" fmla="*/ 14 h 30"/>
                  <a:gd name="T8" fmla="*/ 21 w 21"/>
                  <a:gd name="T9" fmla="*/ 14 h 30"/>
                  <a:gd name="T10" fmla="*/ 19 w 21"/>
                  <a:gd name="T11" fmla="*/ 8 h 30"/>
                  <a:gd name="T12" fmla="*/ 19 w 21"/>
                  <a:gd name="T13" fmla="*/ 6 h 30"/>
                  <a:gd name="T14" fmla="*/ 15 w 21"/>
                  <a:gd name="T15" fmla="*/ 0 h 30"/>
                  <a:gd name="T16" fmla="*/ 11 w 21"/>
                  <a:gd name="T17" fmla="*/ 0 h 30"/>
                  <a:gd name="T18" fmla="*/ 9 w 21"/>
                  <a:gd name="T19" fmla="*/ 2 h 30"/>
                  <a:gd name="T20" fmla="*/ 9 w 21"/>
                  <a:gd name="T21" fmla="*/ 4 h 30"/>
                  <a:gd name="T22" fmla="*/ 8 w 21"/>
                  <a:gd name="T23" fmla="*/ 4 h 30"/>
                  <a:gd name="T24" fmla="*/ 6 w 21"/>
                  <a:gd name="T25" fmla="*/ 8 h 30"/>
                  <a:gd name="T26" fmla="*/ 4 w 21"/>
                  <a:gd name="T27" fmla="*/ 10 h 30"/>
                  <a:gd name="T28" fmla="*/ 0 w 21"/>
                  <a:gd name="T29" fmla="*/ 14 h 30"/>
                  <a:gd name="T30" fmla="*/ 4 w 21"/>
                  <a:gd name="T31" fmla="*/ 14 h 30"/>
                  <a:gd name="T32" fmla="*/ 6 w 21"/>
                  <a:gd name="T33" fmla="*/ 14 h 30"/>
                  <a:gd name="T34" fmla="*/ 6 w 21"/>
                  <a:gd name="T35" fmla="*/ 14 h 30"/>
                  <a:gd name="T36" fmla="*/ 6 w 21"/>
                  <a:gd name="T37" fmla="*/ 19 h 30"/>
                  <a:gd name="T38" fmla="*/ 8 w 21"/>
                  <a:gd name="T39" fmla="*/ 21 h 30"/>
                  <a:gd name="T40" fmla="*/ 8 w 21"/>
                  <a:gd name="T41" fmla="*/ 23 h 30"/>
                  <a:gd name="T42" fmla="*/ 6 w 21"/>
                  <a:gd name="T43" fmla="*/ 25 h 30"/>
                  <a:gd name="T44" fmla="*/ 8 w 21"/>
                  <a:gd name="T45" fmla="*/ 27 h 30"/>
                  <a:gd name="T46" fmla="*/ 9 w 21"/>
                  <a:gd name="T47" fmla="*/ 30 h 30"/>
                  <a:gd name="T48" fmla="*/ 13 w 21"/>
                  <a:gd name="T49" fmla="*/ 30 h 30"/>
                  <a:gd name="T50" fmla="*/ 13 w 21"/>
                  <a:gd name="T51" fmla="*/ 27 h 30"/>
                  <a:gd name="T52" fmla="*/ 11 w 21"/>
                  <a:gd name="T53" fmla="*/ 25 h 30"/>
                  <a:gd name="T54" fmla="*/ 11 w 21"/>
                  <a:gd name="T55" fmla="*/ 23 h 30"/>
                  <a:gd name="T56" fmla="*/ 11 w 21"/>
                  <a:gd name="T5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30">
                    <a:moveTo>
                      <a:pt x="11" y="21"/>
                    </a:moveTo>
                    <a:lnTo>
                      <a:pt x="13" y="19"/>
                    </a:lnTo>
                    <a:lnTo>
                      <a:pt x="15" y="15"/>
                    </a:lnTo>
                    <a:lnTo>
                      <a:pt x="19" y="14"/>
                    </a:lnTo>
                    <a:lnTo>
                      <a:pt x="21" y="14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3" y="27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3" name="Freeform 6101">
                <a:extLst>
                  <a:ext uri="{FF2B5EF4-FFF2-40B4-BE49-F238E27FC236}">
                    <a16:creationId xmlns:a16="http://schemas.microsoft.com/office/drawing/2014/main" id="{52D7F3DB-E695-4BCC-AA0C-74A80017BBE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5" y="2004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4 h 4"/>
                  <a:gd name="T10" fmla="*/ 4 w 6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4" name="Freeform 6102">
                <a:extLst>
                  <a:ext uri="{FF2B5EF4-FFF2-40B4-BE49-F238E27FC236}">
                    <a16:creationId xmlns:a16="http://schemas.microsoft.com/office/drawing/2014/main" id="{23C66587-CBEC-41EA-AB50-15ECF877036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2034"/>
                <a:ext cx="7" cy="15"/>
              </a:xfrm>
              <a:custGeom>
                <a:avLst/>
                <a:gdLst>
                  <a:gd name="T0" fmla="*/ 0 w 7"/>
                  <a:gd name="T1" fmla="*/ 11 h 15"/>
                  <a:gd name="T2" fmla="*/ 0 w 7"/>
                  <a:gd name="T3" fmla="*/ 15 h 15"/>
                  <a:gd name="T4" fmla="*/ 3 w 7"/>
                  <a:gd name="T5" fmla="*/ 15 h 15"/>
                  <a:gd name="T6" fmla="*/ 3 w 7"/>
                  <a:gd name="T7" fmla="*/ 11 h 15"/>
                  <a:gd name="T8" fmla="*/ 3 w 7"/>
                  <a:gd name="T9" fmla="*/ 11 h 15"/>
                  <a:gd name="T10" fmla="*/ 7 w 7"/>
                  <a:gd name="T11" fmla="*/ 8 h 15"/>
                  <a:gd name="T12" fmla="*/ 5 w 7"/>
                  <a:gd name="T13" fmla="*/ 6 h 15"/>
                  <a:gd name="T14" fmla="*/ 5 w 7"/>
                  <a:gd name="T15" fmla="*/ 4 h 15"/>
                  <a:gd name="T16" fmla="*/ 5 w 7"/>
                  <a:gd name="T17" fmla="*/ 0 h 15"/>
                  <a:gd name="T18" fmla="*/ 2 w 7"/>
                  <a:gd name="T19" fmla="*/ 4 h 15"/>
                  <a:gd name="T20" fmla="*/ 3 w 7"/>
                  <a:gd name="T21" fmla="*/ 6 h 15"/>
                  <a:gd name="T22" fmla="*/ 2 w 7"/>
                  <a:gd name="T23" fmla="*/ 6 h 15"/>
                  <a:gd name="T24" fmla="*/ 3 w 7"/>
                  <a:gd name="T25" fmla="*/ 11 h 15"/>
                  <a:gd name="T26" fmla="*/ 2 w 7"/>
                  <a:gd name="T27" fmla="*/ 10 h 15"/>
                  <a:gd name="T28" fmla="*/ 0 w 7"/>
                  <a:gd name="T2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0" y="11"/>
                    </a:moveTo>
                    <a:lnTo>
                      <a:pt x="0" y="15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5" name="Freeform 6103">
                <a:extLst>
                  <a:ext uri="{FF2B5EF4-FFF2-40B4-BE49-F238E27FC236}">
                    <a16:creationId xmlns:a16="http://schemas.microsoft.com/office/drawing/2014/main" id="{0CB5C1BF-599B-4D1E-A088-E732FD175A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990"/>
                <a:ext cx="9" cy="14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2 h 8"/>
                  <a:gd name="T4" fmla="*/ 3 w 5"/>
                  <a:gd name="T5" fmla="*/ 1 h 8"/>
                  <a:gd name="T6" fmla="*/ 1 w 5"/>
                  <a:gd name="T7" fmla="*/ 0 h 8"/>
                  <a:gd name="T8" fmla="*/ 1 w 5"/>
                  <a:gd name="T9" fmla="*/ 2 h 8"/>
                  <a:gd name="T10" fmla="*/ 0 w 5"/>
                  <a:gd name="T11" fmla="*/ 4 h 8"/>
                  <a:gd name="T12" fmla="*/ 2 w 5"/>
                  <a:gd name="T13" fmla="*/ 5 h 8"/>
                  <a:gd name="T14" fmla="*/ 2 w 5"/>
                  <a:gd name="T15" fmla="*/ 5 h 8"/>
                  <a:gd name="T16" fmla="*/ 1 w 5"/>
                  <a:gd name="T17" fmla="*/ 6 h 8"/>
                  <a:gd name="T18" fmla="*/ 1 w 5"/>
                  <a:gd name="T19" fmla="*/ 7 h 8"/>
                  <a:gd name="T20" fmla="*/ 2 w 5"/>
                  <a:gd name="T21" fmla="*/ 8 h 8"/>
                  <a:gd name="T22" fmla="*/ 4 w 5"/>
                  <a:gd name="T23" fmla="*/ 8 h 8"/>
                  <a:gd name="T24" fmla="*/ 4 w 5"/>
                  <a:gd name="T25" fmla="*/ 7 h 8"/>
                  <a:gd name="T26" fmla="*/ 5 w 5"/>
                  <a:gd name="T27" fmla="*/ 8 h 8"/>
                  <a:gd name="T28" fmla="*/ 3 w 5"/>
                  <a:gd name="T29" fmla="*/ 6 h 8"/>
                  <a:gd name="T30" fmla="*/ 3 w 5"/>
                  <a:gd name="T31" fmla="*/ 6 h 8"/>
                  <a:gd name="T32" fmla="*/ 3 w 5"/>
                  <a:gd name="T33" fmla="*/ 6 h 8"/>
                  <a:gd name="T34" fmla="*/ 3 w 5"/>
                  <a:gd name="T35" fmla="*/ 5 h 8"/>
                  <a:gd name="T36" fmla="*/ 3 w 5"/>
                  <a:gd name="T37" fmla="*/ 4 h 8"/>
                  <a:gd name="T38" fmla="*/ 4 w 5"/>
                  <a:gd name="T3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6" name="Freeform 6104">
                <a:extLst>
                  <a:ext uri="{FF2B5EF4-FFF2-40B4-BE49-F238E27FC236}">
                    <a16:creationId xmlns:a16="http://schemas.microsoft.com/office/drawing/2014/main" id="{2189A93B-459A-4E96-B1CB-6E350940F1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2006"/>
                <a:ext cx="6" cy="10"/>
              </a:xfrm>
              <a:custGeom>
                <a:avLst/>
                <a:gdLst>
                  <a:gd name="T0" fmla="*/ 2 w 6"/>
                  <a:gd name="T1" fmla="*/ 4 h 10"/>
                  <a:gd name="T2" fmla="*/ 0 w 6"/>
                  <a:gd name="T3" fmla="*/ 10 h 10"/>
                  <a:gd name="T4" fmla="*/ 4 w 6"/>
                  <a:gd name="T5" fmla="*/ 8 h 10"/>
                  <a:gd name="T6" fmla="*/ 4 w 6"/>
                  <a:gd name="T7" fmla="*/ 6 h 10"/>
                  <a:gd name="T8" fmla="*/ 6 w 6"/>
                  <a:gd name="T9" fmla="*/ 2 h 10"/>
                  <a:gd name="T10" fmla="*/ 2 w 6"/>
                  <a:gd name="T11" fmla="*/ 0 h 10"/>
                  <a:gd name="T12" fmla="*/ 2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2" y="4"/>
                    </a:moveTo>
                    <a:lnTo>
                      <a:pt x="0" y="10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7" name="Freeform 6105">
                <a:extLst>
                  <a:ext uri="{FF2B5EF4-FFF2-40B4-BE49-F238E27FC236}">
                    <a16:creationId xmlns:a16="http://schemas.microsoft.com/office/drawing/2014/main" id="{A641DB5C-5278-45CB-BB5D-FB577D36F1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1818"/>
                <a:ext cx="24" cy="19"/>
              </a:xfrm>
              <a:custGeom>
                <a:avLst/>
                <a:gdLst>
                  <a:gd name="T0" fmla="*/ 9 w 24"/>
                  <a:gd name="T1" fmla="*/ 13 h 19"/>
                  <a:gd name="T2" fmla="*/ 11 w 24"/>
                  <a:gd name="T3" fmla="*/ 13 h 19"/>
                  <a:gd name="T4" fmla="*/ 13 w 24"/>
                  <a:gd name="T5" fmla="*/ 15 h 19"/>
                  <a:gd name="T6" fmla="*/ 15 w 24"/>
                  <a:gd name="T7" fmla="*/ 17 h 19"/>
                  <a:gd name="T8" fmla="*/ 17 w 24"/>
                  <a:gd name="T9" fmla="*/ 15 h 19"/>
                  <a:gd name="T10" fmla="*/ 19 w 24"/>
                  <a:gd name="T11" fmla="*/ 19 h 19"/>
                  <a:gd name="T12" fmla="*/ 23 w 24"/>
                  <a:gd name="T13" fmla="*/ 19 h 19"/>
                  <a:gd name="T14" fmla="*/ 24 w 24"/>
                  <a:gd name="T15" fmla="*/ 17 h 19"/>
                  <a:gd name="T16" fmla="*/ 23 w 24"/>
                  <a:gd name="T17" fmla="*/ 13 h 19"/>
                  <a:gd name="T18" fmla="*/ 19 w 24"/>
                  <a:gd name="T19" fmla="*/ 11 h 19"/>
                  <a:gd name="T20" fmla="*/ 15 w 24"/>
                  <a:gd name="T21" fmla="*/ 9 h 19"/>
                  <a:gd name="T22" fmla="*/ 15 w 24"/>
                  <a:gd name="T23" fmla="*/ 6 h 19"/>
                  <a:gd name="T24" fmla="*/ 11 w 24"/>
                  <a:gd name="T25" fmla="*/ 6 h 19"/>
                  <a:gd name="T26" fmla="*/ 9 w 24"/>
                  <a:gd name="T27" fmla="*/ 2 h 19"/>
                  <a:gd name="T28" fmla="*/ 13 w 24"/>
                  <a:gd name="T29" fmla="*/ 0 h 19"/>
                  <a:gd name="T30" fmla="*/ 8 w 24"/>
                  <a:gd name="T31" fmla="*/ 0 h 19"/>
                  <a:gd name="T32" fmla="*/ 6 w 24"/>
                  <a:gd name="T33" fmla="*/ 0 h 19"/>
                  <a:gd name="T34" fmla="*/ 4 w 24"/>
                  <a:gd name="T35" fmla="*/ 0 h 19"/>
                  <a:gd name="T36" fmla="*/ 0 w 24"/>
                  <a:gd name="T37" fmla="*/ 4 h 19"/>
                  <a:gd name="T38" fmla="*/ 0 w 24"/>
                  <a:gd name="T39" fmla="*/ 6 h 19"/>
                  <a:gd name="T40" fmla="*/ 4 w 24"/>
                  <a:gd name="T41" fmla="*/ 7 h 19"/>
                  <a:gd name="T42" fmla="*/ 6 w 24"/>
                  <a:gd name="T43" fmla="*/ 7 h 19"/>
                  <a:gd name="T44" fmla="*/ 6 w 24"/>
                  <a:gd name="T45" fmla="*/ 7 h 19"/>
                  <a:gd name="T46" fmla="*/ 6 w 24"/>
                  <a:gd name="T47" fmla="*/ 9 h 19"/>
                  <a:gd name="T48" fmla="*/ 9 w 24"/>
                  <a:gd name="T4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9" y="13"/>
                    </a:moveTo>
                    <a:lnTo>
                      <a:pt x="11" y="13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9" y="19"/>
                    </a:lnTo>
                    <a:lnTo>
                      <a:pt x="23" y="19"/>
                    </a:lnTo>
                    <a:lnTo>
                      <a:pt x="24" y="17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8" name="Freeform 6106">
                <a:extLst>
                  <a:ext uri="{FF2B5EF4-FFF2-40B4-BE49-F238E27FC236}">
                    <a16:creationId xmlns:a16="http://schemas.microsoft.com/office/drawing/2014/main" id="{E2A68AA7-5273-4520-9E1F-F633B9777D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376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0 w 9"/>
                  <a:gd name="T3" fmla="*/ 4 h 6"/>
                  <a:gd name="T4" fmla="*/ 2 w 9"/>
                  <a:gd name="T5" fmla="*/ 6 h 6"/>
                  <a:gd name="T6" fmla="*/ 5 w 9"/>
                  <a:gd name="T7" fmla="*/ 6 h 6"/>
                  <a:gd name="T8" fmla="*/ 9 w 9"/>
                  <a:gd name="T9" fmla="*/ 4 h 6"/>
                  <a:gd name="T10" fmla="*/ 9 w 9"/>
                  <a:gd name="T11" fmla="*/ 2 h 6"/>
                  <a:gd name="T12" fmla="*/ 5 w 9"/>
                  <a:gd name="T13" fmla="*/ 0 h 6"/>
                  <a:gd name="T14" fmla="*/ 3 w 9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3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9" name="Freeform 6107">
                <a:extLst>
                  <a:ext uri="{FF2B5EF4-FFF2-40B4-BE49-F238E27FC236}">
                    <a16:creationId xmlns:a16="http://schemas.microsoft.com/office/drawing/2014/main" id="{2670A0B5-8867-4100-8D0D-39E2FC8BA1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7" y="1827"/>
                <a:ext cx="21" cy="12"/>
              </a:xfrm>
              <a:custGeom>
                <a:avLst/>
                <a:gdLst>
                  <a:gd name="T0" fmla="*/ 13 w 21"/>
                  <a:gd name="T1" fmla="*/ 10 h 12"/>
                  <a:gd name="T2" fmla="*/ 15 w 21"/>
                  <a:gd name="T3" fmla="*/ 12 h 12"/>
                  <a:gd name="T4" fmla="*/ 21 w 21"/>
                  <a:gd name="T5" fmla="*/ 10 h 12"/>
                  <a:gd name="T6" fmla="*/ 19 w 21"/>
                  <a:gd name="T7" fmla="*/ 8 h 12"/>
                  <a:gd name="T8" fmla="*/ 13 w 21"/>
                  <a:gd name="T9" fmla="*/ 6 h 12"/>
                  <a:gd name="T10" fmla="*/ 11 w 21"/>
                  <a:gd name="T11" fmla="*/ 4 h 12"/>
                  <a:gd name="T12" fmla="*/ 9 w 21"/>
                  <a:gd name="T13" fmla="*/ 4 h 12"/>
                  <a:gd name="T14" fmla="*/ 8 w 21"/>
                  <a:gd name="T15" fmla="*/ 2 h 12"/>
                  <a:gd name="T16" fmla="*/ 4 w 21"/>
                  <a:gd name="T17" fmla="*/ 0 h 12"/>
                  <a:gd name="T18" fmla="*/ 0 w 21"/>
                  <a:gd name="T19" fmla="*/ 2 h 12"/>
                  <a:gd name="T20" fmla="*/ 4 w 21"/>
                  <a:gd name="T21" fmla="*/ 6 h 12"/>
                  <a:gd name="T22" fmla="*/ 6 w 21"/>
                  <a:gd name="T23" fmla="*/ 6 h 12"/>
                  <a:gd name="T24" fmla="*/ 9 w 21"/>
                  <a:gd name="T25" fmla="*/ 8 h 12"/>
                  <a:gd name="T26" fmla="*/ 13 w 21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2">
                    <a:moveTo>
                      <a:pt x="13" y="10"/>
                    </a:moveTo>
                    <a:lnTo>
                      <a:pt x="15" y="12"/>
                    </a:lnTo>
                    <a:lnTo>
                      <a:pt x="21" y="10"/>
                    </a:lnTo>
                    <a:lnTo>
                      <a:pt x="19" y="8"/>
                    </a:lnTo>
                    <a:lnTo>
                      <a:pt x="13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0" name="Freeform 6108">
                <a:extLst>
                  <a:ext uri="{FF2B5EF4-FFF2-40B4-BE49-F238E27FC236}">
                    <a16:creationId xmlns:a16="http://schemas.microsoft.com/office/drawing/2014/main" id="{9CFDB27C-FEEB-4245-B2BB-90309DABC16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76" y="1365"/>
                <a:ext cx="11" cy="11"/>
              </a:xfrm>
              <a:custGeom>
                <a:avLst/>
                <a:gdLst>
                  <a:gd name="T0" fmla="*/ 6 w 11"/>
                  <a:gd name="T1" fmla="*/ 7 h 11"/>
                  <a:gd name="T2" fmla="*/ 6 w 11"/>
                  <a:gd name="T3" fmla="*/ 11 h 11"/>
                  <a:gd name="T4" fmla="*/ 8 w 11"/>
                  <a:gd name="T5" fmla="*/ 11 h 11"/>
                  <a:gd name="T6" fmla="*/ 11 w 11"/>
                  <a:gd name="T7" fmla="*/ 9 h 11"/>
                  <a:gd name="T8" fmla="*/ 11 w 11"/>
                  <a:gd name="T9" fmla="*/ 7 h 11"/>
                  <a:gd name="T10" fmla="*/ 9 w 11"/>
                  <a:gd name="T11" fmla="*/ 6 h 11"/>
                  <a:gd name="T12" fmla="*/ 8 w 11"/>
                  <a:gd name="T13" fmla="*/ 4 h 11"/>
                  <a:gd name="T14" fmla="*/ 8 w 11"/>
                  <a:gd name="T15" fmla="*/ 4 h 11"/>
                  <a:gd name="T16" fmla="*/ 9 w 11"/>
                  <a:gd name="T17" fmla="*/ 0 h 11"/>
                  <a:gd name="T18" fmla="*/ 6 w 11"/>
                  <a:gd name="T19" fmla="*/ 0 h 11"/>
                  <a:gd name="T20" fmla="*/ 2 w 11"/>
                  <a:gd name="T21" fmla="*/ 0 h 11"/>
                  <a:gd name="T22" fmla="*/ 0 w 11"/>
                  <a:gd name="T23" fmla="*/ 4 h 11"/>
                  <a:gd name="T24" fmla="*/ 2 w 11"/>
                  <a:gd name="T25" fmla="*/ 4 h 11"/>
                  <a:gd name="T26" fmla="*/ 4 w 11"/>
                  <a:gd name="T27" fmla="*/ 4 h 11"/>
                  <a:gd name="T28" fmla="*/ 4 w 11"/>
                  <a:gd name="T29" fmla="*/ 6 h 11"/>
                  <a:gd name="T30" fmla="*/ 6 w 1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6" y="7"/>
                    </a:moveTo>
                    <a:lnTo>
                      <a:pt x="6" y="11"/>
                    </a:lnTo>
                    <a:lnTo>
                      <a:pt x="8" y="11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1" name="Freeform 6109">
                <a:extLst>
                  <a:ext uri="{FF2B5EF4-FFF2-40B4-BE49-F238E27FC236}">
                    <a16:creationId xmlns:a16="http://schemas.microsoft.com/office/drawing/2014/main" id="{F535C642-3323-477E-A9A8-CB3A56450D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0" y="1352"/>
                <a:ext cx="17" cy="17"/>
              </a:xfrm>
              <a:custGeom>
                <a:avLst/>
                <a:gdLst>
                  <a:gd name="T0" fmla="*/ 6 w 17"/>
                  <a:gd name="T1" fmla="*/ 15 h 17"/>
                  <a:gd name="T2" fmla="*/ 7 w 17"/>
                  <a:gd name="T3" fmla="*/ 13 h 17"/>
                  <a:gd name="T4" fmla="*/ 4 w 17"/>
                  <a:gd name="T5" fmla="*/ 17 h 17"/>
                  <a:gd name="T6" fmla="*/ 11 w 17"/>
                  <a:gd name="T7" fmla="*/ 13 h 17"/>
                  <a:gd name="T8" fmla="*/ 15 w 17"/>
                  <a:gd name="T9" fmla="*/ 9 h 17"/>
                  <a:gd name="T10" fmla="*/ 15 w 17"/>
                  <a:gd name="T11" fmla="*/ 7 h 17"/>
                  <a:gd name="T12" fmla="*/ 17 w 17"/>
                  <a:gd name="T13" fmla="*/ 7 h 17"/>
                  <a:gd name="T14" fmla="*/ 17 w 17"/>
                  <a:gd name="T15" fmla="*/ 2 h 17"/>
                  <a:gd name="T16" fmla="*/ 15 w 17"/>
                  <a:gd name="T17" fmla="*/ 0 h 17"/>
                  <a:gd name="T18" fmla="*/ 11 w 17"/>
                  <a:gd name="T19" fmla="*/ 2 h 17"/>
                  <a:gd name="T20" fmla="*/ 11 w 17"/>
                  <a:gd name="T21" fmla="*/ 4 h 17"/>
                  <a:gd name="T22" fmla="*/ 9 w 17"/>
                  <a:gd name="T23" fmla="*/ 6 h 17"/>
                  <a:gd name="T24" fmla="*/ 6 w 17"/>
                  <a:gd name="T25" fmla="*/ 7 h 17"/>
                  <a:gd name="T26" fmla="*/ 2 w 17"/>
                  <a:gd name="T27" fmla="*/ 11 h 17"/>
                  <a:gd name="T28" fmla="*/ 0 w 17"/>
                  <a:gd name="T29" fmla="*/ 15 h 17"/>
                  <a:gd name="T30" fmla="*/ 4 w 17"/>
                  <a:gd name="T31" fmla="*/ 15 h 17"/>
                  <a:gd name="T32" fmla="*/ 6 w 17"/>
                  <a:gd name="T3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7">
                    <a:moveTo>
                      <a:pt x="6" y="15"/>
                    </a:moveTo>
                    <a:lnTo>
                      <a:pt x="7" y="13"/>
                    </a:lnTo>
                    <a:lnTo>
                      <a:pt x="4" y="17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2" name="Freeform 6110">
                <a:extLst>
                  <a:ext uri="{FF2B5EF4-FFF2-40B4-BE49-F238E27FC236}">
                    <a16:creationId xmlns:a16="http://schemas.microsoft.com/office/drawing/2014/main" id="{4EC2D66E-FF82-4084-9546-FEEF8E4B5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2" y="1233"/>
                <a:ext cx="76" cy="59"/>
              </a:xfrm>
              <a:custGeom>
                <a:avLst/>
                <a:gdLst>
                  <a:gd name="T0" fmla="*/ 9 w 76"/>
                  <a:gd name="T1" fmla="*/ 11 h 59"/>
                  <a:gd name="T2" fmla="*/ 5 w 76"/>
                  <a:gd name="T3" fmla="*/ 13 h 59"/>
                  <a:gd name="T4" fmla="*/ 0 w 76"/>
                  <a:gd name="T5" fmla="*/ 20 h 59"/>
                  <a:gd name="T6" fmla="*/ 4 w 76"/>
                  <a:gd name="T7" fmla="*/ 26 h 59"/>
                  <a:gd name="T8" fmla="*/ 5 w 76"/>
                  <a:gd name="T9" fmla="*/ 26 h 59"/>
                  <a:gd name="T10" fmla="*/ 2 w 76"/>
                  <a:gd name="T11" fmla="*/ 31 h 59"/>
                  <a:gd name="T12" fmla="*/ 4 w 76"/>
                  <a:gd name="T13" fmla="*/ 37 h 59"/>
                  <a:gd name="T14" fmla="*/ 0 w 76"/>
                  <a:gd name="T15" fmla="*/ 43 h 59"/>
                  <a:gd name="T16" fmla="*/ 4 w 76"/>
                  <a:gd name="T17" fmla="*/ 44 h 59"/>
                  <a:gd name="T18" fmla="*/ 5 w 76"/>
                  <a:gd name="T19" fmla="*/ 41 h 59"/>
                  <a:gd name="T20" fmla="*/ 11 w 76"/>
                  <a:gd name="T21" fmla="*/ 44 h 59"/>
                  <a:gd name="T22" fmla="*/ 15 w 76"/>
                  <a:gd name="T23" fmla="*/ 43 h 59"/>
                  <a:gd name="T24" fmla="*/ 17 w 76"/>
                  <a:gd name="T25" fmla="*/ 50 h 59"/>
                  <a:gd name="T26" fmla="*/ 24 w 76"/>
                  <a:gd name="T27" fmla="*/ 54 h 59"/>
                  <a:gd name="T28" fmla="*/ 30 w 76"/>
                  <a:gd name="T29" fmla="*/ 56 h 59"/>
                  <a:gd name="T30" fmla="*/ 35 w 76"/>
                  <a:gd name="T31" fmla="*/ 54 h 59"/>
                  <a:gd name="T32" fmla="*/ 41 w 76"/>
                  <a:gd name="T33" fmla="*/ 56 h 59"/>
                  <a:gd name="T34" fmla="*/ 50 w 76"/>
                  <a:gd name="T35" fmla="*/ 56 h 59"/>
                  <a:gd name="T36" fmla="*/ 56 w 76"/>
                  <a:gd name="T37" fmla="*/ 56 h 59"/>
                  <a:gd name="T38" fmla="*/ 63 w 76"/>
                  <a:gd name="T39" fmla="*/ 59 h 59"/>
                  <a:gd name="T40" fmla="*/ 69 w 76"/>
                  <a:gd name="T41" fmla="*/ 54 h 59"/>
                  <a:gd name="T42" fmla="*/ 76 w 76"/>
                  <a:gd name="T43" fmla="*/ 48 h 59"/>
                  <a:gd name="T44" fmla="*/ 72 w 76"/>
                  <a:gd name="T45" fmla="*/ 41 h 59"/>
                  <a:gd name="T46" fmla="*/ 67 w 76"/>
                  <a:gd name="T47" fmla="*/ 37 h 59"/>
                  <a:gd name="T48" fmla="*/ 61 w 76"/>
                  <a:gd name="T49" fmla="*/ 35 h 59"/>
                  <a:gd name="T50" fmla="*/ 61 w 76"/>
                  <a:gd name="T51" fmla="*/ 33 h 59"/>
                  <a:gd name="T52" fmla="*/ 67 w 76"/>
                  <a:gd name="T53" fmla="*/ 35 h 59"/>
                  <a:gd name="T54" fmla="*/ 63 w 76"/>
                  <a:gd name="T55" fmla="*/ 28 h 59"/>
                  <a:gd name="T56" fmla="*/ 59 w 76"/>
                  <a:gd name="T57" fmla="*/ 20 h 59"/>
                  <a:gd name="T58" fmla="*/ 58 w 76"/>
                  <a:gd name="T59" fmla="*/ 15 h 59"/>
                  <a:gd name="T60" fmla="*/ 56 w 76"/>
                  <a:gd name="T61" fmla="*/ 9 h 59"/>
                  <a:gd name="T62" fmla="*/ 45 w 76"/>
                  <a:gd name="T63" fmla="*/ 2 h 59"/>
                  <a:gd name="T64" fmla="*/ 33 w 76"/>
                  <a:gd name="T65" fmla="*/ 3 h 59"/>
                  <a:gd name="T66" fmla="*/ 33 w 76"/>
                  <a:gd name="T67" fmla="*/ 7 h 59"/>
                  <a:gd name="T68" fmla="*/ 37 w 76"/>
                  <a:gd name="T69" fmla="*/ 13 h 59"/>
                  <a:gd name="T70" fmla="*/ 37 w 76"/>
                  <a:gd name="T71" fmla="*/ 16 h 59"/>
                  <a:gd name="T72" fmla="*/ 35 w 76"/>
                  <a:gd name="T73" fmla="*/ 16 h 59"/>
                  <a:gd name="T74" fmla="*/ 35 w 76"/>
                  <a:gd name="T75" fmla="*/ 11 h 59"/>
                  <a:gd name="T76" fmla="*/ 26 w 76"/>
                  <a:gd name="T77" fmla="*/ 2 h 59"/>
                  <a:gd name="T78" fmla="*/ 18 w 76"/>
                  <a:gd name="T79" fmla="*/ 2 h 59"/>
                  <a:gd name="T80" fmla="*/ 13 w 76"/>
                  <a:gd name="T81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59">
                    <a:moveTo>
                      <a:pt x="9" y="9"/>
                    </a:move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4" y="29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1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7" y="50"/>
                    </a:lnTo>
                    <a:lnTo>
                      <a:pt x="20" y="54"/>
                    </a:lnTo>
                    <a:lnTo>
                      <a:pt x="24" y="54"/>
                    </a:lnTo>
                    <a:lnTo>
                      <a:pt x="26" y="56"/>
                    </a:lnTo>
                    <a:lnTo>
                      <a:pt x="30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7" y="54"/>
                    </a:lnTo>
                    <a:lnTo>
                      <a:pt x="41" y="56"/>
                    </a:lnTo>
                    <a:lnTo>
                      <a:pt x="48" y="57"/>
                    </a:lnTo>
                    <a:lnTo>
                      <a:pt x="50" y="56"/>
                    </a:lnTo>
                    <a:lnTo>
                      <a:pt x="54" y="57"/>
                    </a:lnTo>
                    <a:lnTo>
                      <a:pt x="56" y="56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7" y="57"/>
                    </a:lnTo>
                    <a:lnTo>
                      <a:pt x="69" y="54"/>
                    </a:lnTo>
                    <a:lnTo>
                      <a:pt x="72" y="54"/>
                    </a:lnTo>
                    <a:lnTo>
                      <a:pt x="76" y="48"/>
                    </a:lnTo>
                    <a:lnTo>
                      <a:pt x="76" y="46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67" y="37"/>
                    </a:lnTo>
                    <a:lnTo>
                      <a:pt x="63" y="37"/>
                    </a:lnTo>
                    <a:lnTo>
                      <a:pt x="61" y="35"/>
                    </a:lnTo>
                    <a:lnTo>
                      <a:pt x="61" y="33"/>
                    </a:lnTo>
                    <a:lnTo>
                      <a:pt x="61" y="33"/>
                    </a:lnTo>
                    <a:lnTo>
                      <a:pt x="63" y="35"/>
                    </a:lnTo>
                    <a:lnTo>
                      <a:pt x="67" y="35"/>
                    </a:lnTo>
                    <a:lnTo>
                      <a:pt x="67" y="31"/>
                    </a:lnTo>
                    <a:lnTo>
                      <a:pt x="63" y="28"/>
                    </a:lnTo>
                    <a:lnTo>
                      <a:pt x="59" y="24"/>
                    </a:lnTo>
                    <a:lnTo>
                      <a:pt x="59" y="20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1"/>
                    </a:lnTo>
                    <a:lnTo>
                      <a:pt x="56" y="9"/>
                    </a:lnTo>
                    <a:lnTo>
                      <a:pt x="54" y="9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37" y="13"/>
                    </a:lnTo>
                    <a:lnTo>
                      <a:pt x="37" y="15"/>
                    </a:lnTo>
                    <a:lnTo>
                      <a:pt x="37" y="16"/>
                    </a:lnTo>
                    <a:lnTo>
                      <a:pt x="35" y="18"/>
                    </a:lnTo>
                    <a:lnTo>
                      <a:pt x="35" y="16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0" y="3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7" y="5"/>
                    </a:lnTo>
                    <a:lnTo>
                      <a:pt x="13" y="7"/>
                    </a:lnTo>
                    <a:lnTo>
                      <a:pt x="9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3" name="Freeform 6111">
                <a:extLst>
                  <a:ext uri="{FF2B5EF4-FFF2-40B4-BE49-F238E27FC236}">
                    <a16:creationId xmlns:a16="http://schemas.microsoft.com/office/drawing/2014/main" id="{4CDBE892-798F-499B-BE25-CC4F8F3686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9" y="1486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9 w 9"/>
                  <a:gd name="T3" fmla="*/ 2 h 6"/>
                  <a:gd name="T4" fmla="*/ 4 w 9"/>
                  <a:gd name="T5" fmla="*/ 0 h 6"/>
                  <a:gd name="T6" fmla="*/ 2 w 9"/>
                  <a:gd name="T7" fmla="*/ 0 h 6"/>
                  <a:gd name="T8" fmla="*/ 2 w 9"/>
                  <a:gd name="T9" fmla="*/ 2 h 6"/>
                  <a:gd name="T10" fmla="*/ 0 w 9"/>
                  <a:gd name="T11" fmla="*/ 6 h 6"/>
                  <a:gd name="T12" fmla="*/ 6 w 9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6"/>
                    </a:moveTo>
                    <a:lnTo>
                      <a:pt x="9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4" name="Freeform 6112">
                <a:extLst>
                  <a:ext uri="{FF2B5EF4-FFF2-40B4-BE49-F238E27FC236}">
                    <a16:creationId xmlns:a16="http://schemas.microsoft.com/office/drawing/2014/main" id="{95217731-D053-49A5-9E92-1415107A19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481"/>
                <a:ext cx="8" cy="7"/>
              </a:xfrm>
              <a:custGeom>
                <a:avLst/>
                <a:gdLst>
                  <a:gd name="T0" fmla="*/ 2 w 8"/>
                  <a:gd name="T1" fmla="*/ 3 h 7"/>
                  <a:gd name="T2" fmla="*/ 2 w 8"/>
                  <a:gd name="T3" fmla="*/ 7 h 7"/>
                  <a:gd name="T4" fmla="*/ 6 w 8"/>
                  <a:gd name="T5" fmla="*/ 7 h 7"/>
                  <a:gd name="T6" fmla="*/ 8 w 8"/>
                  <a:gd name="T7" fmla="*/ 5 h 7"/>
                  <a:gd name="T8" fmla="*/ 8 w 8"/>
                  <a:gd name="T9" fmla="*/ 3 h 7"/>
                  <a:gd name="T10" fmla="*/ 8 w 8"/>
                  <a:gd name="T11" fmla="*/ 1 h 7"/>
                  <a:gd name="T12" fmla="*/ 4 w 8"/>
                  <a:gd name="T13" fmla="*/ 0 h 7"/>
                  <a:gd name="T14" fmla="*/ 0 w 8"/>
                  <a:gd name="T15" fmla="*/ 0 h 7"/>
                  <a:gd name="T16" fmla="*/ 0 w 8"/>
                  <a:gd name="T17" fmla="*/ 3 h 7"/>
                  <a:gd name="T18" fmla="*/ 2 w 8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2" y="3"/>
                    </a:moveTo>
                    <a:lnTo>
                      <a:pt x="2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5" name="Freeform 6113">
                <a:extLst>
                  <a:ext uri="{FF2B5EF4-FFF2-40B4-BE49-F238E27FC236}">
                    <a16:creationId xmlns:a16="http://schemas.microsoft.com/office/drawing/2014/main" id="{056369CE-3669-425C-A0A2-9BBD6EB595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1432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2 h 8"/>
                  <a:gd name="T4" fmla="*/ 6 w 11"/>
                  <a:gd name="T5" fmla="*/ 2 h 8"/>
                  <a:gd name="T6" fmla="*/ 2 w 11"/>
                  <a:gd name="T7" fmla="*/ 0 h 8"/>
                  <a:gd name="T8" fmla="*/ 0 w 11"/>
                  <a:gd name="T9" fmla="*/ 2 h 8"/>
                  <a:gd name="T10" fmla="*/ 0 w 11"/>
                  <a:gd name="T11" fmla="*/ 6 h 8"/>
                  <a:gd name="T12" fmla="*/ 4 w 11"/>
                  <a:gd name="T13" fmla="*/ 8 h 8"/>
                  <a:gd name="T14" fmla="*/ 8 w 11"/>
                  <a:gd name="T15" fmla="*/ 8 h 8"/>
                  <a:gd name="T16" fmla="*/ 11 w 11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6" name="Freeform 6114">
                <a:extLst>
                  <a:ext uri="{FF2B5EF4-FFF2-40B4-BE49-F238E27FC236}">
                    <a16:creationId xmlns:a16="http://schemas.microsoft.com/office/drawing/2014/main" id="{FE6C423B-53A2-4A62-98A2-9FDC756E61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5" y="1492"/>
                <a:ext cx="9" cy="5"/>
              </a:xfrm>
              <a:custGeom>
                <a:avLst/>
                <a:gdLst>
                  <a:gd name="T0" fmla="*/ 5 w 9"/>
                  <a:gd name="T1" fmla="*/ 5 h 5"/>
                  <a:gd name="T2" fmla="*/ 9 w 9"/>
                  <a:gd name="T3" fmla="*/ 4 h 5"/>
                  <a:gd name="T4" fmla="*/ 9 w 9"/>
                  <a:gd name="T5" fmla="*/ 0 h 5"/>
                  <a:gd name="T6" fmla="*/ 5 w 9"/>
                  <a:gd name="T7" fmla="*/ 0 h 5"/>
                  <a:gd name="T8" fmla="*/ 4 w 9"/>
                  <a:gd name="T9" fmla="*/ 2 h 5"/>
                  <a:gd name="T10" fmla="*/ 0 w 9"/>
                  <a:gd name="T11" fmla="*/ 2 h 5"/>
                  <a:gd name="T12" fmla="*/ 2 w 9"/>
                  <a:gd name="T13" fmla="*/ 5 h 5"/>
                  <a:gd name="T14" fmla="*/ 5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5" y="5"/>
                    </a:move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7" name="Freeform 6115">
                <a:extLst>
                  <a:ext uri="{FF2B5EF4-FFF2-40B4-BE49-F238E27FC236}">
                    <a16:creationId xmlns:a16="http://schemas.microsoft.com/office/drawing/2014/main" id="{903FB818-501A-4978-A509-3417B161B8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7" y="1494"/>
                <a:ext cx="10" cy="5"/>
              </a:xfrm>
              <a:custGeom>
                <a:avLst/>
                <a:gdLst>
                  <a:gd name="T0" fmla="*/ 4 w 10"/>
                  <a:gd name="T1" fmla="*/ 0 h 5"/>
                  <a:gd name="T2" fmla="*/ 0 w 10"/>
                  <a:gd name="T3" fmla="*/ 2 h 5"/>
                  <a:gd name="T4" fmla="*/ 2 w 10"/>
                  <a:gd name="T5" fmla="*/ 5 h 5"/>
                  <a:gd name="T6" fmla="*/ 6 w 10"/>
                  <a:gd name="T7" fmla="*/ 5 h 5"/>
                  <a:gd name="T8" fmla="*/ 10 w 10"/>
                  <a:gd name="T9" fmla="*/ 2 h 5"/>
                  <a:gd name="T10" fmla="*/ 8 w 10"/>
                  <a:gd name="T11" fmla="*/ 0 h 5"/>
                  <a:gd name="T12" fmla="*/ 4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8" name="Freeform 6116">
                <a:extLst>
                  <a:ext uri="{FF2B5EF4-FFF2-40B4-BE49-F238E27FC236}">
                    <a16:creationId xmlns:a16="http://schemas.microsoft.com/office/drawing/2014/main" id="{12BCC800-5D4A-4B41-8C84-86DE80446C3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1" y="1445"/>
                <a:ext cx="10" cy="19"/>
              </a:xfrm>
              <a:custGeom>
                <a:avLst/>
                <a:gdLst>
                  <a:gd name="T0" fmla="*/ 4 w 10"/>
                  <a:gd name="T1" fmla="*/ 13 h 19"/>
                  <a:gd name="T2" fmla="*/ 6 w 10"/>
                  <a:gd name="T3" fmla="*/ 11 h 19"/>
                  <a:gd name="T4" fmla="*/ 6 w 10"/>
                  <a:gd name="T5" fmla="*/ 15 h 19"/>
                  <a:gd name="T6" fmla="*/ 10 w 10"/>
                  <a:gd name="T7" fmla="*/ 19 h 19"/>
                  <a:gd name="T8" fmla="*/ 10 w 10"/>
                  <a:gd name="T9" fmla="*/ 13 h 19"/>
                  <a:gd name="T10" fmla="*/ 8 w 10"/>
                  <a:gd name="T11" fmla="*/ 9 h 19"/>
                  <a:gd name="T12" fmla="*/ 10 w 10"/>
                  <a:gd name="T13" fmla="*/ 9 h 19"/>
                  <a:gd name="T14" fmla="*/ 10 w 10"/>
                  <a:gd name="T15" fmla="*/ 6 h 19"/>
                  <a:gd name="T16" fmla="*/ 8 w 10"/>
                  <a:gd name="T17" fmla="*/ 4 h 19"/>
                  <a:gd name="T18" fmla="*/ 8 w 10"/>
                  <a:gd name="T19" fmla="*/ 4 h 19"/>
                  <a:gd name="T20" fmla="*/ 8 w 10"/>
                  <a:gd name="T21" fmla="*/ 0 h 19"/>
                  <a:gd name="T22" fmla="*/ 4 w 10"/>
                  <a:gd name="T23" fmla="*/ 2 h 19"/>
                  <a:gd name="T24" fmla="*/ 2 w 10"/>
                  <a:gd name="T25" fmla="*/ 2 h 19"/>
                  <a:gd name="T26" fmla="*/ 0 w 10"/>
                  <a:gd name="T27" fmla="*/ 4 h 19"/>
                  <a:gd name="T28" fmla="*/ 0 w 10"/>
                  <a:gd name="T29" fmla="*/ 2 h 19"/>
                  <a:gd name="T30" fmla="*/ 0 w 10"/>
                  <a:gd name="T31" fmla="*/ 11 h 19"/>
                  <a:gd name="T32" fmla="*/ 4 w 10"/>
                  <a:gd name="T3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">
                    <a:moveTo>
                      <a:pt x="4" y="13"/>
                    </a:moveTo>
                    <a:lnTo>
                      <a:pt x="6" y="11"/>
                    </a:lnTo>
                    <a:lnTo>
                      <a:pt x="6" y="15"/>
                    </a:lnTo>
                    <a:lnTo>
                      <a:pt x="10" y="19"/>
                    </a:lnTo>
                    <a:lnTo>
                      <a:pt x="10" y="13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1"/>
                    </a:lnTo>
                    <a:lnTo>
                      <a:pt x="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9" name="Freeform 6117">
                <a:extLst>
                  <a:ext uri="{FF2B5EF4-FFF2-40B4-BE49-F238E27FC236}">
                    <a16:creationId xmlns:a16="http://schemas.microsoft.com/office/drawing/2014/main" id="{61CA0C94-5CF8-4CA0-9454-D6839F33B9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253"/>
                <a:ext cx="32" cy="23"/>
              </a:xfrm>
              <a:custGeom>
                <a:avLst/>
                <a:gdLst>
                  <a:gd name="T0" fmla="*/ 26 w 32"/>
                  <a:gd name="T1" fmla="*/ 17 h 23"/>
                  <a:gd name="T2" fmla="*/ 28 w 32"/>
                  <a:gd name="T3" fmla="*/ 15 h 23"/>
                  <a:gd name="T4" fmla="*/ 30 w 32"/>
                  <a:gd name="T5" fmla="*/ 11 h 23"/>
                  <a:gd name="T6" fmla="*/ 32 w 32"/>
                  <a:gd name="T7" fmla="*/ 8 h 23"/>
                  <a:gd name="T8" fmla="*/ 30 w 32"/>
                  <a:gd name="T9" fmla="*/ 4 h 23"/>
                  <a:gd name="T10" fmla="*/ 24 w 32"/>
                  <a:gd name="T11" fmla="*/ 2 h 23"/>
                  <a:gd name="T12" fmla="*/ 19 w 32"/>
                  <a:gd name="T13" fmla="*/ 0 h 23"/>
                  <a:gd name="T14" fmla="*/ 15 w 32"/>
                  <a:gd name="T15" fmla="*/ 2 h 23"/>
                  <a:gd name="T16" fmla="*/ 11 w 32"/>
                  <a:gd name="T17" fmla="*/ 2 h 23"/>
                  <a:gd name="T18" fmla="*/ 10 w 32"/>
                  <a:gd name="T19" fmla="*/ 2 h 23"/>
                  <a:gd name="T20" fmla="*/ 8 w 32"/>
                  <a:gd name="T21" fmla="*/ 2 h 23"/>
                  <a:gd name="T22" fmla="*/ 6 w 32"/>
                  <a:gd name="T23" fmla="*/ 4 h 23"/>
                  <a:gd name="T24" fmla="*/ 2 w 32"/>
                  <a:gd name="T25" fmla="*/ 4 h 23"/>
                  <a:gd name="T26" fmla="*/ 0 w 32"/>
                  <a:gd name="T27" fmla="*/ 6 h 23"/>
                  <a:gd name="T28" fmla="*/ 2 w 32"/>
                  <a:gd name="T29" fmla="*/ 8 h 23"/>
                  <a:gd name="T30" fmla="*/ 6 w 32"/>
                  <a:gd name="T31" fmla="*/ 9 h 23"/>
                  <a:gd name="T32" fmla="*/ 6 w 32"/>
                  <a:gd name="T33" fmla="*/ 11 h 23"/>
                  <a:gd name="T34" fmla="*/ 10 w 32"/>
                  <a:gd name="T35" fmla="*/ 13 h 23"/>
                  <a:gd name="T36" fmla="*/ 11 w 32"/>
                  <a:gd name="T37" fmla="*/ 15 h 23"/>
                  <a:gd name="T38" fmla="*/ 15 w 32"/>
                  <a:gd name="T39" fmla="*/ 17 h 23"/>
                  <a:gd name="T40" fmla="*/ 19 w 32"/>
                  <a:gd name="T41" fmla="*/ 17 h 23"/>
                  <a:gd name="T42" fmla="*/ 17 w 32"/>
                  <a:gd name="T43" fmla="*/ 17 h 23"/>
                  <a:gd name="T44" fmla="*/ 13 w 32"/>
                  <a:gd name="T45" fmla="*/ 17 h 23"/>
                  <a:gd name="T46" fmla="*/ 13 w 32"/>
                  <a:gd name="T47" fmla="*/ 19 h 23"/>
                  <a:gd name="T48" fmla="*/ 17 w 32"/>
                  <a:gd name="T49" fmla="*/ 21 h 23"/>
                  <a:gd name="T50" fmla="*/ 21 w 32"/>
                  <a:gd name="T51" fmla="*/ 23 h 23"/>
                  <a:gd name="T52" fmla="*/ 23 w 32"/>
                  <a:gd name="T53" fmla="*/ 19 h 23"/>
                  <a:gd name="T54" fmla="*/ 26 w 32"/>
                  <a:gd name="T5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3">
                    <a:moveTo>
                      <a:pt x="26" y="17"/>
                    </a:moveTo>
                    <a:lnTo>
                      <a:pt x="28" y="15"/>
                    </a:lnTo>
                    <a:lnTo>
                      <a:pt x="30" y="11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1" y="15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7" y="21"/>
                    </a:lnTo>
                    <a:lnTo>
                      <a:pt x="21" y="23"/>
                    </a:lnTo>
                    <a:lnTo>
                      <a:pt x="23" y="19"/>
                    </a:lnTo>
                    <a:lnTo>
                      <a:pt x="2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0" name="Freeform 6118">
                <a:extLst>
                  <a:ext uri="{FF2B5EF4-FFF2-40B4-BE49-F238E27FC236}">
                    <a16:creationId xmlns:a16="http://schemas.microsoft.com/office/drawing/2014/main" id="{05F57FC5-3BE2-4D3D-B4FE-0D31A65727D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0" y="1428"/>
                <a:ext cx="13" cy="8"/>
              </a:xfrm>
              <a:custGeom>
                <a:avLst/>
                <a:gdLst>
                  <a:gd name="T0" fmla="*/ 3 w 7"/>
                  <a:gd name="T1" fmla="*/ 0 h 4"/>
                  <a:gd name="T2" fmla="*/ 1 w 7"/>
                  <a:gd name="T3" fmla="*/ 1 h 4"/>
                  <a:gd name="T4" fmla="*/ 0 w 7"/>
                  <a:gd name="T5" fmla="*/ 3 h 4"/>
                  <a:gd name="T6" fmla="*/ 0 w 7"/>
                  <a:gd name="T7" fmla="*/ 3 h 4"/>
                  <a:gd name="T8" fmla="*/ 1 w 7"/>
                  <a:gd name="T9" fmla="*/ 4 h 4"/>
                  <a:gd name="T10" fmla="*/ 2 w 7"/>
                  <a:gd name="T11" fmla="*/ 4 h 4"/>
                  <a:gd name="T12" fmla="*/ 3 w 7"/>
                  <a:gd name="T13" fmla="*/ 4 h 4"/>
                  <a:gd name="T14" fmla="*/ 5 w 7"/>
                  <a:gd name="T15" fmla="*/ 4 h 4"/>
                  <a:gd name="T16" fmla="*/ 6 w 7"/>
                  <a:gd name="T17" fmla="*/ 3 h 4"/>
                  <a:gd name="T18" fmla="*/ 7 w 7"/>
                  <a:gd name="T19" fmla="*/ 2 h 4"/>
                  <a:gd name="T20" fmla="*/ 4 w 7"/>
                  <a:gd name="T21" fmla="*/ 1 h 4"/>
                  <a:gd name="T22" fmla="*/ 3 w 7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1" name="Freeform 6119">
                <a:extLst>
                  <a:ext uri="{FF2B5EF4-FFF2-40B4-BE49-F238E27FC236}">
                    <a16:creationId xmlns:a16="http://schemas.microsoft.com/office/drawing/2014/main" id="{37CAFCF0-D6B7-485A-800E-48ACDB1D47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66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6 w 9"/>
                  <a:gd name="T3" fmla="*/ 0 h 5"/>
                  <a:gd name="T4" fmla="*/ 4 w 9"/>
                  <a:gd name="T5" fmla="*/ 0 h 5"/>
                  <a:gd name="T6" fmla="*/ 0 w 9"/>
                  <a:gd name="T7" fmla="*/ 2 h 5"/>
                  <a:gd name="T8" fmla="*/ 2 w 9"/>
                  <a:gd name="T9" fmla="*/ 3 h 5"/>
                  <a:gd name="T10" fmla="*/ 6 w 9"/>
                  <a:gd name="T11" fmla="*/ 3 h 5"/>
                  <a:gd name="T12" fmla="*/ 7 w 9"/>
                  <a:gd name="T13" fmla="*/ 5 h 5"/>
                  <a:gd name="T14" fmla="*/ 9 w 9"/>
                  <a:gd name="T15" fmla="*/ 2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2" name="Freeform 6120">
                <a:extLst>
                  <a:ext uri="{FF2B5EF4-FFF2-40B4-BE49-F238E27FC236}">
                    <a16:creationId xmlns:a16="http://schemas.microsoft.com/office/drawing/2014/main" id="{FF21B348-398C-4029-96BF-E2A7B854CBE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2" y="1343"/>
                <a:ext cx="7" cy="5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1 h 5"/>
                  <a:gd name="T4" fmla="*/ 3 w 7"/>
                  <a:gd name="T5" fmla="*/ 5 h 5"/>
                  <a:gd name="T6" fmla="*/ 7 w 7"/>
                  <a:gd name="T7" fmla="*/ 5 h 5"/>
                  <a:gd name="T8" fmla="*/ 5 w 7"/>
                  <a:gd name="T9" fmla="*/ 1 h 5"/>
                  <a:gd name="T10" fmla="*/ 3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3" name="Freeform 6121">
                <a:extLst>
                  <a:ext uri="{FF2B5EF4-FFF2-40B4-BE49-F238E27FC236}">
                    <a16:creationId xmlns:a16="http://schemas.microsoft.com/office/drawing/2014/main" id="{0839533B-2D10-4D58-BB9E-02683AA4A9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96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4 w 11"/>
                  <a:gd name="T3" fmla="*/ 3 h 3"/>
                  <a:gd name="T4" fmla="*/ 7 w 11"/>
                  <a:gd name="T5" fmla="*/ 3 h 3"/>
                  <a:gd name="T6" fmla="*/ 11 w 11"/>
                  <a:gd name="T7" fmla="*/ 1 h 3"/>
                  <a:gd name="T8" fmla="*/ 6 w 11"/>
                  <a:gd name="T9" fmla="*/ 0 h 3"/>
                  <a:gd name="T10" fmla="*/ 0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11" y="1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4" name="Freeform 6122">
                <a:extLst>
                  <a:ext uri="{FF2B5EF4-FFF2-40B4-BE49-F238E27FC236}">
                    <a16:creationId xmlns:a16="http://schemas.microsoft.com/office/drawing/2014/main" id="{DFCAA8B3-E6A6-4F0C-AFB5-DF3D873F442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9" y="1363"/>
                <a:ext cx="7" cy="11"/>
              </a:xfrm>
              <a:custGeom>
                <a:avLst/>
                <a:gdLst>
                  <a:gd name="T0" fmla="*/ 7 w 7"/>
                  <a:gd name="T1" fmla="*/ 8 h 11"/>
                  <a:gd name="T2" fmla="*/ 7 w 7"/>
                  <a:gd name="T3" fmla="*/ 4 h 11"/>
                  <a:gd name="T4" fmla="*/ 5 w 7"/>
                  <a:gd name="T5" fmla="*/ 0 h 11"/>
                  <a:gd name="T6" fmla="*/ 1 w 7"/>
                  <a:gd name="T7" fmla="*/ 0 h 11"/>
                  <a:gd name="T8" fmla="*/ 0 w 7"/>
                  <a:gd name="T9" fmla="*/ 2 h 11"/>
                  <a:gd name="T10" fmla="*/ 0 w 7"/>
                  <a:gd name="T11" fmla="*/ 6 h 11"/>
                  <a:gd name="T12" fmla="*/ 0 w 7"/>
                  <a:gd name="T13" fmla="*/ 8 h 11"/>
                  <a:gd name="T14" fmla="*/ 1 w 7"/>
                  <a:gd name="T15" fmla="*/ 11 h 11"/>
                  <a:gd name="T16" fmla="*/ 3 w 7"/>
                  <a:gd name="T17" fmla="*/ 11 h 11"/>
                  <a:gd name="T18" fmla="*/ 7 w 7"/>
                  <a:gd name="T19" fmla="*/ 9 h 11"/>
                  <a:gd name="T20" fmla="*/ 7 w 7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1">
                    <a:moveTo>
                      <a:pt x="7" y="8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5" name="Freeform 6123">
                <a:extLst>
                  <a:ext uri="{FF2B5EF4-FFF2-40B4-BE49-F238E27FC236}">
                    <a16:creationId xmlns:a16="http://schemas.microsoft.com/office/drawing/2014/main" id="{922E19C5-8CFD-417E-A62C-7A1AA8D1B8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3" y="1193"/>
                <a:ext cx="11" cy="12"/>
              </a:xfrm>
              <a:custGeom>
                <a:avLst/>
                <a:gdLst>
                  <a:gd name="T0" fmla="*/ 7 w 11"/>
                  <a:gd name="T1" fmla="*/ 8 h 12"/>
                  <a:gd name="T2" fmla="*/ 11 w 11"/>
                  <a:gd name="T3" fmla="*/ 6 h 12"/>
                  <a:gd name="T4" fmla="*/ 9 w 11"/>
                  <a:gd name="T5" fmla="*/ 4 h 12"/>
                  <a:gd name="T6" fmla="*/ 9 w 11"/>
                  <a:gd name="T7" fmla="*/ 2 h 12"/>
                  <a:gd name="T8" fmla="*/ 7 w 11"/>
                  <a:gd name="T9" fmla="*/ 0 h 12"/>
                  <a:gd name="T10" fmla="*/ 2 w 11"/>
                  <a:gd name="T11" fmla="*/ 4 h 12"/>
                  <a:gd name="T12" fmla="*/ 0 w 11"/>
                  <a:gd name="T13" fmla="*/ 12 h 12"/>
                  <a:gd name="T14" fmla="*/ 5 w 11"/>
                  <a:gd name="T15" fmla="*/ 10 h 12"/>
                  <a:gd name="T16" fmla="*/ 7 w 1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lnTo>
                      <a:pt x="11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5" y="10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6" name="Freeform 6124">
                <a:extLst>
                  <a:ext uri="{FF2B5EF4-FFF2-40B4-BE49-F238E27FC236}">
                    <a16:creationId xmlns:a16="http://schemas.microsoft.com/office/drawing/2014/main" id="{261A0429-2055-462E-965F-B37A51035B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5" y="1246"/>
                <a:ext cx="98" cy="69"/>
              </a:xfrm>
              <a:custGeom>
                <a:avLst/>
                <a:gdLst>
                  <a:gd name="T0" fmla="*/ 3 w 98"/>
                  <a:gd name="T1" fmla="*/ 31 h 69"/>
                  <a:gd name="T2" fmla="*/ 7 w 98"/>
                  <a:gd name="T3" fmla="*/ 37 h 69"/>
                  <a:gd name="T4" fmla="*/ 13 w 98"/>
                  <a:gd name="T5" fmla="*/ 43 h 69"/>
                  <a:gd name="T6" fmla="*/ 14 w 98"/>
                  <a:gd name="T7" fmla="*/ 46 h 69"/>
                  <a:gd name="T8" fmla="*/ 14 w 98"/>
                  <a:gd name="T9" fmla="*/ 52 h 69"/>
                  <a:gd name="T10" fmla="*/ 31 w 98"/>
                  <a:gd name="T11" fmla="*/ 59 h 69"/>
                  <a:gd name="T12" fmla="*/ 37 w 98"/>
                  <a:gd name="T13" fmla="*/ 65 h 69"/>
                  <a:gd name="T14" fmla="*/ 48 w 98"/>
                  <a:gd name="T15" fmla="*/ 67 h 69"/>
                  <a:gd name="T16" fmla="*/ 57 w 98"/>
                  <a:gd name="T17" fmla="*/ 67 h 69"/>
                  <a:gd name="T18" fmla="*/ 57 w 98"/>
                  <a:gd name="T19" fmla="*/ 57 h 69"/>
                  <a:gd name="T20" fmla="*/ 59 w 98"/>
                  <a:gd name="T21" fmla="*/ 57 h 69"/>
                  <a:gd name="T22" fmla="*/ 65 w 98"/>
                  <a:gd name="T23" fmla="*/ 56 h 69"/>
                  <a:gd name="T24" fmla="*/ 76 w 98"/>
                  <a:gd name="T25" fmla="*/ 46 h 69"/>
                  <a:gd name="T26" fmla="*/ 80 w 98"/>
                  <a:gd name="T27" fmla="*/ 46 h 69"/>
                  <a:gd name="T28" fmla="*/ 85 w 98"/>
                  <a:gd name="T29" fmla="*/ 44 h 69"/>
                  <a:gd name="T30" fmla="*/ 91 w 98"/>
                  <a:gd name="T31" fmla="*/ 37 h 69"/>
                  <a:gd name="T32" fmla="*/ 89 w 98"/>
                  <a:gd name="T33" fmla="*/ 35 h 69"/>
                  <a:gd name="T34" fmla="*/ 94 w 98"/>
                  <a:gd name="T35" fmla="*/ 35 h 69"/>
                  <a:gd name="T36" fmla="*/ 98 w 98"/>
                  <a:gd name="T37" fmla="*/ 26 h 69"/>
                  <a:gd name="T38" fmla="*/ 94 w 98"/>
                  <a:gd name="T39" fmla="*/ 18 h 69"/>
                  <a:gd name="T40" fmla="*/ 93 w 98"/>
                  <a:gd name="T41" fmla="*/ 13 h 69"/>
                  <a:gd name="T42" fmla="*/ 89 w 98"/>
                  <a:gd name="T43" fmla="*/ 7 h 69"/>
                  <a:gd name="T44" fmla="*/ 76 w 98"/>
                  <a:gd name="T45" fmla="*/ 5 h 69"/>
                  <a:gd name="T46" fmla="*/ 55 w 98"/>
                  <a:gd name="T47" fmla="*/ 3 h 69"/>
                  <a:gd name="T48" fmla="*/ 63 w 98"/>
                  <a:gd name="T49" fmla="*/ 11 h 69"/>
                  <a:gd name="T50" fmla="*/ 65 w 98"/>
                  <a:gd name="T51" fmla="*/ 15 h 69"/>
                  <a:gd name="T52" fmla="*/ 65 w 98"/>
                  <a:gd name="T53" fmla="*/ 22 h 69"/>
                  <a:gd name="T54" fmla="*/ 74 w 98"/>
                  <a:gd name="T55" fmla="*/ 35 h 69"/>
                  <a:gd name="T56" fmla="*/ 81 w 98"/>
                  <a:gd name="T57" fmla="*/ 39 h 69"/>
                  <a:gd name="T58" fmla="*/ 72 w 98"/>
                  <a:gd name="T59" fmla="*/ 33 h 69"/>
                  <a:gd name="T60" fmla="*/ 65 w 98"/>
                  <a:gd name="T61" fmla="*/ 28 h 69"/>
                  <a:gd name="T62" fmla="*/ 59 w 98"/>
                  <a:gd name="T63" fmla="*/ 18 h 69"/>
                  <a:gd name="T64" fmla="*/ 57 w 98"/>
                  <a:gd name="T65" fmla="*/ 13 h 69"/>
                  <a:gd name="T66" fmla="*/ 57 w 98"/>
                  <a:gd name="T67" fmla="*/ 5 h 69"/>
                  <a:gd name="T68" fmla="*/ 46 w 98"/>
                  <a:gd name="T69" fmla="*/ 3 h 69"/>
                  <a:gd name="T70" fmla="*/ 37 w 98"/>
                  <a:gd name="T71" fmla="*/ 0 h 69"/>
                  <a:gd name="T72" fmla="*/ 37 w 98"/>
                  <a:gd name="T73" fmla="*/ 5 h 69"/>
                  <a:gd name="T74" fmla="*/ 37 w 98"/>
                  <a:gd name="T75" fmla="*/ 15 h 69"/>
                  <a:gd name="T76" fmla="*/ 42 w 98"/>
                  <a:gd name="T77" fmla="*/ 24 h 69"/>
                  <a:gd name="T78" fmla="*/ 37 w 98"/>
                  <a:gd name="T79" fmla="*/ 22 h 69"/>
                  <a:gd name="T80" fmla="*/ 29 w 98"/>
                  <a:gd name="T81" fmla="*/ 16 h 69"/>
                  <a:gd name="T82" fmla="*/ 26 w 98"/>
                  <a:gd name="T83" fmla="*/ 16 h 69"/>
                  <a:gd name="T84" fmla="*/ 22 w 98"/>
                  <a:gd name="T85" fmla="*/ 11 h 69"/>
                  <a:gd name="T86" fmla="*/ 13 w 98"/>
                  <a:gd name="T87" fmla="*/ 7 h 69"/>
                  <a:gd name="T88" fmla="*/ 5 w 98"/>
                  <a:gd name="T89" fmla="*/ 7 h 69"/>
                  <a:gd name="T90" fmla="*/ 3 w 98"/>
                  <a:gd name="T91" fmla="*/ 16 h 69"/>
                  <a:gd name="T92" fmla="*/ 0 w 98"/>
                  <a:gd name="T93" fmla="*/ 2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8" h="69">
                    <a:moveTo>
                      <a:pt x="5" y="30"/>
                    </a:moveTo>
                    <a:lnTo>
                      <a:pt x="5" y="30"/>
                    </a:lnTo>
                    <a:lnTo>
                      <a:pt x="3" y="31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7"/>
                    </a:lnTo>
                    <a:lnTo>
                      <a:pt x="7" y="39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8"/>
                    </a:lnTo>
                    <a:lnTo>
                      <a:pt x="14" y="52"/>
                    </a:lnTo>
                    <a:lnTo>
                      <a:pt x="22" y="57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40" y="67"/>
                    </a:lnTo>
                    <a:lnTo>
                      <a:pt x="44" y="67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7" y="67"/>
                    </a:lnTo>
                    <a:lnTo>
                      <a:pt x="59" y="65"/>
                    </a:lnTo>
                    <a:lnTo>
                      <a:pt x="59" y="61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9" y="57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0"/>
                    </a:lnTo>
                    <a:lnTo>
                      <a:pt x="72" y="46"/>
                    </a:lnTo>
                    <a:lnTo>
                      <a:pt x="76" y="46"/>
                    </a:lnTo>
                    <a:lnTo>
                      <a:pt x="76" y="44"/>
                    </a:lnTo>
                    <a:lnTo>
                      <a:pt x="76" y="46"/>
                    </a:lnTo>
                    <a:lnTo>
                      <a:pt x="80" y="46"/>
                    </a:lnTo>
                    <a:lnTo>
                      <a:pt x="81" y="48"/>
                    </a:lnTo>
                    <a:lnTo>
                      <a:pt x="85" y="46"/>
                    </a:lnTo>
                    <a:lnTo>
                      <a:pt x="85" y="44"/>
                    </a:lnTo>
                    <a:lnTo>
                      <a:pt x="89" y="43"/>
                    </a:lnTo>
                    <a:lnTo>
                      <a:pt x="93" y="39"/>
                    </a:lnTo>
                    <a:lnTo>
                      <a:pt x="91" y="37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93" y="37"/>
                    </a:lnTo>
                    <a:lnTo>
                      <a:pt x="94" y="35"/>
                    </a:lnTo>
                    <a:lnTo>
                      <a:pt x="96" y="33"/>
                    </a:lnTo>
                    <a:lnTo>
                      <a:pt x="96" y="30"/>
                    </a:lnTo>
                    <a:lnTo>
                      <a:pt x="98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4" y="18"/>
                    </a:lnTo>
                    <a:lnTo>
                      <a:pt x="91" y="16"/>
                    </a:lnTo>
                    <a:lnTo>
                      <a:pt x="91" y="15"/>
                    </a:lnTo>
                    <a:lnTo>
                      <a:pt x="93" y="13"/>
                    </a:lnTo>
                    <a:lnTo>
                      <a:pt x="96" y="13"/>
                    </a:lnTo>
                    <a:lnTo>
                      <a:pt x="96" y="9"/>
                    </a:lnTo>
                    <a:lnTo>
                      <a:pt x="89" y="7"/>
                    </a:lnTo>
                    <a:lnTo>
                      <a:pt x="81" y="5"/>
                    </a:lnTo>
                    <a:lnTo>
                      <a:pt x="80" y="7"/>
                    </a:lnTo>
                    <a:lnTo>
                      <a:pt x="76" y="5"/>
                    </a:lnTo>
                    <a:lnTo>
                      <a:pt x="70" y="3"/>
                    </a:lnTo>
                    <a:lnTo>
                      <a:pt x="67" y="2"/>
                    </a:lnTo>
                    <a:lnTo>
                      <a:pt x="55" y="3"/>
                    </a:lnTo>
                    <a:lnTo>
                      <a:pt x="59" y="7"/>
                    </a:lnTo>
                    <a:lnTo>
                      <a:pt x="61" y="9"/>
                    </a:lnTo>
                    <a:lnTo>
                      <a:pt x="63" y="11"/>
                    </a:lnTo>
                    <a:lnTo>
                      <a:pt x="63" y="13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5" y="18"/>
                    </a:lnTo>
                    <a:lnTo>
                      <a:pt x="65" y="22"/>
                    </a:lnTo>
                    <a:lnTo>
                      <a:pt x="65" y="26"/>
                    </a:lnTo>
                    <a:lnTo>
                      <a:pt x="72" y="31"/>
                    </a:lnTo>
                    <a:lnTo>
                      <a:pt x="74" y="35"/>
                    </a:lnTo>
                    <a:lnTo>
                      <a:pt x="81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80" y="37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5" y="28"/>
                    </a:lnTo>
                    <a:lnTo>
                      <a:pt x="63" y="26"/>
                    </a:lnTo>
                    <a:lnTo>
                      <a:pt x="61" y="20"/>
                    </a:lnTo>
                    <a:lnTo>
                      <a:pt x="59" y="18"/>
                    </a:lnTo>
                    <a:lnTo>
                      <a:pt x="59" y="15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5" y="11"/>
                    </a:lnTo>
                    <a:lnTo>
                      <a:pt x="57" y="9"/>
                    </a:lnTo>
                    <a:lnTo>
                      <a:pt x="57" y="5"/>
                    </a:lnTo>
                    <a:lnTo>
                      <a:pt x="53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3" y="7"/>
                    </a:lnTo>
                    <a:lnTo>
                      <a:pt x="35" y="11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42" y="22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39" y="24"/>
                    </a:lnTo>
                    <a:lnTo>
                      <a:pt x="37" y="22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29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6" y="15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18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5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7" name="Freeform 6125">
                <a:extLst>
                  <a:ext uri="{FF2B5EF4-FFF2-40B4-BE49-F238E27FC236}">
                    <a16:creationId xmlns:a16="http://schemas.microsoft.com/office/drawing/2014/main" id="{D54E4824-A01C-42A7-91CD-3F48105D7C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1" y="1328"/>
                <a:ext cx="45" cy="30"/>
              </a:xfrm>
              <a:custGeom>
                <a:avLst/>
                <a:gdLst>
                  <a:gd name="T0" fmla="*/ 4 w 45"/>
                  <a:gd name="T1" fmla="*/ 22 h 30"/>
                  <a:gd name="T2" fmla="*/ 0 w 45"/>
                  <a:gd name="T3" fmla="*/ 26 h 30"/>
                  <a:gd name="T4" fmla="*/ 0 w 45"/>
                  <a:gd name="T5" fmla="*/ 30 h 30"/>
                  <a:gd name="T6" fmla="*/ 4 w 45"/>
                  <a:gd name="T7" fmla="*/ 30 h 30"/>
                  <a:gd name="T8" fmla="*/ 6 w 45"/>
                  <a:gd name="T9" fmla="*/ 28 h 30"/>
                  <a:gd name="T10" fmla="*/ 8 w 45"/>
                  <a:gd name="T11" fmla="*/ 26 h 30"/>
                  <a:gd name="T12" fmla="*/ 11 w 45"/>
                  <a:gd name="T13" fmla="*/ 22 h 30"/>
                  <a:gd name="T14" fmla="*/ 15 w 45"/>
                  <a:gd name="T15" fmla="*/ 24 h 30"/>
                  <a:gd name="T16" fmla="*/ 23 w 45"/>
                  <a:gd name="T17" fmla="*/ 24 h 30"/>
                  <a:gd name="T18" fmla="*/ 25 w 45"/>
                  <a:gd name="T19" fmla="*/ 24 h 30"/>
                  <a:gd name="T20" fmla="*/ 32 w 45"/>
                  <a:gd name="T21" fmla="*/ 24 h 30"/>
                  <a:gd name="T22" fmla="*/ 34 w 45"/>
                  <a:gd name="T23" fmla="*/ 22 h 30"/>
                  <a:gd name="T24" fmla="*/ 39 w 45"/>
                  <a:gd name="T25" fmla="*/ 20 h 30"/>
                  <a:gd name="T26" fmla="*/ 41 w 45"/>
                  <a:gd name="T27" fmla="*/ 22 h 30"/>
                  <a:gd name="T28" fmla="*/ 45 w 45"/>
                  <a:gd name="T29" fmla="*/ 18 h 30"/>
                  <a:gd name="T30" fmla="*/ 43 w 45"/>
                  <a:gd name="T31" fmla="*/ 16 h 30"/>
                  <a:gd name="T32" fmla="*/ 41 w 45"/>
                  <a:gd name="T33" fmla="*/ 13 h 30"/>
                  <a:gd name="T34" fmla="*/ 38 w 45"/>
                  <a:gd name="T35" fmla="*/ 9 h 30"/>
                  <a:gd name="T36" fmla="*/ 32 w 45"/>
                  <a:gd name="T37" fmla="*/ 3 h 30"/>
                  <a:gd name="T38" fmla="*/ 28 w 45"/>
                  <a:gd name="T39" fmla="*/ 3 h 30"/>
                  <a:gd name="T40" fmla="*/ 25 w 45"/>
                  <a:gd name="T41" fmla="*/ 3 h 30"/>
                  <a:gd name="T42" fmla="*/ 21 w 45"/>
                  <a:gd name="T43" fmla="*/ 0 h 30"/>
                  <a:gd name="T44" fmla="*/ 19 w 45"/>
                  <a:gd name="T45" fmla="*/ 0 h 30"/>
                  <a:gd name="T46" fmla="*/ 17 w 45"/>
                  <a:gd name="T47" fmla="*/ 2 h 30"/>
                  <a:gd name="T48" fmla="*/ 13 w 45"/>
                  <a:gd name="T49" fmla="*/ 0 h 30"/>
                  <a:gd name="T50" fmla="*/ 10 w 45"/>
                  <a:gd name="T51" fmla="*/ 0 h 30"/>
                  <a:gd name="T52" fmla="*/ 4 w 45"/>
                  <a:gd name="T53" fmla="*/ 9 h 30"/>
                  <a:gd name="T54" fmla="*/ 6 w 45"/>
                  <a:gd name="T55" fmla="*/ 11 h 30"/>
                  <a:gd name="T56" fmla="*/ 6 w 45"/>
                  <a:gd name="T57" fmla="*/ 16 h 30"/>
                  <a:gd name="T58" fmla="*/ 4 w 45"/>
                  <a:gd name="T5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0">
                    <a:moveTo>
                      <a:pt x="4" y="22"/>
                    </a:move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8" y="26"/>
                    </a:lnTo>
                    <a:lnTo>
                      <a:pt x="11" y="22"/>
                    </a:lnTo>
                    <a:lnTo>
                      <a:pt x="15" y="24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32" y="24"/>
                    </a:lnTo>
                    <a:lnTo>
                      <a:pt x="34" y="22"/>
                    </a:lnTo>
                    <a:lnTo>
                      <a:pt x="39" y="20"/>
                    </a:lnTo>
                    <a:lnTo>
                      <a:pt x="41" y="22"/>
                    </a:lnTo>
                    <a:lnTo>
                      <a:pt x="45" y="18"/>
                    </a:lnTo>
                    <a:lnTo>
                      <a:pt x="43" y="16"/>
                    </a:lnTo>
                    <a:lnTo>
                      <a:pt x="41" y="13"/>
                    </a:lnTo>
                    <a:lnTo>
                      <a:pt x="38" y="9"/>
                    </a:lnTo>
                    <a:lnTo>
                      <a:pt x="32" y="3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8" name="Freeform 6126">
                <a:extLst>
                  <a:ext uri="{FF2B5EF4-FFF2-40B4-BE49-F238E27FC236}">
                    <a16:creationId xmlns:a16="http://schemas.microsoft.com/office/drawing/2014/main" id="{5DB42CBB-0337-4799-A4A6-A259D9B20D3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82" y="1248"/>
                <a:ext cx="56" cy="24"/>
              </a:xfrm>
              <a:custGeom>
                <a:avLst/>
                <a:gdLst>
                  <a:gd name="T0" fmla="*/ 8 w 56"/>
                  <a:gd name="T1" fmla="*/ 13 h 24"/>
                  <a:gd name="T2" fmla="*/ 8 w 56"/>
                  <a:gd name="T3" fmla="*/ 16 h 24"/>
                  <a:gd name="T4" fmla="*/ 19 w 56"/>
                  <a:gd name="T5" fmla="*/ 20 h 24"/>
                  <a:gd name="T6" fmla="*/ 27 w 56"/>
                  <a:gd name="T7" fmla="*/ 20 h 24"/>
                  <a:gd name="T8" fmla="*/ 30 w 56"/>
                  <a:gd name="T9" fmla="*/ 22 h 24"/>
                  <a:gd name="T10" fmla="*/ 36 w 56"/>
                  <a:gd name="T11" fmla="*/ 24 h 24"/>
                  <a:gd name="T12" fmla="*/ 40 w 56"/>
                  <a:gd name="T13" fmla="*/ 22 h 24"/>
                  <a:gd name="T14" fmla="*/ 43 w 56"/>
                  <a:gd name="T15" fmla="*/ 24 h 24"/>
                  <a:gd name="T16" fmla="*/ 47 w 56"/>
                  <a:gd name="T17" fmla="*/ 22 h 24"/>
                  <a:gd name="T18" fmla="*/ 53 w 56"/>
                  <a:gd name="T19" fmla="*/ 18 h 24"/>
                  <a:gd name="T20" fmla="*/ 53 w 56"/>
                  <a:gd name="T21" fmla="*/ 14 h 24"/>
                  <a:gd name="T22" fmla="*/ 56 w 56"/>
                  <a:gd name="T23" fmla="*/ 11 h 24"/>
                  <a:gd name="T24" fmla="*/ 54 w 56"/>
                  <a:gd name="T25" fmla="*/ 7 h 24"/>
                  <a:gd name="T26" fmla="*/ 51 w 56"/>
                  <a:gd name="T27" fmla="*/ 5 h 24"/>
                  <a:gd name="T28" fmla="*/ 51 w 56"/>
                  <a:gd name="T29" fmla="*/ 5 h 24"/>
                  <a:gd name="T30" fmla="*/ 49 w 56"/>
                  <a:gd name="T31" fmla="*/ 5 h 24"/>
                  <a:gd name="T32" fmla="*/ 49 w 56"/>
                  <a:gd name="T33" fmla="*/ 3 h 24"/>
                  <a:gd name="T34" fmla="*/ 47 w 56"/>
                  <a:gd name="T35" fmla="*/ 0 h 24"/>
                  <a:gd name="T36" fmla="*/ 45 w 56"/>
                  <a:gd name="T37" fmla="*/ 1 h 24"/>
                  <a:gd name="T38" fmla="*/ 41 w 56"/>
                  <a:gd name="T39" fmla="*/ 1 h 24"/>
                  <a:gd name="T40" fmla="*/ 34 w 56"/>
                  <a:gd name="T41" fmla="*/ 1 h 24"/>
                  <a:gd name="T42" fmla="*/ 28 w 56"/>
                  <a:gd name="T43" fmla="*/ 5 h 24"/>
                  <a:gd name="T44" fmla="*/ 28 w 56"/>
                  <a:gd name="T45" fmla="*/ 5 h 24"/>
                  <a:gd name="T46" fmla="*/ 27 w 56"/>
                  <a:gd name="T47" fmla="*/ 5 h 24"/>
                  <a:gd name="T48" fmla="*/ 27 w 56"/>
                  <a:gd name="T49" fmla="*/ 1 h 24"/>
                  <a:gd name="T50" fmla="*/ 23 w 56"/>
                  <a:gd name="T51" fmla="*/ 1 h 24"/>
                  <a:gd name="T52" fmla="*/ 21 w 56"/>
                  <a:gd name="T53" fmla="*/ 3 h 24"/>
                  <a:gd name="T54" fmla="*/ 15 w 56"/>
                  <a:gd name="T55" fmla="*/ 3 h 24"/>
                  <a:gd name="T56" fmla="*/ 14 w 56"/>
                  <a:gd name="T57" fmla="*/ 1 h 24"/>
                  <a:gd name="T58" fmla="*/ 14 w 56"/>
                  <a:gd name="T59" fmla="*/ 5 h 24"/>
                  <a:gd name="T60" fmla="*/ 12 w 56"/>
                  <a:gd name="T61" fmla="*/ 5 h 24"/>
                  <a:gd name="T62" fmla="*/ 8 w 56"/>
                  <a:gd name="T63" fmla="*/ 5 h 24"/>
                  <a:gd name="T64" fmla="*/ 6 w 56"/>
                  <a:gd name="T65" fmla="*/ 3 h 24"/>
                  <a:gd name="T66" fmla="*/ 6 w 56"/>
                  <a:gd name="T67" fmla="*/ 1 h 24"/>
                  <a:gd name="T68" fmla="*/ 0 w 56"/>
                  <a:gd name="T69" fmla="*/ 0 h 24"/>
                  <a:gd name="T70" fmla="*/ 2 w 56"/>
                  <a:gd name="T71" fmla="*/ 7 h 24"/>
                  <a:gd name="T72" fmla="*/ 8 w 56"/>
                  <a:gd name="T73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" h="24">
                    <a:moveTo>
                      <a:pt x="8" y="13"/>
                    </a:moveTo>
                    <a:lnTo>
                      <a:pt x="8" y="16"/>
                    </a:lnTo>
                    <a:lnTo>
                      <a:pt x="19" y="20"/>
                    </a:lnTo>
                    <a:lnTo>
                      <a:pt x="27" y="20"/>
                    </a:lnTo>
                    <a:lnTo>
                      <a:pt x="30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3" y="24"/>
                    </a:lnTo>
                    <a:lnTo>
                      <a:pt x="47" y="22"/>
                    </a:lnTo>
                    <a:lnTo>
                      <a:pt x="53" y="18"/>
                    </a:lnTo>
                    <a:lnTo>
                      <a:pt x="53" y="14"/>
                    </a:lnTo>
                    <a:lnTo>
                      <a:pt x="56" y="11"/>
                    </a:lnTo>
                    <a:lnTo>
                      <a:pt x="54" y="7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1" y="1"/>
                    </a:lnTo>
                    <a:lnTo>
                      <a:pt x="34" y="1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1"/>
                    </a:lnTo>
                    <a:lnTo>
                      <a:pt x="23" y="1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9" name="Freeform 6127">
                <a:extLst>
                  <a:ext uri="{FF2B5EF4-FFF2-40B4-BE49-F238E27FC236}">
                    <a16:creationId xmlns:a16="http://schemas.microsoft.com/office/drawing/2014/main" id="{9E502B69-0B04-4892-8629-8ACE995A84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5" y="1318"/>
                <a:ext cx="16" cy="19"/>
              </a:xfrm>
              <a:custGeom>
                <a:avLst/>
                <a:gdLst>
                  <a:gd name="T0" fmla="*/ 16 w 16"/>
                  <a:gd name="T1" fmla="*/ 12 h 19"/>
                  <a:gd name="T2" fmla="*/ 14 w 16"/>
                  <a:gd name="T3" fmla="*/ 8 h 19"/>
                  <a:gd name="T4" fmla="*/ 11 w 16"/>
                  <a:gd name="T5" fmla="*/ 4 h 19"/>
                  <a:gd name="T6" fmla="*/ 11 w 16"/>
                  <a:gd name="T7" fmla="*/ 0 h 19"/>
                  <a:gd name="T8" fmla="*/ 7 w 16"/>
                  <a:gd name="T9" fmla="*/ 0 h 19"/>
                  <a:gd name="T10" fmla="*/ 3 w 16"/>
                  <a:gd name="T11" fmla="*/ 0 h 19"/>
                  <a:gd name="T12" fmla="*/ 0 w 16"/>
                  <a:gd name="T13" fmla="*/ 4 h 19"/>
                  <a:gd name="T14" fmla="*/ 1 w 16"/>
                  <a:gd name="T15" fmla="*/ 8 h 19"/>
                  <a:gd name="T16" fmla="*/ 3 w 16"/>
                  <a:gd name="T17" fmla="*/ 10 h 19"/>
                  <a:gd name="T18" fmla="*/ 1 w 16"/>
                  <a:gd name="T19" fmla="*/ 12 h 19"/>
                  <a:gd name="T20" fmla="*/ 3 w 16"/>
                  <a:gd name="T21" fmla="*/ 13 h 19"/>
                  <a:gd name="T22" fmla="*/ 5 w 16"/>
                  <a:gd name="T23" fmla="*/ 15 h 19"/>
                  <a:gd name="T24" fmla="*/ 9 w 16"/>
                  <a:gd name="T25" fmla="*/ 17 h 19"/>
                  <a:gd name="T26" fmla="*/ 13 w 16"/>
                  <a:gd name="T27" fmla="*/ 19 h 19"/>
                  <a:gd name="T28" fmla="*/ 14 w 16"/>
                  <a:gd name="T29" fmla="*/ 17 h 19"/>
                  <a:gd name="T30" fmla="*/ 13 w 16"/>
                  <a:gd name="T31" fmla="*/ 15 h 19"/>
                  <a:gd name="T32" fmla="*/ 14 w 16"/>
                  <a:gd name="T33" fmla="*/ 13 h 19"/>
                  <a:gd name="T34" fmla="*/ 16 w 16"/>
                  <a:gd name="T3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9">
                    <a:moveTo>
                      <a:pt x="16" y="12"/>
                    </a:moveTo>
                    <a:lnTo>
                      <a:pt x="14" y="8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9" y="17"/>
                    </a:lnTo>
                    <a:lnTo>
                      <a:pt x="13" y="19"/>
                    </a:lnTo>
                    <a:lnTo>
                      <a:pt x="14" y="17"/>
                    </a:lnTo>
                    <a:lnTo>
                      <a:pt x="13" y="15"/>
                    </a:lnTo>
                    <a:lnTo>
                      <a:pt x="14" y="13"/>
                    </a:lnTo>
                    <a:lnTo>
                      <a:pt x="16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0" name="Freeform 6128">
                <a:extLst>
                  <a:ext uri="{FF2B5EF4-FFF2-40B4-BE49-F238E27FC236}">
                    <a16:creationId xmlns:a16="http://schemas.microsoft.com/office/drawing/2014/main" id="{563D8277-FB13-4FC6-88A2-FE15AC0A97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2" y="1359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6 w 6"/>
                  <a:gd name="T3" fmla="*/ 4 h 6"/>
                  <a:gd name="T4" fmla="*/ 6 w 6"/>
                  <a:gd name="T5" fmla="*/ 2 h 6"/>
                  <a:gd name="T6" fmla="*/ 2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4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1" name="Freeform 6129">
                <a:extLst>
                  <a:ext uri="{FF2B5EF4-FFF2-40B4-BE49-F238E27FC236}">
                    <a16:creationId xmlns:a16="http://schemas.microsoft.com/office/drawing/2014/main" id="{500E0D64-3E43-49C1-894A-B02AD88A26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5" y="1358"/>
                <a:ext cx="3" cy="7"/>
              </a:xfrm>
              <a:custGeom>
                <a:avLst/>
                <a:gdLst>
                  <a:gd name="T0" fmla="*/ 3 w 3"/>
                  <a:gd name="T1" fmla="*/ 5 h 7"/>
                  <a:gd name="T2" fmla="*/ 3 w 3"/>
                  <a:gd name="T3" fmla="*/ 3 h 7"/>
                  <a:gd name="T4" fmla="*/ 2 w 3"/>
                  <a:gd name="T5" fmla="*/ 0 h 7"/>
                  <a:gd name="T6" fmla="*/ 0 w 3"/>
                  <a:gd name="T7" fmla="*/ 3 h 7"/>
                  <a:gd name="T8" fmla="*/ 0 w 3"/>
                  <a:gd name="T9" fmla="*/ 7 h 7"/>
                  <a:gd name="T10" fmla="*/ 3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2" name="Freeform 6130">
                <a:extLst>
                  <a:ext uri="{FF2B5EF4-FFF2-40B4-BE49-F238E27FC236}">
                    <a16:creationId xmlns:a16="http://schemas.microsoft.com/office/drawing/2014/main" id="{0D9BC8C4-5B90-4260-831A-AB4CE4C492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4" y="1358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1 h 3"/>
                  <a:gd name="T4" fmla="*/ 0 w 5"/>
                  <a:gd name="T5" fmla="*/ 0 h 3"/>
                  <a:gd name="T6" fmla="*/ 0 w 5"/>
                  <a:gd name="T7" fmla="*/ 1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3" name="Freeform 6131">
                <a:extLst>
                  <a:ext uri="{FF2B5EF4-FFF2-40B4-BE49-F238E27FC236}">
                    <a16:creationId xmlns:a16="http://schemas.microsoft.com/office/drawing/2014/main" id="{2132EB41-72F9-4DF9-B7F4-E99B759222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7" y="1372"/>
                <a:ext cx="9" cy="12"/>
              </a:xfrm>
              <a:custGeom>
                <a:avLst/>
                <a:gdLst>
                  <a:gd name="T0" fmla="*/ 5 w 9"/>
                  <a:gd name="T1" fmla="*/ 0 h 12"/>
                  <a:gd name="T2" fmla="*/ 4 w 9"/>
                  <a:gd name="T3" fmla="*/ 2 h 12"/>
                  <a:gd name="T4" fmla="*/ 2 w 9"/>
                  <a:gd name="T5" fmla="*/ 4 h 12"/>
                  <a:gd name="T6" fmla="*/ 0 w 9"/>
                  <a:gd name="T7" fmla="*/ 6 h 12"/>
                  <a:gd name="T8" fmla="*/ 0 w 9"/>
                  <a:gd name="T9" fmla="*/ 10 h 12"/>
                  <a:gd name="T10" fmla="*/ 4 w 9"/>
                  <a:gd name="T11" fmla="*/ 8 h 12"/>
                  <a:gd name="T12" fmla="*/ 4 w 9"/>
                  <a:gd name="T13" fmla="*/ 8 h 12"/>
                  <a:gd name="T14" fmla="*/ 5 w 9"/>
                  <a:gd name="T15" fmla="*/ 12 h 12"/>
                  <a:gd name="T16" fmla="*/ 7 w 9"/>
                  <a:gd name="T17" fmla="*/ 8 h 12"/>
                  <a:gd name="T18" fmla="*/ 9 w 9"/>
                  <a:gd name="T19" fmla="*/ 6 h 12"/>
                  <a:gd name="T20" fmla="*/ 7 w 9"/>
                  <a:gd name="T21" fmla="*/ 4 h 12"/>
                  <a:gd name="T22" fmla="*/ 7 w 9"/>
                  <a:gd name="T23" fmla="*/ 0 h 12"/>
                  <a:gd name="T24" fmla="*/ 5 w 9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12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4" name="Freeform 6132">
                <a:extLst>
                  <a:ext uri="{FF2B5EF4-FFF2-40B4-BE49-F238E27FC236}">
                    <a16:creationId xmlns:a16="http://schemas.microsoft.com/office/drawing/2014/main" id="{50AFE777-2541-44E2-ADCD-C6D856F6B8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251"/>
                <a:ext cx="57" cy="69"/>
              </a:xfrm>
              <a:custGeom>
                <a:avLst/>
                <a:gdLst>
                  <a:gd name="T0" fmla="*/ 2 w 31"/>
                  <a:gd name="T1" fmla="*/ 5 h 37"/>
                  <a:gd name="T2" fmla="*/ 0 w 31"/>
                  <a:gd name="T3" fmla="*/ 4 h 37"/>
                  <a:gd name="T4" fmla="*/ 0 w 31"/>
                  <a:gd name="T5" fmla="*/ 6 h 37"/>
                  <a:gd name="T6" fmla="*/ 0 w 31"/>
                  <a:gd name="T7" fmla="*/ 9 h 37"/>
                  <a:gd name="T8" fmla="*/ 2 w 31"/>
                  <a:gd name="T9" fmla="*/ 10 h 37"/>
                  <a:gd name="T10" fmla="*/ 2 w 31"/>
                  <a:gd name="T11" fmla="*/ 12 h 37"/>
                  <a:gd name="T12" fmla="*/ 5 w 31"/>
                  <a:gd name="T13" fmla="*/ 17 h 37"/>
                  <a:gd name="T14" fmla="*/ 3 w 31"/>
                  <a:gd name="T15" fmla="*/ 20 h 37"/>
                  <a:gd name="T16" fmla="*/ 5 w 31"/>
                  <a:gd name="T17" fmla="*/ 24 h 37"/>
                  <a:gd name="T18" fmla="*/ 6 w 31"/>
                  <a:gd name="T19" fmla="*/ 27 h 37"/>
                  <a:gd name="T20" fmla="*/ 5 w 31"/>
                  <a:gd name="T21" fmla="*/ 29 h 37"/>
                  <a:gd name="T22" fmla="*/ 7 w 31"/>
                  <a:gd name="T23" fmla="*/ 33 h 37"/>
                  <a:gd name="T24" fmla="*/ 8 w 31"/>
                  <a:gd name="T25" fmla="*/ 36 h 37"/>
                  <a:gd name="T26" fmla="*/ 9 w 31"/>
                  <a:gd name="T27" fmla="*/ 37 h 37"/>
                  <a:gd name="T28" fmla="*/ 11 w 31"/>
                  <a:gd name="T29" fmla="*/ 37 h 37"/>
                  <a:gd name="T30" fmla="*/ 12 w 31"/>
                  <a:gd name="T31" fmla="*/ 37 h 37"/>
                  <a:gd name="T32" fmla="*/ 15 w 31"/>
                  <a:gd name="T33" fmla="*/ 32 h 37"/>
                  <a:gd name="T34" fmla="*/ 16 w 31"/>
                  <a:gd name="T35" fmla="*/ 30 h 37"/>
                  <a:gd name="T36" fmla="*/ 19 w 31"/>
                  <a:gd name="T37" fmla="*/ 28 h 37"/>
                  <a:gd name="T38" fmla="*/ 21 w 31"/>
                  <a:gd name="T39" fmla="*/ 28 h 37"/>
                  <a:gd name="T40" fmla="*/ 23 w 31"/>
                  <a:gd name="T41" fmla="*/ 26 h 37"/>
                  <a:gd name="T42" fmla="*/ 25 w 31"/>
                  <a:gd name="T43" fmla="*/ 25 h 37"/>
                  <a:gd name="T44" fmla="*/ 28 w 31"/>
                  <a:gd name="T45" fmla="*/ 22 h 37"/>
                  <a:gd name="T46" fmla="*/ 31 w 31"/>
                  <a:gd name="T47" fmla="*/ 18 h 37"/>
                  <a:gd name="T48" fmla="*/ 28 w 31"/>
                  <a:gd name="T49" fmla="*/ 14 h 37"/>
                  <a:gd name="T50" fmla="*/ 27 w 31"/>
                  <a:gd name="T51" fmla="*/ 11 h 37"/>
                  <a:gd name="T52" fmla="*/ 23 w 31"/>
                  <a:gd name="T53" fmla="*/ 9 h 37"/>
                  <a:gd name="T54" fmla="*/ 21 w 31"/>
                  <a:gd name="T55" fmla="*/ 8 h 37"/>
                  <a:gd name="T56" fmla="*/ 18 w 31"/>
                  <a:gd name="T57" fmla="*/ 6 h 37"/>
                  <a:gd name="T58" fmla="*/ 16 w 31"/>
                  <a:gd name="T59" fmla="*/ 6 h 37"/>
                  <a:gd name="T60" fmla="*/ 15 w 31"/>
                  <a:gd name="T61" fmla="*/ 5 h 37"/>
                  <a:gd name="T62" fmla="*/ 12 w 31"/>
                  <a:gd name="T63" fmla="*/ 4 h 37"/>
                  <a:gd name="T64" fmla="*/ 11 w 31"/>
                  <a:gd name="T65" fmla="*/ 3 h 37"/>
                  <a:gd name="T66" fmla="*/ 9 w 31"/>
                  <a:gd name="T67" fmla="*/ 4 h 37"/>
                  <a:gd name="T68" fmla="*/ 10 w 31"/>
                  <a:gd name="T69" fmla="*/ 6 h 37"/>
                  <a:gd name="T70" fmla="*/ 9 w 31"/>
                  <a:gd name="T71" fmla="*/ 7 h 37"/>
                  <a:gd name="T72" fmla="*/ 9 w 31"/>
                  <a:gd name="T73" fmla="*/ 2 h 37"/>
                  <a:gd name="T74" fmla="*/ 5 w 31"/>
                  <a:gd name="T75" fmla="*/ 1 h 37"/>
                  <a:gd name="T76" fmla="*/ 2 w 31"/>
                  <a:gd name="T77" fmla="*/ 0 h 37"/>
                  <a:gd name="T78" fmla="*/ 1 w 31"/>
                  <a:gd name="T79" fmla="*/ 4 h 37"/>
                  <a:gd name="T80" fmla="*/ 3 w 31"/>
                  <a:gd name="T81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1" h="37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5" name="Freeform 6133">
                <a:extLst>
                  <a:ext uri="{FF2B5EF4-FFF2-40B4-BE49-F238E27FC236}">
                    <a16:creationId xmlns:a16="http://schemas.microsoft.com/office/drawing/2014/main" id="{559097F0-943B-4532-AA50-59621A26A5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7" y="1762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6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6" name="Freeform 6134">
                <a:extLst>
                  <a:ext uri="{FF2B5EF4-FFF2-40B4-BE49-F238E27FC236}">
                    <a16:creationId xmlns:a16="http://schemas.microsoft.com/office/drawing/2014/main" id="{A3BEA2E4-CD45-48E7-A819-2567E32673D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21" y="1281"/>
                <a:ext cx="22" cy="11"/>
              </a:xfrm>
              <a:custGeom>
                <a:avLst/>
                <a:gdLst>
                  <a:gd name="T0" fmla="*/ 5 w 22"/>
                  <a:gd name="T1" fmla="*/ 9 h 11"/>
                  <a:gd name="T2" fmla="*/ 7 w 22"/>
                  <a:gd name="T3" fmla="*/ 8 h 11"/>
                  <a:gd name="T4" fmla="*/ 7 w 22"/>
                  <a:gd name="T5" fmla="*/ 9 h 11"/>
                  <a:gd name="T6" fmla="*/ 7 w 22"/>
                  <a:gd name="T7" fmla="*/ 11 h 11"/>
                  <a:gd name="T8" fmla="*/ 13 w 22"/>
                  <a:gd name="T9" fmla="*/ 11 h 11"/>
                  <a:gd name="T10" fmla="*/ 17 w 22"/>
                  <a:gd name="T11" fmla="*/ 11 h 11"/>
                  <a:gd name="T12" fmla="*/ 18 w 22"/>
                  <a:gd name="T13" fmla="*/ 9 h 11"/>
                  <a:gd name="T14" fmla="*/ 20 w 22"/>
                  <a:gd name="T15" fmla="*/ 11 h 11"/>
                  <a:gd name="T16" fmla="*/ 22 w 22"/>
                  <a:gd name="T17" fmla="*/ 8 h 11"/>
                  <a:gd name="T18" fmla="*/ 20 w 22"/>
                  <a:gd name="T19" fmla="*/ 4 h 11"/>
                  <a:gd name="T20" fmla="*/ 18 w 22"/>
                  <a:gd name="T21" fmla="*/ 2 h 11"/>
                  <a:gd name="T22" fmla="*/ 17 w 22"/>
                  <a:gd name="T23" fmla="*/ 4 h 11"/>
                  <a:gd name="T24" fmla="*/ 15 w 22"/>
                  <a:gd name="T25" fmla="*/ 4 h 11"/>
                  <a:gd name="T26" fmla="*/ 13 w 22"/>
                  <a:gd name="T27" fmla="*/ 6 h 11"/>
                  <a:gd name="T28" fmla="*/ 9 w 22"/>
                  <a:gd name="T29" fmla="*/ 6 h 11"/>
                  <a:gd name="T30" fmla="*/ 7 w 22"/>
                  <a:gd name="T31" fmla="*/ 8 h 11"/>
                  <a:gd name="T32" fmla="*/ 9 w 22"/>
                  <a:gd name="T33" fmla="*/ 6 h 11"/>
                  <a:gd name="T34" fmla="*/ 7 w 22"/>
                  <a:gd name="T35" fmla="*/ 4 h 11"/>
                  <a:gd name="T36" fmla="*/ 9 w 22"/>
                  <a:gd name="T37" fmla="*/ 4 h 11"/>
                  <a:gd name="T38" fmla="*/ 9 w 22"/>
                  <a:gd name="T39" fmla="*/ 0 h 11"/>
                  <a:gd name="T40" fmla="*/ 5 w 22"/>
                  <a:gd name="T41" fmla="*/ 0 h 11"/>
                  <a:gd name="T42" fmla="*/ 2 w 22"/>
                  <a:gd name="T43" fmla="*/ 4 h 11"/>
                  <a:gd name="T44" fmla="*/ 4 w 22"/>
                  <a:gd name="T45" fmla="*/ 4 h 11"/>
                  <a:gd name="T46" fmla="*/ 2 w 22"/>
                  <a:gd name="T47" fmla="*/ 6 h 11"/>
                  <a:gd name="T48" fmla="*/ 0 w 22"/>
                  <a:gd name="T49" fmla="*/ 9 h 11"/>
                  <a:gd name="T50" fmla="*/ 4 w 22"/>
                  <a:gd name="T51" fmla="*/ 11 h 11"/>
                  <a:gd name="T52" fmla="*/ 5 w 22"/>
                  <a:gd name="T5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1">
                    <a:moveTo>
                      <a:pt x="5" y="9"/>
                    </a:moveTo>
                    <a:lnTo>
                      <a:pt x="7" y="8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18" y="9"/>
                    </a:lnTo>
                    <a:lnTo>
                      <a:pt x="20" y="11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3" y="6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7" name="Freeform 6135">
                <a:extLst>
                  <a:ext uri="{FF2B5EF4-FFF2-40B4-BE49-F238E27FC236}">
                    <a16:creationId xmlns:a16="http://schemas.microsoft.com/office/drawing/2014/main" id="{EFEDAFD8-7CFF-42E4-AA94-287487ED1C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805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2 w 6"/>
                  <a:gd name="T3" fmla="*/ 0 h 7"/>
                  <a:gd name="T4" fmla="*/ 0 w 6"/>
                  <a:gd name="T5" fmla="*/ 2 h 7"/>
                  <a:gd name="T6" fmla="*/ 0 w 6"/>
                  <a:gd name="T7" fmla="*/ 6 h 7"/>
                  <a:gd name="T8" fmla="*/ 2 w 6"/>
                  <a:gd name="T9" fmla="*/ 7 h 7"/>
                  <a:gd name="T10" fmla="*/ 4 w 6"/>
                  <a:gd name="T11" fmla="*/ 7 h 7"/>
                  <a:gd name="T12" fmla="*/ 6 w 6"/>
                  <a:gd name="T13" fmla="*/ 7 h 7"/>
                  <a:gd name="T14" fmla="*/ 6 w 6"/>
                  <a:gd name="T15" fmla="*/ 6 h 7"/>
                  <a:gd name="T16" fmla="*/ 6 w 6"/>
                  <a:gd name="T17" fmla="*/ 4 h 7"/>
                  <a:gd name="T18" fmla="*/ 6 w 6"/>
                  <a:gd name="T19" fmla="*/ 2 h 7"/>
                  <a:gd name="T20" fmla="*/ 6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8" name="Freeform 6136">
                <a:extLst>
                  <a:ext uri="{FF2B5EF4-FFF2-40B4-BE49-F238E27FC236}">
                    <a16:creationId xmlns:a16="http://schemas.microsoft.com/office/drawing/2014/main" id="{F2CE1610-B32B-46AA-90A8-087111D312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1341"/>
                <a:ext cx="19" cy="13"/>
              </a:xfrm>
              <a:custGeom>
                <a:avLst/>
                <a:gdLst>
                  <a:gd name="T0" fmla="*/ 9 w 19"/>
                  <a:gd name="T1" fmla="*/ 3 h 13"/>
                  <a:gd name="T2" fmla="*/ 7 w 19"/>
                  <a:gd name="T3" fmla="*/ 3 h 13"/>
                  <a:gd name="T4" fmla="*/ 4 w 19"/>
                  <a:gd name="T5" fmla="*/ 2 h 13"/>
                  <a:gd name="T6" fmla="*/ 0 w 19"/>
                  <a:gd name="T7" fmla="*/ 0 h 13"/>
                  <a:gd name="T8" fmla="*/ 0 w 19"/>
                  <a:gd name="T9" fmla="*/ 2 h 13"/>
                  <a:gd name="T10" fmla="*/ 0 w 19"/>
                  <a:gd name="T11" fmla="*/ 5 h 13"/>
                  <a:gd name="T12" fmla="*/ 2 w 19"/>
                  <a:gd name="T13" fmla="*/ 7 h 13"/>
                  <a:gd name="T14" fmla="*/ 6 w 19"/>
                  <a:gd name="T15" fmla="*/ 7 h 13"/>
                  <a:gd name="T16" fmla="*/ 7 w 19"/>
                  <a:gd name="T17" fmla="*/ 9 h 13"/>
                  <a:gd name="T18" fmla="*/ 11 w 19"/>
                  <a:gd name="T19" fmla="*/ 9 h 13"/>
                  <a:gd name="T20" fmla="*/ 15 w 19"/>
                  <a:gd name="T21" fmla="*/ 13 h 13"/>
                  <a:gd name="T22" fmla="*/ 17 w 19"/>
                  <a:gd name="T23" fmla="*/ 13 h 13"/>
                  <a:gd name="T24" fmla="*/ 19 w 19"/>
                  <a:gd name="T25" fmla="*/ 9 h 13"/>
                  <a:gd name="T26" fmla="*/ 13 w 19"/>
                  <a:gd name="T27" fmla="*/ 5 h 13"/>
                  <a:gd name="T28" fmla="*/ 9 w 19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3"/>
                    </a:move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5" y="13"/>
                    </a:lnTo>
                    <a:lnTo>
                      <a:pt x="17" y="13"/>
                    </a:lnTo>
                    <a:lnTo>
                      <a:pt x="19" y="9"/>
                    </a:lnTo>
                    <a:lnTo>
                      <a:pt x="13" y="5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9" name="Freeform 6137">
                <a:extLst>
                  <a:ext uri="{FF2B5EF4-FFF2-40B4-BE49-F238E27FC236}">
                    <a16:creationId xmlns:a16="http://schemas.microsoft.com/office/drawing/2014/main" id="{5F3320E4-DA12-404E-AE77-B89272872A7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1277"/>
                <a:ext cx="20" cy="25"/>
              </a:xfrm>
              <a:custGeom>
                <a:avLst/>
                <a:gdLst>
                  <a:gd name="T0" fmla="*/ 5 w 20"/>
                  <a:gd name="T1" fmla="*/ 8 h 25"/>
                  <a:gd name="T2" fmla="*/ 9 w 20"/>
                  <a:gd name="T3" fmla="*/ 12 h 25"/>
                  <a:gd name="T4" fmla="*/ 13 w 20"/>
                  <a:gd name="T5" fmla="*/ 17 h 25"/>
                  <a:gd name="T6" fmla="*/ 15 w 20"/>
                  <a:gd name="T7" fmla="*/ 23 h 25"/>
                  <a:gd name="T8" fmla="*/ 18 w 20"/>
                  <a:gd name="T9" fmla="*/ 25 h 25"/>
                  <a:gd name="T10" fmla="*/ 20 w 20"/>
                  <a:gd name="T11" fmla="*/ 23 h 25"/>
                  <a:gd name="T12" fmla="*/ 20 w 20"/>
                  <a:gd name="T13" fmla="*/ 19 h 25"/>
                  <a:gd name="T14" fmla="*/ 18 w 20"/>
                  <a:gd name="T15" fmla="*/ 13 h 25"/>
                  <a:gd name="T16" fmla="*/ 17 w 20"/>
                  <a:gd name="T17" fmla="*/ 10 h 25"/>
                  <a:gd name="T18" fmla="*/ 15 w 20"/>
                  <a:gd name="T19" fmla="*/ 6 h 25"/>
                  <a:gd name="T20" fmla="*/ 9 w 20"/>
                  <a:gd name="T21" fmla="*/ 6 h 25"/>
                  <a:gd name="T22" fmla="*/ 7 w 20"/>
                  <a:gd name="T23" fmla="*/ 2 h 25"/>
                  <a:gd name="T24" fmla="*/ 5 w 20"/>
                  <a:gd name="T25" fmla="*/ 0 h 25"/>
                  <a:gd name="T26" fmla="*/ 0 w 20"/>
                  <a:gd name="T27" fmla="*/ 0 h 25"/>
                  <a:gd name="T28" fmla="*/ 2 w 20"/>
                  <a:gd name="T29" fmla="*/ 4 h 25"/>
                  <a:gd name="T30" fmla="*/ 5 w 20"/>
                  <a:gd name="T3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5" y="8"/>
                    </a:moveTo>
                    <a:lnTo>
                      <a:pt x="9" y="12"/>
                    </a:lnTo>
                    <a:lnTo>
                      <a:pt x="13" y="17"/>
                    </a:lnTo>
                    <a:lnTo>
                      <a:pt x="15" y="23"/>
                    </a:lnTo>
                    <a:lnTo>
                      <a:pt x="18" y="25"/>
                    </a:lnTo>
                    <a:lnTo>
                      <a:pt x="20" y="23"/>
                    </a:lnTo>
                    <a:lnTo>
                      <a:pt x="20" y="19"/>
                    </a:lnTo>
                    <a:lnTo>
                      <a:pt x="18" y="13"/>
                    </a:lnTo>
                    <a:lnTo>
                      <a:pt x="17" y="10"/>
                    </a:lnTo>
                    <a:lnTo>
                      <a:pt x="15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0" name="Freeform 6138">
                <a:extLst>
                  <a:ext uri="{FF2B5EF4-FFF2-40B4-BE49-F238E27FC236}">
                    <a16:creationId xmlns:a16="http://schemas.microsoft.com/office/drawing/2014/main" id="{21F7DF2B-5558-4C01-B3E0-D3FF61EA0E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72" y="1400"/>
                <a:ext cx="22" cy="21"/>
              </a:xfrm>
              <a:custGeom>
                <a:avLst/>
                <a:gdLst>
                  <a:gd name="T0" fmla="*/ 0 w 22"/>
                  <a:gd name="T1" fmla="*/ 13 h 21"/>
                  <a:gd name="T2" fmla="*/ 0 w 22"/>
                  <a:gd name="T3" fmla="*/ 15 h 21"/>
                  <a:gd name="T4" fmla="*/ 1 w 22"/>
                  <a:gd name="T5" fmla="*/ 17 h 21"/>
                  <a:gd name="T6" fmla="*/ 5 w 22"/>
                  <a:gd name="T7" fmla="*/ 17 h 21"/>
                  <a:gd name="T8" fmla="*/ 14 w 22"/>
                  <a:gd name="T9" fmla="*/ 19 h 21"/>
                  <a:gd name="T10" fmla="*/ 16 w 22"/>
                  <a:gd name="T11" fmla="*/ 21 h 21"/>
                  <a:gd name="T12" fmla="*/ 20 w 22"/>
                  <a:gd name="T13" fmla="*/ 19 h 21"/>
                  <a:gd name="T14" fmla="*/ 20 w 22"/>
                  <a:gd name="T15" fmla="*/ 17 h 21"/>
                  <a:gd name="T16" fmla="*/ 22 w 22"/>
                  <a:gd name="T17" fmla="*/ 15 h 21"/>
                  <a:gd name="T18" fmla="*/ 22 w 22"/>
                  <a:gd name="T19" fmla="*/ 13 h 21"/>
                  <a:gd name="T20" fmla="*/ 20 w 22"/>
                  <a:gd name="T21" fmla="*/ 12 h 21"/>
                  <a:gd name="T22" fmla="*/ 20 w 22"/>
                  <a:gd name="T23" fmla="*/ 8 h 21"/>
                  <a:gd name="T24" fmla="*/ 18 w 22"/>
                  <a:gd name="T25" fmla="*/ 6 h 21"/>
                  <a:gd name="T26" fmla="*/ 18 w 22"/>
                  <a:gd name="T27" fmla="*/ 2 h 21"/>
                  <a:gd name="T28" fmla="*/ 18 w 22"/>
                  <a:gd name="T29" fmla="*/ 0 h 21"/>
                  <a:gd name="T30" fmla="*/ 14 w 22"/>
                  <a:gd name="T31" fmla="*/ 0 h 21"/>
                  <a:gd name="T32" fmla="*/ 9 w 22"/>
                  <a:gd name="T33" fmla="*/ 0 h 21"/>
                  <a:gd name="T34" fmla="*/ 3 w 22"/>
                  <a:gd name="T35" fmla="*/ 4 h 21"/>
                  <a:gd name="T36" fmla="*/ 1 w 22"/>
                  <a:gd name="T37" fmla="*/ 4 h 21"/>
                  <a:gd name="T38" fmla="*/ 0 w 22"/>
                  <a:gd name="T39" fmla="*/ 6 h 21"/>
                  <a:gd name="T40" fmla="*/ 1 w 22"/>
                  <a:gd name="T41" fmla="*/ 10 h 21"/>
                  <a:gd name="T42" fmla="*/ 3 w 22"/>
                  <a:gd name="T43" fmla="*/ 12 h 21"/>
                  <a:gd name="T44" fmla="*/ 3 w 22"/>
                  <a:gd name="T45" fmla="*/ 13 h 21"/>
                  <a:gd name="T46" fmla="*/ 3 w 22"/>
                  <a:gd name="T47" fmla="*/ 13 h 21"/>
                  <a:gd name="T48" fmla="*/ 0 w 22"/>
                  <a:gd name="T4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lnTo>
                      <a:pt x="0" y="15"/>
                    </a:lnTo>
                    <a:lnTo>
                      <a:pt x="1" y="17"/>
                    </a:lnTo>
                    <a:lnTo>
                      <a:pt x="5" y="17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1" name="Freeform 6139">
                <a:extLst>
                  <a:ext uri="{FF2B5EF4-FFF2-40B4-BE49-F238E27FC236}">
                    <a16:creationId xmlns:a16="http://schemas.microsoft.com/office/drawing/2014/main" id="{E3E03D86-F07F-44B5-9C6F-D8A3800F39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56" y="1315"/>
                <a:ext cx="8" cy="9"/>
              </a:xfrm>
              <a:custGeom>
                <a:avLst/>
                <a:gdLst>
                  <a:gd name="T0" fmla="*/ 2 w 8"/>
                  <a:gd name="T1" fmla="*/ 7 h 9"/>
                  <a:gd name="T2" fmla="*/ 2 w 8"/>
                  <a:gd name="T3" fmla="*/ 9 h 9"/>
                  <a:gd name="T4" fmla="*/ 8 w 8"/>
                  <a:gd name="T5" fmla="*/ 7 h 9"/>
                  <a:gd name="T6" fmla="*/ 8 w 8"/>
                  <a:gd name="T7" fmla="*/ 3 h 9"/>
                  <a:gd name="T8" fmla="*/ 6 w 8"/>
                  <a:gd name="T9" fmla="*/ 0 h 9"/>
                  <a:gd name="T10" fmla="*/ 2 w 8"/>
                  <a:gd name="T11" fmla="*/ 0 h 9"/>
                  <a:gd name="T12" fmla="*/ 0 w 8"/>
                  <a:gd name="T13" fmla="*/ 0 h 9"/>
                  <a:gd name="T14" fmla="*/ 0 w 8"/>
                  <a:gd name="T15" fmla="*/ 3 h 9"/>
                  <a:gd name="T16" fmla="*/ 2 w 8"/>
                  <a:gd name="T17" fmla="*/ 5 h 9"/>
                  <a:gd name="T18" fmla="*/ 2 w 8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2" y="7"/>
                    </a:moveTo>
                    <a:lnTo>
                      <a:pt x="2" y="9"/>
                    </a:lnTo>
                    <a:lnTo>
                      <a:pt x="8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2" name="Freeform 6140">
                <a:extLst>
                  <a:ext uri="{FF2B5EF4-FFF2-40B4-BE49-F238E27FC236}">
                    <a16:creationId xmlns:a16="http://schemas.microsoft.com/office/drawing/2014/main" id="{E2F97EBA-13F9-4C99-8F85-C30023E611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77"/>
                <a:ext cx="7" cy="7"/>
              </a:xfrm>
              <a:custGeom>
                <a:avLst/>
                <a:gdLst>
                  <a:gd name="T0" fmla="*/ 0 w 7"/>
                  <a:gd name="T1" fmla="*/ 2 h 7"/>
                  <a:gd name="T2" fmla="*/ 0 w 7"/>
                  <a:gd name="T3" fmla="*/ 5 h 7"/>
                  <a:gd name="T4" fmla="*/ 4 w 7"/>
                  <a:gd name="T5" fmla="*/ 7 h 7"/>
                  <a:gd name="T6" fmla="*/ 6 w 7"/>
                  <a:gd name="T7" fmla="*/ 5 h 7"/>
                  <a:gd name="T8" fmla="*/ 6 w 7"/>
                  <a:gd name="T9" fmla="*/ 4 h 7"/>
                  <a:gd name="T10" fmla="*/ 7 w 7"/>
                  <a:gd name="T11" fmla="*/ 2 h 7"/>
                  <a:gd name="T12" fmla="*/ 7 w 7"/>
                  <a:gd name="T13" fmla="*/ 0 h 7"/>
                  <a:gd name="T14" fmla="*/ 6 w 7"/>
                  <a:gd name="T15" fmla="*/ 0 h 7"/>
                  <a:gd name="T16" fmla="*/ 0 w 7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lnTo>
                      <a:pt x="0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3" name="Freeform 6141">
                <a:extLst>
                  <a:ext uri="{FF2B5EF4-FFF2-40B4-BE49-F238E27FC236}">
                    <a16:creationId xmlns:a16="http://schemas.microsoft.com/office/drawing/2014/main" id="{84F7675C-D1A7-4601-8397-1D45262E8A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20"/>
                <a:ext cx="9" cy="8"/>
              </a:xfrm>
              <a:custGeom>
                <a:avLst/>
                <a:gdLst>
                  <a:gd name="T0" fmla="*/ 5 w 9"/>
                  <a:gd name="T1" fmla="*/ 0 h 8"/>
                  <a:gd name="T2" fmla="*/ 3 w 9"/>
                  <a:gd name="T3" fmla="*/ 2 h 8"/>
                  <a:gd name="T4" fmla="*/ 2 w 9"/>
                  <a:gd name="T5" fmla="*/ 4 h 8"/>
                  <a:gd name="T6" fmla="*/ 0 w 9"/>
                  <a:gd name="T7" fmla="*/ 4 h 8"/>
                  <a:gd name="T8" fmla="*/ 0 w 9"/>
                  <a:gd name="T9" fmla="*/ 8 h 8"/>
                  <a:gd name="T10" fmla="*/ 3 w 9"/>
                  <a:gd name="T11" fmla="*/ 8 h 8"/>
                  <a:gd name="T12" fmla="*/ 7 w 9"/>
                  <a:gd name="T13" fmla="*/ 8 h 8"/>
                  <a:gd name="T14" fmla="*/ 9 w 9"/>
                  <a:gd name="T15" fmla="*/ 6 h 8"/>
                  <a:gd name="T16" fmla="*/ 7 w 9"/>
                  <a:gd name="T17" fmla="*/ 4 h 8"/>
                  <a:gd name="T18" fmla="*/ 5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4" name="Freeform 6142">
                <a:extLst>
                  <a:ext uri="{FF2B5EF4-FFF2-40B4-BE49-F238E27FC236}">
                    <a16:creationId xmlns:a16="http://schemas.microsoft.com/office/drawing/2014/main" id="{01AC3E9F-0402-4907-87D3-D25C439DBB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9" y="1302"/>
                <a:ext cx="9" cy="7"/>
              </a:xfrm>
              <a:custGeom>
                <a:avLst/>
                <a:gdLst>
                  <a:gd name="T0" fmla="*/ 5 w 9"/>
                  <a:gd name="T1" fmla="*/ 1 h 7"/>
                  <a:gd name="T2" fmla="*/ 3 w 9"/>
                  <a:gd name="T3" fmla="*/ 3 h 7"/>
                  <a:gd name="T4" fmla="*/ 0 w 9"/>
                  <a:gd name="T5" fmla="*/ 3 h 7"/>
                  <a:gd name="T6" fmla="*/ 3 w 9"/>
                  <a:gd name="T7" fmla="*/ 7 h 7"/>
                  <a:gd name="T8" fmla="*/ 7 w 9"/>
                  <a:gd name="T9" fmla="*/ 7 h 7"/>
                  <a:gd name="T10" fmla="*/ 9 w 9"/>
                  <a:gd name="T11" fmla="*/ 5 h 7"/>
                  <a:gd name="T12" fmla="*/ 9 w 9"/>
                  <a:gd name="T13" fmla="*/ 3 h 7"/>
                  <a:gd name="T14" fmla="*/ 7 w 9"/>
                  <a:gd name="T15" fmla="*/ 0 h 7"/>
                  <a:gd name="T16" fmla="*/ 5 w 9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5" y="1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5" name="Freeform 6143">
                <a:extLst>
                  <a:ext uri="{FF2B5EF4-FFF2-40B4-BE49-F238E27FC236}">
                    <a16:creationId xmlns:a16="http://schemas.microsoft.com/office/drawing/2014/main" id="{13BA157B-5672-44C9-BC23-C40C430CB6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9" y="1757"/>
                <a:ext cx="6" cy="5"/>
              </a:xfrm>
              <a:custGeom>
                <a:avLst/>
                <a:gdLst>
                  <a:gd name="T0" fmla="*/ 6 w 6"/>
                  <a:gd name="T1" fmla="*/ 1 h 5"/>
                  <a:gd name="T2" fmla="*/ 6 w 6"/>
                  <a:gd name="T3" fmla="*/ 0 h 5"/>
                  <a:gd name="T4" fmla="*/ 2 w 6"/>
                  <a:gd name="T5" fmla="*/ 0 h 5"/>
                  <a:gd name="T6" fmla="*/ 0 w 6"/>
                  <a:gd name="T7" fmla="*/ 1 h 5"/>
                  <a:gd name="T8" fmla="*/ 0 w 6"/>
                  <a:gd name="T9" fmla="*/ 5 h 5"/>
                  <a:gd name="T10" fmla="*/ 4 w 6"/>
                  <a:gd name="T11" fmla="*/ 5 h 5"/>
                  <a:gd name="T12" fmla="*/ 6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6" name="Freeform 6144">
                <a:extLst>
                  <a:ext uri="{FF2B5EF4-FFF2-40B4-BE49-F238E27FC236}">
                    <a16:creationId xmlns:a16="http://schemas.microsoft.com/office/drawing/2014/main" id="{701D2224-26D3-4052-8CFE-D3522F2C133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8" y="1324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4 h 9"/>
                  <a:gd name="T4" fmla="*/ 2 w 6"/>
                  <a:gd name="T5" fmla="*/ 7 h 9"/>
                  <a:gd name="T6" fmla="*/ 4 w 6"/>
                  <a:gd name="T7" fmla="*/ 9 h 9"/>
                  <a:gd name="T8" fmla="*/ 6 w 6"/>
                  <a:gd name="T9" fmla="*/ 4 h 9"/>
                  <a:gd name="T10" fmla="*/ 4 w 6"/>
                  <a:gd name="T11" fmla="*/ 2 h 9"/>
                  <a:gd name="T12" fmla="*/ 0 w 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7" name="Freeform 6145">
                <a:extLst>
                  <a:ext uri="{FF2B5EF4-FFF2-40B4-BE49-F238E27FC236}">
                    <a16:creationId xmlns:a16="http://schemas.microsoft.com/office/drawing/2014/main" id="{DC7FB6DA-9154-4E2A-9025-4F7ADD05D7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1898"/>
                <a:ext cx="95" cy="200"/>
              </a:xfrm>
              <a:custGeom>
                <a:avLst/>
                <a:gdLst>
                  <a:gd name="T0" fmla="*/ 35 w 95"/>
                  <a:gd name="T1" fmla="*/ 79 h 200"/>
                  <a:gd name="T2" fmla="*/ 37 w 95"/>
                  <a:gd name="T3" fmla="*/ 92 h 200"/>
                  <a:gd name="T4" fmla="*/ 42 w 95"/>
                  <a:gd name="T5" fmla="*/ 97 h 200"/>
                  <a:gd name="T6" fmla="*/ 44 w 95"/>
                  <a:gd name="T7" fmla="*/ 106 h 200"/>
                  <a:gd name="T8" fmla="*/ 46 w 95"/>
                  <a:gd name="T9" fmla="*/ 118 h 200"/>
                  <a:gd name="T10" fmla="*/ 48 w 95"/>
                  <a:gd name="T11" fmla="*/ 125 h 200"/>
                  <a:gd name="T12" fmla="*/ 50 w 95"/>
                  <a:gd name="T13" fmla="*/ 136 h 200"/>
                  <a:gd name="T14" fmla="*/ 57 w 95"/>
                  <a:gd name="T15" fmla="*/ 147 h 200"/>
                  <a:gd name="T16" fmla="*/ 61 w 95"/>
                  <a:gd name="T17" fmla="*/ 162 h 200"/>
                  <a:gd name="T18" fmla="*/ 67 w 95"/>
                  <a:gd name="T19" fmla="*/ 174 h 200"/>
                  <a:gd name="T20" fmla="*/ 67 w 95"/>
                  <a:gd name="T21" fmla="*/ 185 h 200"/>
                  <a:gd name="T22" fmla="*/ 72 w 95"/>
                  <a:gd name="T23" fmla="*/ 196 h 200"/>
                  <a:gd name="T24" fmla="*/ 78 w 95"/>
                  <a:gd name="T25" fmla="*/ 190 h 200"/>
                  <a:gd name="T26" fmla="*/ 76 w 95"/>
                  <a:gd name="T27" fmla="*/ 181 h 200"/>
                  <a:gd name="T28" fmla="*/ 82 w 95"/>
                  <a:gd name="T29" fmla="*/ 183 h 200"/>
                  <a:gd name="T30" fmla="*/ 87 w 95"/>
                  <a:gd name="T31" fmla="*/ 185 h 200"/>
                  <a:gd name="T32" fmla="*/ 95 w 95"/>
                  <a:gd name="T33" fmla="*/ 194 h 200"/>
                  <a:gd name="T34" fmla="*/ 95 w 95"/>
                  <a:gd name="T35" fmla="*/ 185 h 200"/>
                  <a:gd name="T36" fmla="*/ 91 w 95"/>
                  <a:gd name="T37" fmla="*/ 175 h 200"/>
                  <a:gd name="T38" fmla="*/ 85 w 95"/>
                  <a:gd name="T39" fmla="*/ 174 h 200"/>
                  <a:gd name="T40" fmla="*/ 80 w 95"/>
                  <a:gd name="T41" fmla="*/ 166 h 200"/>
                  <a:gd name="T42" fmla="*/ 72 w 95"/>
                  <a:gd name="T43" fmla="*/ 159 h 200"/>
                  <a:gd name="T44" fmla="*/ 68 w 95"/>
                  <a:gd name="T45" fmla="*/ 147 h 200"/>
                  <a:gd name="T46" fmla="*/ 67 w 95"/>
                  <a:gd name="T47" fmla="*/ 136 h 200"/>
                  <a:gd name="T48" fmla="*/ 65 w 95"/>
                  <a:gd name="T49" fmla="*/ 125 h 200"/>
                  <a:gd name="T50" fmla="*/ 67 w 95"/>
                  <a:gd name="T51" fmla="*/ 121 h 200"/>
                  <a:gd name="T52" fmla="*/ 70 w 95"/>
                  <a:gd name="T53" fmla="*/ 121 h 200"/>
                  <a:gd name="T54" fmla="*/ 78 w 95"/>
                  <a:gd name="T55" fmla="*/ 127 h 200"/>
                  <a:gd name="T56" fmla="*/ 87 w 95"/>
                  <a:gd name="T57" fmla="*/ 133 h 200"/>
                  <a:gd name="T58" fmla="*/ 85 w 95"/>
                  <a:gd name="T59" fmla="*/ 125 h 200"/>
                  <a:gd name="T60" fmla="*/ 78 w 95"/>
                  <a:gd name="T61" fmla="*/ 116 h 200"/>
                  <a:gd name="T62" fmla="*/ 72 w 95"/>
                  <a:gd name="T63" fmla="*/ 108 h 200"/>
                  <a:gd name="T64" fmla="*/ 68 w 95"/>
                  <a:gd name="T65" fmla="*/ 101 h 200"/>
                  <a:gd name="T66" fmla="*/ 61 w 95"/>
                  <a:gd name="T67" fmla="*/ 86 h 200"/>
                  <a:gd name="T68" fmla="*/ 52 w 95"/>
                  <a:gd name="T69" fmla="*/ 75 h 200"/>
                  <a:gd name="T70" fmla="*/ 46 w 95"/>
                  <a:gd name="T71" fmla="*/ 67 h 200"/>
                  <a:gd name="T72" fmla="*/ 42 w 95"/>
                  <a:gd name="T73" fmla="*/ 62 h 200"/>
                  <a:gd name="T74" fmla="*/ 37 w 95"/>
                  <a:gd name="T75" fmla="*/ 54 h 200"/>
                  <a:gd name="T76" fmla="*/ 39 w 95"/>
                  <a:gd name="T77" fmla="*/ 52 h 200"/>
                  <a:gd name="T78" fmla="*/ 39 w 95"/>
                  <a:gd name="T79" fmla="*/ 43 h 200"/>
                  <a:gd name="T80" fmla="*/ 28 w 95"/>
                  <a:gd name="T81" fmla="*/ 23 h 200"/>
                  <a:gd name="T82" fmla="*/ 20 w 95"/>
                  <a:gd name="T83" fmla="*/ 17 h 200"/>
                  <a:gd name="T84" fmla="*/ 16 w 95"/>
                  <a:gd name="T85" fmla="*/ 8 h 200"/>
                  <a:gd name="T86" fmla="*/ 9 w 95"/>
                  <a:gd name="T87" fmla="*/ 0 h 200"/>
                  <a:gd name="T88" fmla="*/ 7 w 95"/>
                  <a:gd name="T89" fmla="*/ 6 h 200"/>
                  <a:gd name="T90" fmla="*/ 0 w 95"/>
                  <a:gd name="T91" fmla="*/ 4 h 200"/>
                  <a:gd name="T92" fmla="*/ 11 w 95"/>
                  <a:gd name="T93" fmla="*/ 13 h 200"/>
                  <a:gd name="T94" fmla="*/ 13 w 95"/>
                  <a:gd name="T95" fmla="*/ 23 h 200"/>
                  <a:gd name="T96" fmla="*/ 15 w 95"/>
                  <a:gd name="T97" fmla="*/ 24 h 200"/>
                  <a:gd name="T98" fmla="*/ 7 w 95"/>
                  <a:gd name="T99" fmla="*/ 23 h 200"/>
                  <a:gd name="T100" fmla="*/ 9 w 95"/>
                  <a:gd name="T101" fmla="*/ 34 h 200"/>
                  <a:gd name="T102" fmla="*/ 15 w 95"/>
                  <a:gd name="T103" fmla="*/ 47 h 200"/>
                  <a:gd name="T104" fmla="*/ 18 w 95"/>
                  <a:gd name="T105" fmla="*/ 60 h 200"/>
                  <a:gd name="T106" fmla="*/ 24 w 95"/>
                  <a:gd name="T107" fmla="*/ 6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5" h="200">
                    <a:moveTo>
                      <a:pt x="29" y="75"/>
                    </a:moveTo>
                    <a:lnTo>
                      <a:pt x="31" y="75"/>
                    </a:lnTo>
                    <a:lnTo>
                      <a:pt x="35" y="79"/>
                    </a:lnTo>
                    <a:lnTo>
                      <a:pt x="35" y="84"/>
                    </a:lnTo>
                    <a:lnTo>
                      <a:pt x="35" y="88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41" y="95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101"/>
                    </a:lnTo>
                    <a:lnTo>
                      <a:pt x="44" y="106"/>
                    </a:lnTo>
                    <a:lnTo>
                      <a:pt x="46" y="108"/>
                    </a:lnTo>
                    <a:lnTo>
                      <a:pt x="46" y="112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1"/>
                    </a:lnTo>
                    <a:lnTo>
                      <a:pt x="48" y="125"/>
                    </a:lnTo>
                    <a:lnTo>
                      <a:pt x="50" y="131"/>
                    </a:lnTo>
                    <a:lnTo>
                      <a:pt x="50" y="133"/>
                    </a:lnTo>
                    <a:lnTo>
                      <a:pt x="50" y="136"/>
                    </a:lnTo>
                    <a:lnTo>
                      <a:pt x="54" y="140"/>
                    </a:lnTo>
                    <a:lnTo>
                      <a:pt x="57" y="146"/>
                    </a:lnTo>
                    <a:lnTo>
                      <a:pt x="57" y="147"/>
                    </a:lnTo>
                    <a:lnTo>
                      <a:pt x="59" y="151"/>
                    </a:lnTo>
                    <a:lnTo>
                      <a:pt x="59" y="157"/>
                    </a:lnTo>
                    <a:lnTo>
                      <a:pt x="61" y="162"/>
                    </a:lnTo>
                    <a:lnTo>
                      <a:pt x="63" y="166"/>
                    </a:lnTo>
                    <a:lnTo>
                      <a:pt x="63" y="168"/>
                    </a:lnTo>
                    <a:lnTo>
                      <a:pt x="67" y="174"/>
                    </a:lnTo>
                    <a:lnTo>
                      <a:pt x="67" y="175"/>
                    </a:lnTo>
                    <a:lnTo>
                      <a:pt x="67" y="179"/>
                    </a:lnTo>
                    <a:lnTo>
                      <a:pt x="67" y="185"/>
                    </a:lnTo>
                    <a:lnTo>
                      <a:pt x="68" y="188"/>
                    </a:lnTo>
                    <a:lnTo>
                      <a:pt x="70" y="192"/>
                    </a:lnTo>
                    <a:lnTo>
                      <a:pt x="72" y="196"/>
                    </a:lnTo>
                    <a:lnTo>
                      <a:pt x="78" y="200"/>
                    </a:lnTo>
                    <a:lnTo>
                      <a:pt x="78" y="194"/>
                    </a:lnTo>
                    <a:lnTo>
                      <a:pt x="78" y="190"/>
                    </a:lnTo>
                    <a:lnTo>
                      <a:pt x="78" y="188"/>
                    </a:lnTo>
                    <a:lnTo>
                      <a:pt x="76" y="185"/>
                    </a:lnTo>
                    <a:lnTo>
                      <a:pt x="76" y="181"/>
                    </a:lnTo>
                    <a:lnTo>
                      <a:pt x="78" y="179"/>
                    </a:lnTo>
                    <a:lnTo>
                      <a:pt x="78" y="181"/>
                    </a:lnTo>
                    <a:lnTo>
                      <a:pt x="82" y="183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5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5" y="194"/>
                    </a:lnTo>
                    <a:lnTo>
                      <a:pt x="95" y="190"/>
                    </a:lnTo>
                    <a:lnTo>
                      <a:pt x="95" y="188"/>
                    </a:lnTo>
                    <a:lnTo>
                      <a:pt x="95" y="185"/>
                    </a:lnTo>
                    <a:lnTo>
                      <a:pt x="95" y="181"/>
                    </a:lnTo>
                    <a:lnTo>
                      <a:pt x="91" y="179"/>
                    </a:lnTo>
                    <a:lnTo>
                      <a:pt x="91" y="175"/>
                    </a:lnTo>
                    <a:lnTo>
                      <a:pt x="89" y="174"/>
                    </a:lnTo>
                    <a:lnTo>
                      <a:pt x="87" y="174"/>
                    </a:lnTo>
                    <a:lnTo>
                      <a:pt x="85" y="174"/>
                    </a:lnTo>
                    <a:lnTo>
                      <a:pt x="82" y="172"/>
                    </a:lnTo>
                    <a:lnTo>
                      <a:pt x="82" y="170"/>
                    </a:lnTo>
                    <a:lnTo>
                      <a:pt x="80" y="166"/>
                    </a:lnTo>
                    <a:lnTo>
                      <a:pt x="76" y="162"/>
                    </a:lnTo>
                    <a:lnTo>
                      <a:pt x="74" y="162"/>
                    </a:lnTo>
                    <a:lnTo>
                      <a:pt x="72" y="159"/>
                    </a:lnTo>
                    <a:lnTo>
                      <a:pt x="70" y="155"/>
                    </a:lnTo>
                    <a:lnTo>
                      <a:pt x="68" y="151"/>
                    </a:lnTo>
                    <a:lnTo>
                      <a:pt x="68" y="147"/>
                    </a:lnTo>
                    <a:lnTo>
                      <a:pt x="68" y="144"/>
                    </a:lnTo>
                    <a:lnTo>
                      <a:pt x="68" y="138"/>
                    </a:lnTo>
                    <a:lnTo>
                      <a:pt x="67" y="136"/>
                    </a:lnTo>
                    <a:lnTo>
                      <a:pt x="67" y="131"/>
                    </a:lnTo>
                    <a:lnTo>
                      <a:pt x="67" y="129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8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6" y="123"/>
                    </a:lnTo>
                    <a:lnTo>
                      <a:pt x="78" y="127"/>
                    </a:lnTo>
                    <a:lnTo>
                      <a:pt x="82" y="127"/>
                    </a:lnTo>
                    <a:lnTo>
                      <a:pt x="83" y="129"/>
                    </a:lnTo>
                    <a:lnTo>
                      <a:pt x="87" y="133"/>
                    </a:lnTo>
                    <a:lnTo>
                      <a:pt x="91" y="134"/>
                    </a:lnTo>
                    <a:lnTo>
                      <a:pt x="89" y="129"/>
                    </a:lnTo>
                    <a:lnTo>
                      <a:pt x="85" y="125"/>
                    </a:lnTo>
                    <a:lnTo>
                      <a:pt x="82" y="123"/>
                    </a:lnTo>
                    <a:lnTo>
                      <a:pt x="80" y="120"/>
                    </a:lnTo>
                    <a:lnTo>
                      <a:pt x="78" y="116"/>
                    </a:lnTo>
                    <a:lnTo>
                      <a:pt x="78" y="114"/>
                    </a:lnTo>
                    <a:lnTo>
                      <a:pt x="76" y="112"/>
                    </a:lnTo>
                    <a:lnTo>
                      <a:pt x="72" y="108"/>
                    </a:lnTo>
                    <a:lnTo>
                      <a:pt x="72" y="105"/>
                    </a:lnTo>
                    <a:lnTo>
                      <a:pt x="70" y="103"/>
                    </a:lnTo>
                    <a:lnTo>
                      <a:pt x="68" y="101"/>
                    </a:lnTo>
                    <a:lnTo>
                      <a:pt x="65" y="95"/>
                    </a:lnTo>
                    <a:lnTo>
                      <a:pt x="61" y="90"/>
                    </a:lnTo>
                    <a:lnTo>
                      <a:pt x="61" y="86"/>
                    </a:lnTo>
                    <a:lnTo>
                      <a:pt x="55" y="80"/>
                    </a:lnTo>
                    <a:lnTo>
                      <a:pt x="54" y="75"/>
                    </a:lnTo>
                    <a:lnTo>
                      <a:pt x="52" y="75"/>
                    </a:lnTo>
                    <a:lnTo>
                      <a:pt x="52" y="71"/>
                    </a:lnTo>
                    <a:lnTo>
                      <a:pt x="50" y="67"/>
                    </a:lnTo>
                    <a:lnTo>
                      <a:pt x="46" y="67"/>
                    </a:lnTo>
                    <a:lnTo>
                      <a:pt x="46" y="65"/>
                    </a:lnTo>
                    <a:lnTo>
                      <a:pt x="44" y="64"/>
                    </a:lnTo>
                    <a:lnTo>
                      <a:pt x="42" y="62"/>
                    </a:lnTo>
                    <a:lnTo>
                      <a:pt x="41" y="60"/>
                    </a:lnTo>
                    <a:lnTo>
                      <a:pt x="39" y="56"/>
                    </a:lnTo>
                    <a:lnTo>
                      <a:pt x="37" y="54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9" y="52"/>
                    </a:lnTo>
                    <a:lnTo>
                      <a:pt x="37" y="45"/>
                    </a:lnTo>
                    <a:lnTo>
                      <a:pt x="37" y="41"/>
                    </a:lnTo>
                    <a:lnTo>
                      <a:pt x="39" y="43"/>
                    </a:lnTo>
                    <a:lnTo>
                      <a:pt x="33" y="32"/>
                    </a:lnTo>
                    <a:lnTo>
                      <a:pt x="31" y="26"/>
                    </a:lnTo>
                    <a:lnTo>
                      <a:pt x="28" y="23"/>
                    </a:lnTo>
                    <a:lnTo>
                      <a:pt x="26" y="23"/>
                    </a:lnTo>
                    <a:lnTo>
                      <a:pt x="26" y="21"/>
                    </a:lnTo>
                    <a:lnTo>
                      <a:pt x="20" y="17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5" y="10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1" y="21"/>
                    </a:lnTo>
                    <a:lnTo>
                      <a:pt x="7" y="23"/>
                    </a:lnTo>
                    <a:lnTo>
                      <a:pt x="5" y="28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2" y="67"/>
                    </a:lnTo>
                    <a:lnTo>
                      <a:pt x="29" y="7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8" name="Freeform 6146">
                <a:extLst>
                  <a:ext uri="{FF2B5EF4-FFF2-40B4-BE49-F238E27FC236}">
                    <a16:creationId xmlns:a16="http://schemas.microsoft.com/office/drawing/2014/main" id="{DB7CE2D6-F917-4010-B1C1-D9FDE0A2A5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1" y="1330"/>
                <a:ext cx="20" cy="20"/>
              </a:xfrm>
              <a:custGeom>
                <a:avLst/>
                <a:gdLst>
                  <a:gd name="T0" fmla="*/ 6 w 11"/>
                  <a:gd name="T1" fmla="*/ 6 h 11"/>
                  <a:gd name="T2" fmla="*/ 5 w 11"/>
                  <a:gd name="T3" fmla="*/ 7 h 11"/>
                  <a:gd name="T4" fmla="*/ 4 w 11"/>
                  <a:gd name="T5" fmla="*/ 7 h 11"/>
                  <a:gd name="T6" fmla="*/ 3 w 11"/>
                  <a:gd name="T7" fmla="*/ 7 h 11"/>
                  <a:gd name="T8" fmla="*/ 4 w 11"/>
                  <a:gd name="T9" fmla="*/ 5 h 11"/>
                  <a:gd name="T10" fmla="*/ 5 w 11"/>
                  <a:gd name="T11" fmla="*/ 4 h 11"/>
                  <a:gd name="T12" fmla="*/ 5 w 11"/>
                  <a:gd name="T13" fmla="*/ 2 h 11"/>
                  <a:gd name="T14" fmla="*/ 3 w 11"/>
                  <a:gd name="T15" fmla="*/ 1 h 11"/>
                  <a:gd name="T16" fmla="*/ 1 w 11"/>
                  <a:gd name="T17" fmla="*/ 0 h 11"/>
                  <a:gd name="T18" fmla="*/ 0 w 11"/>
                  <a:gd name="T19" fmla="*/ 3 h 11"/>
                  <a:gd name="T20" fmla="*/ 0 w 11"/>
                  <a:gd name="T21" fmla="*/ 4 h 11"/>
                  <a:gd name="T22" fmla="*/ 0 w 11"/>
                  <a:gd name="T23" fmla="*/ 5 h 11"/>
                  <a:gd name="T24" fmla="*/ 3 w 11"/>
                  <a:gd name="T25" fmla="*/ 7 h 11"/>
                  <a:gd name="T26" fmla="*/ 2 w 11"/>
                  <a:gd name="T27" fmla="*/ 8 h 11"/>
                  <a:gd name="T28" fmla="*/ 4 w 11"/>
                  <a:gd name="T29" fmla="*/ 9 h 11"/>
                  <a:gd name="T30" fmla="*/ 5 w 11"/>
                  <a:gd name="T31" fmla="*/ 11 h 11"/>
                  <a:gd name="T32" fmla="*/ 5 w 11"/>
                  <a:gd name="T33" fmla="*/ 11 h 11"/>
                  <a:gd name="T34" fmla="*/ 7 w 11"/>
                  <a:gd name="T35" fmla="*/ 10 h 11"/>
                  <a:gd name="T36" fmla="*/ 8 w 11"/>
                  <a:gd name="T37" fmla="*/ 10 h 11"/>
                  <a:gd name="T38" fmla="*/ 10 w 11"/>
                  <a:gd name="T39" fmla="*/ 10 h 11"/>
                  <a:gd name="T40" fmla="*/ 11 w 11"/>
                  <a:gd name="T41" fmla="*/ 9 h 11"/>
                  <a:gd name="T42" fmla="*/ 10 w 11"/>
                  <a:gd name="T43" fmla="*/ 7 h 11"/>
                  <a:gd name="T44" fmla="*/ 9 w 11"/>
                  <a:gd name="T45" fmla="*/ 7 h 11"/>
                  <a:gd name="T46" fmla="*/ 9 w 11"/>
                  <a:gd name="T47" fmla="*/ 6 h 11"/>
                  <a:gd name="T48" fmla="*/ 7 w 11"/>
                  <a:gd name="T49" fmla="*/ 2 h 11"/>
                  <a:gd name="T50" fmla="*/ 6 w 11"/>
                  <a:gd name="T51" fmla="*/ 4 h 11"/>
                  <a:gd name="T52" fmla="*/ 6 w 11"/>
                  <a:gd name="T5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11">
                    <a:moveTo>
                      <a:pt x="6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9" name="Freeform 6147">
                <a:extLst>
                  <a:ext uri="{FF2B5EF4-FFF2-40B4-BE49-F238E27FC236}">
                    <a16:creationId xmlns:a16="http://schemas.microsoft.com/office/drawing/2014/main" id="{CC64C781-F60A-48F9-8681-258DF19E0C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5" y="1324"/>
                <a:ext cx="13" cy="13"/>
              </a:xfrm>
              <a:custGeom>
                <a:avLst/>
                <a:gdLst>
                  <a:gd name="T0" fmla="*/ 8 w 13"/>
                  <a:gd name="T1" fmla="*/ 13 h 13"/>
                  <a:gd name="T2" fmla="*/ 11 w 13"/>
                  <a:gd name="T3" fmla="*/ 9 h 13"/>
                  <a:gd name="T4" fmla="*/ 13 w 13"/>
                  <a:gd name="T5" fmla="*/ 6 h 13"/>
                  <a:gd name="T6" fmla="*/ 11 w 13"/>
                  <a:gd name="T7" fmla="*/ 2 h 13"/>
                  <a:gd name="T8" fmla="*/ 9 w 13"/>
                  <a:gd name="T9" fmla="*/ 2 h 13"/>
                  <a:gd name="T10" fmla="*/ 8 w 13"/>
                  <a:gd name="T11" fmla="*/ 0 h 13"/>
                  <a:gd name="T12" fmla="*/ 6 w 13"/>
                  <a:gd name="T13" fmla="*/ 0 h 13"/>
                  <a:gd name="T14" fmla="*/ 2 w 13"/>
                  <a:gd name="T15" fmla="*/ 2 h 13"/>
                  <a:gd name="T16" fmla="*/ 4 w 13"/>
                  <a:gd name="T17" fmla="*/ 6 h 13"/>
                  <a:gd name="T18" fmla="*/ 4 w 13"/>
                  <a:gd name="T19" fmla="*/ 6 h 13"/>
                  <a:gd name="T20" fmla="*/ 0 w 13"/>
                  <a:gd name="T21" fmla="*/ 9 h 13"/>
                  <a:gd name="T22" fmla="*/ 4 w 13"/>
                  <a:gd name="T23" fmla="*/ 11 h 13"/>
                  <a:gd name="T24" fmla="*/ 8 w 13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8" y="13"/>
                    </a:move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0" name="Freeform 6148">
                <a:extLst>
                  <a:ext uri="{FF2B5EF4-FFF2-40B4-BE49-F238E27FC236}">
                    <a16:creationId xmlns:a16="http://schemas.microsoft.com/office/drawing/2014/main" id="{3ADB4E3A-80E0-48D8-B764-8F887F01728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7" y="1311"/>
                <a:ext cx="19" cy="13"/>
              </a:xfrm>
              <a:custGeom>
                <a:avLst/>
                <a:gdLst>
                  <a:gd name="T0" fmla="*/ 3 w 10"/>
                  <a:gd name="T1" fmla="*/ 6 h 7"/>
                  <a:gd name="T2" fmla="*/ 4 w 10"/>
                  <a:gd name="T3" fmla="*/ 5 h 7"/>
                  <a:gd name="T4" fmla="*/ 3 w 10"/>
                  <a:gd name="T5" fmla="*/ 3 h 7"/>
                  <a:gd name="T6" fmla="*/ 3 w 10"/>
                  <a:gd name="T7" fmla="*/ 3 h 7"/>
                  <a:gd name="T8" fmla="*/ 4 w 10"/>
                  <a:gd name="T9" fmla="*/ 5 h 7"/>
                  <a:gd name="T10" fmla="*/ 6 w 10"/>
                  <a:gd name="T11" fmla="*/ 5 h 7"/>
                  <a:gd name="T12" fmla="*/ 6 w 10"/>
                  <a:gd name="T13" fmla="*/ 4 h 7"/>
                  <a:gd name="T14" fmla="*/ 6 w 10"/>
                  <a:gd name="T15" fmla="*/ 5 h 7"/>
                  <a:gd name="T16" fmla="*/ 6 w 10"/>
                  <a:gd name="T17" fmla="*/ 6 h 7"/>
                  <a:gd name="T18" fmla="*/ 7 w 10"/>
                  <a:gd name="T19" fmla="*/ 7 h 7"/>
                  <a:gd name="T20" fmla="*/ 8 w 10"/>
                  <a:gd name="T21" fmla="*/ 7 h 7"/>
                  <a:gd name="T22" fmla="*/ 9 w 10"/>
                  <a:gd name="T23" fmla="*/ 5 h 7"/>
                  <a:gd name="T24" fmla="*/ 9 w 10"/>
                  <a:gd name="T25" fmla="*/ 4 h 7"/>
                  <a:gd name="T26" fmla="*/ 9 w 10"/>
                  <a:gd name="T27" fmla="*/ 4 h 7"/>
                  <a:gd name="T28" fmla="*/ 10 w 10"/>
                  <a:gd name="T29" fmla="*/ 4 h 7"/>
                  <a:gd name="T30" fmla="*/ 10 w 10"/>
                  <a:gd name="T31" fmla="*/ 3 h 7"/>
                  <a:gd name="T32" fmla="*/ 9 w 10"/>
                  <a:gd name="T33" fmla="*/ 1 h 7"/>
                  <a:gd name="T34" fmla="*/ 7 w 10"/>
                  <a:gd name="T35" fmla="*/ 1 h 7"/>
                  <a:gd name="T36" fmla="*/ 6 w 10"/>
                  <a:gd name="T37" fmla="*/ 2 h 7"/>
                  <a:gd name="T38" fmla="*/ 7 w 10"/>
                  <a:gd name="T39" fmla="*/ 3 h 7"/>
                  <a:gd name="T40" fmla="*/ 6 w 10"/>
                  <a:gd name="T41" fmla="*/ 3 h 7"/>
                  <a:gd name="T42" fmla="*/ 6 w 10"/>
                  <a:gd name="T43" fmla="*/ 2 h 7"/>
                  <a:gd name="T44" fmla="*/ 4 w 10"/>
                  <a:gd name="T45" fmla="*/ 0 h 7"/>
                  <a:gd name="T46" fmla="*/ 3 w 10"/>
                  <a:gd name="T47" fmla="*/ 1 h 7"/>
                  <a:gd name="T48" fmla="*/ 3 w 10"/>
                  <a:gd name="T49" fmla="*/ 1 h 7"/>
                  <a:gd name="T50" fmla="*/ 1 w 10"/>
                  <a:gd name="T51" fmla="*/ 0 h 7"/>
                  <a:gd name="T52" fmla="*/ 1 w 10"/>
                  <a:gd name="T53" fmla="*/ 3 h 7"/>
                  <a:gd name="T54" fmla="*/ 0 w 10"/>
                  <a:gd name="T55" fmla="*/ 4 h 7"/>
                  <a:gd name="T56" fmla="*/ 1 w 10"/>
                  <a:gd name="T57" fmla="*/ 5 h 7"/>
                  <a:gd name="T58" fmla="*/ 3 w 10"/>
                  <a:gd name="T5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3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1" name="Freeform 6149">
                <a:extLst>
                  <a:ext uri="{FF2B5EF4-FFF2-40B4-BE49-F238E27FC236}">
                    <a16:creationId xmlns:a16="http://schemas.microsoft.com/office/drawing/2014/main" id="{E304E3F5-2F2E-4440-91FF-4456C2E4313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5" y="1261"/>
                <a:ext cx="7" cy="7"/>
              </a:xfrm>
              <a:custGeom>
                <a:avLst/>
                <a:gdLst>
                  <a:gd name="T0" fmla="*/ 0 w 7"/>
                  <a:gd name="T1" fmla="*/ 7 h 7"/>
                  <a:gd name="T2" fmla="*/ 4 w 7"/>
                  <a:gd name="T3" fmla="*/ 7 h 7"/>
                  <a:gd name="T4" fmla="*/ 5 w 7"/>
                  <a:gd name="T5" fmla="*/ 5 h 7"/>
                  <a:gd name="T6" fmla="*/ 7 w 7"/>
                  <a:gd name="T7" fmla="*/ 3 h 7"/>
                  <a:gd name="T8" fmla="*/ 5 w 7"/>
                  <a:gd name="T9" fmla="*/ 1 h 7"/>
                  <a:gd name="T10" fmla="*/ 4 w 7"/>
                  <a:gd name="T11" fmla="*/ 0 h 7"/>
                  <a:gd name="T12" fmla="*/ 2 w 7"/>
                  <a:gd name="T13" fmla="*/ 0 h 7"/>
                  <a:gd name="T14" fmla="*/ 0 w 7"/>
                  <a:gd name="T15" fmla="*/ 1 h 7"/>
                  <a:gd name="T16" fmla="*/ 0 w 7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2" name="Freeform 6150">
                <a:extLst>
                  <a:ext uri="{FF2B5EF4-FFF2-40B4-BE49-F238E27FC236}">
                    <a16:creationId xmlns:a16="http://schemas.microsoft.com/office/drawing/2014/main" id="{2AA69DD9-050E-464C-B0F2-DA1EEFF63E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73" y="1287"/>
                <a:ext cx="8" cy="7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4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1 h 4"/>
                  <a:gd name="T10" fmla="*/ 3 w 4"/>
                  <a:gd name="T11" fmla="*/ 0 h 4"/>
                  <a:gd name="T12" fmla="*/ 1 w 4"/>
                  <a:gd name="T13" fmla="*/ 0 h 4"/>
                  <a:gd name="T14" fmla="*/ 0 w 4"/>
                  <a:gd name="T15" fmla="*/ 1 h 4"/>
                  <a:gd name="T16" fmla="*/ 0 w 4"/>
                  <a:gd name="T17" fmla="*/ 3 h 4"/>
                  <a:gd name="T18" fmla="*/ 1 w 4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3" name="Freeform 6151">
                <a:extLst>
                  <a:ext uri="{FF2B5EF4-FFF2-40B4-BE49-F238E27FC236}">
                    <a16:creationId xmlns:a16="http://schemas.microsoft.com/office/drawing/2014/main" id="{AF587CBB-F0FA-4FAD-A242-A0A09E36B7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296"/>
                <a:ext cx="39" cy="52"/>
              </a:xfrm>
              <a:custGeom>
                <a:avLst/>
                <a:gdLst>
                  <a:gd name="T0" fmla="*/ 13 w 39"/>
                  <a:gd name="T1" fmla="*/ 24 h 52"/>
                  <a:gd name="T2" fmla="*/ 9 w 39"/>
                  <a:gd name="T3" fmla="*/ 24 h 52"/>
                  <a:gd name="T4" fmla="*/ 6 w 39"/>
                  <a:gd name="T5" fmla="*/ 22 h 52"/>
                  <a:gd name="T6" fmla="*/ 0 w 39"/>
                  <a:gd name="T7" fmla="*/ 22 h 52"/>
                  <a:gd name="T8" fmla="*/ 0 w 39"/>
                  <a:gd name="T9" fmla="*/ 26 h 52"/>
                  <a:gd name="T10" fmla="*/ 4 w 39"/>
                  <a:gd name="T11" fmla="*/ 30 h 52"/>
                  <a:gd name="T12" fmla="*/ 6 w 39"/>
                  <a:gd name="T13" fmla="*/ 30 h 52"/>
                  <a:gd name="T14" fmla="*/ 7 w 39"/>
                  <a:gd name="T15" fmla="*/ 34 h 52"/>
                  <a:gd name="T16" fmla="*/ 2 w 39"/>
                  <a:gd name="T17" fmla="*/ 35 h 52"/>
                  <a:gd name="T18" fmla="*/ 6 w 39"/>
                  <a:gd name="T19" fmla="*/ 45 h 52"/>
                  <a:gd name="T20" fmla="*/ 6 w 39"/>
                  <a:gd name="T21" fmla="*/ 50 h 52"/>
                  <a:gd name="T22" fmla="*/ 11 w 39"/>
                  <a:gd name="T23" fmla="*/ 48 h 52"/>
                  <a:gd name="T24" fmla="*/ 13 w 39"/>
                  <a:gd name="T25" fmla="*/ 45 h 52"/>
                  <a:gd name="T26" fmla="*/ 15 w 39"/>
                  <a:gd name="T27" fmla="*/ 50 h 52"/>
                  <a:gd name="T28" fmla="*/ 19 w 39"/>
                  <a:gd name="T29" fmla="*/ 50 h 52"/>
                  <a:gd name="T30" fmla="*/ 20 w 39"/>
                  <a:gd name="T31" fmla="*/ 45 h 52"/>
                  <a:gd name="T32" fmla="*/ 24 w 39"/>
                  <a:gd name="T33" fmla="*/ 45 h 52"/>
                  <a:gd name="T34" fmla="*/ 24 w 39"/>
                  <a:gd name="T35" fmla="*/ 35 h 52"/>
                  <a:gd name="T36" fmla="*/ 24 w 39"/>
                  <a:gd name="T37" fmla="*/ 34 h 52"/>
                  <a:gd name="T38" fmla="*/ 30 w 39"/>
                  <a:gd name="T39" fmla="*/ 32 h 52"/>
                  <a:gd name="T40" fmla="*/ 32 w 39"/>
                  <a:gd name="T41" fmla="*/ 28 h 52"/>
                  <a:gd name="T42" fmla="*/ 30 w 39"/>
                  <a:gd name="T43" fmla="*/ 26 h 52"/>
                  <a:gd name="T44" fmla="*/ 28 w 39"/>
                  <a:gd name="T45" fmla="*/ 26 h 52"/>
                  <a:gd name="T46" fmla="*/ 28 w 39"/>
                  <a:gd name="T47" fmla="*/ 22 h 52"/>
                  <a:gd name="T48" fmla="*/ 30 w 39"/>
                  <a:gd name="T49" fmla="*/ 24 h 52"/>
                  <a:gd name="T50" fmla="*/ 33 w 39"/>
                  <a:gd name="T51" fmla="*/ 24 h 52"/>
                  <a:gd name="T52" fmla="*/ 39 w 39"/>
                  <a:gd name="T53" fmla="*/ 21 h 52"/>
                  <a:gd name="T54" fmla="*/ 37 w 39"/>
                  <a:gd name="T55" fmla="*/ 15 h 52"/>
                  <a:gd name="T56" fmla="*/ 35 w 39"/>
                  <a:gd name="T57" fmla="*/ 11 h 52"/>
                  <a:gd name="T58" fmla="*/ 32 w 39"/>
                  <a:gd name="T59" fmla="*/ 9 h 52"/>
                  <a:gd name="T60" fmla="*/ 30 w 39"/>
                  <a:gd name="T61" fmla="*/ 6 h 52"/>
                  <a:gd name="T62" fmla="*/ 30 w 39"/>
                  <a:gd name="T63" fmla="*/ 0 h 52"/>
                  <a:gd name="T64" fmla="*/ 24 w 39"/>
                  <a:gd name="T65" fmla="*/ 6 h 52"/>
                  <a:gd name="T66" fmla="*/ 20 w 39"/>
                  <a:gd name="T67" fmla="*/ 4 h 52"/>
                  <a:gd name="T68" fmla="*/ 17 w 39"/>
                  <a:gd name="T69" fmla="*/ 7 h 52"/>
                  <a:gd name="T70" fmla="*/ 19 w 39"/>
                  <a:gd name="T71" fmla="*/ 13 h 52"/>
                  <a:gd name="T72" fmla="*/ 22 w 39"/>
                  <a:gd name="T73" fmla="*/ 13 h 52"/>
                  <a:gd name="T74" fmla="*/ 17 w 39"/>
                  <a:gd name="T75" fmla="*/ 17 h 52"/>
                  <a:gd name="T76" fmla="*/ 17 w 39"/>
                  <a:gd name="T77" fmla="*/ 2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52">
                    <a:moveTo>
                      <a:pt x="15" y="21"/>
                    </a:moveTo>
                    <a:lnTo>
                      <a:pt x="13" y="24"/>
                    </a:lnTo>
                    <a:lnTo>
                      <a:pt x="11" y="24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2" y="35"/>
                    </a:lnTo>
                    <a:lnTo>
                      <a:pt x="4" y="43"/>
                    </a:lnTo>
                    <a:lnTo>
                      <a:pt x="6" y="45"/>
                    </a:lnTo>
                    <a:lnTo>
                      <a:pt x="4" y="47"/>
                    </a:lnTo>
                    <a:lnTo>
                      <a:pt x="6" y="50"/>
                    </a:lnTo>
                    <a:lnTo>
                      <a:pt x="7" y="48"/>
                    </a:lnTo>
                    <a:lnTo>
                      <a:pt x="11" y="48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5" y="45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0"/>
                    </a:lnTo>
                    <a:lnTo>
                      <a:pt x="20" y="47"/>
                    </a:lnTo>
                    <a:lnTo>
                      <a:pt x="20" y="45"/>
                    </a:lnTo>
                    <a:lnTo>
                      <a:pt x="20" y="47"/>
                    </a:lnTo>
                    <a:lnTo>
                      <a:pt x="24" y="45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2" y="34"/>
                    </a:lnTo>
                    <a:lnTo>
                      <a:pt x="24" y="34"/>
                    </a:lnTo>
                    <a:lnTo>
                      <a:pt x="26" y="34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0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7" y="21"/>
                    </a:lnTo>
                    <a:lnTo>
                      <a:pt x="39" y="21"/>
                    </a:lnTo>
                    <a:lnTo>
                      <a:pt x="39" y="19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28" y="9"/>
                    </a:lnTo>
                    <a:lnTo>
                      <a:pt x="30" y="6"/>
                    </a:lnTo>
                    <a:lnTo>
                      <a:pt x="30" y="2"/>
                    </a:lnTo>
                    <a:lnTo>
                      <a:pt x="30" y="0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9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5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4" name="Freeform 6152">
                <a:extLst>
                  <a:ext uri="{FF2B5EF4-FFF2-40B4-BE49-F238E27FC236}">
                    <a16:creationId xmlns:a16="http://schemas.microsoft.com/office/drawing/2014/main" id="{006459E8-0DA9-4834-804A-9B4C43B926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1" y="1307"/>
                <a:ext cx="39" cy="28"/>
              </a:xfrm>
              <a:custGeom>
                <a:avLst/>
                <a:gdLst>
                  <a:gd name="T0" fmla="*/ 3 w 39"/>
                  <a:gd name="T1" fmla="*/ 23 h 28"/>
                  <a:gd name="T2" fmla="*/ 7 w 39"/>
                  <a:gd name="T3" fmla="*/ 21 h 28"/>
                  <a:gd name="T4" fmla="*/ 9 w 39"/>
                  <a:gd name="T5" fmla="*/ 23 h 28"/>
                  <a:gd name="T6" fmla="*/ 11 w 39"/>
                  <a:gd name="T7" fmla="*/ 24 h 28"/>
                  <a:gd name="T8" fmla="*/ 13 w 39"/>
                  <a:gd name="T9" fmla="*/ 26 h 28"/>
                  <a:gd name="T10" fmla="*/ 15 w 39"/>
                  <a:gd name="T11" fmla="*/ 23 h 28"/>
                  <a:gd name="T12" fmla="*/ 15 w 39"/>
                  <a:gd name="T13" fmla="*/ 21 h 28"/>
                  <a:gd name="T14" fmla="*/ 15 w 39"/>
                  <a:gd name="T15" fmla="*/ 21 h 28"/>
                  <a:gd name="T16" fmla="*/ 16 w 39"/>
                  <a:gd name="T17" fmla="*/ 23 h 28"/>
                  <a:gd name="T18" fmla="*/ 18 w 39"/>
                  <a:gd name="T19" fmla="*/ 26 h 28"/>
                  <a:gd name="T20" fmla="*/ 22 w 39"/>
                  <a:gd name="T21" fmla="*/ 28 h 28"/>
                  <a:gd name="T22" fmla="*/ 22 w 39"/>
                  <a:gd name="T23" fmla="*/ 24 h 28"/>
                  <a:gd name="T24" fmla="*/ 20 w 39"/>
                  <a:gd name="T25" fmla="*/ 21 h 28"/>
                  <a:gd name="T26" fmla="*/ 20 w 39"/>
                  <a:gd name="T27" fmla="*/ 17 h 28"/>
                  <a:gd name="T28" fmla="*/ 18 w 39"/>
                  <a:gd name="T29" fmla="*/ 15 h 28"/>
                  <a:gd name="T30" fmla="*/ 16 w 39"/>
                  <a:gd name="T31" fmla="*/ 15 h 28"/>
                  <a:gd name="T32" fmla="*/ 16 w 39"/>
                  <a:gd name="T33" fmla="*/ 13 h 28"/>
                  <a:gd name="T34" fmla="*/ 18 w 39"/>
                  <a:gd name="T35" fmla="*/ 11 h 28"/>
                  <a:gd name="T36" fmla="*/ 20 w 39"/>
                  <a:gd name="T37" fmla="*/ 10 h 28"/>
                  <a:gd name="T38" fmla="*/ 24 w 39"/>
                  <a:gd name="T39" fmla="*/ 8 h 28"/>
                  <a:gd name="T40" fmla="*/ 26 w 39"/>
                  <a:gd name="T41" fmla="*/ 8 h 28"/>
                  <a:gd name="T42" fmla="*/ 26 w 39"/>
                  <a:gd name="T43" fmla="*/ 8 h 28"/>
                  <a:gd name="T44" fmla="*/ 28 w 39"/>
                  <a:gd name="T45" fmla="*/ 10 h 28"/>
                  <a:gd name="T46" fmla="*/ 31 w 39"/>
                  <a:gd name="T47" fmla="*/ 11 h 28"/>
                  <a:gd name="T48" fmla="*/ 35 w 39"/>
                  <a:gd name="T49" fmla="*/ 11 h 28"/>
                  <a:gd name="T50" fmla="*/ 37 w 39"/>
                  <a:gd name="T51" fmla="*/ 10 h 28"/>
                  <a:gd name="T52" fmla="*/ 39 w 39"/>
                  <a:gd name="T53" fmla="*/ 10 h 28"/>
                  <a:gd name="T54" fmla="*/ 37 w 39"/>
                  <a:gd name="T55" fmla="*/ 6 h 28"/>
                  <a:gd name="T56" fmla="*/ 33 w 39"/>
                  <a:gd name="T57" fmla="*/ 6 h 28"/>
                  <a:gd name="T58" fmla="*/ 26 w 39"/>
                  <a:gd name="T59" fmla="*/ 0 h 28"/>
                  <a:gd name="T60" fmla="*/ 18 w 39"/>
                  <a:gd name="T61" fmla="*/ 0 h 28"/>
                  <a:gd name="T62" fmla="*/ 15 w 39"/>
                  <a:gd name="T63" fmla="*/ 0 h 28"/>
                  <a:gd name="T64" fmla="*/ 9 w 39"/>
                  <a:gd name="T65" fmla="*/ 6 h 28"/>
                  <a:gd name="T66" fmla="*/ 7 w 39"/>
                  <a:gd name="T67" fmla="*/ 8 h 28"/>
                  <a:gd name="T68" fmla="*/ 5 w 39"/>
                  <a:gd name="T69" fmla="*/ 10 h 28"/>
                  <a:gd name="T70" fmla="*/ 0 w 39"/>
                  <a:gd name="T71" fmla="*/ 13 h 28"/>
                  <a:gd name="T72" fmla="*/ 1 w 39"/>
                  <a:gd name="T73" fmla="*/ 21 h 28"/>
                  <a:gd name="T74" fmla="*/ 3 w 39"/>
                  <a:gd name="T75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" h="28">
                    <a:moveTo>
                      <a:pt x="3" y="23"/>
                    </a:moveTo>
                    <a:lnTo>
                      <a:pt x="7" y="21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3" y="26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6" y="23"/>
                    </a:lnTo>
                    <a:lnTo>
                      <a:pt x="18" y="26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0" y="21"/>
                    </a:lnTo>
                    <a:lnTo>
                      <a:pt x="20" y="17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8" y="11"/>
                    </a:lnTo>
                    <a:lnTo>
                      <a:pt x="20" y="10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31" y="11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37" y="6"/>
                    </a:lnTo>
                    <a:lnTo>
                      <a:pt x="33" y="6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0" y="13"/>
                    </a:lnTo>
                    <a:lnTo>
                      <a:pt x="1" y="21"/>
                    </a:lnTo>
                    <a:lnTo>
                      <a:pt x="3" y="2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5" name="Freeform 6153">
                <a:extLst>
                  <a:ext uri="{FF2B5EF4-FFF2-40B4-BE49-F238E27FC236}">
                    <a16:creationId xmlns:a16="http://schemas.microsoft.com/office/drawing/2014/main" id="{2F767C78-FEC9-4177-B9BE-52DA4C476D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2" y="1242"/>
                <a:ext cx="13" cy="11"/>
              </a:xfrm>
              <a:custGeom>
                <a:avLst/>
                <a:gdLst>
                  <a:gd name="T0" fmla="*/ 1 w 7"/>
                  <a:gd name="T1" fmla="*/ 5 h 6"/>
                  <a:gd name="T2" fmla="*/ 1 w 7"/>
                  <a:gd name="T3" fmla="*/ 5 h 6"/>
                  <a:gd name="T4" fmla="*/ 2 w 7"/>
                  <a:gd name="T5" fmla="*/ 6 h 6"/>
                  <a:gd name="T6" fmla="*/ 3 w 7"/>
                  <a:gd name="T7" fmla="*/ 6 h 6"/>
                  <a:gd name="T8" fmla="*/ 4 w 7"/>
                  <a:gd name="T9" fmla="*/ 5 h 6"/>
                  <a:gd name="T10" fmla="*/ 5 w 7"/>
                  <a:gd name="T11" fmla="*/ 5 h 6"/>
                  <a:gd name="T12" fmla="*/ 6 w 7"/>
                  <a:gd name="T13" fmla="*/ 4 h 6"/>
                  <a:gd name="T14" fmla="*/ 7 w 7"/>
                  <a:gd name="T15" fmla="*/ 4 h 6"/>
                  <a:gd name="T16" fmla="*/ 6 w 7"/>
                  <a:gd name="T17" fmla="*/ 3 h 6"/>
                  <a:gd name="T18" fmla="*/ 6 w 7"/>
                  <a:gd name="T19" fmla="*/ 1 h 6"/>
                  <a:gd name="T20" fmla="*/ 4 w 7"/>
                  <a:gd name="T21" fmla="*/ 0 h 6"/>
                  <a:gd name="T22" fmla="*/ 3 w 7"/>
                  <a:gd name="T23" fmla="*/ 1 h 6"/>
                  <a:gd name="T24" fmla="*/ 1 w 7"/>
                  <a:gd name="T25" fmla="*/ 1 h 6"/>
                  <a:gd name="T26" fmla="*/ 0 w 7"/>
                  <a:gd name="T27" fmla="*/ 2 h 6"/>
                  <a:gd name="T28" fmla="*/ 0 w 7"/>
                  <a:gd name="T29" fmla="*/ 3 h 6"/>
                  <a:gd name="T30" fmla="*/ 1 w 7"/>
                  <a:gd name="T31" fmla="*/ 4 h 6"/>
                  <a:gd name="T32" fmla="*/ 1 w 7"/>
                  <a:gd name="T3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6" name="Freeform 6154">
                <a:extLst>
                  <a:ext uri="{FF2B5EF4-FFF2-40B4-BE49-F238E27FC236}">
                    <a16:creationId xmlns:a16="http://schemas.microsoft.com/office/drawing/2014/main" id="{B1233370-ADFF-4B66-980D-7848ACB9CAF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07" y="1253"/>
                <a:ext cx="41" cy="56"/>
              </a:xfrm>
              <a:custGeom>
                <a:avLst/>
                <a:gdLst>
                  <a:gd name="T0" fmla="*/ 4 w 22"/>
                  <a:gd name="T1" fmla="*/ 23 h 30"/>
                  <a:gd name="T2" fmla="*/ 6 w 22"/>
                  <a:gd name="T3" fmla="*/ 22 h 30"/>
                  <a:gd name="T4" fmla="*/ 4 w 22"/>
                  <a:gd name="T5" fmla="*/ 24 h 30"/>
                  <a:gd name="T6" fmla="*/ 2 w 22"/>
                  <a:gd name="T7" fmla="*/ 26 h 30"/>
                  <a:gd name="T8" fmla="*/ 5 w 22"/>
                  <a:gd name="T9" fmla="*/ 28 h 30"/>
                  <a:gd name="T10" fmla="*/ 9 w 22"/>
                  <a:gd name="T11" fmla="*/ 28 h 30"/>
                  <a:gd name="T12" fmla="*/ 12 w 22"/>
                  <a:gd name="T13" fmla="*/ 30 h 30"/>
                  <a:gd name="T14" fmla="*/ 15 w 22"/>
                  <a:gd name="T15" fmla="*/ 30 h 30"/>
                  <a:gd name="T16" fmla="*/ 15 w 22"/>
                  <a:gd name="T17" fmla="*/ 26 h 30"/>
                  <a:gd name="T18" fmla="*/ 17 w 22"/>
                  <a:gd name="T19" fmla="*/ 27 h 30"/>
                  <a:gd name="T20" fmla="*/ 18 w 22"/>
                  <a:gd name="T21" fmla="*/ 23 h 30"/>
                  <a:gd name="T22" fmla="*/ 22 w 22"/>
                  <a:gd name="T23" fmla="*/ 23 h 30"/>
                  <a:gd name="T24" fmla="*/ 22 w 22"/>
                  <a:gd name="T25" fmla="*/ 20 h 30"/>
                  <a:gd name="T26" fmla="*/ 19 w 22"/>
                  <a:gd name="T27" fmla="*/ 19 h 30"/>
                  <a:gd name="T28" fmla="*/ 18 w 22"/>
                  <a:gd name="T29" fmla="*/ 20 h 30"/>
                  <a:gd name="T30" fmla="*/ 20 w 22"/>
                  <a:gd name="T31" fmla="*/ 18 h 30"/>
                  <a:gd name="T32" fmla="*/ 18 w 22"/>
                  <a:gd name="T33" fmla="*/ 14 h 30"/>
                  <a:gd name="T34" fmla="*/ 15 w 22"/>
                  <a:gd name="T35" fmla="*/ 15 h 30"/>
                  <a:gd name="T36" fmla="*/ 17 w 22"/>
                  <a:gd name="T37" fmla="*/ 18 h 30"/>
                  <a:gd name="T38" fmla="*/ 12 w 22"/>
                  <a:gd name="T39" fmla="*/ 16 h 30"/>
                  <a:gd name="T40" fmla="*/ 15 w 22"/>
                  <a:gd name="T41" fmla="*/ 14 h 30"/>
                  <a:gd name="T42" fmla="*/ 14 w 22"/>
                  <a:gd name="T43" fmla="*/ 10 h 30"/>
                  <a:gd name="T44" fmla="*/ 12 w 22"/>
                  <a:gd name="T45" fmla="*/ 8 h 30"/>
                  <a:gd name="T46" fmla="*/ 14 w 22"/>
                  <a:gd name="T47" fmla="*/ 6 h 30"/>
                  <a:gd name="T48" fmla="*/ 13 w 22"/>
                  <a:gd name="T49" fmla="*/ 3 h 30"/>
                  <a:gd name="T50" fmla="*/ 13 w 22"/>
                  <a:gd name="T51" fmla="*/ 2 h 30"/>
                  <a:gd name="T52" fmla="*/ 11 w 22"/>
                  <a:gd name="T53" fmla="*/ 3 h 30"/>
                  <a:gd name="T54" fmla="*/ 8 w 22"/>
                  <a:gd name="T55" fmla="*/ 4 h 30"/>
                  <a:gd name="T56" fmla="*/ 7 w 22"/>
                  <a:gd name="T57" fmla="*/ 7 h 30"/>
                  <a:gd name="T58" fmla="*/ 10 w 22"/>
                  <a:gd name="T59" fmla="*/ 8 h 30"/>
                  <a:gd name="T60" fmla="*/ 9 w 22"/>
                  <a:gd name="T61" fmla="*/ 8 h 30"/>
                  <a:gd name="T62" fmla="*/ 5 w 22"/>
                  <a:gd name="T63" fmla="*/ 11 h 30"/>
                  <a:gd name="T64" fmla="*/ 8 w 22"/>
                  <a:gd name="T65" fmla="*/ 13 h 30"/>
                  <a:gd name="T66" fmla="*/ 3 w 22"/>
                  <a:gd name="T67" fmla="*/ 15 h 30"/>
                  <a:gd name="T68" fmla="*/ 7 w 22"/>
                  <a:gd name="T69" fmla="*/ 17 h 30"/>
                  <a:gd name="T70" fmla="*/ 10 w 22"/>
                  <a:gd name="T71" fmla="*/ 18 h 30"/>
                  <a:gd name="T72" fmla="*/ 15 w 22"/>
                  <a:gd name="T73" fmla="*/ 22 h 30"/>
                  <a:gd name="T74" fmla="*/ 10 w 22"/>
                  <a:gd name="T75" fmla="*/ 19 h 30"/>
                  <a:gd name="T76" fmla="*/ 6 w 22"/>
                  <a:gd name="T77" fmla="*/ 18 h 30"/>
                  <a:gd name="T78" fmla="*/ 1 w 22"/>
                  <a:gd name="T79" fmla="*/ 20 h 30"/>
                  <a:gd name="T80" fmla="*/ 18 w 22"/>
                  <a:gd name="T81" fmla="*/ 23 h 30"/>
                  <a:gd name="T82" fmla="*/ 10 w 22"/>
                  <a:gd name="T83" fmla="*/ 15 h 30"/>
                  <a:gd name="T84" fmla="*/ 12 w 22"/>
                  <a:gd name="T85" fmla="*/ 13 h 30"/>
                  <a:gd name="T86" fmla="*/ 12 w 22"/>
                  <a:gd name="T87" fmla="*/ 12 h 30"/>
                  <a:gd name="T88" fmla="*/ 11 w 22"/>
                  <a:gd name="T89" fmla="*/ 26 h 30"/>
                  <a:gd name="T90" fmla="*/ 11 w 22"/>
                  <a:gd name="T91" fmla="*/ 26 h 30"/>
                  <a:gd name="T92" fmla="*/ 9 w 22"/>
                  <a:gd name="T93" fmla="*/ 25 h 30"/>
                  <a:gd name="T94" fmla="*/ 8 w 22"/>
                  <a:gd name="T95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30">
                    <a:moveTo>
                      <a:pt x="0" y="21"/>
                    </a:moveTo>
                    <a:cubicBezTo>
                      <a:pt x="2" y="22"/>
                      <a:pt x="2" y="22"/>
                      <a:pt x="2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lnTo>
                      <a:pt x="0" y="21"/>
                    </a:lnTo>
                    <a:close/>
                    <a:moveTo>
                      <a:pt x="18" y="22"/>
                    </a:move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2"/>
                      <a:pt x="17" y="22"/>
                      <a:pt x="17" y="22"/>
                    </a:cubicBezTo>
                    <a:lnTo>
                      <a:pt x="18" y="22"/>
                    </a:lnTo>
                    <a:close/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lose/>
                    <a:moveTo>
                      <a:pt x="12" y="13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11" y="26"/>
                    </a:moveTo>
                    <a:cubicBezTo>
                      <a:pt x="11" y="26"/>
                      <a:pt x="11" y="26"/>
                      <a:pt x="11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5"/>
                      <a:pt x="10" y="25"/>
                      <a:pt x="10" y="25"/>
                    </a:cubicBezTo>
                    <a:lnTo>
                      <a:pt x="11" y="26"/>
                    </a:lnTo>
                    <a:close/>
                    <a:moveTo>
                      <a:pt x="8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4"/>
                      <a:pt x="7" y="24"/>
                      <a:pt x="7" y="24"/>
                    </a:cubicBezTo>
                    <a:lnTo>
                      <a:pt x="8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7" name="Freeform 6155">
                <a:extLst>
                  <a:ext uri="{FF2B5EF4-FFF2-40B4-BE49-F238E27FC236}">
                    <a16:creationId xmlns:a16="http://schemas.microsoft.com/office/drawing/2014/main" id="{0DFAE647-6304-4163-BD13-5628559A09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06" y="1630"/>
                <a:ext cx="13" cy="15"/>
              </a:xfrm>
              <a:custGeom>
                <a:avLst/>
                <a:gdLst>
                  <a:gd name="T0" fmla="*/ 13 w 13"/>
                  <a:gd name="T1" fmla="*/ 3 h 15"/>
                  <a:gd name="T2" fmla="*/ 9 w 13"/>
                  <a:gd name="T3" fmla="*/ 3 h 15"/>
                  <a:gd name="T4" fmla="*/ 9 w 13"/>
                  <a:gd name="T5" fmla="*/ 2 h 15"/>
                  <a:gd name="T6" fmla="*/ 5 w 13"/>
                  <a:gd name="T7" fmla="*/ 0 h 15"/>
                  <a:gd name="T8" fmla="*/ 1 w 13"/>
                  <a:gd name="T9" fmla="*/ 0 h 15"/>
                  <a:gd name="T10" fmla="*/ 0 w 13"/>
                  <a:gd name="T11" fmla="*/ 3 h 15"/>
                  <a:gd name="T12" fmla="*/ 0 w 13"/>
                  <a:gd name="T13" fmla="*/ 5 h 15"/>
                  <a:gd name="T14" fmla="*/ 3 w 13"/>
                  <a:gd name="T15" fmla="*/ 7 h 15"/>
                  <a:gd name="T16" fmla="*/ 3 w 13"/>
                  <a:gd name="T17" fmla="*/ 7 h 15"/>
                  <a:gd name="T18" fmla="*/ 5 w 13"/>
                  <a:gd name="T19" fmla="*/ 7 h 15"/>
                  <a:gd name="T20" fmla="*/ 5 w 13"/>
                  <a:gd name="T21" fmla="*/ 9 h 15"/>
                  <a:gd name="T22" fmla="*/ 7 w 13"/>
                  <a:gd name="T23" fmla="*/ 11 h 15"/>
                  <a:gd name="T24" fmla="*/ 11 w 13"/>
                  <a:gd name="T25" fmla="*/ 13 h 15"/>
                  <a:gd name="T26" fmla="*/ 13 w 13"/>
                  <a:gd name="T27" fmla="*/ 15 h 15"/>
                  <a:gd name="T28" fmla="*/ 13 w 13"/>
                  <a:gd name="T29" fmla="*/ 11 h 15"/>
                  <a:gd name="T30" fmla="*/ 13 w 13"/>
                  <a:gd name="T31" fmla="*/ 9 h 15"/>
                  <a:gd name="T32" fmla="*/ 13 w 13"/>
                  <a:gd name="T33" fmla="*/ 7 h 15"/>
                  <a:gd name="T34" fmla="*/ 13 w 13"/>
                  <a:gd name="T3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5">
                    <a:moveTo>
                      <a:pt x="13" y="3"/>
                    </a:moveTo>
                    <a:lnTo>
                      <a:pt x="9" y="3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8" name="Freeform 6156">
                <a:extLst>
                  <a:ext uri="{FF2B5EF4-FFF2-40B4-BE49-F238E27FC236}">
                    <a16:creationId xmlns:a16="http://schemas.microsoft.com/office/drawing/2014/main" id="{986105DD-7247-49D0-BFA2-A6CC0865D0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23" y="1311"/>
                <a:ext cx="15" cy="7"/>
              </a:xfrm>
              <a:custGeom>
                <a:avLst/>
                <a:gdLst>
                  <a:gd name="T0" fmla="*/ 5 w 15"/>
                  <a:gd name="T1" fmla="*/ 2 h 7"/>
                  <a:gd name="T2" fmla="*/ 4 w 15"/>
                  <a:gd name="T3" fmla="*/ 0 h 7"/>
                  <a:gd name="T4" fmla="*/ 2 w 15"/>
                  <a:gd name="T5" fmla="*/ 0 h 7"/>
                  <a:gd name="T6" fmla="*/ 0 w 15"/>
                  <a:gd name="T7" fmla="*/ 4 h 7"/>
                  <a:gd name="T8" fmla="*/ 2 w 15"/>
                  <a:gd name="T9" fmla="*/ 6 h 7"/>
                  <a:gd name="T10" fmla="*/ 5 w 15"/>
                  <a:gd name="T11" fmla="*/ 6 h 7"/>
                  <a:gd name="T12" fmla="*/ 7 w 15"/>
                  <a:gd name="T13" fmla="*/ 7 h 7"/>
                  <a:gd name="T14" fmla="*/ 9 w 15"/>
                  <a:gd name="T15" fmla="*/ 7 h 7"/>
                  <a:gd name="T16" fmla="*/ 13 w 15"/>
                  <a:gd name="T17" fmla="*/ 6 h 7"/>
                  <a:gd name="T18" fmla="*/ 15 w 15"/>
                  <a:gd name="T19" fmla="*/ 2 h 7"/>
                  <a:gd name="T20" fmla="*/ 11 w 15"/>
                  <a:gd name="T21" fmla="*/ 2 h 7"/>
                  <a:gd name="T22" fmla="*/ 7 w 15"/>
                  <a:gd name="T23" fmla="*/ 2 h 7"/>
                  <a:gd name="T24" fmla="*/ 5 w 15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7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3" y="6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9" name="Freeform 6157">
                <a:extLst>
                  <a:ext uri="{FF2B5EF4-FFF2-40B4-BE49-F238E27FC236}">
                    <a16:creationId xmlns:a16="http://schemas.microsoft.com/office/drawing/2014/main" id="{831F66F5-F739-472F-B57F-78D987570A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17" y="1249"/>
                <a:ext cx="15" cy="10"/>
              </a:xfrm>
              <a:custGeom>
                <a:avLst/>
                <a:gdLst>
                  <a:gd name="T0" fmla="*/ 1 w 8"/>
                  <a:gd name="T1" fmla="*/ 5 h 5"/>
                  <a:gd name="T2" fmla="*/ 2 w 8"/>
                  <a:gd name="T3" fmla="*/ 5 h 5"/>
                  <a:gd name="T4" fmla="*/ 5 w 8"/>
                  <a:gd name="T5" fmla="*/ 5 h 5"/>
                  <a:gd name="T6" fmla="*/ 7 w 8"/>
                  <a:gd name="T7" fmla="*/ 4 h 5"/>
                  <a:gd name="T8" fmla="*/ 8 w 8"/>
                  <a:gd name="T9" fmla="*/ 3 h 5"/>
                  <a:gd name="T10" fmla="*/ 7 w 8"/>
                  <a:gd name="T11" fmla="*/ 1 h 5"/>
                  <a:gd name="T12" fmla="*/ 5 w 8"/>
                  <a:gd name="T13" fmla="*/ 0 h 5"/>
                  <a:gd name="T14" fmla="*/ 2 w 8"/>
                  <a:gd name="T15" fmla="*/ 0 h 5"/>
                  <a:gd name="T16" fmla="*/ 0 w 8"/>
                  <a:gd name="T17" fmla="*/ 2 h 5"/>
                  <a:gd name="T18" fmla="*/ 0 w 8"/>
                  <a:gd name="T19" fmla="*/ 4 h 5"/>
                  <a:gd name="T20" fmla="*/ 1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0" name="Freeform 6158">
                <a:extLst>
                  <a:ext uri="{FF2B5EF4-FFF2-40B4-BE49-F238E27FC236}">
                    <a16:creationId xmlns:a16="http://schemas.microsoft.com/office/drawing/2014/main" id="{93BBBC40-A05D-4D14-9AB0-F2DA96CD760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89" y="1423"/>
                <a:ext cx="126" cy="231"/>
              </a:xfrm>
              <a:custGeom>
                <a:avLst/>
                <a:gdLst>
                  <a:gd name="T0" fmla="*/ 8 w 68"/>
                  <a:gd name="T1" fmla="*/ 52 h 124"/>
                  <a:gd name="T2" fmla="*/ 11 w 68"/>
                  <a:gd name="T3" fmla="*/ 58 h 124"/>
                  <a:gd name="T4" fmla="*/ 8 w 68"/>
                  <a:gd name="T5" fmla="*/ 61 h 124"/>
                  <a:gd name="T6" fmla="*/ 8 w 68"/>
                  <a:gd name="T7" fmla="*/ 64 h 124"/>
                  <a:gd name="T8" fmla="*/ 7 w 68"/>
                  <a:gd name="T9" fmla="*/ 68 h 124"/>
                  <a:gd name="T10" fmla="*/ 5 w 68"/>
                  <a:gd name="T11" fmla="*/ 71 h 124"/>
                  <a:gd name="T12" fmla="*/ 8 w 68"/>
                  <a:gd name="T13" fmla="*/ 74 h 124"/>
                  <a:gd name="T14" fmla="*/ 8 w 68"/>
                  <a:gd name="T15" fmla="*/ 77 h 124"/>
                  <a:gd name="T16" fmla="*/ 8 w 68"/>
                  <a:gd name="T17" fmla="*/ 79 h 124"/>
                  <a:gd name="T18" fmla="*/ 5 w 68"/>
                  <a:gd name="T19" fmla="*/ 86 h 124"/>
                  <a:gd name="T20" fmla="*/ 3 w 68"/>
                  <a:gd name="T21" fmla="*/ 87 h 124"/>
                  <a:gd name="T22" fmla="*/ 5 w 68"/>
                  <a:gd name="T23" fmla="*/ 92 h 124"/>
                  <a:gd name="T24" fmla="*/ 7 w 68"/>
                  <a:gd name="T25" fmla="*/ 96 h 124"/>
                  <a:gd name="T26" fmla="*/ 4 w 68"/>
                  <a:gd name="T27" fmla="*/ 99 h 124"/>
                  <a:gd name="T28" fmla="*/ 1 w 68"/>
                  <a:gd name="T29" fmla="*/ 104 h 124"/>
                  <a:gd name="T30" fmla="*/ 5 w 68"/>
                  <a:gd name="T31" fmla="*/ 112 h 124"/>
                  <a:gd name="T32" fmla="*/ 11 w 68"/>
                  <a:gd name="T33" fmla="*/ 111 h 124"/>
                  <a:gd name="T34" fmla="*/ 18 w 68"/>
                  <a:gd name="T35" fmla="*/ 114 h 124"/>
                  <a:gd name="T36" fmla="*/ 18 w 68"/>
                  <a:gd name="T37" fmla="*/ 117 h 124"/>
                  <a:gd name="T38" fmla="*/ 22 w 68"/>
                  <a:gd name="T39" fmla="*/ 121 h 124"/>
                  <a:gd name="T40" fmla="*/ 28 w 68"/>
                  <a:gd name="T41" fmla="*/ 124 h 124"/>
                  <a:gd name="T42" fmla="*/ 33 w 68"/>
                  <a:gd name="T43" fmla="*/ 123 h 124"/>
                  <a:gd name="T44" fmla="*/ 37 w 68"/>
                  <a:gd name="T45" fmla="*/ 122 h 124"/>
                  <a:gd name="T46" fmla="*/ 38 w 68"/>
                  <a:gd name="T47" fmla="*/ 124 h 124"/>
                  <a:gd name="T48" fmla="*/ 42 w 68"/>
                  <a:gd name="T49" fmla="*/ 119 h 124"/>
                  <a:gd name="T50" fmla="*/ 38 w 68"/>
                  <a:gd name="T51" fmla="*/ 116 h 124"/>
                  <a:gd name="T52" fmla="*/ 31 w 68"/>
                  <a:gd name="T53" fmla="*/ 111 h 124"/>
                  <a:gd name="T54" fmla="*/ 24 w 68"/>
                  <a:gd name="T55" fmla="*/ 96 h 124"/>
                  <a:gd name="T56" fmla="*/ 23 w 68"/>
                  <a:gd name="T57" fmla="*/ 86 h 124"/>
                  <a:gd name="T58" fmla="*/ 24 w 68"/>
                  <a:gd name="T59" fmla="*/ 79 h 124"/>
                  <a:gd name="T60" fmla="*/ 26 w 68"/>
                  <a:gd name="T61" fmla="*/ 75 h 124"/>
                  <a:gd name="T62" fmla="*/ 27 w 68"/>
                  <a:gd name="T63" fmla="*/ 70 h 124"/>
                  <a:gd name="T64" fmla="*/ 29 w 68"/>
                  <a:gd name="T65" fmla="*/ 64 h 124"/>
                  <a:gd name="T66" fmla="*/ 29 w 68"/>
                  <a:gd name="T67" fmla="*/ 58 h 124"/>
                  <a:gd name="T68" fmla="*/ 29 w 68"/>
                  <a:gd name="T69" fmla="*/ 53 h 124"/>
                  <a:gd name="T70" fmla="*/ 33 w 68"/>
                  <a:gd name="T71" fmla="*/ 54 h 124"/>
                  <a:gd name="T72" fmla="*/ 36 w 68"/>
                  <a:gd name="T73" fmla="*/ 49 h 124"/>
                  <a:gd name="T74" fmla="*/ 38 w 68"/>
                  <a:gd name="T75" fmla="*/ 44 h 124"/>
                  <a:gd name="T76" fmla="*/ 44 w 68"/>
                  <a:gd name="T77" fmla="*/ 36 h 124"/>
                  <a:gd name="T78" fmla="*/ 53 w 68"/>
                  <a:gd name="T79" fmla="*/ 26 h 124"/>
                  <a:gd name="T80" fmla="*/ 62 w 68"/>
                  <a:gd name="T81" fmla="*/ 20 h 124"/>
                  <a:gd name="T82" fmla="*/ 67 w 68"/>
                  <a:gd name="T83" fmla="*/ 15 h 124"/>
                  <a:gd name="T84" fmla="*/ 67 w 68"/>
                  <a:gd name="T85" fmla="*/ 9 h 124"/>
                  <a:gd name="T86" fmla="*/ 64 w 68"/>
                  <a:gd name="T87" fmla="*/ 4 h 124"/>
                  <a:gd name="T88" fmla="*/ 61 w 68"/>
                  <a:gd name="T89" fmla="*/ 0 h 124"/>
                  <a:gd name="T90" fmla="*/ 53 w 68"/>
                  <a:gd name="T91" fmla="*/ 3 h 124"/>
                  <a:gd name="T92" fmla="*/ 49 w 68"/>
                  <a:gd name="T93" fmla="*/ 7 h 124"/>
                  <a:gd name="T94" fmla="*/ 48 w 68"/>
                  <a:gd name="T95" fmla="*/ 11 h 124"/>
                  <a:gd name="T96" fmla="*/ 43 w 68"/>
                  <a:gd name="T97" fmla="*/ 16 h 124"/>
                  <a:gd name="T98" fmla="*/ 38 w 68"/>
                  <a:gd name="T99" fmla="*/ 19 h 124"/>
                  <a:gd name="T100" fmla="*/ 35 w 68"/>
                  <a:gd name="T101" fmla="*/ 20 h 124"/>
                  <a:gd name="T102" fmla="*/ 28 w 68"/>
                  <a:gd name="T103" fmla="*/ 21 h 124"/>
                  <a:gd name="T104" fmla="*/ 24 w 68"/>
                  <a:gd name="T105" fmla="*/ 25 h 124"/>
                  <a:gd name="T106" fmla="*/ 21 w 68"/>
                  <a:gd name="T107" fmla="*/ 29 h 124"/>
                  <a:gd name="T108" fmla="*/ 17 w 68"/>
                  <a:gd name="T109" fmla="*/ 29 h 124"/>
                  <a:gd name="T110" fmla="*/ 17 w 68"/>
                  <a:gd name="T111" fmla="*/ 35 h 124"/>
                  <a:gd name="T112" fmla="*/ 15 w 68"/>
                  <a:gd name="T113" fmla="*/ 41 h 124"/>
                  <a:gd name="T114" fmla="*/ 17 w 68"/>
                  <a:gd name="T115" fmla="*/ 42 h 124"/>
                  <a:gd name="T116" fmla="*/ 11 w 68"/>
                  <a:gd name="T117" fmla="*/ 44 h 124"/>
                  <a:gd name="T118" fmla="*/ 8 w 68"/>
                  <a:gd name="T119" fmla="*/ 46 h 124"/>
                  <a:gd name="T120" fmla="*/ 20 w 68"/>
                  <a:gd name="T121" fmla="*/ 78 h 124"/>
                  <a:gd name="T122" fmla="*/ 20 w 68"/>
                  <a:gd name="T123" fmla="*/ 31 h 124"/>
                  <a:gd name="T124" fmla="*/ 19 w 68"/>
                  <a:gd name="T125" fmla="*/ 3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124">
                    <a:moveTo>
                      <a:pt x="6" y="49"/>
                    </a:moveTo>
                    <a:cubicBezTo>
                      <a:pt x="8" y="50"/>
                      <a:pt x="8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9"/>
                      <a:pt x="17" y="119"/>
                      <a:pt x="17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20" y="120"/>
                      <a:pt x="20" y="120"/>
                      <a:pt x="20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6" y="122"/>
                      <a:pt x="26" y="122"/>
                      <a:pt x="26" y="122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2"/>
                      <a:pt x="33" y="122"/>
                      <a:pt x="33" y="122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2" y="111"/>
                      <a:pt x="32" y="111"/>
                      <a:pt x="32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05"/>
                      <a:pt x="27" y="105"/>
                      <a:pt x="27" y="105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lnTo>
                      <a:pt x="6" y="49"/>
                    </a:lnTo>
                    <a:close/>
                    <a:moveTo>
                      <a:pt x="20" y="78"/>
                    </a:moveTo>
                    <a:cubicBezTo>
                      <a:pt x="19" y="78"/>
                      <a:pt x="19" y="78"/>
                      <a:pt x="19" y="78"/>
                    </a:cubicBezTo>
                    <a:cubicBezTo>
                      <a:pt x="20" y="78"/>
                      <a:pt x="20" y="78"/>
                      <a:pt x="20" y="78"/>
                    </a:cubicBezTo>
                    <a:cubicBezTo>
                      <a:pt x="21" y="78"/>
                      <a:pt x="21" y="78"/>
                      <a:pt x="21" y="78"/>
                    </a:cubicBezTo>
                    <a:lnTo>
                      <a:pt x="20" y="78"/>
                    </a:lnTo>
                    <a:close/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19" y="31"/>
                      <a:pt x="19" y="31"/>
                      <a:pt x="19" y="31"/>
                    </a:cubicBezTo>
                    <a:lnTo>
                      <a:pt x="20" y="31"/>
                    </a:lnTo>
                    <a:close/>
                    <a:moveTo>
                      <a:pt x="19" y="31"/>
                    </a:move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1" name="Freeform 6159">
                <a:extLst>
                  <a:ext uri="{FF2B5EF4-FFF2-40B4-BE49-F238E27FC236}">
                    <a16:creationId xmlns:a16="http://schemas.microsoft.com/office/drawing/2014/main" id="{0CA8232D-9DCD-4707-91C4-2CB38249DF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55" y="1276"/>
                <a:ext cx="28" cy="37"/>
              </a:xfrm>
              <a:custGeom>
                <a:avLst/>
                <a:gdLst>
                  <a:gd name="T0" fmla="*/ 6 w 28"/>
                  <a:gd name="T1" fmla="*/ 11 h 37"/>
                  <a:gd name="T2" fmla="*/ 10 w 28"/>
                  <a:gd name="T3" fmla="*/ 13 h 37"/>
                  <a:gd name="T4" fmla="*/ 12 w 28"/>
                  <a:gd name="T5" fmla="*/ 11 h 37"/>
                  <a:gd name="T6" fmla="*/ 10 w 28"/>
                  <a:gd name="T7" fmla="*/ 14 h 37"/>
                  <a:gd name="T8" fmla="*/ 8 w 28"/>
                  <a:gd name="T9" fmla="*/ 14 h 37"/>
                  <a:gd name="T10" fmla="*/ 6 w 28"/>
                  <a:gd name="T11" fmla="*/ 13 h 37"/>
                  <a:gd name="T12" fmla="*/ 2 w 28"/>
                  <a:gd name="T13" fmla="*/ 14 h 37"/>
                  <a:gd name="T14" fmla="*/ 2 w 28"/>
                  <a:gd name="T15" fmla="*/ 16 h 37"/>
                  <a:gd name="T16" fmla="*/ 4 w 28"/>
                  <a:gd name="T17" fmla="*/ 20 h 37"/>
                  <a:gd name="T18" fmla="*/ 4 w 28"/>
                  <a:gd name="T19" fmla="*/ 27 h 37"/>
                  <a:gd name="T20" fmla="*/ 6 w 28"/>
                  <a:gd name="T21" fmla="*/ 31 h 37"/>
                  <a:gd name="T22" fmla="*/ 10 w 28"/>
                  <a:gd name="T23" fmla="*/ 37 h 37"/>
                  <a:gd name="T24" fmla="*/ 12 w 28"/>
                  <a:gd name="T25" fmla="*/ 37 h 37"/>
                  <a:gd name="T26" fmla="*/ 17 w 28"/>
                  <a:gd name="T27" fmla="*/ 35 h 37"/>
                  <a:gd name="T28" fmla="*/ 21 w 28"/>
                  <a:gd name="T29" fmla="*/ 35 h 37"/>
                  <a:gd name="T30" fmla="*/ 23 w 28"/>
                  <a:gd name="T31" fmla="*/ 33 h 37"/>
                  <a:gd name="T32" fmla="*/ 28 w 28"/>
                  <a:gd name="T33" fmla="*/ 31 h 37"/>
                  <a:gd name="T34" fmla="*/ 28 w 28"/>
                  <a:gd name="T35" fmla="*/ 29 h 37"/>
                  <a:gd name="T36" fmla="*/ 25 w 28"/>
                  <a:gd name="T37" fmla="*/ 27 h 37"/>
                  <a:gd name="T38" fmla="*/ 23 w 28"/>
                  <a:gd name="T39" fmla="*/ 24 h 37"/>
                  <a:gd name="T40" fmla="*/ 21 w 28"/>
                  <a:gd name="T41" fmla="*/ 22 h 37"/>
                  <a:gd name="T42" fmla="*/ 19 w 28"/>
                  <a:gd name="T43" fmla="*/ 20 h 37"/>
                  <a:gd name="T44" fmla="*/ 19 w 28"/>
                  <a:gd name="T45" fmla="*/ 18 h 37"/>
                  <a:gd name="T46" fmla="*/ 21 w 28"/>
                  <a:gd name="T47" fmla="*/ 18 h 37"/>
                  <a:gd name="T48" fmla="*/ 25 w 28"/>
                  <a:gd name="T49" fmla="*/ 18 h 37"/>
                  <a:gd name="T50" fmla="*/ 28 w 28"/>
                  <a:gd name="T51" fmla="*/ 16 h 37"/>
                  <a:gd name="T52" fmla="*/ 28 w 28"/>
                  <a:gd name="T53" fmla="*/ 13 h 37"/>
                  <a:gd name="T54" fmla="*/ 25 w 28"/>
                  <a:gd name="T55" fmla="*/ 9 h 37"/>
                  <a:gd name="T56" fmla="*/ 23 w 28"/>
                  <a:gd name="T57" fmla="*/ 9 h 37"/>
                  <a:gd name="T58" fmla="*/ 21 w 28"/>
                  <a:gd name="T59" fmla="*/ 3 h 37"/>
                  <a:gd name="T60" fmla="*/ 17 w 28"/>
                  <a:gd name="T61" fmla="*/ 7 h 37"/>
                  <a:gd name="T62" fmla="*/ 17 w 28"/>
                  <a:gd name="T63" fmla="*/ 9 h 37"/>
                  <a:gd name="T64" fmla="*/ 17 w 28"/>
                  <a:gd name="T65" fmla="*/ 11 h 37"/>
                  <a:gd name="T66" fmla="*/ 15 w 28"/>
                  <a:gd name="T67" fmla="*/ 11 h 37"/>
                  <a:gd name="T68" fmla="*/ 13 w 28"/>
                  <a:gd name="T69" fmla="*/ 11 h 37"/>
                  <a:gd name="T70" fmla="*/ 15 w 28"/>
                  <a:gd name="T71" fmla="*/ 7 h 37"/>
                  <a:gd name="T72" fmla="*/ 17 w 28"/>
                  <a:gd name="T73" fmla="*/ 7 h 37"/>
                  <a:gd name="T74" fmla="*/ 17 w 28"/>
                  <a:gd name="T75" fmla="*/ 3 h 37"/>
                  <a:gd name="T76" fmla="*/ 15 w 28"/>
                  <a:gd name="T77" fmla="*/ 1 h 37"/>
                  <a:gd name="T78" fmla="*/ 13 w 28"/>
                  <a:gd name="T79" fmla="*/ 0 h 37"/>
                  <a:gd name="T80" fmla="*/ 10 w 28"/>
                  <a:gd name="T81" fmla="*/ 0 h 37"/>
                  <a:gd name="T82" fmla="*/ 6 w 28"/>
                  <a:gd name="T83" fmla="*/ 1 h 37"/>
                  <a:gd name="T84" fmla="*/ 2 w 28"/>
                  <a:gd name="T85" fmla="*/ 3 h 37"/>
                  <a:gd name="T86" fmla="*/ 0 w 28"/>
                  <a:gd name="T87" fmla="*/ 5 h 37"/>
                  <a:gd name="T88" fmla="*/ 2 w 28"/>
                  <a:gd name="T89" fmla="*/ 9 h 37"/>
                  <a:gd name="T90" fmla="*/ 6 w 28"/>
                  <a:gd name="T91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7">
                    <a:moveTo>
                      <a:pt x="6" y="11"/>
                    </a:moveTo>
                    <a:lnTo>
                      <a:pt x="10" y="13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4" y="20"/>
                    </a:lnTo>
                    <a:lnTo>
                      <a:pt x="4" y="27"/>
                    </a:lnTo>
                    <a:lnTo>
                      <a:pt x="6" y="31"/>
                    </a:lnTo>
                    <a:lnTo>
                      <a:pt x="10" y="37"/>
                    </a:lnTo>
                    <a:lnTo>
                      <a:pt x="12" y="37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3" y="33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5" y="27"/>
                    </a:lnTo>
                    <a:lnTo>
                      <a:pt x="23" y="24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9" y="18"/>
                    </a:lnTo>
                    <a:lnTo>
                      <a:pt x="21" y="18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28" y="13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2" name="Freeform 6160">
                <a:extLst>
                  <a:ext uri="{FF2B5EF4-FFF2-40B4-BE49-F238E27FC236}">
                    <a16:creationId xmlns:a16="http://schemas.microsoft.com/office/drawing/2014/main" id="{F0505771-81C9-4D75-922A-9EA90AE523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6" y="1525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12 h 12"/>
                  <a:gd name="T4" fmla="*/ 4 w 11"/>
                  <a:gd name="T5" fmla="*/ 8 h 12"/>
                  <a:gd name="T6" fmla="*/ 6 w 11"/>
                  <a:gd name="T7" fmla="*/ 8 h 12"/>
                  <a:gd name="T8" fmla="*/ 9 w 11"/>
                  <a:gd name="T9" fmla="*/ 6 h 12"/>
                  <a:gd name="T10" fmla="*/ 9 w 11"/>
                  <a:gd name="T11" fmla="*/ 4 h 12"/>
                  <a:gd name="T12" fmla="*/ 9 w 11"/>
                  <a:gd name="T13" fmla="*/ 2 h 12"/>
                  <a:gd name="T14" fmla="*/ 11 w 11"/>
                  <a:gd name="T15" fmla="*/ 2 h 12"/>
                  <a:gd name="T16" fmla="*/ 9 w 11"/>
                  <a:gd name="T17" fmla="*/ 0 h 12"/>
                  <a:gd name="T18" fmla="*/ 6 w 11"/>
                  <a:gd name="T19" fmla="*/ 0 h 12"/>
                  <a:gd name="T20" fmla="*/ 2 w 11"/>
                  <a:gd name="T21" fmla="*/ 2 h 12"/>
                  <a:gd name="T22" fmla="*/ 0 w 11"/>
                  <a:gd name="T2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12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3" name="Freeform 6161">
                <a:extLst>
                  <a:ext uri="{FF2B5EF4-FFF2-40B4-BE49-F238E27FC236}">
                    <a16:creationId xmlns:a16="http://schemas.microsoft.com/office/drawing/2014/main" id="{A881D388-3EF1-418A-A788-CC52795819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7" y="1535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2 h 5"/>
                  <a:gd name="T6" fmla="*/ 8 w 11"/>
                  <a:gd name="T7" fmla="*/ 2 h 5"/>
                  <a:gd name="T8" fmla="*/ 4 w 11"/>
                  <a:gd name="T9" fmla="*/ 0 h 5"/>
                  <a:gd name="T10" fmla="*/ 0 w 11"/>
                  <a:gd name="T11" fmla="*/ 2 h 5"/>
                  <a:gd name="T12" fmla="*/ 4 w 11"/>
                  <a:gd name="T13" fmla="*/ 5 h 5"/>
                  <a:gd name="T14" fmla="*/ 9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4" name="Freeform 6162">
                <a:extLst>
                  <a:ext uri="{FF2B5EF4-FFF2-40B4-BE49-F238E27FC236}">
                    <a16:creationId xmlns:a16="http://schemas.microsoft.com/office/drawing/2014/main" id="{45BF5A80-2950-41CA-AB5C-2859EDD6F2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66" y="1535"/>
                <a:ext cx="20" cy="22"/>
              </a:xfrm>
              <a:custGeom>
                <a:avLst/>
                <a:gdLst>
                  <a:gd name="T0" fmla="*/ 2 w 20"/>
                  <a:gd name="T1" fmla="*/ 13 h 22"/>
                  <a:gd name="T2" fmla="*/ 2 w 20"/>
                  <a:gd name="T3" fmla="*/ 15 h 22"/>
                  <a:gd name="T4" fmla="*/ 2 w 20"/>
                  <a:gd name="T5" fmla="*/ 18 h 22"/>
                  <a:gd name="T6" fmla="*/ 5 w 20"/>
                  <a:gd name="T7" fmla="*/ 20 h 22"/>
                  <a:gd name="T8" fmla="*/ 7 w 20"/>
                  <a:gd name="T9" fmla="*/ 22 h 22"/>
                  <a:gd name="T10" fmla="*/ 7 w 20"/>
                  <a:gd name="T11" fmla="*/ 18 h 22"/>
                  <a:gd name="T12" fmla="*/ 7 w 20"/>
                  <a:gd name="T13" fmla="*/ 18 h 22"/>
                  <a:gd name="T14" fmla="*/ 7 w 20"/>
                  <a:gd name="T15" fmla="*/ 20 h 22"/>
                  <a:gd name="T16" fmla="*/ 9 w 20"/>
                  <a:gd name="T17" fmla="*/ 20 h 22"/>
                  <a:gd name="T18" fmla="*/ 11 w 20"/>
                  <a:gd name="T19" fmla="*/ 20 h 22"/>
                  <a:gd name="T20" fmla="*/ 15 w 20"/>
                  <a:gd name="T21" fmla="*/ 20 h 22"/>
                  <a:gd name="T22" fmla="*/ 15 w 20"/>
                  <a:gd name="T23" fmla="*/ 16 h 22"/>
                  <a:gd name="T24" fmla="*/ 16 w 20"/>
                  <a:gd name="T25" fmla="*/ 15 h 22"/>
                  <a:gd name="T26" fmla="*/ 20 w 20"/>
                  <a:gd name="T27" fmla="*/ 15 h 22"/>
                  <a:gd name="T28" fmla="*/ 20 w 20"/>
                  <a:gd name="T29" fmla="*/ 13 h 22"/>
                  <a:gd name="T30" fmla="*/ 18 w 20"/>
                  <a:gd name="T31" fmla="*/ 9 h 22"/>
                  <a:gd name="T32" fmla="*/ 16 w 20"/>
                  <a:gd name="T33" fmla="*/ 7 h 22"/>
                  <a:gd name="T34" fmla="*/ 15 w 20"/>
                  <a:gd name="T35" fmla="*/ 5 h 22"/>
                  <a:gd name="T36" fmla="*/ 13 w 20"/>
                  <a:gd name="T37" fmla="*/ 2 h 22"/>
                  <a:gd name="T38" fmla="*/ 11 w 20"/>
                  <a:gd name="T39" fmla="*/ 0 h 22"/>
                  <a:gd name="T40" fmla="*/ 7 w 20"/>
                  <a:gd name="T41" fmla="*/ 2 h 22"/>
                  <a:gd name="T42" fmla="*/ 5 w 20"/>
                  <a:gd name="T43" fmla="*/ 3 h 22"/>
                  <a:gd name="T44" fmla="*/ 3 w 20"/>
                  <a:gd name="T45" fmla="*/ 3 h 22"/>
                  <a:gd name="T46" fmla="*/ 0 w 20"/>
                  <a:gd name="T47" fmla="*/ 7 h 22"/>
                  <a:gd name="T48" fmla="*/ 0 w 20"/>
                  <a:gd name="T49" fmla="*/ 9 h 22"/>
                  <a:gd name="T50" fmla="*/ 2 w 20"/>
                  <a:gd name="T5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22">
                    <a:moveTo>
                      <a:pt x="2" y="13"/>
                    </a:moveTo>
                    <a:lnTo>
                      <a:pt x="2" y="15"/>
                    </a:lnTo>
                    <a:lnTo>
                      <a:pt x="2" y="18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6"/>
                    </a:lnTo>
                    <a:lnTo>
                      <a:pt x="16" y="15"/>
                    </a:lnTo>
                    <a:lnTo>
                      <a:pt x="20" y="15"/>
                    </a:lnTo>
                    <a:lnTo>
                      <a:pt x="20" y="13"/>
                    </a:lnTo>
                    <a:lnTo>
                      <a:pt x="18" y="9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5" name="Freeform 6163">
                <a:extLst>
                  <a:ext uri="{FF2B5EF4-FFF2-40B4-BE49-F238E27FC236}">
                    <a16:creationId xmlns:a16="http://schemas.microsoft.com/office/drawing/2014/main" id="{08468E45-2A2A-4B02-B288-21AC7DF7C6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86" y="167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0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2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6" name="Freeform 6164">
                <a:extLst>
                  <a:ext uri="{FF2B5EF4-FFF2-40B4-BE49-F238E27FC236}">
                    <a16:creationId xmlns:a16="http://schemas.microsoft.com/office/drawing/2014/main" id="{E76F37EE-FB89-4726-9BA0-682F58F7AFA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1542"/>
                <a:ext cx="9" cy="13"/>
              </a:xfrm>
              <a:custGeom>
                <a:avLst/>
                <a:gdLst>
                  <a:gd name="T0" fmla="*/ 9 w 9"/>
                  <a:gd name="T1" fmla="*/ 4 h 13"/>
                  <a:gd name="T2" fmla="*/ 8 w 9"/>
                  <a:gd name="T3" fmla="*/ 2 h 13"/>
                  <a:gd name="T4" fmla="*/ 4 w 9"/>
                  <a:gd name="T5" fmla="*/ 0 h 13"/>
                  <a:gd name="T6" fmla="*/ 0 w 9"/>
                  <a:gd name="T7" fmla="*/ 2 h 13"/>
                  <a:gd name="T8" fmla="*/ 0 w 9"/>
                  <a:gd name="T9" fmla="*/ 8 h 13"/>
                  <a:gd name="T10" fmla="*/ 2 w 9"/>
                  <a:gd name="T11" fmla="*/ 11 h 13"/>
                  <a:gd name="T12" fmla="*/ 4 w 9"/>
                  <a:gd name="T13" fmla="*/ 11 h 13"/>
                  <a:gd name="T14" fmla="*/ 6 w 9"/>
                  <a:gd name="T15" fmla="*/ 13 h 13"/>
                  <a:gd name="T16" fmla="*/ 9 w 9"/>
                  <a:gd name="T17" fmla="*/ 13 h 13"/>
                  <a:gd name="T18" fmla="*/ 8 w 9"/>
                  <a:gd name="T19" fmla="*/ 8 h 13"/>
                  <a:gd name="T20" fmla="*/ 8 w 9"/>
                  <a:gd name="T21" fmla="*/ 8 h 13"/>
                  <a:gd name="T22" fmla="*/ 8 w 9"/>
                  <a:gd name="T23" fmla="*/ 6 h 13"/>
                  <a:gd name="T24" fmla="*/ 9 w 9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7" name="Freeform 6165">
                <a:extLst>
                  <a:ext uri="{FF2B5EF4-FFF2-40B4-BE49-F238E27FC236}">
                    <a16:creationId xmlns:a16="http://schemas.microsoft.com/office/drawing/2014/main" id="{2CE2F99E-FA95-481E-9853-E383D3B476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03" y="1208"/>
                <a:ext cx="15" cy="10"/>
              </a:xfrm>
              <a:custGeom>
                <a:avLst/>
                <a:gdLst>
                  <a:gd name="T0" fmla="*/ 6 w 15"/>
                  <a:gd name="T1" fmla="*/ 10 h 10"/>
                  <a:gd name="T2" fmla="*/ 9 w 15"/>
                  <a:gd name="T3" fmla="*/ 8 h 10"/>
                  <a:gd name="T4" fmla="*/ 13 w 15"/>
                  <a:gd name="T5" fmla="*/ 6 h 10"/>
                  <a:gd name="T6" fmla="*/ 13 w 15"/>
                  <a:gd name="T7" fmla="*/ 4 h 10"/>
                  <a:gd name="T8" fmla="*/ 15 w 15"/>
                  <a:gd name="T9" fmla="*/ 0 h 10"/>
                  <a:gd name="T10" fmla="*/ 11 w 15"/>
                  <a:gd name="T11" fmla="*/ 0 h 10"/>
                  <a:gd name="T12" fmla="*/ 6 w 15"/>
                  <a:gd name="T13" fmla="*/ 0 h 10"/>
                  <a:gd name="T14" fmla="*/ 4 w 15"/>
                  <a:gd name="T15" fmla="*/ 2 h 10"/>
                  <a:gd name="T16" fmla="*/ 0 w 15"/>
                  <a:gd name="T17" fmla="*/ 6 h 10"/>
                  <a:gd name="T18" fmla="*/ 2 w 15"/>
                  <a:gd name="T19" fmla="*/ 8 h 10"/>
                  <a:gd name="T20" fmla="*/ 6 w 15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0">
                    <a:moveTo>
                      <a:pt x="6" y="10"/>
                    </a:moveTo>
                    <a:lnTo>
                      <a:pt x="9" y="8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8" name="Freeform 6166">
                <a:extLst>
                  <a:ext uri="{FF2B5EF4-FFF2-40B4-BE49-F238E27FC236}">
                    <a16:creationId xmlns:a16="http://schemas.microsoft.com/office/drawing/2014/main" id="{3F0D97F0-0F79-4EF8-8659-DE41F859D4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35" y="1193"/>
                <a:ext cx="54" cy="60"/>
              </a:xfrm>
              <a:custGeom>
                <a:avLst/>
                <a:gdLst>
                  <a:gd name="T0" fmla="*/ 1 w 54"/>
                  <a:gd name="T1" fmla="*/ 38 h 60"/>
                  <a:gd name="T2" fmla="*/ 3 w 54"/>
                  <a:gd name="T3" fmla="*/ 40 h 60"/>
                  <a:gd name="T4" fmla="*/ 5 w 54"/>
                  <a:gd name="T5" fmla="*/ 42 h 60"/>
                  <a:gd name="T6" fmla="*/ 3 w 54"/>
                  <a:gd name="T7" fmla="*/ 49 h 60"/>
                  <a:gd name="T8" fmla="*/ 1 w 54"/>
                  <a:gd name="T9" fmla="*/ 51 h 60"/>
                  <a:gd name="T10" fmla="*/ 1 w 54"/>
                  <a:gd name="T11" fmla="*/ 55 h 60"/>
                  <a:gd name="T12" fmla="*/ 3 w 54"/>
                  <a:gd name="T13" fmla="*/ 56 h 60"/>
                  <a:gd name="T14" fmla="*/ 5 w 54"/>
                  <a:gd name="T15" fmla="*/ 56 h 60"/>
                  <a:gd name="T16" fmla="*/ 7 w 54"/>
                  <a:gd name="T17" fmla="*/ 53 h 60"/>
                  <a:gd name="T18" fmla="*/ 9 w 54"/>
                  <a:gd name="T19" fmla="*/ 53 h 60"/>
                  <a:gd name="T20" fmla="*/ 11 w 54"/>
                  <a:gd name="T21" fmla="*/ 53 h 60"/>
                  <a:gd name="T22" fmla="*/ 11 w 54"/>
                  <a:gd name="T23" fmla="*/ 56 h 60"/>
                  <a:gd name="T24" fmla="*/ 16 w 54"/>
                  <a:gd name="T25" fmla="*/ 58 h 60"/>
                  <a:gd name="T26" fmla="*/ 18 w 54"/>
                  <a:gd name="T27" fmla="*/ 58 h 60"/>
                  <a:gd name="T28" fmla="*/ 20 w 54"/>
                  <a:gd name="T29" fmla="*/ 58 h 60"/>
                  <a:gd name="T30" fmla="*/ 22 w 54"/>
                  <a:gd name="T31" fmla="*/ 58 h 60"/>
                  <a:gd name="T32" fmla="*/ 24 w 54"/>
                  <a:gd name="T33" fmla="*/ 60 h 60"/>
                  <a:gd name="T34" fmla="*/ 29 w 54"/>
                  <a:gd name="T35" fmla="*/ 60 h 60"/>
                  <a:gd name="T36" fmla="*/ 31 w 54"/>
                  <a:gd name="T37" fmla="*/ 60 h 60"/>
                  <a:gd name="T38" fmla="*/ 37 w 54"/>
                  <a:gd name="T39" fmla="*/ 58 h 60"/>
                  <a:gd name="T40" fmla="*/ 39 w 54"/>
                  <a:gd name="T41" fmla="*/ 55 h 60"/>
                  <a:gd name="T42" fmla="*/ 41 w 54"/>
                  <a:gd name="T43" fmla="*/ 51 h 60"/>
                  <a:gd name="T44" fmla="*/ 42 w 54"/>
                  <a:gd name="T45" fmla="*/ 49 h 60"/>
                  <a:gd name="T46" fmla="*/ 48 w 54"/>
                  <a:gd name="T47" fmla="*/ 45 h 60"/>
                  <a:gd name="T48" fmla="*/ 52 w 54"/>
                  <a:gd name="T49" fmla="*/ 43 h 60"/>
                  <a:gd name="T50" fmla="*/ 54 w 54"/>
                  <a:gd name="T51" fmla="*/ 40 h 60"/>
                  <a:gd name="T52" fmla="*/ 54 w 54"/>
                  <a:gd name="T53" fmla="*/ 36 h 60"/>
                  <a:gd name="T54" fmla="*/ 48 w 54"/>
                  <a:gd name="T55" fmla="*/ 34 h 60"/>
                  <a:gd name="T56" fmla="*/ 44 w 54"/>
                  <a:gd name="T57" fmla="*/ 30 h 60"/>
                  <a:gd name="T58" fmla="*/ 42 w 54"/>
                  <a:gd name="T59" fmla="*/ 27 h 60"/>
                  <a:gd name="T60" fmla="*/ 42 w 54"/>
                  <a:gd name="T61" fmla="*/ 23 h 60"/>
                  <a:gd name="T62" fmla="*/ 44 w 54"/>
                  <a:gd name="T63" fmla="*/ 21 h 60"/>
                  <a:gd name="T64" fmla="*/ 44 w 54"/>
                  <a:gd name="T65" fmla="*/ 17 h 60"/>
                  <a:gd name="T66" fmla="*/ 42 w 54"/>
                  <a:gd name="T67" fmla="*/ 15 h 60"/>
                  <a:gd name="T68" fmla="*/ 35 w 54"/>
                  <a:gd name="T69" fmla="*/ 15 h 60"/>
                  <a:gd name="T70" fmla="*/ 29 w 54"/>
                  <a:gd name="T71" fmla="*/ 15 h 60"/>
                  <a:gd name="T72" fmla="*/ 26 w 54"/>
                  <a:gd name="T73" fmla="*/ 12 h 60"/>
                  <a:gd name="T74" fmla="*/ 20 w 54"/>
                  <a:gd name="T75" fmla="*/ 6 h 60"/>
                  <a:gd name="T76" fmla="*/ 16 w 54"/>
                  <a:gd name="T77" fmla="*/ 2 h 60"/>
                  <a:gd name="T78" fmla="*/ 13 w 54"/>
                  <a:gd name="T79" fmla="*/ 0 h 60"/>
                  <a:gd name="T80" fmla="*/ 9 w 54"/>
                  <a:gd name="T81" fmla="*/ 0 h 60"/>
                  <a:gd name="T82" fmla="*/ 7 w 54"/>
                  <a:gd name="T83" fmla="*/ 2 h 60"/>
                  <a:gd name="T84" fmla="*/ 7 w 54"/>
                  <a:gd name="T85" fmla="*/ 4 h 60"/>
                  <a:gd name="T86" fmla="*/ 7 w 54"/>
                  <a:gd name="T87" fmla="*/ 6 h 60"/>
                  <a:gd name="T88" fmla="*/ 7 w 54"/>
                  <a:gd name="T89" fmla="*/ 10 h 60"/>
                  <a:gd name="T90" fmla="*/ 5 w 54"/>
                  <a:gd name="T91" fmla="*/ 14 h 60"/>
                  <a:gd name="T92" fmla="*/ 3 w 54"/>
                  <a:gd name="T93" fmla="*/ 17 h 60"/>
                  <a:gd name="T94" fmla="*/ 0 w 54"/>
                  <a:gd name="T95" fmla="*/ 21 h 60"/>
                  <a:gd name="T96" fmla="*/ 0 w 54"/>
                  <a:gd name="T97" fmla="*/ 25 h 60"/>
                  <a:gd name="T98" fmla="*/ 0 w 54"/>
                  <a:gd name="T99" fmla="*/ 34 h 60"/>
                  <a:gd name="T100" fmla="*/ 1 w 54"/>
                  <a:gd name="T101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" h="60">
                    <a:moveTo>
                      <a:pt x="1" y="38"/>
                    </a:moveTo>
                    <a:lnTo>
                      <a:pt x="3" y="40"/>
                    </a:lnTo>
                    <a:lnTo>
                      <a:pt x="5" y="42"/>
                    </a:lnTo>
                    <a:lnTo>
                      <a:pt x="3" y="49"/>
                    </a:lnTo>
                    <a:lnTo>
                      <a:pt x="1" y="51"/>
                    </a:lnTo>
                    <a:lnTo>
                      <a:pt x="1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9" y="60"/>
                    </a:lnTo>
                    <a:lnTo>
                      <a:pt x="31" y="60"/>
                    </a:lnTo>
                    <a:lnTo>
                      <a:pt x="37" y="58"/>
                    </a:lnTo>
                    <a:lnTo>
                      <a:pt x="39" y="55"/>
                    </a:lnTo>
                    <a:lnTo>
                      <a:pt x="41" y="51"/>
                    </a:lnTo>
                    <a:lnTo>
                      <a:pt x="42" y="49"/>
                    </a:lnTo>
                    <a:lnTo>
                      <a:pt x="48" y="45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4" y="36"/>
                    </a:lnTo>
                    <a:lnTo>
                      <a:pt x="48" y="34"/>
                    </a:lnTo>
                    <a:lnTo>
                      <a:pt x="44" y="30"/>
                    </a:lnTo>
                    <a:lnTo>
                      <a:pt x="42" y="27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7"/>
                    </a:lnTo>
                    <a:lnTo>
                      <a:pt x="42" y="15"/>
                    </a:lnTo>
                    <a:lnTo>
                      <a:pt x="35" y="15"/>
                    </a:lnTo>
                    <a:lnTo>
                      <a:pt x="29" y="15"/>
                    </a:lnTo>
                    <a:lnTo>
                      <a:pt x="26" y="12"/>
                    </a:lnTo>
                    <a:lnTo>
                      <a:pt x="20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1" y="3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9" name="Freeform 6167">
                <a:extLst>
                  <a:ext uri="{FF2B5EF4-FFF2-40B4-BE49-F238E27FC236}">
                    <a16:creationId xmlns:a16="http://schemas.microsoft.com/office/drawing/2014/main" id="{58E0B39F-4B70-4D78-974B-2EA110565E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255"/>
                <a:ext cx="24" cy="34"/>
              </a:xfrm>
              <a:custGeom>
                <a:avLst/>
                <a:gdLst>
                  <a:gd name="T0" fmla="*/ 2 w 24"/>
                  <a:gd name="T1" fmla="*/ 21 h 34"/>
                  <a:gd name="T2" fmla="*/ 2 w 24"/>
                  <a:gd name="T3" fmla="*/ 22 h 34"/>
                  <a:gd name="T4" fmla="*/ 2 w 24"/>
                  <a:gd name="T5" fmla="*/ 24 h 34"/>
                  <a:gd name="T6" fmla="*/ 4 w 24"/>
                  <a:gd name="T7" fmla="*/ 28 h 34"/>
                  <a:gd name="T8" fmla="*/ 7 w 24"/>
                  <a:gd name="T9" fmla="*/ 28 h 34"/>
                  <a:gd name="T10" fmla="*/ 7 w 24"/>
                  <a:gd name="T11" fmla="*/ 28 h 34"/>
                  <a:gd name="T12" fmla="*/ 9 w 24"/>
                  <a:gd name="T13" fmla="*/ 32 h 34"/>
                  <a:gd name="T14" fmla="*/ 13 w 24"/>
                  <a:gd name="T15" fmla="*/ 34 h 34"/>
                  <a:gd name="T16" fmla="*/ 15 w 24"/>
                  <a:gd name="T17" fmla="*/ 30 h 34"/>
                  <a:gd name="T18" fmla="*/ 15 w 24"/>
                  <a:gd name="T19" fmla="*/ 26 h 34"/>
                  <a:gd name="T20" fmla="*/ 15 w 24"/>
                  <a:gd name="T21" fmla="*/ 24 h 34"/>
                  <a:gd name="T22" fmla="*/ 15 w 24"/>
                  <a:gd name="T23" fmla="*/ 22 h 34"/>
                  <a:gd name="T24" fmla="*/ 18 w 24"/>
                  <a:gd name="T25" fmla="*/ 21 h 34"/>
                  <a:gd name="T26" fmla="*/ 24 w 24"/>
                  <a:gd name="T27" fmla="*/ 19 h 34"/>
                  <a:gd name="T28" fmla="*/ 24 w 24"/>
                  <a:gd name="T29" fmla="*/ 15 h 34"/>
                  <a:gd name="T30" fmla="*/ 22 w 24"/>
                  <a:gd name="T31" fmla="*/ 15 h 34"/>
                  <a:gd name="T32" fmla="*/ 18 w 24"/>
                  <a:gd name="T33" fmla="*/ 11 h 34"/>
                  <a:gd name="T34" fmla="*/ 17 w 24"/>
                  <a:gd name="T35" fmla="*/ 11 h 34"/>
                  <a:gd name="T36" fmla="*/ 17 w 24"/>
                  <a:gd name="T37" fmla="*/ 9 h 34"/>
                  <a:gd name="T38" fmla="*/ 17 w 24"/>
                  <a:gd name="T39" fmla="*/ 6 h 34"/>
                  <a:gd name="T40" fmla="*/ 15 w 24"/>
                  <a:gd name="T41" fmla="*/ 2 h 34"/>
                  <a:gd name="T42" fmla="*/ 13 w 24"/>
                  <a:gd name="T43" fmla="*/ 2 h 34"/>
                  <a:gd name="T44" fmla="*/ 9 w 24"/>
                  <a:gd name="T45" fmla="*/ 0 h 34"/>
                  <a:gd name="T46" fmla="*/ 7 w 24"/>
                  <a:gd name="T47" fmla="*/ 0 h 34"/>
                  <a:gd name="T48" fmla="*/ 5 w 24"/>
                  <a:gd name="T49" fmla="*/ 4 h 34"/>
                  <a:gd name="T50" fmla="*/ 5 w 24"/>
                  <a:gd name="T51" fmla="*/ 6 h 34"/>
                  <a:gd name="T52" fmla="*/ 4 w 24"/>
                  <a:gd name="T53" fmla="*/ 7 h 34"/>
                  <a:gd name="T54" fmla="*/ 2 w 24"/>
                  <a:gd name="T55" fmla="*/ 9 h 34"/>
                  <a:gd name="T56" fmla="*/ 0 w 24"/>
                  <a:gd name="T57" fmla="*/ 13 h 34"/>
                  <a:gd name="T58" fmla="*/ 2 w 24"/>
                  <a:gd name="T59" fmla="*/ 17 h 34"/>
                  <a:gd name="T60" fmla="*/ 2 w 24"/>
                  <a:gd name="T61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4">
                    <a:moveTo>
                      <a:pt x="2" y="21"/>
                    </a:moveTo>
                    <a:lnTo>
                      <a:pt x="2" y="22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5" y="30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4" y="19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7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0" name="Freeform 6168">
                <a:extLst>
                  <a:ext uri="{FF2B5EF4-FFF2-40B4-BE49-F238E27FC236}">
                    <a16:creationId xmlns:a16="http://schemas.microsoft.com/office/drawing/2014/main" id="{B553FA6F-C5BA-4F63-A17F-3236C2F1FC6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3" y="1693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2 h 6"/>
                  <a:gd name="T8" fmla="*/ 2 w 6"/>
                  <a:gd name="T9" fmla="*/ 6 h 6"/>
                  <a:gd name="T10" fmla="*/ 6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1" name="Freeform 6169">
                <a:extLst>
                  <a:ext uri="{FF2B5EF4-FFF2-40B4-BE49-F238E27FC236}">
                    <a16:creationId xmlns:a16="http://schemas.microsoft.com/office/drawing/2014/main" id="{D5C8C8C9-6076-4414-8A81-23281D9282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244"/>
                <a:ext cx="13" cy="7"/>
              </a:xfrm>
              <a:custGeom>
                <a:avLst/>
                <a:gdLst>
                  <a:gd name="T0" fmla="*/ 6 w 13"/>
                  <a:gd name="T1" fmla="*/ 7 h 7"/>
                  <a:gd name="T2" fmla="*/ 7 w 13"/>
                  <a:gd name="T3" fmla="*/ 7 h 7"/>
                  <a:gd name="T4" fmla="*/ 11 w 13"/>
                  <a:gd name="T5" fmla="*/ 7 h 7"/>
                  <a:gd name="T6" fmla="*/ 13 w 13"/>
                  <a:gd name="T7" fmla="*/ 5 h 7"/>
                  <a:gd name="T8" fmla="*/ 13 w 13"/>
                  <a:gd name="T9" fmla="*/ 2 h 7"/>
                  <a:gd name="T10" fmla="*/ 11 w 13"/>
                  <a:gd name="T11" fmla="*/ 2 h 7"/>
                  <a:gd name="T12" fmla="*/ 9 w 13"/>
                  <a:gd name="T13" fmla="*/ 0 h 7"/>
                  <a:gd name="T14" fmla="*/ 7 w 13"/>
                  <a:gd name="T15" fmla="*/ 0 h 7"/>
                  <a:gd name="T16" fmla="*/ 4 w 13"/>
                  <a:gd name="T17" fmla="*/ 2 h 7"/>
                  <a:gd name="T18" fmla="*/ 4 w 13"/>
                  <a:gd name="T19" fmla="*/ 2 h 7"/>
                  <a:gd name="T20" fmla="*/ 0 w 13"/>
                  <a:gd name="T21" fmla="*/ 4 h 7"/>
                  <a:gd name="T22" fmla="*/ 2 w 13"/>
                  <a:gd name="T23" fmla="*/ 5 h 7"/>
                  <a:gd name="T24" fmla="*/ 6 w 13"/>
                  <a:gd name="T2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7">
                    <a:moveTo>
                      <a:pt x="6" y="7"/>
                    </a:moveTo>
                    <a:lnTo>
                      <a:pt x="7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2" name="Freeform 6170">
                <a:extLst>
                  <a:ext uri="{FF2B5EF4-FFF2-40B4-BE49-F238E27FC236}">
                    <a16:creationId xmlns:a16="http://schemas.microsoft.com/office/drawing/2014/main" id="{E679BEDA-4248-47A6-B1DE-2C5927E9E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24"/>
                <a:ext cx="15" cy="13"/>
              </a:xfrm>
              <a:custGeom>
                <a:avLst/>
                <a:gdLst>
                  <a:gd name="T0" fmla="*/ 15 w 15"/>
                  <a:gd name="T1" fmla="*/ 7 h 13"/>
                  <a:gd name="T2" fmla="*/ 13 w 15"/>
                  <a:gd name="T3" fmla="*/ 2 h 13"/>
                  <a:gd name="T4" fmla="*/ 9 w 15"/>
                  <a:gd name="T5" fmla="*/ 0 h 13"/>
                  <a:gd name="T6" fmla="*/ 6 w 15"/>
                  <a:gd name="T7" fmla="*/ 2 h 13"/>
                  <a:gd name="T8" fmla="*/ 2 w 15"/>
                  <a:gd name="T9" fmla="*/ 4 h 13"/>
                  <a:gd name="T10" fmla="*/ 0 w 15"/>
                  <a:gd name="T11" fmla="*/ 7 h 13"/>
                  <a:gd name="T12" fmla="*/ 4 w 15"/>
                  <a:gd name="T13" fmla="*/ 9 h 13"/>
                  <a:gd name="T14" fmla="*/ 7 w 15"/>
                  <a:gd name="T15" fmla="*/ 11 h 13"/>
                  <a:gd name="T16" fmla="*/ 11 w 15"/>
                  <a:gd name="T17" fmla="*/ 13 h 13"/>
                  <a:gd name="T18" fmla="*/ 15 w 15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3" name="Freeform 6171">
                <a:extLst>
                  <a:ext uri="{FF2B5EF4-FFF2-40B4-BE49-F238E27FC236}">
                    <a16:creationId xmlns:a16="http://schemas.microsoft.com/office/drawing/2014/main" id="{6D008856-1BD1-4B76-8700-86B125C6B8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686"/>
                <a:ext cx="24" cy="24"/>
              </a:xfrm>
              <a:custGeom>
                <a:avLst/>
                <a:gdLst>
                  <a:gd name="T0" fmla="*/ 24 w 24"/>
                  <a:gd name="T1" fmla="*/ 13 h 24"/>
                  <a:gd name="T2" fmla="*/ 24 w 24"/>
                  <a:gd name="T3" fmla="*/ 9 h 24"/>
                  <a:gd name="T4" fmla="*/ 20 w 24"/>
                  <a:gd name="T5" fmla="*/ 5 h 24"/>
                  <a:gd name="T6" fmla="*/ 11 w 24"/>
                  <a:gd name="T7" fmla="*/ 0 h 24"/>
                  <a:gd name="T8" fmla="*/ 5 w 24"/>
                  <a:gd name="T9" fmla="*/ 0 h 24"/>
                  <a:gd name="T10" fmla="*/ 2 w 24"/>
                  <a:gd name="T11" fmla="*/ 2 h 24"/>
                  <a:gd name="T12" fmla="*/ 0 w 24"/>
                  <a:gd name="T13" fmla="*/ 7 h 24"/>
                  <a:gd name="T14" fmla="*/ 0 w 24"/>
                  <a:gd name="T15" fmla="*/ 15 h 24"/>
                  <a:gd name="T16" fmla="*/ 2 w 24"/>
                  <a:gd name="T17" fmla="*/ 18 h 24"/>
                  <a:gd name="T18" fmla="*/ 2 w 24"/>
                  <a:gd name="T19" fmla="*/ 24 h 24"/>
                  <a:gd name="T20" fmla="*/ 4 w 24"/>
                  <a:gd name="T21" fmla="*/ 22 h 24"/>
                  <a:gd name="T22" fmla="*/ 5 w 24"/>
                  <a:gd name="T23" fmla="*/ 22 h 24"/>
                  <a:gd name="T24" fmla="*/ 4 w 24"/>
                  <a:gd name="T25" fmla="*/ 24 h 24"/>
                  <a:gd name="T26" fmla="*/ 7 w 24"/>
                  <a:gd name="T27" fmla="*/ 24 h 24"/>
                  <a:gd name="T28" fmla="*/ 9 w 24"/>
                  <a:gd name="T29" fmla="*/ 22 h 24"/>
                  <a:gd name="T30" fmla="*/ 13 w 24"/>
                  <a:gd name="T31" fmla="*/ 22 h 24"/>
                  <a:gd name="T32" fmla="*/ 17 w 24"/>
                  <a:gd name="T33" fmla="*/ 18 h 24"/>
                  <a:gd name="T34" fmla="*/ 18 w 24"/>
                  <a:gd name="T35" fmla="*/ 16 h 24"/>
                  <a:gd name="T36" fmla="*/ 18 w 24"/>
                  <a:gd name="T37" fmla="*/ 22 h 24"/>
                  <a:gd name="T38" fmla="*/ 24 w 24"/>
                  <a:gd name="T3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24" y="13"/>
                    </a:moveTo>
                    <a:lnTo>
                      <a:pt x="24" y="9"/>
                    </a:lnTo>
                    <a:lnTo>
                      <a:pt x="20" y="5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5" y="22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4" name="Freeform 6172">
                <a:extLst>
                  <a:ext uri="{FF2B5EF4-FFF2-40B4-BE49-F238E27FC236}">
                    <a16:creationId xmlns:a16="http://schemas.microsoft.com/office/drawing/2014/main" id="{F8C4824B-515C-435D-AEA8-2DCF30118D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33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4 h 6"/>
                  <a:gd name="T4" fmla="*/ 4 w 7"/>
                  <a:gd name="T5" fmla="*/ 6 h 6"/>
                  <a:gd name="T6" fmla="*/ 6 w 7"/>
                  <a:gd name="T7" fmla="*/ 6 h 6"/>
                  <a:gd name="T8" fmla="*/ 7 w 7"/>
                  <a:gd name="T9" fmla="*/ 4 h 6"/>
                  <a:gd name="T10" fmla="*/ 4 w 7"/>
                  <a:gd name="T11" fmla="*/ 0 h 6"/>
                  <a:gd name="T12" fmla="*/ 0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5" name="Freeform 6173">
                <a:extLst>
                  <a:ext uri="{FF2B5EF4-FFF2-40B4-BE49-F238E27FC236}">
                    <a16:creationId xmlns:a16="http://schemas.microsoft.com/office/drawing/2014/main" id="{025733B6-B5D3-4A0E-A154-AC1EE054D9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1693"/>
                <a:ext cx="13" cy="6"/>
              </a:xfrm>
              <a:custGeom>
                <a:avLst/>
                <a:gdLst>
                  <a:gd name="T0" fmla="*/ 8 w 13"/>
                  <a:gd name="T1" fmla="*/ 0 h 6"/>
                  <a:gd name="T2" fmla="*/ 6 w 13"/>
                  <a:gd name="T3" fmla="*/ 2 h 6"/>
                  <a:gd name="T4" fmla="*/ 4 w 13"/>
                  <a:gd name="T5" fmla="*/ 0 h 6"/>
                  <a:gd name="T6" fmla="*/ 0 w 13"/>
                  <a:gd name="T7" fmla="*/ 2 h 6"/>
                  <a:gd name="T8" fmla="*/ 2 w 13"/>
                  <a:gd name="T9" fmla="*/ 4 h 6"/>
                  <a:gd name="T10" fmla="*/ 4 w 13"/>
                  <a:gd name="T11" fmla="*/ 4 h 6"/>
                  <a:gd name="T12" fmla="*/ 6 w 13"/>
                  <a:gd name="T13" fmla="*/ 4 h 6"/>
                  <a:gd name="T14" fmla="*/ 8 w 13"/>
                  <a:gd name="T15" fmla="*/ 4 h 6"/>
                  <a:gd name="T16" fmla="*/ 10 w 13"/>
                  <a:gd name="T17" fmla="*/ 6 h 6"/>
                  <a:gd name="T18" fmla="*/ 13 w 13"/>
                  <a:gd name="T19" fmla="*/ 6 h 6"/>
                  <a:gd name="T20" fmla="*/ 11 w 13"/>
                  <a:gd name="T21" fmla="*/ 2 h 6"/>
                  <a:gd name="T22" fmla="*/ 8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6" name="Freeform 6174">
                <a:extLst>
                  <a:ext uri="{FF2B5EF4-FFF2-40B4-BE49-F238E27FC236}">
                    <a16:creationId xmlns:a16="http://schemas.microsoft.com/office/drawing/2014/main" id="{C4EEAD2C-8E8E-40CD-9538-205217C69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61" y="1529"/>
                <a:ext cx="13" cy="19"/>
              </a:xfrm>
              <a:custGeom>
                <a:avLst/>
                <a:gdLst>
                  <a:gd name="T0" fmla="*/ 3 w 13"/>
                  <a:gd name="T1" fmla="*/ 17 h 19"/>
                  <a:gd name="T2" fmla="*/ 3 w 13"/>
                  <a:gd name="T3" fmla="*/ 19 h 19"/>
                  <a:gd name="T4" fmla="*/ 7 w 13"/>
                  <a:gd name="T5" fmla="*/ 19 h 19"/>
                  <a:gd name="T6" fmla="*/ 9 w 13"/>
                  <a:gd name="T7" fmla="*/ 19 h 19"/>
                  <a:gd name="T8" fmla="*/ 13 w 13"/>
                  <a:gd name="T9" fmla="*/ 19 h 19"/>
                  <a:gd name="T10" fmla="*/ 13 w 13"/>
                  <a:gd name="T11" fmla="*/ 15 h 19"/>
                  <a:gd name="T12" fmla="*/ 11 w 13"/>
                  <a:gd name="T13" fmla="*/ 11 h 19"/>
                  <a:gd name="T14" fmla="*/ 11 w 13"/>
                  <a:gd name="T15" fmla="*/ 8 h 19"/>
                  <a:gd name="T16" fmla="*/ 7 w 13"/>
                  <a:gd name="T17" fmla="*/ 6 h 19"/>
                  <a:gd name="T18" fmla="*/ 5 w 13"/>
                  <a:gd name="T19" fmla="*/ 0 h 19"/>
                  <a:gd name="T20" fmla="*/ 2 w 13"/>
                  <a:gd name="T21" fmla="*/ 6 h 19"/>
                  <a:gd name="T22" fmla="*/ 2 w 13"/>
                  <a:gd name="T23" fmla="*/ 9 h 19"/>
                  <a:gd name="T24" fmla="*/ 0 w 13"/>
                  <a:gd name="T25" fmla="*/ 13 h 19"/>
                  <a:gd name="T26" fmla="*/ 0 w 13"/>
                  <a:gd name="T27" fmla="*/ 17 h 19"/>
                  <a:gd name="T28" fmla="*/ 3 w 13"/>
                  <a:gd name="T2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9">
                    <a:moveTo>
                      <a:pt x="3" y="17"/>
                    </a:moveTo>
                    <a:lnTo>
                      <a:pt x="3" y="19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3" y="15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7" y="6"/>
                    </a:lnTo>
                    <a:lnTo>
                      <a:pt x="5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7" name="Freeform 6175">
                <a:extLst>
                  <a:ext uri="{FF2B5EF4-FFF2-40B4-BE49-F238E27FC236}">
                    <a16:creationId xmlns:a16="http://schemas.microsoft.com/office/drawing/2014/main" id="{FA23A376-FCD5-4C83-840C-A3DC9BE583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09"/>
                <a:ext cx="39" cy="24"/>
              </a:xfrm>
              <a:custGeom>
                <a:avLst/>
                <a:gdLst>
                  <a:gd name="T0" fmla="*/ 22 w 39"/>
                  <a:gd name="T1" fmla="*/ 2 h 24"/>
                  <a:gd name="T2" fmla="*/ 20 w 39"/>
                  <a:gd name="T3" fmla="*/ 2 h 24"/>
                  <a:gd name="T4" fmla="*/ 18 w 39"/>
                  <a:gd name="T5" fmla="*/ 6 h 24"/>
                  <a:gd name="T6" fmla="*/ 22 w 39"/>
                  <a:gd name="T7" fmla="*/ 11 h 24"/>
                  <a:gd name="T8" fmla="*/ 22 w 39"/>
                  <a:gd name="T9" fmla="*/ 11 h 24"/>
                  <a:gd name="T10" fmla="*/ 20 w 39"/>
                  <a:gd name="T11" fmla="*/ 9 h 24"/>
                  <a:gd name="T12" fmla="*/ 18 w 39"/>
                  <a:gd name="T13" fmla="*/ 6 h 24"/>
                  <a:gd name="T14" fmla="*/ 16 w 39"/>
                  <a:gd name="T15" fmla="*/ 8 h 24"/>
                  <a:gd name="T16" fmla="*/ 13 w 39"/>
                  <a:gd name="T17" fmla="*/ 8 h 24"/>
                  <a:gd name="T18" fmla="*/ 11 w 39"/>
                  <a:gd name="T19" fmla="*/ 9 h 24"/>
                  <a:gd name="T20" fmla="*/ 13 w 39"/>
                  <a:gd name="T21" fmla="*/ 8 h 24"/>
                  <a:gd name="T22" fmla="*/ 11 w 39"/>
                  <a:gd name="T23" fmla="*/ 6 h 24"/>
                  <a:gd name="T24" fmla="*/ 7 w 39"/>
                  <a:gd name="T25" fmla="*/ 6 h 24"/>
                  <a:gd name="T26" fmla="*/ 7 w 39"/>
                  <a:gd name="T27" fmla="*/ 8 h 24"/>
                  <a:gd name="T28" fmla="*/ 5 w 39"/>
                  <a:gd name="T29" fmla="*/ 8 h 24"/>
                  <a:gd name="T30" fmla="*/ 5 w 39"/>
                  <a:gd name="T31" fmla="*/ 6 h 24"/>
                  <a:gd name="T32" fmla="*/ 2 w 39"/>
                  <a:gd name="T33" fmla="*/ 8 h 24"/>
                  <a:gd name="T34" fmla="*/ 0 w 39"/>
                  <a:gd name="T35" fmla="*/ 13 h 24"/>
                  <a:gd name="T36" fmla="*/ 3 w 39"/>
                  <a:gd name="T37" fmla="*/ 11 h 24"/>
                  <a:gd name="T38" fmla="*/ 5 w 39"/>
                  <a:gd name="T39" fmla="*/ 9 h 24"/>
                  <a:gd name="T40" fmla="*/ 5 w 39"/>
                  <a:gd name="T41" fmla="*/ 11 h 24"/>
                  <a:gd name="T42" fmla="*/ 7 w 39"/>
                  <a:gd name="T43" fmla="*/ 11 h 24"/>
                  <a:gd name="T44" fmla="*/ 9 w 39"/>
                  <a:gd name="T45" fmla="*/ 11 h 24"/>
                  <a:gd name="T46" fmla="*/ 7 w 39"/>
                  <a:gd name="T47" fmla="*/ 13 h 24"/>
                  <a:gd name="T48" fmla="*/ 11 w 39"/>
                  <a:gd name="T49" fmla="*/ 17 h 24"/>
                  <a:gd name="T50" fmla="*/ 11 w 39"/>
                  <a:gd name="T51" fmla="*/ 22 h 24"/>
                  <a:gd name="T52" fmla="*/ 13 w 39"/>
                  <a:gd name="T53" fmla="*/ 24 h 24"/>
                  <a:gd name="T54" fmla="*/ 16 w 39"/>
                  <a:gd name="T55" fmla="*/ 24 h 24"/>
                  <a:gd name="T56" fmla="*/ 20 w 39"/>
                  <a:gd name="T57" fmla="*/ 22 h 24"/>
                  <a:gd name="T58" fmla="*/ 24 w 39"/>
                  <a:gd name="T59" fmla="*/ 24 h 24"/>
                  <a:gd name="T60" fmla="*/ 24 w 39"/>
                  <a:gd name="T61" fmla="*/ 21 h 24"/>
                  <a:gd name="T62" fmla="*/ 22 w 39"/>
                  <a:gd name="T63" fmla="*/ 17 h 24"/>
                  <a:gd name="T64" fmla="*/ 22 w 39"/>
                  <a:gd name="T65" fmla="*/ 15 h 24"/>
                  <a:gd name="T66" fmla="*/ 24 w 39"/>
                  <a:gd name="T67" fmla="*/ 19 h 24"/>
                  <a:gd name="T68" fmla="*/ 28 w 39"/>
                  <a:gd name="T69" fmla="*/ 21 h 24"/>
                  <a:gd name="T70" fmla="*/ 31 w 39"/>
                  <a:gd name="T71" fmla="*/ 21 h 24"/>
                  <a:gd name="T72" fmla="*/ 31 w 39"/>
                  <a:gd name="T73" fmla="*/ 19 h 24"/>
                  <a:gd name="T74" fmla="*/ 29 w 39"/>
                  <a:gd name="T75" fmla="*/ 17 h 24"/>
                  <a:gd name="T76" fmla="*/ 31 w 39"/>
                  <a:gd name="T77" fmla="*/ 15 h 24"/>
                  <a:gd name="T78" fmla="*/ 33 w 39"/>
                  <a:gd name="T79" fmla="*/ 11 h 24"/>
                  <a:gd name="T80" fmla="*/ 33 w 39"/>
                  <a:gd name="T81" fmla="*/ 11 h 24"/>
                  <a:gd name="T82" fmla="*/ 35 w 39"/>
                  <a:gd name="T83" fmla="*/ 9 h 24"/>
                  <a:gd name="T84" fmla="*/ 39 w 39"/>
                  <a:gd name="T85" fmla="*/ 9 h 24"/>
                  <a:gd name="T86" fmla="*/ 39 w 39"/>
                  <a:gd name="T87" fmla="*/ 6 h 24"/>
                  <a:gd name="T88" fmla="*/ 35 w 39"/>
                  <a:gd name="T89" fmla="*/ 6 h 24"/>
                  <a:gd name="T90" fmla="*/ 33 w 39"/>
                  <a:gd name="T91" fmla="*/ 6 h 24"/>
                  <a:gd name="T92" fmla="*/ 29 w 39"/>
                  <a:gd name="T93" fmla="*/ 2 h 24"/>
                  <a:gd name="T94" fmla="*/ 26 w 39"/>
                  <a:gd name="T95" fmla="*/ 0 h 24"/>
                  <a:gd name="T96" fmla="*/ 24 w 39"/>
                  <a:gd name="T97" fmla="*/ 0 h 24"/>
                  <a:gd name="T98" fmla="*/ 22 w 39"/>
                  <a:gd name="T9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24">
                    <a:moveTo>
                      <a:pt x="22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0" y="9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11" y="17"/>
                    </a:lnTo>
                    <a:lnTo>
                      <a:pt x="11" y="22"/>
                    </a:lnTo>
                    <a:lnTo>
                      <a:pt x="13" y="24"/>
                    </a:lnTo>
                    <a:lnTo>
                      <a:pt x="16" y="24"/>
                    </a:lnTo>
                    <a:lnTo>
                      <a:pt x="20" y="22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4" y="19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29" y="17"/>
                    </a:lnTo>
                    <a:lnTo>
                      <a:pt x="31" y="15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9" y="9"/>
                    </a:lnTo>
                    <a:lnTo>
                      <a:pt x="39" y="6"/>
                    </a:lnTo>
                    <a:lnTo>
                      <a:pt x="35" y="6"/>
                    </a:lnTo>
                    <a:lnTo>
                      <a:pt x="33" y="6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8" name="Freeform 6176">
                <a:extLst>
                  <a:ext uri="{FF2B5EF4-FFF2-40B4-BE49-F238E27FC236}">
                    <a16:creationId xmlns:a16="http://schemas.microsoft.com/office/drawing/2014/main" id="{36DACB15-2232-4626-A6F9-CE0E888E505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3" y="2413"/>
                <a:ext cx="10" cy="7"/>
              </a:xfrm>
              <a:custGeom>
                <a:avLst/>
                <a:gdLst>
                  <a:gd name="T0" fmla="*/ 6 w 10"/>
                  <a:gd name="T1" fmla="*/ 0 h 7"/>
                  <a:gd name="T2" fmla="*/ 4 w 10"/>
                  <a:gd name="T3" fmla="*/ 0 h 7"/>
                  <a:gd name="T4" fmla="*/ 0 w 10"/>
                  <a:gd name="T5" fmla="*/ 0 h 7"/>
                  <a:gd name="T6" fmla="*/ 2 w 10"/>
                  <a:gd name="T7" fmla="*/ 3 h 7"/>
                  <a:gd name="T8" fmla="*/ 6 w 10"/>
                  <a:gd name="T9" fmla="*/ 5 h 7"/>
                  <a:gd name="T10" fmla="*/ 8 w 10"/>
                  <a:gd name="T11" fmla="*/ 7 h 7"/>
                  <a:gd name="T12" fmla="*/ 10 w 10"/>
                  <a:gd name="T13" fmla="*/ 2 h 7"/>
                  <a:gd name="T14" fmla="*/ 6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9" name="Freeform 6177">
                <a:extLst>
                  <a:ext uri="{FF2B5EF4-FFF2-40B4-BE49-F238E27FC236}">
                    <a16:creationId xmlns:a16="http://schemas.microsoft.com/office/drawing/2014/main" id="{3055649E-C269-457A-9805-122D73F6C4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4" y="2493"/>
                <a:ext cx="28" cy="60"/>
              </a:xfrm>
              <a:custGeom>
                <a:avLst/>
                <a:gdLst>
                  <a:gd name="T0" fmla="*/ 6 w 28"/>
                  <a:gd name="T1" fmla="*/ 17 h 60"/>
                  <a:gd name="T2" fmla="*/ 4 w 28"/>
                  <a:gd name="T3" fmla="*/ 20 h 60"/>
                  <a:gd name="T4" fmla="*/ 2 w 28"/>
                  <a:gd name="T5" fmla="*/ 26 h 60"/>
                  <a:gd name="T6" fmla="*/ 0 w 28"/>
                  <a:gd name="T7" fmla="*/ 28 h 60"/>
                  <a:gd name="T8" fmla="*/ 2 w 28"/>
                  <a:gd name="T9" fmla="*/ 30 h 60"/>
                  <a:gd name="T10" fmla="*/ 2 w 28"/>
                  <a:gd name="T11" fmla="*/ 35 h 60"/>
                  <a:gd name="T12" fmla="*/ 2 w 28"/>
                  <a:gd name="T13" fmla="*/ 41 h 60"/>
                  <a:gd name="T14" fmla="*/ 4 w 28"/>
                  <a:gd name="T15" fmla="*/ 41 h 60"/>
                  <a:gd name="T16" fmla="*/ 4 w 28"/>
                  <a:gd name="T17" fmla="*/ 41 h 60"/>
                  <a:gd name="T18" fmla="*/ 4 w 28"/>
                  <a:gd name="T19" fmla="*/ 41 h 60"/>
                  <a:gd name="T20" fmla="*/ 2 w 28"/>
                  <a:gd name="T21" fmla="*/ 45 h 60"/>
                  <a:gd name="T22" fmla="*/ 4 w 28"/>
                  <a:gd name="T23" fmla="*/ 48 h 60"/>
                  <a:gd name="T24" fmla="*/ 6 w 28"/>
                  <a:gd name="T25" fmla="*/ 48 h 60"/>
                  <a:gd name="T26" fmla="*/ 6 w 28"/>
                  <a:gd name="T27" fmla="*/ 50 h 60"/>
                  <a:gd name="T28" fmla="*/ 11 w 28"/>
                  <a:gd name="T29" fmla="*/ 50 h 60"/>
                  <a:gd name="T30" fmla="*/ 11 w 28"/>
                  <a:gd name="T31" fmla="*/ 54 h 60"/>
                  <a:gd name="T32" fmla="*/ 11 w 28"/>
                  <a:gd name="T33" fmla="*/ 56 h 60"/>
                  <a:gd name="T34" fmla="*/ 11 w 28"/>
                  <a:gd name="T35" fmla="*/ 60 h 60"/>
                  <a:gd name="T36" fmla="*/ 15 w 28"/>
                  <a:gd name="T37" fmla="*/ 60 h 60"/>
                  <a:gd name="T38" fmla="*/ 19 w 28"/>
                  <a:gd name="T39" fmla="*/ 60 h 60"/>
                  <a:gd name="T40" fmla="*/ 17 w 28"/>
                  <a:gd name="T41" fmla="*/ 56 h 60"/>
                  <a:gd name="T42" fmla="*/ 19 w 28"/>
                  <a:gd name="T43" fmla="*/ 52 h 60"/>
                  <a:gd name="T44" fmla="*/ 17 w 28"/>
                  <a:gd name="T45" fmla="*/ 48 h 60"/>
                  <a:gd name="T46" fmla="*/ 19 w 28"/>
                  <a:gd name="T47" fmla="*/ 47 h 60"/>
                  <a:gd name="T48" fmla="*/ 22 w 28"/>
                  <a:gd name="T49" fmla="*/ 41 h 60"/>
                  <a:gd name="T50" fmla="*/ 22 w 28"/>
                  <a:gd name="T51" fmla="*/ 37 h 60"/>
                  <a:gd name="T52" fmla="*/ 24 w 28"/>
                  <a:gd name="T53" fmla="*/ 35 h 60"/>
                  <a:gd name="T54" fmla="*/ 22 w 28"/>
                  <a:gd name="T55" fmla="*/ 35 h 60"/>
                  <a:gd name="T56" fmla="*/ 22 w 28"/>
                  <a:gd name="T57" fmla="*/ 30 h 60"/>
                  <a:gd name="T58" fmla="*/ 24 w 28"/>
                  <a:gd name="T59" fmla="*/ 26 h 60"/>
                  <a:gd name="T60" fmla="*/ 22 w 28"/>
                  <a:gd name="T61" fmla="*/ 22 h 60"/>
                  <a:gd name="T62" fmla="*/ 24 w 28"/>
                  <a:gd name="T63" fmla="*/ 20 h 60"/>
                  <a:gd name="T64" fmla="*/ 24 w 28"/>
                  <a:gd name="T65" fmla="*/ 13 h 60"/>
                  <a:gd name="T66" fmla="*/ 26 w 28"/>
                  <a:gd name="T67" fmla="*/ 11 h 60"/>
                  <a:gd name="T68" fmla="*/ 28 w 28"/>
                  <a:gd name="T69" fmla="*/ 9 h 60"/>
                  <a:gd name="T70" fmla="*/ 26 w 28"/>
                  <a:gd name="T71" fmla="*/ 6 h 60"/>
                  <a:gd name="T72" fmla="*/ 24 w 28"/>
                  <a:gd name="T73" fmla="*/ 4 h 60"/>
                  <a:gd name="T74" fmla="*/ 22 w 28"/>
                  <a:gd name="T75" fmla="*/ 4 h 60"/>
                  <a:gd name="T76" fmla="*/ 22 w 28"/>
                  <a:gd name="T77" fmla="*/ 2 h 60"/>
                  <a:gd name="T78" fmla="*/ 17 w 28"/>
                  <a:gd name="T79" fmla="*/ 0 h 60"/>
                  <a:gd name="T80" fmla="*/ 15 w 28"/>
                  <a:gd name="T81" fmla="*/ 2 h 60"/>
                  <a:gd name="T82" fmla="*/ 15 w 28"/>
                  <a:gd name="T83" fmla="*/ 4 h 60"/>
                  <a:gd name="T84" fmla="*/ 13 w 28"/>
                  <a:gd name="T85" fmla="*/ 4 h 60"/>
                  <a:gd name="T86" fmla="*/ 9 w 28"/>
                  <a:gd name="T87" fmla="*/ 7 h 60"/>
                  <a:gd name="T88" fmla="*/ 6 w 28"/>
                  <a:gd name="T89" fmla="*/ 13 h 60"/>
                  <a:gd name="T90" fmla="*/ 7 w 28"/>
                  <a:gd name="T91" fmla="*/ 15 h 60"/>
                  <a:gd name="T92" fmla="*/ 7 w 28"/>
                  <a:gd name="T93" fmla="*/ 15 h 60"/>
                  <a:gd name="T94" fmla="*/ 6 w 28"/>
                  <a:gd name="T95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60">
                    <a:moveTo>
                      <a:pt x="6" y="17"/>
                    </a:moveTo>
                    <a:lnTo>
                      <a:pt x="4" y="20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2" y="30"/>
                    </a:lnTo>
                    <a:lnTo>
                      <a:pt x="2" y="35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11" y="50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1" y="60"/>
                    </a:lnTo>
                    <a:lnTo>
                      <a:pt x="15" y="60"/>
                    </a:lnTo>
                    <a:lnTo>
                      <a:pt x="19" y="60"/>
                    </a:lnTo>
                    <a:lnTo>
                      <a:pt x="17" y="56"/>
                    </a:lnTo>
                    <a:lnTo>
                      <a:pt x="19" y="52"/>
                    </a:lnTo>
                    <a:lnTo>
                      <a:pt x="17" y="48"/>
                    </a:lnTo>
                    <a:lnTo>
                      <a:pt x="19" y="47"/>
                    </a:lnTo>
                    <a:lnTo>
                      <a:pt x="22" y="41"/>
                    </a:lnTo>
                    <a:lnTo>
                      <a:pt x="22" y="37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2" y="30"/>
                    </a:lnTo>
                    <a:lnTo>
                      <a:pt x="24" y="26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8" y="9"/>
                    </a:lnTo>
                    <a:lnTo>
                      <a:pt x="26" y="6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9" y="7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0" name="Freeform 6178">
                <a:extLst>
                  <a:ext uri="{FF2B5EF4-FFF2-40B4-BE49-F238E27FC236}">
                    <a16:creationId xmlns:a16="http://schemas.microsoft.com/office/drawing/2014/main" id="{B1783AA2-2710-4B5B-A746-972C07B04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3" y="2577"/>
                <a:ext cx="37" cy="32"/>
              </a:xfrm>
              <a:custGeom>
                <a:avLst/>
                <a:gdLst>
                  <a:gd name="T0" fmla="*/ 8 w 37"/>
                  <a:gd name="T1" fmla="*/ 30 h 32"/>
                  <a:gd name="T2" fmla="*/ 10 w 37"/>
                  <a:gd name="T3" fmla="*/ 30 h 32"/>
                  <a:gd name="T4" fmla="*/ 11 w 37"/>
                  <a:gd name="T5" fmla="*/ 32 h 32"/>
                  <a:gd name="T6" fmla="*/ 15 w 37"/>
                  <a:gd name="T7" fmla="*/ 32 h 32"/>
                  <a:gd name="T8" fmla="*/ 17 w 37"/>
                  <a:gd name="T9" fmla="*/ 32 h 32"/>
                  <a:gd name="T10" fmla="*/ 19 w 37"/>
                  <a:gd name="T11" fmla="*/ 32 h 32"/>
                  <a:gd name="T12" fmla="*/ 21 w 37"/>
                  <a:gd name="T13" fmla="*/ 30 h 32"/>
                  <a:gd name="T14" fmla="*/ 21 w 37"/>
                  <a:gd name="T15" fmla="*/ 28 h 32"/>
                  <a:gd name="T16" fmla="*/ 24 w 37"/>
                  <a:gd name="T17" fmla="*/ 30 h 32"/>
                  <a:gd name="T18" fmla="*/ 26 w 37"/>
                  <a:gd name="T19" fmla="*/ 26 h 32"/>
                  <a:gd name="T20" fmla="*/ 26 w 37"/>
                  <a:gd name="T21" fmla="*/ 26 h 32"/>
                  <a:gd name="T22" fmla="*/ 28 w 37"/>
                  <a:gd name="T23" fmla="*/ 24 h 32"/>
                  <a:gd name="T24" fmla="*/ 32 w 37"/>
                  <a:gd name="T25" fmla="*/ 22 h 32"/>
                  <a:gd name="T26" fmla="*/ 32 w 37"/>
                  <a:gd name="T27" fmla="*/ 20 h 32"/>
                  <a:gd name="T28" fmla="*/ 32 w 37"/>
                  <a:gd name="T29" fmla="*/ 17 h 32"/>
                  <a:gd name="T30" fmla="*/ 34 w 37"/>
                  <a:gd name="T31" fmla="*/ 15 h 32"/>
                  <a:gd name="T32" fmla="*/ 34 w 37"/>
                  <a:gd name="T33" fmla="*/ 13 h 32"/>
                  <a:gd name="T34" fmla="*/ 37 w 37"/>
                  <a:gd name="T35" fmla="*/ 9 h 32"/>
                  <a:gd name="T36" fmla="*/ 36 w 37"/>
                  <a:gd name="T37" fmla="*/ 5 h 32"/>
                  <a:gd name="T38" fmla="*/ 32 w 37"/>
                  <a:gd name="T39" fmla="*/ 2 h 32"/>
                  <a:gd name="T40" fmla="*/ 30 w 37"/>
                  <a:gd name="T41" fmla="*/ 2 h 32"/>
                  <a:gd name="T42" fmla="*/ 32 w 37"/>
                  <a:gd name="T43" fmla="*/ 0 h 32"/>
                  <a:gd name="T44" fmla="*/ 23 w 37"/>
                  <a:gd name="T45" fmla="*/ 2 h 32"/>
                  <a:gd name="T46" fmla="*/ 21 w 37"/>
                  <a:gd name="T47" fmla="*/ 2 h 32"/>
                  <a:gd name="T48" fmla="*/ 19 w 37"/>
                  <a:gd name="T49" fmla="*/ 4 h 32"/>
                  <a:gd name="T50" fmla="*/ 17 w 37"/>
                  <a:gd name="T51" fmla="*/ 4 h 32"/>
                  <a:gd name="T52" fmla="*/ 13 w 37"/>
                  <a:gd name="T53" fmla="*/ 4 h 32"/>
                  <a:gd name="T54" fmla="*/ 10 w 37"/>
                  <a:gd name="T55" fmla="*/ 5 h 32"/>
                  <a:gd name="T56" fmla="*/ 10 w 37"/>
                  <a:gd name="T57" fmla="*/ 7 h 32"/>
                  <a:gd name="T58" fmla="*/ 6 w 37"/>
                  <a:gd name="T59" fmla="*/ 9 h 32"/>
                  <a:gd name="T60" fmla="*/ 0 w 37"/>
                  <a:gd name="T61" fmla="*/ 15 h 32"/>
                  <a:gd name="T62" fmla="*/ 2 w 37"/>
                  <a:gd name="T63" fmla="*/ 17 h 32"/>
                  <a:gd name="T64" fmla="*/ 2 w 37"/>
                  <a:gd name="T65" fmla="*/ 22 h 32"/>
                  <a:gd name="T66" fmla="*/ 4 w 37"/>
                  <a:gd name="T67" fmla="*/ 24 h 32"/>
                  <a:gd name="T68" fmla="*/ 4 w 37"/>
                  <a:gd name="T69" fmla="*/ 26 h 32"/>
                  <a:gd name="T70" fmla="*/ 8 w 37"/>
                  <a:gd name="T71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" h="32">
                    <a:moveTo>
                      <a:pt x="8" y="30"/>
                    </a:moveTo>
                    <a:lnTo>
                      <a:pt x="10" y="30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7"/>
                    </a:lnTo>
                    <a:lnTo>
                      <a:pt x="34" y="15"/>
                    </a:lnTo>
                    <a:lnTo>
                      <a:pt x="34" y="13"/>
                    </a:lnTo>
                    <a:lnTo>
                      <a:pt x="37" y="9"/>
                    </a:lnTo>
                    <a:lnTo>
                      <a:pt x="36" y="5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6" y="9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8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1" name="Freeform 6179">
                <a:extLst>
                  <a:ext uri="{FF2B5EF4-FFF2-40B4-BE49-F238E27FC236}">
                    <a16:creationId xmlns:a16="http://schemas.microsoft.com/office/drawing/2014/main" id="{CEDE155D-4A57-47B3-9874-C1CBE63B56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6" y="1415"/>
                <a:ext cx="17" cy="28"/>
              </a:xfrm>
              <a:custGeom>
                <a:avLst/>
                <a:gdLst>
                  <a:gd name="T0" fmla="*/ 4 w 9"/>
                  <a:gd name="T1" fmla="*/ 3 h 15"/>
                  <a:gd name="T2" fmla="*/ 2 w 9"/>
                  <a:gd name="T3" fmla="*/ 1 h 15"/>
                  <a:gd name="T4" fmla="*/ 1 w 9"/>
                  <a:gd name="T5" fmla="*/ 0 h 15"/>
                  <a:gd name="T6" fmla="*/ 0 w 9"/>
                  <a:gd name="T7" fmla="*/ 2 h 15"/>
                  <a:gd name="T8" fmla="*/ 0 w 9"/>
                  <a:gd name="T9" fmla="*/ 4 h 15"/>
                  <a:gd name="T10" fmla="*/ 1 w 9"/>
                  <a:gd name="T11" fmla="*/ 5 h 15"/>
                  <a:gd name="T12" fmla="*/ 1 w 9"/>
                  <a:gd name="T13" fmla="*/ 6 h 15"/>
                  <a:gd name="T14" fmla="*/ 2 w 9"/>
                  <a:gd name="T15" fmla="*/ 9 h 15"/>
                  <a:gd name="T16" fmla="*/ 2 w 9"/>
                  <a:gd name="T17" fmla="*/ 10 h 15"/>
                  <a:gd name="T18" fmla="*/ 4 w 9"/>
                  <a:gd name="T19" fmla="*/ 10 h 15"/>
                  <a:gd name="T20" fmla="*/ 5 w 9"/>
                  <a:gd name="T21" fmla="*/ 11 h 15"/>
                  <a:gd name="T22" fmla="*/ 5 w 9"/>
                  <a:gd name="T23" fmla="*/ 13 h 15"/>
                  <a:gd name="T24" fmla="*/ 6 w 9"/>
                  <a:gd name="T25" fmla="*/ 13 h 15"/>
                  <a:gd name="T26" fmla="*/ 6 w 9"/>
                  <a:gd name="T27" fmla="*/ 14 h 15"/>
                  <a:gd name="T28" fmla="*/ 7 w 9"/>
                  <a:gd name="T29" fmla="*/ 15 h 15"/>
                  <a:gd name="T30" fmla="*/ 7 w 9"/>
                  <a:gd name="T31" fmla="*/ 15 h 15"/>
                  <a:gd name="T32" fmla="*/ 9 w 9"/>
                  <a:gd name="T33" fmla="*/ 15 h 15"/>
                  <a:gd name="T34" fmla="*/ 9 w 9"/>
                  <a:gd name="T35" fmla="*/ 13 h 15"/>
                  <a:gd name="T36" fmla="*/ 8 w 9"/>
                  <a:gd name="T37" fmla="*/ 12 h 15"/>
                  <a:gd name="T38" fmla="*/ 7 w 9"/>
                  <a:gd name="T39" fmla="*/ 10 h 15"/>
                  <a:gd name="T40" fmla="*/ 7 w 9"/>
                  <a:gd name="T41" fmla="*/ 8 h 15"/>
                  <a:gd name="T42" fmla="*/ 6 w 9"/>
                  <a:gd name="T43" fmla="*/ 8 h 15"/>
                  <a:gd name="T44" fmla="*/ 6 w 9"/>
                  <a:gd name="T45" fmla="*/ 8 h 15"/>
                  <a:gd name="T46" fmla="*/ 5 w 9"/>
                  <a:gd name="T47" fmla="*/ 8 h 15"/>
                  <a:gd name="T48" fmla="*/ 5 w 9"/>
                  <a:gd name="T49" fmla="*/ 7 h 15"/>
                  <a:gd name="T50" fmla="*/ 4 w 9"/>
                  <a:gd name="T51" fmla="*/ 6 h 15"/>
                  <a:gd name="T52" fmla="*/ 4 w 9"/>
                  <a:gd name="T53" fmla="*/ 4 h 15"/>
                  <a:gd name="T54" fmla="*/ 4 w 9"/>
                  <a:gd name="T5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15">
                    <a:moveTo>
                      <a:pt x="4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2" name="Freeform 6180">
                <a:extLst>
                  <a:ext uri="{FF2B5EF4-FFF2-40B4-BE49-F238E27FC236}">
                    <a16:creationId xmlns:a16="http://schemas.microsoft.com/office/drawing/2014/main" id="{22910086-40D0-4B19-91A7-172C338C12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9" y="1412"/>
                <a:ext cx="8" cy="13"/>
              </a:xfrm>
              <a:custGeom>
                <a:avLst/>
                <a:gdLst>
                  <a:gd name="T0" fmla="*/ 6 w 8"/>
                  <a:gd name="T1" fmla="*/ 1 h 13"/>
                  <a:gd name="T2" fmla="*/ 4 w 8"/>
                  <a:gd name="T3" fmla="*/ 0 h 13"/>
                  <a:gd name="T4" fmla="*/ 2 w 8"/>
                  <a:gd name="T5" fmla="*/ 1 h 13"/>
                  <a:gd name="T6" fmla="*/ 0 w 8"/>
                  <a:gd name="T7" fmla="*/ 3 h 13"/>
                  <a:gd name="T8" fmla="*/ 0 w 8"/>
                  <a:gd name="T9" fmla="*/ 7 h 13"/>
                  <a:gd name="T10" fmla="*/ 2 w 8"/>
                  <a:gd name="T11" fmla="*/ 9 h 13"/>
                  <a:gd name="T12" fmla="*/ 2 w 8"/>
                  <a:gd name="T13" fmla="*/ 11 h 13"/>
                  <a:gd name="T14" fmla="*/ 6 w 8"/>
                  <a:gd name="T15" fmla="*/ 13 h 13"/>
                  <a:gd name="T16" fmla="*/ 8 w 8"/>
                  <a:gd name="T17" fmla="*/ 9 h 13"/>
                  <a:gd name="T18" fmla="*/ 8 w 8"/>
                  <a:gd name="T19" fmla="*/ 7 h 13"/>
                  <a:gd name="T20" fmla="*/ 6 w 8"/>
                  <a:gd name="T21" fmla="*/ 5 h 13"/>
                  <a:gd name="T22" fmla="*/ 6 w 8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6" y="13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3" name="Freeform 6181">
                <a:extLst>
                  <a:ext uri="{FF2B5EF4-FFF2-40B4-BE49-F238E27FC236}">
                    <a16:creationId xmlns:a16="http://schemas.microsoft.com/office/drawing/2014/main" id="{F4FCA85F-ED56-40EF-BE7C-0372144E84E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705" y="1346"/>
                <a:ext cx="86" cy="58"/>
              </a:xfrm>
              <a:custGeom>
                <a:avLst/>
                <a:gdLst>
                  <a:gd name="T0" fmla="*/ 2 w 46"/>
                  <a:gd name="T1" fmla="*/ 13 h 31"/>
                  <a:gd name="T2" fmla="*/ 2 w 46"/>
                  <a:gd name="T3" fmla="*/ 15 h 31"/>
                  <a:gd name="T4" fmla="*/ 5 w 46"/>
                  <a:gd name="T5" fmla="*/ 19 h 31"/>
                  <a:gd name="T6" fmla="*/ 9 w 46"/>
                  <a:gd name="T7" fmla="*/ 20 h 31"/>
                  <a:gd name="T8" fmla="*/ 11 w 46"/>
                  <a:gd name="T9" fmla="*/ 20 h 31"/>
                  <a:gd name="T10" fmla="*/ 14 w 46"/>
                  <a:gd name="T11" fmla="*/ 19 h 31"/>
                  <a:gd name="T12" fmla="*/ 15 w 46"/>
                  <a:gd name="T13" fmla="*/ 21 h 31"/>
                  <a:gd name="T14" fmla="*/ 13 w 46"/>
                  <a:gd name="T15" fmla="*/ 21 h 31"/>
                  <a:gd name="T16" fmla="*/ 9 w 46"/>
                  <a:gd name="T17" fmla="*/ 23 h 31"/>
                  <a:gd name="T18" fmla="*/ 14 w 46"/>
                  <a:gd name="T19" fmla="*/ 26 h 31"/>
                  <a:gd name="T20" fmla="*/ 16 w 46"/>
                  <a:gd name="T21" fmla="*/ 26 h 31"/>
                  <a:gd name="T22" fmla="*/ 19 w 46"/>
                  <a:gd name="T23" fmla="*/ 28 h 31"/>
                  <a:gd name="T24" fmla="*/ 25 w 46"/>
                  <a:gd name="T25" fmla="*/ 27 h 31"/>
                  <a:gd name="T26" fmla="*/ 26 w 46"/>
                  <a:gd name="T27" fmla="*/ 28 h 31"/>
                  <a:gd name="T28" fmla="*/ 30 w 46"/>
                  <a:gd name="T29" fmla="*/ 31 h 31"/>
                  <a:gd name="T30" fmla="*/ 33 w 46"/>
                  <a:gd name="T31" fmla="*/ 28 h 31"/>
                  <a:gd name="T32" fmla="*/ 35 w 46"/>
                  <a:gd name="T33" fmla="*/ 26 h 31"/>
                  <a:gd name="T34" fmla="*/ 37 w 46"/>
                  <a:gd name="T35" fmla="*/ 27 h 31"/>
                  <a:gd name="T36" fmla="*/ 41 w 46"/>
                  <a:gd name="T37" fmla="*/ 25 h 31"/>
                  <a:gd name="T38" fmla="*/ 41 w 46"/>
                  <a:gd name="T39" fmla="*/ 22 h 31"/>
                  <a:gd name="T40" fmla="*/ 44 w 46"/>
                  <a:gd name="T41" fmla="*/ 17 h 31"/>
                  <a:gd name="T42" fmla="*/ 46 w 46"/>
                  <a:gd name="T43" fmla="*/ 13 h 31"/>
                  <a:gd name="T44" fmla="*/ 46 w 46"/>
                  <a:gd name="T45" fmla="*/ 10 h 31"/>
                  <a:gd name="T46" fmla="*/ 43 w 46"/>
                  <a:gd name="T47" fmla="*/ 8 h 31"/>
                  <a:gd name="T48" fmla="*/ 39 w 46"/>
                  <a:gd name="T49" fmla="*/ 7 h 31"/>
                  <a:gd name="T50" fmla="*/ 35 w 46"/>
                  <a:gd name="T51" fmla="*/ 6 h 31"/>
                  <a:gd name="T52" fmla="*/ 33 w 46"/>
                  <a:gd name="T53" fmla="*/ 4 h 31"/>
                  <a:gd name="T54" fmla="*/ 32 w 46"/>
                  <a:gd name="T55" fmla="*/ 2 h 31"/>
                  <a:gd name="T56" fmla="*/ 30 w 46"/>
                  <a:gd name="T57" fmla="*/ 4 h 31"/>
                  <a:gd name="T58" fmla="*/ 28 w 46"/>
                  <a:gd name="T59" fmla="*/ 5 h 31"/>
                  <a:gd name="T60" fmla="*/ 27 w 46"/>
                  <a:gd name="T61" fmla="*/ 8 h 31"/>
                  <a:gd name="T62" fmla="*/ 26 w 46"/>
                  <a:gd name="T63" fmla="*/ 7 h 31"/>
                  <a:gd name="T64" fmla="*/ 26 w 46"/>
                  <a:gd name="T65" fmla="*/ 3 h 31"/>
                  <a:gd name="T66" fmla="*/ 23 w 46"/>
                  <a:gd name="T67" fmla="*/ 0 h 31"/>
                  <a:gd name="T68" fmla="*/ 20 w 46"/>
                  <a:gd name="T69" fmla="*/ 3 h 31"/>
                  <a:gd name="T70" fmla="*/ 22 w 46"/>
                  <a:gd name="T71" fmla="*/ 7 h 31"/>
                  <a:gd name="T72" fmla="*/ 22 w 46"/>
                  <a:gd name="T73" fmla="*/ 12 h 31"/>
                  <a:gd name="T74" fmla="*/ 20 w 46"/>
                  <a:gd name="T75" fmla="*/ 10 h 31"/>
                  <a:gd name="T76" fmla="*/ 20 w 46"/>
                  <a:gd name="T77" fmla="*/ 8 h 31"/>
                  <a:gd name="T78" fmla="*/ 17 w 46"/>
                  <a:gd name="T79" fmla="*/ 7 h 31"/>
                  <a:gd name="T80" fmla="*/ 15 w 46"/>
                  <a:gd name="T81" fmla="*/ 8 h 31"/>
                  <a:gd name="T82" fmla="*/ 14 w 46"/>
                  <a:gd name="T83" fmla="*/ 6 h 31"/>
                  <a:gd name="T84" fmla="*/ 12 w 46"/>
                  <a:gd name="T85" fmla="*/ 4 h 31"/>
                  <a:gd name="T86" fmla="*/ 10 w 46"/>
                  <a:gd name="T87" fmla="*/ 3 h 31"/>
                  <a:gd name="T88" fmla="*/ 8 w 46"/>
                  <a:gd name="T89" fmla="*/ 0 h 31"/>
                  <a:gd name="T90" fmla="*/ 7 w 46"/>
                  <a:gd name="T91" fmla="*/ 5 h 31"/>
                  <a:gd name="T92" fmla="*/ 8 w 46"/>
                  <a:gd name="T93" fmla="*/ 8 h 31"/>
                  <a:gd name="T94" fmla="*/ 6 w 46"/>
                  <a:gd name="T95" fmla="*/ 8 h 31"/>
                  <a:gd name="T96" fmla="*/ 7 w 46"/>
                  <a:gd name="T97" fmla="*/ 11 h 31"/>
                  <a:gd name="T98" fmla="*/ 5 w 46"/>
                  <a:gd name="T99" fmla="*/ 9 h 31"/>
                  <a:gd name="T100" fmla="*/ 5 w 46"/>
                  <a:gd name="T101" fmla="*/ 8 h 31"/>
                  <a:gd name="T102" fmla="*/ 3 w 46"/>
                  <a:gd name="T103" fmla="*/ 5 h 31"/>
                  <a:gd name="T104" fmla="*/ 2 w 46"/>
                  <a:gd name="T105" fmla="*/ 8 h 31"/>
                  <a:gd name="T106" fmla="*/ 1 w 46"/>
                  <a:gd name="T107" fmla="*/ 8 h 31"/>
                  <a:gd name="T108" fmla="*/ 2 w 46"/>
                  <a:gd name="T109" fmla="*/ 12 h 31"/>
                  <a:gd name="T110" fmla="*/ 20 w 46"/>
                  <a:gd name="T111" fmla="*/ 18 h 31"/>
                  <a:gd name="T112" fmla="*/ 20 w 46"/>
                  <a:gd name="T113" fmla="*/ 18 h 31"/>
                  <a:gd name="T114" fmla="*/ 19 w 46"/>
                  <a:gd name="T115" fmla="*/ 19 h 31"/>
                  <a:gd name="T116" fmla="*/ 14 w 46"/>
                  <a:gd name="T117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" h="31">
                    <a:moveTo>
                      <a:pt x="2" y="12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lnTo>
                      <a:pt x="2" y="12"/>
                    </a:lnTo>
                    <a:close/>
                    <a:moveTo>
                      <a:pt x="16" y="19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16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4" name="Freeform 6182">
                <a:extLst>
                  <a:ext uri="{FF2B5EF4-FFF2-40B4-BE49-F238E27FC236}">
                    <a16:creationId xmlns:a16="http://schemas.microsoft.com/office/drawing/2014/main" id="{1591B074-643B-4273-B295-E943DBEF53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22" y="1337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9 w 13"/>
                  <a:gd name="T3" fmla="*/ 7 h 7"/>
                  <a:gd name="T4" fmla="*/ 11 w 13"/>
                  <a:gd name="T5" fmla="*/ 6 h 7"/>
                  <a:gd name="T6" fmla="*/ 13 w 13"/>
                  <a:gd name="T7" fmla="*/ 4 h 7"/>
                  <a:gd name="T8" fmla="*/ 11 w 13"/>
                  <a:gd name="T9" fmla="*/ 2 h 7"/>
                  <a:gd name="T10" fmla="*/ 8 w 13"/>
                  <a:gd name="T11" fmla="*/ 2 h 7"/>
                  <a:gd name="T12" fmla="*/ 6 w 13"/>
                  <a:gd name="T13" fmla="*/ 0 h 7"/>
                  <a:gd name="T14" fmla="*/ 2 w 13"/>
                  <a:gd name="T15" fmla="*/ 0 h 7"/>
                  <a:gd name="T16" fmla="*/ 0 w 13"/>
                  <a:gd name="T17" fmla="*/ 2 h 7"/>
                  <a:gd name="T18" fmla="*/ 2 w 13"/>
                  <a:gd name="T19" fmla="*/ 4 h 7"/>
                  <a:gd name="T20" fmla="*/ 8 w 13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9" y="7"/>
                    </a:lnTo>
                    <a:lnTo>
                      <a:pt x="11" y="6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5" name="Freeform 6183">
                <a:extLst>
                  <a:ext uri="{FF2B5EF4-FFF2-40B4-BE49-F238E27FC236}">
                    <a16:creationId xmlns:a16="http://schemas.microsoft.com/office/drawing/2014/main" id="{D8E4D5F1-00F4-4BC1-9BD9-0A09B3FB76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7" y="1563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3 h 11"/>
                  <a:gd name="T4" fmla="*/ 0 w 7"/>
                  <a:gd name="T5" fmla="*/ 5 h 11"/>
                  <a:gd name="T6" fmla="*/ 2 w 7"/>
                  <a:gd name="T7" fmla="*/ 7 h 11"/>
                  <a:gd name="T8" fmla="*/ 2 w 7"/>
                  <a:gd name="T9" fmla="*/ 9 h 11"/>
                  <a:gd name="T10" fmla="*/ 6 w 7"/>
                  <a:gd name="T11" fmla="*/ 11 h 11"/>
                  <a:gd name="T12" fmla="*/ 7 w 7"/>
                  <a:gd name="T13" fmla="*/ 7 h 11"/>
                  <a:gd name="T14" fmla="*/ 7 w 7"/>
                  <a:gd name="T15" fmla="*/ 3 h 11"/>
                  <a:gd name="T16" fmla="*/ 6 w 7"/>
                  <a:gd name="T17" fmla="*/ 1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6" name="Freeform 6184">
                <a:extLst>
                  <a:ext uri="{FF2B5EF4-FFF2-40B4-BE49-F238E27FC236}">
                    <a16:creationId xmlns:a16="http://schemas.microsoft.com/office/drawing/2014/main" id="{19A522B0-91A5-4E44-8C77-D1A7B5D012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91" y="1358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6 w 6"/>
                  <a:gd name="T5" fmla="*/ 0 h 5"/>
                  <a:gd name="T6" fmla="*/ 2 w 6"/>
                  <a:gd name="T7" fmla="*/ 0 h 5"/>
                  <a:gd name="T8" fmla="*/ 0 w 6"/>
                  <a:gd name="T9" fmla="*/ 0 h 5"/>
                  <a:gd name="T10" fmla="*/ 0 w 6"/>
                  <a:gd name="T11" fmla="*/ 1 h 5"/>
                  <a:gd name="T12" fmla="*/ 2 w 6"/>
                  <a:gd name="T13" fmla="*/ 5 h 5"/>
                  <a:gd name="T14" fmla="*/ 4 w 6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7" name="Freeform 6185">
                <a:extLst>
                  <a:ext uri="{FF2B5EF4-FFF2-40B4-BE49-F238E27FC236}">
                    <a16:creationId xmlns:a16="http://schemas.microsoft.com/office/drawing/2014/main" id="{3F373E53-AD84-4BCD-A7CB-D4E3EA48464B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644" y="1369"/>
                <a:ext cx="140" cy="136"/>
              </a:xfrm>
              <a:custGeom>
                <a:avLst/>
                <a:gdLst>
                  <a:gd name="T0" fmla="*/ 9 w 140"/>
                  <a:gd name="T1" fmla="*/ 35 h 136"/>
                  <a:gd name="T2" fmla="*/ 9 w 140"/>
                  <a:gd name="T3" fmla="*/ 43 h 136"/>
                  <a:gd name="T4" fmla="*/ 13 w 140"/>
                  <a:gd name="T5" fmla="*/ 46 h 136"/>
                  <a:gd name="T6" fmla="*/ 11 w 140"/>
                  <a:gd name="T7" fmla="*/ 52 h 136"/>
                  <a:gd name="T8" fmla="*/ 19 w 140"/>
                  <a:gd name="T9" fmla="*/ 63 h 136"/>
                  <a:gd name="T10" fmla="*/ 26 w 140"/>
                  <a:gd name="T11" fmla="*/ 74 h 136"/>
                  <a:gd name="T12" fmla="*/ 43 w 140"/>
                  <a:gd name="T13" fmla="*/ 69 h 136"/>
                  <a:gd name="T14" fmla="*/ 39 w 140"/>
                  <a:gd name="T15" fmla="*/ 54 h 136"/>
                  <a:gd name="T16" fmla="*/ 45 w 140"/>
                  <a:gd name="T17" fmla="*/ 52 h 136"/>
                  <a:gd name="T18" fmla="*/ 45 w 140"/>
                  <a:gd name="T19" fmla="*/ 59 h 136"/>
                  <a:gd name="T20" fmla="*/ 56 w 140"/>
                  <a:gd name="T21" fmla="*/ 54 h 136"/>
                  <a:gd name="T22" fmla="*/ 58 w 140"/>
                  <a:gd name="T23" fmla="*/ 65 h 136"/>
                  <a:gd name="T24" fmla="*/ 43 w 140"/>
                  <a:gd name="T25" fmla="*/ 76 h 136"/>
                  <a:gd name="T26" fmla="*/ 32 w 140"/>
                  <a:gd name="T27" fmla="*/ 82 h 136"/>
                  <a:gd name="T28" fmla="*/ 43 w 140"/>
                  <a:gd name="T29" fmla="*/ 89 h 136"/>
                  <a:gd name="T30" fmla="*/ 52 w 140"/>
                  <a:gd name="T31" fmla="*/ 85 h 136"/>
                  <a:gd name="T32" fmla="*/ 46 w 140"/>
                  <a:gd name="T33" fmla="*/ 93 h 136"/>
                  <a:gd name="T34" fmla="*/ 45 w 140"/>
                  <a:gd name="T35" fmla="*/ 95 h 136"/>
                  <a:gd name="T36" fmla="*/ 37 w 140"/>
                  <a:gd name="T37" fmla="*/ 99 h 136"/>
                  <a:gd name="T38" fmla="*/ 39 w 140"/>
                  <a:gd name="T39" fmla="*/ 106 h 136"/>
                  <a:gd name="T40" fmla="*/ 46 w 140"/>
                  <a:gd name="T41" fmla="*/ 112 h 136"/>
                  <a:gd name="T42" fmla="*/ 58 w 140"/>
                  <a:gd name="T43" fmla="*/ 117 h 136"/>
                  <a:gd name="T44" fmla="*/ 59 w 140"/>
                  <a:gd name="T45" fmla="*/ 127 h 136"/>
                  <a:gd name="T46" fmla="*/ 67 w 140"/>
                  <a:gd name="T47" fmla="*/ 136 h 136"/>
                  <a:gd name="T48" fmla="*/ 71 w 140"/>
                  <a:gd name="T49" fmla="*/ 119 h 136"/>
                  <a:gd name="T50" fmla="*/ 76 w 140"/>
                  <a:gd name="T51" fmla="*/ 100 h 136"/>
                  <a:gd name="T52" fmla="*/ 82 w 140"/>
                  <a:gd name="T53" fmla="*/ 87 h 136"/>
                  <a:gd name="T54" fmla="*/ 84 w 140"/>
                  <a:gd name="T55" fmla="*/ 76 h 136"/>
                  <a:gd name="T56" fmla="*/ 87 w 140"/>
                  <a:gd name="T57" fmla="*/ 58 h 136"/>
                  <a:gd name="T58" fmla="*/ 99 w 140"/>
                  <a:gd name="T59" fmla="*/ 54 h 136"/>
                  <a:gd name="T60" fmla="*/ 93 w 140"/>
                  <a:gd name="T61" fmla="*/ 63 h 136"/>
                  <a:gd name="T62" fmla="*/ 100 w 140"/>
                  <a:gd name="T63" fmla="*/ 71 h 136"/>
                  <a:gd name="T64" fmla="*/ 106 w 140"/>
                  <a:gd name="T65" fmla="*/ 82 h 136"/>
                  <a:gd name="T66" fmla="*/ 100 w 140"/>
                  <a:gd name="T67" fmla="*/ 99 h 136"/>
                  <a:gd name="T68" fmla="*/ 113 w 140"/>
                  <a:gd name="T69" fmla="*/ 97 h 136"/>
                  <a:gd name="T70" fmla="*/ 115 w 140"/>
                  <a:gd name="T71" fmla="*/ 102 h 136"/>
                  <a:gd name="T72" fmla="*/ 128 w 140"/>
                  <a:gd name="T73" fmla="*/ 97 h 136"/>
                  <a:gd name="T74" fmla="*/ 134 w 140"/>
                  <a:gd name="T75" fmla="*/ 80 h 136"/>
                  <a:gd name="T76" fmla="*/ 121 w 140"/>
                  <a:gd name="T77" fmla="*/ 72 h 136"/>
                  <a:gd name="T78" fmla="*/ 108 w 140"/>
                  <a:gd name="T79" fmla="*/ 69 h 136"/>
                  <a:gd name="T80" fmla="*/ 112 w 140"/>
                  <a:gd name="T81" fmla="*/ 59 h 136"/>
                  <a:gd name="T82" fmla="*/ 102 w 140"/>
                  <a:gd name="T83" fmla="*/ 54 h 136"/>
                  <a:gd name="T84" fmla="*/ 93 w 140"/>
                  <a:gd name="T85" fmla="*/ 44 h 136"/>
                  <a:gd name="T86" fmla="*/ 86 w 140"/>
                  <a:gd name="T87" fmla="*/ 35 h 136"/>
                  <a:gd name="T88" fmla="*/ 76 w 140"/>
                  <a:gd name="T89" fmla="*/ 31 h 136"/>
                  <a:gd name="T90" fmla="*/ 63 w 140"/>
                  <a:gd name="T91" fmla="*/ 11 h 136"/>
                  <a:gd name="T92" fmla="*/ 50 w 140"/>
                  <a:gd name="T93" fmla="*/ 0 h 136"/>
                  <a:gd name="T94" fmla="*/ 45 w 140"/>
                  <a:gd name="T95" fmla="*/ 18 h 136"/>
                  <a:gd name="T96" fmla="*/ 52 w 140"/>
                  <a:gd name="T97" fmla="*/ 43 h 136"/>
                  <a:gd name="T98" fmla="*/ 43 w 140"/>
                  <a:gd name="T99" fmla="*/ 37 h 136"/>
                  <a:gd name="T100" fmla="*/ 39 w 140"/>
                  <a:gd name="T101" fmla="*/ 17 h 136"/>
                  <a:gd name="T102" fmla="*/ 28 w 140"/>
                  <a:gd name="T103" fmla="*/ 26 h 136"/>
                  <a:gd name="T104" fmla="*/ 20 w 140"/>
                  <a:gd name="T105" fmla="*/ 20 h 136"/>
                  <a:gd name="T106" fmla="*/ 30 w 140"/>
                  <a:gd name="T107" fmla="*/ 13 h 136"/>
                  <a:gd name="T108" fmla="*/ 15 w 140"/>
                  <a:gd name="T109" fmla="*/ 13 h 136"/>
                  <a:gd name="T110" fmla="*/ 4 w 140"/>
                  <a:gd name="T111" fmla="*/ 18 h 136"/>
                  <a:gd name="T112" fmla="*/ 63 w 140"/>
                  <a:gd name="T113" fmla="*/ 2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136">
                    <a:moveTo>
                      <a:pt x="0" y="31"/>
                    </a:moveTo>
                    <a:lnTo>
                      <a:pt x="2" y="33"/>
                    </a:lnTo>
                    <a:lnTo>
                      <a:pt x="4" y="37"/>
                    </a:lnTo>
                    <a:lnTo>
                      <a:pt x="4" y="41"/>
                    </a:lnTo>
                    <a:lnTo>
                      <a:pt x="7" y="41"/>
                    </a:lnTo>
                    <a:lnTo>
                      <a:pt x="9" y="37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9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3" y="46"/>
                    </a:lnTo>
                    <a:lnTo>
                      <a:pt x="9" y="43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3" y="56"/>
                    </a:lnTo>
                    <a:lnTo>
                      <a:pt x="15" y="56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63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30" y="76"/>
                    </a:lnTo>
                    <a:lnTo>
                      <a:pt x="35" y="74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9" y="69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3" y="65"/>
                    </a:lnTo>
                    <a:lnTo>
                      <a:pt x="41" y="61"/>
                    </a:lnTo>
                    <a:lnTo>
                      <a:pt x="39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41" y="56"/>
                    </a:lnTo>
                    <a:lnTo>
                      <a:pt x="41" y="58"/>
                    </a:lnTo>
                    <a:lnTo>
                      <a:pt x="41" y="61"/>
                    </a:lnTo>
                    <a:lnTo>
                      <a:pt x="45" y="58"/>
                    </a:lnTo>
                    <a:lnTo>
                      <a:pt x="45" y="56"/>
                    </a:lnTo>
                    <a:lnTo>
                      <a:pt x="45" y="52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6" y="54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63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4" y="61"/>
                    </a:lnTo>
                    <a:lnTo>
                      <a:pt x="56" y="58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6"/>
                    </a:lnTo>
                    <a:lnTo>
                      <a:pt x="56" y="58"/>
                    </a:lnTo>
                    <a:lnTo>
                      <a:pt x="56" y="59"/>
                    </a:lnTo>
                    <a:lnTo>
                      <a:pt x="56" y="63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4" y="65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3" y="74"/>
                    </a:lnTo>
                    <a:lnTo>
                      <a:pt x="43" y="76"/>
                    </a:lnTo>
                    <a:lnTo>
                      <a:pt x="41" y="74"/>
                    </a:lnTo>
                    <a:lnTo>
                      <a:pt x="39" y="76"/>
                    </a:lnTo>
                    <a:lnTo>
                      <a:pt x="37" y="78"/>
                    </a:lnTo>
                    <a:lnTo>
                      <a:pt x="37" y="76"/>
                    </a:lnTo>
                    <a:lnTo>
                      <a:pt x="32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5"/>
                    </a:lnTo>
                    <a:lnTo>
                      <a:pt x="32" y="89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9" y="89"/>
                    </a:lnTo>
                    <a:lnTo>
                      <a:pt x="41" y="89"/>
                    </a:lnTo>
                    <a:lnTo>
                      <a:pt x="43" y="89"/>
                    </a:lnTo>
                    <a:lnTo>
                      <a:pt x="45" y="89"/>
                    </a:lnTo>
                    <a:lnTo>
                      <a:pt x="46" y="87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2" y="85"/>
                    </a:lnTo>
                    <a:lnTo>
                      <a:pt x="56" y="85"/>
                    </a:lnTo>
                    <a:lnTo>
                      <a:pt x="52" y="87"/>
                    </a:lnTo>
                    <a:lnTo>
                      <a:pt x="48" y="89"/>
                    </a:lnTo>
                    <a:lnTo>
                      <a:pt x="46" y="89"/>
                    </a:lnTo>
                    <a:lnTo>
                      <a:pt x="43" y="89"/>
                    </a:lnTo>
                    <a:lnTo>
                      <a:pt x="43" y="93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2" y="95"/>
                    </a:lnTo>
                    <a:lnTo>
                      <a:pt x="54" y="95"/>
                    </a:lnTo>
                    <a:lnTo>
                      <a:pt x="50" y="95"/>
                    </a:lnTo>
                    <a:lnTo>
                      <a:pt x="48" y="95"/>
                    </a:lnTo>
                    <a:lnTo>
                      <a:pt x="48" y="95"/>
                    </a:lnTo>
                    <a:lnTo>
                      <a:pt x="45" y="95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1" y="93"/>
                    </a:lnTo>
                    <a:lnTo>
                      <a:pt x="39" y="93"/>
                    </a:lnTo>
                    <a:lnTo>
                      <a:pt x="35" y="95"/>
                    </a:lnTo>
                    <a:lnTo>
                      <a:pt x="35" y="97"/>
                    </a:lnTo>
                    <a:lnTo>
                      <a:pt x="37" y="99"/>
                    </a:lnTo>
                    <a:lnTo>
                      <a:pt x="37" y="99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7" y="104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43" y="112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52" y="119"/>
                    </a:lnTo>
                    <a:lnTo>
                      <a:pt x="56" y="117"/>
                    </a:lnTo>
                    <a:lnTo>
                      <a:pt x="56" y="115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4" y="121"/>
                    </a:lnTo>
                    <a:lnTo>
                      <a:pt x="54" y="123"/>
                    </a:lnTo>
                    <a:lnTo>
                      <a:pt x="59" y="127"/>
                    </a:lnTo>
                    <a:lnTo>
                      <a:pt x="59" y="128"/>
                    </a:lnTo>
                    <a:lnTo>
                      <a:pt x="61" y="128"/>
                    </a:lnTo>
                    <a:lnTo>
                      <a:pt x="61" y="132"/>
                    </a:lnTo>
                    <a:lnTo>
                      <a:pt x="61" y="136"/>
                    </a:lnTo>
                    <a:lnTo>
                      <a:pt x="63" y="134"/>
                    </a:lnTo>
                    <a:lnTo>
                      <a:pt x="65" y="134"/>
                    </a:lnTo>
                    <a:lnTo>
                      <a:pt x="67" y="136"/>
                    </a:lnTo>
                    <a:lnTo>
                      <a:pt x="69" y="134"/>
                    </a:lnTo>
                    <a:lnTo>
                      <a:pt x="71" y="132"/>
                    </a:lnTo>
                    <a:lnTo>
                      <a:pt x="73" y="128"/>
                    </a:lnTo>
                    <a:lnTo>
                      <a:pt x="73" y="128"/>
                    </a:lnTo>
                    <a:lnTo>
                      <a:pt x="73" y="127"/>
                    </a:lnTo>
                    <a:lnTo>
                      <a:pt x="71" y="123"/>
                    </a:lnTo>
                    <a:lnTo>
                      <a:pt x="71" y="119"/>
                    </a:lnTo>
                    <a:lnTo>
                      <a:pt x="73" y="119"/>
                    </a:lnTo>
                    <a:lnTo>
                      <a:pt x="73" y="115"/>
                    </a:lnTo>
                    <a:lnTo>
                      <a:pt x="74" y="108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6" y="102"/>
                    </a:lnTo>
                    <a:lnTo>
                      <a:pt x="76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0" y="95"/>
                    </a:lnTo>
                    <a:lnTo>
                      <a:pt x="80" y="91"/>
                    </a:lnTo>
                    <a:lnTo>
                      <a:pt x="82" y="87"/>
                    </a:lnTo>
                    <a:lnTo>
                      <a:pt x="80" y="85"/>
                    </a:lnTo>
                    <a:lnTo>
                      <a:pt x="78" y="82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4" y="72"/>
                    </a:lnTo>
                    <a:lnTo>
                      <a:pt x="84" y="71"/>
                    </a:lnTo>
                    <a:lnTo>
                      <a:pt x="84" y="67"/>
                    </a:lnTo>
                    <a:lnTo>
                      <a:pt x="84" y="63"/>
                    </a:lnTo>
                    <a:lnTo>
                      <a:pt x="84" y="61"/>
                    </a:lnTo>
                    <a:lnTo>
                      <a:pt x="86" y="59"/>
                    </a:lnTo>
                    <a:lnTo>
                      <a:pt x="87" y="58"/>
                    </a:lnTo>
                    <a:lnTo>
                      <a:pt x="86" y="56"/>
                    </a:lnTo>
                    <a:lnTo>
                      <a:pt x="87" y="56"/>
                    </a:lnTo>
                    <a:lnTo>
                      <a:pt x="91" y="54"/>
                    </a:lnTo>
                    <a:lnTo>
                      <a:pt x="93" y="54"/>
                    </a:lnTo>
                    <a:lnTo>
                      <a:pt x="95" y="52"/>
                    </a:lnTo>
                    <a:lnTo>
                      <a:pt x="97" y="56"/>
                    </a:lnTo>
                    <a:lnTo>
                      <a:pt x="99" y="54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8"/>
                    </a:lnTo>
                    <a:lnTo>
                      <a:pt x="95" y="56"/>
                    </a:lnTo>
                    <a:lnTo>
                      <a:pt x="93" y="59"/>
                    </a:lnTo>
                    <a:lnTo>
                      <a:pt x="89" y="61"/>
                    </a:lnTo>
                    <a:lnTo>
                      <a:pt x="93" y="63"/>
                    </a:lnTo>
                    <a:lnTo>
                      <a:pt x="97" y="63"/>
                    </a:lnTo>
                    <a:lnTo>
                      <a:pt x="97" y="65"/>
                    </a:lnTo>
                    <a:lnTo>
                      <a:pt x="97" y="65"/>
                    </a:lnTo>
                    <a:lnTo>
                      <a:pt x="97" y="67"/>
                    </a:lnTo>
                    <a:lnTo>
                      <a:pt x="99" y="69"/>
                    </a:lnTo>
                    <a:lnTo>
                      <a:pt x="97" y="71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0" y="72"/>
                    </a:lnTo>
                    <a:lnTo>
                      <a:pt x="99" y="76"/>
                    </a:lnTo>
                    <a:lnTo>
                      <a:pt x="100" y="78"/>
                    </a:lnTo>
                    <a:lnTo>
                      <a:pt x="102" y="80"/>
                    </a:lnTo>
                    <a:lnTo>
                      <a:pt x="106" y="80"/>
                    </a:lnTo>
                    <a:lnTo>
                      <a:pt x="106" y="82"/>
                    </a:lnTo>
                    <a:lnTo>
                      <a:pt x="104" y="82"/>
                    </a:lnTo>
                    <a:lnTo>
                      <a:pt x="104" y="85"/>
                    </a:lnTo>
                    <a:lnTo>
                      <a:pt x="102" y="87"/>
                    </a:lnTo>
                    <a:lnTo>
                      <a:pt x="102" y="93"/>
                    </a:lnTo>
                    <a:lnTo>
                      <a:pt x="100" y="93"/>
                    </a:lnTo>
                    <a:lnTo>
                      <a:pt x="100" y="97"/>
                    </a:lnTo>
                    <a:lnTo>
                      <a:pt x="100" y="99"/>
                    </a:lnTo>
                    <a:lnTo>
                      <a:pt x="100" y="100"/>
                    </a:lnTo>
                    <a:lnTo>
                      <a:pt x="102" y="102"/>
                    </a:lnTo>
                    <a:lnTo>
                      <a:pt x="104" y="100"/>
                    </a:lnTo>
                    <a:lnTo>
                      <a:pt x="108" y="100"/>
                    </a:lnTo>
                    <a:lnTo>
                      <a:pt x="110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5" y="93"/>
                    </a:lnTo>
                    <a:lnTo>
                      <a:pt x="117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7" y="97"/>
                    </a:lnTo>
                    <a:lnTo>
                      <a:pt x="117" y="100"/>
                    </a:lnTo>
                    <a:lnTo>
                      <a:pt x="115" y="102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3" y="104"/>
                    </a:lnTo>
                    <a:lnTo>
                      <a:pt x="123" y="100"/>
                    </a:lnTo>
                    <a:lnTo>
                      <a:pt x="125" y="100"/>
                    </a:lnTo>
                    <a:lnTo>
                      <a:pt x="127" y="99"/>
                    </a:lnTo>
                    <a:lnTo>
                      <a:pt x="128" y="97"/>
                    </a:lnTo>
                    <a:lnTo>
                      <a:pt x="130" y="91"/>
                    </a:lnTo>
                    <a:lnTo>
                      <a:pt x="132" y="89"/>
                    </a:lnTo>
                    <a:lnTo>
                      <a:pt x="134" y="85"/>
                    </a:lnTo>
                    <a:lnTo>
                      <a:pt x="136" y="85"/>
                    </a:lnTo>
                    <a:lnTo>
                      <a:pt x="140" y="82"/>
                    </a:lnTo>
                    <a:lnTo>
                      <a:pt x="136" y="80"/>
                    </a:lnTo>
                    <a:lnTo>
                      <a:pt x="134" y="80"/>
                    </a:lnTo>
                    <a:lnTo>
                      <a:pt x="130" y="78"/>
                    </a:lnTo>
                    <a:lnTo>
                      <a:pt x="127" y="80"/>
                    </a:lnTo>
                    <a:lnTo>
                      <a:pt x="127" y="80"/>
                    </a:lnTo>
                    <a:lnTo>
                      <a:pt x="123" y="80"/>
                    </a:lnTo>
                    <a:lnTo>
                      <a:pt x="121" y="76"/>
                    </a:lnTo>
                    <a:lnTo>
                      <a:pt x="119" y="74"/>
                    </a:lnTo>
                    <a:lnTo>
                      <a:pt x="121" y="72"/>
                    </a:lnTo>
                    <a:lnTo>
                      <a:pt x="123" y="72"/>
                    </a:lnTo>
                    <a:lnTo>
                      <a:pt x="123" y="71"/>
                    </a:lnTo>
                    <a:lnTo>
                      <a:pt x="121" y="67"/>
                    </a:lnTo>
                    <a:lnTo>
                      <a:pt x="119" y="63"/>
                    </a:lnTo>
                    <a:lnTo>
                      <a:pt x="113" y="65"/>
                    </a:lnTo>
                    <a:lnTo>
                      <a:pt x="112" y="69"/>
                    </a:lnTo>
                    <a:lnTo>
                      <a:pt x="108" y="69"/>
                    </a:lnTo>
                    <a:lnTo>
                      <a:pt x="104" y="71"/>
                    </a:lnTo>
                    <a:lnTo>
                      <a:pt x="106" y="69"/>
                    </a:lnTo>
                    <a:lnTo>
                      <a:pt x="108" y="69"/>
                    </a:lnTo>
                    <a:lnTo>
                      <a:pt x="112" y="65"/>
                    </a:lnTo>
                    <a:lnTo>
                      <a:pt x="110" y="63"/>
                    </a:lnTo>
                    <a:lnTo>
                      <a:pt x="112" y="61"/>
                    </a:lnTo>
                    <a:lnTo>
                      <a:pt x="112" y="59"/>
                    </a:lnTo>
                    <a:lnTo>
                      <a:pt x="113" y="58"/>
                    </a:lnTo>
                    <a:lnTo>
                      <a:pt x="112" y="54"/>
                    </a:lnTo>
                    <a:lnTo>
                      <a:pt x="110" y="54"/>
                    </a:lnTo>
                    <a:lnTo>
                      <a:pt x="110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0" y="52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100" y="50"/>
                    </a:lnTo>
                    <a:lnTo>
                      <a:pt x="100" y="46"/>
                    </a:lnTo>
                    <a:lnTo>
                      <a:pt x="93" y="44"/>
                    </a:lnTo>
                    <a:lnTo>
                      <a:pt x="89" y="43"/>
                    </a:lnTo>
                    <a:lnTo>
                      <a:pt x="91" y="43"/>
                    </a:lnTo>
                    <a:lnTo>
                      <a:pt x="95" y="41"/>
                    </a:lnTo>
                    <a:lnTo>
                      <a:pt x="95" y="37"/>
                    </a:lnTo>
                    <a:lnTo>
                      <a:pt x="93" y="35"/>
                    </a:lnTo>
                    <a:lnTo>
                      <a:pt x="87" y="33"/>
                    </a:lnTo>
                    <a:lnTo>
                      <a:pt x="86" y="35"/>
                    </a:lnTo>
                    <a:lnTo>
                      <a:pt x="86" y="37"/>
                    </a:lnTo>
                    <a:lnTo>
                      <a:pt x="86" y="39"/>
                    </a:lnTo>
                    <a:lnTo>
                      <a:pt x="86" y="37"/>
                    </a:lnTo>
                    <a:lnTo>
                      <a:pt x="82" y="33"/>
                    </a:lnTo>
                    <a:lnTo>
                      <a:pt x="80" y="33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6" y="30"/>
                    </a:lnTo>
                    <a:lnTo>
                      <a:pt x="74" y="24"/>
                    </a:lnTo>
                    <a:lnTo>
                      <a:pt x="73" y="18"/>
                    </a:lnTo>
                    <a:lnTo>
                      <a:pt x="67" y="15"/>
                    </a:lnTo>
                    <a:lnTo>
                      <a:pt x="65" y="17"/>
                    </a:lnTo>
                    <a:lnTo>
                      <a:pt x="65" y="15"/>
                    </a:lnTo>
                    <a:lnTo>
                      <a:pt x="63" y="11"/>
                    </a:lnTo>
                    <a:lnTo>
                      <a:pt x="61" y="7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5" y="28"/>
                    </a:lnTo>
                    <a:lnTo>
                      <a:pt x="46" y="31"/>
                    </a:lnTo>
                    <a:lnTo>
                      <a:pt x="46" y="35"/>
                    </a:lnTo>
                    <a:lnTo>
                      <a:pt x="48" y="37"/>
                    </a:lnTo>
                    <a:lnTo>
                      <a:pt x="50" y="41"/>
                    </a:lnTo>
                    <a:lnTo>
                      <a:pt x="52" y="43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8" y="39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5" y="33"/>
                    </a:lnTo>
                    <a:lnTo>
                      <a:pt x="45" y="31"/>
                    </a:lnTo>
                    <a:lnTo>
                      <a:pt x="43" y="26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32" y="17"/>
                    </a:lnTo>
                    <a:lnTo>
                      <a:pt x="30" y="20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6" y="24"/>
                    </a:lnTo>
                    <a:lnTo>
                      <a:pt x="2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2" y="20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0" y="13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0" y="31"/>
                    </a:lnTo>
                    <a:close/>
                    <a:moveTo>
                      <a:pt x="63" y="22"/>
                    </a:moveTo>
                    <a:lnTo>
                      <a:pt x="65" y="24"/>
                    </a:lnTo>
                    <a:lnTo>
                      <a:pt x="65" y="28"/>
                    </a:lnTo>
                    <a:lnTo>
                      <a:pt x="63" y="28"/>
                    </a:lnTo>
                    <a:lnTo>
                      <a:pt x="63" y="24"/>
                    </a:lnTo>
                    <a:lnTo>
                      <a:pt x="63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8" name="Freeform 6186">
                <a:extLst>
                  <a:ext uri="{FF2B5EF4-FFF2-40B4-BE49-F238E27FC236}">
                    <a16:creationId xmlns:a16="http://schemas.microsoft.com/office/drawing/2014/main" id="{64785C66-7EDA-419D-BE0E-831CFC1F6B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5" y="1348"/>
                <a:ext cx="18" cy="11"/>
              </a:xfrm>
              <a:custGeom>
                <a:avLst/>
                <a:gdLst>
                  <a:gd name="T0" fmla="*/ 2 w 10"/>
                  <a:gd name="T1" fmla="*/ 6 h 6"/>
                  <a:gd name="T2" fmla="*/ 4 w 10"/>
                  <a:gd name="T3" fmla="*/ 6 h 6"/>
                  <a:gd name="T4" fmla="*/ 6 w 10"/>
                  <a:gd name="T5" fmla="*/ 4 h 6"/>
                  <a:gd name="T6" fmla="*/ 7 w 10"/>
                  <a:gd name="T7" fmla="*/ 4 h 6"/>
                  <a:gd name="T8" fmla="*/ 9 w 10"/>
                  <a:gd name="T9" fmla="*/ 2 h 6"/>
                  <a:gd name="T10" fmla="*/ 10 w 10"/>
                  <a:gd name="T11" fmla="*/ 1 h 6"/>
                  <a:gd name="T12" fmla="*/ 9 w 10"/>
                  <a:gd name="T13" fmla="*/ 0 h 6"/>
                  <a:gd name="T14" fmla="*/ 7 w 10"/>
                  <a:gd name="T15" fmla="*/ 0 h 6"/>
                  <a:gd name="T16" fmla="*/ 5 w 10"/>
                  <a:gd name="T17" fmla="*/ 1 h 6"/>
                  <a:gd name="T18" fmla="*/ 4 w 10"/>
                  <a:gd name="T19" fmla="*/ 2 h 6"/>
                  <a:gd name="T20" fmla="*/ 3 w 10"/>
                  <a:gd name="T21" fmla="*/ 3 h 6"/>
                  <a:gd name="T22" fmla="*/ 2 w 10"/>
                  <a:gd name="T23" fmla="*/ 4 h 6"/>
                  <a:gd name="T24" fmla="*/ 1 w 10"/>
                  <a:gd name="T25" fmla="*/ 4 h 6"/>
                  <a:gd name="T26" fmla="*/ 1 w 10"/>
                  <a:gd name="T27" fmla="*/ 5 h 6"/>
                  <a:gd name="T28" fmla="*/ 0 w 10"/>
                  <a:gd name="T29" fmla="*/ 5 h 6"/>
                  <a:gd name="T30" fmla="*/ 1 w 10"/>
                  <a:gd name="T31" fmla="*/ 6 h 6"/>
                  <a:gd name="T32" fmla="*/ 2 w 10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6">
                    <a:moveTo>
                      <a:pt x="2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9" name="Freeform 6187">
                <a:extLst>
                  <a:ext uri="{FF2B5EF4-FFF2-40B4-BE49-F238E27FC236}">
                    <a16:creationId xmlns:a16="http://schemas.microsoft.com/office/drawing/2014/main" id="{2349A447-6EB3-4743-8DA8-F2282328F6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0" y="1406"/>
                <a:ext cx="19" cy="9"/>
              </a:xfrm>
              <a:custGeom>
                <a:avLst/>
                <a:gdLst>
                  <a:gd name="T0" fmla="*/ 8 w 19"/>
                  <a:gd name="T1" fmla="*/ 6 h 9"/>
                  <a:gd name="T2" fmla="*/ 8 w 19"/>
                  <a:gd name="T3" fmla="*/ 6 h 9"/>
                  <a:gd name="T4" fmla="*/ 10 w 19"/>
                  <a:gd name="T5" fmla="*/ 6 h 9"/>
                  <a:gd name="T6" fmla="*/ 11 w 19"/>
                  <a:gd name="T7" fmla="*/ 6 h 9"/>
                  <a:gd name="T8" fmla="*/ 13 w 19"/>
                  <a:gd name="T9" fmla="*/ 7 h 9"/>
                  <a:gd name="T10" fmla="*/ 17 w 19"/>
                  <a:gd name="T11" fmla="*/ 6 h 9"/>
                  <a:gd name="T12" fmla="*/ 19 w 19"/>
                  <a:gd name="T13" fmla="*/ 2 h 9"/>
                  <a:gd name="T14" fmla="*/ 15 w 19"/>
                  <a:gd name="T15" fmla="*/ 2 h 9"/>
                  <a:gd name="T16" fmla="*/ 11 w 19"/>
                  <a:gd name="T17" fmla="*/ 2 h 9"/>
                  <a:gd name="T18" fmla="*/ 11 w 19"/>
                  <a:gd name="T19" fmla="*/ 0 h 9"/>
                  <a:gd name="T20" fmla="*/ 10 w 19"/>
                  <a:gd name="T21" fmla="*/ 0 h 9"/>
                  <a:gd name="T22" fmla="*/ 8 w 19"/>
                  <a:gd name="T23" fmla="*/ 0 h 9"/>
                  <a:gd name="T24" fmla="*/ 4 w 19"/>
                  <a:gd name="T25" fmla="*/ 2 h 9"/>
                  <a:gd name="T26" fmla="*/ 0 w 19"/>
                  <a:gd name="T27" fmla="*/ 7 h 9"/>
                  <a:gd name="T28" fmla="*/ 4 w 19"/>
                  <a:gd name="T29" fmla="*/ 9 h 9"/>
                  <a:gd name="T30" fmla="*/ 8 w 19"/>
                  <a:gd name="T3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9">
                    <a:moveTo>
                      <a:pt x="8" y="6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7" y="6"/>
                    </a:lnTo>
                    <a:lnTo>
                      <a:pt x="19" y="2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0" name="Freeform 6188">
                <a:extLst>
                  <a:ext uri="{FF2B5EF4-FFF2-40B4-BE49-F238E27FC236}">
                    <a16:creationId xmlns:a16="http://schemas.microsoft.com/office/drawing/2014/main" id="{A835D372-6F0A-4B44-B1D1-ED7AC16883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8" y="2103"/>
                <a:ext cx="80" cy="90"/>
              </a:xfrm>
              <a:custGeom>
                <a:avLst/>
                <a:gdLst>
                  <a:gd name="T0" fmla="*/ 35 w 43"/>
                  <a:gd name="T1" fmla="*/ 10 h 48"/>
                  <a:gd name="T2" fmla="*/ 32 w 43"/>
                  <a:gd name="T3" fmla="*/ 13 h 48"/>
                  <a:gd name="T4" fmla="*/ 28 w 43"/>
                  <a:gd name="T5" fmla="*/ 15 h 48"/>
                  <a:gd name="T6" fmla="*/ 24 w 43"/>
                  <a:gd name="T7" fmla="*/ 13 h 48"/>
                  <a:gd name="T8" fmla="*/ 19 w 43"/>
                  <a:gd name="T9" fmla="*/ 11 h 48"/>
                  <a:gd name="T10" fmla="*/ 13 w 43"/>
                  <a:gd name="T11" fmla="*/ 5 h 48"/>
                  <a:gd name="T12" fmla="*/ 8 w 43"/>
                  <a:gd name="T13" fmla="*/ 1 h 48"/>
                  <a:gd name="T14" fmla="*/ 5 w 43"/>
                  <a:gd name="T15" fmla="*/ 1 h 48"/>
                  <a:gd name="T16" fmla="*/ 3 w 43"/>
                  <a:gd name="T17" fmla="*/ 2 h 48"/>
                  <a:gd name="T18" fmla="*/ 7 w 43"/>
                  <a:gd name="T19" fmla="*/ 9 h 48"/>
                  <a:gd name="T20" fmla="*/ 7 w 43"/>
                  <a:gd name="T21" fmla="*/ 14 h 48"/>
                  <a:gd name="T22" fmla="*/ 8 w 43"/>
                  <a:gd name="T23" fmla="*/ 18 h 48"/>
                  <a:gd name="T24" fmla="*/ 8 w 43"/>
                  <a:gd name="T25" fmla="*/ 23 h 48"/>
                  <a:gd name="T26" fmla="*/ 9 w 43"/>
                  <a:gd name="T27" fmla="*/ 24 h 48"/>
                  <a:gd name="T28" fmla="*/ 8 w 43"/>
                  <a:gd name="T29" fmla="*/ 26 h 48"/>
                  <a:gd name="T30" fmla="*/ 2 w 43"/>
                  <a:gd name="T31" fmla="*/ 25 h 48"/>
                  <a:gd name="T32" fmla="*/ 3 w 43"/>
                  <a:gd name="T33" fmla="*/ 28 h 48"/>
                  <a:gd name="T34" fmla="*/ 4 w 43"/>
                  <a:gd name="T35" fmla="*/ 29 h 48"/>
                  <a:gd name="T36" fmla="*/ 2 w 43"/>
                  <a:gd name="T37" fmla="*/ 31 h 48"/>
                  <a:gd name="T38" fmla="*/ 1 w 43"/>
                  <a:gd name="T39" fmla="*/ 35 h 48"/>
                  <a:gd name="T40" fmla="*/ 2 w 43"/>
                  <a:gd name="T41" fmla="*/ 38 h 48"/>
                  <a:gd name="T42" fmla="*/ 5 w 43"/>
                  <a:gd name="T43" fmla="*/ 42 h 48"/>
                  <a:gd name="T44" fmla="*/ 6 w 43"/>
                  <a:gd name="T45" fmla="*/ 47 h 48"/>
                  <a:gd name="T46" fmla="*/ 10 w 43"/>
                  <a:gd name="T47" fmla="*/ 44 h 48"/>
                  <a:gd name="T48" fmla="*/ 12 w 43"/>
                  <a:gd name="T49" fmla="*/ 43 h 48"/>
                  <a:gd name="T50" fmla="*/ 15 w 43"/>
                  <a:gd name="T51" fmla="*/ 41 h 48"/>
                  <a:gd name="T52" fmla="*/ 11 w 43"/>
                  <a:gd name="T53" fmla="*/ 39 h 48"/>
                  <a:gd name="T54" fmla="*/ 6 w 43"/>
                  <a:gd name="T55" fmla="*/ 36 h 48"/>
                  <a:gd name="T56" fmla="*/ 6 w 43"/>
                  <a:gd name="T57" fmla="*/ 34 h 48"/>
                  <a:gd name="T58" fmla="*/ 12 w 43"/>
                  <a:gd name="T59" fmla="*/ 33 h 48"/>
                  <a:gd name="T60" fmla="*/ 15 w 43"/>
                  <a:gd name="T61" fmla="*/ 33 h 48"/>
                  <a:gd name="T62" fmla="*/ 19 w 43"/>
                  <a:gd name="T63" fmla="*/ 34 h 48"/>
                  <a:gd name="T64" fmla="*/ 25 w 43"/>
                  <a:gd name="T65" fmla="*/ 38 h 48"/>
                  <a:gd name="T66" fmla="*/ 28 w 43"/>
                  <a:gd name="T67" fmla="*/ 37 h 48"/>
                  <a:gd name="T68" fmla="*/ 28 w 43"/>
                  <a:gd name="T69" fmla="*/ 32 h 48"/>
                  <a:gd name="T70" fmla="*/ 32 w 43"/>
                  <a:gd name="T71" fmla="*/ 27 h 48"/>
                  <a:gd name="T72" fmla="*/ 35 w 43"/>
                  <a:gd name="T73" fmla="*/ 26 h 48"/>
                  <a:gd name="T74" fmla="*/ 38 w 43"/>
                  <a:gd name="T75" fmla="*/ 26 h 48"/>
                  <a:gd name="T76" fmla="*/ 40 w 43"/>
                  <a:gd name="T77" fmla="*/ 23 h 48"/>
                  <a:gd name="T78" fmla="*/ 42 w 43"/>
                  <a:gd name="T79" fmla="*/ 21 h 48"/>
                  <a:gd name="T80" fmla="*/ 40 w 43"/>
                  <a:gd name="T81" fmla="*/ 20 h 48"/>
                  <a:gd name="T82" fmla="*/ 40 w 43"/>
                  <a:gd name="T83" fmla="*/ 13 h 48"/>
                  <a:gd name="T84" fmla="*/ 43 w 43"/>
                  <a:gd name="T85" fmla="*/ 8 h 48"/>
                  <a:gd name="T86" fmla="*/ 40 w 43"/>
                  <a:gd name="T87" fmla="*/ 8 h 48"/>
                  <a:gd name="T88" fmla="*/ 38 w 43"/>
                  <a:gd name="T89" fmla="*/ 10 h 48"/>
                  <a:gd name="T90" fmla="*/ 36 w 43"/>
                  <a:gd name="T91" fmla="*/ 15 h 48"/>
                  <a:gd name="T92" fmla="*/ 39 w 43"/>
                  <a:gd name="T93" fmla="*/ 20 h 48"/>
                  <a:gd name="T94" fmla="*/ 39 w 43"/>
                  <a:gd name="T95" fmla="*/ 21 h 48"/>
                  <a:gd name="T96" fmla="*/ 35 w 43"/>
                  <a:gd name="T97" fmla="*/ 17 h 48"/>
                  <a:gd name="T98" fmla="*/ 36 w 43"/>
                  <a:gd name="T99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" h="48">
                    <a:moveTo>
                      <a:pt x="36" y="13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9" y="16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lnTo>
                      <a:pt x="3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1" name="Freeform 6189">
                <a:extLst>
                  <a:ext uri="{FF2B5EF4-FFF2-40B4-BE49-F238E27FC236}">
                    <a16:creationId xmlns:a16="http://schemas.microsoft.com/office/drawing/2014/main" id="{444B6E93-99ED-4040-996C-BDFF5BBB4E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2170"/>
                <a:ext cx="6" cy="10"/>
              </a:xfrm>
              <a:custGeom>
                <a:avLst/>
                <a:gdLst>
                  <a:gd name="T0" fmla="*/ 0 w 6"/>
                  <a:gd name="T1" fmla="*/ 4 h 10"/>
                  <a:gd name="T2" fmla="*/ 0 w 6"/>
                  <a:gd name="T3" fmla="*/ 6 h 10"/>
                  <a:gd name="T4" fmla="*/ 2 w 6"/>
                  <a:gd name="T5" fmla="*/ 10 h 10"/>
                  <a:gd name="T6" fmla="*/ 6 w 6"/>
                  <a:gd name="T7" fmla="*/ 8 h 10"/>
                  <a:gd name="T8" fmla="*/ 6 w 6"/>
                  <a:gd name="T9" fmla="*/ 4 h 10"/>
                  <a:gd name="T10" fmla="*/ 6 w 6"/>
                  <a:gd name="T11" fmla="*/ 0 h 10"/>
                  <a:gd name="T12" fmla="*/ 2 w 6"/>
                  <a:gd name="T13" fmla="*/ 0 h 10"/>
                  <a:gd name="T14" fmla="*/ 0 w 6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lnTo>
                      <a:pt x="0" y="6"/>
                    </a:ln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2" name="Freeform 6190">
                <a:extLst>
                  <a:ext uri="{FF2B5EF4-FFF2-40B4-BE49-F238E27FC236}">
                    <a16:creationId xmlns:a16="http://schemas.microsoft.com/office/drawing/2014/main" id="{3E5B2B67-B42D-4FE3-A54C-36D87C31C0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03" y="2252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2 w 8"/>
                  <a:gd name="T3" fmla="*/ 4 h 15"/>
                  <a:gd name="T4" fmla="*/ 0 w 8"/>
                  <a:gd name="T5" fmla="*/ 8 h 15"/>
                  <a:gd name="T6" fmla="*/ 2 w 8"/>
                  <a:gd name="T7" fmla="*/ 12 h 15"/>
                  <a:gd name="T8" fmla="*/ 2 w 8"/>
                  <a:gd name="T9" fmla="*/ 12 h 15"/>
                  <a:gd name="T10" fmla="*/ 2 w 8"/>
                  <a:gd name="T11" fmla="*/ 15 h 15"/>
                  <a:gd name="T12" fmla="*/ 6 w 8"/>
                  <a:gd name="T13" fmla="*/ 13 h 15"/>
                  <a:gd name="T14" fmla="*/ 8 w 8"/>
                  <a:gd name="T15" fmla="*/ 12 h 15"/>
                  <a:gd name="T16" fmla="*/ 8 w 8"/>
                  <a:gd name="T17" fmla="*/ 8 h 15"/>
                  <a:gd name="T18" fmla="*/ 8 w 8"/>
                  <a:gd name="T19" fmla="*/ 6 h 15"/>
                  <a:gd name="T20" fmla="*/ 6 w 8"/>
                  <a:gd name="T21" fmla="*/ 6 h 15"/>
                  <a:gd name="T22" fmla="*/ 6 w 8"/>
                  <a:gd name="T23" fmla="*/ 4 h 15"/>
                  <a:gd name="T24" fmla="*/ 4 w 8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3" name="Freeform 6191">
                <a:extLst>
                  <a:ext uri="{FF2B5EF4-FFF2-40B4-BE49-F238E27FC236}">
                    <a16:creationId xmlns:a16="http://schemas.microsoft.com/office/drawing/2014/main" id="{B1A74771-2F2F-4D44-A017-0DE7B9C1A0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403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 h 8"/>
                  <a:gd name="T4" fmla="*/ 1 w 5"/>
                  <a:gd name="T5" fmla="*/ 8 h 8"/>
                  <a:gd name="T6" fmla="*/ 5 w 5"/>
                  <a:gd name="T7" fmla="*/ 8 h 8"/>
                  <a:gd name="T8" fmla="*/ 5 w 5"/>
                  <a:gd name="T9" fmla="*/ 6 h 8"/>
                  <a:gd name="T10" fmla="*/ 5 w 5"/>
                  <a:gd name="T11" fmla="*/ 4 h 8"/>
                  <a:gd name="T12" fmla="*/ 3 w 5"/>
                  <a:gd name="T13" fmla="*/ 0 h 8"/>
                  <a:gd name="T14" fmla="*/ 0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4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4" name="Freeform 6192">
                <a:extLst>
                  <a:ext uri="{FF2B5EF4-FFF2-40B4-BE49-F238E27FC236}">
                    <a16:creationId xmlns:a16="http://schemas.microsoft.com/office/drawing/2014/main" id="{E2648B79-6F27-4619-B627-DEE3C00FAF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4" y="2512"/>
                <a:ext cx="6" cy="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3 h 3"/>
                  <a:gd name="T4" fmla="*/ 4 w 6"/>
                  <a:gd name="T5" fmla="*/ 3 h 3"/>
                  <a:gd name="T6" fmla="*/ 6 w 6"/>
                  <a:gd name="T7" fmla="*/ 1 h 3"/>
                  <a:gd name="T8" fmla="*/ 6 w 6"/>
                  <a:gd name="T9" fmla="*/ 0 h 3"/>
                  <a:gd name="T10" fmla="*/ 2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5" name="Freeform 6193">
                <a:extLst>
                  <a:ext uri="{FF2B5EF4-FFF2-40B4-BE49-F238E27FC236}">
                    <a16:creationId xmlns:a16="http://schemas.microsoft.com/office/drawing/2014/main" id="{F1C5BF99-5704-4ADB-8194-BCFFF0F9F8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508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5 h 7"/>
                  <a:gd name="T4" fmla="*/ 4 w 5"/>
                  <a:gd name="T5" fmla="*/ 7 h 7"/>
                  <a:gd name="T6" fmla="*/ 5 w 5"/>
                  <a:gd name="T7" fmla="*/ 4 h 7"/>
                  <a:gd name="T8" fmla="*/ 2 w 5"/>
                  <a:gd name="T9" fmla="*/ 0 h 7"/>
                  <a:gd name="T10" fmla="*/ 0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lnTo>
                      <a:pt x="2" y="5"/>
                    </a:lnTo>
                    <a:lnTo>
                      <a:pt x="4" y="7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6" name="Freeform 6194">
                <a:extLst>
                  <a:ext uri="{FF2B5EF4-FFF2-40B4-BE49-F238E27FC236}">
                    <a16:creationId xmlns:a16="http://schemas.microsoft.com/office/drawing/2014/main" id="{C93D17F2-837C-4DA8-92F4-69C8ABD11D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2" y="2297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2 w 7"/>
                  <a:gd name="T7" fmla="*/ 2 h 8"/>
                  <a:gd name="T8" fmla="*/ 2 w 7"/>
                  <a:gd name="T9" fmla="*/ 2 h 8"/>
                  <a:gd name="T10" fmla="*/ 0 w 7"/>
                  <a:gd name="T11" fmla="*/ 6 h 8"/>
                  <a:gd name="T12" fmla="*/ 2 w 7"/>
                  <a:gd name="T13" fmla="*/ 8 h 8"/>
                  <a:gd name="T14" fmla="*/ 5 w 7"/>
                  <a:gd name="T15" fmla="*/ 6 h 8"/>
                  <a:gd name="T16" fmla="*/ 5 w 7"/>
                  <a:gd name="T17" fmla="*/ 6 h 8"/>
                  <a:gd name="T18" fmla="*/ 5 w 7"/>
                  <a:gd name="T19" fmla="*/ 6 h 8"/>
                  <a:gd name="T20" fmla="*/ 7 w 7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7" name="Freeform 6195">
                <a:extLst>
                  <a:ext uri="{FF2B5EF4-FFF2-40B4-BE49-F238E27FC236}">
                    <a16:creationId xmlns:a16="http://schemas.microsoft.com/office/drawing/2014/main" id="{993A6CA5-95ED-4129-ACB2-66FB99655B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465"/>
                <a:ext cx="9" cy="15"/>
              </a:xfrm>
              <a:custGeom>
                <a:avLst/>
                <a:gdLst>
                  <a:gd name="T0" fmla="*/ 0 w 9"/>
                  <a:gd name="T1" fmla="*/ 9 h 15"/>
                  <a:gd name="T2" fmla="*/ 0 w 9"/>
                  <a:gd name="T3" fmla="*/ 15 h 15"/>
                  <a:gd name="T4" fmla="*/ 3 w 9"/>
                  <a:gd name="T5" fmla="*/ 13 h 15"/>
                  <a:gd name="T6" fmla="*/ 3 w 9"/>
                  <a:gd name="T7" fmla="*/ 11 h 15"/>
                  <a:gd name="T8" fmla="*/ 7 w 9"/>
                  <a:gd name="T9" fmla="*/ 9 h 15"/>
                  <a:gd name="T10" fmla="*/ 7 w 9"/>
                  <a:gd name="T11" fmla="*/ 7 h 15"/>
                  <a:gd name="T12" fmla="*/ 9 w 9"/>
                  <a:gd name="T13" fmla="*/ 4 h 15"/>
                  <a:gd name="T14" fmla="*/ 7 w 9"/>
                  <a:gd name="T15" fmla="*/ 0 h 15"/>
                  <a:gd name="T16" fmla="*/ 3 w 9"/>
                  <a:gd name="T17" fmla="*/ 4 h 15"/>
                  <a:gd name="T18" fmla="*/ 2 w 9"/>
                  <a:gd name="T19" fmla="*/ 6 h 15"/>
                  <a:gd name="T20" fmla="*/ 2 w 9"/>
                  <a:gd name="T21" fmla="*/ 7 h 15"/>
                  <a:gd name="T22" fmla="*/ 2 w 9"/>
                  <a:gd name="T23" fmla="*/ 7 h 15"/>
                  <a:gd name="T24" fmla="*/ 0 w 9"/>
                  <a:gd name="T2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lnTo>
                      <a:pt x="0" y="15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8" name="Freeform 6196">
                <a:extLst>
                  <a:ext uri="{FF2B5EF4-FFF2-40B4-BE49-F238E27FC236}">
                    <a16:creationId xmlns:a16="http://schemas.microsoft.com/office/drawing/2014/main" id="{5AE20BC1-0EDC-4D3D-9D95-D03F031C52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3" y="25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2 h 8"/>
                  <a:gd name="T4" fmla="*/ 0 w 5"/>
                  <a:gd name="T5" fmla="*/ 0 h 8"/>
                  <a:gd name="T6" fmla="*/ 0 w 5"/>
                  <a:gd name="T7" fmla="*/ 6 h 8"/>
                  <a:gd name="T8" fmla="*/ 2 w 5"/>
                  <a:gd name="T9" fmla="*/ 8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9" name="Freeform 6197">
                <a:extLst>
                  <a:ext uri="{FF2B5EF4-FFF2-40B4-BE49-F238E27FC236}">
                    <a16:creationId xmlns:a16="http://schemas.microsoft.com/office/drawing/2014/main" id="{B9B98896-D0EA-4E2F-97C9-78402BA663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6" y="2396"/>
                <a:ext cx="4" cy="11"/>
              </a:xfrm>
              <a:custGeom>
                <a:avLst/>
                <a:gdLst>
                  <a:gd name="T0" fmla="*/ 4 w 4"/>
                  <a:gd name="T1" fmla="*/ 7 h 11"/>
                  <a:gd name="T2" fmla="*/ 4 w 4"/>
                  <a:gd name="T3" fmla="*/ 6 h 11"/>
                  <a:gd name="T4" fmla="*/ 4 w 4"/>
                  <a:gd name="T5" fmla="*/ 2 h 11"/>
                  <a:gd name="T6" fmla="*/ 0 w 4"/>
                  <a:gd name="T7" fmla="*/ 0 h 11"/>
                  <a:gd name="T8" fmla="*/ 0 w 4"/>
                  <a:gd name="T9" fmla="*/ 4 h 11"/>
                  <a:gd name="T10" fmla="*/ 0 w 4"/>
                  <a:gd name="T11" fmla="*/ 11 h 11"/>
                  <a:gd name="T12" fmla="*/ 4 w 4"/>
                  <a:gd name="T1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7"/>
                    </a:move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0" name="Freeform 6198">
                <a:extLst>
                  <a:ext uri="{FF2B5EF4-FFF2-40B4-BE49-F238E27FC236}">
                    <a16:creationId xmlns:a16="http://schemas.microsoft.com/office/drawing/2014/main" id="{057ABFE3-EE8D-4C63-8FB7-66F55DBA6A6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6" y="2450"/>
                <a:ext cx="5" cy="7"/>
              </a:xfrm>
              <a:custGeom>
                <a:avLst/>
                <a:gdLst>
                  <a:gd name="T0" fmla="*/ 0 w 5"/>
                  <a:gd name="T1" fmla="*/ 2 h 7"/>
                  <a:gd name="T2" fmla="*/ 0 w 5"/>
                  <a:gd name="T3" fmla="*/ 4 h 7"/>
                  <a:gd name="T4" fmla="*/ 2 w 5"/>
                  <a:gd name="T5" fmla="*/ 7 h 7"/>
                  <a:gd name="T6" fmla="*/ 5 w 5"/>
                  <a:gd name="T7" fmla="*/ 6 h 7"/>
                  <a:gd name="T8" fmla="*/ 3 w 5"/>
                  <a:gd name="T9" fmla="*/ 2 h 7"/>
                  <a:gd name="T10" fmla="*/ 2 w 5"/>
                  <a:gd name="T11" fmla="*/ 0 h 7"/>
                  <a:gd name="T12" fmla="*/ 0 w 5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2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1" name="Freeform 6199">
                <a:extLst>
                  <a:ext uri="{FF2B5EF4-FFF2-40B4-BE49-F238E27FC236}">
                    <a16:creationId xmlns:a16="http://schemas.microsoft.com/office/drawing/2014/main" id="{6ACE2EF7-FCEF-4578-8E34-037E9433B6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8" y="2437"/>
                <a:ext cx="13" cy="11"/>
              </a:xfrm>
              <a:custGeom>
                <a:avLst/>
                <a:gdLst>
                  <a:gd name="T0" fmla="*/ 5 w 13"/>
                  <a:gd name="T1" fmla="*/ 11 h 11"/>
                  <a:gd name="T2" fmla="*/ 7 w 13"/>
                  <a:gd name="T3" fmla="*/ 9 h 11"/>
                  <a:gd name="T4" fmla="*/ 7 w 13"/>
                  <a:gd name="T5" fmla="*/ 7 h 11"/>
                  <a:gd name="T6" fmla="*/ 9 w 13"/>
                  <a:gd name="T7" fmla="*/ 6 h 11"/>
                  <a:gd name="T8" fmla="*/ 13 w 13"/>
                  <a:gd name="T9" fmla="*/ 0 h 11"/>
                  <a:gd name="T10" fmla="*/ 7 w 13"/>
                  <a:gd name="T11" fmla="*/ 2 h 11"/>
                  <a:gd name="T12" fmla="*/ 7 w 13"/>
                  <a:gd name="T13" fmla="*/ 2 h 11"/>
                  <a:gd name="T14" fmla="*/ 5 w 13"/>
                  <a:gd name="T15" fmla="*/ 2 h 11"/>
                  <a:gd name="T16" fmla="*/ 3 w 13"/>
                  <a:gd name="T17" fmla="*/ 4 h 11"/>
                  <a:gd name="T18" fmla="*/ 1 w 13"/>
                  <a:gd name="T19" fmla="*/ 6 h 11"/>
                  <a:gd name="T20" fmla="*/ 0 w 13"/>
                  <a:gd name="T21" fmla="*/ 7 h 11"/>
                  <a:gd name="T22" fmla="*/ 1 w 13"/>
                  <a:gd name="T23" fmla="*/ 9 h 11"/>
                  <a:gd name="T24" fmla="*/ 3 w 13"/>
                  <a:gd name="T25" fmla="*/ 9 h 11"/>
                  <a:gd name="T26" fmla="*/ 5 w 13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5" y="11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2" name="Freeform 6200">
                <a:extLst>
                  <a:ext uri="{FF2B5EF4-FFF2-40B4-BE49-F238E27FC236}">
                    <a16:creationId xmlns:a16="http://schemas.microsoft.com/office/drawing/2014/main" id="{FF054F22-DD1F-47A4-8051-604B07B05AD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97" y="2187"/>
                <a:ext cx="156" cy="211"/>
              </a:xfrm>
              <a:custGeom>
                <a:avLst/>
                <a:gdLst>
                  <a:gd name="T0" fmla="*/ 9 w 156"/>
                  <a:gd name="T1" fmla="*/ 175 h 211"/>
                  <a:gd name="T2" fmla="*/ 13 w 156"/>
                  <a:gd name="T3" fmla="*/ 170 h 211"/>
                  <a:gd name="T4" fmla="*/ 19 w 156"/>
                  <a:gd name="T5" fmla="*/ 179 h 211"/>
                  <a:gd name="T6" fmla="*/ 19 w 156"/>
                  <a:gd name="T7" fmla="*/ 188 h 211"/>
                  <a:gd name="T8" fmla="*/ 26 w 156"/>
                  <a:gd name="T9" fmla="*/ 202 h 211"/>
                  <a:gd name="T10" fmla="*/ 35 w 156"/>
                  <a:gd name="T11" fmla="*/ 211 h 211"/>
                  <a:gd name="T12" fmla="*/ 43 w 156"/>
                  <a:gd name="T13" fmla="*/ 203 h 211"/>
                  <a:gd name="T14" fmla="*/ 49 w 156"/>
                  <a:gd name="T15" fmla="*/ 175 h 211"/>
                  <a:gd name="T16" fmla="*/ 41 w 156"/>
                  <a:gd name="T17" fmla="*/ 166 h 211"/>
                  <a:gd name="T18" fmla="*/ 34 w 156"/>
                  <a:gd name="T19" fmla="*/ 161 h 211"/>
                  <a:gd name="T20" fmla="*/ 47 w 156"/>
                  <a:gd name="T21" fmla="*/ 155 h 211"/>
                  <a:gd name="T22" fmla="*/ 50 w 156"/>
                  <a:gd name="T23" fmla="*/ 149 h 211"/>
                  <a:gd name="T24" fmla="*/ 67 w 156"/>
                  <a:gd name="T25" fmla="*/ 146 h 211"/>
                  <a:gd name="T26" fmla="*/ 58 w 156"/>
                  <a:gd name="T27" fmla="*/ 155 h 211"/>
                  <a:gd name="T28" fmla="*/ 50 w 156"/>
                  <a:gd name="T29" fmla="*/ 164 h 211"/>
                  <a:gd name="T30" fmla="*/ 58 w 156"/>
                  <a:gd name="T31" fmla="*/ 175 h 211"/>
                  <a:gd name="T32" fmla="*/ 62 w 156"/>
                  <a:gd name="T33" fmla="*/ 164 h 211"/>
                  <a:gd name="T34" fmla="*/ 76 w 156"/>
                  <a:gd name="T35" fmla="*/ 159 h 211"/>
                  <a:gd name="T36" fmla="*/ 73 w 156"/>
                  <a:gd name="T37" fmla="*/ 147 h 211"/>
                  <a:gd name="T38" fmla="*/ 80 w 156"/>
                  <a:gd name="T39" fmla="*/ 140 h 211"/>
                  <a:gd name="T40" fmla="*/ 76 w 156"/>
                  <a:gd name="T41" fmla="*/ 142 h 211"/>
                  <a:gd name="T42" fmla="*/ 82 w 156"/>
                  <a:gd name="T43" fmla="*/ 153 h 211"/>
                  <a:gd name="T44" fmla="*/ 99 w 156"/>
                  <a:gd name="T45" fmla="*/ 153 h 211"/>
                  <a:gd name="T46" fmla="*/ 108 w 156"/>
                  <a:gd name="T47" fmla="*/ 144 h 211"/>
                  <a:gd name="T48" fmla="*/ 102 w 156"/>
                  <a:gd name="T49" fmla="*/ 136 h 211"/>
                  <a:gd name="T50" fmla="*/ 106 w 156"/>
                  <a:gd name="T51" fmla="*/ 140 h 211"/>
                  <a:gd name="T52" fmla="*/ 125 w 156"/>
                  <a:gd name="T53" fmla="*/ 133 h 211"/>
                  <a:gd name="T54" fmla="*/ 132 w 156"/>
                  <a:gd name="T55" fmla="*/ 136 h 211"/>
                  <a:gd name="T56" fmla="*/ 140 w 156"/>
                  <a:gd name="T57" fmla="*/ 119 h 211"/>
                  <a:gd name="T58" fmla="*/ 142 w 156"/>
                  <a:gd name="T59" fmla="*/ 133 h 211"/>
                  <a:gd name="T60" fmla="*/ 153 w 156"/>
                  <a:gd name="T61" fmla="*/ 119 h 211"/>
                  <a:gd name="T62" fmla="*/ 151 w 156"/>
                  <a:gd name="T63" fmla="*/ 92 h 211"/>
                  <a:gd name="T64" fmla="*/ 149 w 156"/>
                  <a:gd name="T65" fmla="*/ 64 h 211"/>
                  <a:gd name="T66" fmla="*/ 151 w 156"/>
                  <a:gd name="T67" fmla="*/ 52 h 211"/>
                  <a:gd name="T68" fmla="*/ 151 w 156"/>
                  <a:gd name="T69" fmla="*/ 37 h 211"/>
                  <a:gd name="T70" fmla="*/ 136 w 156"/>
                  <a:gd name="T71" fmla="*/ 13 h 211"/>
                  <a:gd name="T72" fmla="*/ 129 w 156"/>
                  <a:gd name="T73" fmla="*/ 2 h 211"/>
                  <a:gd name="T74" fmla="*/ 119 w 156"/>
                  <a:gd name="T75" fmla="*/ 8 h 211"/>
                  <a:gd name="T76" fmla="*/ 114 w 156"/>
                  <a:gd name="T77" fmla="*/ 21 h 211"/>
                  <a:gd name="T78" fmla="*/ 116 w 156"/>
                  <a:gd name="T79" fmla="*/ 36 h 211"/>
                  <a:gd name="T80" fmla="*/ 119 w 156"/>
                  <a:gd name="T81" fmla="*/ 64 h 211"/>
                  <a:gd name="T82" fmla="*/ 114 w 156"/>
                  <a:gd name="T83" fmla="*/ 88 h 211"/>
                  <a:gd name="T84" fmla="*/ 95 w 156"/>
                  <a:gd name="T85" fmla="*/ 92 h 211"/>
                  <a:gd name="T86" fmla="*/ 91 w 156"/>
                  <a:gd name="T87" fmla="*/ 86 h 211"/>
                  <a:gd name="T88" fmla="*/ 86 w 156"/>
                  <a:gd name="T89" fmla="*/ 108 h 211"/>
                  <a:gd name="T90" fmla="*/ 86 w 156"/>
                  <a:gd name="T91" fmla="*/ 119 h 211"/>
                  <a:gd name="T92" fmla="*/ 78 w 156"/>
                  <a:gd name="T93" fmla="*/ 118 h 211"/>
                  <a:gd name="T94" fmla="*/ 54 w 156"/>
                  <a:gd name="T95" fmla="*/ 123 h 211"/>
                  <a:gd name="T96" fmla="*/ 35 w 156"/>
                  <a:gd name="T97" fmla="*/ 140 h 211"/>
                  <a:gd name="T98" fmla="*/ 26 w 156"/>
                  <a:gd name="T99" fmla="*/ 155 h 211"/>
                  <a:gd name="T100" fmla="*/ 17 w 156"/>
                  <a:gd name="T101" fmla="*/ 164 h 211"/>
                  <a:gd name="T102" fmla="*/ 4 w 156"/>
                  <a:gd name="T103" fmla="*/ 170 h 211"/>
                  <a:gd name="T104" fmla="*/ 0 w 156"/>
                  <a:gd name="T105" fmla="*/ 179 h 211"/>
                  <a:gd name="T106" fmla="*/ 32 w 156"/>
                  <a:gd name="T107" fmla="*/ 200 h 211"/>
                  <a:gd name="T108" fmla="*/ 125 w 156"/>
                  <a:gd name="T109" fmla="*/ 9 h 211"/>
                  <a:gd name="T110" fmla="*/ 123 w 156"/>
                  <a:gd name="T111" fmla="*/ 13 h 211"/>
                  <a:gd name="T112" fmla="*/ 21 w 156"/>
                  <a:gd name="T113" fmla="*/ 181 h 211"/>
                  <a:gd name="T114" fmla="*/ 24 w 156"/>
                  <a:gd name="T115" fmla="*/ 187 h 211"/>
                  <a:gd name="T116" fmla="*/ 24 w 156"/>
                  <a:gd name="T117" fmla="*/ 183 h 211"/>
                  <a:gd name="T118" fmla="*/ 24 w 156"/>
                  <a:gd name="T119" fmla="*/ 179 h 211"/>
                  <a:gd name="T120" fmla="*/ 21 w 156"/>
                  <a:gd name="T121" fmla="*/ 17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6" h="211">
                    <a:moveTo>
                      <a:pt x="0" y="179"/>
                    </a:moveTo>
                    <a:lnTo>
                      <a:pt x="0" y="183"/>
                    </a:lnTo>
                    <a:lnTo>
                      <a:pt x="4" y="183"/>
                    </a:lnTo>
                    <a:lnTo>
                      <a:pt x="6" y="181"/>
                    </a:lnTo>
                    <a:lnTo>
                      <a:pt x="4" y="177"/>
                    </a:lnTo>
                    <a:lnTo>
                      <a:pt x="4" y="177"/>
                    </a:lnTo>
                    <a:lnTo>
                      <a:pt x="9" y="175"/>
                    </a:lnTo>
                    <a:lnTo>
                      <a:pt x="8" y="175"/>
                    </a:lnTo>
                    <a:lnTo>
                      <a:pt x="9" y="172"/>
                    </a:lnTo>
                    <a:lnTo>
                      <a:pt x="9" y="174"/>
                    </a:lnTo>
                    <a:lnTo>
                      <a:pt x="11" y="172"/>
                    </a:lnTo>
                    <a:lnTo>
                      <a:pt x="11" y="170"/>
                    </a:lnTo>
                    <a:lnTo>
                      <a:pt x="13" y="170"/>
                    </a:lnTo>
                    <a:lnTo>
                      <a:pt x="13" y="170"/>
                    </a:lnTo>
                    <a:lnTo>
                      <a:pt x="11" y="174"/>
                    </a:lnTo>
                    <a:lnTo>
                      <a:pt x="13" y="177"/>
                    </a:lnTo>
                    <a:lnTo>
                      <a:pt x="15" y="177"/>
                    </a:lnTo>
                    <a:lnTo>
                      <a:pt x="15" y="179"/>
                    </a:lnTo>
                    <a:lnTo>
                      <a:pt x="11" y="183"/>
                    </a:lnTo>
                    <a:lnTo>
                      <a:pt x="17" y="181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7" y="181"/>
                    </a:lnTo>
                    <a:lnTo>
                      <a:pt x="17" y="185"/>
                    </a:lnTo>
                    <a:lnTo>
                      <a:pt x="19" y="187"/>
                    </a:lnTo>
                    <a:lnTo>
                      <a:pt x="19" y="187"/>
                    </a:lnTo>
                    <a:lnTo>
                      <a:pt x="19" y="188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4"/>
                    </a:lnTo>
                    <a:lnTo>
                      <a:pt x="24" y="198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4" y="203"/>
                    </a:lnTo>
                    <a:lnTo>
                      <a:pt x="28" y="207"/>
                    </a:lnTo>
                    <a:lnTo>
                      <a:pt x="30" y="207"/>
                    </a:lnTo>
                    <a:lnTo>
                      <a:pt x="32" y="209"/>
                    </a:lnTo>
                    <a:lnTo>
                      <a:pt x="34" y="207"/>
                    </a:lnTo>
                    <a:lnTo>
                      <a:pt x="34" y="207"/>
                    </a:lnTo>
                    <a:lnTo>
                      <a:pt x="35" y="211"/>
                    </a:lnTo>
                    <a:lnTo>
                      <a:pt x="39" y="209"/>
                    </a:lnTo>
                    <a:lnTo>
                      <a:pt x="43" y="203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41" y="202"/>
                    </a:lnTo>
                    <a:lnTo>
                      <a:pt x="43" y="203"/>
                    </a:lnTo>
                    <a:lnTo>
                      <a:pt x="45" y="198"/>
                    </a:lnTo>
                    <a:lnTo>
                      <a:pt x="45" y="194"/>
                    </a:lnTo>
                    <a:lnTo>
                      <a:pt x="43" y="192"/>
                    </a:lnTo>
                    <a:lnTo>
                      <a:pt x="45" y="185"/>
                    </a:lnTo>
                    <a:lnTo>
                      <a:pt x="43" y="181"/>
                    </a:lnTo>
                    <a:lnTo>
                      <a:pt x="45" y="179"/>
                    </a:lnTo>
                    <a:lnTo>
                      <a:pt x="49" y="175"/>
                    </a:lnTo>
                    <a:lnTo>
                      <a:pt x="47" y="172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1" y="166"/>
                    </a:lnTo>
                    <a:lnTo>
                      <a:pt x="41" y="166"/>
                    </a:lnTo>
                    <a:lnTo>
                      <a:pt x="43" y="164"/>
                    </a:lnTo>
                    <a:lnTo>
                      <a:pt x="41" y="161"/>
                    </a:lnTo>
                    <a:lnTo>
                      <a:pt x="39" y="159"/>
                    </a:lnTo>
                    <a:lnTo>
                      <a:pt x="35" y="159"/>
                    </a:lnTo>
                    <a:lnTo>
                      <a:pt x="35" y="161"/>
                    </a:lnTo>
                    <a:lnTo>
                      <a:pt x="34" y="161"/>
                    </a:lnTo>
                    <a:lnTo>
                      <a:pt x="34" y="161"/>
                    </a:lnTo>
                    <a:lnTo>
                      <a:pt x="32" y="159"/>
                    </a:lnTo>
                    <a:lnTo>
                      <a:pt x="32" y="157"/>
                    </a:lnTo>
                    <a:lnTo>
                      <a:pt x="35" y="155"/>
                    </a:lnTo>
                    <a:lnTo>
                      <a:pt x="37" y="155"/>
                    </a:lnTo>
                    <a:lnTo>
                      <a:pt x="41" y="157"/>
                    </a:lnTo>
                    <a:lnTo>
                      <a:pt x="45" y="157"/>
                    </a:lnTo>
                    <a:lnTo>
                      <a:pt x="47" y="155"/>
                    </a:lnTo>
                    <a:lnTo>
                      <a:pt x="47" y="153"/>
                    </a:lnTo>
                    <a:lnTo>
                      <a:pt x="47" y="151"/>
                    </a:lnTo>
                    <a:lnTo>
                      <a:pt x="45" y="149"/>
                    </a:lnTo>
                    <a:lnTo>
                      <a:pt x="47" y="147"/>
                    </a:lnTo>
                    <a:lnTo>
                      <a:pt x="47" y="147"/>
                    </a:lnTo>
                    <a:lnTo>
                      <a:pt x="49" y="149"/>
                    </a:lnTo>
                    <a:lnTo>
                      <a:pt x="50" y="149"/>
                    </a:lnTo>
                    <a:lnTo>
                      <a:pt x="52" y="149"/>
                    </a:lnTo>
                    <a:lnTo>
                      <a:pt x="58" y="147"/>
                    </a:lnTo>
                    <a:lnTo>
                      <a:pt x="62" y="146"/>
                    </a:lnTo>
                    <a:lnTo>
                      <a:pt x="63" y="146"/>
                    </a:lnTo>
                    <a:lnTo>
                      <a:pt x="65" y="147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6" y="151"/>
                    </a:lnTo>
                    <a:lnTo>
                      <a:pt x="54" y="151"/>
                    </a:lnTo>
                    <a:lnTo>
                      <a:pt x="49" y="155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7" y="164"/>
                    </a:lnTo>
                    <a:lnTo>
                      <a:pt x="50" y="164"/>
                    </a:lnTo>
                    <a:lnTo>
                      <a:pt x="50" y="166"/>
                    </a:lnTo>
                    <a:lnTo>
                      <a:pt x="50" y="166"/>
                    </a:lnTo>
                    <a:lnTo>
                      <a:pt x="50" y="170"/>
                    </a:lnTo>
                    <a:lnTo>
                      <a:pt x="52" y="174"/>
                    </a:lnTo>
                    <a:lnTo>
                      <a:pt x="56" y="174"/>
                    </a:lnTo>
                    <a:lnTo>
                      <a:pt x="56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0" y="175"/>
                    </a:lnTo>
                    <a:lnTo>
                      <a:pt x="63" y="174"/>
                    </a:lnTo>
                    <a:lnTo>
                      <a:pt x="62" y="172"/>
                    </a:lnTo>
                    <a:lnTo>
                      <a:pt x="60" y="170"/>
                    </a:lnTo>
                    <a:lnTo>
                      <a:pt x="62" y="168"/>
                    </a:lnTo>
                    <a:lnTo>
                      <a:pt x="62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7" y="161"/>
                    </a:lnTo>
                    <a:lnTo>
                      <a:pt x="71" y="164"/>
                    </a:lnTo>
                    <a:lnTo>
                      <a:pt x="73" y="166"/>
                    </a:lnTo>
                    <a:lnTo>
                      <a:pt x="76" y="164"/>
                    </a:lnTo>
                    <a:lnTo>
                      <a:pt x="76" y="159"/>
                    </a:lnTo>
                    <a:lnTo>
                      <a:pt x="80" y="157"/>
                    </a:lnTo>
                    <a:lnTo>
                      <a:pt x="80" y="153"/>
                    </a:lnTo>
                    <a:lnTo>
                      <a:pt x="80" y="153"/>
                    </a:lnTo>
                    <a:lnTo>
                      <a:pt x="78" y="151"/>
                    </a:lnTo>
                    <a:lnTo>
                      <a:pt x="75" y="147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75" y="146"/>
                    </a:lnTo>
                    <a:lnTo>
                      <a:pt x="75" y="144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5" y="140"/>
                    </a:lnTo>
                    <a:lnTo>
                      <a:pt x="76" y="138"/>
                    </a:lnTo>
                    <a:lnTo>
                      <a:pt x="80" y="140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4" y="140"/>
                    </a:lnTo>
                    <a:lnTo>
                      <a:pt x="82" y="144"/>
                    </a:lnTo>
                    <a:lnTo>
                      <a:pt x="80" y="140"/>
                    </a:lnTo>
                    <a:lnTo>
                      <a:pt x="78" y="140"/>
                    </a:lnTo>
                    <a:lnTo>
                      <a:pt x="76" y="142"/>
                    </a:lnTo>
                    <a:lnTo>
                      <a:pt x="76" y="146"/>
                    </a:lnTo>
                    <a:lnTo>
                      <a:pt x="78" y="149"/>
                    </a:lnTo>
                    <a:lnTo>
                      <a:pt x="80" y="149"/>
                    </a:lnTo>
                    <a:lnTo>
                      <a:pt x="82" y="147"/>
                    </a:lnTo>
                    <a:lnTo>
                      <a:pt x="82" y="147"/>
                    </a:lnTo>
                    <a:lnTo>
                      <a:pt x="82" y="151"/>
                    </a:lnTo>
                    <a:lnTo>
                      <a:pt x="82" y="153"/>
                    </a:lnTo>
                    <a:lnTo>
                      <a:pt x="82" y="157"/>
                    </a:lnTo>
                    <a:lnTo>
                      <a:pt x="86" y="157"/>
                    </a:lnTo>
                    <a:lnTo>
                      <a:pt x="89" y="161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9" y="157"/>
                    </a:lnTo>
                    <a:lnTo>
                      <a:pt x="99" y="153"/>
                    </a:lnTo>
                    <a:lnTo>
                      <a:pt x="101" y="153"/>
                    </a:lnTo>
                    <a:lnTo>
                      <a:pt x="101" y="151"/>
                    </a:lnTo>
                    <a:lnTo>
                      <a:pt x="101" y="149"/>
                    </a:lnTo>
                    <a:lnTo>
                      <a:pt x="102" y="147"/>
                    </a:lnTo>
                    <a:lnTo>
                      <a:pt x="102" y="147"/>
                    </a:lnTo>
                    <a:lnTo>
                      <a:pt x="106" y="147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0"/>
                    </a:lnTo>
                    <a:lnTo>
                      <a:pt x="101" y="138"/>
                    </a:lnTo>
                    <a:lnTo>
                      <a:pt x="101" y="136"/>
                    </a:lnTo>
                    <a:lnTo>
                      <a:pt x="101" y="134"/>
                    </a:lnTo>
                    <a:lnTo>
                      <a:pt x="101" y="134"/>
                    </a:lnTo>
                    <a:lnTo>
                      <a:pt x="102" y="136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6"/>
                    </a:lnTo>
                    <a:lnTo>
                      <a:pt x="108" y="136"/>
                    </a:lnTo>
                    <a:lnTo>
                      <a:pt x="106" y="140"/>
                    </a:lnTo>
                    <a:lnTo>
                      <a:pt x="108" y="140"/>
                    </a:lnTo>
                    <a:lnTo>
                      <a:pt x="112" y="140"/>
                    </a:lnTo>
                    <a:lnTo>
                      <a:pt x="116" y="138"/>
                    </a:lnTo>
                    <a:lnTo>
                      <a:pt x="121" y="138"/>
                    </a:lnTo>
                    <a:lnTo>
                      <a:pt x="129" y="138"/>
                    </a:lnTo>
                    <a:lnTo>
                      <a:pt x="125" y="136"/>
                    </a:lnTo>
                    <a:lnTo>
                      <a:pt x="125" y="133"/>
                    </a:lnTo>
                    <a:lnTo>
                      <a:pt x="125" y="131"/>
                    </a:lnTo>
                    <a:lnTo>
                      <a:pt x="127" y="131"/>
                    </a:lnTo>
                    <a:lnTo>
                      <a:pt x="129" y="131"/>
                    </a:lnTo>
                    <a:lnTo>
                      <a:pt x="129" y="133"/>
                    </a:lnTo>
                    <a:lnTo>
                      <a:pt x="129" y="134"/>
                    </a:lnTo>
                    <a:lnTo>
                      <a:pt x="129" y="138"/>
                    </a:lnTo>
                    <a:lnTo>
                      <a:pt x="132" y="136"/>
                    </a:lnTo>
                    <a:lnTo>
                      <a:pt x="136" y="133"/>
                    </a:lnTo>
                    <a:lnTo>
                      <a:pt x="134" y="129"/>
                    </a:lnTo>
                    <a:lnTo>
                      <a:pt x="134" y="127"/>
                    </a:lnTo>
                    <a:lnTo>
                      <a:pt x="138" y="125"/>
                    </a:lnTo>
                    <a:lnTo>
                      <a:pt x="140" y="123"/>
                    </a:lnTo>
                    <a:lnTo>
                      <a:pt x="142" y="121"/>
                    </a:lnTo>
                    <a:lnTo>
                      <a:pt x="140" y="119"/>
                    </a:lnTo>
                    <a:lnTo>
                      <a:pt x="140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9"/>
                    </a:lnTo>
                    <a:lnTo>
                      <a:pt x="140" y="12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7" y="131"/>
                    </a:lnTo>
                    <a:lnTo>
                      <a:pt x="147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5" y="121"/>
                    </a:lnTo>
                    <a:lnTo>
                      <a:pt x="153" y="119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5" y="112"/>
                    </a:lnTo>
                    <a:lnTo>
                      <a:pt x="151" y="108"/>
                    </a:lnTo>
                    <a:lnTo>
                      <a:pt x="149" y="106"/>
                    </a:lnTo>
                    <a:lnTo>
                      <a:pt x="149" y="99"/>
                    </a:lnTo>
                    <a:lnTo>
                      <a:pt x="151" y="92"/>
                    </a:lnTo>
                    <a:lnTo>
                      <a:pt x="151" y="86"/>
                    </a:lnTo>
                    <a:lnTo>
                      <a:pt x="147" y="77"/>
                    </a:lnTo>
                    <a:lnTo>
                      <a:pt x="145" y="73"/>
                    </a:lnTo>
                    <a:lnTo>
                      <a:pt x="143" y="69"/>
                    </a:lnTo>
                    <a:lnTo>
                      <a:pt x="145" y="65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7"/>
                    </a:lnTo>
                    <a:lnTo>
                      <a:pt x="153" y="64"/>
                    </a:lnTo>
                    <a:lnTo>
                      <a:pt x="153" y="58"/>
                    </a:lnTo>
                    <a:lnTo>
                      <a:pt x="151" y="58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2"/>
                    </a:lnTo>
                    <a:lnTo>
                      <a:pt x="151" y="51"/>
                    </a:lnTo>
                    <a:lnTo>
                      <a:pt x="151" y="49"/>
                    </a:lnTo>
                    <a:lnTo>
                      <a:pt x="153" y="47"/>
                    </a:lnTo>
                    <a:lnTo>
                      <a:pt x="151" y="45"/>
                    </a:lnTo>
                    <a:lnTo>
                      <a:pt x="151" y="43"/>
                    </a:lnTo>
                    <a:lnTo>
                      <a:pt x="151" y="41"/>
                    </a:lnTo>
                    <a:lnTo>
                      <a:pt x="151" y="37"/>
                    </a:lnTo>
                    <a:lnTo>
                      <a:pt x="149" y="34"/>
                    </a:lnTo>
                    <a:lnTo>
                      <a:pt x="147" y="28"/>
                    </a:lnTo>
                    <a:lnTo>
                      <a:pt x="145" y="28"/>
                    </a:lnTo>
                    <a:lnTo>
                      <a:pt x="143" y="28"/>
                    </a:lnTo>
                    <a:lnTo>
                      <a:pt x="143" y="23"/>
                    </a:lnTo>
                    <a:lnTo>
                      <a:pt x="142" y="19"/>
                    </a:lnTo>
                    <a:lnTo>
                      <a:pt x="136" y="13"/>
                    </a:lnTo>
                    <a:lnTo>
                      <a:pt x="134" y="11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4" y="0"/>
                    </a:lnTo>
                    <a:lnTo>
                      <a:pt x="130" y="2"/>
                    </a:lnTo>
                    <a:lnTo>
                      <a:pt x="129" y="2"/>
                    </a:lnTo>
                    <a:lnTo>
                      <a:pt x="129" y="2"/>
                    </a:lnTo>
                    <a:lnTo>
                      <a:pt x="127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3" y="4"/>
                    </a:lnTo>
                    <a:lnTo>
                      <a:pt x="123" y="8"/>
                    </a:lnTo>
                    <a:lnTo>
                      <a:pt x="121" y="6"/>
                    </a:lnTo>
                    <a:lnTo>
                      <a:pt x="119" y="8"/>
                    </a:lnTo>
                    <a:lnTo>
                      <a:pt x="117" y="6"/>
                    </a:lnTo>
                    <a:lnTo>
                      <a:pt x="116" y="9"/>
                    </a:lnTo>
                    <a:lnTo>
                      <a:pt x="117" y="13"/>
                    </a:lnTo>
                    <a:lnTo>
                      <a:pt x="117" y="15"/>
                    </a:lnTo>
                    <a:lnTo>
                      <a:pt x="116" y="17"/>
                    </a:lnTo>
                    <a:lnTo>
                      <a:pt x="114" y="19"/>
                    </a:lnTo>
                    <a:lnTo>
                      <a:pt x="114" y="21"/>
                    </a:lnTo>
                    <a:lnTo>
                      <a:pt x="117" y="24"/>
                    </a:lnTo>
                    <a:lnTo>
                      <a:pt x="119" y="26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6" y="36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21" y="39"/>
                    </a:lnTo>
                    <a:lnTo>
                      <a:pt x="123" y="45"/>
                    </a:lnTo>
                    <a:lnTo>
                      <a:pt x="123" y="49"/>
                    </a:lnTo>
                    <a:lnTo>
                      <a:pt x="123" y="54"/>
                    </a:lnTo>
                    <a:lnTo>
                      <a:pt x="119" y="64"/>
                    </a:lnTo>
                    <a:lnTo>
                      <a:pt x="121" y="67"/>
                    </a:lnTo>
                    <a:lnTo>
                      <a:pt x="119" y="71"/>
                    </a:lnTo>
                    <a:lnTo>
                      <a:pt x="116" y="73"/>
                    </a:lnTo>
                    <a:lnTo>
                      <a:pt x="116" y="78"/>
                    </a:lnTo>
                    <a:lnTo>
                      <a:pt x="116" y="82"/>
                    </a:lnTo>
                    <a:lnTo>
                      <a:pt x="114" y="84"/>
                    </a:lnTo>
                    <a:lnTo>
                      <a:pt x="114" y="88"/>
                    </a:lnTo>
                    <a:lnTo>
                      <a:pt x="110" y="90"/>
                    </a:lnTo>
                    <a:lnTo>
                      <a:pt x="104" y="93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7" y="95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9" y="84"/>
                    </a:lnTo>
                    <a:lnTo>
                      <a:pt x="99" y="82"/>
                    </a:lnTo>
                    <a:lnTo>
                      <a:pt x="93" y="84"/>
                    </a:lnTo>
                    <a:lnTo>
                      <a:pt x="91" y="86"/>
                    </a:lnTo>
                    <a:lnTo>
                      <a:pt x="88" y="86"/>
                    </a:lnTo>
                    <a:lnTo>
                      <a:pt x="88" y="90"/>
                    </a:lnTo>
                    <a:lnTo>
                      <a:pt x="89" y="93"/>
                    </a:lnTo>
                    <a:lnTo>
                      <a:pt x="89" y="99"/>
                    </a:lnTo>
                    <a:lnTo>
                      <a:pt x="89" y="103"/>
                    </a:lnTo>
                    <a:lnTo>
                      <a:pt x="86" y="106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4" y="114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4" y="118"/>
                    </a:lnTo>
                    <a:lnTo>
                      <a:pt x="86" y="119"/>
                    </a:lnTo>
                    <a:lnTo>
                      <a:pt x="86" y="119"/>
                    </a:lnTo>
                    <a:lnTo>
                      <a:pt x="82" y="119"/>
                    </a:lnTo>
                    <a:lnTo>
                      <a:pt x="84" y="121"/>
                    </a:lnTo>
                    <a:lnTo>
                      <a:pt x="84" y="121"/>
                    </a:lnTo>
                    <a:lnTo>
                      <a:pt x="82" y="119"/>
                    </a:lnTo>
                    <a:lnTo>
                      <a:pt x="80" y="121"/>
                    </a:lnTo>
                    <a:lnTo>
                      <a:pt x="80" y="119"/>
                    </a:lnTo>
                    <a:lnTo>
                      <a:pt x="78" y="118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3" y="119"/>
                    </a:lnTo>
                    <a:lnTo>
                      <a:pt x="62" y="123"/>
                    </a:lnTo>
                    <a:lnTo>
                      <a:pt x="58" y="123"/>
                    </a:lnTo>
                    <a:lnTo>
                      <a:pt x="54" y="125"/>
                    </a:lnTo>
                    <a:lnTo>
                      <a:pt x="54" y="123"/>
                    </a:lnTo>
                    <a:lnTo>
                      <a:pt x="50" y="123"/>
                    </a:lnTo>
                    <a:lnTo>
                      <a:pt x="45" y="129"/>
                    </a:lnTo>
                    <a:lnTo>
                      <a:pt x="43" y="131"/>
                    </a:lnTo>
                    <a:lnTo>
                      <a:pt x="41" y="133"/>
                    </a:lnTo>
                    <a:lnTo>
                      <a:pt x="41" y="134"/>
                    </a:lnTo>
                    <a:lnTo>
                      <a:pt x="37" y="138"/>
                    </a:lnTo>
                    <a:lnTo>
                      <a:pt x="35" y="140"/>
                    </a:lnTo>
                    <a:lnTo>
                      <a:pt x="32" y="142"/>
                    </a:lnTo>
                    <a:lnTo>
                      <a:pt x="32" y="144"/>
                    </a:lnTo>
                    <a:lnTo>
                      <a:pt x="30" y="146"/>
                    </a:lnTo>
                    <a:lnTo>
                      <a:pt x="26" y="146"/>
                    </a:lnTo>
                    <a:lnTo>
                      <a:pt x="24" y="149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8" y="155"/>
                    </a:lnTo>
                    <a:lnTo>
                      <a:pt x="26" y="157"/>
                    </a:lnTo>
                    <a:lnTo>
                      <a:pt x="24" y="157"/>
                    </a:lnTo>
                    <a:lnTo>
                      <a:pt x="22" y="159"/>
                    </a:lnTo>
                    <a:lnTo>
                      <a:pt x="21" y="161"/>
                    </a:lnTo>
                    <a:lnTo>
                      <a:pt x="19" y="162"/>
                    </a:lnTo>
                    <a:lnTo>
                      <a:pt x="17" y="164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9" y="168"/>
                    </a:lnTo>
                    <a:lnTo>
                      <a:pt x="8" y="168"/>
                    </a:lnTo>
                    <a:lnTo>
                      <a:pt x="6" y="168"/>
                    </a:lnTo>
                    <a:lnTo>
                      <a:pt x="6" y="172"/>
                    </a:lnTo>
                    <a:lnTo>
                      <a:pt x="4" y="170"/>
                    </a:lnTo>
                    <a:lnTo>
                      <a:pt x="6" y="172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5"/>
                    </a:lnTo>
                    <a:lnTo>
                      <a:pt x="0" y="175"/>
                    </a:lnTo>
                    <a:lnTo>
                      <a:pt x="0" y="179"/>
                    </a:lnTo>
                    <a:close/>
                    <a:moveTo>
                      <a:pt x="32" y="200"/>
                    </a:moveTo>
                    <a:lnTo>
                      <a:pt x="34" y="202"/>
                    </a:lnTo>
                    <a:lnTo>
                      <a:pt x="35" y="205"/>
                    </a:lnTo>
                    <a:lnTo>
                      <a:pt x="34" y="207"/>
                    </a:lnTo>
                    <a:lnTo>
                      <a:pt x="34" y="203"/>
                    </a:lnTo>
                    <a:lnTo>
                      <a:pt x="32" y="202"/>
                    </a:lnTo>
                    <a:lnTo>
                      <a:pt x="32" y="200"/>
                    </a:lnTo>
                    <a:close/>
                    <a:moveTo>
                      <a:pt x="127" y="9"/>
                    </a:moveTo>
                    <a:lnTo>
                      <a:pt x="129" y="8"/>
                    </a:lnTo>
                    <a:lnTo>
                      <a:pt x="129" y="8"/>
                    </a:lnTo>
                    <a:lnTo>
                      <a:pt x="129" y="9"/>
                    </a:lnTo>
                    <a:lnTo>
                      <a:pt x="129" y="11"/>
                    </a:lnTo>
                    <a:lnTo>
                      <a:pt x="127" y="9"/>
                    </a:lnTo>
                    <a:lnTo>
                      <a:pt x="125" y="9"/>
                    </a:lnTo>
                    <a:lnTo>
                      <a:pt x="127" y="9"/>
                    </a:lnTo>
                    <a:close/>
                    <a:moveTo>
                      <a:pt x="123" y="8"/>
                    </a:moveTo>
                    <a:lnTo>
                      <a:pt x="125" y="9"/>
                    </a:lnTo>
                    <a:lnTo>
                      <a:pt x="123" y="9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3" y="13"/>
                    </a:lnTo>
                    <a:lnTo>
                      <a:pt x="123" y="9"/>
                    </a:lnTo>
                    <a:lnTo>
                      <a:pt x="123" y="8"/>
                    </a:lnTo>
                    <a:close/>
                    <a:moveTo>
                      <a:pt x="67" y="146"/>
                    </a:moveTo>
                    <a:lnTo>
                      <a:pt x="69" y="144"/>
                    </a:lnTo>
                    <a:lnTo>
                      <a:pt x="67" y="146"/>
                    </a:lnTo>
                    <a:lnTo>
                      <a:pt x="67" y="146"/>
                    </a:lnTo>
                    <a:close/>
                    <a:moveTo>
                      <a:pt x="21" y="181"/>
                    </a:moveTo>
                    <a:lnTo>
                      <a:pt x="21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2" y="179"/>
                    </a:lnTo>
                    <a:lnTo>
                      <a:pt x="21" y="181"/>
                    </a:lnTo>
                    <a:close/>
                    <a:moveTo>
                      <a:pt x="24" y="187"/>
                    </a:moveTo>
                    <a:lnTo>
                      <a:pt x="24" y="187"/>
                    </a:lnTo>
                    <a:lnTo>
                      <a:pt x="24" y="187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7"/>
                    </a:lnTo>
                    <a:close/>
                    <a:moveTo>
                      <a:pt x="24" y="183"/>
                    </a:moveTo>
                    <a:lnTo>
                      <a:pt x="24" y="183"/>
                    </a:lnTo>
                    <a:lnTo>
                      <a:pt x="24" y="183"/>
                    </a:lnTo>
                    <a:lnTo>
                      <a:pt x="24" y="183"/>
                    </a:lnTo>
                    <a:close/>
                    <a:moveTo>
                      <a:pt x="21" y="172"/>
                    </a:moveTo>
                    <a:lnTo>
                      <a:pt x="21" y="172"/>
                    </a:lnTo>
                    <a:lnTo>
                      <a:pt x="24" y="175"/>
                    </a:lnTo>
                    <a:lnTo>
                      <a:pt x="24" y="177"/>
                    </a:lnTo>
                    <a:lnTo>
                      <a:pt x="24" y="179"/>
                    </a:lnTo>
                    <a:lnTo>
                      <a:pt x="24" y="181"/>
                    </a:lnTo>
                    <a:lnTo>
                      <a:pt x="22" y="179"/>
                    </a:lnTo>
                    <a:lnTo>
                      <a:pt x="24" y="179"/>
                    </a:lnTo>
                    <a:lnTo>
                      <a:pt x="24" y="175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2"/>
                    </a:lnTo>
                    <a:lnTo>
                      <a:pt x="21" y="17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3" name="Freeform 6201">
                <a:extLst>
                  <a:ext uri="{FF2B5EF4-FFF2-40B4-BE49-F238E27FC236}">
                    <a16:creationId xmlns:a16="http://schemas.microsoft.com/office/drawing/2014/main" id="{93E220CE-ACCA-4969-AB69-F4C02EEFA8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349"/>
                <a:ext cx="13" cy="10"/>
              </a:xfrm>
              <a:custGeom>
                <a:avLst/>
                <a:gdLst>
                  <a:gd name="T0" fmla="*/ 13 w 13"/>
                  <a:gd name="T1" fmla="*/ 4 h 10"/>
                  <a:gd name="T2" fmla="*/ 11 w 13"/>
                  <a:gd name="T3" fmla="*/ 2 h 10"/>
                  <a:gd name="T4" fmla="*/ 7 w 13"/>
                  <a:gd name="T5" fmla="*/ 0 h 10"/>
                  <a:gd name="T6" fmla="*/ 2 w 13"/>
                  <a:gd name="T7" fmla="*/ 4 h 10"/>
                  <a:gd name="T8" fmla="*/ 0 w 13"/>
                  <a:gd name="T9" fmla="*/ 6 h 10"/>
                  <a:gd name="T10" fmla="*/ 2 w 13"/>
                  <a:gd name="T11" fmla="*/ 10 h 10"/>
                  <a:gd name="T12" fmla="*/ 4 w 13"/>
                  <a:gd name="T13" fmla="*/ 10 h 10"/>
                  <a:gd name="T14" fmla="*/ 9 w 13"/>
                  <a:gd name="T15" fmla="*/ 10 h 10"/>
                  <a:gd name="T16" fmla="*/ 13 w 13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lnTo>
                      <a:pt x="11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9" y="10"/>
                    </a:lnTo>
                    <a:lnTo>
                      <a:pt x="1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4" name="Freeform 6202">
                <a:extLst>
                  <a:ext uri="{FF2B5EF4-FFF2-40B4-BE49-F238E27FC236}">
                    <a16:creationId xmlns:a16="http://schemas.microsoft.com/office/drawing/2014/main" id="{B470F294-AFD8-4006-82DD-FFA2E884D17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7" y="2329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4 w 8"/>
                  <a:gd name="T3" fmla="*/ 15 h 15"/>
                  <a:gd name="T4" fmla="*/ 6 w 8"/>
                  <a:gd name="T5" fmla="*/ 13 h 15"/>
                  <a:gd name="T6" fmla="*/ 6 w 8"/>
                  <a:gd name="T7" fmla="*/ 9 h 15"/>
                  <a:gd name="T8" fmla="*/ 4 w 8"/>
                  <a:gd name="T9" fmla="*/ 9 h 15"/>
                  <a:gd name="T10" fmla="*/ 6 w 8"/>
                  <a:gd name="T11" fmla="*/ 9 h 15"/>
                  <a:gd name="T12" fmla="*/ 8 w 8"/>
                  <a:gd name="T13" fmla="*/ 5 h 15"/>
                  <a:gd name="T14" fmla="*/ 6 w 8"/>
                  <a:gd name="T15" fmla="*/ 4 h 15"/>
                  <a:gd name="T16" fmla="*/ 6 w 8"/>
                  <a:gd name="T17" fmla="*/ 0 h 15"/>
                  <a:gd name="T18" fmla="*/ 2 w 8"/>
                  <a:gd name="T19" fmla="*/ 2 h 15"/>
                  <a:gd name="T20" fmla="*/ 2 w 8"/>
                  <a:gd name="T21" fmla="*/ 4 h 15"/>
                  <a:gd name="T22" fmla="*/ 2 w 8"/>
                  <a:gd name="T23" fmla="*/ 7 h 15"/>
                  <a:gd name="T24" fmla="*/ 2 w 8"/>
                  <a:gd name="T25" fmla="*/ 9 h 15"/>
                  <a:gd name="T26" fmla="*/ 0 w 8"/>
                  <a:gd name="T27" fmla="*/ 11 h 15"/>
                  <a:gd name="T28" fmla="*/ 0 w 8"/>
                  <a:gd name="T2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lnTo>
                      <a:pt x="4" y="15"/>
                    </a:lnTo>
                    <a:lnTo>
                      <a:pt x="6" y="13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5" name="Freeform 6203">
                <a:extLst>
                  <a:ext uri="{FF2B5EF4-FFF2-40B4-BE49-F238E27FC236}">
                    <a16:creationId xmlns:a16="http://schemas.microsoft.com/office/drawing/2014/main" id="{0C65AA32-3416-47FB-A240-59F4FEA2C2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27" y="3104"/>
                <a:ext cx="24" cy="19"/>
              </a:xfrm>
              <a:custGeom>
                <a:avLst/>
                <a:gdLst>
                  <a:gd name="T0" fmla="*/ 22 w 24"/>
                  <a:gd name="T1" fmla="*/ 8 h 19"/>
                  <a:gd name="T2" fmla="*/ 24 w 24"/>
                  <a:gd name="T3" fmla="*/ 4 h 19"/>
                  <a:gd name="T4" fmla="*/ 24 w 24"/>
                  <a:gd name="T5" fmla="*/ 0 h 19"/>
                  <a:gd name="T6" fmla="*/ 19 w 24"/>
                  <a:gd name="T7" fmla="*/ 6 h 19"/>
                  <a:gd name="T8" fmla="*/ 15 w 24"/>
                  <a:gd name="T9" fmla="*/ 6 h 19"/>
                  <a:gd name="T10" fmla="*/ 13 w 24"/>
                  <a:gd name="T11" fmla="*/ 10 h 19"/>
                  <a:gd name="T12" fmla="*/ 9 w 24"/>
                  <a:gd name="T13" fmla="*/ 8 h 19"/>
                  <a:gd name="T14" fmla="*/ 5 w 24"/>
                  <a:gd name="T15" fmla="*/ 10 h 19"/>
                  <a:gd name="T16" fmla="*/ 2 w 24"/>
                  <a:gd name="T17" fmla="*/ 10 h 19"/>
                  <a:gd name="T18" fmla="*/ 0 w 24"/>
                  <a:gd name="T19" fmla="*/ 15 h 19"/>
                  <a:gd name="T20" fmla="*/ 5 w 24"/>
                  <a:gd name="T21" fmla="*/ 19 h 19"/>
                  <a:gd name="T22" fmla="*/ 5 w 24"/>
                  <a:gd name="T23" fmla="*/ 17 h 19"/>
                  <a:gd name="T24" fmla="*/ 9 w 24"/>
                  <a:gd name="T25" fmla="*/ 17 h 19"/>
                  <a:gd name="T26" fmla="*/ 11 w 24"/>
                  <a:gd name="T27" fmla="*/ 15 h 19"/>
                  <a:gd name="T28" fmla="*/ 11 w 24"/>
                  <a:gd name="T29" fmla="*/ 15 h 19"/>
                  <a:gd name="T30" fmla="*/ 13 w 24"/>
                  <a:gd name="T31" fmla="*/ 17 h 19"/>
                  <a:gd name="T32" fmla="*/ 20 w 24"/>
                  <a:gd name="T33" fmla="*/ 17 h 19"/>
                  <a:gd name="T34" fmla="*/ 24 w 24"/>
                  <a:gd name="T35" fmla="*/ 13 h 19"/>
                  <a:gd name="T36" fmla="*/ 22 w 24"/>
                  <a:gd name="T37" fmla="*/ 10 h 19"/>
                  <a:gd name="T38" fmla="*/ 22 w 24"/>
                  <a:gd name="T3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19">
                    <a:moveTo>
                      <a:pt x="22" y="8"/>
                    </a:moveTo>
                    <a:lnTo>
                      <a:pt x="24" y="4"/>
                    </a:lnTo>
                    <a:lnTo>
                      <a:pt x="24" y="0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9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20" y="17"/>
                    </a:lnTo>
                    <a:lnTo>
                      <a:pt x="24" y="13"/>
                    </a:lnTo>
                    <a:lnTo>
                      <a:pt x="22" y="10"/>
                    </a:lnTo>
                    <a:lnTo>
                      <a:pt x="2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6" name="Freeform 6204">
                <a:extLst>
                  <a:ext uri="{FF2B5EF4-FFF2-40B4-BE49-F238E27FC236}">
                    <a16:creationId xmlns:a16="http://schemas.microsoft.com/office/drawing/2014/main" id="{442714AC-20BC-42F7-B60D-52AD998FCA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08" y="3125"/>
                <a:ext cx="23" cy="17"/>
              </a:xfrm>
              <a:custGeom>
                <a:avLst/>
                <a:gdLst>
                  <a:gd name="T0" fmla="*/ 15 w 23"/>
                  <a:gd name="T1" fmla="*/ 0 h 17"/>
                  <a:gd name="T2" fmla="*/ 8 w 23"/>
                  <a:gd name="T3" fmla="*/ 2 h 17"/>
                  <a:gd name="T4" fmla="*/ 2 w 23"/>
                  <a:gd name="T5" fmla="*/ 6 h 17"/>
                  <a:gd name="T6" fmla="*/ 2 w 23"/>
                  <a:gd name="T7" fmla="*/ 9 h 17"/>
                  <a:gd name="T8" fmla="*/ 0 w 23"/>
                  <a:gd name="T9" fmla="*/ 9 h 17"/>
                  <a:gd name="T10" fmla="*/ 0 w 23"/>
                  <a:gd name="T11" fmla="*/ 15 h 17"/>
                  <a:gd name="T12" fmla="*/ 4 w 23"/>
                  <a:gd name="T13" fmla="*/ 17 h 17"/>
                  <a:gd name="T14" fmla="*/ 11 w 23"/>
                  <a:gd name="T15" fmla="*/ 17 h 17"/>
                  <a:gd name="T16" fmla="*/ 13 w 23"/>
                  <a:gd name="T17" fmla="*/ 17 h 17"/>
                  <a:gd name="T18" fmla="*/ 17 w 23"/>
                  <a:gd name="T19" fmla="*/ 17 h 17"/>
                  <a:gd name="T20" fmla="*/ 23 w 23"/>
                  <a:gd name="T21" fmla="*/ 15 h 17"/>
                  <a:gd name="T22" fmla="*/ 21 w 23"/>
                  <a:gd name="T23" fmla="*/ 6 h 17"/>
                  <a:gd name="T24" fmla="*/ 15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15" y="0"/>
                    </a:moveTo>
                    <a:lnTo>
                      <a:pt x="8" y="2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4" y="17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3" y="15"/>
                    </a:lnTo>
                    <a:lnTo>
                      <a:pt x="21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7" name="Freeform 6205">
                <a:extLst>
                  <a:ext uri="{FF2B5EF4-FFF2-40B4-BE49-F238E27FC236}">
                    <a16:creationId xmlns:a16="http://schemas.microsoft.com/office/drawing/2014/main" id="{232DEE62-583B-4A2B-BE67-0C447F7F0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5" y="3155"/>
                <a:ext cx="3" cy="11"/>
              </a:xfrm>
              <a:custGeom>
                <a:avLst/>
                <a:gdLst>
                  <a:gd name="T0" fmla="*/ 0 w 3"/>
                  <a:gd name="T1" fmla="*/ 5 h 11"/>
                  <a:gd name="T2" fmla="*/ 2 w 3"/>
                  <a:gd name="T3" fmla="*/ 11 h 11"/>
                  <a:gd name="T4" fmla="*/ 3 w 3"/>
                  <a:gd name="T5" fmla="*/ 5 h 11"/>
                  <a:gd name="T6" fmla="*/ 0 w 3"/>
                  <a:gd name="T7" fmla="*/ 0 h 11"/>
                  <a:gd name="T8" fmla="*/ 0 w 3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1">
                    <a:moveTo>
                      <a:pt x="0" y="5"/>
                    </a:moveTo>
                    <a:lnTo>
                      <a:pt x="2" y="11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8" name="Freeform 6206">
                <a:extLst>
                  <a:ext uri="{FF2B5EF4-FFF2-40B4-BE49-F238E27FC236}">
                    <a16:creationId xmlns:a16="http://schemas.microsoft.com/office/drawing/2014/main" id="{68CBEA5B-65CC-430B-8C4C-0D5FEE92EE6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12"/>
                <a:ext cx="7" cy="7"/>
              </a:xfrm>
              <a:custGeom>
                <a:avLst/>
                <a:gdLst>
                  <a:gd name="T0" fmla="*/ 5 w 7"/>
                  <a:gd name="T1" fmla="*/ 4 h 7"/>
                  <a:gd name="T2" fmla="*/ 1 w 7"/>
                  <a:gd name="T3" fmla="*/ 0 h 7"/>
                  <a:gd name="T4" fmla="*/ 0 w 7"/>
                  <a:gd name="T5" fmla="*/ 5 h 7"/>
                  <a:gd name="T6" fmla="*/ 1 w 7"/>
                  <a:gd name="T7" fmla="*/ 7 h 7"/>
                  <a:gd name="T8" fmla="*/ 7 w 7"/>
                  <a:gd name="T9" fmla="*/ 5 h 7"/>
                  <a:gd name="T10" fmla="*/ 5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7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9" name="Freeform 6207">
                <a:extLst>
                  <a:ext uri="{FF2B5EF4-FFF2-40B4-BE49-F238E27FC236}">
                    <a16:creationId xmlns:a16="http://schemas.microsoft.com/office/drawing/2014/main" id="{944E7752-F173-4D36-9545-AE63C152A2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3" y="3078"/>
                <a:ext cx="13" cy="21"/>
              </a:xfrm>
              <a:custGeom>
                <a:avLst/>
                <a:gdLst>
                  <a:gd name="T0" fmla="*/ 1 w 7"/>
                  <a:gd name="T1" fmla="*/ 2 h 11"/>
                  <a:gd name="T2" fmla="*/ 1 w 7"/>
                  <a:gd name="T3" fmla="*/ 2 h 11"/>
                  <a:gd name="T4" fmla="*/ 0 w 7"/>
                  <a:gd name="T5" fmla="*/ 5 h 11"/>
                  <a:gd name="T6" fmla="*/ 1 w 7"/>
                  <a:gd name="T7" fmla="*/ 7 h 11"/>
                  <a:gd name="T8" fmla="*/ 1 w 7"/>
                  <a:gd name="T9" fmla="*/ 9 h 11"/>
                  <a:gd name="T10" fmla="*/ 2 w 7"/>
                  <a:gd name="T11" fmla="*/ 11 h 11"/>
                  <a:gd name="T12" fmla="*/ 4 w 7"/>
                  <a:gd name="T13" fmla="*/ 11 h 11"/>
                  <a:gd name="T14" fmla="*/ 4 w 7"/>
                  <a:gd name="T15" fmla="*/ 10 h 11"/>
                  <a:gd name="T16" fmla="*/ 5 w 7"/>
                  <a:gd name="T17" fmla="*/ 11 h 11"/>
                  <a:gd name="T18" fmla="*/ 7 w 7"/>
                  <a:gd name="T19" fmla="*/ 9 h 11"/>
                  <a:gd name="T20" fmla="*/ 7 w 7"/>
                  <a:gd name="T21" fmla="*/ 7 h 11"/>
                  <a:gd name="T22" fmla="*/ 6 w 7"/>
                  <a:gd name="T23" fmla="*/ 6 h 11"/>
                  <a:gd name="T24" fmla="*/ 6 w 7"/>
                  <a:gd name="T25" fmla="*/ 5 h 11"/>
                  <a:gd name="T26" fmla="*/ 5 w 7"/>
                  <a:gd name="T27" fmla="*/ 3 h 11"/>
                  <a:gd name="T28" fmla="*/ 4 w 7"/>
                  <a:gd name="T29" fmla="*/ 4 h 11"/>
                  <a:gd name="T30" fmla="*/ 4 w 7"/>
                  <a:gd name="T31" fmla="*/ 5 h 11"/>
                  <a:gd name="T32" fmla="*/ 4 w 7"/>
                  <a:gd name="T33" fmla="*/ 6 h 11"/>
                  <a:gd name="T34" fmla="*/ 3 w 7"/>
                  <a:gd name="T35" fmla="*/ 5 h 11"/>
                  <a:gd name="T36" fmla="*/ 3 w 7"/>
                  <a:gd name="T37" fmla="*/ 3 h 11"/>
                  <a:gd name="T38" fmla="*/ 3 w 7"/>
                  <a:gd name="T39" fmla="*/ 3 h 11"/>
                  <a:gd name="T40" fmla="*/ 2 w 7"/>
                  <a:gd name="T41" fmla="*/ 2 h 11"/>
                  <a:gd name="T42" fmla="*/ 3 w 7"/>
                  <a:gd name="T43" fmla="*/ 0 h 11"/>
                  <a:gd name="T44" fmla="*/ 1 w 7"/>
                  <a:gd name="T4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" h="11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0" name="Freeform 6208">
                <a:extLst>
                  <a:ext uri="{FF2B5EF4-FFF2-40B4-BE49-F238E27FC236}">
                    <a16:creationId xmlns:a16="http://schemas.microsoft.com/office/drawing/2014/main" id="{52BB72E8-8C67-4ED6-81CC-F86CC1F4F6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01"/>
                <a:ext cx="18" cy="15"/>
              </a:xfrm>
              <a:custGeom>
                <a:avLst/>
                <a:gdLst>
                  <a:gd name="T0" fmla="*/ 0 w 18"/>
                  <a:gd name="T1" fmla="*/ 2 h 15"/>
                  <a:gd name="T2" fmla="*/ 1 w 18"/>
                  <a:gd name="T3" fmla="*/ 5 h 15"/>
                  <a:gd name="T4" fmla="*/ 3 w 18"/>
                  <a:gd name="T5" fmla="*/ 5 h 15"/>
                  <a:gd name="T6" fmla="*/ 3 w 18"/>
                  <a:gd name="T7" fmla="*/ 5 h 15"/>
                  <a:gd name="T8" fmla="*/ 3 w 18"/>
                  <a:gd name="T9" fmla="*/ 7 h 15"/>
                  <a:gd name="T10" fmla="*/ 1 w 18"/>
                  <a:gd name="T11" fmla="*/ 11 h 15"/>
                  <a:gd name="T12" fmla="*/ 3 w 18"/>
                  <a:gd name="T13" fmla="*/ 15 h 15"/>
                  <a:gd name="T14" fmla="*/ 7 w 18"/>
                  <a:gd name="T15" fmla="*/ 13 h 15"/>
                  <a:gd name="T16" fmla="*/ 13 w 18"/>
                  <a:gd name="T17" fmla="*/ 11 h 15"/>
                  <a:gd name="T18" fmla="*/ 11 w 18"/>
                  <a:gd name="T19" fmla="*/ 11 h 15"/>
                  <a:gd name="T20" fmla="*/ 13 w 18"/>
                  <a:gd name="T21" fmla="*/ 11 h 15"/>
                  <a:gd name="T22" fmla="*/ 14 w 18"/>
                  <a:gd name="T23" fmla="*/ 11 h 15"/>
                  <a:gd name="T24" fmla="*/ 16 w 18"/>
                  <a:gd name="T25" fmla="*/ 11 h 15"/>
                  <a:gd name="T26" fmla="*/ 18 w 18"/>
                  <a:gd name="T27" fmla="*/ 11 h 15"/>
                  <a:gd name="T28" fmla="*/ 18 w 18"/>
                  <a:gd name="T29" fmla="*/ 7 h 15"/>
                  <a:gd name="T30" fmla="*/ 16 w 18"/>
                  <a:gd name="T31" fmla="*/ 5 h 15"/>
                  <a:gd name="T32" fmla="*/ 16 w 18"/>
                  <a:gd name="T33" fmla="*/ 3 h 15"/>
                  <a:gd name="T34" fmla="*/ 11 w 18"/>
                  <a:gd name="T35" fmla="*/ 7 h 15"/>
                  <a:gd name="T36" fmla="*/ 11 w 18"/>
                  <a:gd name="T37" fmla="*/ 9 h 15"/>
                  <a:gd name="T38" fmla="*/ 9 w 18"/>
                  <a:gd name="T39" fmla="*/ 9 h 15"/>
                  <a:gd name="T40" fmla="*/ 7 w 18"/>
                  <a:gd name="T41" fmla="*/ 5 h 15"/>
                  <a:gd name="T42" fmla="*/ 7 w 18"/>
                  <a:gd name="T43" fmla="*/ 2 h 15"/>
                  <a:gd name="T44" fmla="*/ 5 w 18"/>
                  <a:gd name="T45" fmla="*/ 0 h 15"/>
                  <a:gd name="T46" fmla="*/ 1 w 18"/>
                  <a:gd name="T47" fmla="*/ 0 h 15"/>
                  <a:gd name="T48" fmla="*/ 0 w 18"/>
                  <a:gd name="T4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1" name="Freeform 6209">
                <a:extLst>
                  <a:ext uri="{FF2B5EF4-FFF2-40B4-BE49-F238E27FC236}">
                    <a16:creationId xmlns:a16="http://schemas.microsoft.com/office/drawing/2014/main" id="{79329FC3-E51B-4FC1-A5A7-7A9F2DB5F9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1" y="314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3 h 11"/>
                  <a:gd name="T4" fmla="*/ 2 w 6"/>
                  <a:gd name="T5" fmla="*/ 0 h 11"/>
                  <a:gd name="T6" fmla="*/ 0 w 6"/>
                  <a:gd name="T7" fmla="*/ 1 h 11"/>
                  <a:gd name="T8" fmla="*/ 0 w 6"/>
                  <a:gd name="T9" fmla="*/ 5 h 11"/>
                  <a:gd name="T10" fmla="*/ 6 w 6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2" name="Freeform 6210">
                <a:extLst>
                  <a:ext uri="{FF2B5EF4-FFF2-40B4-BE49-F238E27FC236}">
                    <a16:creationId xmlns:a16="http://schemas.microsoft.com/office/drawing/2014/main" id="{7258EB31-E2E6-4DC8-9DB2-B5BC8A4F74A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25"/>
                <a:ext cx="5" cy="9"/>
              </a:xfrm>
              <a:custGeom>
                <a:avLst/>
                <a:gdLst>
                  <a:gd name="T0" fmla="*/ 0 w 5"/>
                  <a:gd name="T1" fmla="*/ 6 h 9"/>
                  <a:gd name="T2" fmla="*/ 1 w 5"/>
                  <a:gd name="T3" fmla="*/ 9 h 9"/>
                  <a:gd name="T4" fmla="*/ 5 w 5"/>
                  <a:gd name="T5" fmla="*/ 7 h 9"/>
                  <a:gd name="T6" fmla="*/ 5 w 5"/>
                  <a:gd name="T7" fmla="*/ 4 h 9"/>
                  <a:gd name="T8" fmla="*/ 3 w 5"/>
                  <a:gd name="T9" fmla="*/ 0 h 9"/>
                  <a:gd name="T10" fmla="*/ 0 w 5"/>
                  <a:gd name="T11" fmla="*/ 4 h 9"/>
                  <a:gd name="T12" fmla="*/ 0 w 5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0" y="6"/>
                    </a:moveTo>
                    <a:lnTo>
                      <a:pt x="1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3" name="Freeform 6211">
                <a:extLst>
                  <a:ext uri="{FF2B5EF4-FFF2-40B4-BE49-F238E27FC236}">
                    <a16:creationId xmlns:a16="http://schemas.microsoft.com/office/drawing/2014/main" id="{5A31F5BD-305D-4AE2-A6ED-4AD49E8D03A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8" y="3086"/>
                <a:ext cx="13" cy="18"/>
              </a:xfrm>
              <a:custGeom>
                <a:avLst/>
                <a:gdLst>
                  <a:gd name="T0" fmla="*/ 3 w 7"/>
                  <a:gd name="T1" fmla="*/ 5 h 10"/>
                  <a:gd name="T2" fmla="*/ 4 w 7"/>
                  <a:gd name="T3" fmla="*/ 6 h 10"/>
                  <a:gd name="T4" fmla="*/ 4 w 7"/>
                  <a:gd name="T5" fmla="*/ 7 h 10"/>
                  <a:gd name="T6" fmla="*/ 4 w 7"/>
                  <a:gd name="T7" fmla="*/ 6 h 10"/>
                  <a:gd name="T8" fmla="*/ 4 w 7"/>
                  <a:gd name="T9" fmla="*/ 7 h 10"/>
                  <a:gd name="T10" fmla="*/ 4 w 7"/>
                  <a:gd name="T11" fmla="*/ 7 h 10"/>
                  <a:gd name="T12" fmla="*/ 5 w 7"/>
                  <a:gd name="T13" fmla="*/ 9 h 10"/>
                  <a:gd name="T14" fmla="*/ 6 w 7"/>
                  <a:gd name="T15" fmla="*/ 10 h 10"/>
                  <a:gd name="T16" fmla="*/ 6 w 7"/>
                  <a:gd name="T17" fmla="*/ 6 h 10"/>
                  <a:gd name="T18" fmla="*/ 6 w 7"/>
                  <a:gd name="T19" fmla="*/ 5 h 10"/>
                  <a:gd name="T20" fmla="*/ 5 w 7"/>
                  <a:gd name="T21" fmla="*/ 5 h 10"/>
                  <a:gd name="T22" fmla="*/ 5 w 7"/>
                  <a:gd name="T23" fmla="*/ 5 h 10"/>
                  <a:gd name="T24" fmla="*/ 7 w 7"/>
                  <a:gd name="T25" fmla="*/ 2 h 10"/>
                  <a:gd name="T26" fmla="*/ 6 w 7"/>
                  <a:gd name="T27" fmla="*/ 0 h 10"/>
                  <a:gd name="T28" fmla="*/ 5 w 7"/>
                  <a:gd name="T29" fmla="*/ 0 h 10"/>
                  <a:gd name="T30" fmla="*/ 5 w 7"/>
                  <a:gd name="T31" fmla="*/ 2 h 10"/>
                  <a:gd name="T32" fmla="*/ 2 w 7"/>
                  <a:gd name="T33" fmla="*/ 3 h 10"/>
                  <a:gd name="T34" fmla="*/ 2 w 7"/>
                  <a:gd name="T35" fmla="*/ 3 h 10"/>
                  <a:gd name="T36" fmla="*/ 2 w 7"/>
                  <a:gd name="T37" fmla="*/ 3 h 10"/>
                  <a:gd name="T38" fmla="*/ 2 w 7"/>
                  <a:gd name="T39" fmla="*/ 3 h 10"/>
                  <a:gd name="T40" fmla="*/ 2 w 7"/>
                  <a:gd name="T41" fmla="*/ 3 h 10"/>
                  <a:gd name="T42" fmla="*/ 1 w 7"/>
                  <a:gd name="T43" fmla="*/ 4 h 10"/>
                  <a:gd name="T44" fmla="*/ 0 w 7"/>
                  <a:gd name="T45" fmla="*/ 5 h 10"/>
                  <a:gd name="T46" fmla="*/ 3 w 7"/>
                  <a:gd name="T47" fmla="*/ 5 h 10"/>
                  <a:gd name="T48" fmla="*/ 4 w 7"/>
                  <a:gd name="T49" fmla="*/ 4 h 10"/>
                  <a:gd name="T50" fmla="*/ 5 w 7"/>
                  <a:gd name="T51" fmla="*/ 3 h 10"/>
                  <a:gd name="T52" fmla="*/ 4 w 7"/>
                  <a:gd name="T53" fmla="*/ 5 h 10"/>
                  <a:gd name="T54" fmla="*/ 4 w 7"/>
                  <a:gd name="T5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4" y="4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4" name="Freeform 6212">
                <a:extLst>
                  <a:ext uri="{FF2B5EF4-FFF2-40B4-BE49-F238E27FC236}">
                    <a16:creationId xmlns:a16="http://schemas.microsoft.com/office/drawing/2014/main" id="{D894E253-0688-4410-9DF2-F29E46D4B4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7" y="2938"/>
                <a:ext cx="44" cy="36"/>
              </a:xfrm>
              <a:custGeom>
                <a:avLst/>
                <a:gdLst>
                  <a:gd name="T0" fmla="*/ 24 w 44"/>
                  <a:gd name="T1" fmla="*/ 25 h 36"/>
                  <a:gd name="T2" fmla="*/ 24 w 44"/>
                  <a:gd name="T3" fmla="*/ 25 h 36"/>
                  <a:gd name="T4" fmla="*/ 28 w 44"/>
                  <a:gd name="T5" fmla="*/ 23 h 36"/>
                  <a:gd name="T6" fmla="*/ 26 w 44"/>
                  <a:gd name="T7" fmla="*/ 25 h 36"/>
                  <a:gd name="T8" fmla="*/ 29 w 44"/>
                  <a:gd name="T9" fmla="*/ 28 h 36"/>
                  <a:gd name="T10" fmla="*/ 33 w 44"/>
                  <a:gd name="T11" fmla="*/ 32 h 36"/>
                  <a:gd name="T12" fmla="*/ 37 w 44"/>
                  <a:gd name="T13" fmla="*/ 34 h 36"/>
                  <a:gd name="T14" fmla="*/ 41 w 44"/>
                  <a:gd name="T15" fmla="*/ 36 h 36"/>
                  <a:gd name="T16" fmla="*/ 44 w 44"/>
                  <a:gd name="T17" fmla="*/ 36 h 36"/>
                  <a:gd name="T18" fmla="*/ 44 w 44"/>
                  <a:gd name="T19" fmla="*/ 32 h 36"/>
                  <a:gd name="T20" fmla="*/ 41 w 44"/>
                  <a:gd name="T21" fmla="*/ 30 h 36"/>
                  <a:gd name="T22" fmla="*/ 39 w 44"/>
                  <a:gd name="T23" fmla="*/ 28 h 36"/>
                  <a:gd name="T24" fmla="*/ 39 w 44"/>
                  <a:gd name="T25" fmla="*/ 27 h 36"/>
                  <a:gd name="T26" fmla="*/ 37 w 44"/>
                  <a:gd name="T27" fmla="*/ 25 h 36"/>
                  <a:gd name="T28" fmla="*/ 31 w 44"/>
                  <a:gd name="T29" fmla="*/ 25 h 36"/>
                  <a:gd name="T30" fmla="*/ 31 w 44"/>
                  <a:gd name="T31" fmla="*/ 23 h 36"/>
                  <a:gd name="T32" fmla="*/ 29 w 44"/>
                  <a:gd name="T33" fmla="*/ 21 h 36"/>
                  <a:gd name="T34" fmla="*/ 29 w 44"/>
                  <a:gd name="T35" fmla="*/ 21 h 36"/>
                  <a:gd name="T36" fmla="*/ 31 w 44"/>
                  <a:gd name="T37" fmla="*/ 15 h 36"/>
                  <a:gd name="T38" fmla="*/ 22 w 44"/>
                  <a:gd name="T39" fmla="*/ 25 h 36"/>
                  <a:gd name="T40" fmla="*/ 22 w 44"/>
                  <a:gd name="T41" fmla="*/ 21 h 36"/>
                  <a:gd name="T42" fmla="*/ 18 w 44"/>
                  <a:gd name="T43" fmla="*/ 17 h 36"/>
                  <a:gd name="T44" fmla="*/ 15 w 44"/>
                  <a:gd name="T45" fmla="*/ 14 h 36"/>
                  <a:gd name="T46" fmla="*/ 11 w 44"/>
                  <a:gd name="T47" fmla="*/ 12 h 36"/>
                  <a:gd name="T48" fmla="*/ 11 w 44"/>
                  <a:gd name="T49" fmla="*/ 10 h 36"/>
                  <a:gd name="T50" fmla="*/ 9 w 44"/>
                  <a:gd name="T51" fmla="*/ 6 h 36"/>
                  <a:gd name="T52" fmla="*/ 3 w 44"/>
                  <a:gd name="T53" fmla="*/ 6 h 36"/>
                  <a:gd name="T54" fmla="*/ 5 w 44"/>
                  <a:gd name="T55" fmla="*/ 4 h 36"/>
                  <a:gd name="T56" fmla="*/ 5 w 44"/>
                  <a:gd name="T57" fmla="*/ 0 h 36"/>
                  <a:gd name="T58" fmla="*/ 2 w 44"/>
                  <a:gd name="T59" fmla="*/ 0 h 36"/>
                  <a:gd name="T60" fmla="*/ 0 w 44"/>
                  <a:gd name="T61" fmla="*/ 2 h 36"/>
                  <a:gd name="T62" fmla="*/ 2 w 44"/>
                  <a:gd name="T63" fmla="*/ 4 h 36"/>
                  <a:gd name="T64" fmla="*/ 2 w 44"/>
                  <a:gd name="T65" fmla="*/ 10 h 36"/>
                  <a:gd name="T66" fmla="*/ 3 w 44"/>
                  <a:gd name="T67" fmla="*/ 6 h 36"/>
                  <a:gd name="T68" fmla="*/ 3 w 44"/>
                  <a:gd name="T69" fmla="*/ 10 h 36"/>
                  <a:gd name="T70" fmla="*/ 3 w 44"/>
                  <a:gd name="T71" fmla="*/ 12 h 36"/>
                  <a:gd name="T72" fmla="*/ 3 w 44"/>
                  <a:gd name="T73" fmla="*/ 17 h 36"/>
                  <a:gd name="T74" fmla="*/ 7 w 44"/>
                  <a:gd name="T75" fmla="*/ 19 h 36"/>
                  <a:gd name="T76" fmla="*/ 9 w 44"/>
                  <a:gd name="T77" fmla="*/ 23 h 36"/>
                  <a:gd name="T78" fmla="*/ 7 w 44"/>
                  <a:gd name="T79" fmla="*/ 25 h 36"/>
                  <a:gd name="T80" fmla="*/ 11 w 44"/>
                  <a:gd name="T81" fmla="*/ 27 h 36"/>
                  <a:gd name="T82" fmla="*/ 13 w 44"/>
                  <a:gd name="T83" fmla="*/ 27 h 36"/>
                  <a:gd name="T84" fmla="*/ 15 w 44"/>
                  <a:gd name="T85" fmla="*/ 28 h 36"/>
                  <a:gd name="T86" fmla="*/ 18 w 44"/>
                  <a:gd name="T87" fmla="*/ 28 h 36"/>
                  <a:gd name="T88" fmla="*/ 20 w 44"/>
                  <a:gd name="T89" fmla="*/ 27 h 36"/>
                  <a:gd name="T90" fmla="*/ 20 w 44"/>
                  <a:gd name="T91" fmla="*/ 27 h 36"/>
                  <a:gd name="T92" fmla="*/ 26 w 44"/>
                  <a:gd name="T93" fmla="*/ 30 h 36"/>
                  <a:gd name="T94" fmla="*/ 24 w 44"/>
                  <a:gd name="T95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4" h="36">
                    <a:moveTo>
                      <a:pt x="24" y="25"/>
                    </a:moveTo>
                    <a:lnTo>
                      <a:pt x="24" y="25"/>
                    </a:lnTo>
                    <a:lnTo>
                      <a:pt x="28" y="23"/>
                    </a:lnTo>
                    <a:lnTo>
                      <a:pt x="26" y="25"/>
                    </a:lnTo>
                    <a:lnTo>
                      <a:pt x="29" y="28"/>
                    </a:lnTo>
                    <a:lnTo>
                      <a:pt x="33" y="32"/>
                    </a:lnTo>
                    <a:lnTo>
                      <a:pt x="37" y="34"/>
                    </a:lnTo>
                    <a:lnTo>
                      <a:pt x="41" y="36"/>
                    </a:lnTo>
                    <a:lnTo>
                      <a:pt x="44" y="36"/>
                    </a:lnTo>
                    <a:lnTo>
                      <a:pt x="44" y="32"/>
                    </a:lnTo>
                    <a:lnTo>
                      <a:pt x="41" y="30"/>
                    </a:lnTo>
                    <a:lnTo>
                      <a:pt x="39" y="28"/>
                    </a:lnTo>
                    <a:lnTo>
                      <a:pt x="39" y="27"/>
                    </a:lnTo>
                    <a:lnTo>
                      <a:pt x="37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1" y="15"/>
                    </a:lnTo>
                    <a:lnTo>
                      <a:pt x="22" y="25"/>
                    </a:lnTo>
                    <a:lnTo>
                      <a:pt x="22" y="21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7" y="19"/>
                    </a:lnTo>
                    <a:lnTo>
                      <a:pt x="9" y="23"/>
                    </a:lnTo>
                    <a:lnTo>
                      <a:pt x="7" y="25"/>
                    </a:lnTo>
                    <a:lnTo>
                      <a:pt x="11" y="27"/>
                    </a:lnTo>
                    <a:lnTo>
                      <a:pt x="13" y="27"/>
                    </a:lnTo>
                    <a:lnTo>
                      <a:pt x="15" y="28"/>
                    </a:lnTo>
                    <a:lnTo>
                      <a:pt x="18" y="28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6" y="30"/>
                    </a:lnTo>
                    <a:lnTo>
                      <a:pt x="24" y="2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5" name="Freeform 6213">
                <a:extLst>
                  <a:ext uri="{FF2B5EF4-FFF2-40B4-BE49-F238E27FC236}">
                    <a16:creationId xmlns:a16="http://schemas.microsoft.com/office/drawing/2014/main" id="{9137CECE-D34F-4C86-9FE9-57DE660B6E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35" y="2974"/>
                <a:ext cx="24" cy="20"/>
              </a:xfrm>
              <a:custGeom>
                <a:avLst/>
                <a:gdLst>
                  <a:gd name="T0" fmla="*/ 14 w 24"/>
                  <a:gd name="T1" fmla="*/ 7 h 20"/>
                  <a:gd name="T2" fmla="*/ 13 w 24"/>
                  <a:gd name="T3" fmla="*/ 6 h 20"/>
                  <a:gd name="T4" fmla="*/ 13 w 24"/>
                  <a:gd name="T5" fmla="*/ 7 h 20"/>
                  <a:gd name="T6" fmla="*/ 13 w 24"/>
                  <a:gd name="T7" fmla="*/ 6 h 20"/>
                  <a:gd name="T8" fmla="*/ 7 w 24"/>
                  <a:gd name="T9" fmla="*/ 4 h 20"/>
                  <a:gd name="T10" fmla="*/ 5 w 24"/>
                  <a:gd name="T11" fmla="*/ 6 h 20"/>
                  <a:gd name="T12" fmla="*/ 5 w 24"/>
                  <a:gd name="T13" fmla="*/ 6 h 20"/>
                  <a:gd name="T14" fmla="*/ 7 w 24"/>
                  <a:gd name="T15" fmla="*/ 4 h 20"/>
                  <a:gd name="T16" fmla="*/ 1 w 24"/>
                  <a:gd name="T17" fmla="*/ 0 h 20"/>
                  <a:gd name="T18" fmla="*/ 0 w 24"/>
                  <a:gd name="T19" fmla="*/ 4 h 20"/>
                  <a:gd name="T20" fmla="*/ 1 w 24"/>
                  <a:gd name="T21" fmla="*/ 6 h 20"/>
                  <a:gd name="T22" fmla="*/ 1 w 24"/>
                  <a:gd name="T23" fmla="*/ 9 h 20"/>
                  <a:gd name="T24" fmla="*/ 5 w 24"/>
                  <a:gd name="T25" fmla="*/ 7 h 20"/>
                  <a:gd name="T26" fmla="*/ 5 w 24"/>
                  <a:gd name="T27" fmla="*/ 6 h 20"/>
                  <a:gd name="T28" fmla="*/ 5 w 24"/>
                  <a:gd name="T29" fmla="*/ 7 h 20"/>
                  <a:gd name="T30" fmla="*/ 5 w 24"/>
                  <a:gd name="T31" fmla="*/ 7 h 20"/>
                  <a:gd name="T32" fmla="*/ 7 w 24"/>
                  <a:gd name="T33" fmla="*/ 9 h 20"/>
                  <a:gd name="T34" fmla="*/ 11 w 24"/>
                  <a:gd name="T35" fmla="*/ 9 h 20"/>
                  <a:gd name="T36" fmla="*/ 9 w 24"/>
                  <a:gd name="T37" fmla="*/ 13 h 20"/>
                  <a:gd name="T38" fmla="*/ 13 w 24"/>
                  <a:gd name="T39" fmla="*/ 13 h 20"/>
                  <a:gd name="T40" fmla="*/ 14 w 24"/>
                  <a:gd name="T41" fmla="*/ 15 h 20"/>
                  <a:gd name="T42" fmla="*/ 11 w 24"/>
                  <a:gd name="T43" fmla="*/ 13 h 20"/>
                  <a:gd name="T44" fmla="*/ 7 w 24"/>
                  <a:gd name="T45" fmla="*/ 15 h 20"/>
                  <a:gd name="T46" fmla="*/ 13 w 24"/>
                  <a:gd name="T47" fmla="*/ 17 h 20"/>
                  <a:gd name="T48" fmla="*/ 14 w 24"/>
                  <a:gd name="T49" fmla="*/ 15 h 20"/>
                  <a:gd name="T50" fmla="*/ 16 w 24"/>
                  <a:gd name="T51" fmla="*/ 15 h 20"/>
                  <a:gd name="T52" fmla="*/ 18 w 24"/>
                  <a:gd name="T53" fmla="*/ 17 h 20"/>
                  <a:gd name="T54" fmla="*/ 18 w 24"/>
                  <a:gd name="T55" fmla="*/ 17 h 20"/>
                  <a:gd name="T56" fmla="*/ 18 w 24"/>
                  <a:gd name="T57" fmla="*/ 20 h 20"/>
                  <a:gd name="T58" fmla="*/ 22 w 24"/>
                  <a:gd name="T59" fmla="*/ 19 h 20"/>
                  <a:gd name="T60" fmla="*/ 24 w 24"/>
                  <a:gd name="T61" fmla="*/ 15 h 20"/>
                  <a:gd name="T62" fmla="*/ 20 w 24"/>
                  <a:gd name="T63" fmla="*/ 15 h 20"/>
                  <a:gd name="T64" fmla="*/ 20 w 24"/>
                  <a:gd name="T65" fmla="*/ 11 h 20"/>
                  <a:gd name="T66" fmla="*/ 18 w 24"/>
                  <a:gd name="T67" fmla="*/ 9 h 20"/>
                  <a:gd name="T68" fmla="*/ 16 w 24"/>
                  <a:gd name="T69" fmla="*/ 9 h 20"/>
                  <a:gd name="T70" fmla="*/ 14 w 24"/>
                  <a:gd name="T71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20">
                    <a:moveTo>
                      <a:pt x="14" y="7"/>
                    </a:moveTo>
                    <a:lnTo>
                      <a:pt x="13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7" y="15"/>
                    </a:lnTo>
                    <a:lnTo>
                      <a:pt x="13" y="17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6" name="Freeform 6214">
                <a:extLst>
                  <a:ext uri="{FF2B5EF4-FFF2-40B4-BE49-F238E27FC236}">
                    <a16:creationId xmlns:a16="http://schemas.microsoft.com/office/drawing/2014/main" id="{1C08102D-3898-40FC-9DA4-35DCA24EC7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7" y="3021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1 h 5"/>
                  <a:gd name="T4" fmla="*/ 6 w 8"/>
                  <a:gd name="T5" fmla="*/ 0 h 5"/>
                  <a:gd name="T6" fmla="*/ 4 w 8"/>
                  <a:gd name="T7" fmla="*/ 0 h 5"/>
                  <a:gd name="T8" fmla="*/ 0 w 8"/>
                  <a:gd name="T9" fmla="*/ 1 h 5"/>
                  <a:gd name="T10" fmla="*/ 2 w 8"/>
                  <a:gd name="T11" fmla="*/ 5 h 5"/>
                  <a:gd name="T12" fmla="*/ 6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7" name="Freeform 6215">
                <a:extLst>
                  <a:ext uri="{FF2B5EF4-FFF2-40B4-BE49-F238E27FC236}">
                    <a16:creationId xmlns:a16="http://schemas.microsoft.com/office/drawing/2014/main" id="{0D1A48F8-1BDF-4103-B7E9-58D645AE24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9" y="2985"/>
                <a:ext cx="16" cy="22"/>
              </a:xfrm>
              <a:custGeom>
                <a:avLst/>
                <a:gdLst>
                  <a:gd name="T0" fmla="*/ 1 w 16"/>
                  <a:gd name="T1" fmla="*/ 4 h 22"/>
                  <a:gd name="T2" fmla="*/ 1 w 16"/>
                  <a:gd name="T3" fmla="*/ 6 h 22"/>
                  <a:gd name="T4" fmla="*/ 3 w 16"/>
                  <a:gd name="T5" fmla="*/ 9 h 22"/>
                  <a:gd name="T6" fmla="*/ 3 w 16"/>
                  <a:gd name="T7" fmla="*/ 13 h 22"/>
                  <a:gd name="T8" fmla="*/ 11 w 16"/>
                  <a:gd name="T9" fmla="*/ 19 h 22"/>
                  <a:gd name="T10" fmla="*/ 13 w 16"/>
                  <a:gd name="T11" fmla="*/ 19 h 22"/>
                  <a:gd name="T12" fmla="*/ 13 w 16"/>
                  <a:gd name="T13" fmla="*/ 21 h 22"/>
                  <a:gd name="T14" fmla="*/ 16 w 16"/>
                  <a:gd name="T15" fmla="*/ 22 h 22"/>
                  <a:gd name="T16" fmla="*/ 16 w 16"/>
                  <a:gd name="T17" fmla="*/ 17 h 22"/>
                  <a:gd name="T18" fmla="*/ 14 w 16"/>
                  <a:gd name="T19" fmla="*/ 15 h 22"/>
                  <a:gd name="T20" fmla="*/ 13 w 16"/>
                  <a:gd name="T21" fmla="*/ 13 h 22"/>
                  <a:gd name="T22" fmla="*/ 11 w 16"/>
                  <a:gd name="T23" fmla="*/ 11 h 22"/>
                  <a:gd name="T24" fmla="*/ 7 w 16"/>
                  <a:gd name="T25" fmla="*/ 8 h 22"/>
                  <a:gd name="T26" fmla="*/ 9 w 16"/>
                  <a:gd name="T27" fmla="*/ 6 h 22"/>
                  <a:gd name="T28" fmla="*/ 5 w 16"/>
                  <a:gd name="T29" fmla="*/ 0 h 22"/>
                  <a:gd name="T30" fmla="*/ 0 w 16"/>
                  <a:gd name="T31" fmla="*/ 0 h 22"/>
                  <a:gd name="T32" fmla="*/ 0 w 16"/>
                  <a:gd name="T33" fmla="*/ 4 h 22"/>
                  <a:gd name="T34" fmla="*/ 1 w 16"/>
                  <a:gd name="T3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lnTo>
                      <a:pt x="1" y="6"/>
                    </a:lnTo>
                    <a:lnTo>
                      <a:pt x="3" y="9"/>
                    </a:lnTo>
                    <a:lnTo>
                      <a:pt x="3" y="13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6" y="22"/>
                    </a:lnTo>
                    <a:lnTo>
                      <a:pt x="16" y="17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8" name="Freeform 6216">
                <a:extLst>
                  <a:ext uri="{FF2B5EF4-FFF2-40B4-BE49-F238E27FC236}">
                    <a16:creationId xmlns:a16="http://schemas.microsoft.com/office/drawing/2014/main" id="{FCEDBA0B-C29A-464E-8717-B9E01D400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59" y="2974"/>
                <a:ext cx="24" cy="19"/>
              </a:xfrm>
              <a:custGeom>
                <a:avLst/>
                <a:gdLst>
                  <a:gd name="T0" fmla="*/ 3 w 13"/>
                  <a:gd name="T1" fmla="*/ 2 h 10"/>
                  <a:gd name="T2" fmla="*/ 7 w 13"/>
                  <a:gd name="T3" fmla="*/ 6 h 10"/>
                  <a:gd name="T4" fmla="*/ 8 w 13"/>
                  <a:gd name="T5" fmla="*/ 7 h 10"/>
                  <a:gd name="T6" fmla="*/ 9 w 13"/>
                  <a:gd name="T7" fmla="*/ 7 h 10"/>
                  <a:gd name="T8" fmla="*/ 9 w 13"/>
                  <a:gd name="T9" fmla="*/ 9 h 10"/>
                  <a:gd name="T10" fmla="*/ 10 w 13"/>
                  <a:gd name="T11" fmla="*/ 8 h 10"/>
                  <a:gd name="T12" fmla="*/ 13 w 13"/>
                  <a:gd name="T13" fmla="*/ 10 h 10"/>
                  <a:gd name="T14" fmla="*/ 11 w 13"/>
                  <a:gd name="T15" fmla="*/ 7 h 10"/>
                  <a:gd name="T16" fmla="*/ 12 w 13"/>
                  <a:gd name="T17" fmla="*/ 6 h 10"/>
                  <a:gd name="T18" fmla="*/ 9 w 13"/>
                  <a:gd name="T19" fmla="*/ 3 h 10"/>
                  <a:gd name="T20" fmla="*/ 7 w 13"/>
                  <a:gd name="T21" fmla="*/ 2 h 10"/>
                  <a:gd name="T22" fmla="*/ 5 w 13"/>
                  <a:gd name="T23" fmla="*/ 0 h 10"/>
                  <a:gd name="T24" fmla="*/ 0 w 13"/>
                  <a:gd name="T25" fmla="*/ 0 h 10"/>
                  <a:gd name="T26" fmla="*/ 1 w 13"/>
                  <a:gd name="T27" fmla="*/ 1 h 10"/>
                  <a:gd name="T28" fmla="*/ 3 w 13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0">
                    <a:moveTo>
                      <a:pt x="3" y="2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3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9" name="Freeform 6217">
                <a:extLst>
                  <a:ext uri="{FF2B5EF4-FFF2-40B4-BE49-F238E27FC236}">
                    <a16:creationId xmlns:a16="http://schemas.microsoft.com/office/drawing/2014/main" id="{672D9B26-BB33-4901-A1D8-EA592FAC68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5" y="2994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0 w 5"/>
                  <a:gd name="T7" fmla="*/ 4 h 6"/>
                  <a:gd name="T8" fmla="*/ 5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0" name="Freeform 6218">
                <a:extLst>
                  <a:ext uri="{FF2B5EF4-FFF2-40B4-BE49-F238E27FC236}">
                    <a16:creationId xmlns:a16="http://schemas.microsoft.com/office/drawing/2014/main" id="{021AB2E6-3CC7-445C-8BDB-DA594C4037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96" y="3013"/>
                <a:ext cx="19" cy="13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0 h 13"/>
                  <a:gd name="T4" fmla="*/ 4 w 19"/>
                  <a:gd name="T5" fmla="*/ 4 h 13"/>
                  <a:gd name="T6" fmla="*/ 4 w 19"/>
                  <a:gd name="T7" fmla="*/ 8 h 13"/>
                  <a:gd name="T8" fmla="*/ 7 w 19"/>
                  <a:gd name="T9" fmla="*/ 9 h 13"/>
                  <a:gd name="T10" fmla="*/ 13 w 19"/>
                  <a:gd name="T11" fmla="*/ 13 h 13"/>
                  <a:gd name="T12" fmla="*/ 19 w 19"/>
                  <a:gd name="T13" fmla="*/ 11 h 13"/>
                  <a:gd name="T14" fmla="*/ 17 w 19"/>
                  <a:gd name="T15" fmla="*/ 9 h 13"/>
                  <a:gd name="T16" fmla="*/ 17 w 19"/>
                  <a:gd name="T17" fmla="*/ 8 h 13"/>
                  <a:gd name="T18" fmla="*/ 15 w 19"/>
                  <a:gd name="T19" fmla="*/ 6 h 13"/>
                  <a:gd name="T20" fmla="*/ 9 w 19"/>
                  <a:gd name="T21" fmla="*/ 4 h 13"/>
                  <a:gd name="T22" fmla="*/ 6 w 1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13" y="13"/>
                    </a:lnTo>
                    <a:lnTo>
                      <a:pt x="19" y="11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9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1" name="Freeform 6219">
                <a:extLst>
                  <a:ext uri="{FF2B5EF4-FFF2-40B4-BE49-F238E27FC236}">
                    <a16:creationId xmlns:a16="http://schemas.microsoft.com/office/drawing/2014/main" id="{B47BE1CF-9C13-4068-A12C-C98C7688FF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6" y="2998"/>
                <a:ext cx="18" cy="13"/>
              </a:xfrm>
              <a:custGeom>
                <a:avLst/>
                <a:gdLst>
                  <a:gd name="T0" fmla="*/ 18 w 18"/>
                  <a:gd name="T1" fmla="*/ 9 h 13"/>
                  <a:gd name="T2" fmla="*/ 18 w 18"/>
                  <a:gd name="T3" fmla="*/ 6 h 13"/>
                  <a:gd name="T4" fmla="*/ 16 w 18"/>
                  <a:gd name="T5" fmla="*/ 6 h 13"/>
                  <a:gd name="T6" fmla="*/ 14 w 18"/>
                  <a:gd name="T7" fmla="*/ 4 h 13"/>
                  <a:gd name="T8" fmla="*/ 9 w 18"/>
                  <a:gd name="T9" fmla="*/ 2 h 13"/>
                  <a:gd name="T10" fmla="*/ 7 w 18"/>
                  <a:gd name="T11" fmla="*/ 2 h 13"/>
                  <a:gd name="T12" fmla="*/ 3 w 18"/>
                  <a:gd name="T13" fmla="*/ 0 h 13"/>
                  <a:gd name="T14" fmla="*/ 1 w 18"/>
                  <a:gd name="T15" fmla="*/ 2 h 13"/>
                  <a:gd name="T16" fmla="*/ 0 w 18"/>
                  <a:gd name="T17" fmla="*/ 6 h 13"/>
                  <a:gd name="T18" fmla="*/ 3 w 18"/>
                  <a:gd name="T19" fmla="*/ 9 h 13"/>
                  <a:gd name="T20" fmla="*/ 7 w 18"/>
                  <a:gd name="T21" fmla="*/ 11 h 13"/>
                  <a:gd name="T22" fmla="*/ 11 w 18"/>
                  <a:gd name="T23" fmla="*/ 11 h 13"/>
                  <a:gd name="T24" fmla="*/ 13 w 18"/>
                  <a:gd name="T25" fmla="*/ 13 h 13"/>
                  <a:gd name="T26" fmla="*/ 16 w 18"/>
                  <a:gd name="T27" fmla="*/ 13 h 13"/>
                  <a:gd name="T28" fmla="*/ 18 w 18"/>
                  <a:gd name="T2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3">
                    <a:moveTo>
                      <a:pt x="18" y="9"/>
                    </a:moveTo>
                    <a:lnTo>
                      <a:pt x="18" y="6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6" y="13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2" name="Freeform 6220">
                <a:extLst>
                  <a:ext uri="{FF2B5EF4-FFF2-40B4-BE49-F238E27FC236}">
                    <a16:creationId xmlns:a16="http://schemas.microsoft.com/office/drawing/2014/main" id="{C20243E7-9FA7-4D89-8ED4-44D6A172A3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9" y="3032"/>
                <a:ext cx="11" cy="5"/>
              </a:xfrm>
              <a:custGeom>
                <a:avLst/>
                <a:gdLst>
                  <a:gd name="T0" fmla="*/ 4 w 11"/>
                  <a:gd name="T1" fmla="*/ 0 h 5"/>
                  <a:gd name="T2" fmla="*/ 0 w 11"/>
                  <a:gd name="T3" fmla="*/ 0 h 5"/>
                  <a:gd name="T4" fmla="*/ 0 w 11"/>
                  <a:gd name="T5" fmla="*/ 3 h 5"/>
                  <a:gd name="T6" fmla="*/ 2 w 11"/>
                  <a:gd name="T7" fmla="*/ 5 h 5"/>
                  <a:gd name="T8" fmla="*/ 4 w 11"/>
                  <a:gd name="T9" fmla="*/ 5 h 5"/>
                  <a:gd name="T10" fmla="*/ 8 w 11"/>
                  <a:gd name="T11" fmla="*/ 5 h 5"/>
                  <a:gd name="T12" fmla="*/ 11 w 11"/>
                  <a:gd name="T13" fmla="*/ 3 h 5"/>
                  <a:gd name="T14" fmla="*/ 8 w 11"/>
                  <a:gd name="T15" fmla="*/ 2 h 5"/>
                  <a:gd name="T16" fmla="*/ 4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3" name="Freeform 6221">
                <a:extLst>
                  <a:ext uri="{FF2B5EF4-FFF2-40B4-BE49-F238E27FC236}">
                    <a16:creationId xmlns:a16="http://schemas.microsoft.com/office/drawing/2014/main" id="{0663306E-41EB-4E59-A335-EE84C85102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3" y="2929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4 w 7"/>
                  <a:gd name="T3" fmla="*/ 0 h 8"/>
                  <a:gd name="T4" fmla="*/ 2 w 7"/>
                  <a:gd name="T5" fmla="*/ 2 h 8"/>
                  <a:gd name="T6" fmla="*/ 0 w 7"/>
                  <a:gd name="T7" fmla="*/ 4 h 8"/>
                  <a:gd name="T8" fmla="*/ 0 w 7"/>
                  <a:gd name="T9" fmla="*/ 6 h 8"/>
                  <a:gd name="T10" fmla="*/ 4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4" name="Freeform 6222">
                <a:extLst>
                  <a:ext uri="{FF2B5EF4-FFF2-40B4-BE49-F238E27FC236}">
                    <a16:creationId xmlns:a16="http://schemas.microsoft.com/office/drawing/2014/main" id="{F82FA059-ABA7-4450-B8F5-5BE3A3B7C626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70" y="2873"/>
                <a:ext cx="292" cy="149"/>
              </a:xfrm>
              <a:custGeom>
                <a:avLst/>
                <a:gdLst>
                  <a:gd name="T0" fmla="*/ 137 w 157"/>
                  <a:gd name="T1" fmla="*/ 65 h 80"/>
                  <a:gd name="T2" fmla="*/ 130 w 157"/>
                  <a:gd name="T3" fmla="*/ 57 h 80"/>
                  <a:gd name="T4" fmla="*/ 131 w 157"/>
                  <a:gd name="T5" fmla="*/ 49 h 80"/>
                  <a:gd name="T6" fmla="*/ 123 w 157"/>
                  <a:gd name="T7" fmla="*/ 41 h 80"/>
                  <a:gd name="T8" fmla="*/ 117 w 157"/>
                  <a:gd name="T9" fmla="*/ 33 h 80"/>
                  <a:gd name="T10" fmla="*/ 108 w 157"/>
                  <a:gd name="T11" fmla="*/ 28 h 80"/>
                  <a:gd name="T12" fmla="*/ 98 w 157"/>
                  <a:gd name="T13" fmla="*/ 23 h 80"/>
                  <a:gd name="T14" fmla="*/ 87 w 157"/>
                  <a:gd name="T15" fmla="*/ 19 h 80"/>
                  <a:gd name="T16" fmla="*/ 81 w 157"/>
                  <a:gd name="T17" fmla="*/ 18 h 80"/>
                  <a:gd name="T18" fmla="*/ 75 w 157"/>
                  <a:gd name="T19" fmla="*/ 15 h 80"/>
                  <a:gd name="T20" fmla="*/ 61 w 157"/>
                  <a:gd name="T21" fmla="*/ 11 h 80"/>
                  <a:gd name="T22" fmla="*/ 52 w 157"/>
                  <a:gd name="T23" fmla="*/ 14 h 80"/>
                  <a:gd name="T24" fmla="*/ 45 w 157"/>
                  <a:gd name="T25" fmla="*/ 17 h 80"/>
                  <a:gd name="T26" fmla="*/ 39 w 157"/>
                  <a:gd name="T27" fmla="*/ 23 h 80"/>
                  <a:gd name="T28" fmla="*/ 35 w 157"/>
                  <a:gd name="T29" fmla="*/ 18 h 80"/>
                  <a:gd name="T30" fmla="*/ 31 w 157"/>
                  <a:gd name="T31" fmla="*/ 11 h 80"/>
                  <a:gd name="T32" fmla="*/ 27 w 157"/>
                  <a:gd name="T33" fmla="*/ 3 h 80"/>
                  <a:gd name="T34" fmla="*/ 11 w 157"/>
                  <a:gd name="T35" fmla="*/ 4 h 80"/>
                  <a:gd name="T36" fmla="*/ 4 w 157"/>
                  <a:gd name="T37" fmla="*/ 4 h 80"/>
                  <a:gd name="T38" fmla="*/ 8 w 157"/>
                  <a:gd name="T39" fmla="*/ 10 h 80"/>
                  <a:gd name="T40" fmla="*/ 13 w 157"/>
                  <a:gd name="T41" fmla="*/ 14 h 80"/>
                  <a:gd name="T42" fmla="*/ 23 w 157"/>
                  <a:gd name="T43" fmla="*/ 16 h 80"/>
                  <a:gd name="T44" fmla="*/ 27 w 157"/>
                  <a:gd name="T45" fmla="*/ 16 h 80"/>
                  <a:gd name="T46" fmla="*/ 19 w 157"/>
                  <a:gd name="T47" fmla="*/ 19 h 80"/>
                  <a:gd name="T48" fmla="*/ 16 w 157"/>
                  <a:gd name="T49" fmla="*/ 21 h 80"/>
                  <a:gd name="T50" fmla="*/ 18 w 157"/>
                  <a:gd name="T51" fmla="*/ 25 h 80"/>
                  <a:gd name="T52" fmla="*/ 26 w 157"/>
                  <a:gd name="T53" fmla="*/ 25 h 80"/>
                  <a:gd name="T54" fmla="*/ 29 w 157"/>
                  <a:gd name="T55" fmla="*/ 27 h 80"/>
                  <a:gd name="T56" fmla="*/ 35 w 157"/>
                  <a:gd name="T57" fmla="*/ 30 h 80"/>
                  <a:gd name="T58" fmla="*/ 51 w 157"/>
                  <a:gd name="T59" fmla="*/ 35 h 80"/>
                  <a:gd name="T60" fmla="*/ 57 w 157"/>
                  <a:gd name="T61" fmla="*/ 39 h 80"/>
                  <a:gd name="T62" fmla="*/ 60 w 157"/>
                  <a:gd name="T63" fmla="*/ 44 h 80"/>
                  <a:gd name="T64" fmla="*/ 64 w 157"/>
                  <a:gd name="T65" fmla="*/ 52 h 80"/>
                  <a:gd name="T66" fmla="*/ 53 w 157"/>
                  <a:gd name="T67" fmla="*/ 61 h 80"/>
                  <a:gd name="T68" fmla="*/ 61 w 157"/>
                  <a:gd name="T69" fmla="*/ 61 h 80"/>
                  <a:gd name="T70" fmla="*/ 68 w 157"/>
                  <a:gd name="T71" fmla="*/ 60 h 80"/>
                  <a:gd name="T72" fmla="*/ 75 w 157"/>
                  <a:gd name="T73" fmla="*/ 64 h 80"/>
                  <a:gd name="T74" fmla="*/ 84 w 157"/>
                  <a:gd name="T75" fmla="*/ 68 h 80"/>
                  <a:gd name="T76" fmla="*/ 96 w 157"/>
                  <a:gd name="T77" fmla="*/ 68 h 80"/>
                  <a:gd name="T78" fmla="*/ 101 w 157"/>
                  <a:gd name="T79" fmla="*/ 65 h 80"/>
                  <a:gd name="T80" fmla="*/ 100 w 157"/>
                  <a:gd name="T81" fmla="*/ 60 h 80"/>
                  <a:gd name="T82" fmla="*/ 104 w 157"/>
                  <a:gd name="T83" fmla="*/ 59 h 80"/>
                  <a:gd name="T84" fmla="*/ 107 w 157"/>
                  <a:gd name="T85" fmla="*/ 57 h 80"/>
                  <a:gd name="T86" fmla="*/ 109 w 157"/>
                  <a:gd name="T87" fmla="*/ 56 h 80"/>
                  <a:gd name="T88" fmla="*/ 116 w 157"/>
                  <a:gd name="T89" fmla="*/ 60 h 80"/>
                  <a:gd name="T90" fmla="*/ 124 w 157"/>
                  <a:gd name="T91" fmla="*/ 68 h 80"/>
                  <a:gd name="T92" fmla="*/ 133 w 157"/>
                  <a:gd name="T93" fmla="*/ 75 h 80"/>
                  <a:gd name="T94" fmla="*/ 144 w 157"/>
                  <a:gd name="T95" fmla="*/ 77 h 80"/>
                  <a:gd name="T96" fmla="*/ 152 w 157"/>
                  <a:gd name="T97" fmla="*/ 78 h 80"/>
                  <a:gd name="T98" fmla="*/ 156 w 157"/>
                  <a:gd name="T99" fmla="*/ 74 h 80"/>
                  <a:gd name="T100" fmla="*/ 154 w 157"/>
                  <a:gd name="T101" fmla="*/ 72 h 80"/>
                  <a:gd name="T102" fmla="*/ 151 w 157"/>
                  <a:gd name="T103" fmla="*/ 69 h 80"/>
                  <a:gd name="T104" fmla="*/ 151 w 157"/>
                  <a:gd name="T105" fmla="*/ 71 h 80"/>
                  <a:gd name="T106" fmla="*/ 153 w 157"/>
                  <a:gd name="T107" fmla="*/ 74 h 80"/>
                  <a:gd name="T108" fmla="*/ 147 w 157"/>
                  <a:gd name="T109" fmla="*/ 73 h 80"/>
                  <a:gd name="T110" fmla="*/ 142 w 157"/>
                  <a:gd name="T111" fmla="*/ 68 h 80"/>
                  <a:gd name="T112" fmla="*/ 96 w 157"/>
                  <a:gd name="T113" fmla="*/ 63 h 80"/>
                  <a:gd name="T114" fmla="*/ 99 w 157"/>
                  <a:gd name="T115" fmla="*/ 61 h 80"/>
                  <a:gd name="T116" fmla="*/ 105 w 157"/>
                  <a:gd name="T117" fmla="*/ 5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80">
                    <a:moveTo>
                      <a:pt x="142" y="67"/>
                    </a:moveTo>
                    <a:cubicBezTo>
                      <a:pt x="141" y="65"/>
                      <a:pt x="141" y="65"/>
                      <a:pt x="141" y="65"/>
                    </a:cubicBezTo>
                    <a:cubicBezTo>
                      <a:pt x="140" y="65"/>
                      <a:pt x="140" y="65"/>
                      <a:pt x="140" y="65"/>
                    </a:cubicBezTo>
                    <a:cubicBezTo>
                      <a:pt x="139" y="66"/>
                      <a:pt x="139" y="66"/>
                      <a:pt x="139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7" y="65"/>
                      <a:pt x="137" y="65"/>
                      <a:pt x="137" y="65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33" y="58"/>
                      <a:pt x="133" y="58"/>
                      <a:pt x="133" y="58"/>
                    </a:cubicBezTo>
                    <a:cubicBezTo>
                      <a:pt x="133" y="57"/>
                      <a:pt x="133" y="57"/>
                      <a:pt x="133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0" y="57"/>
                      <a:pt x="130" y="57"/>
                      <a:pt x="130" y="57"/>
                    </a:cubicBezTo>
                    <a:cubicBezTo>
                      <a:pt x="129" y="55"/>
                      <a:pt x="129" y="55"/>
                      <a:pt x="129" y="55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31" y="49"/>
                      <a:pt x="131" y="49"/>
                      <a:pt x="131" y="49"/>
                    </a:cubicBezTo>
                    <a:cubicBezTo>
                      <a:pt x="132" y="47"/>
                      <a:pt x="132" y="47"/>
                      <a:pt x="132" y="47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28" y="42"/>
                      <a:pt x="128" y="42"/>
                      <a:pt x="128" y="42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6"/>
                      <a:pt x="80" y="16"/>
                      <a:pt x="80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7" y="56"/>
                      <a:pt x="57" y="56"/>
                      <a:pt x="57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2"/>
                      <a:pt x="54" y="62"/>
                    </a:cubicBezTo>
                    <a:cubicBezTo>
                      <a:pt x="55" y="62"/>
                      <a:pt x="56" y="61"/>
                      <a:pt x="57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8" y="68"/>
                      <a:pt x="88" y="68"/>
                      <a:pt x="88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2" y="70"/>
                      <a:pt x="92" y="70"/>
                      <a:pt x="92" y="70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7" y="68"/>
                      <a:pt x="97" y="68"/>
                      <a:pt x="97" y="68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1" y="65"/>
                      <a:pt x="101" y="65"/>
                      <a:pt x="101" y="65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100" y="63"/>
                      <a:pt x="101" y="63"/>
                      <a:pt x="101" y="63"/>
                    </a:cubicBezTo>
                    <a:cubicBezTo>
                      <a:pt x="101" y="63"/>
                      <a:pt x="101" y="63"/>
                      <a:pt x="101" y="63"/>
                    </a:cubicBezTo>
                    <a:cubicBezTo>
                      <a:pt x="102" y="61"/>
                      <a:pt x="102" y="61"/>
                      <a:pt x="102" y="61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1" y="60"/>
                      <a:pt x="101" y="60"/>
                      <a:pt x="101" y="60"/>
                    </a:cubicBezTo>
                    <a:cubicBezTo>
                      <a:pt x="102" y="60"/>
                      <a:pt x="102" y="60"/>
                      <a:pt x="102" y="60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1"/>
                      <a:pt x="118" y="61"/>
                      <a:pt x="118" y="61"/>
                    </a:cubicBezTo>
                    <a:cubicBezTo>
                      <a:pt x="119" y="63"/>
                      <a:pt x="119" y="63"/>
                      <a:pt x="119" y="63"/>
                    </a:cubicBezTo>
                    <a:cubicBezTo>
                      <a:pt x="121" y="66"/>
                      <a:pt x="121" y="66"/>
                      <a:pt x="121" y="66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3" y="67"/>
                      <a:pt x="123" y="67"/>
                      <a:pt x="123" y="67"/>
                    </a:cubicBezTo>
                    <a:cubicBezTo>
                      <a:pt x="124" y="68"/>
                      <a:pt x="124" y="68"/>
                      <a:pt x="124" y="68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7" y="74"/>
                      <a:pt x="127" y="74"/>
                      <a:pt x="127" y="74"/>
                    </a:cubicBezTo>
                    <a:cubicBezTo>
                      <a:pt x="129" y="75"/>
                      <a:pt x="129" y="75"/>
                      <a:pt x="129" y="75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32" y="75"/>
                      <a:pt x="132" y="75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6"/>
                      <a:pt x="134" y="76"/>
                      <a:pt x="134" y="76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8" y="76"/>
                      <a:pt x="138" y="76"/>
                      <a:pt x="138" y="76"/>
                    </a:cubicBezTo>
                    <a:cubicBezTo>
                      <a:pt x="139" y="76"/>
                      <a:pt x="139" y="76"/>
                      <a:pt x="139" y="76"/>
                    </a:cubicBezTo>
                    <a:cubicBezTo>
                      <a:pt x="141" y="76"/>
                      <a:pt x="141" y="76"/>
                      <a:pt x="141" y="76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44" y="77"/>
                      <a:pt x="144" y="77"/>
                      <a:pt x="144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6" y="77"/>
                      <a:pt x="146" y="77"/>
                      <a:pt x="146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1" y="79"/>
                      <a:pt x="151" y="79"/>
                      <a:pt x="151" y="79"/>
                    </a:cubicBezTo>
                    <a:cubicBezTo>
                      <a:pt x="152" y="78"/>
                      <a:pt x="152" y="78"/>
                      <a:pt x="152" y="78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1" y="77"/>
                      <a:pt x="151" y="77"/>
                      <a:pt x="151" y="77"/>
                    </a:cubicBezTo>
                    <a:cubicBezTo>
                      <a:pt x="154" y="75"/>
                      <a:pt x="154" y="75"/>
                      <a:pt x="154" y="75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5"/>
                      <a:pt x="156" y="75"/>
                      <a:pt x="156" y="75"/>
                    </a:cubicBezTo>
                    <a:cubicBezTo>
                      <a:pt x="156" y="74"/>
                      <a:pt x="156" y="74"/>
                      <a:pt x="156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2"/>
                      <a:pt x="157" y="72"/>
                      <a:pt x="157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1"/>
                      <a:pt x="154" y="71"/>
                      <a:pt x="154" y="71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3" y="70"/>
                      <a:pt x="153" y="70"/>
                      <a:pt x="153" y="70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52" y="69"/>
                      <a:pt x="152" y="69"/>
                      <a:pt x="152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0" y="68"/>
                      <a:pt x="150" y="68"/>
                      <a:pt x="150" y="68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48" y="70"/>
                      <a:pt x="148" y="70"/>
                      <a:pt x="148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1"/>
                      <a:pt x="149" y="71"/>
                      <a:pt x="149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5"/>
                      <a:pt x="153" y="75"/>
                      <a:pt x="153" y="75"/>
                    </a:cubicBezTo>
                    <a:cubicBezTo>
                      <a:pt x="150" y="74"/>
                      <a:pt x="150" y="74"/>
                      <a:pt x="150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6" y="72"/>
                      <a:pt x="146" y="72"/>
                      <a:pt x="146" y="72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44" y="70"/>
                      <a:pt x="144" y="70"/>
                      <a:pt x="144" y="70"/>
                    </a:cubicBezTo>
                    <a:cubicBezTo>
                      <a:pt x="142" y="70"/>
                      <a:pt x="142" y="70"/>
                      <a:pt x="142" y="70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2" y="68"/>
                      <a:pt x="142" y="68"/>
                      <a:pt x="142" y="68"/>
                    </a:cubicBezTo>
                    <a:lnTo>
                      <a:pt x="142" y="67"/>
                    </a:lnTo>
                    <a:close/>
                    <a:moveTo>
                      <a:pt x="8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lnTo>
                      <a:pt x="8" y="7"/>
                    </a:lnTo>
                    <a:close/>
                    <a:moveTo>
                      <a:pt x="96" y="63"/>
                    </a:move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2"/>
                      <a:pt x="96" y="62"/>
                    </a:cubicBezTo>
                    <a:lnTo>
                      <a:pt x="96" y="63"/>
                    </a:lnTo>
                    <a:close/>
                    <a:moveTo>
                      <a:pt x="99" y="61"/>
                    </a:move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1"/>
                      <a:pt x="99" y="61"/>
                    </a:cubicBezTo>
                    <a:close/>
                    <a:moveTo>
                      <a:pt x="106" y="55"/>
                    </a:move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6" y="54"/>
                      <a:pt x="106" y="54"/>
                      <a:pt x="106" y="54"/>
                    </a:cubicBezTo>
                    <a:lnTo>
                      <a:pt x="106" y="5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5" name="Freeform 6223">
                <a:extLst>
                  <a:ext uri="{FF2B5EF4-FFF2-40B4-BE49-F238E27FC236}">
                    <a16:creationId xmlns:a16="http://schemas.microsoft.com/office/drawing/2014/main" id="{156E54C5-3846-4F98-83B6-BEC30108E3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7" y="302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6 w 6"/>
                  <a:gd name="T9" fmla="*/ 0 h 6"/>
                  <a:gd name="T10" fmla="*/ 2 w 6"/>
                  <a:gd name="T11" fmla="*/ 0 h 6"/>
                  <a:gd name="T12" fmla="*/ 0 w 6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6" name="Freeform 6224">
                <a:extLst>
                  <a:ext uri="{FF2B5EF4-FFF2-40B4-BE49-F238E27FC236}">
                    <a16:creationId xmlns:a16="http://schemas.microsoft.com/office/drawing/2014/main" id="{3387233A-E571-4BA2-95A7-C6317F78A6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03"/>
                <a:ext cx="34" cy="37"/>
              </a:xfrm>
              <a:custGeom>
                <a:avLst/>
                <a:gdLst>
                  <a:gd name="T0" fmla="*/ 26 w 34"/>
                  <a:gd name="T1" fmla="*/ 15 h 37"/>
                  <a:gd name="T2" fmla="*/ 25 w 34"/>
                  <a:gd name="T3" fmla="*/ 13 h 37"/>
                  <a:gd name="T4" fmla="*/ 23 w 34"/>
                  <a:gd name="T5" fmla="*/ 11 h 37"/>
                  <a:gd name="T6" fmla="*/ 17 w 34"/>
                  <a:gd name="T7" fmla="*/ 11 h 37"/>
                  <a:gd name="T8" fmla="*/ 13 w 34"/>
                  <a:gd name="T9" fmla="*/ 6 h 37"/>
                  <a:gd name="T10" fmla="*/ 8 w 34"/>
                  <a:gd name="T11" fmla="*/ 6 h 37"/>
                  <a:gd name="T12" fmla="*/ 0 w 34"/>
                  <a:gd name="T13" fmla="*/ 0 h 37"/>
                  <a:gd name="T14" fmla="*/ 0 w 34"/>
                  <a:gd name="T15" fmla="*/ 6 h 37"/>
                  <a:gd name="T16" fmla="*/ 2 w 34"/>
                  <a:gd name="T17" fmla="*/ 8 h 37"/>
                  <a:gd name="T18" fmla="*/ 13 w 34"/>
                  <a:gd name="T19" fmla="*/ 13 h 37"/>
                  <a:gd name="T20" fmla="*/ 17 w 34"/>
                  <a:gd name="T21" fmla="*/ 15 h 37"/>
                  <a:gd name="T22" fmla="*/ 21 w 34"/>
                  <a:gd name="T23" fmla="*/ 15 h 37"/>
                  <a:gd name="T24" fmla="*/ 26 w 34"/>
                  <a:gd name="T25" fmla="*/ 21 h 37"/>
                  <a:gd name="T26" fmla="*/ 28 w 34"/>
                  <a:gd name="T27" fmla="*/ 26 h 37"/>
                  <a:gd name="T28" fmla="*/ 26 w 34"/>
                  <a:gd name="T29" fmla="*/ 28 h 37"/>
                  <a:gd name="T30" fmla="*/ 26 w 34"/>
                  <a:gd name="T31" fmla="*/ 32 h 37"/>
                  <a:gd name="T32" fmla="*/ 32 w 34"/>
                  <a:gd name="T33" fmla="*/ 37 h 37"/>
                  <a:gd name="T34" fmla="*/ 34 w 34"/>
                  <a:gd name="T35" fmla="*/ 32 h 37"/>
                  <a:gd name="T36" fmla="*/ 34 w 34"/>
                  <a:gd name="T37" fmla="*/ 28 h 37"/>
                  <a:gd name="T38" fmla="*/ 34 w 34"/>
                  <a:gd name="T39" fmla="*/ 26 h 37"/>
                  <a:gd name="T40" fmla="*/ 32 w 34"/>
                  <a:gd name="T41" fmla="*/ 24 h 37"/>
                  <a:gd name="T42" fmla="*/ 32 w 34"/>
                  <a:gd name="T43" fmla="*/ 19 h 37"/>
                  <a:gd name="T44" fmla="*/ 30 w 34"/>
                  <a:gd name="T45" fmla="*/ 19 h 37"/>
                  <a:gd name="T46" fmla="*/ 26 w 34"/>
                  <a:gd name="T47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7">
                    <a:moveTo>
                      <a:pt x="26" y="15"/>
                    </a:moveTo>
                    <a:lnTo>
                      <a:pt x="25" y="13"/>
                    </a:lnTo>
                    <a:lnTo>
                      <a:pt x="23" y="11"/>
                    </a:lnTo>
                    <a:lnTo>
                      <a:pt x="17" y="11"/>
                    </a:lnTo>
                    <a:lnTo>
                      <a:pt x="13" y="6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13" y="13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6" y="21"/>
                    </a:lnTo>
                    <a:lnTo>
                      <a:pt x="28" y="26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32" y="37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2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7" name="Freeform 6225">
                <a:extLst>
                  <a:ext uri="{FF2B5EF4-FFF2-40B4-BE49-F238E27FC236}">
                    <a16:creationId xmlns:a16="http://schemas.microsoft.com/office/drawing/2014/main" id="{ABFB4BCC-F3C6-4207-9612-6ED77CAC26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7" y="299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7 h 11"/>
                  <a:gd name="T4" fmla="*/ 4 w 9"/>
                  <a:gd name="T5" fmla="*/ 7 h 11"/>
                  <a:gd name="T6" fmla="*/ 9 w 9"/>
                  <a:gd name="T7" fmla="*/ 11 h 11"/>
                  <a:gd name="T8" fmla="*/ 7 w 9"/>
                  <a:gd name="T9" fmla="*/ 5 h 11"/>
                  <a:gd name="T10" fmla="*/ 2 w 9"/>
                  <a:gd name="T11" fmla="*/ 0 h 11"/>
                  <a:gd name="T12" fmla="*/ 0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7" y="5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8" name="Freeform 6226">
                <a:extLst>
                  <a:ext uri="{FF2B5EF4-FFF2-40B4-BE49-F238E27FC236}">
                    <a16:creationId xmlns:a16="http://schemas.microsoft.com/office/drawing/2014/main" id="{03A65EA0-F518-413B-B50A-EB4CD1FEE6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84" y="3030"/>
                <a:ext cx="12" cy="5"/>
              </a:xfrm>
              <a:custGeom>
                <a:avLst/>
                <a:gdLst>
                  <a:gd name="T0" fmla="*/ 12 w 12"/>
                  <a:gd name="T1" fmla="*/ 5 h 5"/>
                  <a:gd name="T2" fmla="*/ 10 w 12"/>
                  <a:gd name="T3" fmla="*/ 2 h 5"/>
                  <a:gd name="T4" fmla="*/ 8 w 12"/>
                  <a:gd name="T5" fmla="*/ 2 h 5"/>
                  <a:gd name="T6" fmla="*/ 4 w 12"/>
                  <a:gd name="T7" fmla="*/ 0 h 5"/>
                  <a:gd name="T8" fmla="*/ 0 w 12"/>
                  <a:gd name="T9" fmla="*/ 0 h 5"/>
                  <a:gd name="T10" fmla="*/ 6 w 12"/>
                  <a:gd name="T11" fmla="*/ 5 h 5"/>
                  <a:gd name="T12" fmla="*/ 8 w 12"/>
                  <a:gd name="T13" fmla="*/ 5 h 5"/>
                  <a:gd name="T14" fmla="*/ 10 w 12"/>
                  <a:gd name="T15" fmla="*/ 5 h 5"/>
                  <a:gd name="T16" fmla="*/ 12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lnTo>
                      <a:pt x="10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9" name="Freeform 6227">
                <a:extLst>
                  <a:ext uri="{FF2B5EF4-FFF2-40B4-BE49-F238E27FC236}">
                    <a16:creationId xmlns:a16="http://schemas.microsoft.com/office/drawing/2014/main" id="{BBE81BD8-1081-4CA2-9B72-55F42713FB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5" y="2903"/>
                <a:ext cx="8" cy="8"/>
              </a:xfrm>
              <a:custGeom>
                <a:avLst/>
                <a:gdLst>
                  <a:gd name="T0" fmla="*/ 0 w 8"/>
                  <a:gd name="T1" fmla="*/ 2 h 8"/>
                  <a:gd name="T2" fmla="*/ 0 w 8"/>
                  <a:gd name="T3" fmla="*/ 6 h 8"/>
                  <a:gd name="T4" fmla="*/ 4 w 8"/>
                  <a:gd name="T5" fmla="*/ 8 h 8"/>
                  <a:gd name="T6" fmla="*/ 8 w 8"/>
                  <a:gd name="T7" fmla="*/ 6 h 8"/>
                  <a:gd name="T8" fmla="*/ 8 w 8"/>
                  <a:gd name="T9" fmla="*/ 2 h 8"/>
                  <a:gd name="T10" fmla="*/ 6 w 8"/>
                  <a:gd name="T11" fmla="*/ 0 h 8"/>
                  <a:gd name="T12" fmla="*/ 0 w 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0" name="Freeform 6228">
                <a:extLst>
                  <a:ext uri="{FF2B5EF4-FFF2-40B4-BE49-F238E27FC236}">
                    <a16:creationId xmlns:a16="http://schemas.microsoft.com/office/drawing/2014/main" id="{DC49409C-74BD-4B0A-A2AA-F00DCC7A6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8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6 h 9"/>
                  <a:gd name="T4" fmla="*/ 6 w 6"/>
                  <a:gd name="T5" fmla="*/ 0 h 9"/>
                  <a:gd name="T6" fmla="*/ 2 w 6"/>
                  <a:gd name="T7" fmla="*/ 2 h 9"/>
                  <a:gd name="T8" fmla="*/ 0 w 6"/>
                  <a:gd name="T9" fmla="*/ 4 h 9"/>
                  <a:gd name="T10" fmla="*/ 2 w 6"/>
                  <a:gd name="T11" fmla="*/ 6 h 9"/>
                  <a:gd name="T12" fmla="*/ 2 w 6"/>
                  <a:gd name="T13" fmla="*/ 6 h 9"/>
                  <a:gd name="T14" fmla="*/ 2 w 6"/>
                  <a:gd name="T15" fmla="*/ 8 h 9"/>
                  <a:gd name="T16" fmla="*/ 2 w 6"/>
                  <a:gd name="T17" fmla="*/ 9 h 9"/>
                  <a:gd name="T18" fmla="*/ 6 w 6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1" name="Freeform 6229">
                <a:extLst>
                  <a:ext uri="{FF2B5EF4-FFF2-40B4-BE49-F238E27FC236}">
                    <a16:creationId xmlns:a16="http://schemas.microsoft.com/office/drawing/2014/main" id="{809EC48B-D79A-412B-80FC-790CE9A828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88" y="2931"/>
                <a:ext cx="5" cy="7"/>
              </a:xfrm>
              <a:custGeom>
                <a:avLst/>
                <a:gdLst>
                  <a:gd name="T0" fmla="*/ 5 w 5"/>
                  <a:gd name="T1" fmla="*/ 6 h 7"/>
                  <a:gd name="T2" fmla="*/ 5 w 5"/>
                  <a:gd name="T3" fmla="*/ 0 h 7"/>
                  <a:gd name="T4" fmla="*/ 0 w 5"/>
                  <a:gd name="T5" fmla="*/ 4 h 7"/>
                  <a:gd name="T6" fmla="*/ 1 w 5"/>
                  <a:gd name="T7" fmla="*/ 7 h 7"/>
                  <a:gd name="T8" fmla="*/ 5 w 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2" name="Freeform 6230">
                <a:extLst>
                  <a:ext uri="{FF2B5EF4-FFF2-40B4-BE49-F238E27FC236}">
                    <a16:creationId xmlns:a16="http://schemas.microsoft.com/office/drawing/2014/main" id="{66C65020-0065-4099-BB52-2A927C40C7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38" y="2884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4 h 8"/>
                  <a:gd name="T4" fmla="*/ 4 w 5"/>
                  <a:gd name="T5" fmla="*/ 0 h 8"/>
                  <a:gd name="T6" fmla="*/ 0 w 5"/>
                  <a:gd name="T7" fmla="*/ 0 h 8"/>
                  <a:gd name="T8" fmla="*/ 0 w 5"/>
                  <a:gd name="T9" fmla="*/ 4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3" name="Freeform 6231">
                <a:extLst>
                  <a:ext uri="{FF2B5EF4-FFF2-40B4-BE49-F238E27FC236}">
                    <a16:creationId xmlns:a16="http://schemas.microsoft.com/office/drawing/2014/main" id="{B60059FC-A364-48C4-AF3A-7647D6079B0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99" y="2896"/>
                <a:ext cx="13" cy="5"/>
              </a:xfrm>
              <a:custGeom>
                <a:avLst/>
                <a:gdLst>
                  <a:gd name="T0" fmla="*/ 5 w 7"/>
                  <a:gd name="T1" fmla="*/ 0 h 3"/>
                  <a:gd name="T2" fmla="*/ 4 w 7"/>
                  <a:gd name="T3" fmla="*/ 0 h 3"/>
                  <a:gd name="T4" fmla="*/ 3 w 7"/>
                  <a:gd name="T5" fmla="*/ 0 h 3"/>
                  <a:gd name="T6" fmla="*/ 2 w 7"/>
                  <a:gd name="T7" fmla="*/ 0 h 3"/>
                  <a:gd name="T8" fmla="*/ 1 w 7"/>
                  <a:gd name="T9" fmla="*/ 0 h 3"/>
                  <a:gd name="T10" fmla="*/ 0 w 7"/>
                  <a:gd name="T11" fmla="*/ 0 h 3"/>
                  <a:gd name="T12" fmla="*/ 0 w 7"/>
                  <a:gd name="T13" fmla="*/ 1 h 3"/>
                  <a:gd name="T14" fmla="*/ 0 w 7"/>
                  <a:gd name="T15" fmla="*/ 1 h 3"/>
                  <a:gd name="T16" fmla="*/ 0 w 7"/>
                  <a:gd name="T17" fmla="*/ 1 h 3"/>
                  <a:gd name="T18" fmla="*/ 0 w 7"/>
                  <a:gd name="T19" fmla="*/ 2 h 3"/>
                  <a:gd name="T20" fmla="*/ 0 w 7"/>
                  <a:gd name="T21" fmla="*/ 2 h 3"/>
                  <a:gd name="T22" fmla="*/ 2 w 7"/>
                  <a:gd name="T23" fmla="*/ 3 h 3"/>
                  <a:gd name="T24" fmla="*/ 2 w 7"/>
                  <a:gd name="T25" fmla="*/ 3 h 3"/>
                  <a:gd name="T26" fmla="*/ 5 w 7"/>
                  <a:gd name="T27" fmla="*/ 3 h 3"/>
                  <a:gd name="T28" fmla="*/ 7 w 7"/>
                  <a:gd name="T29" fmla="*/ 1 h 3"/>
                  <a:gd name="T30" fmla="*/ 5 w 7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1"/>
                      <a:pt x="7" y="1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4" name="Freeform 6232">
                <a:extLst>
                  <a:ext uri="{FF2B5EF4-FFF2-40B4-BE49-F238E27FC236}">
                    <a16:creationId xmlns:a16="http://schemas.microsoft.com/office/drawing/2014/main" id="{F51AABA0-FEEA-4DEB-8AB0-ED18224480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2" y="2944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5 w 7"/>
                  <a:gd name="T3" fmla="*/ 2 h 9"/>
                  <a:gd name="T4" fmla="*/ 3 w 7"/>
                  <a:gd name="T5" fmla="*/ 0 h 9"/>
                  <a:gd name="T6" fmla="*/ 0 w 7"/>
                  <a:gd name="T7" fmla="*/ 4 h 9"/>
                  <a:gd name="T8" fmla="*/ 2 w 7"/>
                  <a:gd name="T9" fmla="*/ 6 h 9"/>
                  <a:gd name="T10" fmla="*/ 5 w 7"/>
                  <a:gd name="T11" fmla="*/ 9 h 9"/>
                  <a:gd name="T12" fmla="*/ 7 w 7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5" name="Freeform 6233">
                <a:extLst>
                  <a:ext uri="{FF2B5EF4-FFF2-40B4-BE49-F238E27FC236}">
                    <a16:creationId xmlns:a16="http://schemas.microsoft.com/office/drawing/2014/main" id="{6EDAA9C4-912B-4834-B591-C68FE1B14A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02" y="2940"/>
                <a:ext cx="6" cy="8"/>
              </a:xfrm>
              <a:custGeom>
                <a:avLst/>
                <a:gdLst>
                  <a:gd name="T0" fmla="*/ 0 w 6"/>
                  <a:gd name="T1" fmla="*/ 4 h 8"/>
                  <a:gd name="T2" fmla="*/ 2 w 6"/>
                  <a:gd name="T3" fmla="*/ 8 h 8"/>
                  <a:gd name="T4" fmla="*/ 6 w 6"/>
                  <a:gd name="T5" fmla="*/ 6 h 8"/>
                  <a:gd name="T6" fmla="*/ 6 w 6"/>
                  <a:gd name="T7" fmla="*/ 2 h 8"/>
                  <a:gd name="T8" fmla="*/ 2 w 6"/>
                  <a:gd name="T9" fmla="*/ 0 h 8"/>
                  <a:gd name="T10" fmla="*/ 0 w 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6" name="Freeform 6234">
                <a:extLst>
                  <a:ext uri="{FF2B5EF4-FFF2-40B4-BE49-F238E27FC236}">
                    <a16:creationId xmlns:a16="http://schemas.microsoft.com/office/drawing/2014/main" id="{13EDEA14-3F7F-4AD3-A6C1-2B332430AC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2925"/>
                <a:ext cx="62" cy="34"/>
              </a:xfrm>
              <a:custGeom>
                <a:avLst/>
                <a:gdLst>
                  <a:gd name="T0" fmla="*/ 56 w 62"/>
                  <a:gd name="T1" fmla="*/ 15 h 34"/>
                  <a:gd name="T2" fmla="*/ 56 w 62"/>
                  <a:gd name="T3" fmla="*/ 15 h 34"/>
                  <a:gd name="T4" fmla="*/ 62 w 62"/>
                  <a:gd name="T5" fmla="*/ 12 h 34"/>
                  <a:gd name="T6" fmla="*/ 58 w 62"/>
                  <a:gd name="T7" fmla="*/ 0 h 34"/>
                  <a:gd name="T8" fmla="*/ 56 w 62"/>
                  <a:gd name="T9" fmla="*/ 4 h 34"/>
                  <a:gd name="T10" fmla="*/ 50 w 62"/>
                  <a:gd name="T11" fmla="*/ 2 h 34"/>
                  <a:gd name="T12" fmla="*/ 49 w 62"/>
                  <a:gd name="T13" fmla="*/ 12 h 34"/>
                  <a:gd name="T14" fmla="*/ 49 w 62"/>
                  <a:gd name="T15" fmla="*/ 13 h 34"/>
                  <a:gd name="T16" fmla="*/ 41 w 62"/>
                  <a:gd name="T17" fmla="*/ 17 h 34"/>
                  <a:gd name="T18" fmla="*/ 39 w 62"/>
                  <a:gd name="T19" fmla="*/ 21 h 34"/>
                  <a:gd name="T20" fmla="*/ 36 w 62"/>
                  <a:gd name="T21" fmla="*/ 21 h 34"/>
                  <a:gd name="T22" fmla="*/ 32 w 62"/>
                  <a:gd name="T23" fmla="*/ 19 h 34"/>
                  <a:gd name="T24" fmla="*/ 30 w 62"/>
                  <a:gd name="T25" fmla="*/ 21 h 34"/>
                  <a:gd name="T26" fmla="*/ 30 w 62"/>
                  <a:gd name="T27" fmla="*/ 17 h 34"/>
                  <a:gd name="T28" fmla="*/ 32 w 62"/>
                  <a:gd name="T29" fmla="*/ 13 h 34"/>
                  <a:gd name="T30" fmla="*/ 26 w 62"/>
                  <a:gd name="T31" fmla="*/ 12 h 34"/>
                  <a:gd name="T32" fmla="*/ 26 w 62"/>
                  <a:gd name="T33" fmla="*/ 15 h 34"/>
                  <a:gd name="T34" fmla="*/ 24 w 62"/>
                  <a:gd name="T35" fmla="*/ 17 h 34"/>
                  <a:gd name="T36" fmla="*/ 23 w 62"/>
                  <a:gd name="T37" fmla="*/ 19 h 34"/>
                  <a:gd name="T38" fmla="*/ 17 w 62"/>
                  <a:gd name="T39" fmla="*/ 21 h 34"/>
                  <a:gd name="T40" fmla="*/ 13 w 62"/>
                  <a:gd name="T41" fmla="*/ 19 h 34"/>
                  <a:gd name="T42" fmla="*/ 8 w 62"/>
                  <a:gd name="T43" fmla="*/ 21 h 34"/>
                  <a:gd name="T44" fmla="*/ 0 w 62"/>
                  <a:gd name="T45" fmla="*/ 23 h 34"/>
                  <a:gd name="T46" fmla="*/ 8 w 62"/>
                  <a:gd name="T47" fmla="*/ 28 h 34"/>
                  <a:gd name="T48" fmla="*/ 11 w 62"/>
                  <a:gd name="T49" fmla="*/ 34 h 34"/>
                  <a:gd name="T50" fmla="*/ 19 w 62"/>
                  <a:gd name="T51" fmla="*/ 32 h 34"/>
                  <a:gd name="T52" fmla="*/ 24 w 62"/>
                  <a:gd name="T53" fmla="*/ 34 h 34"/>
                  <a:gd name="T54" fmla="*/ 34 w 62"/>
                  <a:gd name="T55" fmla="*/ 34 h 34"/>
                  <a:gd name="T56" fmla="*/ 39 w 62"/>
                  <a:gd name="T57" fmla="*/ 34 h 34"/>
                  <a:gd name="T58" fmla="*/ 41 w 62"/>
                  <a:gd name="T59" fmla="*/ 30 h 34"/>
                  <a:gd name="T60" fmla="*/ 50 w 62"/>
                  <a:gd name="T61" fmla="*/ 25 h 34"/>
                  <a:gd name="T62" fmla="*/ 50 w 62"/>
                  <a:gd name="T63" fmla="*/ 23 h 34"/>
                  <a:gd name="T64" fmla="*/ 56 w 62"/>
                  <a:gd name="T65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" h="34">
                    <a:moveTo>
                      <a:pt x="60" y="19"/>
                    </a:moveTo>
                    <a:lnTo>
                      <a:pt x="56" y="15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8" y="15"/>
                    </a:lnTo>
                    <a:lnTo>
                      <a:pt x="62" y="12"/>
                    </a:lnTo>
                    <a:lnTo>
                      <a:pt x="62" y="4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1" y="17"/>
                    </a:lnTo>
                    <a:lnTo>
                      <a:pt x="39" y="19"/>
                    </a:lnTo>
                    <a:lnTo>
                      <a:pt x="39" y="21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8" y="19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2" y="13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4" y="13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4" y="17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4" y="27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1" y="34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1" y="34"/>
                    </a:lnTo>
                    <a:lnTo>
                      <a:pt x="24" y="34"/>
                    </a:lnTo>
                    <a:lnTo>
                      <a:pt x="32" y="34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39" y="34"/>
                    </a:lnTo>
                    <a:lnTo>
                      <a:pt x="41" y="32"/>
                    </a:lnTo>
                    <a:lnTo>
                      <a:pt x="41" y="30"/>
                    </a:lnTo>
                    <a:lnTo>
                      <a:pt x="45" y="30"/>
                    </a:lnTo>
                    <a:lnTo>
                      <a:pt x="50" y="25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2" y="25"/>
                    </a:lnTo>
                    <a:lnTo>
                      <a:pt x="56" y="23"/>
                    </a:lnTo>
                    <a:lnTo>
                      <a:pt x="6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7" name="Freeform 6235">
                <a:extLst>
                  <a:ext uri="{FF2B5EF4-FFF2-40B4-BE49-F238E27FC236}">
                    <a16:creationId xmlns:a16="http://schemas.microsoft.com/office/drawing/2014/main" id="{FAAF5306-409E-4010-8F7D-81D0D062D6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6" y="2590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5 h 5"/>
                  <a:gd name="T4" fmla="*/ 8 w 8"/>
                  <a:gd name="T5" fmla="*/ 4 h 5"/>
                  <a:gd name="T6" fmla="*/ 2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lnTo>
                      <a:pt x="0" y="5"/>
                    </a:lnTo>
                    <a:lnTo>
                      <a:pt x="8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8" name="Freeform 6236">
                <a:extLst>
                  <a:ext uri="{FF2B5EF4-FFF2-40B4-BE49-F238E27FC236}">
                    <a16:creationId xmlns:a16="http://schemas.microsoft.com/office/drawing/2014/main" id="{954418AD-4BDA-47E6-8762-1174BF16AC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7" y="2685"/>
                <a:ext cx="22" cy="39"/>
              </a:xfrm>
              <a:custGeom>
                <a:avLst/>
                <a:gdLst>
                  <a:gd name="T0" fmla="*/ 4 w 22"/>
                  <a:gd name="T1" fmla="*/ 37 h 39"/>
                  <a:gd name="T2" fmla="*/ 7 w 22"/>
                  <a:gd name="T3" fmla="*/ 35 h 39"/>
                  <a:gd name="T4" fmla="*/ 7 w 22"/>
                  <a:gd name="T5" fmla="*/ 35 h 39"/>
                  <a:gd name="T6" fmla="*/ 11 w 22"/>
                  <a:gd name="T7" fmla="*/ 34 h 39"/>
                  <a:gd name="T8" fmla="*/ 9 w 22"/>
                  <a:gd name="T9" fmla="*/ 35 h 39"/>
                  <a:gd name="T10" fmla="*/ 13 w 22"/>
                  <a:gd name="T11" fmla="*/ 39 h 39"/>
                  <a:gd name="T12" fmla="*/ 17 w 22"/>
                  <a:gd name="T13" fmla="*/ 35 h 39"/>
                  <a:gd name="T14" fmla="*/ 17 w 22"/>
                  <a:gd name="T15" fmla="*/ 32 h 39"/>
                  <a:gd name="T16" fmla="*/ 15 w 22"/>
                  <a:gd name="T17" fmla="*/ 32 h 39"/>
                  <a:gd name="T18" fmla="*/ 17 w 22"/>
                  <a:gd name="T19" fmla="*/ 30 h 39"/>
                  <a:gd name="T20" fmla="*/ 18 w 22"/>
                  <a:gd name="T21" fmla="*/ 28 h 39"/>
                  <a:gd name="T22" fmla="*/ 20 w 22"/>
                  <a:gd name="T23" fmla="*/ 24 h 39"/>
                  <a:gd name="T24" fmla="*/ 22 w 22"/>
                  <a:gd name="T25" fmla="*/ 24 h 39"/>
                  <a:gd name="T26" fmla="*/ 22 w 22"/>
                  <a:gd name="T27" fmla="*/ 20 h 39"/>
                  <a:gd name="T28" fmla="*/ 20 w 22"/>
                  <a:gd name="T29" fmla="*/ 17 h 39"/>
                  <a:gd name="T30" fmla="*/ 18 w 22"/>
                  <a:gd name="T31" fmla="*/ 19 h 39"/>
                  <a:gd name="T32" fmla="*/ 17 w 22"/>
                  <a:gd name="T33" fmla="*/ 20 h 39"/>
                  <a:gd name="T34" fmla="*/ 17 w 22"/>
                  <a:gd name="T35" fmla="*/ 19 h 39"/>
                  <a:gd name="T36" fmla="*/ 13 w 22"/>
                  <a:gd name="T37" fmla="*/ 17 h 39"/>
                  <a:gd name="T38" fmla="*/ 11 w 22"/>
                  <a:gd name="T39" fmla="*/ 17 h 39"/>
                  <a:gd name="T40" fmla="*/ 11 w 22"/>
                  <a:gd name="T41" fmla="*/ 17 h 39"/>
                  <a:gd name="T42" fmla="*/ 7 w 22"/>
                  <a:gd name="T43" fmla="*/ 15 h 39"/>
                  <a:gd name="T44" fmla="*/ 5 w 22"/>
                  <a:gd name="T45" fmla="*/ 13 h 39"/>
                  <a:gd name="T46" fmla="*/ 5 w 22"/>
                  <a:gd name="T47" fmla="*/ 13 h 39"/>
                  <a:gd name="T48" fmla="*/ 7 w 22"/>
                  <a:gd name="T49" fmla="*/ 7 h 39"/>
                  <a:gd name="T50" fmla="*/ 7 w 22"/>
                  <a:gd name="T51" fmla="*/ 6 h 39"/>
                  <a:gd name="T52" fmla="*/ 7 w 22"/>
                  <a:gd name="T53" fmla="*/ 0 h 39"/>
                  <a:gd name="T54" fmla="*/ 4 w 22"/>
                  <a:gd name="T55" fmla="*/ 4 h 39"/>
                  <a:gd name="T56" fmla="*/ 4 w 22"/>
                  <a:gd name="T57" fmla="*/ 6 h 39"/>
                  <a:gd name="T58" fmla="*/ 2 w 22"/>
                  <a:gd name="T59" fmla="*/ 9 h 39"/>
                  <a:gd name="T60" fmla="*/ 4 w 22"/>
                  <a:gd name="T61" fmla="*/ 13 h 39"/>
                  <a:gd name="T62" fmla="*/ 2 w 22"/>
                  <a:gd name="T63" fmla="*/ 15 h 39"/>
                  <a:gd name="T64" fmla="*/ 0 w 22"/>
                  <a:gd name="T65" fmla="*/ 17 h 39"/>
                  <a:gd name="T66" fmla="*/ 4 w 22"/>
                  <a:gd name="T67" fmla="*/ 19 h 39"/>
                  <a:gd name="T68" fmla="*/ 4 w 22"/>
                  <a:gd name="T69" fmla="*/ 19 h 39"/>
                  <a:gd name="T70" fmla="*/ 4 w 22"/>
                  <a:gd name="T71" fmla="*/ 20 h 39"/>
                  <a:gd name="T72" fmla="*/ 4 w 22"/>
                  <a:gd name="T73" fmla="*/ 22 h 39"/>
                  <a:gd name="T74" fmla="*/ 4 w 22"/>
                  <a:gd name="T75" fmla="*/ 28 h 39"/>
                  <a:gd name="T76" fmla="*/ 4 w 22"/>
                  <a:gd name="T77" fmla="*/ 32 h 39"/>
                  <a:gd name="T78" fmla="*/ 4 w 22"/>
                  <a:gd name="T7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39">
                    <a:moveTo>
                      <a:pt x="4" y="37"/>
                    </a:moveTo>
                    <a:lnTo>
                      <a:pt x="7" y="35"/>
                    </a:lnTo>
                    <a:lnTo>
                      <a:pt x="7" y="35"/>
                    </a:lnTo>
                    <a:lnTo>
                      <a:pt x="11" y="34"/>
                    </a:lnTo>
                    <a:lnTo>
                      <a:pt x="9" y="35"/>
                    </a:lnTo>
                    <a:lnTo>
                      <a:pt x="13" y="39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5" y="32"/>
                    </a:lnTo>
                    <a:lnTo>
                      <a:pt x="17" y="30"/>
                    </a:lnTo>
                    <a:lnTo>
                      <a:pt x="18" y="28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0" y="17"/>
                    </a:lnTo>
                    <a:lnTo>
                      <a:pt x="18" y="19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4" y="3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9" name="Freeform 6237">
                <a:extLst>
                  <a:ext uri="{FF2B5EF4-FFF2-40B4-BE49-F238E27FC236}">
                    <a16:creationId xmlns:a16="http://schemas.microsoft.com/office/drawing/2014/main" id="{4A4401D6-E6A5-49A5-B380-A801D9940A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691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2 w 6"/>
                  <a:gd name="T3" fmla="*/ 0 h 3"/>
                  <a:gd name="T4" fmla="*/ 0 w 6"/>
                  <a:gd name="T5" fmla="*/ 0 h 3"/>
                  <a:gd name="T6" fmla="*/ 0 w 6"/>
                  <a:gd name="T7" fmla="*/ 3 h 3"/>
                  <a:gd name="T8" fmla="*/ 6 w 6"/>
                  <a:gd name="T9" fmla="*/ 3 h 3"/>
                  <a:gd name="T10" fmla="*/ 6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0" name="Freeform 6238">
                <a:extLst>
                  <a:ext uri="{FF2B5EF4-FFF2-40B4-BE49-F238E27FC236}">
                    <a16:creationId xmlns:a16="http://schemas.microsoft.com/office/drawing/2014/main" id="{4B8037FE-A155-4FAA-B1A8-5E64D7DDA0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709"/>
                <a:ext cx="26" cy="34"/>
              </a:xfrm>
              <a:custGeom>
                <a:avLst/>
                <a:gdLst>
                  <a:gd name="T0" fmla="*/ 19 w 26"/>
                  <a:gd name="T1" fmla="*/ 10 h 34"/>
                  <a:gd name="T2" fmla="*/ 19 w 26"/>
                  <a:gd name="T3" fmla="*/ 6 h 34"/>
                  <a:gd name="T4" fmla="*/ 15 w 26"/>
                  <a:gd name="T5" fmla="*/ 4 h 34"/>
                  <a:gd name="T6" fmla="*/ 13 w 26"/>
                  <a:gd name="T7" fmla="*/ 4 h 34"/>
                  <a:gd name="T8" fmla="*/ 11 w 26"/>
                  <a:gd name="T9" fmla="*/ 4 h 34"/>
                  <a:gd name="T10" fmla="*/ 9 w 26"/>
                  <a:gd name="T11" fmla="*/ 6 h 34"/>
                  <a:gd name="T12" fmla="*/ 9 w 26"/>
                  <a:gd name="T13" fmla="*/ 8 h 34"/>
                  <a:gd name="T14" fmla="*/ 8 w 26"/>
                  <a:gd name="T15" fmla="*/ 11 h 34"/>
                  <a:gd name="T16" fmla="*/ 8 w 26"/>
                  <a:gd name="T17" fmla="*/ 15 h 34"/>
                  <a:gd name="T18" fmla="*/ 6 w 26"/>
                  <a:gd name="T19" fmla="*/ 17 h 34"/>
                  <a:gd name="T20" fmla="*/ 2 w 26"/>
                  <a:gd name="T21" fmla="*/ 19 h 34"/>
                  <a:gd name="T22" fmla="*/ 0 w 26"/>
                  <a:gd name="T23" fmla="*/ 21 h 34"/>
                  <a:gd name="T24" fmla="*/ 2 w 26"/>
                  <a:gd name="T25" fmla="*/ 26 h 34"/>
                  <a:gd name="T26" fmla="*/ 4 w 26"/>
                  <a:gd name="T27" fmla="*/ 26 h 34"/>
                  <a:gd name="T28" fmla="*/ 8 w 26"/>
                  <a:gd name="T29" fmla="*/ 28 h 34"/>
                  <a:gd name="T30" fmla="*/ 9 w 26"/>
                  <a:gd name="T31" fmla="*/ 28 h 34"/>
                  <a:gd name="T32" fmla="*/ 9 w 26"/>
                  <a:gd name="T33" fmla="*/ 32 h 34"/>
                  <a:gd name="T34" fmla="*/ 13 w 26"/>
                  <a:gd name="T35" fmla="*/ 32 h 34"/>
                  <a:gd name="T36" fmla="*/ 15 w 26"/>
                  <a:gd name="T37" fmla="*/ 30 h 34"/>
                  <a:gd name="T38" fmla="*/ 19 w 26"/>
                  <a:gd name="T39" fmla="*/ 34 h 34"/>
                  <a:gd name="T40" fmla="*/ 22 w 26"/>
                  <a:gd name="T41" fmla="*/ 32 h 34"/>
                  <a:gd name="T42" fmla="*/ 22 w 26"/>
                  <a:gd name="T43" fmla="*/ 28 h 34"/>
                  <a:gd name="T44" fmla="*/ 21 w 26"/>
                  <a:gd name="T45" fmla="*/ 28 h 34"/>
                  <a:gd name="T46" fmla="*/ 17 w 26"/>
                  <a:gd name="T47" fmla="*/ 28 h 34"/>
                  <a:gd name="T48" fmla="*/ 17 w 26"/>
                  <a:gd name="T49" fmla="*/ 30 h 34"/>
                  <a:gd name="T50" fmla="*/ 17 w 26"/>
                  <a:gd name="T51" fmla="*/ 28 h 34"/>
                  <a:gd name="T52" fmla="*/ 17 w 26"/>
                  <a:gd name="T53" fmla="*/ 26 h 34"/>
                  <a:gd name="T54" fmla="*/ 19 w 26"/>
                  <a:gd name="T55" fmla="*/ 24 h 34"/>
                  <a:gd name="T56" fmla="*/ 21 w 26"/>
                  <a:gd name="T57" fmla="*/ 17 h 34"/>
                  <a:gd name="T58" fmla="*/ 24 w 26"/>
                  <a:gd name="T59" fmla="*/ 13 h 34"/>
                  <a:gd name="T60" fmla="*/ 24 w 26"/>
                  <a:gd name="T61" fmla="*/ 11 h 34"/>
                  <a:gd name="T62" fmla="*/ 24 w 26"/>
                  <a:gd name="T63" fmla="*/ 8 h 34"/>
                  <a:gd name="T64" fmla="*/ 26 w 26"/>
                  <a:gd name="T65" fmla="*/ 6 h 34"/>
                  <a:gd name="T66" fmla="*/ 26 w 26"/>
                  <a:gd name="T67" fmla="*/ 0 h 34"/>
                  <a:gd name="T68" fmla="*/ 22 w 26"/>
                  <a:gd name="T69" fmla="*/ 0 h 34"/>
                  <a:gd name="T70" fmla="*/ 21 w 26"/>
                  <a:gd name="T71" fmla="*/ 6 h 34"/>
                  <a:gd name="T72" fmla="*/ 19 w 26"/>
                  <a:gd name="T73" fmla="*/ 10 h 34"/>
                  <a:gd name="T74" fmla="*/ 19 w 26"/>
                  <a:gd name="T75" fmla="*/ 13 h 34"/>
                  <a:gd name="T76" fmla="*/ 17 w 26"/>
                  <a:gd name="T77" fmla="*/ 17 h 34"/>
                  <a:gd name="T78" fmla="*/ 15 w 26"/>
                  <a:gd name="T79" fmla="*/ 21 h 34"/>
                  <a:gd name="T80" fmla="*/ 15 w 26"/>
                  <a:gd name="T81" fmla="*/ 23 h 34"/>
                  <a:gd name="T82" fmla="*/ 15 w 26"/>
                  <a:gd name="T83" fmla="*/ 24 h 34"/>
                  <a:gd name="T84" fmla="*/ 15 w 26"/>
                  <a:gd name="T85" fmla="*/ 24 h 34"/>
                  <a:gd name="T86" fmla="*/ 15 w 26"/>
                  <a:gd name="T87" fmla="*/ 19 h 34"/>
                  <a:gd name="T88" fmla="*/ 15 w 26"/>
                  <a:gd name="T89" fmla="*/ 11 h 34"/>
                  <a:gd name="T90" fmla="*/ 19 w 26"/>
                  <a:gd name="T9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34">
                    <a:moveTo>
                      <a:pt x="19" y="10"/>
                    </a:moveTo>
                    <a:lnTo>
                      <a:pt x="19" y="6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9" y="34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9" y="24"/>
                    </a:lnTo>
                    <a:lnTo>
                      <a:pt x="21" y="17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6" y="6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6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9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1" name="Freeform 6239">
                <a:extLst>
                  <a:ext uri="{FF2B5EF4-FFF2-40B4-BE49-F238E27FC236}">
                    <a16:creationId xmlns:a16="http://schemas.microsoft.com/office/drawing/2014/main" id="{8E45C486-A903-4730-A49E-64812865B6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80" y="2705"/>
                <a:ext cx="45" cy="56"/>
              </a:xfrm>
              <a:custGeom>
                <a:avLst/>
                <a:gdLst>
                  <a:gd name="T0" fmla="*/ 0 w 45"/>
                  <a:gd name="T1" fmla="*/ 53 h 56"/>
                  <a:gd name="T2" fmla="*/ 4 w 45"/>
                  <a:gd name="T3" fmla="*/ 56 h 56"/>
                  <a:gd name="T4" fmla="*/ 5 w 45"/>
                  <a:gd name="T5" fmla="*/ 56 h 56"/>
                  <a:gd name="T6" fmla="*/ 5 w 45"/>
                  <a:gd name="T7" fmla="*/ 53 h 56"/>
                  <a:gd name="T8" fmla="*/ 7 w 45"/>
                  <a:gd name="T9" fmla="*/ 51 h 56"/>
                  <a:gd name="T10" fmla="*/ 5 w 45"/>
                  <a:gd name="T11" fmla="*/ 49 h 56"/>
                  <a:gd name="T12" fmla="*/ 7 w 45"/>
                  <a:gd name="T13" fmla="*/ 49 h 56"/>
                  <a:gd name="T14" fmla="*/ 11 w 45"/>
                  <a:gd name="T15" fmla="*/ 51 h 56"/>
                  <a:gd name="T16" fmla="*/ 9 w 45"/>
                  <a:gd name="T17" fmla="*/ 45 h 56"/>
                  <a:gd name="T18" fmla="*/ 7 w 45"/>
                  <a:gd name="T19" fmla="*/ 45 h 56"/>
                  <a:gd name="T20" fmla="*/ 7 w 45"/>
                  <a:gd name="T21" fmla="*/ 45 h 56"/>
                  <a:gd name="T22" fmla="*/ 9 w 45"/>
                  <a:gd name="T23" fmla="*/ 43 h 56"/>
                  <a:gd name="T24" fmla="*/ 11 w 45"/>
                  <a:gd name="T25" fmla="*/ 43 h 56"/>
                  <a:gd name="T26" fmla="*/ 13 w 45"/>
                  <a:gd name="T27" fmla="*/ 41 h 56"/>
                  <a:gd name="T28" fmla="*/ 17 w 45"/>
                  <a:gd name="T29" fmla="*/ 40 h 56"/>
                  <a:gd name="T30" fmla="*/ 18 w 45"/>
                  <a:gd name="T31" fmla="*/ 36 h 56"/>
                  <a:gd name="T32" fmla="*/ 22 w 45"/>
                  <a:gd name="T33" fmla="*/ 34 h 56"/>
                  <a:gd name="T34" fmla="*/ 26 w 45"/>
                  <a:gd name="T35" fmla="*/ 32 h 56"/>
                  <a:gd name="T36" fmla="*/ 26 w 45"/>
                  <a:gd name="T37" fmla="*/ 30 h 56"/>
                  <a:gd name="T38" fmla="*/ 28 w 45"/>
                  <a:gd name="T39" fmla="*/ 28 h 56"/>
                  <a:gd name="T40" fmla="*/ 28 w 45"/>
                  <a:gd name="T41" fmla="*/ 25 h 56"/>
                  <a:gd name="T42" fmla="*/ 28 w 45"/>
                  <a:gd name="T43" fmla="*/ 23 h 56"/>
                  <a:gd name="T44" fmla="*/ 33 w 45"/>
                  <a:gd name="T45" fmla="*/ 23 h 56"/>
                  <a:gd name="T46" fmla="*/ 33 w 45"/>
                  <a:gd name="T47" fmla="*/ 19 h 56"/>
                  <a:gd name="T48" fmla="*/ 35 w 45"/>
                  <a:gd name="T49" fmla="*/ 19 h 56"/>
                  <a:gd name="T50" fmla="*/ 37 w 45"/>
                  <a:gd name="T51" fmla="*/ 17 h 56"/>
                  <a:gd name="T52" fmla="*/ 39 w 45"/>
                  <a:gd name="T53" fmla="*/ 17 h 56"/>
                  <a:gd name="T54" fmla="*/ 41 w 45"/>
                  <a:gd name="T55" fmla="*/ 17 h 56"/>
                  <a:gd name="T56" fmla="*/ 45 w 45"/>
                  <a:gd name="T57" fmla="*/ 17 h 56"/>
                  <a:gd name="T58" fmla="*/ 45 w 45"/>
                  <a:gd name="T59" fmla="*/ 14 h 56"/>
                  <a:gd name="T60" fmla="*/ 43 w 45"/>
                  <a:gd name="T61" fmla="*/ 14 h 56"/>
                  <a:gd name="T62" fmla="*/ 41 w 45"/>
                  <a:gd name="T63" fmla="*/ 10 h 56"/>
                  <a:gd name="T64" fmla="*/ 41 w 45"/>
                  <a:gd name="T65" fmla="*/ 14 h 56"/>
                  <a:gd name="T66" fmla="*/ 39 w 45"/>
                  <a:gd name="T67" fmla="*/ 14 h 56"/>
                  <a:gd name="T68" fmla="*/ 37 w 45"/>
                  <a:gd name="T69" fmla="*/ 12 h 56"/>
                  <a:gd name="T70" fmla="*/ 35 w 45"/>
                  <a:gd name="T71" fmla="*/ 8 h 56"/>
                  <a:gd name="T72" fmla="*/ 35 w 45"/>
                  <a:gd name="T73" fmla="*/ 6 h 56"/>
                  <a:gd name="T74" fmla="*/ 35 w 45"/>
                  <a:gd name="T75" fmla="*/ 0 h 56"/>
                  <a:gd name="T76" fmla="*/ 33 w 45"/>
                  <a:gd name="T77" fmla="*/ 2 h 56"/>
                  <a:gd name="T78" fmla="*/ 31 w 45"/>
                  <a:gd name="T79" fmla="*/ 8 h 56"/>
                  <a:gd name="T80" fmla="*/ 31 w 45"/>
                  <a:gd name="T81" fmla="*/ 10 h 56"/>
                  <a:gd name="T82" fmla="*/ 28 w 45"/>
                  <a:gd name="T83" fmla="*/ 6 h 56"/>
                  <a:gd name="T84" fmla="*/ 31 w 45"/>
                  <a:gd name="T85" fmla="*/ 14 h 56"/>
                  <a:gd name="T86" fmla="*/ 31 w 45"/>
                  <a:gd name="T87" fmla="*/ 14 h 56"/>
                  <a:gd name="T88" fmla="*/ 30 w 45"/>
                  <a:gd name="T89" fmla="*/ 15 h 56"/>
                  <a:gd name="T90" fmla="*/ 28 w 45"/>
                  <a:gd name="T91" fmla="*/ 15 h 56"/>
                  <a:gd name="T92" fmla="*/ 26 w 45"/>
                  <a:gd name="T93" fmla="*/ 19 h 56"/>
                  <a:gd name="T94" fmla="*/ 26 w 45"/>
                  <a:gd name="T95" fmla="*/ 21 h 56"/>
                  <a:gd name="T96" fmla="*/ 22 w 45"/>
                  <a:gd name="T97" fmla="*/ 23 h 56"/>
                  <a:gd name="T98" fmla="*/ 20 w 45"/>
                  <a:gd name="T99" fmla="*/ 28 h 56"/>
                  <a:gd name="T100" fmla="*/ 17 w 45"/>
                  <a:gd name="T101" fmla="*/ 32 h 56"/>
                  <a:gd name="T102" fmla="*/ 13 w 45"/>
                  <a:gd name="T103" fmla="*/ 32 h 56"/>
                  <a:gd name="T104" fmla="*/ 11 w 45"/>
                  <a:gd name="T105" fmla="*/ 36 h 56"/>
                  <a:gd name="T106" fmla="*/ 9 w 45"/>
                  <a:gd name="T107" fmla="*/ 36 h 56"/>
                  <a:gd name="T108" fmla="*/ 5 w 45"/>
                  <a:gd name="T109" fmla="*/ 41 h 56"/>
                  <a:gd name="T110" fmla="*/ 5 w 45"/>
                  <a:gd name="T111" fmla="*/ 43 h 56"/>
                  <a:gd name="T112" fmla="*/ 5 w 45"/>
                  <a:gd name="T113" fmla="*/ 45 h 56"/>
                  <a:gd name="T114" fmla="*/ 2 w 45"/>
                  <a:gd name="T115" fmla="*/ 49 h 56"/>
                  <a:gd name="T116" fmla="*/ 4 w 45"/>
                  <a:gd name="T117" fmla="*/ 49 h 56"/>
                  <a:gd name="T118" fmla="*/ 0 w 45"/>
                  <a:gd name="T119" fmla="*/ 49 h 56"/>
                  <a:gd name="T120" fmla="*/ 0 w 45"/>
                  <a:gd name="T121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" h="56">
                    <a:moveTo>
                      <a:pt x="0" y="53"/>
                    </a:moveTo>
                    <a:lnTo>
                      <a:pt x="4" y="56"/>
                    </a:lnTo>
                    <a:lnTo>
                      <a:pt x="5" y="56"/>
                    </a:lnTo>
                    <a:lnTo>
                      <a:pt x="5" y="53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11" y="51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3" y="41"/>
                    </a:lnTo>
                    <a:lnTo>
                      <a:pt x="17" y="40"/>
                    </a:lnTo>
                    <a:lnTo>
                      <a:pt x="18" y="36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8" y="28"/>
                    </a:lnTo>
                    <a:lnTo>
                      <a:pt x="28" y="25"/>
                    </a:lnTo>
                    <a:lnTo>
                      <a:pt x="28" y="23"/>
                    </a:lnTo>
                    <a:lnTo>
                      <a:pt x="33" y="23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3" y="14"/>
                    </a:lnTo>
                    <a:lnTo>
                      <a:pt x="41" y="10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8" y="15"/>
                    </a:lnTo>
                    <a:lnTo>
                      <a:pt x="26" y="19"/>
                    </a:lnTo>
                    <a:lnTo>
                      <a:pt x="26" y="21"/>
                    </a:lnTo>
                    <a:lnTo>
                      <a:pt x="22" y="23"/>
                    </a:lnTo>
                    <a:lnTo>
                      <a:pt x="20" y="28"/>
                    </a:lnTo>
                    <a:lnTo>
                      <a:pt x="17" y="32"/>
                    </a:lnTo>
                    <a:lnTo>
                      <a:pt x="13" y="32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5" y="41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2" y="49"/>
                    </a:lnTo>
                    <a:lnTo>
                      <a:pt x="4" y="49"/>
                    </a:lnTo>
                    <a:lnTo>
                      <a:pt x="0" y="49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2" name="Freeform 6240">
                <a:extLst>
                  <a:ext uri="{FF2B5EF4-FFF2-40B4-BE49-F238E27FC236}">
                    <a16:creationId xmlns:a16="http://schemas.microsoft.com/office/drawing/2014/main" id="{AAB74FC5-DC73-4CFC-BAD7-FA1107119D1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599"/>
                <a:ext cx="71" cy="103"/>
              </a:xfrm>
              <a:custGeom>
                <a:avLst/>
                <a:gdLst>
                  <a:gd name="T0" fmla="*/ 30 w 71"/>
                  <a:gd name="T1" fmla="*/ 2 h 103"/>
                  <a:gd name="T2" fmla="*/ 25 w 71"/>
                  <a:gd name="T3" fmla="*/ 6 h 103"/>
                  <a:gd name="T4" fmla="*/ 10 w 71"/>
                  <a:gd name="T5" fmla="*/ 2 h 103"/>
                  <a:gd name="T6" fmla="*/ 8 w 71"/>
                  <a:gd name="T7" fmla="*/ 21 h 103"/>
                  <a:gd name="T8" fmla="*/ 6 w 71"/>
                  <a:gd name="T9" fmla="*/ 36 h 103"/>
                  <a:gd name="T10" fmla="*/ 0 w 71"/>
                  <a:gd name="T11" fmla="*/ 39 h 103"/>
                  <a:gd name="T12" fmla="*/ 2 w 71"/>
                  <a:gd name="T13" fmla="*/ 49 h 103"/>
                  <a:gd name="T14" fmla="*/ 8 w 71"/>
                  <a:gd name="T15" fmla="*/ 58 h 103"/>
                  <a:gd name="T16" fmla="*/ 17 w 71"/>
                  <a:gd name="T17" fmla="*/ 62 h 103"/>
                  <a:gd name="T18" fmla="*/ 17 w 71"/>
                  <a:gd name="T19" fmla="*/ 62 h 103"/>
                  <a:gd name="T20" fmla="*/ 17 w 71"/>
                  <a:gd name="T21" fmla="*/ 77 h 103"/>
                  <a:gd name="T22" fmla="*/ 13 w 71"/>
                  <a:gd name="T23" fmla="*/ 80 h 103"/>
                  <a:gd name="T24" fmla="*/ 17 w 71"/>
                  <a:gd name="T25" fmla="*/ 90 h 103"/>
                  <a:gd name="T26" fmla="*/ 26 w 71"/>
                  <a:gd name="T27" fmla="*/ 97 h 103"/>
                  <a:gd name="T28" fmla="*/ 32 w 71"/>
                  <a:gd name="T29" fmla="*/ 90 h 103"/>
                  <a:gd name="T30" fmla="*/ 28 w 71"/>
                  <a:gd name="T31" fmla="*/ 80 h 103"/>
                  <a:gd name="T32" fmla="*/ 26 w 71"/>
                  <a:gd name="T33" fmla="*/ 78 h 103"/>
                  <a:gd name="T34" fmla="*/ 32 w 71"/>
                  <a:gd name="T35" fmla="*/ 71 h 103"/>
                  <a:gd name="T36" fmla="*/ 45 w 71"/>
                  <a:gd name="T37" fmla="*/ 82 h 103"/>
                  <a:gd name="T38" fmla="*/ 45 w 71"/>
                  <a:gd name="T39" fmla="*/ 73 h 103"/>
                  <a:gd name="T40" fmla="*/ 54 w 71"/>
                  <a:gd name="T41" fmla="*/ 80 h 103"/>
                  <a:gd name="T42" fmla="*/ 49 w 71"/>
                  <a:gd name="T43" fmla="*/ 84 h 103"/>
                  <a:gd name="T44" fmla="*/ 52 w 71"/>
                  <a:gd name="T45" fmla="*/ 97 h 103"/>
                  <a:gd name="T46" fmla="*/ 58 w 71"/>
                  <a:gd name="T47" fmla="*/ 97 h 103"/>
                  <a:gd name="T48" fmla="*/ 69 w 71"/>
                  <a:gd name="T49" fmla="*/ 99 h 103"/>
                  <a:gd name="T50" fmla="*/ 64 w 71"/>
                  <a:gd name="T51" fmla="*/ 93 h 103"/>
                  <a:gd name="T52" fmla="*/ 69 w 71"/>
                  <a:gd name="T53" fmla="*/ 86 h 103"/>
                  <a:gd name="T54" fmla="*/ 62 w 71"/>
                  <a:gd name="T55" fmla="*/ 82 h 103"/>
                  <a:gd name="T56" fmla="*/ 60 w 71"/>
                  <a:gd name="T57" fmla="*/ 75 h 103"/>
                  <a:gd name="T58" fmla="*/ 71 w 71"/>
                  <a:gd name="T59" fmla="*/ 77 h 103"/>
                  <a:gd name="T60" fmla="*/ 65 w 71"/>
                  <a:gd name="T61" fmla="*/ 69 h 103"/>
                  <a:gd name="T62" fmla="*/ 64 w 71"/>
                  <a:gd name="T63" fmla="*/ 73 h 103"/>
                  <a:gd name="T64" fmla="*/ 52 w 71"/>
                  <a:gd name="T65" fmla="*/ 69 h 103"/>
                  <a:gd name="T66" fmla="*/ 52 w 71"/>
                  <a:gd name="T67" fmla="*/ 69 h 103"/>
                  <a:gd name="T68" fmla="*/ 38 w 71"/>
                  <a:gd name="T69" fmla="*/ 65 h 103"/>
                  <a:gd name="T70" fmla="*/ 36 w 71"/>
                  <a:gd name="T71" fmla="*/ 60 h 103"/>
                  <a:gd name="T72" fmla="*/ 30 w 71"/>
                  <a:gd name="T73" fmla="*/ 54 h 103"/>
                  <a:gd name="T74" fmla="*/ 32 w 71"/>
                  <a:gd name="T75" fmla="*/ 64 h 103"/>
                  <a:gd name="T76" fmla="*/ 30 w 71"/>
                  <a:gd name="T77" fmla="*/ 64 h 103"/>
                  <a:gd name="T78" fmla="*/ 28 w 71"/>
                  <a:gd name="T79" fmla="*/ 54 h 103"/>
                  <a:gd name="T80" fmla="*/ 28 w 71"/>
                  <a:gd name="T81" fmla="*/ 45 h 103"/>
                  <a:gd name="T82" fmla="*/ 38 w 71"/>
                  <a:gd name="T83" fmla="*/ 37 h 103"/>
                  <a:gd name="T84" fmla="*/ 36 w 71"/>
                  <a:gd name="T85" fmla="*/ 34 h 103"/>
                  <a:gd name="T86" fmla="*/ 38 w 71"/>
                  <a:gd name="T87" fmla="*/ 17 h 103"/>
                  <a:gd name="T88" fmla="*/ 36 w 71"/>
                  <a:gd name="T89" fmla="*/ 8 h 103"/>
                  <a:gd name="T90" fmla="*/ 19 w 71"/>
                  <a:gd name="T91" fmla="*/ 73 h 103"/>
                  <a:gd name="T92" fmla="*/ 56 w 71"/>
                  <a:gd name="T93" fmla="*/ 86 h 103"/>
                  <a:gd name="T94" fmla="*/ 62 w 71"/>
                  <a:gd name="T95" fmla="*/ 90 h 103"/>
                  <a:gd name="T96" fmla="*/ 58 w 71"/>
                  <a:gd name="T97" fmla="*/ 9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03">
                    <a:moveTo>
                      <a:pt x="36" y="8"/>
                    </a:moveTo>
                    <a:lnTo>
                      <a:pt x="36" y="4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6" y="11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2" y="49"/>
                    </a:lnTo>
                    <a:lnTo>
                      <a:pt x="4" y="52"/>
                    </a:lnTo>
                    <a:lnTo>
                      <a:pt x="4" y="58"/>
                    </a:lnTo>
                    <a:lnTo>
                      <a:pt x="8" y="60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5"/>
                    </a:lnTo>
                    <a:lnTo>
                      <a:pt x="15" y="65"/>
                    </a:lnTo>
                    <a:lnTo>
                      <a:pt x="17" y="62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1"/>
                    </a:lnTo>
                    <a:lnTo>
                      <a:pt x="17" y="77"/>
                    </a:lnTo>
                    <a:lnTo>
                      <a:pt x="15" y="75"/>
                    </a:lnTo>
                    <a:lnTo>
                      <a:pt x="12" y="77"/>
                    </a:lnTo>
                    <a:lnTo>
                      <a:pt x="12" y="80"/>
                    </a:lnTo>
                    <a:lnTo>
                      <a:pt x="13" y="80"/>
                    </a:lnTo>
                    <a:lnTo>
                      <a:pt x="15" y="82"/>
                    </a:lnTo>
                    <a:lnTo>
                      <a:pt x="17" y="84"/>
                    </a:lnTo>
                    <a:lnTo>
                      <a:pt x="17" y="86"/>
                    </a:lnTo>
                    <a:lnTo>
                      <a:pt x="17" y="90"/>
                    </a:lnTo>
                    <a:lnTo>
                      <a:pt x="21" y="92"/>
                    </a:lnTo>
                    <a:lnTo>
                      <a:pt x="21" y="93"/>
                    </a:lnTo>
                    <a:lnTo>
                      <a:pt x="23" y="97"/>
                    </a:lnTo>
                    <a:lnTo>
                      <a:pt x="26" y="97"/>
                    </a:lnTo>
                    <a:lnTo>
                      <a:pt x="30" y="95"/>
                    </a:lnTo>
                    <a:lnTo>
                      <a:pt x="30" y="93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8" y="80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78"/>
                    </a:lnTo>
                    <a:lnTo>
                      <a:pt x="30" y="75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1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41" y="78"/>
                    </a:lnTo>
                    <a:lnTo>
                      <a:pt x="45" y="82"/>
                    </a:lnTo>
                    <a:lnTo>
                      <a:pt x="47" y="82"/>
                    </a:lnTo>
                    <a:lnTo>
                      <a:pt x="47" y="77"/>
                    </a:lnTo>
                    <a:lnTo>
                      <a:pt x="43" y="73"/>
                    </a:lnTo>
                    <a:lnTo>
                      <a:pt x="45" y="73"/>
                    </a:lnTo>
                    <a:lnTo>
                      <a:pt x="47" y="75"/>
                    </a:lnTo>
                    <a:lnTo>
                      <a:pt x="49" y="77"/>
                    </a:lnTo>
                    <a:lnTo>
                      <a:pt x="52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2" y="80"/>
                    </a:lnTo>
                    <a:lnTo>
                      <a:pt x="49" y="82"/>
                    </a:lnTo>
                    <a:lnTo>
                      <a:pt x="49" y="84"/>
                    </a:lnTo>
                    <a:lnTo>
                      <a:pt x="54" y="90"/>
                    </a:lnTo>
                    <a:lnTo>
                      <a:pt x="54" y="93"/>
                    </a:lnTo>
                    <a:lnTo>
                      <a:pt x="54" y="95"/>
                    </a:lnTo>
                    <a:lnTo>
                      <a:pt x="52" y="97"/>
                    </a:lnTo>
                    <a:lnTo>
                      <a:pt x="52" y="99"/>
                    </a:lnTo>
                    <a:lnTo>
                      <a:pt x="54" y="103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62" y="101"/>
                    </a:lnTo>
                    <a:lnTo>
                      <a:pt x="65" y="103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7" y="97"/>
                    </a:lnTo>
                    <a:lnTo>
                      <a:pt x="64" y="95"/>
                    </a:lnTo>
                    <a:lnTo>
                      <a:pt x="65" y="95"/>
                    </a:lnTo>
                    <a:lnTo>
                      <a:pt x="64" y="93"/>
                    </a:lnTo>
                    <a:lnTo>
                      <a:pt x="67" y="93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6"/>
                    </a:lnTo>
                    <a:lnTo>
                      <a:pt x="67" y="84"/>
                    </a:lnTo>
                    <a:lnTo>
                      <a:pt x="65" y="84"/>
                    </a:lnTo>
                    <a:lnTo>
                      <a:pt x="64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0" y="77"/>
                    </a:lnTo>
                    <a:lnTo>
                      <a:pt x="60" y="75"/>
                    </a:lnTo>
                    <a:lnTo>
                      <a:pt x="60" y="75"/>
                    </a:lnTo>
                    <a:lnTo>
                      <a:pt x="60" y="77"/>
                    </a:lnTo>
                    <a:lnTo>
                      <a:pt x="64" y="75"/>
                    </a:lnTo>
                    <a:lnTo>
                      <a:pt x="65" y="78"/>
                    </a:lnTo>
                    <a:lnTo>
                      <a:pt x="71" y="77"/>
                    </a:lnTo>
                    <a:lnTo>
                      <a:pt x="71" y="73"/>
                    </a:lnTo>
                    <a:lnTo>
                      <a:pt x="71" y="69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5" y="73"/>
                    </a:lnTo>
                    <a:lnTo>
                      <a:pt x="65" y="75"/>
                    </a:lnTo>
                    <a:lnTo>
                      <a:pt x="64" y="75"/>
                    </a:lnTo>
                    <a:lnTo>
                      <a:pt x="64" y="73"/>
                    </a:lnTo>
                    <a:lnTo>
                      <a:pt x="60" y="71"/>
                    </a:lnTo>
                    <a:lnTo>
                      <a:pt x="56" y="71"/>
                    </a:lnTo>
                    <a:lnTo>
                      <a:pt x="54" y="67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2" y="73"/>
                    </a:lnTo>
                    <a:lnTo>
                      <a:pt x="52" y="71"/>
                    </a:lnTo>
                    <a:lnTo>
                      <a:pt x="52" y="69"/>
                    </a:lnTo>
                    <a:lnTo>
                      <a:pt x="51" y="65"/>
                    </a:lnTo>
                    <a:lnTo>
                      <a:pt x="45" y="62"/>
                    </a:lnTo>
                    <a:lnTo>
                      <a:pt x="41" y="64"/>
                    </a:lnTo>
                    <a:lnTo>
                      <a:pt x="38" y="65"/>
                    </a:lnTo>
                    <a:lnTo>
                      <a:pt x="38" y="67"/>
                    </a:lnTo>
                    <a:lnTo>
                      <a:pt x="38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8" y="56"/>
                    </a:lnTo>
                    <a:lnTo>
                      <a:pt x="39" y="54"/>
                    </a:lnTo>
                    <a:lnTo>
                      <a:pt x="36" y="52"/>
                    </a:lnTo>
                    <a:lnTo>
                      <a:pt x="30" y="54"/>
                    </a:lnTo>
                    <a:lnTo>
                      <a:pt x="32" y="58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32" y="65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0" y="58"/>
                    </a:lnTo>
                    <a:lnTo>
                      <a:pt x="28" y="54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8" y="49"/>
                    </a:lnTo>
                    <a:lnTo>
                      <a:pt x="28" y="45"/>
                    </a:lnTo>
                    <a:lnTo>
                      <a:pt x="30" y="43"/>
                    </a:lnTo>
                    <a:lnTo>
                      <a:pt x="32" y="39"/>
                    </a:lnTo>
                    <a:lnTo>
                      <a:pt x="32" y="43"/>
                    </a:lnTo>
                    <a:lnTo>
                      <a:pt x="38" y="37"/>
                    </a:lnTo>
                    <a:lnTo>
                      <a:pt x="36" y="36"/>
                    </a:lnTo>
                    <a:lnTo>
                      <a:pt x="38" y="34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9" y="23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6" y="17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8"/>
                    </a:lnTo>
                    <a:close/>
                    <a:moveTo>
                      <a:pt x="17" y="77"/>
                    </a:moveTo>
                    <a:lnTo>
                      <a:pt x="19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7"/>
                    </a:lnTo>
                    <a:close/>
                    <a:moveTo>
                      <a:pt x="56" y="88"/>
                    </a:moveTo>
                    <a:lnTo>
                      <a:pt x="54" y="84"/>
                    </a:lnTo>
                    <a:lnTo>
                      <a:pt x="56" y="86"/>
                    </a:lnTo>
                    <a:lnTo>
                      <a:pt x="60" y="90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56" y="88"/>
                    </a:lnTo>
                    <a:lnTo>
                      <a:pt x="60" y="92"/>
                    </a:lnTo>
                    <a:lnTo>
                      <a:pt x="58" y="92"/>
                    </a:lnTo>
                    <a:lnTo>
                      <a:pt x="58" y="92"/>
                    </a:lnTo>
                    <a:lnTo>
                      <a:pt x="54" y="90"/>
                    </a:lnTo>
                    <a:lnTo>
                      <a:pt x="56" y="8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3" name="Freeform 6241">
                <a:extLst>
                  <a:ext uri="{FF2B5EF4-FFF2-40B4-BE49-F238E27FC236}">
                    <a16:creationId xmlns:a16="http://schemas.microsoft.com/office/drawing/2014/main" id="{62DC5BC0-9D2D-4228-B839-A3A7F7902D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7" y="2724"/>
                <a:ext cx="13" cy="9"/>
              </a:xfrm>
              <a:custGeom>
                <a:avLst/>
                <a:gdLst>
                  <a:gd name="T0" fmla="*/ 7 w 13"/>
                  <a:gd name="T1" fmla="*/ 9 h 9"/>
                  <a:gd name="T2" fmla="*/ 11 w 13"/>
                  <a:gd name="T3" fmla="*/ 8 h 9"/>
                  <a:gd name="T4" fmla="*/ 13 w 13"/>
                  <a:gd name="T5" fmla="*/ 6 h 9"/>
                  <a:gd name="T6" fmla="*/ 13 w 13"/>
                  <a:gd name="T7" fmla="*/ 2 h 9"/>
                  <a:gd name="T8" fmla="*/ 11 w 13"/>
                  <a:gd name="T9" fmla="*/ 0 h 9"/>
                  <a:gd name="T10" fmla="*/ 7 w 13"/>
                  <a:gd name="T11" fmla="*/ 0 h 9"/>
                  <a:gd name="T12" fmla="*/ 3 w 13"/>
                  <a:gd name="T13" fmla="*/ 2 h 9"/>
                  <a:gd name="T14" fmla="*/ 0 w 13"/>
                  <a:gd name="T15" fmla="*/ 6 h 9"/>
                  <a:gd name="T16" fmla="*/ 1 w 13"/>
                  <a:gd name="T17" fmla="*/ 8 h 9"/>
                  <a:gd name="T18" fmla="*/ 1 w 13"/>
                  <a:gd name="T19" fmla="*/ 9 h 9"/>
                  <a:gd name="T20" fmla="*/ 7 w 13"/>
                  <a:gd name="T2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7" y="9"/>
                    </a:moveTo>
                    <a:lnTo>
                      <a:pt x="11" y="8"/>
                    </a:lnTo>
                    <a:lnTo>
                      <a:pt x="13" y="6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4" name="Freeform 6242">
                <a:extLst>
                  <a:ext uri="{FF2B5EF4-FFF2-40B4-BE49-F238E27FC236}">
                    <a16:creationId xmlns:a16="http://schemas.microsoft.com/office/drawing/2014/main" id="{548B5DAB-AEF0-4F9D-8AB9-4B25847B03A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51" y="2689"/>
                <a:ext cx="70" cy="104"/>
              </a:xfrm>
              <a:custGeom>
                <a:avLst/>
                <a:gdLst>
                  <a:gd name="T0" fmla="*/ 39 w 70"/>
                  <a:gd name="T1" fmla="*/ 0 h 104"/>
                  <a:gd name="T2" fmla="*/ 31 w 70"/>
                  <a:gd name="T3" fmla="*/ 0 h 104"/>
                  <a:gd name="T4" fmla="*/ 41 w 70"/>
                  <a:gd name="T5" fmla="*/ 15 h 104"/>
                  <a:gd name="T6" fmla="*/ 37 w 70"/>
                  <a:gd name="T7" fmla="*/ 18 h 104"/>
                  <a:gd name="T8" fmla="*/ 33 w 70"/>
                  <a:gd name="T9" fmla="*/ 15 h 104"/>
                  <a:gd name="T10" fmla="*/ 33 w 70"/>
                  <a:gd name="T11" fmla="*/ 22 h 104"/>
                  <a:gd name="T12" fmla="*/ 35 w 70"/>
                  <a:gd name="T13" fmla="*/ 33 h 104"/>
                  <a:gd name="T14" fmla="*/ 39 w 70"/>
                  <a:gd name="T15" fmla="*/ 26 h 104"/>
                  <a:gd name="T16" fmla="*/ 44 w 70"/>
                  <a:gd name="T17" fmla="*/ 39 h 104"/>
                  <a:gd name="T18" fmla="*/ 44 w 70"/>
                  <a:gd name="T19" fmla="*/ 39 h 104"/>
                  <a:gd name="T20" fmla="*/ 48 w 70"/>
                  <a:gd name="T21" fmla="*/ 48 h 104"/>
                  <a:gd name="T22" fmla="*/ 42 w 70"/>
                  <a:gd name="T23" fmla="*/ 52 h 104"/>
                  <a:gd name="T24" fmla="*/ 39 w 70"/>
                  <a:gd name="T25" fmla="*/ 50 h 104"/>
                  <a:gd name="T26" fmla="*/ 35 w 70"/>
                  <a:gd name="T27" fmla="*/ 59 h 104"/>
                  <a:gd name="T28" fmla="*/ 29 w 70"/>
                  <a:gd name="T29" fmla="*/ 65 h 104"/>
                  <a:gd name="T30" fmla="*/ 20 w 70"/>
                  <a:gd name="T31" fmla="*/ 57 h 104"/>
                  <a:gd name="T32" fmla="*/ 14 w 70"/>
                  <a:gd name="T33" fmla="*/ 65 h 104"/>
                  <a:gd name="T34" fmla="*/ 3 w 70"/>
                  <a:gd name="T35" fmla="*/ 71 h 104"/>
                  <a:gd name="T36" fmla="*/ 3 w 70"/>
                  <a:gd name="T37" fmla="*/ 84 h 104"/>
                  <a:gd name="T38" fmla="*/ 1 w 70"/>
                  <a:gd name="T39" fmla="*/ 91 h 104"/>
                  <a:gd name="T40" fmla="*/ 7 w 70"/>
                  <a:gd name="T41" fmla="*/ 85 h 104"/>
                  <a:gd name="T42" fmla="*/ 11 w 70"/>
                  <a:gd name="T43" fmla="*/ 76 h 104"/>
                  <a:gd name="T44" fmla="*/ 13 w 70"/>
                  <a:gd name="T45" fmla="*/ 76 h 104"/>
                  <a:gd name="T46" fmla="*/ 18 w 70"/>
                  <a:gd name="T47" fmla="*/ 76 h 104"/>
                  <a:gd name="T48" fmla="*/ 20 w 70"/>
                  <a:gd name="T49" fmla="*/ 76 h 104"/>
                  <a:gd name="T50" fmla="*/ 26 w 70"/>
                  <a:gd name="T51" fmla="*/ 74 h 104"/>
                  <a:gd name="T52" fmla="*/ 27 w 70"/>
                  <a:gd name="T53" fmla="*/ 74 h 104"/>
                  <a:gd name="T54" fmla="*/ 31 w 70"/>
                  <a:gd name="T55" fmla="*/ 80 h 104"/>
                  <a:gd name="T56" fmla="*/ 31 w 70"/>
                  <a:gd name="T57" fmla="*/ 85 h 104"/>
                  <a:gd name="T58" fmla="*/ 37 w 70"/>
                  <a:gd name="T59" fmla="*/ 97 h 104"/>
                  <a:gd name="T60" fmla="*/ 48 w 70"/>
                  <a:gd name="T61" fmla="*/ 98 h 104"/>
                  <a:gd name="T62" fmla="*/ 57 w 70"/>
                  <a:gd name="T63" fmla="*/ 97 h 104"/>
                  <a:gd name="T64" fmla="*/ 54 w 70"/>
                  <a:gd name="T65" fmla="*/ 85 h 104"/>
                  <a:gd name="T66" fmla="*/ 59 w 70"/>
                  <a:gd name="T67" fmla="*/ 80 h 104"/>
                  <a:gd name="T68" fmla="*/ 61 w 70"/>
                  <a:gd name="T69" fmla="*/ 91 h 104"/>
                  <a:gd name="T70" fmla="*/ 65 w 70"/>
                  <a:gd name="T71" fmla="*/ 84 h 104"/>
                  <a:gd name="T72" fmla="*/ 67 w 70"/>
                  <a:gd name="T73" fmla="*/ 84 h 104"/>
                  <a:gd name="T74" fmla="*/ 67 w 70"/>
                  <a:gd name="T75" fmla="*/ 69 h 104"/>
                  <a:gd name="T76" fmla="*/ 65 w 70"/>
                  <a:gd name="T77" fmla="*/ 59 h 104"/>
                  <a:gd name="T78" fmla="*/ 65 w 70"/>
                  <a:gd name="T79" fmla="*/ 54 h 104"/>
                  <a:gd name="T80" fmla="*/ 59 w 70"/>
                  <a:gd name="T81" fmla="*/ 46 h 104"/>
                  <a:gd name="T82" fmla="*/ 59 w 70"/>
                  <a:gd name="T83" fmla="*/ 33 h 104"/>
                  <a:gd name="T84" fmla="*/ 55 w 70"/>
                  <a:gd name="T85" fmla="*/ 41 h 104"/>
                  <a:gd name="T86" fmla="*/ 54 w 70"/>
                  <a:gd name="T87" fmla="*/ 43 h 104"/>
                  <a:gd name="T88" fmla="*/ 54 w 70"/>
                  <a:gd name="T89" fmla="*/ 33 h 104"/>
                  <a:gd name="T90" fmla="*/ 55 w 70"/>
                  <a:gd name="T91" fmla="*/ 28 h 104"/>
                  <a:gd name="T92" fmla="*/ 52 w 70"/>
                  <a:gd name="T93" fmla="*/ 20 h 104"/>
                  <a:gd name="T94" fmla="*/ 50 w 70"/>
                  <a:gd name="T95" fmla="*/ 9 h 104"/>
                  <a:gd name="T96" fmla="*/ 44 w 70"/>
                  <a:gd name="T97" fmla="*/ 0 h 104"/>
                  <a:gd name="T98" fmla="*/ 52 w 70"/>
                  <a:gd name="T99" fmla="*/ 24 h 104"/>
                  <a:gd name="T100" fmla="*/ 52 w 70"/>
                  <a:gd name="T101" fmla="*/ 26 h 104"/>
                  <a:gd name="T102" fmla="*/ 50 w 70"/>
                  <a:gd name="T103" fmla="*/ 35 h 104"/>
                  <a:gd name="T104" fmla="*/ 50 w 70"/>
                  <a:gd name="T105" fmla="*/ 41 h 104"/>
                  <a:gd name="T106" fmla="*/ 48 w 70"/>
                  <a:gd name="T107" fmla="*/ 33 h 104"/>
                  <a:gd name="T108" fmla="*/ 42 w 70"/>
                  <a:gd name="T109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104">
                    <a:moveTo>
                      <a:pt x="42" y="0"/>
                    </a:moveTo>
                    <a:lnTo>
                      <a:pt x="42" y="0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3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39" y="16"/>
                    </a:lnTo>
                    <a:lnTo>
                      <a:pt x="39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9" y="13"/>
                    </a:lnTo>
                    <a:lnTo>
                      <a:pt x="33" y="15"/>
                    </a:lnTo>
                    <a:lnTo>
                      <a:pt x="29" y="16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1" y="28"/>
                    </a:lnTo>
                    <a:lnTo>
                      <a:pt x="35" y="33"/>
                    </a:lnTo>
                    <a:lnTo>
                      <a:pt x="35" y="26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37" y="30"/>
                    </a:lnTo>
                    <a:lnTo>
                      <a:pt x="39" y="31"/>
                    </a:lnTo>
                    <a:lnTo>
                      <a:pt x="39" y="37"/>
                    </a:lnTo>
                    <a:lnTo>
                      <a:pt x="44" y="39"/>
                    </a:lnTo>
                    <a:lnTo>
                      <a:pt x="44" y="37"/>
                    </a:lnTo>
                    <a:lnTo>
                      <a:pt x="44" y="37"/>
                    </a:lnTo>
                    <a:lnTo>
                      <a:pt x="46" y="37"/>
                    </a:lnTo>
                    <a:lnTo>
                      <a:pt x="44" y="39"/>
                    </a:lnTo>
                    <a:lnTo>
                      <a:pt x="48" y="43"/>
                    </a:lnTo>
                    <a:lnTo>
                      <a:pt x="48" y="44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6" y="48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2" y="52"/>
                    </a:lnTo>
                    <a:lnTo>
                      <a:pt x="42" y="48"/>
                    </a:lnTo>
                    <a:lnTo>
                      <a:pt x="39" y="44"/>
                    </a:lnTo>
                    <a:lnTo>
                      <a:pt x="37" y="48"/>
                    </a:lnTo>
                    <a:lnTo>
                      <a:pt x="39" y="50"/>
                    </a:lnTo>
                    <a:lnTo>
                      <a:pt x="41" y="52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5" y="59"/>
                    </a:lnTo>
                    <a:lnTo>
                      <a:pt x="33" y="63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59"/>
                    </a:lnTo>
                    <a:lnTo>
                      <a:pt x="26" y="56"/>
                    </a:lnTo>
                    <a:lnTo>
                      <a:pt x="22" y="56"/>
                    </a:lnTo>
                    <a:lnTo>
                      <a:pt x="20" y="57"/>
                    </a:lnTo>
                    <a:lnTo>
                      <a:pt x="16" y="59"/>
                    </a:lnTo>
                    <a:lnTo>
                      <a:pt x="14" y="63"/>
                    </a:lnTo>
                    <a:lnTo>
                      <a:pt x="16" y="65"/>
                    </a:lnTo>
                    <a:lnTo>
                      <a:pt x="14" y="65"/>
                    </a:lnTo>
                    <a:lnTo>
                      <a:pt x="11" y="65"/>
                    </a:lnTo>
                    <a:lnTo>
                      <a:pt x="9" y="67"/>
                    </a:lnTo>
                    <a:lnTo>
                      <a:pt x="5" y="67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3" y="76"/>
                    </a:lnTo>
                    <a:lnTo>
                      <a:pt x="1" y="80"/>
                    </a:lnTo>
                    <a:lnTo>
                      <a:pt x="3" y="84"/>
                    </a:lnTo>
                    <a:lnTo>
                      <a:pt x="3" y="85"/>
                    </a:lnTo>
                    <a:lnTo>
                      <a:pt x="0" y="85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5" y="93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7" y="85"/>
                    </a:lnTo>
                    <a:lnTo>
                      <a:pt x="5" y="85"/>
                    </a:lnTo>
                    <a:lnTo>
                      <a:pt x="7" y="82"/>
                    </a:lnTo>
                    <a:lnTo>
                      <a:pt x="9" y="76"/>
                    </a:lnTo>
                    <a:lnTo>
                      <a:pt x="11" y="76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6"/>
                    </a:lnTo>
                    <a:lnTo>
                      <a:pt x="14" y="78"/>
                    </a:lnTo>
                    <a:lnTo>
                      <a:pt x="16" y="76"/>
                    </a:lnTo>
                    <a:lnTo>
                      <a:pt x="18" y="78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2" y="78"/>
                    </a:lnTo>
                    <a:lnTo>
                      <a:pt x="26" y="78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6" y="72"/>
                    </a:lnTo>
                    <a:lnTo>
                      <a:pt x="27" y="74"/>
                    </a:lnTo>
                    <a:lnTo>
                      <a:pt x="29" y="74"/>
                    </a:lnTo>
                    <a:lnTo>
                      <a:pt x="31" y="76"/>
                    </a:lnTo>
                    <a:lnTo>
                      <a:pt x="33" y="78"/>
                    </a:lnTo>
                    <a:lnTo>
                      <a:pt x="31" y="80"/>
                    </a:lnTo>
                    <a:lnTo>
                      <a:pt x="31" y="82"/>
                    </a:lnTo>
                    <a:lnTo>
                      <a:pt x="29" y="84"/>
                    </a:lnTo>
                    <a:lnTo>
                      <a:pt x="31" y="85"/>
                    </a:lnTo>
                    <a:lnTo>
                      <a:pt x="31" y="85"/>
                    </a:lnTo>
                    <a:lnTo>
                      <a:pt x="31" y="89"/>
                    </a:lnTo>
                    <a:lnTo>
                      <a:pt x="33" y="91"/>
                    </a:lnTo>
                    <a:lnTo>
                      <a:pt x="33" y="93"/>
                    </a:lnTo>
                    <a:lnTo>
                      <a:pt x="37" y="97"/>
                    </a:lnTo>
                    <a:lnTo>
                      <a:pt x="41" y="97"/>
                    </a:lnTo>
                    <a:lnTo>
                      <a:pt x="42" y="98"/>
                    </a:lnTo>
                    <a:lnTo>
                      <a:pt x="46" y="100"/>
                    </a:lnTo>
                    <a:lnTo>
                      <a:pt x="48" y="98"/>
                    </a:lnTo>
                    <a:lnTo>
                      <a:pt x="50" y="100"/>
                    </a:lnTo>
                    <a:lnTo>
                      <a:pt x="52" y="104"/>
                    </a:lnTo>
                    <a:lnTo>
                      <a:pt x="54" y="100"/>
                    </a:lnTo>
                    <a:lnTo>
                      <a:pt x="57" y="97"/>
                    </a:lnTo>
                    <a:lnTo>
                      <a:pt x="57" y="93"/>
                    </a:lnTo>
                    <a:lnTo>
                      <a:pt x="57" y="91"/>
                    </a:lnTo>
                    <a:lnTo>
                      <a:pt x="55" y="87"/>
                    </a:lnTo>
                    <a:lnTo>
                      <a:pt x="54" y="85"/>
                    </a:lnTo>
                    <a:lnTo>
                      <a:pt x="54" y="84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9" y="80"/>
                    </a:lnTo>
                    <a:lnTo>
                      <a:pt x="59" y="82"/>
                    </a:lnTo>
                    <a:lnTo>
                      <a:pt x="61" y="84"/>
                    </a:lnTo>
                    <a:lnTo>
                      <a:pt x="61" y="87"/>
                    </a:lnTo>
                    <a:lnTo>
                      <a:pt x="61" y="91"/>
                    </a:lnTo>
                    <a:lnTo>
                      <a:pt x="65" y="97"/>
                    </a:lnTo>
                    <a:lnTo>
                      <a:pt x="65" y="93"/>
                    </a:lnTo>
                    <a:lnTo>
                      <a:pt x="65" y="87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7" y="87"/>
                    </a:lnTo>
                    <a:lnTo>
                      <a:pt x="67" y="84"/>
                    </a:lnTo>
                    <a:lnTo>
                      <a:pt x="68" y="84"/>
                    </a:lnTo>
                    <a:lnTo>
                      <a:pt x="70" y="78"/>
                    </a:lnTo>
                    <a:lnTo>
                      <a:pt x="68" y="74"/>
                    </a:lnTo>
                    <a:lnTo>
                      <a:pt x="67" y="69"/>
                    </a:lnTo>
                    <a:lnTo>
                      <a:pt x="67" y="67"/>
                    </a:lnTo>
                    <a:lnTo>
                      <a:pt x="65" y="59"/>
                    </a:lnTo>
                    <a:lnTo>
                      <a:pt x="65" y="61"/>
                    </a:lnTo>
                    <a:lnTo>
                      <a:pt x="65" y="59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5" y="57"/>
                    </a:lnTo>
                    <a:lnTo>
                      <a:pt x="65" y="54"/>
                    </a:lnTo>
                    <a:lnTo>
                      <a:pt x="63" y="50"/>
                    </a:lnTo>
                    <a:lnTo>
                      <a:pt x="63" y="46"/>
                    </a:lnTo>
                    <a:lnTo>
                      <a:pt x="59" y="48"/>
                    </a:lnTo>
                    <a:lnTo>
                      <a:pt x="59" y="46"/>
                    </a:lnTo>
                    <a:lnTo>
                      <a:pt x="59" y="43"/>
                    </a:lnTo>
                    <a:lnTo>
                      <a:pt x="63" y="43"/>
                    </a:lnTo>
                    <a:lnTo>
                      <a:pt x="61" y="39"/>
                    </a:lnTo>
                    <a:lnTo>
                      <a:pt x="59" y="33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5" y="41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4" y="35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7" y="26"/>
                    </a:lnTo>
                    <a:lnTo>
                      <a:pt x="55" y="24"/>
                    </a:lnTo>
                    <a:lnTo>
                      <a:pt x="52" y="20"/>
                    </a:lnTo>
                    <a:lnTo>
                      <a:pt x="52" y="18"/>
                    </a:lnTo>
                    <a:lnTo>
                      <a:pt x="50" y="16"/>
                    </a:lnTo>
                    <a:lnTo>
                      <a:pt x="50" y="13"/>
                    </a:lnTo>
                    <a:lnTo>
                      <a:pt x="50" y="9"/>
                    </a:lnTo>
                    <a:lnTo>
                      <a:pt x="50" y="7"/>
                    </a:lnTo>
                    <a:lnTo>
                      <a:pt x="48" y="5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50" y="24"/>
                    </a:moveTo>
                    <a:lnTo>
                      <a:pt x="52" y="24"/>
                    </a:lnTo>
                    <a:lnTo>
                      <a:pt x="52" y="24"/>
                    </a:lnTo>
                    <a:lnTo>
                      <a:pt x="54" y="24"/>
                    </a:lnTo>
                    <a:lnTo>
                      <a:pt x="52" y="24"/>
                    </a:lnTo>
                    <a:lnTo>
                      <a:pt x="54" y="26"/>
                    </a:lnTo>
                    <a:lnTo>
                      <a:pt x="52" y="26"/>
                    </a:lnTo>
                    <a:lnTo>
                      <a:pt x="52" y="30"/>
                    </a:lnTo>
                    <a:lnTo>
                      <a:pt x="54" y="30"/>
                    </a:lnTo>
                    <a:lnTo>
                      <a:pt x="50" y="31"/>
                    </a:lnTo>
                    <a:lnTo>
                      <a:pt x="50" y="35"/>
                    </a:lnTo>
                    <a:lnTo>
                      <a:pt x="52" y="39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0" y="41"/>
                    </a:lnTo>
                    <a:lnTo>
                      <a:pt x="50" y="39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3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4" y="24"/>
                    </a:lnTo>
                    <a:lnTo>
                      <a:pt x="42" y="18"/>
                    </a:lnTo>
                    <a:lnTo>
                      <a:pt x="44" y="20"/>
                    </a:lnTo>
                    <a:lnTo>
                      <a:pt x="44" y="22"/>
                    </a:lnTo>
                    <a:lnTo>
                      <a:pt x="5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5" name="Freeform 6243">
                <a:extLst>
                  <a:ext uri="{FF2B5EF4-FFF2-40B4-BE49-F238E27FC236}">
                    <a16:creationId xmlns:a16="http://schemas.microsoft.com/office/drawing/2014/main" id="{34BA51A4-A2BF-4326-9EB5-3DBCEB20C0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8" y="2594"/>
                <a:ext cx="15" cy="5"/>
              </a:xfrm>
              <a:custGeom>
                <a:avLst/>
                <a:gdLst>
                  <a:gd name="T0" fmla="*/ 7 w 8"/>
                  <a:gd name="T1" fmla="*/ 0 h 3"/>
                  <a:gd name="T2" fmla="*/ 6 w 8"/>
                  <a:gd name="T3" fmla="*/ 0 h 3"/>
                  <a:gd name="T4" fmla="*/ 5 w 8"/>
                  <a:gd name="T5" fmla="*/ 1 h 3"/>
                  <a:gd name="T6" fmla="*/ 0 w 8"/>
                  <a:gd name="T7" fmla="*/ 1 h 3"/>
                  <a:gd name="T8" fmla="*/ 2 w 8"/>
                  <a:gd name="T9" fmla="*/ 3 h 3"/>
                  <a:gd name="T10" fmla="*/ 5 w 8"/>
                  <a:gd name="T11" fmla="*/ 2 h 3"/>
                  <a:gd name="T12" fmla="*/ 7 w 8"/>
                  <a:gd name="T13" fmla="*/ 3 h 3"/>
                  <a:gd name="T14" fmla="*/ 8 w 8"/>
                  <a:gd name="T15" fmla="*/ 1 h 3"/>
                  <a:gd name="T16" fmla="*/ 8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7 w 8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6" name="Freeform 6244">
                <a:extLst>
                  <a:ext uri="{FF2B5EF4-FFF2-40B4-BE49-F238E27FC236}">
                    <a16:creationId xmlns:a16="http://schemas.microsoft.com/office/drawing/2014/main" id="{44F6F543-DE6A-4B8A-9071-16E0A2D97C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2674"/>
                <a:ext cx="7" cy="9"/>
              </a:xfrm>
              <a:custGeom>
                <a:avLst/>
                <a:gdLst>
                  <a:gd name="T0" fmla="*/ 6 w 7"/>
                  <a:gd name="T1" fmla="*/ 5 h 9"/>
                  <a:gd name="T2" fmla="*/ 7 w 7"/>
                  <a:gd name="T3" fmla="*/ 3 h 9"/>
                  <a:gd name="T4" fmla="*/ 6 w 7"/>
                  <a:gd name="T5" fmla="*/ 0 h 9"/>
                  <a:gd name="T6" fmla="*/ 2 w 7"/>
                  <a:gd name="T7" fmla="*/ 0 h 9"/>
                  <a:gd name="T8" fmla="*/ 0 w 7"/>
                  <a:gd name="T9" fmla="*/ 2 h 9"/>
                  <a:gd name="T10" fmla="*/ 0 w 7"/>
                  <a:gd name="T11" fmla="*/ 5 h 9"/>
                  <a:gd name="T12" fmla="*/ 6 w 7"/>
                  <a:gd name="T13" fmla="*/ 9 h 9"/>
                  <a:gd name="T14" fmla="*/ 6 w 7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6" y="5"/>
                    </a:moveTo>
                    <a:lnTo>
                      <a:pt x="7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6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grpSp>
          <p:nvGrpSpPr>
            <p:cNvPr id="9" name="Group 6446">
              <a:extLst>
                <a:ext uri="{FF2B5EF4-FFF2-40B4-BE49-F238E27FC236}">
                  <a16:creationId xmlns:a16="http://schemas.microsoft.com/office/drawing/2014/main" id="{A2F78469-78B8-4384-9647-76C6C707E131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2335" y="1184"/>
              <a:ext cx="3621" cy="2670"/>
              <a:chOff x="2335" y="1184"/>
              <a:chExt cx="3621" cy="2670"/>
            </a:xfrm>
            <a:grpFill/>
          </p:grpSpPr>
          <p:sp>
            <p:nvSpPr>
              <p:cNvPr id="107" name="Freeform 6246">
                <a:extLst>
                  <a:ext uri="{FF2B5EF4-FFF2-40B4-BE49-F238E27FC236}">
                    <a16:creationId xmlns:a16="http://schemas.microsoft.com/office/drawing/2014/main" id="{3CC69C05-79F3-40B6-B5EF-258425E10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586"/>
                <a:ext cx="4" cy="8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0 h 8"/>
                  <a:gd name="T4" fmla="*/ 0 w 4"/>
                  <a:gd name="T5" fmla="*/ 4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8" name="Freeform 6247">
                <a:extLst>
                  <a:ext uri="{FF2B5EF4-FFF2-40B4-BE49-F238E27FC236}">
                    <a16:creationId xmlns:a16="http://schemas.microsoft.com/office/drawing/2014/main" id="{0A3EF582-677A-4BFE-8886-889D022F2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9" y="2670"/>
                <a:ext cx="7" cy="6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0 h 6"/>
                  <a:gd name="T4" fmla="*/ 0 w 7"/>
                  <a:gd name="T5" fmla="*/ 0 h 6"/>
                  <a:gd name="T6" fmla="*/ 0 w 7"/>
                  <a:gd name="T7" fmla="*/ 4 h 6"/>
                  <a:gd name="T8" fmla="*/ 6 w 7"/>
                  <a:gd name="T9" fmla="*/ 6 h 6"/>
                  <a:gd name="T10" fmla="*/ 7 w 7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6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9" name="Freeform 6248">
                <a:extLst>
                  <a:ext uri="{FF2B5EF4-FFF2-40B4-BE49-F238E27FC236}">
                    <a16:creationId xmlns:a16="http://schemas.microsoft.com/office/drawing/2014/main" id="{44655AE2-DBB2-409C-95F0-666891DCCB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692"/>
                <a:ext cx="9" cy="13"/>
              </a:xfrm>
              <a:custGeom>
                <a:avLst/>
                <a:gdLst>
                  <a:gd name="T0" fmla="*/ 8 w 9"/>
                  <a:gd name="T1" fmla="*/ 8 h 13"/>
                  <a:gd name="T2" fmla="*/ 9 w 9"/>
                  <a:gd name="T3" fmla="*/ 6 h 13"/>
                  <a:gd name="T4" fmla="*/ 9 w 9"/>
                  <a:gd name="T5" fmla="*/ 4 h 13"/>
                  <a:gd name="T6" fmla="*/ 6 w 9"/>
                  <a:gd name="T7" fmla="*/ 2 h 13"/>
                  <a:gd name="T8" fmla="*/ 4 w 9"/>
                  <a:gd name="T9" fmla="*/ 0 h 13"/>
                  <a:gd name="T10" fmla="*/ 2 w 9"/>
                  <a:gd name="T11" fmla="*/ 0 h 13"/>
                  <a:gd name="T12" fmla="*/ 0 w 9"/>
                  <a:gd name="T13" fmla="*/ 2 h 13"/>
                  <a:gd name="T14" fmla="*/ 0 w 9"/>
                  <a:gd name="T15" fmla="*/ 6 h 13"/>
                  <a:gd name="T16" fmla="*/ 2 w 9"/>
                  <a:gd name="T17" fmla="*/ 6 h 13"/>
                  <a:gd name="T18" fmla="*/ 0 w 9"/>
                  <a:gd name="T19" fmla="*/ 6 h 13"/>
                  <a:gd name="T20" fmla="*/ 0 w 9"/>
                  <a:gd name="T21" fmla="*/ 10 h 13"/>
                  <a:gd name="T22" fmla="*/ 0 w 9"/>
                  <a:gd name="T23" fmla="*/ 13 h 13"/>
                  <a:gd name="T24" fmla="*/ 4 w 9"/>
                  <a:gd name="T25" fmla="*/ 13 h 13"/>
                  <a:gd name="T26" fmla="*/ 6 w 9"/>
                  <a:gd name="T27" fmla="*/ 12 h 13"/>
                  <a:gd name="T28" fmla="*/ 6 w 9"/>
                  <a:gd name="T29" fmla="*/ 10 h 13"/>
                  <a:gd name="T30" fmla="*/ 6 w 9"/>
                  <a:gd name="T31" fmla="*/ 8 h 13"/>
                  <a:gd name="T32" fmla="*/ 6 w 9"/>
                  <a:gd name="T33" fmla="*/ 8 h 13"/>
                  <a:gd name="T34" fmla="*/ 8 w 9"/>
                  <a:gd name="T3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13">
                    <a:moveTo>
                      <a:pt x="8" y="8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0" name="Freeform 6249">
                <a:extLst>
                  <a:ext uri="{FF2B5EF4-FFF2-40B4-BE49-F238E27FC236}">
                    <a16:creationId xmlns:a16="http://schemas.microsoft.com/office/drawing/2014/main" id="{C58488EA-BFDF-490B-890D-F443F671EE4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9" y="2804"/>
                <a:ext cx="6" cy="13"/>
              </a:xfrm>
              <a:custGeom>
                <a:avLst/>
                <a:gdLst>
                  <a:gd name="T0" fmla="*/ 0 w 3"/>
                  <a:gd name="T1" fmla="*/ 3 h 7"/>
                  <a:gd name="T2" fmla="*/ 1 w 3"/>
                  <a:gd name="T3" fmla="*/ 5 h 7"/>
                  <a:gd name="T4" fmla="*/ 0 w 3"/>
                  <a:gd name="T5" fmla="*/ 4 h 7"/>
                  <a:gd name="T6" fmla="*/ 0 w 3"/>
                  <a:gd name="T7" fmla="*/ 5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2 w 3"/>
                  <a:gd name="T15" fmla="*/ 5 h 7"/>
                  <a:gd name="T16" fmla="*/ 2 w 3"/>
                  <a:gd name="T17" fmla="*/ 5 h 7"/>
                  <a:gd name="T18" fmla="*/ 3 w 3"/>
                  <a:gd name="T19" fmla="*/ 3 h 7"/>
                  <a:gd name="T20" fmla="*/ 3 w 3"/>
                  <a:gd name="T21" fmla="*/ 1 h 7"/>
                  <a:gd name="T22" fmla="*/ 1 w 3"/>
                  <a:gd name="T23" fmla="*/ 0 h 7"/>
                  <a:gd name="T24" fmla="*/ 0 w 3"/>
                  <a:gd name="T25" fmla="*/ 1 h 7"/>
                  <a:gd name="T26" fmla="*/ 0 w 3"/>
                  <a:gd name="T2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1" name="Freeform 6250">
                <a:extLst>
                  <a:ext uri="{FF2B5EF4-FFF2-40B4-BE49-F238E27FC236}">
                    <a16:creationId xmlns:a16="http://schemas.microsoft.com/office/drawing/2014/main" id="{180587D1-2A4B-4741-BB9B-81AF5D7A61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797"/>
                <a:ext cx="2" cy="13"/>
              </a:xfrm>
              <a:custGeom>
                <a:avLst/>
                <a:gdLst>
                  <a:gd name="T0" fmla="*/ 0 w 2"/>
                  <a:gd name="T1" fmla="*/ 5 h 13"/>
                  <a:gd name="T2" fmla="*/ 2 w 2"/>
                  <a:gd name="T3" fmla="*/ 13 h 13"/>
                  <a:gd name="T4" fmla="*/ 2 w 2"/>
                  <a:gd name="T5" fmla="*/ 5 h 13"/>
                  <a:gd name="T6" fmla="*/ 0 w 2"/>
                  <a:gd name="T7" fmla="*/ 0 h 13"/>
                  <a:gd name="T8" fmla="*/ 0 w 2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3">
                    <a:moveTo>
                      <a:pt x="0" y="5"/>
                    </a:moveTo>
                    <a:lnTo>
                      <a:pt x="2" y="13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2" name="Freeform 6251">
                <a:extLst>
                  <a:ext uri="{FF2B5EF4-FFF2-40B4-BE49-F238E27FC236}">
                    <a16:creationId xmlns:a16="http://schemas.microsoft.com/office/drawing/2014/main" id="{F1F27B32-FD85-42D8-81A5-C86FFB9F4B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5" y="2974"/>
                <a:ext cx="16" cy="9"/>
              </a:xfrm>
              <a:custGeom>
                <a:avLst/>
                <a:gdLst>
                  <a:gd name="T0" fmla="*/ 5 w 16"/>
                  <a:gd name="T1" fmla="*/ 7 h 9"/>
                  <a:gd name="T2" fmla="*/ 9 w 16"/>
                  <a:gd name="T3" fmla="*/ 7 h 9"/>
                  <a:gd name="T4" fmla="*/ 11 w 16"/>
                  <a:gd name="T5" fmla="*/ 9 h 9"/>
                  <a:gd name="T6" fmla="*/ 13 w 16"/>
                  <a:gd name="T7" fmla="*/ 7 h 9"/>
                  <a:gd name="T8" fmla="*/ 14 w 16"/>
                  <a:gd name="T9" fmla="*/ 6 h 9"/>
                  <a:gd name="T10" fmla="*/ 16 w 16"/>
                  <a:gd name="T11" fmla="*/ 6 h 9"/>
                  <a:gd name="T12" fmla="*/ 16 w 16"/>
                  <a:gd name="T13" fmla="*/ 2 h 9"/>
                  <a:gd name="T14" fmla="*/ 13 w 16"/>
                  <a:gd name="T15" fmla="*/ 0 h 9"/>
                  <a:gd name="T16" fmla="*/ 11 w 16"/>
                  <a:gd name="T17" fmla="*/ 2 h 9"/>
                  <a:gd name="T18" fmla="*/ 5 w 16"/>
                  <a:gd name="T19" fmla="*/ 2 h 9"/>
                  <a:gd name="T20" fmla="*/ 5 w 16"/>
                  <a:gd name="T21" fmla="*/ 2 h 9"/>
                  <a:gd name="T22" fmla="*/ 1 w 16"/>
                  <a:gd name="T23" fmla="*/ 4 h 9"/>
                  <a:gd name="T24" fmla="*/ 0 w 16"/>
                  <a:gd name="T25" fmla="*/ 7 h 9"/>
                  <a:gd name="T26" fmla="*/ 1 w 16"/>
                  <a:gd name="T27" fmla="*/ 9 h 9"/>
                  <a:gd name="T28" fmla="*/ 5 w 16"/>
                  <a:gd name="T2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9">
                    <a:moveTo>
                      <a:pt x="5" y="7"/>
                    </a:moveTo>
                    <a:lnTo>
                      <a:pt x="9" y="7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3" name="Freeform 6252">
                <a:extLst>
                  <a:ext uri="{FF2B5EF4-FFF2-40B4-BE49-F238E27FC236}">
                    <a16:creationId xmlns:a16="http://schemas.microsoft.com/office/drawing/2014/main" id="{4D424A63-CBA4-490D-BAB9-73D5CC9171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1" y="2793"/>
                <a:ext cx="9" cy="8"/>
              </a:xfrm>
              <a:custGeom>
                <a:avLst/>
                <a:gdLst>
                  <a:gd name="T0" fmla="*/ 2 w 9"/>
                  <a:gd name="T1" fmla="*/ 8 h 8"/>
                  <a:gd name="T2" fmla="*/ 5 w 9"/>
                  <a:gd name="T3" fmla="*/ 6 h 8"/>
                  <a:gd name="T4" fmla="*/ 9 w 9"/>
                  <a:gd name="T5" fmla="*/ 4 h 8"/>
                  <a:gd name="T6" fmla="*/ 9 w 9"/>
                  <a:gd name="T7" fmla="*/ 0 h 8"/>
                  <a:gd name="T8" fmla="*/ 5 w 9"/>
                  <a:gd name="T9" fmla="*/ 0 h 8"/>
                  <a:gd name="T10" fmla="*/ 0 w 9"/>
                  <a:gd name="T11" fmla="*/ 4 h 8"/>
                  <a:gd name="T12" fmla="*/ 2 w 9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lnTo>
                      <a:pt x="5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4" name="Freeform 6253">
                <a:extLst>
                  <a:ext uri="{FF2B5EF4-FFF2-40B4-BE49-F238E27FC236}">
                    <a16:creationId xmlns:a16="http://schemas.microsoft.com/office/drawing/2014/main" id="{C3929F62-64C7-49D4-A57A-C1D220389D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8" y="2912"/>
                <a:ext cx="23" cy="13"/>
              </a:xfrm>
              <a:custGeom>
                <a:avLst/>
                <a:gdLst>
                  <a:gd name="T0" fmla="*/ 19 w 23"/>
                  <a:gd name="T1" fmla="*/ 12 h 13"/>
                  <a:gd name="T2" fmla="*/ 21 w 23"/>
                  <a:gd name="T3" fmla="*/ 12 h 13"/>
                  <a:gd name="T4" fmla="*/ 23 w 23"/>
                  <a:gd name="T5" fmla="*/ 8 h 13"/>
                  <a:gd name="T6" fmla="*/ 19 w 23"/>
                  <a:gd name="T7" fmla="*/ 4 h 13"/>
                  <a:gd name="T8" fmla="*/ 19 w 23"/>
                  <a:gd name="T9" fmla="*/ 2 h 13"/>
                  <a:gd name="T10" fmla="*/ 15 w 23"/>
                  <a:gd name="T11" fmla="*/ 0 h 13"/>
                  <a:gd name="T12" fmla="*/ 10 w 23"/>
                  <a:gd name="T13" fmla="*/ 0 h 13"/>
                  <a:gd name="T14" fmla="*/ 6 w 23"/>
                  <a:gd name="T15" fmla="*/ 2 h 13"/>
                  <a:gd name="T16" fmla="*/ 4 w 23"/>
                  <a:gd name="T17" fmla="*/ 0 h 13"/>
                  <a:gd name="T18" fmla="*/ 0 w 23"/>
                  <a:gd name="T19" fmla="*/ 4 h 13"/>
                  <a:gd name="T20" fmla="*/ 0 w 23"/>
                  <a:gd name="T21" fmla="*/ 8 h 13"/>
                  <a:gd name="T22" fmla="*/ 4 w 23"/>
                  <a:gd name="T23" fmla="*/ 12 h 13"/>
                  <a:gd name="T24" fmla="*/ 8 w 23"/>
                  <a:gd name="T25" fmla="*/ 12 h 13"/>
                  <a:gd name="T26" fmla="*/ 10 w 23"/>
                  <a:gd name="T27" fmla="*/ 13 h 13"/>
                  <a:gd name="T28" fmla="*/ 11 w 23"/>
                  <a:gd name="T29" fmla="*/ 13 h 13"/>
                  <a:gd name="T30" fmla="*/ 15 w 23"/>
                  <a:gd name="T31" fmla="*/ 13 h 13"/>
                  <a:gd name="T32" fmla="*/ 19 w 23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3">
                    <a:moveTo>
                      <a:pt x="19" y="12"/>
                    </a:moveTo>
                    <a:lnTo>
                      <a:pt x="21" y="12"/>
                    </a:lnTo>
                    <a:lnTo>
                      <a:pt x="23" y="8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19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5" name="Freeform 6254">
                <a:extLst>
                  <a:ext uri="{FF2B5EF4-FFF2-40B4-BE49-F238E27FC236}">
                    <a16:creationId xmlns:a16="http://schemas.microsoft.com/office/drawing/2014/main" id="{307CCF80-1CD1-469E-80AF-C826E7A3FF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815"/>
                <a:ext cx="5" cy="12"/>
              </a:xfrm>
              <a:custGeom>
                <a:avLst/>
                <a:gdLst>
                  <a:gd name="T0" fmla="*/ 5 w 5"/>
                  <a:gd name="T1" fmla="*/ 8 h 12"/>
                  <a:gd name="T2" fmla="*/ 3 w 5"/>
                  <a:gd name="T3" fmla="*/ 4 h 12"/>
                  <a:gd name="T4" fmla="*/ 0 w 5"/>
                  <a:gd name="T5" fmla="*/ 0 h 12"/>
                  <a:gd name="T6" fmla="*/ 0 w 5"/>
                  <a:gd name="T7" fmla="*/ 4 h 12"/>
                  <a:gd name="T8" fmla="*/ 0 w 5"/>
                  <a:gd name="T9" fmla="*/ 8 h 12"/>
                  <a:gd name="T10" fmla="*/ 3 w 5"/>
                  <a:gd name="T11" fmla="*/ 12 h 12"/>
                  <a:gd name="T12" fmla="*/ 5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5" y="8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2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6" name="Freeform 6255">
                <a:extLst>
                  <a:ext uri="{FF2B5EF4-FFF2-40B4-BE49-F238E27FC236}">
                    <a16:creationId xmlns:a16="http://schemas.microsoft.com/office/drawing/2014/main" id="{C9FF68A6-6F46-434D-84D9-5352FCC531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776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4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7" name="Freeform 6256">
                <a:extLst>
                  <a:ext uri="{FF2B5EF4-FFF2-40B4-BE49-F238E27FC236}">
                    <a16:creationId xmlns:a16="http://schemas.microsoft.com/office/drawing/2014/main" id="{09919017-7479-4E9C-A149-743B221879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6" y="2782"/>
                <a:ext cx="11" cy="5"/>
              </a:xfrm>
              <a:custGeom>
                <a:avLst/>
                <a:gdLst>
                  <a:gd name="T0" fmla="*/ 5 w 11"/>
                  <a:gd name="T1" fmla="*/ 5 h 5"/>
                  <a:gd name="T2" fmla="*/ 7 w 11"/>
                  <a:gd name="T3" fmla="*/ 5 h 5"/>
                  <a:gd name="T4" fmla="*/ 7 w 11"/>
                  <a:gd name="T5" fmla="*/ 5 h 5"/>
                  <a:gd name="T6" fmla="*/ 11 w 11"/>
                  <a:gd name="T7" fmla="*/ 4 h 5"/>
                  <a:gd name="T8" fmla="*/ 11 w 11"/>
                  <a:gd name="T9" fmla="*/ 2 h 5"/>
                  <a:gd name="T10" fmla="*/ 7 w 11"/>
                  <a:gd name="T11" fmla="*/ 0 h 5"/>
                  <a:gd name="T12" fmla="*/ 3 w 11"/>
                  <a:gd name="T13" fmla="*/ 2 h 5"/>
                  <a:gd name="T14" fmla="*/ 0 w 11"/>
                  <a:gd name="T15" fmla="*/ 4 h 5"/>
                  <a:gd name="T16" fmla="*/ 2 w 11"/>
                  <a:gd name="T17" fmla="*/ 5 h 5"/>
                  <a:gd name="T18" fmla="*/ 5 w 11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5" y="5"/>
                    </a:moveTo>
                    <a:lnTo>
                      <a:pt x="7" y="5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8" name="Freeform 6257">
                <a:extLst>
                  <a:ext uri="{FF2B5EF4-FFF2-40B4-BE49-F238E27FC236}">
                    <a16:creationId xmlns:a16="http://schemas.microsoft.com/office/drawing/2014/main" id="{D49AA57B-2D84-4BC5-9D02-E7A2F9058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9" y="2875"/>
                <a:ext cx="7" cy="4"/>
              </a:xfrm>
              <a:custGeom>
                <a:avLst/>
                <a:gdLst>
                  <a:gd name="T0" fmla="*/ 3 w 4"/>
                  <a:gd name="T1" fmla="*/ 0 h 2"/>
                  <a:gd name="T2" fmla="*/ 1 w 4"/>
                  <a:gd name="T3" fmla="*/ 0 h 2"/>
                  <a:gd name="T4" fmla="*/ 1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4 w 4"/>
                  <a:gd name="T11" fmla="*/ 2 h 2"/>
                  <a:gd name="T12" fmla="*/ 4 w 4"/>
                  <a:gd name="T13" fmla="*/ 2 h 2"/>
                  <a:gd name="T14" fmla="*/ 4 w 4"/>
                  <a:gd name="T15" fmla="*/ 2 h 2"/>
                  <a:gd name="T16" fmla="*/ 4 w 4"/>
                  <a:gd name="T17" fmla="*/ 2 h 2"/>
                  <a:gd name="T18" fmla="*/ 4 w 4"/>
                  <a:gd name="T19" fmla="*/ 2 h 2"/>
                  <a:gd name="T20" fmla="*/ 4 w 4"/>
                  <a:gd name="T21" fmla="*/ 0 h 2"/>
                  <a:gd name="T22" fmla="*/ 3 w 4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9" name="Freeform 6258">
                <a:extLst>
                  <a:ext uri="{FF2B5EF4-FFF2-40B4-BE49-F238E27FC236}">
                    <a16:creationId xmlns:a16="http://schemas.microsoft.com/office/drawing/2014/main" id="{BD621E78-2A92-40BF-BC62-EEBEE4D34A2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08" y="2847"/>
                <a:ext cx="95" cy="118"/>
              </a:xfrm>
              <a:custGeom>
                <a:avLst/>
                <a:gdLst>
                  <a:gd name="T0" fmla="*/ 5 w 51"/>
                  <a:gd name="T1" fmla="*/ 40 h 63"/>
                  <a:gd name="T2" fmla="*/ 5 w 51"/>
                  <a:gd name="T3" fmla="*/ 48 h 63"/>
                  <a:gd name="T4" fmla="*/ 9 w 51"/>
                  <a:gd name="T5" fmla="*/ 55 h 63"/>
                  <a:gd name="T6" fmla="*/ 13 w 51"/>
                  <a:gd name="T7" fmla="*/ 56 h 63"/>
                  <a:gd name="T8" fmla="*/ 15 w 51"/>
                  <a:gd name="T9" fmla="*/ 60 h 63"/>
                  <a:gd name="T10" fmla="*/ 13 w 51"/>
                  <a:gd name="T11" fmla="*/ 51 h 63"/>
                  <a:gd name="T12" fmla="*/ 13 w 51"/>
                  <a:gd name="T13" fmla="*/ 43 h 63"/>
                  <a:gd name="T14" fmla="*/ 15 w 51"/>
                  <a:gd name="T15" fmla="*/ 35 h 63"/>
                  <a:gd name="T16" fmla="*/ 18 w 51"/>
                  <a:gd name="T17" fmla="*/ 36 h 63"/>
                  <a:gd name="T18" fmla="*/ 18 w 51"/>
                  <a:gd name="T19" fmla="*/ 42 h 63"/>
                  <a:gd name="T20" fmla="*/ 20 w 51"/>
                  <a:gd name="T21" fmla="*/ 47 h 63"/>
                  <a:gd name="T22" fmla="*/ 24 w 51"/>
                  <a:gd name="T23" fmla="*/ 50 h 63"/>
                  <a:gd name="T24" fmla="*/ 23 w 51"/>
                  <a:gd name="T25" fmla="*/ 54 h 63"/>
                  <a:gd name="T26" fmla="*/ 27 w 51"/>
                  <a:gd name="T27" fmla="*/ 53 h 63"/>
                  <a:gd name="T28" fmla="*/ 29 w 51"/>
                  <a:gd name="T29" fmla="*/ 54 h 63"/>
                  <a:gd name="T30" fmla="*/ 35 w 51"/>
                  <a:gd name="T31" fmla="*/ 52 h 63"/>
                  <a:gd name="T32" fmla="*/ 34 w 51"/>
                  <a:gd name="T33" fmla="*/ 49 h 63"/>
                  <a:gd name="T34" fmla="*/ 33 w 51"/>
                  <a:gd name="T35" fmla="*/ 45 h 63"/>
                  <a:gd name="T36" fmla="*/ 35 w 51"/>
                  <a:gd name="T37" fmla="*/ 42 h 63"/>
                  <a:gd name="T38" fmla="*/ 31 w 51"/>
                  <a:gd name="T39" fmla="*/ 42 h 63"/>
                  <a:gd name="T40" fmla="*/ 29 w 51"/>
                  <a:gd name="T41" fmla="*/ 40 h 63"/>
                  <a:gd name="T42" fmla="*/ 29 w 51"/>
                  <a:gd name="T43" fmla="*/ 39 h 63"/>
                  <a:gd name="T44" fmla="*/ 28 w 51"/>
                  <a:gd name="T45" fmla="*/ 35 h 63"/>
                  <a:gd name="T46" fmla="*/ 25 w 51"/>
                  <a:gd name="T47" fmla="*/ 32 h 63"/>
                  <a:gd name="T48" fmla="*/ 25 w 51"/>
                  <a:gd name="T49" fmla="*/ 27 h 63"/>
                  <a:gd name="T50" fmla="*/ 33 w 51"/>
                  <a:gd name="T51" fmla="*/ 21 h 63"/>
                  <a:gd name="T52" fmla="*/ 38 w 51"/>
                  <a:gd name="T53" fmla="*/ 19 h 63"/>
                  <a:gd name="T54" fmla="*/ 29 w 51"/>
                  <a:gd name="T55" fmla="*/ 17 h 63"/>
                  <a:gd name="T56" fmla="*/ 23 w 51"/>
                  <a:gd name="T57" fmla="*/ 19 h 63"/>
                  <a:gd name="T58" fmla="*/ 16 w 51"/>
                  <a:gd name="T59" fmla="*/ 23 h 63"/>
                  <a:gd name="T60" fmla="*/ 12 w 51"/>
                  <a:gd name="T61" fmla="*/ 14 h 63"/>
                  <a:gd name="T62" fmla="*/ 20 w 51"/>
                  <a:gd name="T63" fmla="*/ 11 h 63"/>
                  <a:gd name="T64" fmla="*/ 27 w 51"/>
                  <a:gd name="T65" fmla="*/ 10 h 63"/>
                  <a:gd name="T66" fmla="*/ 35 w 51"/>
                  <a:gd name="T67" fmla="*/ 10 h 63"/>
                  <a:gd name="T68" fmla="*/ 46 w 51"/>
                  <a:gd name="T69" fmla="*/ 8 h 63"/>
                  <a:gd name="T70" fmla="*/ 50 w 51"/>
                  <a:gd name="T71" fmla="*/ 3 h 63"/>
                  <a:gd name="T72" fmla="*/ 45 w 51"/>
                  <a:gd name="T73" fmla="*/ 0 h 63"/>
                  <a:gd name="T74" fmla="*/ 41 w 51"/>
                  <a:gd name="T75" fmla="*/ 5 h 63"/>
                  <a:gd name="T76" fmla="*/ 32 w 51"/>
                  <a:gd name="T77" fmla="*/ 6 h 63"/>
                  <a:gd name="T78" fmla="*/ 26 w 51"/>
                  <a:gd name="T79" fmla="*/ 4 h 63"/>
                  <a:gd name="T80" fmla="*/ 18 w 51"/>
                  <a:gd name="T81" fmla="*/ 2 h 63"/>
                  <a:gd name="T82" fmla="*/ 14 w 51"/>
                  <a:gd name="T83" fmla="*/ 7 h 63"/>
                  <a:gd name="T84" fmla="*/ 8 w 51"/>
                  <a:gd name="T85" fmla="*/ 10 h 63"/>
                  <a:gd name="T86" fmla="*/ 8 w 51"/>
                  <a:gd name="T87" fmla="*/ 17 h 63"/>
                  <a:gd name="T88" fmla="*/ 4 w 51"/>
                  <a:gd name="T89" fmla="*/ 23 h 63"/>
                  <a:gd name="T90" fmla="*/ 3 w 51"/>
                  <a:gd name="T91" fmla="*/ 29 h 63"/>
                  <a:gd name="T92" fmla="*/ 0 w 51"/>
                  <a:gd name="T93" fmla="*/ 36 h 63"/>
                  <a:gd name="T94" fmla="*/ 30 w 51"/>
                  <a:gd name="T95" fmla="*/ 51 h 63"/>
                  <a:gd name="T96" fmla="*/ 26 w 51"/>
                  <a:gd name="T97" fmla="*/ 48 h 63"/>
                  <a:gd name="T98" fmla="*/ 32 w 51"/>
                  <a:gd name="T99" fmla="*/ 46 h 63"/>
                  <a:gd name="T100" fmla="*/ 30 w 51"/>
                  <a:gd name="T101" fmla="*/ 47 h 63"/>
                  <a:gd name="T102" fmla="*/ 26 w 51"/>
                  <a:gd name="T10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1" h="63">
                    <a:moveTo>
                      <a:pt x="2" y="40"/>
                    </a:moveTo>
                    <a:cubicBezTo>
                      <a:pt x="3" y="40"/>
                      <a:pt x="3" y="40"/>
                      <a:pt x="3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9"/>
                      <a:pt x="1" y="39"/>
                      <a:pt x="1" y="39"/>
                    </a:cubicBezTo>
                    <a:lnTo>
                      <a:pt x="2" y="40"/>
                    </a:lnTo>
                    <a:close/>
                    <a:moveTo>
                      <a:pt x="31" y="51"/>
                    </a:move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0"/>
                      <a:pt x="31" y="50"/>
                      <a:pt x="31" y="50"/>
                    </a:cubicBezTo>
                    <a:lnTo>
                      <a:pt x="31" y="51"/>
                    </a:lnTo>
                    <a:close/>
                    <a:moveTo>
                      <a:pt x="25" y="50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4" y="50"/>
                      <a:pt x="24" y="50"/>
                      <a:pt x="24" y="50"/>
                    </a:cubicBezTo>
                    <a:lnTo>
                      <a:pt x="25" y="5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0" name="Freeform 6259">
                <a:extLst>
                  <a:ext uri="{FF2B5EF4-FFF2-40B4-BE49-F238E27FC236}">
                    <a16:creationId xmlns:a16="http://schemas.microsoft.com/office/drawing/2014/main" id="{2D5A7538-F8CC-4F19-878C-FF190122FA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5" y="2886"/>
                <a:ext cx="15" cy="13"/>
              </a:xfrm>
              <a:custGeom>
                <a:avLst/>
                <a:gdLst>
                  <a:gd name="T0" fmla="*/ 7 w 8"/>
                  <a:gd name="T1" fmla="*/ 3 h 7"/>
                  <a:gd name="T2" fmla="*/ 7 w 8"/>
                  <a:gd name="T3" fmla="*/ 2 h 7"/>
                  <a:gd name="T4" fmla="*/ 6 w 8"/>
                  <a:gd name="T5" fmla="*/ 0 h 7"/>
                  <a:gd name="T6" fmla="*/ 5 w 8"/>
                  <a:gd name="T7" fmla="*/ 1 h 7"/>
                  <a:gd name="T8" fmla="*/ 5 w 8"/>
                  <a:gd name="T9" fmla="*/ 0 h 7"/>
                  <a:gd name="T10" fmla="*/ 2 w 8"/>
                  <a:gd name="T11" fmla="*/ 0 h 7"/>
                  <a:gd name="T12" fmla="*/ 0 w 8"/>
                  <a:gd name="T13" fmla="*/ 1 h 7"/>
                  <a:gd name="T14" fmla="*/ 0 w 8"/>
                  <a:gd name="T15" fmla="*/ 3 h 7"/>
                  <a:gd name="T16" fmla="*/ 2 w 8"/>
                  <a:gd name="T17" fmla="*/ 5 h 7"/>
                  <a:gd name="T18" fmla="*/ 3 w 8"/>
                  <a:gd name="T19" fmla="*/ 4 h 7"/>
                  <a:gd name="T20" fmla="*/ 4 w 8"/>
                  <a:gd name="T21" fmla="*/ 5 h 7"/>
                  <a:gd name="T22" fmla="*/ 5 w 8"/>
                  <a:gd name="T23" fmla="*/ 4 h 7"/>
                  <a:gd name="T24" fmla="*/ 5 w 8"/>
                  <a:gd name="T25" fmla="*/ 4 h 7"/>
                  <a:gd name="T26" fmla="*/ 5 w 8"/>
                  <a:gd name="T27" fmla="*/ 4 h 7"/>
                  <a:gd name="T28" fmla="*/ 5 w 8"/>
                  <a:gd name="T29" fmla="*/ 4 h 7"/>
                  <a:gd name="T30" fmla="*/ 5 w 8"/>
                  <a:gd name="T31" fmla="*/ 4 h 7"/>
                  <a:gd name="T32" fmla="*/ 5 w 8"/>
                  <a:gd name="T33" fmla="*/ 4 h 7"/>
                  <a:gd name="T34" fmla="*/ 4 w 8"/>
                  <a:gd name="T35" fmla="*/ 5 h 7"/>
                  <a:gd name="T36" fmla="*/ 4 w 8"/>
                  <a:gd name="T37" fmla="*/ 5 h 7"/>
                  <a:gd name="T38" fmla="*/ 1 w 8"/>
                  <a:gd name="T39" fmla="*/ 6 h 7"/>
                  <a:gd name="T40" fmla="*/ 3 w 8"/>
                  <a:gd name="T41" fmla="*/ 7 h 7"/>
                  <a:gd name="T42" fmla="*/ 4 w 8"/>
                  <a:gd name="T43" fmla="*/ 7 h 7"/>
                  <a:gd name="T44" fmla="*/ 4 w 8"/>
                  <a:gd name="T45" fmla="*/ 6 h 7"/>
                  <a:gd name="T46" fmla="*/ 7 w 8"/>
                  <a:gd name="T47" fmla="*/ 6 h 7"/>
                  <a:gd name="T48" fmla="*/ 5 w 8"/>
                  <a:gd name="T49" fmla="*/ 5 h 7"/>
                  <a:gd name="T50" fmla="*/ 8 w 8"/>
                  <a:gd name="T51" fmla="*/ 5 h 7"/>
                  <a:gd name="T52" fmla="*/ 7 w 8"/>
                  <a:gd name="T5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" h="7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5"/>
                      <a:pt x="8" y="5"/>
                      <a:pt x="8" y="5"/>
                    </a:cubicBezTo>
                    <a:lnTo>
                      <a:pt x="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1" name="Freeform 6260">
                <a:extLst>
                  <a:ext uri="{FF2B5EF4-FFF2-40B4-BE49-F238E27FC236}">
                    <a16:creationId xmlns:a16="http://schemas.microsoft.com/office/drawing/2014/main" id="{596FA3D2-ECEA-4235-AB22-FE794487F21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2894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13 w 13"/>
                  <a:gd name="T3" fmla="*/ 3 h 7"/>
                  <a:gd name="T4" fmla="*/ 11 w 13"/>
                  <a:gd name="T5" fmla="*/ 3 h 7"/>
                  <a:gd name="T6" fmla="*/ 11 w 13"/>
                  <a:gd name="T7" fmla="*/ 2 h 7"/>
                  <a:gd name="T8" fmla="*/ 10 w 13"/>
                  <a:gd name="T9" fmla="*/ 0 h 7"/>
                  <a:gd name="T10" fmla="*/ 4 w 13"/>
                  <a:gd name="T11" fmla="*/ 0 h 7"/>
                  <a:gd name="T12" fmla="*/ 0 w 13"/>
                  <a:gd name="T13" fmla="*/ 2 h 7"/>
                  <a:gd name="T14" fmla="*/ 2 w 13"/>
                  <a:gd name="T15" fmla="*/ 5 h 7"/>
                  <a:gd name="T16" fmla="*/ 8 w 13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13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2" name="Freeform 6261">
                <a:extLst>
                  <a:ext uri="{FF2B5EF4-FFF2-40B4-BE49-F238E27FC236}">
                    <a16:creationId xmlns:a16="http://schemas.microsoft.com/office/drawing/2014/main" id="{986B22AD-D4FE-4417-A97F-621D854CC77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25" y="2875"/>
                <a:ext cx="13" cy="9"/>
              </a:xfrm>
              <a:custGeom>
                <a:avLst/>
                <a:gdLst>
                  <a:gd name="T0" fmla="*/ 7 w 13"/>
                  <a:gd name="T1" fmla="*/ 0 h 9"/>
                  <a:gd name="T2" fmla="*/ 6 w 13"/>
                  <a:gd name="T3" fmla="*/ 2 h 9"/>
                  <a:gd name="T4" fmla="*/ 6 w 13"/>
                  <a:gd name="T5" fmla="*/ 2 h 9"/>
                  <a:gd name="T6" fmla="*/ 6 w 13"/>
                  <a:gd name="T7" fmla="*/ 0 h 9"/>
                  <a:gd name="T8" fmla="*/ 2 w 13"/>
                  <a:gd name="T9" fmla="*/ 0 h 9"/>
                  <a:gd name="T10" fmla="*/ 0 w 13"/>
                  <a:gd name="T11" fmla="*/ 4 h 9"/>
                  <a:gd name="T12" fmla="*/ 2 w 13"/>
                  <a:gd name="T13" fmla="*/ 6 h 9"/>
                  <a:gd name="T14" fmla="*/ 0 w 13"/>
                  <a:gd name="T15" fmla="*/ 8 h 9"/>
                  <a:gd name="T16" fmla="*/ 7 w 13"/>
                  <a:gd name="T17" fmla="*/ 9 h 9"/>
                  <a:gd name="T18" fmla="*/ 6 w 13"/>
                  <a:gd name="T19" fmla="*/ 6 h 9"/>
                  <a:gd name="T20" fmla="*/ 6 w 13"/>
                  <a:gd name="T21" fmla="*/ 8 h 9"/>
                  <a:gd name="T22" fmla="*/ 9 w 13"/>
                  <a:gd name="T23" fmla="*/ 8 h 9"/>
                  <a:gd name="T24" fmla="*/ 11 w 13"/>
                  <a:gd name="T25" fmla="*/ 9 h 9"/>
                  <a:gd name="T26" fmla="*/ 13 w 13"/>
                  <a:gd name="T27" fmla="*/ 8 h 9"/>
                  <a:gd name="T28" fmla="*/ 11 w 13"/>
                  <a:gd name="T29" fmla="*/ 6 h 9"/>
                  <a:gd name="T30" fmla="*/ 11 w 13"/>
                  <a:gd name="T31" fmla="*/ 4 h 9"/>
                  <a:gd name="T32" fmla="*/ 11 w 13"/>
                  <a:gd name="T33" fmla="*/ 2 h 9"/>
                  <a:gd name="T34" fmla="*/ 7 w 13"/>
                  <a:gd name="T35" fmla="*/ 0 h 9"/>
                  <a:gd name="T36" fmla="*/ 4 w 13"/>
                  <a:gd name="T37" fmla="*/ 6 h 9"/>
                  <a:gd name="T38" fmla="*/ 4 w 13"/>
                  <a:gd name="T39" fmla="*/ 4 h 9"/>
                  <a:gd name="T40" fmla="*/ 4 w 13"/>
                  <a:gd name="T41" fmla="*/ 6 h 9"/>
                  <a:gd name="T42" fmla="*/ 6 w 13"/>
                  <a:gd name="T43" fmla="*/ 6 h 9"/>
                  <a:gd name="T44" fmla="*/ 4 w 13"/>
                  <a:gd name="T4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7" y="9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  <a:moveTo>
                      <a:pt x="4" y="6"/>
                    </a:moveTo>
                    <a:lnTo>
                      <a:pt x="4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3" name="Freeform 6262">
                <a:extLst>
                  <a:ext uri="{FF2B5EF4-FFF2-40B4-BE49-F238E27FC236}">
                    <a16:creationId xmlns:a16="http://schemas.microsoft.com/office/drawing/2014/main" id="{12A1864C-CDC2-487D-A31A-2E6881AA5E7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968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2 h 4"/>
                  <a:gd name="T6" fmla="*/ 2 w 6"/>
                  <a:gd name="T7" fmla="*/ 0 h 4"/>
                  <a:gd name="T8" fmla="*/ 0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4" name="Freeform 6263">
                <a:extLst>
                  <a:ext uri="{FF2B5EF4-FFF2-40B4-BE49-F238E27FC236}">
                    <a16:creationId xmlns:a16="http://schemas.microsoft.com/office/drawing/2014/main" id="{FE4B87D3-16DE-45C4-B8A9-5501C71F4D2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77" y="2983"/>
                <a:ext cx="20" cy="10"/>
              </a:xfrm>
              <a:custGeom>
                <a:avLst/>
                <a:gdLst>
                  <a:gd name="T0" fmla="*/ 13 w 20"/>
                  <a:gd name="T1" fmla="*/ 8 h 10"/>
                  <a:gd name="T2" fmla="*/ 18 w 20"/>
                  <a:gd name="T3" fmla="*/ 6 h 10"/>
                  <a:gd name="T4" fmla="*/ 20 w 20"/>
                  <a:gd name="T5" fmla="*/ 2 h 10"/>
                  <a:gd name="T6" fmla="*/ 18 w 20"/>
                  <a:gd name="T7" fmla="*/ 0 h 10"/>
                  <a:gd name="T8" fmla="*/ 15 w 20"/>
                  <a:gd name="T9" fmla="*/ 2 h 10"/>
                  <a:gd name="T10" fmla="*/ 13 w 20"/>
                  <a:gd name="T11" fmla="*/ 0 h 10"/>
                  <a:gd name="T12" fmla="*/ 9 w 20"/>
                  <a:gd name="T13" fmla="*/ 2 h 10"/>
                  <a:gd name="T14" fmla="*/ 9 w 20"/>
                  <a:gd name="T15" fmla="*/ 2 h 10"/>
                  <a:gd name="T16" fmla="*/ 7 w 20"/>
                  <a:gd name="T17" fmla="*/ 2 h 10"/>
                  <a:gd name="T18" fmla="*/ 7 w 20"/>
                  <a:gd name="T19" fmla="*/ 2 h 10"/>
                  <a:gd name="T20" fmla="*/ 7 w 20"/>
                  <a:gd name="T21" fmla="*/ 2 h 10"/>
                  <a:gd name="T22" fmla="*/ 5 w 20"/>
                  <a:gd name="T23" fmla="*/ 4 h 10"/>
                  <a:gd name="T24" fmla="*/ 3 w 20"/>
                  <a:gd name="T25" fmla="*/ 6 h 10"/>
                  <a:gd name="T26" fmla="*/ 0 w 20"/>
                  <a:gd name="T27" fmla="*/ 8 h 10"/>
                  <a:gd name="T28" fmla="*/ 3 w 20"/>
                  <a:gd name="T29" fmla="*/ 8 h 10"/>
                  <a:gd name="T30" fmla="*/ 5 w 20"/>
                  <a:gd name="T31" fmla="*/ 10 h 10"/>
                  <a:gd name="T32" fmla="*/ 9 w 20"/>
                  <a:gd name="T33" fmla="*/ 6 h 10"/>
                  <a:gd name="T34" fmla="*/ 9 w 20"/>
                  <a:gd name="T35" fmla="*/ 6 h 10"/>
                  <a:gd name="T36" fmla="*/ 9 w 20"/>
                  <a:gd name="T37" fmla="*/ 8 h 10"/>
                  <a:gd name="T38" fmla="*/ 13 w 20"/>
                  <a:gd name="T39" fmla="*/ 8 h 10"/>
                  <a:gd name="T40" fmla="*/ 9 w 20"/>
                  <a:gd name="T41" fmla="*/ 4 h 10"/>
                  <a:gd name="T42" fmla="*/ 9 w 20"/>
                  <a:gd name="T43" fmla="*/ 4 h 10"/>
                  <a:gd name="T44" fmla="*/ 9 w 20"/>
                  <a:gd name="T45" fmla="*/ 4 h 10"/>
                  <a:gd name="T46" fmla="*/ 9 w 20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10">
                    <a:moveTo>
                      <a:pt x="13" y="8"/>
                    </a:moveTo>
                    <a:lnTo>
                      <a:pt x="18" y="6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3" y="8"/>
                    </a:lnTo>
                    <a:close/>
                    <a:moveTo>
                      <a:pt x="9" y="4"/>
                    </a:move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5" name="Freeform 6264">
                <a:extLst>
                  <a:ext uri="{FF2B5EF4-FFF2-40B4-BE49-F238E27FC236}">
                    <a16:creationId xmlns:a16="http://schemas.microsoft.com/office/drawing/2014/main" id="{799D6B94-5134-451C-B0F0-FC557E235E0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57" y="296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2 w 8"/>
                  <a:gd name="T3" fmla="*/ 0 h 7"/>
                  <a:gd name="T4" fmla="*/ 0 w 8"/>
                  <a:gd name="T5" fmla="*/ 1 h 7"/>
                  <a:gd name="T6" fmla="*/ 0 w 8"/>
                  <a:gd name="T7" fmla="*/ 3 h 7"/>
                  <a:gd name="T8" fmla="*/ 2 w 8"/>
                  <a:gd name="T9" fmla="*/ 7 h 7"/>
                  <a:gd name="T10" fmla="*/ 4 w 8"/>
                  <a:gd name="T11" fmla="*/ 3 h 7"/>
                  <a:gd name="T12" fmla="*/ 6 w 8"/>
                  <a:gd name="T13" fmla="*/ 3 h 7"/>
                  <a:gd name="T14" fmla="*/ 8 w 8"/>
                  <a:gd name="T15" fmla="*/ 3 h 7"/>
                  <a:gd name="T16" fmla="*/ 6 w 8"/>
                  <a:gd name="T17" fmla="*/ 1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6" name="Freeform 6265">
                <a:extLst>
                  <a:ext uri="{FF2B5EF4-FFF2-40B4-BE49-F238E27FC236}">
                    <a16:creationId xmlns:a16="http://schemas.microsoft.com/office/drawing/2014/main" id="{6763E4C9-9792-48BC-AEF0-33D1174363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2" y="289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4 w 5"/>
                  <a:gd name="T5" fmla="*/ 3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7" name="Freeform 6266">
                <a:extLst>
                  <a:ext uri="{FF2B5EF4-FFF2-40B4-BE49-F238E27FC236}">
                    <a16:creationId xmlns:a16="http://schemas.microsoft.com/office/drawing/2014/main" id="{C6BFE032-CBD3-42C0-88A8-A293509FC8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0" y="2877"/>
                <a:ext cx="19" cy="11"/>
              </a:xfrm>
              <a:custGeom>
                <a:avLst/>
                <a:gdLst>
                  <a:gd name="T0" fmla="*/ 10 w 19"/>
                  <a:gd name="T1" fmla="*/ 9 h 11"/>
                  <a:gd name="T2" fmla="*/ 12 w 19"/>
                  <a:gd name="T3" fmla="*/ 9 h 11"/>
                  <a:gd name="T4" fmla="*/ 12 w 19"/>
                  <a:gd name="T5" fmla="*/ 11 h 11"/>
                  <a:gd name="T6" fmla="*/ 19 w 19"/>
                  <a:gd name="T7" fmla="*/ 9 h 11"/>
                  <a:gd name="T8" fmla="*/ 15 w 19"/>
                  <a:gd name="T9" fmla="*/ 7 h 11"/>
                  <a:gd name="T10" fmla="*/ 13 w 19"/>
                  <a:gd name="T11" fmla="*/ 6 h 11"/>
                  <a:gd name="T12" fmla="*/ 12 w 19"/>
                  <a:gd name="T13" fmla="*/ 4 h 11"/>
                  <a:gd name="T14" fmla="*/ 10 w 19"/>
                  <a:gd name="T15" fmla="*/ 2 h 11"/>
                  <a:gd name="T16" fmla="*/ 6 w 19"/>
                  <a:gd name="T17" fmla="*/ 2 h 11"/>
                  <a:gd name="T18" fmla="*/ 0 w 19"/>
                  <a:gd name="T19" fmla="*/ 0 h 11"/>
                  <a:gd name="T20" fmla="*/ 2 w 19"/>
                  <a:gd name="T21" fmla="*/ 4 h 11"/>
                  <a:gd name="T22" fmla="*/ 6 w 19"/>
                  <a:gd name="T23" fmla="*/ 7 h 11"/>
                  <a:gd name="T24" fmla="*/ 6 w 19"/>
                  <a:gd name="T25" fmla="*/ 6 h 11"/>
                  <a:gd name="T26" fmla="*/ 8 w 19"/>
                  <a:gd name="T27" fmla="*/ 7 h 11"/>
                  <a:gd name="T28" fmla="*/ 8 w 19"/>
                  <a:gd name="T29" fmla="*/ 9 h 11"/>
                  <a:gd name="T30" fmla="*/ 10 w 19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1">
                    <a:moveTo>
                      <a:pt x="10" y="9"/>
                    </a:moveTo>
                    <a:lnTo>
                      <a:pt x="12" y="9"/>
                    </a:lnTo>
                    <a:lnTo>
                      <a:pt x="12" y="11"/>
                    </a:lnTo>
                    <a:lnTo>
                      <a:pt x="19" y="9"/>
                    </a:lnTo>
                    <a:lnTo>
                      <a:pt x="15" y="7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8" name="Freeform 6267">
                <a:extLst>
                  <a:ext uri="{FF2B5EF4-FFF2-40B4-BE49-F238E27FC236}">
                    <a16:creationId xmlns:a16="http://schemas.microsoft.com/office/drawing/2014/main" id="{C153927D-081E-4EE0-8AED-F3D1E4E8B1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63" y="2970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8 w 8"/>
                  <a:gd name="T3" fmla="*/ 0 h 4"/>
                  <a:gd name="T4" fmla="*/ 4 w 8"/>
                  <a:gd name="T5" fmla="*/ 0 h 4"/>
                  <a:gd name="T6" fmla="*/ 0 w 8"/>
                  <a:gd name="T7" fmla="*/ 0 h 4"/>
                  <a:gd name="T8" fmla="*/ 2 w 8"/>
                  <a:gd name="T9" fmla="*/ 4 h 4"/>
                  <a:gd name="T10" fmla="*/ 6 w 8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9" name="Freeform 6268">
                <a:extLst>
                  <a:ext uri="{FF2B5EF4-FFF2-40B4-BE49-F238E27FC236}">
                    <a16:creationId xmlns:a16="http://schemas.microsoft.com/office/drawing/2014/main" id="{688520CB-704A-46E4-A005-DD9F8D5919E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74" y="2763"/>
                <a:ext cx="143" cy="166"/>
              </a:xfrm>
              <a:custGeom>
                <a:avLst/>
                <a:gdLst>
                  <a:gd name="T0" fmla="*/ 75 w 77"/>
                  <a:gd name="T1" fmla="*/ 50 h 89"/>
                  <a:gd name="T2" fmla="*/ 67 w 77"/>
                  <a:gd name="T3" fmla="*/ 44 h 89"/>
                  <a:gd name="T4" fmla="*/ 68 w 77"/>
                  <a:gd name="T5" fmla="*/ 41 h 89"/>
                  <a:gd name="T6" fmla="*/ 63 w 77"/>
                  <a:gd name="T7" fmla="*/ 33 h 89"/>
                  <a:gd name="T8" fmla="*/ 65 w 77"/>
                  <a:gd name="T9" fmla="*/ 31 h 89"/>
                  <a:gd name="T10" fmla="*/ 67 w 77"/>
                  <a:gd name="T11" fmla="*/ 29 h 89"/>
                  <a:gd name="T12" fmla="*/ 66 w 77"/>
                  <a:gd name="T13" fmla="*/ 27 h 89"/>
                  <a:gd name="T14" fmla="*/ 71 w 77"/>
                  <a:gd name="T15" fmla="*/ 25 h 89"/>
                  <a:gd name="T16" fmla="*/ 73 w 77"/>
                  <a:gd name="T17" fmla="*/ 20 h 89"/>
                  <a:gd name="T18" fmla="*/ 74 w 77"/>
                  <a:gd name="T19" fmla="*/ 16 h 89"/>
                  <a:gd name="T20" fmla="*/ 69 w 77"/>
                  <a:gd name="T21" fmla="*/ 13 h 89"/>
                  <a:gd name="T22" fmla="*/ 65 w 77"/>
                  <a:gd name="T23" fmla="*/ 12 h 89"/>
                  <a:gd name="T24" fmla="*/ 63 w 77"/>
                  <a:gd name="T25" fmla="*/ 8 h 89"/>
                  <a:gd name="T26" fmla="*/ 62 w 77"/>
                  <a:gd name="T27" fmla="*/ 1 h 89"/>
                  <a:gd name="T28" fmla="*/ 58 w 77"/>
                  <a:gd name="T29" fmla="*/ 3 h 89"/>
                  <a:gd name="T30" fmla="*/ 59 w 77"/>
                  <a:gd name="T31" fmla="*/ 6 h 89"/>
                  <a:gd name="T32" fmla="*/ 54 w 77"/>
                  <a:gd name="T33" fmla="*/ 8 h 89"/>
                  <a:gd name="T34" fmla="*/ 46 w 77"/>
                  <a:gd name="T35" fmla="*/ 17 h 89"/>
                  <a:gd name="T36" fmla="*/ 38 w 77"/>
                  <a:gd name="T37" fmla="*/ 22 h 89"/>
                  <a:gd name="T38" fmla="*/ 33 w 77"/>
                  <a:gd name="T39" fmla="*/ 30 h 89"/>
                  <a:gd name="T40" fmla="*/ 22 w 77"/>
                  <a:gd name="T41" fmla="*/ 36 h 89"/>
                  <a:gd name="T42" fmla="*/ 17 w 77"/>
                  <a:gd name="T43" fmla="*/ 41 h 89"/>
                  <a:gd name="T44" fmla="*/ 16 w 77"/>
                  <a:gd name="T45" fmla="*/ 46 h 89"/>
                  <a:gd name="T46" fmla="*/ 7 w 77"/>
                  <a:gd name="T47" fmla="*/ 42 h 89"/>
                  <a:gd name="T48" fmla="*/ 5 w 77"/>
                  <a:gd name="T49" fmla="*/ 43 h 89"/>
                  <a:gd name="T50" fmla="*/ 1 w 77"/>
                  <a:gd name="T51" fmla="*/ 51 h 89"/>
                  <a:gd name="T52" fmla="*/ 1 w 77"/>
                  <a:gd name="T53" fmla="*/ 59 h 89"/>
                  <a:gd name="T54" fmla="*/ 2 w 77"/>
                  <a:gd name="T55" fmla="*/ 64 h 89"/>
                  <a:gd name="T56" fmla="*/ 4 w 77"/>
                  <a:gd name="T57" fmla="*/ 66 h 89"/>
                  <a:gd name="T58" fmla="*/ 8 w 77"/>
                  <a:gd name="T59" fmla="*/ 67 h 89"/>
                  <a:gd name="T60" fmla="*/ 8 w 77"/>
                  <a:gd name="T61" fmla="*/ 73 h 89"/>
                  <a:gd name="T62" fmla="*/ 12 w 77"/>
                  <a:gd name="T63" fmla="*/ 81 h 89"/>
                  <a:gd name="T64" fmla="*/ 18 w 77"/>
                  <a:gd name="T65" fmla="*/ 81 h 89"/>
                  <a:gd name="T66" fmla="*/ 22 w 77"/>
                  <a:gd name="T67" fmla="*/ 84 h 89"/>
                  <a:gd name="T68" fmla="*/ 27 w 77"/>
                  <a:gd name="T69" fmla="*/ 84 h 89"/>
                  <a:gd name="T70" fmla="*/ 32 w 77"/>
                  <a:gd name="T71" fmla="*/ 82 h 89"/>
                  <a:gd name="T72" fmla="*/ 35 w 77"/>
                  <a:gd name="T73" fmla="*/ 84 h 89"/>
                  <a:gd name="T74" fmla="*/ 40 w 77"/>
                  <a:gd name="T75" fmla="*/ 85 h 89"/>
                  <a:gd name="T76" fmla="*/ 44 w 77"/>
                  <a:gd name="T77" fmla="*/ 89 h 89"/>
                  <a:gd name="T78" fmla="*/ 52 w 77"/>
                  <a:gd name="T79" fmla="*/ 85 h 89"/>
                  <a:gd name="T80" fmla="*/ 56 w 77"/>
                  <a:gd name="T81" fmla="*/ 86 h 89"/>
                  <a:gd name="T82" fmla="*/ 53 w 77"/>
                  <a:gd name="T83" fmla="*/ 83 h 89"/>
                  <a:gd name="T84" fmla="*/ 56 w 77"/>
                  <a:gd name="T85" fmla="*/ 78 h 89"/>
                  <a:gd name="T86" fmla="*/ 56 w 77"/>
                  <a:gd name="T87" fmla="*/ 74 h 89"/>
                  <a:gd name="T88" fmla="*/ 55 w 77"/>
                  <a:gd name="T89" fmla="*/ 72 h 89"/>
                  <a:gd name="T90" fmla="*/ 59 w 77"/>
                  <a:gd name="T91" fmla="*/ 68 h 89"/>
                  <a:gd name="T92" fmla="*/ 63 w 77"/>
                  <a:gd name="T93" fmla="*/ 59 h 89"/>
                  <a:gd name="T94" fmla="*/ 66 w 77"/>
                  <a:gd name="T95" fmla="*/ 52 h 89"/>
                  <a:gd name="T96" fmla="*/ 71 w 77"/>
                  <a:gd name="T97" fmla="*/ 53 h 89"/>
                  <a:gd name="T98" fmla="*/ 64 w 77"/>
                  <a:gd name="T99" fmla="*/ 27 h 89"/>
                  <a:gd name="T100" fmla="*/ 46 w 77"/>
                  <a:gd name="T101" fmla="*/ 20 h 89"/>
                  <a:gd name="T102" fmla="*/ 63 w 77"/>
                  <a:gd name="T103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" h="89">
                    <a:moveTo>
                      <a:pt x="71" y="53"/>
                    </a:moveTo>
                    <a:cubicBezTo>
                      <a:pt x="72" y="52"/>
                      <a:pt x="72" y="52"/>
                      <a:pt x="72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4" y="52"/>
                      <a:pt x="74" y="52"/>
                      <a:pt x="74" y="52"/>
                    </a:cubicBezTo>
                    <a:cubicBezTo>
                      <a:pt x="75" y="50"/>
                      <a:pt x="75" y="50"/>
                      <a:pt x="75" y="50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6" y="81"/>
                      <a:pt x="16" y="81"/>
                      <a:pt x="16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31" y="82"/>
                      <a:pt x="31" y="82"/>
                      <a:pt x="31" y="82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1" y="88"/>
                      <a:pt x="51" y="88"/>
                      <a:pt x="51" y="88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2"/>
                      <a:pt x="54" y="82"/>
                      <a:pt x="54" y="82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3" y="82"/>
                      <a:pt x="53" y="82"/>
                      <a:pt x="53" y="82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6" y="78"/>
                      <a:pt x="56" y="78"/>
                      <a:pt x="56" y="78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2"/>
                      <a:pt x="69" y="52"/>
                      <a:pt x="69" y="52"/>
                    </a:cubicBezTo>
                    <a:lnTo>
                      <a:pt x="71" y="53"/>
                    </a:lnTo>
                    <a:close/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6"/>
                      <a:pt x="64" y="26"/>
                      <a:pt x="64" y="26"/>
                    </a:cubicBezTo>
                    <a:close/>
                    <a:moveTo>
                      <a:pt x="46" y="20"/>
                    </a:move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20"/>
                      <a:pt x="46" y="20"/>
                      <a:pt x="46" y="20"/>
                    </a:cubicBezTo>
                    <a:close/>
                    <a:moveTo>
                      <a:pt x="63" y="30"/>
                    </a:move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1"/>
                      <a:pt x="63" y="31"/>
                      <a:pt x="63" y="31"/>
                    </a:cubicBezTo>
                    <a:lnTo>
                      <a:pt x="6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0" name="Freeform 6269">
                <a:extLst>
                  <a:ext uri="{FF2B5EF4-FFF2-40B4-BE49-F238E27FC236}">
                    <a16:creationId xmlns:a16="http://schemas.microsoft.com/office/drawing/2014/main" id="{61310C3B-7EB9-43FB-A043-6E103C61B0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83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0 h 3"/>
                  <a:gd name="T4" fmla="*/ 4 w 8"/>
                  <a:gd name="T5" fmla="*/ 3 h 3"/>
                  <a:gd name="T6" fmla="*/ 8 w 8"/>
                  <a:gd name="T7" fmla="*/ 3 h 3"/>
                  <a:gd name="T8" fmla="*/ 4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8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1" name="Freeform 6270">
                <a:extLst>
                  <a:ext uri="{FF2B5EF4-FFF2-40B4-BE49-F238E27FC236}">
                    <a16:creationId xmlns:a16="http://schemas.microsoft.com/office/drawing/2014/main" id="{167EC698-0788-4EC8-8F39-1EE1331890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8" y="2870"/>
                <a:ext cx="20" cy="7"/>
              </a:xfrm>
              <a:custGeom>
                <a:avLst/>
                <a:gdLst>
                  <a:gd name="T0" fmla="*/ 20 w 20"/>
                  <a:gd name="T1" fmla="*/ 5 h 7"/>
                  <a:gd name="T2" fmla="*/ 20 w 20"/>
                  <a:gd name="T3" fmla="*/ 1 h 7"/>
                  <a:gd name="T4" fmla="*/ 17 w 20"/>
                  <a:gd name="T5" fmla="*/ 0 h 7"/>
                  <a:gd name="T6" fmla="*/ 11 w 20"/>
                  <a:gd name="T7" fmla="*/ 0 h 7"/>
                  <a:gd name="T8" fmla="*/ 9 w 20"/>
                  <a:gd name="T9" fmla="*/ 1 h 7"/>
                  <a:gd name="T10" fmla="*/ 5 w 20"/>
                  <a:gd name="T11" fmla="*/ 1 h 7"/>
                  <a:gd name="T12" fmla="*/ 4 w 20"/>
                  <a:gd name="T13" fmla="*/ 3 h 7"/>
                  <a:gd name="T14" fmla="*/ 4 w 20"/>
                  <a:gd name="T15" fmla="*/ 3 h 7"/>
                  <a:gd name="T16" fmla="*/ 0 w 20"/>
                  <a:gd name="T17" fmla="*/ 5 h 7"/>
                  <a:gd name="T18" fmla="*/ 7 w 20"/>
                  <a:gd name="T19" fmla="*/ 7 h 7"/>
                  <a:gd name="T20" fmla="*/ 11 w 20"/>
                  <a:gd name="T21" fmla="*/ 7 h 7"/>
                  <a:gd name="T22" fmla="*/ 15 w 20"/>
                  <a:gd name="T23" fmla="*/ 7 h 7"/>
                  <a:gd name="T24" fmla="*/ 15 w 20"/>
                  <a:gd name="T25" fmla="*/ 5 h 7"/>
                  <a:gd name="T26" fmla="*/ 17 w 20"/>
                  <a:gd name="T27" fmla="*/ 7 h 7"/>
                  <a:gd name="T28" fmla="*/ 20 w 20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7">
                    <a:moveTo>
                      <a:pt x="20" y="5"/>
                    </a:moveTo>
                    <a:lnTo>
                      <a:pt x="20" y="1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7" y="7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2" name="Freeform 6271">
                <a:extLst>
                  <a:ext uri="{FF2B5EF4-FFF2-40B4-BE49-F238E27FC236}">
                    <a16:creationId xmlns:a16="http://schemas.microsoft.com/office/drawing/2014/main" id="{A3F8B93B-2E78-428D-A68E-C7A18D8FA0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836"/>
                <a:ext cx="33" cy="56"/>
              </a:xfrm>
              <a:custGeom>
                <a:avLst/>
                <a:gdLst>
                  <a:gd name="T0" fmla="*/ 9 w 33"/>
                  <a:gd name="T1" fmla="*/ 30 h 56"/>
                  <a:gd name="T2" fmla="*/ 11 w 33"/>
                  <a:gd name="T3" fmla="*/ 32 h 56"/>
                  <a:gd name="T4" fmla="*/ 15 w 33"/>
                  <a:gd name="T5" fmla="*/ 32 h 56"/>
                  <a:gd name="T6" fmla="*/ 16 w 33"/>
                  <a:gd name="T7" fmla="*/ 34 h 56"/>
                  <a:gd name="T8" fmla="*/ 22 w 33"/>
                  <a:gd name="T9" fmla="*/ 32 h 56"/>
                  <a:gd name="T10" fmla="*/ 26 w 33"/>
                  <a:gd name="T11" fmla="*/ 35 h 56"/>
                  <a:gd name="T12" fmla="*/ 33 w 33"/>
                  <a:gd name="T13" fmla="*/ 39 h 56"/>
                  <a:gd name="T14" fmla="*/ 31 w 33"/>
                  <a:gd name="T15" fmla="*/ 35 h 56"/>
                  <a:gd name="T16" fmla="*/ 20 w 33"/>
                  <a:gd name="T17" fmla="*/ 30 h 56"/>
                  <a:gd name="T18" fmla="*/ 20 w 33"/>
                  <a:gd name="T19" fmla="*/ 30 h 56"/>
                  <a:gd name="T20" fmla="*/ 20 w 33"/>
                  <a:gd name="T21" fmla="*/ 28 h 56"/>
                  <a:gd name="T22" fmla="*/ 15 w 33"/>
                  <a:gd name="T23" fmla="*/ 24 h 56"/>
                  <a:gd name="T24" fmla="*/ 15 w 33"/>
                  <a:gd name="T25" fmla="*/ 24 h 56"/>
                  <a:gd name="T26" fmla="*/ 13 w 33"/>
                  <a:gd name="T27" fmla="*/ 24 h 56"/>
                  <a:gd name="T28" fmla="*/ 15 w 33"/>
                  <a:gd name="T29" fmla="*/ 22 h 56"/>
                  <a:gd name="T30" fmla="*/ 20 w 33"/>
                  <a:gd name="T31" fmla="*/ 20 h 56"/>
                  <a:gd name="T32" fmla="*/ 22 w 33"/>
                  <a:gd name="T33" fmla="*/ 15 h 56"/>
                  <a:gd name="T34" fmla="*/ 22 w 33"/>
                  <a:gd name="T35" fmla="*/ 13 h 56"/>
                  <a:gd name="T36" fmla="*/ 20 w 33"/>
                  <a:gd name="T37" fmla="*/ 11 h 56"/>
                  <a:gd name="T38" fmla="*/ 15 w 33"/>
                  <a:gd name="T39" fmla="*/ 13 h 56"/>
                  <a:gd name="T40" fmla="*/ 11 w 33"/>
                  <a:gd name="T41" fmla="*/ 15 h 56"/>
                  <a:gd name="T42" fmla="*/ 11 w 33"/>
                  <a:gd name="T43" fmla="*/ 9 h 56"/>
                  <a:gd name="T44" fmla="*/ 7 w 33"/>
                  <a:gd name="T45" fmla="*/ 9 h 56"/>
                  <a:gd name="T46" fmla="*/ 7 w 33"/>
                  <a:gd name="T47" fmla="*/ 7 h 56"/>
                  <a:gd name="T48" fmla="*/ 9 w 33"/>
                  <a:gd name="T49" fmla="*/ 6 h 56"/>
                  <a:gd name="T50" fmla="*/ 11 w 33"/>
                  <a:gd name="T51" fmla="*/ 2 h 56"/>
                  <a:gd name="T52" fmla="*/ 11 w 33"/>
                  <a:gd name="T53" fmla="*/ 9 h 56"/>
                  <a:gd name="T54" fmla="*/ 15 w 33"/>
                  <a:gd name="T55" fmla="*/ 7 h 56"/>
                  <a:gd name="T56" fmla="*/ 16 w 33"/>
                  <a:gd name="T57" fmla="*/ 7 h 56"/>
                  <a:gd name="T58" fmla="*/ 20 w 33"/>
                  <a:gd name="T59" fmla="*/ 4 h 56"/>
                  <a:gd name="T60" fmla="*/ 18 w 33"/>
                  <a:gd name="T61" fmla="*/ 2 h 56"/>
                  <a:gd name="T62" fmla="*/ 15 w 33"/>
                  <a:gd name="T63" fmla="*/ 0 h 56"/>
                  <a:gd name="T64" fmla="*/ 13 w 33"/>
                  <a:gd name="T65" fmla="*/ 2 h 56"/>
                  <a:gd name="T66" fmla="*/ 11 w 33"/>
                  <a:gd name="T67" fmla="*/ 2 h 56"/>
                  <a:gd name="T68" fmla="*/ 11 w 33"/>
                  <a:gd name="T69" fmla="*/ 2 h 56"/>
                  <a:gd name="T70" fmla="*/ 7 w 33"/>
                  <a:gd name="T71" fmla="*/ 4 h 56"/>
                  <a:gd name="T72" fmla="*/ 1 w 33"/>
                  <a:gd name="T73" fmla="*/ 7 h 56"/>
                  <a:gd name="T74" fmla="*/ 1 w 33"/>
                  <a:gd name="T75" fmla="*/ 11 h 56"/>
                  <a:gd name="T76" fmla="*/ 1 w 33"/>
                  <a:gd name="T77" fmla="*/ 15 h 56"/>
                  <a:gd name="T78" fmla="*/ 0 w 33"/>
                  <a:gd name="T79" fmla="*/ 15 h 56"/>
                  <a:gd name="T80" fmla="*/ 0 w 33"/>
                  <a:gd name="T81" fmla="*/ 20 h 56"/>
                  <a:gd name="T82" fmla="*/ 1 w 33"/>
                  <a:gd name="T83" fmla="*/ 22 h 56"/>
                  <a:gd name="T84" fmla="*/ 1 w 33"/>
                  <a:gd name="T85" fmla="*/ 24 h 56"/>
                  <a:gd name="T86" fmla="*/ 1 w 33"/>
                  <a:gd name="T87" fmla="*/ 26 h 56"/>
                  <a:gd name="T88" fmla="*/ 0 w 33"/>
                  <a:gd name="T89" fmla="*/ 30 h 56"/>
                  <a:gd name="T90" fmla="*/ 3 w 33"/>
                  <a:gd name="T91" fmla="*/ 32 h 56"/>
                  <a:gd name="T92" fmla="*/ 3 w 33"/>
                  <a:gd name="T93" fmla="*/ 34 h 56"/>
                  <a:gd name="T94" fmla="*/ 3 w 33"/>
                  <a:gd name="T95" fmla="*/ 34 h 56"/>
                  <a:gd name="T96" fmla="*/ 1 w 33"/>
                  <a:gd name="T97" fmla="*/ 37 h 56"/>
                  <a:gd name="T98" fmla="*/ 3 w 33"/>
                  <a:gd name="T99" fmla="*/ 41 h 56"/>
                  <a:gd name="T100" fmla="*/ 7 w 33"/>
                  <a:gd name="T101" fmla="*/ 43 h 56"/>
                  <a:gd name="T102" fmla="*/ 9 w 33"/>
                  <a:gd name="T103" fmla="*/ 47 h 56"/>
                  <a:gd name="T104" fmla="*/ 11 w 33"/>
                  <a:gd name="T105" fmla="*/ 48 h 56"/>
                  <a:gd name="T106" fmla="*/ 13 w 33"/>
                  <a:gd name="T107" fmla="*/ 56 h 56"/>
                  <a:gd name="T108" fmla="*/ 15 w 33"/>
                  <a:gd name="T109" fmla="*/ 48 h 56"/>
                  <a:gd name="T110" fmla="*/ 16 w 33"/>
                  <a:gd name="T111" fmla="*/ 48 h 56"/>
                  <a:gd name="T112" fmla="*/ 15 w 33"/>
                  <a:gd name="T113" fmla="*/ 45 h 56"/>
                  <a:gd name="T114" fmla="*/ 11 w 33"/>
                  <a:gd name="T115" fmla="*/ 43 h 56"/>
                  <a:gd name="T116" fmla="*/ 11 w 33"/>
                  <a:gd name="T117" fmla="*/ 39 h 56"/>
                  <a:gd name="T118" fmla="*/ 7 w 33"/>
                  <a:gd name="T119" fmla="*/ 35 h 56"/>
                  <a:gd name="T120" fmla="*/ 7 w 33"/>
                  <a:gd name="T121" fmla="*/ 30 h 56"/>
                  <a:gd name="T122" fmla="*/ 9 w 33"/>
                  <a:gd name="T123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" h="56">
                    <a:moveTo>
                      <a:pt x="9" y="30"/>
                    </a:moveTo>
                    <a:lnTo>
                      <a:pt x="11" y="32"/>
                    </a:lnTo>
                    <a:lnTo>
                      <a:pt x="15" y="32"/>
                    </a:lnTo>
                    <a:lnTo>
                      <a:pt x="16" y="34"/>
                    </a:lnTo>
                    <a:lnTo>
                      <a:pt x="22" y="32"/>
                    </a:lnTo>
                    <a:lnTo>
                      <a:pt x="26" y="35"/>
                    </a:lnTo>
                    <a:lnTo>
                      <a:pt x="33" y="39"/>
                    </a:lnTo>
                    <a:lnTo>
                      <a:pt x="31" y="35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5" y="22"/>
                    </a:lnTo>
                    <a:lnTo>
                      <a:pt x="20" y="20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5" y="13"/>
                    </a:lnTo>
                    <a:lnTo>
                      <a:pt x="11" y="15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2"/>
                    </a:lnTo>
                    <a:lnTo>
                      <a:pt x="11" y="9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1" y="7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1" y="24"/>
                    </a:lnTo>
                    <a:lnTo>
                      <a:pt x="1" y="26"/>
                    </a:lnTo>
                    <a:lnTo>
                      <a:pt x="0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1" y="37"/>
                    </a:lnTo>
                    <a:lnTo>
                      <a:pt x="3" y="41"/>
                    </a:lnTo>
                    <a:lnTo>
                      <a:pt x="7" y="43"/>
                    </a:lnTo>
                    <a:lnTo>
                      <a:pt x="9" y="47"/>
                    </a:lnTo>
                    <a:lnTo>
                      <a:pt x="11" y="48"/>
                    </a:lnTo>
                    <a:lnTo>
                      <a:pt x="13" y="56"/>
                    </a:lnTo>
                    <a:lnTo>
                      <a:pt x="15" y="48"/>
                    </a:lnTo>
                    <a:lnTo>
                      <a:pt x="16" y="48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1" y="39"/>
                    </a:lnTo>
                    <a:lnTo>
                      <a:pt x="7" y="35"/>
                    </a:lnTo>
                    <a:lnTo>
                      <a:pt x="7" y="30"/>
                    </a:lnTo>
                    <a:lnTo>
                      <a:pt x="9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3" name="Freeform 6272">
                <a:extLst>
                  <a:ext uri="{FF2B5EF4-FFF2-40B4-BE49-F238E27FC236}">
                    <a16:creationId xmlns:a16="http://schemas.microsoft.com/office/drawing/2014/main" id="{497A5992-7F38-4F53-8CBC-82FC0CF31E8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90"/>
                <a:ext cx="34" cy="7"/>
              </a:xfrm>
              <a:custGeom>
                <a:avLst/>
                <a:gdLst>
                  <a:gd name="T0" fmla="*/ 6 w 18"/>
                  <a:gd name="T1" fmla="*/ 2 h 4"/>
                  <a:gd name="T2" fmla="*/ 6 w 18"/>
                  <a:gd name="T3" fmla="*/ 2 h 4"/>
                  <a:gd name="T4" fmla="*/ 6 w 18"/>
                  <a:gd name="T5" fmla="*/ 2 h 4"/>
                  <a:gd name="T6" fmla="*/ 9 w 18"/>
                  <a:gd name="T7" fmla="*/ 4 h 4"/>
                  <a:gd name="T8" fmla="*/ 13 w 18"/>
                  <a:gd name="T9" fmla="*/ 4 h 4"/>
                  <a:gd name="T10" fmla="*/ 16 w 18"/>
                  <a:gd name="T11" fmla="*/ 4 h 4"/>
                  <a:gd name="T12" fmla="*/ 18 w 18"/>
                  <a:gd name="T13" fmla="*/ 2 h 4"/>
                  <a:gd name="T14" fmla="*/ 14 w 18"/>
                  <a:gd name="T15" fmla="*/ 1 h 4"/>
                  <a:gd name="T16" fmla="*/ 13 w 18"/>
                  <a:gd name="T17" fmla="*/ 2 h 4"/>
                  <a:gd name="T18" fmla="*/ 11 w 18"/>
                  <a:gd name="T19" fmla="*/ 1 h 4"/>
                  <a:gd name="T20" fmla="*/ 9 w 18"/>
                  <a:gd name="T21" fmla="*/ 2 h 4"/>
                  <a:gd name="T22" fmla="*/ 7 w 18"/>
                  <a:gd name="T23" fmla="*/ 1 h 4"/>
                  <a:gd name="T24" fmla="*/ 8 w 18"/>
                  <a:gd name="T25" fmla="*/ 0 h 4"/>
                  <a:gd name="T26" fmla="*/ 0 w 18"/>
                  <a:gd name="T27" fmla="*/ 0 h 4"/>
                  <a:gd name="T28" fmla="*/ 4 w 18"/>
                  <a:gd name="T29" fmla="*/ 2 h 4"/>
                  <a:gd name="T30" fmla="*/ 6 w 18"/>
                  <a:gd name="T31" fmla="*/ 1 h 4"/>
                  <a:gd name="T32" fmla="*/ 6 w 18"/>
                  <a:gd name="T3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4" name="Freeform 6273">
                <a:extLst>
                  <a:ext uri="{FF2B5EF4-FFF2-40B4-BE49-F238E27FC236}">
                    <a16:creationId xmlns:a16="http://schemas.microsoft.com/office/drawing/2014/main" id="{0CD47998-4C82-4E31-B534-AAC12A5B63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20" y="2944"/>
                <a:ext cx="13" cy="24"/>
              </a:xfrm>
              <a:custGeom>
                <a:avLst/>
                <a:gdLst>
                  <a:gd name="T0" fmla="*/ 11 w 13"/>
                  <a:gd name="T1" fmla="*/ 0 h 24"/>
                  <a:gd name="T2" fmla="*/ 7 w 13"/>
                  <a:gd name="T3" fmla="*/ 2 h 24"/>
                  <a:gd name="T4" fmla="*/ 7 w 13"/>
                  <a:gd name="T5" fmla="*/ 2 h 24"/>
                  <a:gd name="T6" fmla="*/ 7 w 13"/>
                  <a:gd name="T7" fmla="*/ 2 h 24"/>
                  <a:gd name="T8" fmla="*/ 6 w 13"/>
                  <a:gd name="T9" fmla="*/ 4 h 24"/>
                  <a:gd name="T10" fmla="*/ 0 w 13"/>
                  <a:gd name="T11" fmla="*/ 6 h 24"/>
                  <a:gd name="T12" fmla="*/ 4 w 13"/>
                  <a:gd name="T13" fmla="*/ 6 h 24"/>
                  <a:gd name="T14" fmla="*/ 2 w 13"/>
                  <a:gd name="T15" fmla="*/ 8 h 24"/>
                  <a:gd name="T16" fmla="*/ 6 w 13"/>
                  <a:gd name="T17" fmla="*/ 8 h 24"/>
                  <a:gd name="T18" fmla="*/ 6 w 13"/>
                  <a:gd name="T19" fmla="*/ 9 h 24"/>
                  <a:gd name="T20" fmla="*/ 2 w 13"/>
                  <a:gd name="T21" fmla="*/ 9 h 24"/>
                  <a:gd name="T22" fmla="*/ 2 w 13"/>
                  <a:gd name="T23" fmla="*/ 11 h 24"/>
                  <a:gd name="T24" fmla="*/ 0 w 13"/>
                  <a:gd name="T25" fmla="*/ 9 h 24"/>
                  <a:gd name="T26" fmla="*/ 2 w 13"/>
                  <a:gd name="T27" fmla="*/ 15 h 24"/>
                  <a:gd name="T28" fmla="*/ 2 w 13"/>
                  <a:gd name="T29" fmla="*/ 17 h 24"/>
                  <a:gd name="T30" fmla="*/ 2 w 13"/>
                  <a:gd name="T31" fmla="*/ 17 h 24"/>
                  <a:gd name="T32" fmla="*/ 2 w 13"/>
                  <a:gd name="T33" fmla="*/ 22 h 24"/>
                  <a:gd name="T34" fmla="*/ 4 w 13"/>
                  <a:gd name="T35" fmla="*/ 24 h 24"/>
                  <a:gd name="T36" fmla="*/ 6 w 13"/>
                  <a:gd name="T37" fmla="*/ 22 h 24"/>
                  <a:gd name="T38" fmla="*/ 7 w 13"/>
                  <a:gd name="T39" fmla="*/ 22 h 24"/>
                  <a:gd name="T40" fmla="*/ 7 w 13"/>
                  <a:gd name="T41" fmla="*/ 24 h 24"/>
                  <a:gd name="T42" fmla="*/ 7 w 13"/>
                  <a:gd name="T43" fmla="*/ 22 h 24"/>
                  <a:gd name="T44" fmla="*/ 9 w 13"/>
                  <a:gd name="T45" fmla="*/ 21 h 24"/>
                  <a:gd name="T46" fmla="*/ 9 w 13"/>
                  <a:gd name="T47" fmla="*/ 19 h 24"/>
                  <a:gd name="T48" fmla="*/ 11 w 13"/>
                  <a:gd name="T49" fmla="*/ 19 h 24"/>
                  <a:gd name="T50" fmla="*/ 9 w 13"/>
                  <a:gd name="T51" fmla="*/ 21 h 24"/>
                  <a:gd name="T52" fmla="*/ 11 w 13"/>
                  <a:gd name="T53" fmla="*/ 22 h 24"/>
                  <a:gd name="T54" fmla="*/ 13 w 13"/>
                  <a:gd name="T55" fmla="*/ 21 h 24"/>
                  <a:gd name="T56" fmla="*/ 13 w 13"/>
                  <a:gd name="T57" fmla="*/ 17 h 24"/>
                  <a:gd name="T58" fmla="*/ 11 w 13"/>
                  <a:gd name="T59" fmla="*/ 17 h 24"/>
                  <a:gd name="T60" fmla="*/ 11 w 13"/>
                  <a:gd name="T61" fmla="*/ 15 h 24"/>
                  <a:gd name="T62" fmla="*/ 11 w 13"/>
                  <a:gd name="T63" fmla="*/ 15 h 24"/>
                  <a:gd name="T64" fmla="*/ 13 w 13"/>
                  <a:gd name="T65" fmla="*/ 13 h 24"/>
                  <a:gd name="T66" fmla="*/ 13 w 13"/>
                  <a:gd name="T67" fmla="*/ 11 h 24"/>
                  <a:gd name="T68" fmla="*/ 13 w 13"/>
                  <a:gd name="T69" fmla="*/ 11 h 24"/>
                  <a:gd name="T70" fmla="*/ 13 w 13"/>
                  <a:gd name="T71" fmla="*/ 9 h 24"/>
                  <a:gd name="T72" fmla="*/ 11 w 13"/>
                  <a:gd name="T73" fmla="*/ 8 h 24"/>
                  <a:gd name="T74" fmla="*/ 13 w 13"/>
                  <a:gd name="T75" fmla="*/ 8 h 24"/>
                  <a:gd name="T76" fmla="*/ 13 w 13"/>
                  <a:gd name="T77" fmla="*/ 4 h 24"/>
                  <a:gd name="T78" fmla="*/ 13 w 13"/>
                  <a:gd name="T79" fmla="*/ 6 h 24"/>
                  <a:gd name="T80" fmla="*/ 11 w 13"/>
                  <a:gd name="T8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9" y="21"/>
                    </a:lnTo>
                    <a:lnTo>
                      <a:pt x="11" y="22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5" name="Freeform 6274">
                <a:extLst>
                  <a:ext uri="{FF2B5EF4-FFF2-40B4-BE49-F238E27FC236}">
                    <a16:creationId xmlns:a16="http://schemas.microsoft.com/office/drawing/2014/main" id="{F2C490A8-7094-4FB2-918E-366A7BE9E3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9" y="2942"/>
                <a:ext cx="14" cy="13"/>
              </a:xfrm>
              <a:custGeom>
                <a:avLst/>
                <a:gdLst>
                  <a:gd name="T0" fmla="*/ 6 w 14"/>
                  <a:gd name="T1" fmla="*/ 13 h 13"/>
                  <a:gd name="T2" fmla="*/ 6 w 14"/>
                  <a:gd name="T3" fmla="*/ 13 h 13"/>
                  <a:gd name="T4" fmla="*/ 6 w 14"/>
                  <a:gd name="T5" fmla="*/ 13 h 13"/>
                  <a:gd name="T6" fmla="*/ 10 w 14"/>
                  <a:gd name="T7" fmla="*/ 11 h 13"/>
                  <a:gd name="T8" fmla="*/ 12 w 14"/>
                  <a:gd name="T9" fmla="*/ 6 h 13"/>
                  <a:gd name="T10" fmla="*/ 14 w 14"/>
                  <a:gd name="T11" fmla="*/ 0 h 13"/>
                  <a:gd name="T12" fmla="*/ 8 w 14"/>
                  <a:gd name="T13" fmla="*/ 4 h 13"/>
                  <a:gd name="T14" fmla="*/ 6 w 14"/>
                  <a:gd name="T15" fmla="*/ 8 h 13"/>
                  <a:gd name="T16" fmla="*/ 0 w 14"/>
                  <a:gd name="T17" fmla="*/ 0 h 13"/>
                  <a:gd name="T18" fmla="*/ 4 w 14"/>
                  <a:gd name="T19" fmla="*/ 8 h 13"/>
                  <a:gd name="T20" fmla="*/ 4 w 14"/>
                  <a:gd name="T21" fmla="*/ 11 h 13"/>
                  <a:gd name="T22" fmla="*/ 4 w 14"/>
                  <a:gd name="T23" fmla="*/ 11 h 13"/>
                  <a:gd name="T24" fmla="*/ 4 w 14"/>
                  <a:gd name="T25" fmla="*/ 13 h 13"/>
                  <a:gd name="T26" fmla="*/ 6 w 14"/>
                  <a:gd name="T2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lnTo>
                      <a:pt x="6" y="13"/>
                    </a:lnTo>
                    <a:lnTo>
                      <a:pt x="6" y="13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6" name="Freeform 6275">
                <a:extLst>
                  <a:ext uri="{FF2B5EF4-FFF2-40B4-BE49-F238E27FC236}">
                    <a16:creationId xmlns:a16="http://schemas.microsoft.com/office/drawing/2014/main" id="{8149B6AF-A1A8-4C60-9C9A-F0165CB908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88" y="2894"/>
                <a:ext cx="33" cy="13"/>
              </a:xfrm>
              <a:custGeom>
                <a:avLst/>
                <a:gdLst>
                  <a:gd name="T0" fmla="*/ 20 w 33"/>
                  <a:gd name="T1" fmla="*/ 5 h 13"/>
                  <a:gd name="T2" fmla="*/ 20 w 33"/>
                  <a:gd name="T3" fmla="*/ 9 h 13"/>
                  <a:gd name="T4" fmla="*/ 22 w 33"/>
                  <a:gd name="T5" fmla="*/ 13 h 13"/>
                  <a:gd name="T6" fmla="*/ 24 w 33"/>
                  <a:gd name="T7" fmla="*/ 13 h 13"/>
                  <a:gd name="T8" fmla="*/ 24 w 33"/>
                  <a:gd name="T9" fmla="*/ 11 h 13"/>
                  <a:gd name="T10" fmla="*/ 22 w 33"/>
                  <a:gd name="T11" fmla="*/ 7 h 13"/>
                  <a:gd name="T12" fmla="*/ 22 w 33"/>
                  <a:gd name="T13" fmla="*/ 5 h 13"/>
                  <a:gd name="T14" fmla="*/ 33 w 33"/>
                  <a:gd name="T15" fmla="*/ 2 h 13"/>
                  <a:gd name="T16" fmla="*/ 28 w 33"/>
                  <a:gd name="T17" fmla="*/ 2 h 13"/>
                  <a:gd name="T18" fmla="*/ 20 w 33"/>
                  <a:gd name="T19" fmla="*/ 0 h 13"/>
                  <a:gd name="T20" fmla="*/ 18 w 33"/>
                  <a:gd name="T21" fmla="*/ 2 h 13"/>
                  <a:gd name="T22" fmla="*/ 15 w 33"/>
                  <a:gd name="T23" fmla="*/ 0 h 13"/>
                  <a:gd name="T24" fmla="*/ 15 w 33"/>
                  <a:gd name="T25" fmla="*/ 0 h 13"/>
                  <a:gd name="T26" fmla="*/ 15 w 33"/>
                  <a:gd name="T27" fmla="*/ 0 h 13"/>
                  <a:gd name="T28" fmla="*/ 11 w 33"/>
                  <a:gd name="T29" fmla="*/ 0 h 13"/>
                  <a:gd name="T30" fmla="*/ 9 w 33"/>
                  <a:gd name="T31" fmla="*/ 0 h 13"/>
                  <a:gd name="T32" fmla="*/ 9 w 33"/>
                  <a:gd name="T33" fmla="*/ 0 h 13"/>
                  <a:gd name="T34" fmla="*/ 5 w 33"/>
                  <a:gd name="T35" fmla="*/ 0 h 13"/>
                  <a:gd name="T36" fmla="*/ 4 w 33"/>
                  <a:gd name="T37" fmla="*/ 0 h 13"/>
                  <a:gd name="T38" fmla="*/ 2 w 33"/>
                  <a:gd name="T39" fmla="*/ 0 h 13"/>
                  <a:gd name="T40" fmla="*/ 0 w 33"/>
                  <a:gd name="T41" fmla="*/ 2 h 13"/>
                  <a:gd name="T42" fmla="*/ 0 w 33"/>
                  <a:gd name="T43" fmla="*/ 3 h 13"/>
                  <a:gd name="T44" fmla="*/ 0 w 33"/>
                  <a:gd name="T45" fmla="*/ 5 h 13"/>
                  <a:gd name="T46" fmla="*/ 4 w 33"/>
                  <a:gd name="T47" fmla="*/ 7 h 13"/>
                  <a:gd name="T48" fmla="*/ 7 w 33"/>
                  <a:gd name="T49" fmla="*/ 5 h 13"/>
                  <a:gd name="T50" fmla="*/ 9 w 33"/>
                  <a:gd name="T51" fmla="*/ 5 h 13"/>
                  <a:gd name="T52" fmla="*/ 11 w 33"/>
                  <a:gd name="T53" fmla="*/ 3 h 13"/>
                  <a:gd name="T54" fmla="*/ 15 w 33"/>
                  <a:gd name="T55" fmla="*/ 5 h 13"/>
                  <a:gd name="T56" fmla="*/ 15 w 33"/>
                  <a:gd name="T57" fmla="*/ 5 h 13"/>
                  <a:gd name="T58" fmla="*/ 18 w 33"/>
                  <a:gd name="T59" fmla="*/ 5 h 13"/>
                  <a:gd name="T60" fmla="*/ 20 w 33"/>
                  <a:gd name="T6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13">
                    <a:moveTo>
                      <a:pt x="20" y="5"/>
                    </a:moveTo>
                    <a:lnTo>
                      <a:pt x="20" y="9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33" y="2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7" name="Freeform 6276">
                <a:extLst>
                  <a:ext uri="{FF2B5EF4-FFF2-40B4-BE49-F238E27FC236}">
                    <a16:creationId xmlns:a16="http://schemas.microsoft.com/office/drawing/2014/main" id="{C2A5BFA1-3977-4269-828B-F377D2CA05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9" y="2983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6 w 6"/>
                  <a:gd name="T5" fmla="*/ 4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8" name="Freeform 6277">
                <a:extLst>
                  <a:ext uri="{FF2B5EF4-FFF2-40B4-BE49-F238E27FC236}">
                    <a16:creationId xmlns:a16="http://schemas.microsoft.com/office/drawing/2014/main" id="{81D400E6-BC0D-42D6-8EA1-1A0570786A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8" y="2989"/>
                <a:ext cx="67" cy="37"/>
              </a:xfrm>
              <a:custGeom>
                <a:avLst/>
                <a:gdLst>
                  <a:gd name="T0" fmla="*/ 13 w 67"/>
                  <a:gd name="T1" fmla="*/ 30 h 37"/>
                  <a:gd name="T2" fmla="*/ 19 w 67"/>
                  <a:gd name="T3" fmla="*/ 30 h 37"/>
                  <a:gd name="T4" fmla="*/ 22 w 67"/>
                  <a:gd name="T5" fmla="*/ 26 h 37"/>
                  <a:gd name="T6" fmla="*/ 26 w 67"/>
                  <a:gd name="T7" fmla="*/ 26 h 37"/>
                  <a:gd name="T8" fmla="*/ 28 w 67"/>
                  <a:gd name="T9" fmla="*/ 26 h 37"/>
                  <a:gd name="T10" fmla="*/ 30 w 67"/>
                  <a:gd name="T11" fmla="*/ 24 h 37"/>
                  <a:gd name="T12" fmla="*/ 32 w 67"/>
                  <a:gd name="T13" fmla="*/ 20 h 37"/>
                  <a:gd name="T14" fmla="*/ 37 w 67"/>
                  <a:gd name="T15" fmla="*/ 17 h 37"/>
                  <a:gd name="T16" fmla="*/ 39 w 67"/>
                  <a:gd name="T17" fmla="*/ 17 h 37"/>
                  <a:gd name="T18" fmla="*/ 41 w 67"/>
                  <a:gd name="T19" fmla="*/ 15 h 37"/>
                  <a:gd name="T20" fmla="*/ 43 w 67"/>
                  <a:gd name="T21" fmla="*/ 13 h 37"/>
                  <a:gd name="T22" fmla="*/ 45 w 67"/>
                  <a:gd name="T23" fmla="*/ 13 h 37"/>
                  <a:gd name="T24" fmla="*/ 47 w 67"/>
                  <a:gd name="T25" fmla="*/ 13 h 37"/>
                  <a:gd name="T26" fmla="*/ 54 w 67"/>
                  <a:gd name="T27" fmla="*/ 11 h 37"/>
                  <a:gd name="T28" fmla="*/ 58 w 67"/>
                  <a:gd name="T29" fmla="*/ 9 h 37"/>
                  <a:gd name="T30" fmla="*/ 61 w 67"/>
                  <a:gd name="T31" fmla="*/ 7 h 37"/>
                  <a:gd name="T32" fmla="*/ 63 w 67"/>
                  <a:gd name="T33" fmla="*/ 5 h 37"/>
                  <a:gd name="T34" fmla="*/ 63 w 67"/>
                  <a:gd name="T35" fmla="*/ 5 h 37"/>
                  <a:gd name="T36" fmla="*/ 67 w 67"/>
                  <a:gd name="T37" fmla="*/ 4 h 37"/>
                  <a:gd name="T38" fmla="*/ 67 w 67"/>
                  <a:gd name="T39" fmla="*/ 2 h 37"/>
                  <a:gd name="T40" fmla="*/ 65 w 67"/>
                  <a:gd name="T41" fmla="*/ 0 h 37"/>
                  <a:gd name="T42" fmla="*/ 60 w 67"/>
                  <a:gd name="T43" fmla="*/ 2 h 37"/>
                  <a:gd name="T44" fmla="*/ 56 w 67"/>
                  <a:gd name="T45" fmla="*/ 0 h 37"/>
                  <a:gd name="T46" fmla="*/ 54 w 67"/>
                  <a:gd name="T47" fmla="*/ 2 h 37"/>
                  <a:gd name="T48" fmla="*/ 50 w 67"/>
                  <a:gd name="T49" fmla="*/ 2 h 37"/>
                  <a:gd name="T50" fmla="*/ 47 w 67"/>
                  <a:gd name="T51" fmla="*/ 2 h 37"/>
                  <a:gd name="T52" fmla="*/ 41 w 67"/>
                  <a:gd name="T53" fmla="*/ 2 h 37"/>
                  <a:gd name="T54" fmla="*/ 35 w 67"/>
                  <a:gd name="T55" fmla="*/ 5 h 37"/>
                  <a:gd name="T56" fmla="*/ 32 w 67"/>
                  <a:gd name="T57" fmla="*/ 7 h 37"/>
                  <a:gd name="T58" fmla="*/ 28 w 67"/>
                  <a:gd name="T59" fmla="*/ 9 h 37"/>
                  <a:gd name="T60" fmla="*/ 24 w 67"/>
                  <a:gd name="T61" fmla="*/ 9 h 37"/>
                  <a:gd name="T62" fmla="*/ 20 w 67"/>
                  <a:gd name="T63" fmla="*/ 13 h 37"/>
                  <a:gd name="T64" fmla="*/ 19 w 67"/>
                  <a:gd name="T65" fmla="*/ 13 h 37"/>
                  <a:gd name="T66" fmla="*/ 17 w 67"/>
                  <a:gd name="T67" fmla="*/ 17 h 37"/>
                  <a:gd name="T68" fmla="*/ 15 w 67"/>
                  <a:gd name="T69" fmla="*/ 20 h 37"/>
                  <a:gd name="T70" fmla="*/ 13 w 67"/>
                  <a:gd name="T71" fmla="*/ 22 h 37"/>
                  <a:gd name="T72" fmla="*/ 13 w 67"/>
                  <a:gd name="T73" fmla="*/ 22 h 37"/>
                  <a:gd name="T74" fmla="*/ 13 w 67"/>
                  <a:gd name="T75" fmla="*/ 24 h 37"/>
                  <a:gd name="T76" fmla="*/ 11 w 67"/>
                  <a:gd name="T77" fmla="*/ 24 h 37"/>
                  <a:gd name="T78" fmla="*/ 7 w 67"/>
                  <a:gd name="T79" fmla="*/ 28 h 37"/>
                  <a:gd name="T80" fmla="*/ 11 w 67"/>
                  <a:gd name="T81" fmla="*/ 28 h 37"/>
                  <a:gd name="T82" fmla="*/ 7 w 67"/>
                  <a:gd name="T83" fmla="*/ 30 h 37"/>
                  <a:gd name="T84" fmla="*/ 7 w 67"/>
                  <a:gd name="T85" fmla="*/ 30 h 37"/>
                  <a:gd name="T86" fmla="*/ 4 w 67"/>
                  <a:gd name="T87" fmla="*/ 32 h 37"/>
                  <a:gd name="T88" fmla="*/ 0 w 67"/>
                  <a:gd name="T89" fmla="*/ 35 h 37"/>
                  <a:gd name="T90" fmla="*/ 6 w 67"/>
                  <a:gd name="T91" fmla="*/ 37 h 37"/>
                  <a:gd name="T92" fmla="*/ 11 w 67"/>
                  <a:gd name="T93" fmla="*/ 33 h 37"/>
                  <a:gd name="T94" fmla="*/ 13 w 67"/>
                  <a:gd name="T95" fmla="*/ 30 h 37"/>
                  <a:gd name="T96" fmla="*/ 11 w 67"/>
                  <a:gd name="T97" fmla="*/ 28 h 37"/>
                  <a:gd name="T98" fmla="*/ 11 w 67"/>
                  <a:gd name="T99" fmla="*/ 28 h 37"/>
                  <a:gd name="T100" fmla="*/ 13 w 67"/>
                  <a:gd name="T101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" h="37">
                    <a:moveTo>
                      <a:pt x="13" y="30"/>
                    </a:moveTo>
                    <a:lnTo>
                      <a:pt x="19" y="30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30" y="24"/>
                    </a:lnTo>
                    <a:lnTo>
                      <a:pt x="32" y="20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5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7" y="13"/>
                    </a:lnTo>
                    <a:lnTo>
                      <a:pt x="54" y="11"/>
                    </a:lnTo>
                    <a:lnTo>
                      <a:pt x="58" y="9"/>
                    </a:lnTo>
                    <a:lnTo>
                      <a:pt x="61" y="7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5" y="0"/>
                    </a:lnTo>
                    <a:lnTo>
                      <a:pt x="60" y="2"/>
                    </a:lnTo>
                    <a:lnTo>
                      <a:pt x="56" y="0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2"/>
                    </a:lnTo>
                    <a:lnTo>
                      <a:pt x="41" y="2"/>
                    </a:lnTo>
                    <a:lnTo>
                      <a:pt x="35" y="5"/>
                    </a:lnTo>
                    <a:lnTo>
                      <a:pt x="32" y="7"/>
                    </a:lnTo>
                    <a:lnTo>
                      <a:pt x="28" y="9"/>
                    </a:lnTo>
                    <a:lnTo>
                      <a:pt x="24" y="9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1" y="24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4" y="32"/>
                    </a:lnTo>
                    <a:lnTo>
                      <a:pt x="0" y="35"/>
                    </a:lnTo>
                    <a:lnTo>
                      <a:pt x="6" y="37"/>
                    </a:lnTo>
                    <a:lnTo>
                      <a:pt x="11" y="33"/>
                    </a:lnTo>
                    <a:lnTo>
                      <a:pt x="13" y="30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9" name="Freeform 6278">
                <a:extLst>
                  <a:ext uri="{FF2B5EF4-FFF2-40B4-BE49-F238E27FC236}">
                    <a16:creationId xmlns:a16="http://schemas.microsoft.com/office/drawing/2014/main" id="{00335AC9-6E0A-4CD5-976B-0EE355266FB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85"/>
                <a:ext cx="11" cy="2"/>
              </a:xfrm>
              <a:custGeom>
                <a:avLst/>
                <a:gdLst>
                  <a:gd name="T0" fmla="*/ 11 w 11"/>
                  <a:gd name="T1" fmla="*/ 2 h 2"/>
                  <a:gd name="T2" fmla="*/ 7 w 11"/>
                  <a:gd name="T3" fmla="*/ 0 h 2"/>
                  <a:gd name="T4" fmla="*/ 0 w 11"/>
                  <a:gd name="T5" fmla="*/ 0 h 2"/>
                  <a:gd name="T6" fmla="*/ 5 w 11"/>
                  <a:gd name="T7" fmla="*/ 2 h 2"/>
                  <a:gd name="T8" fmla="*/ 11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0" name="Freeform 6279">
                <a:extLst>
                  <a:ext uri="{FF2B5EF4-FFF2-40B4-BE49-F238E27FC236}">
                    <a16:creationId xmlns:a16="http://schemas.microsoft.com/office/drawing/2014/main" id="{9B2EDE3F-7C7E-4BE7-A5B1-1DCC490CED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3017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4 w 7"/>
                  <a:gd name="T5" fmla="*/ 5 h 5"/>
                  <a:gd name="T6" fmla="*/ 7 w 7"/>
                  <a:gd name="T7" fmla="*/ 4 h 5"/>
                  <a:gd name="T8" fmla="*/ 6 w 7"/>
                  <a:gd name="T9" fmla="*/ 0 h 5"/>
                  <a:gd name="T10" fmla="*/ 4 w 7"/>
                  <a:gd name="T11" fmla="*/ 0 h 5"/>
                  <a:gd name="T12" fmla="*/ 2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0" y="5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1" name="Freeform 6280">
                <a:extLst>
                  <a:ext uri="{FF2B5EF4-FFF2-40B4-BE49-F238E27FC236}">
                    <a16:creationId xmlns:a16="http://schemas.microsoft.com/office/drawing/2014/main" id="{7264B9EE-7103-4D57-AF53-3636E5E033A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981"/>
                <a:ext cx="67" cy="17"/>
              </a:xfrm>
              <a:custGeom>
                <a:avLst/>
                <a:gdLst>
                  <a:gd name="T0" fmla="*/ 24 w 36"/>
                  <a:gd name="T1" fmla="*/ 7 h 9"/>
                  <a:gd name="T2" fmla="*/ 27 w 36"/>
                  <a:gd name="T3" fmla="*/ 6 h 9"/>
                  <a:gd name="T4" fmla="*/ 26 w 36"/>
                  <a:gd name="T5" fmla="*/ 9 h 9"/>
                  <a:gd name="T6" fmla="*/ 30 w 36"/>
                  <a:gd name="T7" fmla="*/ 5 h 9"/>
                  <a:gd name="T8" fmla="*/ 33 w 36"/>
                  <a:gd name="T9" fmla="*/ 6 h 9"/>
                  <a:gd name="T10" fmla="*/ 36 w 36"/>
                  <a:gd name="T11" fmla="*/ 3 h 9"/>
                  <a:gd name="T12" fmla="*/ 34 w 36"/>
                  <a:gd name="T13" fmla="*/ 3 h 9"/>
                  <a:gd name="T14" fmla="*/ 31 w 36"/>
                  <a:gd name="T15" fmla="*/ 3 h 9"/>
                  <a:gd name="T16" fmla="*/ 30 w 36"/>
                  <a:gd name="T17" fmla="*/ 2 h 9"/>
                  <a:gd name="T18" fmla="*/ 27 w 36"/>
                  <a:gd name="T19" fmla="*/ 0 h 9"/>
                  <a:gd name="T20" fmla="*/ 26 w 36"/>
                  <a:gd name="T21" fmla="*/ 2 h 9"/>
                  <a:gd name="T22" fmla="*/ 24 w 36"/>
                  <a:gd name="T23" fmla="*/ 3 h 9"/>
                  <a:gd name="T24" fmla="*/ 22 w 36"/>
                  <a:gd name="T25" fmla="*/ 4 h 9"/>
                  <a:gd name="T26" fmla="*/ 19 w 36"/>
                  <a:gd name="T27" fmla="*/ 3 h 9"/>
                  <a:gd name="T28" fmla="*/ 15 w 36"/>
                  <a:gd name="T29" fmla="*/ 3 h 9"/>
                  <a:gd name="T30" fmla="*/ 12 w 36"/>
                  <a:gd name="T31" fmla="*/ 2 h 9"/>
                  <a:gd name="T32" fmla="*/ 7 w 36"/>
                  <a:gd name="T33" fmla="*/ 2 h 9"/>
                  <a:gd name="T34" fmla="*/ 4 w 36"/>
                  <a:gd name="T35" fmla="*/ 4 h 9"/>
                  <a:gd name="T36" fmla="*/ 3 w 36"/>
                  <a:gd name="T37" fmla="*/ 5 h 9"/>
                  <a:gd name="T38" fmla="*/ 1 w 36"/>
                  <a:gd name="T39" fmla="*/ 3 h 9"/>
                  <a:gd name="T40" fmla="*/ 2 w 36"/>
                  <a:gd name="T41" fmla="*/ 8 h 9"/>
                  <a:gd name="T42" fmla="*/ 4 w 36"/>
                  <a:gd name="T43" fmla="*/ 7 h 9"/>
                  <a:gd name="T44" fmla="*/ 6 w 36"/>
                  <a:gd name="T45" fmla="*/ 8 h 9"/>
                  <a:gd name="T46" fmla="*/ 8 w 36"/>
                  <a:gd name="T47" fmla="*/ 8 h 9"/>
                  <a:gd name="T48" fmla="*/ 10 w 36"/>
                  <a:gd name="T49" fmla="*/ 8 h 9"/>
                  <a:gd name="T50" fmla="*/ 12 w 36"/>
                  <a:gd name="T51" fmla="*/ 8 h 9"/>
                  <a:gd name="T52" fmla="*/ 14 w 36"/>
                  <a:gd name="T53" fmla="*/ 8 h 9"/>
                  <a:gd name="T54" fmla="*/ 16 w 36"/>
                  <a:gd name="T55" fmla="*/ 7 h 9"/>
                  <a:gd name="T56" fmla="*/ 21 w 36"/>
                  <a:gd name="T57" fmla="*/ 7 h 9"/>
                  <a:gd name="T58" fmla="*/ 31 w 36"/>
                  <a:gd name="T59" fmla="*/ 3 h 9"/>
                  <a:gd name="T60" fmla="*/ 31 w 36"/>
                  <a:gd name="T61" fmla="*/ 4 h 9"/>
                  <a:gd name="T62" fmla="*/ 29 w 36"/>
                  <a:gd name="T63" fmla="*/ 4 h 9"/>
                  <a:gd name="T64" fmla="*/ 29 w 36"/>
                  <a:gd name="T65" fmla="*/ 4 h 9"/>
                  <a:gd name="T66" fmla="*/ 2 w 36"/>
                  <a:gd name="T67" fmla="*/ 5 h 9"/>
                  <a:gd name="T68" fmla="*/ 2 w 36"/>
                  <a:gd name="T6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9">
                    <a:moveTo>
                      <a:pt x="23" y="7"/>
                    </a:move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3" y="7"/>
                    </a:lnTo>
                    <a:close/>
                    <a:moveTo>
                      <a:pt x="31" y="3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lnTo>
                      <a:pt x="31" y="3"/>
                    </a:lnTo>
                    <a:close/>
                    <a:moveTo>
                      <a:pt x="29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2" name="Freeform 6281">
                <a:extLst>
                  <a:ext uri="{FF2B5EF4-FFF2-40B4-BE49-F238E27FC236}">
                    <a16:creationId xmlns:a16="http://schemas.microsoft.com/office/drawing/2014/main" id="{9EE065F1-EE3C-4425-B2E1-F0F6F3E031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2" y="2965"/>
                <a:ext cx="26" cy="22"/>
              </a:xfrm>
              <a:custGeom>
                <a:avLst/>
                <a:gdLst>
                  <a:gd name="T0" fmla="*/ 12 w 14"/>
                  <a:gd name="T1" fmla="*/ 0 h 12"/>
                  <a:gd name="T2" fmla="*/ 10 w 14"/>
                  <a:gd name="T3" fmla="*/ 2 h 12"/>
                  <a:gd name="T4" fmla="*/ 6 w 14"/>
                  <a:gd name="T5" fmla="*/ 1 h 12"/>
                  <a:gd name="T6" fmla="*/ 8 w 14"/>
                  <a:gd name="T7" fmla="*/ 2 h 12"/>
                  <a:gd name="T8" fmla="*/ 7 w 14"/>
                  <a:gd name="T9" fmla="*/ 3 h 12"/>
                  <a:gd name="T10" fmla="*/ 7 w 14"/>
                  <a:gd name="T11" fmla="*/ 4 h 12"/>
                  <a:gd name="T12" fmla="*/ 6 w 14"/>
                  <a:gd name="T13" fmla="*/ 5 h 12"/>
                  <a:gd name="T14" fmla="*/ 7 w 14"/>
                  <a:gd name="T15" fmla="*/ 4 h 12"/>
                  <a:gd name="T16" fmla="*/ 1 w 14"/>
                  <a:gd name="T17" fmla="*/ 4 h 12"/>
                  <a:gd name="T18" fmla="*/ 3 w 14"/>
                  <a:gd name="T19" fmla="*/ 5 h 12"/>
                  <a:gd name="T20" fmla="*/ 0 w 14"/>
                  <a:gd name="T21" fmla="*/ 6 h 12"/>
                  <a:gd name="T22" fmla="*/ 2 w 14"/>
                  <a:gd name="T23" fmla="*/ 6 h 12"/>
                  <a:gd name="T24" fmla="*/ 1 w 14"/>
                  <a:gd name="T25" fmla="*/ 7 h 12"/>
                  <a:gd name="T26" fmla="*/ 2 w 14"/>
                  <a:gd name="T27" fmla="*/ 6 h 12"/>
                  <a:gd name="T28" fmla="*/ 4 w 14"/>
                  <a:gd name="T29" fmla="*/ 7 h 12"/>
                  <a:gd name="T30" fmla="*/ 4 w 14"/>
                  <a:gd name="T31" fmla="*/ 6 h 12"/>
                  <a:gd name="T32" fmla="*/ 4 w 14"/>
                  <a:gd name="T33" fmla="*/ 6 h 12"/>
                  <a:gd name="T34" fmla="*/ 4 w 14"/>
                  <a:gd name="T35" fmla="*/ 6 h 12"/>
                  <a:gd name="T36" fmla="*/ 4 w 14"/>
                  <a:gd name="T37" fmla="*/ 6 h 12"/>
                  <a:gd name="T38" fmla="*/ 4 w 14"/>
                  <a:gd name="T39" fmla="*/ 6 h 12"/>
                  <a:gd name="T40" fmla="*/ 5 w 14"/>
                  <a:gd name="T41" fmla="*/ 6 h 12"/>
                  <a:gd name="T42" fmla="*/ 5 w 14"/>
                  <a:gd name="T43" fmla="*/ 7 h 12"/>
                  <a:gd name="T44" fmla="*/ 5 w 14"/>
                  <a:gd name="T45" fmla="*/ 7 h 12"/>
                  <a:gd name="T46" fmla="*/ 5 w 14"/>
                  <a:gd name="T47" fmla="*/ 7 h 12"/>
                  <a:gd name="T48" fmla="*/ 5 w 14"/>
                  <a:gd name="T49" fmla="*/ 9 h 12"/>
                  <a:gd name="T50" fmla="*/ 5 w 14"/>
                  <a:gd name="T51" fmla="*/ 9 h 12"/>
                  <a:gd name="T52" fmla="*/ 5 w 14"/>
                  <a:gd name="T53" fmla="*/ 9 h 12"/>
                  <a:gd name="T54" fmla="*/ 3 w 14"/>
                  <a:gd name="T55" fmla="*/ 10 h 12"/>
                  <a:gd name="T56" fmla="*/ 2 w 14"/>
                  <a:gd name="T57" fmla="*/ 12 h 12"/>
                  <a:gd name="T58" fmla="*/ 4 w 14"/>
                  <a:gd name="T59" fmla="*/ 12 h 12"/>
                  <a:gd name="T60" fmla="*/ 6 w 14"/>
                  <a:gd name="T61" fmla="*/ 11 h 12"/>
                  <a:gd name="T62" fmla="*/ 6 w 14"/>
                  <a:gd name="T63" fmla="*/ 10 h 12"/>
                  <a:gd name="T64" fmla="*/ 6 w 14"/>
                  <a:gd name="T65" fmla="*/ 10 h 12"/>
                  <a:gd name="T66" fmla="*/ 8 w 14"/>
                  <a:gd name="T67" fmla="*/ 10 h 12"/>
                  <a:gd name="T68" fmla="*/ 9 w 14"/>
                  <a:gd name="T69" fmla="*/ 8 h 12"/>
                  <a:gd name="T70" fmla="*/ 10 w 14"/>
                  <a:gd name="T71" fmla="*/ 6 h 12"/>
                  <a:gd name="T72" fmla="*/ 10 w 14"/>
                  <a:gd name="T73" fmla="*/ 5 h 12"/>
                  <a:gd name="T74" fmla="*/ 10 w 14"/>
                  <a:gd name="T75" fmla="*/ 4 h 12"/>
                  <a:gd name="T76" fmla="*/ 10 w 14"/>
                  <a:gd name="T77" fmla="*/ 3 h 12"/>
                  <a:gd name="T78" fmla="*/ 14 w 14"/>
                  <a:gd name="T79" fmla="*/ 5 h 12"/>
                  <a:gd name="T80" fmla="*/ 12 w 14"/>
                  <a:gd name="T81" fmla="*/ 2 h 12"/>
                  <a:gd name="T82" fmla="*/ 14 w 14"/>
                  <a:gd name="T83" fmla="*/ 1 h 12"/>
                  <a:gd name="T84" fmla="*/ 12 w 14"/>
                  <a:gd name="T8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12">
                    <a:moveTo>
                      <a:pt x="12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3" name="Freeform 6282">
                <a:extLst>
                  <a:ext uri="{FF2B5EF4-FFF2-40B4-BE49-F238E27FC236}">
                    <a16:creationId xmlns:a16="http://schemas.microsoft.com/office/drawing/2014/main" id="{99D042AE-B9E0-4203-8BA6-DF91C87AEF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6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2 w 5"/>
                  <a:gd name="T5" fmla="*/ 0 h 4"/>
                  <a:gd name="T6" fmla="*/ 0 w 5"/>
                  <a:gd name="T7" fmla="*/ 2 h 4"/>
                  <a:gd name="T8" fmla="*/ 0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4" name="Freeform 6283">
                <a:extLst>
                  <a:ext uri="{FF2B5EF4-FFF2-40B4-BE49-F238E27FC236}">
                    <a16:creationId xmlns:a16="http://schemas.microsoft.com/office/drawing/2014/main" id="{939F1C43-FC44-4C2F-B493-93A29C8BB6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7" y="294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0 w 7"/>
                  <a:gd name="T3" fmla="*/ 2 h 8"/>
                  <a:gd name="T4" fmla="*/ 7 w 7"/>
                  <a:gd name="T5" fmla="*/ 8 h 8"/>
                  <a:gd name="T6" fmla="*/ 7 w 7"/>
                  <a:gd name="T7" fmla="*/ 2 h 8"/>
                  <a:gd name="T8" fmla="*/ 5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0" y="2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5" name="Freeform 6284">
                <a:extLst>
                  <a:ext uri="{FF2B5EF4-FFF2-40B4-BE49-F238E27FC236}">
                    <a16:creationId xmlns:a16="http://schemas.microsoft.com/office/drawing/2014/main" id="{DC2FFA2D-7D8B-4621-913C-6A99CDFAE7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284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6 w 15"/>
                  <a:gd name="T3" fmla="*/ 0 h 15"/>
                  <a:gd name="T4" fmla="*/ 4 w 15"/>
                  <a:gd name="T5" fmla="*/ 2 h 15"/>
                  <a:gd name="T6" fmla="*/ 0 w 15"/>
                  <a:gd name="T7" fmla="*/ 2 h 15"/>
                  <a:gd name="T8" fmla="*/ 4 w 15"/>
                  <a:gd name="T9" fmla="*/ 6 h 15"/>
                  <a:gd name="T10" fmla="*/ 6 w 15"/>
                  <a:gd name="T11" fmla="*/ 9 h 15"/>
                  <a:gd name="T12" fmla="*/ 7 w 15"/>
                  <a:gd name="T13" fmla="*/ 9 h 15"/>
                  <a:gd name="T14" fmla="*/ 11 w 15"/>
                  <a:gd name="T15" fmla="*/ 15 h 15"/>
                  <a:gd name="T16" fmla="*/ 13 w 15"/>
                  <a:gd name="T17" fmla="*/ 13 h 15"/>
                  <a:gd name="T18" fmla="*/ 13 w 15"/>
                  <a:gd name="T19" fmla="*/ 9 h 15"/>
                  <a:gd name="T20" fmla="*/ 15 w 15"/>
                  <a:gd name="T21" fmla="*/ 7 h 15"/>
                  <a:gd name="T22" fmla="*/ 11 w 15"/>
                  <a:gd name="T23" fmla="*/ 4 h 15"/>
                  <a:gd name="T24" fmla="*/ 9 w 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1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6" name="Freeform 6285">
                <a:extLst>
                  <a:ext uri="{FF2B5EF4-FFF2-40B4-BE49-F238E27FC236}">
                    <a16:creationId xmlns:a16="http://schemas.microsoft.com/office/drawing/2014/main" id="{B7259A0A-6D97-4320-B2A2-891AEF4292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897"/>
                <a:ext cx="9" cy="8"/>
              </a:xfrm>
              <a:custGeom>
                <a:avLst/>
                <a:gdLst>
                  <a:gd name="T0" fmla="*/ 3 w 9"/>
                  <a:gd name="T1" fmla="*/ 0 h 8"/>
                  <a:gd name="T2" fmla="*/ 0 w 9"/>
                  <a:gd name="T3" fmla="*/ 4 h 8"/>
                  <a:gd name="T4" fmla="*/ 3 w 9"/>
                  <a:gd name="T5" fmla="*/ 6 h 8"/>
                  <a:gd name="T6" fmla="*/ 9 w 9"/>
                  <a:gd name="T7" fmla="*/ 8 h 8"/>
                  <a:gd name="T8" fmla="*/ 3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9" y="8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7" name="Freeform 6286">
                <a:extLst>
                  <a:ext uri="{FF2B5EF4-FFF2-40B4-BE49-F238E27FC236}">
                    <a16:creationId xmlns:a16="http://schemas.microsoft.com/office/drawing/2014/main" id="{AFD9E102-C85C-4641-9813-A9E1EDBB9A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9" y="2907"/>
                <a:ext cx="11" cy="13"/>
              </a:xfrm>
              <a:custGeom>
                <a:avLst/>
                <a:gdLst>
                  <a:gd name="T0" fmla="*/ 9 w 11"/>
                  <a:gd name="T1" fmla="*/ 5 h 13"/>
                  <a:gd name="T2" fmla="*/ 6 w 11"/>
                  <a:gd name="T3" fmla="*/ 2 h 13"/>
                  <a:gd name="T4" fmla="*/ 6 w 11"/>
                  <a:gd name="T5" fmla="*/ 2 h 13"/>
                  <a:gd name="T6" fmla="*/ 0 w 11"/>
                  <a:gd name="T7" fmla="*/ 0 h 13"/>
                  <a:gd name="T8" fmla="*/ 0 w 11"/>
                  <a:gd name="T9" fmla="*/ 5 h 13"/>
                  <a:gd name="T10" fmla="*/ 4 w 11"/>
                  <a:gd name="T11" fmla="*/ 4 h 13"/>
                  <a:gd name="T12" fmla="*/ 2 w 11"/>
                  <a:gd name="T13" fmla="*/ 5 h 13"/>
                  <a:gd name="T14" fmla="*/ 11 w 11"/>
                  <a:gd name="T15" fmla="*/ 13 h 13"/>
                  <a:gd name="T16" fmla="*/ 9 w 11"/>
                  <a:gd name="T17" fmla="*/ 7 h 13"/>
                  <a:gd name="T18" fmla="*/ 9 w 11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8" name="Freeform 6287">
                <a:extLst>
                  <a:ext uri="{FF2B5EF4-FFF2-40B4-BE49-F238E27FC236}">
                    <a16:creationId xmlns:a16="http://schemas.microsoft.com/office/drawing/2014/main" id="{05CD073A-CE16-4B9D-8E27-31093E696C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83"/>
                <a:ext cx="14" cy="14"/>
              </a:xfrm>
              <a:custGeom>
                <a:avLst/>
                <a:gdLst>
                  <a:gd name="T0" fmla="*/ 4 w 14"/>
                  <a:gd name="T1" fmla="*/ 0 h 14"/>
                  <a:gd name="T2" fmla="*/ 0 w 14"/>
                  <a:gd name="T3" fmla="*/ 3 h 14"/>
                  <a:gd name="T4" fmla="*/ 0 w 14"/>
                  <a:gd name="T5" fmla="*/ 7 h 14"/>
                  <a:gd name="T6" fmla="*/ 4 w 14"/>
                  <a:gd name="T7" fmla="*/ 9 h 14"/>
                  <a:gd name="T8" fmla="*/ 8 w 14"/>
                  <a:gd name="T9" fmla="*/ 13 h 14"/>
                  <a:gd name="T10" fmla="*/ 14 w 14"/>
                  <a:gd name="T11" fmla="*/ 14 h 14"/>
                  <a:gd name="T12" fmla="*/ 14 w 14"/>
                  <a:gd name="T13" fmla="*/ 9 h 14"/>
                  <a:gd name="T14" fmla="*/ 8 w 14"/>
                  <a:gd name="T15" fmla="*/ 1 h 14"/>
                  <a:gd name="T16" fmla="*/ 4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13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8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9" name="Freeform 6288">
                <a:extLst>
                  <a:ext uri="{FF2B5EF4-FFF2-40B4-BE49-F238E27FC236}">
                    <a16:creationId xmlns:a16="http://schemas.microsoft.com/office/drawing/2014/main" id="{5CCA1B36-0C78-4AE9-BCED-1E9CD610B2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6" y="2840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0 w 9"/>
                  <a:gd name="T3" fmla="*/ 2 h 3"/>
                  <a:gd name="T4" fmla="*/ 9 w 9"/>
                  <a:gd name="T5" fmla="*/ 3 h 3"/>
                  <a:gd name="T6" fmla="*/ 6 w 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0" y="2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0" name="Freeform 6289">
                <a:extLst>
                  <a:ext uri="{FF2B5EF4-FFF2-40B4-BE49-F238E27FC236}">
                    <a16:creationId xmlns:a16="http://schemas.microsoft.com/office/drawing/2014/main" id="{0A1B488B-ECCC-4947-AC60-ECF1FABA02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66"/>
                <a:ext cx="8" cy="7"/>
              </a:xfrm>
              <a:custGeom>
                <a:avLst/>
                <a:gdLst>
                  <a:gd name="T0" fmla="*/ 8 w 8"/>
                  <a:gd name="T1" fmla="*/ 7 h 7"/>
                  <a:gd name="T2" fmla="*/ 8 w 8"/>
                  <a:gd name="T3" fmla="*/ 2 h 7"/>
                  <a:gd name="T4" fmla="*/ 2 w 8"/>
                  <a:gd name="T5" fmla="*/ 0 h 7"/>
                  <a:gd name="T6" fmla="*/ 0 w 8"/>
                  <a:gd name="T7" fmla="*/ 5 h 7"/>
                  <a:gd name="T8" fmla="*/ 4 w 8"/>
                  <a:gd name="T9" fmla="*/ 5 h 7"/>
                  <a:gd name="T10" fmla="*/ 8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lnTo>
                      <a:pt x="8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1" name="Freeform 6290">
                <a:extLst>
                  <a:ext uri="{FF2B5EF4-FFF2-40B4-BE49-F238E27FC236}">
                    <a16:creationId xmlns:a16="http://schemas.microsoft.com/office/drawing/2014/main" id="{86ED300F-2DF3-4B8C-A47E-64524E5FF27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5" y="2875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3 w 7"/>
                  <a:gd name="T3" fmla="*/ 0 h 8"/>
                  <a:gd name="T4" fmla="*/ 0 w 7"/>
                  <a:gd name="T5" fmla="*/ 6 h 8"/>
                  <a:gd name="T6" fmla="*/ 3 w 7"/>
                  <a:gd name="T7" fmla="*/ 8 h 8"/>
                  <a:gd name="T8" fmla="*/ 7 w 7"/>
                  <a:gd name="T9" fmla="*/ 6 h 8"/>
                  <a:gd name="T10" fmla="*/ 7 w 7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2" name="Freeform 6291">
                <a:extLst>
                  <a:ext uri="{FF2B5EF4-FFF2-40B4-BE49-F238E27FC236}">
                    <a16:creationId xmlns:a16="http://schemas.microsoft.com/office/drawing/2014/main" id="{36D6B220-6A43-4F16-89F6-9E83EF69D9D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5" y="2961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3" name="Freeform 6292">
                <a:extLst>
                  <a:ext uri="{FF2B5EF4-FFF2-40B4-BE49-F238E27FC236}">
                    <a16:creationId xmlns:a16="http://schemas.microsoft.com/office/drawing/2014/main" id="{6704B90C-67C3-4466-AE37-B25C0AEA8B8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882" y="2789"/>
                <a:ext cx="154" cy="166"/>
              </a:xfrm>
              <a:custGeom>
                <a:avLst/>
                <a:gdLst>
                  <a:gd name="T0" fmla="*/ 143 w 154"/>
                  <a:gd name="T1" fmla="*/ 159 h 166"/>
                  <a:gd name="T2" fmla="*/ 151 w 154"/>
                  <a:gd name="T3" fmla="*/ 161 h 166"/>
                  <a:gd name="T4" fmla="*/ 151 w 154"/>
                  <a:gd name="T5" fmla="*/ 142 h 166"/>
                  <a:gd name="T6" fmla="*/ 151 w 154"/>
                  <a:gd name="T7" fmla="*/ 131 h 166"/>
                  <a:gd name="T8" fmla="*/ 154 w 154"/>
                  <a:gd name="T9" fmla="*/ 123 h 166"/>
                  <a:gd name="T10" fmla="*/ 149 w 154"/>
                  <a:gd name="T11" fmla="*/ 118 h 166"/>
                  <a:gd name="T12" fmla="*/ 143 w 154"/>
                  <a:gd name="T13" fmla="*/ 114 h 166"/>
                  <a:gd name="T14" fmla="*/ 136 w 154"/>
                  <a:gd name="T15" fmla="*/ 110 h 166"/>
                  <a:gd name="T16" fmla="*/ 132 w 154"/>
                  <a:gd name="T17" fmla="*/ 103 h 166"/>
                  <a:gd name="T18" fmla="*/ 127 w 154"/>
                  <a:gd name="T19" fmla="*/ 95 h 166"/>
                  <a:gd name="T20" fmla="*/ 117 w 154"/>
                  <a:gd name="T21" fmla="*/ 92 h 166"/>
                  <a:gd name="T22" fmla="*/ 121 w 154"/>
                  <a:gd name="T23" fmla="*/ 86 h 166"/>
                  <a:gd name="T24" fmla="*/ 119 w 154"/>
                  <a:gd name="T25" fmla="*/ 84 h 166"/>
                  <a:gd name="T26" fmla="*/ 117 w 154"/>
                  <a:gd name="T27" fmla="*/ 75 h 166"/>
                  <a:gd name="T28" fmla="*/ 112 w 154"/>
                  <a:gd name="T29" fmla="*/ 75 h 166"/>
                  <a:gd name="T30" fmla="*/ 114 w 154"/>
                  <a:gd name="T31" fmla="*/ 67 h 166"/>
                  <a:gd name="T32" fmla="*/ 104 w 154"/>
                  <a:gd name="T33" fmla="*/ 62 h 166"/>
                  <a:gd name="T34" fmla="*/ 97 w 154"/>
                  <a:gd name="T35" fmla="*/ 60 h 166"/>
                  <a:gd name="T36" fmla="*/ 97 w 154"/>
                  <a:gd name="T37" fmla="*/ 54 h 166"/>
                  <a:gd name="T38" fmla="*/ 87 w 154"/>
                  <a:gd name="T39" fmla="*/ 53 h 166"/>
                  <a:gd name="T40" fmla="*/ 78 w 154"/>
                  <a:gd name="T41" fmla="*/ 45 h 166"/>
                  <a:gd name="T42" fmla="*/ 73 w 154"/>
                  <a:gd name="T43" fmla="*/ 45 h 166"/>
                  <a:gd name="T44" fmla="*/ 69 w 154"/>
                  <a:gd name="T45" fmla="*/ 41 h 166"/>
                  <a:gd name="T46" fmla="*/ 63 w 154"/>
                  <a:gd name="T47" fmla="*/ 34 h 166"/>
                  <a:gd name="T48" fmla="*/ 50 w 154"/>
                  <a:gd name="T49" fmla="*/ 26 h 166"/>
                  <a:gd name="T50" fmla="*/ 45 w 154"/>
                  <a:gd name="T51" fmla="*/ 21 h 166"/>
                  <a:gd name="T52" fmla="*/ 39 w 154"/>
                  <a:gd name="T53" fmla="*/ 12 h 166"/>
                  <a:gd name="T54" fmla="*/ 32 w 154"/>
                  <a:gd name="T55" fmla="*/ 6 h 166"/>
                  <a:gd name="T56" fmla="*/ 26 w 154"/>
                  <a:gd name="T57" fmla="*/ 6 h 166"/>
                  <a:gd name="T58" fmla="*/ 9 w 154"/>
                  <a:gd name="T59" fmla="*/ 0 h 166"/>
                  <a:gd name="T60" fmla="*/ 0 w 154"/>
                  <a:gd name="T61" fmla="*/ 4 h 166"/>
                  <a:gd name="T62" fmla="*/ 7 w 154"/>
                  <a:gd name="T63" fmla="*/ 17 h 166"/>
                  <a:gd name="T64" fmla="*/ 19 w 154"/>
                  <a:gd name="T65" fmla="*/ 28 h 166"/>
                  <a:gd name="T66" fmla="*/ 26 w 154"/>
                  <a:gd name="T67" fmla="*/ 32 h 166"/>
                  <a:gd name="T68" fmla="*/ 37 w 154"/>
                  <a:gd name="T69" fmla="*/ 43 h 166"/>
                  <a:gd name="T70" fmla="*/ 39 w 154"/>
                  <a:gd name="T71" fmla="*/ 51 h 166"/>
                  <a:gd name="T72" fmla="*/ 48 w 154"/>
                  <a:gd name="T73" fmla="*/ 58 h 166"/>
                  <a:gd name="T74" fmla="*/ 52 w 154"/>
                  <a:gd name="T75" fmla="*/ 58 h 166"/>
                  <a:gd name="T76" fmla="*/ 54 w 154"/>
                  <a:gd name="T77" fmla="*/ 66 h 166"/>
                  <a:gd name="T78" fmla="*/ 58 w 154"/>
                  <a:gd name="T79" fmla="*/ 79 h 166"/>
                  <a:gd name="T80" fmla="*/ 65 w 154"/>
                  <a:gd name="T81" fmla="*/ 84 h 166"/>
                  <a:gd name="T82" fmla="*/ 73 w 154"/>
                  <a:gd name="T83" fmla="*/ 99 h 166"/>
                  <a:gd name="T84" fmla="*/ 78 w 154"/>
                  <a:gd name="T85" fmla="*/ 116 h 166"/>
                  <a:gd name="T86" fmla="*/ 89 w 154"/>
                  <a:gd name="T87" fmla="*/ 131 h 166"/>
                  <a:gd name="T88" fmla="*/ 99 w 154"/>
                  <a:gd name="T89" fmla="*/ 135 h 166"/>
                  <a:gd name="T90" fmla="*/ 106 w 154"/>
                  <a:gd name="T91" fmla="*/ 144 h 166"/>
                  <a:gd name="T92" fmla="*/ 117 w 154"/>
                  <a:gd name="T93" fmla="*/ 151 h 166"/>
                  <a:gd name="T94" fmla="*/ 128 w 154"/>
                  <a:gd name="T95" fmla="*/ 163 h 166"/>
                  <a:gd name="T96" fmla="*/ 132 w 154"/>
                  <a:gd name="T97" fmla="*/ 161 h 166"/>
                  <a:gd name="T98" fmla="*/ 140 w 154"/>
                  <a:gd name="T99" fmla="*/ 164 h 166"/>
                  <a:gd name="T100" fmla="*/ 100 w 154"/>
                  <a:gd name="T101" fmla="*/ 69 h 166"/>
                  <a:gd name="T102" fmla="*/ 100 w 154"/>
                  <a:gd name="T103" fmla="*/ 67 h 166"/>
                  <a:gd name="T104" fmla="*/ 100 w 154"/>
                  <a:gd name="T105" fmla="*/ 6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4" h="166">
                    <a:moveTo>
                      <a:pt x="141" y="159"/>
                    </a:moveTo>
                    <a:lnTo>
                      <a:pt x="141" y="159"/>
                    </a:lnTo>
                    <a:lnTo>
                      <a:pt x="143" y="159"/>
                    </a:lnTo>
                    <a:lnTo>
                      <a:pt x="145" y="163"/>
                    </a:lnTo>
                    <a:lnTo>
                      <a:pt x="147" y="163"/>
                    </a:lnTo>
                    <a:lnTo>
                      <a:pt x="151" y="161"/>
                    </a:lnTo>
                    <a:lnTo>
                      <a:pt x="151" y="155"/>
                    </a:lnTo>
                    <a:lnTo>
                      <a:pt x="153" y="148"/>
                    </a:lnTo>
                    <a:lnTo>
                      <a:pt x="151" y="142"/>
                    </a:lnTo>
                    <a:lnTo>
                      <a:pt x="153" y="136"/>
                    </a:lnTo>
                    <a:lnTo>
                      <a:pt x="151" y="135"/>
                    </a:lnTo>
                    <a:lnTo>
                      <a:pt x="151" y="131"/>
                    </a:lnTo>
                    <a:lnTo>
                      <a:pt x="154" y="131"/>
                    </a:lnTo>
                    <a:lnTo>
                      <a:pt x="154" y="127"/>
                    </a:lnTo>
                    <a:lnTo>
                      <a:pt x="154" y="123"/>
                    </a:lnTo>
                    <a:lnTo>
                      <a:pt x="153" y="123"/>
                    </a:lnTo>
                    <a:lnTo>
                      <a:pt x="151" y="122"/>
                    </a:lnTo>
                    <a:lnTo>
                      <a:pt x="149" y="118"/>
                    </a:lnTo>
                    <a:lnTo>
                      <a:pt x="147" y="118"/>
                    </a:lnTo>
                    <a:lnTo>
                      <a:pt x="147" y="114"/>
                    </a:lnTo>
                    <a:lnTo>
                      <a:pt x="143" y="114"/>
                    </a:lnTo>
                    <a:lnTo>
                      <a:pt x="138" y="114"/>
                    </a:lnTo>
                    <a:lnTo>
                      <a:pt x="138" y="114"/>
                    </a:lnTo>
                    <a:lnTo>
                      <a:pt x="136" y="110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2" y="103"/>
                    </a:lnTo>
                    <a:lnTo>
                      <a:pt x="132" y="95"/>
                    </a:lnTo>
                    <a:lnTo>
                      <a:pt x="128" y="97"/>
                    </a:lnTo>
                    <a:lnTo>
                      <a:pt x="127" y="95"/>
                    </a:lnTo>
                    <a:lnTo>
                      <a:pt x="121" y="95"/>
                    </a:lnTo>
                    <a:lnTo>
                      <a:pt x="117" y="94"/>
                    </a:lnTo>
                    <a:lnTo>
                      <a:pt x="117" y="92"/>
                    </a:lnTo>
                    <a:lnTo>
                      <a:pt x="121" y="92"/>
                    </a:lnTo>
                    <a:lnTo>
                      <a:pt x="125" y="88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9" y="84"/>
                    </a:lnTo>
                    <a:lnTo>
                      <a:pt x="125" y="84"/>
                    </a:lnTo>
                    <a:lnTo>
                      <a:pt x="123" y="81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4" y="75"/>
                    </a:lnTo>
                    <a:lnTo>
                      <a:pt x="112" y="75"/>
                    </a:lnTo>
                    <a:lnTo>
                      <a:pt x="112" y="75"/>
                    </a:lnTo>
                    <a:lnTo>
                      <a:pt x="115" y="73"/>
                    </a:lnTo>
                    <a:lnTo>
                      <a:pt x="114" y="67"/>
                    </a:lnTo>
                    <a:lnTo>
                      <a:pt x="110" y="66"/>
                    </a:lnTo>
                    <a:lnTo>
                      <a:pt x="106" y="64"/>
                    </a:lnTo>
                    <a:lnTo>
                      <a:pt x="104" y="62"/>
                    </a:lnTo>
                    <a:lnTo>
                      <a:pt x="99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7" y="54"/>
                    </a:lnTo>
                    <a:lnTo>
                      <a:pt x="93" y="51"/>
                    </a:lnTo>
                    <a:lnTo>
                      <a:pt x="89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4" y="47"/>
                    </a:lnTo>
                    <a:lnTo>
                      <a:pt x="78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39"/>
                    </a:lnTo>
                    <a:lnTo>
                      <a:pt x="69" y="43"/>
                    </a:lnTo>
                    <a:lnTo>
                      <a:pt x="69" y="41"/>
                    </a:lnTo>
                    <a:lnTo>
                      <a:pt x="69" y="38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1" y="32"/>
                    </a:lnTo>
                    <a:lnTo>
                      <a:pt x="54" y="26"/>
                    </a:lnTo>
                    <a:lnTo>
                      <a:pt x="50" y="26"/>
                    </a:lnTo>
                    <a:lnTo>
                      <a:pt x="48" y="23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43" y="15"/>
                    </a:lnTo>
                    <a:lnTo>
                      <a:pt x="41" y="15"/>
                    </a:lnTo>
                    <a:lnTo>
                      <a:pt x="39" y="12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9" y="6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5"/>
                    </a:lnTo>
                    <a:lnTo>
                      <a:pt x="7" y="17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6" y="32"/>
                    </a:lnTo>
                    <a:lnTo>
                      <a:pt x="32" y="39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7"/>
                    </a:lnTo>
                    <a:lnTo>
                      <a:pt x="39" y="49"/>
                    </a:lnTo>
                    <a:lnTo>
                      <a:pt x="39" y="51"/>
                    </a:lnTo>
                    <a:lnTo>
                      <a:pt x="41" y="54"/>
                    </a:lnTo>
                    <a:lnTo>
                      <a:pt x="45" y="54"/>
                    </a:lnTo>
                    <a:lnTo>
                      <a:pt x="48" y="58"/>
                    </a:lnTo>
                    <a:lnTo>
                      <a:pt x="50" y="60"/>
                    </a:lnTo>
                    <a:lnTo>
                      <a:pt x="50" y="58"/>
                    </a:lnTo>
                    <a:lnTo>
                      <a:pt x="52" y="58"/>
                    </a:lnTo>
                    <a:lnTo>
                      <a:pt x="50" y="62"/>
                    </a:lnTo>
                    <a:lnTo>
                      <a:pt x="52" y="64"/>
                    </a:lnTo>
                    <a:lnTo>
                      <a:pt x="54" y="66"/>
                    </a:lnTo>
                    <a:lnTo>
                      <a:pt x="54" y="67"/>
                    </a:lnTo>
                    <a:lnTo>
                      <a:pt x="56" y="75"/>
                    </a:lnTo>
                    <a:lnTo>
                      <a:pt x="58" y="79"/>
                    </a:lnTo>
                    <a:lnTo>
                      <a:pt x="61" y="81"/>
                    </a:lnTo>
                    <a:lnTo>
                      <a:pt x="65" y="82"/>
                    </a:lnTo>
                    <a:lnTo>
                      <a:pt x="65" y="84"/>
                    </a:lnTo>
                    <a:lnTo>
                      <a:pt x="69" y="92"/>
                    </a:lnTo>
                    <a:lnTo>
                      <a:pt x="71" y="94"/>
                    </a:lnTo>
                    <a:lnTo>
                      <a:pt x="73" y="99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78" y="116"/>
                    </a:lnTo>
                    <a:lnTo>
                      <a:pt x="84" y="120"/>
                    </a:lnTo>
                    <a:lnTo>
                      <a:pt x="89" y="127"/>
                    </a:lnTo>
                    <a:lnTo>
                      <a:pt x="89" y="131"/>
                    </a:lnTo>
                    <a:lnTo>
                      <a:pt x="95" y="131"/>
                    </a:lnTo>
                    <a:lnTo>
                      <a:pt x="95" y="133"/>
                    </a:lnTo>
                    <a:lnTo>
                      <a:pt x="99" y="135"/>
                    </a:lnTo>
                    <a:lnTo>
                      <a:pt x="99" y="138"/>
                    </a:lnTo>
                    <a:lnTo>
                      <a:pt x="102" y="140"/>
                    </a:lnTo>
                    <a:lnTo>
                      <a:pt x="106" y="144"/>
                    </a:lnTo>
                    <a:lnTo>
                      <a:pt x="112" y="148"/>
                    </a:lnTo>
                    <a:lnTo>
                      <a:pt x="114" y="151"/>
                    </a:lnTo>
                    <a:lnTo>
                      <a:pt x="117" y="151"/>
                    </a:lnTo>
                    <a:lnTo>
                      <a:pt x="125" y="159"/>
                    </a:lnTo>
                    <a:lnTo>
                      <a:pt x="127" y="161"/>
                    </a:lnTo>
                    <a:lnTo>
                      <a:pt x="128" y="163"/>
                    </a:lnTo>
                    <a:lnTo>
                      <a:pt x="130" y="166"/>
                    </a:lnTo>
                    <a:lnTo>
                      <a:pt x="132" y="164"/>
                    </a:lnTo>
                    <a:lnTo>
                      <a:pt x="132" y="161"/>
                    </a:lnTo>
                    <a:lnTo>
                      <a:pt x="132" y="159"/>
                    </a:lnTo>
                    <a:lnTo>
                      <a:pt x="132" y="159"/>
                    </a:lnTo>
                    <a:lnTo>
                      <a:pt x="140" y="164"/>
                    </a:lnTo>
                    <a:lnTo>
                      <a:pt x="141" y="163"/>
                    </a:lnTo>
                    <a:lnTo>
                      <a:pt x="141" y="159"/>
                    </a:lnTo>
                    <a:close/>
                    <a:moveTo>
                      <a:pt x="100" y="69"/>
                    </a:moveTo>
                    <a:lnTo>
                      <a:pt x="100" y="67"/>
                    </a:lnTo>
                    <a:lnTo>
                      <a:pt x="100" y="66"/>
                    </a:lnTo>
                    <a:lnTo>
                      <a:pt x="100" y="67"/>
                    </a:lnTo>
                    <a:lnTo>
                      <a:pt x="102" y="67"/>
                    </a:lnTo>
                    <a:lnTo>
                      <a:pt x="102" y="71"/>
                    </a:lnTo>
                    <a:lnTo>
                      <a:pt x="100" y="6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4" name="Freeform 6293">
                <a:extLst>
                  <a:ext uri="{FF2B5EF4-FFF2-40B4-BE49-F238E27FC236}">
                    <a16:creationId xmlns:a16="http://schemas.microsoft.com/office/drawing/2014/main" id="{263B4A8A-BE2D-4FA0-A51E-B42D9D3127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4" y="2955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5" name="Freeform 6294">
                <a:extLst>
                  <a:ext uri="{FF2B5EF4-FFF2-40B4-BE49-F238E27FC236}">
                    <a16:creationId xmlns:a16="http://schemas.microsoft.com/office/drawing/2014/main" id="{4B4441BF-0631-4A17-9672-9946163C50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7" y="2978"/>
                <a:ext cx="11" cy="7"/>
              </a:xfrm>
              <a:custGeom>
                <a:avLst/>
                <a:gdLst>
                  <a:gd name="T0" fmla="*/ 7 w 11"/>
                  <a:gd name="T1" fmla="*/ 7 h 7"/>
                  <a:gd name="T2" fmla="*/ 11 w 11"/>
                  <a:gd name="T3" fmla="*/ 2 h 7"/>
                  <a:gd name="T4" fmla="*/ 7 w 11"/>
                  <a:gd name="T5" fmla="*/ 3 h 7"/>
                  <a:gd name="T6" fmla="*/ 7 w 11"/>
                  <a:gd name="T7" fmla="*/ 2 h 7"/>
                  <a:gd name="T8" fmla="*/ 3 w 11"/>
                  <a:gd name="T9" fmla="*/ 0 h 7"/>
                  <a:gd name="T10" fmla="*/ 2 w 11"/>
                  <a:gd name="T11" fmla="*/ 2 h 7"/>
                  <a:gd name="T12" fmla="*/ 2 w 11"/>
                  <a:gd name="T13" fmla="*/ 3 h 7"/>
                  <a:gd name="T14" fmla="*/ 3 w 11"/>
                  <a:gd name="T15" fmla="*/ 5 h 7"/>
                  <a:gd name="T16" fmla="*/ 5 w 11"/>
                  <a:gd name="T17" fmla="*/ 5 h 7"/>
                  <a:gd name="T18" fmla="*/ 0 w 11"/>
                  <a:gd name="T19" fmla="*/ 7 h 7"/>
                  <a:gd name="T20" fmla="*/ 7 w 11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7" y="7"/>
                    </a:moveTo>
                    <a:lnTo>
                      <a:pt x="11" y="2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6" name="Freeform 6295">
                <a:extLst>
                  <a:ext uri="{FF2B5EF4-FFF2-40B4-BE49-F238E27FC236}">
                    <a16:creationId xmlns:a16="http://schemas.microsoft.com/office/drawing/2014/main" id="{03301AD0-27C4-4BAF-91A3-03F29D15915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22" y="2952"/>
                <a:ext cx="191" cy="48"/>
              </a:xfrm>
              <a:custGeom>
                <a:avLst/>
                <a:gdLst>
                  <a:gd name="T0" fmla="*/ 50 w 103"/>
                  <a:gd name="T1" fmla="*/ 19 h 26"/>
                  <a:gd name="T2" fmla="*/ 56 w 103"/>
                  <a:gd name="T3" fmla="*/ 20 h 26"/>
                  <a:gd name="T4" fmla="*/ 60 w 103"/>
                  <a:gd name="T5" fmla="*/ 20 h 26"/>
                  <a:gd name="T6" fmla="*/ 65 w 103"/>
                  <a:gd name="T7" fmla="*/ 22 h 26"/>
                  <a:gd name="T8" fmla="*/ 68 w 103"/>
                  <a:gd name="T9" fmla="*/ 20 h 26"/>
                  <a:gd name="T10" fmla="*/ 68 w 103"/>
                  <a:gd name="T11" fmla="*/ 20 h 26"/>
                  <a:gd name="T12" fmla="*/ 73 w 103"/>
                  <a:gd name="T13" fmla="*/ 23 h 26"/>
                  <a:gd name="T14" fmla="*/ 74 w 103"/>
                  <a:gd name="T15" fmla="*/ 22 h 26"/>
                  <a:gd name="T16" fmla="*/ 78 w 103"/>
                  <a:gd name="T17" fmla="*/ 23 h 26"/>
                  <a:gd name="T18" fmla="*/ 84 w 103"/>
                  <a:gd name="T19" fmla="*/ 24 h 26"/>
                  <a:gd name="T20" fmla="*/ 86 w 103"/>
                  <a:gd name="T21" fmla="*/ 26 h 26"/>
                  <a:gd name="T22" fmla="*/ 91 w 103"/>
                  <a:gd name="T23" fmla="*/ 25 h 26"/>
                  <a:gd name="T24" fmla="*/ 94 w 103"/>
                  <a:gd name="T25" fmla="*/ 24 h 26"/>
                  <a:gd name="T26" fmla="*/ 97 w 103"/>
                  <a:gd name="T27" fmla="*/ 24 h 26"/>
                  <a:gd name="T28" fmla="*/ 102 w 103"/>
                  <a:gd name="T29" fmla="*/ 23 h 26"/>
                  <a:gd name="T30" fmla="*/ 102 w 103"/>
                  <a:gd name="T31" fmla="*/ 20 h 26"/>
                  <a:gd name="T32" fmla="*/ 99 w 103"/>
                  <a:gd name="T33" fmla="*/ 18 h 26"/>
                  <a:gd name="T34" fmla="*/ 96 w 103"/>
                  <a:gd name="T35" fmla="*/ 18 h 26"/>
                  <a:gd name="T36" fmla="*/ 91 w 103"/>
                  <a:gd name="T37" fmla="*/ 18 h 26"/>
                  <a:gd name="T38" fmla="*/ 95 w 103"/>
                  <a:gd name="T39" fmla="*/ 21 h 26"/>
                  <a:gd name="T40" fmla="*/ 92 w 103"/>
                  <a:gd name="T41" fmla="*/ 21 h 26"/>
                  <a:gd name="T42" fmla="*/ 89 w 103"/>
                  <a:gd name="T43" fmla="*/ 19 h 26"/>
                  <a:gd name="T44" fmla="*/ 85 w 103"/>
                  <a:gd name="T45" fmla="*/ 20 h 26"/>
                  <a:gd name="T46" fmla="*/ 81 w 103"/>
                  <a:gd name="T47" fmla="*/ 18 h 26"/>
                  <a:gd name="T48" fmla="*/ 78 w 103"/>
                  <a:gd name="T49" fmla="*/ 21 h 26"/>
                  <a:gd name="T50" fmla="*/ 77 w 103"/>
                  <a:gd name="T51" fmla="*/ 21 h 26"/>
                  <a:gd name="T52" fmla="*/ 73 w 103"/>
                  <a:gd name="T53" fmla="*/ 16 h 26"/>
                  <a:gd name="T54" fmla="*/ 68 w 103"/>
                  <a:gd name="T55" fmla="*/ 17 h 26"/>
                  <a:gd name="T56" fmla="*/ 66 w 103"/>
                  <a:gd name="T57" fmla="*/ 14 h 26"/>
                  <a:gd name="T58" fmla="*/ 63 w 103"/>
                  <a:gd name="T59" fmla="*/ 14 h 26"/>
                  <a:gd name="T60" fmla="*/ 59 w 103"/>
                  <a:gd name="T61" fmla="*/ 14 h 26"/>
                  <a:gd name="T62" fmla="*/ 57 w 103"/>
                  <a:gd name="T63" fmla="*/ 12 h 26"/>
                  <a:gd name="T64" fmla="*/ 58 w 103"/>
                  <a:gd name="T65" fmla="*/ 12 h 26"/>
                  <a:gd name="T66" fmla="*/ 63 w 103"/>
                  <a:gd name="T67" fmla="*/ 11 h 26"/>
                  <a:gd name="T68" fmla="*/ 65 w 103"/>
                  <a:gd name="T69" fmla="*/ 8 h 26"/>
                  <a:gd name="T70" fmla="*/ 58 w 103"/>
                  <a:gd name="T71" fmla="*/ 8 h 26"/>
                  <a:gd name="T72" fmla="*/ 55 w 103"/>
                  <a:gd name="T73" fmla="*/ 7 h 26"/>
                  <a:gd name="T74" fmla="*/ 51 w 103"/>
                  <a:gd name="T75" fmla="*/ 7 h 26"/>
                  <a:gd name="T76" fmla="*/ 47 w 103"/>
                  <a:gd name="T77" fmla="*/ 5 h 26"/>
                  <a:gd name="T78" fmla="*/ 43 w 103"/>
                  <a:gd name="T79" fmla="*/ 3 h 26"/>
                  <a:gd name="T80" fmla="*/ 39 w 103"/>
                  <a:gd name="T81" fmla="*/ 7 h 26"/>
                  <a:gd name="T82" fmla="*/ 28 w 103"/>
                  <a:gd name="T83" fmla="*/ 7 h 26"/>
                  <a:gd name="T84" fmla="*/ 25 w 103"/>
                  <a:gd name="T85" fmla="*/ 5 h 26"/>
                  <a:gd name="T86" fmla="*/ 18 w 103"/>
                  <a:gd name="T87" fmla="*/ 2 h 26"/>
                  <a:gd name="T88" fmla="*/ 13 w 103"/>
                  <a:gd name="T89" fmla="*/ 1 h 26"/>
                  <a:gd name="T90" fmla="*/ 10 w 103"/>
                  <a:gd name="T91" fmla="*/ 0 h 26"/>
                  <a:gd name="T92" fmla="*/ 5 w 103"/>
                  <a:gd name="T93" fmla="*/ 2 h 26"/>
                  <a:gd name="T94" fmla="*/ 3 w 103"/>
                  <a:gd name="T95" fmla="*/ 5 h 26"/>
                  <a:gd name="T96" fmla="*/ 2 w 103"/>
                  <a:gd name="T97" fmla="*/ 6 h 26"/>
                  <a:gd name="T98" fmla="*/ 0 w 103"/>
                  <a:gd name="T99" fmla="*/ 5 h 26"/>
                  <a:gd name="T100" fmla="*/ 1 w 103"/>
                  <a:gd name="T101" fmla="*/ 8 h 26"/>
                  <a:gd name="T102" fmla="*/ 6 w 103"/>
                  <a:gd name="T103" fmla="*/ 8 h 26"/>
                  <a:gd name="T104" fmla="*/ 9 w 103"/>
                  <a:gd name="T105" fmla="*/ 10 h 26"/>
                  <a:gd name="T106" fmla="*/ 11 w 103"/>
                  <a:gd name="T107" fmla="*/ 13 h 26"/>
                  <a:gd name="T108" fmla="*/ 15 w 103"/>
                  <a:gd name="T109" fmla="*/ 13 h 26"/>
                  <a:gd name="T110" fmla="*/ 24 w 103"/>
                  <a:gd name="T111" fmla="*/ 16 h 26"/>
                  <a:gd name="T112" fmla="*/ 26 w 103"/>
                  <a:gd name="T113" fmla="*/ 15 h 26"/>
                  <a:gd name="T114" fmla="*/ 30 w 103"/>
                  <a:gd name="T115" fmla="*/ 15 h 26"/>
                  <a:gd name="T116" fmla="*/ 38 w 103"/>
                  <a:gd name="T117" fmla="*/ 18 h 26"/>
                  <a:gd name="T118" fmla="*/ 46 w 103"/>
                  <a:gd name="T119" fmla="*/ 19 h 26"/>
                  <a:gd name="T120" fmla="*/ 84 w 103"/>
                  <a:gd name="T121" fmla="*/ 23 h 26"/>
                  <a:gd name="T122" fmla="*/ 83 w 103"/>
                  <a:gd name="T12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26">
                    <a:moveTo>
                      <a:pt x="46" y="19"/>
                    </a:moveTo>
                    <a:cubicBezTo>
                      <a:pt x="48" y="20"/>
                      <a:pt x="48" y="20"/>
                      <a:pt x="48" y="20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4" y="20"/>
                      <a:pt x="84" y="21"/>
                      <a:pt x="84" y="21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19"/>
                      <a:pt x="43" y="19"/>
                      <a:pt x="43" y="19"/>
                    </a:cubicBezTo>
                    <a:lnTo>
                      <a:pt x="46" y="19"/>
                    </a:lnTo>
                    <a:close/>
                    <a:moveTo>
                      <a:pt x="83" y="23"/>
                    </a:moveTo>
                    <a:cubicBezTo>
                      <a:pt x="83" y="23"/>
                      <a:pt x="83" y="23"/>
                      <a:pt x="83" y="23"/>
                    </a:cubicBezTo>
                    <a:cubicBezTo>
                      <a:pt x="84" y="23"/>
                      <a:pt x="84" y="23"/>
                      <a:pt x="84" y="23"/>
                    </a:cubicBezTo>
                    <a:lnTo>
                      <a:pt x="83" y="23"/>
                    </a:lnTo>
                    <a:close/>
                    <a:moveTo>
                      <a:pt x="83" y="22"/>
                    </a:moveTo>
                    <a:cubicBezTo>
                      <a:pt x="83" y="22"/>
                      <a:pt x="83" y="22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7" name="Freeform 6296">
                <a:extLst>
                  <a:ext uri="{FF2B5EF4-FFF2-40B4-BE49-F238E27FC236}">
                    <a16:creationId xmlns:a16="http://schemas.microsoft.com/office/drawing/2014/main" id="{99737BA8-39A0-4131-B6AE-5D858F1674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0" y="2871"/>
                <a:ext cx="13" cy="12"/>
              </a:xfrm>
              <a:custGeom>
                <a:avLst/>
                <a:gdLst>
                  <a:gd name="T0" fmla="*/ 12 w 13"/>
                  <a:gd name="T1" fmla="*/ 8 h 12"/>
                  <a:gd name="T2" fmla="*/ 13 w 13"/>
                  <a:gd name="T3" fmla="*/ 6 h 12"/>
                  <a:gd name="T4" fmla="*/ 8 w 13"/>
                  <a:gd name="T5" fmla="*/ 0 h 12"/>
                  <a:gd name="T6" fmla="*/ 4 w 13"/>
                  <a:gd name="T7" fmla="*/ 0 h 12"/>
                  <a:gd name="T8" fmla="*/ 2 w 13"/>
                  <a:gd name="T9" fmla="*/ 4 h 12"/>
                  <a:gd name="T10" fmla="*/ 4 w 13"/>
                  <a:gd name="T11" fmla="*/ 6 h 12"/>
                  <a:gd name="T12" fmla="*/ 2 w 13"/>
                  <a:gd name="T13" fmla="*/ 6 h 12"/>
                  <a:gd name="T14" fmla="*/ 0 w 13"/>
                  <a:gd name="T15" fmla="*/ 10 h 12"/>
                  <a:gd name="T16" fmla="*/ 4 w 13"/>
                  <a:gd name="T17" fmla="*/ 12 h 12"/>
                  <a:gd name="T18" fmla="*/ 8 w 13"/>
                  <a:gd name="T19" fmla="*/ 10 h 12"/>
                  <a:gd name="T20" fmla="*/ 6 w 13"/>
                  <a:gd name="T21" fmla="*/ 6 h 12"/>
                  <a:gd name="T22" fmla="*/ 8 w 13"/>
                  <a:gd name="T23" fmla="*/ 6 h 12"/>
                  <a:gd name="T24" fmla="*/ 12 w 13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2" y="8"/>
                    </a:moveTo>
                    <a:lnTo>
                      <a:pt x="13" y="6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8" name="Freeform 6297">
                <a:extLst>
                  <a:ext uri="{FF2B5EF4-FFF2-40B4-BE49-F238E27FC236}">
                    <a16:creationId xmlns:a16="http://schemas.microsoft.com/office/drawing/2014/main" id="{679FA044-D796-44C8-8A10-6BE6C9FF97E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32" y="2909"/>
                <a:ext cx="47" cy="18"/>
              </a:xfrm>
              <a:custGeom>
                <a:avLst/>
                <a:gdLst>
                  <a:gd name="T0" fmla="*/ 12 w 47"/>
                  <a:gd name="T1" fmla="*/ 13 h 18"/>
                  <a:gd name="T2" fmla="*/ 12 w 47"/>
                  <a:gd name="T3" fmla="*/ 15 h 18"/>
                  <a:gd name="T4" fmla="*/ 15 w 47"/>
                  <a:gd name="T5" fmla="*/ 15 h 18"/>
                  <a:gd name="T6" fmla="*/ 15 w 47"/>
                  <a:gd name="T7" fmla="*/ 15 h 18"/>
                  <a:gd name="T8" fmla="*/ 17 w 47"/>
                  <a:gd name="T9" fmla="*/ 13 h 18"/>
                  <a:gd name="T10" fmla="*/ 17 w 47"/>
                  <a:gd name="T11" fmla="*/ 11 h 18"/>
                  <a:gd name="T12" fmla="*/ 17 w 47"/>
                  <a:gd name="T13" fmla="*/ 11 h 18"/>
                  <a:gd name="T14" fmla="*/ 19 w 47"/>
                  <a:gd name="T15" fmla="*/ 9 h 18"/>
                  <a:gd name="T16" fmla="*/ 19 w 47"/>
                  <a:gd name="T17" fmla="*/ 9 h 18"/>
                  <a:gd name="T18" fmla="*/ 21 w 47"/>
                  <a:gd name="T19" fmla="*/ 11 h 18"/>
                  <a:gd name="T20" fmla="*/ 28 w 47"/>
                  <a:gd name="T21" fmla="*/ 11 h 18"/>
                  <a:gd name="T22" fmla="*/ 30 w 47"/>
                  <a:gd name="T23" fmla="*/ 9 h 18"/>
                  <a:gd name="T24" fmla="*/ 32 w 47"/>
                  <a:gd name="T25" fmla="*/ 9 h 18"/>
                  <a:gd name="T26" fmla="*/ 36 w 47"/>
                  <a:gd name="T27" fmla="*/ 13 h 18"/>
                  <a:gd name="T28" fmla="*/ 40 w 47"/>
                  <a:gd name="T29" fmla="*/ 13 h 18"/>
                  <a:gd name="T30" fmla="*/ 41 w 47"/>
                  <a:gd name="T31" fmla="*/ 16 h 18"/>
                  <a:gd name="T32" fmla="*/ 47 w 47"/>
                  <a:gd name="T33" fmla="*/ 16 h 18"/>
                  <a:gd name="T34" fmla="*/ 47 w 47"/>
                  <a:gd name="T35" fmla="*/ 13 h 18"/>
                  <a:gd name="T36" fmla="*/ 47 w 47"/>
                  <a:gd name="T37" fmla="*/ 7 h 18"/>
                  <a:gd name="T38" fmla="*/ 40 w 47"/>
                  <a:gd name="T39" fmla="*/ 3 h 18"/>
                  <a:gd name="T40" fmla="*/ 34 w 47"/>
                  <a:gd name="T41" fmla="*/ 2 h 18"/>
                  <a:gd name="T42" fmla="*/ 30 w 47"/>
                  <a:gd name="T43" fmla="*/ 0 h 18"/>
                  <a:gd name="T44" fmla="*/ 27 w 47"/>
                  <a:gd name="T45" fmla="*/ 0 h 18"/>
                  <a:gd name="T46" fmla="*/ 25 w 47"/>
                  <a:gd name="T47" fmla="*/ 2 h 18"/>
                  <a:gd name="T48" fmla="*/ 23 w 47"/>
                  <a:gd name="T49" fmla="*/ 2 h 18"/>
                  <a:gd name="T50" fmla="*/ 19 w 47"/>
                  <a:gd name="T51" fmla="*/ 0 h 18"/>
                  <a:gd name="T52" fmla="*/ 15 w 47"/>
                  <a:gd name="T53" fmla="*/ 2 h 18"/>
                  <a:gd name="T54" fmla="*/ 10 w 47"/>
                  <a:gd name="T55" fmla="*/ 2 h 18"/>
                  <a:gd name="T56" fmla="*/ 8 w 47"/>
                  <a:gd name="T57" fmla="*/ 2 h 18"/>
                  <a:gd name="T58" fmla="*/ 8 w 47"/>
                  <a:gd name="T59" fmla="*/ 2 h 18"/>
                  <a:gd name="T60" fmla="*/ 2 w 47"/>
                  <a:gd name="T61" fmla="*/ 2 h 18"/>
                  <a:gd name="T62" fmla="*/ 4 w 47"/>
                  <a:gd name="T63" fmla="*/ 3 h 18"/>
                  <a:gd name="T64" fmla="*/ 0 w 47"/>
                  <a:gd name="T65" fmla="*/ 7 h 18"/>
                  <a:gd name="T66" fmla="*/ 4 w 47"/>
                  <a:gd name="T67" fmla="*/ 7 h 18"/>
                  <a:gd name="T68" fmla="*/ 4 w 47"/>
                  <a:gd name="T69" fmla="*/ 7 h 18"/>
                  <a:gd name="T70" fmla="*/ 6 w 47"/>
                  <a:gd name="T71" fmla="*/ 11 h 18"/>
                  <a:gd name="T72" fmla="*/ 8 w 47"/>
                  <a:gd name="T73" fmla="*/ 11 h 18"/>
                  <a:gd name="T74" fmla="*/ 8 w 47"/>
                  <a:gd name="T75" fmla="*/ 11 h 18"/>
                  <a:gd name="T76" fmla="*/ 2 w 47"/>
                  <a:gd name="T77" fmla="*/ 13 h 18"/>
                  <a:gd name="T78" fmla="*/ 6 w 47"/>
                  <a:gd name="T79" fmla="*/ 16 h 18"/>
                  <a:gd name="T80" fmla="*/ 8 w 47"/>
                  <a:gd name="T81" fmla="*/ 15 h 18"/>
                  <a:gd name="T82" fmla="*/ 10 w 47"/>
                  <a:gd name="T83" fmla="*/ 18 h 18"/>
                  <a:gd name="T84" fmla="*/ 12 w 47"/>
                  <a:gd name="T85" fmla="*/ 13 h 18"/>
                  <a:gd name="T86" fmla="*/ 6 w 47"/>
                  <a:gd name="T87" fmla="*/ 5 h 18"/>
                  <a:gd name="T88" fmla="*/ 4 w 47"/>
                  <a:gd name="T89" fmla="*/ 5 h 18"/>
                  <a:gd name="T90" fmla="*/ 4 w 47"/>
                  <a:gd name="T91" fmla="*/ 5 h 18"/>
                  <a:gd name="T92" fmla="*/ 6 w 47"/>
                  <a:gd name="T93" fmla="*/ 5 h 18"/>
                  <a:gd name="T94" fmla="*/ 6 w 47"/>
                  <a:gd name="T95" fmla="*/ 5 h 18"/>
                  <a:gd name="T96" fmla="*/ 8 w 47"/>
                  <a:gd name="T97" fmla="*/ 3 h 18"/>
                  <a:gd name="T98" fmla="*/ 8 w 47"/>
                  <a:gd name="T99" fmla="*/ 3 h 18"/>
                  <a:gd name="T100" fmla="*/ 8 w 47"/>
                  <a:gd name="T101" fmla="*/ 3 h 18"/>
                  <a:gd name="T102" fmla="*/ 8 w 47"/>
                  <a:gd name="T103" fmla="*/ 3 h 18"/>
                  <a:gd name="T104" fmla="*/ 10 w 47"/>
                  <a:gd name="T105" fmla="*/ 7 h 18"/>
                  <a:gd name="T106" fmla="*/ 12 w 47"/>
                  <a:gd name="T107" fmla="*/ 9 h 18"/>
                  <a:gd name="T108" fmla="*/ 14 w 47"/>
                  <a:gd name="T109" fmla="*/ 11 h 18"/>
                  <a:gd name="T110" fmla="*/ 12 w 47"/>
                  <a:gd name="T111" fmla="*/ 11 h 18"/>
                  <a:gd name="T112" fmla="*/ 10 w 47"/>
                  <a:gd name="T113" fmla="*/ 11 h 18"/>
                  <a:gd name="T114" fmla="*/ 8 w 47"/>
                  <a:gd name="T115" fmla="*/ 11 h 18"/>
                  <a:gd name="T116" fmla="*/ 10 w 47"/>
                  <a:gd name="T1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" h="18">
                    <a:moveTo>
                      <a:pt x="12" y="13"/>
                    </a:moveTo>
                    <a:lnTo>
                      <a:pt x="12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1" y="11"/>
                    </a:lnTo>
                    <a:lnTo>
                      <a:pt x="28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13"/>
                    </a:lnTo>
                    <a:lnTo>
                      <a:pt x="40" y="13"/>
                    </a:lnTo>
                    <a:lnTo>
                      <a:pt x="41" y="16"/>
                    </a:lnTo>
                    <a:lnTo>
                      <a:pt x="47" y="16"/>
                    </a:lnTo>
                    <a:lnTo>
                      <a:pt x="47" y="13"/>
                    </a:lnTo>
                    <a:lnTo>
                      <a:pt x="47" y="7"/>
                    </a:lnTo>
                    <a:lnTo>
                      <a:pt x="40" y="3"/>
                    </a:lnTo>
                    <a:lnTo>
                      <a:pt x="34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2" y="13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10" y="18"/>
                    </a:lnTo>
                    <a:lnTo>
                      <a:pt x="12" y="13"/>
                    </a:lnTo>
                    <a:close/>
                    <a:moveTo>
                      <a:pt x="6" y="5"/>
                    </a:move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  <a:moveTo>
                      <a:pt x="8" y="3"/>
                    </a:move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close/>
                    <a:moveTo>
                      <a:pt x="10" y="7"/>
                    </a:moveTo>
                    <a:lnTo>
                      <a:pt x="12" y="9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1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9" name="Freeform 6298">
                <a:extLst>
                  <a:ext uri="{FF2B5EF4-FFF2-40B4-BE49-F238E27FC236}">
                    <a16:creationId xmlns:a16="http://schemas.microsoft.com/office/drawing/2014/main" id="{0875F07A-87C3-45B7-A6F9-93D321B7CA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88" y="2828"/>
                <a:ext cx="9" cy="6"/>
              </a:xfrm>
              <a:custGeom>
                <a:avLst/>
                <a:gdLst>
                  <a:gd name="T0" fmla="*/ 3 w 9"/>
                  <a:gd name="T1" fmla="*/ 0 h 6"/>
                  <a:gd name="T2" fmla="*/ 1 w 9"/>
                  <a:gd name="T3" fmla="*/ 2 h 6"/>
                  <a:gd name="T4" fmla="*/ 0 w 9"/>
                  <a:gd name="T5" fmla="*/ 4 h 6"/>
                  <a:gd name="T6" fmla="*/ 3 w 9"/>
                  <a:gd name="T7" fmla="*/ 6 h 6"/>
                  <a:gd name="T8" fmla="*/ 9 w 9"/>
                  <a:gd name="T9" fmla="*/ 6 h 6"/>
                  <a:gd name="T10" fmla="*/ 7 w 9"/>
                  <a:gd name="T11" fmla="*/ 2 h 6"/>
                  <a:gd name="T12" fmla="*/ 3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0" name="Freeform 6299">
                <a:extLst>
                  <a:ext uri="{FF2B5EF4-FFF2-40B4-BE49-F238E27FC236}">
                    <a16:creationId xmlns:a16="http://schemas.microsoft.com/office/drawing/2014/main" id="{53C7EF2C-16E8-4B98-9C32-D567AE5AD0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9" y="2808"/>
                <a:ext cx="9" cy="9"/>
              </a:xfrm>
              <a:custGeom>
                <a:avLst/>
                <a:gdLst>
                  <a:gd name="T0" fmla="*/ 7 w 9"/>
                  <a:gd name="T1" fmla="*/ 9 h 9"/>
                  <a:gd name="T2" fmla="*/ 9 w 9"/>
                  <a:gd name="T3" fmla="*/ 4 h 9"/>
                  <a:gd name="T4" fmla="*/ 5 w 9"/>
                  <a:gd name="T5" fmla="*/ 0 h 9"/>
                  <a:gd name="T6" fmla="*/ 2 w 9"/>
                  <a:gd name="T7" fmla="*/ 2 h 9"/>
                  <a:gd name="T8" fmla="*/ 0 w 9"/>
                  <a:gd name="T9" fmla="*/ 4 h 9"/>
                  <a:gd name="T10" fmla="*/ 4 w 9"/>
                  <a:gd name="T11" fmla="*/ 7 h 9"/>
                  <a:gd name="T12" fmla="*/ 4 w 9"/>
                  <a:gd name="T13" fmla="*/ 7 h 9"/>
                  <a:gd name="T14" fmla="*/ 4 w 9"/>
                  <a:gd name="T15" fmla="*/ 9 h 9"/>
                  <a:gd name="T16" fmla="*/ 7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7" y="9"/>
                    </a:moveTo>
                    <a:lnTo>
                      <a:pt x="9" y="4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1" name="Freeform 6300">
                <a:extLst>
                  <a:ext uri="{FF2B5EF4-FFF2-40B4-BE49-F238E27FC236}">
                    <a16:creationId xmlns:a16="http://schemas.microsoft.com/office/drawing/2014/main" id="{10881A00-1521-4333-96B4-54E3DC8BD8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0" y="2905"/>
                <a:ext cx="18" cy="13"/>
              </a:xfrm>
              <a:custGeom>
                <a:avLst/>
                <a:gdLst>
                  <a:gd name="T0" fmla="*/ 9 w 18"/>
                  <a:gd name="T1" fmla="*/ 13 h 13"/>
                  <a:gd name="T2" fmla="*/ 11 w 18"/>
                  <a:gd name="T3" fmla="*/ 9 h 13"/>
                  <a:gd name="T4" fmla="*/ 11 w 18"/>
                  <a:gd name="T5" fmla="*/ 11 h 13"/>
                  <a:gd name="T6" fmla="*/ 14 w 18"/>
                  <a:gd name="T7" fmla="*/ 11 h 13"/>
                  <a:gd name="T8" fmla="*/ 16 w 18"/>
                  <a:gd name="T9" fmla="*/ 9 h 13"/>
                  <a:gd name="T10" fmla="*/ 18 w 18"/>
                  <a:gd name="T11" fmla="*/ 7 h 13"/>
                  <a:gd name="T12" fmla="*/ 16 w 18"/>
                  <a:gd name="T13" fmla="*/ 4 h 13"/>
                  <a:gd name="T14" fmla="*/ 13 w 18"/>
                  <a:gd name="T15" fmla="*/ 2 h 13"/>
                  <a:gd name="T16" fmla="*/ 7 w 18"/>
                  <a:gd name="T17" fmla="*/ 0 h 13"/>
                  <a:gd name="T18" fmla="*/ 3 w 18"/>
                  <a:gd name="T19" fmla="*/ 2 h 13"/>
                  <a:gd name="T20" fmla="*/ 5 w 18"/>
                  <a:gd name="T21" fmla="*/ 4 h 13"/>
                  <a:gd name="T22" fmla="*/ 5 w 18"/>
                  <a:gd name="T23" fmla="*/ 4 h 13"/>
                  <a:gd name="T24" fmla="*/ 3 w 18"/>
                  <a:gd name="T25" fmla="*/ 6 h 13"/>
                  <a:gd name="T26" fmla="*/ 0 w 18"/>
                  <a:gd name="T27" fmla="*/ 9 h 13"/>
                  <a:gd name="T28" fmla="*/ 5 w 18"/>
                  <a:gd name="T29" fmla="*/ 9 h 13"/>
                  <a:gd name="T30" fmla="*/ 5 w 18"/>
                  <a:gd name="T31" fmla="*/ 9 h 13"/>
                  <a:gd name="T32" fmla="*/ 9 w 18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3">
                    <a:moveTo>
                      <a:pt x="9" y="13"/>
                    </a:moveTo>
                    <a:lnTo>
                      <a:pt x="11" y="9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2" name="Freeform 6301">
                <a:extLst>
                  <a:ext uri="{FF2B5EF4-FFF2-40B4-BE49-F238E27FC236}">
                    <a16:creationId xmlns:a16="http://schemas.microsoft.com/office/drawing/2014/main" id="{7EC6AD41-60F6-4566-97E7-13EDFF0AA86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2" y="2892"/>
                <a:ext cx="28" cy="24"/>
              </a:xfrm>
              <a:custGeom>
                <a:avLst/>
                <a:gdLst>
                  <a:gd name="T0" fmla="*/ 28 w 28"/>
                  <a:gd name="T1" fmla="*/ 20 h 24"/>
                  <a:gd name="T2" fmla="*/ 24 w 28"/>
                  <a:gd name="T3" fmla="*/ 19 h 24"/>
                  <a:gd name="T4" fmla="*/ 24 w 28"/>
                  <a:gd name="T5" fmla="*/ 20 h 24"/>
                  <a:gd name="T6" fmla="*/ 22 w 28"/>
                  <a:gd name="T7" fmla="*/ 19 h 24"/>
                  <a:gd name="T8" fmla="*/ 24 w 28"/>
                  <a:gd name="T9" fmla="*/ 15 h 24"/>
                  <a:gd name="T10" fmla="*/ 18 w 28"/>
                  <a:gd name="T11" fmla="*/ 13 h 24"/>
                  <a:gd name="T12" fmla="*/ 16 w 28"/>
                  <a:gd name="T13" fmla="*/ 11 h 24"/>
                  <a:gd name="T14" fmla="*/ 14 w 28"/>
                  <a:gd name="T15" fmla="*/ 4 h 24"/>
                  <a:gd name="T16" fmla="*/ 14 w 28"/>
                  <a:gd name="T17" fmla="*/ 4 h 24"/>
                  <a:gd name="T18" fmla="*/ 13 w 28"/>
                  <a:gd name="T19" fmla="*/ 0 h 24"/>
                  <a:gd name="T20" fmla="*/ 11 w 28"/>
                  <a:gd name="T21" fmla="*/ 0 h 24"/>
                  <a:gd name="T22" fmla="*/ 7 w 28"/>
                  <a:gd name="T23" fmla="*/ 0 h 24"/>
                  <a:gd name="T24" fmla="*/ 7 w 28"/>
                  <a:gd name="T25" fmla="*/ 4 h 24"/>
                  <a:gd name="T26" fmla="*/ 5 w 28"/>
                  <a:gd name="T27" fmla="*/ 0 h 24"/>
                  <a:gd name="T28" fmla="*/ 3 w 28"/>
                  <a:gd name="T29" fmla="*/ 2 h 24"/>
                  <a:gd name="T30" fmla="*/ 3 w 28"/>
                  <a:gd name="T31" fmla="*/ 4 h 24"/>
                  <a:gd name="T32" fmla="*/ 0 w 28"/>
                  <a:gd name="T33" fmla="*/ 7 h 24"/>
                  <a:gd name="T34" fmla="*/ 3 w 28"/>
                  <a:gd name="T35" fmla="*/ 9 h 24"/>
                  <a:gd name="T36" fmla="*/ 9 w 28"/>
                  <a:gd name="T37" fmla="*/ 11 h 24"/>
                  <a:gd name="T38" fmla="*/ 9 w 28"/>
                  <a:gd name="T39" fmla="*/ 11 h 24"/>
                  <a:gd name="T40" fmla="*/ 9 w 28"/>
                  <a:gd name="T41" fmla="*/ 13 h 24"/>
                  <a:gd name="T42" fmla="*/ 11 w 28"/>
                  <a:gd name="T43" fmla="*/ 15 h 24"/>
                  <a:gd name="T44" fmla="*/ 11 w 28"/>
                  <a:gd name="T45" fmla="*/ 19 h 24"/>
                  <a:gd name="T46" fmla="*/ 14 w 28"/>
                  <a:gd name="T47" fmla="*/ 20 h 24"/>
                  <a:gd name="T48" fmla="*/ 18 w 28"/>
                  <a:gd name="T49" fmla="*/ 20 h 24"/>
                  <a:gd name="T50" fmla="*/ 18 w 28"/>
                  <a:gd name="T51" fmla="*/ 22 h 24"/>
                  <a:gd name="T52" fmla="*/ 20 w 28"/>
                  <a:gd name="T53" fmla="*/ 24 h 24"/>
                  <a:gd name="T54" fmla="*/ 24 w 28"/>
                  <a:gd name="T55" fmla="*/ 22 h 24"/>
                  <a:gd name="T56" fmla="*/ 22 w 28"/>
                  <a:gd name="T57" fmla="*/ 24 h 24"/>
                  <a:gd name="T58" fmla="*/ 28 w 28"/>
                  <a:gd name="T59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4">
                    <a:moveTo>
                      <a:pt x="28" y="20"/>
                    </a:moveTo>
                    <a:lnTo>
                      <a:pt x="24" y="19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18" y="13"/>
                    </a:lnTo>
                    <a:lnTo>
                      <a:pt x="16" y="11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1" y="15"/>
                    </a:lnTo>
                    <a:lnTo>
                      <a:pt x="11" y="19"/>
                    </a:lnTo>
                    <a:lnTo>
                      <a:pt x="14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2" y="24"/>
                    </a:lnTo>
                    <a:lnTo>
                      <a:pt x="28" y="2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3" name="Freeform 6302">
                <a:extLst>
                  <a:ext uri="{FF2B5EF4-FFF2-40B4-BE49-F238E27FC236}">
                    <a16:creationId xmlns:a16="http://schemas.microsoft.com/office/drawing/2014/main" id="{B4FB6D6C-FFBB-43D7-98D4-97B2FE1F5C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7" y="2825"/>
                <a:ext cx="8" cy="5"/>
              </a:xfrm>
              <a:custGeom>
                <a:avLst/>
                <a:gdLst>
                  <a:gd name="T0" fmla="*/ 8 w 8"/>
                  <a:gd name="T1" fmla="*/ 2 h 5"/>
                  <a:gd name="T2" fmla="*/ 4 w 8"/>
                  <a:gd name="T3" fmla="*/ 0 h 5"/>
                  <a:gd name="T4" fmla="*/ 0 w 8"/>
                  <a:gd name="T5" fmla="*/ 0 h 5"/>
                  <a:gd name="T6" fmla="*/ 0 w 8"/>
                  <a:gd name="T7" fmla="*/ 3 h 5"/>
                  <a:gd name="T8" fmla="*/ 4 w 8"/>
                  <a:gd name="T9" fmla="*/ 5 h 5"/>
                  <a:gd name="T10" fmla="*/ 8 w 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4" name="Freeform 6303">
                <a:extLst>
                  <a:ext uri="{FF2B5EF4-FFF2-40B4-BE49-F238E27FC236}">
                    <a16:creationId xmlns:a16="http://schemas.microsoft.com/office/drawing/2014/main" id="{7782D58D-BD0A-47EE-A170-D6444EE7D4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35" y="2819"/>
                <a:ext cx="5" cy="13"/>
              </a:xfrm>
              <a:custGeom>
                <a:avLst/>
                <a:gdLst>
                  <a:gd name="T0" fmla="*/ 1 w 5"/>
                  <a:gd name="T1" fmla="*/ 8 h 13"/>
                  <a:gd name="T2" fmla="*/ 1 w 5"/>
                  <a:gd name="T3" fmla="*/ 13 h 13"/>
                  <a:gd name="T4" fmla="*/ 5 w 5"/>
                  <a:gd name="T5" fmla="*/ 11 h 13"/>
                  <a:gd name="T6" fmla="*/ 1 w 5"/>
                  <a:gd name="T7" fmla="*/ 8 h 13"/>
                  <a:gd name="T8" fmla="*/ 5 w 5"/>
                  <a:gd name="T9" fmla="*/ 8 h 13"/>
                  <a:gd name="T10" fmla="*/ 3 w 5"/>
                  <a:gd name="T11" fmla="*/ 4 h 13"/>
                  <a:gd name="T12" fmla="*/ 5 w 5"/>
                  <a:gd name="T13" fmla="*/ 2 h 13"/>
                  <a:gd name="T14" fmla="*/ 1 w 5"/>
                  <a:gd name="T15" fmla="*/ 0 h 13"/>
                  <a:gd name="T16" fmla="*/ 1 w 5"/>
                  <a:gd name="T17" fmla="*/ 6 h 13"/>
                  <a:gd name="T18" fmla="*/ 0 w 5"/>
                  <a:gd name="T19" fmla="*/ 8 h 13"/>
                  <a:gd name="T20" fmla="*/ 1 w 5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3">
                    <a:moveTo>
                      <a:pt x="1" y="8"/>
                    </a:moveTo>
                    <a:lnTo>
                      <a:pt x="1" y="13"/>
                    </a:lnTo>
                    <a:lnTo>
                      <a:pt x="5" y="11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5" name="Freeform 6304">
                <a:extLst>
                  <a:ext uri="{FF2B5EF4-FFF2-40B4-BE49-F238E27FC236}">
                    <a16:creationId xmlns:a16="http://schemas.microsoft.com/office/drawing/2014/main" id="{00D98D87-B18E-4BF1-B999-1B70D53AEBD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8" y="2998"/>
                <a:ext cx="28" cy="19"/>
              </a:xfrm>
              <a:custGeom>
                <a:avLst/>
                <a:gdLst>
                  <a:gd name="T0" fmla="*/ 22 w 28"/>
                  <a:gd name="T1" fmla="*/ 6 h 19"/>
                  <a:gd name="T2" fmla="*/ 20 w 28"/>
                  <a:gd name="T3" fmla="*/ 6 h 19"/>
                  <a:gd name="T4" fmla="*/ 20 w 28"/>
                  <a:gd name="T5" fmla="*/ 4 h 19"/>
                  <a:gd name="T6" fmla="*/ 15 w 28"/>
                  <a:gd name="T7" fmla="*/ 2 h 19"/>
                  <a:gd name="T8" fmla="*/ 13 w 28"/>
                  <a:gd name="T9" fmla="*/ 4 h 19"/>
                  <a:gd name="T10" fmla="*/ 11 w 28"/>
                  <a:gd name="T11" fmla="*/ 4 h 19"/>
                  <a:gd name="T12" fmla="*/ 7 w 28"/>
                  <a:gd name="T13" fmla="*/ 0 h 19"/>
                  <a:gd name="T14" fmla="*/ 0 w 28"/>
                  <a:gd name="T15" fmla="*/ 4 h 19"/>
                  <a:gd name="T16" fmla="*/ 0 w 28"/>
                  <a:gd name="T17" fmla="*/ 8 h 19"/>
                  <a:gd name="T18" fmla="*/ 2 w 28"/>
                  <a:gd name="T19" fmla="*/ 9 h 19"/>
                  <a:gd name="T20" fmla="*/ 7 w 28"/>
                  <a:gd name="T21" fmla="*/ 11 h 19"/>
                  <a:gd name="T22" fmla="*/ 9 w 28"/>
                  <a:gd name="T23" fmla="*/ 9 h 19"/>
                  <a:gd name="T24" fmla="*/ 11 w 28"/>
                  <a:gd name="T25" fmla="*/ 13 h 19"/>
                  <a:gd name="T26" fmla="*/ 13 w 28"/>
                  <a:gd name="T27" fmla="*/ 13 h 19"/>
                  <a:gd name="T28" fmla="*/ 15 w 28"/>
                  <a:gd name="T29" fmla="*/ 17 h 19"/>
                  <a:gd name="T30" fmla="*/ 20 w 28"/>
                  <a:gd name="T31" fmla="*/ 19 h 19"/>
                  <a:gd name="T32" fmla="*/ 24 w 28"/>
                  <a:gd name="T33" fmla="*/ 17 h 19"/>
                  <a:gd name="T34" fmla="*/ 28 w 28"/>
                  <a:gd name="T35" fmla="*/ 15 h 19"/>
                  <a:gd name="T36" fmla="*/ 28 w 28"/>
                  <a:gd name="T37" fmla="*/ 13 h 19"/>
                  <a:gd name="T38" fmla="*/ 26 w 28"/>
                  <a:gd name="T39" fmla="*/ 9 h 19"/>
                  <a:gd name="T40" fmla="*/ 22 w 28"/>
                  <a:gd name="T4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19">
                    <a:moveTo>
                      <a:pt x="22" y="6"/>
                    </a:moveTo>
                    <a:lnTo>
                      <a:pt x="20" y="6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5" y="17"/>
                    </a:lnTo>
                    <a:lnTo>
                      <a:pt x="20" y="19"/>
                    </a:lnTo>
                    <a:lnTo>
                      <a:pt x="24" y="17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26" y="9"/>
                    </a:lnTo>
                    <a:lnTo>
                      <a:pt x="2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6" name="Freeform 6305">
                <a:extLst>
                  <a:ext uri="{FF2B5EF4-FFF2-40B4-BE49-F238E27FC236}">
                    <a16:creationId xmlns:a16="http://schemas.microsoft.com/office/drawing/2014/main" id="{2248799B-6881-421E-8935-B053DBD870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5" y="2972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2 w 6"/>
                  <a:gd name="T3" fmla="*/ 0 h 8"/>
                  <a:gd name="T4" fmla="*/ 0 w 6"/>
                  <a:gd name="T5" fmla="*/ 2 h 8"/>
                  <a:gd name="T6" fmla="*/ 0 w 6"/>
                  <a:gd name="T7" fmla="*/ 8 h 8"/>
                  <a:gd name="T8" fmla="*/ 6 w 6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7" name="Freeform 6306">
                <a:extLst>
                  <a:ext uri="{FF2B5EF4-FFF2-40B4-BE49-F238E27FC236}">
                    <a16:creationId xmlns:a16="http://schemas.microsoft.com/office/drawing/2014/main" id="{9B6943BB-7EB0-490A-AFAF-4EC4EFE23E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9" y="2888"/>
                <a:ext cx="13" cy="9"/>
              </a:xfrm>
              <a:custGeom>
                <a:avLst/>
                <a:gdLst>
                  <a:gd name="T0" fmla="*/ 5 w 13"/>
                  <a:gd name="T1" fmla="*/ 9 h 9"/>
                  <a:gd name="T2" fmla="*/ 7 w 13"/>
                  <a:gd name="T3" fmla="*/ 8 h 9"/>
                  <a:gd name="T4" fmla="*/ 13 w 13"/>
                  <a:gd name="T5" fmla="*/ 8 h 9"/>
                  <a:gd name="T6" fmla="*/ 13 w 13"/>
                  <a:gd name="T7" fmla="*/ 6 h 9"/>
                  <a:gd name="T8" fmla="*/ 9 w 13"/>
                  <a:gd name="T9" fmla="*/ 2 h 9"/>
                  <a:gd name="T10" fmla="*/ 5 w 13"/>
                  <a:gd name="T11" fmla="*/ 0 h 9"/>
                  <a:gd name="T12" fmla="*/ 0 w 13"/>
                  <a:gd name="T13" fmla="*/ 6 h 9"/>
                  <a:gd name="T14" fmla="*/ 2 w 13"/>
                  <a:gd name="T15" fmla="*/ 8 h 9"/>
                  <a:gd name="T16" fmla="*/ 5 w 13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5" y="9"/>
                    </a:moveTo>
                    <a:lnTo>
                      <a:pt x="7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8" name="Freeform 6307">
                <a:extLst>
                  <a:ext uri="{FF2B5EF4-FFF2-40B4-BE49-F238E27FC236}">
                    <a16:creationId xmlns:a16="http://schemas.microsoft.com/office/drawing/2014/main" id="{08098C29-8459-4814-8653-A10C9B7398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1" y="2983"/>
                <a:ext cx="21" cy="6"/>
              </a:xfrm>
              <a:custGeom>
                <a:avLst/>
                <a:gdLst>
                  <a:gd name="T0" fmla="*/ 11 w 21"/>
                  <a:gd name="T1" fmla="*/ 6 h 6"/>
                  <a:gd name="T2" fmla="*/ 11 w 21"/>
                  <a:gd name="T3" fmla="*/ 2 h 6"/>
                  <a:gd name="T4" fmla="*/ 11 w 21"/>
                  <a:gd name="T5" fmla="*/ 4 h 6"/>
                  <a:gd name="T6" fmla="*/ 15 w 21"/>
                  <a:gd name="T7" fmla="*/ 6 h 6"/>
                  <a:gd name="T8" fmla="*/ 21 w 21"/>
                  <a:gd name="T9" fmla="*/ 4 h 6"/>
                  <a:gd name="T10" fmla="*/ 21 w 21"/>
                  <a:gd name="T11" fmla="*/ 0 h 6"/>
                  <a:gd name="T12" fmla="*/ 17 w 21"/>
                  <a:gd name="T13" fmla="*/ 0 h 6"/>
                  <a:gd name="T14" fmla="*/ 11 w 21"/>
                  <a:gd name="T15" fmla="*/ 0 h 6"/>
                  <a:gd name="T16" fmla="*/ 11 w 21"/>
                  <a:gd name="T17" fmla="*/ 0 h 6"/>
                  <a:gd name="T18" fmla="*/ 8 w 21"/>
                  <a:gd name="T19" fmla="*/ 2 h 6"/>
                  <a:gd name="T20" fmla="*/ 4 w 21"/>
                  <a:gd name="T21" fmla="*/ 0 h 6"/>
                  <a:gd name="T22" fmla="*/ 0 w 21"/>
                  <a:gd name="T23" fmla="*/ 2 h 6"/>
                  <a:gd name="T24" fmla="*/ 4 w 21"/>
                  <a:gd name="T25" fmla="*/ 4 h 6"/>
                  <a:gd name="T26" fmla="*/ 6 w 21"/>
                  <a:gd name="T27" fmla="*/ 2 h 6"/>
                  <a:gd name="T28" fmla="*/ 11 w 21"/>
                  <a:gd name="T2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1" y="6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9" name="Freeform 6308">
                <a:extLst>
                  <a:ext uri="{FF2B5EF4-FFF2-40B4-BE49-F238E27FC236}">
                    <a16:creationId xmlns:a16="http://schemas.microsoft.com/office/drawing/2014/main" id="{BCB02C34-4884-4BAC-9BB1-FE6F8E7E53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728"/>
                <a:ext cx="7" cy="13"/>
              </a:xfrm>
              <a:custGeom>
                <a:avLst/>
                <a:gdLst>
                  <a:gd name="T0" fmla="*/ 3 w 7"/>
                  <a:gd name="T1" fmla="*/ 9 h 13"/>
                  <a:gd name="T2" fmla="*/ 7 w 7"/>
                  <a:gd name="T3" fmla="*/ 13 h 13"/>
                  <a:gd name="T4" fmla="*/ 7 w 7"/>
                  <a:gd name="T5" fmla="*/ 7 h 13"/>
                  <a:gd name="T6" fmla="*/ 7 w 7"/>
                  <a:gd name="T7" fmla="*/ 4 h 13"/>
                  <a:gd name="T8" fmla="*/ 5 w 7"/>
                  <a:gd name="T9" fmla="*/ 4 h 13"/>
                  <a:gd name="T10" fmla="*/ 7 w 7"/>
                  <a:gd name="T11" fmla="*/ 0 h 13"/>
                  <a:gd name="T12" fmla="*/ 0 w 7"/>
                  <a:gd name="T13" fmla="*/ 4 h 13"/>
                  <a:gd name="T14" fmla="*/ 5 w 7"/>
                  <a:gd name="T15" fmla="*/ 5 h 13"/>
                  <a:gd name="T16" fmla="*/ 3 w 7"/>
                  <a:gd name="T17" fmla="*/ 5 h 13"/>
                  <a:gd name="T18" fmla="*/ 3 w 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9"/>
                    </a:moveTo>
                    <a:lnTo>
                      <a:pt x="7" y="13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0" name="Freeform 6309">
                <a:extLst>
                  <a:ext uri="{FF2B5EF4-FFF2-40B4-BE49-F238E27FC236}">
                    <a16:creationId xmlns:a16="http://schemas.microsoft.com/office/drawing/2014/main" id="{3AEA9087-C6A4-48C6-BE82-32A6DD996AF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318" y="1309"/>
                <a:ext cx="2370" cy="2051"/>
              </a:xfrm>
              <a:custGeom>
                <a:avLst/>
                <a:gdLst>
                  <a:gd name="T0" fmla="*/ 905 w 1273"/>
                  <a:gd name="T1" fmla="*/ 830 h 1100"/>
                  <a:gd name="T2" fmla="*/ 902 w 1273"/>
                  <a:gd name="T3" fmla="*/ 755 h 1100"/>
                  <a:gd name="T4" fmla="*/ 918 w 1273"/>
                  <a:gd name="T5" fmla="*/ 676 h 1100"/>
                  <a:gd name="T6" fmla="*/ 1005 w 1273"/>
                  <a:gd name="T7" fmla="*/ 638 h 1100"/>
                  <a:gd name="T8" fmla="*/ 1006 w 1273"/>
                  <a:gd name="T9" fmla="*/ 530 h 1100"/>
                  <a:gd name="T10" fmla="*/ 1023 w 1273"/>
                  <a:gd name="T11" fmla="*/ 518 h 1100"/>
                  <a:gd name="T12" fmla="*/ 1083 w 1273"/>
                  <a:gd name="T13" fmla="*/ 448 h 1100"/>
                  <a:gd name="T14" fmla="*/ 1049 w 1273"/>
                  <a:gd name="T15" fmla="*/ 325 h 1100"/>
                  <a:gd name="T16" fmla="*/ 1123 w 1273"/>
                  <a:gd name="T17" fmla="*/ 239 h 1100"/>
                  <a:gd name="T18" fmla="*/ 1172 w 1273"/>
                  <a:gd name="T19" fmla="*/ 168 h 1100"/>
                  <a:gd name="T20" fmla="*/ 1205 w 1273"/>
                  <a:gd name="T21" fmla="*/ 341 h 1100"/>
                  <a:gd name="T22" fmla="*/ 1204 w 1273"/>
                  <a:gd name="T23" fmla="*/ 203 h 1100"/>
                  <a:gd name="T24" fmla="*/ 1224 w 1273"/>
                  <a:gd name="T25" fmla="*/ 66 h 1100"/>
                  <a:gd name="T26" fmla="*/ 1231 w 1273"/>
                  <a:gd name="T27" fmla="*/ 37 h 1100"/>
                  <a:gd name="T28" fmla="*/ 1097 w 1273"/>
                  <a:gd name="T29" fmla="*/ 34 h 1100"/>
                  <a:gd name="T30" fmla="*/ 903 w 1273"/>
                  <a:gd name="T31" fmla="*/ 46 h 1100"/>
                  <a:gd name="T32" fmla="*/ 829 w 1273"/>
                  <a:gd name="T33" fmla="*/ 49 h 1100"/>
                  <a:gd name="T34" fmla="*/ 722 w 1273"/>
                  <a:gd name="T35" fmla="*/ 82 h 1100"/>
                  <a:gd name="T36" fmla="*/ 661 w 1273"/>
                  <a:gd name="T37" fmla="*/ 7 h 1100"/>
                  <a:gd name="T38" fmla="*/ 595 w 1273"/>
                  <a:gd name="T39" fmla="*/ 69 h 1100"/>
                  <a:gd name="T40" fmla="*/ 582 w 1273"/>
                  <a:gd name="T41" fmla="*/ 139 h 1100"/>
                  <a:gd name="T42" fmla="*/ 584 w 1273"/>
                  <a:gd name="T43" fmla="*/ 200 h 1100"/>
                  <a:gd name="T44" fmla="*/ 506 w 1273"/>
                  <a:gd name="T45" fmla="*/ 166 h 1100"/>
                  <a:gd name="T46" fmla="*/ 475 w 1273"/>
                  <a:gd name="T47" fmla="*/ 205 h 1100"/>
                  <a:gd name="T48" fmla="*/ 391 w 1273"/>
                  <a:gd name="T49" fmla="*/ 239 h 1100"/>
                  <a:gd name="T50" fmla="*/ 349 w 1273"/>
                  <a:gd name="T51" fmla="*/ 254 h 1100"/>
                  <a:gd name="T52" fmla="*/ 288 w 1273"/>
                  <a:gd name="T53" fmla="*/ 196 h 1100"/>
                  <a:gd name="T54" fmla="*/ 242 w 1273"/>
                  <a:gd name="T55" fmla="*/ 207 h 1100"/>
                  <a:gd name="T56" fmla="*/ 211 w 1273"/>
                  <a:gd name="T57" fmla="*/ 241 h 1100"/>
                  <a:gd name="T58" fmla="*/ 165 w 1273"/>
                  <a:gd name="T59" fmla="*/ 308 h 1100"/>
                  <a:gd name="T60" fmla="*/ 210 w 1273"/>
                  <a:gd name="T61" fmla="*/ 382 h 1100"/>
                  <a:gd name="T62" fmla="*/ 171 w 1273"/>
                  <a:gd name="T63" fmla="*/ 404 h 1100"/>
                  <a:gd name="T64" fmla="*/ 116 w 1273"/>
                  <a:gd name="T65" fmla="*/ 496 h 1100"/>
                  <a:gd name="T66" fmla="*/ 150 w 1273"/>
                  <a:gd name="T67" fmla="*/ 506 h 1100"/>
                  <a:gd name="T68" fmla="*/ 252 w 1273"/>
                  <a:gd name="T69" fmla="*/ 525 h 1100"/>
                  <a:gd name="T70" fmla="*/ 273 w 1273"/>
                  <a:gd name="T71" fmla="*/ 545 h 1100"/>
                  <a:gd name="T72" fmla="*/ 287 w 1273"/>
                  <a:gd name="T73" fmla="*/ 526 h 1100"/>
                  <a:gd name="T74" fmla="*/ 324 w 1273"/>
                  <a:gd name="T75" fmla="*/ 556 h 1100"/>
                  <a:gd name="T76" fmla="*/ 270 w 1273"/>
                  <a:gd name="T77" fmla="*/ 606 h 1100"/>
                  <a:gd name="T78" fmla="*/ 95 w 1273"/>
                  <a:gd name="T79" fmla="*/ 568 h 1100"/>
                  <a:gd name="T80" fmla="*/ 21 w 1273"/>
                  <a:gd name="T81" fmla="*/ 758 h 1100"/>
                  <a:gd name="T82" fmla="*/ 196 w 1273"/>
                  <a:gd name="T83" fmla="*/ 848 h 1100"/>
                  <a:gd name="T84" fmla="*/ 271 w 1273"/>
                  <a:gd name="T85" fmla="*/ 1098 h 1100"/>
                  <a:gd name="T86" fmla="*/ 404 w 1273"/>
                  <a:gd name="T87" fmla="*/ 966 h 1100"/>
                  <a:gd name="T88" fmla="*/ 509 w 1273"/>
                  <a:gd name="T89" fmla="*/ 763 h 1100"/>
                  <a:gd name="T90" fmla="*/ 401 w 1273"/>
                  <a:gd name="T91" fmla="*/ 674 h 1100"/>
                  <a:gd name="T92" fmla="*/ 444 w 1273"/>
                  <a:gd name="T93" fmla="*/ 719 h 1100"/>
                  <a:gd name="T94" fmla="*/ 541 w 1273"/>
                  <a:gd name="T95" fmla="*/ 641 h 1100"/>
                  <a:gd name="T96" fmla="*/ 517 w 1273"/>
                  <a:gd name="T97" fmla="*/ 632 h 1100"/>
                  <a:gd name="T98" fmla="*/ 665 w 1273"/>
                  <a:gd name="T99" fmla="*/ 673 h 1100"/>
                  <a:gd name="T100" fmla="*/ 782 w 1273"/>
                  <a:gd name="T101" fmla="*/ 673 h 1100"/>
                  <a:gd name="T102" fmla="*/ 1244 w 1273"/>
                  <a:gd name="T103" fmla="*/ 124 h 1100"/>
                  <a:gd name="T104" fmla="*/ 905 w 1273"/>
                  <a:gd name="T105" fmla="*/ 67 h 1100"/>
                  <a:gd name="T106" fmla="*/ 163 w 1273"/>
                  <a:gd name="T107" fmla="*/ 322 h 1100"/>
                  <a:gd name="T108" fmla="*/ 235 w 1273"/>
                  <a:gd name="T109" fmla="*/ 205 h 1100"/>
                  <a:gd name="T110" fmla="*/ 288 w 1273"/>
                  <a:gd name="T111" fmla="*/ 544 h 1100"/>
                  <a:gd name="T112" fmla="*/ 258 w 1273"/>
                  <a:gd name="T113" fmla="*/ 391 h 1100"/>
                  <a:gd name="T114" fmla="*/ 235 w 1273"/>
                  <a:gd name="T115" fmla="*/ 375 h 1100"/>
                  <a:gd name="T116" fmla="*/ 273 w 1273"/>
                  <a:gd name="T117" fmla="*/ 264 h 1100"/>
                  <a:gd name="T118" fmla="*/ 306 w 1273"/>
                  <a:gd name="T119" fmla="*/ 325 h 1100"/>
                  <a:gd name="T120" fmla="*/ 333 w 1273"/>
                  <a:gd name="T121" fmla="*/ 520 h 1100"/>
                  <a:gd name="T122" fmla="*/ 357 w 1273"/>
                  <a:gd name="T123" fmla="*/ 484 h 1100"/>
                  <a:gd name="T124" fmla="*/ 605 w 1273"/>
                  <a:gd name="T125" fmla="*/ 163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73" h="1100">
                    <a:moveTo>
                      <a:pt x="841" y="713"/>
                    </a:moveTo>
                    <a:cubicBezTo>
                      <a:pt x="841" y="713"/>
                      <a:pt x="841" y="713"/>
                      <a:pt x="841" y="713"/>
                    </a:cubicBezTo>
                    <a:cubicBezTo>
                      <a:pt x="843" y="713"/>
                      <a:pt x="843" y="713"/>
                      <a:pt x="843" y="713"/>
                    </a:cubicBezTo>
                    <a:cubicBezTo>
                      <a:pt x="846" y="712"/>
                      <a:pt x="846" y="712"/>
                      <a:pt x="846" y="712"/>
                    </a:cubicBezTo>
                    <a:cubicBezTo>
                      <a:pt x="845" y="712"/>
                      <a:pt x="845" y="712"/>
                      <a:pt x="845" y="712"/>
                    </a:cubicBezTo>
                    <a:cubicBezTo>
                      <a:pt x="848" y="710"/>
                      <a:pt x="848" y="710"/>
                      <a:pt x="848" y="710"/>
                    </a:cubicBezTo>
                    <a:cubicBezTo>
                      <a:pt x="847" y="709"/>
                      <a:pt x="847" y="709"/>
                      <a:pt x="847" y="709"/>
                    </a:cubicBezTo>
                    <a:cubicBezTo>
                      <a:pt x="848" y="708"/>
                      <a:pt x="848" y="708"/>
                      <a:pt x="848" y="708"/>
                    </a:cubicBezTo>
                    <a:cubicBezTo>
                      <a:pt x="848" y="707"/>
                      <a:pt x="848" y="707"/>
                      <a:pt x="848" y="707"/>
                    </a:cubicBezTo>
                    <a:cubicBezTo>
                      <a:pt x="850" y="709"/>
                      <a:pt x="850" y="709"/>
                      <a:pt x="850" y="709"/>
                    </a:cubicBezTo>
                    <a:cubicBezTo>
                      <a:pt x="850" y="710"/>
                      <a:pt x="850" y="710"/>
                      <a:pt x="850" y="710"/>
                    </a:cubicBezTo>
                    <a:cubicBezTo>
                      <a:pt x="851" y="712"/>
                      <a:pt x="851" y="712"/>
                      <a:pt x="851" y="712"/>
                    </a:cubicBezTo>
                    <a:cubicBezTo>
                      <a:pt x="852" y="712"/>
                      <a:pt x="852" y="712"/>
                      <a:pt x="852" y="712"/>
                    </a:cubicBezTo>
                    <a:cubicBezTo>
                      <a:pt x="853" y="712"/>
                      <a:pt x="853" y="712"/>
                      <a:pt x="853" y="712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3" y="714"/>
                      <a:pt x="853" y="714"/>
                      <a:pt x="853" y="714"/>
                    </a:cubicBezTo>
                    <a:cubicBezTo>
                      <a:pt x="854" y="716"/>
                      <a:pt x="854" y="716"/>
                      <a:pt x="854" y="716"/>
                    </a:cubicBezTo>
                    <a:cubicBezTo>
                      <a:pt x="854" y="717"/>
                      <a:pt x="854" y="717"/>
                      <a:pt x="854" y="717"/>
                    </a:cubicBezTo>
                    <a:cubicBezTo>
                      <a:pt x="855" y="722"/>
                      <a:pt x="855" y="722"/>
                      <a:pt x="855" y="722"/>
                    </a:cubicBezTo>
                    <a:cubicBezTo>
                      <a:pt x="856" y="722"/>
                      <a:pt x="856" y="722"/>
                      <a:pt x="856" y="722"/>
                    </a:cubicBezTo>
                    <a:cubicBezTo>
                      <a:pt x="856" y="725"/>
                      <a:pt x="856" y="725"/>
                      <a:pt x="856" y="725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8"/>
                      <a:pt x="857" y="728"/>
                      <a:pt x="857" y="728"/>
                    </a:cubicBezTo>
                    <a:cubicBezTo>
                      <a:pt x="858" y="729"/>
                      <a:pt x="858" y="729"/>
                      <a:pt x="858" y="729"/>
                    </a:cubicBezTo>
                    <a:cubicBezTo>
                      <a:pt x="858" y="732"/>
                      <a:pt x="858" y="732"/>
                      <a:pt x="858" y="732"/>
                    </a:cubicBezTo>
                    <a:cubicBezTo>
                      <a:pt x="859" y="733"/>
                      <a:pt x="859" y="733"/>
                      <a:pt x="859" y="733"/>
                    </a:cubicBezTo>
                    <a:cubicBezTo>
                      <a:pt x="858" y="736"/>
                      <a:pt x="858" y="736"/>
                      <a:pt x="858" y="736"/>
                    </a:cubicBezTo>
                    <a:cubicBezTo>
                      <a:pt x="860" y="735"/>
                      <a:pt x="860" y="735"/>
                      <a:pt x="860" y="735"/>
                    </a:cubicBezTo>
                    <a:cubicBezTo>
                      <a:pt x="860" y="734"/>
                      <a:pt x="860" y="734"/>
                      <a:pt x="860" y="734"/>
                    </a:cubicBezTo>
                    <a:cubicBezTo>
                      <a:pt x="861" y="735"/>
                      <a:pt x="861" y="735"/>
                      <a:pt x="861" y="735"/>
                    </a:cubicBezTo>
                    <a:cubicBezTo>
                      <a:pt x="862" y="736"/>
                      <a:pt x="862" y="736"/>
                      <a:pt x="862" y="736"/>
                    </a:cubicBezTo>
                    <a:cubicBezTo>
                      <a:pt x="862" y="741"/>
                      <a:pt x="862" y="741"/>
                      <a:pt x="862" y="741"/>
                    </a:cubicBezTo>
                    <a:cubicBezTo>
                      <a:pt x="863" y="741"/>
                      <a:pt x="863" y="741"/>
                      <a:pt x="863" y="741"/>
                    </a:cubicBezTo>
                    <a:cubicBezTo>
                      <a:pt x="863" y="742"/>
                      <a:pt x="863" y="742"/>
                      <a:pt x="863" y="742"/>
                    </a:cubicBezTo>
                    <a:cubicBezTo>
                      <a:pt x="863" y="743"/>
                      <a:pt x="863" y="743"/>
                      <a:pt x="863" y="743"/>
                    </a:cubicBezTo>
                    <a:cubicBezTo>
                      <a:pt x="863" y="745"/>
                      <a:pt x="863" y="745"/>
                      <a:pt x="863" y="745"/>
                    </a:cubicBezTo>
                    <a:cubicBezTo>
                      <a:pt x="864" y="746"/>
                      <a:pt x="864" y="746"/>
                      <a:pt x="864" y="746"/>
                    </a:cubicBezTo>
                    <a:cubicBezTo>
                      <a:pt x="864" y="747"/>
                      <a:pt x="864" y="747"/>
                      <a:pt x="864" y="747"/>
                    </a:cubicBezTo>
                    <a:cubicBezTo>
                      <a:pt x="864" y="748"/>
                      <a:pt x="864" y="748"/>
                      <a:pt x="864" y="748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1"/>
                      <a:pt x="864" y="751"/>
                      <a:pt x="864" y="751"/>
                    </a:cubicBezTo>
                    <a:cubicBezTo>
                      <a:pt x="863" y="753"/>
                      <a:pt x="863" y="753"/>
                      <a:pt x="863" y="753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2" y="755"/>
                      <a:pt x="862" y="755"/>
                      <a:pt x="862" y="755"/>
                    </a:cubicBezTo>
                    <a:cubicBezTo>
                      <a:pt x="862" y="757"/>
                      <a:pt x="862" y="757"/>
                      <a:pt x="862" y="757"/>
                    </a:cubicBezTo>
                    <a:cubicBezTo>
                      <a:pt x="862" y="758"/>
                      <a:pt x="862" y="758"/>
                      <a:pt x="862" y="758"/>
                    </a:cubicBezTo>
                    <a:cubicBezTo>
                      <a:pt x="862" y="760"/>
                      <a:pt x="862" y="760"/>
                      <a:pt x="862" y="760"/>
                    </a:cubicBez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4"/>
                      <a:pt x="863" y="764"/>
                      <a:pt x="863" y="764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8"/>
                      <a:pt x="862" y="768"/>
                      <a:pt x="862" y="768"/>
                    </a:cubicBezTo>
                    <a:cubicBezTo>
                      <a:pt x="861" y="769"/>
                      <a:pt x="861" y="769"/>
                      <a:pt x="861" y="769"/>
                    </a:cubicBezTo>
                    <a:cubicBezTo>
                      <a:pt x="862" y="771"/>
                      <a:pt x="862" y="771"/>
                      <a:pt x="862" y="771"/>
                    </a:cubicBezTo>
                    <a:cubicBezTo>
                      <a:pt x="861" y="772"/>
                      <a:pt x="861" y="772"/>
                      <a:pt x="861" y="772"/>
                    </a:cubicBezTo>
                    <a:cubicBezTo>
                      <a:pt x="862" y="774"/>
                      <a:pt x="862" y="774"/>
                      <a:pt x="862" y="774"/>
                    </a:cubicBezTo>
                    <a:cubicBezTo>
                      <a:pt x="862" y="775"/>
                      <a:pt x="862" y="775"/>
                      <a:pt x="862" y="775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81"/>
                      <a:pt x="862" y="781"/>
                      <a:pt x="862" y="781"/>
                    </a:cubicBezTo>
                    <a:cubicBezTo>
                      <a:pt x="864" y="778"/>
                      <a:pt x="864" y="778"/>
                      <a:pt x="864" y="778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4"/>
                      <a:pt x="864" y="774"/>
                      <a:pt x="864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5"/>
                      <a:pt x="865" y="775"/>
                      <a:pt x="865" y="775"/>
                    </a:cubicBezTo>
                    <a:cubicBezTo>
                      <a:pt x="865" y="776"/>
                      <a:pt x="865" y="776"/>
                      <a:pt x="865" y="776"/>
                    </a:cubicBezTo>
                    <a:cubicBezTo>
                      <a:pt x="867" y="776"/>
                      <a:pt x="867" y="776"/>
                      <a:pt x="867" y="776"/>
                    </a:cubicBezTo>
                    <a:cubicBezTo>
                      <a:pt x="868" y="779"/>
                      <a:pt x="868" y="779"/>
                      <a:pt x="868" y="779"/>
                    </a:cubicBezTo>
                    <a:cubicBezTo>
                      <a:pt x="867" y="779"/>
                      <a:pt x="867" y="779"/>
                      <a:pt x="867" y="779"/>
                    </a:cubicBezTo>
                    <a:cubicBezTo>
                      <a:pt x="868" y="784"/>
                      <a:pt x="868" y="784"/>
                      <a:pt x="868" y="784"/>
                    </a:cubicBezTo>
                    <a:cubicBezTo>
                      <a:pt x="869" y="780"/>
                      <a:pt x="869" y="780"/>
                      <a:pt x="869" y="780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70" y="781"/>
                      <a:pt x="870" y="781"/>
                      <a:pt x="870" y="781"/>
                    </a:cubicBezTo>
                    <a:cubicBezTo>
                      <a:pt x="870" y="782"/>
                      <a:pt x="870" y="782"/>
                      <a:pt x="870" y="782"/>
                    </a:cubicBezTo>
                    <a:cubicBezTo>
                      <a:pt x="872" y="782"/>
                      <a:pt x="872" y="782"/>
                      <a:pt x="872" y="782"/>
                    </a:cubicBezTo>
                    <a:cubicBezTo>
                      <a:pt x="872" y="784"/>
                      <a:pt x="872" y="784"/>
                      <a:pt x="872" y="784"/>
                    </a:cubicBezTo>
                    <a:cubicBezTo>
                      <a:pt x="873" y="784"/>
                      <a:pt x="873" y="784"/>
                      <a:pt x="873" y="784"/>
                    </a:cubicBezTo>
                    <a:cubicBezTo>
                      <a:pt x="872" y="785"/>
                      <a:pt x="872" y="785"/>
                      <a:pt x="872" y="785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2" y="786"/>
                      <a:pt x="872" y="786"/>
                      <a:pt x="872" y="786"/>
                    </a:cubicBezTo>
                    <a:cubicBezTo>
                      <a:pt x="873" y="788"/>
                      <a:pt x="873" y="788"/>
                      <a:pt x="873" y="788"/>
                    </a:cubicBezTo>
                    <a:cubicBezTo>
                      <a:pt x="874" y="788"/>
                      <a:pt x="874" y="788"/>
                      <a:pt x="874" y="788"/>
                    </a:cubicBezTo>
                    <a:cubicBezTo>
                      <a:pt x="874" y="787"/>
                      <a:pt x="874" y="787"/>
                      <a:pt x="874" y="787"/>
                    </a:cubicBezTo>
                    <a:cubicBezTo>
                      <a:pt x="876" y="788"/>
                      <a:pt x="876" y="788"/>
                      <a:pt x="876" y="788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7" y="789"/>
                      <a:pt x="877" y="789"/>
                      <a:pt x="877" y="789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8" y="791"/>
                      <a:pt x="878" y="791"/>
                      <a:pt x="878" y="791"/>
                    </a:cubicBezTo>
                    <a:cubicBezTo>
                      <a:pt x="878" y="796"/>
                      <a:pt x="878" y="796"/>
                      <a:pt x="878" y="796"/>
                    </a:cubicBezTo>
                    <a:cubicBezTo>
                      <a:pt x="878" y="794"/>
                      <a:pt x="878" y="794"/>
                      <a:pt x="878" y="794"/>
                    </a:cubicBezTo>
                    <a:cubicBezTo>
                      <a:pt x="876" y="794"/>
                      <a:pt x="876" y="794"/>
                      <a:pt x="876" y="794"/>
                    </a:cubicBezTo>
                    <a:cubicBezTo>
                      <a:pt x="876" y="796"/>
                      <a:pt x="876" y="796"/>
                      <a:pt x="876" y="796"/>
                    </a:cubicBezTo>
                    <a:cubicBezTo>
                      <a:pt x="878" y="798"/>
                      <a:pt x="878" y="798"/>
                      <a:pt x="878" y="798"/>
                    </a:cubicBezTo>
                    <a:cubicBezTo>
                      <a:pt x="879" y="797"/>
                      <a:pt x="879" y="797"/>
                      <a:pt x="879" y="797"/>
                    </a:cubicBezTo>
                    <a:cubicBezTo>
                      <a:pt x="880" y="799"/>
                      <a:pt x="880" y="799"/>
                      <a:pt x="880" y="799"/>
                    </a:cubicBezTo>
                    <a:cubicBezTo>
                      <a:pt x="880" y="801"/>
                      <a:pt x="880" y="801"/>
                      <a:pt x="880" y="801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5"/>
                      <a:pt x="880" y="805"/>
                      <a:pt x="880" y="805"/>
                    </a:cubicBezTo>
                    <a:cubicBezTo>
                      <a:pt x="881" y="806"/>
                      <a:pt x="881" y="806"/>
                      <a:pt x="881" y="806"/>
                    </a:cubicBezTo>
                    <a:cubicBezTo>
                      <a:pt x="880" y="807"/>
                      <a:pt x="880" y="807"/>
                      <a:pt x="880" y="807"/>
                    </a:cubicBezTo>
                    <a:cubicBezTo>
                      <a:pt x="882" y="808"/>
                      <a:pt x="882" y="808"/>
                      <a:pt x="882" y="808"/>
                    </a:cubicBezTo>
                    <a:cubicBezTo>
                      <a:pt x="884" y="810"/>
                      <a:pt x="884" y="810"/>
                      <a:pt x="884" y="810"/>
                    </a:cubicBezTo>
                    <a:cubicBezTo>
                      <a:pt x="885" y="812"/>
                      <a:pt x="885" y="812"/>
                      <a:pt x="885" y="812"/>
                    </a:cubicBezTo>
                    <a:cubicBezTo>
                      <a:pt x="886" y="812"/>
                      <a:pt x="886" y="812"/>
                      <a:pt x="886" y="812"/>
                    </a:cubicBezTo>
                    <a:cubicBezTo>
                      <a:pt x="887" y="813"/>
                      <a:pt x="887" y="813"/>
                      <a:pt x="887" y="813"/>
                    </a:cubicBezTo>
                    <a:cubicBezTo>
                      <a:pt x="886" y="814"/>
                      <a:pt x="886" y="814"/>
                      <a:pt x="886" y="814"/>
                    </a:cubicBezTo>
                    <a:cubicBezTo>
                      <a:pt x="886" y="816"/>
                      <a:pt x="886" y="816"/>
                      <a:pt x="886" y="816"/>
                    </a:cubicBezTo>
                    <a:cubicBezTo>
                      <a:pt x="887" y="817"/>
                      <a:pt x="887" y="817"/>
                      <a:pt x="887" y="817"/>
                    </a:cubicBezTo>
                    <a:cubicBezTo>
                      <a:pt x="890" y="818"/>
                      <a:pt x="890" y="818"/>
                      <a:pt x="890" y="818"/>
                    </a:cubicBezTo>
                    <a:cubicBezTo>
                      <a:pt x="892" y="819"/>
                      <a:pt x="892" y="819"/>
                      <a:pt x="892" y="819"/>
                    </a:cubicBezTo>
                    <a:cubicBezTo>
                      <a:pt x="891" y="820"/>
                      <a:pt x="891" y="820"/>
                      <a:pt x="891" y="820"/>
                    </a:cubicBezTo>
                    <a:cubicBezTo>
                      <a:pt x="894" y="823"/>
                      <a:pt x="894" y="823"/>
                      <a:pt x="894" y="823"/>
                    </a:cubicBezTo>
                    <a:cubicBezTo>
                      <a:pt x="895" y="823"/>
                      <a:pt x="895" y="823"/>
                      <a:pt x="895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7" y="824"/>
                      <a:pt x="897" y="824"/>
                      <a:pt x="897" y="824"/>
                    </a:cubicBezTo>
                    <a:cubicBezTo>
                      <a:pt x="900" y="825"/>
                      <a:pt x="900" y="825"/>
                      <a:pt x="900" y="825"/>
                    </a:cubicBezTo>
                    <a:cubicBezTo>
                      <a:pt x="902" y="826"/>
                      <a:pt x="902" y="826"/>
                      <a:pt x="902" y="826"/>
                    </a:cubicBezTo>
                    <a:cubicBezTo>
                      <a:pt x="903" y="827"/>
                      <a:pt x="903" y="827"/>
                      <a:pt x="903" y="827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6" y="828"/>
                      <a:pt x="906" y="828"/>
                      <a:pt x="906" y="828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5" y="830"/>
                      <a:pt x="905" y="830"/>
                      <a:pt x="905" y="830"/>
                    </a:cubicBezTo>
                    <a:cubicBezTo>
                      <a:pt x="908" y="831"/>
                      <a:pt x="908" y="831"/>
                      <a:pt x="908" y="831"/>
                    </a:cubicBezTo>
                    <a:cubicBezTo>
                      <a:pt x="909" y="830"/>
                      <a:pt x="909" y="830"/>
                      <a:pt x="909" y="830"/>
                    </a:cubicBezTo>
                    <a:cubicBezTo>
                      <a:pt x="910" y="831"/>
                      <a:pt x="910" y="831"/>
                      <a:pt x="910" y="831"/>
                    </a:cubicBezTo>
                    <a:cubicBezTo>
                      <a:pt x="911" y="833"/>
                      <a:pt x="911" y="833"/>
                      <a:pt x="911" y="833"/>
                    </a:cubicBezTo>
                    <a:cubicBezTo>
                      <a:pt x="913" y="832"/>
                      <a:pt x="913" y="832"/>
                      <a:pt x="913" y="832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4" y="827"/>
                      <a:pt x="914" y="827"/>
                      <a:pt x="914" y="827"/>
                    </a:cubicBezTo>
                    <a:cubicBezTo>
                      <a:pt x="912" y="827"/>
                      <a:pt x="912" y="827"/>
                      <a:pt x="912" y="827"/>
                    </a:cubicBezTo>
                    <a:cubicBezTo>
                      <a:pt x="911" y="828"/>
                      <a:pt x="911" y="828"/>
                      <a:pt x="911" y="828"/>
                    </a:cubicBezTo>
                    <a:cubicBezTo>
                      <a:pt x="910" y="828"/>
                      <a:pt x="910" y="828"/>
                      <a:pt x="910" y="828"/>
                    </a:cubicBezTo>
                    <a:cubicBezTo>
                      <a:pt x="909" y="829"/>
                      <a:pt x="909" y="829"/>
                      <a:pt x="909" y="829"/>
                    </a:cubicBezTo>
                    <a:cubicBezTo>
                      <a:pt x="909" y="827"/>
                      <a:pt x="909" y="827"/>
                      <a:pt x="909" y="827"/>
                    </a:cubicBezTo>
                    <a:cubicBezTo>
                      <a:pt x="910" y="827"/>
                      <a:pt x="910" y="827"/>
                      <a:pt x="910" y="827"/>
                    </a:cubicBezTo>
                    <a:cubicBezTo>
                      <a:pt x="910" y="825"/>
                      <a:pt x="910" y="825"/>
                      <a:pt x="910" y="825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18"/>
                      <a:pt x="907" y="818"/>
                      <a:pt x="907" y="818"/>
                    </a:cubicBezTo>
                    <a:cubicBezTo>
                      <a:pt x="907" y="817"/>
                      <a:pt x="907" y="817"/>
                      <a:pt x="907" y="817"/>
                    </a:cubicBezTo>
                    <a:cubicBezTo>
                      <a:pt x="906" y="816"/>
                      <a:pt x="906" y="816"/>
                      <a:pt x="906" y="816"/>
                    </a:cubicBezTo>
                    <a:cubicBezTo>
                      <a:pt x="905" y="816"/>
                      <a:pt x="905" y="816"/>
                      <a:pt x="905" y="816"/>
                    </a:cubicBezTo>
                    <a:cubicBezTo>
                      <a:pt x="903" y="815"/>
                      <a:pt x="903" y="815"/>
                      <a:pt x="903" y="815"/>
                    </a:cubicBezTo>
                    <a:cubicBezTo>
                      <a:pt x="903" y="813"/>
                      <a:pt x="903" y="813"/>
                      <a:pt x="903" y="813"/>
                    </a:cubicBezTo>
                    <a:cubicBezTo>
                      <a:pt x="903" y="810"/>
                      <a:pt x="903" y="810"/>
                      <a:pt x="903" y="810"/>
                    </a:cubicBezTo>
                    <a:cubicBezTo>
                      <a:pt x="902" y="809"/>
                      <a:pt x="902" y="809"/>
                      <a:pt x="902" y="809"/>
                    </a:cubicBezTo>
                    <a:cubicBezTo>
                      <a:pt x="902" y="808"/>
                      <a:pt x="902" y="808"/>
                      <a:pt x="902" y="808"/>
                    </a:cubicBezTo>
                    <a:cubicBezTo>
                      <a:pt x="902" y="807"/>
                      <a:pt x="902" y="807"/>
                      <a:pt x="902" y="807"/>
                    </a:cubicBezTo>
                    <a:cubicBezTo>
                      <a:pt x="902" y="804"/>
                      <a:pt x="902" y="804"/>
                      <a:pt x="902" y="804"/>
                    </a:cubicBezTo>
                    <a:cubicBezTo>
                      <a:pt x="903" y="803"/>
                      <a:pt x="903" y="803"/>
                      <a:pt x="903" y="803"/>
                    </a:cubicBezTo>
                    <a:cubicBezTo>
                      <a:pt x="902" y="800"/>
                      <a:pt x="902" y="800"/>
                      <a:pt x="902" y="800"/>
                    </a:cubicBezTo>
                    <a:cubicBezTo>
                      <a:pt x="900" y="797"/>
                      <a:pt x="900" y="797"/>
                      <a:pt x="900" y="797"/>
                    </a:cubicBezTo>
                    <a:cubicBezTo>
                      <a:pt x="895" y="791"/>
                      <a:pt x="895" y="791"/>
                      <a:pt x="895" y="791"/>
                    </a:cubicBezTo>
                    <a:cubicBezTo>
                      <a:pt x="894" y="789"/>
                      <a:pt x="894" y="789"/>
                      <a:pt x="894" y="789"/>
                    </a:cubicBezTo>
                    <a:cubicBezTo>
                      <a:pt x="892" y="789"/>
                      <a:pt x="892" y="789"/>
                      <a:pt x="892" y="789"/>
                    </a:cubicBezTo>
                    <a:cubicBezTo>
                      <a:pt x="892" y="790"/>
                      <a:pt x="892" y="790"/>
                      <a:pt x="892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0" y="789"/>
                      <a:pt x="890" y="789"/>
                      <a:pt x="890" y="789"/>
                    </a:cubicBezTo>
                    <a:cubicBezTo>
                      <a:pt x="889" y="788"/>
                      <a:pt x="889" y="788"/>
                      <a:pt x="889" y="788"/>
                    </a:cubicBezTo>
                    <a:cubicBezTo>
                      <a:pt x="888" y="786"/>
                      <a:pt x="888" y="786"/>
                      <a:pt x="888" y="786"/>
                    </a:cubicBezTo>
                    <a:cubicBezTo>
                      <a:pt x="886" y="785"/>
                      <a:pt x="886" y="785"/>
                      <a:pt x="886" y="785"/>
                    </a:cubicBezTo>
                    <a:cubicBezTo>
                      <a:pt x="885" y="785"/>
                      <a:pt x="885" y="785"/>
                      <a:pt x="885" y="785"/>
                    </a:cubicBezTo>
                    <a:cubicBezTo>
                      <a:pt x="884" y="785"/>
                      <a:pt x="884" y="785"/>
                      <a:pt x="884" y="785"/>
                    </a:cubicBezTo>
                    <a:cubicBezTo>
                      <a:pt x="882" y="783"/>
                      <a:pt x="882" y="783"/>
                      <a:pt x="882" y="783"/>
                    </a:cubicBezTo>
                    <a:cubicBezTo>
                      <a:pt x="881" y="782"/>
                      <a:pt x="881" y="782"/>
                      <a:pt x="881" y="782"/>
                    </a:cubicBezTo>
                    <a:cubicBezTo>
                      <a:pt x="881" y="781"/>
                      <a:pt x="881" y="781"/>
                      <a:pt x="881" y="781"/>
                    </a:cubicBezTo>
                    <a:cubicBezTo>
                      <a:pt x="879" y="780"/>
                      <a:pt x="879" y="780"/>
                      <a:pt x="879" y="780"/>
                    </a:cubicBezTo>
                    <a:cubicBezTo>
                      <a:pt x="880" y="779"/>
                      <a:pt x="880" y="779"/>
                      <a:pt x="880" y="779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4"/>
                      <a:pt x="879" y="774"/>
                      <a:pt x="879" y="774"/>
                    </a:cubicBezTo>
                    <a:cubicBezTo>
                      <a:pt x="878" y="773"/>
                      <a:pt x="878" y="773"/>
                      <a:pt x="878" y="773"/>
                    </a:cubicBezTo>
                    <a:cubicBezTo>
                      <a:pt x="877" y="769"/>
                      <a:pt x="877" y="769"/>
                      <a:pt x="877" y="769"/>
                    </a:cubicBezTo>
                    <a:cubicBezTo>
                      <a:pt x="876" y="772"/>
                      <a:pt x="876" y="772"/>
                      <a:pt x="876" y="772"/>
                    </a:cubicBezTo>
                    <a:cubicBezTo>
                      <a:pt x="876" y="771"/>
                      <a:pt x="876" y="771"/>
                      <a:pt x="876" y="771"/>
                    </a:cubicBezTo>
                    <a:cubicBezTo>
                      <a:pt x="875" y="771"/>
                      <a:pt x="875" y="771"/>
                      <a:pt x="875" y="771"/>
                    </a:cubicBezTo>
                    <a:cubicBezTo>
                      <a:pt x="875" y="770"/>
                      <a:pt x="875" y="770"/>
                      <a:pt x="875" y="770"/>
                    </a:cubicBezTo>
                    <a:cubicBezTo>
                      <a:pt x="875" y="769"/>
                      <a:pt x="875" y="769"/>
                      <a:pt x="875" y="769"/>
                    </a:cubicBezTo>
                    <a:cubicBezTo>
                      <a:pt x="874" y="767"/>
                      <a:pt x="874" y="767"/>
                      <a:pt x="874" y="767"/>
                    </a:cubicBezTo>
                    <a:cubicBezTo>
                      <a:pt x="873" y="766"/>
                      <a:pt x="873" y="766"/>
                      <a:pt x="873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1" y="767"/>
                      <a:pt x="871" y="767"/>
                      <a:pt x="871" y="767"/>
                    </a:cubicBezTo>
                    <a:cubicBezTo>
                      <a:pt x="871" y="766"/>
                      <a:pt x="871" y="766"/>
                      <a:pt x="871" y="766"/>
                    </a:cubicBezTo>
                    <a:cubicBezTo>
                      <a:pt x="869" y="764"/>
                      <a:pt x="869" y="764"/>
                      <a:pt x="869" y="764"/>
                    </a:cubicBezTo>
                    <a:cubicBezTo>
                      <a:pt x="869" y="763"/>
                      <a:pt x="869" y="763"/>
                      <a:pt x="869" y="763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70" y="760"/>
                      <a:pt x="870" y="760"/>
                      <a:pt x="870" y="760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8"/>
                      <a:pt x="869" y="758"/>
                      <a:pt x="869" y="758"/>
                    </a:cubicBezTo>
                    <a:cubicBezTo>
                      <a:pt x="869" y="757"/>
                      <a:pt x="869" y="757"/>
                      <a:pt x="869" y="757"/>
                    </a:cubicBezTo>
                    <a:cubicBezTo>
                      <a:pt x="871" y="755"/>
                      <a:pt x="871" y="755"/>
                      <a:pt x="871" y="755"/>
                    </a:cubicBezTo>
                    <a:cubicBezTo>
                      <a:pt x="871" y="749"/>
                      <a:pt x="871" y="749"/>
                      <a:pt x="871" y="749"/>
                    </a:cubicBezTo>
                    <a:cubicBezTo>
                      <a:pt x="872" y="748"/>
                      <a:pt x="872" y="748"/>
                      <a:pt x="872" y="748"/>
                    </a:cubicBezTo>
                    <a:cubicBezTo>
                      <a:pt x="873" y="746"/>
                      <a:pt x="873" y="746"/>
                      <a:pt x="873" y="746"/>
                    </a:cubicBezTo>
                    <a:cubicBezTo>
                      <a:pt x="874" y="745"/>
                      <a:pt x="874" y="745"/>
                      <a:pt x="874" y="745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1"/>
                      <a:pt x="874" y="741"/>
                      <a:pt x="874" y="741"/>
                    </a:cubicBezTo>
                    <a:cubicBezTo>
                      <a:pt x="874" y="740"/>
                      <a:pt x="874" y="740"/>
                      <a:pt x="874" y="740"/>
                    </a:cubicBezTo>
                    <a:cubicBezTo>
                      <a:pt x="874" y="738"/>
                      <a:pt x="874" y="738"/>
                      <a:pt x="874" y="738"/>
                    </a:cubicBezTo>
                    <a:cubicBezTo>
                      <a:pt x="874" y="737"/>
                      <a:pt x="874" y="737"/>
                      <a:pt x="874" y="737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4" y="736"/>
                      <a:pt x="874" y="736"/>
                      <a:pt x="874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6" y="736"/>
                      <a:pt x="876" y="736"/>
                      <a:pt x="876" y="736"/>
                    </a:cubicBezTo>
                    <a:cubicBezTo>
                      <a:pt x="877" y="735"/>
                      <a:pt x="877" y="735"/>
                      <a:pt x="877" y="735"/>
                    </a:cubicBezTo>
                    <a:cubicBezTo>
                      <a:pt x="878" y="736"/>
                      <a:pt x="878" y="736"/>
                      <a:pt x="878" y="736"/>
                    </a:cubicBezTo>
                    <a:cubicBezTo>
                      <a:pt x="878" y="735"/>
                      <a:pt x="878" y="735"/>
                      <a:pt x="878" y="735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9"/>
                      <a:pt x="879" y="739"/>
                      <a:pt x="879" y="739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8" y="742"/>
                      <a:pt x="878" y="742"/>
                      <a:pt x="878" y="742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1" y="742"/>
                      <a:pt x="881" y="742"/>
                      <a:pt x="881" y="742"/>
                    </a:cubicBezTo>
                    <a:cubicBezTo>
                      <a:pt x="883" y="742"/>
                      <a:pt x="883" y="742"/>
                      <a:pt x="883" y="742"/>
                    </a:cubicBezTo>
                    <a:cubicBezTo>
                      <a:pt x="884" y="742"/>
                      <a:pt x="884" y="742"/>
                      <a:pt x="884" y="742"/>
                    </a:cubicBezTo>
                    <a:cubicBezTo>
                      <a:pt x="885" y="743"/>
                      <a:pt x="885" y="743"/>
                      <a:pt x="885" y="743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1"/>
                      <a:pt x="886" y="741"/>
                      <a:pt x="886" y="741"/>
                    </a:cubicBezTo>
                    <a:cubicBezTo>
                      <a:pt x="887" y="742"/>
                      <a:pt x="887" y="742"/>
                      <a:pt x="887" y="742"/>
                    </a:cubicBezTo>
                    <a:cubicBezTo>
                      <a:pt x="889" y="743"/>
                      <a:pt x="889" y="743"/>
                      <a:pt x="889" y="743"/>
                    </a:cubicBezTo>
                    <a:cubicBezTo>
                      <a:pt x="889" y="744"/>
                      <a:pt x="889" y="744"/>
                      <a:pt x="889" y="744"/>
                    </a:cubicBezTo>
                    <a:cubicBezTo>
                      <a:pt x="889" y="746"/>
                      <a:pt x="889" y="746"/>
                      <a:pt x="889" y="746"/>
                    </a:cubicBezTo>
                    <a:cubicBezTo>
                      <a:pt x="891" y="747"/>
                      <a:pt x="891" y="747"/>
                      <a:pt x="891" y="747"/>
                    </a:cubicBezTo>
                    <a:cubicBezTo>
                      <a:pt x="893" y="747"/>
                      <a:pt x="893" y="747"/>
                      <a:pt x="893" y="747"/>
                    </a:cubicBezTo>
                    <a:cubicBezTo>
                      <a:pt x="892" y="746"/>
                      <a:pt x="892" y="746"/>
                      <a:pt x="892" y="746"/>
                    </a:cubicBezTo>
                    <a:cubicBezTo>
                      <a:pt x="893" y="746"/>
                      <a:pt x="893" y="746"/>
                      <a:pt x="893" y="746"/>
                    </a:cubicBezTo>
                    <a:cubicBezTo>
                      <a:pt x="893" y="745"/>
                      <a:pt x="893" y="745"/>
                      <a:pt x="893" y="745"/>
                    </a:cubicBezTo>
                    <a:cubicBezTo>
                      <a:pt x="894" y="746"/>
                      <a:pt x="894" y="746"/>
                      <a:pt x="894" y="746"/>
                    </a:cubicBezTo>
                    <a:cubicBezTo>
                      <a:pt x="894" y="747"/>
                      <a:pt x="894" y="747"/>
                      <a:pt x="894" y="747"/>
                    </a:cubicBezTo>
                    <a:cubicBezTo>
                      <a:pt x="895" y="748"/>
                      <a:pt x="895" y="748"/>
                      <a:pt x="895" y="748"/>
                    </a:cubicBezTo>
                    <a:cubicBezTo>
                      <a:pt x="895" y="750"/>
                      <a:pt x="895" y="750"/>
                      <a:pt x="895" y="750"/>
                    </a:cubicBezTo>
                    <a:cubicBezTo>
                      <a:pt x="896" y="752"/>
                      <a:pt x="896" y="752"/>
                      <a:pt x="896" y="752"/>
                    </a:cubicBezTo>
                    <a:cubicBezTo>
                      <a:pt x="897" y="751"/>
                      <a:pt x="897" y="751"/>
                      <a:pt x="897" y="751"/>
                    </a:cubicBezTo>
                    <a:cubicBezTo>
                      <a:pt x="897" y="752"/>
                      <a:pt x="897" y="752"/>
                      <a:pt x="897" y="752"/>
                    </a:cubicBezTo>
                    <a:cubicBezTo>
                      <a:pt x="897" y="753"/>
                      <a:pt x="897" y="753"/>
                      <a:pt x="897" y="753"/>
                    </a:cubicBezTo>
                    <a:cubicBezTo>
                      <a:pt x="897" y="754"/>
                      <a:pt x="897" y="754"/>
                      <a:pt x="897" y="754"/>
                    </a:cubicBezTo>
                    <a:cubicBezTo>
                      <a:pt x="898" y="755"/>
                      <a:pt x="898" y="755"/>
                      <a:pt x="898" y="755"/>
                    </a:cubicBezTo>
                    <a:cubicBezTo>
                      <a:pt x="899" y="756"/>
                      <a:pt x="899" y="756"/>
                      <a:pt x="899" y="756"/>
                    </a:cubicBezTo>
                    <a:cubicBezTo>
                      <a:pt x="901" y="755"/>
                      <a:pt x="901" y="755"/>
                      <a:pt x="901" y="755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1" y="756"/>
                      <a:pt x="901" y="756"/>
                      <a:pt x="901" y="756"/>
                    </a:cubicBezTo>
                    <a:cubicBezTo>
                      <a:pt x="901" y="757"/>
                      <a:pt x="901" y="757"/>
                      <a:pt x="901" y="757"/>
                    </a:cubicBezTo>
                    <a:cubicBezTo>
                      <a:pt x="902" y="758"/>
                      <a:pt x="902" y="758"/>
                      <a:pt x="902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4" y="760"/>
                      <a:pt x="904" y="760"/>
                      <a:pt x="904" y="760"/>
                    </a:cubicBezTo>
                    <a:cubicBezTo>
                      <a:pt x="903" y="760"/>
                      <a:pt x="903" y="760"/>
                      <a:pt x="903" y="760"/>
                    </a:cubicBezTo>
                    <a:cubicBezTo>
                      <a:pt x="904" y="762"/>
                      <a:pt x="904" y="762"/>
                      <a:pt x="904" y="762"/>
                    </a:cubicBezTo>
                    <a:cubicBezTo>
                      <a:pt x="906" y="761"/>
                      <a:pt x="906" y="761"/>
                      <a:pt x="906" y="761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5" y="758"/>
                      <a:pt x="905" y="758"/>
                      <a:pt x="905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8" y="758"/>
                      <a:pt x="908" y="758"/>
                      <a:pt x="908" y="758"/>
                    </a:cubicBezTo>
                    <a:cubicBezTo>
                      <a:pt x="908" y="759"/>
                      <a:pt x="908" y="759"/>
                      <a:pt x="908" y="759"/>
                    </a:cubicBezTo>
                    <a:cubicBezTo>
                      <a:pt x="907" y="760"/>
                      <a:pt x="907" y="760"/>
                      <a:pt x="907" y="760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1" y="761"/>
                      <a:pt x="911" y="761"/>
                      <a:pt x="911" y="761"/>
                    </a:cubicBezTo>
                    <a:cubicBezTo>
                      <a:pt x="912" y="761"/>
                      <a:pt x="912" y="761"/>
                      <a:pt x="912" y="761"/>
                    </a:cubicBezTo>
                    <a:cubicBezTo>
                      <a:pt x="913" y="761"/>
                      <a:pt x="913" y="761"/>
                      <a:pt x="913" y="761"/>
                    </a:cubicBezTo>
                    <a:cubicBezTo>
                      <a:pt x="912" y="762"/>
                      <a:pt x="912" y="762"/>
                      <a:pt x="912" y="762"/>
                    </a:cubicBezTo>
                    <a:cubicBezTo>
                      <a:pt x="911" y="764"/>
                      <a:pt x="911" y="764"/>
                      <a:pt x="911" y="764"/>
                    </a:cubicBezTo>
                    <a:cubicBezTo>
                      <a:pt x="911" y="766"/>
                      <a:pt x="911" y="766"/>
                      <a:pt x="911" y="766"/>
                    </a:cubicBezTo>
                    <a:cubicBezTo>
                      <a:pt x="910" y="767"/>
                      <a:pt x="910" y="767"/>
                      <a:pt x="910" y="767"/>
                    </a:cubicBezTo>
                    <a:cubicBezTo>
                      <a:pt x="911" y="768"/>
                      <a:pt x="911" y="768"/>
                      <a:pt x="911" y="768"/>
                    </a:cubicBezTo>
                    <a:cubicBezTo>
                      <a:pt x="910" y="770"/>
                      <a:pt x="910" y="770"/>
                      <a:pt x="910" y="770"/>
                    </a:cubicBezTo>
                    <a:cubicBezTo>
                      <a:pt x="911" y="770"/>
                      <a:pt x="911" y="770"/>
                      <a:pt x="911" y="770"/>
                    </a:cubicBezTo>
                    <a:cubicBezTo>
                      <a:pt x="911" y="771"/>
                      <a:pt x="911" y="771"/>
                      <a:pt x="911" y="771"/>
                    </a:cubicBezTo>
                    <a:cubicBezTo>
                      <a:pt x="908" y="772"/>
                      <a:pt x="908" y="772"/>
                      <a:pt x="908" y="772"/>
                    </a:cubicBezTo>
                    <a:cubicBezTo>
                      <a:pt x="912" y="773"/>
                      <a:pt x="912" y="773"/>
                      <a:pt x="912" y="773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7" y="770"/>
                      <a:pt x="917" y="770"/>
                      <a:pt x="917" y="770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8" y="768"/>
                      <a:pt x="918" y="768"/>
                      <a:pt x="918" y="768"/>
                    </a:cubicBezTo>
                    <a:cubicBezTo>
                      <a:pt x="918" y="767"/>
                      <a:pt x="918" y="767"/>
                      <a:pt x="918" y="767"/>
                    </a:cubicBezTo>
                    <a:cubicBezTo>
                      <a:pt x="920" y="766"/>
                      <a:pt x="920" y="766"/>
                      <a:pt x="920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2" y="765"/>
                      <a:pt x="922" y="765"/>
                      <a:pt x="922" y="765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3" y="764"/>
                      <a:pt x="923" y="764"/>
                      <a:pt x="923" y="764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6" y="762"/>
                      <a:pt x="926" y="762"/>
                      <a:pt x="926" y="762"/>
                    </a:cubicBezTo>
                    <a:cubicBezTo>
                      <a:pt x="925" y="760"/>
                      <a:pt x="925" y="760"/>
                      <a:pt x="925" y="760"/>
                    </a:cubicBezTo>
                    <a:cubicBezTo>
                      <a:pt x="926" y="759"/>
                      <a:pt x="926" y="759"/>
                      <a:pt x="926" y="759"/>
                    </a:cubicBezTo>
                    <a:cubicBezTo>
                      <a:pt x="925" y="759"/>
                      <a:pt x="925" y="759"/>
                      <a:pt x="925" y="759"/>
                    </a:cubicBezTo>
                    <a:cubicBezTo>
                      <a:pt x="927" y="759"/>
                      <a:pt x="927" y="759"/>
                      <a:pt x="927" y="759"/>
                    </a:cubicBezTo>
                    <a:cubicBezTo>
                      <a:pt x="928" y="759"/>
                      <a:pt x="928" y="759"/>
                      <a:pt x="928" y="759"/>
                    </a:cubicBezTo>
                    <a:cubicBezTo>
                      <a:pt x="930" y="759"/>
                      <a:pt x="930" y="759"/>
                      <a:pt x="930" y="759"/>
                    </a:cubicBezTo>
                    <a:cubicBezTo>
                      <a:pt x="933" y="757"/>
                      <a:pt x="933" y="757"/>
                      <a:pt x="933" y="757"/>
                    </a:cubicBezTo>
                    <a:cubicBezTo>
                      <a:pt x="934" y="756"/>
                      <a:pt x="934" y="756"/>
                      <a:pt x="934" y="756"/>
                    </a:cubicBezTo>
                    <a:cubicBezTo>
                      <a:pt x="936" y="756"/>
                      <a:pt x="936" y="756"/>
                      <a:pt x="936" y="756"/>
                    </a:cubicBezTo>
                    <a:cubicBezTo>
                      <a:pt x="936" y="755"/>
                      <a:pt x="936" y="755"/>
                      <a:pt x="936" y="755"/>
                    </a:cubicBezTo>
                    <a:cubicBezTo>
                      <a:pt x="937" y="754"/>
                      <a:pt x="937" y="754"/>
                      <a:pt x="937" y="754"/>
                    </a:cubicBezTo>
                    <a:cubicBezTo>
                      <a:pt x="938" y="753"/>
                      <a:pt x="938" y="753"/>
                      <a:pt x="938" y="753"/>
                    </a:cubicBezTo>
                    <a:cubicBezTo>
                      <a:pt x="940" y="752"/>
                      <a:pt x="940" y="752"/>
                      <a:pt x="940" y="752"/>
                    </a:cubicBezTo>
                    <a:cubicBezTo>
                      <a:pt x="941" y="751"/>
                      <a:pt x="941" y="751"/>
                      <a:pt x="941" y="751"/>
                    </a:cubicBezTo>
                    <a:cubicBezTo>
                      <a:pt x="941" y="750"/>
                      <a:pt x="941" y="750"/>
                      <a:pt x="941" y="750"/>
                    </a:cubicBezTo>
                    <a:cubicBezTo>
                      <a:pt x="942" y="749"/>
                      <a:pt x="942" y="749"/>
                      <a:pt x="942" y="749"/>
                    </a:cubicBezTo>
                    <a:cubicBezTo>
                      <a:pt x="943" y="748"/>
                      <a:pt x="943" y="748"/>
                      <a:pt x="943" y="748"/>
                    </a:cubicBezTo>
                    <a:cubicBezTo>
                      <a:pt x="942" y="747"/>
                      <a:pt x="942" y="747"/>
                      <a:pt x="942" y="747"/>
                    </a:cubicBezTo>
                    <a:cubicBezTo>
                      <a:pt x="943" y="746"/>
                      <a:pt x="943" y="746"/>
                      <a:pt x="943" y="746"/>
                    </a:cubicBezTo>
                    <a:cubicBezTo>
                      <a:pt x="942" y="745"/>
                      <a:pt x="942" y="745"/>
                      <a:pt x="942" y="745"/>
                    </a:cubicBezTo>
                    <a:cubicBezTo>
                      <a:pt x="943" y="744"/>
                      <a:pt x="943" y="744"/>
                      <a:pt x="943" y="744"/>
                    </a:cubicBezTo>
                    <a:cubicBezTo>
                      <a:pt x="943" y="743"/>
                      <a:pt x="943" y="743"/>
                      <a:pt x="943" y="743"/>
                    </a:cubicBezTo>
                    <a:cubicBezTo>
                      <a:pt x="944" y="743"/>
                      <a:pt x="944" y="743"/>
                      <a:pt x="944" y="743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5" y="741"/>
                      <a:pt x="945" y="741"/>
                      <a:pt x="945" y="741"/>
                    </a:cubicBezTo>
                    <a:cubicBezTo>
                      <a:pt x="945" y="739"/>
                      <a:pt x="945" y="739"/>
                      <a:pt x="945" y="739"/>
                    </a:cubicBezTo>
                    <a:cubicBezTo>
                      <a:pt x="944" y="738"/>
                      <a:pt x="944" y="738"/>
                      <a:pt x="944" y="738"/>
                    </a:cubicBezTo>
                    <a:cubicBezTo>
                      <a:pt x="944" y="736"/>
                      <a:pt x="944" y="736"/>
                      <a:pt x="944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2" y="734"/>
                      <a:pt x="942" y="734"/>
                      <a:pt x="942" y="734"/>
                    </a:cubicBezTo>
                    <a:cubicBezTo>
                      <a:pt x="943" y="734"/>
                      <a:pt x="943" y="734"/>
                      <a:pt x="943" y="734"/>
                    </a:cubicBezTo>
                    <a:cubicBezTo>
                      <a:pt x="942" y="732"/>
                      <a:pt x="942" y="732"/>
                      <a:pt x="942" y="732"/>
                    </a:cubicBezTo>
                    <a:cubicBezTo>
                      <a:pt x="943" y="731"/>
                      <a:pt x="943" y="731"/>
                      <a:pt x="943" y="731"/>
                    </a:cubicBezTo>
                    <a:cubicBezTo>
                      <a:pt x="942" y="730"/>
                      <a:pt x="942" y="730"/>
                      <a:pt x="942" y="730"/>
                    </a:cubicBezTo>
                    <a:cubicBezTo>
                      <a:pt x="942" y="729"/>
                      <a:pt x="942" y="729"/>
                      <a:pt x="942" y="729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0" y="724"/>
                      <a:pt x="940" y="724"/>
                      <a:pt x="940" y="724"/>
                    </a:cubicBezTo>
                    <a:cubicBezTo>
                      <a:pt x="939" y="723"/>
                      <a:pt x="939" y="723"/>
                      <a:pt x="939" y="723"/>
                    </a:cubicBezTo>
                    <a:cubicBezTo>
                      <a:pt x="940" y="722"/>
                      <a:pt x="940" y="722"/>
                      <a:pt x="940" y="722"/>
                    </a:cubicBezTo>
                    <a:cubicBezTo>
                      <a:pt x="939" y="721"/>
                      <a:pt x="939" y="721"/>
                      <a:pt x="939" y="721"/>
                    </a:cubicBezTo>
                    <a:cubicBezTo>
                      <a:pt x="939" y="720"/>
                      <a:pt x="939" y="720"/>
                      <a:pt x="939" y="720"/>
                    </a:cubicBezTo>
                    <a:cubicBezTo>
                      <a:pt x="937" y="719"/>
                      <a:pt x="937" y="719"/>
                      <a:pt x="937" y="719"/>
                    </a:cubicBezTo>
                    <a:cubicBezTo>
                      <a:pt x="938" y="717"/>
                      <a:pt x="938" y="717"/>
                      <a:pt x="938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6" y="715"/>
                      <a:pt x="936" y="715"/>
                      <a:pt x="936" y="715"/>
                    </a:cubicBezTo>
                    <a:cubicBezTo>
                      <a:pt x="932" y="712"/>
                      <a:pt x="932" y="712"/>
                      <a:pt x="932" y="712"/>
                    </a:cubicBezTo>
                    <a:cubicBezTo>
                      <a:pt x="932" y="711"/>
                      <a:pt x="932" y="711"/>
                      <a:pt x="932" y="711"/>
                    </a:cubicBezTo>
                    <a:cubicBezTo>
                      <a:pt x="928" y="708"/>
                      <a:pt x="928" y="708"/>
                      <a:pt x="928" y="708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2" y="705"/>
                      <a:pt x="922" y="705"/>
                      <a:pt x="922" y="705"/>
                    </a:cubicBezTo>
                    <a:cubicBezTo>
                      <a:pt x="919" y="702"/>
                      <a:pt x="919" y="702"/>
                      <a:pt x="919" y="702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699"/>
                      <a:pt x="919" y="699"/>
                      <a:pt x="919" y="699"/>
                    </a:cubicBezTo>
                    <a:cubicBezTo>
                      <a:pt x="918" y="697"/>
                      <a:pt x="918" y="697"/>
                      <a:pt x="918" y="697"/>
                    </a:cubicBezTo>
                    <a:cubicBezTo>
                      <a:pt x="917" y="697"/>
                      <a:pt x="917" y="697"/>
                      <a:pt x="917" y="697"/>
                    </a:cubicBezTo>
                    <a:cubicBezTo>
                      <a:pt x="915" y="695"/>
                      <a:pt x="915" y="695"/>
                      <a:pt x="915" y="695"/>
                    </a:cubicBezTo>
                    <a:cubicBezTo>
                      <a:pt x="913" y="694"/>
                      <a:pt x="913" y="694"/>
                      <a:pt x="913" y="694"/>
                    </a:cubicBezTo>
                    <a:cubicBezTo>
                      <a:pt x="913" y="693"/>
                      <a:pt x="913" y="693"/>
                      <a:pt x="913" y="693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3" y="688"/>
                      <a:pt x="913" y="688"/>
                      <a:pt x="913" y="688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5" y="684"/>
                      <a:pt x="915" y="684"/>
                      <a:pt x="915" y="684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7" y="681"/>
                      <a:pt x="917" y="681"/>
                      <a:pt x="917" y="681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79"/>
                      <a:pt x="917" y="679"/>
                      <a:pt x="917" y="679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8" y="676"/>
                      <a:pt x="918" y="676"/>
                      <a:pt x="918" y="676"/>
                    </a:cubicBezTo>
                    <a:cubicBezTo>
                      <a:pt x="919" y="676"/>
                      <a:pt x="919" y="676"/>
                      <a:pt x="919" y="676"/>
                    </a:cubicBezTo>
                    <a:cubicBezTo>
                      <a:pt x="920" y="676"/>
                      <a:pt x="920" y="676"/>
                      <a:pt x="920" y="676"/>
                    </a:cubicBezTo>
                    <a:cubicBezTo>
                      <a:pt x="921" y="676"/>
                      <a:pt x="921" y="676"/>
                      <a:pt x="921" y="676"/>
                    </a:cubicBezTo>
                    <a:cubicBezTo>
                      <a:pt x="921" y="675"/>
                      <a:pt x="921" y="675"/>
                      <a:pt x="921" y="675"/>
                    </a:cubicBezTo>
                    <a:cubicBezTo>
                      <a:pt x="922" y="675"/>
                      <a:pt x="922" y="675"/>
                      <a:pt x="922" y="675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3" y="673"/>
                      <a:pt x="923" y="673"/>
                      <a:pt x="923" y="673"/>
                    </a:cubicBezTo>
                    <a:cubicBezTo>
                      <a:pt x="925" y="673"/>
                      <a:pt x="925" y="673"/>
                      <a:pt x="925" y="673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8" y="672"/>
                      <a:pt x="928" y="672"/>
                      <a:pt x="928" y="672"/>
                    </a:cubicBezTo>
                    <a:cubicBezTo>
                      <a:pt x="928" y="671"/>
                      <a:pt x="928" y="671"/>
                      <a:pt x="928" y="671"/>
                    </a:cubicBezTo>
                    <a:cubicBezTo>
                      <a:pt x="929" y="672"/>
                      <a:pt x="929" y="672"/>
                      <a:pt x="929" y="672"/>
                    </a:cubicBezTo>
                    <a:cubicBezTo>
                      <a:pt x="929" y="671"/>
                      <a:pt x="929" y="671"/>
                      <a:pt x="929" y="671"/>
                    </a:cubicBezTo>
                    <a:cubicBezTo>
                      <a:pt x="933" y="672"/>
                      <a:pt x="933" y="672"/>
                      <a:pt x="933" y="672"/>
                    </a:cubicBezTo>
                    <a:cubicBezTo>
                      <a:pt x="930" y="671"/>
                      <a:pt x="930" y="671"/>
                      <a:pt x="930" y="671"/>
                    </a:cubicBezTo>
                    <a:cubicBezTo>
                      <a:pt x="931" y="670"/>
                      <a:pt x="931" y="670"/>
                      <a:pt x="931" y="670"/>
                    </a:cubicBezTo>
                    <a:cubicBezTo>
                      <a:pt x="931" y="669"/>
                      <a:pt x="931" y="669"/>
                      <a:pt x="931" y="669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5" y="672"/>
                      <a:pt x="935" y="672"/>
                      <a:pt x="935" y="672"/>
                    </a:cubicBezTo>
                    <a:cubicBezTo>
                      <a:pt x="936" y="672"/>
                      <a:pt x="936" y="672"/>
                      <a:pt x="936" y="672"/>
                    </a:cubicBezTo>
                    <a:cubicBezTo>
                      <a:pt x="938" y="672"/>
                      <a:pt x="938" y="672"/>
                      <a:pt x="938" y="672"/>
                    </a:cubicBezTo>
                    <a:cubicBezTo>
                      <a:pt x="938" y="671"/>
                      <a:pt x="938" y="671"/>
                      <a:pt x="938" y="671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3"/>
                      <a:pt x="939" y="673"/>
                      <a:pt x="939" y="673"/>
                    </a:cubicBezTo>
                    <a:cubicBezTo>
                      <a:pt x="938" y="674"/>
                      <a:pt x="938" y="674"/>
                      <a:pt x="938" y="674"/>
                    </a:cubicBezTo>
                    <a:cubicBezTo>
                      <a:pt x="938" y="675"/>
                      <a:pt x="938" y="675"/>
                      <a:pt x="938" y="675"/>
                    </a:cubicBezTo>
                    <a:cubicBezTo>
                      <a:pt x="940" y="678"/>
                      <a:pt x="940" y="678"/>
                      <a:pt x="940" y="678"/>
                    </a:cubicBezTo>
                    <a:cubicBezTo>
                      <a:pt x="941" y="678"/>
                      <a:pt x="941" y="678"/>
                      <a:pt x="941" y="678"/>
                    </a:cubicBezTo>
                    <a:cubicBezTo>
                      <a:pt x="941" y="679"/>
                      <a:pt x="941" y="679"/>
                      <a:pt x="941" y="679"/>
                    </a:cubicBezTo>
                    <a:cubicBezTo>
                      <a:pt x="941" y="682"/>
                      <a:pt x="941" y="682"/>
                      <a:pt x="941" y="682"/>
                    </a:cubicBezTo>
                    <a:cubicBezTo>
                      <a:pt x="942" y="680"/>
                      <a:pt x="942" y="680"/>
                      <a:pt x="942" y="680"/>
                    </a:cubicBezTo>
                    <a:cubicBezTo>
                      <a:pt x="943" y="680"/>
                      <a:pt x="943" y="680"/>
                      <a:pt x="943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5" y="680"/>
                      <a:pt x="945" y="680"/>
                      <a:pt x="945" y="680"/>
                    </a:cubicBezTo>
                    <a:cubicBezTo>
                      <a:pt x="947" y="678"/>
                      <a:pt x="947" y="678"/>
                      <a:pt x="947" y="678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5" y="675"/>
                      <a:pt x="945" y="675"/>
                      <a:pt x="945" y="675"/>
                    </a:cubicBezTo>
                    <a:cubicBezTo>
                      <a:pt x="945" y="676"/>
                      <a:pt x="945" y="676"/>
                      <a:pt x="945" y="676"/>
                    </a:cubicBezTo>
                    <a:cubicBezTo>
                      <a:pt x="947" y="675"/>
                      <a:pt x="947" y="675"/>
                      <a:pt x="947" y="675"/>
                    </a:cubicBezTo>
                    <a:cubicBezTo>
                      <a:pt x="949" y="676"/>
                      <a:pt x="949" y="676"/>
                      <a:pt x="949" y="676"/>
                    </a:cubicBezTo>
                    <a:cubicBezTo>
                      <a:pt x="949" y="674"/>
                      <a:pt x="949" y="674"/>
                      <a:pt x="949" y="674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8" y="672"/>
                      <a:pt x="948" y="672"/>
                      <a:pt x="948" y="672"/>
                    </a:cubicBezTo>
                    <a:cubicBezTo>
                      <a:pt x="949" y="672"/>
                      <a:pt x="949" y="672"/>
                      <a:pt x="949" y="672"/>
                    </a:cubicBezTo>
                    <a:cubicBezTo>
                      <a:pt x="950" y="671"/>
                      <a:pt x="950" y="671"/>
                      <a:pt x="950" y="671"/>
                    </a:cubicBezTo>
                    <a:cubicBezTo>
                      <a:pt x="951" y="671"/>
                      <a:pt x="951" y="671"/>
                      <a:pt x="951" y="671"/>
                    </a:cubicBezTo>
                    <a:cubicBezTo>
                      <a:pt x="952" y="671"/>
                      <a:pt x="952" y="671"/>
                      <a:pt x="952" y="671"/>
                    </a:cubicBezTo>
                    <a:cubicBezTo>
                      <a:pt x="955" y="670"/>
                      <a:pt x="955" y="670"/>
                      <a:pt x="955" y="670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6" y="669"/>
                      <a:pt x="956" y="669"/>
                      <a:pt x="956" y="669"/>
                    </a:cubicBezTo>
                    <a:cubicBezTo>
                      <a:pt x="957" y="669"/>
                      <a:pt x="957" y="669"/>
                      <a:pt x="957" y="669"/>
                    </a:cubicBezTo>
                    <a:cubicBezTo>
                      <a:pt x="959" y="669"/>
                      <a:pt x="959" y="669"/>
                      <a:pt x="959" y="669"/>
                    </a:cubicBezTo>
                    <a:cubicBezTo>
                      <a:pt x="960" y="668"/>
                      <a:pt x="960" y="668"/>
                      <a:pt x="960" y="668"/>
                    </a:cubicBezTo>
                    <a:cubicBezTo>
                      <a:pt x="962" y="667"/>
                      <a:pt x="962" y="667"/>
                      <a:pt x="962" y="667"/>
                    </a:cubicBezTo>
                    <a:cubicBezTo>
                      <a:pt x="963" y="665"/>
                      <a:pt x="963" y="665"/>
                      <a:pt x="963" y="665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4" y="665"/>
                      <a:pt x="964" y="665"/>
                      <a:pt x="964" y="665"/>
                    </a:cubicBezTo>
                    <a:cubicBezTo>
                      <a:pt x="965" y="664"/>
                      <a:pt x="965" y="664"/>
                      <a:pt x="965" y="664"/>
                    </a:cubicBezTo>
                    <a:cubicBezTo>
                      <a:pt x="967" y="663"/>
                      <a:pt x="967" y="663"/>
                      <a:pt x="967" y="663"/>
                    </a:cubicBezTo>
                    <a:cubicBezTo>
                      <a:pt x="966" y="661"/>
                      <a:pt x="966" y="661"/>
                      <a:pt x="966" y="661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7" y="660"/>
                      <a:pt x="967" y="660"/>
                      <a:pt x="967" y="660"/>
                    </a:cubicBezTo>
                    <a:cubicBezTo>
                      <a:pt x="967" y="661"/>
                      <a:pt x="967" y="661"/>
                      <a:pt x="967" y="661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8" y="663"/>
                      <a:pt x="968" y="663"/>
                      <a:pt x="968" y="663"/>
                    </a:cubicBezTo>
                    <a:cubicBezTo>
                      <a:pt x="969" y="665"/>
                      <a:pt x="969" y="665"/>
                      <a:pt x="969" y="665"/>
                    </a:cubicBezTo>
                    <a:cubicBezTo>
                      <a:pt x="972" y="663"/>
                      <a:pt x="972" y="663"/>
                      <a:pt x="972" y="663"/>
                    </a:cubicBezTo>
                    <a:cubicBezTo>
                      <a:pt x="972" y="662"/>
                      <a:pt x="972" y="662"/>
                      <a:pt x="972" y="662"/>
                    </a:cubicBezTo>
                    <a:cubicBezTo>
                      <a:pt x="973" y="661"/>
                      <a:pt x="973" y="661"/>
                      <a:pt x="973" y="661"/>
                    </a:cubicBezTo>
                    <a:cubicBezTo>
                      <a:pt x="974" y="661"/>
                      <a:pt x="974" y="661"/>
                      <a:pt x="974" y="661"/>
                    </a:cubicBezTo>
                    <a:cubicBezTo>
                      <a:pt x="975" y="662"/>
                      <a:pt x="975" y="662"/>
                      <a:pt x="975" y="662"/>
                    </a:cubicBezTo>
                    <a:cubicBezTo>
                      <a:pt x="977" y="661"/>
                      <a:pt x="977" y="661"/>
                      <a:pt x="977" y="661"/>
                    </a:cubicBezTo>
                    <a:cubicBezTo>
                      <a:pt x="977" y="660"/>
                      <a:pt x="977" y="660"/>
                      <a:pt x="977" y="660"/>
                    </a:cubicBezTo>
                    <a:cubicBezTo>
                      <a:pt x="978" y="660"/>
                      <a:pt x="978" y="660"/>
                      <a:pt x="978" y="660"/>
                    </a:cubicBezTo>
                    <a:cubicBezTo>
                      <a:pt x="979" y="662"/>
                      <a:pt x="979" y="662"/>
                      <a:pt x="979" y="662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3" y="660"/>
                      <a:pt x="983" y="660"/>
                      <a:pt x="983" y="660"/>
                    </a:cubicBezTo>
                    <a:cubicBezTo>
                      <a:pt x="983" y="659"/>
                      <a:pt x="983" y="659"/>
                      <a:pt x="983" y="659"/>
                    </a:cubicBezTo>
                    <a:cubicBezTo>
                      <a:pt x="985" y="659"/>
                      <a:pt x="985" y="659"/>
                      <a:pt x="985" y="659"/>
                    </a:cubicBezTo>
                    <a:cubicBezTo>
                      <a:pt x="986" y="658"/>
                      <a:pt x="986" y="658"/>
                      <a:pt x="986" y="658"/>
                    </a:cubicBezTo>
                    <a:cubicBezTo>
                      <a:pt x="986" y="659"/>
                      <a:pt x="986" y="659"/>
                      <a:pt x="986" y="659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90" y="657"/>
                      <a:pt x="990" y="657"/>
                      <a:pt x="990" y="657"/>
                    </a:cubicBezTo>
                    <a:cubicBezTo>
                      <a:pt x="989" y="656"/>
                      <a:pt x="989" y="656"/>
                      <a:pt x="989" y="656"/>
                    </a:cubicBezTo>
                    <a:cubicBezTo>
                      <a:pt x="989" y="655"/>
                      <a:pt x="989" y="655"/>
                      <a:pt x="989" y="655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2"/>
                      <a:pt x="990" y="652"/>
                      <a:pt x="990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2" y="652"/>
                      <a:pt x="992" y="652"/>
                      <a:pt x="992" y="652"/>
                    </a:cubicBezTo>
                    <a:cubicBezTo>
                      <a:pt x="991" y="653"/>
                      <a:pt x="991" y="653"/>
                      <a:pt x="991" y="653"/>
                    </a:cubicBezTo>
                    <a:cubicBezTo>
                      <a:pt x="991" y="655"/>
                      <a:pt x="991" y="655"/>
                      <a:pt x="991" y="655"/>
                    </a:cubicBezTo>
                    <a:cubicBezTo>
                      <a:pt x="993" y="655"/>
                      <a:pt x="993" y="655"/>
                      <a:pt x="993" y="655"/>
                    </a:cubicBezTo>
                    <a:cubicBezTo>
                      <a:pt x="995" y="654"/>
                      <a:pt x="995" y="654"/>
                      <a:pt x="995" y="654"/>
                    </a:cubicBezTo>
                    <a:cubicBezTo>
                      <a:pt x="993" y="652"/>
                      <a:pt x="993" y="652"/>
                      <a:pt x="993" y="652"/>
                    </a:cubicBezTo>
                    <a:cubicBezTo>
                      <a:pt x="994" y="652"/>
                      <a:pt x="994" y="652"/>
                      <a:pt x="994" y="652"/>
                    </a:cubicBezTo>
                    <a:cubicBezTo>
                      <a:pt x="994" y="651"/>
                      <a:pt x="994" y="651"/>
                      <a:pt x="994" y="651"/>
                    </a:cubicBezTo>
                    <a:cubicBezTo>
                      <a:pt x="995" y="651"/>
                      <a:pt x="995" y="651"/>
                      <a:pt x="995" y="651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6" y="650"/>
                      <a:pt x="996" y="650"/>
                      <a:pt x="996" y="650"/>
                    </a:cubicBezTo>
                    <a:cubicBezTo>
                      <a:pt x="997" y="649"/>
                      <a:pt x="997" y="649"/>
                      <a:pt x="997" y="649"/>
                    </a:cubicBezTo>
                    <a:cubicBezTo>
                      <a:pt x="998" y="650"/>
                      <a:pt x="998" y="650"/>
                      <a:pt x="998" y="650"/>
                    </a:cubicBezTo>
                    <a:cubicBezTo>
                      <a:pt x="998" y="648"/>
                      <a:pt x="998" y="648"/>
                      <a:pt x="998" y="648"/>
                    </a:cubicBezTo>
                    <a:cubicBezTo>
                      <a:pt x="999" y="648"/>
                      <a:pt x="999" y="648"/>
                      <a:pt x="999" y="648"/>
                    </a:cubicBezTo>
                    <a:cubicBezTo>
                      <a:pt x="1000" y="646"/>
                      <a:pt x="1000" y="646"/>
                      <a:pt x="1000" y="646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9" y="644"/>
                      <a:pt x="999" y="644"/>
                      <a:pt x="999" y="644"/>
                    </a:cubicBezTo>
                    <a:cubicBezTo>
                      <a:pt x="999" y="645"/>
                      <a:pt x="999" y="645"/>
                      <a:pt x="999" y="645"/>
                    </a:cubicBezTo>
                    <a:cubicBezTo>
                      <a:pt x="1000" y="644"/>
                      <a:pt x="1000" y="644"/>
                      <a:pt x="1000" y="644"/>
                    </a:cubicBezTo>
                    <a:cubicBezTo>
                      <a:pt x="1002" y="645"/>
                      <a:pt x="1002" y="645"/>
                      <a:pt x="1002" y="645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4" y="640"/>
                      <a:pt x="1004" y="640"/>
                      <a:pt x="1004" y="640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4" y="637"/>
                      <a:pt x="1004" y="637"/>
                      <a:pt x="1004" y="637"/>
                    </a:cubicBezTo>
                    <a:cubicBezTo>
                      <a:pt x="1004" y="636"/>
                      <a:pt x="1004" y="636"/>
                      <a:pt x="1004" y="636"/>
                    </a:cubicBezTo>
                    <a:cubicBezTo>
                      <a:pt x="1005" y="637"/>
                      <a:pt x="1005" y="637"/>
                      <a:pt x="1005" y="637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6" y="638"/>
                      <a:pt x="1006" y="638"/>
                      <a:pt x="1006" y="638"/>
                    </a:cubicBezTo>
                    <a:cubicBezTo>
                      <a:pt x="1007" y="640"/>
                      <a:pt x="1007" y="640"/>
                      <a:pt x="1007" y="640"/>
                    </a:cubicBezTo>
                    <a:cubicBezTo>
                      <a:pt x="1008" y="637"/>
                      <a:pt x="1008" y="637"/>
                      <a:pt x="1008" y="637"/>
                    </a:cubicBezTo>
                    <a:cubicBezTo>
                      <a:pt x="1009" y="636"/>
                      <a:pt x="1009" y="636"/>
                      <a:pt x="1009" y="636"/>
                    </a:cubicBezTo>
                    <a:cubicBezTo>
                      <a:pt x="1009" y="635"/>
                      <a:pt x="1009" y="635"/>
                      <a:pt x="1009" y="635"/>
                    </a:cubicBezTo>
                    <a:cubicBezTo>
                      <a:pt x="1008" y="634"/>
                      <a:pt x="1008" y="634"/>
                      <a:pt x="1008" y="634"/>
                    </a:cubicBezTo>
                    <a:cubicBezTo>
                      <a:pt x="1007" y="634"/>
                      <a:pt x="1007" y="634"/>
                      <a:pt x="1007" y="634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8" y="632"/>
                      <a:pt x="1008" y="632"/>
                      <a:pt x="1008" y="632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7" y="630"/>
                      <a:pt x="1007" y="630"/>
                      <a:pt x="1007" y="630"/>
                    </a:cubicBezTo>
                    <a:cubicBezTo>
                      <a:pt x="1010" y="629"/>
                      <a:pt x="1010" y="629"/>
                      <a:pt x="1010" y="629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5"/>
                      <a:pt x="1007" y="625"/>
                      <a:pt x="1007" y="625"/>
                    </a:cubicBezTo>
                    <a:cubicBezTo>
                      <a:pt x="1008" y="625"/>
                      <a:pt x="1008" y="625"/>
                      <a:pt x="1008" y="625"/>
                    </a:cubicBezTo>
                    <a:cubicBezTo>
                      <a:pt x="1011" y="623"/>
                      <a:pt x="1011" y="623"/>
                      <a:pt x="1011" y="623"/>
                    </a:cubicBezTo>
                    <a:cubicBezTo>
                      <a:pt x="1011" y="622"/>
                      <a:pt x="1011" y="622"/>
                      <a:pt x="1011" y="622"/>
                    </a:cubicBezTo>
                    <a:cubicBezTo>
                      <a:pt x="1013" y="623"/>
                      <a:pt x="1013" y="623"/>
                      <a:pt x="1013" y="623"/>
                    </a:cubicBezTo>
                    <a:cubicBezTo>
                      <a:pt x="1012" y="621"/>
                      <a:pt x="1012" y="621"/>
                      <a:pt x="1012" y="621"/>
                    </a:cubicBezTo>
                    <a:cubicBezTo>
                      <a:pt x="1013" y="620"/>
                      <a:pt x="1013" y="620"/>
                      <a:pt x="1013" y="620"/>
                    </a:cubicBezTo>
                    <a:cubicBezTo>
                      <a:pt x="1013" y="619"/>
                      <a:pt x="1013" y="619"/>
                      <a:pt x="1013" y="619"/>
                    </a:cubicBezTo>
                    <a:cubicBezTo>
                      <a:pt x="1013" y="618"/>
                      <a:pt x="1013" y="618"/>
                      <a:pt x="1013" y="618"/>
                    </a:cubicBezTo>
                    <a:cubicBezTo>
                      <a:pt x="1013" y="617"/>
                      <a:pt x="1013" y="617"/>
                      <a:pt x="1013" y="617"/>
                    </a:cubicBezTo>
                    <a:cubicBezTo>
                      <a:pt x="1013" y="616"/>
                      <a:pt x="1013" y="616"/>
                      <a:pt x="1013" y="616"/>
                    </a:cubicBezTo>
                    <a:cubicBezTo>
                      <a:pt x="1014" y="616"/>
                      <a:pt x="1014" y="616"/>
                      <a:pt x="1014" y="616"/>
                    </a:cubicBezTo>
                    <a:cubicBezTo>
                      <a:pt x="1013" y="615"/>
                      <a:pt x="1013" y="615"/>
                      <a:pt x="1013" y="615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4" y="614"/>
                      <a:pt x="1014" y="614"/>
                      <a:pt x="1014" y="614"/>
                    </a:cubicBezTo>
                    <a:cubicBezTo>
                      <a:pt x="1015" y="611"/>
                      <a:pt x="1015" y="611"/>
                      <a:pt x="1015" y="611"/>
                    </a:cubicBezTo>
                    <a:cubicBezTo>
                      <a:pt x="1016" y="611"/>
                      <a:pt x="1016" y="611"/>
                      <a:pt x="1016" y="611"/>
                    </a:cubicBezTo>
                    <a:cubicBezTo>
                      <a:pt x="1016" y="612"/>
                      <a:pt x="1016" y="612"/>
                      <a:pt x="1016" y="612"/>
                    </a:cubicBezTo>
                    <a:cubicBezTo>
                      <a:pt x="1017" y="614"/>
                      <a:pt x="1017" y="614"/>
                      <a:pt x="1017" y="614"/>
                    </a:cubicBezTo>
                    <a:cubicBezTo>
                      <a:pt x="1018" y="611"/>
                      <a:pt x="1018" y="611"/>
                      <a:pt x="1018" y="611"/>
                    </a:cubicBezTo>
                    <a:cubicBezTo>
                      <a:pt x="1019" y="610"/>
                      <a:pt x="1019" y="610"/>
                      <a:pt x="1019" y="610"/>
                    </a:cubicBezTo>
                    <a:cubicBezTo>
                      <a:pt x="1018" y="608"/>
                      <a:pt x="1018" y="608"/>
                      <a:pt x="1018" y="608"/>
                    </a:cubicBezTo>
                    <a:cubicBezTo>
                      <a:pt x="1017" y="608"/>
                      <a:pt x="1017" y="608"/>
                      <a:pt x="1017" y="608"/>
                    </a:cubicBezTo>
                    <a:cubicBezTo>
                      <a:pt x="1019" y="607"/>
                      <a:pt x="1019" y="607"/>
                      <a:pt x="1019" y="607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7" y="606"/>
                      <a:pt x="1017" y="606"/>
                      <a:pt x="1017" y="606"/>
                    </a:cubicBezTo>
                    <a:cubicBezTo>
                      <a:pt x="1017" y="605"/>
                      <a:pt x="1017" y="605"/>
                      <a:pt x="1017" y="605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9" y="604"/>
                      <a:pt x="1019" y="604"/>
                      <a:pt x="1019" y="604"/>
                    </a:cubicBezTo>
                    <a:cubicBezTo>
                      <a:pt x="1017" y="603"/>
                      <a:pt x="1017" y="603"/>
                      <a:pt x="1017" y="603"/>
                    </a:cubicBezTo>
                    <a:cubicBezTo>
                      <a:pt x="1016" y="603"/>
                      <a:pt x="1016" y="603"/>
                      <a:pt x="1016" y="603"/>
                    </a:cubicBezTo>
                    <a:cubicBezTo>
                      <a:pt x="1017" y="602"/>
                      <a:pt x="1017" y="602"/>
                      <a:pt x="1017" y="602"/>
                    </a:cubicBezTo>
                    <a:cubicBezTo>
                      <a:pt x="1018" y="603"/>
                      <a:pt x="1018" y="603"/>
                      <a:pt x="1018" y="603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3"/>
                      <a:pt x="1019" y="603"/>
                      <a:pt x="1019" y="603"/>
                    </a:cubicBezTo>
                    <a:cubicBezTo>
                      <a:pt x="1021" y="601"/>
                      <a:pt x="1021" y="601"/>
                      <a:pt x="1021" y="601"/>
                    </a:cubicBezTo>
                    <a:cubicBezTo>
                      <a:pt x="1021" y="600"/>
                      <a:pt x="1021" y="600"/>
                      <a:pt x="1021" y="600"/>
                    </a:cubicBezTo>
                    <a:cubicBezTo>
                      <a:pt x="1020" y="598"/>
                      <a:pt x="1020" y="598"/>
                      <a:pt x="1020" y="598"/>
                    </a:cubicBezTo>
                    <a:cubicBezTo>
                      <a:pt x="1019" y="597"/>
                      <a:pt x="1019" y="597"/>
                      <a:pt x="1019" y="597"/>
                    </a:cubicBezTo>
                    <a:cubicBezTo>
                      <a:pt x="1020" y="596"/>
                      <a:pt x="1020" y="596"/>
                      <a:pt x="1020" y="596"/>
                    </a:cubicBezTo>
                    <a:cubicBezTo>
                      <a:pt x="1019" y="595"/>
                      <a:pt x="1019" y="595"/>
                      <a:pt x="1019" y="595"/>
                    </a:cubicBezTo>
                    <a:cubicBezTo>
                      <a:pt x="1018" y="595"/>
                      <a:pt x="1018" y="595"/>
                      <a:pt x="1018" y="595"/>
                    </a:cubicBezTo>
                    <a:cubicBezTo>
                      <a:pt x="1017" y="594"/>
                      <a:pt x="1017" y="594"/>
                      <a:pt x="1017" y="594"/>
                    </a:cubicBezTo>
                    <a:cubicBezTo>
                      <a:pt x="1016" y="594"/>
                      <a:pt x="1016" y="594"/>
                      <a:pt x="1016" y="594"/>
                    </a:cubicBezTo>
                    <a:cubicBezTo>
                      <a:pt x="1014" y="592"/>
                      <a:pt x="1014" y="592"/>
                      <a:pt x="1014" y="592"/>
                    </a:cubicBezTo>
                    <a:cubicBezTo>
                      <a:pt x="1012" y="592"/>
                      <a:pt x="1012" y="592"/>
                      <a:pt x="1012" y="592"/>
                    </a:cubicBezTo>
                    <a:cubicBezTo>
                      <a:pt x="1010" y="593"/>
                      <a:pt x="1010" y="593"/>
                      <a:pt x="1010" y="593"/>
                    </a:cubicBezTo>
                    <a:cubicBezTo>
                      <a:pt x="1009" y="593"/>
                      <a:pt x="1009" y="593"/>
                      <a:pt x="1009" y="593"/>
                    </a:cubicBezTo>
                    <a:cubicBezTo>
                      <a:pt x="1008" y="591"/>
                      <a:pt x="1008" y="591"/>
                      <a:pt x="1008" y="591"/>
                    </a:cubicBezTo>
                    <a:cubicBezTo>
                      <a:pt x="1009" y="592"/>
                      <a:pt x="1009" y="592"/>
                      <a:pt x="1009" y="592"/>
                    </a:cubicBezTo>
                    <a:cubicBezTo>
                      <a:pt x="1011" y="591"/>
                      <a:pt x="1011" y="591"/>
                      <a:pt x="1011" y="591"/>
                    </a:cubicBezTo>
                    <a:cubicBezTo>
                      <a:pt x="1011" y="590"/>
                      <a:pt x="1011" y="590"/>
                      <a:pt x="1011" y="590"/>
                    </a:cubicBezTo>
                    <a:cubicBezTo>
                      <a:pt x="1012" y="590"/>
                      <a:pt x="1012" y="590"/>
                      <a:pt x="1012" y="590"/>
                    </a:cubicBezTo>
                    <a:cubicBezTo>
                      <a:pt x="1013" y="590"/>
                      <a:pt x="1013" y="590"/>
                      <a:pt x="1013" y="590"/>
                    </a:cubicBezTo>
                    <a:cubicBezTo>
                      <a:pt x="1015" y="588"/>
                      <a:pt x="1015" y="588"/>
                      <a:pt x="1015" y="588"/>
                    </a:cubicBezTo>
                    <a:cubicBezTo>
                      <a:pt x="1017" y="587"/>
                      <a:pt x="1017" y="587"/>
                      <a:pt x="1017" y="587"/>
                    </a:cubicBezTo>
                    <a:cubicBezTo>
                      <a:pt x="1017" y="586"/>
                      <a:pt x="1017" y="586"/>
                      <a:pt x="1017" y="586"/>
                    </a:cubicBezTo>
                    <a:cubicBezTo>
                      <a:pt x="1015" y="583"/>
                      <a:pt x="1015" y="583"/>
                      <a:pt x="1015" y="583"/>
                    </a:cubicBezTo>
                    <a:cubicBezTo>
                      <a:pt x="1012" y="581"/>
                      <a:pt x="1012" y="581"/>
                      <a:pt x="1012" y="581"/>
                    </a:cubicBezTo>
                    <a:cubicBezTo>
                      <a:pt x="1013" y="581"/>
                      <a:pt x="1013" y="581"/>
                      <a:pt x="1013" y="581"/>
                    </a:cubicBezTo>
                    <a:cubicBezTo>
                      <a:pt x="1016" y="582"/>
                      <a:pt x="1016" y="582"/>
                      <a:pt x="1016" y="582"/>
                    </a:cubicBezTo>
                    <a:cubicBezTo>
                      <a:pt x="1015" y="579"/>
                      <a:pt x="1015" y="579"/>
                      <a:pt x="1015" y="579"/>
                    </a:cubicBezTo>
                    <a:cubicBezTo>
                      <a:pt x="1016" y="578"/>
                      <a:pt x="1016" y="578"/>
                      <a:pt x="1016" y="578"/>
                    </a:cubicBezTo>
                    <a:cubicBezTo>
                      <a:pt x="1015" y="576"/>
                      <a:pt x="1015" y="576"/>
                      <a:pt x="1015" y="576"/>
                    </a:cubicBezTo>
                    <a:cubicBezTo>
                      <a:pt x="1014" y="575"/>
                      <a:pt x="1014" y="575"/>
                      <a:pt x="1014" y="575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1" y="572"/>
                      <a:pt x="1011" y="572"/>
                      <a:pt x="1011" y="572"/>
                    </a:cubicBezTo>
                    <a:cubicBezTo>
                      <a:pt x="1009" y="572"/>
                      <a:pt x="1009" y="572"/>
                      <a:pt x="1009" y="572"/>
                    </a:cubicBezTo>
                    <a:cubicBezTo>
                      <a:pt x="1008" y="571"/>
                      <a:pt x="1008" y="571"/>
                      <a:pt x="1008" y="571"/>
                    </a:cubicBezTo>
                    <a:cubicBezTo>
                      <a:pt x="1006" y="569"/>
                      <a:pt x="1006" y="569"/>
                      <a:pt x="1006" y="569"/>
                    </a:cubicBezTo>
                    <a:cubicBezTo>
                      <a:pt x="1006" y="567"/>
                      <a:pt x="1006" y="567"/>
                      <a:pt x="1006" y="567"/>
                    </a:cubicBezTo>
                    <a:cubicBezTo>
                      <a:pt x="1004" y="565"/>
                      <a:pt x="1004" y="565"/>
                      <a:pt x="1004" y="565"/>
                    </a:cubicBezTo>
                    <a:cubicBezTo>
                      <a:pt x="1003" y="562"/>
                      <a:pt x="1003" y="562"/>
                      <a:pt x="1003" y="562"/>
                    </a:cubicBezTo>
                    <a:cubicBezTo>
                      <a:pt x="1002" y="562"/>
                      <a:pt x="1002" y="562"/>
                      <a:pt x="1002" y="562"/>
                    </a:cubicBezTo>
                    <a:cubicBezTo>
                      <a:pt x="1003" y="560"/>
                      <a:pt x="1003" y="560"/>
                      <a:pt x="1003" y="560"/>
                    </a:cubicBezTo>
                    <a:cubicBezTo>
                      <a:pt x="1002" y="560"/>
                      <a:pt x="1002" y="560"/>
                      <a:pt x="1002" y="560"/>
                    </a:cubicBezTo>
                    <a:cubicBezTo>
                      <a:pt x="1000" y="556"/>
                      <a:pt x="1000" y="556"/>
                      <a:pt x="1000" y="556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5" y="554"/>
                      <a:pt x="995" y="554"/>
                      <a:pt x="995" y="554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1" y="551"/>
                      <a:pt x="991" y="551"/>
                      <a:pt x="991" y="551"/>
                    </a:cubicBezTo>
                    <a:cubicBezTo>
                      <a:pt x="990" y="551"/>
                      <a:pt x="990" y="551"/>
                      <a:pt x="990" y="551"/>
                    </a:cubicBezTo>
                    <a:cubicBezTo>
                      <a:pt x="990" y="548"/>
                      <a:pt x="990" y="548"/>
                      <a:pt x="990" y="548"/>
                    </a:cubicBezTo>
                    <a:cubicBezTo>
                      <a:pt x="991" y="546"/>
                      <a:pt x="991" y="546"/>
                      <a:pt x="991" y="546"/>
                    </a:cubicBezTo>
                    <a:cubicBezTo>
                      <a:pt x="990" y="544"/>
                      <a:pt x="990" y="544"/>
                      <a:pt x="990" y="544"/>
                    </a:cubicBezTo>
                    <a:cubicBezTo>
                      <a:pt x="991" y="543"/>
                      <a:pt x="991" y="543"/>
                      <a:pt x="991" y="543"/>
                    </a:cubicBezTo>
                    <a:cubicBezTo>
                      <a:pt x="992" y="543"/>
                      <a:pt x="992" y="543"/>
                      <a:pt x="992" y="543"/>
                    </a:cubicBezTo>
                    <a:cubicBezTo>
                      <a:pt x="993" y="541"/>
                      <a:pt x="993" y="541"/>
                      <a:pt x="993" y="541"/>
                    </a:cubicBezTo>
                    <a:cubicBezTo>
                      <a:pt x="994" y="541"/>
                      <a:pt x="994" y="541"/>
                      <a:pt x="994" y="541"/>
                    </a:cubicBezTo>
                    <a:cubicBezTo>
                      <a:pt x="996" y="539"/>
                      <a:pt x="996" y="539"/>
                      <a:pt x="996" y="539"/>
                    </a:cubicBezTo>
                    <a:cubicBezTo>
                      <a:pt x="994" y="538"/>
                      <a:pt x="994" y="538"/>
                      <a:pt x="994" y="538"/>
                    </a:cubicBezTo>
                    <a:cubicBezTo>
                      <a:pt x="994" y="537"/>
                      <a:pt x="994" y="537"/>
                      <a:pt x="994" y="537"/>
                    </a:cubicBezTo>
                    <a:cubicBezTo>
                      <a:pt x="995" y="536"/>
                      <a:pt x="995" y="536"/>
                      <a:pt x="995" y="536"/>
                    </a:cubicBezTo>
                    <a:cubicBezTo>
                      <a:pt x="997" y="537"/>
                      <a:pt x="997" y="537"/>
                      <a:pt x="997" y="537"/>
                    </a:cubicBezTo>
                    <a:cubicBezTo>
                      <a:pt x="997" y="535"/>
                      <a:pt x="997" y="535"/>
                      <a:pt x="997" y="535"/>
                    </a:cubicBezTo>
                    <a:cubicBezTo>
                      <a:pt x="999" y="535"/>
                      <a:pt x="999" y="535"/>
                      <a:pt x="999" y="535"/>
                    </a:cubicBezTo>
                    <a:cubicBezTo>
                      <a:pt x="999" y="533"/>
                      <a:pt x="999" y="533"/>
                      <a:pt x="999" y="533"/>
                    </a:cubicBezTo>
                    <a:cubicBezTo>
                      <a:pt x="1000" y="534"/>
                      <a:pt x="1000" y="534"/>
                      <a:pt x="1000" y="534"/>
                    </a:cubicBezTo>
                    <a:cubicBezTo>
                      <a:pt x="1000" y="532"/>
                      <a:pt x="1000" y="532"/>
                      <a:pt x="1000" y="532"/>
                    </a:cubicBezTo>
                    <a:cubicBezTo>
                      <a:pt x="1001" y="532"/>
                      <a:pt x="1001" y="532"/>
                      <a:pt x="1001" y="532"/>
                    </a:cubicBezTo>
                    <a:cubicBezTo>
                      <a:pt x="1003" y="531"/>
                      <a:pt x="1003" y="531"/>
                      <a:pt x="1003" y="531"/>
                    </a:cubicBezTo>
                    <a:cubicBezTo>
                      <a:pt x="1004" y="531"/>
                      <a:pt x="1004" y="531"/>
                      <a:pt x="1004" y="531"/>
                    </a:cubicBezTo>
                    <a:cubicBezTo>
                      <a:pt x="1005" y="530"/>
                      <a:pt x="1005" y="530"/>
                      <a:pt x="1005" y="530"/>
                    </a:cubicBezTo>
                    <a:cubicBezTo>
                      <a:pt x="1006" y="531"/>
                      <a:pt x="1006" y="531"/>
                      <a:pt x="1006" y="531"/>
                    </a:cubicBezTo>
                    <a:cubicBezTo>
                      <a:pt x="1006" y="530"/>
                      <a:pt x="1006" y="530"/>
                      <a:pt x="1006" y="530"/>
                    </a:cubicBezTo>
                    <a:cubicBezTo>
                      <a:pt x="1008" y="531"/>
                      <a:pt x="1008" y="531"/>
                      <a:pt x="1008" y="531"/>
                    </a:cubicBezTo>
                    <a:cubicBezTo>
                      <a:pt x="1011" y="529"/>
                      <a:pt x="1011" y="529"/>
                      <a:pt x="1011" y="529"/>
                    </a:cubicBezTo>
                    <a:cubicBezTo>
                      <a:pt x="1011" y="528"/>
                      <a:pt x="1011" y="528"/>
                      <a:pt x="1011" y="528"/>
                    </a:cubicBezTo>
                    <a:cubicBezTo>
                      <a:pt x="1010" y="528"/>
                      <a:pt x="1010" y="528"/>
                      <a:pt x="1010" y="528"/>
                    </a:cubicBezTo>
                    <a:cubicBezTo>
                      <a:pt x="1009" y="527"/>
                      <a:pt x="1009" y="527"/>
                      <a:pt x="1009" y="527"/>
                    </a:cubicBezTo>
                    <a:cubicBezTo>
                      <a:pt x="1010" y="527"/>
                      <a:pt x="1010" y="527"/>
                      <a:pt x="1010" y="527"/>
                    </a:cubicBezTo>
                    <a:cubicBezTo>
                      <a:pt x="1012" y="527"/>
                      <a:pt x="1012" y="527"/>
                      <a:pt x="1012" y="527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3" y="523"/>
                      <a:pt x="1013" y="523"/>
                      <a:pt x="1013" y="523"/>
                    </a:cubicBezTo>
                    <a:cubicBezTo>
                      <a:pt x="1010" y="522"/>
                      <a:pt x="1010" y="522"/>
                      <a:pt x="1010" y="522"/>
                    </a:cubicBezTo>
                    <a:cubicBezTo>
                      <a:pt x="1008" y="523"/>
                      <a:pt x="1008" y="523"/>
                      <a:pt x="1008" y="523"/>
                    </a:cubicBezTo>
                    <a:cubicBezTo>
                      <a:pt x="1007" y="523"/>
                      <a:pt x="1007" y="523"/>
                      <a:pt x="1007" y="523"/>
                    </a:cubicBezTo>
                    <a:cubicBezTo>
                      <a:pt x="1007" y="522"/>
                      <a:pt x="1007" y="522"/>
                      <a:pt x="1007" y="522"/>
                    </a:cubicBezTo>
                    <a:cubicBezTo>
                      <a:pt x="1004" y="522"/>
                      <a:pt x="1004" y="522"/>
                      <a:pt x="1004" y="522"/>
                    </a:cubicBezTo>
                    <a:cubicBezTo>
                      <a:pt x="1004" y="523"/>
                      <a:pt x="1004" y="523"/>
                      <a:pt x="1004" y="523"/>
                    </a:cubicBezTo>
                    <a:cubicBezTo>
                      <a:pt x="1000" y="523"/>
                      <a:pt x="1000" y="523"/>
                      <a:pt x="1000" y="523"/>
                    </a:cubicBezTo>
                    <a:cubicBezTo>
                      <a:pt x="999" y="522"/>
                      <a:pt x="999" y="522"/>
                      <a:pt x="999" y="522"/>
                    </a:cubicBezTo>
                    <a:cubicBezTo>
                      <a:pt x="998" y="522"/>
                      <a:pt x="998" y="522"/>
                      <a:pt x="998" y="522"/>
                    </a:cubicBezTo>
                    <a:cubicBezTo>
                      <a:pt x="997" y="520"/>
                      <a:pt x="997" y="520"/>
                      <a:pt x="997" y="520"/>
                    </a:cubicBezTo>
                    <a:cubicBezTo>
                      <a:pt x="996" y="520"/>
                      <a:pt x="996" y="520"/>
                      <a:pt x="996" y="520"/>
                    </a:cubicBezTo>
                    <a:cubicBezTo>
                      <a:pt x="996" y="519"/>
                      <a:pt x="996" y="519"/>
                      <a:pt x="996" y="519"/>
                    </a:cubicBezTo>
                    <a:cubicBezTo>
                      <a:pt x="992" y="521"/>
                      <a:pt x="992" y="521"/>
                      <a:pt x="992" y="521"/>
                    </a:cubicBezTo>
                    <a:cubicBezTo>
                      <a:pt x="989" y="521"/>
                      <a:pt x="989" y="521"/>
                      <a:pt x="989" y="521"/>
                    </a:cubicBezTo>
                    <a:cubicBezTo>
                      <a:pt x="990" y="522"/>
                      <a:pt x="990" y="522"/>
                      <a:pt x="990" y="522"/>
                    </a:cubicBezTo>
                    <a:cubicBezTo>
                      <a:pt x="990" y="523"/>
                      <a:pt x="990" y="523"/>
                      <a:pt x="990" y="523"/>
                    </a:cubicBezTo>
                    <a:cubicBezTo>
                      <a:pt x="990" y="524"/>
                      <a:pt x="990" y="524"/>
                      <a:pt x="990" y="524"/>
                    </a:cubicBezTo>
                    <a:cubicBezTo>
                      <a:pt x="987" y="525"/>
                      <a:pt x="987" y="525"/>
                      <a:pt x="987" y="525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7"/>
                      <a:pt x="988" y="527"/>
                      <a:pt x="988" y="527"/>
                    </a:cubicBezTo>
                    <a:cubicBezTo>
                      <a:pt x="987" y="527"/>
                      <a:pt x="987" y="527"/>
                      <a:pt x="987" y="527"/>
                    </a:cubicBezTo>
                    <a:cubicBezTo>
                      <a:pt x="986" y="527"/>
                      <a:pt x="986" y="527"/>
                      <a:pt x="986" y="527"/>
                    </a:cubicBezTo>
                    <a:cubicBezTo>
                      <a:pt x="984" y="528"/>
                      <a:pt x="984" y="528"/>
                      <a:pt x="984" y="528"/>
                    </a:cubicBezTo>
                    <a:cubicBezTo>
                      <a:pt x="983" y="528"/>
                      <a:pt x="983" y="528"/>
                      <a:pt x="983" y="528"/>
                    </a:cubicBezTo>
                    <a:cubicBezTo>
                      <a:pt x="981" y="524"/>
                      <a:pt x="981" y="524"/>
                      <a:pt x="981" y="524"/>
                    </a:cubicBezTo>
                    <a:cubicBezTo>
                      <a:pt x="981" y="522"/>
                      <a:pt x="981" y="522"/>
                      <a:pt x="981" y="522"/>
                    </a:cubicBezTo>
                    <a:cubicBezTo>
                      <a:pt x="981" y="521"/>
                      <a:pt x="981" y="521"/>
                      <a:pt x="981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0"/>
                      <a:pt x="978" y="520"/>
                      <a:pt x="978" y="520"/>
                    </a:cubicBezTo>
                    <a:cubicBezTo>
                      <a:pt x="976" y="520"/>
                      <a:pt x="976" y="520"/>
                      <a:pt x="976" y="520"/>
                    </a:cubicBezTo>
                    <a:cubicBezTo>
                      <a:pt x="976" y="521"/>
                      <a:pt x="976" y="521"/>
                      <a:pt x="976" y="521"/>
                    </a:cubicBezTo>
                    <a:cubicBezTo>
                      <a:pt x="975" y="519"/>
                      <a:pt x="975" y="519"/>
                      <a:pt x="975" y="519"/>
                    </a:cubicBezTo>
                    <a:cubicBezTo>
                      <a:pt x="975" y="520"/>
                      <a:pt x="975" y="520"/>
                      <a:pt x="975" y="520"/>
                    </a:cubicBezTo>
                    <a:cubicBezTo>
                      <a:pt x="974" y="519"/>
                      <a:pt x="974" y="519"/>
                      <a:pt x="974" y="519"/>
                    </a:cubicBezTo>
                    <a:cubicBezTo>
                      <a:pt x="972" y="517"/>
                      <a:pt x="972" y="517"/>
                      <a:pt x="972" y="517"/>
                    </a:cubicBezTo>
                    <a:cubicBezTo>
                      <a:pt x="970" y="516"/>
                      <a:pt x="970" y="516"/>
                      <a:pt x="970" y="516"/>
                    </a:cubicBezTo>
                    <a:cubicBezTo>
                      <a:pt x="970" y="515"/>
                      <a:pt x="970" y="515"/>
                      <a:pt x="970" y="515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2"/>
                      <a:pt x="970" y="512"/>
                      <a:pt x="970" y="512"/>
                    </a:cubicBezTo>
                    <a:cubicBezTo>
                      <a:pt x="970" y="511"/>
                      <a:pt x="970" y="511"/>
                      <a:pt x="970" y="511"/>
                    </a:cubicBezTo>
                    <a:cubicBezTo>
                      <a:pt x="970" y="510"/>
                      <a:pt x="970" y="510"/>
                      <a:pt x="970" y="510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4" y="510"/>
                      <a:pt x="974" y="510"/>
                      <a:pt x="974" y="510"/>
                    </a:cubicBezTo>
                    <a:cubicBezTo>
                      <a:pt x="978" y="510"/>
                      <a:pt x="978" y="510"/>
                      <a:pt x="978" y="510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79" y="507"/>
                      <a:pt x="979" y="507"/>
                      <a:pt x="979" y="507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80" y="505"/>
                      <a:pt x="980" y="505"/>
                      <a:pt x="980" y="505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499"/>
                      <a:pt x="983" y="499"/>
                      <a:pt x="983" y="499"/>
                    </a:cubicBezTo>
                    <a:cubicBezTo>
                      <a:pt x="985" y="499"/>
                      <a:pt x="985" y="499"/>
                      <a:pt x="985" y="499"/>
                    </a:cubicBezTo>
                    <a:cubicBezTo>
                      <a:pt x="986" y="497"/>
                      <a:pt x="986" y="497"/>
                      <a:pt x="986" y="497"/>
                    </a:cubicBezTo>
                    <a:cubicBezTo>
                      <a:pt x="987" y="497"/>
                      <a:pt x="987" y="497"/>
                      <a:pt x="987" y="497"/>
                    </a:cubicBezTo>
                    <a:cubicBezTo>
                      <a:pt x="987" y="494"/>
                      <a:pt x="987" y="494"/>
                      <a:pt x="987" y="494"/>
                    </a:cubicBezTo>
                    <a:cubicBezTo>
                      <a:pt x="988" y="492"/>
                      <a:pt x="988" y="492"/>
                      <a:pt x="988" y="492"/>
                    </a:cubicBezTo>
                    <a:cubicBezTo>
                      <a:pt x="989" y="491"/>
                      <a:pt x="989" y="491"/>
                      <a:pt x="989" y="491"/>
                    </a:cubicBezTo>
                    <a:cubicBezTo>
                      <a:pt x="989" y="490"/>
                      <a:pt x="989" y="490"/>
                      <a:pt x="989" y="490"/>
                    </a:cubicBezTo>
                    <a:cubicBezTo>
                      <a:pt x="990" y="489"/>
                      <a:pt x="990" y="489"/>
                      <a:pt x="990" y="489"/>
                    </a:cubicBezTo>
                    <a:cubicBezTo>
                      <a:pt x="991" y="489"/>
                      <a:pt x="991" y="489"/>
                      <a:pt x="991" y="489"/>
                    </a:cubicBezTo>
                    <a:cubicBezTo>
                      <a:pt x="992" y="489"/>
                      <a:pt x="992" y="489"/>
                      <a:pt x="992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6" y="490"/>
                      <a:pt x="996" y="490"/>
                      <a:pt x="996" y="490"/>
                    </a:cubicBezTo>
                    <a:cubicBezTo>
                      <a:pt x="999" y="492"/>
                      <a:pt x="999" y="492"/>
                      <a:pt x="999" y="492"/>
                    </a:cubicBezTo>
                    <a:cubicBezTo>
                      <a:pt x="999" y="493"/>
                      <a:pt x="999" y="493"/>
                      <a:pt x="999" y="493"/>
                    </a:cubicBezTo>
                    <a:cubicBezTo>
                      <a:pt x="998" y="493"/>
                      <a:pt x="998" y="493"/>
                      <a:pt x="998" y="493"/>
                    </a:cubicBezTo>
                    <a:cubicBezTo>
                      <a:pt x="998" y="494"/>
                      <a:pt x="998" y="494"/>
                      <a:pt x="998" y="494"/>
                    </a:cubicBezTo>
                    <a:cubicBezTo>
                      <a:pt x="996" y="496"/>
                      <a:pt x="996" y="496"/>
                      <a:pt x="996" y="496"/>
                    </a:cubicBezTo>
                    <a:cubicBezTo>
                      <a:pt x="996" y="498"/>
                      <a:pt x="996" y="498"/>
                      <a:pt x="996" y="498"/>
                    </a:cubicBezTo>
                    <a:cubicBezTo>
                      <a:pt x="995" y="498"/>
                      <a:pt x="995" y="498"/>
                      <a:pt x="995" y="498"/>
                    </a:cubicBezTo>
                    <a:cubicBezTo>
                      <a:pt x="995" y="499"/>
                      <a:pt x="995" y="499"/>
                      <a:pt x="995" y="499"/>
                    </a:cubicBezTo>
                    <a:cubicBezTo>
                      <a:pt x="995" y="501"/>
                      <a:pt x="995" y="501"/>
                      <a:pt x="995" y="501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5" y="503"/>
                      <a:pt x="995" y="503"/>
                      <a:pt x="995" y="503"/>
                    </a:cubicBezTo>
                    <a:cubicBezTo>
                      <a:pt x="995" y="505"/>
                      <a:pt x="995" y="505"/>
                      <a:pt x="995" y="505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6" y="507"/>
                      <a:pt x="996" y="507"/>
                      <a:pt x="996" y="507"/>
                    </a:cubicBezTo>
                    <a:cubicBezTo>
                      <a:pt x="996" y="508"/>
                      <a:pt x="996" y="508"/>
                      <a:pt x="996" y="508"/>
                    </a:cubicBezTo>
                    <a:cubicBezTo>
                      <a:pt x="994" y="508"/>
                      <a:pt x="994" y="508"/>
                      <a:pt x="994" y="508"/>
                    </a:cubicBezTo>
                    <a:cubicBezTo>
                      <a:pt x="993" y="510"/>
                      <a:pt x="993" y="510"/>
                      <a:pt x="993" y="510"/>
                    </a:cubicBezTo>
                    <a:cubicBezTo>
                      <a:pt x="995" y="511"/>
                      <a:pt x="995" y="511"/>
                      <a:pt x="995" y="511"/>
                    </a:cubicBezTo>
                    <a:cubicBezTo>
                      <a:pt x="995" y="512"/>
                      <a:pt x="995" y="512"/>
                      <a:pt x="995" y="512"/>
                    </a:cubicBezTo>
                    <a:cubicBezTo>
                      <a:pt x="997" y="512"/>
                      <a:pt x="997" y="512"/>
                      <a:pt x="997" y="512"/>
                    </a:cubicBezTo>
                    <a:cubicBezTo>
                      <a:pt x="997" y="511"/>
                      <a:pt x="997" y="511"/>
                      <a:pt x="997" y="511"/>
                    </a:cubicBezTo>
                    <a:cubicBezTo>
                      <a:pt x="998" y="511"/>
                      <a:pt x="998" y="511"/>
                      <a:pt x="998" y="511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1002" y="508"/>
                      <a:pt x="1002" y="508"/>
                      <a:pt x="1002" y="508"/>
                    </a:cubicBezTo>
                    <a:cubicBezTo>
                      <a:pt x="1002" y="507"/>
                      <a:pt x="1002" y="507"/>
                      <a:pt x="1002" y="507"/>
                    </a:cubicBezTo>
                    <a:cubicBezTo>
                      <a:pt x="1002" y="506"/>
                      <a:pt x="1002" y="506"/>
                      <a:pt x="1002" y="506"/>
                    </a:cubicBezTo>
                    <a:cubicBezTo>
                      <a:pt x="1006" y="503"/>
                      <a:pt x="1006" y="503"/>
                      <a:pt x="1006" y="503"/>
                    </a:cubicBezTo>
                    <a:cubicBezTo>
                      <a:pt x="1008" y="503"/>
                      <a:pt x="1008" y="503"/>
                      <a:pt x="1008" y="503"/>
                    </a:cubicBezTo>
                    <a:cubicBezTo>
                      <a:pt x="1008" y="501"/>
                      <a:pt x="1008" y="501"/>
                      <a:pt x="1008" y="501"/>
                    </a:cubicBezTo>
                    <a:cubicBezTo>
                      <a:pt x="1009" y="501"/>
                      <a:pt x="1009" y="501"/>
                      <a:pt x="1009" y="501"/>
                    </a:cubicBezTo>
                    <a:cubicBezTo>
                      <a:pt x="1011" y="500"/>
                      <a:pt x="1011" y="500"/>
                      <a:pt x="1011" y="500"/>
                    </a:cubicBezTo>
                    <a:cubicBezTo>
                      <a:pt x="1012" y="501"/>
                      <a:pt x="1012" y="501"/>
                      <a:pt x="1012" y="501"/>
                    </a:cubicBezTo>
                    <a:cubicBezTo>
                      <a:pt x="1013" y="500"/>
                      <a:pt x="1013" y="500"/>
                      <a:pt x="1013" y="500"/>
                    </a:cubicBezTo>
                    <a:cubicBezTo>
                      <a:pt x="1015" y="500"/>
                      <a:pt x="1015" y="500"/>
                      <a:pt x="1015" y="500"/>
                    </a:cubicBezTo>
                    <a:cubicBezTo>
                      <a:pt x="1016" y="498"/>
                      <a:pt x="1016" y="498"/>
                      <a:pt x="1016" y="498"/>
                    </a:cubicBezTo>
                    <a:cubicBezTo>
                      <a:pt x="1016" y="499"/>
                      <a:pt x="1016" y="499"/>
                      <a:pt x="1016" y="499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2"/>
                      <a:pt x="1017" y="502"/>
                      <a:pt x="1017" y="502"/>
                    </a:cubicBezTo>
                    <a:cubicBezTo>
                      <a:pt x="1017" y="501"/>
                      <a:pt x="1017" y="501"/>
                      <a:pt x="1017" y="501"/>
                    </a:cubicBezTo>
                    <a:cubicBezTo>
                      <a:pt x="1018" y="502"/>
                      <a:pt x="1018" y="502"/>
                      <a:pt x="1018" y="502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1" y="501"/>
                      <a:pt x="1021" y="501"/>
                      <a:pt x="1021" y="501"/>
                    </a:cubicBezTo>
                    <a:cubicBezTo>
                      <a:pt x="1021" y="502"/>
                      <a:pt x="1021" y="502"/>
                      <a:pt x="1021" y="502"/>
                    </a:cubicBezTo>
                    <a:cubicBezTo>
                      <a:pt x="1024" y="502"/>
                      <a:pt x="1024" y="502"/>
                      <a:pt x="1024" y="502"/>
                    </a:cubicBezTo>
                    <a:cubicBezTo>
                      <a:pt x="1025" y="503"/>
                      <a:pt x="1025" y="503"/>
                      <a:pt x="1025" y="503"/>
                    </a:cubicBezTo>
                    <a:cubicBezTo>
                      <a:pt x="1023" y="506"/>
                      <a:pt x="1023" y="506"/>
                      <a:pt x="1023" y="506"/>
                    </a:cubicBezTo>
                    <a:cubicBezTo>
                      <a:pt x="1023" y="510"/>
                      <a:pt x="1023" y="510"/>
                      <a:pt x="1023" y="510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3" y="513"/>
                      <a:pt x="1023" y="513"/>
                      <a:pt x="1023" y="513"/>
                    </a:cubicBezTo>
                    <a:cubicBezTo>
                      <a:pt x="1023" y="516"/>
                      <a:pt x="1023" y="516"/>
                      <a:pt x="1023" y="516"/>
                    </a:cubicBezTo>
                    <a:cubicBezTo>
                      <a:pt x="1023" y="518"/>
                      <a:pt x="1023" y="518"/>
                      <a:pt x="1023" y="518"/>
                    </a:cubicBezTo>
                    <a:cubicBezTo>
                      <a:pt x="1024" y="518"/>
                      <a:pt x="1024" y="518"/>
                      <a:pt x="1024" y="518"/>
                    </a:cubicBezTo>
                    <a:cubicBezTo>
                      <a:pt x="1025" y="518"/>
                      <a:pt x="1025" y="518"/>
                      <a:pt x="1025" y="518"/>
                    </a:cubicBezTo>
                    <a:cubicBezTo>
                      <a:pt x="1026" y="518"/>
                      <a:pt x="1026" y="518"/>
                      <a:pt x="1026" y="518"/>
                    </a:cubicBezTo>
                    <a:cubicBezTo>
                      <a:pt x="1025" y="520"/>
                      <a:pt x="1025" y="520"/>
                      <a:pt x="1025" y="520"/>
                    </a:cubicBezTo>
                    <a:cubicBezTo>
                      <a:pt x="1026" y="522"/>
                      <a:pt x="1026" y="522"/>
                      <a:pt x="1026" y="522"/>
                    </a:cubicBezTo>
                    <a:cubicBezTo>
                      <a:pt x="1028" y="520"/>
                      <a:pt x="1028" y="520"/>
                      <a:pt x="1028" y="520"/>
                    </a:cubicBezTo>
                    <a:cubicBezTo>
                      <a:pt x="1029" y="521"/>
                      <a:pt x="1029" y="521"/>
                      <a:pt x="1029" y="521"/>
                    </a:cubicBezTo>
                    <a:cubicBezTo>
                      <a:pt x="1031" y="518"/>
                      <a:pt x="1031" y="518"/>
                      <a:pt x="1031" y="518"/>
                    </a:cubicBezTo>
                    <a:cubicBezTo>
                      <a:pt x="1030" y="518"/>
                      <a:pt x="1030" y="518"/>
                      <a:pt x="1030" y="518"/>
                    </a:cubicBezTo>
                    <a:cubicBezTo>
                      <a:pt x="1032" y="519"/>
                      <a:pt x="1032" y="519"/>
                      <a:pt x="1032" y="519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4" y="519"/>
                      <a:pt x="1034" y="519"/>
                      <a:pt x="1034" y="519"/>
                    </a:cubicBezTo>
                    <a:cubicBezTo>
                      <a:pt x="1037" y="522"/>
                      <a:pt x="1037" y="522"/>
                      <a:pt x="1037" y="522"/>
                    </a:cubicBezTo>
                    <a:cubicBezTo>
                      <a:pt x="1039" y="524"/>
                      <a:pt x="1039" y="524"/>
                      <a:pt x="1039" y="524"/>
                    </a:cubicBezTo>
                    <a:cubicBezTo>
                      <a:pt x="1040" y="524"/>
                      <a:pt x="1040" y="524"/>
                      <a:pt x="1040" y="524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41" y="527"/>
                      <a:pt x="1041" y="527"/>
                      <a:pt x="1041" y="527"/>
                    </a:cubicBezTo>
                    <a:cubicBezTo>
                      <a:pt x="1040" y="526"/>
                      <a:pt x="1040" y="526"/>
                      <a:pt x="1040" y="526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38" y="527"/>
                      <a:pt x="1038" y="527"/>
                      <a:pt x="1038" y="527"/>
                    </a:cubicBezTo>
                    <a:cubicBezTo>
                      <a:pt x="1037" y="526"/>
                      <a:pt x="1037" y="526"/>
                      <a:pt x="1037" y="526"/>
                    </a:cubicBezTo>
                    <a:cubicBezTo>
                      <a:pt x="1035" y="529"/>
                      <a:pt x="1035" y="529"/>
                      <a:pt x="1035" y="529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40" y="532"/>
                      <a:pt x="1040" y="532"/>
                      <a:pt x="1040" y="532"/>
                    </a:cubicBezTo>
                    <a:cubicBezTo>
                      <a:pt x="1040" y="535"/>
                      <a:pt x="1040" y="535"/>
                      <a:pt x="1040" y="535"/>
                    </a:cubicBezTo>
                    <a:cubicBezTo>
                      <a:pt x="1041" y="536"/>
                      <a:pt x="1041" y="536"/>
                      <a:pt x="1041" y="536"/>
                    </a:cubicBezTo>
                    <a:cubicBezTo>
                      <a:pt x="1042" y="536"/>
                      <a:pt x="1042" y="536"/>
                      <a:pt x="1042" y="536"/>
                    </a:cubicBezTo>
                    <a:cubicBezTo>
                      <a:pt x="1042" y="537"/>
                      <a:pt x="1042" y="537"/>
                      <a:pt x="1042" y="537"/>
                    </a:cubicBezTo>
                    <a:cubicBezTo>
                      <a:pt x="1040" y="539"/>
                      <a:pt x="1040" y="539"/>
                      <a:pt x="1040" y="539"/>
                    </a:cubicBezTo>
                    <a:cubicBezTo>
                      <a:pt x="1040" y="540"/>
                      <a:pt x="1040" y="540"/>
                      <a:pt x="1040" y="540"/>
                    </a:cubicBezTo>
                    <a:cubicBezTo>
                      <a:pt x="1041" y="541"/>
                      <a:pt x="1041" y="541"/>
                      <a:pt x="1041" y="541"/>
                    </a:cubicBezTo>
                    <a:cubicBezTo>
                      <a:pt x="1041" y="542"/>
                      <a:pt x="1041" y="542"/>
                      <a:pt x="1041" y="542"/>
                    </a:cubicBezTo>
                    <a:cubicBezTo>
                      <a:pt x="1040" y="542"/>
                      <a:pt x="1040" y="542"/>
                      <a:pt x="1040" y="542"/>
                    </a:cubicBezTo>
                    <a:cubicBezTo>
                      <a:pt x="1040" y="544"/>
                      <a:pt x="1040" y="544"/>
                      <a:pt x="1040" y="544"/>
                    </a:cubicBezTo>
                    <a:cubicBezTo>
                      <a:pt x="1041" y="545"/>
                      <a:pt x="1041" y="545"/>
                      <a:pt x="1041" y="545"/>
                    </a:cubicBezTo>
                    <a:cubicBezTo>
                      <a:pt x="1040" y="545"/>
                      <a:pt x="1040" y="545"/>
                      <a:pt x="1040" y="545"/>
                    </a:cubicBezTo>
                    <a:cubicBezTo>
                      <a:pt x="1042" y="549"/>
                      <a:pt x="1042" y="549"/>
                      <a:pt x="1042" y="549"/>
                    </a:cubicBezTo>
                    <a:cubicBezTo>
                      <a:pt x="1043" y="549"/>
                      <a:pt x="1043" y="549"/>
                      <a:pt x="1043" y="549"/>
                    </a:cubicBezTo>
                    <a:cubicBezTo>
                      <a:pt x="1042" y="550"/>
                      <a:pt x="1042" y="550"/>
                      <a:pt x="1042" y="550"/>
                    </a:cubicBezTo>
                    <a:cubicBezTo>
                      <a:pt x="1041" y="550"/>
                      <a:pt x="1041" y="550"/>
                      <a:pt x="1041" y="550"/>
                    </a:cubicBezTo>
                    <a:cubicBezTo>
                      <a:pt x="1041" y="552"/>
                      <a:pt x="1041" y="552"/>
                      <a:pt x="1041" y="552"/>
                    </a:cubicBezTo>
                    <a:cubicBezTo>
                      <a:pt x="1042" y="553"/>
                      <a:pt x="1042" y="553"/>
                      <a:pt x="1042" y="553"/>
                    </a:cubicBezTo>
                    <a:cubicBezTo>
                      <a:pt x="1043" y="553"/>
                      <a:pt x="1043" y="553"/>
                      <a:pt x="1043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6" y="552"/>
                      <a:pt x="1046" y="552"/>
                      <a:pt x="1046" y="552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8" y="549"/>
                      <a:pt x="1048" y="549"/>
                      <a:pt x="1048" y="549"/>
                    </a:cubicBezTo>
                    <a:cubicBezTo>
                      <a:pt x="1051" y="547"/>
                      <a:pt x="1051" y="547"/>
                      <a:pt x="1051" y="547"/>
                    </a:cubicBezTo>
                    <a:cubicBezTo>
                      <a:pt x="1052" y="546"/>
                      <a:pt x="1052" y="546"/>
                      <a:pt x="1052" y="546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3" y="549"/>
                      <a:pt x="1053" y="549"/>
                      <a:pt x="1053" y="549"/>
                    </a:cubicBezTo>
                    <a:cubicBezTo>
                      <a:pt x="1055" y="548"/>
                      <a:pt x="1055" y="548"/>
                      <a:pt x="1055" y="548"/>
                    </a:cubicBezTo>
                    <a:cubicBezTo>
                      <a:pt x="1055" y="547"/>
                      <a:pt x="1055" y="547"/>
                      <a:pt x="1055" y="547"/>
                    </a:cubicBezTo>
                    <a:cubicBezTo>
                      <a:pt x="1056" y="547"/>
                      <a:pt x="1056" y="547"/>
                      <a:pt x="1056" y="547"/>
                    </a:cubicBezTo>
                    <a:cubicBezTo>
                      <a:pt x="1057" y="548"/>
                      <a:pt x="1057" y="548"/>
                      <a:pt x="1057" y="548"/>
                    </a:cubicBezTo>
                    <a:cubicBezTo>
                      <a:pt x="1058" y="547"/>
                      <a:pt x="1058" y="547"/>
                      <a:pt x="1058" y="547"/>
                    </a:cubicBezTo>
                    <a:cubicBezTo>
                      <a:pt x="1058" y="548"/>
                      <a:pt x="1058" y="548"/>
                      <a:pt x="1058" y="548"/>
                    </a:cubicBezTo>
                    <a:cubicBezTo>
                      <a:pt x="1060" y="548"/>
                      <a:pt x="1060" y="548"/>
                      <a:pt x="1060" y="548"/>
                    </a:cubicBezTo>
                    <a:cubicBezTo>
                      <a:pt x="1060" y="547"/>
                      <a:pt x="1060" y="547"/>
                      <a:pt x="1060" y="547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1" y="545"/>
                      <a:pt x="1061" y="545"/>
                      <a:pt x="1061" y="545"/>
                    </a:cubicBezTo>
                    <a:cubicBezTo>
                      <a:pt x="1063" y="542"/>
                      <a:pt x="1063" y="542"/>
                      <a:pt x="1063" y="542"/>
                    </a:cubicBezTo>
                    <a:cubicBezTo>
                      <a:pt x="1063" y="541"/>
                      <a:pt x="1063" y="541"/>
                      <a:pt x="1063" y="541"/>
                    </a:cubicBezTo>
                    <a:cubicBezTo>
                      <a:pt x="1064" y="540"/>
                      <a:pt x="1064" y="540"/>
                      <a:pt x="1064" y="540"/>
                    </a:cubicBezTo>
                    <a:cubicBezTo>
                      <a:pt x="1063" y="534"/>
                      <a:pt x="1063" y="534"/>
                      <a:pt x="1063" y="534"/>
                    </a:cubicBezTo>
                    <a:cubicBezTo>
                      <a:pt x="1062" y="534"/>
                      <a:pt x="1062" y="534"/>
                      <a:pt x="1062" y="534"/>
                    </a:cubicBezTo>
                    <a:cubicBezTo>
                      <a:pt x="1062" y="533"/>
                      <a:pt x="1062" y="533"/>
                      <a:pt x="1062" y="533"/>
                    </a:cubicBezTo>
                    <a:cubicBezTo>
                      <a:pt x="1061" y="528"/>
                      <a:pt x="1061" y="528"/>
                      <a:pt x="1061" y="528"/>
                    </a:cubicBezTo>
                    <a:cubicBezTo>
                      <a:pt x="1060" y="527"/>
                      <a:pt x="1060" y="527"/>
                      <a:pt x="1060" y="527"/>
                    </a:cubicBezTo>
                    <a:cubicBezTo>
                      <a:pt x="1060" y="524"/>
                      <a:pt x="1060" y="524"/>
                      <a:pt x="1060" y="524"/>
                    </a:cubicBezTo>
                    <a:cubicBezTo>
                      <a:pt x="1055" y="518"/>
                      <a:pt x="1055" y="518"/>
                      <a:pt x="1055" y="518"/>
                    </a:cubicBezTo>
                    <a:cubicBezTo>
                      <a:pt x="1051" y="514"/>
                      <a:pt x="1051" y="514"/>
                      <a:pt x="1051" y="514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8"/>
                      <a:pt x="1048" y="508"/>
                      <a:pt x="1048" y="508"/>
                    </a:cubicBezTo>
                    <a:cubicBezTo>
                      <a:pt x="1042" y="505"/>
                      <a:pt x="1042" y="505"/>
                      <a:pt x="1042" y="505"/>
                    </a:cubicBezTo>
                    <a:cubicBezTo>
                      <a:pt x="1041" y="503"/>
                      <a:pt x="1041" y="503"/>
                      <a:pt x="1041" y="503"/>
                    </a:cubicBezTo>
                    <a:cubicBezTo>
                      <a:pt x="1039" y="503"/>
                      <a:pt x="1039" y="503"/>
                      <a:pt x="1039" y="503"/>
                    </a:cubicBezTo>
                    <a:cubicBezTo>
                      <a:pt x="1039" y="502"/>
                      <a:pt x="1039" y="502"/>
                      <a:pt x="1039" y="502"/>
                    </a:cubicBezTo>
                    <a:cubicBezTo>
                      <a:pt x="1039" y="501"/>
                      <a:pt x="1039" y="501"/>
                      <a:pt x="1039" y="501"/>
                    </a:cubicBezTo>
                    <a:cubicBezTo>
                      <a:pt x="1039" y="499"/>
                      <a:pt x="1039" y="499"/>
                      <a:pt x="1039" y="499"/>
                    </a:cubicBezTo>
                    <a:cubicBezTo>
                      <a:pt x="1039" y="498"/>
                      <a:pt x="1039" y="498"/>
                      <a:pt x="1039" y="498"/>
                    </a:cubicBezTo>
                    <a:cubicBezTo>
                      <a:pt x="1041" y="496"/>
                      <a:pt x="1041" y="496"/>
                      <a:pt x="1041" y="496"/>
                    </a:cubicBezTo>
                    <a:cubicBezTo>
                      <a:pt x="1041" y="495"/>
                      <a:pt x="1041" y="495"/>
                      <a:pt x="1041" y="495"/>
                    </a:cubicBezTo>
                    <a:cubicBezTo>
                      <a:pt x="1042" y="494"/>
                      <a:pt x="1042" y="494"/>
                      <a:pt x="1042" y="494"/>
                    </a:cubicBezTo>
                    <a:cubicBezTo>
                      <a:pt x="1044" y="494"/>
                      <a:pt x="1044" y="494"/>
                      <a:pt x="1044" y="494"/>
                    </a:cubicBezTo>
                    <a:cubicBezTo>
                      <a:pt x="1044" y="493"/>
                      <a:pt x="1044" y="493"/>
                      <a:pt x="1044" y="493"/>
                    </a:cubicBezTo>
                    <a:cubicBezTo>
                      <a:pt x="1046" y="492"/>
                      <a:pt x="1046" y="492"/>
                      <a:pt x="1046" y="492"/>
                    </a:cubicBezTo>
                    <a:cubicBezTo>
                      <a:pt x="1045" y="491"/>
                      <a:pt x="1045" y="491"/>
                      <a:pt x="1045" y="491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50" y="485"/>
                      <a:pt x="1050" y="485"/>
                      <a:pt x="1050" y="485"/>
                    </a:cubicBezTo>
                    <a:cubicBezTo>
                      <a:pt x="1051" y="483"/>
                      <a:pt x="1051" y="483"/>
                      <a:pt x="1051" y="483"/>
                    </a:cubicBezTo>
                    <a:cubicBezTo>
                      <a:pt x="1050" y="482"/>
                      <a:pt x="1050" y="482"/>
                      <a:pt x="1050" y="482"/>
                    </a:cubicBezTo>
                    <a:cubicBezTo>
                      <a:pt x="1050" y="478"/>
                      <a:pt x="1050" y="478"/>
                      <a:pt x="1050" y="478"/>
                    </a:cubicBezTo>
                    <a:cubicBezTo>
                      <a:pt x="1048" y="477"/>
                      <a:pt x="1048" y="477"/>
                      <a:pt x="1048" y="477"/>
                    </a:cubicBezTo>
                    <a:cubicBezTo>
                      <a:pt x="1048" y="475"/>
                      <a:pt x="1048" y="475"/>
                      <a:pt x="1048" y="475"/>
                    </a:cubicBezTo>
                    <a:cubicBezTo>
                      <a:pt x="1049" y="472"/>
                      <a:pt x="1049" y="472"/>
                      <a:pt x="1049" y="472"/>
                    </a:cubicBezTo>
                    <a:cubicBezTo>
                      <a:pt x="1049" y="471"/>
                      <a:pt x="1049" y="471"/>
                      <a:pt x="1049" y="471"/>
                    </a:cubicBezTo>
                    <a:cubicBezTo>
                      <a:pt x="1050" y="471"/>
                      <a:pt x="1050" y="471"/>
                      <a:pt x="1050" y="471"/>
                    </a:cubicBezTo>
                    <a:cubicBezTo>
                      <a:pt x="1052" y="468"/>
                      <a:pt x="1052" y="468"/>
                      <a:pt x="1052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4" y="466"/>
                      <a:pt x="1054" y="466"/>
                      <a:pt x="1054" y="466"/>
                    </a:cubicBezTo>
                    <a:cubicBezTo>
                      <a:pt x="1055" y="466"/>
                      <a:pt x="1055" y="466"/>
                      <a:pt x="1055" y="466"/>
                    </a:cubicBezTo>
                    <a:cubicBezTo>
                      <a:pt x="1056" y="467"/>
                      <a:pt x="1056" y="467"/>
                      <a:pt x="1056" y="467"/>
                    </a:cubicBezTo>
                    <a:cubicBezTo>
                      <a:pt x="1057" y="464"/>
                      <a:pt x="1057" y="464"/>
                      <a:pt x="1057" y="464"/>
                    </a:cubicBezTo>
                    <a:cubicBezTo>
                      <a:pt x="1058" y="463"/>
                      <a:pt x="1058" y="463"/>
                      <a:pt x="1058" y="463"/>
                    </a:cubicBezTo>
                    <a:cubicBezTo>
                      <a:pt x="1058" y="460"/>
                      <a:pt x="1058" y="460"/>
                      <a:pt x="1058" y="460"/>
                    </a:cubicBezTo>
                    <a:cubicBezTo>
                      <a:pt x="1059" y="459"/>
                      <a:pt x="1059" y="459"/>
                      <a:pt x="1059" y="459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61" y="458"/>
                      <a:pt x="1061" y="458"/>
                      <a:pt x="1061" y="458"/>
                    </a:cubicBezTo>
                    <a:cubicBezTo>
                      <a:pt x="1062" y="458"/>
                      <a:pt x="1062" y="458"/>
                      <a:pt x="1062" y="458"/>
                    </a:cubicBezTo>
                    <a:cubicBezTo>
                      <a:pt x="1063" y="458"/>
                      <a:pt x="1063" y="458"/>
                      <a:pt x="1063" y="458"/>
                    </a:cubicBezTo>
                    <a:cubicBezTo>
                      <a:pt x="1063" y="461"/>
                      <a:pt x="1063" y="461"/>
                      <a:pt x="1063" y="461"/>
                    </a:cubicBezTo>
                    <a:cubicBezTo>
                      <a:pt x="1066" y="461"/>
                      <a:pt x="1066" y="461"/>
                      <a:pt x="1066" y="461"/>
                    </a:cubicBezTo>
                    <a:cubicBezTo>
                      <a:pt x="1068" y="463"/>
                      <a:pt x="1068" y="463"/>
                      <a:pt x="1068" y="463"/>
                    </a:cubicBezTo>
                    <a:cubicBezTo>
                      <a:pt x="1069" y="462"/>
                      <a:pt x="1069" y="462"/>
                      <a:pt x="1069" y="462"/>
                    </a:cubicBezTo>
                    <a:cubicBezTo>
                      <a:pt x="1070" y="463"/>
                      <a:pt x="1070" y="463"/>
                      <a:pt x="1070" y="463"/>
                    </a:cubicBezTo>
                    <a:cubicBezTo>
                      <a:pt x="1072" y="461"/>
                      <a:pt x="1072" y="461"/>
                      <a:pt x="1072" y="461"/>
                    </a:cubicBezTo>
                    <a:cubicBezTo>
                      <a:pt x="1074" y="461"/>
                      <a:pt x="1074" y="461"/>
                      <a:pt x="1074" y="461"/>
                    </a:cubicBezTo>
                    <a:cubicBezTo>
                      <a:pt x="1074" y="460"/>
                      <a:pt x="1074" y="460"/>
                      <a:pt x="1074" y="460"/>
                    </a:cubicBezTo>
                    <a:cubicBezTo>
                      <a:pt x="1075" y="460"/>
                      <a:pt x="1075" y="460"/>
                      <a:pt x="1075" y="460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9" y="455"/>
                      <a:pt x="1079" y="455"/>
                      <a:pt x="1079" y="455"/>
                    </a:cubicBezTo>
                    <a:cubicBezTo>
                      <a:pt x="1079" y="454"/>
                      <a:pt x="1079" y="454"/>
                      <a:pt x="1079" y="454"/>
                    </a:cubicBezTo>
                    <a:cubicBezTo>
                      <a:pt x="1081" y="453"/>
                      <a:pt x="1081" y="453"/>
                      <a:pt x="1081" y="453"/>
                    </a:cubicBezTo>
                    <a:cubicBezTo>
                      <a:pt x="1081" y="452"/>
                      <a:pt x="1081" y="452"/>
                      <a:pt x="1081" y="452"/>
                    </a:cubicBezTo>
                    <a:cubicBezTo>
                      <a:pt x="1083" y="448"/>
                      <a:pt x="1083" y="448"/>
                      <a:pt x="1083" y="448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5"/>
                      <a:pt x="1083" y="445"/>
                      <a:pt x="1083" y="445"/>
                    </a:cubicBezTo>
                    <a:cubicBezTo>
                      <a:pt x="1084" y="444"/>
                      <a:pt x="1084" y="444"/>
                      <a:pt x="1084" y="444"/>
                    </a:cubicBezTo>
                    <a:cubicBezTo>
                      <a:pt x="1084" y="442"/>
                      <a:pt x="1084" y="442"/>
                      <a:pt x="1084" y="442"/>
                    </a:cubicBezTo>
                    <a:cubicBezTo>
                      <a:pt x="1086" y="441"/>
                      <a:pt x="1086" y="441"/>
                      <a:pt x="1086" y="441"/>
                    </a:cubicBezTo>
                    <a:cubicBezTo>
                      <a:pt x="1087" y="440"/>
                      <a:pt x="1087" y="440"/>
                      <a:pt x="1087" y="440"/>
                    </a:cubicBezTo>
                    <a:cubicBezTo>
                      <a:pt x="1086" y="439"/>
                      <a:pt x="1086" y="439"/>
                      <a:pt x="1086" y="439"/>
                    </a:cubicBezTo>
                    <a:cubicBezTo>
                      <a:pt x="1086" y="438"/>
                      <a:pt x="1086" y="438"/>
                      <a:pt x="1086" y="438"/>
                    </a:cubicBezTo>
                    <a:cubicBezTo>
                      <a:pt x="1087" y="438"/>
                      <a:pt x="1087" y="438"/>
                      <a:pt x="1087" y="438"/>
                    </a:cubicBezTo>
                    <a:cubicBezTo>
                      <a:pt x="1088" y="431"/>
                      <a:pt x="1088" y="431"/>
                      <a:pt x="1088" y="431"/>
                    </a:cubicBezTo>
                    <a:cubicBezTo>
                      <a:pt x="1090" y="429"/>
                      <a:pt x="1090" y="429"/>
                      <a:pt x="1090" y="429"/>
                    </a:cubicBezTo>
                    <a:cubicBezTo>
                      <a:pt x="1090" y="428"/>
                      <a:pt x="1090" y="428"/>
                      <a:pt x="1090" y="428"/>
                    </a:cubicBezTo>
                    <a:cubicBezTo>
                      <a:pt x="1092" y="427"/>
                      <a:pt x="1092" y="427"/>
                      <a:pt x="1092" y="427"/>
                    </a:cubicBezTo>
                    <a:cubicBezTo>
                      <a:pt x="1092" y="425"/>
                      <a:pt x="1092" y="425"/>
                      <a:pt x="1092" y="425"/>
                    </a:cubicBezTo>
                    <a:cubicBezTo>
                      <a:pt x="1094" y="423"/>
                      <a:pt x="1094" y="423"/>
                      <a:pt x="1094" y="423"/>
                    </a:cubicBezTo>
                    <a:cubicBezTo>
                      <a:pt x="1094" y="421"/>
                      <a:pt x="1094" y="421"/>
                      <a:pt x="1094" y="421"/>
                    </a:cubicBezTo>
                    <a:cubicBezTo>
                      <a:pt x="1093" y="420"/>
                      <a:pt x="1093" y="420"/>
                      <a:pt x="1093" y="420"/>
                    </a:cubicBezTo>
                    <a:cubicBezTo>
                      <a:pt x="1093" y="419"/>
                      <a:pt x="1093" y="419"/>
                      <a:pt x="1093" y="419"/>
                    </a:cubicBezTo>
                    <a:cubicBezTo>
                      <a:pt x="1094" y="418"/>
                      <a:pt x="1094" y="418"/>
                      <a:pt x="1094" y="418"/>
                    </a:cubicBezTo>
                    <a:cubicBezTo>
                      <a:pt x="1094" y="414"/>
                      <a:pt x="1094" y="414"/>
                      <a:pt x="1094" y="414"/>
                    </a:cubicBezTo>
                    <a:cubicBezTo>
                      <a:pt x="1095" y="413"/>
                      <a:pt x="1095" y="413"/>
                      <a:pt x="1095" y="413"/>
                    </a:cubicBezTo>
                    <a:cubicBezTo>
                      <a:pt x="1095" y="411"/>
                      <a:pt x="1095" y="411"/>
                      <a:pt x="1095" y="411"/>
                    </a:cubicBezTo>
                    <a:cubicBezTo>
                      <a:pt x="1094" y="411"/>
                      <a:pt x="1094" y="411"/>
                      <a:pt x="1094" y="411"/>
                    </a:cubicBezTo>
                    <a:cubicBezTo>
                      <a:pt x="1095" y="409"/>
                      <a:pt x="1095" y="409"/>
                      <a:pt x="1095" y="409"/>
                    </a:cubicBezTo>
                    <a:cubicBezTo>
                      <a:pt x="1095" y="408"/>
                      <a:pt x="1095" y="408"/>
                      <a:pt x="1095" y="408"/>
                    </a:cubicBezTo>
                    <a:cubicBezTo>
                      <a:pt x="1096" y="406"/>
                      <a:pt x="1096" y="406"/>
                      <a:pt x="1096" y="406"/>
                    </a:cubicBezTo>
                    <a:cubicBezTo>
                      <a:pt x="1097" y="404"/>
                      <a:pt x="1097" y="404"/>
                      <a:pt x="1097" y="404"/>
                    </a:cubicBezTo>
                    <a:cubicBezTo>
                      <a:pt x="1096" y="403"/>
                      <a:pt x="1096" y="403"/>
                      <a:pt x="1096" y="403"/>
                    </a:cubicBezTo>
                    <a:cubicBezTo>
                      <a:pt x="1096" y="401"/>
                      <a:pt x="1096" y="401"/>
                      <a:pt x="1096" y="401"/>
                    </a:cubicBezTo>
                    <a:cubicBezTo>
                      <a:pt x="1097" y="399"/>
                      <a:pt x="1097" y="399"/>
                      <a:pt x="1097" y="399"/>
                    </a:cubicBezTo>
                    <a:cubicBezTo>
                      <a:pt x="1097" y="397"/>
                      <a:pt x="1097" y="397"/>
                      <a:pt x="1097" y="397"/>
                    </a:cubicBezTo>
                    <a:cubicBezTo>
                      <a:pt x="1099" y="395"/>
                      <a:pt x="1099" y="395"/>
                      <a:pt x="1099" y="395"/>
                    </a:cubicBezTo>
                    <a:cubicBezTo>
                      <a:pt x="1099" y="393"/>
                      <a:pt x="1099" y="393"/>
                      <a:pt x="1099" y="393"/>
                    </a:cubicBezTo>
                    <a:cubicBezTo>
                      <a:pt x="1098" y="391"/>
                      <a:pt x="1098" y="391"/>
                      <a:pt x="1098" y="391"/>
                    </a:cubicBezTo>
                    <a:cubicBezTo>
                      <a:pt x="1098" y="389"/>
                      <a:pt x="1098" y="389"/>
                      <a:pt x="1098" y="389"/>
                    </a:cubicBezTo>
                    <a:cubicBezTo>
                      <a:pt x="1099" y="389"/>
                      <a:pt x="1099" y="389"/>
                      <a:pt x="1099" y="389"/>
                    </a:cubicBezTo>
                    <a:cubicBezTo>
                      <a:pt x="1099" y="386"/>
                      <a:pt x="1099" y="386"/>
                      <a:pt x="1099" y="386"/>
                    </a:cubicBezTo>
                    <a:cubicBezTo>
                      <a:pt x="1098" y="386"/>
                      <a:pt x="1098" y="386"/>
                      <a:pt x="1098" y="386"/>
                    </a:cubicBezTo>
                    <a:cubicBezTo>
                      <a:pt x="1097" y="384"/>
                      <a:pt x="1097" y="384"/>
                      <a:pt x="1097" y="384"/>
                    </a:cubicBezTo>
                    <a:cubicBezTo>
                      <a:pt x="1097" y="382"/>
                      <a:pt x="1097" y="382"/>
                      <a:pt x="1097" y="382"/>
                    </a:cubicBezTo>
                    <a:cubicBezTo>
                      <a:pt x="1097" y="381"/>
                      <a:pt x="1097" y="381"/>
                      <a:pt x="1097" y="381"/>
                    </a:cubicBezTo>
                    <a:cubicBezTo>
                      <a:pt x="1097" y="379"/>
                      <a:pt x="1097" y="379"/>
                      <a:pt x="1097" y="379"/>
                    </a:cubicBezTo>
                    <a:cubicBezTo>
                      <a:pt x="1095" y="376"/>
                      <a:pt x="1095" y="376"/>
                      <a:pt x="1095" y="376"/>
                    </a:cubicBezTo>
                    <a:cubicBezTo>
                      <a:pt x="1094" y="376"/>
                      <a:pt x="1094" y="376"/>
                      <a:pt x="1094" y="376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5" y="373"/>
                      <a:pt x="1095" y="373"/>
                      <a:pt x="1095" y="373"/>
                    </a:cubicBezTo>
                    <a:cubicBezTo>
                      <a:pt x="1095" y="371"/>
                      <a:pt x="1095" y="371"/>
                      <a:pt x="1095" y="371"/>
                    </a:cubicBezTo>
                    <a:cubicBezTo>
                      <a:pt x="1093" y="372"/>
                      <a:pt x="1093" y="372"/>
                      <a:pt x="1093" y="372"/>
                    </a:cubicBezTo>
                    <a:cubicBezTo>
                      <a:pt x="1092" y="372"/>
                      <a:pt x="1092" y="372"/>
                      <a:pt x="1092" y="372"/>
                    </a:cubicBezTo>
                    <a:cubicBezTo>
                      <a:pt x="1091" y="368"/>
                      <a:pt x="1091" y="368"/>
                      <a:pt x="1091" y="368"/>
                    </a:cubicBezTo>
                    <a:cubicBezTo>
                      <a:pt x="1091" y="367"/>
                      <a:pt x="1091" y="367"/>
                      <a:pt x="1091" y="367"/>
                    </a:cubicBezTo>
                    <a:cubicBezTo>
                      <a:pt x="1091" y="366"/>
                      <a:pt x="1091" y="366"/>
                      <a:pt x="1091" y="366"/>
                    </a:cubicBezTo>
                    <a:cubicBezTo>
                      <a:pt x="1091" y="363"/>
                      <a:pt x="1091" y="363"/>
                      <a:pt x="1091" y="363"/>
                    </a:cubicBezTo>
                    <a:cubicBezTo>
                      <a:pt x="1091" y="362"/>
                      <a:pt x="1091" y="362"/>
                      <a:pt x="1091" y="362"/>
                    </a:cubicBezTo>
                    <a:cubicBezTo>
                      <a:pt x="1090" y="359"/>
                      <a:pt x="1090" y="359"/>
                      <a:pt x="1090" y="359"/>
                    </a:cubicBezTo>
                    <a:cubicBezTo>
                      <a:pt x="1091" y="358"/>
                      <a:pt x="1091" y="358"/>
                      <a:pt x="1091" y="358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1" y="355"/>
                      <a:pt x="1091" y="355"/>
                      <a:pt x="1091" y="355"/>
                    </a:cubicBezTo>
                    <a:cubicBezTo>
                      <a:pt x="1090" y="355"/>
                      <a:pt x="1090" y="355"/>
                      <a:pt x="1090" y="355"/>
                    </a:cubicBezTo>
                    <a:cubicBezTo>
                      <a:pt x="1091" y="354"/>
                      <a:pt x="1091" y="354"/>
                      <a:pt x="1091" y="354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1" y="351"/>
                      <a:pt x="1091" y="351"/>
                      <a:pt x="1091" y="351"/>
                    </a:cubicBezTo>
                    <a:cubicBezTo>
                      <a:pt x="1090" y="349"/>
                      <a:pt x="1090" y="349"/>
                      <a:pt x="1090" y="349"/>
                    </a:cubicBezTo>
                    <a:cubicBezTo>
                      <a:pt x="1090" y="348"/>
                      <a:pt x="1090" y="348"/>
                      <a:pt x="1090" y="348"/>
                    </a:cubicBezTo>
                    <a:cubicBezTo>
                      <a:pt x="1090" y="347"/>
                      <a:pt x="1090" y="347"/>
                      <a:pt x="1090" y="347"/>
                    </a:cubicBezTo>
                    <a:cubicBezTo>
                      <a:pt x="1090" y="344"/>
                      <a:pt x="1090" y="344"/>
                      <a:pt x="1090" y="344"/>
                    </a:cubicBezTo>
                    <a:cubicBezTo>
                      <a:pt x="1088" y="346"/>
                      <a:pt x="1088" y="346"/>
                      <a:pt x="1088" y="346"/>
                    </a:cubicBezTo>
                    <a:cubicBezTo>
                      <a:pt x="1088" y="345"/>
                      <a:pt x="1088" y="345"/>
                      <a:pt x="1088" y="345"/>
                    </a:cubicBezTo>
                    <a:cubicBezTo>
                      <a:pt x="1086" y="345"/>
                      <a:pt x="1086" y="345"/>
                      <a:pt x="1086" y="345"/>
                    </a:cubicBezTo>
                    <a:cubicBezTo>
                      <a:pt x="1086" y="343"/>
                      <a:pt x="1086" y="343"/>
                      <a:pt x="1086" y="343"/>
                    </a:cubicBezTo>
                    <a:cubicBezTo>
                      <a:pt x="1087" y="342"/>
                      <a:pt x="1087" y="342"/>
                      <a:pt x="1087" y="342"/>
                    </a:cubicBezTo>
                    <a:cubicBezTo>
                      <a:pt x="1087" y="341"/>
                      <a:pt x="1087" y="341"/>
                      <a:pt x="1087" y="341"/>
                    </a:cubicBezTo>
                    <a:cubicBezTo>
                      <a:pt x="1085" y="338"/>
                      <a:pt x="1085" y="338"/>
                      <a:pt x="1085" y="338"/>
                    </a:cubicBezTo>
                    <a:cubicBezTo>
                      <a:pt x="1084" y="338"/>
                      <a:pt x="1084" y="338"/>
                      <a:pt x="1084" y="338"/>
                    </a:cubicBezTo>
                    <a:cubicBezTo>
                      <a:pt x="1083" y="337"/>
                      <a:pt x="1083" y="337"/>
                      <a:pt x="1083" y="337"/>
                    </a:cubicBezTo>
                    <a:cubicBezTo>
                      <a:pt x="1084" y="337"/>
                      <a:pt x="1084" y="337"/>
                      <a:pt x="1084" y="337"/>
                    </a:cubicBezTo>
                    <a:cubicBezTo>
                      <a:pt x="1084" y="335"/>
                      <a:pt x="1084" y="335"/>
                      <a:pt x="1084" y="335"/>
                    </a:cubicBezTo>
                    <a:cubicBezTo>
                      <a:pt x="1085" y="334"/>
                      <a:pt x="1085" y="334"/>
                      <a:pt x="1085" y="334"/>
                    </a:cubicBezTo>
                    <a:cubicBezTo>
                      <a:pt x="1083" y="331"/>
                      <a:pt x="1083" y="331"/>
                      <a:pt x="1083" y="331"/>
                    </a:cubicBezTo>
                    <a:cubicBezTo>
                      <a:pt x="1082" y="331"/>
                      <a:pt x="1082" y="331"/>
                      <a:pt x="1082" y="331"/>
                    </a:cubicBezTo>
                    <a:cubicBezTo>
                      <a:pt x="1081" y="330"/>
                      <a:pt x="1081" y="330"/>
                      <a:pt x="1081" y="330"/>
                    </a:cubicBezTo>
                    <a:cubicBezTo>
                      <a:pt x="1080" y="330"/>
                      <a:pt x="1080" y="330"/>
                      <a:pt x="1080" y="330"/>
                    </a:cubicBezTo>
                    <a:cubicBezTo>
                      <a:pt x="1080" y="329"/>
                      <a:pt x="1080" y="329"/>
                      <a:pt x="1080" y="329"/>
                    </a:cubicBezTo>
                    <a:cubicBezTo>
                      <a:pt x="1076" y="328"/>
                      <a:pt x="1076" y="328"/>
                      <a:pt x="1076" y="328"/>
                    </a:cubicBezTo>
                    <a:cubicBezTo>
                      <a:pt x="1076" y="327"/>
                      <a:pt x="1076" y="327"/>
                      <a:pt x="1076" y="327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2" y="324"/>
                      <a:pt x="1072" y="324"/>
                      <a:pt x="1072" y="324"/>
                    </a:cubicBezTo>
                    <a:cubicBezTo>
                      <a:pt x="1071" y="323"/>
                      <a:pt x="1071" y="323"/>
                      <a:pt x="1071" y="323"/>
                    </a:cubicBezTo>
                    <a:cubicBezTo>
                      <a:pt x="1069" y="323"/>
                      <a:pt x="1069" y="323"/>
                      <a:pt x="1069" y="323"/>
                    </a:cubicBezTo>
                    <a:cubicBezTo>
                      <a:pt x="1067" y="321"/>
                      <a:pt x="1067" y="321"/>
                      <a:pt x="1067" y="321"/>
                    </a:cubicBezTo>
                    <a:cubicBezTo>
                      <a:pt x="1065" y="323"/>
                      <a:pt x="1065" y="323"/>
                      <a:pt x="1065" y="323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2" y="324"/>
                      <a:pt x="1062" y="324"/>
                      <a:pt x="1062" y="324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1" y="322"/>
                      <a:pt x="1061" y="322"/>
                      <a:pt x="1061" y="322"/>
                    </a:cubicBezTo>
                    <a:cubicBezTo>
                      <a:pt x="1058" y="322"/>
                      <a:pt x="1058" y="322"/>
                      <a:pt x="1058" y="322"/>
                    </a:cubicBezTo>
                    <a:cubicBezTo>
                      <a:pt x="1059" y="325"/>
                      <a:pt x="1059" y="325"/>
                      <a:pt x="1059" y="325"/>
                    </a:cubicBezTo>
                    <a:cubicBezTo>
                      <a:pt x="1060" y="326"/>
                      <a:pt x="1060" y="326"/>
                      <a:pt x="1060" y="326"/>
                    </a:cubicBezTo>
                    <a:cubicBezTo>
                      <a:pt x="1060" y="327"/>
                      <a:pt x="1060" y="327"/>
                      <a:pt x="1060" y="327"/>
                    </a:cubicBezTo>
                    <a:cubicBezTo>
                      <a:pt x="1059" y="326"/>
                      <a:pt x="1059" y="326"/>
                      <a:pt x="1059" y="326"/>
                    </a:cubicBezTo>
                    <a:cubicBezTo>
                      <a:pt x="1058" y="328"/>
                      <a:pt x="1058" y="328"/>
                      <a:pt x="1058" y="328"/>
                    </a:cubicBezTo>
                    <a:cubicBezTo>
                      <a:pt x="1058" y="329"/>
                      <a:pt x="1058" y="329"/>
                      <a:pt x="1058" y="329"/>
                    </a:cubicBezTo>
                    <a:cubicBezTo>
                      <a:pt x="1058" y="331"/>
                      <a:pt x="1058" y="331"/>
                      <a:pt x="1058" y="331"/>
                    </a:cubicBezTo>
                    <a:cubicBezTo>
                      <a:pt x="1056" y="332"/>
                      <a:pt x="1056" y="332"/>
                      <a:pt x="1056" y="332"/>
                    </a:cubicBezTo>
                    <a:cubicBezTo>
                      <a:pt x="1053" y="332"/>
                      <a:pt x="1053" y="332"/>
                      <a:pt x="1053" y="332"/>
                    </a:cubicBezTo>
                    <a:cubicBezTo>
                      <a:pt x="1054" y="332"/>
                      <a:pt x="1054" y="332"/>
                      <a:pt x="1054" y="332"/>
                    </a:cubicBezTo>
                    <a:cubicBezTo>
                      <a:pt x="1055" y="332"/>
                      <a:pt x="1055" y="332"/>
                      <a:pt x="1055" y="332"/>
                    </a:cubicBezTo>
                    <a:cubicBezTo>
                      <a:pt x="1055" y="329"/>
                      <a:pt x="1055" y="329"/>
                      <a:pt x="1055" y="329"/>
                    </a:cubicBezTo>
                    <a:cubicBezTo>
                      <a:pt x="1056" y="329"/>
                      <a:pt x="1056" y="329"/>
                      <a:pt x="1056" y="329"/>
                    </a:cubicBezTo>
                    <a:cubicBezTo>
                      <a:pt x="1057" y="327"/>
                      <a:pt x="1057" y="327"/>
                      <a:pt x="1057" y="327"/>
                    </a:cubicBezTo>
                    <a:cubicBezTo>
                      <a:pt x="1054" y="327"/>
                      <a:pt x="1054" y="327"/>
                      <a:pt x="1054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3" y="326"/>
                      <a:pt x="1053" y="326"/>
                      <a:pt x="1053" y="326"/>
                    </a:cubicBezTo>
                    <a:cubicBezTo>
                      <a:pt x="1054" y="325"/>
                      <a:pt x="1054" y="325"/>
                      <a:pt x="1054" y="325"/>
                    </a:cubicBezTo>
                    <a:cubicBezTo>
                      <a:pt x="1053" y="324"/>
                      <a:pt x="1053" y="324"/>
                      <a:pt x="1053" y="324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3" y="323"/>
                      <a:pt x="1053" y="323"/>
                      <a:pt x="1053" y="323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4" y="321"/>
                      <a:pt x="1054" y="321"/>
                      <a:pt x="1054" y="321"/>
                    </a:cubicBezTo>
                    <a:cubicBezTo>
                      <a:pt x="1052" y="320"/>
                      <a:pt x="1052" y="320"/>
                      <a:pt x="1052" y="320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1" y="320"/>
                      <a:pt x="1051" y="320"/>
                      <a:pt x="1051" y="320"/>
                    </a:cubicBezTo>
                    <a:cubicBezTo>
                      <a:pt x="1050" y="320"/>
                      <a:pt x="1050" y="320"/>
                      <a:pt x="1050" y="320"/>
                    </a:cubicBezTo>
                    <a:cubicBezTo>
                      <a:pt x="1050" y="322"/>
                      <a:pt x="1050" y="322"/>
                      <a:pt x="1050" y="322"/>
                    </a:cubicBezTo>
                    <a:cubicBezTo>
                      <a:pt x="1051" y="323"/>
                      <a:pt x="1051" y="323"/>
                      <a:pt x="1051" y="323"/>
                    </a:cubicBezTo>
                    <a:cubicBezTo>
                      <a:pt x="1050" y="323"/>
                      <a:pt x="1050" y="323"/>
                      <a:pt x="1050" y="323"/>
                    </a:cubicBezTo>
                    <a:cubicBezTo>
                      <a:pt x="1049" y="325"/>
                      <a:pt x="1049" y="325"/>
                      <a:pt x="1049" y="325"/>
                    </a:cubicBezTo>
                    <a:cubicBezTo>
                      <a:pt x="1049" y="327"/>
                      <a:pt x="1049" y="327"/>
                      <a:pt x="1049" y="327"/>
                    </a:cubicBezTo>
                    <a:cubicBezTo>
                      <a:pt x="1051" y="328"/>
                      <a:pt x="1051" y="328"/>
                      <a:pt x="1051" y="328"/>
                    </a:cubicBezTo>
                    <a:cubicBezTo>
                      <a:pt x="1051" y="329"/>
                      <a:pt x="1051" y="329"/>
                      <a:pt x="1051" y="329"/>
                    </a:cubicBezTo>
                    <a:cubicBezTo>
                      <a:pt x="1050" y="329"/>
                      <a:pt x="1050" y="329"/>
                      <a:pt x="1050" y="329"/>
                    </a:cubicBezTo>
                    <a:cubicBezTo>
                      <a:pt x="1049" y="329"/>
                      <a:pt x="1049" y="329"/>
                      <a:pt x="1049" y="329"/>
                    </a:cubicBezTo>
                    <a:cubicBezTo>
                      <a:pt x="1049" y="330"/>
                      <a:pt x="1049" y="330"/>
                      <a:pt x="1049" y="330"/>
                    </a:cubicBezTo>
                    <a:cubicBezTo>
                      <a:pt x="1047" y="329"/>
                      <a:pt x="1047" y="329"/>
                      <a:pt x="1047" y="329"/>
                    </a:cubicBezTo>
                    <a:cubicBezTo>
                      <a:pt x="1048" y="327"/>
                      <a:pt x="1048" y="327"/>
                      <a:pt x="1048" y="327"/>
                    </a:cubicBezTo>
                    <a:cubicBezTo>
                      <a:pt x="1047" y="325"/>
                      <a:pt x="1047" y="325"/>
                      <a:pt x="1047" y="325"/>
                    </a:cubicBezTo>
                    <a:cubicBezTo>
                      <a:pt x="1045" y="323"/>
                      <a:pt x="1045" y="323"/>
                      <a:pt x="1045" y="323"/>
                    </a:cubicBezTo>
                    <a:cubicBezTo>
                      <a:pt x="1045" y="318"/>
                      <a:pt x="1045" y="318"/>
                      <a:pt x="1045" y="318"/>
                    </a:cubicBezTo>
                    <a:cubicBezTo>
                      <a:pt x="1043" y="319"/>
                      <a:pt x="1043" y="319"/>
                      <a:pt x="1043" y="319"/>
                    </a:cubicBezTo>
                    <a:cubicBezTo>
                      <a:pt x="1042" y="319"/>
                      <a:pt x="1042" y="319"/>
                      <a:pt x="1042" y="319"/>
                    </a:cubicBezTo>
                    <a:cubicBezTo>
                      <a:pt x="1041" y="320"/>
                      <a:pt x="1041" y="320"/>
                      <a:pt x="1041" y="320"/>
                    </a:cubicBezTo>
                    <a:cubicBezTo>
                      <a:pt x="1040" y="320"/>
                      <a:pt x="1040" y="320"/>
                      <a:pt x="1040" y="320"/>
                    </a:cubicBezTo>
                    <a:cubicBezTo>
                      <a:pt x="1038" y="321"/>
                      <a:pt x="1038" y="321"/>
                      <a:pt x="1038" y="321"/>
                    </a:cubicBezTo>
                    <a:cubicBezTo>
                      <a:pt x="1037" y="321"/>
                      <a:pt x="1037" y="321"/>
                      <a:pt x="1037" y="321"/>
                    </a:cubicBezTo>
                    <a:cubicBezTo>
                      <a:pt x="1036" y="320"/>
                      <a:pt x="1036" y="320"/>
                      <a:pt x="1036" y="320"/>
                    </a:cubicBezTo>
                    <a:cubicBezTo>
                      <a:pt x="1034" y="321"/>
                      <a:pt x="1034" y="321"/>
                      <a:pt x="1034" y="321"/>
                    </a:cubicBezTo>
                    <a:cubicBezTo>
                      <a:pt x="1033" y="320"/>
                      <a:pt x="1033" y="320"/>
                      <a:pt x="1033" y="320"/>
                    </a:cubicBezTo>
                    <a:cubicBezTo>
                      <a:pt x="1033" y="319"/>
                      <a:pt x="1033" y="319"/>
                      <a:pt x="1033" y="319"/>
                    </a:cubicBezTo>
                    <a:cubicBezTo>
                      <a:pt x="1033" y="318"/>
                      <a:pt x="1033" y="318"/>
                      <a:pt x="1033" y="318"/>
                    </a:cubicBezTo>
                    <a:cubicBezTo>
                      <a:pt x="1034" y="317"/>
                      <a:pt x="1034" y="317"/>
                      <a:pt x="1034" y="317"/>
                    </a:cubicBezTo>
                    <a:cubicBezTo>
                      <a:pt x="1035" y="314"/>
                      <a:pt x="1035" y="314"/>
                      <a:pt x="1035" y="314"/>
                    </a:cubicBezTo>
                    <a:cubicBezTo>
                      <a:pt x="1035" y="313"/>
                      <a:pt x="1035" y="313"/>
                      <a:pt x="1035" y="313"/>
                    </a:cubicBezTo>
                    <a:cubicBezTo>
                      <a:pt x="1037" y="311"/>
                      <a:pt x="1037" y="311"/>
                      <a:pt x="1037" y="311"/>
                    </a:cubicBezTo>
                    <a:cubicBezTo>
                      <a:pt x="1037" y="309"/>
                      <a:pt x="1037" y="309"/>
                      <a:pt x="1037" y="309"/>
                    </a:cubicBezTo>
                    <a:cubicBezTo>
                      <a:pt x="1040" y="307"/>
                      <a:pt x="1040" y="307"/>
                      <a:pt x="1040" y="307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4"/>
                      <a:pt x="1040" y="304"/>
                      <a:pt x="1040" y="304"/>
                    </a:cubicBezTo>
                    <a:cubicBezTo>
                      <a:pt x="1042" y="302"/>
                      <a:pt x="1042" y="302"/>
                      <a:pt x="1042" y="302"/>
                    </a:cubicBezTo>
                    <a:cubicBezTo>
                      <a:pt x="1042" y="300"/>
                      <a:pt x="1042" y="300"/>
                      <a:pt x="1042" y="300"/>
                    </a:cubicBezTo>
                    <a:cubicBezTo>
                      <a:pt x="1043" y="299"/>
                      <a:pt x="1043" y="299"/>
                      <a:pt x="1043" y="299"/>
                    </a:cubicBezTo>
                    <a:cubicBezTo>
                      <a:pt x="1042" y="297"/>
                      <a:pt x="1042" y="297"/>
                      <a:pt x="1042" y="297"/>
                    </a:cubicBezTo>
                    <a:cubicBezTo>
                      <a:pt x="1043" y="296"/>
                      <a:pt x="1043" y="296"/>
                      <a:pt x="1043" y="296"/>
                    </a:cubicBezTo>
                    <a:cubicBezTo>
                      <a:pt x="1043" y="294"/>
                      <a:pt x="1043" y="294"/>
                      <a:pt x="1043" y="294"/>
                    </a:cubicBezTo>
                    <a:cubicBezTo>
                      <a:pt x="1043" y="291"/>
                      <a:pt x="1043" y="291"/>
                      <a:pt x="1043" y="291"/>
                    </a:cubicBezTo>
                    <a:cubicBezTo>
                      <a:pt x="1044" y="291"/>
                      <a:pt x="1044" y="291"/>
                      <a:pt x="1044" y="291"/>
                    </a:cubicBezTo>
                    <a:cubicBezTo>
                      <a:pt x="1045" y="288"/>
                      <a:pt x="1045" y="288"/>
                      <a:pt x="1045" y="288"/>
                    </a:cubicBezTo>
                    <a:cubicBezTo>
                      <a:pt x="1046" y="287"/>
                      <a:pt x="1046" y="287"/>
                      <a:pt x="1046" y="287"/>
                    </a:cubicBezTo>
                    <a:cubicBezTo>
                      <a:pt x="1045" y="285"/>
                      <a:pt x="1045" y="285"/>
                      <a:pt x="1045" y="285"/>
                    </a:cubicBezTo>
                    <a:cubicBezTo>
                      <a:pt x="1047" y="283"/>
                      <a:pt x="1047" y="283"/>
                      <a:pt x="1047" y="283"/>
                    </a:cubicBezTo>
                    <a:cubicBezTo>
                      <a:pt x="1048" y="281"/>
                      <a:pt x="1048" y="281"/>
                      <a:pt x="1048" y="281"/>
                    </a:cubicBezTo>
                    <a:cubicBezTo>
                      <a:pt x="1049" y="280"/>
                      <a:pt x="1049" y="280"/>
                      <a:pt x="1049" y="280"/>
                    </a:cubicBezTo>
                    <a:cubicBezTo>
                      <a:pt x="1048" y="277"/>
                      <a:pt x="1048" y="277"/>
                      <a:pt x="1048" y="277"/>
                    </a:cubicBezTo>
                    <a:cubicBezTo>
                      <a:pt x="1049" y="277"/>
                      <a:pt x="1049" y="277"/>
                      <a:pt x="1049" y="277"/>
                    </a:cubicBezTo>
                    <a:cubicBezTo>
                      <a:pt x="1049" y="275"/>
                      <a:pt x="1049" y="275"/>
                      <a:pt x="1049" y="275"/>
                    </a:cubicBezTo>
                    <a:cubicBezTo>
                      <a:pt x="1050" y="275"/>
                      <a:pt x="1050" y="275"/>
                      <a:pt x="1050" y="275"/>
                    </a:cubicBezTo>
                    <a:cubicBezTo>
                      <a:pt x="1051" y="275"/>
                      <a:pt x="1051" y="275"/>
                      <a:pt x="1051" y="275"/>
                    </a:cubicBezTo>
                    <a:cubicBezTo>
                      <a:pt x="1051" y="273"/>
                      <a:pt x="1051" y="273"/>
                      <a:pt x="1051" y="273"/>
                    </a:cubicBezTo>
                    <a:cubicBezTo>
                      <a:pt x="1050" y="272"/>
                      <a:pt x="1050" y="272"/>
                      <a:pt x="1050" y="272"/>
                    </a:cubicBezTo>
                    <a:cubicBezTo>
                      <a:pt x="1050" y="269"/>
                      <a:pt x="1050" y="269"/>
                      <a:pt x="1050" y="269"/>
                    </a:cubicBezTo>
                    <a:cubicBezTo>
                      <a:pt x="1050" y="267"/>
                      <a:pt x="1050" y="267"/>
                      <a:pt x="1050" y="267"/>
                    </a:cubicBezTo>
                    <a:cubicBezTo>
                      <a:pt x="1051" y="265"/>
                      <a:pt x="1051" y="265"/>
                      <a:pt x="1051" y="265"/>
                    </a:cubicBezTo>
                    <a:cubicBezTo>
                      <a:pt x="1053" y="263"/>
                      <a:pt x="1053" y="263"/>
                      <a:pt x="1053" y="263"/>
                    </a:cubicBezTo>
                    <a:cubicBezTo>
                      <a:pt x="1053" y="260"/>
                      <a:pt x="1053" y="260"/>
                      <a:pt x="1053" y="260"/>
                    </a:cubicBezTo>
                    <a:cubicBezTo>
                      <a:pt x="1052" y="257"/>
                      <a:pt x="1052" y="257"/>
                      <a:pt x="1052" y="257"/>
                    </a:cubicBezTo>
                    <a:cubicBezTo>
                      <a:pt x="1052" y="255"/>
                      <a:pt x="1052" y="255"/>
                      <a:pt x="1052" y="255"/>
                    </a:cubicBezTo>
                    <a:cubicBezTo>
                      <a:pt x="1053" y="254"/>
                      <a:pt x="1053" y="254"/>
                      <a:pt x="1053" y="254"/>
                    </a:cubicBezTo>
                    <a:cubicBezTo>
                      <a:pt x="1053" y="253"/>
                      <a:pt x="1053" y="253"/>
                      <a:pt x="1053" y="253"/>
                    </a:cubicBezTo>
                    <a:cubicBezTo>
                      <a:pt x="1056" y="251"/>
                      <a:pt x="1056" y="251"/>
                      <a:pt x="1056" y="251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8" y="250"/>
                      <a:pt x="1058" y="250"/>
                      <a:pt x="1058" y="250"/>
                    </a:cubicBezTo>
                    <a:cubicBezTo>
                      <a:pt x="1060" y="250"/>
                      <a:pt x="1060" y="250"/>
                      <a:pt x="1060" y="250"/>
                    </a:cubicBezTo>
                    <a:cubicBezTo>
                      <a:pt x="1062" y="248"/>
                      <a:pt x="1062" y="248"/>
                      <a:pt x="1062" y="248"/>
                    </a:cubicBezTo>
                    <a:cubicBezTo>
                      <a:pt x="1064" y="248"/>
                      <a:pt x="1064" y="248"/>
                      <a:pt x="1064" y="248"/>
                    </a:cubicBezTo>
                    <a:cubicBezTo>
                      <a:pt x="1067" y="247"/>
                      <a:pt x="1067" y="247"/>
                      <a:pt x="1067" y="247"/>
                    </a:cubicBezTo>
                    <a:cubicBezTo>
                      <a:pt x="1068" y="247"/>
                      <a:pt x="1068" y="247"/>
                      <a:pt x="1068" y="247"/>
                    </a:cubicBezTo>
                    <a:cubicBezTo>
                      <a:pt x="1070" y="246"/>
                      <a:pt x="1070" y="246"/>
                      <a:pt x="1070" y="246"/>
                    </a:cubicBezTo>
                    <a:cubicBezTo>
                      <a:pt x="1071" y="246"/>
                      <a:pt x="1071" y="246"/>
                      <a:pt x="1071" y="246"/>
                    </a:cubicBezTo>
                    <a:cubicBezTo>
                      <a:pt x="1073" y="246"/>
                      <a:pt x="1073" y="246"/>
                      <a:pt x="1073" y="246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7"/>
                      <a:pt x="1073" y="247"/>
                      <a:pt x="1073" y="247"/>
                    </a:cubicBezTo>
                    <a:cubicBezTo>
                      <a:pt x="1074" y="247"/>
                      <a:pt x="1074" y="247"/>
                      <a:pt x="1074" y="247"/>
                    </a:cubicBezTo>
                    <a:cubicBezTo>
                      <a:pt x="1076" y="249"/>
                      <a:pt x="1076" y="249"/>
                      <a:pt x="1076" y="249"/>
                    </a:cubicBezTo>
                    <a:cubicBezTo>
                      <a:pt x="1077" y="247"/>
                      <a:pt x="1077" y="247"/>
                      <a:pt x="1077" y="247"/>
                    </a:cubicBezTo>
                    <a:cubicBezTo>
                      <a:pt x="1079" y="246"/>
                      <a:pt x="1079" y="246"/>
                      <a:pt x="1079" y="246"/>
                    </a:cubicBezTo>
                    <a:cubicBezTo>
                      <a:pt x="1076" y="244"/>
                      <a:pt x="1076" y="244"/>
                      <a:pt x="1076" y="244"/>
                    </a:cubicBezTo>
                    <a:cubicBezTo>
                      <a:pt x="1078" y="243"/>
                      <a:pt x="1078" y="243"/>
                      <a:pt x="1078" y="243"/>
                    </a:cubicBezTo>
                    <a:cubicBezTo>
                      <a:pt x="1080" y="243"/>
                      <a:pt x="1080" y="243"/>
                      <a:pt x="1080" y="243"/>
                    </a:cubicBezTo>
                    <a:cubicBezTo>
                      <a:pt x="1082" y="243"/>
                      <a:pt x="1082" y="243"/>
                      <a:pt x="1082" y="243"/>
                    </a:cubicBezTo>
                    <a:cubicBezTo>
                      <a:pt x="1084" y="243"/>
                      <a:pt x="1084" y="243"/>
                      <a:pt x="1084" y="243"/>
                    </a:cubicBezTo>
                    <a:cubicBezTo>
                      <a:pt x="1085" y="244"/>
                      <a:pt x="1085" y="244"/>
                      <a:pt x="1085" y="244"/>
                    </a:cubicBezTo>
                    <a:cubicBezTo>
                      <a:pt x="1086" y="244"/>
                      <a:pt x="1086" y="244"/>
                      <a:pt x="1086" y="244"/>
                    </a:cubicBezTo>
                    <a:cubicBezTo>
                      <a:pt x="1087" y="243"/>
                      <a:pt x="1087" y="243"/>
                      <a:pt x="1087" y="243"/>
                    </a:cubicBezTo>
                    <a:cubicBezTo>
                      <a:pt x="1089" y="243"/>
                      <a:pt x="1089" y="243"/>
                      <a:pt x="1089" y="243"/>
                    </a:cubicBezTo>
                    <a:cubicBezTo>
                      <a:pt x="1088" y="242"/>
                      <a:pt x="1088" y="242"/>
                      <a:pt x="1088" y="242"/>
                    </a:cubicBezTo>
                    <a:cubicBezTo>
                      <a:pt x="1088" y="241"/>
                      <a:pt x="1088" y="241"/>
                      <a:pt x="1088" y="241"/>
                    </a:cubicBezTo>
                    <a:cubicBezTo>
                      <a:pt x="1090" y="241"/>
                      <a:pt x="1090" y="241"/>
                      <a:pt x="1090" y="241"/>
                    </a:cubicBezTo>
                    <a:cubicBezTo>
                      <a:pt x="1092" y="243"/>
                      <a:pt x="1092" y="243"/>
                      <a:pt x="1092" y="243"/>
                    </a:cubicBezTo>
                    <a:cubicBezTo>
                      <a:pt x="1095" y="241"/>
                      <a:pt x="1095" y="241"/>
                      <a:pt x="1095" y="241"/>
                    </a:cubicBezTo>
                    <a:cubicBezTo>
                      <a:pt x="1095" y="240"/>
                      <a:pt x="1095" y="240"/>
                      <a:pt x="1095" y="240"/>
                    </a:cubicBezTo>
                    <a:cubicBezTo>
                      <a:pt x="1094" y="239"/>
                      <a:pt x="1094" y="239"/>
                      <a:pt x="1094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6" y="238"/>
                      <a:pt x="1096" y="238"/>
                      <a:pt x="1096" y="238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6" y="234"/>
                      <a:pt x="1096" y="234"/>
                      <a:pt x="1096" y="234"/>
                    </a:cubicBezTo>
                    <a:cubicBezTo>
                      <a:pt x="1098" y="234"/>
                      <a:pt x="1098" y="234"/>
                      <a:pt x="1098" y="234"/>
                    </a:cubicBezTo>
                    <a:cubicBezTo>
                      <a:pt x="1099" y="235"/>
                      <a:pt x="1099" y="235"/>
                      <a:pt x="1099" y="235"/>
                    </a:cubicBezTo>
                    <a:cubicBezTo>
                      <a:pt x="1100" y="234"/>
                      <a:pt x="1100" y="234"/>
                      <a:pt x="1100" y="234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4" y="234"/>
                      <a:pt x="1104" y="234"/>
                      <a:pt x="1104" y="234"/>
                    </a:cubicBezTo>
                    <a:cubicBezTo>
                      <a:pt x="1104" y="235"/>
                      <a:pt x="1104" y="235"/>
                      <a:pt x="1104" y="235"/>
                    </a:cubicBezTo>
                    <a:cubicBezTo>
                      <a:pt x="1106" y="236"/>
                      <a:pt x="1106" y="236"/>
                      <a:pt x="1106" y="236"/>
                    </a:cubicBezTo>
                    <a:cubicBezTo>
                      <a:pt x="1108" y="235"/>
                      <a:pt x="1108" y="235"/>
                      <a:pt x="1108" y="235"/>
                    </a:cubicBezTo>
                    <a:cubicBezTo>
                      <a:pt x="1107" y="234"/>
                      <a:pt x="1107" y="234"/>
                      <a:pt x="1107" y="234"/>
                    </a:cubicBezTo>
                    <a:cubicBezTo>
                      <a:pt x="1108" y="234"/>
                      <a:pt x="1108" y="234"/>
                      <a:pt x="1108" y="234"/>
                    </a:cubicBezTo>
                    <a:cubicBezTo>
                      <a:pt x="1110" y="235"/>
                      <a:pt x="1110" y="235"/>
                      <a:pt x="1110" y="235"/>
                    </a:cubicBezTo>
                    <a:cubicBezTo>
                      <a:pt x="1112" y="235"/>
                      <a:pt x="1112" y="235"/>
                      <a:pt x="1112" y="235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3" y="237"/>
                      <a:pt x="1113" y="237"/>
                      <a:pt x="1113" y="237"/>
                    </a:cubicBezTo>
                    <a:cubicBezTo>
                      <a:pt x="1112" y="239"/>
                      <a:pt x="1112" y="239"/>
                      <a:pt x="1112" y="239"/>
                    </a:cubicBezTo>
                    <a:cubicBezTo>
                      <a:pt x="1112" y="240"/>
                      <a:pt x="1112" y="240"/>
                      <a:pt x="1112" y="240"/>
                    </a:cubicBezTo>
                    <a:cubicBezTo>
                      <a:pt x="1111" y="240"/>
                      <a:pt x="1111" y="240"/>
                      <a:pt x="1111" y="240"/>
                    </a:cubicBezTo>
                    <a:cubicBezTo>
                      <a:pt x="1110" y="241"/>
                      <a:pt x="1110" y="241"/>
                      <a:pt x="1110" y="241"/>
                    </a:cubicBezTo>
                    <a:cubicBezTo>
                      <a:pt x="1112" y="242"/>
                      <a:pt x="1112" y="242"/>
                      <a:pt x="1112" y="242"/>
                    </a:cubicBezTo>
                    <a:cubicBezTo>
                      <a:pt x="1113" y="242"/>
                      <a:pt x="1113" y="242"/>
                      <a:pt x="1113" y="242"/>
                    </a:cubicBezTo>
                    <a:cubicBezTo>
                      <a:pt x="1115" y="245"/>
                      <a:pt x="1115" y="245"/>
                      <a:pt x="1115" y="245"/>
                    </a:cubicBezTo>
                    <a:cubicBezTo>
                      <a:pt x="1116" y="244"/>
                      <a:pt x="1116" y="244"/>
                      <a:pt x="1116" y="244"/>
                    </a:cubicBezTo>
                    <a:cubicBezTo>
                      <a:pt x="1118" y="243"/>
                      <a:pt x="1118" y="243"/>
                      <a:pt x="1118" y="243"/>
                    </a:cubicBezTo>
                    <a:cubicBezTo>
                      <a:pt x="1119" y="242"/>
                      <a:pt x="1119" y="242"/>
                      <a:pt x="1119" y="242"/>
                    </a:cubicBezTo>
                    <a:cubicBezTo>
                      <a:pt x="1119" y="241"/>
                      <a:pt x="1119" y="241"/>
                      <a:pt x="1119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3" y="241"/>
                      <a:pt x="1123" y="241"/>
                      <a:pt x="1123" y="241"/>
                    </a:cubicBezTo>
                    <a:cubicBezTo>
                      <a:pt x="1124" y="240"/>
                      <a:pt x="1124" y="240"/>
                      <a:pt x="1124" y="240"/>
                    </a:cubicBezTo>
                    <a:cubicBezTo>
                      <a:pt x="1123" y="239"/>
                      <a:pt x="1123" y="239"/>
                      <a:pt x="1123" y="239"/>
                    </a:cubicBezTo>
                    <a:cubicBezTo>
                      <a:pt x="1124" y="239"/>
                      <a:pt x="1124" y="239"/>
                      <a:pt x="1124" y="239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6" y="236"/>
                      <a:pt x="1126" y="236"/>
                      <a:pt x="1126" y="236"/>
                    </a:cubicBezTo>
                    <a:cubicBezTo>
                      <a:pt x="1127" y="236"/>
                      <a:pt x="1127" y="236"/>
                      <a:pt x="1127" y="236"/>
                    </a:cubicBezTo>
                    <a:cubicBezTo>
                      <a:pt x="1128" y="236"/>
                      <a:pt x="1128" y="236"/>
                      <a:pt x="1128" y="236"/>
                    </a:cubicBezTo>
                    <a:cubicBezTo>
                      <a:pt x="1128" y="237"/>
                      <a:pt x="1128" y="237"/>
                      <a:pt x="1128" y="237"/>
                    </a:cubicBezTo>
                    <a:cubicBezTo>
                      <a:pt x="1130" y="238"/>
                      <a:pt x="1130" y="238"/>
                      <a:pt x="1130" y="238"/>
                    </a:cubicBezTo>
                    <a:cubicBezTo>
                      <a:pt x="1132" y="235"/>
                      <a:pt x="1132" y="235"/>
                      <a:pt x="1132" y="235"/>
                    </a:cubicBezTo>
                    <a:cubicBezTo>
                      <a:pt x="1131" y="234"/>
                      <a:pt x="1131" y="234"/>
                      <a:pt x="1131" y="234"/>
                    </a:cubicBezTo>
                    <a:cubicBezTo>
                      <a:pt x="1132" y="234"/>
                      <a:pt x="1132" y="234"/>
                      <a:pt x="1132" y="234"/>
                    </a:cubicBezTo>
                    <a:cubicBezTo>
                      <a:pt x="1133" y="234"/>
                      <a:pt x="1133" y="234"/>
                      <a:pt x="1133" y="234"/>
                    </a:cubicBezTo>
                    <a:cubicBezTo>
                      <a:pt x="1134" y="234"/>
                      <a:pt x="1134" y="234"/>
                      <a:pt x="1134" y="234"/>
                    </a:cubicBezTo>
                    <a:cubicBezTo>
                      <a:pt x="1135" y="234"/>
                      <a:pt x="1135" y="234"/>
                      <a:pt x="1135" y="234"/>
                    </a:cubicBezTo>
                    <a:cubicBezTo>
                      <a:pt x="1136" y="232"/>
                      <a:pt x="1136" y="232"/>
                      <a:pt x="1136" y="232"/>
                    </a:cubicBezTo>
                    <a:cubicBezTo>
                      <a:pt x="1134" y="231"/>
                      <a:pt x="1134" y="231"/>
                      <a:pt x="1134" y="231"/>
                    </a:cubicBezTo>
                    <a:cubicBezTo>
                      <a:pt x="1135" y="231"/>
                      <a:pt x="1135" y="231"/>
                      <a:pt x="1135" y="231"/>
                    </a:cubicBezTo>
                    <a:cubicBezTo>
                      <a:pt x="1134" y="230"/>
                      <a:pt x="1134" y="230"/>
                      <a:pt x="1134" y="230"/>
                    </a:cubicBezTo>
                    <a:cubicBezTo>
                      <a:pt x="1133" y="229"/>
                      <a:pt x="1133" y="229"/>
                      <a:pt x="1133" y="229"/>
                    </a:cubicBezTo>
                    <a:cubicBezTo>
                      <a:pt x="1131" y="228"/>
                      <a:pt x="1131" y="228"/>
                      <a:pt x="1131" y="228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29" y="228"/>
                      <a:pt x="1129" y="228"/>
                      <a:pt x="1129" y="228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8" y="228"/>
                      <a:pt x="1128" y="228"/>
                      <a:pt x="1128" y="228"/>
                    </a:cubicBezTo>
                    <a:cubicBezTo>
                      <a:pt x="1126" y="226"/>
                      <a:pt x="1126" y="226"/>
                      <a:pt x="1126" y="226"/>
                    </a:cubicBezTo>
                    <a:cubicBezTo>
                      <a:pt x="1127" y="225"/>
                      <a:pt x="1127" y="225"/>
                      <a:pt x="1127" y="225"/>
                    </a:cubicBezTo>
                    <a:cubicBezTo>
                      <a:pt x="1125" y="223"/>
                      <a:pt x="1125" y="223"/>
                      <a:pt x="1125" y="223"/>
                    </a:cubicBezTo>
                    <a:cubicBezTo>
                      <a:pt x="1126" y="220"/>
                      <a:pt x="1126" y="220"/>
                      <a:pt x="1126" y="220"/>
                    </a:cubicBezTo>
                    <a:cubicBezTo>
                      <a:pt x="1126" y="219"/>
                      <a:pt x="1126" y="219"/>
                      <a:pt x="1126" y="219"/>
                    </a:cubicBezTo>
                    <a:cubicBezTo>
                      <a:pt x="1127" y="218"/>
                      <a:pt x="1127" y="218"/>
                      <a:pt x="1127" y="218"/>
                    </a:cubicBezTo>
                    <a:cubicBezTo>
                      <a:pt x="1127" y="215"/>
                      <a:pt x="1127" y="215"/>
                      <a:pt x="1127" y="215"/>
                    </a:cubicBezTo>
                    <a:cubicBezTo>
                      <a:pt x="1129" y="214"/>
                      <a:pt x="1129" y="214"/>
                      <a:pt x="1129" y="214"/>
                    </a:cubicBezTo>
                    <a:cubicBezTo>
                      <a:pt x="1129" y="212"/>
                      <a:pt x="1129" y="212"/>
                      <a:pt x="1129" y="212"/>
                    </a:cubicBezTo>
                    <a:cubicBezTo>
                      <a:pt x="1130" y="212"/>
                      <a:pt x="1130" y="212"/>
                      <a:pt x="1130" y="212"/>
                    </a:cubicBezTo>
                    <a:cubicBezTo>
                      <a:pt x="1128" y="209"/>
                      <a:pt x="1128" y="209"/>
                      <a:pt x="1128" y="209"/>
                    </a:cubicBezTo>
                    <a:cubicBezTo>
                      <a:pt x="1129" y="204"/>
                      <a:pt x="1129" y="204"/>
                      <a:pt x="1129" y="204"/>
                    </a:cubicBezTo>
                    <a:cubicBezTo>
                      <a:pt x="1130" y="203"/>
                      <a:pt x="1130" y="203"/>
                      <a:pt x="1130" y="203"/>
                    </a:cubicBezTo>
                    <a:cubicBezTo>
                      <a:pt x="1128" y="201"/>
                      <a:pt x="1128" y="201"/>
                      <a:pt x="1128" y="201"/>
                    </a:cubicBezTo>
                    <a:cubicBezTo>
                      <a:pt x="1128" y="199"/>
                      <a:pt x="1128" y="199"/>
                      <a:pt x="1128" y="199"/>
                    </a:cubicBezTo>
                    <a:cubicBezTo>
                      <a:pt x="1127" y="198"/>
                      <a:pt x="1127" y="198"/>
                      <a:pt x="1127" y="198"/>
                    </a:cubicBezTo>
                    <a:cubicBezTo>
                      <a:pt x="1129" y="197"/>
                      <a:pt x="1129" y="197"/>
                      <a:pt x="1129" y="197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31" y="192"/>
                      <a:pt x="1131" y="192"/>
                      <a:pt x="1131" y="192"/>
                    </a:cubicBezTo>
                    <a:cubicBezTo>
                      <a:pt x="1132" y="193"/>
                      <a:pt x="1132" y="193"/>
                      <a:pt x="1132" y="193"/>
                    </a:cubicBezTo>
                    <a:cubicBezTo>
                      <a:pt x="1133" y="192"/>
                      <a:pt x="1133" y="192"/>
                      <a:pt x="1133" y="192"/>
                    </a:cubicBezTo>
                    <a:cubicBezTo>
                      <a:pt x="1134" y="192"/>
                      <a:pt x="1134" y="192"/>
                      <a:pt x="1134" y="192"/>
                    </a:cubicBezTo>
                    <a:cubicBezTo>
                      <a:pt x="1135" y="191"/>
                      <a:pt x="1135" y="191"/>
                      <a:pt x="1135" y="191"/>
                    </a:cubicBezTo>
                    <a:cubicBezTo>
                      <a:pt x="1138" y="191"/>
                      <a:pt x="1138" y="191"/>
                      <a:pt x="1138" y="191"/>
                    </a:cubicBezTo>
                    <a:cubicBezTo>
                      <a:pt x="1138" y="190"/>
                      <a:pt x="1138" y="190"/>
                      <a:pt x="1138" y="190"/>
                    </a:cubicBezTo>
                    <a:cubicBezTo>
                      <a:pt x="1139" y="190"/>
                      <a:pt x="1139" y="190"/>
                      <a:pt x="1139" y="190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1" y="188"/>
                      <a:pt x="1141" y="188"/>
                      <a:pt x="1141" y="188"/>
                    </a:cubicBezTo>
                    <a:cubicBezTo>
                      <a:pt x="1142" y="188"/>
                      <a:pt x="1142" y="188"/>
                      <a:pt x="1142" y="188"/>
                    </a:cubicBezTo>
                    <a:cubicBezTo>
                      <a:pt x="1142" y="190"/>
                      <a:pt x="1142" y="190"/>
                      <a:pt x="1142" y="190"/>
                    </a:cubicBezTo>
                    <a:cubicBezTo>
                      <a:pt x="1143" y="189"/>
                      <a:pt x="1143" y="189"/>
                      <a:pt x="1143" y="189"/>
                    </a:cubicBezTo>
                    <a:cubicBezTo>
                      <a:pt x="1144" y="191"/>
                      <a:pt x="1144" y="191"/>
                      <a:pt x="1144" y="191"/>
                    </a:cubicBezTo>
                    <a:cubicBezTo>
                      <a:pt x="1145" y="191"/>
                      <a:pt x="1145" y="191"/>
                      <a:pt x="1145" y="191"/>
                    </a:cubicBezTo>
                    <a:cubicBezTo>
                      <a:pt x="1147" y="189"/>
                      <a:pt x="1147" y="189"/>
                      <a:pt x="1147" y="189"/>
                    </a:cubicBezTo>
                    <a:cubicBezTo>
                      <a:pt x="1147" y="188"/>
                      <a:pt x="1147" y="188"/>
                      <a:pt x="1147" y="188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48" y="186"/>
                      <a:pt x="1148" y="186"/>
                      <a:pt x="1148" y="186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50" y="188"/>
                      <a:pt x="1150" y="188"/>
                      <a:pt x="1150" y="188"/>
                    </a:cubicBezTo>
                    <a:cubicBezTo>
                      <a:pt x="1150" y="189"/>
                      <a:pt x="1150" y="189"/>
                      <a:pt x="1150" y="189"/>
                    </a:cubicBezTo>
                    <a:cubicBezTo>
                      <a:pt x="1149" y="190"/>
                      <a:pt x="1149" y="190"/>
                      <a:pt x="1149" y="190"/>
                    </a:cubicBezTo>
                    <a:cubicBezTo>
                      <a:pt x="1150" y="191"/>
                      <a:pt x="1150" y="191"/>
                      <a:pt x="1150" y="191"/>
                    </a:cubicBezTo>
                    <a:cubicBezTo>
                      <a:pt x="1150" y="192"/>
                      <a:pt x="1150" y="192"/>
                      <a:pt x="1150" y="192"/>
                    </a:cubicBezTo>
                    <a:cubicBezTo>
                      <a:pt x="1149" y="193"/>
                      <a:pt x="1149" y="193"/>
                      <a:pt x="1149" y="193"/>
                    </a:cubicBezTo>
                    <a:cubicBezTo>
                      <a:pt x="1150" y="193"/>
                      <a:pt x="1150" y="193"/>
                      <a:pt x="1150" y="193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49" y="198"/>
                      <a:pt x="1149" y="198"/>
                      <a:pt x="1149" y="198"/>
                    </a:cubicBezTo>
                    <a:cubicBezTo>
                      <a:pt x="1150" y="200"/>
                      <a:pt x="1150" y="200"/>
                      <a:pt x="1150" y="200"/>
                    </a:cubicBezTo>
                    <a:cubicBezTo>
                      <a:pt x="1152" y="198"/>
                      <a:pt x="1152" y="198"/>
                      <a:pt x="1152" y="198"/>
                    </a:cubicBezTo>
                    <a:cubicBezTo>
                      <a:pt x="1152" y="199"/>
                      <a:pt x="1152" y="199"/>
                      <a:pt x="1152" y="199"/>
                    </a:cubicBezTo>
                    <a:cubicBezTo>
                      <a:pt x="1153" y="199"/>
                      <a:pt x="1153" y="199"/>
                      <a:pt x="1153" y="199"/>
                    </a:cubicBezTo>
                    <a:cubicBezTo>
                      <a:pt x="1153" y="203"/>
                      <a:pt x="1153" y="203"/>
                      <a:pt x="1153" y="203"/>
                    </a:cubicBezTo>
                    <a:cubicBezTo>
                      <a:pt x="1155" y="201"/>
                      <a:pt x="1155" y="201"/>
                      <a:pt x="1155" y="201"/>
                    </a:cubicBezTo>
                    <a:cubicBezTo>
                      <a:pt x="1155" y="200"/>
                      <a:pt x="1155" y="200"/>
                      <a:pt x="1155" y="200"/>
                    </a:cubicBezTo>
                    <a:cubicBezTo>
                      <a:pt x="1156" y="199"/>
                      <a:pt x="1156" y="199"/>
                      <a:pt x="1156" y="199"/>
                    </a:cubicBezTo>
                    <a:cubicBezTo>
                      <a:pt x="1157" y="199"/>
                      <a:pt x="1157" y="199"/>
                      <a:pt x="1157" y="199"/>
                    </a:cubicBezTo>
                    <a:cubicBezTo>
                      <a:pt x="1157" y="200"/>
                      <a:pt x="1157" y="200"/>
                      <a:pt x="1157" y="200"/>
                    </a:cubicBezTo>
                    <a:cubicBezTo>
                      <a:pt x="1156" y="202"/>
                      <a:pt x="1156" y="202"/>
                      <a:pt x="1156" y="202"/>
                    </a:cubicBezTo>
                    <a:cubicBezTo>
                      <a:pt x="1157" y="203"/>
                      <a:pt x="1157" y="203"/>
                      <a:pt x="1157" y="203"/>
                    </a:cubicBezTo>
                    <a:cubicBezTo>
                      <a:pt x="1158" y="206"/>
                      <a:pt x="1158" y="206"/>
                      <a:pt x="1158" y="206"/>
                    </a:cubicBezTo>
                    <a:cubicBezTo>
                      <a:pt x="1160" y="203"/>
                      <a:pt x="1160" y="203"/>
                      <a:pt x="1160" y="203"/>
                    </a:cubicBezTo>
                    <a:cubicBezTo>
                      <a:pt x="1161" y="202"/>
                      <a:pt x="1161" y="202"/>
                      <a:pt x="1161" y="202"/>
                    </a:cubicBezTo>
                    <a:cubicBezTo>
                      <a:pt x="1161" y="201"/>
                      <a:pt x="1161" y="201"/>
                      <a:pt x="1161" y="201"/>
                    </a:cubicBezTo>
                    <a:cubicBezTo>
                      <a:pt x="1161" y="200"/>
                      <a:pt x="1161" y="200"/>
                      <a:pt x="1161" y="200"/>
                    </a:cubicBezTo>
                    <a:cubicBezTo>
                      <a:pt x="1162" y="196"/>
                      <a:pt x="1162" y="196"/>
                      <a:pt x="1162" y="196"/>
                    </a:cubicBezTo>
                    <a:cubicBezTo>
                      <a:pt x="1163" y="195"/>
                      <a:pt x="1163" y="195"/>
                      <a:pt x="1163" y="195"/>
                    </a:cubicBezTo>
                    <a:cubicBezTo>
                      <a:pt x="1162" y="194"/>
                      <a:pt x="1162" y="194"/>
                      <a:pt x="1162" y="194"/>
                    </a:cubicBezTo>
                    <a:cubicBezTo>
                      <a:pt x="1163" y="193"/>
                      <a:pt x="1163" y="193"/>
                      <a:pt x="1163" y="193"/>
                    </a:cubicBezTo>
                    <a:cubicBezTo>
                      <a:pt x="1163" y="192"/>
                      <a:pt x="1163" y="192"/>
                      <a:pt x="1163" y="192"/>
                    </a:cubicBezTo>
                    <a:cubicBezTo>
                      <a:pt x="1162" y="191"/>
                      <a:pt x="1162" y="191"/>
                      <a:pt x="1162" y="191"/>
                    </a:cubicBezTo>
                    <a:cubicBezTo>
                      <a:pt x="1163" y="191"/>
                      <a:pt x="1163" y="191"/>
                      <a:pt x="1163" y="191"/>
                    </a:cubicBezTo>
                    <a:cubicBezTo>
                      <a:pt x="1163" y="188"/>
                      <a:pt x="1163" y="188"/>
                      <a:pt x="1163" y="188"/>
                    </a:cubicBezTo>
                    <a:cubicBezTo>
                      <a:pt x="1162" y="187"/>
                      <a:pt x="1162" y="187"/>
                      <a:pt x="1162" y="187"/>
                    </a:cubicBezTo>
                    <a:cubicBezTo>
                      <a:pt x="1163" y="186"/>
                      <a:pt x="1163" y="186"/>
                      <a:pt x="1163" y="186"/>
                    </a:cubicBezTo>
                    <a:cubicBezTo>
                      <a:pt x="1164" y="185"/>
                      <a:pt x="1164" y="185"/>
                      <a:pt x="1164" y="185"/>
                    </a:cubicBezTo>
                    <a:cubicBezTo>
                      <a:pt x="1165" y="185"/>
                      <a:pt x="1165" y="185"/>
                      <a:pt x="1165" y="185"/>
                    </a:cubicBezTo>
                    <a:cubicBezTo>
                      <a:pt x="1166" y="186"/>
                      <a:pt x="1166" y="186"/>
                      <a:pt x="1166" y="186"/>
                    </a:cubicBezTo>
                    <a:cubicBezTo>
                      <a:pt x="1168" y="187"/>
                      <a:pt x="1168" y="187"/>
                      <a:pt x="1168" y="187"/>
                    </a:cubicBezTo>
                    <a:cubicBezTo>
                      <a:pt x="1169" y="185"/>
                      <a:pt x="1169" y="185"/>
                      <a:pt x="1169" y="185"/>
                    </a:cubicBezTo>
                    <a:cubicBezTo>
                      <a:pt x="1168" y="184"/>
                      <a:pt x="1168" y="184"/>
                      <a:pt x="1168" y="184"/>
                    </a:cubicBezTo>
                    <a:cubicBezTo>
                      <a:pt x="1168" y="182"/>
                      <a:pt x="1168" y="182"/>
                      <a:pt x="1168" y="182"/>
                    </a:cubicBezTo>
                    <a:cubicBezTo>
                      <a:pt x="1166" y="181"/>
                      <a:pt x="1166" y="181"/>
                      <a:pt x="1166" y="181"/>
                    </a:cubicBezTo>
                    <a:cubicBezTo>
                      <a:pt x="1165" y="178"/>
                      <a:pt x="1165" y="178"/>
                      <a:pt x="1165" y="178"/>
                    </a:cubicBezTo>
                    <a:cubicBezTo>
                      <a:pt x="1164" y="178"/>
                      <a:pt x="1164" y="178"/>
                      <a:pt x="1164" y="178"/>
                    </a:cubicBezTo>
                    <a:cubicBezTo>
                      <a:pt x="1164" y="177"/>
                      <a:pt x="1164" y="177"/>
                      <a:pt x="1164" y="177"/>
                    </a:cubicBezTo>
                    <a:cubicBezTo>
                      <a:pt x="1162" y="176"/>
                      <a:pt x="1162" y="176"/>
                      <a:pt x="1162" y="176"/>
                    </a:cubicBezTo>
                    <a:cubicBezTo>
                      <a:pt x="1162" y="174"/>
                      <a:pt x="1162" y="174"/>
                      <a:pt x="1162" y="174"/>
                    </a:cubicBezTo>
                    <a:cubicBezTo>
                      <a:pt x="1163" y="174"/>
                      <a:pt x="1163" y="174"/>
                      <a:pt x="1163" y="174"/>
                    </a:cubicBezTo>
                    <a:cubicBezTo>
                      <a:pt x="1162" y="172"/>
                      <a:pt x="1162" y="172"/>
                      <a:pt x="1162" y="172"/>
                    </a:cubicBezTo>
                    <a:cubicBezTo>
                      <a:pt x="1161" y="171"/>
                      <a:pt x="1161" y="171"/>
                      <a:pt x="1161" y="171"/>
                    </a:cubicBezTo>
                    <a:cubicBezTo>
                      <a:pt x="1161" y="169"/>
                      <a:pt x="1161" y="169"/>
                      <a:pt x="1161" y="169"/>
                    </a:cubicBezTo>
                    <a:cubicBezTo>
                      <a:pt x="1160" y="169"/>
                      <a:pt x="1160" y="169"/>
                      <a:pt x="1160" y="169"/>
                    </a:cubicBezTo>
                    <a:cubicBezTo>
                      <a:pt x="1162" y="168"/>
                      <a:pt x="1162" y="168"/>
                      <a:pt x="1162" y="168"/>
                    </a:cubicBezTo>
                    <a:cubicBezTo>
                      <a:pt x="1163" y="168"/>
                      <a:pt x="1163" y="168"/>
                      <a:pt x="1163" y="168"/>
                    </a:cubicBezTo>
                    <a:cubicBezTo>
                      <a:pt x="1165" y="166"/>
                      <a:pt x="1165" y="166"/>
                      <a:pt x="1165" y="166"/>
                    </a:cubicBezTo>
                    <a:cubicBezTo>
                      <a:pt x="1166" y="166"/>
                      <a:pt x="1166" y="166"/>
                      <a:pt x="1166" y="166"/>
                    </a:cubicBezTo>
                    <a:cubicBezTo>
                      <a:pt x="1167" y="166"/>
                      <a:pt x="1167" y="166"/>
                      <a:pt x="1167" y="166"/>
                    </a:cubicBezTo>
                    <a:cubicBezTo>
                      <a:pt x="1169" y="167"/>
                      <a:pt x="1169" y="167"/>
                      <a:pt x="1169" y="167"/>
                    </a:cubicBezTo>
                    <a:cubicBezTo>
                      <a:pt x="1171" y="167"/>
                      <a:pt x="1171" y="167"/>
                      <a:pt x="1171" y="167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1" y="168"/>
                      <a:pt x="1171" y="168"/>
                      <a:pt x="1171" y="168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0" y="168"/>
                      <a:pt x="1170" y="168"/>
                      <a:pt x="1170" y="168"/>
                    </a:cubicBezTo>
                    <a:cubicBezTo>
                      <a:pt x="1168" y="171"/>
                      <a:pt x="1168" y="171"/>
                      <a:pt x="1168" y="171"/>
                    </a:cubicBezTo>
                    <a:cubicBezTo>
                      <a:pt x="1167" y="172"/>
                      <a:pt x="1167" y="172"/>
                      <a:pt x="1167" y="172"/>
                    </a:cubicBezTo>
                    <a:cubicBezTo>
                      <a:pt x="1168" y="174"/>
                      <a:pt x="1168" y="174"/>
                      <a:pt x="1168" y="174"/>
                    </a:cubicBezTo>
                    <a:cubicBezTo>
                      <a:pt x="1168" y="176"/>
                      <a:pt x="1168" y="176"/>
                      <a:pt x="1168" y="176"/>
                    </a:cubicBezTo>
                    <a:cubicBezTo>
                      <a:pt x="1169" y="176"/>
                      <a:pt x="1169" y="176"/>
                      <a:pt x="1169" y="176"/>
                    </a:cubicBezTo>
                    <a:cubicBezTo>
                      <a:pt x="1169" y="178"/>
                      <a:pt x="1169" y="178"/>
                      <a:pt x="1169" y="178"/>
                    </a:cubicBezTo>
                    <a:cubicBezTo>
                      <a:pt x="1171" y="179"/>
                      <a:pt x="1171" y="179"/>
                      <a:pt x="1171" y="179"/>
                    </a:cubicBezTo>
                    <a:cubicBezTo>
                      <a:pt x="1171" y="180"/>
                      <a:pt x="1171" y="180"/>
                      <a:pt x="1171" y="180"/>
                    </a:cubicBezTo>
                    <a:cubicBezTo>
                      <a:pt x="1171" y="181"/>
                      <a:pt x="1171" y="181"/>
                      <a:pt x="1171" y="181"/>
                    </a:cubicBezTo>
                    <a:cubicBezTo>
                      <a:pt x="1173" y="182"/>
                      <a:pt x="1173" y="182"/>
                      <a:pt x="1173" y="182"/>
                    </a:cubicBezTo>
                    <a:cubicBezTo>
                      <a:pt x="1173" y="183"/>
                      <a:pt x="1173" y="183"/>
                      <a:pt x="1173" y="183"/>
                    </a:cubicBezTo>
                    <a:cubicBezTo>
                      <a:pt x="1173" y="184"/>
                      <a:pt x="1173" y="184"/>
                      <a:pt x="1173" y="184"/>
                    </a:cubicBezTo>
                    <a:cubicBezTo>
                      <a:pt x="1172" y="184"/>
                      <a:pt x="1172" y="184"/>
                      <a:pt x="1172" y="184"/>
                    </a:cubicBezTo>
                    <a:cubicBezTo>
                      <a:pt x="1173" y="188"/>
                      <a:pt x="1173" y="188"/>
                      <a:pt x="1173" y="188"/>
                    </a:cubicBezTo>
                    <a:cubicBezTo>
                      <a:pt x="1174" y="189"/>
                      <a:pt x="1174" y="189"/>
                      <a:pt x="1174" y="189"/>
                    </a:cubicBezTo>
                    <a:cubicBezTo>
                      <a:pt x="1175" y="188"/>
                      <a:pt x="1175" y="188"/>
                      <a:pt x="1175" y="188"/>
                    </a:cubicBezTo>
                    <a:cubicBezTo>
                      <a:pt x="1176" y="190"/>
                      <a:pt x="1176" y="190"/>
                      <a:pt x="1176" y="190"/>
                    </a:cubicBezTo>
                    <a:cubicBezTo>
                      <a:pt x="1175" y="192"/>
                      <a:pt x="1175" y="192"/>
                      <a:pt x="1175" y="192"/>
                    </a:cubicBezTo>
                    <a:cubicBezTo>
                      <a:pt x="1175" y="195"/>
                      <a:pt x="1175" y="195"/>
                      <a:pt x="1175" y="195"/>
                    </a:cubicBezTo>
                    <a:cubicBezTo>
                      <a:pt x="1176" y="196"/>
                      <a:pt x="1176" y="196"/>
                      <a:pt x="1176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4" y="199"/>
                      <a:pt x="1174" y="199"/>
                      <a:pt x="1174" y="199"/>
                    </a:cubicBezTo>
                    <a:cubicBezTo>
                      <a:pt x="1174" y="200"/>
                      <a:pt x="1174" y="200"/>
                      <a:pt x="1174" y="200"/>
                    </a:cubicBezTo>
                    <a:cubicBezTo>
                      <a:pt x="1172" y="201"/>
                      <a:pt x="1172" y="201"/>
                      <a:pt x="1172" y="201"/>
                    </a:cubicBezTo>
                    <a:cubicBezTo>
                      <a:pt x="1172" y="202"/>
                      <a:pt x="1172" y="202"/>
                      <a:pt x="1172" y="202"/>
                    </a:cubicBezTo>
                    <a:cubicBezTo>
                      <a:pt x="1170" y="202"/>
                      <a:pt x="1170" y="202"/>
                      <a:pt x="1170" y="202"/>
                    </a:cubicBezTo>
                    <a:cubicBezTo>
                      <a:pt x="1170" y="204"/>
                      <a:pt x="1170" y="204"/>
                      <a:pt x="1170" y="204"/>
                    </a:cubicBezTo>
                    <a:cubicBezTo>
                      <a:pt x="1169" y="205"/>
                      <a:pt x="1169" y="205"/>
                      <a:pt x="1169" y="205"/>
                    </a:cubicBezTo>
                    <a:cubicBezTo>
                      <a:pt x="1170" y="208"/>
                      <a:pt x="1170" y="208"/>
                      <a:pt x="1170" y="208"/>
                    </a:cubicBezTo>
                    <a:cubicBezTo>
                      <a:pt x="1171" y="208"/>
                      <a:pt x="1171" y="208"/>
                      <a:pt x="1171" y="208"/>
                    </a:cubicBezTo>
                    <a:cubicBezTo>
                      <a:pt x="1171" y="209"/>
                      <a:pt x="1171" y="209"/>
                      <a:pt x="1171" y="209"/>
                    </a:cubicBezTo>
                    <a:cubicBezTo>
                      <a:pt x="1170" y="211"/>
                      <a:pt x="1170" y="211"/>
                      <a:pt x="1170" y="211"/>
                    </a:cubicBezTo>
                    <a:cubicBezTo>
                      <a:pt x="1170" y="212"/>
                      <a:pt x="1170" y="212"/>
                      <a:pt x="1170" y="212"/>
                    </a:cubicBezTo>
                    <a:cubicBezTo>
                      <a:pt x="1171" y="213"/>
                      <a:pt x="1171" y="213"/>
                      <a:pt x="1171" y="213"/>
                    </a:cubicBezTo>
                    <a:cubicBezTo>
                      <a:pt x="1170" y="216"/>
                      <a:pt x="1170" y="216"/>
                      <a:pt x="1170" y="216"/>
                    </a:cubicBezTo>
                    <a:cubicBezTo>
                      <a:pt x="1171" y="218"/>
                      <a:pt x="1171" y="218"/>
                      <a:pt x="1171" y="218"/>
                    </a:cubicBezTo>
                    <a:cubicBezTo>
                      <a:pt x="1170" y="218"/>
                      <a:pt x="1170" y="218"/>
                      <a:pt x="1170" y="218"/>
                    </a:cubicBezTo>
                    <a:cubicBezTo>
                      <a:pt x="1168" y="219"/>
                      <a:pt x="1168" y="219"/>
                      <a:pt x="1168" y="219"/>
                    </a:cubicBezTo>
                    <a:cubicBezTo>
                      <a:pt x="1168" y="221"/>
                      <a:pt x="1168" y="221"/>
                      <a:pt x="1168" y="221"/>
                    </a:cubicBezTo>
                    <a:cubicBezTo>
                      <a:pt x="1169" y="222"/>
                      <a:pt x="1169" y="222"/>
                      <a:pt x="1169" y="222"/>
                    </a:cubicBezTo>
                    <a:cubicBezTo>
                      <a:pt x="1168" y="224"/>
                      <a:pt x="1168" y="224"/>
                      <a:pt x="1168" y="224"/>
                    </a:cubicBezTo>
                    <a:cubicBezTo>
                      <a:pt x="1168" y="225"/>
                      <a:pt x="1168" y="225"/>
                      <a:pt x="1168" y="225"/>
                    </a:cubicBezTo>
                    <a:cubicBezTo>
                      <a:pt x="1168" y="226"/>
                      <a:pt x="1168" y="226"/>
                      <a:pt x="1168" y="226"/>
                    </a:cubicBezTo>
                    <a:cubicBezTo>
                      <a:pt x="1169" y="227"/>
                      <a:pt x="1169" y="227"/>
                      <a:pt x="1169" y="227"/>
                    </a:cubicBezTo>
                    <a:cubicBezTo>
                      <a:pt x="1168" y="227"/>
                      <a:pt x="1168" y="227"/>
                      <a:pt x="1168" y="227"/>
                    </a:cubicBezTo>
                    <a:cubicBezTo>
                      <a:pt x="1168" y="230"/>
                      <a:pt x="1168" y="230"/>
                      <a:pt x="1168" y="230"/>
                    </a:cubicBezTo>
                    <a:cubicBezTo>
                      <a:pt x="1168" y="231"/>
                      <a:pt x="1168" y="231"/>
                      <a:pt x="1168" y="231"/>
                    </a:cubicBezTo>
                    <a:cubicBezTo>
                      <a:pt x="1168" y="232"/>
                      <a:pt x="1168" y="232"/>
                      <a:pt x="1168" y="232"/>
                    </a:cubicBezTo>
                    <a:cubicBezTo>
                      <a:pt x="1167" y="234"/>
                      <a:pt x="1167" y="234"/>
                      <a:pt x="1167" y="234"/>
                    </a:cubicBezTo>
                    <a:cubicBezTo>
                      <a:pt x="1168" y="236"/>
                      <a:pt x="1168" y="236"/>
                      <a:pt x="1168" y="236"/>
                    </a:cubicBezTo>
                    <a:cubicBezTo>
                      <a:pt x="1168" y="238"/>
                      <a:pt x="1168" y="238"/>
                      <a:pt x="1168" y="238"/>
                    </a:cubicBezTo>
                    <a:cubicBezTo>
                      <a:pt x="1169" y="241"/>
                      <a:pt x="1169" y="241"/>
                      <a:pt x="1169" y="241"/>
                    </a:cubicBezTo>
                    <a:cubicBezTo>
                      <a:pt x="1167" y="245"/>
                      <a:pt x="1167" y="245"/>
                      <a:pt x="1167" y="245"/>
                    </a:cubicBezTo>
                    <a:cubicBezTo>
                      <a:pt x="1167" y="246"/>
                      <a:pt x="1167" y="246"/>
                      <a:pt x="1167" y="246"/>
                    </a:cubicBezTo>
                    <a:cubicBezTo>
                      <a:pt x="1164" y="246"/>
                      <a:pt x="1164" y="246"/>
                      <a:pt x="1164" y="246"/>
                    </a:cubicBezTo>
                    <a:cubicBezTo>
                      <a:pt x="1164" y="250"/>
                      <a:pt x="1164" y="250"/>
                      <a:pt x="1164" y="250"/>
                    </a:cubicBezTo>
                    <a:cubicBezTo>
                      <a:pt x="1164" y="251"/>
                      <a:pt x="1164" y="251"/>
                      <a:pt x="1164" y="251"/>
                    </a:cubicBezTo>
                    <a:cubicBezTo>
                      <a:pt x="1163" y="252"/>
                      <a:pt x="1163" y="252"/>
                      <a:pt x="1163" y="252"/>
                    </a:cubicBezTo>
                    <a:cubicBezTo>
                      <a:pt x="1160" y="251"/>
                      <a:pt x="1160" y="251"/>
                      <a:pt x="1160" y="251"/>
                    </a:cubicBezTo>
                    <a:cubicBezTo>
                      <a:pt x="1158" y="252"/>
                      <a:pt x="1158" y="252"/>
                      <a:pt x="1158" y="252"/>
                    </a:cubicBezTo>
                    <a:cubicBezTo>
                      <a:pt x="1158" y="254"/>
                      <a:pt x="1158" y="254"/>
                      <a:pt x="1158" y="254"/>
                    </a:cubicBezTo>
                    <a:cubicBezTo>
                      <a:pt x="1161" y="254"/>
                      <a:pt x="1161" y="254"/>
                      <a:pt x="1161" y="254"/>
                    </a:cubicBezTo>
                    <a:cubicBezTo>
                      <a:pt x="1163" y="258"/>
                      <a:pt x="1163" y="258"/>
                      <a:pt x="1163" y="258"/>
                    </a:cubicBezTo>
                    <a:cubicBezTo>
                      <a:pt x="1163" y="261"/>
                      <a:pt x="1163" y="261"/>
                      <a:pt x="1163" y="261"/>
                    </a:cubicBezTo>
                    <a:cubicBezTo>
                      <a:pt x="1162" y="262"/>
                      <a:pt x="1162" y="262"/>
                      <a:pt x="1162" y="262"/>
                    </a:cubicBezTo>
                    <a:cubicBezTo>
                      <a:pt x="1163" y="263"/>
                      <a:pt x="1163" y="263"/>
                      <a:pt x="1163" y="263"/>
                    </a:cubicBezTo>
                    <a:cubicBezTo>
                      <a:pt x="1162" y="263"/>
                      <a:pt x="1162" y="263"/>
                      <a:pt x="1162" y="263"/>
                    </a:cubicBezTo>
                    <a:cubicBezTo>
                      <a:pt x="1162" y="265"/>
                      <a:pt x="1162" y="265"/>
                      <a:pt x="1162" y="265"/>
                    </a:cubicBezTo>
                    <a:cubicBezTo>
                      <a:pt x="1160" y="267"/>
                      <a:pt x="1160" y="267"/>
                      <a:pt x="1160" y="267"/>
                    </a:cubicBezTo>
                    <a:cubicBezTo>
                      <a:pt x="1160" y="271"/>
                      <a:pt x="1160" y="271"/>
                      <a:pt x="1160" y="271"/>
                    </a:cubicBezTo>
                    <a:cubicBezTo>
                      <a:pt x="1161" y="273"/>
                      <a:pt x="1161" y="273"/>
                      <a:pt x="1161" y="273"/>
                    </a:cubicBezTo>
                    <a:cubicBezTo>
                      <a:pt x="1162" y="278"/>
                      <a:pt x="1162" y="278"/>
                      <a:pt x="1162" y="278"/>
                    </a:cubicBezTo>
                    <a:cubicBezTo>
                      <a:pt x="1164" y="282"/>
                      <a:pt x="1164" y="282"/>
                      <a:pt x="1164" y="282"/>
                    </a:cubicBezTo>
                    <a:cubicBezTo>
                      <a:pt x="1164" y="284"/>
                      <a:pt x="1164" y="284"/>
                      <a:pt x="1164" y="284"/>
                    </a:cubicBezTo>
                    <a:cubicBezTo>
                      <a:pt x="1167" y="291"/>
                      <a:pt x="1167" y="291"/>
                      <a:pt x="1167" y="291"/>
                    </a:cubicBezTo>
                    <a:cubicBezTo>
                      <a:pt x="1171" y="299"/>
                      <a:pt x="1171" y="299"/>
                      <a:pt x="1171" y="299"/>
                    </a:cubicBezTo>
                    <a:cubicBezTo>
                      <a:pt x="1175" y="306"/>
                      <a:pt x="1175" y="306"/>
                      <a:pt x="1175" y="306"/>
                    </a:cubicBezTo>
                    <a:cubicBezTo>
                      <a:pt x="1177" y="308"/>
                      <a:pt x="1177" y="308"/>
                      <a:pt x="1177" y="308"/>
                    </a:cubicBezTo>
                    <a:cubicBezTo>
                      <a:pt x="1177" y="310"/>
                      <a:pt x="1177" y="310"/>
                      <a:pt x="1177" y="310"/>
                    </a:cubicBezTo>
                    <a:cubicBezTo>
                      <a:pt x="1182" y="316"/>
                      <a:pt x="1182" y="316"/>
                      <a:pt x="1182" y="316"/>
                    </a:cubicBezTo>
                    <a:cubicBezTo>
                      <a:pt x="1188" y="326"/>
                      <a:pt x="1188" y="326"/>
                      <a:pt x="1188" y="326"/>
                    </a:cubicBezTo>
                    <a:cubicBezTo>
                      <a:pt x="1191" y="327"/>
                      <a:pt x="1191" y="327"/>
                      <a:pt x="1191" y="327"/>
                    </a:cubicBezTo>
                    <a:cubicBezTo>
                      <a:pt x="1193" y="328"/>
                      <a:pt x="1193" y="328"/>
                      <a:pt x="1193" y="328"/>
                    </a:cubicBezTo>
                    <a:cubicBezTo>
                      <a:pt x="1192" y="328"/>
                      <a:pt x="1192" y="328"/>
                      <a:pt x="1192" y="328"/>
                    </a:cubicBezTo>
                    <a:cubicBezTo>
                      <a:pt x="1190" y="327"/>
                      <a:pt x="1190" y="327"/>
                      <a:pt x="1190" y="327"/>
                    </a:cubicBezTo>
                    <a:cubicBezTo>
                      <a:pt x="1193" y="331"/>
                      <a:pt x="1193" y="331"/>
                      <a:pt x="1193" y="331"/>
                    </a:cubicBezTo>
                    <a:cubicBezTo>
                      <a:pt x="1196" y="337"/>
                      <a:pt x="1196" y="337"/>
                      <a:pt x="1196" y="337"/>
                    </a:cubicBezTo>
                    <a:cubicBezTo>
                      <a:pt x="1196" y="340"/>
                      <a:pt x="1196" y="340"/>
                      <a:pt x="1196" y="340"/>
                    </a:cubicBezTo>
                    <a:cubicBezTo>
                      <a:pt x="1198" y="343"/>
                      <a:pt x="1198" y="343"/>
                      <a:pt x="1198" y="343"/>
                    </a:cubicBezTo>
                    <a:cubicBezTo>
                      <a:pt x="1201" y="343"/>
                      <a:pt x="1201" y="343"/>
                      <a:pt x="1201" y="343"/>
                    </a:cubicBezTo>
                    <a:cubicBezTo>
                      <a:pt x="1201" y="344"/>
                      <a:pt x="1201" y="344"/>
                      <a:pt x="1201" y="344"/>
                    </a:cubicBezTo>
                    <a:cubicBezTo>
                      <a:pt x="1201" y="345"/>
                      <a:pt x="1201" y="345"/>
                      <a:pt x="1201" y="345"/>
                    </a:cubicBezTo>
                    <a:cubicBezTo>
                      <a:pt x="1201" y="346"/>
                      <a:pt x="1201" y="346"/>
                      <a:pt x="1201" y="346"/>
                    </a:cubicBezTo>
                    <a:cubicBezTo>
                      <a:pt x="1201" y="348"/>
                      <a:pt x="1201" y="348"/>
                      <a:pt x="1201" y="348"/>
                    </a:cubicBezTo>
                    <a:cubicBezTo>
                      <a:pt x="1200" y="347"/>
                      <a:pt x="1200" y="347"/>
                      <a:pt x="1200" y="347"/>
                    </a:cubicBezTo>
                    <a:cubicBezTo>
                      <a:pt x="1199" y="348"/>
                      <a:pt x="1199" y="348"/>
                      <a:pt x="1199" y="348"/>
                    </a:cubicBezTo>
                    <a:cubicBezTo>
                      <a:pt x="1199" y="350"/>
                      <a:pt x="1199" y="350"/>
                      <a:pt x="1199" y="350"/>
                    </a:cubicBezTo>
                    <a:cubicBezTo>
                      <a:pt x="1197" y="348"/>
                      <a:pt x="1197" y="348"/>
                      <a:pt x="1197" y="348"/>
                    </a:cubicBezTo>
                    <a:cubicBezTo>
                      <a:pt x="1197" y="350"/>
                      <a:pt x="1197" y="350"/>
                      <a:pt x="1197" y="350"/>
                    </a:cubicBezTo>
                    <a:cubicBezTo>
                      <a:pt x="1197" y="353"/>
                      <a:pt x="1197" y="353"/>
                      <a:pt x="1197" y="353"/>
                    </a:cubicBezTo>
                    <a:cubicBezTo>
                      <a:pt x="1197" y="354"/>
                      <a:pt x="1197" y="354"/>
                      <a:pt x="1197" y="354"/>
                    </a:cubicBezTo>
                    <a:cubicBezTo>
                      <a:pt x="1196" y="354"/>
                      <a:pt x="1196" y="354"/>
                      <a:pt x="1196" y="354"/>
                    </a:cubicBezTo>
                    <a:cubicBezTo>
                      <a:pt x="1195" y="356"/>
                      <a:pt x="1195" y="356"/>
                      <a:pt x="1195" y="356"/>
                    </a:cubicBezTo>
                    <a:cubicBezTo>
                      <a:pt x="1194" y="356"/>
                      <a:pt x="1194" y="356"/>
                      <a:pt x="1194" y="356"/>
                    </a:cubicBezTo>
                    <a:cubicBezTo>
                      <a:pt x="1193" y="357"/>
                      <a:pt x="1193" y="357"/>
                      <a:pt x="1193" y="357"/>
                    </a:cubicBezTo>
                    <a:cubicBezTo>
                      <a:pt x="1195" y="358"/>
                      <a:pt x="1195" y="358"/>
                      <a:pt x="1195" y="358"/>
                    </a:cubicBezTo>
                    <a:cubicBezTo>
                      <a:pt x="1195" y="359"/>
                      <a:pt x="1195" y="359"/>
                      <a:pt x="1195" y="359"/>
                    </a:cubicBezTo>
                    <a:cubicBezTo>
                      <a:pt x="1193" y="359"/>
                      <a:pt x="1193" y="359"/>
                      <a:pt x="1193" y="359"/>
                    </a:cubicBezTo>
                    <a:cubicBezTo>
                      <a:pt x="1194" y="361"/>
                      <a:pt x="1194" y="361"/>
                      <a:pt x="1194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8" y="362"/>
                      <a:pt x="1198" y="362"/>
                      <a:pt x="1198" y="362"/>
                    </a:cubicBezTo>
                    <a:cubicBezTo>
                      <a:pt x="1198" y="359"/>
                      <a:pt x="1198" y="359"/>
                      <a:pt x="1198" y="359"/>
                    </a:cubicBezTo>
                    <a:cubicBezTo>
                      <a:pt x="1198" y="358"/>
                      <a:pt x="1198" y="358"/>
                      <a:pt x="1198" y="358"/>
                    </a:cubicBezTo>
                    <a:cubicBezTo>
                      <a:pt x="1199" y="358"/>
                      <a:pt x="1199" y="358"/>
                      <a:pt x="1199" y="358"/>
                    </a:cubicBezTo>
                    <a:cubicBezTo>
                      <a:pt x="1200" y="356"/>
                      <a:pt x="1200" y="356"/>
                      <a:pt x="1200" y="356"/>
                    </a:cubicBezTo>
                    <a:cubicBezTo>
                      <a:pt x="1200" y="355"/>
                      <a:pt x="1200" y="355"/>
                      <a:pt x="1200" y="355"/>
                    </a:cubicBezTo>
                    <a:cubicBezTo>
                      <a:pt x="1200" y="354"/>
                      <a:pt x="1200" y="354"/>
                      <a:pt x="1200" y="354"/>
                    </a:cubicBezTo>
                    <a:cubicBezTo>
                      <a:pt x="1201" y="353"/>
                      <a:pt x="1201" y="353"/>
                      <a:pt x="1201" y="353"/>
                    </a:cubicBezTo>
                    <a:cubicBezTo>
                      <a:pt x="1200" y="351"/>
                      <a:pt x="1200" y="351"/>
                      <a:pt x="1200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2" y="350"/>
                      <a:pt x="1202" y="350"/>
                      <a:pt x="1202" y="350"/>
                    </a:cubicBezTo>
                    <a:cubicBezTo>
                      <a:pt x="1202" y="349"/>
                      <a:pt x="1202" y="349"/>
                      <a:pt x="1202" y="349"/>
                    </a:cubicBezTo>
                    <a:cubicBezTo>
                      <a:pt x="1204" y="344"/>
                      <a:pt x="1204" y="344"/>
                      <a:pt x="1204" y="344"/>
                    </a:cubicBezTo>
                    <a:cubicBezTo>
                      <a:pt x="1204" y="341"/>
                      <a:pt x="1204" y="341"/>
                      <a:pt x="1204" y="341"/>
                    </a:cubicBezTo>
                    <a:cubicBezTo>
                      <a:pt x="1205" y="341"/>
                      <a:pt x="1205" y="341"/>
                      <a:pt x="1205" y="341"/>
                    </a:cubicBezTo>
                    <a:cubicBezTo>
                      <a:pt x="1205" y="340"/>
                      <a:pt x="1205" y="340"/>
                      <a:pt x="1205" y="340"/>
                    </a:cubicBezTo>
                    <a:cubicBezTo>
                      <a:pt x="1207" y="338"/>
                      <a:pt x="1207" y="338"/>
                      <a:pt x="1207" y="338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5"/>
                      <a:pt x="1207" y="335"/>
                      <a:pt x="1207" y="335"/>
                    </a:cubicBezTo>
                    <a:cubicBezTo>
                      <a:pt x="1208" y="331"/>
                      <a:pt x="1208" y="331"/>
                      <a:pt x="1208" y="331"/>
                    </a:cubicBezTo>
                    <a:cubicBezTo>
                      <a:pt x="1207" y="330"/>
                      <a:pt x="1207" y="330"/>
                      <a:pt x="1207" y="330"/>
                    </a:cubicBezTo>
                    <a:cubicBezTo>
                      <a:pt x="1207" y="328"/>
                      <a:pt x="1207" y="328"/>
                      <a:pt x="1207" y="328"/>
                    </a:cubicBezTo>
                    <a:cubicBezTo>
                      <a:pt x="1209" y="327"/>
                      <a:pt x="1209" y="327"/>
                      <a:pt x="1209" y="327"/>
                    </a:cubicBezTo>
                    <a:cubicBezTo>
                      <a:pt x="1207" y="325"/>
                      <a:pt x="1207" y="325"/>
                      <a:pt x="1207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5" y="323"/>
                      <a:pt x="1205" y="323"/>
                      <a:pt x="1205" y="323"/>
                    </a:cubicBezTo>
                    <a:cubicBezTo>
                      <a:pt x="1207" y="322"/>
                      <a:pt x="1207" y="322"/>
                      <a:pt x="1207" y="322"/>
                    </a:cubicBezTo>
                    <a:cubicBezTo>
                      <a:pt x="1205" y="321"/>
                      <a:pt x="1205" y="321"/>
                      <a:pt x="1205" y="321"/>
                    </a:cubicBezTo>
                    <a:cubicBezTo>
                      <a:pt x="1205" y="320"/>
                      <a:pt x="1205" y="320"/>
                      <a:pt x="1205" y="320"/>
                    </a:cubicBezTo>
                    <a:cubicBezTo>
                      <a:pt x="1206" y="318"/>
                      <a:pt x="1206" y="318"/>
                      <a:pt x="1206" y="318"/>
                    </a:cubicBezTo>
                    <a:cubicBezTo>
                      <a:pt x="1205" y="318"/>
                      <a:pt x="1205" y="318"/>
                      <a:pt x="1205" y="318"/>
                    </a:cubicBezTo>
                    <a:cubicBezTo>
                      <a:pt x="1207" y="316"/>
                      <a:pt x="1207" y="316"/>
                      <a:pt x="1207" y="316"/>
                    </a:cubicBezTo>
                    <a:cubicBezTo>
                      <a:pt x="1208" y="316"/>
                      <a:pt x="1208" y="316"/>
                      <a:pt x="1208" y="316"/>
                    </a:cubicBezTo>
                    <a:cubicBezTo>
                      <a:pt x="1210" y="315"/>
                      <a:pt x="1210" y="315"/>
                      <a:pt x="1210" y="315"/>
                    </a:cubicBezTo>
                    <a:cubicBezTo>
                      <a:pt x="1211" y="314"/>
                      <a:pt x="1211" y="314"/>
                      <a:pt x="1211" y="314"/>
                    </a:cubicBezTo>
                    <a:cubicBezTo>
                      <a:pt x="1211" y="315"/>
                      <a:pt x="1211" y="315"/>
                      <a:pt x="1211" y="315"/>
                    </a:cubicBezTo>
                    <a:cubicBezTo>
                      <a:pt x="1214" y="315"/>
                      <a:pt x="1214" y="315"/>
                      <a:pt x="1214" y="315"/>
                    </a:cubicBezTo>
                    <a:cubicBezTo>
                      <a:pt x="1212" y="312"/>
                      <a:pt x="1212" y="312"/>
                      <a:pt x="1212" y="312"/>
                    </a:cubicBezTo>
                    <a:cubicBezTo>
                      <a:pt x="1210" y="311"/>
                      <a:pt x="1210" y="311"/>
                      <a:pt x="1210" y="311"/>
                    </a:cubicBezTo>
                    <a:cubicBezTo>
                      <a:pt x="1211" y="310"/>
                      <a:pt x="1211" y="310"/>
                      <a:pt x="1211" y="310"/>
                    </a:cubicBezTo>
                    <a:cubicBezTo>
                      <a:pt x="1208" y="308"/>
                      <a:pt x="1208" y="308"/>
                      <a:pt x="1208" y="308"/>
                    </a:cubicBezTo>
                    <a:cubicBezTo>
                      <a:pt x="1207" y="305"/>
                      <a:pt x="1207" y="305"/>
                      <a:pt x="1207" y="305"/>
                    </a:cubicBezTo>
                    <a:cubicBezTo>
                      <a:pt x="1208" y="301"/>
                      <a:pt x="1208" y="301"/>
                      <a:pt x="1208" y="301"/>
                    </a:cubicBezTo>
                    <a:cubicBezTo>
                      <a:pt x="1207" y="300"/>
                      <a:pt x="1207" y="300"/>
                      <a:pt x="1207" y="300"/>
                    </a:cubicBezTo>
                    <a:cubicBezTo>
                      <a:pt x="1208" y="299"/>
                      <a:pt x="1208" y="299"/>
                      <a:pt x="1208" y="299"/>
                    </a:cubicBezTo>
                    <a:cubicBezTo>
                      <a:pt x="1208" y="297"/>
                      <a:pt x="1208" y="297"/>
                      <a:pt x="1208" y="297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11" y="293"/>
                      <a:pt x="1211" y="293"/>
                      <a:pt x="1211" y="293"/>
                    </a:cubicBezTo>
                    <a:cubicBezTo>
                      <a:pt x="1212" y="294"/>
                      <a:pt x="1212" y="294"/>
                      <a:pt x="1212" y="294"/>
                    </a:cubicBezTo>
                    <a:cubicBezTo>
                      <a:pt x="1217" y="292"/>
                      <a:pt x="1217" y="292"/>
                      <a:pt x="1217" y="292"/>
                    </a:cubicBezTo>
                    <a:cubicBezTo>
                      <a:pt x="1217" y="290"/>
                      <a:pt x="1217" y="290"/>
                      <a:pt x="1217" y="290"/>
                    </a:cubicBezTo>
                    <a:cubicBezTo>
                      <a:pt x="1218" y="288"/>
                      <a:pt x="1218" y="288"/>
                      <a:pt x="1218" y="288"/>
                    </a:cubicBezTo>
                    <a:cubicBezTo>
                      <a:pt x="1216" y="287"/>
                      <a:pt x="1216" y="287"/>
                      <a:pt x="1216" y="287"/>
                    </a:cubicBezTo>
                    <a:cubicBezTo>
                      <a:pt x="1213" y="283"/>
                      <a:pt x="1213" y="283"/>
                      <a:pt x="1213" y="283"/>
                    </a:cubicBezTo>
                    <a:cubicBezTo>
                      <a:pt x="1212" y="283"/>
                      <a:pt x="1212" y="283"/>
                      <a:pt x="1212" y="283"/>
                    </a:cubicBezTo>
                    <a:cubicBezTo>
                      <a:pt x="1209" y="278"/>
                      <a:pt x="1209" y="278"/>
                      <a:pt x="1209" y="278"/>
                    </a:cubicBezTo>
                    <a:cubicBezTo>
                      <a:pt x="1209" y="277"/>
                      <a:pt x="1209" y="277"/>
                      <a:pt x="1209" y="277"/>
                    </a:cubicBezTo>
                    <a:cubicBezTo>
                      <a:pt x="1208" y="276"/>
                      <a:pt x="1208" y="276"/>
                      <a:pt x="1208" y="276"/>
                    </a:cubicBezTo>
                    <a:cubicBezTo>
                      <a:pt x="1208" y="271"/>
                      <a:pt x="1208" y="271"/>
                      <a:pt x="1208" y="271"/>
                    </a:cubicBezTo>
                    <a:cubicBezTo>
                      <a:pt x="1208" y="270"/>
                      <a:pt x="1208" y="270"/>
                      <a:pt x="1208" y="270"/>
                    </a:cubicBezTo>
                    <a:cubicBezTo>
                      <a:pt x="1207" y="268"/>
                      <a:pt x="1207" y="268"/>
                      <a:pt x="1207" y="268"/>
                    </a:cubicBezTo>
                    <a:cubicBezTo>
                      <a:pt x="1208" y="267"/>
                      <a:pt x="1208" y="267"/>
                      <a:pt x="1208" y="267"/>
                    </a:cubicBezTo>
                    <a:cubicBezTo>
                      <a:pt x="1211" y="268"/>
                      <a:pt x="1211" y="268"/>
                      <a:pt x="1211" y="268"/>
                    </a:cubicBezTo>
                    <a:cubicBezTo>
                      <a:pt x="1213" y="269"/>
                      <a:pt x="1213" y="269"/>
                      <a:pt x="1213" y="269"/>
                    </a:cubicBezTo>
                    <a:cubicBezTo>
                      <a:pt x="1214" y="269"/>
                      <a:pt x="1214" y="269"/>
                      <a:pt x="1214" y="269"/>
                    </a:cubicBezTo>
                    <a:cubicBezTo>
                      <a:pt x="1214" y="266"/>
                      <a:pt x="1214" y="266"/>
                      <a:pt x="1214" y="266"/>
                    </a:cubicBezTo>
                    <a:cubicBezTo>
                      <a:pt x="1215" y="265"/>
                      <a:pt x="1215" y="265"/>
                      <a:pt x="1215" y="265"/>
                    </a:cubicBezTo>
                    <a:cubicBezTo>
                      <a:pt x="1214" y="263"/>
                      <a:pt x="1214" y="263"/>
                      <a:pt x="1214" y="263"/>
                    </a:cubicBezTo>
                    <a:cubicBezTo>
                      <a:pt x="1211" y="260"/>
                      <a:pt x="1211" y="260"/>
                      <a:pt x="1211" y="260"/>
                    </a:cubicBezTo>
                    <a:cubicBezTo>
                      <a:pt x="1211" y="256"/>
                      <a:pt x="1211" y="256"/>
                      <a:pt x="1211" y="256"/>
                    </a:cubicBezTo>
                    <a:cubicBezTo>
                      <a:pt x="1209" y="255"/>
                      <a:pt x="1209" y="255"/>
                      <a:pt x="1209" y="255"/>
                    </a:cubicBezTo>
                    <a:cubicBezTo>
                      <a:pt x="1208" y="255"/>
                      <a:pt x="1208" y="255"/>
                      <a:pt x="1208" y="255"/>
                    </a:cubicBezTo>
                    <a:cubicBezTo>
                      <a:pt x="1207" y="256"/>
                      <a:pt x="1207" y="256"/>
                      <a:pt x="1207" y="256"/>
                    </a:cubicBezTo>
                    <a:cubicBezTo>
                      <a:pt x="1206" y="257"/>
                      <a:pt x="1206" y="257"/>
                      <a:pt x="1206" y="257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5" y="257"/>
                      <a:pt x="1205" y="257"/>
                      <a:pt x="1205" y="257"/>
                    </a:cubicBezTo>
                    <a:cubicBezTo>
                      <a:pt x="1205" y="255"/>
                      <a:pt x="1205" y="255"/>
                      <a:pt x="1205" y="255"/>
                    </a:cubicBezTo>
                    <a:cubicBezTo>
                      <a:pt x="1204" y="253"/>
                      <a:pt x="1204" y="253"/>
                      <a:pt x="1204" y="253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4" y="249"/>
                      <a:pt x="1204" y="249"/>
                      <a:pt x="1204" y="249"/>
                    </a:cubicBezTo>
                    <a:cubicBezTo>
                      <a:pt x="1204" y="248"/>
                      <a:pt x="1204" y="248"/>
                      <a:pt x="1204" y="248"/>
                    </a:cubicBezTo>
                    <a:cubicBezTo>
                      <a:pt x="1205" y="246"/>
                      <a:pt x="1205" y="246"/>
                      <a:pt x="1205" y="246"/>
                    </a:cubicBezTo>
                    <a:cubicBezTo>
                      <a:pt x="1204" y="245"/>
                      <a:pt x="1204" y="245"/>
                      <a:pt x="1204" y="245"/>
                    </a:cubicBezTo>
                    <a:cubicBezTo>
                      <a:pt x="1204" y="244"/>
                      <a:pt x="1204" y="244"/>
                      <a:pt x="1204" y="244"/>
                    </a:cubicBezTo>
                    <a:cubicBezTo>
                      <a:pt x="1204" y="243"/>
                      <a:pt x="1204" y="243"/>
                      <a:pt x="1204" y="243"/>
                    </a:cubicBezTo>
                    <a:cubicBezTo>
                      <a:pt x="1202" y="242"/>
                      <a:pt x="1202" y="242"/>
                      <a:pt x="1202" y="242"/>
                    </a:cubicBezTo>
                    <a:cubicBezTo>
                      <a:pt x="1201" y="242"/>
                      <a:pt x="1201" y="242"/>
                      <a:pt x="1201" y="242"/>
                    </a:cubicBezTo>
                    <a:cubicBezTo>
                      <a:pt x="1199" y="240"/>
                      <a:pt x="1199" y="240"/>
                      <a:pt x="1199" y="240"/>
                    </a:cubicBezTo>
                    <a:cubicBezTo>
                      <a:pt x="1197" y="240"/>
                      <a:pt x="1197" y="240"/>
                      <a:pt x="1197" y="240"/>
                    </a:cubicBezTo>
                    <a:cubicBezTo>
                      <a:pt x="1195" y="241"/>
                      <a:pt x="1195" y="241"/>
                      <a:pt x="1195" y="241"/>
                    </a:cubicBezTo>
                    <a:cubicBezTo>
                      <a:pt x="1195" y="243"/>
                      <a:pt x="1195" y="243"/>
                      <a:pt x="1195" y="243"/>
                    </a:cubicBezTo>
                    <a:cubicBezTo>
                      <a:pt x="1197" y="245"/>
                      <a:pt x="1197" y="245"/>
                      <a:pt x="1197" y="245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6" y="245"/>
                      <a:pt x="1196" y="245"/>
                      <a:pt x="1196" y="245"/>
                    </a:cubicBezTo>
                    <a:cubicBezTo>
                      <a:pt x="1194" y="243"/>
                      <a:pt x="1194" y="243"/>
                      <a:pt x="1194" y="243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0"/>
                      <a:pt x="1192" y="240"/>
                      <a:pt x="1192" y="240"/>
                    </a:cubicBezTo>
                    <a:cubicBezTo>
                      <a:pt x="1191" y="237"/>
                      <a:pt x="1191" y="237"/>
                      <a:pt x="1191" y="237"/>
                    </a:cubicBezTo>
                    <a:cubicBezTo>
                      <a:pt x="1191" y="236"/>
                      <a:pt x="1191" y="236"/>
                      <a:pt x="1191" y="236"/>
                    </a:cubicBezTo>
                    <a:cubicBezTo>
                      <a:pt x="1191" y="235"/>
                      <a:pt x="1191" y="235"/>
                      <a:pt x="1191" y="235"/>
                    </a:cubicBezTo>
                    <a:cubicBezTo>
                      <a:pt x="1190" y="234"/>
                      <a:pt x="1190" y="234"/>
                      <a:pt x="1190" y="234"/>
                    </a:cubicBezTo>
                    <a:cubicBezTo>
                      <a:pt x="1191" y="233"/>
                      <a:pt x="1191" y="233"/>
                      <a:pt x="1191" y="233"/>
                    </a:cubicBezTo>
                    <a:cubicBezTo>
                      <a:pt x="1190" y="231"/>
                      <a:pt x="1190" y="231"/>
                      <a:pt x="1190" y="231"/>
                    </a:cubicBezTo>
                    <a:cubicBezTo>
                      <a:pt x="1191" y="230"/>
                      <a:pt x="1191" y="230"/>
                      <a:pt x="1191" y="230"/>
                    </a:cubicBezTo>
                    <a:cubicBezTo>
                      <a:pt x="1191" y="228"/>
                      <a:pt x="1191" y="228"/>
                      <a:pt x="1191" y="228"/>
                    </a:cubicBezTo>
                    <a:cubicBezTo>
                      <a:pt x="1191" y="227"/>
                      <a:pt x="1191" y="227"/>
                      <a:pt x="1191" y="227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3"/>
                      <a:pt x="1191" y="223"/>
                      <a:pt x="1191" y="223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90" y="221"/>
                      <a:pt x="1190" y="221"/>
                      <a:pt x="1190" y="221"/>
                    </a:cubicBezTo>
                    <a:cubicBezTo>
                      <a:pt x="1190" y="219"/>
                      <a:pt x="1190" y="219"/>
                      <a:pt x="1190" y="219"/>
                    </a:cubicBezTo>
                    <a:cubicBezTo>
                      <a:pt x="1188" y="218"/>
                      <a:pt x="1188" y="218"/>
                      <a:pt x="1188" y="218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8" y="217"/>
                      <a:pt x="1188" y="217"/>
                      <a:pt x="1188" y="217"/>
                    </a:cubicBezTo>
                    <a:cubicBezTo>
                      <a:pt x="1187" y="214"/>
                      <a:pt x="1187" y="214"/>
                      <a:pt x="1187" y="214"/>
                    </a:cubicBezTo>
                    <a:cubicBezTo>
                      <a:pt x="1186" y="213"/>
                      <a:pt x="1186" y="213"/>
                      <a:pt x="1186" y="213"/>
                    </a:cubicBezTo>
                    <a:cubicBezTo>
                      <a:pt x="1186" y="212"/>
                      <a:pt x="1186" y="212"/>
                      <a:pt x="1186" y="212"/>
                    </a:cubicBezTo>
                    <a:cubicBezTo>
                      <a:pt x="1186" y="211"/>
                      <a:pt x="1186" y="211"/>
                      <a:pt x="1186" y="211"/>
                    </a:cubicBezTo>
                    <a:cubicBezTo>
                      <a:pt x="1187" y="210"/>
                      <a:pt x="1187" y="210"/>
                      <a:pt x="1187" y="210"/>
                    </a:cubicBezTo>
                    <a:cubicBezTo>
                      <a:pt x="1186" y="209"/>
                      <a:pt x="1186" y="209"/>
                      <a:pt x="1186" y="209"/>
                    </a:cubicBezTo>
                    <a:cubicBezTo>
                      <a:pt x="1186" y="208"/>
                      <a:pt x="1186" y="208"/>
                      <a:pt x="1186" y="208"/>
                    </a:cubicBezTo>
                    <a:cubicBezTo>
                      <a:pt x="1187" y="208"/>
                      <a:pt x="1187" y="208"/>
                      <a:pt x="1187" y="208"/>
                    </a:cubicBezTo>
                    <a:cubicBezTo>
                      <a:pt x="1188" y="209"/>
                      <a:pt x="1188" y="209"/>
                      <a:pt x="1188" y="209"/>
                    </a:cubicBezTo>
                    <a:cubicBezTo>
                      <a:pt x="1190" y="209"/>
                      <a:pt x="1190" y="209"/>
                      <a:pt x="1190" y="209"/>
                    </a:cubicBezTo>
                    <a:cubicBezTo>
                      <a:pt x="1190" y="207"/>
                      <a:pt x="1190" y="207"/>
                      <a:pt x="1190" y="207"/>
                    </a:cubicBezTo>
                    <a:cubicBezTo>
                      <a:pt x="1191" y="207"/>
                      <a:pt x="1191" y="207"/>
                      <a:pt x="1191" y="207"/>
                    </a:cubicBezTo>
                    <a:cubicBezTo>
                      <a:pt x="1191" y="208"/>
                      <a:pt x="1191" y="208"/>
                      <a:pt x="1191" y="208"/>
                    </a:cubicBezTo>
                    <a:cubicBezTo>
                      <a:pt x="1192" y="208"/>
                      <a:pt x="1192" y="208"/>
                      <a:pt x="1192" y="208"/>
                    </a:cubicBezTo>
                    <a:cubicBezTo>
                      <a:pt x="1194" y="210"/>
                      <a:pt x="1194" y="210"/>
                      <a:pt x="1194" y="210"/>
                    </a:cubicBezTo>
                    <a:cubicBezTo>
                      <a:pt x="1196" y="205"/>
                      <a:pt x="1196" y="205"/>
                      <a:pt x="1196" y="205"/>
                    </a:cubicBezTo>
                    <a:cubicBezTo>
                      <a:pt x="1194" y="205"/>
                      <a:pt x="1194" y="205"/>
                      <a:pt x="1194" y="205"/>
                    </a:cubicBezTo>
                    <a:cubicBezTo>
                      <a:pt x="1194" y="204"/>
                      <a:pt x="1194" y="204"/>
                      <a:pt x="1194" y="204"/>
                    </a:cubicBezTo>
                    <a:cubicBezTo>
                      <a:pt x="1195" y="203"/>
                      <a:pt x="1195" y="203"/>
                      <a:pt x="1195" y="203"/>
                    </a:cubicBezTo>
                    <a:cubicBezTo>
                      <a:pt x="1197" y="200"/>
                      <a:pt x="1197" y="200"/>
                      <a:pt x="1197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9" y="201"/>
                      <a:pt x="1199" y="201"/>
                      <a:pt x="1199" y="201"/>
                    </a:cubicBezTo>
                    <a:cubicBezTo>
                      <a:pt x="1199" y="202"/>
                      <a:pt x="1199" y="202"/>
                      <a:pt x="1199" y="202"/>
                    </a:cubicBezTo>
                    <a:cubicBezTo>
                      <a:pt x="1201" y="207"/>
                      <a:pt x="1201" y="207"/>
                      <a:pt x="1201" y="207"/>
                    </a:cubicBezTo>
                    <a:cubicBezTo>
                      <a:pt x="1202" y="209"/>
                      <a:pt x="1202" y="209"/>
                      <a:pt x="1202" y="209"/>
                    </a:cubicBezTo>
                    <a:cubicBezTo>
                      <a:pt x="1204" y="207"/>
                      <a:pt x="1204" y="207"/>
                      <a:pt x="1204" y="207"/>
                    </a:cubicBezTo>
                    <a:cubicBezTo>
                      <a:pt x="1204" y="203"/>
                      <a:pt x="1204" y="203"/>
                      <a:pt x="1204" y="203"/>
                    </a:cubicBezTo>
                    <a:cubicBezTo>
                      <a:pt x="1205" y="202"/>
                      <a:pt x="1205" y="202"/>
                      <a:pt x="1205" y="202"/>
                    </a:cubicBezTo>
                    <a:cubicBezTo>
                      <a:pt x="1204" y="200"/>
                      <a:pt x="1204" y="200"/>
                      <a:pt x="1204" y="200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7" y="197"/>
                      <a:pt x="1207" y="197"/>
                      <a:pt x="1207" y="197"/>
                    </a:cubicBezTo>
                    <a:cubicBezTo>
                      <a:pt x="1207" y="195"/>
                      <a:pt x="1207" y="195"/>
                      <a:pt x="1207" y="195"/>
                    </a:cubicBezTo>
                    <a:cubicBezTo>
                      <a:pt x="1208" y="195"/>
                      <a:pt x="1208" y="195"/>
                      <a:pt x="1208" y="195"/>
                    </a:cubicBezTo>
                    <a:cubicBezTo>
                      <a:pt x="1210" y="193"/>
                      <a:pt x="1210" y="193"/>
                      <a:pt x="1210" y="193"/>
                    </a:cubicBezTo>
                    <a:cubicBezTo>
                      <a:pt x="1211" y="192"/>
                      <a:pt x="1211" y="192"/>
                      <a:pt x="1211" y="192"/>
                    </a:cubicBezTo>
                    <a:cubicBezTo>
                      <a:pt x="1212" y="193"/>
                      <a:pt x="1212" y="193"/>
                      <a:pt x="1212" y="193"/>
                    </a:cubicBezTo>
                    <a:cubicBezTo>
                      <a:pt x="1215" y="192"/>
                      <a:pt x="1215" y="192"/>
                      <a:pt x="1215" y="192"/>
                    </a:cubicBezTo>
                    <a:cubicBezTo>
                      <a:pt x="1216" y="192"/>
                      <a:pt x="1216" y="192"/>
                      <a:pt x="1216" y="192"/>
                    </a:cubicBezTo>
                    <a:cubicBezTo>
                      <a:pt x="1220" y="194"/>
                      <a:pt x="1220" y="194"/>
                      <a:pt x="1220" y="194"/>
                    </a:cubicBezTo>
                    <a:cubicBezTo>
                      <a:pt x="1220" y="195"/>
                      <a:pt x="1220" y="195"/>
                      <a:pt x="1220" y="195"/>
                    </a:cubicBezTo>
                    <a:cubicBezTo>
                      <a:pt x="1222" y="196"/>
                      <a:pt x="1222" y="196"/>
                      <a:pt x="1222" y="196"/>
                    </a:cubicBezTo>
                    <a:cubicBezTo>
                      <a:pt x="1223" y="195"/>
                      <a:pt x="1223" y="195"/>
                      <a:pt x="1223" y="195"/>
                    </a:cubicBezTo>
                    <a:cubicBezTo>
                      <a:pt x="1225" y="199"/>
                      <a:pt x="1225" y="199"/>
                      <a:pt x="1225" y="199"/>
                    </a:cubicBezTo>
                    <a:cubicBezTo>
                      <a:pt x="1226" y="198"/>
                      <a:pt x="1226" y="198"/>
                      <a:pt x="1226" y="198"/>
                    </a:cubicBezTo>
                    <a:cubicBezTo>
                      <a:pt x="1227" y="199"/>
                      <a:pt x="1227" y="199"/>
                      <a:pt x="1227" y="199"/>
                    </a:cubicBezTo>
                    <a:cubicBezTo>
                      <a:pt x="1229" y="199"/>
                      <a:pt x="1229" y="199"/>
                      <a:pt x="1229" y="199"/>
                    </a:cubicBezTo>
                    <a:cubicBezTo>
                      <a:pt x="1231" y="199"/>
                      <a:pt x="1231" y="199"/>
                      <a:pt x="1231" y="199"/>
                    </a:cubicBezTo>
                    <a:cubicBezTo>
                      <a:pt x="1231" y="197"/>
                      <a:pt x="1231" y="197"/>
                      <a:pt x="1231" y="197"/>
                    </a:cubicBezTo>
                    <a:cubicBezTo>
                      <a:pt x="1229" y="195"/>
                      <a:pt x="1229" y="195"/>
                      <a:pt x="1229" y="195"/>
                    </a:cubicBezTo>
                    <a:cubicBezTo>
                      <a:pt x="1230" y="194"/>
                      <a:pt x="1230" y="194"/>
                      <a:pt x="1230" y="194"/>
                    </a:cubicBezTo>
                    <a:cubicBezTo>
                      <a:pt x="1229" y="192"/>
                      <a:pt x="1229" y="192"/>
                      <a:pt x="1229" y="192"/>
                    </a:cubicBezTo>
                    <a:cubicBezTo>
                      <a:pt x="1228" y="192"/>
                      <a:pt x="1228" y="192"/>
                      <a:pt x="1228" y="192"/>
                    </a:cubicBezTo>
                    <a:cubicBezTo>
                      <a:pt x="1228" y="191"/>
                      <a:pt x="1228" y="191"/>
                      <a:pt x="1228" y="191"/>
                    </a:cubicBezTo>
                    <a:cubicBezTo>
                      <a:pt x="1229" y="190"/>
                      <a:pt x="1229" y="190"/>
                      <a:pt x="1229" y="190"/>
                    </a:cubicBezTo>
                    <a:cubicBezTo>
                      <a:pt x="1230" y="187"/>
                      <a:pt x="1230" y="187"/>
                      <a:pt x="1230" y="187"/>
                    </a:cubicBezTo>
                    <a:cubicBezTo>
                      <a:pt x="1231" y="184"/>
                      <a:pt x="1231" y="184"/>
                      <a:pt x="1231" y="184"/>
                    </a:cubicBezTo>
                    <a:cubicBezTo>
                      <a:pt x="1230" y="183"/>
                      <a:pt x="1230" y="183"/>
                      <a:pt x="1230" y="183"/>
                    </a:cubicBezTo>
                    <a:cubicBezTo>
                      <a:pt x="1232" y="181"/>
                      <a:pt x="1232" y="181"/>
                      <a:pt x="1232" y="181"/>
                    </a:cubicBezTo>
                    <a:cubicBezTo>
                      <a:pt x="1231" y="180"/>
                      <a:pt x="1231" y="180"/>
                      <a:pt x="1231" y="180"/>
                    </a:cubicBezTo>
                    <a:cubicBezTo>
                      <a:pt x="1232" y="179"/>
                      <a:pt x="1232" y="179"/>
                      <a:pt x="1232" y="179"/>
                    </a:cubicBezTo>
                    <a:cubicBezTo>
                      <a:pt x="1231" y="176"/>
                      <a:pt x="1231" y="176"/>
                      <a:pt x="1231" y="176"/>
                    </a:cubicBezTo>
                    <a:cubicBezTo>
                      <a:pt x="1230" y="176"/>
                      <a:pt x="1230" y="176"/>
                      <a:pt x="1230" y="176"/>
                    </a:cubicBezTo>
                    <a:cubicBezTo>
                      <a:pt x="1232" y="176"/>
                      <a:pt x="1232" y="176"/>
                      <a:pt x="1232" y="176"/>
                    </a:cubicBezTo>
                    <a:cubicBezTo>
                      <a:pt x="1233" y="173"/>
                      <a:pt x="1233" y="173"/>
                      <a:pt x="1233" y="173"/>
                    </a:cubicBezTo>
                    <a:cubicBezTo>
                      <a:pt x="1231" y="172"/>
                      <a:pt x="1231" y="172"/>
                      <a:pt x="1231" y="172"/>
                    </a:cubicBezTo>
                    <a:cubicBezTo>
                      <a:pt x="1233" y="172"/>
                      <a:pt x="1233" y="172"/>
                      <a:pt x="1233" y="172"/>
                    </a:cubicBezTo>
                    <a:cubicBezTo>
                      <a:pt x="1233" y="170"/>
                      <a:pt x="1233" y="170"/>
                      <a:pt x="1233" y="170"/>
                    </a:cubicBezTo>
                    <a:cubicBezTo>
                      <a:pt x="1232" y="170"/>
                      <a:pt x="1232" y="170"/>
                      <a:pt x="1232" y="170"/>
                    </a:cubicBezTo>
                    <a:cubicBezTo>
                      <a:pt x="1234" y="169"/>
                      <a:pt x="1234" y="169"/>
                      <a:pt x="1234" y="169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6" y="164"/>
                      <a:pt x="1236" y="164"/>
                      <a:pt x="1236" y="164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8" y="161"/>
                      <a:pt x="1238" y="161"/>
                      <a:pt x="1238" y="161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8" y="160"/>
                      <a:pt x="1238" y="160"/>
                      <a:pt x="1238" y="160"/>
                    </a:cubicBezTo>
                    <a:cubicBezTo>
                      <a:pt x="1240" y="158"/>
                      <a:pt x="1240" y="158"/>
                      <a:pt x="1240" y="158"/>
                    </a:cubicBezTo>
                    <a:cubicBezTo>
                      <a:pt x="1239" y="156"/>
                      <a:pt x="1239" y="156"/>
                      <a:pt x="1239" y="156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40" y="155"/>
                      <a:pt x="1240" y="155"/>
                      <a:pt x="1240" y="155"/>
                    </a:cubicBezTo>
                    <a:cubicBezTo>
                      <a:pt x="1241" y="154"/>
                      <a:pt x="1241" y="154"/>
                      <a:pt x="1241" y="154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7" y="147"/>
                      <a:pt x="1247" y="147"/>
                      <a:pt x="1247" y="147"/>
                    </a:cubicBezTo>
                    <a:cubicBezTo>
                      <a:pt x="1246" y="146"/>
                      <a:pt x="1246" y="146"/>
                      <a:pt x="1246" y="146"/>
                    </a:cubicBezTo>
                    <a:cubicBezTo>
                      <a:pt x="1247" y="146"/>
                      <a:pt x="1247" y="146"/>
                      <a:pt x="1247" y="146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2" y="145"/>
                      <a:pt x="1252" y="145"/>
                      <a:pt x="1252" y="145"/>
                    </a:cubicBezTo>
                    <a:cubicBezTo>
                      <a:pt x="1253" y="145"/>
                      <a:pt x="1253" y="145"/>
                      <a:pt x="1253" y="145"/>
                    </a:cubicBezTo>
                    <a:cubicBezTo>
                      <a:pt x="1254" y="146"/>
                      <a:pt x="1254" y="146"/>
                      <a:pt x="1254" y="146"/>
                    </a:cubicBezTo>
                    <a:cubicBezTo>
                      <a:pt x="1260" y="146"/>
                      <a:pt x="1260" y="146"/>
                      <a:pt x="1260" y="146"/>
                    </a:cubicBezTo>
                    <a:cubicBezTo>
                      <a:pt x="1261" y="147"/>
                      <a:pt x="1261" y="147"/>
                      <a:pt x="1261" y="147"/>
                    </a:cubicBezTo>
                    <a:cubicBezTo>
                      <a:pt x="1262" y="146"/>
                      <a:pt x="1262" y="146"/>
                      <a:pt x="1262" y="146"/>
                    </a:cubicBezTo>
                    <a:cubicBezTo>
                      <a:pt x="1261" y="143"/>
                      <a:pt x="1261" y="143"/>
                      <a:pt x="1261" y="143"/>
                    </a:cubicBezTo>
                    <a:cubicBezTo>
                      <a:pt x="1260" y="143"/>
                      <a:pt x="1260" y="143"/>
                      <a:pt x="1260" y="143"/>
                    </a:cubicBezTo>
                    <a:cubicBezTo>
                      <a:pt x="1261" y="142"/>
                      <a:pt x="1261" y="142"/>
                      <a:pt x="1261" y="142"/>
                    </a:cubicBezTo>
                    <a:cubicBezTo>
                      <a:pt x="1261" y="137"/>
                      <a:pt x="1261" y="137"/>
                      <a:pt x="1261" y="137"/>
                    </a:cubicBezTo>
                    <a:cubicBezTo>
                      <a:pt x="1259" y="134"/>
                      <a:pt x="1259" y="134"/>
                      <a:pt x="1259" y="134"/>
                    </a:cubicBezTo>
                    <a:cubicBezTo>
                      <a:pt x="1257" y="134"/>
                      <a:pt x="1257" y="134"/>
                      <a:pt x="1257" y="134"/>
                    </a:cubicBezTo>
                    <a:cubicBezTo>
                      <a:pt x="1255" y="132"/>
                      <a:pt x="1255" y="132"/>
                      <a:pt x="1255" y="132"/>
                    </a:cubicBezTo>
                    <a:cubicBezTo>
                      <a:pt x="1257" y="130"/>
                      <a:pt x="1257" y="130"/>
                      <a:pt x="1257" y="130"/>
                    </a:cubicBezTo>
                    <a:cubicBezTo>
                      <a:pt x="1254" y="128"/>
                      <a:pt x="1254" y="128"/>
                      <a:pt x="1254" y="128"/>
                    </a:cubicBezTo>
                    <a:cubicBezTo>
                      <a:pt x="1251" y="127"/>
                      <a:pt x="1251" y="127"/>
                      <a:pt x="1251" y="127"/>
                    </a:cubicBezTo>
                    <a:cubicBezTo>
                      <a:pt x="1248" y="125"/>
                      <a:pt x="1248" y="125"/>
                      <a:pt x="1248" y="125"/>
                    </a:cubicBezTo>
                    <a:cubicBezTo>
                      <a:pt x="1246" y="122"/>
                      <a:pt x="1246" y="122"/>
                      <a:pt x="1246" y="122"/>
                    </a:cubicBezTo>
                    <a:cubicBezTo>
                      <a:pt x="1245" y="123"/>
                      <a:pt x="1245" y="123"/>
                      <a:pt x="1245" y="123"/>
                    </a:cubicBezTo>
                    <a:cubicBezTo>
                      <a:pt x="1242" y="118"/>
                      <a:pt x="1242" y="118"/>
                      <a:pt x="1242" y="118"/>
                    </a:cubicBezTo>
                    <a:cubicBezTo>
                      <a:pt x="1239" y="115"/>
                      <a:pt x="1239" y="115"/>
                      <a:pt x="1239" y="115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8" y="119"/>
                      <a:pt x="1238" y="119"/>
                      <a:pt x="1238" y="119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8" y="116"/>
                      <a:pt x="1238" y="116"/>
                      <a:pt x="1238" y="116"/>
                    </a:cubicBezTo>
                    <a:cubicBezTo>
                      <a:pt x="1237" y="114"/>
                      <a:pt x="1237" y="114"/>
                      <a:pt x="1237" y="114"/>
                    </a:cubicBezTo>
                    <a:cubicBezTo>
                      <a:pt x="1233" y="111"/>
                      <a:pt x="1233" y="111"/>
                      <a:pt x="1233" y="111"/>
                    </a:cubicBezTo>
                    <a:cubicBezTo>
                      <a:pt x="1231" y="110"/>
                      <a:pt x="1231" y="110"/>
                      <a:pt x="1231" y="110"/>
                    </a:cubicBezTo>
                    <a:cubicBezTo>
                      <a:pt x="1232" y="112"/>
                      <a:pt x="1232" y="112"/>
                      <a:pt x="1232" y="112"/>
                    </a:cubicBezTo>
                    <a:cubicBezTo>
                      <a:pt x="1231" y="113"/>
                      <a:pt x="1231" y="113"/>
                      <a:pt x="1231" y="113"/>
                    </a:cubicBezTo>
                    <a:cubicBezTo>
                      <a:pt x="1230" y="113"/>
                      <a:pt x="1230" y="113"/>
                      <a:pt x="1230" y="113"/>
                    </a:cubicBezTo>
                    <a:cubicBezTo>
                      <a:pt x="1228" y="111"/>
                      <a:pt x="1228" y="111"/>
                      <a:pt x="1228" y="111"/>
                    </a:cubicBezTo>
                    <a:cubicBezTo>
                      <a:pt x="1226" y="111"/>
                      <a:pt x="1226" y="111"/>
                      <a:pt x="1226" y="111"/>
                    </a:cubicBezTo>
                    <a:cubicBezTo>
                      <a:pt x="1225" y="108"/>
                      <a:pt x="1225" y="108"/>
                      <a:pt x="1225" y="108"/>
                    </a:cubicBezTo>
                    <a:cubicBezTo>
                      <a:pt x="1225" y="107"/>
                      <a:pt x="1225" y="107"/>
                      <a:pt x="1225" y="107"/>
                    </a:cubicBezTo>
                    <a:cubicBezTo>
                      <a:pt x="1226" y="108"/>
                      <a:pt x="1226" y="108"/>
                      <a:pt x="1226" y="108"/>
                    </a:cubicBezTo>
                    <a:cubicBezTo>
                      <a:pt x="1227" y="107"/>
                      <a:pt x="1227" y="107"/>
                      <a:pt x="1227" y="107"/>
                    </a:cubicBezTo>
                    <a:cubicBezTo>
                      <a:pt x="1228" y="108"/>
                      <a:pt x="1228" y="108"/>
                      <a:pt x="1228" y="108"/>
                    </a:cubicBezTo>
                    <a:cubicBezTo>
                      <a:pt x="1231" y="105"/>
                      <a:pt x="1231" y="105"/>
                      <a:pt x="1231" y="105"/>
                    </a:cubicBezTo>
                    <a:cubicBezTo>
                      <a:pt x="1231" y="108"/>
                      <a:pt x="1231" y="108"/>
                      <a:pt x="1231" y="108"/>
                    </a:cubicBezTo>
                    <a:cubicBezTo>
                      <a:pt x="1233" y="106"/>
                      <a:pt x="1233" y="106"/>
                      <a:pt x="1233" y="106"/>
                    </a:cubicBezTo>
                    <a:cubicBezTo>
                      <a:pt x="1233" y="104"/>
                      <a:pt x="1233" y="104"/>
                      <a:pt x="1233" y="104"/>
                    </a:cubicBezTo>
                    <a:cubicBezTo>
                      <a:pt x="1235" y="101"/>
                      <a:pt x="1235" y="101"/>
                      <a:pt x="1235" y="101"/>
                    </a:cubicBezTo>
                    <a:cubicBezTo>
                      <a:pt x="1235" y="100"/>
                      <a:pt x="1235" y="100"/>
                      <a:pt x="1235" y="100"/>
                    </a:cubicBezTo>
                    <a:cubicBezTo>
                      <a:pt x="1235" y="98"/>
                      <a:pt x="1235" y="98"/>
                      <a:pt x="1235" y="98"/>
                    </a:cubicBezTo>
                    <a:cubicBezTo>
                      <a:pt x="1234" y="95"/>
                      <a:pt x="1234" y="95"/>
                      <a:pt x="1234" y="95"/>
                    </a:cubicBezTo>
                    <a:cubicBezTo>
                      <a:pt x="1235" y="90"/>
                      <a:pt x="1235" y="90"/>
                      <a:pt x="1235" y="90"/>
                    </a:cubicBezTo>
                    <a:cubicBezTo>
                      <a:pt x="1235" y="87"/>
                      <a:pt x="1235" y="87"/>
                      <a:pt x="1235" y="87"/>
                    </a:cubicBezTo>
                    <a:cubicBezTo>
                      <a:pt x="1234" y="85"/>
                      <a:pt x="1234" y="85"/>
                      <a:pt x="1234" y="85"/>
                    </a:cubicBezTo>
                    <a:cubicBezTo>
                      <a:pt x="1233" y="84"/>
                      <a:pt x="1233" y="84"/>
                      <a:pt x="1233" y="84"/>
                    </a:cubicBezTo>
                    <a:cubicBezTo>
                      <a:pt x="1232" y="83"/>
                      <a:pt x="1232" y="83"/>
                      <a:pt x="1232" y="83"/>
                    </a:cubicBezTo>
                    <a:cubicBezTo>
                      <a:pt x="1233" y="82"/>
                      <a:pt x="1233" y="82"/>
                      <a:pt x="1233" y="82"/>
                    </a:cubicBezTo>
                    <a:cubicBezTo>
                      <a:pt x="1232" y="79"/>
                      <a:pt x="1232" y="79"/>
                      <a:pt x="1232" y="79"/>
                    </a:cubicBezTo>
                    <a:cubicBezTo>
                      <a:pt x="1230" y="78"/>
                      <a:pt x="1230" y="78"/>
                      <a:pt x="1230" y="78"/>
                    </a:cubicBezTo>
                    <a:cubicBezTo>
                      <a:pt x="1228" y="79"/>
                      <a:pt x="1228" y="79"/>
                      <a:pt x="1228" y="79"/>
                    </a:cubicBezTo>
                    <a:cubicBezTo>
                      <a:pt x="1225" y="78"/>
                      <a:pt x="1225" y="78"/>
                      <a:pt x="1225" y="78"/>
                    </a:cubicBezTo>
                    <a:cubicBezTo>
                      <a:pt x="1221" y="74"/>
                      <a:pt x="1221" y="74"/>
                      <a:pt x="1221" y="74"/>
                    </a:cubicBezTo>
                    <a:cubicBezTo>
                      <a:pt x="1221" y="73"/>
                      <a:pt x="1221" y="73"/>
                      <a:pt x="1221" y="73"/>
                    </a:cubicBezTo>
                    <a:cubicBezTo>
                      <a:pt x="1223" y="73"/>
                      <a:pt x="1223" y="73"/>
                      <a:pt x="1223" y="73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3" y="70"/>
                      <a:pt x="1223" y="70"/>
                      <a:pt x="1223" y="70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5" y="69"/>
                      <a:pt x="1225" y="69"/>
                      <a:pt x="1225" y="69"/>
                    </a:cubicBezTo>
                    <a:cubicBezTo>
                      <a:pt x="1224" y="67"/>
                      <a:pt x="1224" y="67"/>
                      <a:pt x="1224" y="67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5" y="67"/>
                      <a:pt x="1225" y="67"/>
                      <a:pt x="1225" y="67"/>
                    </a:cubicBezTo>
                    <a:cubicBezTo>
                      <a:pt x="1226" y="67"/>
                      <a:pt x="1226" y="67"/>
                      <a:pt x="1226" y="67"/>
                    </a:cubicBezTo>
                    <a:cubicBezTo>
                      <a:pt x="1226" y="71"/>
                      <a:pt x="1226" y="71"/>
                      <a:pt x="1226" y="71"/>
                    </a:cubicBezTo>
                    <a:cubicBezTo>
                      <a:pt x="1226" y="72"/>
                      <a:pt x="1226" y="72"/>
                      <a:pt x="1226" y="72"/>
                    </a:cubicBezTo>
                    <a:cubicBezTo>
                      <a:pt x="1230" y="75"/>
                      <a:pt x="1230" y="75"/>
                      <a:pt x="1230" y="75"/>
                    </a:cubicBezTo>
                    <a:cubicBezTo>
                      <a:pt x="1232" y="74"/>
                      <a:pt x="1232" y="74"/>
                      <a:pt x="1232" y="74"/>
                    </a:cubicBezTo>
                    <a:cubicBezTo>
                      <a:pt x="1233" y="75"/>
                      <a:pt x="1233" y="75"/>
                      <a:pt x="1233" y="75"/>
                    </a:cubicBezTo>
                    <a:cubicBezTo>
                      <a:pt x="1233" y="77"/>
                      <a:pt x="1233" y="77"/>
                      <a:pt x="1233" y="77"/>
                    </a:cubicBezTo>
                    <a:cubicBezTo>
                      <a:pt x="1235" y="77"/>
                      <a:pt x="1235" y="77"/>
                      <a:pt x="1235" y="77"/>
                    </a:cubicBezTo>
                    <a:cubicBezTo>
                      <a:pt x="1238" y="73"/>
                      <a:pt x="1238" y="73"/>
                      <a:pt x="1238" y="73"/>
                    </a:cubicBezTo>
                    <a:cubicBezTo>
                      <a:pt x="1239" y="71"/>
                      <a:pt x="1239" y="71"/>
                      <a:pt x="1239" y="71"/>
                    </a:cubicBezTo>
                    <a:cubicBezTo>
                      <a:pt x="1238" y="70"/>
                      <a:pt x="1238" y="70"/>
                      <a:pt x="1238" y="70"/>
                    </a:cubicBezTo>
                    <a:cubicBezTo>
                      <a:pt x="1238" y="69"/>
                      <a:pt x="1238" y="69"/>
                      <a:pt x="1238" y="69"/>
                    </a:cubicBezTo>
                    <a:cubicBezTo>
                      <a:pt x="1239" y="69"/>
                      <a:pt x="1239" y="69"/>
                      <a:pt x="1239" y="69"/>
                    </a:cubicBezTo>
                    <a:cubicBezTo>
                      <a:pt x="1241" y="68"/>
                      <a:pt x="1241" y="68"/>
                      <a:pt x="1241" y="68"/>
                    </a:cubicBezTo>
                    <a:cubicBezTo>
                      <a:pt x="1243" y="67"/>
                      <a:pt x="1243" y="67"/>
                      <a:pt x="1243" y="67"/>
                    </a:cubicBezTo>
                    <a:cubicBezTo>
                      <a:pt x="1244" y="66"/>
                      <a:pt x="1244" y="66"/>
                      <a:pt x="1244" y="66"/>
                    </a:cubicBezTo>
                    <a:cubicBezTo>
                      <a:pt x="1245" y="66"/>
                      <a:pt x="1245" y="66"/>
                      <a:pt x="1245" y="66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50" y="72"/>
                      <a:pt x="1250" y="72"/>
                      <a:pt x="1250" y="72"/>
                    </a:cubicBezTo>
                    <a:cubicBezTo>
                      <a:pt x="1250" y="73"/>
                      <a:pt x="1250" y="73"/>
                      <a:pt x="1250" y="73"/>
                    </a:cubicBezTo>
                    <a:cubicBezTo>
                      <a:pt x="1251" y="74"/>
                      <a:pt x="1251" y="74"/>
                      <a:pt x="1251" y="74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4"/>
                      <a:pt x="1254" y="74"/>
                      <a:pt x="1254" y="74"/>
                    </a:cubicBezTo>
                    <a:cubicBezTo>
                      <a:pt x="1256" y="74"/>
                      <a:pt x="1256" y="74"/>
                      <a:pt x="1256" y="74"/>
                    </a:cubicBezTo>
                    <a:cubicBezTo>
                      <a:pt x="1257" y="72"/>
                      <a:pt x="1257" y="72"/>
                      <a:pt x="1257" y="72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60" y="71"/>
                      <a:pt x="1260" y="71"/>
                      <a:pt x="1260" y="71"/>
                    </a:cubicBezTo>
                    <a:cubicBezTo>
                      <a:pt x="1261" y="71"/>
                      <a:pt x="1261" y="71"/>
                      <a:pt x="1261" y="71"/>
                    </a:cubicBezTo>
                    <a:cubicBezTo>
                      <a:pt x="1264" y="71"/>
                      <a:pt x="1264" y="71"/>
                      <a:pt x="1264" y="71"/>
                    </a:cubicBezTo>
                    <a:cubicBezTo>
                      <a:pt x="1265" y="72"/>
                      <a:pt x="1265" y="72"/>
                      <a:pt x="1265" y="72"/>
                    </a:cubicBezTo>
                    <a:cubicBezTo>
                      <a:pt x="1266" y="71"/>
                      <a:pt x="1266" y="71"/>
                      <a:pt x="1266" y="71"/>
                    </a:cubicBezTo>
                    <a:cubicBezTo>
                      <a:pt x="1266" y="72"/>
                      <a:pt x="1266" y="72"/>
                      <a:pt x="1266" y="72"/>
                    </a:cubicBezTo>
                    <a:cubicBezTo>
                      <a:pt x="1268" y="72"/>
                      <a:pt x="1268" y="72"/>
                      <a:pt x="1268" y="72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70" y="71"/>
                      <a:pt x="1270" y="71"/>
                      <a:pt x="1270" y="71"/>
                    </a:cubicBezTo>
                    <a:cubicBezTo>
                      <a:pt x="1273" y="70"/>
                      <a:pt x="1273" y="70"/>
                      <a:pt x="1273" y="70"/>
                    </a:cubicBezTo>
                    <a:cubicBezTo>
                      <a:pt x="1273" y="68"/>
                      <a:pt x="1273" y="68"/>
                      <a:pt x="1273" y="68"/>
                    </a:cubicBezTo>
                    <a:cubicBezTo>
                      <a:pt x="1271" y="66"/>
                      <a:pt x="1271" y="66"/>
                      <a:pt x="1271" y="66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69" y="66"/>
                      <a:pt x="1269" y="66"/>
                      <a:pt x="1269" y="66"/>
                    </a:cubicBezTo>
                    <a:cubicBezTo>
                      <a:pt x="1269" y="65"/>
                      <a:pt x="1269" y="65"/>
                      <a:pt x="1269" y="65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72" y="65"/>
                      <a:pt x="1272" y="65"/>
                      <a:pt x="1272" y="65"/>
                    </a:cubicBezTo>
                    <a:cubicBezTo>
                      <a:pt x="1272" y="63"/>
                      <a:pt x="1272" y="63"/>
                      <a:pt x="1272" y="63"/>
                    </a:cubicBezTo>
                    <a:cubicBezTo>
                      <a:pt x="1270" y="62"/>
                      <a:pt x="1270" y="62"/>
                      <a:pt x="1270" y="62"/>
                    </a:cubicBezTo>
                    <a:cubicBezTo>
                      <a:pt x="1269" y="62"/>
                      <a:pt x="1269" y="62"/>
                      <a:pt x="1269" y="62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6" y="63"/>
                      <a:pt x="1266" y="63"/>
                      <a:pt x="1266" y="63"/>
                    </a:cubicBezTo>
                    <a:cubicBezTo>
                      <a:pt x="1267" y="62"/>
                      <a:pt x="1267" y="62"/>
                      <a:pt x="1267" y="62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6" y="56"/>
                      <a:pt x="1266" y="56"/>
                      <a:pt x="1266" y="56"/>
                    </a:cubicBezTo>
                    <a:cubicBezTo>
                      <a:pt x="1265" y="54"/>
                      <a:pt x="1265" y="54"/>
                      <a:pt x="1265" y="54"/>
                    </a:cubicBezTo>
                    <a:cubicBezTo>
                      <a:pt x="1265" y="53"/>
                      <a:pt x="1265" y="53"/>
                      <a:pt x="1265" y="53"/>
                    </a:cubicBezTo>
                    <a:cubicBezTo>
                      <a:pt x="1263" y="51"/>
                      <a:pt x="1263" y="51"/>
                      <a:pt x="1263" y="51"/>
                    </a:cubicBezTo>
                    <a:cubicBezTo>
                      <a:pt x="1260" y="51"/>
                      <a:pt x="1260" y="51"/>
                      <a:pt x="1260" y="51"/>
                    </a:cubicBezTo>
                    <a:cubicBezTo>
                      <a:pt x="1261" y="50"/>
                      <a:pt x="1261" y="50"/>
                      <a:pt x="1261" y="50"/>
                    </a:cubicBezTo>
                    <a:cubicBezTo>
                      <a:pt x="1259" y="48"/>
                      <a:pt x="1259" y="48"/>
                      <a:pt x="1259" y="48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58" y="46"/>
                      <a:pt x="1258" y="46"/>
                      <a:pt x="1258" y="46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6" y="46"/>
                      <a:pt x="1256" y="46"/>
                      <a:pt x="1256" y="46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8" y="45"/>
                      <a:pt x="1258" y="45"/>
                      <a:pt x="1258" y="45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61" y="43"/>
                      <a:pt x="1261" y="43"/>
                      <a:pt x="1261" y="43"/>
                    </a:cubicBezTo>
                    <a:cubicBezTo>
                      <a:pt x="1262" y="43"/>
                      <a:pt x="1262" y="43"/>
                      <a:pt x="1262" y="43"/>
                    </a:cubicBezTo>
                    <a:cubicBezTo>
                      <a:pt x="1263" y="41"/>
                      <a:pt x="1263" y="41"/>
                      <a:pt x="1263" y="41"/>
                    </a:cubicBezTo>
                    <a:cubicBezTo>
                      <a:pt x="1262" y="39"/>
                      <a:pt x="1262" y="39"/>
                      <a:pt x="1262" y="39"/>
                    </a:cubicBezTo>
                    <a:cubicBezTo>
                      <a:pt x="1263" y="39"/>
                      <a:pt x="1263" y="39"/>
                      <a:pt x="1263" y="39"/>
                    </a:cubicBezTo>
                    <a:cubicBezTo>
                      <a:pt x="1264" y="38"/>
                      <a:pt x="1264" y="38"/>
                      <a:pt x="1264" y="38"/>
                    </a:cubicBezTo>
                    <a:cubicBezTo>
                      <a:pt x="1264" y="36"/>
                      <a:pt x="1264" y="36"/>
                      <a:pt x="1264" y="36"/>
                    </a:cubicBezTo>
                    <a:cubicBezTo>
                      <a:pt x="1262" y="35"/>
                      <a:pt x="1262" y="35"/>
                      <a:pt x="1262" y="35"/>
                    </a:cubicBezTo>
                    <a:cubicBezTo>
                      <a:pt x="1261" y="33"/>
                      <a:pt x="1261" y="33"/>
                      <a:pt x="1261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1"/>
                      <a:pt x="1260" y="31"/>
                      <a:pt x="1260" y="31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60" y="26"/>
                      <a:pt x="1260" y="26"/>
                      <a:pt x="1260" y="26"/>
                    </a:cubicBezTo>
                    <a:cubicBezTo>
                      <a:pt x="1260" y="24"/>
                      <a:pt x="1260" y="24"/>
                      <a:pt x="1260" y="24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4"/>
                      <a:pt x="1256" y="24"/>
                      <a:pt x="1256" y="24"/>
                    </a:cubicBezTo>
                    <a:cubicBezTo>
                      <a:pt x="1254" y="24"/>
                      <a:pt x="1254" y="24"/>
                      <a:pt x="1254" y="24"/>
                    </a:cubicBezTo>
                    <a:cubicBezTo>
                      <a:pt x="1254" y="23"/>
                      <a:pt x="1254" y="23"/>
                      <a:pt x="1254" y="23"/>
                    </a:cubicBezTo>
                    <a:cubicBezTo>
                      <a:pt x="1248" y="22"/>
                      <a:pt x="1248" y="22"/>
                      <a:pt x="1248" y="22"/>
                    </a:cubicBezTo>
                    <a:cubicBezTo>
                      <a:pt x="1247" y="23"/>
                      <a:pt x="1247" y="23"/>
                      <a:pt x="1247" y="23"/>
                    </a:cubicBezTo>
                    <a:cubicBezTo>
                      <a:pt x="1245" y="22"/>
                      <a:pt x="1245" y="22"/>
                      <a:pt x="1245" y="22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1" y="20"/>
                      <a:pt x="1241" y="20"/>
                      <a:pt x="1241" y="20"/>
                    </a:cubicBezTo>
                    <a:cubicBezTo>
                      <a:pt x="1239" y="19"/>
                      <a:pt x="1239" y="19"/>
                      <a:pt x="1239" y="19"/>
                    </a:cubicBezTo>
                    <a:cubicBezTo>
                      <a:pt x="1238" y="22"/>
                      <a:pt x="1238" y="22"/>
                      <a:pt x="1238" y="22"/>
                    </a:cubicBezTo>
                    <a:cubicBezTo>
                      <a:pt x="1237" y="22"/>
                      <a:pt x="1237" y="22"/>
                      <a:pt x="1237" y="22"/>
                    </a:cubicBezTo>
                    <a:cubicBezTo>
                      <a:pt x="1236" y="22"/>
                      <a:pt x="1236" y="22"/>
                      <a:pt x="1236" y="22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2" y="24"/>
                      <a:pt x="1232" y="24"/>
                      <a:pt x="1232" y="24"/>
                    </a:cubicBezTo>
                    <a:cubicBezTo>
                      <a:pt x="1230" y="27"/>
                      <a:pt x="1230" y="27"/>
                      <a:pt x="1230" y="27"/>
                    </a:cubicBezTo>
                    <a:cubicBezTo>
                      <a:pt x="1229" y="29"/>
                      <a:pt x="1229" y="29"/>
                      <a:pt x="1229" y="29"/>
                    </a:cubicBezTo>
                    <a:cubicBezTo>
                      <a:pt x="1227" y="31"/>
                      <a:pt x="1227" y="31"/>
                      <a:pt x="1227" y="31"/>
                    </a:cubicBezTo>
                    <a:cubicBezTo>
                      <a:pt x="1228" y="33"/>
                      <a:pt x="1228" y="33"/>
                      <a:pt x="1228" y="33"/>
                    </a:cubicBezTo>
                    <a:cubicBezTo>
                      <a:pt x="1230" y="31"/>
                      <a:pt x="1230" y="31"/>
                      <a:pt x="1230" y="31"/>
                    </a:cubicBezTo>
                    <a:cubicBezTo>
                      <a:pt x="1231" y="31"/>
                      <a:pt x="1231" y="31"/>
                      <a:pt x="1231" y="31"/>
                    </a:cubicBezTo>
                    <a:cubicBezTo>
                      <a:pt x="1231" y="32"/>
                      <a:pt x="1231" y="32"/>
                      <a:pt x="1231" y="32"/>
                    </a:cubicBezTo>
                    <a:cubicBezTo>
                      <a:pt x="1233" y="33"/>
                      <a:pt x="1233" y="33"/>
                      <a:pt x="1233" y="33"/>
                    </a:cubicBezTo>
                    <a:cubicBezTo>
                      <a:pt x="1235" y="35"/>
                      <a:pt x="1235" y="35"/>
                      <a:pt x="1235" y="35"/>
                    </a:cubicBezTo>
                    <a:cubicBezTo>
                      <a:pt x="1236" y="36"/>
                      <a:pt x="1236" y="36"/>
                      <a:pt x="1236" y="36"/>
                    </a:cubicBezTo>
                    <a:cubicBezTo>
                      <a:pt x="1235" y="37"/>
                      <a:pt x="1235" y="37"/>
                      <a:pt x="1235" y="37"/>
                    </a:cubicBezTo>
                    <a:cubicBezTo>
                      <a:pt x="1235" y="39"/>
                      <a:pt x="1235" y="39"/>
                      <a:pt x="1235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7" y="40"/>
                      <a:pt x="1237" y="40"/>
                      <a:pt x="1237" y="40"/>
                    </a:cubicBezTo>
                    <a:cubicBezTo>
                      <a:pt x="1237" y="42"/>
                      <a:pt x="1237" y="42"/>
                      <a:pt x="1237" y="42"/>
                    </a:cubicBezTo>
                    <a:cubicBezTo>
                      <a:pt x="1236" y="40"/>
                      <a:pt x="1236" y="40"/>
                      <a:pt x="1236" y="40"/>
                    </a:cubicBezTo>
                    <a:cubicBezTo>
                      <a:pt x="1234" y="40"/>
                      <a:pt x="1234" y="40"/>
                      <a:pt x="1234" y="40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0"/>
                      <a:pt x="1232" y="40"/>
                      <a:pt x="1232" y="40"/>
                    </a:cubicBezTo>
                    <a:cubicBezTo>
                      <a:pt x="1232" y="39"/>
                      <a:pt x="1232" y="39"/>
                      <a:pt x="1232" y="39"/>
                    </a:cubicBezTo>
                    <a:cubicBezTo>
                      <a:pt x="1231" y="37"/>
                      <a:pt x="1231" y="37"/>
                      <a:pt x="1231" y="37"/>
                    </a:cubicBezTo>
                    <a:cubicBezTo>
                      <a:pt x="1230" y="36"/>
                      <a:pt x="1230" y="36"/>
                      <a:pt x="1230" y="36"/>
                    </a:cubicBezTo>
                    <a:cubicBezTo>
                      <a:pt x="1229" y="34"/>
                      <a:pt x="1229" y="34"/>
                      <a:pt x="1229" y="34"/>
                    </a:cubicBezTo>
                    <a:cubicBezTo>
                      <a:pt x="1227" y="33"/>
                      <a:pt x="1227" y="33"/>
                      <a:pt x="1227" y="33"/>
                    </a:cubicBezTo>
                    <a:cubicBezTo>
                      <a:pt x="1224" y="29"/>
                      <a:pt x="1224" y="29"/>
                      <a:pt x="1224" y="29"/>
                    </a:cubicBezTo>
                    <a:cubicBezTo>
                      <a:pt x="1223" y="28"/>
                      <a:pt x="1223" y="28"/>
                      <a:pt x="1223" y="28"/>
                    </a:cubicBezTo>
                    <a:cubicBezTo>
                      <a:pt x="1223" y="27"/>
                      <a:pt x="1223" y="27"/>
                      <a:pt x="1223" y="27"/>
                    </a:cubicBezTo>
                    <a:cubicBezTo>
                      <a:pt x="1222" y="26"/>
                      <a:pt x="1222" y="26"/>
                      <a:pt x="1222" y="26"/>
                    </a:cubicBezTo>
                    <a:cubicBezTo>
                      <a:pt x="1219" y="25"/>
                      <a:pt x="1219" y="25"/>
                      <a:pt x="1219" y="25"/>
                    </a:cubicBezTo>
                    <a:cubicBezTo>
                      <a:pt x="1217" y="24"/>
                      <a:pt x="1217" y="24"/>
                      <a:pt x="1217" y="24"/>
                    </a:cubicBezTo>
                    <a:cubicBezTo>
                      <a:pt x="1214" y="23"/>
                      <a:pt x="1214" y="23"/>
                      <a:pt x="1214" y="23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1" y="23"/>
                      <a:pt x="1211" y="23"/>
                      <a:pt x="1211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4" y="22"/>
                      <a:pt x="1204" y="22"/>
                      <a:pt x="1204" y="22"/>
                    </a:cubicBezTo>
                    <a:cubicBezTo>
                      <a:pt x="1203" y="23"/>
                      <a:pt x="1203" y="23"/>
                      <a:pt x="1203" y="23"/>
                    </a:cubicBezTo>
                    <a:cubicBezTo>
                      <a:pt x="1203" y="24"/>
                      <a:pt x="1203" y="24"/>
                      <a:pt x="1203" y="24"/>
                    </a:cubicBezTo>
                    <a:cubicBezTo>
                      <a:pt x="1202" y="22"/>
                      <a:pt x="1202" y="22"/>
                      <a:pt x="1202" y="22"/>
                    </a:cubicBezTo>
                    <a:cubicBezTo>
                      <a:pt x="1199" y="22"/>
                      <a:pt x="1199" y="22"/>
                      <a:pt x="1199" y="22"/>
                    </a:cubicBezTo>
                    <a:cubicBezTo>
                      <a:pt x="1199" y="23"/>
                      <a:pt x="1199" y="23"/>
                      <a:pt x="1199" y="23"/>
                    </a:cubicBezTo>
                    <a:cubicBezTo>
                      <a:pt x="1194" y="22"/>
                      <a:pt x="1194" y="22"/>
                      <a:pt x="1194" y="22"/>
                    </a:cubicBezTo>
                    <a:cubicBezTo>
                      <a:pt x="1192" y="23"/>
                      <a:pt x="1192" y="23"/>
                      <a:pt x="1192" y="23"/>
                    </a:cubicBezTo>
                    <a:cubicBezTo>
                      <a:pt x="1191" y="22"/>
                      <a:pt x="1191" y="22"/>
                      <a:pt x="1191" y="22"/>
                    </a:cubicBezTo>
                    <a:cubicBezTo>
                      <a:pt x="1191" y="21"/>
                      <a:pt x="1191" y="21"/>
                      <a:pt x="1191" y="21"/>
                    </a:cubicBezTo>
                    <a:cubicBezTo>
                      <a:pt x="1188" y="21"/>
                      <a:pt x="1188" y="21"/>
                      <a:pt x="1188" y="21"/>
                    </a:cubicBezTo>
                    <a:cubicBezTo>
                      <a:pt x="1187" y="21"/>
                      <a:pt x="1187" y="21"/>
                      <a:pt x="1187" y="21"/>
                    </a:cubicBezTo>
                    <a:cubicBezTo>
                      <a:pt x="1186" y="21"/>
                      <a:pt x="1186" y="21"/>
                      <a:pt x="1186" y="21"/>
                    </a:cubicBezTo>
                    <a:cubicBezTo>
                      <a:pt x="1184" y="20"/>
                      <a:pt x="1184" y="20"/>
                      <a:pt x="1184" y="20"/>
                    </a:cubicBezTo>
                    <a:cubicBezTo>
                      <a:pt x="1182" y="21"/>
                      <a:pt x="1182" y="21"/>
                      <a:pt x="1182" y="21"/>
                    </a:cubicBezTo>
                    <a:cubicBezTo>
                      <a:pt x="1183" y="22"/>
                      <a:pt x="1183" y="22"/>
                      <a:pt x="1183" y="22"/>
                    </a:cubicBezTo>
                    <a:cubicBezTo>
                      <a:pt x="1181" y="21"/>
                      <a:pt x="1181" y="21"/>
                      <a:pt x="1181" y="21"/>
                    </a:cubicBezTo>
                    <a:cubicBezTo>
                      <a:pt x="1179" y="22"/>
                      <a:pt x="1179" y="22"/>
                      <a:pt x="1179" y="22"/>
                    </a:cubicBezTo>
                    <a:cubicBezTo>
                      <a:pt x="1179" y="23"/>
                      <a:pt x="1179" y="23"/>
                      <a:pt x="1179" y="23"/>
                    </a:cubicBezTo>
                    <a:cubicBezTo>
                      <a:pt x="1177" y="23"/>
                      <a:pt x="1177" y="23"/>
                      <a:pt x="1177" y="23"/>
                    </a:cubicBezTo>
                    <a:cubicBezTo>
                      <a:pt x="1177" y="22"/>
                      <a:pt x="1177" y="22"/>
                      <a:pt x="1177" y="22"/>
                    </a:cubicBezTo>
                    <a:cubicBezTo>
                      <a:pt x="1173" y="19"/>
                      <a:pt x="1173" y="19"/>
                      <a:pt x="1173" y="19"/>
                    </a:cubicBezTo>
                    <a:cubicBezTo>
                      <a:pt x="1167" y="18"/>
                      <a:pt x="1167" y="18"/>
                      <a:pt x="1167" y="18"/>
                    </a:cubicBezTo>
                    <a:cubicBezTo>
                      <a:pt x="1165" y="19"/>
                      <a:pt x="1165" y="19"/>
                      <a:pt x="1165" y="19"/>
                    </a:cubicBezTo>
                    <a:cubicBezTo>
                      <a:pt x="1166" y="18"/>
                      <a:pt x="1166" y="18"/>
                      <a:pt x="1166" y="18"/>
                    </a:cubicBezTo>
                    <a:cubicBezTo>
                      <a:pt x="1164" y="17"/>
                      <a:pt x="1164" y="17"/>
                      <a:pt x="1164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0" y="17"/>
                      <a:pt x="1160" y="17"/>
                      <a:pt x="1160" y="17"/>
                    </a:cubicBezTo>
                    <a:cubicBezTo>
                      <a:pt x="1156" y="16"/>
                      <a:pt x="1156" y="16"/>
                      <a:pt x="1156" y="16"/>
                    </a:cubicBezTo>
                    <a:cubicBezTo>
                      <a:pt x="1155" y="16"/>
                      <a:pt x="1155" y="16"/>
                      <a:pt x="1155" y="16"/>
                    </a:cubicBezTo>
                    <a:cubicBezTo>
                      <a:pt x="1153" y="16"/>
                      <a:pt x="1153" y="16"/>
                      <a:pt x="1153" y="16"/>
                    </a:cubicBezTo>
                    <a:cubicBezTo>
                      <a:pt x="1152" y="17"/>
                      <a:pt x="1152" y="17"/>
                      <a:pt x="1152" y="17"/>
                    </a:cubicBezTo>
                    <a:cubicBezTo>
                      <a:pt x="1151" y="16"/>
                      <a:pt x="1151" y="16"/>
                      <a:pt x="1151" y="16"/>
                    </a:cubicBezTo>
                    <a:cubicBezTo>
                      <a:pt x="1151" y="15"/>
                      <a:pt x="1151" y="15"/>
                      <a:pt x="1151" y="15"/>
                    </a:cubicBezTo>
                    <a:cubicBezTo>
                      <a:pt x="1149" y="16"/>
                      <a:pt x="1149" y="16"/>
                      <a:pt x="1149" y="16"/>
                    </a:cubicBezTo>
                    <a:cubicBezTo>
                      <a:pt x="1146" y="16"/>
                      <a:pt x="1146" y="16"/>
                      <a:pt x="1146" y="16"/>
                    </a:cubicBezTo>
                    <a:cubicBezTo>
                      <a:pt x="1145" y="15"/>
                      <a:pt x="1145" y="15"/>
                      <a:pt x="1145" y="15"/>
                    </a:cubicBezTo>
                    <a:cubicBezTo>
                      <a:pt x="1142" y="15"/>
                      <a:pt x="1142" y="15"/>
                      <a:pt x="1142" y="15"/>
                    </a:cubicBezTo>
                    <a:cubicBezTo>
                      <a:pt x="1141" y="15"/>
                      <a:pt x="1141" y="15"/>
                      <a:pt x="1141" y="15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33" y="18"/>
                      <a:pt x="1133" y="18"/>
                      <a:pt x="1133" y="18"/>
                    </a:cubicBezTo>
                    <a:cubicBezTo>
                      <a:pt x="1133" y="19"/>
                      <a:pt x="1133" y="19"/>
                      <a:pt x="1133" y="19"/>
                    </a:cubicBezTo>
                    <a:cubicBezTo>
                      <a:pt x="1131" y="18"/>
                      <a:pt x="1131" y="18"/>
                      <a:pt x="1131" y="18"/>
                    </a:cubicBezTo>
                    <a:cubicBezTo>
                      <a:pt x="1131" y="20"/>
                      <a:pt x="1131" y="20"/>
                      <a:pt x="1131" y="20"/>
                    </a:cubicBezTo>
                    <a:cubicBezTo>
                      <a:pt x="1130" y="19"/>
                      <a:pt x="1130" y="19"/>
                      <a:pt x="1130" y="19"/>
                    </a:cubicBezTo>
                    <a:cubicBezTo>
                      <a:pt x="1127" y="19"/>
                      <a:pt x="1127" y="19"/>
                      <a:pt x="1127" y="19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6" y="21"/>
                      <a:pt x="1126" y="21"/>
                      <a:pt x="1126" y="21"/>
                    </a:cubicBezTo>
                    <a:cubicBezTo>
                      <a:pt x="1124" y="20"/>
                      <a:pt x="1124" y="20"/>
                      <a:pt x="1124" y="20"/>
                    </a:cubicBezTo>
                    <a:cubicBezTo>
                      <a:pt x="1121" y="21"/>
                      <a:pt x="1121" y="21"/>
                      <a:pt x="1121" y="21"/>
                    </a:cubicBezTo>
                    <a:cubicBezTo>
                      <a:pt x="1121" y="22"/>
                      <a:pt x="1121" y="22"/>
                      <a:pt x="1121" y="22"/>
                    </a:cubicBezTo>
                    <a:cubicBezTo>
                      <a:pt x="1118" y="22"/>
                      <a:pt x="1118" y="22"/>
                      <a:pt x="1118" y="22"/>
                    </a:cubicBezTo>
                    <a:cubicBezTo>
                      <a:pt x="1114" y="22"/>
                      <a:pt x="1114" y="22"/>
                      <a:pt x="1114" y="22"/>
                    </a:cubicBezTo>
                    <a:cubicBezTo>
                      <a:pt x="1113" y="21"/>
                      <a:pt x="1113" y="21"/>
                      <a:pt x="1113" y="21"/>
                    </a:cubicBezTo>
                    <a:cubicBezTo>
                      <a:pt x="1110" y="22"/>
                      <a:pt x="1110" y="22"/>
                      <a:pt x="1110" y="22"/>
                    </a:cubicBezTo>
                    <a:cubicBezTo>
                      <a:pt x="1109" y="23"/>
                      <a:pt x="1109" y="23"/>
                      <a:pt x="1109" y="23"/>
                    </a:cubicBezTo>
                    <a:cubicBezTo>
                      <a:pt x="1111" y="25"/>
                      <a:pt x="1111" y="25"/>
                      <a:pt x="1111" y="25"/>
                    </a:cubicBezTo>
                    <a:cubicBezTo>
                      <a:pt x="1112" y="27"/>
                      <a:pt x="1112" y="27"/>
                      <a:pt x="1112" y="27"/>
                    </a:cubicBezTo>
                    <a:cubicBezTo>
                      <a:pt x="1113" y="28"/>
                      <a:pt x="1113" y="28"/>
                      <a:pt x="1113" y="28"/>
                    </a:cubicBezTo>
                    <a:cubicBezTo>
                      <a:pt x="1113" y="29"/>
                      <a:pt x="1113" y="29"/>
                      <a:pt x="1113" y="29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2" y="30"/>
                      <a:pt x="1112" y="30"/>
                      <a:pt x="1112" y="30"/>
                    </a:cubicBezTo>
                    <a:cubicBezTo>
                      <a:pt x="1111" y="32"/>
                      <a:pt x="1111" y="32"/>
                      <a:pt x="1111" y="32"/>
                    </a:cubicBezTo>
                    <a:cubicBezTo>
                      <a:pt x="1112" y="33"/>
                      <a:pt x="1112" y="33"/>
                      <a:pt x="1112" y="33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4" y="31"/>
                      <a:pt x="1114" y="31"/>
                      <a:pt x="1114" y="31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4"/>
                      <a:pt x="1114" y="34"/>
                      <a:pt x="1114" y="34"/>
                    </a:cubicBezTo>
                    <a:cubicBezTo>
                      <a:pt x="1116" y="34"/>
                      <a:pt x="1116" y="34"/>
                      <a:pt x="1116" y="34"/>
                    </a:cubicBezTo>
                    <a:cubicBezTo>
                      <a:pt x="1117" y="33"/>
                      <a:pt x="1117" y="33"/>
                      <a:pt x="1117" y="33"/>
                    </a:cubicBezTo>
                    <a:cubicBezTo>
                      <a:pt x="1119" y="34"/>
                      <a:pt x="1119" y="34"/>
                      <a:pt x="1119" y="34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21" y="36"/>
                      <a:pt x="1121" y="36"/>
                      <a:pt x="1121" y="36"/>
                    </a:cubicBezTo>
                    <a:cubicBezTo>
                      <a:pt x="1123" y="38"/>
                      <a:pt x="1123" y="38"/>
                      <a:pt x="1123" y="38"/>
                    </a:cubicBezTo>
                    <a:cubicBezTo>
                      <a:pt x="1124" y="41"/>
                      <a:pt x="1124" y="41"/>
                      <a:pt x="1124" y="41"/>
                    </a:cubicBezTo>
                    <a:cubicBezTo>
                      <a:pt x="1126" y="41"/>
                      <a:pt x="1126" y="41"/>
                      <a:pt x="1126" y="41"/>
                    </a:cubicBezTo>
                    <a:cubicBezTo>
                      <a:pt x="1127" y="43"/>
                      <a:pt x="1127" y="43"/>
                      <a:pt x="1127" y="43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5"/>
                      <a:pt x="1127" y="45"/>
                      <a:pt x="1127" y="45"/>
                    </a:cubicBezTo>
                    <a:cubicBezTo>
                      <a:pt x="1128" y="46"/>
                      <a:pt x="1128" y="46"/>
                      <a:pt x="1128" y="46"/>
                    </a:cubicBezTo>
                    <a:cubicBezTo>
                      <a:pt x="1127" y="46"/>
                      <a:pt x="1127" y="46"/>
                      <a:pt x="1127" y="46"/>
                    </a:cubicBezTo>
                    <a:cubicBezTo>
                      <a:pt x="1124" y="48"/>
                      <a:pt x="1124" y="48"/>
                      <a:pt x="1124" y="48"/>
                    </a:cubicBezTo>
                    <a:cubicBezTo>
                      <a:pt x="1125" y="48"/>
                      <a:pt x="1125" y="48"/>
                      <a:pt x="1125" y="48"/>
                    </a:cubicBezTo>
                    <a:cubicBezTo>
                      <a:pt x="1123" y="49"/>
                      <a:pt x="1123" y="49"/>
                      <a:pt x="1123" y="49"/>
                    </a:cubicBezTo>
                    <a:cubicBezTo>
                      <a:pt x="1122" y="49"/>
                      <a:pt x="1122" y="49"/>
                      <a:pt x="1122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7"/>
                      <a:pt x="1120" y="47"/>
                      <a:pt x="1120" y="47"/>
                    </a:cubicBezTo>
                    <a:cubicBezTo>
                      <a:pt x="1117" y="43"/>
                      <a:pt x="1117" y="43"/>
                      <a:pt x="1117" y="43"/>
                    </a:cubicBezTo>
                    <a:cubicBezTo>
                      <a:pt x="1115" y="43"/>
                      <a:pt x="1115" y="43"/>
                      <a:pt x="1115" y="43"/>
                    </a:cubicBezTo>
                    <a:cubicBezTo>
                      <a:pt x="1115" y="44"/>
                      <a:pt x="1115" y="44"/>
                      <a:pt x="1115" y="44"/>
                    </a:cubicBezTo>
                    <a:cubicBezTo>
                      <a:pt x="1111" y="43"/>
                      <a:pt x="1111" y="43"/>
                      <a:pt x="1111" y="43"/>
                    </a:cubicBezTo>
                    <a:cubicBezTo>
                      <a:pt x="1109" y="43"/>
                      <a:pt x="1109" y="43"/>
                      <a:pt x="1109" y="43"/>
                    </a:cubicBezTo>
                    <a:cubicBezTo>
                      <a:pt x="1108" y="43"/>
                      <a:pt x="1108" y="43"/>
                      <a:pt x="1108" y="43"/>
                    </a:cubicBezTo>
                    <a:cubicBezTo>
                      <a:pt x="1106" y="41"/>
                      <a:pt x="1106" y="41"/>
                      <a:pt x="1106" y="41"/>
                    </a:cubicBezTo>
                    <a:cubicBezTo>
                      <a:pt x="1107" y="39"/>
                      <a:pt x="1107" y="39"/>
                      <a:pt x="1107" y="39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3" y="37"/>
                      <a:pt x="1103" y="37"/>
                      <a:pt x="1103" y="37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7" y="37"/>
                      <a:pt x="1107" y="37"/>
                      <a:pt x="1107" y="37"/>
                    </a:cubicBezTo>
                    <a:cubicBezTo>
                      <a:pt x="1108" y="35"/>
                      <a:pt x="1108" y="35"/>
                      <a:pt x="1108" y="35"/>
                    </a:cubicBezTo>
                    <a:cubicBezTo>
                      <a:pt x="1108" y="33"/>
                      <a:pt x="1108" y="33"/>
                      <a:pt x="1108" y="33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6" y="30"/>
                      <a:pt x="1106" y="30"/>
                      <a:pt x="1106" y="30"/>
                    </a:cubicBezTo>
                    <a:cubicBezTo>
                      <a:pt x="1104" y="28"/>
                      <a:pt x="1104" y="28"/>
                      <a:pt x="1104" y="28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2" y="28"/>
                      <a:pt x="1102" y="28"/>
                      <a:pt x="1102" y="28"/>
                    </a:cubicBezTo>
                    <a:cubicBezTo>
                      <a:pt x="1099" y="28"/>
                      <a:pt x="1099" y="28"/>
                      <a:pt x="1099" y="28"/>
                    </a:cubicBezTo>
                    <a:cubicBezTo>
                      <a:pt x="1099" y="29"/>
                      <a:pt x="1099" y="29"/>
                      <a:pt x="1099" y="29"/>
                    </a:cubicBezTo>
                    <a:cubicBezTo>
                      <a:pt x="1098" y="29"/>
                      <a:pt x="1098" y="29"/>
                      <a:pt x="1098" y="29"/>
                    </a:cubicBezTo>
                    <a:cubicBezTo>
                      <a:pt x="1098" y="30"/>
                      <a:pt x="1098" y="30"/>
                      <a:pt x="1098" y="30"/>
                    </a:cubicBezTo>
                    <a:cubicBezTo>
                      <a:pt x="1097" y="30"/>
                      <a:pt x="1097" y="30"/>
                      <a:pt x="1097" y="30"/>
                    </a:cubicBezTo>
                    <a:cubicBezTo>
                      <a:pt x="1097" y="31"/>
                      <a:pt x="1097" y="31"/>
                      <a:pt x="1097" y="31"/>
                    </a:cubicBezTo>
                    <a:cubicBezTo>
                      <a:pt x="1097" y="34"/>
                      <a:pt x="1097" y="34"/>
                      <a:pt x="1097" y="34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7"/>
                      <a:pt x="1098" y="37"/>
                      <a:pt x="1098" y="37"/>
                    </a:cubicBezTo>
                    <a:cubicBezTo>
                      <a:pt x="1098" y="39"/>
                      <a:pt x="1098" y="39"/>
                      <a:pt x="1098" y="39"/>
                    </a:cubicBezTo>
                    <a:cubicBezTo>
                      <a:pt x="1098" y="40"/>
                      <a:pt x="1098" y="40"/>
                      <a:pt x="1098" y="40"/>
                    </a:cubicBezTo>
                    <a:cubicBezTo>
                      <a:pt x="1096" y="42"/>
                      <a:pt x="1096" y="42"/>
                      <a:pt x="1096" y="42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5" y="41"/>
                      <a:pt x="1095" y="41"/>
                      <a:pt x="1095" y="41"/>
                    </a:cubicBezTo>
                    <a:cubicBezTo>
                      <a:pt x="1094" y="41"/>
                      <a:pt x="1094" y="41"/>
                      <a:pt x="1094" y="41"/>
                    </a:cubicBezTo>
                    <a:cubicBezTo>
                      <a:pt x="1093" y="42"/>
                      <a:pt x="1093" y="42"/>
                      <a:pt x="1093" y="42"/>
                    </a:cubicBezTo>
                    <a:cubicBezTo>
                      <a:pt x="1090" y="42"/>
                      <a:pt x="1090" y="42"/>
                      <a:pt x="1090" y="42"/>
                    </a:cubicBezTo>
                    <a:cubicBezTo>
                      <a:pt x="1087" y="43"/>
                      <a:pt x="1087" y="43"/>
                      <a:pt x="1087" y="43"/>
                    </a:cubicBezTo>
                    <a:cubicBezTo>
                      <a:pt x="1086" y="43"/>
                      <a:pt x="1086" y="43"/>
                      <a:pt x="1086" y="43"/>
                    </a:cubicBezTo>
                    <a:cubicBezTo>
                      <a:pt x="1084" y="44"/>
                      <a:pt x="1084" y="44"/>
                      <a:pt x="1084" y="44"/>
                    </a:cubicBezTo>
                    <a:cubicBezTo>
                      <a:pt x="1082" y="45"/>
                      <a:pt x="1082" y="45"/>
                      <a:pt x="1082" y="45"/>
                    </a:cubicBezTo>
                    <a:cubicBezTo>
                      <a:pt x="1081" y="44"/>
                      <a:pt x="1081" y="44"/>
                      <a:pt x="1081" y="44"/>
                    </a:cubicBezTo>
                    <a:cubicBezTo>
                      <a:pt x="1079" y="43"/>
                      <a:pt x="1079" y="43"/>
                      <a:pt x="1079" y="43"/>
                    </a:cubicBezTo>
                    <a:cubicBezTo>
                      <a:pt x="1078" y="43"/>
                      <a:pt x="1078" y="43"/>
                      <a:pt x="1078" y="43"/>
                    </a:cubicBezTo>
                    <a:cubicBezTo>
                      <a:pt x="1077" y="44"/>
                      <a:pt x="1077" y="44"/>
                      <a:pt x="1077" y="44"/>
                    </a:cubicBezTo>
                    <a:cubicBezTo>
                      <a:pt x="1077" y="45"/>
                      <a:pt x="1077" y="45"/>
                      <a:pt x="1077" y="45"/>
                    </a:cubicBezTo>
                    <a:cubicBezTo>
                      <a:pt x="1075" y="46"/>
                      <a:pt x="1075" y="46"/>
                      <a:pt x="1075" y="46"/>
                    </a:cubicBezTo>
                    <a:cubicBezTo>
                      <a:pt x="1074" y="47"/>
                      <a:pt x="1074" y="47"/>
                      <a:pt x="1074" y="47"/>
                    </a:cubicBezTo>
                    <a:cubicBezTo>
                      <a:pt x="1071" y="47"/>
                      <a:pt x="1071" y="47"/>
                      <a:pt x="1071" y="47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7" y="48"/>
                      <a:pt x="1067" y="48"/>
                      <a:pt x="1067" y="48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5" y="50"/>
                      <a:pt x="1065" y="50"/>
                      <a:pt x="1065" y="50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6" y="52"/>
                      <a:pt x="1066" y="52"/>
                      <a:pt x="1066" y="52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4" y="52"/>
                      <a:pt x="1064" y="52"/>
                      <a:pt x="1064" y="52"/>
                    </a:cubicBezTo>
                    <a:cubicBezTo>
                      <a:pt x="1063" y="51"/>
                      <a:pt x="1063" y="51"/>
                      <a:pt x="1063" y="51"/>
                    </a:cubicBezTo>
                    <a:cubicBezTo>
                      <a:pt x="1062" y="52"/>
                      <a:pt x="1062" y="52"/>
                      <a:pt x="1062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59" y="52"/>
                      <a:pt x="1059" y="52"/>
                      <a:pt x="1059" y="52"/>
                    </a:cubicBezTo>
                    <a:cubicBezTo>
                      <a:pt x="1059" y="54"/>
                      <a:pt x="1059" y="54"/>
                      <a:pt x="1059" y="54"/>
                    </a:cubicBezTo>
                    <a:cubicBezTo>
                      <a:pt x="1058" y="53"/>
                      <a:pt x="1058" y="53"/>
                      <a:pt x="1058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2" y="53"/>
                      <a:pt x="1052" y="53"/>
                      <a:pt x="1052" y="53"/>
                    </a:cubicBezTo>
                    <a:cubicBezTo>
                      <a:pt x="1050" y="55"/>
                      <a:pt x="1050" y="55"/>
                      <a:pt x="1050" y="55"/>
                    </a:cubicBezTo>
                    <a:cubicBezTo>
                      <a:pt x="1051" y="55"/>
                      <a:pt x="1051" y="55"/>
                      <a:pt x="1051" y="55"/>
                    </a:cubicBezTo>
                    <a:cubicBezTo>
                      <a:pt x="1050" y="53"/>
                      <a:pt x="1050" y="53"/>
                      <a:pt x="1050" y="53"/>
                    </a:cubicBezTo>
                    <a:cubicBezTo>
                      <a:pt x="1049" y="50"/>
                      <a:pt x="1049" y="50"/>
                      <a:pt x="1049" y="50"/>
                    </a:cubicBezTo>
                    <a:cubicBezTo>
                      <a:pt x="1049" y="48"/>
                      <a:pt x="1049" y="48"/>
                      <a:pt x="1049" y="48"/>
                    </a:cubicBezTo>
                    <a:cubicBezTo>
                      <a:pt x="1048" y="47"/>
                      <a:pt x="1048" y="47"/>
                      <a:pt x="1048" y="47"/>
                    </a:cubicBezTo>
                    <a:cubicBezTo>
                      <a:pt x="1048" y="46"/>
                      <a:pt x="1048" y="46"/>
                      <a:pt x="1048" y="46"/>
                    </a:cubicBezTo>
                    <a:cubicBezTo>
                      <a:pt x="1047" y="43"/>
                      <a:pt x="1047" y="43"/>
                      <a:pt x="1047" y="43"/>
                    </a:cubicBezTo>
                    <a:cubicBezTo>
                      <a:pt x="1044" y="40"/>
                      <a:pt x="1044" y="40"/>
                      <a:pt x="1044" y="40"/>
                    </a:cubicBezTo>
                    <a:cubicBezTo>
                      <a:pt x="1041" y="39"/>
                      <a:pt x="1041" y="39"/>
                      <a:pt x="1041" y="39"/>
                    </a:cubicBezTo>
                    <a:cubicBezTo>
                      <a:pt x="1038" y="35"/>
                      <a:pt x="1038" y="35"/>
                      <a:pt x="1038" y="35"/>
                    </a:cubicBezTo>
                    <a:cubicBezTo>
                      <a:pt x="1030" y="33"/>
                      <a:pt x="1030" y="33"/>
                      <a:pt x="1030" y="33"/>
                    </a:cubicBezTo>
                    <a:cubicBezTo>
                      <a:pt x="1026" y="33"/>
                      <a:pt x="1026" y="33"/>
                      <a:pt x="1026" y="33"/>
                    </a:cubicBezTo>
                    <a:cubicBezTo>
                      <a:pt x="1024" y="33"/>
                      <a:pt x="1024" y="33"/>
                      <a:pt x="1024" y="33"/>
                    </a:cubicBezTo>
                    <a:cubicBezTo>
                      <a:pt x="1021" y="35"/>
                      <a:pt x="1021" y="35"/>
                      <a:pt x="1021" y="35"/>
                    </a:cubicBezTo>
                    <a:cubicBezTo>
                      <a:pt x="1021" y="36"/>
                      <a:pt x="1021" y="36"/>
                      <a:pt x="1021" y="36"/>
                    </a:cubicBezTo>
                    <a:cubicBezTo>
                      <a:pt x="1019" y="35"/>
                      <a:pt x="1019" y="35"/>
                      <a:pt x="1019" y="35"/>
                    </a:cubicBezTo>
                    <a:cubicBezTo>
                      <a:pt x="1016" y="36"/>
                      <a:pt x="1016" y="36"/>
                      <a:pt x="1016" y="36"/>
                    </a:cubicBezTo>
                    <a:cubicBezTo>
                      <a:pt x="1011" y="39"/>
                      <a:pt x="1011" y="39"/>
                      <a:pt x="1011" y="39"/>
                    </a:cubicBezTo>
                    <a:cubicBezTo>
                      <a:pt x="1009" y="40"/>
                      <a:pt x="1009" y="40"/>
                      <a:pt x="1009" y="40"/>
                    </a:cubicBezTo>
                    <a:cubicBezTo>
                      <a:pt x="1006" y="42"/>
                      <a:pt x="1006" y="42"/>
                      <a:pt x="1006" y="42"/>
                    </a:cubicBezTo>
                    <a:cubicBezTo>
                      <a:pt x="1005" y="43"/>
                      <a:pt x="1005" y="43"/>
                      <a:pt x="1005" y="43"/>
                    </a:cubicBezTo>
                    <a:cubicBezTo>
                      <a:pt x="1002" y="45"/>
                      <a:pt x="1002" y="45"/>
                      <a:pt x="1002" y="45"/>
                    </a:cubicBezTo>
                    <a:cubicBezTo>
                      <a:pt x="1000" y="46"/>
                      <a:pt x="1000" y="46"/>
                      <a:pt x="1000" y="46"/>
                    </a:cubicBezTo>
                    <a:cubicBezTo>
                      <a:pt x="998" y="47"/>
                      <a:pt x="998" y="47"/>
                      <a:pt x="998" y="47"/>
                    </a:cubicBezTo>
                    <a:cubicBezTo>
                      <a:pt x="996" y="48"/>
                      <a:pt x="996" y="48"/>
                      <a:pt x="996" y="48"/>
                    </a:cubicBezTo>
                    <a:cubicBezTo>
                      <a:pt x="994" y="47"/>
                      <a:pt x="994" y="47"/>
                      <a:pt x="994" y="47"/>
                    </a:cubicBezTo>
                    <a:cubicBezTo>
                      <a:pt x="992" y="48"/>
                      <a:pt x="992" y="48"/>
                      <a:pt x="992" y="48"/>
                    </a:cubicBezTo>
                    <a:cubicBezTo>
                      <a:pt x="993" y="47"/>
                      <a:pt x="993" y="47"/>
                      <a:pt x="993" y="47"/>
                    </a:cubicBezTo>
                    <a:cubicBezTo>
                      <a:pt x="994" y="45"/>
                      <a:pt x="994" y="45"/>
                      <a:pt x="994" y="45"/>
                    </a:cubicBezTo>
                    <a:cubicBezTo>
                      <a:pt x="991" y="42"/>
                      <a:pt x="991" y="42"/>
                      <a:pt x="991" y="42"/>
                    </a:cubicBezTo>
                    <a:cubicBezTo>
                      <a:pt x="988" y="41"/>
                      <a:pt x="988" y="41"/>
                      <a:pt x="988" y="41"/>
                    </a:cubicBezTo>
                    <a:cubicBezTo>
                      <a:pt x="984" y="39"/>
                      <a:pt x="984" y="39"/>
                      <a:pt x="984" y="39"/>
                    </a:cubicBezTo>
                    <a:cubicBezTo>
                      <a:pt x="983" y="38"/>
                      <a:pt x="983" y="38"/>
                      <a:pt x="983" y="38"/>
                    </a:cubicBezTo>
                    <a:cubicBezTo>
                      <a:pt x="982" y="39"/>
                      <a:pt x="982" y="39"/>
                      <a:pt x="982" y="39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79" y="43"/>
                      <a:pt x="979" y="43"/>
                      <a:pt x="979" y="43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3"/>
                      <a:pt x="978" y="43"/>
                      <a:pt x="978" y="43"/>
                    </a:cubicBezTo>
                    <a:cubicBezTo>
                      <a:pt x="979" y="42"/>
                      <a:pt x="979" y="42"/>
                      <a:pt x="979" y="42"/>
                    </a:cubicBezTo>
                    <a:cubicBezTo>
                      <a:pt x="978" y="40"/>
                      <a:pt x="978" y="40"/>
                      <a:pt x="978" y="40"/>
                    </a:cubicBezTo>
                    <a:cubicBezTo>
                      <a:pt x="976" y="39"/>
                      <a:pt x="976" y="39"/>
                      <a:pt x="976" y="39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4" y="42"/>
                      <a:pt x="974" y="42"/>
                      <a:pt x="974" y="42"/>
                    </a:cubicBezTo>
                    <a:cubicBezTo>
                      <a:pt x="973" y="43"/>
                      <a:pt x="973" y="43"/>
                      <a:pt x="973" y="43"/>
                    </a:cubicBezTo>
                    <a:cubicBezTo>
                      <a:pt x="973" y="42"/>
                      <a:pt x="973" y="42"/>
                      <a:pt x="973" y="42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2" y="39"/>
                      <a:pt x="972" y="39"/>
                      <a:pt x="972" y="39"/>
                    </a:cubicBezTo>
                    <a:cubicBezTo>
                      <a:pt x="971" y="36"/>
                      <a:pt x="971" y="36"/>
                      <a:pt x="971" y="36"/>
                    </a:cubicBezTo>
                    <a:cubicBezTo>
                      <a:pt x="969" y="38"/>
                      <a:pt x="969" y="38"/>
                      <a:pt x="969" y="38"/>
                    </a:cubicBezTo>
                    <a:cubicBezTo>
                      <a:pt x="967" y="38"/>
                      <a:pt x="967" y="38"/>
                      <a:pt x="967" y="38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5" y="37"/>
                      <a:pt x="965" y="37"/>
                      <a:pt x="965" y="37"/>
                    </a:cubicBezTo>
                    <a:cubicBezTo>
                      <a:pt x="966" y="35"/>
                      <a:pt x="966" y="35"/>
                      <a:pt x="966" y="35"/>
                    </a:cubicBezTo>
                    <a:cubicBezTo>
                      <a:pt x="965" y="35"/>
                      <a:pt x="965" y="35"/>
                      <a:pt x="965" y="35"/>
                    </a:cubicBezTo>
                    <a:cubicBezTo>
                      <a:pt x="967" y="36"/>
                      <a:pt x="967" y="36"/>
                      <a:pt x="967" y="36"/>
                    </a:cubicBezTo>
                    <a:cubicBezTo>
                      <a:pt x="969" y="35"/>
                      <a:pt x="969" y="35"/>
                      <a:pt x="969" y="35"/>
                    </a:cubicBezTo>
                    <a:cubicBezTo>
                      <a:pt x="970" y="33"/>
                      <a:pt x="970" y="33"/>
                      <a:pt x="970" y="33"/>
                    </a:cubicBezTo>
                    <a:cubicBezTo>
                      <a:pt x="967" y="29"/>
                      <a:pt x="967" y="29"/>
                      <a:pt x="967" y="29"/>
                    </a:cubicBezTo>
                    <a:cubicBezTo>
                      <a:pt x="962" y="27"/>
                      <a:pt x="962" y="27"/>
                      <a:pt x="962" y="27"/>
                    </a:cubicBezTo>
                    <a:cubicBezTo>
                      <a:pt x="957" y="27"/>
                      <a:pt x="957" y="27"/>
                      <a:pt x="957" y="27"/>
                    </a:cubicBezTo>
                    <a:cubicBezTo>
                      <a:pt x="953" y="28"/>
                      <a:pt x="953" y="28"/>
                      <a:pt x="953" y="28"/>
                    </a:cubicBezTo>
                    <a:cubicBezTo>
                      <a:pt x="949" y="29"/>
                      <a:pt x="949" y="29"/>
                      <a:pt x="949" y="29"/>
                    </a:cubicBezTo>
                    <a:cubicBezTo>
                      <a:pt x="946" y="31"/>
                      <a:pt x="946" y="31"/>
                      <a:pt x="946" y="31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1" y="31"/>
                      <a:pt x="941" y="31"/>
                      <a:pt x="941" y="31"/>
                    </a:cubicBezTo>
                    <a:cubicBezTo>
                      <a:pt x="939" y="32"/>
                      <a:pt x="939" y="32"/>
                      <a:pt x="939" y="32"/>
                    </a:cubicBezTo>
                    <a:cubicBezTo>
                      <a:pt x="936" y="31"/>
                      <a:pt x="936" y="31"/>
                      <a:pt x="936" y="31"/>
                    </a:cubicBezTo>
                    <a:cubicBezTo>
                      <a:pt x="929" y="32"/>
                      <a:pt x="929" y="32"/>
                      <a:pt x="929" y="32"/>
                    </a:cubicBezTo>
                    <a:cubicBezTo>
                      <a:pt x="928" y="32"/>
                      <a:pt x="928" y="32"/>
                      <a:pt x="928" y="32"/>
                    </a:cubicBezTo>
                    <a:cubicBezTo>
                      <a:pt x="919" y="33"/>
                      <a:pt x="919" y="33"/>
                      <a:pt x="919" y="33"/>
                    </a:cubicBezTo>
                    <a:cubicBezTo>
                      <a:pt x="914" y="33"/>
                      <a:pt x="914" y="33"/>
                      <a:pt x="914" y="33"/>
                    </a:cubicBezTo>
                    <a:cubicBezTo>
                      <a:pt x="911" y="34"/>
                      <a:pt x="911" y="34"/>
                      <a:pt x="911" y="34"/>
                    </a:cubicBezTo>
                    <a:cubicBezTo>
                      <a:pt x="908" y="32"/>
                      <a:pt x="908" y="32"/>
                      <a:pt x="908" y="32"/>
                    </a:cubicBezTo>
                    <a:cubicBezTo>
                      <a:pt x="905" y="33"/>
                      <a:pt x="905" y="33"/>
                      <a:pt x="905" y="33"/>
                    </a:cubicBezTo>
                    <a:cubicBezTo>
                      <a:pt x="902" y="34"/>
                      <a:pt x="902" y="34"/>
                      <a:pt x="902" y="34"/>
                    </a:cubicBezTo>
                    <a:cubicBezTo>
                      <a:pt x="904" y="37"/>
                      <a:pt x="904" y="37"/>
                      <a:pt x="904" y="37"/>
                    </a:cubicBezTo>
                    <a:cubicBezTo>
                      <a:pt x="907" y="37"/>
                      <a:pt x="907" y="37"/>
                      <a:pt x="907" y="37"/>
                    </a:cubicBezTo>
                    <a:cubicBezTo>
                      <a:pt x="908" y="37"/>
                      <a:pt x="908" y="37"/>
                      <a:pt x="908" y="37"/>
                    </a:cubicBezTo>
                    <a:cubicBezTo>
                      <a:pt x="910" y="37"/>
                      <a:pt x="910" y="37"/>
                      <a:pt x="910" y="37"/>
                    </a:cubicBezTo>
                    <a:cubicBezTo>
                      <a:pt x="911" y="38"/>
                      <a:pt x="911" y="38"/>
                      <a:pt x="911" y="38"/>
                    </a:cubicBezTo>
                    <a:cubicBezTo>
                      <a:pt x="911" y="39"/>
                      <a:pt x="911" y="39"/>
                      <a:pt x="911" y="39"/>
                    </a:cubicBezTo>
                    <a:cubicBezTo>
                      <a:pt x="909" y="41"/>
                      <a:pt x="909" y="41"/>
                      <a:pt x="909" y="41"/>
                    </a:cubicBezTo>
                    <a:cubicBezTo>
                      <a:pt x="907" y="41"/>
                      <a:pt x="907" y="41"/>
                      <a:pt x="907" y="41"/>
                    </a:cubicBezTo>
                    <a:cubicBezTo>
                      <a:pt x="904" y="42"/>
                      <a:pt x="904" y="42"/>
                      <a:pt x="904" y="42"/>
                    </a:cubicBezTo>
                    <a:cubicBezTo>
                      <a:pt x="904" y="44"/>
                      <a:pt x="904" y="44"/>
                      <a:pt x="904" y="44"/>
                    </a:cubicBezTo>
                    <a:cubicBezTo>
                      <a:pt x="903" y="46"/>
                      <a:pt x="903" y="46"/>
                      <a:pt x="903" y="46"/>
                    </a:cubicBezTo>
                    <a:cubicBezTo>
                      <a:pt x="905" y="49"/>
                      <a:pt x="905" y="49"/>
                      <a:pt x="905" y="49"/>
                    </a:cubicBezTo>
                    <a:cubicBezTo>
                      <a:pt x="908" y="50"/>
                      <a:pt x="908" y="50"/>
                      <a:pt x="908" y="50"/>
                    </a:cubicBezTo>
                    <a:cubicBezTo>
                      <a:pt x="909" y="48"/>
                      <a:pt x="909" y="48"/>
                      <a:pt x="909" y="48"/>
                    </a:cubicBezTo>
                    <a:cubicBezTo>
                      <a:pt x="910" y="50"/>
                      <a:pt x="910" y="50"/>
                      <a:pt x="910" y="50"/>
                    </a:cubicBezTo>
                    <a:cubicBezTo>
                      <a:pt x="909" y="50"/>
                      <a:pt x="909" y="50"/>
                      <a:pt x="909" y="50"/>
                    </a:cubicBezTo>
                    <a:cubicBezTo>
                      <a:pt x="910" y="51"/>
                      <a:pt x="910" y="51"/>
                      <a:pt x="910" y="51"/>
                    </a:cubicBezTo>
                    <a:cubicBezTo>
                      <a:pt x="907" y="53"/>
                      <a:pt x="907" y="53"/>
                      <a:pt x="907" y="53"/>
                    </a:cubicBezTo>
                    <a:cubicBezTo>
                      <a:pt x="911" y="53"/>
                      <a:pt x="911" y="53"/>
                      <a:pt x="911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5"/>
                      <a:pt x="912" y="55"/>
                      <a:pt x="912" y="55"/>
                    </a:cubicBezTo>
                    <a:cubicBezTo>
                      <a:pt x="914" y="57"/>
                      <a:pt x="914" y="57"/>
                      <a:pt x="914" y="57"/>
                    </a:cubicBezTo>
                    <a:cubicBezTo>
                      <a:pt x="916" y="57"/>
                      <a:pt x="916" y="57"/>
                      <a:pt x="916" y="57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7" y="59"/>
                      <a:pt x="917" y="59"/>
                      <a:pt x="917" y="59"/>
                    </a:cubicBezTo>
                    <a:cubicBezTo>
                      <a:pt x="915" y="60"/>
                      <a:pt x="915" y="60"/>
                      <a:pt x="915" y="60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4" y="61"/>
                      <a:pt x="914" y="61"/>
                      <a:pt x="914" y="61"/>
                    </a:cubicBezTo>
                    <a:cubicBezTo>
                      <a:pt x="913" y="62"/>
                      <a:pt x="913" y="62"/>
                      <a:pt x="913" y="62"/>
                    </a:cubicBezTo>
                    <a:cubicBezTo>
                      <a:pt x="913" y="60"/>
                      <a:pt x="913" y="60"/>
                      <a:pt x="913" y="60"/>
                    </a:cubicBezTo>
                    <a:cubicBezTo>
                      <a:pt x="910" y="58"/>
                      <a:pt x="910" y="58"/>
                      <a:pt x="910" y="58"/>
                    </a:cubicBezTo>
                    <a:cubicBezTo>
                      <a:pt x="908" y="59"/>
                      <a:pt x="908" y="59"/>
                      <a:pt x="908" y="59"/>
                    </a:cubicBezTo>
                    <a:cubicBezTo>
                      <a:pt x="909" y="60"/>
                      <a:pt x="909" y="60"/>
                      <a:pt x="909" y="60"/>
                    </a:cubicBezTo>
                    <a:cubicBezTo>
                      <a:pt x="909" y="61"/>
                      <a:pt x="909" y="61"/>
                      <a:pt x="909" y="61"/>
                    </a:cubicBezTo>
                    <a:cubicBezTo>
                      <a:pt x="908" y="60"/>
                      <a:pt x="908" y="60"/>
                      <a:pt x="908" y="60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4" y="61"/>
                      <a:pt x="904" y="61"/>
                      <a:pt x="904" y="61"/>
                    </a:cubicBezTo>
                    <a:cubicBezTo>
                      <a:pt x="904" y="63"/>
                      <a:pt x="904" y="63"/>
                      <a:pt x="904" y="63"/>
                    </a:cubicBezTo>
                    <a:cubicBezTo>
                      <a:pt x="903" y="63"/>
                      <a:pt x="903" y="63"/>
                      <a:pt x="903" y="63"/>
                    </a:cubicBezTo>
                    <a:cubicBezTo>
                      <a:pt x="903" y="63"/>
                      <a:pt x="902" y="63"/>
                      <a:pt x="902" y="63"/>
                    </a:cubicBezTo>
                    <a:cubicBezTo>
                      <a:pt x="902" y="64"/>
                      <a:pt x="902" y="64"/>
                      <a:pt x="902" y="64"/>
                    </a:cubicBezTo>
                    <a:cubicBezTo>
                      <a:pt x="901" y="64"/>
                      <a:pt x="901" y="64"/>
                      <a:pt x="901" y="64"/>
                    </a:cubicBezTo>
                    <a:cubicBezTo>
                      <a:pt x="902" y="65"/>
                      <a:pt x="902" y="65"/>
                      <a:pt x="902" y="65"/>
                    </a:cubicBezTo>
                    <a:cubicBezTo>
                      <a:pt x="901" y="65"/>
                      <a:pt x="901" y="65"/>
                      <a:pt x="901" y="65"/>
                    </a:cubicBezTo>
                    <a:cubicBezTo>
                      <a:pt x="899" y="65"/>
                      <a:pt x="899" y="65"/>
                      <a:pt x="899" y="65"/>
                    </a:cubicBezTo>
                    <a:cubicBezTo>
                      <a:pt x="897" y="64"/>
                      <a:pt x="897" y="64"/>
                      <a:pt x="897" y="64"/>
                    </a:cubicBezTo>
                    <a:cubicBezTo>
                      <a:pt x="896" y="64"/>
                      <a:pt x="896" y="64"/>
                      <a:pt x="896" y="64"/>
                    </a:cubicBezTo>
                    <a:cubicBezTo>
                      <a:pt x="895" y="63"/>
                      <a:pt x="895" y="63"/>
                      <a:pt x="895" y="63"/>
                    </a:cubicBezTo>
                    <a:cubicBezTo>
                      <a:pt x="889" y="66"/>
                      <a:pt x="889" y="66"/>
                      <a:pt x="889" y="66"/>
                    </a:cubicBezTo>
                    <a:cubicBezTo>
                      <a:pt x="889" y="67"/>
                      <a:pt x="889" y="67"/>
                      <a:pt x="889" y="67"/>
                    </a:cubicBezTo>
                    <a:cubicBezTo>
                      <a:pt x="888" y="68"/>
                      <a:pt x="888" y="68"/>
                      <a:pt x="888" y="68"/>
                    </a:cubicBezTo>
                    <a:cubicBezTo>
                      <a:pt x="889" y="69"/>
                      <a:pt x="889" y="69"/>
                      <a:pt x="889" y="69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8" y="71"/>
                      <a:pt x="888" y="71"/>
                      <a:pt x="888" y="71"/>
                    </a:cubicBezTo>
                    <a:cubicBezTo>
                      <a:pt x="887" y="70"/>
                      <a:pt x="887" y="70"/>
                      <a:pt x="887" y="70"/>
                    </a:cubicBezTo>
                    <a:cubicBezTo>
                      <a:pt x="881" y="71"/>
                      <a:pt x="881" y="71"/>
                      <a:pt x="881" y="71"/>
                    </a:cubicBezTo>
                    <a:cubicBezTo>
                      <a:pt x="878" y="71"/>
                      <a:pt x="878" y="71"/>
                      <a:pt x="878" y="71"/>
                    </a:cubicBezTo>
                    <a:cubicBezTo>
                      <a:pt x="877" y="69"/>
                      <a:pt x="877" y="69"/>
                      <a:pt x="877" y="69"/>
                    </a:cubicBezTo>
                    <a:cubicBezTo>
                      <a:pt x="875" y="69"/>
                      <a:pt x="875" y="69"/>
                      <a:pt x="875" y="69"/>
                    </a:cubicBezTo>
                    <a:cubicBezTo>
                      <a:pt x="874" y="67"/>
                      <a:pt x="874" y="67"/>
                      <a:pt x="874" y="67"/>
                    </a:cubicBezTo>
                    <a:cubicBezTo>
                      <a:pt x="873" y="65"/>
                      <a:pt x="873" y="65"/>
                      <a:pt x="873" y="65"/>
                    </a:cubicBezTo>
                    <a:cubicBezTo>
                      <a:pt x="870" y="64"/>
                      <a:pt x="870" y="64"/>
                      <a:pt x="870" y="64"/>
                    </a:cubicBezTo>
                    <a:cubicBezTo>
                      <a:pt x="870" y="66"/>
                      <a:pt x="870" y="66"/>
                      <a:pt x="870" y="66"/>
                    </a:cubicBezTo>
                    <a:cubicBezTo>
                      <a:pt x="872" y="69"/>
                      <a:pt x="872" y="69"/>
                      <a:pt x="872" y="69"/>
                    </a:cubicBezTo>
                    <a:cubicBezTo>
                      <a:pt x="872" y="72"/>
                      <a:pt x="872" y="72"/>
                      <a:pt x="872" y="72"/>
                    </a:cubicBezTo>
                    <a:cubicBezTo>
                      <a:pt x="874" y="77"/>
                      <a:pt x="874" y="77"/>
                      <a:pt x="874" y="77"/>
                    </a:cubicBezTo>
                    <a:cubicBezTo>
                      <a:pt x="876" y="80"/>
                      <a:pt x="876" y="80"/>
                      <a:pt x="876" y="80"/>
                    </a:cubicBezTo>
                    <a:cubicBezTo>
                      <a:pt x="877" y="88"/>
                      <a:pt x="877" y="88"/>
                      <a:pt x="877" y="88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6" y="88"/>
                      <a:pt x="876" y="88"/>
                      <a:pt x="876" y="88"/>
                    </a:cubicBezTo>
                    <a:cubicBezTo>
                      <a:pt x="876" y="87"/>
                      <a:pt x="876" y="87"/>
                      <a:pt x="876" y="87"/>
                    </a:cubicBezTo>
                    <a:cubicBezTo>
                      <a:pt x="874" y="85"/>
                      <a:pt x="874" y="85"/>
                      <a:pt x="874" y="85"/>
                    </a:cubicBezTo>
                    <a:cubicBezTo>
                      <a:pt x="872" y="86"/>
                      <a:pt x="872" y="86"/>
                      <a:pt x="872" y="86"/>
                    </a:cubicBezTo>
                    <a:cubicBezTo>
                      <a:pt x="873" y="87"/>
                      <a:pt x="873" y="87"/>
                      <a:pt x="873" y="87"/>
                    </a:cubicBezTo>
                    <a:cubicBezTo>
                      <a:pt x="873" y="88"/>
                      <a:pt x="873" y="88"/>
                      <a:pt x="873" y="88"/>
                    </a:cubicBezTo>
                    <a:cubicBezTo>
                      <a:pt x="871" y="87"/>
                      <a:pt x="871" y="87"/>
                      <a:pt x="871" y="87"/>
                    </a:cubicBezTo>
                    <a:cubicBezTo>
                      <a:pt x="869" y="85"/>
                      <a:pt x="869" y="85"/>
                      <a:pt x="869" y="85"/>
                    </a:cubicBezTo>
                    <a:cubicBezTo>
                      <a:pt x="866" y="84"/>
                      <a:pt x="866" y="84"/>
                      <a:pt x="866" y="84"/>
                    </a:cubicBezTo>
                    <a:cubicBezTo>
                      <a:pt x="864" y="83"/>
                      <a:pt x="864" y="83"/>
                      <a:pt x="864" y="83"/>
                    </a:cubicBezTo>
                    <a:cubicBezTo>
                      <a:pt x="863" y="82"/>
                      <a:pt x="863" y="82"/>
                      <a:pt x="863" y="82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7" y="78"/>
                      <a:pt x="857" y="78"/>
                      <a:pt x="857" y="78"/>
                    </a:cubicBezTo>
                    <a:cubicBezTo>
                      <a:pt x="856" y="78"/>
                      <a:pt x="856" y="78"/>
                      <a:pt x="856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7" y="76"/>
                      <a:pt x="857" y="76"/>
                      <a:pt x="857" y="76"/>
                    </a:cubicBezTo>
                    <a:cubicBezTo>
                      <a:pt x="860" y="76"/>
                      <a:pt x="860" y="76"/>
                      <a:pt x="860" y="76"/>
                    </a:cubicBezTo>
                    <a:cubicBezTo>
                      <a:pt x="857" y="74"/>
                      <a:pt x="857" y="74"/>
                      <a:pt x="857" y="74"/>
                    </a:cubicBezTo>
                    <a:cubicBezTo>
                      <a:pt x="856" y="73"/>
                      <a:pt x="856" y="73"/>
                      <a:pt x="856" y="73"/>
                    </a:cubicBezTo>
                    <a:cubicBezTo>
                      <a:pt x="854" y="72"/>
                      <a:pt x="854" y="72"/>
                      <a:pt x="854" y="72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73"/>
                      <a:pt x="853" y="73"/>
                      <a:pt x="853" y="73"/>
                    </a:cubicBezTo>
                    <a:cubicBezTo>
                      <a:pt x="854" y="75"/>
                      <a:pt x="854" y="75"/>
                      <a:pt x="854" y="75"/>
                    </a:cubicBezTo>
                    <a:cubicBezTo>
                      <a:pt x="854" y="76"/>
                      <a:pt x="854" y="76"/>
                      <a:pt x="854" y="76"/>
                    </a:cubicBezTo>
                    <a:cubicBezTo>
                      <a:pt x="853" y="76"/>
                      <a:pt x="853" y="76"/>
                      <a:pt x="853" y="76"/>
                    </a:cubicBezTo>
                    <a:cubicBezTo>
                      <a:pt x="851" y="76"/>
                      <a:pt x="851" y="76"/>
                      <a:pt x="851" y="76"/>
                    </a:cubicBezTo>
                    <a:cubicBezTo>
                      <a:pt x="848" y="74"/>
                      <a:pt x="848" y="74"/>
                      <a:pt x="848" y="74"/>
                    </a:cubicBezTo>
                    <a:cubicBezTo>
                      <a:pt x="848" y="73"/>
                      <a:pt x="848" y="73"/>
                      <a:pt x="848" y="73"/>
                    </a:cubicBezTo>
                    <a:cubicBezTo>
                      <a:pt x="845" y="72"/>
                      <a:pt x="845" y="72"/>
                      <a:pt x="845" y="72"/>
                    </a:cubicBezTo>
                    <a:cubicBezTo>
                      <a:pt x="844" y="71"/>
                      <a:pt x="844" y="71"/>
                      <a:pt x="844" y="71"/>
                    </a:cubicBezTo>
                    <a:cubicBezTo>
                      <a:pt x="846" y="71"/>
                      <a:pt x="846" y="71"/>
                      <a:pt x="846" y="71"/>
                    </a:cubicBezTo>
                    <a:cubicBezTo>
                      <a:pt x="848" y="72"/>
                      <a:pt x="848" y="72"/>
                      <a:pt x="848" y="72"/>
                    </a:cubicBezTo>
                    <a:cubicBezTo>
                      <a:pt x="850" y="73"/>
                      <a:pt x="850" y="73"/>
                      <a:pt x="850" y="73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69"/>
                      <a:pt x="853" y="69"/>
                      <a:pt x="853" y="69"/>
                    </a:cubicBezTo>
                    <a:cubicBezTo>
                      <a:pt x="853" y="67"/>
                      <a:pt x="853" y="67"/>
                      <a:pt x="853" y="67"/>
                    </a:cubicBezTo>
                    <a:cubicBezTo>
                      <a:pt x="852" y="68"/>
                      <a:pt x="852" y="68"/>
                      <a:pt x="852" y="68"/>
                    </a:cubicBezTo>
                    <a:cubicBezTo>
                      <a:pt x="852" y="67"/>
                      <a:pt x="852" y="67"/>
                      <a:pt x="852" y="67"/>
                    </a:cubicBezTo>
                    <a:cubicBezTo>
                      <a:pt x="851" y="67"/>
                      <a:pt x="851" y="67"/>
                      <a:pt x="851" y="67"/>
                    </a:cubicBezTo>
                    <a:cubicBezTo>
                      <a:pt x="851" y="66"/>
                      <a:pt x="851" y="66"/>
                      <a:pt x="851" y="66"/>
                    </a:cubicBezTo>
                    <a:cubicBezTo>
                      <a:pt x="849" y="63"/>
                      <a:pt x="849" y="63"/>
                      <a:pt x="849" y="63"/>
                    </a:cubicBezTo>
                    <a:cubicBezTo>
                      <a:pt x="848" y="64"/>
                      <a:pt x="848" y="64"/>
                      <a:pt x="848" y="64"/>
                    </a:cubicBezTo>
                    <a:cubicBezTo>
                      <a:pt x="848" y="63"/>
                      <a:pt x="848" y="63"/>
                      <a:pt x="848" y="63"/>
                    </a:cubicBezTo>
                    <a:cubicBezTo>
                      <a:pt x="846" y="62"/>
                      <a:pt x="846" y="62"/>
                      <a:pt x="846" y="62"/>
                    </a:cubicBezTo>
                    <a:cubicBezTo>
                      <a:pt x="845" y="63"/>
                      <a:pt x="845" y="63"/>
                      <a:pt x="845" y="63"/>
                    </a:cubicBezTo>
                    <a:cubicBezTo>
                      <a:pt x="844" y="64"/>
                      <a:pt x="844" y="64"/>
                      <a:pt x="844" y="64"/>
                    </a:cubicBezTo>
                    <a:cubicBezTo>
                      <a:pt x="843" y="63"/>
                      <a:pt x="843" y="63"/>
                      <a:pt x="843" y="63"/>
                    </a:cubicBezTo>
                    <a:cubicBezTo>
                      <a:pt x="843" y="62"/>
                      <a:pt x="843" y="62"/>
                      <a:pt x="843" y="62"/>
                    </a:cubicBezTo>
                    <a:cubicBezTo>
                      <a:pt x="846" y="60"/>
                      <a:pt x="846" y="60"/>
                      <a:pt x="846" y="60"/>
                    </a:cubicBezTo>
                    <a:cubicBezTo>
                      <a:pt x="845" y="58"/>
                      <a:pt x="845" y="58"/>
                      <a:pt x="845" y="58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5"/>
                      <a:pt x="842" y="55"/>
                      <a:pt x="842" y="55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41" y="56"/>
                      <a:pt x="841" y="56"/>
                      <a:pt x="841" y="56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39" y="55"/>
                      <a:pt x="839" y="55"/>
                      <a:pt x="839" y="55"/>
                    </a:cubicBezTo>
                    <a:cubicBezTo>
                      <a:pt x="839" y="54"/>
                      <a:pt x="839" y="54"/>
                      <a:pt x="839" y="54"/>
                    </a:cubicBezTo>
                    <a:cubicBezTo>
                      <a:pt x="838" y="54"/>
                      <a:pt x="838" y="54"/>
                      <a:pt x="838" y="54"/>
                    </a:cubicBezTo>
                    <a:cubicBezTo>
                      <a:pt x="839" y="52"/>
                      <a:pt x="839" y="52"/>
                      <a:pt x="839" y="52"/>
                    </a:cubicBezTo>
                    <a:cubicBezTo>
                      <a:pt x="837" y="50"/>
                      <a:pt x="837" y="50"/>
                      <a:pt x="837" y="50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6" y="52"/>
                      <a:pt x="836" y="52"/>
                      <a:pt x="836" y="52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4" y="49"/>
                      <a:pt x="834" y="49"/>
                      <a:pt x="834" y="49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1" y="48"/>
                      <a:pt x="831" y="48"/>
                      <a:pt x="831" y="48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6" y="47"/>
                      <a:pt x="826" y="47"/>
                      <a:pt x="826" y="47"/>
                    </a:cubicBezTo>
                    <a:cubicBezTo>
                      <a:pt x="825" y="48"/>
                      <a:pt x="825" y="48"/>
                      <a:pt x="825" y="48"/>
                    </a:cubicBezTo>
                    <a:cubicBezTo>
                      <a:pt x="825" y="47"/>
                      <a:pt x="825" y="47"/>
                      <a:pt x="825" y="47"/>
                    </a:cubicBezTo>
                    <a:cubicBezTo>
                      <a:pt x="822" y="48"/>
                      <a:pt x="822" y="48"/>
                      <a:pt x="822" y="48"/>
                    </a:cubicBezTo>
                    <a:cubicBezTo>
                      <a:pt x="821" y="48"/>
                      <a:pt x="821" y="48"/>
                      <a:pt x="821" y="48"/>
                    </a:cubicBezTo>
                    <a:cubicBezTo>
                      <a:pt x="820" y="49"/>
                      <a:pt x="820" y="49"/>
                      <a:pt x="820" y="49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0" y="51"/>
                      <a:pt x="820" y="51"/>
                      <a:pt x="820" y="51"/>
                    </a:cubicBezTo>
                    <a:cubicBezTo>
                      <a:pt x="820" y="52"/>
                      <a:pt x="820" y="52"/>
                      <a:pt x="820" y="52"/>
                    </a:cubicBezTo>
                    <a:cubicBezTo>
                      <a:pt x="818" y="52"/>
                      <a:pt x="818" y="52"/>
                      <a:pt x="818" y="52"/>
                    </a:cubicBezTo>
                    <a:cubicBezTo>
                      <a:pt x="819" y="51"/>
                      <a:pt x="819" y="51"/>
                      <a:pt x="819" y="51"/>
                    </a:cubicBezTo>
                    <a:cubicBezTo>
                      <a:pt x="820" y="50"/>
                      <a:pt x="820" y="50"/>
                      <a:pt x="820" y="50"/>
                    </a:cubicBezTo>
                    <a:cubicBezTo>
                      <a:pt x="819" y="48"/>
                      <a:pt x="819" y="48"/>
                      <a:pt x="819" y="48"/>
                    </a:cubicBezTo>
                    <a:cubicBezTo>
                      <a:pt x="816" y="48"/>
                      <a:pt x="816" y="48"/>
                      <a:pt x="816" y="48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6" y="50"/>
                      <a:pt x="816" y="50"/>
                      <a:pt x="816" y="50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4" y="48"/>
                      <a:pt x="814" y="48"/>
                      <a:pt x="814" y="48"/>
                    </a:cubicBezTo>
                    <a:cubicBezTo>
                      <a:pt x="813" y="46"/>
                      <a:pt x="813" y="46"/>
                      <a:pt x="813" y="46"/>
                    </a:cubicBezTo>
                    <a:cubicBezTo>
                      <a:pt x="812" y="48"/>
                      <a:pt x="812" y="48"/>
                      <a:pt x="812" y="48"/>
                    </a:cubicBezTo>
                    <a:cubicBezTo>
                      <a:pt x="811" y="48"/>
                      <a:pt x="811" y="48"/>
                      <a:pt x="811" y="48"/>
                    </a:cubicBezTo>
                    <a:cubicBezTo>
                      <a:pt x="809" y="48"/>
                      <a:pt x="809" y="48"/>
                      <a:pt x="809" y="48"/>
                    </a:cubicBezTo>
                    <a:cubicBezTo>
                      <a:pt x="808" y="46"/>
                      <a:pt x="808" y="46"/>
                      <a:pt x="808" y="46"/>
                    </a:cubicBezTo>
                    <a:cubicBezTo>
                      <a:pt x="808" y="49"/>
                      <a:pt x="808" y="49"/>
                      <a:pt x="808" y="49"/>
                    </a:cubicBezTo>
                    <a:cubicBezTo>
                      <a:pt x="807" y="49"/>
                      <a:pt x="807" y="49"/>
                      <a:pt x="807" y="49"/>
                    </a:cubicBezTo>
                    <a:cubicBezTo>
                      <a:pt x="806" y="48"/>
                      <a:pt x="806" y="48"/>
                      <a:pt x="806" y="48"/>
                    </a:cubicBezTo>
                    <a:cubicBezTo>
                      <a:pt x="805" y="48"/>
                      <a:pt x="805" y="48"/>
                      <a:pt x="805" y="48"/>
                    </a:cubicBezTo>
                    <a:cubicBezTo>
                      <a:pt x="805" y="47"/>
                      <a:pt x="805" y="47"/>
                      <a:pt x="805" y="47"/>
                    </a:cubicBezTo>
                    <a:cubicBezTo>
                      <a:pt x="806" y="45"/>
                      <a:pt x="806" y="45"/>
                      <a:pt x="806" y="45"/>
                    </a:cubicBezTo>
                    <a:cubicBezTo>
                      <a:pt x="806" y="43"/>
                      <a:pt x="806" y="43"/>
                      <a:pt x="806" y="43"/>
                    </a:cubicBezTo>
                    <a:cubicBezTo>
                      <a:pt x="803" y="44"/>
                      <a:pt x="803" y="44"/>
                      <a:pt x="803" y="44"/>
                    </a:cubicBezTo>
                    <a:cubicBezTo>
                      <a:pt x="802" y="45"/>
                      <a:pt x="802" y="45"/>
                      <a:pt x="802" y="45"/>
                    </a:cubicBezTo>
                    <a:cubicBezTo>
                      <a:pt x="802" y="47"/>
                      <a:pt x="802" y="47"/>
                      <a:pt x="802" y="47"/>
                    </a:cubicBezTo>
                    <a:cubicBezTo>
                      <a:pt x="803" y="47"/>
                      <a:pt x="803" y="47"/>
                      <a:pt x="803" y="47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49"/>
                      <a:pt x="803" y="49"/>
                      <a:pt x="803" y="49"/>
                    </a:cubicBezTo>
                    <a:cubicBezTo>
                      <a:pt x="801" y="52"/>
                      <a:pt x="801" y="52"/>
                      <a:pt x="801" y="52"/>
                    </a:cubicBezTo>
                    <a:cubicBezTo>
                      <a:pt x="801" y="54"/>
                      <a:pt x="801" y="54"/>
                      <a:pt x="801" y="54"/>
                    </a:cubicBezTo>
                    <a:cubicBezTo>
                      <a:pt x="802" y="55"/>
                      <a:pt x="802" y="55"/>
                      <a:pt x="802" y="55"/>
                    </a:cubicBezTo>
                    <a:cubicBezTo>
                      <a:pt x="803" y="56"/>
                      <a:pt x="803" y="56"/>
                      <a:pt x="803" y="56"/>
                    </a:cubicBezTo>
                    <a:cubicBezTo>
                      <a:pt x="804" y="57"/>
                      <a:pt x="804" y="57"/>
                      <a:pt x="804" y="57"/>
                    </a:cubicBezTo>
                    <a:cubicBezTo>
                      <a:pt x="804" y="59"/>
                      <a:pt x="804" y="59"/>
                      <a:pt x="804" y="59"/>
                    </a:cubicBezTo>
                    <a:cubicBezTo>
                      <a:pt x="806" y="59"/>
                      <a:pt x="806" y="59"/>
                      <a:pt x="806" y="59"/>
                    </a:cubicBezTo>
                    <a:cubicBezTo>
                      <a:pt x="806" y="60"/>
                      <a:pt x="806" y="60"/>
                      <a:pt x="806" y="60"/>
                    </a:cubicBezTo>
                    <a:cubicBezTo>
                      <a:pt x="806" y="61"/>
                      <a:pt x="806" y="61"/>
                      <a:pt x="806" y="61"/>
                    </a:cubicBezTo>
                    <a:cubicBezTo>
                      <a:pt x="807" y="63"/>
                      <a:pt x="807" y="63"/>
                      <a:pt x="807" y="63"/>
                    </a:cubicBezTo>
                    <a:cubicBezTo>
                      <a:pt x="808" y="63"/>
                      <a:pt x="808" y="63"/>
                      <a:pt x="808" y="63"/>
                    </a:cubicBezTo>
                    <a:cubicBezTo>
                      <a:pt x="807" y="64"/>
                      <a:pt x="807" y="64"/>
                      <a:pt x="807" y="64"/>
                    </a:cubicBezTo>
                    <a:cubicBezTo>
                      <a:pt x="806" y="63"/>
                      <a:pt x="806" y="63"/>
                      <a:pt x="806" y="63"/>
                    </a:cubicBezTo>
                    <a:cubicBezTo>
                      <a:pt x="804" y="63"/>
                      <a:pt x="804" y="63"/>
                      <a:pt x="804" y="63"/>
                    </a:cubicBezTo>
                    <a:cubicBezTo>
                      <a:pt x="803" y="63"/>
                      <a:pt x="803" y="63"/>
                      <a:pt x="803" y="63"/>
                    </a:cubicBezTo>
                    <a:cubicBezTo>
                      <a:pt x="800" y="64"/>
                      <a:pt x="800" y="64"/>
                      <a:pt x="800" y="64"/>
                    </a:cubicBezTo>
                    <a:cubicBezTo>
                      <a:pt x="801" y="65"/>
                      <a:pt x="801" y="65"/>
                      <a:pt x="801" y="65"/>
                    </a:cubicBezTo>
                    <a:cubicBezTo>
                      <a:pt x="801" y="66"/>
                      <a:pt x="801" y="66"/>
                      <a:pt x="801" y="66"/>
                    </a:cubicBezTo>
                    <a:cubicBezTo>
                      <a:pt x="800" y="66"/>
                      <a:pt x="800" y="66"/>
                      <a:pt x="800" y="66"/>
                    </a:cubicBezTo>
                    <a:cubicBezTo>
                      <a:pt x="798" y="65"/>
                      <a:pt x="798" y="65"/>
                      <a:pt x="798" y="65"/>
                    </a:cubicBezTo>
                    <a:cubicBezTo>
                      <a:pt x="795" y="67"/>
                      <a:pt x="795" y="67"/>
                      <a:pt x="795" y="67"/>
                    </a:cubicBezTo>
                    <a:cubicBezTo>
                      <a:pt x="791" y="68"/>
                      <a:pt x="791" y="68"/>
                      <a:pt x="791" y="68"/>
                    </a:cubicBezTo>
                    <a:cubicBezTo>
                      <a:pt x="789" y="68"/>
                      <a:pt x="789" y="68"/>
                      <a:pt x="789" y="68"/>
                    </a:cubicBezTo>
                    <a:cubicBezTo>
                      <a:pt x="789" y="66"/>
                      <a:pt x="789" y="66"/>
                      <a:pt x="789" y="66"/>
                    </a:cubicBezTo>
                    <a:cubicBezTo>
                      <a:pt x="788" y="65"/>
                      <a:pt x="788" y="65"/>
                      <a:pt x="788" y="65"/>
                    </a:cubicBezTo>
                    <a:cubicBezTo>
                      <a:pt x="787" y="64"/>
                      <a:pt x="787" y="64"/>
                      <a:pt x="787" y="64"/>
                    </a:cubicBezTo>
                    <a:cubicBezTo>
                      <a:pt x="785" y="64"/>
                      <a:pt x="785" y="64"/>
                      <a:pt x="785" y="64"/>
                    </a:cubicBezTo>
                    <a:cubicBezTo>
                      <a:pt x="784" y="65"/>
                      <a:pt x="784" y="65"/>
                      <a:pt x="784" y="65"/>
                    </a:cubicBezTo>
                    <a:cubicBezTo>
                      <a:pt x="784" y="66"/>
                      <a:pt x="784" y="66"/>
                      <a:pt x="784" y="66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78" y="67"/>
                      <a:pt x="778" y="67"/>
                      <a:pt x="778" y="67"/>
                    </a:cubicBezTo>
                    <a:cubicBezTo>
                      <a:pt x="777" y="66"/>
                      <a:pt x="777" y="66"/>
                      <a:pt x="777" y="66"/>
                    </a:cubicBezTo>
                    <a:cubicBezTo>
                      <a:pt x="776" y="63"/>
                      <a:pt x="776" y="63"/>
                      <a:pt x="776" y="63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0"/>
                      <a:pt x="777" y="60"/>
                      <a:pt x="777" y="60"/>
                    </a:cubicBezTo>
                    <a:cubicBezTo>
                      <a:pt x="775" y="59"/>
                      <a:pt x="775" y="59"/>
                      <a:pt x="775" y="59"/>
                    </a:cubicBezTo>
                    <a:cubicBezTo>
                      <a:pt x="772" y="59"/>
                      <a:pt x="772" y="59"/>
                      <a:pt x="772" y="59"/>
                    </a:cubicBezTo>
                    <a:cubicBezTo>
                      <a:pt x="768" y="61"/>
                      <a:pt x="768" y="61"/>
                      <a:pt x="768" y="61"/>
                    </a:cubicBezTo>
                    <a:cubicBezTo>
                      <a:pt x="762" y="61"/>
                      <a:pt x="762" y="61"/>
                      <a:pt x="762" y="61"/>
                    </a:cubicBezTo>
                    <a:cubicBezTo>
                      <a:pt x="757" y="62"/>
                      <a:pt x="757" y="62"/>
                      <a:pt x="757" y="62"/>
                    </a:cubicBezTo>
                    <a:cubicBezTo>
                      <a:pt x="754" y="63"/>
                      <a:pt x="754" y="63"/>
                      <a:pt x="754" y="63"/>
                    </a:cubicBezTo>
                    <a:cubicBezTo>
                      <a:pt x="753" y="64"/>
                      <a:pt x="753" y="64"/>
                      <a:pt x="753" y="64"/>
                    </a:cubicBezTo>
                    <a:cubicBezTo>
                      <a:pt x="752" y="64"/>
                      <a:pt x="752" y="64"/>
                      <a:pt x="752" y="64"/>
                    </a:cubicBezTo>
                    <a:cubicBezTo>
                      <a:pt x="751" y="65"/>
                      <a:pt x="751" y="65"/>
                      <a:pt x="751" y="65"/>
                    </a:cubicBezTo>
                    <a:cubicBezTo>
                      <a:pt x="750" y="66"/>
                      <a:pt x="750" y="66"/>
                      <a:pt x="750" y="66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8" y="69"/>
                      <a:pt x="748" y="69"/>
                      <a:pt x="748" y="69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6"/>
                      <a:pt x="747" y="66"/>
                      <a:pt x="747" y="66"/>
                    </a:cubicBezTo>
                    <a:cubicBezTo>
                      <a:pt x="745" y="65"/>
                      <a:pt x="745" y="65"/>
                      <a:pt x="745" y="65"/>
                    </a:cubicBezTo>
                    <a:cubicBezTo>
                      <a:pt x="744" y="65"/>
                      <a:pt x="744" y="65"/>
                      <a:pt x="744" y="65"/>
                    </a:cubicBezTo>
                    <a:cubicBezTo>
                      <a:pt x="741" y="62"/>
                      <a:pt x="741" y="62"/>
                      <a:pt x="741" y="62"/>
                    </a:cubicBezTo>
                    <a:cubicBezTo>
                      <a:pt x="740" y="62"/>
                      <a:pt x="740" y="62"/>
                      <a:pt x="740" y="62"/>
                    </a:cubicBezTo>
                    <a:cubicBezTo>
                      <a:pt x="740" y="63"/>
                      <a:pt x="740" y="63"/>
                      <a:pt x="740" y="63"/>
                    </a:cubicBezTo>
                    <a:cubicBezTo>
                      <a:pt x="742" y="66"/>
                      <a:pt x="742" y="66"/>
                      <a:pt x="742" y="66"/>
                    </a:cubicBezTo>
                    <a:cubicBezTo>
                      <a:pt x="742" y="67"/>
                      <a:pt x="742" y="67"/>
                      <a:pt x="742" y="67"/>
                    </a:cubicBezTo>
                    <a:cubicBezTo>
                      <a:pt x="741" y="68"/>
                      <a:pt x="741" y="68"/>
                      <a:pt x="741" y="68"/>
                    </a:cubicBezTo>
                    <a:cubicBezTo>
                      <a:pt x="739" y="68"/>
                      <a:pt x="739" y="68"/>
                      <a:pt x="739" y="68"/>
                    </a:cubicBezTo>
                    <a:cubicBezTo>
                      <a:pt x="738" y="69"/>
                      <a:pt x="738" y="69"/>
                      <a:pt x="738" y="69"/>
                    </a:cubicBezTo>
                    <a:cubicBezTo>
                      <a:pt x="736" y="69"/>
                      <a:pt x="736" y="69"/>
                      <a:pt x="736" y="69"/>
                    </a:cubicBezTo>
                    <a:cubicBezTo>
                      <a:pt x="732" y="66"/>
                      <a:pt x="732" y="66"/>
                      <a:pt x="732" y="66"/>
                    </a:cubicBezTo>
                    <a:cubicBezTo>
                      <a:pt x="732" y="65"/>
                      <a:pt x="732" y="65"/>
                      <a:pt x="732" y="65"/>
                    </a:cubicBezTo>
                    <a:cubicBezTo>
                      <a:pt x="733" y="64"/>
                      <a:pt x="733" y="64"/>
                      <a:pt x="733" y="64"/>
                    </a:cubicBezTo>
                    <a:cubicBezTo>
                      <a:pt x="733" y="62"/>
                      <a:pt x="733" y="62"/>
                      <a:pt x="733" y="62"/>
                    </a:cubicBezTo>
                    <a:cubicBezTo>
                      <a:pt x="730" y="63"/>
                      <a:pt x="730" y="63"/>
                      <a:pt x="730" y="63"/>
                    </a:cubicBezTo>
                    <a:cubicBezTo>
                      <a:pt x="730" y="65"/>
                      <a:pt x="730" y="65"/>
                      <a:pt x="730" y="65"/>
                    </a:cubicBezTo>
                    <a:cubicBezTo>
                      <a:pt x="729" y="66"/>
                      <a:pt x="729" y="66"/>
                      <a:pt x="729" y="66"/>
                    </a:cubicBezTo>
                    <a:cubicBezTo>
                      <a:pt x="727" y="64"/>
                      <a:pt x="727" y="64"/>
                      <a:pt x="727" y="64"/>
                    </a:cubicBezTo>
                    <a:cubicBezTo>
                      <a:pt x="724" y="64"/>
                      <a:pt x="724" y="64"/>
                      <a:pt x="724" y="64"/>
                    </a:cubicBezTo>
                    <a:cubicBezTo>
                      <a:pt x="723" y="66"/>
                      <a:pt x="723" y="66"/>
                      <a:pt x="723" y="66"/>
                    </a:cubicBezTo>
                    <a:cubicBezTo>
                      <a:pt x="723" y="68"/>
                      <a:pt x="723" y="68"/>
                      <a:pt x="723" y="68"/>
                    </a:cubicBezTo>
                    <a:cubicBezTo>
                      <a:pt x="722" y="70"/>
                      <a:pt x="722" y="70"/>
                      <a:pt x="722" y="70"/>
                    </a:cubicBezTo>
                    <a:cubicBezTo>
                      <a:pt x="723" y="72"/>
                      <a:pt x="723" y="72"/>
                      <a:pt x="723" y="72"/>
                    </a:cubicBezTo>
                    <a:cubicBezTo>
                      <a:pt x="725" y="73"/>
                      <a:pt x="725" y="73"/>
                      <a:pt x="725" y="73"/>
                    </a:cubicBezTo>
                    <a:cubicBezTo>
                      <a:pt x="728" y="72"/>
                      <a:pt x="728" y="72"/>
                      <a:pt x="728" y="72"/>
                    </a:cubicBezTo>
                    <a:cubicBezTo>
                      <a:pt x="728" y="71"/>
                      <a:pt x="728" y="71"/>
                      <a:pt x="728" y="71"/>
                    </a:cubicBezTo>
                    <a:cubicBezTo>
                      <a:pt x="730" y="69"/>
                      <a:pt x="730" y="69"/>
                      <a:pt x="730" y="69"/>
                    </a:cubicBezTo>
                    <a:cubicBezTo>
                      <a:pt x="730" y="70"/>
                      <a:pt x="730" y="70"/>
                      <a:pt x="730" y="70"/>
                    </a:cubicBezTo>
                    <a:cubicBezTo>
                      <a:pt x="730" y="71"/>
                      <a:pt x="730" y="71"/>
                      <a:pt x="730" y="71"/>
                    </a:cubicBezTo>
                    <a:cubicBezTo>
                      <a:pt x="727" y="73"/>
                      <a:pt x="727" y="73"/>
                      <a:pt x="727" y="73"/>
                    </a:cubicBezTo>
                    <a:cubicBezTo>
                      <a:pt x="728" y="75"/>
                      <a:pt x="728" y="75"/>
                      <a:pt x="728" y="75"/>
                    </a:cubicBezTo>
                    <a:cubicBezTo>
                      <a:pt x="727" y="76"/>
                      <a:pt x="727" y="76"/>
                      <a:pt x="727" y="76"/>
                    </a:cubicBezTo>
                    <a:cubicBezTo>
                      <a:pt x="726" y="76"/>
                      <a:pt x="726" y="76"/>
                      <a:pt x="726" y="76"/>
                    </a:cubicBezTo>
                    <a:cubicBezTo>
                      <a:pt x="724" y="75"/>
                      <a:pt x="724" y="75"/>
                      <a:pt x="724" y="75"/>
                    </a:cubicBezTo>
                    <a:cubicBezTo>
                      <a:pt x="724" y="76"/>
                      <a:pt x="724" y="76"/>
                      <a:pt x="724" y="76"/>
                    </a:cubicBezTo>
                    <a:cubicBezTo>
                      <a:pt x="724" y="78"/>
                      <a:pt x="724" y="78"/>
                      <a:pt x="724" y="78"/>
                    </a:cubicBezTo>
                    <a:cubicBezTo>
                      <a:pt x="724" y="79"/>
                      <a:pt x="724" y="79"/>
                      <a:pt x="724" y="79"/>
                    </a:cubicBezTo>
                    <a:cubicBezTo>
                      <a:pt x="721" y="81"/>
                      <a:pt x="721" y="81"/>
                      <a:pt x="721" y="81"/>
                    </a:cubicBezTo>
                    <a:cubicBezTo>
                      <a:pt x="722" y="82"/>
                      <a:pt x="722" y="82"/>
                      <a:pt x="722" y="82"/>
                    </a:cubicBezTo>
                    <a:cubicBezTo>
                      <a:pt x="722" y="83"/>
                      <a:pt x="722" y="83"/>
                      <a:pt x="722" y="83"/>
                    </a:cubicBezTo>
                    <a:cubicBezTo>
                      <a:pt x="721" y="83"/>
                      <a:pt x="721" y="83"/>
                      <a:pt x="721" y="83"/>
                    </a:cubicBezTo>
                    <a:cubicBezTo>
                      <a:pt x="718" y="84"/>
                      <a:pt x="718" y="84"/>
                      <a:pt x="718" y="84"/>
                    </a:cubicBezTo>
                    <a:cubicBezTo>
                      <a:pt x="716" y="85"/>
                      <a:pt x="716" y="85"/>
                      <a:pt x="716" y="85"/>
                    </a:cubicBezTo>
                    <a:cubicBezTo>
                      <a:pt x="713" y="85"/>
                      <a:pt x="713" y="85"/>
                      <a:pt x="713" y="85"/>
                    </a:cubicBezTo>
                    <a:cubicBezTo>
                      <a:pt x="712" y="87"/>
                      <a:pt x="712" y="87"/>
                      <a:pt x="712" y="87"/>
                    </a:cubicBezTo>
                    <a:cubicBezTo>
                      <a:pt x="712" y="85"/>
                      <a:pt x="712" y="85"/>
                      <a:pt x="712" y="85"/>
                    </a:cubicBezTo>
                    <a:cubicBezTo>
                      <a:pt x="712" y="84"/>
                      <a:pt x="712" y="84"/>
                      <a:pt x="712" y="84"/>
                    </a:cubicBezTo>
                    <a:cubicBezTo>
                      <a:pt x="714" y="83"/>
                      <a:pt x="714" y="83"/>
                      <a:pt x="714" y="83"/>
                    </a:cubicBezTo>
                    <a:cubicBezTo>
                      <a:pt x="714" y="81"/>
                      <a:pt x="714" y="81"/>
                      <a:pt x="714" y="81"/>
                    </a:cubicBezTo>
                    <a:cubicBezTo>
                      <a:pt x="713" y="78"/>
                      <a:pt x="713" y="78"/>
                      <a:pt x="713" y="78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7" y="76"/>
                      <a:pt x="717" y="76"/>
                      <a:pt x="717" y="76"/>
                    </a:cubicBezTo>
                    <a:cubicBezTo>
                      <a:pt x="718" y="73"/>
                      <a:pt x="718" y="73"/>
                      <a:pt x="718" y="73"/>
                    </a:cubicBezTo>
                    <a:cubicBezTo>
                      <a:pt x="718" y="71"/>
                      <a:pt x="718" y="71"/>
                      <a:pt x="718" y="71"/>
                    </a:cubicBezTo>
                    <a:cubicBezTo>
                      <a:pt x="717" y="70"/>
                      <a:pt x="717" y="70"/>
                      <a:pt x="717" y="70"/>
                    </a:cubicBezTo>
                    <a:cubicBezTo>
                      <a:pt x="718" y="67"/>
                      <a:pt x="718" y="67"/>
                      <a:pt x="718" y="67"/>
                    </a:cubicBezTo>
                    <a:cubicBezTo>
                      <a:pt x="719" y="65"/>
                      <a:pt x="719" y="65"/>
                      <a:pt x="719" y="65"/>
                    </a:cubicBezTo>
                    <a:cubicBezTo>
                      <a:pt x="721" y="63"/>
                      <a:pt x="721" y="63"/>
                      <a:pt x="721" y="63"/>
                    </a:cubicBezTo>
                    <a:cubicBezTo>
                      <a:pt x="720" y="60"/>
                      <a:pt x="720" y="60"/>
                      <a:pt x="720" y="60"/>
                    </a:cubicBezTo>
                    <a:cubicBezTo>
                      <a:pt x="719" y="60"/>
                      <a:pt x="719" y="60"/>
                      <a:pt x="719" y="60"/>
                    </a:cubicBezTo>
                    <a:cubicBezTo>
                      <a:pt x="720" y="59"/>
                      <a:pt x="720" y="59"/>
                      <a:pt x="720" y="59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6"/>
                      <a:pt x="721" y="56"/>
                      <a:pt x="721" y="56"/>
                    </a:cubicBezTo>
                    <a:cubicBezTo>
                      <a:pt x="723" y="53"/>
                      <a:pt x="723" y="53"/>
                      <a:pt x="723" y="53"/>
                    </a:cubicBezTo>
                    <a:cubicBezTo>
                      <a:pt x="722" y="53"/>
                      <a:pt x="722" y="53"/>
                      <a:pt x="722" y="53"/>
                    </a:cubicBezTo>
                    <a:cubicBezTo>
                      <a:pt x="723" y="52"/>
                      <a:pt x="723" y="52"/>
                      <a:pt x="723" y="52"/>
                    </a:cubicBezTo>
                    <a:cubicBezTo>
                      <a:pt x="725" y="51"/>
                      <a:pt x="725" y="51"/>
                      <a:pt x="725" y="51"/>
                    </a:cubicBezTo>
                    <a:cubicBezTo>
                      <a:pt x="725" y="49"/>
                      <a:pt x="725" y="49"/>
                      <a:pt x="725" y="49"/>
                    </a:cubicBezTo>
                    <a:cubicBezTo>
                      <a:pt x="724" y="48"/>
                      <a:pt x="724" y="48"/>
                      <a:pt x="724" y="48"/>
                    </a:cubicBezTo>
                    <a:cubicBezTo>
                      <a:pt x="723" y="48"/>
                      <a:pt x="723" y="48"/>
                      <a:pt x="723" y="48"/>
                    </a:cubicBezTo>
                    <a:cubicBezTo>
                      <a:pt x="725" y="46"/>
                      <a:pt x="725" y="46"/>
                      <a:pt x="725" y="46"/>
                    </a:cubicBezTo>
                    <a:cubicBezTo>
                      <a:pt x="724" y="44"/>
                      <a:pt x="724" y="44"/>
                      <a:pt x="724" y="44"/>
                    </a:cubicBezTo>
                    <a:cubicBezTo>
                      <a:pt x="725" y="44"/>
                      <a:pt x="725" y="44"/>
                      <a:pt x="725" y="44"/>
                    </a:cubicBezTo>
                    <a:cubicBezTo>
                      <a:pt x="725" y="43"/>
                      <a:pt x="725" y="43"/>
                      <a:pt x="725" y="43"/>
                    </a:cubicBezTo>
                    <a:cubicBezTo>
                      <a:pt x="726" y="41"/>
                      <a:pt x="726" y="41"/>
                      <a:pt x="726" y="41"/>
                    </a:cubicBezTo>
                    <a:cubicBezTo>
                      <a:pt x="727" y="38"/>
                      <a:pt x="727" y="38"/>
                      <a:pt x="727" y="38"/>
                    </a:cubicBezTo>
                    <a:cubicBezTo>
                      <a:pt x="726" y="35"/>
                      <a:pt x="726" y="35"/>
                      <a:pt x="726" y="35"/>
                    </a:cubicBezTo>
                    <a:cubicBezTo>
                      <a:pt x="725" y="33"/>
                      <a:pt x="725" y="33"/>
                      <a:pt x="725" y="33"/>
                    </a:cubicBezTo>
                    <a:cubicBezTo>
                      <a:pt x="725" y="32"/>
                      <a:pt x="725" y="32"/>
                      <a:pt x="725" y="32"/>
                    </a:cubicBezTo>
                    <a:cubicBezTo>
                      <a:pt x="725" y="31"/>
                      <a:pt x="725" y="31"/>
                      <a:pt x="725" y="31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31"/>
                      <a:pt x="723" y="31"/>
                      <a:pt x="723" y="31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28"/>
                      <a:pt x="723" y="28"/>
                      <a:pt x="723" y="28"/>
                    </a:cubicBezTo>
                    <a:cubicBezTo>
                      <a:pt x="722" y="27"/>
                      <a:pt x="722" y="27"/>
                      <a:pt x="722" y="27"/>
                    </a:cubicBezTo>
                    <a:cubicBezTo>
                      <a:pt x="722" y="25"/>
                      <a:pt x="722" y="25"/>
                      <a:pt x="722" y="25"/>
                    </a:cubicBezTo>
                    <a:cubicBezTo>
                      <a:pt x="721" y="24"/>
                      <a:pt x="721" y="24"/>
                      <a:pt x="721" y="24"/>
                    </a:cubicBezTo>
                    <a:cubicBezTo>
                      <a:pt x="720" y="23"/>
                      <a:pt x="720" y="23"/>
                      <a:pt x="720" y="23"/>
                    </a:cubicBezTo>
                    <a:cubicBezTo>
                      <a:pt x="719" y="23"/>
                      <a:pt x="719" y="23"/>
                      <a:pt x="719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7" y="22"/>
                      <a:pt x="717" y="22"/>
                      <a:pt x="717" y="22"/>
                    </a:cubicBezTo>
                    <a:cubicBezTo>
                      <a:pt x="715" y="20"/>
                      <a:pt x="715" y="20"/>
                      <a:pt x="715" y="20"/>
                    </a:cubicBezTo>
                    <a:cubicBezTo>
                      <a:pt x="715" y="19"/>
                      <a:pt x="715" y="19"/>
                      <a:pt x="715" y="19"/>
                    </a:cubicBezTo>
                    <a:cubicBezTo>
                      <a:pt x="714" y="18"/>
                      <a:pt x="714" y="18"/>
                      <a:pt x="714" y="18"/>
                    </a:cubicBezTo>
                    <a:cubicBezTo>
                      <a:pt x="713" y="16"/>
                      <a:pt x="713" y="16"/>
                      <a:pt x="713" y="16"/>
                    </a:cubicBezTo>
                    <a:cubicBezTo>
                      <a:pt x="711" y="16"/>
                      <a:pt x="711" y="16"/>
                      <a:pt x="711" y="16"/>
                    </a:cubicBezTo>
                    <a:cubicBezTo>
                      <a:pt x="710" y="17"/>
                      <a:pt x="710" y="17"/>
                      <a:pt x="710" y="17"/>
                    </a:cubicBezTo>
                    <a:cubicBezTo>
                      <a:pt x="710" y="20"/>
                      <a:pt x="710" y="20"/>
                      <a:pt x="710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1" y="21"/>
                      <a:pt x="711" y="21"/>
                      <a:pt x="711" y="21"/>
                    </a:cubicBezTo>
                    <a:cubicBezTo>
                      <a:pt x="711" y="22"/>
                      <a:pt x="711" y="22"/>
                      <a:pt x="711" y="22"/>
                    </a:cubicBezTo>
                    <a:cubicBezTo>
                      <a:pt x="709" y="19"/>
                      <a:pt x="709" y="19"/>
                      <a:pt x="709" y="19"/>
                    </a:cubicBezTo>
                    <a:cubicBezTo>
                      <a:pt x="709" y="18"/>
                      <a:pt x="709" y="18"/>
                      <a:pt x="709" y="18"/>
                    </a:cubicBezTo>
                    <a:cubicBezTo>
                      <a:pt x="708" y="16"/>
                      <a:pt x="708" y="16"/>
                      <a:pt x="708" y="16"/>
                    </a:cubicBezTo>
                    <a:cubicBezTo>
                      <a:pt x="707" y="16"/>
                      <a:pt x="707" y="16"/>
                      <a:pt x="707" y="16"/>
                    </a:cubicBezTo>
                    <a:cubicBezTo>
                      <a:pt x="701" y="13"/>
                      <a:pt x="701" y="13"/>
                      <a:pt x="701" y="13"/>
                    </a:cubicBezTo>
                    <a:cubicBezTo>
                      <a:pt x="700" y="12"/>
                      <a:pt x="700" y="12"/>
                      <a:pt x="700" y="12"/>
                    </a:cubicBezTo>
                    <a:cubicBezTo>
                      <a:pt x="699" y="12"/>
                      <a:pt x="699" y="12"/>
                      <a:pt x="699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7" y="11"/>
                      <a:pt x="697" y="11"/>
                      <a:pt x="697" y="11"/>
                    </a:cubicBezTo>
                    <a:cubicBezTo>
                      <a:pt x="696" y="9"/>
                      <a:pt x="696" y="9"/>
                      <a:pt x="696" y="9"/>
                    </a:cubicBezTo>
                    <a:cubicBezTo>
                      <a:pt x="694" y="10"/>
                      <a:pt x="694" y="10"/>
                      <a:pt x="694" y="10"/>
                    </a:cubicBezTo>
                    <a:cubicBezTo>
                      <a:pt x="694" y="9"/>
                      <a:pt x="694" y="9"/>
                      <a:pt x="694" y="9"/>
                    </a:cubicBezTo>
                    <a:cubicBezTo>
                      <a:pt x="692" y="10"/>
                      <a:pt x="692" y="10"/>
                      <a:pt x="692" y="10"/>
                    </a:cubicBezTo>
                    <a:cubicBezTo>
                      <a:pt x="691" y="10"/>
                      <a:pt x="691" y="10"/>
                      <a:pt x="691" y="10"/>
                    </a:cubicBezTo>
                    <a:cubicBezTo>
                      <a:pt x="690" y="10"/>
                      <a:pt x="690" y="10"/>
                      <a:pt x="690" y="10"/>
                    </a:cubicBezTo>
                    <a:cubicBezTo>
                      <a:pt x="689" y="12"/>
                      <a:pt x="689" y="12"/>
                      <a:pt x="689" y="12"/>
                    </a:cubicBezTo>
                    <a:cubicBezTo>
                      <a:pt x="688" y="13"/>
                      <a:pt x="688" y="13"/>
                      <a:pt x="688" y="13"/>
                    </a:cubicBezTo>
                    <a:cubicBezTo>
                      <a:pt x="687" y="13"/>
                      <a:pt x="687" y="13"/>
                      <a:pt x="687" y="13"/>
                    </a:cubicBezTo>
                    <a:cubicBezTo>
                      <a:pt x="685" y="13"/>
                      <a:pt x="685" y="13"/>
                      <a:pt x="685" y="13"/>
                    </a:cubicBezTo>
                    <a:cubicBezTo>
                      <a:pt x="683" y="15"/>
                      <a:pt x="683" y="15"/>
                      <a:pt x="683" y="15"/>
                    </a:cubicBezTo>
                    <a:cubicBezTo>
                      <a:pt x="681" y="15"/>
                      <a:pt x="681" y="15"/>
                      <a:pt x="681" y="15"/>
                    </a:cubicBezTo>
                    <a:cubicBezTo>
                      <a:pt x="680" y="15"/>
                      <a:pt x="680" y="15"/>
                      <a:pt x="680" y="15"/>
                    </a:cubicBezTo>
                    <a:cubicBezTo>
                      <a:pt x="679" y="15"/>
                      <a:pt x="679" y="15"/>
                      <a:pt x="679" y="15"/>
                    </a:cubicBezTo>
                    <a:cubicBezTo>
                      <a:pt x="678" y="15"/>
                      <a:pt x="678" y="15"/>
                      <a:pt x="678" y="15"/>
                    </a:cubicBezTo>
                    <a:cubicBezTo>
                      <a:pt x="677" y="16"/>
                      <a:pt x="677" y="16"/>
                      <a:pt x="677" y="16"/>
                    </a:cubicBezTo>
                    <a:cubicBezTo>
                      <a:pt x="677" y="18"/>
                      <a:pt x="677" y="18"/>
                      <a:pt x="677" y="18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80" y="20"/>
                      <a:pt x="680" y="20"/>
                      <a:pt x="680" y="20"/>
                    </a:cubicBezTo>
                    <a:cubicBezTo>
                      <a:pt x="680" y="22"/>
                      <a:pt x="680" y="22"/>
                      <a:pt x="680" y="22"/>
                    </a:cubicBezTo>
                    <a:cubicBezTo>
                      <a:pt x="679" y="24"/>
                      <a:pt x="679" y="24"/>
                      <a:pt x="679" y="24"/>
                    </a:cubicBezTo>
                    <a:cubicBezTo>
                      <a:pt x="677" y="24"/>
                      <a:pt x="677" y="24"/>
                      <a:pt x="677" y="24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4" y="26"/>
                      <a:pt x="674" y="26"/>
                      <a:pt x="674" y="26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5" y="24"/>
                      <a:pt x="675" y="24"/>
                      <a:pt x="675" y="24"/>
                    </a:cubicBezTo>
                    <a:cubicBezTo>
                      <a:pt x="673" y="21"/>
                      <a:pt x="673" y="21"/>
                      <a:pt x="673" y="21"/>
                    </a:cubicBezTo>
                    <a:cubicBezTo>
                      <a:pt x="674" y="19"/>
                      <a:pt x="674" y="19"/>
                      <a:pt x="674" y="19"/>
                    </a:cubicBezTo>
                    <a:cubicBezTo>
                      <a:pt x="674" y="18"/>
                      <a:pt x="674" y="18"/>
                      <a:pt x="674" y="18"/>
                    </a:cubicBezTo>
                    <a:cubicBezTo>
                      <a:pt x="675" y="17"/>
                      <a:pt x="675" y="17"/>
                      <a:pt x="675" y="17"/>
                    </a:cubicBezTo>
                    <a:cubicBezTo>
                      <a:pt x="674" y="14"/>
                      <a:pt x="674" y="14"/>
                      <a:pt x="674" y="14"/>
                    </a:cubicBezTo>
                    <a:cubicBezTo>
                      <a:pt x="674" y="13"/>
                      <a:pt x="674" y="13"/>
                      <a:pt x="674" y="13"/>
                    </a:cubicBezTo>
                    <a:cubicBezTo>
                      <a:pt x="671" y="10"/>
                      <a:pt x="671" y="10"/>
                      <a:pt x="671" y="10"/>
                    </a:cubicBezTo>
                    <a:cubicBezTo>
                      <a:pt x="670" y="11"/>
                      <a:pt x="670" y="11"/>
                      <a:pt x="670" y="11"/>
                    </a:cubicBezTo>
                    <a:cubicBezTo>
                      <a:pt x="669" y="10"/>
                      <a:pt x="669" y="10"/>
                      <a:pt x="669" y="10"/>
                    </a:cubicBezTo>
                    <a:cubicBezTo>
                      <a:pt x="668" y="10"/>
                      <a:pt x="668" y="10"/>
                      <a:pt x="668" y="10"/>
                    </a:cubicBezTo>
                    <a:cubicBezTo>
                      <a:pt x="667" y="12"/>
                      <a:pt x="667" y="12"/>
                      <a:pt x="667" y="12"/>
                    </a:cubicBezTo>
                    <a:cubicBezTo>
                      <a:pt x="666" y="12"/>
                      <a:pt x="666" y="12"/>
                      <a:pt x="666" y="12"/>
                    </a:cubicBezTo>
                    <a:cubicBezTo>
                      <a:pt x="665" y="11"/>
                      <a:pt x="665" y="11"/>
                      <a:pt x="665" y="11"/>
                    </a:cubicBezTo>
                    <a:cubicBezTo>
                      <a:pt x="663" y="12"/>
                      <a:pt x="663" y="12"/>
                      <a:pt x="663" y="12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3" y="13"/>
                      <a:pt x="663" y="13"/>
                      <a:pt x="663" y="13"/>
                    </a:cubicBezTo>
                    <a:cubicBezTo>
                      <a:pt x="663" y="11"/>
                      <a:pt x="663" y="11"/>
                      <a:pt x="663" y="11"/>
                    </a:cubicBezTo>
                    <a:cubicBezTo>
                      <a:pt x="661" y="10"/>
                      <a:pt x="661" y="10"/>
                      <a:pt x="661" y="10"/>
                    </a:cubicBezTo>
                    <a:cubicBezTo>
                      <a:pt x="658" y="14"/>
                      <a:pt x="658" y="14"/>
                      <a:pt x="658" y="14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4"/>
                      <a:pt x="655" y="14"/>
                      <a:pt x="655" y="14"/>
                    </a:cubicBezTo>
                    <a:cubicBezTo>
                      <a:pt x="657" y="14"/>
                      <a:pt x="657" y="14"/>
                      <a:pt x="657" y="14"/>
                    </a:cubicBezTo>
                    <a:cubicBezTo>
                      <a:pt x="659" y="11"/>
                      <a:pt x="659" y="11"/>
                      <a:pt x="659" y="11"/>
                    </a:cubicBezTo>
                    <a:cubicBezTo>
                      <a:pt x="658" y="10"/>
                      <a:pt x="658" y="10"/>
                      <a:pt x="658" y="10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61" y="7"/>
                      <a:pt x="661" y="7"/>
                      <a:pt x="661" y="7"/>
                    </a:cubicBezTo>
                    <a:cubicBezTo>
                      <a:pt x="660" y="6"/>
                      <a:pt x="660" y="6"/>
                      <a:pt x="660" y="6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7" y="2"/>
                      <a:pt x="657" y="2"/>
                      <a:pt x="657" y="2"/>
                    </a:cubicBezTo>
                    <a:cubicBezTo>
                      <a:pt x="656" y="2"/>
                      <a:pt x="656" y="2"/>
                      <a:pt x="656" y="2"/>
                    </a:cubicBezTo>
                    <a:cubicBezTo>
                      <a:pt x="654" y="4"/>
                      <a:pt x="654" y="4"/>
                      <a:pt x="654" y="4"/>
                    </a:cubicBezTo>
                    <a:cubicBezTo>
                      <a:pt x="653" y="3"/>
                      <a:pt x="653" y="3"/>
                      <a:pt x="653" y="3"/>
                    </a:cubicBezTo>
                    <a:cubicBezTo>
                      <a:pt x="652" y="1"/>
                      <a:pt x="652" y="1"/>
                      <a:pt x="652" y="1"/>
                    </a:cubicBezTo>
                    <a:cubicBezTo>
                      <a:pt x="650" y="1"/>
                      <a:pt x="650" y="1"/>
                      <a:pt x="650" y="1"/>
                    </a:cubicBezTo>
                    <a:cubicBezTo>
                      <a:pt x="649" y="2"/>
                      <a:pt x="649" y="2"/>
                      <a:pt x="649" y="2"/>
                    </a:cubicBezTo>
                    <a:cubicBezTo>
                      <a:pt x="647" y="1"/>
                      <a:pt x="647" y="1"/>
                      <a:pt x="647" y="1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43" y="3"/>
                      <a:pt x="643" y="3"/>
                      <a:pt x="643" y="3"/>
                    </a:cubicBezTo>
                    <a:cubicBezTo>
                      <a:pt x="643" y="4"/>
                      <a:pt x="643" y="4"/>
                      <a:pt x="643" y="4"/>
                    </a:cubicBezTo>
                    <a:cubicBezTo>
                      <a:pt x="641" y="4"/>
                      <a:pt x="641" y="4"/>
                      <a:pt x="641" y="4"/>
                    </a:cubicBezTo>
                    <a:cubicBezTo>
                      <a:pt x="642" y="6"/>
                      <a:pt x="642" y="6"/>
                      <a:pt x="642" y="6"/>
                    </a:cubicBezTo>
                    <a:cubicBezTo>
                      <a:pt x="641" y="7"/>
                      <a:pt x="641" y="7"/>
                      <a:pt x="641" y="7"/>
                    </a:cubicBezTo>
                    <a:cubicBezTo>
                      <a:pt x="641" y="10"/>
                      <a:pt x="641" y="10"/>
                      <a:pt x="641" y="10"/>
                    </a:cubicBezTo>
                    <a:cubicBezTo>
                      <a:pt x="641" y="11"/>
                      <a:pt x="641" y="11"/>
                      <a:pt x="641" y="11"/>
                    </a:cubicBezTo>
                    <a:cubicBezTo>
                      <a:pt x="640" y="13"/>
                      <a:pt x="640" y="13"/>
                      <a:pt x="640" y="13"/>
                    </a:cubicBezTo>
                    <a:cubicBezTo>
                      <a:pt x="640" y="20"/>
                      <a:pt x="640" y="20"/>
                      <a:pt x="640" y="20"/>
                    </a:cubicBezTo>
                    <a:cubicBezTo>
                      <a:pt x="641" y="22"/>
                      <a:pt x="641" y="22"/>
                      <a:pt x="641" y="22"/>
                    </a:cubicBezTo>
                    <a:cubicBezTo>
                      <a:pt x="641" y="23"/>
                      <a:pt x="641" y="23"/>
                      <a:pt x="641" y="23"/>
                    </a:cubicBezTo>
                    <a:cubicBezTo>
                      <a:pt x="640" y="23"/>
                      <a:pt x="640" y="23"/>
                      <a:pt x="640" y="23"/>
                    </a:cubicBezTo>
                    <a:cubicBezTo>
                      <a:pt x="640" y="25"/>
                      <a:pt x="640" y="25"/>
                      <a:pt x="640" y="25"/>
                    </a:cubicBezTo>
                    <a:cubicBezTo>
                      <a:pt x="642" y="27"/>
                      <a:pt x="642" y="27"/>
                      <a:pt x="642" y="27"/>
                    </a:cubicBezTo>
                    <a:cubicBezTo>
                      <a:pt x="643" y="27"/>
                      <a:pt x="643" y="27"/>
                      <a:pt x="643" y="27"/>
                    </a:cubicBezTo>
                    <a:cubicBezTo>
                      <a:pt x="645" y="29"/>
                      <a:pt x="645" y="29"/>
                      <a:pt x="645" y="29"/>
                    </a:cubicBezTo>
                    <a:cubicBezTo>
                      <a:pt x="646" y="30"/>
                      <a:pt x="646" y="30"/>
                      <a:pt x="646" y="30"/>
                    </a:cubicBezTo>
                    <a:cubicBezTo>
                      <a:pt x="645" y="30"/>
                      <a:pt x="645" y="30"/>
                      <a:pt x="645" y="30"/>
                    </a:cubicBezTo>
                    <a:cubicBezTo>
                      <a:pt x="645" y="32"/>
                      <a:pt x="645" y="32"/>
                      <a:pt x="645" y="32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49" y="34"/>
                      <a:pt x="649" y="34"/>
                      <a:pt x="649" y="34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53" y="34"/>
                      <a:pt x="653" y="34"/>
                      <a:pt x="653" y="34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4" y="35"/>
                      <a:pt x="654" y="35"/>
                      <a:pt x="654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47" y="36"/>
                      <a:pt x="647" y="36"/>
                      <a:pt x="647" y="36"/>
                    </a:cubicBezTo>
                    <a:cubicBezTo>
                      <a:pt x="646" y="35"/>
                      <a:pt x="646" y="35"/>
                      <a:pt x="646" y="35"/>
                    </a:cubicBezTo>
                    <a:cubicBezTo>
                      <a:pt x="644" y="36"/>
                      <a:pt x="644" y="36"/>
                      <a:pt x="644" y="36"/>
                    </a:cubicBezTo>
                    <a:cubicBezTo>
                      <a:pt x="643" y="35"/>
                      <a:pt x="643" y="35"/>
                      <a:pt x="643" y="35"/>
                    </a:cubicBezTo>
                    <a:cubicBezTo>
                      <a:pt x="641" y="35"/>
                      <a:pt x="641" y="35"/>
                      <a:pt x="641" y="35"/>
                    </a:cubicBezTo>
                    <a:cubicBezTo>
                      <a:pt x="640" y="36"/>
                      <a:pt x="640" y="36"/>
                      <a:pt x="640" y="36"/>
                    </a:cubicBezTo>
                    <a:cubicBezTo>
                      <a:pt x="637" y="36"/>
                      <a:pt x="637" y="36"/>
                      <a:pt x="637" y="36"/>
                    </a:cubicBezTo>
                    <a:cubicBezTo>
                      <a:pt x="636" y="38"/>
                      <a:pt x="636" y="38"/>
                      <a:pt x="636" y="38"/>
                    </a:cubicBezTo>
                    <a:cubicBezTo>
                      <a:pt x="636" y="39"/>
                      <a:pt x="636" y="39"/>
                      <a:pt x="636" y="39"/>
                    </a:cubicBezTo>
                    <a:cubicBezTo>
                      <a:pt x="638" y="40"/>
                      <a:pt x="638" y="40"/>
                      <a:pt x="638" y="40"/>
                    </a:cubicBezTo>
                    <a:cubicBezTo>
                      <a:pt x="638" y="41"/>
                      <a:pt x="638" y="41"/>
                      <a:pt x="638" y="41"/>
                    </a:cubicBezTo>
                    <a:cubicBezTo>
                      <a:pt x="640" y="41"/>
                      <a:pt x="640" y="41"/>
                      <a:pt x="640" y="41"/>
                    </a:cubicBezTo>
                    <a:cubicBezTo>
                      <a:pt x="641" y="41"/>
                      <a:pt x="641" y="41"/>
                      <a:pt x="641" y="41"/>
                    </a:cubicBezTo>
                    <a:cubicBezTo>
                      <a:pt x="639" y="42"/>
                      <a:pt x="639" y="42"/>
                      <a:pt x="639" y="42"/>
                    </a:cubicBezTo>
                    <a:cubicBezTo>
                      <a:pt x="637" y="42"/>
                      <a:pt x="637" y="42"/>
                      <a:pt x="637" y="42"/>
                    </a:cubicBezTo>
                    <a:cubicBezTo>
                      <a:pt x="635" y="44"/>
                      <a:pt x="635" y="44"/>
                      <a:pt x="635" y="44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4" y="45"/>
                      <a:pt x="634" y="45"/>
                      <a:pt x="634" y="45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4" y="48"/>
                      <a:pt x="634" y="48"/>
                      <a:pt x="634" y="48"/>
                    </a:cubicBezTo>
                    <a:cubicBezTo>
                      <a:pt x="634" y="47"/>
                      <a:pt x="634" y="47"/>
                      <a:pt x="634" y="47"/>
                    </a:cubicBezTo>
                    <a:cubicBezTo>
                      <a:pt x="633" y="47"/>
                      <a:pt x="633" y="47"/>
                      <a:pt x="633" y="47"/>
                    </a:cubicBezTo>
                    <a:cubicBezTo>
                      <a:pt x="631" y="48"/>
                      <a:pt x="631" y="48"/>
                      <a:pt x="631" y="48"/>
                    </a:cubicBezTo>
                    <a:cubicBezTo>
                      <a:pt x="632" y="50"/>
                      <a:pt x="632" y="50"/>
                      <a:pt x="632" y="50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49"/>
                      <a:pt x="631" y="49"/>
                      <a:pt x="631" y="49"/>
                    </a:cubicBezTo>
                    <a:cubicBezTo>
                      <a:pt x="629" y="47"/>
                      <a:pt x="629" y="47"/>
                      <a:pt x="629" y="47"/>
                    </a:cubicBezTo>
                    <a:cubicBezTo>
                      <a:pt x="628" y="48"/>
                      <a:pt x="628" y="48"/>
                      <a:pt x="628" y="48"/>
                    </a:cubicBezTo>
                    <a:cubicBezTo>
                      <a:pt x="628" y="50"/>
                      <a:pt x="628" y="50"/>
                      <a:pt x="628" y="50"/>
                    </a:cubicBezTo>
                    <a:cubicBezTo>
                      <a:pt x="627" y="52"/>
                      <a:pt x="627" y="52"/>
                      <a:pt x="627" y="52"/>
                    </a:cubicBezTo>
                    <a:cubicBezTo>
                      <a:pt x="627" y="53"/>
                      <a:pt x="627" y="53"/>
                      <a:pt x="627" y="53"/>
                    </a:cubicBezTo>
                    <a:cubicBezTo>
                      <a:pt x="626" y="53"/>
                      <a:pt x="626" y="53"/>
                      <a:pt x="626" y="53"/>
                    </a:cubicBezTo>
                    <a:cubicBezTo>
                      <a:pt x="626" y="52"/>
                      <a:pt x="626" y="52"/>
                      <a:pt x="626" y="52"/>
                    </a:cubicBezTo>
                    <a:cubicBezTo>
                      <a:pt x="628" y="49"/>
                      <a:pt x="628" y="49"/>
                      <a:pt x="628" y="49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6" y="47"/>
                      <a:pt x="626" y="47"/>
                      <a:pt x="626" y="47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8" y="47"/>
                      <a:pt x="628" y="47"/>
                      <a:pt x="628" y="47"/>
                    </a:cubicBezTo>
                    <a:cubicBezTo>
                      <a:pt x="629" y="45"/>
                      <a:pt x="629" y="45"/>
                      <a:pt x="629" y="45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8" y="42"/>
                      <a:pt x="628" y="42"/>
                      <a:pt x="628" y="42"/>
                    </a:cubicBezTo>
                    <a:cubicBezTo>
                      <a:pt x="626" y="42"/>
                      <a:pt x="626" y="42"/>
                      <a:pt x="626" y="42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4"/>
                      <a:pt x="625" y="44"/>
                      <a:pt x="625" y="44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3" y="43"/>
                      <a:pt x="623" y="43"/>
                      <a:pt x="623" y="43"/>
                    </a:cubicBezTo>
                    <a:cubicBezTo>
                      <a:pt x="623" y="44"/>
                      <a:pt x="623" y="44"/>
                      <a:pt x="623" y="44"/>
                    </a:cubicBezTo>
                    <a:cubicBezTo>
                      <a:pt x="622" y="44"/>
                      <a:pt x="622" y="44"/>
                      <a:pt x="622" y="44"/>
                    </a:cubicBezTo>
                    <a:cubicBezTo>
                      <a:pt x="621" y="44"/>
                      <a:pt x="621" y="44"/>
                      <a:pt x="621" y="44"/>
                    </a:cubicBezTo>
                    <a:cubicBezTo>
                      <a:pt x="620" y="45"/>
                      <a:pt x="620" y="45"/>
                      <a:pt x="620" y="45"/>
                    </a:cubicBezTo>
                    <a:cubicBezTo>
                      <a:pt x="621" y="47"/>
                      <a:pt x="621" y="47"/>
                      <a:pt x="621" y="47"/>
                    </a:cubicBezTo>
                    <a:cubicBezTo>
                      <a:pt x="622" y="46"/>
                      <a:pt x="622" y="46"/>
                      <a:pt x="622" y="46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1" y="48"/>
                      <a:pt x="621" y="48"/>
                      <a:pt x="621" y="48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17" y="49"/>
                      <a:pt x="617" y="49"/>
                      <a:pt x="617" y="49"/>
                    </a:cubicBezTo>
                    <a:cubicBezTo>
                      <a:pt x="616" y="49"/>
                      <a:pt x="616" y="49"/>
                      <a:pt x="616" y="49"/>
                    </a:cubicBezTo>
                    <a:cubicBezTo>
                      <a:pt x="615" y="48"/>
                      <a:pt x="615" y="48"/>
                      <a:pt x="615" y="48"/>
                    </a:cubicBezTo>
                    <a:cubicBezTo>
                      <a:pt x="611" y="48"/>
                      <a:pt x="611" y="48"/>
                      <a:pt x="611" y="48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3" y="51"/>
                      <a:pt x="613" y="51"/>
                      <a:pt x="613" y="51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2" y="49"/>
                      <a:pt x="612" y="49"/>
                      <a:pt x="612" y="49"/>
                    </a:cubicBezTo>
                    <a:cubicBezTo>
                      <a:pt x="611" y="51"/>
                      <a:pt x="611" y="51"/>
                      <a:pt x="611" y="51"/>
                    </a:cubicBezTo>
                    <a:cubicBezTo>
                      <a:pt x="610" y="52"/>
                      <a:pt x="610" y="52"/>
                      <a:pt x="610" y="52"/>
                    </a:cubicBezTo>
                    <a:cubicBezTo>
                      <a:pt x="610" y="55"/>
                      <a:pt x="610" y="55"/>
                      <a:pt x="610" y="55"/>
                    </a:cubicBezTo>
                    <a:cubicBezTo>
                      <a:pt x="611" y="57"/>
                      <a:pt x="611" y="57"/>
                      <a:pt x="611" y="57"/>
                    </a:cubicBezTo>
                    <a:cubicBezTo>
                      <a:pt x="613" y="55"/>
                      <a:pt x="613" y="55"/>
                      <a:pt x="613" y="55"/>
                    </a:cubicBezTo>
                    <a:cubicBezTo>
                      <a:pt x="614" y="56"/>
                      <a:pt x="614" y="56"/>
                      <a:pt x="614" y="56"/>
                    </a:cubicBezTo>
                    <a:cubicBezTo>
                      <a:pt x="616" y="54"/>
                      <a:pt x="616" y="54"/>
                      <a:pt x="616" y="54"/>
                    </a:cubicBezTo>
                    <a:cubicBezTo>
                      <a:pt x="617" y="54"/>
                      <a:pt x="617" y="54"/>
                      <a:pt x="617" y="54"/>
                    </a:cubicBezTo>
                    <a:cubicBezTo>
                      <a:pt x="616" y="55"/>
                      <a:pt x="616" y="55"/>
                      <a:pt x="616" y="55"/>
                    </a:cubicBezTo>
                    <a:cubicBezTo>
                      <a:pt x="612" y="57"/>
                      <a:pt x="612" y="57"/>
                      <a:pt x="612" y="57"/>
                    </a:cubicBezTo>
                    <a:cubicBezTo>
                      <a:pt x="612" y="58"/>
                      <a:pt x="612" y="58"/>
                      <a:pt x="612" y="58"/>
                    </a:cubicBezTo>
                    <a:cubicBezTo>
                      <a:pt x="610" y="59"/>
                      <a:pt x="610" y="59"/>
                      <a:pt x="610" y="59"/>
                    </a:cubicBezTo>
                    <a:cubicBezTo>
                      <a:pt x="606" y="60"/>
                      <a:pt x="606" y="60"/>
                      <a:pt x="606" y="60"/>
                    </a:cubicBezTo>
                    <a:cubicBezTo>
                      <a:pt x="606" y="61"/>
                      <a:pt x="606" y="61"/>
                      <a:pt x="606" y="61"/>
                    </a:cubicBezTo>
                    <a:cubicBezTo>
                      <a:pt x="606" y="62"/>
                      <a:pt x="606" y="62"/>
                      <a:pt x="606" y="62"/>
                    </a:cubicBezTo>
                    <a:cubicBezTo>
                      <a:pt x="605" y="62"/>
                      <a:pt x="605" y="62"/>
                      <a:pt x="605" y="62"/>
                    </a:cubicBezTo>
                    <a:cubicBezTo>
                      <a:pt x="603" y="62"/>
                      <a:pt x="603" y="62"/>
                      <a:pt x="603" y="62"/>
                    </a:cubicBezTo>
                    <a:cubicBezTo>
                      <a:pt x="602" y="62"/>
                      <a:pt x="602" y="62"/>
                      <a:pt x="602" y="62"/>
                    </a:cubicBezTo>
                    <a:cubicBezTo>
                      <a:pt x="602" y="63"/>
                      <a:pt x="602" y="63"/>
                      <a:pt x="602" y="63"/>
                    </a:cubicBezTo>
                    <a:cubicBezTo>
                      <a:pt x="599" y="64"/>
                      <a:pt x="599" y="64"/>
                      <a:pt x="599" y="64"/>
                    </a:cubicBezTo>
                    <a:cubicBezTo>
                      <a:pt x="598" y="65"/>
                      <a:pt x="598" y="65"/>
                      <a:pt x="598" y="65"/>
                    </a:cubicBezTo>
                    <a:cubicBezTo>
                      <a:pt x="599" y="66"/>
                      <a:pt x="599" y="66"/>
                      <a:pt x="599" y="66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7"/>
                      <a:pt x="598" y="67"/>
                      <a:pt x="598" y="67"/>
                    </a:cubicBezTo>
                    <a:cubicBezTo>
                      <a:pt x="596" y="67"/>
                      <a:pt x="596" y="67"/>
                      <a:pt x="596" y="67"/>
                    </a:cubicBezTo>
                    <a:cubicBezTo>
                      <a:pt x="595" y="69"/>
                      <a:pt x="595" y="69"/>
                      <a:pt x="595" y="69"/>
                    </a:cubicBezTo>
                    <a:cubicBezTo>
                      <a:pt x="595" y="70"/>
                      <a:pt x="595" y="70"/>
                      <a:pt x="595" y="70"/>
                    </a:cubicBezTo>
                    <a:cubicBezTo>
                      <a:pt x="594" y="71"/>
                      <a:pt x="594" y="71"/>
                      <a:pt x="594" y="71"/>
                    </a:cubicBezTo>
                    <a:cubicBezTo>
                      <a:pt x="594" y="72"/>
                      <a:pt x="594" y="72"/>
                      <a:pt x="594" y="72"/>
                    </a:cubicBezTo>
                    <a:cubicBezTo>
                      <a:pt x="593" y="74"/>
                      <a:pt x="593" y="74"/>
                      <a:pt x="593" y="74"/>
                    </a:cubicBezTo>
                    <a:cubicBezTo>
                      <a:pt x="593" y="75"/>
                      <a:pt x="593" y="75"/>
                      <a:pt x="593" y="75"/>
                    </a:cubicBezTo>
                    <a:cubicBezTo>
                      <a:pt x="592" y="75"/>
                      <a:pt x="592" y="75"/>
                      <a:pt x="592" y="75"/>
                    </a:cubicBezTo>
                    <a:cubicBezTo>
                      <a:pt x="589" y="75"/>
                      <a:pt x="589" y="75"/>
                      <a:pt x="589" y="75"/>
                    </a:cubicBezTo>
                    <a:cubicBezTo>
                      <a:pt x="587" y="77"/>
                      <a:pt x="587" y="77"/>
                      <a:pt x="587" y="77"/>
                    </a:cubicBezTo>
                    <a:cubicBezTo>
                      <a:pt x="587" y="79"/>
                      <a:pt x="587" y="79"/>
                      <a:pt x="587" y="79"/>
                    </a:cubicBezTo>
                    <a:cubicBezTo>
                      <a:pt x="588" y="79"/>
                      <a:pt x="588" y="79"/>
                      <a:pt x="588" y="79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6" y="80"/>
                      <a:pt x="586" y="80"/>
                      <a:pt x="586" y="80"/>
                    </a:cubicBezTo>
                    <a:cubicBezTo>
                      <a:pt x="585" y="80"/>
                      <a:pt x="585" y="80"/>
                      <a:pt x="585" y="80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4" y="82"/>
                      <a:pt x="584" y="82"/>
                      <a:pt x="584" y="82"/>
                    </a:cubicBezTo>
                    <a:cubicBezTo>
                      <a:pt x="583" y="83"/>
                      <a:pt x="583" y="83"/>
                      <a:pt x="583" y="83"/>
                    </a:cubicBezTo>
                    <a:cubicBezTo>
                      <a:pt x="585" y="84"/>
                      <a:pt x="585" y="84"/>
                      <a:pt x="585" y="84"/>
                    </a:cubicBezTo>
                    <a:cubicBezTo>
                      <a:pt x="585" y="85"/>
                      <a:pt x="585" y="85"/>
                      <a:pt x="585" y="85"/>
                    </a:cubicBezTo>
                    <a:cubicBezTo>
                      <a:pt x="584" y="86"/>
                      <a:pt x="584" y="86"/>
                      <a:pt x="584" y="86"/>
                    </a:cubicBezTo>
                    <a:cubicBezTo>
                      <a:pt x="585" y="88"/>
                      <a:pt x="585" y="88"/>
                      <a:pt x="585" y="88"/>
                    </a:cubicBezTo>
                    <a:cubicBezTo>
                      <a:pt x="587" y="88"/>
                      <a:pt x="587" y="88"/>
                      <a:pt x="587" y="88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4" y="89"/>
                      <a:pt x="584" y="89"/>
                      <a:pt x="584" y="89"/>
                    </a:cubicBezTo>
                    <a:cubicBezTo>
                      <a:pt x="583" y="90"/>
                      <a:pt x="583" y="90"/>
                      <a:pt x="583" y="90"/>
                    </a:cubicBezTo>
                    <a:cubicBezTo>
                      <a:pt x="584" y="92"/>
                      <a:pt x="584" y="92"/>
                      <a:pt x="584" y="92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91"/>
                      <a:pt x="586" y="91"/>
                      <a:pt x="586" y="91"/>
                    </a:cubicBezTo>
                    <a:cubicBezTo>
                      <a:pt x="587" y="92"/>
                      <a:pt x="587" y="92"/>
                      <a:pt x="587" y="92"/>
                    </a:cubicBezTo>
                    <a:cubicBezTo>
                      <a:pt x="588" y="91"/>
                      <a:pt x="588" y="91"/>
                      <a:pt x="588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8" y="92"/>
                      <a:pt x="588" y="92"/>
                      <a:pt x="588" y="92"/>
                    </a:cubicBezTo>
                    <a:cubicBezTo>
                      <a:pt x="590" y="95"/>
                      <a:pt x="590" y="95"/>
                      <a:pt x="590" y="95"/>
                    </a:cubicBezTo>
                    <a:cubicBezTo>
                      <a:pt x="592" y="94"/>
                      <a:pt x="592" y="94"/>
                      <a:pt x="592" y="94"/>
                    </a:cubicBezTo>
                    <a:cubicBezTo>
                      <a:pt x="594" y="94"/>
                      <a:pt x="594" y="94"/>
                      <a:pt x="594" y="94"/>
                    </a:cubicBezTo>
                    <a:cubicBezTo>
                      <a:pt x="595" y="96"/>
                      <a:pt x="595" y="96"/>
                      <a:pt x="595" y="96"/>
                    </a:cubicBezTo>
                    <a:cubicBezTo>
                      <a:pt x="596" y="97"/>
                      <a:pt x="596" y="97"/>
                      <a:pt x="596" y="97"/>
                    </a:cubicBezTo>
                    <a:cubicBezTo>
                      <a:pt x="597" y="96"/>
                      <a:pt x="597" y="96"/>
                      <a:pt x="597" y="96"/>
                    </a:cubicBezTo>
                    <a:cubicBezTo>
                      <a:pt x="598" y="96"/>
                      <a:pt x="598" y="96"/>
                      <a:pt x="598" y="96"/>
                    </a:cubicBezTo>
                    <a:cubicBezTo>
                      <a:pt x="598" y="97"/>
                      <a:pt x="598" y="97"/>
                      <a:pt x="598" y="97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602" y="99"/>
                      <a:pt x="602" y="99"/>
                      <a:pt x="602" y="99"/>
                    </a:cubicBezTo>
                    <a:cubicBezTo>
                      <a:pt x="603" y="100"/>
                      <a:pt x="603" y="100"/>
                      <a:pt x="603" y="100"/>
                    </a:cubicBezTo>
                    <a:cubicBezTo>
                      <a:pt x="602" y="102"/>
                      <a:pt x="602" y="102"/>
                      <a:pt x="602" y="102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598" y="106"/>
                      <a:pt x="598" y="106"/>
                      <a:pt x="598" y="106"/>
                    </a:cubicBezTo>
                    <a:cubicBezTo>
                      <a:pt x="598" y="107"/>
                      <a:pt x="598" y="107"/>
                      <a:pt x="598" y="107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597" y="108"/>
                      <a:pt x="597" y="108"/>
                      <a:pt x="597" y="108"/>
                    </a:cubicBezTo>
                    <a:cubicBezTo>
                      <a:pt x="597" y="107"/>
                      <a:pt x="597" y="107"/>
                      <a:pt x="597" y="107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600" y="103"/>
                      <a:pt x="600" y="103"/>
                      <a:pt x="600" y="103"/>
                    </a:cubicBezTo>
                    <a:cubicBezTo>
                      <a:pt x="600" y="102"/>
                      <a:pt x="600" y="102"/>
                      <a:pt x="600" y="102"/>
                    </a:cubicBezTo>
                    <a:cubicBezTo>
                      <a:pt x="601" y="100"/>
                      <a:pt x="601" y="100"/>
                      <a:pt x="601" y="100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5" y="98"/>
                      <a:pt x="595" y="98"/>
                      <a:pt x="595" y="98"/>
                    </a:cubicBezTo>
                    <a:cubicBezTo>
                      <a:pt x="593" y="97"/>
                      <a:pt x="593" y="97"/>
                      <a:pt x="593" y="97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1" y="102"/>
                      <a:pt x="591" y="102"/>
                      <a:pt x="591" y="102"/>
                    </a:cubicBezTo>
                    <a:cubicBezTo>
                      <a:pt x="590" y="104"/>
                      <a:pt x="590" y="104"/>
                      <a:pt x="590" y="104"/>
                    </a:cubicBezTo>
                    <a:cubicBezTo>
                      <a:pt x="589" y="104"/>
                      <a:pt x="589" y="104"/>
                      <a:pt x="589" y="104"/>
                    </a:cubicBezTo>
                    <a:cubicBezTo>
                      <a:pt x="587" y="104"/>
                      <a:pt x="587" y="104"/>
                      <a:pt x="587" y="104"/>
                    </a:cubicBezTo>
                    <a:cubicBezTo>
                      <a:pt x="585" y="104"/>
                      <a:pt x="585" y="104"/>
                      <a:pt x="585" y="104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78" y="108"/>
                      <a:pt x="578" y="108"/>
                      <a:pt x="578" y="108"/>
                    </a:cubicBezTo>
                    <a:cubicBezTo>
                      <a:pt x="574" y="109"/>
                      <a:pt x="574" y="109"/>
                      <a:pt x="574" y="109"/>
                    </a:cubicBezTo>
                    <a:cubicBezTo>
                      <a:pt x="572" y="109"/>
                      <a:pt x="572" y="109"/>
                      <a:pt x="572" y="109"/>
                    </a:cubicBezTo>
                    <a:cubicBezTo>
                      <a:pt x="570" y="111"/>
                      <a:pt x="570" y="111"/>
                      <a:pt x="570" y="111"/>
                    </a:cubicBezTo>
                    <a:cubicBezTo>
                      <a:pt x="568" y="111"/>
                      <a:pt x="568" y="111"/>
                      <a:pt x="568" y="111"/>
                    </a:cubicBezTo>
                    <a:cubicBezTo>
                      <a:pt x="566" y="112"/>
                      <a:pt x="566" y="112"/>
                      <a:pt x="566" y="112"/>
                    </a:cubicBezTo>
                    <a:cubicBezTo>
                      <a:pt x="568" y="114"/>
                      <a:pt x="568" y="114"/>
                      <a:pt x="568" y="114"/>
                    </a:cubicBezTo>
                    <a:cubicBezTo>
                      <a:pt x="568" y="115"/>
                      <a:pt x="568" y="115"/>
                      <a:pt x="568" y="115"/>
                    </a:cubicBezTo>
                    <a:cubicBezTo>
                      <a:pt x="567" y="117"/>
                      <a:pt x="567" y="117"/>
                      <a:pt x="567" y="117"/>
                    </a:cubicBezTo>
                    <a:cubicBezTo>
                      <a:pt x="569" y="118"/>
                      <a:pt x="569" y="118"/>
                      <a:pt x="569" y="118"/>
                    </a:cubicBezTo>
                    <a:cubicBezTo>
                      <a:pt x="570" y="118"/>
                      <a:pt x="570" y="118"/>
                      <a:pt x="570" y="118"/>
                    </a:cubicBezTo>
                    <a:cubicBezTo>
                      <a:pt x="570" y="119"/>
                      <a:pt x="570" y="119"/>
                      <a:pt x="570" y="119"/>
                    </a:cubicBezTo>
                    <a:cubicBezTo>
                      <a:pt x="569" y="120"/>
                      <a:pt x="569" y="120"/>
                      <a:pt x="569" y="120"/>
                    </a:cubicBezTo>
                    <a:cubicBezTo>
                      <a:pt x="572" y="122"/>
                      <a:pt x="572" y="122"/>
                      <a:pt x="572" y="122"/>
                    </a:cubicBezTo>
                    <a:cubicBezTo>
                      <a:pt x="574" y="125"/>
                      <a:pt x="574" y="125"/>
                      <a:pt x="574" y="125"/>
                    </a:cubicBezTo>
                    <a:cubicBezTo>
                      <a:pt x="574" y="127"/>
                      <a:pt x="574" y="127"/>
                      <a:pt x="574" y="127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31"/>
                      <a:pt x="575" y="131"/>
                      <a:pt x="575" y="131"/>
                    </a:cubicBezTo>
                    <a:cubicBezTo>
                      <a:pt x="578" y="132"/>
                      <a:pt x="578" y="132"/>
                      <a:pt x="578" y="132"/>
                    </a:cubicBezTo>
                    <a:cubicBezTo>
                      <a:pt x="580" y="132"/>
                      <a:pt x="580" y="132"/>
                      <a:pt x="580" y="132"/>
                    </a:cubicBezTo>
                    <a:cubicBezTo>
                      <a:pt x="585" y="132"/>
                      <a:pt x="585" y="132"/>
                      <a:pt x="585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7" y="133"/>
                      <a:pt x="587" y="133"/>
                      <a:pt x="587" y="133"/>
                    </a:cubicBezTo>
                    <a:cubicBezTo>
                      <a:pt x="587" y="135"/>
                      <a:pt x="587" y="135"/>
                      <a:pt x="587" y="135"/>
                    </a:cubicBezTo>
                    <a:cubicBezTo>
                      <a:pt x="589" y="136"/>
                      <a:pt x="589" y="136"/>
                      <a:pt x="589" y="136"/>
                    </a:cubicBezTo>
                    <a:cubicBezTo>
                      <a:pt x="590" y="139"/>
                      <a:pt x="590" y="139"/>
                      <a:pt x="590" y="139"/>
                    </a:cubicBezTo>
                    <a:cubicBezTo>
                      <a:pt x="594" y="139"/>
                      <a:pt x="594" y="139"/>
                      <a:pt x="594" y="139"/>
                    </a:cubicBezTo>
                    <a:cubicBezTo>
                      <a:pt x="597" y="140"/>
                      <a:pt x="597" y="140"/>
                      <a:pt x="597" y="140"/>
                    </a:cubicBezTo>
                    <a:cubicBezTo>
                      <a:pt x="598" y="140"/>
                      <a:pt x="598" y="140"/>
                      <a:pt x="598" y="140"/>
                    </a:cubicBezTo>
                    <a:cubicBezTo>
                      <a:pt x="599" y="142"/>
                      <a:pt x="599" y="142"/>
                      <a:pt x="599" y="142"/>
                    </a:cubicBezTo>
                    <a:cubicBezTo>
                      <a:pt x="600" y="145"/>
                      <a:pt x="600" y="145"/>
                      <a:pt x="600" y="145"/>
                    </a:cubicBezTo>
                    <a:cubicBezTo>
                      <a:pt x="600" y="147"/>
                      <a:pt x="600" y="147"/>
                      <a:pt x="600" y="147"/>
                    </a:cubicBezTo>
                    <a:cubicBezTo>
                      <a:pt x="600" y="149"/>
                      <a:pt x="600" y="149"/>
                      <a:pt x="600" y="149"/>
                    </a:cubicBezTo>
                    <a:cubicBezTo>
                      <a:pt x="601" y="151"/>
                      <a:pt x="601" y="151"/>
                      <a:pt x="601" y="151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4" y="153"/>
                      <a:pt x="604" y="153"/>
                      <a:pt x="604" y="153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1" y="153"/>
                      <a:pt x="601" y="153"/>
                      <a:pt x="601" y="153"/>
                    </a:cubicBezTo>
                    <a:cubicBezTo>
                      <a:pt x="602" y="155"/>
                      <a:pt x="602" y="155"/>
                      <a:pt x="602" y="155"/>
                    </a:cubicBezTo>
                    <a:cubicBezTo>
                      <a:pt x="601" y="154"/>
                      <a:pt x="601" y="154"/>
                      <a:pt x="601" y="154"/>
                    </a:cubicBezTo>
                    <a:cubicBezTo>
                      <a:pt x="600" y="157"/>
                      <a:pt x="600" y="157"/>
                      <a:pt x="600" y="157"/>
                    </a:cubicBezTo>
                    <a:cubicBezTo>
                      <a:pt x="599" y="157"/>
                      <a:pt x="599" y="157"/>
                      <a:pt x="599" y="157"/>
                    </a:cubicBezTo>
                    <a:cubicBezTo>
                      <a:pt x="599" y="159"/>
                      <a:pt x="599" y="159"/>
                      <a:pt x="599" y="159"/>
                    </a:cubicBezTo>
                    <a:cubicBezTo>
                      <a:pt x="598" y="160"/>
                      <a:pt x="598" y="160"/>
                      <a:pt x="598" y="160"/>
                    </a:cubicBezTo>
                    <a:cubicBezTo>
                      <a:pt x="599" y="162"/>
                      <a:pt x="599" y="162"/>
                      <a:pt x="599" y="162"/>
                    </a:cubicBezTo>
                    <a:cubicBezTo>
                      <a:pt x="598" y="162"/>
                      <a:pt x="598" y="162"/>
                      <a:pt x="598" y="162"/>
                    </a:cubicBezTo>
                    <a:cubicBezTo>
                      <a:pt x="598" y="159"/>
                      <a:pt x="598" y="159"/>
                      <a:pt x="598" y="159"/>
                    </a:cubicBezTo>
                    <a:cubicBezTo>
                      <a:pt x="599" y="158"/>
                      <a:pt x="599" y="158"/>
                      <a:pt x="599" y="158"/>
                    </a:cubicBezTo>
                    <a:cubicBezTo>
                      <a:pt x="599" y="155"/>
                      <a:pt x="599" y="155"/>
                      <a:pt x="599" y="155"/>
                    </a:cubicBezTo>
                    <a:cubicBezTo>
                      <a:pt x="596" y="154"/>
                      <a:pt x="596" y="154"/>
                      <a:pt x="596" y="154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95" y="150"/>
                      <a:pt x="595" y="150"/>
                      <a:pt x="595" y="150"/>
                    </a:cubicBezTo>
                    <a:cubicBezTo>
                      <a:pt x="595" y="148"/>
                      <a:pt x="595" y="148"/>
                      <a:pt x="595" y="148"/>
                    </a:cubicBezTo>
                    <a:cubicBezTo>
                      <a:pt x="598" y="147"/>
                      <a:pt x="598" y="147"/>
                      <a:pt x="598" y="147"/>
                    </a:cubicBezTo>
                    <a:cubicBezTo>
                      <a:pt x="598" y="145"/>
                      <a:pt x="598" y="145"/>
                      <a:pt x="598" y="145"/>
                    </a:cubicBezTo>
                    <a:cubicBezTo>
                      <a:pt x="597" y="144"/>
                      <a:pt x="597" y="144"/>
                      <a:pt x="597" y="144"/>
                    </a:cubicBezTo>
                    <a:cubicBezTo>
                      <a:pt x="598" y="141"/>
                      <a:pt x="598" y="141"/>
                      <a:pt x="598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4" y="140"/>
                      <a:pt x="594" y="140"/>
                      <a:pt x="594" y="140"/>
                    </a:cubicBezTo>
                    <a:cubicBezTo>
                      <a:pt x="590" y="142"/>
                      <a:pt x="590" y="142"/>
                      <a:pt x="590" y="142"/>
                    </a:cubicBezTo>
                    <a:cubicBezTo>
                      <a:pt x="587" y="142"/>
                      <a:pt x="587" y="142"/>
                      <a:pt x="587" y="142"/>
                    </a:cubicBezTo>
                    <a:cubicBezTo>
                      <a:pt x="585" y="142"/>
                      <a:pt x="585" y="142"/>
                      <a:pt x="585" y="142"/>
                    </a:cubicBezTo>
                    <a:cubicBezTo>
                      <a:pt x="582" y="139"/>
                      <a:pt x="582" y="139"/>
                      <a:pt x="582" y="139"/>
                    </a:cubicBezTo>
                    <a:cubicBezTo>
                      <a:pt x="580" y="138"/>
                      <a:pt x="580" y="138"/>
                      <a:pt x="580" y="138"/>
                    </a:cubicBezTo>
                    <a:cubicBezTo>
                      <a:pt x="580" y="137"/>
                      <a:pt x="580" y="137"/>
                      <a:pt x="580" y="137"/>
                    </a:cubicBezTo>
                    <a:cubicBezTo>
                      <a:pt x="575" y="136"/>
                      <a:pt x="575" y="136"/>
                      <a:pt x="575" y="136"/>
                    </a:cubicBezTo>
                    <a:cubicBezTo>
                      <a:pt x="574" y="135"/>
                      <a:pt x="574" y="135"/>
                      <a:pt x="574" y="135"/>
                    </a:cubicBezTo>
                    <a:cubicBezTo>
                      <a:pt x="572" y="133"/>
                      <a:pt x="572" y="133"/>
                      <a:pt x="572" y="133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5" y="133"/>
                      <a:pt x="565" y="133"/>
                      <a:pt x="565" y="133"/>
                    </a:cubicBezTo>
                    <a:cubicBezTo>
                      <a:pt x="563" y="134"/>
                      <a:pt x="563" y="134"/>
                      <a:pt x="563" y="134"/>
                    </a:cubicBezTo>
                    <a:cubicBezTo>
                      <a:pt x="564" y="133"/>
                      <a:pt x="564" y="133"/>
                      <a:pt x="564" y="133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2" y="130"/>
                      <a:pt x="562" y="130"/>
                      <a:pt x="562" y="130"/>
                    </a:cubicBezTo>
                    <a:cubicBezTo>
                      <a:pt x="561" y="130"/>
                      <a:pt x="561" y="130"/>
                      <a:pt x="561" y="130"/>
                    </a:cubicBezTo>
                    <a:cubicBezTo>
                      <a:pt x="558" y="131"/>
                      <a:pt x="558" y="131"/>
                      <a:pt x="558" y="131"/>
                    </a:cubicBezTo>
                    <a:cubicBezTo>
                      <a:pt x="557" y="132"/>
                      <a:pt x="557" y="132"/>
                      <a:pt x="557" y="132"/>
                    </a:cubicBezTo>
                    <a:cubicBezTo>
                      <a:pt x="557" y="134"/>
                      <a:pt x="557" y="134"/>
                      <a:pt x="557" y="134"/>
                    </a:cubicBezTo>
                    <a:cubicBezTo>
                      <a:pt x="556" y="135"/>
                      <a:pt x="556" y="135"/>
                      <a:pt x="556" y="135"/>
                    </a:cubicBezTo>
                    <a:cubicBezTo>
                      <a:pt x="555" y="136"/>
                      <a:pt x="555" y="136"/>
                      <a:pt x="555" y="136"/>
                    </a:cubicBezTo>
                    <a:cubicBezTo>
                      <a:pt x="555" y="137"/>
                      <a:pt x="555" y="137"/>
                      <a:pt x="555" y="137"/>
                    </a:cubicBezTo>
                    <a:cubicBezTo>
                      <a:pt x="556" y="139"/>
                      <a:pt x="556" y="139"/>
                      <a:pt x="556" y="139"/>
                    </a:cubicBezTo>
                    <a:cubicBezTo>
                      <a:pt x="557" y="139"/>
                      <a:pt x="557" y="139"/>
                      <a:pt x="557" y="139"/>
                    </a:cubicBezTo>
                    <a:cubicBezTo>
                      <a:pt x="559" y="137"/>
                      <a:pt x="559" y="137"/>
                      <a:pt x="559" y="137"/>
                    </a:cubicBezTo>
                    <a:cubicBezTo>
                      <a:pt x="560" y="137"/>
                      <a:pt x="560" y="137"/>
                      <a:pt x="560" y="137"/>
                    </a:cubicBezTo>
                    <a:cubicBezTo>
                      <a:pt x="561" y="135"/>
                      <a:pt x="561" y="135"/>
                      <a:pt x="561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1" y="137"/>
                      <a:pt x="561" y="137"/>
                      <a:pt x="561" y="137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59" y="138"/>
                      <a:pt x="559" y="138"/>
                      <a:pt x="559" y="138"/>
                    </a:cubicBezTo>
                    <a:cubicBezTo>
                      <a:pt x="558" y="140"/>
                      <a:pt x="558" y="140"/>
                      <a:pt x="558" y="140"/>
                    </a:cubicBezTo>
                    <a:cubicBezTo>
                      <a:pt x="560" y="141"/>
                      <a:pt x="560" y="141"/>
                      <a:pt x="560" y="141"/>
                    </a:cubicBezTo>
                    <a:cubicBezTo>
                      <a:pt x="563" y="140"/>
                      <a:pt x="563" y="140"/>
                      <a:pt x="563" y="140"/>
                    </a:cubicBezTo>
                    <a:cubicBezTo>
                      <a:pt x="565" y="140"/>
                      <a:pt x="565" y="140"/>
                      <a:pt x="565" y="140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5" y="145"/>
                      <a:pt x="565" y="145"/>
                      <a:pt x="565" y="145"/>
                    </a:cubicBezTo>
                    <a:cubicBezTo>
                      <a:pt x="563" y="145"/>
                      <a:pt x="563" y="145"/>
                      <a:pt x="563" y="145"/>
                    </a:cubicBezTo>
                    <a:cubicBezTo>
                      <a:pt x="560" y="144"/>
                      <a:pt x="560" y="144"/>
                      <a:pt x="560" y="144"/>
                    </a:cubicBezTo>
                    <a:cubicBezTo>
                      <a:pt x="558" y="141"/>
                      <a:pt x="558" y="141"/>
                      <a:pt x="558" y="141"/>
                    </a:cubicBezTo>
                    <a:cubicBezTo>
                      <a:pt x="556" y="141"/>
                      <a:pt x="556" y="141"/>
                      <a:pt x="556" y="141"/>
                    </a:cubicBezTo>
                    <a:cubicBezTo>
                      <a:pt x="554" y="143"/>
                      <a:pt x="554" y="143"/>
                      <a:pt x="554" y="143"/>
                    </a:cubicBezTo>
                    <a:cubicBezTo>
                      <a:pt x="553" y="144"/>
                      <a:pt x="553" y="144"/>
                      <a:pt x="553" y="144"/>
                    </a:cubicBezTo>
                    <a:cubicBezTo>
                      <a:pt x="552" y="144"/>
                      <a:pt x="552" y="144"/>
                      <a:pt x="552" y="144"/>
                    </a:cubicBezTo>
                    <a:cubicBezTo>
                      <a:pt x="554" y="149"/>
                      <a:pt x="554" y="149"/>
                      <a:pt x="554" y="149"/>
                    </a:cubicBezTo>
                    <a:cubicBezTo>
                      <a:pt x="555" y="149"/>
                      <a:pt x="555" y="149"/>
                      <a:pt x="555" y="149"/>
                    </a:cubicBezTo>
                    <a:cubicBezTo>
                      <a:pt x="556" y="150"/>
                      <a:pt x="556" y="150"/>
                      <a:pt x="556" y="150"/>
                    </a:cubicBezTo>
                    <a:cubicBezTo>
                      <a:pt x="559" y="153"/>
                      <a:pt x="559" y="153"/>
                      <a:pt x="559" y="153"/>
                    </a:cubicBezTo>
                    <a:cubicBezTo>
                      <a:pt x="561" y="153"/>
                      <a:pt x="561" y="153"/>
                      <a:pt x="561" y="153"/>
                    </a:cubicBezTo>
                    <a:cubicBezTo>
                      <a:pt x="562" y="154"/>
                      <a:pt x="562" y="154"/>
                      <a:pt x="562" y="154"/>
                    </a:cubicBezTo>
                    <a:cubicBezTo>
                      <a:pt x="567" y="154"/>
                      <a:pt x="567" y="154"/>
                      <a:pt x="567" y="154"/>
                    </a:cubicBezTo>
                    <a:cubicBezTo>
                      <a:pt x="567" y="153"/>
                      <a:pt x="567" y="153"/>
                      <a:pt x="567" y="153"/>
                    </a:cubicBezTo>
                    <a:cubicBezTo>
                      <a:pt x="568" y="154"/>
                      <a:pt x="568" y="154"/>
                      <a:pt x="568" y="154"/>
                    </a:cubicBezTo>
                    <a:cubicBezTo>
                      <a:pt x="570" y="154"/>
                      <a:pt x="570" y="154"/>
                      <a:pt x="570" y="154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2" y="157"/>
                      <a:pt x="572" y="157"/>
                      <a:pt x="572" y="157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0" y="157"/>
                      <a:pt x="570" y="157"/>
                      <a:pt x="570" y="157"/>
                    </a:cubicBezTo>
                    <a:cubicBezTo>
                      <a:pt x="568" y="155"/>
                      <a:pt x="568" y="155"/>
                      <a:pt x="568" y="155"/>
                    </a:cubicBezTo>
                    <a:cubicBezTo>
                      <a:pt x="566" y="155"/>
                      <a:pt x="566" y="155"/>
                      <a:pt x="566" y="155"/>
                    </a:cubicBezTo>
                    <a:cubicBezTo>
                      <a:pt x="565" y="155"/>
                      <a:pt x="565" y="155"/>
                      <a:pt x="565" y="155"/>
                    </a:cubicBezTo>
                    <a:cubicBezTo>
                      <a:pt x="563" y="156"/>
                      <a:pt x="563" y="156"/>
                      <a:pt x="563" y="156"/>
                    </a:cubicBezTo>
                    <a:cubicBezTo>
                      <a:pt x="562" y="157"/>
                      <a:pt x="562" y="157"/>
                      <a:pt x="562" y="157"/>
                    </a:cubicBezTo>
                    <a:cubicBezTo>
                      <a:pt x="562" y="156"/>
                      <a:pt x="562" y="156"/>
                      <a:pt x="562" y="156"/>
                    </a:cubicBezTo>
                    <a:cubicBezTo>
                      <a:pt x="560" y="155"/>
                      <a:pt x="560" y="155"/>
                      <a:pt x="560" y="155"/>
                    </a:cubicBezTo>
                    <a:cubicBezTo>
                      <a:pt x="559" y="156"/>
                      <a:pt x="559" y="156"/>
                      <a:pt x="559" y="156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4" y="154"/>
                      <a:pt x="554" y="154"/>
                      <a:pt x="554" y="154"/>
                    </a:cubicBezTo>
                    <a:cubicBezTo>
                      <a:pt x="552" y="155"/>
                      <a:pt x="552" y="155"/>
                      <a:pt x="552" y="155"/>
                    </a:cubicBezTo>
                    <a:cubicBezTo>
                      <a:pt x="552" y="154"/>
                      <a:pt x="552" y="154"/>
                      <a:pt x="552" y="154"/>
                    </a:cubicBezTo>
                    <a:cubicBezTo>
                      <a:pt x="553" y="154"/>
                      <a:pt x="553" y="154"/>
                      <a:pt x="553" y="154"/>
                    </a:cubicBezTo>
                    <a:cubicBezTo>
                      <a:pt x="553" y="152"/>
                      <a:pt x="553" y="152"/>
                      <a:pt x="553" y="152"/>
                    </a:cubicBezTo>
                    <a:cubicBezTo>
                      <a:pt x="552" y="151"/>
                      <a:pt x="552" y="151"/>
                      <a:pt x="552" y="151"/>
                    </a:cubicBezTo>
                    <a:cubicBezTo>
                      <a:pt x="552" y="150"/>
                      <a:pt x="552" y="150"/>
                      <a:pt x="552" y="150"/>
                    </a:cubicBezTo>
                    <a:cubicBezTo>
                      <a:pt x="550" y="148"/>
                      <a:pt x="550" y="148"/>
                      <a:pt x="550" y="148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50" y="145"/>
                      <a:pt x="550" y="145"/>
                      <a:pt x="550" y="145"/>
                    </a:cubicBezTo>
                    <a:cubicBezTo>
                      <a:pt x="548" y="143"/>
                      <a:pt x="548" y="143"/>
                      <a:pt x="548" y="143"/>
                    </a:cubicBezTo>
                    <a:cubicBezTo>
                      <a:pt x="549" y="139"/>
                      <a:pt x="549" y="139"/>
                      <a:pt x="549" y="139"/>
                    </a:cubicBezTo>
                    <a:cubicBezTo>
                      <a:pt x="547" y="138"/>
                      <a:pt x="547" y="138"/>
                      <a:pt x="547" y="138"/>
                    </a:cubicBezTo>
                    <a:cubicBezTo>
                      <a:pt x="547" y="135"/>
                      <a:pt x="547" y="135"/>
                      <a:pt x="547" y="135"/>
                    </a:cubicBezTo>
                    <a:cubicBezTo>
                      <a:pt x="546" y="134"/>
                      <a:pt x="546" y="134"/>
                      <a:pt x="546" y="134"/>
                    </a:cubicBezTo>
                    <a:cubicBezTo>
                      <a:pt x="545" y="134"/>
                      <a:pt x="545" y="134"/>
                      <a:pt x="545" y="134"/>
                    </a:cubicBezTo>
                    <a:cubicBezTo>
                      <a:pt x="545" y="132"/>
                      <a:pt x="545" y="132"/>
                      <a:pt x="545" y="132"/>
                    </a:cubicBezTo>
                    <a:cubicBezTo>
                      <a:pt x="542" y="131"/>
                      <a:pt x="542" y="131"/>
                      <a:pt x="542" y="131"/>
                    </a:cubicBezTo>
                    <a:cubicBezTo>
                      <a:pt x="540" y="132"/>
                      <a:pt x="540" y="132"/>
                      <a:pt x="540" y="132"/>
                    </a:cubicBezTo>
                    <a:cubicBezTo>
                      <a:pt x="544" y="138"/>
                      <a:pt x="544" y="138"/>
                      <a:pt x="544" y="138"/>
                    </a:cubicBezTo>
                    <a:cubicBezTo>
                      <a:pt x="545" y="142"/>
                      <a:pt x="545" y="142"/>
                      <a:pt x="545" y="142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1" y="147"/>
                      <a:pt x="541" y="147"/>
                      <a:pt x="541" y="147"/>
                    </a:cubicBezTo>
                    <a:cubicBezTo>
                      <a:pt x="540" y="149"/>
                      <a:pt x="540" y="149"/>
                      <a:pt x="540" y="149"/>
                    </a:cubicBezTo>
                    <a:cubicBezTo>
                      <a:pt x="540" y="150"/>
                      <a:pt x="540" y="150"/>
                      <a:pt x="540" y="150"/>
                    </a:cubicBezTo>
                    <a:cubicBezTo>
                      <a:pt x="541" y="151"/>
                      <a:pt x="541" y="151"/>
                      <a:pt x="541" y="151"/>
                    </a:cubicBezTo>
                    <a:cubicBezTo>
                      <a:pt x="541" y="153"/>
                      <a:pt x="541" y="153"/>
                      <a:pt x="541" y="153"/>
                    </a:cubicBezTo>
                    <a:cubicBezTo>
                      <a:pt x="540" y="156"/>
                      <a:pt x="540" y="156"/>
                      <a:pt x="540" y="156"/>
                    </a:cubicBezTo>
                    <a:cubicBezTo>
                      <a:pt x="540" y="158"/>
                      <a:pt x="540" y="158"/>
                      <a:pt x="540" y="158"/>
                    </a:cubicBezTo>
                    <a:cubicBezTo>
                      <a:pt x="543" y="160"/>
                      <a:pt x="543" y="160"/>
                      <a:pt x="543" y="160"/>
                    </a:cubicBezTo>
                    <a:cubicBezTo>
                      <a:pt x="547" y="163"/>
                      <a:pt x="547" y="163"/>
                      <a:pt x="547" y="163"/>
                    </a:cubicBezTo>
                    <a:cubicBezTo>
                      <a:pt x="548" y="165"/>
                      <a:pt x="548" y="165"/>
                      <a:pt x="548" y="165"/>
                    </a:cubicBezTo>
                    <a:cubicBezTo>
                      <a:pt x="550" y="165"/>
                      <a:pt x="550" y="165"/>
                      <a:pt x="550" y="165"/>
                    </a:cubicBezTo>
                    <a:cubicBezTo>
                      <a:pt x="551" y="166"/>
                      <a:pt x="551" y="166"/>
                      <a:pt x="551" y="166"/>
                    </a:cubicBezTo>
                    <a:cubicBezTo>
                      <a:pt x="552" y="169"/>
                      <a:pt x="552" y="169"/>
                      <a:pt x="552" y="169"/>
                    </a:cubicBezTo>
                    <a:cubicBezTo>
                      <a:pt x="552" y="173"/>
                      <a:pt x="552" y="173"/>
                      <a:pt x="552" y="173"/>
                    </a:cubicBezTo>
                    <a:cubicBezTo>
                      <a:pt x="551" y="176"/>
                      <a:pt x="551" y="176"/>
                      <a:pt x="551" y="176"/>
                    </a:cubicBezTo>
                    <a:cubicBezTo>
                      <a:pt x="553" y="178"/>
                      <a:pt x="553" y="178"/>
                      <a:pt x="553" y="178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4" y="183"/>
                      <a:pt x="554" y="183"/>
                      <a:pt x="554" y="183"/>
                    </a:cubicBezTo>
                    <a:cubicBezTo>
                      <a:pt x="557" y="186"/>
                      <a:pt x="557" y="186"/>
                      <a:pt x="557" y="186"/>
                    </a:cubicBezTo>
                    <a:cubicBezTo>
                      <a:pt x="557" y="187"/>
                      <a:pt x="557" y="187"/>
                      <a:pt x="557" y="187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8" y="191"/>
                      <a:pt x="558" y="191"/>
                      <a:pt x="558" y="191"/>
                    </a:cubicBezTo>
                    <a:cubicBezTo>
                      <a:pt x="560" y="191"/>
                      <a:pt x="560" y="191"/>
                      <a:pt x="560" y="191"/>
                    </a:cubicBezTo>
                    <a:cubicBezTo>
                      <a:pt x="562" y="190"/>
                      <a:pt x="562" y="190"/>
                      <a:pt x="562" y="190"/>
                    </a:cubicBezTo>
                    <a:cubicBezTo>
                      <a:pt x="565" y="191"/>
                      <a:pt x="565" y="191"/>
                      <a:pt x="565" y="191"/>
                    </a:cubicBezTo>
                    <a:cubicBezTo>
                      <a:pt x="566" y="190"/>
                      <a:pt x="566" y="190"/>
                      <a:pt x="566" y="190"/>
                    </a:cubicBezTo>
                    <a:cubicBezTo>
                      <a:pt x="567" y="188"/>
                      <a:pt x="567" y="188"/>
                      <a:pt x="567" y="188"/>
                    </a:cubicBezTo>
                    <a:cubicBezTo>
                      <a:pt x="568" y="186"/>
                      <a:pt x="568" y="186"/>
                      <a:pt x="568" y="186"/>
                    </a:cubicBezTo>
                    <a:cubicBezTo>
                      <a:pt x="570" y="187"/>
                      <a:pt x="570" y="187"/>
                      <a:pt x="570" y="187"/>
                    </a:cubicBezTo>
                    <a:cubicBezTo>
                      <a:pt x="571" y="186"/>
                      <a:pt x="571" y="186"/>
                      <a:pt x="571" y="186"/>
                    </a:cubicBezTo>
                    <a:cubicBezTo>
                      <a:pt x="574" y="188"/>
                      <a:pt x="574" y="188"/>
                      <a:pt x="574" y="188"/>
                    </a:cubicBezTo>
                    <a:cubicBezTo>
                      <a:pt x="575" y="187"/>
                      <a:pt x="575" y="187"/>
                      <a:pt x="575" y="187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80" y="190"/>
                      <a:pt x="580" y="190"/>
                      <a:pt x="580" y="190"/>
                    </a:cubicBezTo>
                    <a:cubicBezTo>
                      <a:pt x="582" y="190"/>
                      <a:pt x="582" y="190"/>
                      <a:pt x="582" y="190"/>
                    </a:cubicBezTo>
                    <a:cubicBezTo>
                      <a:pt x="584" y="192"/>
                      <a:pt x="584" y="192"/>
                      <a:pt x="584" y="192"/>
                    </a:cubicBezTo>
                    <a:cubicBezTo>
                      <a:pt x="584" y="193"/>
                      <a:pt x="584" y="193"/>
                      <a:pt x="584" y="193"/>
                    </a:cubicBezTo>
                    <a:cubicBezTo>
                      <a:pt x="586" y="195"/>
                      <a:pt x="586" y="195"/>
                      <a:pt x="586" y="195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7"/>
                      <a:pt x="587" y="197"/>
                      <a:pt x="587" y="197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6" y="199"/>
                      <a:pt x="586" y="199"/>
                      <a:pt x="586" y="199"/>
                    </a:cubicBezTo>
                    <a:cubicBezTo>
                      <a:pt x="586" y="202"/>
                      <a:pt x="586" y="202"/>
                      <a:pt x="586" y="202"/>
                    </a:cubicBezTo>
                    <a:cubicBezTo>
                      <a:pt x="586" y="203"/>
                      <a:pt x="586" y="203"/>
                      <a:pt x="586" y="203"/>
                    </a:cubicBezTo>
                    <a:cubicBezTo>
                      <a:pt x="585" y="202"/>
                      <a:pt x="585" y="202"/>
                      <a:pt x="585" y="202"/>
                    </a:cubicBezTo>
                    <a:cubicBezTo>
                      <a:pt x="585" y="200"/>
                      <a:pt x="585" y="200"/>
                      <a:pt x="585" y="200"/>
                    </a:cubicBezTo>
                    <a:cubicBezTo>
                      <a:pt x="584" y="200"/>
                      <a:pt x="584" y="200"/>
                      <a:pt x="584" y="200"/>
                    </a:cubicBezTo>
                    <a:cubicBezTo>
                      <a:pt x="584" y="198"/>
                      <a:pt x="584" y="198"/>
                      <a:pt x="584" y="198"/>
                    </a:cubicBezTo>
                    <a:cubicBezTo>
                      <a:pt x="582" y="195"/>
                      <a:pt x="582" y="195"/>
                      <a:pt x="582" y="195"/>
                    </a:cubicBezTo>
                    <a:cubicBezTo>
                      <a:pt x="581" y="195"/>
                      <a:pt x="581" y="195"/>
                      <a:pt x="581" y="195"/>
                    </a:cubicBezTo>
                    <a:cubicBezTo>
                      <a:pt x="581" y="194"/>
                      <a:pt x="581" y="194"/>
                      <a:pt x="581" y="194"/>
                    </a:cubicBezTo>
                    <a:cubicBezTo>
                      <a:pt x="578" y="193"/>
                      <a:pt x="578" y="193"/>
                      <a:pt x="578" y="193"/>
                    </a:cubicBezTo>
                    <a:cubicBezTo>
                      <a:pt x="578" y="191"/>
                      <a:pt x="578" y="191"/>
                      <a:pt x="578" y="191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73" y="189"/>
                      <a:pt x="573" y="189"/>
                      <a:pt x="573" y="189"/>
                    </a:cubicBezTo>
                    <a:cubicBezTo>
                      <a:pt x="570" y="192"/>
                      <a:pt x="570" y="192"/>
                      <a:pt x="570" y="192"/>
                    </a:cubicBezTo>
                    <a:cubicBezTo>
                      <a:pt x="568" y="192"/>
                      <a:pt x="568" y="192"/>
                      <a:pt x="568" y="192"/>
                    </a:cubicBezTo>
                    <a:cubicBezTo>
                      <a:pt x="567" y="194"/>
                      <a:pt x="567" y="194"/>
                      <a:pt x="567" y="194"/>
                    </a:cubicBezTo>
                    <a:cubicBezTo>
                      <a:pt x="564" y="196"/>
                      <a:pt x="564" y="196"/>
                      <a:pt x="564" y="196"/>
                    </a:cubicBezTo>
                    <a:cubicBezTo>
                      <a:pt x="564" y="200"/>
                      <a:pt x="564" y="200"/>
                      <a:pt x="564" y="200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9" y="204"/>
                      <a:pt x="569" y="204"/>
                      <a:pt x="569" y="204"/>
                    </a:cubicBezTo>
                    <a:cubicBezTo>
                      <a:pt x="571" y="209"/>
                      <a:pt x="571" y="209"/>
                      <a:pt x="571" y="209"/>
                    </a:cubicBezTo>
                    <a:cubicBezTo>
                      <a:pt x="571" y="210"/>
                      <a:pt x="571" y="210"/>
                      <a:pt x="571" y="210"/>
                    </a:cubicBezTo>
                    <a:cubicBezTo>
                      <a:pt x="568" y="213"/>
                      <a:pt x="568" y="213"/>
                      <a:pt x="568" y="213"/>
                    </a:cubicBezTo>
                    <a:cubicBezTo>
                      <a:pt x="568" y="216"/>
                      <a:pt x="568" y="216"/>
                      <a:pt x="568" y="216"/>
                    </a:cubicBezTo>
                    <a:cubicBezTo>
                      <a:pt x="569" y="218"/>
                      <a:pt x="569" y="218"/>
                      <a:pt x="569" y="218"/>
                    </a:cubicBezTo>
                    <a:cubicBezTo>
                      <a:pt x="568" y="222"/>
                      <a:pt x="568" y="222"/>
                      <a:pt x="568" y="222"/>
                    </a:cubicBezTo>
                    <a:cubicBezTo>
                      <a:pt x="568" y="223"/>
                      <a:pt x="568" y="223"/>
                      <a:pt x="568" y="223"/>
                    </a:cubicBezTo>
                    <a:cubicBezTo>
                      <a:pt x="566" y="225"/>
                      <a:pt x="566" y="225"/>
                      <a:pt x="566" y="225"/>
                    </a:cubicBezTo>
                    <a:cubicBezTo>
                      <a:pt x="565" y="226"/>
                      <a:pt x="565" y="226"/>
                      <a:pt x="565" y="226"/>
                    </a:cubicBezTo>
                    <a:cubicBezTo>
                      <a:pt x="564" y="226"/>
                      <a:pt x="564" y="226"/>
                      <a:pt x="564" y="226"/>
                    </a:cubicBezTo>
                    <a:cubicBezTo>
                      <a:pt x="563" y="228"/>
                      <a:pt x="563" y="228"/>
                      <a:pt x="563" y="228"/>
                    </a:cubicBezTo>
                    <a:cubicBezTo>
                      <a:pt x="563" y="230"/>
                      <a:pt x="563" y="230"/>
                      <a:pt x="563" y="230"/>
                    </a:cubicBezTo>
                    <a:cubicBezTo>
                      <a:pt x="564" y="231"/>
                      <a:pt x="564" y="231"/>
                      <a:pt x="564" y="231"/>
                    </a:cubicBezTo>
                    <a:cubicBezTo>
                      <a:pt x="564" y="232"/>
                      <a:pt x="564" y="232"/>
                      <a:pt x="564" y="232"/>
                    </a:cubicBezTo>
                    <a:cubicBezTo>
                      <a:pt x="562" y="233"/>
                      <a:pt x="562" y="233"/>
                      <a:pt x="562" y="233"/>
                    </a:cubicBezTo>
                    <a:cubicBezTo>
                      <a:pt x="560" y="232"/>
                      <a:pt x="560" y="232"/>
                      <a:pt x="560" y="232"/>
                    </a:cubicBezTo>
                    <a:cubicBezTo>
                      <a:pt x="559" y="232"/>
                      <a:pt x="559" y="232"/>
                      <a:pt x="559" y="232"/>
                    </a:cubicBezTo>
                    <a:cubicBezTo>
                      <a:pt x="556" y="232"/>
                      <a:pt x="556" y="232"/>
                      <a:pt x="556" y="232"/>
                    </a:cubicBezTo>
                    <a:cubicBezTo>
                      <a:pt x="554" y="232"/>
                      <a:pt x="554" y="232"/>
                      <a:pt x="554" y="232"/>
                    </a:cubicBezTo>
                    <a:cubicBezTo>
                      <a:pt x="551" y="231"/>
                      <a:pt x="551" y="231"/>
                      <a:pt x="551" y="231"/>
                    </a:cubicBezTo>
                    <a:cubicBezTo>
                      <a:pt x="547" y="231"/>
                      <a:pt x="547" y="231"/>
                      <a:pt x="547" y="231"/>
                    </a:cubicBezTo>
                    <a:cubicBezTo>
                      <a:pt x="549" y="230"/>
                      <a:pt x="549" y="230"/>
                      <a:pt x="549" y="230"/>
                    </a:cubicBezTo>
                    <a:cubicBezTo>
                      <a:pt x="550" y="229"/>
                      <a:pt x="550" y="229"/>
                      <a:pt x="550" y="229"/>
                    </a:cubicBezTo>
                    <a:cubicBezTo>
                      <a:pt x="549" y="227"/>
                      <a:pt x="549" y="227"/>
                      <a:pt x="549" y="227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1" y="228"/>
                      <a:pt x="551" y="228"/>
                      <a:pt x="551" y="228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2" y="230"/>
                      <a:pt x="552" y="230"/>
                      <a:pt x="552" y="230"/>
                    </a:cubicBezTo>
                    <a:cubicBezTo>
                      <a:pt x="555" y="230"/>
                      <a:pt x="555" y="230"/>
                      <a:pt x="555" y="230"/>
                    </a:cubicBezTo>
                    <a:cubicBezTo>
                      <a:pt x="556" y="229"/>
                      <a:pt x="556" y="229"/>
                      <a:pt x="556" y="229"/>
                    </a:cubicBezTo>
                    <a:cubicBezTo>
                      <a:pt x="558" y="228"/>
                      <a:pt x="558" y="228"/>
                      <a:pt x="558" y="228"/>
                    </a:cubicBezTo>
                    <a:cubicBezTo>
                      <a:pt x="558" y="226"/>
                      <a:pt x="558" y="226"/>
                      <a:pt x="558" y="226"/>
                    </a:cubicBezTo>
                    <a:cubicBezTo>
                      <a:pt x="557" y="225"/>
                      <a:pt x="557" y="225"/>
                      <a:pt x="557" y="225"/>
                    </a:cubicBezTo>
                    <a:cubicBezTo>
                      <a:pt x="558" y="225"/>
                      <a:pt x="558" y="225"/>
                      <a:pt x="558" y="225"/>
                    </a:cubicBezTo>
                    <a:cubicBezTo>
                      <a:pt x="559" y="224"/>
                      <a:pt x="559" y="224"/>
                      <a:pt x="559" y="224"/>
                    </a:cubicBezTo>
                    <a:cubicBezTo>
                      <a:pt x="559" y="221"/>
                      <a:pt x="559" y="221"/>
                      <a:pt x="559" y="221"/>
                    </a:cubicBezTo>
                    <a:cubicBezTo>
                      <a:pt x="561" y="220"/>
                      <a:pt x="561" y="220"/>
                      <a:pt x="561" y="220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3"/>
                      <a:pt x="561" y="213"/>
                      <a:pt x="561" y="213"/>
                    </a:cubicBezTo>
                    <a:cubicBezTo>
                      <a:pt x="561" y="212"/>
                      <a:pt x="561" y="212"/>
                      <a:pt x="561" y="212"/>
                    </a:cubicBezTo>
                    <a:cubicBezTo>
                      <a:pt x="563" y="211"/>
                      <a:pt x="563" y="211"/>
                      <a:pt x="563" y="211"/>
                    </a:cubicBezTo>
                    <a:cubicBezTo>
                      <a:pt x="562" y="208"/>
                      <a:pt x="562" y="208"/>
                      <a:pt x="562" y="208"/>
                    </a:cubicBezTo>
                    <a:cubicBezTo>
                      <a:pt x="561" y="206"/>
                      <a:pt x="561" y="206"/>
                      <a:pt x="561" y="206"/>
                    </a:cubicBezTo>
                    <a:cubicBezTo>
                      <a:pt x="560" y="204"/>
                      <a:pt x="560" y="204"/>
                      <a:pt x="560" y="204"/>
                    </a:cubicBezTo>
                    <a:cubicBezTo>
                      <a:pt x="560" y="202"/>
                      <a:pt x="560" y="202"/>
                      <a:pt x="560" y="202"/>
                    </a:cubicBezTo>
                    <a:cubicBezTo>
                      <a:pt x="560" y="201"/>
                      <a:pt x="560" y="201"/>
                      <a:pt x="560" y="201"/>
                    </a:cubicBezTo>
                    <a:cubicBezTo>
                      <a:pt x="561" y="202"/>
                      <a:pt x="561" y="202"/>
                      <a:pt x="561" y="202"/>
                    </a:cubicBezTo>
                    <a:cubicBezTo>
                      <a:pt x="561" y="199"/>
                      <a:pt x="561" y="199"/>
                      <a:pt x="561" y="199"/>
                    </a:cubicBezTo>
                    <a:cubicBezTo>
                      <a:pt x="558" y="197"/>
                      <a:pt x="558" y="197"/>
                      <a:pt x="558" y="197"/>
                    </a:cubicBezTo>
                    <a:cubicBezTo>
                      <a:pt x="557" y="197"/>
                      <a:pt x="557" y="197"/>
                      <a:pt x="557" y="197"/>
                    </a:cubicBezTo>
                    <a:cubicBezTo>
                      <a:pt x="556" y="195"/>
                      <a:pt x="556" y="195"/>
                      <a:pt x="556" y="195"/>
                    </a:cubicBezTo>
                    <a:cubicBezTo>
                      <a:pt x="554" y="195"/>
                      <a:pt x="554" y="195"/>
                      <a:pt x="554" y="195"/>
                    </a:cubicBezTo>
                    <a:cubicBezTo>
                      <a:pt x="551" y="191"/>
                      <a:pt x="551" y="191"/>
                      <a:pt x="551" y="191"/>
                    </a:cubicBezTo>
                    <a:cubicBezTo>
                      <a:pt x="551" y="188"/>
                      <a:pt x="551" y="188"/>
                      <a:pt x="551" y="188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1" y="186"/>
                      <a:pt x="551" y="186"/>
                      <a:pt x="551" y="186"/>
                    </a:cubicBezTo>
                    <a:cubicBezTo>
                      <a:pt x="549" y="185"/>
                      <a:pt x="549" y="185"/>
                      <a:pt x="549" y="185"/>
                    </a:cubicBezTo>
                    <a:cubicBezTo>
                      <a:pt x="548" y="184"/>
                      <a:pt x="548" y="184"/>
                      <a:pt x="548" y="184"/>
                    </a:cubicBezTo>
                    <a:cubicBezTo>
                      <a:pt x="549" y="182"/>
                      <a:pt x="549" y="182"/>
                      <a:pt x="549" y="182"/>
                    </a:cubicBezTo>
                    <a:cubicBezTo>
                      <a:pt x="546" y="178"/>
                      <a:pt x="546" y="178"/>
                      <a:pt x="546" y="178"/>
                    </a:cubicBezTo>
                    <a:cubicBezTo>
                      <a:pt x="546" y="176"/>
                      <a:pt x="546" y="176"/>
                      <a:pt x="546" y="176"/>
                    </a:cubicBezTo>
                    <a:cubicBezTo>
                      <a:pt x="545" y="175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5" y="173"/>
                      <a:pt x="545" y="173"/>
                      <a:pt x="545" y="173"/>
                    </a:cubicBezTo>
                    <a:cubicBezTo>
                      <a:pt x="544" y="171"/>
                      <a:pt x="544" y="171"/>
                      <a:pt x="544" y="171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2" y="165"/>
                      <a:pt x="542" y="165"/>
                      <a:pt x="542" y="165"/>
                    </a:cubicBezTo>
                    <a:cubicBezTo>
                      <a:pt x="541" y="164"/>
                      <a:pt x="541" y="164"/>
                      <a:pt x="541" y="164"/>
                    </a:cubicBezTo>
                    <a:cubicBezTo>
                      <a:pt x="540" y="161"/>
                      <a:pt x="540" y="161"/>
                      <a:pt x="540" y="161"/>
                    </a:cubicBezTo>
                    <a:cubicBezTo>
                      <a:pt x="539" y="160"/>
                      <a:pt x="539" y="160"/>
                      <a:pt x="539" y="160"/>
                    </a:cubicBezTo>
                    <a:cubicBezTo>
                      <a:pt x="538" y="161"/>
                      <a:pt x="538" y="161"/>
                      <a:pt x="538" y="161"/>
                    </a:cubicBezTo>
                    <a:cubicBezTo>
                      <a:pt x="536" y="160"/>
                      <a:pt x="536" y="160"/>
                      <a:pt x="536" y="160"/>
                    </a:cubicBezTo>
                    <a:cubicBezTo>
                      <a:pt x="535" y="158"/>
                      <a:pt x="535" y="158"/>
                      <a:pt x="535" y="158"/>
                    </a:cubicBezTo>
                    <a:cubicBezTo>
                      <a:pt x="534" y="157"/>
                      <a:pt x="534" y="157"/>
                      <a:pt x="534" y="157"/>
                    </a:cubicBezTo>
                    <a:cubicBezTo>
                      <a:pt x="533" y="156"/>
                      <a:pt x="533" y="156"/>
                      <a:pt x="533" y="156"/>
                    </a:cubicBezTo>
                    <a:cubicBezTo>
                      <a:pt x="534" y="156"/>
                      <a:pt x="534" y="156"/>
                      <a:pt x="534" y="156"/>
                    </a:cubicBezTo>
                    <a:cubicBezTo>
                      <a:pt x="535" y="154"/>
                      <a:pt x="535" y="154"/>
                      <a:pt x="535" y="154"/>
                    </a:cubicBezTo>
                    <a:cubicBezTo>
                      <a:pt x="534" y="152"/>
                      <a:pt x="534" y="152"/>
                      <a:pt x="534" y="152"/>
                    </a:cubicBezTo>
                    <a:cubicBezTo>
                      <a:pt x="534" y="151"/>
                      <a:pt x="534" y="151"/>
                      <a:pt x="534" y="151"/>
                    </a:cubicBezTo>
                    <a:cubicBezTo>
                      <a:pt x="533" y="150"/>
                      <a:pt x="533" y="150"/>
                      <a:pt x="533" y="150"/>
                    </a:cubicBezTo>
                    <a:cubicBezTo>
                      <a:pt x="534" y="146"/>
                      <a:pt x="534" y="146"/>
                      <a:pt x="534" y="146"/>
                    </a:cubicBezTo>
                    <a:cubicBezTo>
                      <a:pt x="533" y="144"/>
                      <a:pt x="533" y="144"/>
                      <a:pt x="533" y="144"/>
                    </a:cubicBezTo>
                    <a:cubicBezTo>
                      <a:pt x="533" y="141"/>
                      <a:pt x="533" y="141"/>
                      <a:pt x="533" y="141"/>
                    </a:cubicBezTo>
                    <a:cubicBezTo>
                      <a:pt x="532" y="141"/>
                      <a:pt x="532" y="141"/>
                      <a:pt x="532" y="141"/>
                    </a:cubicBezTo>
                    <a:cubicBezTo>
                      <a:pt x="532" y="139"/>
                      <a:pt x="532" y="139"/>
                      <a:pt x="532" y="139"/>
                    </a:cubicBezTo>
                    <a:cubicBezTo>
                      <a:pt x="532" y="138"/>
                      <a:pt x="532" y="138"/>
                      <a:pt x="532" y="138"/>
                    </a:cubicBezTo>
                    <a:cubicBezTo>
                      <a:pt x="533" y="137"/>
                      <a:pt x="533" y="137"/>
                      <a:pt x="533" y="137"/>
                    </a:cubicBezTo>
                    <a:cubicBezTo>
                      <a:pt x="532" y="135"/>
                      <a:pt x="532" y="135"/>
                      <a:pt x="532" y="135"/>
                    </a:cubicBezTo>
                    <a:cubicBezTo>
                      <a:pt x="530" y="135"/>
                      <a:pt x="530" y="135"/>
                      <a:pt x="530" y="135"/>
                    </a:cubicBezTo>
                    <a:cubicBezTo>
                      <a:pt x="528" y="135"/>
                      <a:pt x="528" y="135"/>
                      <a:pt x="528" y="135"/>
                    </a:cubicBezTo>
                    <a:cubicBezTo>
                      <a:pt x="524" y="133"/>
                      <a:pt x="524" y="133"/>
                      <a:pt x="524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0" y="133"/>
                      <a:pt x="520" y="133"/>
                      <a:pt x="520" y="133"/>
                    </a:cubicBezTo>
                    <a:cubicBezTo>
                      <a:pt x="518" y="133"/>
                      <a:pt x="518" y="133"/>
                      <a:pt x="518" y="133"/>
                    </a:cubicBezTo>
                    <a:cubicBezTo>
                      <a:pt x="516" y="134"/>
                      <a:pt x="516" y="134"/>
                      <a:pt x="516" y="134"/>
                    </a:cubicBezTo>
                    <a:cubicBezTo>
                      <a:pt x="514" y="134"/>
                      <a:pt x="514" y="134"/>
                      <a:pt x="514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1" y="133"/>
                      <a:pt x="511" y="133"/>
                      <a:pt x="511" y="133"/>
                    </a:cubicBezTo>
                    <a:cubicBezTo>
                      <a:pt x="509" y="133"/>
                      <a:pt x="509" y="133"/>
                      <a:pt x="509" y="133"/>
                    </a:cubicBezTo>
                    <a:cubicBezTo>
                      <a:pt x="510" y="137"/>
                      <a:pt x="510" y="137"/>
                      <a:pt x="510" y="137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09" y="144"/>
                      <a:pt x="509" y="144"/>
                      <a:pt x="509" y="144"/>
                    </a:cubicBezTo>
                    <a:cubicBezTo>
                      <a:pt x="510" y="145"/>
                      <a:pt x="510" y="145"/>
                      <a:pt x="510" y="145"/>
                    </a:cubicBezTo>
                    <a:cubicBezTo>
                      <a:pt x="510" y="147"/>
                      <a:pt x="510" y="147"/>
                      <a:pt x="510" y="147"/>
                    </a:cubicBezTo>
                    <a:cubicBezTo>
                      <a:pt x="511" y="148"/>
                      <a:pt x="511" y="148"/>
                      <a:pt x="511" y="148"/>
                    </a:cubicBezTo>
                    <a:cubicBezTo>
                      <a:pt x="510" y="149"/>
                      <a:pt x="510" y="149"/>
                      <a:pt x="510" y="149"/>
                    </a:cubicBezTo>
                    <a:cubicBezTo>
                      <a:pt x="510" y="151"/>
                      <a:pt x="510" y="151"/>
                      <a:pt x="510" y="151"/>
                    </a:cubicBezTo>
                    <a:cubicBezTo>
                      <a:pt x="511" y="153"/>
                      <a:pt x="511" y="153"/>
                      <a:pt x="511" y="153"/>
                    </a:cubicBezTo>
                    <a:cubicBezTo>
                      <a:pt x="510" y="154"/>
                      <a:pt x="510" y="154"/>
                      <a:pt x="510" y="154"/>
                    </a:cubicBezTo>
                    <a:cubicBezTo>
                      <a:pt x="511" y="156"/>
                      <a:pt x="511" y="156"/>
                      <a:pt x="511" y="156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09" y="159"/>
                      <a:pt x="509" y="159"/>
                      <a:pt x="509" y="159"/>
                    </a:cubicBezTo>
                    <a:cubicBezTo>
                      <a:pt x="507" y="163"/>
                      <a:pt x="507" y="163"/>
                      <a:pt x="507" y="163"/>
                    </a:cubicBezTo>
                    <a:cubicBezTo>
                      <a:pt x="505" y="164"/>
                      <a:pt x="505" y="164"/>
                      <a:pt x="505" y="164"/>
                    </a:cubicBezTo>
                    <a:cubicBezTo>
                      <a:pt x="506" y="166"/>
                      <a:pt x="506" y="166"/>
                      <a:pt x="506" y="166"/>
                    </a:cubicBezTo>
                    <a:cubicBezTo>
                      <a:pt x="507" y="167"/>
                      <a:pt x="507" y="167"/>
                      <a:pt x="507" y="167"/>
                    </a:cubicBezTo>
                    <a:cubicBezTo>
                      <a:pt x="506" y="168"/>
                      <a:pt x="506" y="168"/>
                      <a:pt x="506" y="168"/>
                    </a:cubicBezTo>
                    <a:cubicBezTo>
                      <a:pt x="506" y="171"/>
                      <a:pt x="506" y="171"/>
                      <a:pt x="506" y="171"/>
                    </a:cubicBezTo>
                    <a:cubicBezTo>
                      <a:pt x="508" y="173"/>
                      <a:pt x="508" y="173"/>
                      <a:pt x="508" y="173"/>
                    </a:cubicBezTo>
                    <a:cubicBezTo>
                      <a:pt x="509" y="172"/>
                      <a:pt x="509" y="172"/>
                      <a:pt x="509" y="172"/>
                    </a:cubicBezTo>
                    <a:cubicBezTo>
                      <a:pt x="510" y="173"/>
                      <a:pt x="510" y="173"/>
                      <a:pt x="510" y="173"/>
                    </a:cubicBezTo>
                    <a:cubicBezTo>
                      <a:pt x="511" y="176"/>
                      <a:pt x="511" y="176"/>
                      <a:pt x="511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1" y="177"/>
                      <a:pt x="511" y="177"/>
                      <a:pt x="511" y="177"/>
                    </a:cubicBezTo>
                    <a:cubicBezTo>
                      <a:pt x="512" y="180"/>
                      <a:pt x="512" y="180"/>
                      <a:pt x="512" y="180"/>
                    </a:cubicBezTo>
                    <a:cubicBezTo>
                      <a:pt x="514" y="181"/>
                      <a:pt x="514" y="181"/>
                      <a:pt x="514" y="181"/>
                    </a:cubicBezTo>
                    <a:cubicBezTo>
                      <a:pt x="514" y="182"/>
                      <a:pt x="514" y="182"/>
                      <a:pt x="514" y="182"/>
                    </a:cubicBezTo>
                    <a:cubicBezTo>
                      <a:pt x="513" y="183"/>
                      <a:pt x="513" y="183"/>
                      <a:pt x="513" y="183"/>
                    </a:cubicBezTo>
                    <a:cubicBezTo>
                      <a:pt x="512" y="182"/>
                      <a:pt x="512" y="182"/>
                      <a:pt x="512" y="182"/>
                    </a:cubicBezTo>
                    <a:cubicBezTo>
                      <a:pt x="512" y="184"/>
                      <a:pt x="512" y="184"/>
                      <a:pt x="512" y="184"/>
                    </a:cubicBezTo>
                    <a:cubicBezTo>
                      <a:pt x="513" y="187"/>
                      <a:pt x="513" y="187"/>
                      <a:pt x="513" y="187"/>
                    </a:cubicBezTo>
                    <a:cubicBezTo>
                      <a:pt x="514" y="188"/>
                      <a:pt x="514" y="188"/>
                      <a:pt x="514" y="188"/>
                    </a:cubicBezTo>
                    <a:cubicBezTo>
                      <a:pt x="515" y="192"/>
                      <a:pt x="515" y="192"/>
                      <a:pt x="515" y="192"/>
                    </a:cubicBezTo>
                    <a:cubicBezTo>
                      <a:pt x="516" y="190"/>
                      <a:pt x="516" y="190"/>
                      <a:pt x="516" y="190"/>
                    </a:cubicBezTo>
                    <a:cubicBezTo>
                      <a:pt x="517" y="191"/>
                      <a:pt x="517" y="191"/>
                      <a:pt x="517" y="191"/>
                    </a:cubicBezTo>
                    <a:cubicBezTo>
                      <a:pt x="516" y="191"/>
                      <a:pt x="516" y="191"/>
                      <a:pt x="516" y="191"/>
                    </a:cubicBezTo>
                    <a:cubicBezTo>
                      <a:pt x="516" y="192"/>
                      <a:pt x="516" y="192"/>
                      <a:pt x="516" y="192"/>
                    </a:cubicBezTo>
                    <a:cubicBezTo>
                      <a:pt x="516" y="193"/>
                      <a:pt x="516" y="193"/>
                      <a:pt x="516" y="193"/>
                    </a:cubicBezTo>
                    <a:cubicBezTo>
                      <a:pt x="516" y="193"/>
                      <a:pt x="516" y="193"/>
                      <a:pt x="516" y="194"/>
                    </a:cubicBezTo>
                    <a:cubicBezTo>
                      <a:pt x="516" y="194"/>
                      <a:pt x="516" y="194"/>
                      <a:pt x="516" y="194"/>
                    </a:cubicBezTo>
                    <a:cubicBezTo>
                      <a:pt x="518" y="195"/>
                      <a:pt x="518" y="195"/>
                      <a:pt x="518" y="195"/>
                    </a:cubicBezTo>
                    <a:cubicBezTo>
                      <a:pt x="519" y="193"/>
                      <a:pt x="519" y="193"/>
                      <a:pt x="519" y="193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18" y="191"/>
                      <a:pt x="518" y="191"/>
                      <a:pt x="518" y="191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21" y="192"/>
                      <a:pt x="521" y="192"/>
                      <a:pt x="521" y="192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3"/>
                      <a:pt x="522" y="193"/>
                      <a:pt x="522" y="193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7" y="198"/>
                      <a:pt x="527" y="198"/>
                      <a:pt x="527" y="198"/>
                    </a:cubicBezTo>
                    <a:cubicBezTo>
                      <a:pt x="529" y="199"/>
                      <a:pt x="529" y="199"/>
                      <a:pt x="529" y="199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2" y="199"/>
                      <a:pt x="532" y="199"/>
                      <a:pt x="532" y="199"/>
                    </a:cubicBezTo>
                    <a:cubicBezTo>
                      <a:pt x="531" y="199"/>
                      <a:pt x="531" y="199"/>
                      <a:pt x="531" y="199"/>
                    </a:cubicBezTo>
                    <a:cubicBezTo>
                      <a:pt x="532" y="203"/>
                      <a:pt x="532" y="203"/>
                      <a:pt x="532" y="203"/>
                    </a:cubicBezTo>
                    <a:cubicBezTo>
                      <a:pt x="531" y="204"/>
                      <a:pt x="531" y="204"/>
                      <a:pt x="531" y="204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1" y="206"/>
                      <a:pt x="531" y="206"/>
                      <a:pt x="531" y="206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31" y="209"/>
                      <a:pt x="531" y="209"/>
                      <a:pt x="531" y="209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29" y="205"/>
                      <a:pt x="529" y="205"/>
                      <a:pt x="529" y="205"/>
                    </a:cubicBezTo>
                    <a:cubicBezTo>
                      <a:pt x="527" y="204"/>
                      <a:pt x="527" y="204"/>
                      <a:pt x="527" y="204"/>
                    </a:cubicBezTo>
                    <a:cubicBezTo>
                      <a:pt x="524" y="203"/>
                      <a:pt x="524" y="203"/>
                      <a:pt x="524" y="203"/>
                    </a:cubicBezTo>
                    <a:cubicBezTo>
                      <a:pt x="524" y="202"/>
                      <a:pt x="524" y="202"/>
                      <a:pt x="524" y="202"/>
                    </a:cubicBezTo>
                    <a:cubicBezTo>
                      <a:pt x="522" y="200"/>
                      <a:pt x="522" y="200"/>
                      <a:pt x="522" y="200"/>
                    </a:cubicBezTo>
                    <a:cubicBezTo>
                      <a:pt x="518" y="200"/>
                      <a:pt x="518" y="200"/>
                      <a:pt x="518" y="200"/>
                    </a:cubicBezTo>
                    <a:cubicBezTo>
                      <a:pt x="514" y="197"/>
                      <a:pt x="514" y="197"/>
                      <a:pt x="514" y="197"/>
                    </a:cubicBezTo>
                    <a:cubicBezTo>
                      <a:pt x="512" y="197"/>
                      <a:pt x="512" y="197"/>
                      <a:pt x="512" y="197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09" y="194"/>
                      <a:pt x="509" y="194"/>
                      <a:pt x="509" y="194"/>
                    </a:cubicBezTo>
                    <a:cubicBezTo>
                      <a:pt x="506" y="195"/>
                      <a:pt x="506" y="195"/>
                      <a:pt x="506" y="195"/>
                    </a:cubicBezTo>
                    <a:cubicBezTo>
                      <a:pt x="505" y="196"/>
                      <a:pt x="505" y="196"/>
                      <a:pt x="505" y="196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3"/>
                      <a:pt x="505" y="193"/>
                      <a:pt x="505" y="193"/>
                    </a:cubicBezTo>
                    <a:cubicBezTo>
                      <a:pt x="500" y="191"/>
                      <a:pt x="500" y="191"/>
                      <a:pt x="500" y="191"/>
                    </a:cubicBezTo>
                    <a:cubicBezTo>
                      <a:pt x="498" y="190"/>
                      <a:pt x="498" y="190"/>
                      <a:pt x="498" y="190"/>
                    </a:cubicBezTo>
                    <a:cubicBezTo>
                      <a:pt x="490" y="189"/>
                      <a:pt x="490" y="189"/>
                      <a:pt x="490" y="189"/>
                    </a:cubicBezTo>
                    <a:cubicBezTo>
                      <a:pt x="485" y="190"/>
                      <a:pt x="485" y="190"/>
                      <a:pt x="485" y="190"/>
                    </a:cubicBezTo>
                    <a:cubicBezTo>
                      <a:pt x="483" y="190"/>
                      <a:pt x="483" y="190"/>
                      <a:pt x="483" y="190"/>
                    </a:cubicBezTo>
                    <a:cubicBezTo>
                      <a:pt x="482" y="190"/>
                      <a:pt x="482" y="190"/>
                      <a:pt x="482" y="190"/>
                    </a:cubicBezTo>
                    <a:cubicBezTo>
                      <a:pt x="481" y="189"/>
                      <a:pt x="481" y="189"/>
                      <a:pt x="481" y="189"/>
                    </a:cubicBezTo>
                    <a:cubicBezTo>
                      <a:pt x="480" y="190"/>
                      <a:pt x="480" y="190"/>
                      <a:pt x="480" y="190"/>
                    </a:cubicBezTo>
                    <a:cubicBezTo>
                      <a:pt x="478" y="189"/>
                      <a:pt x="478" y="189"/>
                      <a:pt x="478" y="189"/>
                    </a:cubicBezTo>
                    <a:cubicBezTo>
                      <a:pt x="477" y="190"/>
                      <a:pt x="477" y="190"/>
                      <a:pt x="477" y="190"/>
                    </a:cubicBezTo>
                    <a:cubicBezTo>
                      <a:pt x="477" y="189"/>
                      <a:pt x="477" y="189"/>
                      <a:pt x="477" y="189"/>
                    </a:cubicBezTo>
                    <a:cubicBezTo>
                      <a:pt x="474" y="188"/>
                      <a:pt x="474" y="188"/>
                      <a:pt x="474" y="188"/>
                    </a:cubicBezTo>
                    <a:cubicBezTo>
                      <a:pt x="473" y="186"/>
                      <a:pt x="473" y="186"/>
                      <a:pt x="473" y="186"/>
                    </a:cubicBezTo>
                    <a:cubicBezTo>
                      <a:pt x="471" y="186"/>
                      <a:pt x="471" y="186"/>
                      <a:pt x="471" y="186"/>
                    </a:cubicBezTo>
                    <a:cubicBezTo>
                      <a:pt x="470" y="184"/>
                      <a:pt x="470" y="184"/>
                      <a:pt x="470" y="184"/>
                    </a:cubicBezTo>
                    <a:cubicBezTo>
                      <a:pt x="468" y="183"/>
                      <a:pt x="468" y="183"/>
                      <a:pt x="468" y="183"/>
                    </a:cubicBezTo>
                    <a:cubicBezTo>
                      <a:pt x="468" y="182"/>
                      <a:pt x="468" y="182"/>
                      <a:pt x="468" y="182"/>
                    </a:cubicBezTo>
                    <a:cubicBezTo>
                      <a:pt x="466" y="181"/>
                      <a:pt x="466" y="181"/>
                      <a:pt x="466" y="181"/>
                    </a:cubicBezTo>
                    <a:cubicBezTo>
                      <a:pt x="464" y="181"/>
                      <a:pt x="464" y="181"/>
                      <a:pt x="464" y="181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2" y="183"/>
                      <a:pt x="462" y="183"/>
                      <a:pt x="462" y="183"/>
                    </a:cubicBezTo>
                    <a:cubicBezTo>
                      <a:pt x="463" y="184"/>
                      <a:pt x="463" y="184"/>
                      <a:pt x="463" y="184"/>
                    </a:cubicBezTo>
                    <a:cubicBezTo>
                      <a:pt x="461" y="185"/>
                      <a:pt x="461" y="185"/>
                      <a:pt x="461" y="185"/>
                    </a:cubicBezTo>
                    <a:cubicBezTo>
                      <a:pt x="462" y="186"/>
                      <a:pt x="462" y="186"/>
                      <a:pt x="462" y="186"/>
                    </a:cubicBezTo>
                    <a:cubicBezTo>
                      <a:pt x="465" y="189"/>
                      <a:pt x="465" y="189"/>
                      <a:pt x="465" y="189"/>
                    </a:cubicBezTo>
                    <a:cubicBezTo>
                      <a:pt x="466" y="190"/>
                      <a:pt x="466" y="190"/>
                      <a:pt x="466" y="190"/>
                    </a:cubicBezTo>
                    <a:cubicBezTo>
                      <a:pt x="467" y="192"/>
                      <a:pt x="467" y="192"/>
                      <a:pt x="467" y="192"/>
                    </a:cubicBezTo>
                    <a:cubicBezTo>
                      <a:pt x="469" y="192"/>
                      <a:pt x="469" y="192"/>
                      <a:pt x="469" y="192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70" y="191"/>
                      <a:pt x="470" y="191"/>
                      <a:pt x="470" y="191"/>
                    </a:cubicBezTo>
                    <a:cubicBezTo>
                      <a:pt x="471" y="191"/>
                      <a:pt x="471" y="191"/>
                      <a:pt x="471" y="191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1" y="193"/>
                      <a:pt x="471" y="193"/>
                      <a:pt x="471" y="193"/>
                    </a:cubicBezTo>
                    <a:cubicBezTo>
                      <a:pt x="472" y="194"/>
                      <a:pt x="472" y="194"/>
                      <a:pt x="472" y="194"/>
                    </a:cubicBezTo>
                    <a:cubicBezTo>
                      <a:pt x="474" y="195"/>
                      <a:pt x="474" y="195"/>
                      <a:pt x="474" y="195"/>
                    </a:cubicBezTo>
                    <a:cubicBezTo>
                      <a:pt x="475" y="194"/>
                      <a:pt x="475" y="194"/>
                      <a:pt x="475" y="194"/>
                    </a:cubicBezTo>
                    <a:cubicBezTo>
                      <a:pt x="476" y="194"/>
                      <a:pt x="476" y="194"/>
                      <a:pt x="476" y="194"/>
                    </a:cubicBezTo>
                    <a:cubicBezTo>
                      <a:pt x="476" y="195"/>
                      <a:pt x="476" y="195"/>
                      <a:pt x="476" y="195"/>
                    </a:cubicBezTo>
                    <a:cubicBezTo>
                      <a:pt x="477" y="197"/>
                      <a:pt x="477" y="197"/>
                      <a:pt x="477" y="197"/>
                    </a:cubicBezTo>
                    <a:cubicBezTo>
                      <a:pt x="478" y="197"/>
                      <a:pt x="478" y="197"/>
                      <a:pt x="478" y="197"/>
                    </a:cubicBezTo>
                    <a:cubicBezTo>
                      <a:pt x="479" y="200"/>
                      <a:pt x="479" y="200"/>
                      <a:pt x="479" y="200"/>
                    </a:cubicBezTo>
                    <a:cubicBezTo>
                      <a:pt x="481" y="202"/>
                      <a:pt x="481" y="202"/>
                      <a:pt x="481" y="202"/>
                    </a:cubicBezTo>
                    <a:cubicBezTo>
                      <a:pt x="481" y="200"/>
                      <a:pt x="481" y="200"/>
                      <a:pt x="481" y="200"/>
                    </a:cubicBezTo>
                    <a:cubicBezTo>
                      <a:pt x="482" y="202"/>
                      <a:pt x="482" y="202"/>
                      <a:pt x="482" y="202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5" y="205"/>
                      <a:pt x="485" y="205"/>
                      <a:pt x="485" y="205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2" y="207"/>
                      <a:pt x="482" y="207"/>
                      <a:pt x="482" y="207"/>
                    </a:cubicBezTo>
                    <a:cubicBezTo>
                      <a:pt x="481" y="208"/>
                      <a:pt x="481" y="208"/>
                      <a:pt x="481" y="208"/>
                    </a:cubicBezTo>
                    <a:cubicBezTo>
                      <a:pt x="479" y="207"/>
                      <a:pt x="479" y="207"/>
                      <a:pt x="479" y="207"/>
                    </a:cubicBezTo>
                    <a:cubicBezTo>
                      <a:pt x="477" y="208"/>
                      <a:pt x="477" y="208"/>
                      <a:pt x="477" y="208"/>
                    </a:cubicBezTo>
                    <a:cubicBezTo>
                      <a:pt x="477" y="209"/>
                      <a:pt x="477" y="209"/>
                      <a:pt x="477" y="209"/>
                    </a:cubicBezTo>
                    <a:cubicBezTo>
                      <a:pt x="479" y="211"/>
                      <a:pt x="479" y="211"/>
                      <a:pt x="479" y="211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6" y="212"/>
                      <a:pt x="476" y="212"/>
                      <a:pt x="476" y="212"/>
                    </a:cubicBezTo>
                    <a:cubicBezTo>
                      <a:pt x="475" y="212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5" y="211"/>
                    </a:cubicBezTo>
                    <a:cubicBezTo>
                      <a:pt x="475" y="209"/>
                      <a:pt x="475" y="209"/>
                      <a:pt x="475" y="209"/>
                    </a:cubicBezTo>
                    <a:cubicBezTo>
                      <a:pt x="476" y="208"/>
                      <a:pt x="476" y="208"/>
                      <a:pt x="476" y="208"/>
                    </a:cubicBezTo>
                    <a:cubicBezTo>
                      <a:pt x="476" y="207"/>
                      <a:pt x="476" y="207"/>
                      <a:pt x="476" y="207"/>
                    </a:cubicBezTo>
                    <a:cubicBezTo>
                      <a:pt x="474" y="206"/>
                      <a:pt x="474" y="206"/>
                      <a:pt x="474" y="206"/>
                    </a:cubicBezTo>
                    <a:cubicBezTo>
                      <a:pt x="474" y="205"/>
                      <a:pt x="474" y="205"/>
                      <a:pt x="474" y="205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5" y="205"/>
                      <a:pt x="475" y="205"/>
                      <a:pt x="475" y="205"/>
                    </a:cubicBezTo>
                    <a:cubicBezTo>
                      <a:pt x="475" y="203"/>
                      <a:pt x="475" y="203"/>
                      <a:pt x="475" y="203"/>
                    </a:cubicBezTo>
                    <a:cubicBezTo>
                      <a:pt x="475" y="203"/>
                      <a:pt x="475" y="202"/>
                      <a:pt x="475" y="202"/>
                    </a:cubicBezTo>
                    <a:cubicBezTo>
                      <a:pt x="476" y="201"/>
                      <a:pt x="476" y="201"/>
                      <a:pt x="476" y="201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198"/>
                      <a:pt x="473" y="198"/>
                      <a:pt x="473" y="198"/>
                    </a:cubicBezTo>
                    <a:cubicBezTo>
                      <a:pt x="470" y="197"/>
                      <a:pt x="470" y="197"/>
                      <a:pt x="470" y="197"/>
                    </a:cubicBezTo>
                    <a:cubicBezTo>
                      <a:pt x="469" y="196"/>
                      <a:pt x="469" y="196"/>
                      <a:pt x="469" y="196"/>
                    </a:cubicBezTo>
                    <a:cubicBezTo>
                      <a:pt x="468" y="198"/>
                      <a:pt x="468" y="198"/>
                      <a:pt x="468" y="198"/>
                    </a:cubicBezTo>
                    <a:cubicBezTo>
                      <a:pt x="470" y="199"/>
                      <a:pt x="470" y="199"/>
                      <a:pt x="470" y="199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203"/>
                      <a:pt x="473" y="203"/>
                      <a:pt x="473" y="203"/>
                    </a:cubicBezTo>
                    <a:cubicBezTo>
                      <a:pt x="473" y="203"/>
                      <a:pt x="473" y="203"/>
                      <a:pt x="474" y="203"/>
                    </a:cubicBezTo>
                    <a:cubicBezTo>
                      <a:pt x="474" y="203"/>
                      <a:pt x="474" y="203"/>
                      <a:pt x="474" y="203"/>
                    </a:cubicBezTo>
                    <a:cubicBezTo>
                      <a:pt x="472" y="204"/>
                      <a:pt x="472" y="204"/>
                      <a:pt x="472" y="204"/>
                    </a:cubicBezTo>
                    <a:cubicBezTo>
                      <a:pt x="471" y="204"/>
                      <a:pt x="471" y="204"/>
                      <a:pt x="471" y="204"/>
                    </a:cubicBezTo>
                    <a:cubicBezTo>
                      <a:pt x="469" y="206"/>
                      <a:pt x="469" y="206"/>
                      <a:pt x="469" y="206"/>
                    </a:cubicBezTo>
                    <a:cubicBezTo>
                      <a:pt x="468" y="206"/>
                      <a:pt x="468" y="206"/>
                      <a:pt x="468" y="206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5" y="206"/>
                      <a:pt x="465" y="206"/>
                      <a:pt x="465" y="206"/>
                    </a:cubicBezTo>
                    <a:cubicBezTo>
                      <a:pt x="462" y="207"/>
                      <a:pt x="462" y="207"/>
                      <a:pt x="462" y="207"/>
                    </a:cubicBezTo>
                    <a:cubicBezTo>
                      <a:pt x="461" y="209"/>
                      <a:pt x="461" y="209"/>
                      <a:pt x="461" y="209"/>
                    </a:cubicBezTo>
                    <a:cubicBezTo>
                      <a:pt x="463" y="210"/>
                      <a:pt x="463" y="210"/>
                      <a:pt x="463" y="210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10"/>
                      <a:pt x="464" y="210"/>
                      <a:pt x="464" y="210"/>
                    </a:cubicBezTo>
                    <a:cubicBezTo>
                      <a:pt x="463" y="211"/>
                      <a:pt x="463" y="211"/>
                      <a:pt x="463" y="211"/>
                    </a:cubicBezTo>
                    <a:cubicBezTo>
                      <a:pt x="460" y="211"/>
                      <a:pt x="460" y="211"/>
                      <a:pt x="460" y="211"/>
                    </a:cubicBezTo>
                    <a:cubicBezTo>
                      <a:pt x="459" y="210"/>
                      <a:pt x="459" y="210"/>
                      <a:pt x="459" y="210"/>
                    </a:cubicBezTo>
                    <a:cubicBezTo>
                      <a:pt x="458" y="211"/>
                      <a:pt x="458" y="211"/>
                      <a:pt x="458" y="211"/>
                    </a:cubicBezTo>
                    <a:cubicBezTo>
                      <a:pt x="457" y="211"/>
                      <a:pt x="457" y="211"/>
                      <a:pt x="457" y="211"/>
                    </a:cubicBezTo>
                    <a:cubicBezTo>
                      <a:pt x="456" y="210"/>
                      <a:pt x="456" y="210"/>
                      <a:pt x="456" y="210"/>
                    </a:cubicBezTo>
                    <a:cubicBezTo>
                      <a:pt x="454" y="211"/>
                      <a:pt x="454" y="211"/>
                      <a:pt x="454" y="211"/>
                    </a:cubicBezTo>
                    <a:cubicBezTo>
                      <a:pt x="454" y="212"/>
                      <a:pt x="454" y="212"/>
                      <a:pt x="454" y="212"/>
                    </a:cubicBezTo>
                    <a:cubicBezTo>
                      <a:pt x="452" y="212"/>
                      <a:pt x="452" y="212"/>
                      <a:pt x="452" y="212"/>
                    </a:cubicBezTo>
                    <a:cubicBezTo>
                      <a:pt x="451" y="214"/>
                      <a:pt x="451" y="214"/>
                      <a:pt x="451" y="214"/>
                    </a:cubicBezTo>
                    <a:cubicBezTo>
                      <a:pt x="451" y="215"/>
                      <a:pt x="451" y="215"/>
                      <a:pt x="451" y="215"/>
                    </a:cubicBezTo>
                    <a:cubicBezTo>
                      <a:pt x="452" y="216"/>
                      <a:pt x="452" y="216"/>
                      <a:pt x="452" y="216"/>
                    </a:cubicBezTo>
                    <a:cubicBezTo>
                      <a:pt x="451" y="216"/>
                      <a:pt x="451" y="216"/>
                      <a:pt x="451" y="216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0" y="215"/>
                      <a:pt x="450" y="215"/>
                      <a:pt x="450" y="215"/>
                    </a:cubicBezTo>
                    <a:cubicBezTo>
                      <a:pt x="449" y="215"/>
                      <a:pt x="449" y="215"/>
                      <a:pt x="449" y="215"/>
                    </a:cubicBezTo>
                    <a:cubicBezTo>
                      <a:pt x="449" y="214"/>
                      <a:pt x="449" y="214"/>
                      <a:pt x="449" y="214"/>
                    </a:cubicBezTo>
                    <a:cubicBezTo>
                      <a:pt x="447" y="214"/>
                      <a:pt x="447" y="214"/>
                      <a:pt x="447" y="214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4"/>
                      <a:pt x="446" y="214"/>
                      <a:pt x="446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4" y="213"/>
                      <a:pt x="444" y="213"/>
                      <a:pt x="444" y="213"/>
                    </a:cubicBezTo>
                    <a:cubicBezTo>
                      <a:pt x="446" y="212"/>
                      <a:pt x="446" y="212"/>
                      <a:pt x="446" y="212"/>
                    </a:cubicBezTo>
                    <a:cubicBezTo>
                      <a:pt x="443" y="209"/>
                      <a:pt x="443" y="209"/>
                      <a:pt x="443" y="209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4" y="209"/>
                      <a:pt x="444" y="209"/>
                      <a:pt x="444" y="209"/>
                    </a:cubicBezTo>
                    <a:cubicBezTo>
                      <a:pt x="445" y="209"/>
                      <a:pt x="445" y="209"/>
                      <a:pt x="445" y="209"/>
                    </a:cubicBezTo>
                    <a:cubicBezTo>
                      <a:pt x="447" y="208"/>
                      <a:pt x="447" y="208"/>
                      <a:pt x="447" y="208"/>
                    </a:cubicBezTo>
                    <a:cubicBezTo>
                      <a:pt x="446" y="206"/>
                      <a:pt x="446" y="206"/>
                      <a:pt x="446" y="206"/>
                    </a:cubicBezTo>
                    <a:cubicBezTo>
                      <a:pt x="443" y="207"/>
                      <a:pt x="443" y="207"/>
                      <a:pt x="443" y="207"/>
                    </a:cubicBezTo>
                    <a:cubicBezTo>
                      <a:pt x="439" y="208"/>
                      <a:pt x="439" y="208"/>
                      <a:pt x="439" y="208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6" y="210"/>
                      <a:pt x="436" y="210"/>
                      <a:pt x="436" y="210"/>
                    </a:cubicBezTo>
                    <a:cubicBezTo>
                      <a:pt x="433" y="213"/>
                      <a:pt x="433" y="213"/>
                      <a:pt x="433" y="213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27" y="214"/>
                      <a:pt x="427" y="214"/>
                      <a:pt x="427" y="214"/>
                    </a:cubicBezTo>
                    <a:cubicBezTo>
                      <a:pt x="425" y="215"/>
                      <a:pt x="425" y="215"/>
                      <a:pt x="425" y="215"/>
                    </a:cubicBezTo>
                    <a:cubicBezTo>
                      <a:pt x="425" y="217"/>
                      <a:pt x="425" y="217"/>
                      <a:pt x="425" y="217"/>
                    </a:cubicBezTo>
                    <a:cubicBezTo>
                      <a:pt x="424" y="217"/>
                      <a:pt x="424" y="217"/>
                      <a:pt x="424" y="217"/>
                    </a:cubicBezTo>
                    <a:cubicBezTo>
                      <a:pt x="424" y="218"/>
                      <a:pt x="424" y="218"/>
                      <a:pt x="424" y="218"/>
                    </a:cubicBezTo>
                    <a:cubicBezTo>
                      <a:pt x="422" y="221"/>
                      <a:pt x="422" y="221"/>
                      <a:pt x="422" y="221"/>
                    </a:cubicBezTo>
                    <a:cubicBezTo>
                      <a:pt x="421" y="222"/>
                      <a:pt x="421" y="222"/>
                      <a:pt x="421" y="222"/>
                    </a:cubicBezTo>
                    <a:cubicBezTo>
                      <a:pt x="418" y="225"/>
                      <a:pt x="418" y="225"/>
                      <a:pt x="418" y="225"/>
                    </a:cubicBezTo>
                    <a:cubicBezTo>
                      <a:pt x="417" y="225"/>
                      <a:pt x="417" y="225"/>
                      <a:pt x="417" y="225"/>
                    </a:cubicBezTo>
                    <a:cubicBezTo>
                      <a:pt x="416" y="224"/>
                      <a:pt x="416" y="224"/>
                      <a:pt x="416" y="224"/>
                    </a:cubicBezTo>
                    <a:cubicBezTo>
                      <a:pt x="414" y="224"/>
                      <a:pt x="414" y="224"/>
                      <a:pt x="414" y="224"/>
                    </a:cubicBezTo>
                    <a:cubicBezTo>
                      <a:pt x="415" y="227"/>
                      <a:pt x="415" y="227"/>
                      <a:pt x="415" y="227"/>
                    </a:cubicBezTo>
                    <a:cubicBezTo>
                      <a:pt x="417" y="228"/>
                      <a:pt x="417" y="228"/>
                      <a:pt x="417" y="228"/>
                    </a:cubicBezTo>
                    <a:cubicBezTo>
                      <a:pt x="416" y="227"/>
                      <a:pt x="416" y="227"/>
                      <a:pt x="416" y="227"/>
                    </a:cubicBezTo>
                    <a:cubicBezTo>
                      <a:pt x="415" y="228"/>
                      <a:pt x="415" y="228"/>
                      <a:pt x="415" y="228"/>
                    </a:cubicBezTo>
                    <a:cubicBezTo>
                      <a:pt x="411" y="229"/>
                      <a:pt x="411" y="229"/>
                      <a:pt x="411" y="229"/>
                    </a:cubicBezTo>
                    <a:cubicBezTo>
                      <a:pt x="410" y="230"/>
                      <a:pt x="410" y="230"/>
                      <a:pt x="410" y="230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0" y="234"/>
                      <a:pt x="410" y="234"/>
                      <a:pt x="410" y="234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8"/>
                      <a:pt x="410" y="238"/>
                      <a:pt x="410" y="238"/>
                    </a:cubicBezTo>
                    <a:cubicBezTo>
                      <a:pt x="408" y="239"/>
                      <a:pt x="408" y="239"/>
                      <a:pt x="408" y="239"/>
                    </a:cubicBezTo>
                    <a:cubicBezTo>
                      <a:pt x="407" y="239"/>
                      <a:pt x="407" y="239"/>
                      <a:pt x="407" y="239"/>
                    </a:cubicBezTo>
                    <a:cubicBezTo>
                      <a:pt x="406" y="239"/>
                      <a:pt x="406" y="239"/>
                      <a:pt x="406" y="239"/>
                    </a:cubicBezTo>
                    <a:cubicBezTo>
                      <a:pt x="406" y="240"/>
                      <a:pt x="406" y="240"/>
                      <a:pt x="406" y="240"/>
                    </a:cubicBezTo>
                    <a:cubicBezTo>
                      <a:pt x="405" y="238"/>
                      <a:pt x="405" y="238"/>
                      <a:pt x="405" y="238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399" y="236"/>
                      <a:pt x="399" y="236"/>
                      <a:pt x="399" y="236"/>
                    </a:cubicBezTo>
                    <a:cubicBezTo>
                      <a:pt x="396" y="234"/>
                      <a:pt x="396" y="234"/>
                      <a:pt x="396" y="234"/>
                    </a:cubicBezTo>
                    <a:cubicBezTo>
                      <a:pt x="395" y="233"/>
                      <a:pt x="395" y="233"/>
                      <a:pt x="395" y="233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6" y="232"/>
                      <a:pt x="396" y="232"/>
                      <a:pt x="396" y="232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29"/>
                      <a:pt x="397" y="229"/>
                      <a:pt x="397" y="229"/>
                    </a:cubicBezTo>
                    <a:cubicBezTo>
                      <a:pt x="399" y="229"/>
                      <a:pt x="399" y="229"/>
                      <a:pt x="399" y="229"/>
                    </a:cubicBezTo>
                    <a:cubicBezTo>
                      <a:pt x="400" y="228"/>
                      <a:pt x="400" y="228"/>
                      <a:pt x="400" y="228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03" y="226"/>
                      <a:pt x="403" y="226"/>
                      <a:pt x="403" y="226"/>
                    </a:cubicBezTo>
                    <a:cubicBezTo>
                      <a:pt x="401" y="224"/>
                      <a:pt x="401" y="224"/>
                      <a:pt x="401" y="224"/>
                    </a:cubicBezTo>
                    <a:cubicBezTo>
                      <a:pt x="401" y="222"/>
                      <a:pt x="401" y="222"/>
                      <a:pt x="401" y="222"/>
                    </a:cubicBezTo>
                    <a:cubicBezTo>
                      <a:pt x="399" y="222"/>
                      <a:pt x="399" y="222"/>
                      <a:pt x="399" y="222"/>
                    </a:cubicBezTo>
                    <a:cubicBezTo>
                      <a:pt x="397" y="221"/>
                      <a:pt x="397" y="221"/>
                      <a:pt x="397" y="221"/>
                    </a:cubicBezTo>
                    <a:cubicBezTo>
                      <a:pt x="398" y="219"/>
                      <a:pt x="398" y="219"/>
                      <a:pt x="398" y="219"/>
                    </a:cubicBezTo>
                    <a:cubicBezTo>
                      <a:pt x="395" y="218"/>
                      <a:pt x="395" y="218"/>
                      <a:pt x="395" y="218"/>
                    </a:cubicBezTo>
                    <a:cubicBezTo>
                      <a:pt x="391" y="217"/>
                      <a:pt x="391" y="217"/>
                      <a:pt x="391" y="217"/>
                    </a:cubicBezTo>
                    <a:cubicBezTo>
                      <a:pt x="388" y="218"/>
                      <a:pt x="388" y="218"/>
                      <a:pt x="388" y="218"/>
                    </a:cubicBezTo>
                    <a:cubicBezTo>
                      <a:pt x="387" y="218"/>
                      <a:pt x="387" y="218"/>
                      <a:pt x="387" y="218"/>
                    </a:cubicBezTo>
                    <a:cubicBezTo>
                      <a:pt x="385" y="218"/>
                      <a:pt x="385" y="218"/>
                      <a:pt x="385" y="218"/>
                    </a:cubicBezTo>
                    <a:cubicBezTo>
                      <a:pt x="382" y="216"/>
                      <a:pt x="382" y="216"/>
                      <a:pt x="382" y="216"/>
                    </a:cubicBezTo>
                    <a:cubicBezTo>
                      <a:pt x="380" y="216"/>
                      <a:pt x="380" y="216"/>
                      <a:pt x="380" y="216"/>
                    </a:cubicBezTo>
                    <a:cubicBezTo>
                      <a:pt x="380" y="218"/>
                      <a:pt x="380" y="218"/>
                      <a:pt x="380" y="218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86" y="222"/>
                      <a:pt x="386" y="222"/>
                      <a:pt x="386" y="222"/>
                    </a:cubicBezTo>
                    <a:cubicBezTo>
                      <a:pt x="387" y="225"/>
                      <a:pt x="387" y="225"/>
                      <a:pt x="387" y="225"/>
                    </a:cubicBezTo>
                    <a:cubicBezTo>
                      <a:pt x="387" y="227"/>
                      <a:pt x="387" y="227"/>
                      <a:pt x="387" y="227"/>
                    </a:cubicBezTo>
                    <a:cubicBezTo>
                      <a:pt x="388" y="228"/>
                      <a:pt x="388" y="228"/>
                      <a:pt x="388" y="228"/>
                    </a:cubicBezTo>
                    <a:cubicBezTo>
                      <a:pt x="387" y="228"/>
                      <a:pt x="387" y="228"/>
                      <a:pt x="387" y="228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1"/>
                      <a:pt x="387" y="231"/>
                      <a:pt x="387" y="231"/>
                    </a:cubicBezTo>
                    <a:cubicBezTo>
                      <a:pt x="387" y="234"/>
                      <a:pt x="387" y="234"/>
                      <a:pt x="387" y="234"/>
                    </a:cubicBezTo>
                    <a:cubicBezTo>
                      <a:pt x="386" y="236"/>
                      <a:pt x="386" y="236"/>
                      <a:pt x="386" y="236"/>
                    </a:cubicBezTo>
                    <a:cubicBezTo>
                      <a:pt x="387" y="239"/>
                      <a:pt x="387" y="239"/>
                      <a:pt x="387" y="239"/>
                    </a:cubicBezTo>
                    <a:cubicBezTo>
                      <a:pt x="390" y="238"/>
                      <a:pt x="390" y="238"/>
                      <a:pt x="390" y="238"/>
                    </a:cubicBezTo>
                    <a:cubicBezTo>
                      <a:pt x="391" y="239"/>
                      <a:pt x="391" y="239"/>
                      <a:pt x="391" y="239"/>
                    </a:cubicBezTo>
                    <a:cubicBezTo>
                      <a:pt x="392" y="240"/>
                      <a:pt x="392" y="240"/>
                      <a:pt x="392" y="240"/>
                    </a:cubicBezTo>
                    <a:cubicBezTo>
                      <a:pt x="392" y="241"/>
                      <a:pt x="392" y="241"/>
                      <a:pt x="392" y="241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3"/>
                      <a:pt x="392" y="243"/>
                      <a:pt x="392" y="243"/>
                    </a:cubicBezTo>
                    <a:cubicBezTo>
                      <a:pt x="392" y="244"/>
                      <a:pt x="392" y="244"/>
                      <a:pt x="392" y="244"/>
                    </a:cubicBezTo>
                    <a:cubicBezTo>
                      <a:pt x="392" y="245"/>
                      <a:pt x="392" y="245"/>
                      <a:pt x="392" y="245"/>
                    </a:cubicBezTo>
                    <a:cubicBezTo>
                      <a:pt x="392" y="248"/>
                      <a:pt x="392" y="248"/>
                      <a:pt x="392" y="248"/>
                    </a:cubicBezTo>
                    <a:cubicBezTo>
                      <a:pt x="391" y="249"/>
                      <a:pt x="391" y="249"/>
                      <a:pt x="391" y="249"/>
                    </a:cubicBezTo>
                    <a:cubicBezTo>
                      <a:pt x="392" y="250"/>
                      <a:pt x="392" y="250"/>
                      <a:pt x="392" y="250"/>
                    </a:cubicBezTo>
                    <a:cubicBezTo>
                      <a:pt x="390" y="249"/>
                      <a:pt x="390" y="249"/>
                      <a:pt x="390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8" y="248"/>
                      <a:pt x="388" y="248"/>
                      <a:pt x="388" y="248"/>
                    </a:cubicBezTo>
                    <a:cubicBezTo>
                      <a:pt x="385" y="248"/>
                      <a:pt x="385" y="248"/>
                      <a:pt x="385" y="248"/>
                    </a:cubicBezTo>
                    <a:cubicBezTo>
                      <a:pt x="383" y="248"/>
                      <a:pt x="383" y="248"/>
                      <a:pt x="383" y="248"/>
                    </a:cubicBezTo>
                    <a:cubicBezTo>
                      <a:pt x="382" y="247"/>
                      <a:pt x="382" y="247"/>
                      <a:pt x="382" y="247"/>
                    </a:cubicBezTo>
                    <a:cubicBezTo>
                      <a:pt x="379" y="246"/>
                      <a:pt x="379" y="246"/>
                      <a:pt x="379" y="246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4" y="253"/>
                      <a:pt x="374" y="253"/>
                      <a:pt x="374" y="253"/>
                    </a:cubicBezTo>
                    <a:cubicBezTo>
                      <a:pt x="372" y="253"/>
                      <a:pt x="372" y="253"/>
                      <a:pt x="372" y="253"/>
                    </a:cubicBezTo>
                    <a:cubicBezTo>
                      <a:pt x="371" y="254"/>
                      <a:pt x="371" y="254"/>
                      <a:pt x="371" y="254"/>
                    </a:cubicBezTo>
                    <a:cubicBezTo>
                      <a:pt x="370" y="256"/>
                      <a:pt x="370" y="256"/>
                      <a:pt x="370" y="256"/>
                    </a:cubicBezTo>
                    <a:cubicBezTo>
                      <a:pt x="369" y="258"/>
                      <a:pt x="369" y="258"/>
                      <a:pt x="369" y="258"/>
                    </a:cubicBezTo>
                    <a:cubicBezTo>
                      <a:pt x="367" y="260"/>
                      <a:pt x="367" y="260"/>
                      <a:pt x="367" y="260"/>
                    </a:cubicBezTo>
                    <a:cubicBezTo>
                      <a:pt x="367" y="262"/>
                      <a:pt x="367" y="262"/>
                      <a:pt x="367" y="262"/>
                    </a:cubicBezTo>
                    <a:cubicBezTo>
                      <a:pt x="367" y="264"/>
                      <a:pt x="367" y="264"/>
                      <a:pt x="367" y="264"/>
                    </a:cubicBezTo>
                    <a:cubicBezTo>
                      <a:pt x="371" y="267"/>
                      <a:pt x="371" y="267"/>
                      <a:pt x="371" y="267"/>
                    </a:cubicBezTo>
                    <a:cubicBezTo>
                      <a:pt x="372" y="270"/>
                      <a:pt x="372" y="270"/>
                      <a:pt x="372" y="270"/>
                    </a:cubicBezTo>
                    <a:cubicBezTo>
                      <a:pt x="372" y="271"/>
                      <a:pt x="372" y="271"/>
                      <a:pt x="372" y="271"/>
                    </a:cubicBezTo>
                    <a:cubicBezTo>
                      <a:pt x="370" y="271"/>
                      <a:pt x="370" y="271"/>
                      <a:pt x="370" y="271"/>
                    </a:cubicBezTo>
                    <a:cubicBezTo>
                      <a:pt x="370" y="273"/>
                      <a:pt x="370" y="273"/>
                      <a:pt x="370" y="273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69" y="274"/>
                      <a:pt x="369" y="274"/>
                      <a:pt x="369" y="274"/>
                    </a:cubicBezTo>
                    <a:cubicBezTo>
                      <a:pt x="367" y="273"/>
                      <a:pt x="367" y="273"/>
                      <a:pt x="367" y="273"/>
                    </a:cubicBezTo>
                    <a:cubicBezTo>
                      <a:pt x="362" y="270"/>
                      <a:pt x="362" y="270"/>
                      <a:pt x="362" y="270"/>
                    </a:cubicBezTo>
                    <a:cubicBezTo>
                      <a:pt x="361" y="270"/>
                      <a:pt x="361" y="270"/>
                      <a:pt x="361" y="270"/>
                    </a:cubicBezTo>
                    <a:cubicBezTo>
                      <a:pt x="360" y="269"/>
                      <a:pt x="360" y="269"/>
                      <a:pt x="360" y="269"/>
                    </a:cubicBezTo>
                    <a:cubicBezTo>
                      <a:pt x="358" y="269"/>
                      <a:pt x="358" y="269"/>
                      <a:pt x="358" y="269"/>
                    </a:cubicBezTo>
                    <a:cubicBezTo>
                      <a:pt x="357" y="268"/>
                      <a:pt x="357" y="268"/>
                      <a:pt x="357" y="268"/>
                    </a:cubicBezTo>
                    <a:cubicBezTo>
                      <a:pt x="355" y="267"/>
                      <a:pt x="355" y="267"/>
                      <a:pt x="355" y="267"/>
                    </a:cubicBezTo>
                    <a:cubicBezTo>
                      <a:pt x="353" y="266"/>
                      <a:pt x="353" y="266"/>
                      <a:pt x="353" y="266"/>
                    </a:cubicBezTo>
                    <a:cubicBezTo>
                      <a:pt x="352" y="265"/>
                      <a:pt x="352" y="265"/>
                      <a:pt x="352" y="265"/>
                    </a:cubicBezTo>
                    <a:cubicBezTo>
                      <a:pt x="349" y="265"/>
                      <a:pt x="349" y="265"/>
                      <a:pt x="349" y="265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6" y="269"/>
                      <a:pt x="346" y="269"/>
                      <a:pt x="346" y="269"/>
                    </a:cubicBezTo>
                    <a:cubicBezTo>
                      <a:pt x="348" y="272"/>
                      <a:pt x="348" y="272"/>
                      <a:pt x="348" y="272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51" y="275"/>
                      <a:pt x="351" y="275"/>
                      <a:pt x="351" y="275"/>
                    </a:cubicBezTo>
                    <a:cubicBezTo>
                      <a:pt x="352" y="277"/>
                      <a:pt x="352" y="277"/>
                      <a:pt x="352" y="277"/>
                    </a:cubicBezTo>
                    <a:cubicBezTo>
                      <a:pt x="354" y="278"/>
                      <a:pt x="354" y="278"/>
                      <a:pt x="354" y="278"/>
                    </a:cubicBezTo>
                    <a:cubicBezTo>
                      <a:pt x="356" y="277"/>
                      <a:pt x="356" y="277"/>
                      <a:pt x="356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9" y="278"/>
                      <a:pt x="359" y="278"/>
                      <a:pt x="359" y="278"/>
                    </a:cubicBezTo>
                    <a:cubicBezTo>
                      <a:pt x="358" y="279"/>
                      <a:pt x="358" y="279"/>
                      <a:pt x="358" y="279"/>
                    </a:cubicBezTo>
                    <a:cubicBezTo>
                      <a:pt x="359" y="280"/>
                      <a:pt x="359" y="280"/>
                      <a:pt x="359" y="280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8" y="282"/>
                      <a:pt x="358" y="282"/>
                      <a:pt x="358" y="282"/>
                    </a:cubicBezTo>
                    <a:cubicBezTo>
                      <a:pt x="356" y="284"/>
                      <a:pt x="356" y="284"/>
                      <a:pt x="356" y="284"/>
                    </a:cubicBezTo>
                    <a:cubicBezTo>
                      <a:pt x="356" y="283"/>
                      <a:pt x="356" y="283"/>
                      <a:pt x="356" y="283"/>
                    </a:cubicBezTo>
                    <a:cubicBezTo>
                      <a:pt x="354" y="282"/>
                      <a:pt x="354" y="282"/>
                      <a:pt x="354" y="282"/>
                    </a:cubicBezTo>
                    <a:cubicBezTo>
                      <a:pt x="352" y="282"/>
                      <a:pt x="352" y="282"/>
                      <a:pt x="352" y="282"/>
                    </a:cubicBezTo>
                    <a:cubicBezTo>
                      <a:pt x="351" y="281"/>
                      <a:pt x="351" y="281"/>
                      <a:pt x="351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8" y="279"/>
                      <a:pt x="348" y="279"/>
                      <a:pt x="348" y="279"/>
                    </a:cubicBezTo>
                    <a:cubicBezTo>
                      <a:pt x="347" y="278"/>
                      <a:pt x="347" y="278"/>
                      <a:pt x="347" y="278"/>
                    </a:cubicBezTo>
                    <a:cubicBezTo>
                      <a:pt x="346" y="277"/>
                      <a:pt x="346" y="277"/>
                      <a:pt x="346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3" y="278"/>
                      <a:pt x="343" y="278"/>
                      <a:pt x="343" y="278"/>
                    </a:cubicBezTo>
                    <a:cubicBezTo>
                      <a:pt x="341" y="277"/>
                      <a:pt x="341" y="277"/>
                      <a:pt x="341" y="277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5"/>
                      <a:pt x="340" y="275"/>
                      <a:pt x="340" y="275"/>
                    </a:cubicBezTo>
                    <a:cubicBezTo>
                      <a:pt x="340" y="273"/>
                      <a:pt x="340" y="273"/>
                      <a:pt x="340" y="273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0"/>
                      <a:pt x="339" y="270"/>
                      <a:pt x="339" y="270"/>
                    </a:cubicBezTo>
                    <a:cubicBezTo>
                      <a:pt x="339" y="269"/>
                      <a:pt x="339" y="269"/>
                      <a:pt x="339" y="269"/>
                    </a:cubicBezTo>
                    <a:cubicBezTo>
                      <a:pt x="337" y="267"/>
                      <a:pt x="337" y="267"/>
                      <a:pt x="337" y="267"/>
                    </a:cubicBezTo>
                    <a:cubicBezTo>
                      <a:pt x="337" y="265"/>
                      <a:pt x="337" y="265"/>
                      <a:pt x="337" y="265"/>
                    </a:cubicBezTo>
                    <a:cubicBezTo>
                      <a:pt x="336" y="265"/>
                      <a:pt x="336" y="265"/>
                      <a:pt x="336" y="265"/>
                    </a:cubicBezTo>
                    <a:cubicBezTo>
                      <a:pt x="336" y="264"/>
                      <a:pt x="336" y="264"/>
                      <a:pt x="336" y="264"/>
                    </a:cubicBezTo>
                    <a:cubicBezTo>
                      <a:pt x="337" y="264"/>
                      <a:pt x="337" y="264"/>
                      <a:pt x="337" y="264"/>
                    </a:cubicBezTo>
                    <a:cubicBezTo>
                      <a:pt x="337" y="261"/>
                      <a:pt x="337" y="261"/>
                      <a:pt x="337" y="261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6" y="259"/>
                      <a:pt x="336" y="259"/>
                      <a:pt x="336" y="259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7" y="257"/>
                      <a:pt x="337" y="257"/>
                      <a:pt x="337" y="257"/>
                    </a:cubicBezTo>
                    <a:cubicBezTo>
                      <a:pt x="336" y="257"/>
                      <a:pt x="336" y="257"/>
                      <a:pt x="336" y="257"/>
                    </a:cubicBezTo>
                    <a:cubicBezTo>
                      <a:pt x="334" y="255"/>
                      <a:pt x="334" y="255"/>
                      <a:pt x="334" y="255"/>
                    </a:cubicBezTo>
                    <a:cubicBezTo>
                      <a:pt x="331" y="253"/>
                      <a:pt x="331" y="253"/>
                      <a:pt x="331" y="253"/>
                    </a:cubicBezTo>
                    <a:cubicBezTo>
                      <a:pt x="330" y="254"/>
                      <a:pt x="330" y="254"/>
                      <a:pt x="330" y="254"/>
                    </a:cubicBezTo>
                    <a:cubicBezTo>
                      <a:pt x="329" y="253"/>
                      <a:pt x="329" y="253"/>
                      <a:pt x="329" y="253"/>
                    </a:cubicBezTo>
                    <a:cubicBezTo>
                      <a:pt x="328" y="253"/>
                      <a:pt x="328" y="253"/>
                      <a:pt x="328" y="253"/>
                    </a:cubicBezTo>
                    <a:cubicBezTo>
                      <a:pt x="329" y="252"/>
                      <a:pt x="329" y="252"/>
                      <a:pt x="329" y="252"/>
                    </a:cubicBezTo>
                    <a:cubicBezTo>
                      <a:pt x="328" y="251"/>
                      <a:pt x="328" y="251"/>
                      <a:pt x="328" y="251"/>
                    </a:cubicBezTo>
                    <a:cubicBezTo>
                      <a:pt x="329" y="251"/>
                      <a:pt x="329" y="251"/>
                      <a:pt x="329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50"/>
                      <a:pt x="325" y="250"/>
                      <a:pt x="325" y="250"/>
                    </a:cubicBezTo>
                    <a:cubicBezTo>
                      <a:pt x="324" y="251"/>
                      <a:pt x="324" y="251"/>
                      <a:pt x="324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49"/>
                      <a:pt x="325" y="249"/>
                      <a:pt x="325" y="249"/>
                    </a:cubicBezTo>
                    <a:cubicBezTo>
                      <a:pt x="323" y="248"/>
                      <a:pt x="323" y="248"/>
                      <a:pt x="323" y="248"/>
                    </a:cubicBezTo>
                    <a:cubicBezTo>
                      <a:pt x="322" y="247"/>
                      <a:pt x="322" y="247"/>
                      <a:pt x="322" y="247"/>
                    </a:cubicBezTo>
                    <a:cubicBezTo>
                      <a:pt x="321" y="246"/>
                      <a:pt x="321" y="246"/>
                      <a:pt x="321" y="246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2" y="244"/>
                      <a:pt x="322" y="244"/>
                      <a:pt x="322" y="244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5" y="248"/>
                      <a:pt x="325" y="248"/>
                      <a:pt x="325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8" y="249"/>
                      <a:pt x="328" y="249"/>
                      <a:pt x="328" y="249"/>
                    </a:cubicBezTo>
                    <a:cubicBezTo>
                      <a:pt x="331" y="249"/>
                      <a:pt x="331" y="249"/>
                      <a:pt x="331" y="249"/>
                    </a:cubicBezTo>
                    <a:cubicBezTo>
                      <a:pt x="330" y="249"/>
                      <a:pt x="330" y="249"/>
                      <a:pt x="330" y="249"/>
                    </a:cubicBezTo>
                    <a:cubicBezTo>
                      <a:pt x="331" y="250"/>
                      <a:pt x="331" y="250"/>
                      <a:pt x="331" y="250"/>
                    </a:cubicBezTo>
                    <a:cubicBezTo>
                      <a:pt x="331" y="251"/>
                      <a:pt x="331" y="251"/>
                      <a:pt x="331" y="251"/>
                    </a:cubicBezTo>
                    <a:cubicBezTo>
                      <a:pt x="333" y="251"/>
                      <a:pt x="333" y="251"/>
                      <a:pt x="333" y="251"/>
                    </a:cubicBezTo>
                    <a:cubicBezTo>
                      <a:pt x="334" y="250"/>
                      <a:pt x="334" y="250"/>
                      <a:pt x="334" y="250"/>
                    </a:cubicBezTo>
                    <a:cubicBezTo>
                      <a:pt x="337" y="251"/>
                      <a:pt x="337" y="251"/>
                      <a:pt x="337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40" y="253"/>
                      <a:pt x="340" y="253"/>
                      <a:pt x="340" y="253"/>
                    </a:cubicBezTo>
                    <a:cubicBezTo>
                      <a:pt x="341" y="253"/>
                      <a:pt x="341" y="253"/>
                      <a:pt x="341" y="253"/>
                    </a:cubicBezTo>
                    <a:cubicBezTo>
                      <a:pt x="342" y="253"/>
                      <a:pt x="342" y="253"/>
                      <a:pt x="342" y="253"/>
                    </a:cubicBezTo>
                    <a:cubicBezTo>
                      <a:pt x="342" y="254"/>
                      <a:pt x="342" y="254"/>
                      <a:pt x="342" y="254"/>
                    </a:cubicBezTo>
                    <a:cubicBezTo>
                      <a:pt x="345" y="254"/>
                      <a:pt x="345" y="254"/>
                      <a:pt x="345" y="254"/>
                    </a:cubicBezTo>
                    <a:cubicBezTo>
                      <a:pt x="346" y="254"/>
                      <a:pt x="346" y="254"/>
                      <a:pt x="346" y="254"/>
                    </a:cubicBezTo>
                    <a:cubicBezTo>
                      <a:pt x="347" y="253"/>
                      <a:pt x="347" y="253"/>
                      <a:pt x="347" y="253"/>
                    </a:cubicBezTo>
                    <a:cubicBezTo>
                      <a:pt x="349" y="254"/>
                      <a:pt x="349" y="254"/>
                      <a:pt x="349" y="254"/>
                    </a:cubicBezTo>
                    <a:cubicBezTo>
                      <a:pt x="351" y="255"/>
                      <a:pt x="351" y="255"/>
                      <a:pt x="351" y="255"/>
                    </a:cubicBezTo>
                    <a:cubicBezTo>
                      <a:pt x="356" y="255"/>
                      <a:pt x="356" y="255"/>
                      <a:pt x="356" y="255"/>
                    </a:cubicBezTo>
                    <a:cubicBezTo>
                      <a:pt x="359" y="255"/>
                      <a:pt x="359" y="255"/>
                      <a:pt x="359" y="255"/>
                    </a:cubicBezTo>
                    <a:cubicBezTo>
                      <a:pt x="360" y="254"/>
                      <a:pt x="360" y="254"/>
                      <a:pt x="360" y="254"/>
                    </a:cubicBezTo>
                    <a:cubicBezTo>
                      <a:pt x="362" y="254"/>
                      <a:pt x="362" y="254"/>
                      <a:pt x="362" y="254"/>
                    </a:cubicBezTo>
                    <a:cubicBezTo>
                      <a:pt x="363" y="253"/>
                      <a:pt x="363" y="253"/>
                      <a:pt x="363" y="253"/>
                    </a:cubicBezTo>
                    <a:cubicBezTo>
                      <a:pt x="365" y="253"/>
                      <a:pt x="365" y="253"/>
                      <a:pt x="365" y="253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70" y="248"/>
                      <a:pt x="370" y="248"/>
                      <a:pt x="370" y="248"/>
                    </a:cubicBezTo>
                    <a:cubicBezTo>
                      <a:pt x="371" y="247"/>
                      <a:pt x="371" y="247"/>
                      <a:pt x="371" y="247"/>
                    </a:cubicBezTo>
                    <a:cubicBezTo>
                      <a:pt x="372" y="245"/>
                      <a:pt x="372" y="245"/>
                      <a:pt x="372" y="245"/>
                    </a:cubicBezTo>
                    <a:cubicBezTo>
                      <a:pt x="372" y="244"/>
                      <a:pt x="372" y="244"/>
                      <a:pt x="372" y="244"/>
                    </a:cubicBezTo>
                    <a:cubicBezTo>
                      <a:pt x="373" y="243"/>
                      <a:pt x="373" y="243"/>
                      <a:pt x="373" y="243"/>
                    </a:cubicBezTo>
                    <a:cubicBezTo>
                      <a:pt x="373" y="240"/>
                      <a:pt x="373" y="240"/>
                      <a:pt x="373" y="240"/>
                    </a:cubicBezTo>
                    <a:cubicBezTo>
                      <a:pt x="373" y="237"/>
                      <a:pt x="373" y="237"/>
                      <a:pt x="373" y="237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0" y="234"/>
                      <a:pt x="370" y="234"/>
                      <a:pt x="370" y="234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6" y="230"/>
                      <a:pt x="366" y="230"/>
                      <a:pt x="366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2" y="227"/>
                      <a:pt x="362" y="227"/>
                      <a:pt x="362" y="227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0" y="224"/>
                      <a:pt x="360" y="224"/>
                      <a:pt x="360" y="224"/>
                    </a:cubicBezTo>
                    <a:cubicBezTo>
                      <a:pt x="358" y="224"/>
                      <a:pt x="358" y="224"/>
                      <a:pt x="358" y="224"/>
                    </a:cubicBezTo>
                    <a:cubicBezTo>
                      <a:pt x="359" y="226"/>
                      <a:pt x="359" y="226"/>
                      <a:pt x="359" y="226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58" y="225"/>
                      <a:pt x="358" y="225"/>
                      <a:pt x="358" y="225"/>
                    </a:cubicBezTo>
                    <a:cubicBezTo>
                      <a:pt x="357" y="225"/>
                      <a:pt x="357" y="225"/>
                      <a:pt x="357" y="225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3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1" y="222"/>
                      <a:pt x="351" y="222"/>
                      <a:pt x="351" y="222"/>
                    </a:cubicBezTo>
                    <a:cubicBezTo>
                      <a:pt x="350" y="221"/>
                      <a:pt x="350" y="221"/>
                      <a:pt x="350" y="221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4" y="217"/>
                      <a:pt x="344" y="217"/>
                      <a:pt x="344" y="217"/>
                    </a:cubicBezTo>
                    <a:cubicBezTo>
                      <a:pt x="336" y="213"/>
                      <a:pt x="336" y="213"/>
                      <a:pt x="336" y="213"/>
                    </a:cubicBezTo>
                    <a:cubicBezTo>
                      <a:pt x="334" y="212"/>
                      <a:pt x="334" y="212"/>
                      <a:pt x="334" y="212"/>
                    </a:cubicBezTo>
                    <a:cubicBezTo>
                      <a:pt x="333" y="212"/>
                      <a:pt x="333" y="212"/>
                      <a:pt x="333" y="212"/>
                    </a:cubicBezTo>
                    <a:cubicBezTo>
                      <a:pt x="332" y="212"/>
                      <a:pt x="332" y="212"/>
                      <a:pt x="332" y="212"/>
                    </a:cubicBezTo>
                    <a:cubicBezTo>
                      <a:pt x="330" y="211"/>
                      <a:pt x="330" y="211"/>
                      <a:pt x="330" y="211"/>
                    </a:cubicBezTo>
                    <a:cubicBezTo>
                      <a:pt x="330" y="212"/>
                      <a:pt x="330" y="212"/>
                      <a:pt x="330" y="212"/>
                    </a:cubicBezTo>
                    <a:cubicBezTo>
                      <a:pt x="329" y="213"/>
                      <a:pt x="329" y="213"/>
                      <a:pt x="329" y="213"/>
                    </a:cubicBezTo>
                    <a:cubicBezTo>
                      <a:pt x="328" y="212"/>
                      <a:pt x="328" y="212"/>
                      <a:pt x="328" y="212"/>
                    </a:cubicBezTo>
                    <a:cubicBezTo>
                      <a:pt x="326" y="212"/>
                      <a:pt x="326" y="212"/>
                      <a:pt x="326" y="212"/>
                    </a:cubicBezTo>
                    <a:cubicBezTo>
                      <a:pt x="325" y="211"/>
                      <a:pt x="325" y="211"/>
                      <a:pt x="325" y="211"/>
                    </a:cubicBezTo>
                    <a:cubicBezTo>
                      <a:pt x="323" y="210"/>
                      <a:pt x="323" y="210"/>
                      <a:pt x="323" y="210"/>
                    </a:cubicBezTo>
                    <a:cubicBezTo>
                      <a:pt x="323" y="211"/>
                      <a:pt x="323" y="211"/>
                      <a:pt x="323" y="211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2"/>
                      <a:pt x="320" y="212"/>
                      <a:pt x="320" y="212"/>
                    </a:cubicBezTo>
                    <a:cubicBezTo>
                      <a:pt x="319" y="211"/>
                      <a:pt x="319" y="211"/>
                      <a:pt x="319" y="211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7" y="211"/>
                      <a:pt x="317" y="211"/>
                      <a:pt x="317" y="211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4" y="211"/>
                      <a:pt x="314" y="211"/>
                      <a:pt x="314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0"/>
                      <a:pt x="313" y="210"/>
                      <a:pt x="313" y="210"/>
                    </a:cubicBezTo>
                    <a:cubicBezTo>
                      <a:pt x="314" y="210"/>
                      <a:pt x="314" y="210"/>
                      <a:pt x="314" y="210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8" y="209"/>
                      <a:pt x="318" y="209"/>
                      <a:pt x="318" y="209"/>
                    </a:cubicBezTo>
                    <a:cubicBezTo>
                      <a:pt x="317" y="208"/>
                      <a:pt x="317" y="208"/>
                      <a:pt x="317" y="208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3" y="206"/>
                      <a:pt x="313" y="206"/>
                      <a:pt x="313" y="206"/>
                    </a:cubicBezTo>
                    <a:cubicBezTo>
                      <a:pt x="313" y="205"/>
                      <a:pt x="313" y="205"/>
                      <a:pt x="313" y="205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09" y="204"/>
                      <a:pt x="309" y="204"/>
                      <a:pt x="309" y="204"/>
                    </a:cubicBezTo>
                    <a:cubicBezTo>
                      <a:pt x="308" y="205"/>
                      <a:pt x="308" y="205"/>
                      <a:pt x="308" y="205"/>
                    </a:cubicBezTo>
                    <a:cubicBezTo>
                      <a:pt x="309" y="206"/>
                      <a:pt x="309" y="206"/>
                      <a:pt x="309" y="206"/>
                    </a:cubicBezTo>
                    <a:cubicBezTo>
                      <a:pt x="308" y="206"/>
                      <a:pt x="308" y="206"/>
                      <a:pt x="308" y="206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7" y="208"/>
                      <a:pt x="307" y="208"/>
                      <a:pt x="307" y="208"/>
                    </a:cubicBezTo>
                    <a:cubicBezTo>
                      <a:pt x="306" y="208"/>
                      <a:pt x="306" y="208"/>
                      <a:pt x="306" y="208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3" y="207"/>
                      <a:pt x="303" y="207"/>
                      <a:pt x="303" y="207"/>
                    </a:cubicBezTo>
                    <a:cubicBezTo>
                      <a:pt x="302" y="207"/>
                      <a:pt x="302" y="207"/>
                      <a:pt x="302" y="207"/>
                    </a:cubicBezTo>
                    <a:cubicBezTo>
                      <a:pt x="301" y="207"/>
                      <a:pt x="301" y="207"/>
                      <a:pt x="301" y="207"/>
                    </a:cubicBezTo>
                    <a:cubicBezTo>
                      <a:pt x="301" y="206"/>
                      <a:pt x="301" y="206"/>
                      <a:pt x="301" y="206"/>
                    </a:cubicBezTo>
                    <a:cubicBezTo>
                      <a:pt x="299" y="206"/>
                      <a:pt x="299" y="206"/>
                      <a:pt x="299" y="206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7"/>
                      <a:pt x="299" y="207"/>
                      <a:pt x="299" y="207"/>
                    </a:cubicBezTo>
                    <a:cubicBezTo>
                      <a:pt x="297" y="208"/>
                      <a:pt x="297" y="208"/>
                      <a:pt x="297" y="208"/>
                    </a:cubicBezTo>
                    <a:cubicBezTo>
                      <a:pt x="297" y="206"/>
                      <a:pt x="297" y="206"/>
                      <a:pt x="297" y="206"/>
                    </a:cubicBezTo>
                    <a:cubicBezTo>
                      <a:pt x="296" y="206"/>
                      <a:pt x="296" y="206"/>
                      <a:pt x="296" y="206"/>
                    </a:cubicBezTo>
                    <a:cubicBezTo>
                      <a:pt x="296" y="205"/>
                      <a:pt x="296" y="205"/>
                      <a:pt x="296" y="205"/>
                    </a:cubicBezTo>
                    <a:cubicBezTo>
                      <a:pt x="295" y="204"/>
                      <a:pt x="295" y="204"/>
                      <a:pt x="295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4" y="204"/>
                      <a:pt x="294" y="204"/>
                      <a:pt x="294" y="204"/>
                    </a:cubicBezTo>
                    <a:cubicBezTo>
                      <a:pt x="299" y="204"/>
                      <a:pt x="299" y="204"/>
                      <a:pt x="299" y="204"/>
                    </a:cubicBezTo>
                    <a:cubicBezTo>
                      <a:pt x="301" y="204"/>
                      <a:pt x="301" y="204"/>
                      <a:pt x="301" y="204"/>
                    </a:cubicBezTo>
                    <a:cubicBezTo>
                      <a:pt x="302" y="201"/>
                      <a:pt x="302" y="201"/>
                      <a:pt x="302" y="201"/>
                    </a:cubicBezTo>
                    <a:cubicBezTo>
                      <a:pt x="305" y="200"/>
                      <a:pt x="305" y="200"/>
                      <a:pt x="305" y="200"/>
                    </a:cubicBezTo>
                    <a:cubicBezTo>
                      <a:pt x="306" y="199"/>
                      <a:pt x="306" y="199"/>
                      <a:pt x="306" y="199"/>
                    </a:cubicBezTo>
                    <a:cubicBezTo>
                      <a:pt x="306" y="198"/>
                      <a:pt x="306" y="198"/>
                      <a:pt x="306" y="198"/>
                    </a:cubicBezTo>
                    <a:cubicBezTo>
                      <a:pt x="305" y="198"/>
                      <a:pt x="305" y="198"/>
                      <a:pt x="305" y="198"/>
                    </a:cubicBezTo>
                    <a:cubicBezTo>
                      <a:pt x="305" y="197"/>
                      <a:pt x="305" y="197"/>
                      <a:pt x="305" y="197"/>
                    </a:cubicBezTo>
                    <a:cubicBezTo>
                      <a:pt x="304" y="197"/>
                      <a:pt x="304" y="197"/>
                      <a:pt x="304" y="197"/>
                    </a:cubicBezTo>
                    <a:cubicBezTo>
                      <a:pt x="302" y="197"/>
                      <a:pt x="302" y="197"/>
                      <a:pt x="302" y="197"/>
                    </a:cubicBezTo>
                    <a:cubicBezTo>
                      <a:pt x="301" y="195"/>
                      <a:pt x="301" y="195"/>
                      <a:pt x="301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8" y="194"/>
                      <a:pt x="298" y="194"/>
                      <a:pt x="298" y="194"/>
                    </a:cubicBez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6" y="194"/>
                      <a:pt x="296" y="194"/>
                      <a:pt x="296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4" y="194"/>
                      <a:pt x="294" y="194"/>
                      <a:pt x="294" y="194"/>
                    </a:cubicBezTo>
                    <a:cubicBezTo>
                      <a:pt x="294" y="193"/>
                      <a:pt x="294" y="193"/>
                      <a:pt x="294" y="193"/>
                    </a:cubicBezTo>
                    <a:cubicBezTo>
                      <a:pt x="292" y="192"/>
                      <a:pt x="292" y="192"/>
                      <a:pt x="292" y="192"/>
                    </a:cubicBezTo>
                    <a:cubicBezTo>
                      <a:pt x="290" y="192"/>
                      <a:pt x="290" y="192"/>
                      <a:pt x="290" y="192"/>
                    </a:cubicBezTo>
                    <a:cubicBezTo>
                      <a:pt x="289" y="193"/>
                      <a:pt x="289" y="193"/>
                      <a:pt x="289" y="193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8" y="195"/>
                      <a:pt x="288" y="195"/>
                      <a:pt x="288" y="195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9" y="198"/>
                      <a:pt x="289" y="198"/>
                      <a:pt x="289" y="198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8" y="198"/>
                      <a:pt x="288" y="198"/>
                      <a:pt x="288" y="198"/>
                    </a:cubicBezTo>
                    <a:cubicBezTo>
                      <a:pt x="287" y="198"/>
                      <a:pt x="287" y="198"/>
                      <a:pt x="287" y="198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7" y="195"/>
                      <a:pt x="287" y="195"/>
                      <a:pt x="287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4"/>
                      <a:pt x="286" y="194"/>
                      <a:pt x="286" y="194"/>
                    </a:cubicBezTo>
                    <a:cubicBezTo>
                      <a:pt x="287" y="194"/>
                      <a:pt x="287" y="194"/>
                      <a:pt x="287" y="194"/>
                    </a:cubicBezTo>
                    <a:cubicBezTo>
                      <a:pt x="288" y="191"/>
                      <a:pt x="288" y="191"/>
                      <a:pt x="288" y="191"/>
                    </a:cubicBezTo>
                    <a:cubicBezTo>
                      <a:pt x="288" y="189"/>
                      <a:pt x="288" y="189"/>
                      <a:pt x="288" y="189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89"/>
                      <a:pt x="286" y="189"/>
                      <a:pt x="286" y="189"/>
                    </a:cubicBezTo>
                    <a:cubicBezTo>
                      <a:pt x="285" y="187"/>
                      <a:pt x="285" y="187"/>
                      <a:pt x="285" y="187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7"/>
                      <a:pt x="282" y="187"/>
                      <a:pt x="282" y="187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1" y="190"/>
                      <a:pt x="281" y="190"/>
                      <a:pt x="281" y="190"/>
                    </a:cubicBezTo>
                    <a:cubicBezTo>
                      <a:pt x="282" y="191"/>
                      <a:pt x="282" y="191"/>
                      <a:pt x="282" y="191"/>
                    </a:cubicBezTo>
                    <a:cubicBezTo>
                      <a:pt x="281" y="191"/>
                      <a:pt x="281" y="191"/>
                      <a:pt x="281" y="191"/>
                    </a:cubicBezTo>
                    <a:cubicBezTo>
                      <a:pt x="280" y="189"/>
                      <a:pt x="280" y="189"/>
                      <a:pt x="280" y="189"/>
                    </a:cubicBezTo>
                    <a:cubicBezTo>
                      <a:pt x="279" y="191"/>
                      <a:pt x="279" y="191"/>
                      <a:pt x="279" y="191"/>
                    </a:cubicBezTo>
                    <a:cubicBezTo>
                      <a:pt x="278" y="192"/>
                      <a:pt x="278" y="192"/>
                      <a:pt x="278" y="192"/>
                    </a:cubicBezTo>
                    <a:cubicBezTo>
                      <a:pt x="279" y="193"/>
                      <a:pt x="279" y="193"/>
                      <a:pt x="279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79" y="194"/>
                      <a:pt x="279" y="194"/>
                      <a:pt x="279" y="194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78" y="195"/>
                      <a:pt x="278" y="195"/>
                      <a:pt x="278" y="195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6" y="199"/>
                      <a:pt x="276" y="199"/>
                      <a:pt x="276" y="199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6" y="196"/>
                      <a:pt x="276" y="196"/>
                      <a:pt x="276" y="196"/>
                    </a:cubicBezTo>
                    <a:cubicBezTo>
                      <a:pt x="277" y="195"/>
                      <a:pt x="277" y="195"/>
                      <a:pt x="277" y="195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6" y="191"/>
                      <a:pt x="276" y="191"/>
                      <a:pt x="276" y="191"/>
                    </a:cubicBezTo>
                    <a:cubicBezTo>
                      <a:pt x="275" y="191"/>
                      <a:pt x="275" y="191"/>
                      <a:pt x="275" y="191"/>
                    </a:cubicBezTo>
                    <a:cubicBezTo>
                      <a:pt x="273" y="195"/>
                      <a:pt x="273" y="195"/>
                      <a:pt x="273" y="195"/>
                    </a:cubicBezTo>
                    <a:cubicBezTo>
                      <a:pt x="273" y="196"/>
                      <a:pt x="273" y="196"/>
                      <a:pt x="273" y="196"/>
                    </a:cubicBezTo>
                    <a:cubicBezTo>
                      <a:pt x="271" y="199"/>
                      <a:pt x="271" y="199"/>
                      <a:pt x="271" y="199"/>
                    </a:cubicBezTo>
                    <a:cubicBezTo>
                      <a:pt x="270" y="201"/>
                      <a:pt x="270" y="201"/>
                      <a:pt x="270" y="201"/>
                    </a:cubicBezTo>
                    <a:cubicBezTo>
                      <a:pt x="271" y="202"/>
                      <a:pt x="271" y="202"/>
                      <a:pt x="271" y="202"/>
                    </a:cubicBezTo>
                    <a:cubicBezTo>
                      <a:pt x="271" y="203"/>
                      <a:pt x="271" y="203"/>
                      <a:pt x="271" y="203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4"/>
                      <a:pt x="269" y="204"/>
                      <a:pt x="269" y="204"/>
                    </a:cubicBezTo>
                    <a:cubicBezTo>
                      <a:pt x="269" y="203"/>
                      <a:pt x="269" y="203"/>
                      <a:pt x="269" y="203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70" y="200"/>
                      <a:pt x="270" y="200"/>
                      <a:pt x="270" y="200"/>
                    </a:cubicBezTo>
                    <a:cubicBezTo>
                      <a:pt x="270" y="199"/>
                      <a:pt x="270" y="199"/>
                      <a:pt x="270" y="199"/>
                    </a:cubicBezTo>
                    <a:cubicBezTo>
                      <a:pt x="270" y="198"/>
                      <a:pt x="270" y="198"/>
                      <a:pt x="270" y="198"/>
                    </a:cubicBezTo>
                    <a:cubicBezTo>
                      <a:pt x="271" y="196"/>
                      <a:pt x="271" y="196"/>
                      <a:pt x="271" y="196"/>
                    </a:cubicBezTo>
                    <a:cubicBezTo>
                      <a:pt x="272" y="195"/>
                      <a:pt x="272" y="195"/>
                      <a:pt x="272" y="195"/>
                    </a:cubicBezTo>
                    <a:cubicBezTo>
                      <a:pt x="272" y="194"/>
                      <a:pt x="272" y="194"/>
                      <a:pt x="272" y="194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3" y="192"/>
                      <a:pt x="273" y="192"/>
                      <a:pt x="273" y="192"/>
                    </a:cubicBezTo>
                    <a:cubicBezTo>
                      <a:pt x="274" y="190"/>
                      <a:pt x="274" y="190"/>
                      <a:pt x="274" y="190"/>
                    </a:cubicBezTo>
                    <a:cubicBezTo>
                      <a:pt x="273" y="190"/>
                      <a:pt x="273" y="190"/>
                      <a:pt x="273" y="190"/>
                    </a:cubicBezTo>
                    <a:cubicBezTo>
                      <a:pt x="274" y="189"/>
                      <a:pt x="274" y="189"/>
                      <a:pt x="274" y="189"/>
                    </a:cubicBezTo>
                    <a:cubicBezTo>
                      <a:pt x="272" y="188"/>
                      <a:pt x="272" y="188"/>
                      <a:pt x="272" y="188"/>
                    </a:cubicBezTo>
                    <a:cubicBezTo>
                      <a:pt x="270" y="187"/>
                      <a:pt x="270" y="187"/>
                      <a:pt x="270" y="187"/>
                    </a:cubicBezTo>
                    <a:cubicBezTo>
                      <a:pt x="270" y="189"/>
                      <a:pt x="270" y="189"/>
                      <a:pt x="270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7" y="190"/>
                      <a:pt x="267" y="190"/>
                      <a:pt x="267" y="190"/>
                    </a:cubicBezTo>
                    <a:cubicBezTo>
                      <a:pt x="267" y="191"/>
                      <a:pt x="267" y="191"/>
                      <a:pt x="267" y="191"/>
                    </a:cubicBezTo>
                    <a:cubicBezTo>
                      <a:pt x="269" y="191"/>
                      <a:pt x="269" y="191"/>
                      <a:pt x="269" y="191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7" y="192"/>
                      <a:pt x="267" y="192"/>
                      <a:pt x="267" y="192"/>
                    </a:cubicBezTo>
                    <a:cubicBezTo>
                      <a:pt x="266" y="191"/>
                      <a:pt x="266" y="191"/>
                      <a:pt x="266" y="191"/>
                    </a:cubicBezTo>
                    <a:cubicBezTo>
                      <a:pt x="264" y="192"/>
                      <a:pt x="264" y="192"/>
                      <a:pt x="264" y="192"/>
                    </a:cubicBezTo>
                    <a:cubicBezTo>
                      <a:pt x="264" y="194"/>
                      <a:pt x="264" y="194"/>
                      <a:pt x="264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2"/>
                      <a:pt x="263" y="192"/>
                      <a:pt x="263" y="192"/>
                    </a:cubicBezTo>
                    <a:cubicBezTo>
                      <a:pt x="262" y="191"/>
                      <a:pt x="262" y="191"/>
                      <a:pt x="262" y="191"/>
                    </a:cubicBezTo>
                    <a:cubicBezTo>
                      <a:pt x="260" y="191"/>
                      <a:pt x="260" y="191"/>
                      <a:pt x="260" y="191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2" y="194"/>
                      <a:pt x="262" y="194"/>
                      <a:pt x="262" y="194"/>
                    </a:cubicBezTo>
                    <a:cubicBezTo>
                      <a:pt x="262" y="195"/>
                      <a:pt x="262" y="195"/>
                      <a:pt x="262" y="195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3" y="197"/>
                      <a:pt x="263" y="197"/>
                      <a:pt x="263" y="197"/>
                    </a:cubicBezTo>
                    <a:cubicBezTo>
                      <a:pt x="263" y="196"/>
                      <a:pt x="263" y="196"/>
                      <a:pt x="263" y="196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59" y="195"/>
                      <a:pt x="259" y="195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8" y="193"/>
                      <a:pt x="258" y="193"/>
                      <a:pt x="258" y="193"/>
                    </a:cubicBezTo>
                    <a:cubicBezTo>
                      <a:pt x="255" y="195"/>
                      <a:pt x="255" y="195"/>
                      <a:pt x="255" y="195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3" y="196"/>
                      <a:pt x="253" y="196"/>
                      <a:pt x="253" y="196"/>
                    </a:cubicBezTo>
                    <a:cubicBezTo>
                      <a:pt x="253" y="195"/>
                      <a:pt x="253" y="195"/>
                      <a:pt x="253" y="195"/>
                    </a:cubicBezTo>
                    <a:cubicBezTo>
                      <a:pt x="251" y="196"/>
                      <a:pt x="251" y="196"/>
                      <a:pt x="251" y="196"/>
                    </a:cubicBezTo>
                    <a:cubicBezTo>
                      <a:pt x="249" y="196"/>
                      <a:pt x="249" y="196"/>
                      <a:pt x="249" y="196"/>
                    </a:cubicBezTo>
                    <a:cubicBezTo>
                      <a:pt x="250" y="199"/>
                      <a:pt x="250" y="199"/>
                      <a:pt x="250" y="199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4" y="199"/>
                      <a:pt x="254" y="199"/>
                      <a:pt x="254" y="199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6" y="200"/>
                      <a:pt x="256" y="200"/>
                      <a:pt x="256" y="200"/>
                    </a:cubicBezTo>
                    <a:cubicBezTo>
                      <a:pt x="255" y="200"/>
                      <a:pt x="255" y="200"/>
                      <a:pt x="255" y="200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5" y="203"/>
                      <a:pt x="255" y="203"/>
                      <a:pt x="255" y="203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3" y="203"/>
                      <a:pt x="253" y="203"/>
                      <a:pt x="253" y="203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7" y="202"/>
                      <a:pt x="247" y="202"/>
                      <a:pt x="247" y="202"/>
                    </a:cubicBezTo>
                    <a:cubicBezTo>
                      <a:pt x="245" y="202"/>
                      <a:pt x="245" y="202"/>
                      <a:pt x="245" y="202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8" y="206"/>
                      <a:pt x="248" y="206"/>
                      <a:pt x="248" y="206"/>
                    </a:cubicBezTo>
                    <a:cubicBezTo>
                      <a:pt x="249" y="207"/>
                      <a:pt x="249" y="207"/>
                      <a:pt x="249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8"/>
                      <a:pt x="250" y="208"/>
                      <a:pt x="250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6" y="208"/>
                      <a:pt x="246" y="208"/>
                      <a:pt x="246" y="208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6"/>
                      <a:pt x="245" y="206"/>
                      <a:pt x="245" y="206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3" y="202"/>
                      <a:pt x="243" y="202"/>
                      <a:pt x="243" y="202"/>
                    </a:cubicBezTo>
                    <a:cubicBezTo>
                      <a:pt x="241" y="204"/>
                      <a:pt x="241" y="204"/>
                      <a:pt x="241" y="204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3" y="207"/>
                      <a:pt x="243" y="207"/>
                      <a:pt x="243" y="207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3" y="210"/>
                      <a:pt x="243" y="210"/>
                      <a:pt x="243" y="210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0" y="208"/>
                      <a:pt x="240" y="208"/>
                      <a:pt x="240" y="208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9" y="209"/>
                      <a:pt x="239" y="209"/>
                      <a:pt x="239" y="209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8" y="207"/>
                      <a:pt x="238" y="207"/>
                      <a:pt x="238" y="207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40" y="207"/>
                      <a:pt x="240" y="207"/>
                      <a:pt x="240" y="207"/>
                    </a:cubicBezTo>
                    <a:cubicBezTo>
                      <a:pt x="241" y="206"/>
                      <a:pt x="241" y="206"/>
                      <a:pt x="241" y="206"/>
                    </a:cubicBezTo>
                    <a:cubicBezTo>
                      <a:pt x="240" y="205"/>
                      <a:pt x="240" y="205"/>
                      <a:pt x="240" y="205"/>
                    </a:cubicBezTo>
                    <a:cubicBezTo>
                      <a:pt x="239" y="204"/>
                      <a:pt x="239" y="204"/>
                      <a:pt x="239" y="204"/>
                    </a:cubicBezTo>
                    <a:cubicBezTo>
                      <a:pt x="238" y="201"/>
                      <a:pt x="238" y="201"/>
                      <a:pt x="238" y="201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3" y="203"/>
                      <a:pt x="233" y="203"/>
                      <a:pt x="233" y="203"/>
                    </a:cubicBezTo>
                    <a:cubicBezTo>
                      <a:pt x="234" y="204"/>
                      <a:pt x="234" y="204"/>
                      <a:pt x="234" y="204"/>
                    </a:cubicBezTo>
                    <a:cubicBezTo>
                      <a:pt x="231" y="205"/>
                      <a:pt x="231" y="205"/>
                      <a:pt x="231" y="205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3" y="207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2" y="211"/>
                      <a:pt x="232" y="211"/>
                      <a:pt x="232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27" y="212"/>
                      <a:pt x="227" y="212"/>
                      <a:pt x="227" y="212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3"/>
                      <a:pt x="227" y="213"/>
                      <a:pt x="227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3" y="219"/>
                      <a:pt x="223" y="219"/>
                      <a:pt x="223" y="219"/>
                    </a:cubicBezTo>
                    <a:cubicBezTo>
                      <a:pt x="221" y="220"/>
                      <a:pt x="221" y="220"/>
                      <a:pt x="221" y="220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4" y="222"/>
                      <a:pt x="224" y="222"/>
                      <a:pt x="224" y="222"/>
                    </a:cubicBezTo>
                    <a:cubicBezTo>
                      <a:pt x="223" y="225"/>
                      <a:pt x="223" y="225"/>
                      <a:pt x="223" y="225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0" y="223"/>
                      <a:pt x="220" y="223"/>
                      <a:pt x="220" y="223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2"/>
                      <a:pt x="222" y="222"/>
                      <a:pt x="222" y="222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8" y="224"/>
                      <a:pt x="218" y="224"/>
                      <a:pt x="218" y="224"/>
                    </a:cubicBezTo>
                    <a:cubicBezTo>
                      <a:pt x="219" y="225"/>
                      <a:pt x="219" y="225"/>
                      <a:pt x="219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9" y="218"/>
                      <a:pt x="219" y="218"/>
                      <a:pt x="219" y="218"/>
                    </a:cubicBezTo>
                    <a:cubicBezTo>
                      <a:pt x="219" y="216"/>
                      <a:pt x="219" y="216"/>
                      <a:pt x="219" y="216"/>
                    </a:cubicBezTo>
                    <a:cubicBezTo>
                      <a:pt x="216" y="217"/>
                      <a:pt x="216" y="217"/>
                      <a:pt x="216" y="217"/>
                    </a:cubicBezTo>
                    <a:cubicBezTo>
                      <a:pt x="216" y="219"/>
                      <a:pt x="216" y="219"/>
                      <a:pt x="216" y="219"/>
                    </a:cubicBezTo>
                    <a:cubicBezTo>
                      <a:pt x="214" y="220"/>
                      <a:pt x="214" y="220"/>
                      <a:pt x="214" y="220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1" y="222"/>
                      <a:pt x="211" y="222"/>
                      <a:pt x="211" y="222"/>
                    </a:cubicBezTo>
                    <a:cubicBezTo>
                      <a:pt x="212" y="223"/>
                      <a:pt x="212" y="223"/>
                      <a:pt x="212" y="223"/>
                    </a:cubicBezTo>
                    <a:cubicBezTo>
                      <a:pt x="211" y="224"/>
                      <a:pt x="211" y="224"/>
                      <a:pt x="211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6"/>
                      <a:pt x="209" y="226"/>
                      <a:pt x="209" y="226"/>
                    </a:cubicBezTo>
                    <a:cubicBezTo>
                      <a:pt x="210" y="227"/>
                      <a:pt x="210" y="227"/>
                      <a:pt x="210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11" y="229"/>
                      <a:pt x="211" y="229"/>
                      <a:pt x="211" y="229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5" y="233"/>
                      <a:pt x="205" y="233"/>
                      <a:pt x="205" y="233"/>
                    </a:cubicBezTo>
                    <a:cubicBezTo>
                      <a:pt x="203" y="233"/>
                      <a:pt x="203" y="233"/>
                      <a:pt x="203" y="233"/>
                    </a:cubicBezTo>
                    <a:cubicBezTo>
                      <a:pt x="203" y="234"/>
                      <a:pt x="203" y="234"/>
                      <a:pt x="203" y="234"/>
                    </a:cubicBezTo>
                    <a:cubicBezTo>
                      <a:pt x="202" y="232"/>
                      <a:pt x="202" y="232"/>
                      <a:pt x="202" y="232"/>
                    </a:cubicBezTo>
                    <a:cubicBezTo>
                      <a:pt x="200" y="236"/>
                      <a:pt x="200" y="236"/>
                      <a:pt x="200" y="236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199" y="241"/>
                      <a:pt x="199" y="241"/>
                      <a:pt x="199" y="241"/>
                    </a:cubicBezTo>
                    <a:cubicBezTo>
                      <a:pt x="200" y="242"/>
                      <a:pt x="200" y="242"/>
                      <a:pt x="200" y="242"/>
                    </a:cubicBezTo>
                    <a:cubicBezTo>
                      <a:pt x="201" y="241"/>
                      <a:pt x="201" y="241"/>
                      <a:pt x="201" y="241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3" y="236"/>
                      <a:pt x="203" y="236"/>
                      <a:pt x="203" y="236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4" y="235"/>
                      <a:pt x="204" y="235"/>
                      <a:pt x="204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11" y="232"/>
                      <a:pt x="211" y="232"/>
                      <a:pt x="211" y="232"/>
                    </a:cubicBezTo>
                    <a:cubicBezTo>
                      <a:pt x="213" y="233"/>
                      <a:pt x="213" y="233"/>
                      <a:pt x="213" y="233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4" y="232"/>
                      <a:pt x="214" y="232"/>
                      <a:pt x="214" y="232"/>
                    </a:cubicBezTo>
                    <a:cubicBezTo>
                      <a:pt x="215" y="231"/>
                      <a:pt x="215" y="231"/>
                      <a:pt x="215" y="231"/>
                    </a:cubicBezTo>
                    <a:cubicBezTo>
                      <a:pt x="217" y="231"/>
                      <a:pt x="217" y="231"/>
                      <a:pt x="217" y="231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0" y="228"/>
                      <a:pt x="220" y="228"/>
                      <a:pt x="220" y="228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18" y="231"/>
                      <a:pt x="218" y="231"/>
                      <a:pt x="218" y="231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19" y="232"/>
                      <a:pt x="219" y="232"/>
                      <a:pt x="219" y="232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8" y="232"/>
                      <a:pt x="218" y="232"/>
                      <a:pt x="218" y="232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4" y="234"/>
                      <a:pt x="214" y="234"/>
                      <a:pt x="214" y="234"/>
                    </a:cubicBezTo>
                    <a:cubicBezTo>
                      <a:pt x="215" y="235"/>
                      <a:pt x="215" y="235"/>
                      <a:pt x="215" y="235"/>
                    </a:cubicBezTo>
                    <a:cubicBezTo>
                      <a:pt x="217" y="235"/>
                      <a:pt x="217" y="235"/>
                      <a:pt x="217" y="235"/>
                    </a:cubicBezTo>
                    <a:cubicBezTo>
                      <a:pt x="218" y="236"/>
                      <a:pt x="218" y="236"/>
                      <a:pt x="218" y="236"/>
                    </a:cubicBezTo>
                    <a:cubicBezTo>
                      <a:pt x="217" y="236"/>
                      <a:pt x="217" y="236"/>
                      <a:pt x="217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3" y="236"/>
                      <a:pt x="213" y="236"/>
                      <a:pt x="213" y="236"/>
                    </a:cubicBezTo>
                    <a:cubicBezTo>
                      <a:pt x="212" y="238"/>
                      <a:pt x="212" y="238"/>
                      <a:pt x="212" y="238"/>
                    </a:cubicBezTo>
                    <a:cubicBezTo>
                      <a:pt x="213" y="239"/>
                      <a:pt x="213" y="239"/>
                      <a:pt x="213" y="239"/>
                    </a:cubicBezTo>
                    <a:cubicBezTo>
                      <a:pt x="211" y="241"/>
                      <a:pt x="211" y="241"/>
                      <a:pt x="211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5" y="242"/>
                      <a:pt x="215" y="242"/>
                      <a:pt x="215" y="242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3" y="241"/>
                      <a:pt x="213" y="241"/>
                      <a:pt x="213" y="241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6"/>
                      <a:pt x="210" y="246"/>
                      <a:pt x="210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4" y="246"/>
                      <a:pt x="214" y="246"/>
                      <a:pt x="214" y="246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11" y="246"/>
                      <a:pt x="211" y="246"/>
                      <a:pt x="211" y="246"/>
                    </a:cubicBezTo>
                    <a:cubicBezTo>
                      <a:pt x="209" y="246"/>
                      <a:pt x="209" y="246"/>
                      <a:pt x="209" y="24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8"/>
                      <a:pt x="209" y="248"/>
                      <a:pt x="209" y="248"/>
                    </a:cubicBezTo>
                    <a:cubicBezTo>
                      <a:pt x="207" y="249"/>
                      <a:pt x="207" y="249"/>
                      <a:pt x="207" y="249"/>
                    </a:cubicBezTo>
                    <a:cubicBezTo>
                      <a:pt x="206" y="249"/>
                      <a:pt x="206" y="249"/>
                      <a:pt x="206" y="249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207" y="251"/>
                      <a:pt x="207" y="251"/>
                      <a:pt x="207" y="251"/>
                    </a:cubicBezTo>
                    <a:cubicBezTo>
                      <a:pt x="207" y="252"/>
                      <a:pt x="207" y="252"/>
                      <a:pt x="207" y="252"/>
                    </a:cubicBezTo>
                    <a:cubicBezTo>
                      <a:pt x="206" y="251"/>
                      <a:pt x="206" y="251"/>
                      <a:pt x="206" y="251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5"/>
                      <a:pt x="204" y="255"/>
                      <a:pt x="204" y="255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3" y="254"/>
                      <a:pt x="203" y="254"/>
                      <a:pt x="203" y="254"/>
                    </a:cubicBezTo>
                    <a:cubicBezTo>
                      <a:pt x="203" y="256"/>
                      <a:pt x="203" y="256"/>
                      <a:pt x="203" y="256"/>
                    </a:cubicBezTo>
                    <a:cubicBezTo>
                      <a:pt x="202" y="258"/>
                      <a:pt x="202" y="258"/>
                      <a:pt x="202" y="258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3" y="259"/>
                      <a:pt x="203" y="259"/>
                      <a:pt x="203" y="259"/>
                    </a:cubicBezTo>
                    <a:cubicBezTo>
                      <a:pt x="202" y="260"/>
                      <a:pt x="202" y="260"/>
                      <a:pt x="202" y="260"/>
                    </a:cubicBezTo>
                    <a:cubicBezTo>
                      <a:pt x="201" y="258"/>
                      <a:pt x="201" y="258"/>
                      <a:pt x="201" y="258"/>
                    </a:cubicBezTo>
                    <a:cubicBezTo>
                      <a:pt x="199" y="260"/>
                      <a:pt x="199" y="260"/>
                      <a:pt x="199" y="260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200" y="263"/>
                      <a:pt x="200" y="263"/>
                      <a:pt x="200" y="263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5"/>
                      <a:pt x="202" y="265"/>
                      <a:pt x="202" y="265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1" y="266"/>
                      <a:pt x="201" y="266"/>
                      <a:pt x="201" y="266"/>
                    </a:cubicBezTo>
                    <a:cubicBezTo>
                      <a:pt x="200" y="267"/>
                      <a:pt x="200" y="267"/>
                      <a:pt x="200" y="267"/>
                    </a:cubicBezTo>
                    <a:cubicBezTo>
                      <a:pt x="200" y="268"/>
                      <a:pt x="200" y="268"/>
                      <a:pt x="200" y="268"/>
                    </a:cubicBezTo>
                    <a:cubicBezTo>
                      <a:pt x="199" y="269"/>
                      <a:pt x="199" y="269"/>
                      <a:pt x="199" y="269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200" y="271"/>
                      <a:pt x="200" y="271"/>
                      <a:pt x="200" y="271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0" y="274"/>
                      <a:pt x="200" y="274"/>
                      <a:pt x="200" y="274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5"/>
                      <a:pt x="198" y="275"/>
                      <a:pt x="198" y="275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4"/>
                      <a:pt x="198" y="274"/>
                      <a:pt x="198" y="274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196" y="273"/>
                      <a:pt x="196" y="273"/>
                      <a:pt x="196" y="273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6" y="275"/>
                      <a:pt x="196" y="275"/>
                      <a:pt x="196" y="275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3" y="275"/>
                      <a:pt x="193" y="275"/>
                      <a:pt x="193" y="275"/>
                    </a:cubicBezTo>
                    <a:cubicBezTo>
                      <a:pt x="191" y="278"/>
                      <a:pt x="191" y="278"/>
                      <a:pt x="191" y="278"/>
                    </a:cubicBezTo>
                    <a:cubicBezTo>
                      <a:pt x="193" y="278"/>
                      <a:pt x="193" y="278"/>
                      <a:pt x="193" y="278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2"/>
                      <a:pt x="194" y="282"/>
                      <a:pt x="194" y="282"/>
                    </a:cubicBezTo>
                    <a:cubicBezTo>
                      <a:pt x="193" y="282"/>
                      <a:pt x="193" y="282"/>
                      <a:pt x="193" y="282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2" y="280"/>
                      <a:pt x="192" y="280"/>
                      <a:pt x="192" y="280"/>
                    </a:cubicBezTo>
                    <a:cubicBezTo>
                      <a:pt x="191" y="281"/>
                      <a:pt x="191" y="281"/>
                      <a:pt x="191" y="281"/>
                    </a:cubicBezTo>
                    <a:cubicBezTo>
                      <a:pt x="190" y="281"/>
                      <a:pt x="190" y="281"/>
                      <a:pt x="190" y="281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0" y="283"/>
                      <a:pt x="190" y="283"/>
                      <a:pt x="190" y="283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7" y="284"/>
                      <a:pt x="187" y="284"/>
                      <a:pt x="187" y="284"/>
                    </a:cubicBezTo>
                    <a:cubicBezTo>
                      <a:pt x="188" y="286"/>
                      <a:pt x="188" y="286"/>
                      <a:pt x="188" y="286"/>
                    </a:cubicBezTo>
                    <a:cubicBezTo>
                      <a:pt x="186" y="287"/>
                      <a:pt x="186" y="287"/>
                      <a:pt x="186" y="287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5" y="289"/>
                      <a:pt x="185" y="289"/>
                      <a:pt x="185" y="289"/>
                    </a:cubicBezTo>
                    <a:cubicBezTo>
                      <a:pt x="184" y="291"/>
                      <a:pt x="184" y="291"/>
                      <a:pt x="184" y="291"/>
                    </a:cubicBezTo>
                    <a:cubicBezTo>
                      <a:pt x="185" y="292"/>
                      <a:pt x="185" y="292"/>
                      <a:pt x="185" y="292"/>
                    </a:cubicBezTo>
                    <a:cubicBezTo>
                      <a:pt x="183" y="292"/>
                      <a:pt x="183" y="292"/>
                      <a:pt x="183" y="292"/>
                    </a:cubicBezTo>
                    <a:cubicBezTo>
                      <a:pt x="183" y="293"/>
                      <a:pt x="183" y="293"/>
                      <a:pt x="183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1" y="292"/>
                      <a:pt x="181" y="292"/>
                      <a:pt x="181" y="292"/>
                    </a:cubicBezTo>
                    <a:cubicBezTo>
                      <a:pt x="179" y="292"/>
                      <a:pt x="179" y="292"/>
                      <a:pt x="179" y="292"/>
                    </a:cubicBezTo>
                    <a:cubicBezTo>
                      <a:pt x="180" y="291"/>
                      <a:pt x="180" y="291"/>
                      <a:pt x="180" y="291"/>
                    </a:cubicBezTo>
                    <a:cubicBezTo>
                      <a:pt x="178" y="289"/>
                      <a:pt x="178" y="289"/>
                      <a:pt x="178" y="289"/>
                    </a:cubicBezTo>
                    <a:cubicBezTo>
                      <a:pt x="174" y="293"/>
                      <a:pt x="174" y="293"/>
                      <a:pt x="174" y="293"/>
                    </a:cubicBezTo>
                    <a:cubicBezTo>
                      <a:pt x="177" y="293"/>
                      <a:pt x="177" y="293"/>
                      <a:pt x="177" y="293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3" y="301"/>
                      <a:pt x="173" y="301"/>
                      <a:pt x="173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0" y="300"/>
                      <a:pt x="170" y="300"/>
                      <a:pt x="170" y="300"/>
                    </a:cubicBezTo>
                    <a:cubicBezTo>
                      <a:pt x="169" y="299"/>
                      <a:pt x="169" y="299"/>
                      <a:pt x="169" y="299"/>
                    </a:cubicBezTo>
                    <a:cubicBezTo>
                      <a:pt x="168" y="300"/>
                      <a:pt x="168" y="300"/>
                      <a:pt x="168" y="300"/>
                    </a:cubicBezTo>
                    <a:cubicBezTo>
                      <a:pt x="168" y="301"/>
                      <a:pt x="168" y="301"/>
                      <a:pt x="168" y="301"/>
                    </a:cubicBezTo>
                    <a:cubicBezTo>
                      <a:pt x="167" y="302"/>
                      <a:pt x="167" y="302"/>
                      <a:pt x="167" y="302"/>
                    </a:cubicBezTo>
                    <a:cubicBezTo>
                      <a:pt x="169" y="304"/>
                      <a:pt x="169" y="304"/>
                      <a:pt x="169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1" y="305"/>
                      <a:pt x="171" y="305"/>
                      <a:pt x="171" y="305"/>
                    </a:cubicBezTo>
                    <a:cubicBezTo>
                      <a:pt x="171" y="306"/>
                      <a:pt x="171" y="306"/>
                      <a:pt x="171" y="306"/>
                    </a:cubicBezTo>
                    <a:cubicBezTo>
                      <a:pt x="170" y="305"/>
                      <a:pt x="170" y="305"/>
                      <a:pt x="170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6" y="303"/>
                      <a:pt x="166" y="303"/>
                      <a:pt x="166" y="303"/>
                    </a:cubicBezTo>
                    <a:cubicBezTo>
                      <a:pt x="165" y="304"/>
                      <a:pt x="165" y="304"/>
                      <a:pt x="165" y="304"/>
                    </a:cubicBezTo>
                    <a:cubicBezTo>
                      <a:pt x="164" y="303"/>
                      <a:pt x="164" y="303"/>
                      <a:pt x="164" y="303"/>
                    </a:cubicBezTo>
                    <a:cubicBezTo>
                      <a:pt x="162" y="305"/>
                      <a:pt x="162" y="305"/>
                      <a:pt x="162" y="305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3" y="308"/>
                      <a:pt x="163" y="308"/>
                      <a:pt x="163" y="308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61" y="308"/>
                      <a:pt x="161" y="308"/>
                      <a:pt x="161" y="308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58" y="309"/>
                      <a:pt x="158" y="309"/>
                      <a:pt x="158" y="309"/>
                    </a:cubicBezTo>
                    <a:cubicBezTo>
                      <a:pt x="157" y="308"/>
                      <a:pt x="157" y="308"/>
                      <a:pt x="157" y="308"/>
                    </a:cubicBezTo>
                    <a:cubicBezTo>
                      <a:pt x="156" y="309"/>
                      <a:pt x="156" y="309"/>
                      <a:pt x="156" y="309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4" y="312"/>
                      <a:pt x="154" y="312"/>
                      <a:pt x="154" y="312"/>
                    </a:cubicBezTo>
                    <a:cubicBezTo>
                      <a:pt x="155" y="315"/>
                      <a:pt x="155" y="315"/>
                      <a:pt x="155" y="315"/>
                    </a:cubicBezTo>
                    <a:cubicBezTo>
                      <a:pt x="156" y="315"/>
                      <a:pt x="156" y="315"/>
                      <a:pt x="156" y="315"/>
                    </a:cubicBezTo>
                    <a:cubicBezTo>
                      <a:pt x="155" y="316"/>
                      <a:pt x="155" y="316"/>
                      <a:pt x="155" y="316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6" y="317"/>
                      <a:pt x="156" y="317"/>
                      <a:pt x="156" y="317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7" y="319"/>
                      <a:pt x="157" y="319"/>
                      <a:pt x="157" y="319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6" y="321"/>
                      <a:pt x="156" y="321"/>
                      <a:pt x="156" y="321"/>
                    </a:cubicBezTo>
                    <a:cubicBezTo>
                      <a:pt x="157" y="321"/>
                      <a:pt x="157" y="321"/>
                      <a:pt x="157" y="321"/>
                    </a:cubicBezTo>
                    <a:cubicBezTo>
                      <a:pt x="158" y="322"/>
                      <a:pt x="158" y="322"/>
                      <a:pt x="158" y="322"/>
                    </a:cubicBezTo>
                    <a:cubicBezTo>
                      <a:pt x="157" y="322"/>
                      <a:pt x="157" y="322"/>
                      <a:pt x="157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3" y="324"/>
                      <a:pt x="153" y="324"/>
                      <a:pt x="153" y="324"/>
                    </a:cubicBezTo>
                    <a:cubicBezTo>
                      <a:pt x="155" y="325"/>
                      <a:pt x="155" y="325"/>
                      <a:pt x="155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4" y="327"/>
                      <a:pt x="154" y="327"/>
                      <a:pt x="154" y="327"/>
                    </a:cubicBezTo>
                    <a:cubicBezTo>
                      <a:pt x="156" y="328"/>
                      <a:pt x="156" y="328"/>
                      <a:pt x="156" y="328"/>
                    </a:cubicBezTo>
                    <a:cubicBezTo>
                      <a:pt x="155" y="328"/>
                      <a:pt x="155" y="328"/>
                      <a:pt x="155" y="328"/>
                    </a:cubicBezTo>
                    <a:cubicBezTo>
                      <a:pt x="156" y="330"/>
                      <a:pt x="156" y="330"/>
                      <a:pt x="156" y="330"/>
                    </a:cubicBezTo>
                    <a:cubicBezTo>
                      <a:pt x="155" y="330"/>
                      <a:pt x="155" y="330"/>
                      <a:pt x="155" y="330"/>
                    </a:cubicBezTo>
                    <a:cubicBezTo>
                      <a:pt x="157" y="333"/>
                      <a:pt x="157" y="333"/>
                      <a:pt x="157" y="333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9" y="332"/>
                      <a:pt x="159" y="332"/>
                      <a:pt x="159" y="332"/>
                    </a:cubicBezTo>
                    <a:cubicBezTo>
                      <a:pt x="156" y="334"/>
                      <a:pt x="156" y="334"/>
                      <a:pt x="156" y="334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8" y="335"/>
                      <a:pt x="158" y="335"/>
                      <a:pt x="158" y="335"/>
                    </a:cubicBezTo>
                    <a:cubicBezTo>
                      <a:pt x="158" y="336"/>
                      <a:pt x="157" y="336"/>
                      <a:pt x="157" y="336"/>
                    </a:cubicBezTo>
                    <a:cubicBezTo>
                      <a:pt x="157" y="336"/>
                      <a:pt x="157" y="336"/>
                      <a:pt x="157" y="336"/>
                    </a:cubicBezTo>
                    <a:cubicBezTo>
                      <a:pt x="159" y="339"/>
                      <a:pt x="159" y="339"/>
                      <a:pt x="159" y="339"/>
                    </a:cubicBezTo>
                    <a:cubicBezTo>
                      <a:pt x="157" y="340"/>
                      <a:pt x="157" y="340"/>
                      <a:pt x="157" y="340"/>
                    </a:cubicBezTo>
                    <a:cubicBezTo>
                      <a:pt x="158" y="342"/>
                      <a:pt x="158" y="342"/>
                      <a:pt x="158" y="342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8"/>
                      <a:pt x="160" y="348"/>
                      <a:pt x="160" y="348"/>
                    </a:cubicBezTo>
                    <a:cubicBezTo>
                      <a:pt x="159" y="348"/>
                      <a:pt x="159" y="348"/>
                      <a:pt x="159" y="348"/>
                    </a:cubicBezTo>
                    <a:cubicBezTo>
                      <a:pt x="161" y="352"/>
                      <a:pt x="161" y="352"/>
                      <a:pt x="161" y="352"/>
                    </a:cubicBezTo>
                    <a:cubicBezTo>
                      <a:pt x="163" y="352"/>
                      <a:pt x="163" y="352"/>
                      <a:pt x="163" y="352"/>
                    </a:cubicBezTo>
                    <a:cubicBezTo>
                      <a:pt x="165" y="354"/>
                      <a:pt x="165" y="354"/>
                      <a:pt x="165" y="354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6" y="356"/>
                      <a:pt x="166" y="356"/>
                      <a:pt x="166" y="356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70" y="357"/>
                      <a:pt x="170" y="357"/>
                      <a:pt x="170" y="357"/>
                    </a:cubicBezTo>
                    <a:cubicBezTo>
                      <a:pt x="170" y="356"/>
                      <a:pt x="170" y="356"/>
                      <a:pt x="170" y="356"/>
                    </a:cubicBezTo>
                    <a:cubicBezTo>
                      <a:pt x="172" y="359"/>
                      <a:pt x="172" y="359"/>
                      <a:pt x="172" y="359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5" y="357"/>
                      <a:pt x="175" y="357"/>
                      <a:pt x="175" y="357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5"/>
                      <a:pt x="177" y="355"/>
                      <a:pt x="177" y="355"/>
                    </a:cubicBezTo>
                    <a:cubicBezTo>
                      <a:pt x="178" y="356"/>
                      <a:pt x="178" y="356"/>
                      <a:pt x="178" y="356"/>
                    </a:cubicBezTo>
                    <a:cubicBezTo>
                      <a:pt x="179" y="356"/>
                      <a:pt x="179" y="356"/>
                      <a:pt x="179" y="356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5" y="351"/>
                      <a:pt x="185" y="351"/>
                      <a:pt x="185" y="351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5" y="350"/>
                      <a:pt x="185" y="350"/>
                      <a:pt x="185" y="350"/>
                    </a:cubicBezTo>
                    <a:cubicBezTo>
                      <a:pt x="185" y="349"/>
                      <a:pt x="185" y="349"/>
                      <a:pt x="185" y="349"/>
                    </a:cubicBezTo>
                    <a:cubicBezTo>
                      <a:pt x="186" y="348"/>
                      <a:pt x="186" y="348"/>
                      <a:pt x="186" y="348"/>
                    </a:cubicBezTo>
                    <a:cubicBezTo>
                      <a:pt x="187" y="348"/>
                      <a:pt x="187" y="348"/>
                      <a:pt x="187" y="348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3" y="345"/>
                      <a:pt x="193" y="345"/>
                      <a:pt x="193" y="345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4" y="342"/>
                      <a:pt x="194" y="342"/>
                      <a:pt x="194" y="342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6" y="345"/>
                      <a:pt x="196" y="345"/>
                      <a:pt x="196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7" y="346"/>
                      <a:pt x="197" y="346"/>
                      <a:pt x="197" y="346"/>
                    </a:cubicBezTo>
                    <a:cubicBezTo>
                      <a:pt x="197" y="349"/>
                      <a:pt x="197" y="349"/>
                      <a:pt x="197" y="349"/>
                    </a:cubicBezTo>
                    <a:cubicBezTo>
                      <a:pt x="197" y="350"/>
                      <a:pt x="197" y="350"/>
                      <a:pt x="197" y="350"/>
                    </a:cubicBezTo>
                    <a:cubicBezTo>
                      <a:pt x="198" y="353"/>
                      <a:pt x="198" y="353"/>
                      <a:pt x="198" y="353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199" y="354"/>
                      <a:pt x="199" y="354"/>
                      <a:pt x="199" y="354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8" y="357"/>
                      <a:pt x="198" y="357"/>
                      <a:pt x="198" y="357"/>
                    </a:cubicBezTo>
                    <a:cubicBezTo>
                      <a:pt x="200" y="357"/>
                      <a:pt x="200" y="357"/>
                      <a:pt x="200" y="357"/>
                    </a:cubicBezTo>
                    <a:cubicBezTo>
                      <a:pt x="200" y="358"/>
                      <a:pt x="200" y="358"/>
                      <a:pt x="200" y="358"/>
                    </a:cubicBezTo>
                    <a:cubicBezTo>
                      <a:pt x="200" y="359"/>
                      <a:pt x="200" y="359"/>
                      <a:pt x="200" y="359"/>
                    </a:cubicBezTo>
                    <a:cubicBezTo>
                      <a:pt x="199" y="360"/>
                      <a:pt x="199" y="360"/>
                      <a:pt x="199" y="360"/>
                    </a:cubicBezTo>
                    <a:cubicBezTo>
                      <a:pt x="201" y="362"/>
                      <a:pt x="201" y="362"/>
                      <a:pt x="201" y="362"/>
                    </a:cubicBezTo>
                    <a:cubicBezTo>
                      <a:pt x="202" y="362"/>
                      <a:pt x="202" y="362"/>
                      <a:pt x="202" y="362"/>
                    </a:cubicBezTo>
                    <a:cubicBezTo>
                      <a:pt x="202" y="364"/>
                      <a:pt x="202" y="364"/>
                      <a:pt x="202" y="364"/>
                    </a:cubicBezTo>
                    <a:cubicBezTo>
                      <a:pt x="203" y="364"/>
                      <a:pt x="203" y="364"/>
                      <a:pt x="203" y="364"/>
                    </a:cubicBezTo>
                    <a:cubicBezTo>
                      <a:pt x="204" y="367"/>
                      <a:pt x="204" y="367"/>
                      <a:pt x="204" y="367"/>
                    </a:cubicBezTo>
                    <a:cubicBezTo>
                      <a:pt x="205" y="369"/>
                      <a:pt x="205" y="369"/>
                      <a:pt x="205" y="369"/>
                    </a:cubicBezTo>
                    <a:cubicBezTo>
                      <a:pt x="206" y="370"/>
                      <a:pt x="206" y="370"/>
                      <a:pt x="206" y="370"/>
                    </a:cubicBezTo>
                    <a:cubicBezTo>
                      <a:pt x="206" y="371"/>
                      <a:pt x="206" y="371"/>
                      <a:pt x="206" y="371"/>
                    </a:cubicBezTo>
                    <a:cubicBezTo>
                      <a:pt x="208" y="373"/>
                      <a:pt x="208" y="373"/>
                      <a:pt x="208" y="373"/>
                    </a:cubicBezTo>
                    <a:cubicBezTo>
                      <a:pt x="210" y="372"/>
                      <a:pt x="210" y="372"/>
                      <a:pt x="210" y="372"/>
                    </a:cubicBezTo>
                    <a:cubicBezTo>
                      <a:pt x="210" y="373"/>
                      <a:pt x="210" y="373"/>
                      <a:pt x="210" y="373"/>
                    </a:cubicBezTo>
                    <a:cubicBezTo>
                      <a:pt x="209" y="374"/>
                      <a:pt x="209" y="374"/>
                      <a:pt x="209" y="374"/>
                    </a:cubicBezTo>
                    <a:cubicBezTo>
                      <a:pt x="207" y="375"/>
                      <a:pt x="207" y="375"/>
                      <a:pt x="207" y="375"/>
                    </a:cubicBezTo>
                    <a:cubicBezTo>
                      <a:pt x="206" y="376"/>
                      <a:pt x="206" y="376"/>
                      <a:pt x="206" y="376"/>
                    </a:cubicBezTo>
                    <a:cubicBezTo>
                      <a:pt x="208" y="377"/>
                      <a:pt x="208" y="377"/>
                      <a:pt x="208" y="377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9" y="379"/>
                      <a:pt x="209" y="379"/>
                      <a:pt x="209" y="379"/>
                    </a:cubicBezTo>
                    <a:cubicBezTo>
                      <a:pt x="210" y="382"/>
                      <a:pt x="210" y="382"/>
                      <a:pt x="210" y="382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7" y="377"/>
                      <a:pt x="207" y="377"/>
                      <a:pt x="207" y="377"/>
                    </a:cubicBezTo>
                    <a:cubicBezTo>
                      <a:pt x="205" y="377"/>
                      <a:pt x="205" y="377"/>
                      <a:pt x="205" y="377"/>
                    </a:cubicBezTo>
                    <a:cubicBezTo>
                      <a:pt x="203" y="377"/>
                      <a:pt x="203" y="377"/>
                      <a:pt x="203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1" y="378"/>
                      <a:pt x="201" y="378"/>
                      <a:pt x="201" y="378"/>
                    </a:cubicBezTo>
                    <a:cubicBezTo>
                      <a:pt x="200" y="379"/>
                      <a:pt x="200" y="379"/>
                      <a:pt x="200" y="379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198" y="381"/>
                      <a:pt x="198" y="381"/>
                      <a:pt x="198" y="381"/>
                    </a:cubicBezTo>
                    <a:cubicBezTo>
                      <a:pt x="198" y="382"/>
                      <a:pt x="198" y="382"/>
                      <a:pt x="198" y="382"/>
                    </a:cubicBezTo>
                    <a:cubicBezTo>
                      <a:pt x="199" y="383"/>
                      <a:pt x="199" y="383"/>
                      <a:pt x="199" y="383"/>
                    </a:cubicBezTo>
                    <a:cubicBezTo>
                      <a:pt x="199" y="385"/>
                      <a:pt x="199" y="385"/>
                      <a:pt x="199" y="385"/>
                    </a:cubicBezTo>
                    <a:cubicBezTo>
                      <a:pt x="200" y="386"/>
                      <a:pt x="200" y="386"/>
                      <a:pt x="200" y="386"/>
                    </a:cubicBezTo>
                    <a:cubicBezTo>
                      <a:pt x="201" y="386"/>
                      <a:pt x="201" y="386"/>
                      <a:pt x="201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7"/>
                      <a:pt x="202" y="387"/>
                      <a:pt x="202" y="387"/>
                    </a:cubicBezTo>
                    <a:cubicBezTo>
                      <a:pt x="202" y="388"/>
                      <a:pt x="202" y="388"/>
                      <a:pt x="202" y="388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1" y="389"/>
                      <a:pt x="201" y="389"/>
                      <a:pt x="201" y="389"/>
                    </a:cubicBezTo>
                    <a:cubicBezTo>
                      <a:pt x="200" y="388"/>
                      <a:pt x="200" y="388"/>
                      <a:pt x="200" y="388"/>
                    </a:cubicBezTo>
                    <a:cubicBezTo>
                      <a:pt x="198" y="388"/>
                      <a:pt x="198" y="388"/>
                      <a:pt x="198" y="388"/>
                    </a:cubicBezTo>
                    <a:cubicBezTo>
                      <a:pt x="198" y="389"/>
                      <a:pt x="198" y="389"/>
                      <a:pt x="198" y="389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7" y="386"/>
                      <a:pt x="197" y="386"/>
                    </a:cubicBezTo>
                    <a:cubicBezTo>
                      <a:pt x="197" y="384"/>
                      <a:pt x="197" y="384"/>
                      <a:pt x="197" y="384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5" y="382"/>
                      <a:pt x="195" y="382"/>
                      <a:pt x="195" y="382"/>
                    </a:cubicBezTo>
                    <a:cubicBezTo>
                      <a:pt x="194" y="382"/>
                      <a:pt x="194" y="382"/>
                      <a:pt x="194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2" y="381"/>
                      <a:pt x="192" y="381"/>
                      <a:pt x="192" y="381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4" y="378"/>
                      <a:pt x="194" y="378"/>
                      <a:pt x="194" y="378"/>
                    </a:cubicBezTo>
                    <a:cubicBezTo>
                      <a:pt x="193" y="377"/>
                      <a:pt x="193" y="377"/>
                      <a:pt x="193" y="377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3" y="382"/>
                      <a:pt x="193" y="382"/>
                      <a:pt x="193" y="382"/>
                    </a:cubicBezTo>
                    <a:cubicBezTo>
                      <a:pt x="196" y="381"/>
                      <a:pt x="196" y="381"/>
                      <a:pt x="196" y="381"/>
                    </a:cubicBezTo>
                    <a:cubicBezTo>
                      <a:pt x="196" y="380"/>
                      <a:pt x="196" y="380"/>
                      <a:pt x="196" y="380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7" y="377"/>
                      <a:pt x="197" y="377"/>
                      <a:pt x="197" y="377"/>
                    </a:cubicBezTo>
                    <a:cubicBezTo>
                      <a:pt x="198" y="376"/>
                      <a:pt x="198" y="376"/>
                      <a:pt x="198" y="376"/>
                    </a:cubicBezTo>
                    <a:cubicBezTo>
                      <a:pt x="198" y="374"/>
                      <a:pt x="198" y="374"/>
                      <a:pt x="198" y="374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5" y="373"/>
                      <a:pt x="195" y="373"/>
                      <a:pt x="195" y="373"/>
                    </a:cubicBezTo>
                    <a:cubicBezTo>
                      <a:pt x="194" y="373"/>
                      <a:pt x="194" y="373"/>
                      <a:pt x="194" y="373"/>
                    </a:cubicBezTo>
                    <a:cubicBezTo>
                      <a:pt x="193" y="372"/>
                      <a:pt x="193" y="372"/>
                      <a:pt x="193" y="372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2" y="371"/>
                      <a:pt x="192" y="371"/>
                      <a:pt x="192" y="371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3" y="369"/>
                      <a:pt x="193" y="369"/>
                      <a:pt x="193" y="369"/>
                    </a:cubicBezTo>
                    <a:cubicBezTo>
                      <a:pt x="192" y="369"/>
                      <a:pt x="192" y="369"/>
                      <a:pt x="192" y="369"/>
                    </a:cubicBezTo>
                    <a:cubicBezTo>
                      <a:pt x="193" y="368"/>
                      <a:pt x="193" y="368"/>
                      <a:pt x="193" y="368"/>
                    </a:cubicBezTo>
                    <a:cubicBezTo>
                      <a:pt x="194" y="366"/>
                      <a:pt x="194" y="366"/>
                      <a:pt x="194" y="366"/>
                    </a:cubicBezTo>
                    <a:cubicBezTo>
                      <a:pt x="194" y="364"/>
                      <a:pt x="194" y="364"/>
                      <a:pt x="194" y="364"/>
                    </a:cubicBezTo>
                    <a:cubicBezTo>
                      <a:pt x="194" y="363"/>
                      <a:pt x="194" y="363"/>
                      <a:pt x="194" y="363"/>
                    </a:cubicBezTo>
                    <a:cubicBezTo>
                      <a:pt x="194" y="362"/>
                      <a:pt x="194" y="362"/>
                      <a:pt x="194" y="362"/>
                    </a:cubicBezTo>
                    <a:cubicBezTo>
                      <a:pt x="195" y="360"/>
                      <a:pt x="195" y="360"/>
                      <a:pt x="195" y="360"/>
                    </a:cubicBezTo>
                    <a:cubicBezTo>
                      <a:pt x="195" y="358"/>
                      <a:pt x="195" y="358"/>
                      <a:pt x="195" y="358"/>
                    </a:cubicBezTo>
                    <a:cubicBezTo>
                      <a:pt x="192" y="361"/>
                      <a:pt x="192" y="361"/>
                      <a:pt x="192" y="361"/>
                    </a:cubicBezTo>
                    <a:cubicBezTo>
                      <a:pt x="190" y="362"/>
                      <a:pt x="190" y="362"/>
                      <a:pt x="190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8" y="363"/>
                      <a:pt x="188" y="363"/>
                      <a:pt x="188" y="363"/>
                    </a:cubicBezTo>
                    <a:cubicBezTo>
                      <a:pt x="187" y="365"/>
                      <a:pt x="187" y="365"/>
                      <a:pt x="187" y="365"/>
                    </a:cubicBezTo>
                    <a:cubicBezTo>
                      <a:pt x="186" y="366"/>
                      <a:pt x="186" y="366"/>
                      <a:pt x="186" y="366"/>
                    </a:cubicBezTo>
                    <a:cubicBezTo>
                      <a:pt x="184" y="366"/>
                      <a:pt x="184" y="366"/>
                      <a:pt x="184" y="366"/>
                    </a:cubicBezTo>
                    <a:cubicBezTo>
                      <a:pt x="183" y="367"/>
                      <a:pt x="183" y="367"/>
                      <a:pt x="183" y="367"/>
                    </a:cubicBezTo>
                    <a:cubicBezTo>
                      <a:pt x="182" y="367"/>
                      <a:pt x="182" y="367"/>
                      <a:pt x="182" y="367"/>
                    </a:cubicBezTo>
                    <a:cubicBezTo>
                      <a:pt x="180" y="367"/>
                      <a:pt x="180" y="367"/>
                      <a:pt x="180" y="367"/>
                    </a:cubicBezTo>
                    <a:cubicBezTo>
                      <a:pt x="180" y="369"/>
                      <a:pt x="180" y="369"/>
                      <a:pt x="180" y="369"/>
                    </a:cubicBezTo>
                    <a:cubicBezTo>
                      <a:pt x="178" y="370"/>
                      <a:pt x="178" y="370"/>
                      <a:pt x="178" y="370"/>
                    </a:cubicBezTo>
                    <a:cubicBezTo>
                      <a:pt x="180" y="371"/>
                      <a:pt x="180" y="371"/>
                      <a:pt x="180" y="371"/>
                    </a:cubicBezTo>
                    <a:cubicBezTo>
                      <a:pt x="181" y="371"/>
                      <a:pt x="181" y="371"/>
                      <a:pt x="181" y="371"/>
                    </a:cubicBezTo>
                    <a:cubicBezTo>
                      <a:pt x="182" y="372"/>
                      <a:pt x="182" y="372"/>
                      <a:pt x="182" y="372"/>
                    </a:cubicBezTo>
                    <a:cubicBezTo>
                      <a:pt x="181" y="372"/>
                      <a:pt x="181" y="372"/>
                      <a:pt x="181" y="372"/>
                    </a:cubicBezTo>
                    <a:cubicBezTo>
                      <a:pt x="180" y="372"/>
                      <a:pt x="180" y="372"/>
                      <a:pt x="180" y="372"/>
                    </a:cubicBezTo>
                    <a:cubicBezTo>
                      <a:pt x="178" y="374"/>
                      <a:pt x="178" y="374"/>
                      <a:pt x="178" y="374"/>
                    </a:cubicBezTo>
                    <a:cubicBezTo>
                      <a:pt x="179" y="375"/>
                      <a:pt x="179" y="375"/>
                      <a:pt x="179" y="375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78" y="378"/>
                      <a:pt x="178" y="378"/>
                      <a:pt x="178" y="378"/>
                    </a:cubicBezTo>
                    <a:cubicBezTo>
                      <a:pt x="179" y="378"/>
                      <a:pt x="179" y="378"/>
                      <a:pt x="179" y="378"/>
                    </a:cubicBezTo>
                    <a:cubicBezTo>
                      <a:pt x="179" y="380"/>
                      <a:pt x="179" y="380"/>
                      <a:pt x="179" y="380"/>
                    </a:cubicBezTo>
                    <a:cubicBezTo>
                      <a:pt x="180" y="380"/>
                      <a:pt x="180" y="380"/>
                      <a:pt x="180" y="380"/>
                    </a:cubicBezTo>
                    <a:cubicBezTo>
                      <a:pt x="178" y="381"/>
                      <a:pt x="178" y="381"/>
                      <a:pt x="178" y="381"/>
                    </a:cubicBezTo>
                    <a:cubicBezTo>
                      <a:pt x="177" y="383"/>
                      <a:pt x="177" y="383"/>
                      <a:pt x="177" y="383"/>
                    </a:cubicBezTo>
                    <a:cubicBezTo>
                      <a:pt x="179" y="385"/>
                      <a:pt x="179" y="385"/>
                      <a:pt x="179" y="385"/>
                    </a:cubicBezTo>
                    <a:cubicBezTo>
                      <a:pt x="180" y="384"/>
                      <a:pt x="180" y="384"/>
                      <a:pt x="180" y="384"/>
                    </a:cubicBezTo>
                    <a:cubicBezTo>
                      <a:pt x="181" y="385"/>
                      <a:pt x="181" y="385"/>
                      <a:pt x="181" y="385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90"/>
                      <a:pt x="181" y="390"/>
                      <a:pt x="181" y="390"/>
                    </a:cubicBezTo>
                    <a:cubicBezTo>
                      <a:pt x="182" y="391"/>
                      <a:pt x="182" y="391"/>
                      <a:pt x="182" y="391"/>
                    </a:cubicBezTo>
                    <a:cubicBezTo>
                      <a:pt x="183" y="391"/>
                      <a:pt x="183" y="391"/>
                      <a:pt x="183" y="391"/>
                    </a:cubicBezTo>
                    <a:cubicBezTo>
                      <a:pt x="183" y="392"/>
                      <a:pt x="183" y="392"/>
                      <a:pt x="183" y="392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2" y="393"/>
                      <a:pt x="182" y="393"/>
                      <a:pt x="182" y="393"/>
                    </a:cubicBezTo>
                    <a:cubicBezTo>
                      <a:pt x="182" y="396"/>
                      <a:pt x="182" y="396"/>
                      <a:pt x="182" y="396"/>
                    </a:cubicBezTo>
                    <a:cubicBezTo>
                      <a:pt x="183" y="395"/>
                      <a:pt x="183" y="395"/>
                      <a:pt x="183" y="395"/>
                    </a:cubicBezTo>
                    <a:cubicBezTo>
                      <a:pt x="183" y="396"/>
                      <a:pt x="183" y="396"/>
                      <a:pt x="183" y="396"/>
                    </a:cubicBezTo>
                    <a:cubicBezTo>
                      <a:pt x="184" y="397"/>
                      <a:pt x="184" y="397"/>
                      <a:pt x="184" y="397"/>
                    </a:cubicBezTo>
                    <a:cubicBezTo>
                      <a:pt x="183" y="398"/>
                      <a:pt x="183" y="398"/>
                      <a:pt x="183" y="398"/>
                    </a:cubicBezTo>
                    <a:cubicBezTo>
                      <a:pt x="183" y="399"/>
                      <a:pt x="183" y="399"/>
                      <a:pt x="183" y="399"/>
                    </a:cubicBezTo>
                    <a:cubicBezTo>
                      <a:pt x="184" y="399"/>
                      <a:pt x="184" y="399"/>
                      <a:pt x="184" y="399"/>
                    </a:cubicBezTo>
                    <a:cubicBezTo>
                      <a:pt x="182" y="400"/>
                      <a:pt x="182" y="400"/>
                      <a:pt x="182" y="400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0" y="401"/>
                      <a:pt x="180" y="401"/>
                      <a:pt x="180" y="401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9" y="403"/>
                      <a:pt x="179" y="403"/>
                      <a:pt x="179" y="403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7" y="400"/>
                      <a:pt x="177" y="400"/>
                      <a:pt x="177" y="400"/>
                    </a:cubicBezTo>
                    <a:cubicBezTo>
                      <a:pt x="176" y="401"/>
                      <a:pt x="176" y="401"/>
                      <a:pt x="176" y="401"/>
                    </a:cubicBezTo>
                    <a:cubicBezTo>
                      <a:pt x="172" y="402"/>
                      <a:pt x="172" y="402"/>
                      <a:pt x="172" y="402"/>
                    </a:cubicBezTo>
                    <a:cubicBezTo>
                      <a:pt x="171" y="404"/>
                      <a:pt x="171" y="404"/>
                      <a:pt x="171" y="404"/>
                    </a:cubicBezTo>
                    <a:cubicBezTo>
                      <a:pt x="172" y="404"/>
                      <a:pt x="172" y="404"/>
                      <a:pt x="172" y="404"/>
                    </a:cubicBezTo>
                    <a:cubicBezTo>
                      <a:pt x="170" y="404"/>
                      <a:pt x="170" y="404"/>
                      <a:pt x="170" y="404"/>
                    </a:cubicBezTo>
                    <a:cubicBezTo>
                      <a:pt x="168" y="404"/>
                      <a:pt x="168" y="404"/>
                      <a:pt x="168" y="404"/>
                    </a:cubicBezTo>
                    <a:cubicBezTo>
                      <a:pt x="166" y="405"/>
                      <a:pt x="166" y="405"/>
                      <a:pt x="166" y="405"/>
                    </a:cubicBezTo>
                    <a:cubicBezTo>
                      <a:pt x="165" y="404"/>
                      <a:pt x="165" y="404"/>
                      <a:pt x="165" y="404"/>
                    </a:cubicBezTo>
                    <a:cubicBezTo>
                      <a:pt x="164" y="405"/>
                      <a:pt x="164" y="405"/>
                      <a:pt x="164" y="405"/>
                    </a:cubicBezTo>
                    <a:cubicBezTo>
                      <a:pt x="162" y="405"/>
                      <a:pt x="162" y="405"/>
                      <a:pt x="162" y="405"/>
                    </a:cubicBezTo>
                    <a:cubicBezTo>
                      <a:pt x="161" y="407"/>
                      <a:pt x="161" y="407"/>
                      <a:pt x="161" y="407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6" y="409"/>
                      <a:pt x="156" y="409"/>
                      <a:pt x="156" y="409"/>
                    </a:cubicBezTo>
                    <a:cubicBezTo>
                      <a:pt x="155" y="411"/>
                      <a:pt x="155" y="411"/>
                      <a:pt x="155" y="411"/>
                    </a:cubicBezTo>
                    <a:cubicBezTo>
                      <a:pt x="154" y="412"/>
                      <a:pt x="154" y="412"/>
                      <a:pt x="154" y="412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5"/>
                      <a:pt x="154" y="415"/>
                      <a:pt x="154" y="415"/>
                    </a:cubicBezTo>
                    <a:cubicBezTo>
                      <a:pt x="154" y="416"/>
                      <a:pt x="154" y="416"/>
                      <a:pt x="154" y="416"/>
                    </a:cubicBezTo>
                    <a:cubicBezTo>
                      <a:pt x="153" y="417"/>
                      <a:pt x="153" y="417"/>
                      <a:pt x="153" y="417"/>
                    </a:cubicBezTo>
                    <a:cubicBezTo>
                      <a:pt x="152" y="418"/>
                      <a:pt x="152" y="418"/>
                      <a:pt x="152" y="418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1" y="421"/>
                      <a:pt x="151" y="421"/>
                      <a:pt x="151" y="421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2"/>
                      <a:pt x="149" y="422"/>
                      <a:pt x="149" y="422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3"/>
                      <a:pt x="149" y="423"/>
                      <a:pt x="149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6" y="425"/>
                      <a:pt x="146" y="425"/>
                      <a:pt x="146" y="425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7"/>
                      <a:pt x="145" y="427"/>
                      <a:pt x="145" y="427"/>
                    </a:cubicBezTo>
                    <a:cubicBezTo>
                      <a:pt x="143" y="428"/>
                      <a:pt x="143" y="428"/>
                      <a:pt x="143" y="428"/>
                    </a:cubicBezTo>
                    <a:cubicBezTo>
                      <a:pt x="142" y="427"/>
                      <a:pt x="142" y="427"/>
                      <a:pt x="142" y="427"/>
                    </a:cubicBezTo>
                    <a:cubicBezTo>
                      <a:pt x="140" y="429"/>
                      <a:pt x="140" y="429"/>
                      <a:pt x="140" y="429"/>
                    </a:cubicBezTo>
                    <a:cubicBezTo>
                      <a:pt x="139" y="430"/>
                      <a:pt x="139" y="430"/>
                      <a:pt x="139" y="430"/>
                    </a:cubicBezTo>
                    <a:cubicBezTo>
                      <a:pt x="139" y="432"/>
                      <a:pt x="139" y="432"/>
                      <a:pt x="139" y="432"/>
                    </a:cubicBezTo>
                    <a:cubicBezTo>
                      <a:pt x="139" y="435"/>
                      <a:pt x="139" y="435"/>
                      <a:pt x="139" y="435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5" y="438"/>
                      <a:pt x="135" y="438"/>
                      <a:pt x="135" y="438"/>
                    </a:cubicBezTo>
                    <a:cubicBezTo>
                      <a:pt x="134" y="438"/>
                      <a:pt x="134" y="438"/>
                      <a:pt x="134" y="438"/>
                    </a:cubicBezTo>
                    <a:cubicBezTo>
                      <a:pt x="132" y="437"/>
                      <a:pt x="132" y="437"/>
                      <a:pt x="132" y="437"/>
                    </a:cubicBezTo>
                    <a:cubicBezTo>
                      <a:pt x="129" y="439"/>
                      <a:pt x="129" y="439"/>
                      <a:pt x="129" y="439"/>
                    </a:cubicBezTo>
                    <a:cubicBezTo>
                      <a:pt x="128" y="441"/>
                      <a:pt x="128" y="441"/>
                      <a:pt x="128" y="441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3"/>
                      <a:pt x="129" y="443"/>
                      <a:pt x="129" y="443"/>
                    </a:cubicBezTo>
                    <a:cubicBezTo>
                      <a:pt x="127" y="443"/>
                      <a:pt x="127" y="443"/>
                      <a:pt x="127" y="443"/>
                    </a:cubicBezTo>
                    <a:cubicBezTo>
                      <a:pt x="124" y="443"/>
                      <a:pt x="124" y="443"/>
                      <a:pt x="124" y="443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1" y="442"/>
                      <a:pt x="121" y="442"/>
                      <a:pt x="121" y="442"/>
                    </a:cubicBezTo>
                    <a:cubicBezTo>
                      <a:pt x="121" y="441"/>
                      <a:pt x="121" y="441"/>
                      <a:pt x="121" y="441"/>
                    </a:cubicBezTo>
                    <a:cubicBezTo>
                      <a:pt x="121" y="440"/>
                      <a:pt x="121" y="440"/>
                      <a:pt x="121" y="440"/>
                    </a:cubicBezTo>
                    <a:cubicBezTo>
                      <a:pt x="119" y="439"/>
                      <a:pt x="119" y="439"/>
                      <a:pt x="119" y="439"/>
                    </a:cubicBezTo>
                    <a:cubicBezTo>
                      <a:pt x="118" y="440"/>
                      <a:pt x="118" y="440"/>
                      <a:pt x="118" y="440"/>
                    </a:cubicBezTo>
                    <a:cubicBezTo>
                      <a:pt x="116" y="440"/>
                      <a:pt x="116" y="440"/>
                      <a:pt x="116" y="440"/>
                    </a:cubicBezTo>
                    <a:cubicBezTo>
                      <a:pt x="115" y="439"/>
                      <a:pt x="115" y="439"/>
                      <a:pt x="115" y="439"/>
                    </a:cubicBezTo>
                    <a:cubicBezTo>
                      <a:pt x="115" y="442"/>
                      <a:pt x="115" y="442"/>
                      <a:pt x="115" y="442"/>
                    </a:cubicBezTo>
                    <a:cubicBezTo>
                      <a:pt x="115" y="443"/>
                      <a:pt x="115" y="443"/>
                      <a:pt x="115" y="443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6"/>
                      <a:pt x="117" y="446"/>
                      <a:pt x="117" y="446"/>
                    </a:cubicBezTo>
                    <a:cubicBezTo>
                      <a:pt x="117" y="448"/>
                      <a:pt x="117" y="448"/>
                      <a:pt x="117" y="448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6" y="449"/>
                      <a:pt x="116" y="449"/>
                      <a:pt x="116" y="449"/>
                    </a:cubicBezTo>
                    <a:cubicBezTo>
                      <a:pt x="115" y="449"/>
                      <a:pt x="115" y="449"/>
                      <a:pt x="115" y="449"/>
                    </a:cubicBezTo>
                    <a:cubicBezTo>
                      <a:pt x="114" y="449"/>
                      <a:pt x="114" y="449"/>
                      <a:pt x="114" y="449"/>
                    </a:cubicBezTo>
                    <a:cubicBezTo>
                      <a:pt x="113" y="449"/>
                      <a:pt x="113" y="449"/>
                      <a:pt x="113" y="449"/>
                    </a:cubicBezTo>
                    <a:cubicBezTo>
                      <a:pt x="112" y="449"/>
                      <a:pt x="112" y="449"/>
                      <a:pt x="112" y="449"/>
                    </a:cubicBezTo>
                    <a:cubicBezTo>
                      <a:pt x="111" y="450"/>
                      <a:pt x="111" y="450"/>
                      <a:pt x="111" y="450"/>
                    </a:cubicBezTo>
                    <a:cubicBezTo>
                      <a:pt x="109" y="447"/>
                      <a:pt x="109" y="447"/>
                      <a:pt x="109" y="447"/>
                    </a:cubicBezTo>
                    <a:cubicBezTo>
                      <a:pt x="107" y="447"/>
                      <a:pt x="107" y="447"/>
                      <a:pt x="107" y="447"/>
                    </a:cubicBezTo>
                    <a:cubicBezTo>
                      <a:pt x="105" y="447"/>
                      <a:pt x="105" y="447"/>
                      <a:pt x="105" y="447"/>
                    </a:cubicBezTo>
                    <a:cubicBezTo>
                      <a:pt x="104" y="449"/>
                      <a:pt x="104" y="449"/>
                      <a:pt x="104" y="449"/>
                    </a:cubicBezTo>
                    <a:cubicBezTo>
                      <a:pt x="103" y="448"/>
                      <a:pt x="103" y="448"/>
                      <a:pt x="103" y="448"/>
                    </a:cubicBezTo>
                    <a:cubicBezTo>
                      <a:pt x="103" y="449"/>
                      <a:pt x="103" y="449"/>
                      <a:pt x="103" y="449"/>
                    </a:cubicBezTo>
                    <a:cubicBezTo>
                      <a:pt x="102" y="449"/>
                      <a:pt x="102" y="449"/>
                      <a:pt x="102" y="449"/>
                    </a:cubicBezTo>
                    <a:cubicBezTo>
                      <a:pt x="100" y="449"/>
                      <a:pt x="100" y="449"/>
                      <a:pt x="100" y="449"/>
                    </a:cubicBezTo>
                    <a:cubicBezTo>
                      <a:pt x="99" y="450"/>
                      <a:pt x="99" y="450"/>
                      <a:pt x="99" y="450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5" y="451"/>
                      <a:pt x="95" y="451"/>
                      <a:pt x="95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4"/>
                      <a:pt x="97" y="454"/>
                      <a:pt x="97" y="454"/>
                    </a:cubicBezTo>
                    <a:cubicBezTo>
                      <a:pt x="97" y="455"/>
                      <a:pt x="97" y="455"/>
                      <a:pt x="97" y="455"/>
                    </a:cubicBezTo>
                    <a:cubicBezTo>
                      <a:pt x="97" y="456"/>
                      <a:pt x="97" y="456"/>
                      <a:pt x="97" y="456"/>
                    </a:cubicBezTo>
                    <a:cubicBezTo>
                      <a:pt x="98" y="456"/>
                      <a:pt x="98" y="456"/>
                      <a:pt x="98" y="456"/>
                    </a:cubicBezTo>
                    <a:cubicBezTo>
                      <a:pt x="99" y="457"/>
                      <a:pt x="99" y="457"/>
                      <a:pt x="99" y="457"/>
                    </a:cubicBezTo>
                    <a:cubicBezTo>
                      <a:pt x="98" y="459"/>
                      <a:pt x="98" y="459"/>
                      <a:pt x="98" y="459"/>
                    </a:cubicBezTo>
                    <a:cubicBezTo>
                      <a:pt x="101" y="458"/>
                      <a:pt x="101" y="458"/>
                      <a:pt x="101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4" y="459"/>
                      <a:pt x="104" y="459"/>
                      <a:pt x="104" y="459"/>
                    </a:cubicBezTo>
                    <a:cubicBezTo>
                      <a:pt x="105" y="459"/>
                      <a:pt x="105" y="459"/>
                      <a:pt x="105" y="459"/>
                    </a:cubicBezTo>
                    <a:cubicBezTo>
                      <a:pt x="106" y="459"/>
                      <a:pt x="106" y="459"/>
                      <a:pt x="106" y="459"/>
                    </a:cubicBezTo>
                    <a:cubicBezTo>
                      <a:pt x="108" y="461"/>
                      <a:pt x="108" y="461"/>
                      <a:pt x="108" y="461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10" y="461"/>
                      <a:pt x="110" y="461"/>
                      <a:pt x="110" y="461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2"/>
                      <a:pt x="111" y="462"/>
                      <a:pt x="111" y="462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3" y="463"/>
                      <a:pt x="113" y="463"/>
                      <a:pt x="113" y="463"/>
                    </a:cubicBezTo>
                    <a:cubicBezTo>
                      <a:pt x="113" y="464"/>
                      <a:pt x="113" y="464"/>
                      <a:pt x="113" y="464"/>
                    </a:cubicBezTo>
                    <a:cubicBezTo>
                      <a:pt x="114" y="465"/>
                      <a:pt x="114" y="465"/>
                      <a:pt x="114" y="465"/>
                    </a:cubicBezTo>
                    <a:cubicBezTo>
                      <a:pt x="114" y="466"/>
                      <a:pt x="114" y="466"/>
                      <a:pt x="114" y="466"/>
                    </a:cubicBezTo>
                    <a:cubicBezTo>
                      <a:pt x="113" y="467"/>
                      <a:pt x="113" y="467"/>
                      <a:pt x="113" y="467"/>
                    </a:cubicBezTo>
                    <a:cubicBezTo>
                      <a:pt x="114" y="468"/>
                      <a:pt x="114" y="468"/>
                      <a:pt x="114" y="468"/>
                    </a:cubicBezTo>
                    <a:cubicBezTo>
                      <a:pt x="115" y="469"/>
                      <a:pt x="115" y="469"/>
                      <a:pt x="115" y="469"/>
                    </a:cubicBezTo>
                    <a:cubicBezTo>
                      <a:pt x="117" y="471"/>
                      <a:pt x="117" y="471"/>
                      <a:pt x="117" y="471"/>
                    </a:cubicBezTo>
                    <a:cubicBezTo>
                      <a:pt x="119" y="471"/>
                      <a:pt x="119" y="471"/>
                      <a:pt x="119" y="471"/>
                    </a:cubicBezTo>
                    <a:cubicBezTo>
                      <a:pt x="120" y="472"/>
                      <a:pt x="120" y="472"/>
                      <a:pt x="120" y="472"/>
                    </a:cubicBezTo>
                    <a:cubicBezTo>
                      <a:pt x="120" y="473"/>
                      <a:pt x="120" y="473"/>
                      <a:pt x="120" y="473"/>
                    </a:cubicBezTo>
                    <a:cubicBezTo>
                      <a:pt x="121" y="474"/>
                      <a:pt x="121" y="474"/>
                      <a:pt x="121" y="474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19" y="477"/>
                      <a:pt x="119" y="477"/>
                      <a:pt x="119" y="477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0" y="479"/>
                      <a:pt x="120" y="479"/>
                      <a:pt x="120" y="479"/>
                    </a:cubicBezTo>
                    <a:cubicBezTo>
                      <a:pt x="119" y="483"/>
                      <a:pt x="119" y="483"/>
                      <a:pt x="119" y="483"/>
                    </a:cubicBezTo>
                    <a:cubicBezTo>
                      <a:pt x="119" y="486"/>
                      <a:pt x="119" y="486"/>
                      <a:pt x="119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19" y="491"/>
                      <a:pt x="119" y="491"/>
                      <a:pt x="119" y="491"/>
                    </a:cubicBezTo>
                    <a:cubicBezTo>
                      <a:pt x="118" y="495"/>
                      <a:pt x="118" y="495"/>
                      <a:pt x="118" y="495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6" y="496"/>
                      <a:pt x="116" y="496"/>
                      <a:pt x="116" y="496"/>
                    </a:cubicBezTo>
                    <a:cubicBezTo>
                      <a:pt x="116" y="497"/>
                      <a:pt x="116" y="497"/>
                      <a:pt x="116" y="497"/>
                    </a:cubicBezTo>
                    <a:cubicBezTo>
                      <a:pt x="115" y="497"/>
                      <a:pt x="115" y="497"/>
                      <a:pt x="115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1" y="496"/>
                      <a:pt x="111" y="496"/>
                      <a:pt x="111" y="496"/>
                    </a:cubicBezTo>
                    <a:cubicBezTo>
                      <a:pt x="109" y="496"/>
                      <a:pt x="109" y="496"/>
                      <a:pt x="109" y="496"/>
                    </a:cubicBezTo>
                    <a:cubicBezTo>
                      <a:pt x="108" y="497"/>
                      <a:pt x="108" y="497"/>
                      <a:pt x="108" y="497"/>
                    </a:cubicBezTo>
                    <a:cubicBezTo>
                      <a:pt x="106" y="496"/>
                      <a:pt x="106" y="496"/>
                      <a:pt x="106" y="496"/>
                    </a:cubicBezTo>
                    <a:cubicBezTo>
                      <a:pt x="105" y="495"/>
                      <a:pt x="105" y="495"/>
                      <a:pt x="105" y="495"/>
                    </a:cubicBezTo>
                    <a:cubicBezTo>
                      <a:pt x="102" y="495"/>
                      <a:pt x="102" y="495"/>
                      <a:pt x="102" y="495"/>
                    </a:cubicBezTo>
                    <a:cubicBezTo>
                      <a:pt x="98" y="496"/>
                      <a:pt x="98" y="496"/>
                      <a:pt x="98" y="496"/>
                    </a:cubicBezTo>
                    <a:cubicBezTo>
                      <a:pt x="96" y="496"/>
                      <a:pt x="96" y="496"/>
                      <a:pt x="96" y="496"/>
                    </a:cubicBezTo>
                    <a:cubicBezTo>
                      <a:pt x="91" y="495"/>
                      <a:pt x="91" y="495"/>
                      <a:pt x="91" y="495"/>
                    </a:cubicBezTo>
                    <a:cubicBezTo>
                      <a:pt x="89" y="494"/>
                      <a:pt x="89" y="494"/>
                      <a:pt x="89" y="494"/>
                    </a:cubicBezTo>
                    <a:cubicBezTo>
                      <a:pt x="88" y="493"/>
                      <a:pt x="88" y="493"/>
                      <a:pt x="88" y="493"/>
                    </a:cubicBezTo>
                    <a:cubicBezTo>
                      <a:pt x="86" y="494"/>
                      <a:pt x="86" y="494"/>
                      <a:pt x="86" y="494"/>
                    </a:cubicBezTo>
                    <a:cubicBezTo>
                      <a:pt x="84" y="495"/>
                      <a:pt x="84" y="495"/>
                      <a:pt x="84" y="495"/>
                    </a:cubicBezTo>
                    <a:cubicBezTo>
                      <a:pt x="82" y="494"/>
                      <a:pt x="82" y="494"/>
                      <a:pt x="82" y="494"/>
                    </a:cubicBezTo>
                    <a:cubicBezTo>
                      <a:pt x="80" y="494"/>
                      <a:pt x="80" y="494"/>
                      <a:pt x="80" y="494"/>
                    </a:cubicBezTo>
                    <a:cubicBezTo>
                      <a:pt x="79" y="495"/>
                      <a:pt x="79" y="495"/>
                      <a:pt x="79" y="495"/>
                    </a:cubicBezTo>
                    <a:cubicBezTo>
                      <a:pt x="78" y="493"/>
                      <a:pt x="78" y="493"/>
                      <a:pt x="78" y="493"/>
                    </a:cubicBezTo>
                    <a:cubicBezTo>
                      <a:pt x="76" y="493"/>
                      <a:pt x="76" y="493"/>
                      <a:pt x="76" y="493"/>
                    </a:cubicBezTo>
                    <a:cubicBezTo>
                      <a:pt x="75" y="493"/>
                      <a:pt x="75" y="493"/>
                      <a:pt x="75" y="493"/>
                    </a:cubicBezTo>
                    <a:cubicBezTo>
                      <a:pt x="74" y="493"/>
                      <a:pt x="74" y="493"/>
                      <a:pt x="74" y="493"/>
                    </a:cubicBezTo>
                    <a:cubicBezTo>
                      <a:pt x="71" y="495"/>
                      <a:pt x="71" y="495"/>
                      <a:pt x="71" y="495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72" y="497"/>
                      <a:pt x="72" y="497"/>
                      <a:pt x="72" y="497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69" y="497"/>
                      <a:pt x="69" y="497"/>
                      <a:pt x="69" y="497"/>
                    </a:cubicBezTo>
                    <a:cubicBezTo>
                      <a:pt x="68" y="497"/>
                      <a:pt x="68" y="497"/>
                      <a:pt x="68" y="497"/>
                    </a:cubicBezTo>
                    <a:cubicBezTo>
                      <a:pt x="65" y="498"/>
                      <a:pt x="65" y="498"/>
                      <a:pt x="65" y="498"/>
                    </a:cubicBezTo>
                    <a:cubicBezTo>
                      <a:pt x="64" y="500"/>
                      <a:pt x="64" y="500"/>
                      <a:pt x="64" y="500"/>
                    </a:cubicBezTo>
                    <a:cubicBezTo>
                      <a:pt x="65" y="502"/>
                      <a:pt x="65" y="502"/>
                      <a:pt x="65" y="502"/>
                    </a:cubicBezTo>
                    <a:cubicBezTo>
                      <a:pt x="66" y="502"/>
                      <a:pt x="66" y="502"/>
                      <a:pt x="66" y="502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5"/>
                      <a:pt x="66" y="505"/>
                      <a:pt x="66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8" y="506"/>
                      <a:pt x="68" y="506"/>
                      <a:pt x="68" y="506"/>
                    </a:cubicBezTo>
                    <a:cubicBezTo>
                      <a:pt x="66" y="507"/>
                      <a:pt x="66" y="507"/>
                      <a:pt x="66" y="507"/>
                    </a:cubicBezTo>
                    <a:cubicBezTo>
                      <a:pt x="67" y="507"/>
                      <a:pt x="67" y="507"/>
                      <a:pt x="67" y="507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10"/>
                      <a:pt x="67" y="510"/>
                      <a:pt x="67" y="510"/>
                    </a:cubicBezTo>
                    <a:cubicBezTo>
                      <a:pt x="68" y="513"/>
                      <a:pt x="68" y="513"/>
                      <a:pt x="68" y="513"/>
                    </a:cubicBezTo>
                    <a:cubicBezTo>
                      <a:pt x="67" y="517"/>
                      <a:pt x="67" y="517"/>
                      <a:pt x="67" y="517"/>
                    </a:cubicBezTo>
                    <a:cubicBezTo>
                      <a:pt x="68" y="518"/>
                      <a:pt x="68" y="518"/>
                      <a:pt x="68" y="518"/>
                    </a:cubicBezTo>
                    <a:cubicBezTo>
                      <a:pt x="67" y="520"/>
                      <a:pt x="67" y="520"/>
                      <a:pt x="67" y="520"/>
                    </a:cubicBezTo>
                    <a:cubicBezTo>
                      <a:pt x="68" y="521"/>
                      <a:pt x="68" y="521"/>
                      <a:pt x="68" y="521"/>
                    </a:cubicBezTo>
                    <a:cubicBezTo>
                      <a:pt x="67" y="522"/>
                      <a:pt x="67" y="522"/>
                      <a:pt x="67" y="522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6" y="526"/>
                      <a:pt x="66" y="526"/>
                    </a:cubicBezTo>
                    <a:cubicBezTo>
                      <a:pt x="65" y="529"/>
                      <a:pt x="65" y="529"/>
                      <a:pt x="65" y="529"/>
                    </a:cubicBezTo>
                    <a:cubicBezTo>
                      <a:pt x="65" y="530"/>
                      <a:pt x="65" y="530"/>
                      <a:pt x="65" y="530"/>
                    </a:cubicBezTo>
                    <a:cubicBezTo>
                      <a:pt x="63" y="532"/>
                      <a:pt x="63" y="532"/>
                      <a:pt x="63" y="532"/>
                    </a:cubicBezTo>
                    <a:cubicBezTo>
                      <a:pt x="62" y="537"/>
                      <a:pt x="62" y="537"/>
                      <a:pt x="62" y="537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39"/>
                      <a:pt x="63" y="539"/>
                      <a:pt x="63" y="539"/>
                    </a:cubicBezTo>
                    <a:cubicBezTo>
                      <a:pt x="63" y="541"/>
                      <a:pt x="63" y="541"/>
                      <a:pt x="63" y="541"/>
                    </a:cubicBezTo>
                    <a:cubicBezTo>
                      <a:pt x="65" y="542"/>
                      <a:pt x="65" y="542"/>
                      <a:pt x="65" y="542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7" y="543"/>
                      <a:pt x="67" y="543"/>
                      <a:pt x="67" y="543"/>
                    </a:cubicBezTo>
                    <a:cubicBezTo>
                      <a:pt x="66" y="545"/>
                      <a:pt x="66" y="545"/>
                      <a:pt x="66" y="545"/>
                    </a:cubicBezTo>
                    <a:cubicBezTo>
                      <a:pt x="66" y="548"/>
                      <a:pt x="66" y="548"/>
                      <a:pt x="66" y="548"/>
                    </a:cubicBezTo>
                    <a:cubicBezTo>
                      <a:pt x="65" y="551"/>
                      <a:pt x="65" y="551"/>
                      <a:pt x="65" y="551"/>
                    </a:cubicBezTo>
                    <a:cubicBezTo>
                      <a:pt x="65" y="552"/>
                      <a:pt x="65" y="552"/>
                      <a:pt x="65" y="552"/>
                    </a:cubicBezTo>
                    <a:cubicBezTo>
                      <a:pt x="66" y="553"/>
                      <a:pt x="66" y="553"/>
                      <a:pt x="66" y="553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71" y="553"/>
                      <a:pt x="71" y="553"/>
                      <a:pt x="71" y="553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5" y="553"/>
                      <a:pt x="75" y="553"/>
                      <a:pt x="75" y="553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8" y="552"/>
                      <a:pt x="78" y="552"/>
                      <a:pt x="78" y="552"/>
                    </a:cubicBezTo>
                    <a:cubicBezTo>
                      <a:pt x="80" y="552"/>
                      <a:pt x="80" y="552"/>
                      <a:pt x="80" y="552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7" y="561"/>
                      <a:pt x="87" y="561"/>
                      <a:pt x="87" y="561"/>
                    </a:cubicBezTo>
                    <a:cubicBezTo>
                      <a:pt x="90" y="562"/>
                      <a:pt x="90" y="562"/>
                      <a:pt x="90" y="562"/>
                    </a:cubicBezTo>
                    <a:cubicBezTo>
                      <a:pt x="92" y="560"/>
                      <a:pt x="92" y="560"/>
                      <a:pt x="92" y="560"/>
                    </a:cubicBezTo>
                    <a:cubicBezTo>
                      <a:pt x="92" y="559"/>
                      <a:pt x="92" y="559"/>
                      <a:pt x="92" y="559"/>
                    </a:cubicBezTo>
                    <a:cubicBezTo>
                      <a:pt x="93" y="558"/>
                      <a:pt x="93" y="558"/>
                      <a:pt x="93" y="558"/>
                    </a:cubicBezTo>
                    <a:cubicBezTo>
                      <a:pt x="96" y="558"/>
                      <a:pt x="96" y="558"/>
                      <a:pt x="96" y="558"/>
                    </a:cubicBezTo>
                    <a:cubicBezTo>
                      <a:pt x="98" y="556"/>
                      <a:pt x="98" y="556"/>
                      <a:pt x="98" y="556"/>
                    </a:cubicBezTo>
                    <a:cubicBezTo>
                      <a:pt x="101" y="556"/>
                      <a:pt x="101" y="556"/>
                      <a:pt x="101" y="556"/>
                    </a:cubicBezTo>
                    <a:cubicBezTo>
                      <a:pt x="102" y="555"/>
                      <a:pt x="102" y="555"/>
                      <a:pt x="102" y="555"/>
                    </a:cubicBezTo>
                    <a:cubicBezTo>
                      <a:pt x="105" y="556"/>
                      <a:pt x="105" y="556"/>
                      <a:pt x="105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8" y="555"/>
                      <a:pt x="108" y="555"/>
                      <a:pt x="108" y="555"/>
                    </a:cubicBezTo>
                    <a:cubicBezTo>
                      <a:pt x="109" y="555"/>
                      <a:pt x="109" y="555"/>
                      <a:pt x="109" y="555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12" y="555"/>
                      <a:pt x="112" y="555"/>
                      <a:pt x="112" y="555"/>
                    </a:cubicBezTo>
                    <a:cubicBezTo>
                      <a:pt x="112" y="554"/>
                      <a:pt x="112" y="554"/>
                      <a:pt x="112" y="554"/>
                    </a:cubicBezTo>
                    <a:cubicBezTo>
                      <a:pt x="113" y="555"/>
                      <a:pt x="113" y="555"/>
                      <a:pt x="113" y="555"/>
                    </a:cubicBezTo>
                    <a:cubicBezTo>
                      <a:pt x="115" y="556"/>
                      <a:pt x="115" y="556"/>
                      <a:pt x="115" y="556"/>
                    </a:cubicBezTo>
                    <a:cubicBezTo>
                      <a:pt x="117" y="553"/>
                      <a:pt x="117" y="553"/>
                      <a:pt x="117" y="553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21" y="550"/>
                      <a:pt x="121" y="550"/>
                      <a:pt x="121" y="550"/>
                    </a:cubicBezTo>
                    <a:cubicBezTo>
                      <a:pt x="124" y="550"/>
                      <a:pt x="124" y="550"/>
                      <a:pt x="124" y="550"/>
                    </a:cubicBezTo>
                    <a:cubicBezTo>
                      <a:pt x="125" y="548"/>
                      <a:pt x="125" y="548"/>
                      <a:pt x="125" y="548"/>
                    </a:cubicBezTo>
                    <a:cubicBezTo>
                      <a:pt x="124" y="547"/>
                      <a:pt x="124" y="547"/>
                      <a:pt x="124" y="547"/>
                    </a:cubicBezTo>
                    <a:cubicBezTo>
                      <a:pt x="125" y="546"/>
                      <a:pt x="125" y="546"/>
                      <a:pt x="125" y="546"/>
                    </a:cubicBezTo>
                    <a:cubicBezTo>
                      <a:pt x="127" y="542"/>
                      <a:pt x="127" y="542"/>
                      <a:pt x="127" y="542"/>
                    </a:cubicBezTo>
                    <a:cubicBezTo>
                      <a:pt x="127" y="541"/>
                      <a:pt x="127" y="541"/>
                      <a:pt x="127" y="541"/>
                    </a:cubicBezTo>
                    <a:cubicBezTo>
                      <a:pt x="129" y="540"/>
                      <a:pt x="129" y="540"/>
                      <a:pt x="129" y="540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29" y="535"/>
                      <a:pt x="129" y="535"/>
                      <a:pt x="129" y="535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8" y="534"/>
                      <a:pt x="128" y="534"/>
                      <a:pt x="128" y="534"/>
                    </a:cubicBezTo>
                    <a:cubicBezTo>
                      <a:pt x="127" y="532"/>
                      <a:pt x="127" y="532"/>
                      <a:pt x="127" y="532"/>
                    </a:cubicBezTo>
                    <a:cubicBezTo>
                      <a:pt x="127" y="531"/>
                      <a:pt x="127" y="531"/>
                      <a:pt x="127" y="531"/>
                    </a:cubicBezTo>
                    <a:cubicBezTo>
                      <a:pt x="130" y="526"/>
                      <a:pt x="130" y="526"/>
                      <a:pt x="130" y="526"/>
                    </a:cubicBezTo>
                    <a:cubicBezTo>
                      <a:pt x="131" y="526"/>
                      <a:pt x="131" y="526"/>
                      <a:pt x="131" y="526"/>
                    </a:cubicBezTo>
                    <a:cubicBezTo>
                      <a:pt x="133" y="523"/>
                      <a:pt x="133" y="523"/>
                      <a:pt x="133" y="523"/>
                    </a:cubicBezTo>
                    <a:cubicBezTo>
                      <a:pt x="134" y="523"/>
                      <a:pt x="134" y="523"/>
                      <a:pt x="134" y="523"/>
                    </a:cubicBezTo>
                    <a:cubicBezTo>
                      <a:pt x="135" y="522"/>
                      <a:pt x="135" y="522"/>
                      <a:pt x="135" y="522"/>
                    </a:cubicBezTo>
                    <a:cubicBezTo>
                      <a:pt x="136" y="520"/>
                      <a:pt x="136" y="520"/>
                      <a:pt x="136" y="520"/>
                    </a:cubicBezTo>
                    <a:cubicBezTo>
                      <a:pt x="136" y="519"/>
                      <a:pt x="136" y="519"/>
                      <a:pt x="136" y="519"/>
                    </a:cubicBezTo>
                    <a:cubicBezTo>
                      <a:pt x="137" y="519"/>
                      <a:pt x="137" y="519"/>
                      <a:pt x="137" y="519"/>
                    </a:cubicBezTo>
                    <a:cubicBezTo>
                      <a:pt x="138" y="518"/>
                      <a:pt x="138" y="518"/>
                      <a:pt x="138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3" y="517"/>
                      <a:pt x="143" y="517"/>
                    </a:cubicBezTo>
                    <a:cubicBezTo>
                      <a:pt x="144" y="517"/>
                      <a:pt x="144" y="517"/>
                      <a:pt x="145" y="515"/>
                    </a:cubicBezTo>
                    <a:cubicBezTo>
                      <a:pt x="148" y="514"/>
                      <a:pt x="148" y="514"/>
                      <a:pt x="148" y="514"/>
                    </a:cubicBezTo>
                    <a:cubicBezTo>
                      <a:pt x="149" y="512"/>
                      <a:pt x="149" y="512"/>
                      <a:pt x="149" y="512"/>
                    </a:cubicBezTo>
                    <a:cubicBezTo>
                      <a:pt x="149" y="510"/>
                      <a:pt x="149" y="510"/>
                      <a:pt x="149" y="510"/>
                    </a:cubicBezTo>
                    <a:cubicBezTo>
                      <a:pt x="149" y="508"/>
                      <a:pt x="149" y="508"/>
                      <a:pt x="149" y="508"/>
                    </a:cubicBezTo>
                    <a:cubicBezTo>
                      <a:pt x="150" y="507"/>
                      <a:pt x="150" y="507"/>
                      <a:pt x="150" y="507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49" y="505"/>
                      <a:pt x="149" y="505"/>
                      <a:pt x="149" y="505"/>
                    </a:cubicBezTo>
                    <a:cubicBezTo>
                      <a:pt x="149" y="503"/>
                      <a:pt x="149" y="503"/>
                      <a:pt x="149" y="503"/>
                    </a:cubicBezTo>
                    <a:cubicBezTo>
                      <a:pt x="149" y="501"/>
                      <a:pt x="149" y="501"/>
                      <a:pt x="149" y="501"/>
                    </a:cubicBezTo>
                    <a:cubicBezTo>
                      <a:pt x="150" y="500"/>
                      <a:pt x="150" y="500"/>
                      <a:pt x="150" y="500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5" y="497"/>
                      <a:pt x="155" y="497"/>
                      <a:pt x="155" y="497"/>
                    </a:cubicBezTo>
                    <a:cubicBezTo>
                      <a:pt x="157" y="497"/>
                      <a:pt x="157" y="497"/>
                      <a:pt x="157" y="497"/>
                    </a:cubicBezTo>
                    <a:cubicBezTo>
                      <a:pt x="158" y="498"/>
                      <a:pt x="158" y="498"/>
                      <a:pt x="158" y="498"/>
                    </a:cubicBezTo>
                    <a:cubicBezTo>
                      <a:pt x="160" y="498"/>
                      <a:pt x="160" y="498"/>
                      <a:pt x="160" y="498"/>
                    </a:cubicBezTo>
                    <a:cubicBezTo>
                      <a:pt x="161" y="497"/>
                      <a:pt x="161" y="497"/>
                      <a:pt x="161" y="497"/>
                    </a:cubicBezTo>
                    <a:cubicBezTo>
                      <a:pt x="162" y="497"/>
                      <a:pt x="162" y="497"/>
                      <a:pt x="162" y="497"/>
                    </a:cubicBezTo>
                    <a:cubicBezTo>
                      <a:pt x="166" y="500"/>
                      <a:pt x="166" y="500"/>
                      <a:pt x="166" y="500"/>
                    </a:cubicBezTo>
                    <a:cubicBezTo>
                      <a:pt x="167" y="501"/>
                      <a:pt x="167" y="501"/>
                      <a:pt x="167" y="501"/>
                    </a:cubicBezTo>
                    <a:cubicBezTo>
                      <a:pt x="171" y="501"/>
                      <a:pt x="171" y="501"/>
                      <a:pt x="171" y="501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4" y="497"/>
                      <a:pt x="174" y="497"/>
                      <a:pt x="174" y="497"/>
                    </a:cubicBezTo>
                    <a:cubicBezTo>
                      <a:pt x="178" y="494"/>
                      <a:pt x="178" y="494"/>
                      <a:pt x="178" y="494"/>
                    </a:cubicBezTo>
                    <a:cubicBezTo>
                      <a:pt x="182" y="493"/>
                      <a:pt x="182" y="493"/>
                      <a:pt x="182" y="493"/>
                    </a:cubicBezTo>
                    <a:cubicBezTo>
                      <a:pt x="184" y="491"/>
                      <a:pt x="184" y="491"/>
                      <a:pt x="184" y="491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7" y="489"/>
                      <a:pt x="187" y="489"/>
                      <a:pt x="187" y="489"/>
                    </a:cubicBezTo>
                    <a:cubicBezTo>
                      <a:pt x="192" y="490"/>
                      <a:pt x="192" y="490"/>
                      <a:pt x="192" y="490"/>
                    </a:cubicBezTo>
                    <a:cubicBezTo>
                      <a:pt x="193" y="491"/>
                      <a:pt x="193" y="491"/>
                      <a:pt x="193" y="491"/>
                    </a:cubicBezTo>
                    <a:cubicBezTo>
                      <a:pt x="195" y="491"/>
                      <a:pt x="195" y="491"/>
                      <a:pt x="195" y="491"/>
                    </a:cubicBezTo>
                    <a:cubicBezTo>
                      <a:pt x="197" y="494"/>
                      <a:pt x="197" y="494"/>
                      <a:pt x="197" y="494"/>
                    </a:cubicBezTo>
                    <a:cubicBezTo>
                      <a:pt x="198" y="496"/>
                      <a:pt x="198" y="496"/>
                      <a:pt x="198" y="496"/>
                    </a:cubicBezTo>
                    <a:cubicBezTo>
                      <a:pt x="198" y="498"/>
                      <a:pt x="198" y="498"/>
                      <a:pt x="198" y="498"/>
                    </a:cubicBezTo>
                    <a:cubicBezTo>
                      <a:pt x="199" y="498"/>
                      <a:pt x="199" y="498"/>
                      <a:pt x="199" y="498"/>
                    </a:cubicBezTo>
                    <a:cubicBezTo>
                      <a:pt x="199" y="500"/>
                      <a:pt x="199" y="500"/>
                      <a:pt x="199" y="500"/>
                    </a:cubicBezTo>
                    <a:cubicBezTo>
                      <a:pt x="201" y="501"/>
                      <a:pt x="201" y="501"/>
                      <a:pt x="201" y="501"/>
                    </a:cubicBezTo>
                    <a:cubicBezTo>
                      <a:pt x="202" y="503"/>
                      <a:pt x="202" y="503"/>
                      <a:pt x="202" y="503"/>
                    </a:cubicBezTo>
                    <a:cubicBezTo>
                      <a:pt x="204" y="504"/>
                      <a:pt x="204" y="504"/>
                      <a:pt x="204" y="504"/>
                    </a:cubicBezTo>
                    <a:cubicBezTo>
                      <a:pt x="204" y="506"/>
                      <a:pt x="204" y="506"/>
                      <a:pt x="204" y="506"/>
                    </a:cubicBezTo>
                    <a:cubicBezTo>
                      <a:pt x="207" y="506"/>
                      <a:pt x="207" y="506"/>
                      <a:pt x="207" y="506"/>
                    </a:cubicBezTo>
                    <a:cubicBezTo>
                      <a:pt x="208" y="507"/>
                      <a:pt x="208" y="507"/>
                      <a:pt x="208" y="507"/>
                    </a:cubicBezTo>
                    <a:cubicBezTo>
                      <a:pt x="208" y="509"/>
                      <a:pt x="208" y="509"/>
                      <a:pt x="208" y="509"/>
                    </a:cubicBezTo>
                    <a:cubicBezTo>
                      <a:pt x="209" y="509"/>
                      <a:pt x="209" y="509"/>
                      <a:pt x="209" y="509"/>
                    </a:cubicBezTo>
                    <a:cubicBezTo>
                      <a:pt x="212" y="513"/>
                      <a:pt x="212" y="513"/>
                      <a:pt x="212" y="513"/>
                    </a:cubicBezTo>
                    <a:cubicBezTo>
                      <a:pt x="215" y="515"/>
                      <a:pt x="215" y="515"/>
                      <a:pt x="215" y="515"/>
                    </a:cubicBezTo>
                    <a:cubicBezTo>
                      <a:pt x="217" y="515"/>
                      <a:pt x="217" y="515"/>
                      <a:pt x="217" y="515"/>
                    </a:cubicBezTo>
                    <a:cubicBezTo>
                      <a:pt x="218" y="516"/>
                      <a:pt x="218" y="516"/>
                      <a:pt x="218" y="516"/>
                    </a:cubicBezTo>
                    <a:cubicBezTo>
                      <a:pt x="218" y="517"/>
                      <a:pt x="218" y="517"/>
                      <a:pt x="218" y="517"/>
                    </a:cubicBezTo>
                    <a:cubicBezTo>
                      <a:pt x="220" y="517"/>
                      <a:pt x="220" y="517"/>
                      <a:pt x="220" y="517"/>
                    </a:cubicBezTo>
                    <a:cubicBezTo>
                      <a:pt x="221" y="517"/>
                      <a:pt x="221" y="517"/>
                      <a:pt x="221" y="517"/>
                    </a:cubicBezTo>
                    <a:cubicBezTo>
                      <a:pt x="222" y="517"/>
                      <a:pt x="222" y="517"/>
                      <a:pt x="222" y="517"/>
                    </a:cubicBezTo>
                    <a:cubicBezTo>
                      <a:pt x="224" y="517"/>
                      <a:pt x="224" y="517"/>
                      <a:pt x="224" y="517"/>
                    </a:cubicBezTo>
                    <a:cubicBezTo>
                      <a:pt x="225" y="520"/>
                      <a:pt x="225" y="520"/>
                      <a:pt x="225" y="520"/>
                    </a:cubicBezTo>
                    <a:cubicBezTo>
                      <a:pt x="226" y="521"/>
                      <a:pt x="226" y="521"/>
                      <a:pt x="226" y="521"/>
                    </a:cubicBezTo>
                    <a:cubicBezTo>
                      <a:pt x="227" y="520"/>
                      <a:pt x="227" y="520"/>
                      <a:pt x="227" y="520"/>
                    </a:cubicBezTo>
                    <a:cubicBezTo>
                      <a:pt x="228" y="521"/>
                      <a:pt x="228" y="521"/>
                      <a:pt x="228" y="521"/>
                    </a:cubicBezTo>
                    <a:cubicBezTo>
                      <a:pt x="228" y="522"/>
                      <a:pt x="228" y="522"/>
                      <a:pt x="228" y="522"/>
                    </a:cubicBezTo>
                    <a:cubicBezTo>
                      <a:pt x="230" y="522"/>
                      <a:pt x="230" y="522"/>
                      <a:pt x="230" y="522"/>
                    </a:cubicBezTo>
                    <a:cubicBezTo>
                      <a:pt x="231" y="522"/>
                      <a:pt x="231" y="522"/>
                      <a:pt x="231" y="522"/>
                    </a:cubicBezTo>
                    <a:cubicBezTo>
                      <a:pt x="231" y="523"/>
                      <a:pt x="231" y="523"/>
                      <a:pt x="231" y="523"/>
                    </a:cubicBezTo>
                    <a:cubicBezTo>
                      <a:pt x="231" y="524"/>
                      <a:pt x="231" y="524"/>
                      <a:pt x="231" y="524"/>
                    </a:cubicBezTo>
                    <a:cubicBezTo>
                      <a:pt x="231" y="525"/>
                      <a:pt x="231" y="525"/>
                      <a:pt x="231" y="525"/>
                    </a:cubicBezTo>
                    <a:cubicBezTo>
                      <a:pt x="232" y="526"/>
                      <a:pt x="232" y="526"/>
                      <a:pt x="232" y="526"/>
                    </a:cubicBezTo>
                    <a:cubicBezTo>
                      <a:pt x="233" y="526"/>
                      <a:pt x="233" y="526"/>
                      <a:pt x="233" y="526"/>
                    </a:cubicBezTo>
                    <a:cubicBezTo>
                      <a:pt x="234" y="527"/>
                      <a:pt x="234" y="527"/>
                      <a:pt x="234" y="527"/>
                    </a:cubicBezTo>
                    <a:cubicBezTo>
                      <a:pt x="236" y="528"/>
                      <a:pt x="236" y="528"/>
                      <a:pt x="236" y="528"/>
                    </a:cubicBezTo>
                    <a:cubicBezTo>
                      <a:pt x="237" y="527"/>
                      <a:pt x="237" y="527"/>
                      <a:pt x="237" y="527"/>
                    </a:cubicBezTo>
                    <a:cubicBezTo>
                      <a:pt x="238" y="528"/>
                      <a:pt x="238" y="528"/>
                      <a:pt x="238" y="528"/>
                    </a:cubicBezTo>
                    <a:cubicBezTo>
                      <a:pt x="238" y="530"/>
                      <a:pt x="238" y="530"/>
                      <a:pt x="238" y="530"/>
                    </a:cubicBezTo>
                    <a:cubicBezTo>
                      <a:pt x="239" y="532"/>
                      <a:pt x="239" y="532"/>
                      <a:pt x="239" y="532"/>
                    </a:cubicBezTo>
                    <a:cubicBezTo>
                      <a:pt x="239" y="533"/>
                      <a:pt x="239" y="533"/>
                      <a:pt x="239" y="533"/>
                    </a:cubicBezTo>
                    <a:cubicBezTo>
                      <a:pt x="240" y="535"/>
                      <a:pt x="240" y="535"/>
                      <a:pt x="240" y="535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39" y="539"/>
                      <a:pt x="239" y="539"/>
                      <a:pt x="239" y="539"/>
                    </a:cubicBezTo>
                    <a:cubicBezTo>
                      <a:pt x="239" y="540"/>
                      <a:pt x="239" y="540"/>
                      <a:pt x="239" y="540"/>
                    </a:cubicBezTo>
                    <a:cubicBezTo>
                      <a:pt x="239" y="541"/>
                      <a:pt x="239" y="541"/>
                      <a:pt x="239" y="541"/>
                    </a:cubicBezTo>
                    <a:cubicBezTo>
                      <a:pt x="238" y="542"/>
                      <a:pt x="238" y="542"/>
                      <a:pt x="238" y="542"/>
                    </a:cubicBezTo>
                    <a:cubicBezTo>
                      <a:pt x="238" y="543"/>
                      <a:pt x="238" y="543"/>
                      <a:pt x="238" y="543"/>
                    </a:cubicBezTo>
                    <a:cubicBezTo>
                      <a:pt x="237" y="543"/>
                      <a:pt x="237" y="543"/>
                      <a:pt x="237" y="543"/>
                    </a:cubicBezTo>
                    <a:cubicBezTo>
                      <a:pt x="236" y="542"/>
                      <a:pt x="236" y="542"/>
                      <a:pt x="236" y="542"/>
                    </a:cubicBezTo>
                    <a:cubicBezTo>
                      <a:pt x="234" y="544"/>
                      <a:pt x="234" y="544"/>
                      <a:pt x="234" y="544"/>
                    </a:cubicBezTo>
                    <a:cubicBezTo>
                      <a:pt x="233" y="544"/>
                      <a:pt x="233" y="544"/>
                      <a:pt x="233" y="544"/>
                    </a:cubicBezTo>
                    <a:cubicBezTo>
                      <a:pt x="231" y="543"/>
                      <a:pt x="231" y="543"/>
                      <a:pt x="231" y="543"/>
                    </a:cubicBezTo>
                    <a:cubicBezTo>
                      <a:pt x="230" y="544"/>
                      <a:pt x="230" y="544"/>
                      <a:pt x="230" y="544"/>
                    </a:cubicBezTo>
                    <a:cubicBezTo>
                      <a:pt x="226" y="544"/>
                      <a:pt x="226" y="544"/>
                      <a:pt x="226" y="544"/>
                    </a:cubicBezTo>
                    <a:cubicBezTo>
                      <a:pt x="224" y="545"/>
                      <a:pt x="224" y="545"/>
                      <a:pt x="224" y="54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0" y="544"/>
                      <a:pt x="220" y="544"/>
                      <a:pt x="220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7" y="544"/>
                      <a:pt x="217" y="544"/>
                      <a:pt x="217" y="544"/>
                    </a:cubicBezTo>
                    <a:cubicBezTo>
                      <a:pt x="215" y="545"/>
                      <a:pt x="215" y="545"/>
                      <a:pt x="215" y="545"/>
                    </a:cubicBezTo>
                    <a:cubicBezTo>
                      <a:pt x="215" y="548"/>
                      <a:pt x="215" y="548"/>
                      <a:pt x="215" y="548"/>
                    </a:cubicBezTo>
                    <a:cubicBezTo>
                      <a:pt x="217" y="550"/>
                      <a:pt x="217" y="550"/>
                      <a:pt x="217" y="550"/>
                    </a:cubicBezTo>
                    <a:cubicBezTo>
                      <a:pt x="218" y="549"/>
                      <a:pt x="218" y="549"/>
                      <a:pt x="218" y="549"/>
                    </a:cubicBezTo>
                    <a:cubicBezTo>
                      <a:pt x="221" y="551"/>
                      <a:pt x="221" y="551"/>
                      <a:pt x="221" y="551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4" y="553"/>
                      <a:pt x="224" y="553"/>
                      <a:pt x="224" y="553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9" y="556"/>
                      <a:pt x="229" y="556"/>
                      <a:pt x="229" y="556"/>
                    </a:cubicBezTo>
                    <a:cubicBezTo>
                      <a:pt x="233" y="557"/>
                      <a:pt x="233" y="557"/>
                      <a:pt x="233" y="557"/>
                    </a:cubicBezTo>
                    <a:cubicBezTo>
                      <a:pt x="235" y="557"/>
                      <a:pt x="235" y="557"/>
                      <a:pt x="235" y="557"/>
                    </a:cubicBezTo>
                    <a:cubicBezTo>
                      <a:pt x="235" y="555"/>
                      <a:pt x="235" y="555"/>
                      <a:pt x="235" y="555"/>
                    </a:cubicBezTo>
                    <a:cubicBezTo>
                      <a:pt x="236" y="554"/>
                      <a:pt x="236" y="554"/>
                      <a:pt x="236" y="554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5" y="550"/>
                      <a:pt x="235" y="550"/>
                      <a:pt x="235" y="550"/>
                    </a:cubicBezTo>
                    <a:cubicBezTo>
                      <a:pt x="236" y="547"/>
                      <a:pt x="236" y="547"/>
                      <a:pt x="236" y="547"/>
                    </a:cubicBezTo>
                    <a:cubicBezTo>
                      <a:pt x="237" y="546"/>
                      <a:pt x="237" y="546"/>
                      <a:pt x="237" y="546"/>
                    </a:cubicBezTo>
                    <a:cubicBezTo>
                      <a:pt x="237" y="545"/>
                      <a:pt x="237" y="545"/>
                      <a:pt x="237" y="545"/>
                    </a:cubicBezTo>
                    <a:cubicBezTo>
                      <a:pt x="239" y="547"/>
                      <a:pt x="239" y="547"/>
                      <a:pt x="239" y="547"/>
                    </a:cubicBezTo>
                    <a:cubicBezTo>
                      <a:pt x="242" y="547"/>
                      <a:pt x="242" y="547"/>
                      <a:pt x="242" y="547"/>
                    </a:cubicBezTo>
                    <a:cubicBezTo>
                      <a:pt x="243" y="545"/>
                      <a:pt x="243" y="545"/>
                      <a:pt x="243" y="545"/>
                    </a:cubicBezTo>
                    <a:cubicBezTo>
                      <a:pt x="243" y="544"/>
                      <a:pt x="243" y="544"/>
                      <a:pt x="243" y="544"/>
                    </a:cubicBezTo>
                    <a:cubicBezTo>
                      <a:pt x="245" y="542"/>
                      <a:pt x="245" y="542"/>
                      <a:pt x="245" y="542"/>
                    </a:cubicBezTo>
                    <a:cubicBezTo>
                      <a:pt x="245" y="539"/>
                      <a:pt x="245" y="539"/>
                      <a:pt x="245" y="539"/>
                    </a:cubicBezTo>
                    <a:cubicBezTo>
                      <a:pt x="246" y="538"/>
                      <a:pt x="246" y="538"/>
                      <a:pt x="246" y="538"/>
                    </a:cubicBezTo>
                    <a:cubicBezTo>
                      <a:pt x="248" y="537"/>
                      <a:pt x="248" y="537"/>
                      <a:pt x="248" y="537"/>
                    </a:cubicBezTo>
                    <a:cubicBezTo>
                      <a:pt x="249" y="536"/>
                      <a:pt x="249" y="536"/>
                      <a:pt x="249" y="536"/>
                    </a:cubicBezTo>
                    <a:cubicBezTo>
                      <a:pt x="248" y="535"/>
                      <a:pt x="248" y="535"/>
                      <a:pt x="248" y="535"/>
                    </a:cubicBezTo>
                    <a:cubicBezTo>
                      <a:pt x="248" y="533"/>
                      <a:pt x="248" y="533"/>
                      <a:pt x="248" y="533"/>
                    </a:cubicBezTo>
                    <a:cubicBezTo>
                      <a:pt x="248" y="532"/>
                      <a:pt x="248" y="532"/>
                      <a:pt x="248" y="532"/>
                    </a:cubicBezTo>
                    <a:cubicBezTo>
                      <a:pt x="245" y="530"/>
                      <a:pt x="245" y="530"/>
                      <a:pt x="245" y="530"/>
                    </a:cubicBezTo>
                    <a:cubicBezTo>
                      <a:pt x="244" y="530"/>
                      <a:pt x="244" y="530"/>
                      <a:pt x="244" y="530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5" y="528"/>
                      <a:pt x="245" y="528"/>
                      <a:pt x="245" y="528"/>
                    </a:cubicBezTo>
                    <a:cubicBezTo>
                      <a:pt x="245" y="527"/>
                      <a:pt x="245" y="527"/>
                      <a:pt x="245" y="527"/>
                    </a:cubicBezTo>
                    <a:cubicBezTo>
                      <a:pt x="245" y="526"/>
                      <a:pt x="245" y="526"/>
                      <a:pt x="245" y="526"/>
                    </a:cubicBezTo>
                    <a:cubicBezTo>
                      <a:pt x="246" y="525"/>
                      <a:pt x="246" y="525"/>
                      <a:pt x="246" y="525"/>
                    </a:cubicBezTo>
                    <a:cubicBezTo>
                      <a:pt x="247" y="524"/>
                      <a:pt x="247" y="524"/>
                      <a:pt x="247" y="524"/>
                    </a:cubicBezTo>
                    <a:cubicBezTo>
                      <a:pt x="247" y="523"/>
                      <a:pt x="247" y="523"/>
                      <a:pt x="247" y="523"/>
                    </a:cubicBezTo>
                    <a:cubicBezTo>
                      <a:pt x="248" y="523"/>
                      <a:pt x="248" y="523"/>
                      <a:pt x="248" y="523"/>
                    </a:cubicBezTo>
                    <a:cubicBezTo>
                      <a:pt x="249" y="524"/>
                      <a:pt x="249" y="524"/>
                      <a:pt x="249" y="524"/>
                    </a:cubicBezTo>
                    <a:cubicBezTo>
                      <a:pt x="249" y="525"/>
                      <a:pt x="249" y="525"/>
                      <a:pt x="249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6"/>
                      <a:pt x="252" y="526"/>
                      <a:pt x="252" y="526"/>
                    </a:cubicBezTo>
                    <a:cubicBezTo>
                      <a:pt x="253" y="527"/>
                      <a:pt x="253" y="527"/>
                      <a:pt x="253" y="527"/>
                    </a:cubicBezTo>
                    <a:cubicBezTo>
                      <a:pt x="254" y="529"/>
                      <a:pt x="254" y="529"/>
                      <a:pt x="254" y="529"/>
                    </a:cubicBezTo>
                    <a:cubicBezTo>
                      <a:pt x="256" y="530"/>
                      <a:pt x="256" y="530"/>
                      <a:pt x="256" y="530"/>
                    </a:cubicBezTo>
                    <a:cubicBezTo>
                      <a:pt x="256" y="529"/>
                      <a:pt x="256" y="529"/>
                      <a:pt x="256" y="529"/>
                    </a:cubicBezTo>
                    <a:cubicBezTo>
                      <a:pt x="257" y="528"/>
                      <a:pt x="257" y="528"/>
                      <a:pt x="257" y="528"/>
                    </a:cubicBezTo>
                    <a:cubicBezTo>
                      <a:pt x="257" y="527"/>
                      <a:pt x="257" y="527"/>
                      <a:pt x="257" y="527"/>
                    </a:cubicBezTo>
                    <a:cubicBezTo>
                      <a:pt x="257" y="526"/>
                      <a:pt x="257" y="526"/>
                      <a:pt x="257" y="526"/>
                    </a:cubicBezTo>
                    <a:cubicBezTo>
                      <a:pt x="257" y="524"/>
                      <a:pt x="257" y="524"/>
                      <a:pt x="257" y="524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5" y="522"/>
                      <a:pt x="255" y="522"/>
                      <a:pt x="255" y="522"/>
                    </a:cubicBezTo>
                    <a:cubicBezTo>
                      <a:pt x="253" y="521"/>
                      <a:pt x="253" y="521"/>
                      <a:pt x="253" y="521"/>
                    </a:cubicBezTo>
                    <a:cubicBezTo>
                      <a:pt x="251" y="520"/>
                      <a:pt x="251" y="520"/>
                      <a:pt x="251" y="520"/>
                    </a:cubicBezTo>
                    <a:cubicBezTo>
                      <a:pt x="249" y="518"/>
                      <a:pt x="249" y="518"/>
                      <a:pt x="249" y="518"/>
                    </a:cubicBezTo>
                    <a:cubicBezTo>
                      <a:pt x="243" y="515"/>
                      <a:pt x="243" y="515"/>
                      <a:pt x="243" y="515"/>
                    </a:cubicBezTo>
                    <a:cubicBezTo>
                      <a:pt x="240" y="514"/>
                      <a:pt x="240" y="514"/>
                      <a:pt x="240" y="514"/>
                    </a:cubicBezTo>
                    <a:cubicBezTo>
                      <a:pt x="239" y="514"/>
                      <a:pt x="239" y="514"/>
                      <a:pt x="239" y="514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40" y="512"/>
                      <a:pt x="240" y="512"/>
                      <a:pt x="240" y="512"/>
                    </a:cubicBezTo>
                    <a:cubicBezTo>
                      <a:pt x="241" y="510"/>
                      <a:pt x="241" y="510"/>
                      <a:pt x="241" y="510"/>
                    </a:cubicBezTo>
                    <a:cubicBezTo>
                      <a:pt x="239" y="509"/>
                      <a:pt x="239" y="509"/>
                      <a:pt x="239" y="509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6" y="509"/>
                      <a:pt x="236" y="509"/>
                      <a:pt x="236" y="509"/>
                    </a:cubicBezTo>
                    <a:cubicBezTo>
                      <a:pt x="233" y="509"/>
                      <a:pt x="233" y="509"/>
                      <a:pt x="233" y="509"/>
                    </a:cubicBezTo>
                    <a:cubicBezTo>
                      <a:pt x="232" y="509"/>
                      <a:pt x="232" y="509"/>
                      <a:pt x="232" y="509"/>
                    </a:cubicBezTo>
                    <a:cubicBezTo>
                      <a:pt x="231" y="509"/>
                      <a:pt x="231" y="509"/>
                      <a:pt x="231" y="509"/>
                    </a:cubicBezTo>
                    <a:cubicBezTo>
                      <a:pt x="230" y="508"/>
                      <a:pt x="230" y="508"/>
                      <a:pt x="230" y="508"/>
                    </a:cubicBezTo>
                    <a:cubicBezTo>
                      <a:pt x="228" y="506"/>
                      <a:pt x="228" y="506"/>
                      <a:pt x="228" y="506"/>
                    </a:cubicBezTo>
                    <a:cubicBezTo>
                      <a:pt x="227" y="504"/>
                      <a:pt x="227" y="504"/>
                      <a:pt x="227" y="504"/>
                    </a:cubicBezTo>
                    <a:cubicBezTo>
                      <a:pt x="225" y="503"/>
                      <a:pt x="225" y="503"/>
                      <a:pt x="225" y="503"/>
                    </a:cubicBezTo>
                    <a:cubicBezTo>
                      <a:pt x="225" y="502"/>
                      <a:pt x="225" y="502"/>
                      <a:pt x="225" y="502"/>
                    </a:cubicBezTo>
                    <a:cubicBezTo>
                      <a:pt x="225" y="500"/>
                      <a:pt x="225" y="500"/>
                      <a:pt x="225" y="500"/>
                    </a:cubicBezTo>
                    <a:cubicBezTo>
                      <a:pt x="224" y="500"/>
                      <a:pt x="224" y="500"/>
                      <a:pt x="224" y="500"/>
                    </a:cubicBezTo>
                    <a:cubicBezTo>
                      <a:pt x="224" y="499"/>
                      <a:pt x="224" y="499"/>
                      <a:pt x="224" y="499"/>
                    </a:cubicBezTo>
                    <a:cubicBezTo>
                      <a:pt x="219" y="494"/>
                      <a:pt x="219" y="494"/>
                      <a:pt x="219" y="494"/>
                    </a:cubicBezTo>
                    <a:cubicBezTo>
                      <a:pt x="218" y="493"/>
                      <a:pt x="218" y="493"/>
                      <a:pt x="218" y="493"/>
                    </a:cubicBezTo>
                    <a:cubicBezTo>
                      <a:pt x="213" y="490"/>
                      <a:pt x="213" y="490"/>
                      <a:pt x="213" y="490"/>
                    </a:cubicBezTo>
                    <a:cubicBezTo>
                      <a:pt x="212" y="489"/>
                      <a:pt x="212" y="489"/>
                      <a:pt x="212" y="489"/>
                    </a:cubicBezTo>
                    <a:cubicBezTo>
                      <a:pt x="212" y="487"/>
                      <a:pt x="212" y="487"/>
                      <a:pt x="212" y="487"/>
                    </a:cubicBezTo>
                    <a:cubicBezTo>
                      <a:pt x="211" y="486"/>
                      <a:pt x="211" y="486"/>
                      <a:pt x="211" y="486"/>
                    </a:cubicBezTo>
                    <a:cubicBezTo>
                      <a:pt x="212" y="485"/>
                      <a:pt x="212" y="485"/>
                      <a:pt x="212" y="485"/>
                    </a:cubicBezTo>
                    <a:cubicBezTo>
                      <a:pt x="213" y="483"/>
                      <a:pt x="213" y="483"/>
                      <a:pt x="213" y="483"/>
                    </a:cubicBezTo>
                    <a:cubicBezTo>
                      <a:pt x="212" y="482"/>
                      <a:pt x="212" y="482"/>
                      <a:pt x="212" y="482"/>
                    </a:cubicBezTo>
                    <a:cubicBezTo>
                      <a:pt x="211" y="480"/>
                      <a:pt x="211" y="480"/>
                      <a:pt x="211" y="480"/>
                    </a:cubicBezTo>
                    <a:cubicBezTo>
                      <a:pt x="212" y="480"/>
                      <a:pt x="212" y="480"/>
                      <a:pt x="212" y="480"/>
                    </a:cubicBezTo>
                    <a:cubicBezTo>
                      <a:pt x="213" y="480"/>
                      <a:pt x="213" y="480"/>
                      <a:pt x="213" y="480"/>
                    </a:cubicBezTo>
                    <a:cubicBezTo>
                      <a:pt x="214" y="478"/>
                      <a:pt x="214" y="478"/>
                      <a:pt x="214" y="478"/>
                    </a:cubicBezTo>
                    <a:cubicBezTo>
                      <a:pt x="216" y="478"/>
                      <a:pt x="216" y="478"/>
                      <a:pt x="216" y="478"/>
                    </a:cubicBezTo>
                    <a:cubicBezTo>
                      <a:pt x="217" y="477"/>
                      <a:pt x="217" y="477"/>
                      <a:pt x="217" y="477"/>
                    </a:cubicBezTo>
                    <a:cubicBezTo>
                      <a:pt x="218" y="477"/>
                      <a:pt x="218" y="477"/>
                      <a:pt x="218" y="477"/>
                    </a:cubicBezTo>
                    <a:cubicBezTo>
                      <a:pt x="219" y="477"/>
                      <a:pt x="219" y="477"/>
                      <a:pt x="219" y="477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19" y="478"/>
                      <a:pt x="219" y="478"/>
                      <a:pt x="219" y="478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20" y="483"/>
                      <a:pt x="220" y="483"/>
                      <a:pt x="220" y="483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4" y="484"/>
                      <a:pt x="224" y="484"/>
                      <a:pt x="224" y="484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5" y="486"/>
                      <a:pt x="225" y="486"/>
                      <a:pt x="225" y="486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8" y="489"/>
                      <a:pt x="228" y="489"/>
                      <a:pt x="228" y="489"/>
                    </a:cubicBezTo>
                    <a:cubicBezTo>
                      <a:pt x="233" y="496"/>
                      <a:pt x="233" y="496"/>
                      <a:pt x="233" y="496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4" y="493"/>
                      <a:pt x="234" y="493"/>
                      <a:pt x="234" y="493"/>
                    </a:cubicBezTo>
                    <a:cubicBezTo>
                      <a:pt x="236" y="494"/>
                      <a:pt x="236" y="494"/>
                      <a:pt x="236" y="494"/>
                    </a:cubicBezTo>
                    <a:cubicBezTo>
                      <a:pt x="237" y="495"/>
                      <a:pt x="237" y="495"/>
                      <a:pt x="237" y="495"/>
                    </a:cubicBezTo>
                    <a:cubicBezTo>
                      <a:pt x="238" y="496"/>
                      <a:pt x="238" y="496"/>
                      <a:pt x="238" y="496"/>
                    </a:cubicBezTo>
                    <a:cubicBezTo>
                      <a:pt x="239" y="497"/>
                      <a:pt x="239" y="497"/>
                      <a:pt x="239" y="497"/>
                    </a:cubicBezTo>
                    <a:cubicBezTo>
                      <a:pt x="240" y="497"/>
                      <a:pt x="240" y="497"/>
                      <a:pt x="240" y="497"/>
                    </a:cubicBezTo>
                    <a:cubicBezTo>
                      <a:pt x="241" y="498"/>
                      <a:pt x="241" y="498"/>
                      <a:pt x="241" y="498"/>
                    </a:cubicBezTo>
                    <a:cubicBezTo>
                      <a:pt x="238" y="498"/>
                      <a:pt x="238" y="498"/>
                      <a:pt x="238" y="498"/>
                    </a:cubicBezTo>
                    <a:cubicBezTo>
                      <a:pt x="243" y="500"/>
                      <a:pt x="243" y="500"/>
                      <a:pt x="243" y="500"/>
                    </a:cubicBezTo>
                    <a:cubicBezTo>
                      <a:pt x="242" y="501"/>
                      <a:pt x="242" y="501"/>
                      <a:pt x="242" y="501"/>
                    </a:cubicBezTo>
                    <a:cubicBezTo>
                      <a:pt x="244" y="502"/>
                      <a:pt x="244" y="502"/>
                      <a:pt x="244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50" y="503"/>
                      <a:pt x="250" y="503"/>
                      <a:pt x="250" y="503"/>
                    </a:cubicBezTo>
                    <a:cubicBezTo>
                      <a:pt x="250" y="502"/>
                      <a:pt x="250" y="502"/>
                      <a:pt x="250" y="502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5" y="504"/>
                      <a:pt x="255" y="504"/>
                      <a:pt x="255" y="504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7" y="506"/>
                      <a:pt x="257" y="506"/>
                      <a:pt x="257" y="506"/>
                    </a:cubicBezTo>
                    <a:cubicBezTo>
                      <a:pt x="259" y="509"/>
                      <a:pt x="259" y="509"/>
                      <a:pt x="259" y="509"/>
                    </a:cubicBezTo>
                    <a:cubicBezTo>
                      <a:pt x="260" y="510"/>
                      <a:pt x="260" y="510"/>
                      <a:pt x="260" y="510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3"/>
                      <a:pt x="263" y="513"/>
                      <a:pt x="263" y="513"/>
                    </a:cubicBezTo>
                    <a:cubicBezTo>
                      <a:pt x="262" y="516"/>
                      <a:pt x="262" y="516"/>
                      <a:pt x="262" y="516"/>
                    </a:cubicBezTo>
                    <a:cubicBezTo>
                      <a:pt x="263" y="519"/>
                      <a:pt x="263" y="519"/>
                      <a:pt x="263" y="519"/>
                    </a:cubicBezTo>
                    <a:cubicBezTo>
                      <a:pt x="262" y="520"/>
                      <a:pt x="262" y="520"/>
                      <a:pt x="262" y="520"/>
                    </a:cubicBezTo>
                    <a:cubicBezTo>
                      <a:pt x="262" y="522"/>
                      <a:pt x="262" y="522"/>
                      <a:pt x="262" y="522"/>
                    </a:cubicBezTo>
                    <a:cubicBezTo>
                      <a:pt x="263" y="523"/>
                      <a:pt x="263" y="523"/>
                      <a:pt x="263" y="523"/>
                    </a:cubicBezTo>
                    <a:cubicBezTo>
                      <a:pt x="262" y="525"/>
                      <a:pt x="262" y="525"/>
                      <a:pt x="262" y="525"/>
                    </a:cubicBezTo>
                    <a:cubicBezTo>
                      <a:pt x="263" y="526"/>
                      <a:pt x="263" y="526"/>
                      <a:pt x="263" y="526"/>
                    </a:cubicBezTo>
                    <a:cubicBezTo>
                      <a:pt x="266" y="526"/>
                      <a:pt x="266" y="526"/>
                      <a:pt x="266" y="526"/>
                    </a:cubicBezTo>
                    <a:cubicBezTo>
                      <a:pt x="267" y="529"/>
                      <a:pt x="267" y="529"/>
                      <a:pt x="267" y="529"/>
                    </a:cubicBezTo>
                    <a:cubicBezTo>
                      <a:pt x="266" y="528"/>
                      <a:pt x="266" y="528"/>
                      <a:pt x="266" y="528"/>
                    </a:cubicBezTo>
                    <a:cubicBezTo>
                      <a:pt x="264" y="529"/>
                      <a:pt x="264" y="529"/>
                      <a:pt x="264" y="529"/>
                    </a:cubicBezTo>
                    <a:cubicBezTo>
                      <a:pt x="264" y="531"/>
                      <a:pt x="264" y="531"/>
                      <a:pt x="264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8" y="534"/>
                      <a:pt x="268" y="534"/>
                      <a:pt x="268" y="534"/>
                    </a:cubicBezTo>
                    <a:cubicBezTo>
                      <a:pt x="269" y="533"/>
                      <a:pt x="269" y="533"/>
                      <a:pt x="269" y="533"/>
                    </a:cubicBezTo>
                    <a:cubicBezTo>
                      <a:pt x="272" y="535"/>
                      <a:pt x="272" y="535"/>
                      <a:pt x="272" y="535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8"/>
                      <a:pt x="273" y="538"/>
                      <a:pt x="273" y="538"/>
                    </a:cubicBezTo>
                    <a:cubicBezTo>
                      <a:pt x="272" y="539"/>
                      <a:pt x="272" y="539"/>
                      <a:pt x="272" y="539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1" y="542"/>
                      <a:pt x="271" y="542"/>
                      <a:pt x="271" y="542"/>
                    </a:cubicBezTo>
                    <a:cubicBezTo>
                      <a:pt x="271" y="544"/>
                      <a:pt x="271" y="544"/>
                      <a:pt x="271" y="544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3" y="545"/>
                      <a:pt x="273" y="545"/>
                      <a:pt x="273" y="545"/>
                    </a:cubicBezTo>
                    <a:cubicBezTo>
                      <a:pt x="274" y="545"/>
                      <a:pt x="274" y="545"/>
                      <a:pt x="274" y="545"/>
                    </a:cubicBezTo>
                    <a:cubicBezTo>
                      <a:pt x="273" y="546"/>
                      <a:pt x="273" y="546"/>
                      <a:pt x="273" y="546"/>
                    </a:cubicBezTo>
                    <a:cubicBezTo>
                      <a:pt x="272" y="547"/>
                      <a:pt x="272" y="547"/>
                      <a:pt x="272" y="547"/>
                    </a:cubicBezTo>
                    <a:cubicBezTo>
                      <a:pt x="274" y="549"/>
                      <a:pt x="274" y="549"/>
                      <a:pt x="274" y="549"/>
                    </a:cubicBezTo>
                    <a:cubicBezTo>
                      <a:pt x="275" y="549"/>
                      <a:pt x="275" y="549"/>
                      <a:pt x="275" y="549"/>
                    </a:cubicBezTo>
                    <a:cubicBezTo>
                      <a:pt x="275" y="548"/>
                      <a:pt x="275" y="548"/>
                      <a:pt x="275" y="548"/>
                    </a:cubicBezTo>
                    <a:cubicBezTo>
                      <a:pt x="278" y="549"/>
                      <a:pt x="278" y="549"/>
                      <a:pt x="278" y="549"/>
                    </a:cubicBezTo>
                    <a:cubicBezTo>
                      <a:pt x="276" y="547"/>
                      <a:pt x="276" y="547"/>
                      <a:pt x="276" y="547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6" y="544"/>
                      <a:pt x="276" y="544"/>
                      <a:pt x="276" y="544"/>
                    </a:cubicBezTo>
                    <a:cubicBezTo>
                      <a:pt x="275" y="544"/>
                      <a:pt x="275" y="544"/>
                      <a:pt x="275" y="544"/>
                    </a:cubicBezTo>
                    <a:cubicBezTo>
                      <a:pt x="275" y="543"/>
                      <a:pt x="275" y="543"/>
                      <a:pt x="275" y="543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4" y="541"/>
                      <a:pt x="274" y="541"/>
                      <a:pt x="274" y="541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5" y="539"/>
                      <a:pt x="275" y="539"/>
                      <a:pt x="275" y="539"/>
                    </a:cubicBezTo>
                    <a:cubicBezTo>
                      <a:pt x="274" y="539"/>
                      <a:pt x="274" y="539"/>
                      <a:pt x="274" y="539"/>
                    </a:cubicBezTo>
                    <a:cubicBezTo>
                      <a:pt x="276" y="540"/>
                      <a:pt x="276" y="540"/>
                      <a:pt x="276" y="540"/>
                    </a:cubicBezTo>
                    <a:cubicBezTo>
                      <a:pt x="276" y="543"/>
                      <a:pt x="276" y="543"/>
                      <a:pt x="276" y="543"/>
                    </a:cubicBezTo>
                    <a:cubicBezTo>
                      <a:pt x="278" y="543"/>
                      <a:pt x="278" y="543"/>
                      <a:pt x="278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9" y="543"/>
                      <a:pt x="279" y="543"/>
                      <a:pt x="279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8" y="544"/>
                      <a:pt x="278" y="544"/>
                      <a:pt x="278" y="544"/>
                    </a:cubicBezTo>
                    <a:cubicBezTo>
                      <a:pt x="277" y="544"/>
                      <a:pt x="277" y="544"/>
                      <a:pt x="277" y="544"/>
                    </a:cubicBezTo>
                    <a:cubicBezTo>
                      <a:pt x="276" y="546"/>
                      <a:pt x="276" y="546"/>
                      <a:pt x="276" y="546"/>
                    </a:cubicBezTo>
                    <a:cubicBezTo>
                      <a:pt x="278" y="548"/>
                      <a:pt x="278" y="548"/>
                      <a:pt x="278" y="548"/>
                    </a:cubicBezTo>
                    <a:cubicBezTo>
                      <a:pt x="280" y="549"/>
                      <a:pt x="280" y="549"/>
                      <a:pt x="280" y="549"/>
                    </a:cubicBezTo>
                    <a:cubicBezTo>
                      <a:pt x="281" y="550"/>
                      <a:pt x="281" y="550"/>
                      <a:pt x="281" y="550"/>
                    </a:cubicBezTo>
                    <a:cubicBezTo>
                      <a:pt x="281" y="551"/>
                      <a:pt x="281" y="551"/>
                      <a:pt x="281" y="551"/>
                    </a:cubicBezTo>
                    <a:cubicBezTo>
                      <a:pt x="280" y="551"/>
                      <a:pt x="280" y="551"/>
                      <a:pt x="280" y="551"/>
                    </a:cubicBezTo>
                    <a:cubicBezTo>
                      <a:pt x="281" y="553"/>
                      <a:pt x="281" y="553"/>
                      <a:pt x="281" y="553"/>
                    </a:cubicBezTo>
                    <a:cubicBezTo>
                      <a:pt x="282" y="555"/>
                      <a:pt x="282" y="555"/>
                      <a:pt x="282" y="555"/>
                    </a:cubicBezTo>
                    <a:cubicBezTo>
                      <a:pt x="284" y="557"/>
                      <a:pt x="284" y="557"/>
                      <a:pt x="284" y="557"/>
                    </a:cubicBezTo>
                    <a:cubicBezTo>
                      <a:pt x="284" y="555"/>
                      <a:pt x="284" y="555"/>
                      <a:pt x="284" y="555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8"/>
                      <a:pt x="286" y="558"/>
                      <a:pt x="286" y="558"/>
                    </a:cubicBezTo>
                    <a:cubicBezTo>
                      <a:pt x="288" y="560"/>
                      <a:pt x="288" y="560"/>
                      <a:pt x="288" y="560"/>
                    </a:cubicBezTo>
                    <a:cubicBezTo>
                      <a:pt x="288" y="557"/>
                      <a:pt x="288" y="557"/>
                      <a:pt x="288" y="557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1"/>
                      <a:pt x="290" y="561"/>
                      <a:pt x="290" y="561"/>
                    </a:cubicBezTo>
                    <a:cubicBezTo>
                      <a:pt x="292" y="562"/>
                      <a:pt x="292" y="562"/>
                      <a:pt x="292" y="562"/>
                    </a:cubicBezTo>
                    <a:cubicBezTo>
                      <a:pt x="293" y="560"/>
                      <a:pt x="293" y="560"/>
                      <a:pt x="293" y="560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4" y="559"/>
                      <a:pt x="294" y="559"/>
                      <a:pt x="294" y="559"/>
                    </a:cubicBezTo>
                    <a:cubicBezTo>
                      <a:pt x="292" y="556"/>
                      <a:pt x="292" y="556"/>
                      <a:pt x="292" y="556"/>
                    </a:cubicBezTo>
                    <a:cubicBezTo>
                      <a:pt x="292" y="555"/>
                      <a:pt x="292" y="555"/>
                      <a:pt x="292" y="555"/>
                    </a:cubicBezTo>
                    <a:cubicBezTo>
                      <a:pt x="291" y="553"/>
                      <a:pt x="291" y="553"/>
                      <a:pt x="291" y="553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1" y="550"/>
                      <a:pt x="291" y="550"/>
                      <a:pt x="291" y="550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1" y="552"/>
                      <a:pt x="291" y="552"/>
                      <a:pt x="291" y="552"/>
                    </a:cubicBezTo>
                    <a:cubicBezTo>
                      <a:pt x="293" y="551"/>
                      <a:pt x="293" y="551"/>
                      <a:pt x="293" y="551"/>
                    </a:cubicBezTo>
                    <a:cubicBezTo>
                      <a:pt x="295" y="552"/>
                      <a:pt x="295" y="552"/>
                      <a:pt x="295" y="552"/>
                    </a:cubicBezTo>
                    <a:cubicBezTo>
                      <a:pt x="295" y="550"/>
                      <a:pt x="295" y="550"/>
                      <a:pt x="295" y="550"/>
                    </a:cubicBezTo>
                    <a:cubicBezTo>
                      <a:pt x="294" y="550"/>
                      <a:pt x="294" y="550"/>
                      <a:pt x="294" y="550"/>
                    </a:cubicBezTo>
                    <a:cubicBezTo>
                      <a:pt x="294" y="549"/>
                      <a:pt x="294" y="549"/>
                      <a:pt x="294" y="549"/>
                    </a:cubicBezTo>
                    <a:cubicBezTo>
                      <a:pt x="293" y="549"/>
                      <a:pt x="293" y="549"/>
                      <a:pt x="293" y="549"/>
                    </a:cubicBezTo>
                    <a:cubicBezTo>
                      <a:pt x="292" y="548"/>
                      <a:pt x="292" y="548"/>
                      <a:pt x="292" y="548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1" y="547"/>
                      <a:pt x="291" y="547"/>
                      <a:pt x="291" y="547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3" y="547"/>
                      <a:pt x="293" y="547"/>
                      <a:pt x="293" y="547"/>
                    </a:cubicBezTo>
                    <a:cubicBezTo>
                      <a:pt x="294" y="546"/>
                      <a:pt x="294" y="546"/>
                      <a:pt x="294" y="546"/>
                    </a:cubicBezTo>
                    <a:cubicBezTo>
                      <a:pt x="295" y="547"/>
                      <a:pt x="295" y="547"/>
                      <a:pt x="295" y="547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8" y="548"/>
                      <a:pt x="298" y="548"/>
                      <a:pt x="298" y="548"/>
                    </a:cubicBezTo>
                    <a:cubicBezTo>
                      <a:pt x="298" y="547"/>
                      <a:pt x="298" y="547"/>
                      <a:pt x="298" y="547"/>
                    </a:cubicBezTo>
                    <a:cubicBezTo>
                      <a:pt x="297" y="545"/>
                      <a:pt x="297" y="545"/>
                      <a:pt x="297" y="545"/>
                    </a:cubicBezTo>
                    <a:cubicBezTo>
                      <a:pt x="297" y="543"/>
                      <a:pt x="297" y="543"/>
                      <a:pt x="297" y="543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300" y="547"/>
                      <a:pt x="300" y="547"/>
                      <a:pt x="300" y="547"/>
                    </a:cubicBezTo>
                    <a:cubicBezTo>
                      <a:pt x="301" y="546"/>
                      <a:pt x="301" y="546"/>
                      <a:pt x="301" y="546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4" y="549"/>
                      <a:pt x="304" y="549"/>
                      <a:pt x="304" y="549"/>
                    </a:cubicBezTo>
                    <a:cubicBezTo>
                      <a:pt x="305" y="549"/>
                      <a:pt x="305" y="549"/>
                      <a:pt x="305" y="549"/>
                    </a:cubicBezTo>
                    <a:cubicBezTo>
                      <a:pt x="306" y="550"/>
                      <a:pt x="306" y="550"/>
                      <a:pt x="306" y="550"/>
                    </a:cubicBezTo>
                    <a:cubicBezTo>
                      <a:pt x="307" y="551"/>
                      <a:pt x="307" y="551"/>
                      <a:pt x="307" y="551"/>
                    </a:cubicBezTo>
                    <a:cubicBezTo>
                      <a:pt x="307" y="552"/>
                      <a:pt x="307" y="552"/>
                      <a:pt x="307" y="552"/>
                    </a:cubicBezTo>
                    <a:cubicBezTo>
                      <a:pt x="310" y="550"/>
                      <a:pt x="310" y="550"/>
                      <a:pt x="310" y="550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7" y="548"/>
                      <a:pt x="307" y="548"/>
                      <a:pt x="307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4" y="546"/>
                      <a:pt x="304" y="546"/>
                      <a:pt x="304" y="546"/>
                    </a:cubicBezTo>
                    <a:cubicBezTo>
                      <a:pt x="304" y="545"/>
                      <a:pt x="304" y="545"/>
                      <a:pt x="304" y="545"/>
                    </a:cubicBezTo>
                    <a:cubicBezTo>
                      <a:pt x="302" y="545"/>
                      <a:pt x="302" y="545"/>
                      <a:pt x="302" y="545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03" y="544"/>
                      <a:pt x="303" y="544"/>
                      <a:pt x="303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2"/>
                      <a:pt x="300" y="542"/>
                      <a:pt x="300" y="542"/>
                    </a:cubicBezTo>
                    <a:cubicBezTo>
                      <a:pt x="300" y="541"/>
                      <a:pt x="300" y="541"/>
                      <a:pt x="300" y="541"/>
                    </a:cubicBezTo>
                    <a:cubicBezTo>
                      <a:pt x="299" y="540"/>
                      <a:pt x="299" y="540"/>
                      <a:pt x="299" y="540"/>
                    </a:cubicBezTo>
                    <a:cubicBezTo>
                      <a:pt x="296" y="537"/>
                      <a:pt x="296" y="537"/>
                      <a:pt x="296" y="537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4" y="537"/>
                      <a:pt x="294" y="537"/>
                      <a:pt x="294" y="537"/>
                    </a:cubicBezTo>
                    <a:cubicBezTo>
                      <a:pt x="293" y="537"/>
                      <a:pt x="293" y="537"/>
                      <a:pt x="293" y="537"/>
                    </a:cubicBezTo>
                    <a:cubicBezTo>
                      <a:pt x="293" y="536"/>
                      <a:pt x="293" y="536"/>
                      <a:pt x="293" y="536"/>
                    </a:cubicBezTo>
                    <a:cubicBezTo>
                      <a:pt x="293" y="535"/>
                      <a:pt x="293" y="535"/>
                      <a:pt x="293" y="535"/>
                    </a:cubicBezTo>
                    <a:cubicBezTo>
                      <a:pt x="295" y="537"/>
                      <a:pt x="295" y="537"/>
                      <a:pt x="295" y="537"/>
                    </a:cubicBezTo>
                    <a:cubicBezTo>
                      <a:pt x="295" y="536"/>
                      <a:pt x="295" y="536"/>
                      <a:pt x="295" y="536"/>
                    </a:cubicBezTo>
                    <a:cubicBezTo>
                      <a:pt x="295" y="534"/>
                      <a:pt x="295" y="534"/>
                      <a:pt x="295" y="534"/>
                    </a:cubicBezTo>
                    <a:cubicBezTo>
                      <a:pt x="294" y="534"/>
                      <a:pt x="294" y="534"/>
                      <a:pt x="294" y="534"/>
                    </a:cubicBezTo>
                    <a:cubicBezTo>
                      <a:pt x="293" y="534"/>
                      <a:pt x="293" y="534"/>
                      <a:pt x="293" y="534"/>
                    </a:cubicBezTo>
                    <a:cubicBezTo>
                      <a:pt x="293" y="533"/>
                      <a:pt x="293" y="533"/>
                      <a:pt x="293" y="533"/>
                    </a:cubicBezTo>
                    <a:cubicBezTo>
                      <a:pt x="292" y="534"/>
                      <a:pt x="292" y="534"/>
                      <a:pt x="292" y="534"/>
                    </a:cubicBezTo>
                    <a:cubicBezTo>
                      <a:pt x="292" y="533"/>
                      <a:pt x="292" y="533"/>
                      <a:pt x="292" y="533"/>
                    </a:cubicBezTo>
                    <a:cubicBezTo>
                      <a:pt x="289" y="529"/>
                      <a:pt x="289" y="529"/>
                      <a:pt x="289" y="529"/>
                    </a:cubicBezTo>
                    <a:cubicBezTo>
                      <a:pt x="288" y="529"/>
                      <a:pt x="288" y="529"/>
                      <a:pt x="288" y="529"/>
                    </a:cubicBezTo>
                    <a:cubicBezTo>
                      <a:pt x="288" y="528"/>
                      <a:pt x="288" y="528"/>
                      <a:pt x="288" y="528"/>
                    </a:cubicBezTo>
                    <a:cubicBezTo>
                      <a:pt x="286" y="527"/>
                      <a:pt x="286" y="527"/>
                      <a:pt x="286" y="527"/>
                    </a:cubicBezTo>
                    <a:cubicBezTo>
                      <a:pt x="287" y="526"/>
                      <a:pt x="287" y="526"/>
                      <a:pt x="287" y="526"/>
                    </a:cubicBezTo>
                    <a:cubicBezTo>
                      <a:pt x="286" y="523"/>
                      <a:pt x="286" y="523"/>
                      <a:pt x="286" y="523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90" y="525"/>
                      <a:pt x="290" y="525"/>
                      <a:pt x="290" y="525"/>
                    </a:cubicBezTo>
                    <a:cubicBezTo>
                      <a:pt x="290" y="526"/>
                      <a:pt x="290" y="526"/>
                      <a:pt x="290" y="526"/>
                    </a:cubicBezTo>
                    <a:cubicBezTo>
                      <a:pt x="292" y="528"/>
                      <a:pt x="292" y="528"/>
                      <a:pt x="292" y="528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3" y="526"/>
                      <a:pt x="293" y="526"/>
                      <a:pt x="293" y="526"/>
                    </a:cubicBezTo>
                    <a:cubicBezTo>
                      <a:pt x="292" y="525"/>
                      <a:pt x="292" y="525"/>
                      <a:pt x="292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4" y="527"/>
                      <a:pt x="294" y="527"/>
                      <a:pt x="294" y="527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7" y="526"/>
                      <a:pt x="297" y="526"/>
                      <a:pt x="297" y="526"/>
                    </a:cubicBezTo>
                    <a:cubicBezTo>
                      <a:pt x="296" y="525"/>
                      <a:pt x="296" y="525"/>
                      <a:pt x="296" y="525"/>
                    </a:cubicBezTo>
                    <a:cubicBezTo>
                      <a:pt x="295" y="525"/>
                      <a:pt x="295" y="525"/>
                      <a:pt x="295" y="525"/>
                    </a:cubicBezTo>
                    <a:cubicBezTo>
                      <a:pt x="297" y="525"/>
                      <a:pt x="297" y="525"/>
                      <a:pt x="297" y="525"/>
                    </a:cubicBezTo>
                    <a:cubicBezTo>
                      <a:pt x="298" y="526"/>
                      <a:pt x="298" y="526"/>
                      <a:pt x="298" y="526"/>
                    </a:cubicBezTo>
                    <a:cubicBezTo>
                      <a:pt x="299" y="524"/>
                      <a:pt x="299" y="524"/>
                      <a:pt x="299" y="524"/>
                    </a:cubicBezTo>
                    <a:cubicBezTo>
                      <a:pt x="297" y="522"/>
                      <a:pt x="297" y="522"/>
                      <a:pt x="297" y="522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8" y="521"/>
                      <a:pt x="298" y="521"/>
                      <a:pt x="298" y="521"/>
                    </a:cubicBezTo>
                    <a:cubicBezTo>
                      <a:pt x="298" y="519"/>
                      <a:pt x="298" y="519"/>
                      <a:pt x="298" y="519"/>
                    </a:cubicBezTo>
                    <a:cubicBezTo>
                      <a:pt x="299" y="519"/>
                      <a:pt x="299" y="519"/>
                      <a:pt x="299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299" y="522"/>
                      <a:pt x="299" y="522"/>
                      <a:pt x="299" y="522"/>
                    </a:cubicBezTo>
                    <a:cubicBezTo>
                      <a:pt x="300" y="522"/>
                      <a:pt x="300" y="522"/>
                      <a:pt x="300" y="522"/>
                    </a:cubicBezTo>
                    <a:cubicBezTo>
                      <a:pt x="301" y="522"/>
                      <a:pt x="301" y="522"/>
                      <a:pt x="301" y="522"/>
                    </a:cubicBezTo>
                    <a:cubicBezTo>
                      <a:pt x="302" y="521"/>
                      <a:pt x="302" y="521"/>
                      <a:pt x="302" y="521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5" y="519"/>
                      <a:pt x="305" y="519"/>
                      <a:pt x="305" y="519"/>
                    </a:cubicBezTo>
                    <a:cubicBezTo>
                      <a:pt x="308" y="519"/>
                      <a:pt x="308" y="519"/>
                      <a:pt x="308" y="519"/>
                    </a:cubicBezTo>
                    <a:cubicBezTo>
                      <a:pt x="310" y="519"/>
                      <a:pt x="310" y="519"/>
                      <a:pt x="310" y="519"/>
                    </a:cubicBezTo>
                    <a:cubicBezTo>
                      <a:pt x="310" y="521"/>
                      <a:pt x="310" y="521"/>
                      <a:pt x="310" y="521"/>
                    </a:cubicBezTo>
                    <a:cubicBezTo>
                      <a:pt x="312" y="522"/>
                      <a:pt x="312" y="522"/>
                      <a:pt x="312" y="522"/>
                    </a:cubicBezTo>
                    <a:cubicBezTo>
                      <a:pt x="312" y="521"/>
                      <a:pt x="312" y="521"/>
                      <a:pt x="312" y="521"/>
                    </a:cubicBezTo>
                    <a:cubicBezTo>
                      <a:pt x="312" y="524"/>
                      <a:pt x="312" y="524"/>
                      <a:pt x="312" y="524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1" y="528"/>
                      <a:pt x="311" y="528"/>
                      <a:pt x="311" y="528"/>
                    </a:cubicBezTo>
                    <a:cubicBezTo>
                      <a:pt x="312" y="529"/>
                      <a:pt x="312" y="529"/>
                      <a:pt x="312" y="529"/>
                    </a:cubicBezTo>
                    <a:cubicBezTo>
                      <a:pt x="312" y="530"/>
                      <a:pt x="312" y="530"/>
                      <a:pt x="312" y="530"/>
                    </a:cubicBezTo>
                    <a:cubicBezTo>
                      <a:pt x="311" y="531"/>
                      <a:pt x="311" y="531"/>
                      <a:pt x="311" y="531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0" y="533"/>
                      <a:pt x="310" y="533"/>
                      <a:pt x="310" y="533"/>
                    </a:cubicBezTo>
                    <a:cubicBezTo>
                      <a:pt x="309" y="535"/>
                      <a:pt x="309" y="535"/>
                      <a:pt x="309" y="535"/>
                    </a:cubicBezTo>
                    <a:cubicBezTo>
                      <a:pt x="310" y="536"/>
                      <a:pt x="310" y="536"/>
                      <a:pt x="310" y="536"/>
                    </a:cubicBezTo>
                    <a:cubicBezTo>
                      <a:pt x="311" y="536"/>
                      <a:pt x="311" y="536"/>
                      <a:pt x="311" y="536"/>
                    </a:cubicBezTo>
                    <a:cubicBezTo>
                      <a:pt x="312" y="536"/>
                      <a:pt x="312" y="536"/>
                      <a:pt x="312" y="536"/>
                    </a:cubicBezTo>
                    <a:cubicBezTo>
                      <a:pt x="313" y="537"/>
                      <a:pt x="313" y="537"/>
                      <a:pt x="313" y="537"/>
                    </a:cubicBezTo>
                    <a:cubicBezTo>
                      <a:pt x="315" y="537"/>
                      <a:pt x="315" y="537"/>
                      <a:pt x="315" y="537"/>
                    </a:cubicBezTo>
                    <a:cubicBezTo>
                      <a:pt x="315" y="534"/>
                      <a:pt x="315" y="534"/>
                      <a:pt x="315" y="534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6" y="531"/>
                      <a:pt x="316" y="531"/>
                      <a:pt x="316" y="531"/>
                    </a:cubicBezTo>
                    <a:cubicBezTo>
                      <a:pt x="317" y="531"/>
                      <a:pt x="317" y="531"/>
                      <a:pt x="317" y="531"/>
                    </a:cubicBezTo>
                    <a:cubicBezTo>
                      <a:pt x="316" y="532"/>
                      <a:pt x="316" y="532"/>
                      <a:pt x="316" y="532"/>
                    </a:cubicBezTo>
                    <a:cubicBezTo>
                      <a:pt x="316" y="534"/>
                      <a:pt x="316" y="534"/>
                      <a:pt x="316" y="534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5" y="538"/>
                      <a:pt x="315" y="538"/>
                      <a:pt x="315" y="538"/>
                    </a:cubicBezTo>
                    <a:cubicBezTo>
                      <a:pt x="317" y="539"/>
                      <a:pt x="317" y="539"/>
                      <a:pt x="317" y="539"/>
                    </a:cubicBezTo>
                    <a:cubicBezTo>
                      <a:pt x="316" y="540"/>
                      <a:pt x="316" y="540"/>
                      <a:pt x="316" y="540"/>
                    </a:cubicBezTo>
                    <a:cubicBezTo>
                      <a:pt x="315" y="539"/>
                      <a:pt x="315" y="539"/>
                      <a:pt x="315" y="539"/>
                    </a:cubicBezTo>
                    <a:cubicBezTo>
                      <a:pt x="314" y="538"/>
                      <a:pt x="314" y="538"/>
                      <a:pt x="314" y="538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3" y="539"/>
                      <a:pt x="313" y="539"/>
                      <a:pt x="313" y="539"/>
                    </a:cubicBezTo>
                    <a:cubicBezTo>
                      <a:pt x="311" y="538"/>
                      <a:pt x="311" y="538"/>
                      <a:pt x="311" y="538"/>
                    </a:cubicBezTo>
                    <a:cubicBezTo>
                      <a:pt x="310" y="539"/>
                      <a:pt x="310" y="539"/>
                      <a:pt x="310" y="539"/>
                    </a:cubicBezTo>
                    <a:cubicBezTo>
                      <a:pt x="310" y="540"/>
                      <a:pt x="310" y="540"/>
                      <a:pt x="310" y="540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0" y="542"/>
                      <a:pt x="310" y="542"/>
                      <a:pt x="310" y="542"/>
                    </a:cubicBezTo>
                    <a:cubicBezTo>
                      <a:pt x="310" y="543"/>
                      <a:pt x="310" y="543"/>
                      <a:pt x="310" y="543"/>
                    </a:cubicBezTo>
                    <a:cubicBezTo>
                      <a:pt x="312" y="544"/>
                      <a:pt x="312" y="544"/>
                      <a:pt x="312" y="544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4" y="543"/>
                      <a:pt x="314" y="543"/>
                      <a:pt x="314" y="543"/>
                    </a:cubicBezTo>
                    <a:cubicBezTo>
                      <a:pt x="316" y="545"/>
                      <a:pt x="316" y="545"/>
                      <a:pt x="316" y="545"/>
                    </a:cubicBezTo>
                    <a:cubicBezTo>
                      <a:pt x="316" y="544"/>
                      <a:pt x="316" y="544"/>
                      <a:pt x="316" y="544"/>
                    </a:cubicBezTo>
                    <a:cubicBezTo>
                      <a:pt x="317" y="545"/>
                      <a:pt x="317" y="545"/>
                      <a:pt x="317" y="545"/>
                    </a:cubicBezTo>
                    <a:cubicBezTo>
                      <a:pt x="318" y="545"/>
                      <a:pt x="318" y="545"/>
                      <a:pt x="318" y="545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20" y="547"/>
                      <a:pt x="320" y="547"/>
                      <a:pt x="320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7" y="546"/>
                      <a:pt x="317" y="546"/>
                      <a:pt x="317" y="546"/>
                    </a:cubicBezTo>
                    <a:cubicBezTo>
                      <a:pt x="316" y="546"/>
                      <a:pt x="316" y="546"/>
                      <a:pt x="316" y="546"/>
                    </a:cubicBezTo>
                    <a:cubicBezTo>
                      <a:pt x="315" y="547"/>
                      <a:pt x="315" y="547"/>
                      <a:pt x="315" y="547"/>
                    </a:cubicBezTo>
                    <a:cubicBezTo>
                      <a:pt x="314" y="548"/>
                      <a:pt x="314" y="548"/>
                      <a:pt x="314" y="548"/>
                    </a:cubicBezTo>
                    <a:cubicBezTo>
                      <a:pt x="312" y="548"/>
                      <a:pt x="312" y="548"/>
                      <a:pt x="312" y="548"/>
                    </a:cubicBezTo>
                    <a:cubicBezTo>
                      <a:pt x="311" y="550"/>
                      <a:pt x="311" y="550"/>
                      <a:pt x="311" y="550"/>
                    </a:cubicBezTo>
                    <a:cubicBezTo>
                      <a:pt x="312" y="551"/>
                      <a:pt x="312" y="551"/>
                      <a:pt x="312" y="551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7" y="549"/>
                      <a:pt x="317" y="549"/>
                      <a:pt x="317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9"/>
                      <a:pt x="319" y="549"/>
                      <a:pt x="319" y="549"/>
                    </a:cubicBezTo>
                    <a:cubicBezTo>
                      <a:pt x="320" y="550"/>
                      <a:pt x="320" y="550"/>
                      <a:pt x="320" y="550"/>
                    </a:cubicBezTo>
                    <a:cubicBezTo>
                      <a:pt x="321" y="550"/>
                      <a:pt x="321" y="550"/>
                      <a:pt x="321" y="550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1" y="552"/>
                      <a:pt x="321" y="552"/>
                      <a:pt x="321" y="552"/>
                    </a:cubicBezTo>
                    <a:cubicBezTo>
                      <a:pt x="320" y="554"/>
                      <a:pt x="320" y="554"/>
                      <a:pt x="320" y="554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4" y="554"/>
                      <a:pt x="324" y="554"/>
                      <a:pt x="324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4" y="555"/>
                      <a:pt x="324" y="555"/>
                      <a:pt x="324" y="555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1" y="556"/>
                      <a:pt x="321" y="556"/>
                      <a:pt x="321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5" y="558"/>
                      <a:pt x="325" y="558"/>
                      <a:pt x="325" y="558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7" y="558"/>
                      <a:pt x="327" y="558"/>
                      <a:pt x="327" y="558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30" y="556"/>
                      <a:pt x="330" y="556"/>
                      <a:pt x="330" y="556"/>
                    </a:cubicBezTo>
                    <a:cubicBezTo>
                      <a:pt x="331" y="556"/>
                      <a:pt x="331" y="556"/>
                      <a:pt x="331" y="556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4" y="558"/>
                      <a:pt x="334" y="558"/>
                      <a:pt x="334" y="558"/>
                    </a:cubicBezTo>
                    <a:cubicBezTo>
                      <a:pt x="334" y="559"/>
                      <a:pt x="334" y="559"/>
                      <a:pt x="334" y="559"/>
                    </a:cubicBezTo>
                    <a:cubicBezTo>
                      <a:pt x="336" y="560"/>
                      <a:pt x="336" y="560"/>
                      <a:pt x="336" y="560"/>
                    </a:cubicBezTo>
                    <a:cubicBezTo>
                      <a:pt x="337" y="560"/>
                      <a:pt x="337" y="560"/>
                      <a:pt x="337" y="560"/>
                    </a:cubicBezTo>
                    <a:cubicBezTo>
                      <a:pt x="338" y="561"/>
                      <a:pt x="338" y="561"/>
                      <a:pt x="338" y="561"/>
                    </a:cubicBezTo>
                    <a:cubicBezTo>
                      <a:pt x="340" y="560"/>
                      <a:pt x="340" y="560"/>
                      <a:pt x="340" y="560"/>
                    </a:cubicBezTo>
                    <a:cubicBezTo>
                      <a:pt x="341" y="560"/>
                      <a:pt x="341" y="560"/>
                      <a:pt x="341" y="560"/>
                    </a:cubicBezTo>
                    <a:cubicBezTo>
                      <a:pt x="343" y="560"/>
                      <a:pt x="343" y="560"/>
                      <a:pt x="343" y="560"/>
                    </a:cubicBezTo>
                    <a:cubicBezTo>
                      <a:pt x="343" y="559"/>
                      <a:pt x="343" y="559"/>
                      <a:pt x="343" y="559"/>
                    </a:cubicBezTo>
                    <a:cubicBezTo>
                      <a:pt x="345" y="560"/>
                      <a:pt x="345" y="560"/>
                      <a:pt x="345" y="560"/>
                    </a:cubicBezTo>
                    <a:cubicBezTo>
                      <a:pt x="346" y="559"/>
                      <a:pt x="346" y="559"/>
                      <a:pt x="346" y="559"/>
                    </a:cubicBezTo>
                    <a:cubicBezTo>
                      <a:pt x="346" y="557"/>
                      <a:pt x="346" y="557"/>
                      <a:pt x="346" y="557"/>
                    </a:cubicBezTo>
                    <a:cubicBezTo>
                      <a:pt x="346" y="556"/>
                      <a:pt x="346" y="556"/>
                      <a:pt x="346" y="556"/>
                    </a:cubicBezTo>
                    <a:cubicBezTo>
                      <a:pt x="346" y="555"/>
                      <a:pt x="346" y="555"/>
                      <a:pt x="346" y="555"/>
                    </a:cubicBezTo>
                    <a:cubicBezTo>
                      <a:pt x="348" y="555"/>
                      <a:pt x="348" y="555"/>
                      <a:pt x="348" y="555"/>
                    </a:cubicBezTo>
                    <a:cubicBezTo>
                      <a:pt x="351" y="555"/>
                      <a:pt x="351" y="555"/>
                      <a:pt x="351" y="555"/>
                    </a:cubicBezTo>
                    <a:cubicBezTo>
                      <a:pt x="355" y="557"/>
                      <a:pt x="355" y="557"/>
                      <a:pt x="355" y="557"/>
                    </a:cubicBezTo>
                    <a:cubicBezTo>
                      <a:pt x="356" y="557"/>
                      <a:pt x="356" y="557"/>
                      <a:pt x="356" y="557"/>
                    </a:cubicBezTo>
                    <a:cubicBezTo>
                      <a:pt x="358" y="560"/>
                      <a:pt x="358" y="560"/>
                      <a:pt x="358" y="560"/>
                    </a:cubicBezTo>
                    <a:cubicBezTo>
                      <a:pt x="360" y="561"/>
                      <a:pt x="360" y="561"/>
                      <a:pt x="360" y="561"/>
                    </a:cubicBezTo>
                    <a:cubicBezTo>
                      <a:pt x="367" y="560"/>
                      <a:pt x="367" y="560"/>
                      <a:pt x="367" y="560"/>
                    </a:cubicBezTo>
                    <a:cubicBezTo>
                      <a:pt x="369" y="559"/>
                      <a:pt x="369" y="559"/>
                      <a:pt x="369" y="559"/>
                    </a:cubicBezTo>
                    <a:cubicBezTo>
                      <a:pt x="370" y="559"/>
                      <a:pt x="370" y="559"/>
                      <a:pt x="370" y="559"/>
                    </a:cubicBezTo>
                    <a:cubicBezTo>
                      <a:pt x="370" y="560"/>
                      <a:pt x="370" y="560"/>
                      <a:pt x="370" y="560"/>
                    </a:cubicBezTo>
                    <a:cubicBezTo>
                      <a:pt x="372" y="559"/>
                      <a:pt x="372" y="559"/>
                      <a:pt x="372" y="559"/>
                    </a:cubicBezTo>
                    <a:cubicBezTo>
                      <a:pt x="372" y="558"/>
                      <a:pt x="372" y="558"/>
                      <a:pt x="372" y="558"/>
                    </a:cubicBezTo>
                    <a:cubicBezTo>
                      <a:pt x="375" y="554"/>
                      <a:pt x="375" y="554"/>
                      <a:pt x="375" y="554"/>
                    </a:cubicBezTo>
                    <a:cubicBezTo>
                      <a:pt x="376" y="554"/>
                      <a:pt x="376" y="554"/>
                      <a:pt x="376" y="554"/>
                    </a:cubicBezTo>
                    <a:cubicBezTo>
                      <a:pt x="378" y="555"/>
                      <a:pt x="378" y="555"/>
                      <a:pt x="378" y="555"/>
                    </a:cubicBezTo>
                    <a:cubicBezTo>
                      <a:pt x="380" y="556"/>
                      <a:pt x="380" y="556"/>
                      <a:pt x="380" y="556"/>
                    </a:cubicBezTo>
                    <a:cubicBezTo>
                      <a:pt x="383" y="555"/>
                      <a:pt x="383" y="555"/>
                      <a:pt x="383" y="555"/>
                    </a:cubicBezTo>
                    <a:cubicBezTo>
                      <a:pt x="384" y="555"/>
                      <a:pt x="384" y="555"/>
                      <a:pt x="384" y="555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4" y="556"/>
                      <a:pt x="384" y="556"/>
                      <a:pt x="384" y="556"/>
                    </a:cubicBezTo>
                    <a:cubicBezTo>
                      <a:pt x="383" y="557"/>
                      <a:pt x="383" y="557"/>
                      <a:pt x="383" y="557"/>
                    </a:cubicBezTo>
                    <a:cubicBezTo>
                      <a:pt x="383" y="558"/>
                      <a:pt x="383" y="558"/>
                      <a:pt x="383" y="558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3" y="561"/>
                      <a:pt x="383" y="561"/>
                      <a:pt x="383" y="561"/>
                    </a:cubicBezTo>
                    <a:cubicBezTo>
                      <a:pt x="383" y="564"/>
                      <a:pt x="383" y="564"/>
                      <a:pt x="383" y="564"/>
                    </a:cubicBezTo>
                    <a:cubicBezTo>
                      <a:pt x="384" y="566"/>
                      <a:pt x="384" y="566"/>
                      <a:pt x="384" y="566"/>
                    </a:cubicBezTo>
                    <a:cubicBezTo>
                      <a:pt x="385" y="568"/>
                      <a:pt x="385" y="568"/>
                      <a:pt x="385" y="568"/>
                    </a:cubicBezTo>
                    <a:cubicBezTo>
                      <a:pt x="385" y="569"/>
                      <a:pt x="385" y="569"/>
                      <a:pt x="385" y="569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3" y="572"/>
                      <a:pt x="383" y="572"/>
                      <a:pt x="383" y="572"/>
                    </a:cubicBezTo>
                    <a:cubicBezTo>
                      <a:pt x="383" y="578"/>
                      <a:pt x="383" y="578"/>
                      <a:pt x="383" y="578"/>
                    </a:cubicBezTo>
                    <a:cubicBezTo>
                      <a:pt x="382" y="579"/>
                      <a:pt x="382" y="579"/>
                      <a:pt x="382" y="579"/>
                    </a:cubicBezTo>
                    <a:cubicBezTo>
                      <a:pt x="380" y="581"/>
                      <a:pt x="380" y="581"/>
                      <a:pt x="380" y="581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79" y="585"/>
                      <a:pt x="379" y="585"/>
                      <a:pt x="379" y="585"/>
                    </a:cubicBezTo>
                    <a:cubicBezTo>
                      <a:pt x="378" y="591"/>
                      <a:pt x="378" y="591"/>
                      <a:pt x="378" y="591"/>
                    </a:cubicBezTo>
                    <a:cubicBezTo>
                      <a:pt x="376" y="595"/>
                      <a:pt x="376" y="595"/>
                      <a:pt x="376" y="595"/>
                    </a:cubicBezTo>
                    <a:cubicBezTo>
                      <a:pt x="374" y="598"/>
                      <a:pt x="374" y="598"/>
                      <a:pt x="374" y="598"/>
                    </a:cubicBezTo>
                    <a:cubicBezTo>
                      <a:pt x="373" y="599"/>
                      <a:pt x="373" y="599"/>
                      <a:pt x="373" y="599"/>
                    </a:cubicBezTo>
                    <a:cubicBezTo>
                      <a:pt x="371" y="599"/>
                      <a:pt x="371" y="599"/>
                      <a:pt x="371" y="599"/>
                    </a:cubicBezTo>
                    <a:cubicBezTo>
                      <a:pt x="366" y="599"/>
                      <a:pt x="366" y="599"/>
                      <a:pt x="366" y="599"/>
                    </a:cubicBezTo>
                    <a:cubicBezTo>
                      <a:pt x="363" y="600"/>
                      <a:pt x="363" y="600"/>
                      <a:pt x="363" y="600"/>
                    </a:cubicBezTo>
                    <a:cubicBezTo>
                      <a:pt x="360" y="597"/>
                      <a:pt x="360" y="597"/>
                      <a:pt x="360" y="597"/>
                    </a:cubicBezTo>
                    <a:cubicBezTo>
                      <a:pt x="359" y="598"/>
                      <a:pt x="359" y="598"/>
                      <a:pt x="359" y="598"/>
                    </a:cubicBezTo>
                    <a:cubicBezTo>
                      <a:pt x="358" y="597"/>
                      <a:pt x="358" y="597"/>
                      <a:pt x="358" y="597"/>
                    </a:cubicBezTo>
                    <a:cubicBezTo>
                      <a:pt x="357" y="597"/>
                      <a:pt x="357" y="597"/>
                      <a:pt x="357" y="597"/>
                    </a:cubicBezTo>
                    <a:cubicBezTo>
                      <a:pt x="355" y="597"/>
                      <a:pt x="355" y="597"/>
                      <a:pt x="355" y="597"/>
                    </a:cubicBezTo>
                    <a:cubicBezTo>
                      <a:pt x="354" y="596"/>
                      <a:pt x="354" y="596"/>
                      <a:pt x="354" y="596"/>
                    </a:cubicBezTo>
                    <a:cubicBezTo>
                      <a:pt x="356" y="596"/>
                      <a:pt x="356" y="596"/>
                      <a:pt x="356" y="596"/>
                    </a:cubicBezTo>
                    <a:cubicBezTo>
                      <a:pt x="353" y="596"/>
                      <a:pt x="353" y="596"/>
                      <a:pt x="353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0" y="597"/>
                      <a:pt x="350" y="597"/>
                      <a:pt x="350" y="597"/>
                    </a:cubicBezTo>
                    <a:cubicBezTo>
                      <a:pt x="347" y="597"/>
                      <a:pt x="347" y="597"/>
                      <a:pt x="347" y="597"/>
                    </a:cubicBezTo>
                    <a:cubicBezTo>
                      <a:pt x="346" y="597"/>
                      <a:pt x="346" y="597"/>
                      <a:pt x="346" y="597"/>
                    </a:cubicBezTo>
                    <a:cubicBezTo>
                      <a:pt x="344" y="599"/>
                      <a:pt x="344" y="599"/>
                      <a:pt x="344" y="599"/>
                    </a:cubicBezTo>
                    <a:cubicBezTo>
                      <a:pt x="342" y="599"/>
                      <a:pt x="342" y="599"/>
                      <a:pt x="342" y="599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38" y="601"/>
                      <a:pt x="338" y="601"/>
                      <a:pt x="338" y="601"/>
                    </a:cubicBezTo>
                    <a:cubicBezTo>
                      <a:pt x="335" y="600"/>
                      <a:pt x="335" y="600"/>
                      <a:pt x="335" y="600"/>
                    </a:cubicBezTo>
                    <a:cubicBezTo>
                      <a:pt x="333" y="600"/>
                      <a:pt x="333" y="600"/>
                      <a:pt x="333" y="600"/>
                    </a:cubicBezTo>
                    <a:cubicBezTo>
                      <a:pt x="331" y="600"/>
                      <a:pt x="331" y="600"/>
                      <a:pt x="331" y="600"/>
                    </a:cubicBezTo>
                    <a:cubicBezTo>
                      <a:pt x="329" y="599"/>
                      <a:pt x="329" y="599"/>
                      <a:pt x="329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5" y="598"/>
                      <a:pt x="325" y="598"/>
                      <a:pt x="325" y="598"/>
                    </a:cubicBezTo>
                    <a:cubicBezTo>
                      <a:pt x="322" y="597"/>
                      <a:pt x="322" y="597"/>
                      <a:pt x="322" y="597"/>
                    </a:cubicBezTo>
                    <a:cubicBezTo>
                      <a:pt x="317" y="597"/>
                      <a:pt x="317" y="597"/>
                      <a:pt x="317" y="597"/>
                    </a:cubicBezTo>
                    <a:cubicBezTo>
                      <a:pt x="314" y="596"/>
                      <a:pt x="314" y="596"/>
                      <a:pt x="314" y="596"/>
                    </a:cubicBezTo>
                    <a:cubicBezTo>
                      <a:pt x="310" y="596"/>
                      <a:pt x="310" y="596"/>
                      <a:pt x="310" y="596"/>
                    </a:cubicBezTo>
                    <a:cubicBezTo>
                      <a:pt x="309" y="596"/>
                      <a:pt x="309" y="596"/>
                      <a:pt x="309" y="596"/>
                    </a:cubicBezTo>
                    <a:cubicBezTo>
                      <a:pt x="309" y="595"/>
                      <a:pt x="309" y="595"/>
                      <a:pt x="309" y="595"/>
                    </a:cubicBezTo>
                    <a:cubicBezTo>
                      <a:pt x="308" y="593"/>
                      <a:pt x="308" y="593"/>
                      <a:pt x="308" y="593"/>
                    </a:cubicBezTo>
                    <a:cubicBezTo>
                      <a:pt x="306" y="593"/>
                      <a:pt x="306" y="593"/>
                      <a:pt x="306" y="593"/>
                    </a:cubicBezTo>
                    <a:cubicBezTo>
                      <a:pt x="305" y="593"/>
                      <a:pt x="305" y="593"/>
                      <a:pt x="305" y="593"/>
                    </a:cubicBezTo>
                    <a:cubicBezTo>
                      <a:pt x="300" y="592"/>
                      <a:pt x="300" y="592"/>
                      <a:pt x="300" y="592"/>
                    </a:cubicBezTo>
                    <a:cubicBezTo>
                      <a:pt x="299" y="592"/>
                      <a:pt x="299" y="592"/>
                      <a:pt x="299" y="592"/>
                    </a:cubicBezTo>
                    <a:cubicBezTo>
                      <a:pt x="297" y="591"/>
                      <a:pt x="297" y="591"/>
                      <a:pt x="297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5" y="591"/>
                      <a:pt x="295" y="591"/>
                      <a:pt x="295" y="591"/>
                    </a:cubicBezTo>
                    <a:cubicBezTo>
                      <a:pt x="295" y="589"/>
                      <a:pt x="295" y="589"/>
                      <a:pt x="295" y="589"/>
                    </a:cubicBezTo>
                    <a:cubicBezTo>
                      <a:pt x="291" y="587"/>
                      <a:pt x="291" y="587"/>
                      <a:pt x="291" y="587"/>
                    </a:cubicBezTo>
                    <a:cubicBezTo>
                      <a:pt x="289" y="587"/>
                      <a:pt x="289" y="587"/>
                      <a:pt x="289" y="587"/>
                    </a:cubicBezTo>
                    <a:cubicBezTo>
                      <a:pt x="287" y="586"/>
                      <a:pt x="287" y="586"/>
                      <a:pt x="287" y="586"/>
                    </a:cubicBezTo>
                    <a:cubicBezTo>
                      <a:pt x="286" y="586"/>
                      <a:pt x="286" y="586"/>
                      <a:pt x="286" y="586"/>
                    </a:cubicBezTo>
                    <a:cubicBezTo>
                      <a:pt x="285" y="587"/>
                      <a:pt x="285" y="587"/>
                      <a:pt x="285" y="587"/>
                    </a:cubicBezTo>
                    <a:cubicBezTo>
                      <a:pt x="284" y="586"/>
                      <a:pt x="284" y="586"/>
                      <a:pt x="284" y="586"/>
                    </a:cubicBezTo>
                    <a:cubicBezTo>
                      <a:pt x="283" y="586"/>
                      <a:pt x="283" y="586"/>
                      <a:pt x="283" y="586"/>
                    </a:cubicBezTo>
                    <a:cubicBezTo>
                      <a:pt x="281" y="587"/>
                      <a:pt x="281" y="587"/>
                      <a:pt x="281" y="587"/>
                    </a:cubicBezTo>
                    <a:cubicBezTo>
                      <a:pt x="277" y="587"/>
                      <a:pt x="277" y="587"/>
                      <a:pt x="277" y="587"/>
                    </a:cubicBezTo>
                    <a:cubicBezTo>
                      <a:pt x="274" y="589"/>
                      <a:pt x="274" y="589"/>
                      <a:pt x="274" y="589"/>
                    </a:cubicBezTo>
                    <a:cubicBezTo>
                      <a:pt x="272" y="591"/>
                      <a:pt x="272" y="591"/>
                      <a:pt x="272" y="591"/>
                    </a:cubicBezTo>
                    <a:cubicBezTo>
                      <a:pt x="271" y="593"/>
                      <a:pt x="271" y="593"/>
                      <a:pt x="271" y="593"/>
                    </a:cubicBezTo>
                    <a:cubicBezTo>
                      <a:pt x="270" y="594"/>
                      <a:pt x="270" y="594"/>
                      <a:pt x="270" y="594"/>
                    </a:cubicBezTo>
                    <a:cubicBezTo>
                      <a:pt x="270" y="598"/>
                      <a:pt x="270" y="598"/>
                      <a:pt x="270" y="598"/>
                    </a:cubicBezTo>
                    <a:cubicBezTo>
                      <a:pt x="271" y="600"/>
                      <a:pt x="271" y="600"/>
                      <a:pt x="271" y="600"/>
                    </a:cubicBezTo>
                    <a:cubicBezTo>
                      <a:pt x="272" y="603"/>
                      <a:pt x="272" y="603"/>
                      <a:pt x="272" y="603"/>
                    </a:cubicBezTo>
                    <a:cubicBezTo>
                      <a:pt x="272" y="604"/>
                      <a:pt x="272" y="604"/>
                      <a:pt x="272" y="604"/>
                    </a:cubicBezTo>
                    <a:cubicBezTo>
                      <a:pt x="270" y="606"/>
                      <a:pt x="270" y="606"/>
                      <a:pt x="270" y="606"/>
                    </a:cubicBezTo>
                    <a:cubicBezTo>
                      <a:pt x="269" y="606"/>
                      <a:pt x="269" y="606"/>
                      <a:pt x="269" y="606"/>
                    </a:cubicBezTo>
                    <a:cubicBezTo>
                      <a:pt x="267" y="608"/>
                      <a:pt x="267" y="608"/>
                      <a:pt x="267" y="608"/>
                    </a:cubicBezTo>
                    <a:cubicBezTo>
                      <a:pt x="266" y="609"/>
                      <a:pt x="266" y="609"/>
                      <a:pt x="266" y="609"/>
                    </a:cubicBezTo>
                    <a:cubicBezTo>
                      <a:pt x="263" y="608"/>
                      <a:pt x="263" y="608"/>
                      <a:pt x="263" y="608"/>
                    </a:cubicBezTo>
                    <a:cubicBezTo>
                      <a:pt x="258" y="604"/>
                      <a:pt x="258" y="604"/>
                      <a:pt x="258" y="604"/>
                    </a:cubicBezTo>
                    <a:cubicBezTo>
                      <a:pt x="254" y="602"/>
                      <a:pt x="254" y="602"/>
                      <a:pt x="254" y="602"/>
                    </a:cubicBezTo>
                    <a:cubicBezTo>
                      <a:pt x="249" y="600"/>
                      <a:pt x="249" y="600"/>
                      <a:pt x="249" y="600"/>
                    </a:cubicBezTo>
                    <a:cubicBezTo>
                      <a:pt x="246" y="599"/>
                      <a:pt x="246" y="599"/>
                      <a:pt x="246" y="599"/>
                    </a:cubicBezTo>
                    <a:cubicBezTo>
                      <a:pt x="245" y="600"/>
                      <a:pt x="245" y="600"/>
                      <a:pt x="245" y="600"/>
                    </a:cubicBezTo>
                    <a:cubicBezTo>
                      <a:pt x="243" y="600"/>
                      <a:pt x="243" y="600"/>
                      <a:pt x="243" y="600"/>
                    </a:cubicBezTo>
                    <a:cubicBezTo>
                      <a:pt x="240" y="599"/>
                      <a:pt x="240" y="599"/>
                      <a:pt x="240" y="599"/>
                    </a:cubicBezTo>
                    <a:cubicBezTo>
                      <a:pt x="238" y="595"/>
                      <a:pt x="238" y="595"/>
                      <a:pt x="238" y="595"/>
                    </a:cubicBezTo>
                    <a:cubicBezTo>
                      <a:pt x="238" y="592"/>
                      <a:pt x="238" y="592"/>
                      <a:pt x="238" y="592"/>
                    </a:cubicBezTo>
                    <a:cubicBezTo>
                      <a:pt x="236" y="590"/>
                      <a:pt x="236" y="590"/>
                      <a:pt x="236" y="590"/>
                    </a:cubicBezTo>
                    <a:cubicBezTo>
                      <a:pt x="231" y="589"/>
                      <a:pt x="231" y="589"/>
                      <a:pt x="231" y="589"/>
                    </a:cubicBezTo>
                    <a:cubicBezTo>
                      <a:pt x="229" y="587"/>
                      <a:pt x="229" y="587"/>
                      <a:pt x="229" y="587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2" y="586"/>
                      <a:pt x="222" y="586"/>
                      <a:pt x="222" y="586"/>
                    </a:cubicBezTo>
                    <a:cubicBezTo>
                      <a:pt x="217" y="587"/>
                      <a:pt x="217" y="587"/>
                      <a:pt x="217" y="587"/>
                    </a:cubicBezTo>
                    <a:cubicBezTo>
                      <a:pt x="214" y="586"/>
                      <a:pt x="214" y="586"/>
                      <a:pt x="214" y="586"/>
                    </a:cubicBezTo>
                    <a:cubicBezTo>
                      <a:pt x="212" y="585"/>
                      <a:pt x="212" y="585"/>
                      <a:pt x="212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08" y="583"/>
                      <a:pt x="208" y="583"/>
                      <a:pt x="208" y="583"/>
                    </a:cubicBezTo>
                    <a:cubicBezTo>
                      <a:pt x="207" y="583"/>
                      <a:pt x="207" y="583"/>
                      <a:pt x="207" y="583"/>
                    </a:cubicBezTo>
                    <a:cubicBezTo>
                      <a:pt x="207" y="582"/>
                      <a:pt x="207" y="582"/>
                      <a:pt x="207" y="582"/>
                    </a:cubicBezTo>
                    <a:cubicBezTo>
                      <a:pt x="206" y="581"/>
                      <a:pt x="206" y="581"/>
                      <a:pt x="206" y="581"/>
                    </a:cubicBezTo>
                    <a:cubicBezTo>
                      <a:pt x="207" y="580"/>
                      <a:pt x="207" y="580"/>
                      <a:pt x="207" y="580"/>
                    </a:cubicBezTo>
                    <a:cubicBezTo>
                      <a:pt x="206" y="579"/>
                      <a:pt x="206" y="579"/>
                      <a:pt x="206" y="579"/>
                    </a:cubicBezTo>
                    <a:cubicBezTo>
                      <a:pt x="204" y="579"/>
                      <a:pt x="204" y="579"/>
                      <a:pt x="204" y="579"/>
                    </a:cubicBezTo>
                    <a:cubicBezTo>
                      <a:pt x="203" y="580"/>
                      <a:pt x="203" y="580"/>
                      <a:pt x="203" y="580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0" y="579"/>
                      <a:pt x="200" y="579"/>
                      <a:pt x="200" y="579"/>
                    </a:cubicBezTo>
                    <a:cubicBezTo>
                      <a:pt x="199" y="578"/>
                      <a:pt x="199" y="578"/>
                      <a:pt x="199" y="578"/>
                    </a:cubicBezTo>
                    <a:cubicBezTo>
                      <a:pt x="200" y="576"/>
                      <a:pt x="200" y="576"/>
                      <a:pt x="200" y="576"/>
                    </a:cubicBezTo>
                    <a:cubicBezTo>
                      <a:pt x="204" y="574"/>
                      <a:pt x="204" y="574"/>
                      <a:pt x="204" y="574"/>
                    </a:cubicBezTo>
                    <a:cubicBezTo>
                      <a:pt x="206" y="571"/>
                      <a:pt x="206" y="571"/>
                      <a:pt x="206" y="571"/>
                    </a:cubicBezTo>
                    <a:cubicBezTo>
                      <a:pt x="207" y="570"/>
                      <a:pt x="207" y="570"/>
                      <a:pt x="207" y="570"/>
                    </a:cubicBezTo>
                    <a:cubicBezTo>
                      <a:pt x="206" y="570"/>
                      <a:pt x="206" y="570"/>
                      <a:pt x="206" y="570"/>
                    </a:cubicBezTo>
                    <a:cubicBezTo>
                      <a:pt x="207" y="569"/>
                      <a:pt x="207" y="569"/>
                      <a:pt x="207" y="569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5"/>
                      <a:pt x="206" y="565"/>
                      <a:pt x="206" y="565"/>
                    </a:cubicBezTo>
                    <a:cubicBezTo>
                      <a:pt x="204" y="564"/>
                      <a:pt x="204" y="564"/>
                      <a:pt x="204" y="564"/>
                    </a:cubicBezTo>
                    <a:cubicBezTo>
                      <a:pt x="202" y="562"/>
                      <a:pt x="202" y="562"/>
                      <a:pt x="202" y="562"/>
                    </a:cubicBezTo>
                    <a:cubicBezTo>
                      <a:pt x="202" y="560"/>
                      <a:pt x="202" y="560"/>
                      <a:pt x="202" y="560"/>
                    </a:cubicBezTo>
                    <a:cubicBezTo>
                      <a:pt x="204" y="559"/>
                      <a:pt x="204" y="559"/>
                      <a:pt x="204" y="559"/>
                    </a:cubicBezTo>
                    <a:cubicBezTo>
                      <a:pt x="204" y="558"/>
                      <a:pt x="204" y="558"/>
                      <a:pt x="204" y="558"/>
                    </a:cubicBezTo>
                    <a:cubicBezTo>
                      <a:pt x="206" y="555"/>
                      <a:pt x="206" y="555"/>
                      <a:pt x="206" y="555"/>
                    </a:cubicBezTo>
                    <a:cubicBezTo>
                      <a:pt x="206" y="553"/>
                      <a:pt x="206" y="553"/>
                      <a:pt x="206" y="553"/>
                    </a:cubicBezTo>
                    <a:cubicBezTo>
                      <a:pt x="204" y="553"/>
                      <a:pt x="204" y="553"/>
                      <a:pt x="204" y="553"/>
                    </a:cubicBezTo>
                    <a:cubicBezTo>
                      <a:pt x="201" y="555"/>
                      <a:pt x="201" y="555"/>
                      <a:pt x="201" y="555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2"/>
                      <a:pt x="199" y="552"/>
                      <a:pt x="199" y="552"/>
                    </a:cubicBezTo>
                    <a:cubicBezTo>
                      <a:pt x="198" y="551"/>
                      <a:pt x="198" y="551"/>
                      <a:pt x="198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3" y="551"/>
                      <a:pt x="193" y="551"/>
                      <a:pt x="193" y="551"/>
                    </a:cubicBezTo>
                    <a:cubicBezTo>
                      <a:pt x="190" y="553"/>
                      <a:pt x="190" y="553"/>
                      <a:pt x="190" y="553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6" y="554"/>
                      <a:pt x="186" y="554"/>
                      <a:pt x="186" y="554"/>
                    </a:cubicBezTo>
                    <a:cubicBezTo>
                      <a:pt x="185" y="554"/>
                      <a:pt x="185" y="554"/>
                      <a:pt x="185" y="554"/>
                    </a:cubicBezTo>
                    <a:cubicBezTo>
                      <a:pt x="182" y="555"/>
                      <a:pt x="182" y="555"/>
                      <a:pt x="182" y="555"/>
                    </a:cubicBezTo>
                    <a:cubicBezTo>
                      <a:pt x="180" y="554"/>
                      <a:pt x="180" y="554"/>
                      <a:pt x="180" y="554"/>
                    </a:cubicBezTo>
                    <a:cubicBezTo>
                      <a:pt x="177" y="553"/>
                      <a:pt x="177" y="553"/>
                      <a:pt x="177" y="553"/>
                    </a:cubicBezTo>
                    <a:cubicBezTo>
                      <a:pt x="177" y="554"/>
                      <a:pt x="177" y="554"/>
                      <a:pt x="177" y="554"/>
                    </a:cubicBezTo>
                    <a:cubicBezTo>
                      <a:pt x="176" y="555"/>
                      <a:pt x="176" y="555"/>
                      <a:pt x="176" y="555"/>
                    </a:cubicBezTo>
                    <a:cubicBezTo>
                      <a:pt x="175" y="555"/>
                      <a:pt x="175" y="555"/>
                      <a:pt x="175" y="555"/>
                    </a:cubicBezTo>
                    <a:cubicBezTo>
                      <a:pt x="175" y="554"/>
                      <a:pt x="175" y="554"/>
                      <a:pt x="175" y="554"/>
                    </a:cubicBezTo>
                    <a:cubicBezTo>
                      <a:pt x="173" y="553"/>
                      <a:pt x="173" y="553"/>
                      <a:pt x="173" y="553"/>
                    </a:cubicBezTo>
                    <a:cubicBezTo>
                      <a:pt x="171" y="553"/>
                      <a:pt x="171" y="553"/>
                      <a:pt x="171" y="553"/>
                    </a:cubicBezTo>
                    <a:cubicBezTo>
                      <a:pt x="171" y="554"/>
                      <a:pt x="171" y="554"/>
                      <a:pt x="171" y="554"/>
                    </a:cubicBezTo>
                    <a:cubicBezTo>
                      <a:pt x="169" y="554"/>
                      <a:pt x="169" y="554"/>
                      <a:pt x="169" y="554"/>
                    </a:cubicBezTo>
                    <a:cubicBezTo>
                      <a:pt x="169" y="555"/>
                      <a:pt x="169" y="555"/>
                      <a:pt x="169" y="555"/>
                    </a:cubicBezTo>
                    <a:cubicBezTo>
                      <a:pt x="168" y="555"/>
                      <a:pt x="168" y="555"/>
                      <a:pt x="168" y="555"/>
                    </a:cubicBezTo>
                    <a:cubicBezTo>
                      <a:pt x="167" y="555"/>
                      <a:pt x="167" y="555"/>
                      <a:pt x="167" y="555"/>
                    </a:cubicBezTo>
                    <a:cubicBezTo>
                      <a:pt x="165" y="556"/>
                      <a:pt x="165" y="556"/>
                      <a:pt x="165" y="556"/>
                    </a:cubicBezTo>
                    <a:cubicBezTo>
                      <a:pt x="164" y="556"/>
                      <a:pt x="164" y="556"/>
                      <a:pt x="164" y="556"/>
                    </a:cubicBezTo>
                    <a:cubicBezTo>
                      <a:pt x="163" y="555"/>
                      <a:pt x="163" y="555"/>
                      <a:pt x="163" y="555"/>
                    </a:cubicBezTo>
                    <a:cubicBezTo>
                      <a:pt x="161" y="555"/>
                      <a:pt x="161" y="555"/>
                      <a:pt x="161" y="555"/>
                    </a:cubicBezTo>
                    <a:cubicBezTo>
                      <a:pt x="160" y="554"/>
                      <a:pt x="160" y="554"/>
                      <a:pt x="160" y="554"/>
                    </a:cubicBezTo>
                    <a:cubicBezTo>
                      <a:pt x="158" y="555"/>
                      <a:pt x="158" y="555"/>
                      <a:pt x="158" y="555"/>
                    </a:cubicBezTo>
                    <a:cubicBezTo>
                      <a:pt x="156" y="554"/>
                      <a:pt x="156" y="554"/>
                      <a:pt x="156" y="554"/>
                    </a:cubicBezTo>
                    <a:cubicBezTo>
                      <a:pt x="155" y="554"/>
                      <a:pt x="155" y="554"/>
                      <a:pt x="155" y="554"/>
                    </a:cubicBezTo>
                    <a:cubicBezTo>
                      <a:pt x="154" y="554"/>
                      <a:pt x="154" y="554"/>
                      <a:pt x="154" y="554"/>
                    </a:cubicBezTo>
                    <a:cubicBezTo>
                      <a:pt x="153" y="554"/>
                      <a:pt x="153" y="554"/>
                      <a:pt x="153" y="554"/>
                    </a:cubicBezTo>
                    <a:cubicBezTo>
                      <a:pt x="152" y="556"/>
                      <a:pt x="152" y="556"/>
                      <a:pt x="152" y="556"/>
                    </a:cubicBezTo>
                    <a:cubicBezTo>
                      <a:pt x="151" y="556"/>
                      <a:pt x="151" y="556"/>
                      <a:pt x="151" y="556"/>
                    </a:cubicBezTo>
                    <a:cubicBezTo>
                      <a:pt x="149" y="555"/>
                      <a:pt x="149" y="555"/>
                      <a:pt x="149" y="555"/>
                    </a:cubicBezTo>
                    <a:cubicBezTo>
                      <a:pt x="147" y="557"/>
                      <a:pt x="147" y="557"/>
                      <a:pt x="147" y="557"/>
                    </a:cubicBezTo>
                    <a:cubicBezTo>
                      <a:pt x="146" y="557"/>
                      <a:pt x="146" y="557"/>
                      <a:pt x="146" y="557"/>
                    </a:cubicBezTo>
                    <a:cubicBezTo>
                      <a:pt x="145" y="556"/>
                      <a:pt x="145" y="556"/>
                      <a:pt x="145" y="556"/>
                    </a:cubicBezTo>
                    <a:cubicBezTo>
                      <a:pt x="143" y="557"/>
                      <a:pt x="143" y="557"/>
                      <a:pt x="143" y="557"/>
                    </a:cubicBezTo>
                    <a:cubicBezTo>
                      <a:pt x="140" y="557"/>
                      <a:pt x="140" y="557"/>
                      <a:pt x="140" y="557"/>
                    </a:cubicBezTo>
                    <a:cubicBezTo>
                      <a:pt x="138" y="556"/>
                      <a:pt x="138" y="556"/>
                      <a:pt x="138" y="556"/>
                    </a:cubicBezTo>
                    <a:cubicBezTo>
                      <a:pt x="135" y="559"/>
                      <a:pt x="135" y="559"/>
                      <a:pt x="135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2" y="559"/>
                      <a:pt x="132" y="559"/>
                      <a:pt x="132" y="559"/>
                    </a:cubicBezTo>
                    <a:cubicBezTo>
                      <a:pt x="129" y="561"/>
                      <a:pt x="129" y="561"/>
                      <a:pt x="129" y="561"/>
                    </a:cubicBezTo>
                    <a:cubicBezTo>
                      <a:pt x="129" y="562"/>
                      <a:pt x="129" y="562"/>
                      <a:pt x="129" y="562"/>
                    </a:cubicBezTo>
                    <a:cubicBezTo>
                      <a:pt x="129" y="563"/>
                      <a:pt x="129" y="563"/>
                      <a:pt x="129" y="563"/>
                    </a:cubicBezTo>
                    <a:cubicBezTo>
                      <a:pt x="128" y="563"/>
                      <a:pt x="128" y="563"/>
                      <a:pt x="128" y="563"/>
                    </a:cubicBezTo>
                    <a:cubicBezTo>
                      <a:pt x="128" y="562"/>
                      <a:pt x="128" y="562"/>
                      <a:pt x="128" y="562"/>
                    </a:cubicBezTo>
                    <a:cubicBezTo>
                      <a:pt x="126" y="562"/>
                      <a:pt x="126" y="562"/>
                      <a:pt x="126" y="562"/>
                    </a:cubicBezTo>
                    <a:cubicBezTo>
                      <a:pt x="125" y="563"/>
                      <a:pt x="125" y="563"/>
                      <a:pt x="125" y="563"/>
                    </a:cubicBezTo>
                    <a:cubicBezTo>
                      <a:pt x="125" y="564"/>
                      <a:pt x="125" y="564"/>
                      <a:pt x="125" y="564"/>
                    </a:cubicBezTo>
                    <a:cubicBezTo>
                      <a:pt x="123" y="564"/>
                      <a:pt x="123" y="564"/>
                      <a:pt x="123" y="564"/>
                    </a:cubicBezTo>
                    <a:cubicBezTo>
                      <a:pt x="121" y="565"/>
                      <a:pt x="121" y="565"/>
                      <a:pt x="121" y="565"/>
                    </a:cubicBezTo>
                    <a:cubicBezTo>
                      <a:pt x="120" y="566"/>
                      <a:pt x="120" y="566"/>
                      <a:pt x="120" y="566"/>
                    </a:cubicBezTo>
                    <a:cubicBezTo>
                      <a:pt x="120" y="567"/>
                      <a:pt x="120" y="567"/>
                      <a:pt x="120" y="567"/>
                    </a:cubicBezTo>
                    <a:cubicBezTo>
                      <a:pt x="119" y="568"/>
                      <a:pt x="119" y="568"/>
                      <a:pt x="119" y="568"/>
                    </a:cubicBezTo>
                    <a:cubicBezTo>
                      <a:pt x="117" y="568"/>
                      <a:pt x="117" y="568"/>
                      <a:pt x="117" y="568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0" y="568"/>
                      <a:pt x="110" y="568"/>
                      <a:pt x="110" y="568"/>
                    </a:cubicBezTo>
                    <a:cubicBezTo>
                      <a:pt x="109" y="568"/>
                      <a:pt x="109" y="568"/>
                      <a:pt x="109" y="568"/>
                    </a:cubicBezTo>
                    <a:cubicBezTo>
                      <a:pt x="109" y="566"/>
                      <a:pt x="109" y="566"/>
                      <a:pt x="109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6" y="567"/>
                      <a:pt x="106" y="567"/>
                      <a:pt x="106" y="567"/>
                    </a:cubicBezTo>
                    <a:cubicBezTo>
                      <a:pt x="104" y="568"/>
                      <a:pt x="104" y="568"/>
                      <a:pt x="104" y="568"/>
                    </a:cubicBezTo>
                    <a:cubicBezTo>
                      <a:pt x="101" y="567"/>
                      <a:pt x="101" y="567"/>
                      <a:pt x="101" y="567"/>
                    </a:cubicBezTo>
                    <a:cubicBezTo>
                      <a:pt x="100" y="567"/>
                      <a:pt x="100" y="567"/>
                      <a:pt x="100" y="567"/>
                    </a:cubicBezTo>
                    <a:cubicBezTo>
                      <a:pt x="98" y="568"/>
                      <a:pt x="98" y="568"/>
                      <a:pt x="98" y="568"/>
                    </a:cubicBezTo>
                    <a:cubicBezTo>
                      <a:pt x="96" y="568"/>
                      <a:pt x="96" y="568"/>
                      <a:pt x="96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3" y="566"/>
                      <a:pt x="93" y="566"/>
                      <a:pt x="93" y="566"/>
                    </a:cubicBezTo>
                    <a:cubicBezTo>
                      <a:pt x="92" y="565"/>
                      <a:pt x="92" y="565"/>
                      <a:pt x="92" y="565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3" y="563"/>
                      <a:pt x="93" y="563"/>
                      <a:pt x="93" y="563"/>
                    </a:cubicBezTo>
                    <a:cubicBezTo>
                      <a:pt x="92" y="562"/>
                      <a:pt x="92" y="562"/>
                      <a:pt x="92" y="562"/>
                    </a:cubicBezTo>
                    <a:cubicBezTo>
                      <a:pt x="90" y="563"/>
                      <a:pt x="90" y="563"/>
                      <a:pt x="90" y="563"/>
                    </a:cubicBezTo>
                    <a:cubicBezTo>
                      <a:pt x="89" y="563"/>
                      <a:pt x="89" y="563"/>
                      <a:pt x="89" y="563"/>
                    </a:cubicBezTo>
                    <a:cubicBezTo>
                      <a:pt x="88" y="563"/>
                      <a:pt x="88" y="563"/>
                      <a:pt x="88" y="563"/>
                    </a:cubicBezTo>
                    <a:cubicBezTo>
                      <a:pt x="86" y="565"/>
                      <a:pt x="86" y="565"/>
                      <a:pt x="86" y="565"/>
                    </a:cubicBezTo>
                    <a:cubicBezTo>
                      <a:pt x="86" y="569"/>
                      <a:pt x="86" y="569"/>
                      <a:pt x="86" y="569"/>
                    </a:cubicBezTo>
                    <a:cubicBezTo>
                      <a:pt x="84" y="571"/>
                      <a:pt x="84" y="571"/>
                      <a:pt x="84" y="571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3" y="576"/>
                      <a:pt x="83" y="576"/>
                      <a:pt x="83" y="576"/>
                    </a:cubicBezTo>
                    <a:cubicBezTo>
                      <a:pt x="80" y="578"/>
                      <a:pt x="80" y="578"/>
                      <a:pt x="80" y="578"/>
                    </a:cubicBezTo>
                    <a:cubicBezTo>
                      <a:pt x="79" y="579"/>
                      <a:pt x="79" y="579"/>
                      <a:pt x="79" y="579"/>
                    </a:cubicBezTo>
                    <a:cubicBezTo>
                      <a:pt x="77" y="580"/>
                      <a:pt x="77" y="580"/>
                      <a:pt x="77" y="580"/>
                    </a:cubicBezTo>
                    <a:cubicBezTo>
                      <a:pt x="75" y="581"/>
                      <a:pt x="75" y="581"/>
                      <a:pt x="75" y="581"/>
                    </a:cubicBezTo>
                    <a:cubicBezTo>
                      <a:pt x="73" y="583"/>
                      <a:pt x="73" y="583"/>
                      <a:pt x="73" y="583"/>
                    </a:cubicBezTo>
                    <a:cubicBezTo>
                      <a:pt x="72" y="583"/>
                      <a:pt x="72" y="583"/>
                      <a:pt x="72" y="583"/>
                    </a:cubicBezTo>
                    <a:cubicBezTo>
                      <a:pt x="69" y="585"/>
                      <a:pt x="69" y="585"/>
                      <a:pt x="69" y="585"/>
                    </a:cubicBezTo>
                    <a:cubicBezTo>
                      <a:pt x="67" y="585"/>
                      <a:pt x="67" y="585"/>
                      <a:pt x="67" y="585"/>
                    </a:cubicBezTo>
                    <a:cubicBezTo>
                      <a:pt x="66" y="587"/>
                      <a:pt x="66" y="587"/>
                      <a:pt x="66" y="587"/>
                    </a:cubicBezTo>
                    <a:cubicBezTo>
                      <a:pt x="62" y="590"/>
                      <a:pt x="62" y="590"/>
                      <a:pt x="62" y="590"/>
                    </a:cubicBezTo>
                    <a:cubicBezTo>
                      <a:pt x="63" y="592"/>
                      <a:pt x="63" y="592"/>
                      <a:pt x="63" y="592"/>
                    </a:cubicBezTo>
                    <a:cubicBezTo>
                      <a:pt x="63" y="594"/>
                      <a:pt x="63" y="594"/>
                      <a:pt x="63" y="594"/>
                    </a:cubicBezTo>
                    <a:cubicBezTo>
                      <a:pt x="60" y="596"/>
                      <a:pt x="60" y="596"/>
                      <a:pt x="60" y="596"/>
                    </a:cubicBezTo>
                    <a:cubicBezTo>
                      <a:pt x="58" y="600"/>
                      <a:pt x="58" y="600"/>
                      <a:pt x="58" y="600"/>
                    </a:cubicBezTo>
                    <a:cubicBezTo>
                      <a:pt x="58" y="602"/>
                      <a:pt x="58" y="602"/>
                      <a:pt x="58" y="602"/>
                    </a:cubicBezTo>
                    <a:cubicBezTo>
                      <a:pt x="59" y="605"/>
                      <a:pt x="59" y="605"/>
                      <a:pt x="59" y="605"/>
                    </a:cubicBezTo>
                    <a:cubicBezTo>
                      <a:pt x="58" y="607"/>
                      <a:pt x="58" y="607"/>
                      <a:pt x="58" y="607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55" y="616"/>
                      <a:pt x="55" y="616"/>
                      <a:pt x="55" y="616"/>
                    </a:cubicBezTo>
                    <a:cubicBezTo>
                      <a:pt x="54" y="618"/>
                      <a:pt x="54" y="618"/>
                      <a:pt x="54" y="618"/>
                    </a:cubicBezTo>
                    <a:cubicBezTo>
                      <a:pt x="53" y="620"/>
                      <a:pt x="53" y="620"/>
                      <a:pt x="53" y="620"/>
                    </a:cubicBezTo>
                    <a:cubicBezTo>
                      <a:pt x="50" y="620"/>
                      <a:pt x="50" y="620"/>
                      <a:pt x="50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38" y="626"/>
                      <a:pt x="38" y="626"/>
                      <a:pt x="38" y="626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9"/>
                      <a:pt x="36" y="629"/>
                      <a:pt x="36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3" y="633"/>
                      <a:pt x="33" y="633"/>
                      <a:pt x="33" y="633"/>
                    </a:cubicBezTo>
                    <a:cubicBezTo>
                      <a:pt x="33" y="635"/>
                      <a:pt x="33" y="635"/>
                      <a:pt x="33" y="635"/>
                    </a:cubicBezTo>
                    <a:cubicBezTo>
                      <a:pt x="32" y="635"/>
                      <a:pt x="32" y="635"/>
                      <a:pt x="32" y="635"/>
                    </a:cubicBezTo>
                    <a:cubicBezTo>
                      <a:pt x="26" y="638"/>
                      <a:pt x="26" y="638"/>
                      <a:pt x="26" y="638"/>
                    </a:cubicBezTo>
                    <a:cubicBezTo>
                      <a:pt x="26" y="639"/>
                      <a:pt x="26" y="639"/>
                      <a:pt x="26" y="639"/>
                    </a:cubicBezTo>
                    <a:cubicBezTo>
                      <a:pt x="24" y="641"/>
                      <a:pt x="24" y="641"/>
                      <a:pt x="24" y="641"/>
                    </a:cubicBezTo>
                    <a:cubicBezTo>
                      <a:pt x="24" y="643"/>
                      <a:pt x="24" y="643"/>
                      <a:pt x="24" y="643"/>
                    </a:cubicBezTo>
                    <a:cubicBezTo>
                      <a:pt x="20" y="649"/>
                      <a:pt x="20" y="649"/>
                      <a:pt x="20" y="649"/>
                    </a:cubicBezTo>
                    <a:cubicBezTo>
                      <a:pt x="19" y="651"/>
                      <a:pt x="19" y="651"/>
                      <a:pt x="19" y="651"/>
                    </a:cubicBezTo>
                    <a:cubicBezTo>
                      <a:pt x="16" y="654"/>
                      <a:pt x="16" y="654"/>
                      <a:pt x="16" y="654"/>
                    </a:cubicBezTo>
                    <a:cubicBezTo>
                      <a:pt x="15" y="655"/>
                      <a:pt x="15" y="655"/>
                      <a:pt x="15" y="655"/>
                    </a:cubicBezTo>
                    <a:cubicBezTo>
                      <a:pt x="13" y="659"/>
                      <a:pt x="13" y="659"/>
                      <a:pt x="13" y="659"/>
                    </a:cubicBezTo>
                    <a:cubicBezTo>
                      <a:pt x="13" y="660"/>
                      <a:pt x="13" y="660"/>
                      <a:pt x="13" y="660"/>
                    </a:cubicBezTo>
                    <a:cubicBezTo>
                      <a:pt x="10" y="664"/>
                      <a:pt x="10" y="664"/>
                      <a:pt x="10" y="664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8" y="669"/>
                      <a:pt x="8" y="669"/>
                      <a:pt x="8" y="669"/>
                    </a:cubicBezTo>
                    <a:cubicBezTo>
                      <a:pt x="7" y="670"/>
                      <a:pt x="7" y="670"/>
                      <a:pt x="7" y="670"/>
                    </a:cubicBezTo>
                    <a:cubicBezTo>
                      <a:pt x="5" y="671"/>
                      <a:pt x="5" y="671"/>
                      <a:pt x="5" y="671"/>
                    </a:cubicBezTo>
                    <a:cubicBezTo>
                      <a:pt x="5" y="673"/>
                      <a:pt x="5" y="673"/>
                      <a:pt x="5" y="673"/>
                    </a:cubicBezTo>
                    <a:cubicBezTo>
                      <a:pt x="5" y="675"/>
                      <a:pt x="5" y="675"/>
                      <a:pt x="5" y="675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7"/>
                      <a:pt x="5" y="677"/>
                      <a:pt x="5" y="677"/>
                    </a:cubicBezTo>
                    <a:cubicBezTo>
                      <a:pt x="4" y="679"/>
                      <a:pt x="4" y="679"/>
                      <a:pt x="4" y="679"/>
                    </a:cubicBezTo>
                    <a:cubicBezTo>
                      <a:pt x="4" y="683"/>
                      <a:pt x="4" y="683"/>
                      <a:pt x="4" y="683"/>
                    </a:cubicBezTo>
                    <a:cubicBezTo>
                      <a:pt x="6" y="681"/>
                      <a:pt x="6" y="681"/>
                      <a:pt x="6" y="681"/>
                    </a:cubicBezTo>
                    <a:cubicBezTo>
                      <a:pt x="7" y="682"/>
                      <a:pt x="7" y="682"/>
                      <a:pt x="7" y="682"/>
                    </a:cubicBezTo>
                    <a:cubicBezTo>
                      <a:pt x="8" y="683"/>
                      <a:pt x="8" y="683"/>
                      <a:pt x="8" y="683"/>
                    </a:cubicBezTo>
                    <a:cubicBezTo>
                      <a:pt x="8" y="682"/>
                      <a:pt x="8" y="682"/>
                      <a:pt x="8" y="682"/>
                    </a:cubicBezTo>
                    <a:cubicBezTo>
                      <a:pt x="10" y="684"/>
                      <a:pt x="10" y="684"/>
                      <a:pt x="10" y="684"/>
                    </a:cubicBezTo>
                    <a:cubicBezTo>
                      <a:pt x="9" y="685"/>
                      <a:pt x="9" y="685"/>
                      <a:pt x="9" y="685"/>
                    </a:cubicBezTo>
                    <a:cubicBezTo>
                      <a:pt x="10" y="687"/>
                      <a:pt x="10" y="687"/>
                      <a:pt x="10" y="687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7" y="690"/>
                      <a:pt x="7" y="690"/>
                      <a:pt x="7" y="690"/>
                    </a:cubicBezTo>
                    <a:cubicBezTo>
                      <a:pt x="10" y="693"/>
                      <a:pt x="10" y="693"/>
                      <a:pt x="10" y="693"/>
                    </a:cubicBezTo>
                    <a:cubicBezTo>
                      <a:pt x="11" y="701"/>
                      <a:pt x="11" y="701"/>
                      <a:pt x="11" y="701"/>
                    </a:cubicBezTo>
                    <a:cubicBezTo>
                      <a:pt x="11" y="706"/>
                      <a:pt x="11" y="706"/>
                      <a:pt x="11" y="706"/>
                    </a:cubicBezTo>
                    <a:cubicBezTo>
                      <a:pt x="9" y="708"/>
                      <a:pt x="9" y="708"/>
                      <a:pt x="9" y="708"/>
                    </a:cubicBezTo>
                    <a:cubicBezTo>
                      <a:pt x="8" y="713"/>
                      <a:pt x="8" y="713"/>
                      <a:pt x="8" y="713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8"/>
                      <a:pt x="7" y="718"/>
                      <a:pt x="7" y="718"/>
                    </a:cubicBezTo>
                    <a:cubicBezTo>
                      <a:pt x="5" y="721"/>
                      <a:pt x="5" y="721"/>
                      <a:pt x="5" y="721"/>
                    </a:cubicBezTo>
                    <a:cubicBezTo>
                      <a:pt x="0" y="726"/>
                      <a:pt x="0" y="726"/>
                      <a:pt x="0" y="726"/>
                    </a:cubicBezTo>
                    <a:cubicBezTo>
                      <a:pt x="3" y="728"/>
                      <a:pt x="3" y="728"/>
                      <a:pt x="3" y="728"/>
                    </a:cubicBezTo>
                    <a:cubicBezTo>
                      <a:pt x="5" y="731"/>
                      <a:pt x="5" y="731"/>
                      <a:pt x="5" y="731"/>
                    </a:cubicBezTo>
                    <a:cubicBezTo>
                      <a:pt x="6" y="731"/>
                      <a:pt x="6" y="731"/>
                      <a:pt x="6" y="731"/>
                    </a:cubicBezTo>
                    <a:cubicBezTo>
                      <a:pt x="6" y="732"/>
                      <a:pt x="6" y="732"/>
                      <a:pt x="6" y="732"/>
                    </a:cubicBezTo>
                    <a:cubicBezTo>
                      <a:pt x="4" y="732"/>
                      <a:pt x="4" y="732"/>
                      <a:pt x="4" y="732"/>
                    </a:cubicBezTo>
                    <a:cubicBezTo>
                      <a:pt x="7" y="734"/>
                      <a:pt x="7" y="734"/>
                      <a:pt x="7" y="734"/>
                    </a:cubicBezTo>
                    <a:cubicBezTo>
                      <a:pt x="6" y="734"/>
                      <a:pt x="6" y="734"/>
                      <a:pt x="6" y="734"/>
                    </a:cubicBezTo>
                    <a:cubicBezTo>
                      <a:pt x="6" y="735"/>
                      <a:pt x="6" y="735"/>
                      <a:pt x="6" y="735"/>
                    </a:cubicBezTo>
                    <a:cubicBezTo>
                      <a:pt x="4" y="737"/>
                      <a:pt x="4" y="737"/>
                      <a:pt x="4" y="737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40"/>
                      <a:pt x="5" y="740"/>
                      <a:pt x="5" y="740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7" y="745"/>
                      <a:pt x="7" y="745"/>
                      <a:pt x="7" y="745"/>
                    </a:cubicBezTo>
                    <a:cubicBezTo>
                      <a:pt x="9" y="746"/>
                      <a:pt x="9" y="746"/>
                      <a:pt x="9" y="746"/>
                    </a:cubicBezTo>
                    <a:cubicBezTo>
                      <a:pt x="8" y="746"/>
                      <a:pt x="8" y="746"/>
                      <a:pt x="8" y="746"/>
                    </a:cubicBezTo>
                    <a:cubicBezTo>
                      <a:pt x="10" y="748"/>
                      <a:pt x="10" y="748"/>
                      <a:pt x="10" y="748"/>
                    </a:cubicBezTo>
                    <a:cubicBezTo>
                      <a:pt x="12" y="748"/>
                      <a:pt x="12" y="748"/>
                      <a:pt x="12" y="748"/>
                    </a:cubicBezTo>
                    <a:cubicBezTo>
                      <a:pt x="12" y="749"/>
                      <a:pt x="12" y="749"/>
                      <a:pt x="12" y="749"/>
                    </a:cubicBezTo>
                    <a:cubicBezTo>
                      <a:pt x="13" y="749"/>
                      <a:pt x="13" y="749"/>
                      <a:pt x="13" y="749"/>
                    </a:cubicBezTo>
                    <a:cubicBezTo>
                      <a:pt x="14" y="749"/>
                      <a:pt x="14" y="749"/>
                      <a:pt x="14" y="749"/>
                    </a:cubicBezTo>
                    <a:cubicBezTo>
                      <a:pt x="15" y="750"/>
                      <a:pt x="15" y="750"/>
                      <a:pt x="15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5" y="752"/>
                      <a:pt x="15" y="752"/>
                      <a:pt x="15" y="752"/>
                    </a:cubicBezTo>
                    <a:cubicBezTo>
                      <a:pt x="16" y="752"/>
                      <a:pt x="16" y="752"/>
                      <a:pt x="16" y="752"/>
                    </a:cubicBezTo>
                    <a:cubicBezTo>
                      <a:pt x="14" y="754"/>
                      <a:pt x="14" y="754"/>
                      <a:pt x="14" y="754"/>
                    </a:cubicBezTo>
                    <a:cubicBezTo>
                      <a:pt x="18" y="753"/>
                      <a:pt x="18" y="753"/>
                      <a:pt x="18" y="753"/>
                    </a:cubicBezTo>
                    <a:cubicBezTo>
                      <a:pt x="18" y="754"/>
                      <a:pt x="18" y="754"/>
                      <a:pt x="18" y="754"/>
                    </a:cubicBezTo>
                    <a:cubicBezTo>
                      <a:pt x="19" y="755"/>
                      <a:pt x="19" y="755"/>
                      <a:pt x="19" y="755"/>
                    </a:cubicBezTo>
                    <a:cubicBezTo>
                      <a:pt x="21" y="754"/>
                      <a:pt x="21" y="754"/>
                      <a:pt x="21" y="754"/>
                    </a:cubicBezTo>
                    <a:cubicBezTo>
                      <a:pt x="21" y="755"/>
                      <a:pt x="21" y="755"/>
                      <a:pt x="21" y="755"/>
                    </a:cubicBezTo>
                    <a:cubicBezTo>
                      <a:pt x="21" y="758"/>
                      <a:pt x="21" y="758"/>
                      <a:pt x="21" y="758"/>
                    </a:cubicBezTo>
                    <a:cubicBezTo>
                      <a:pt x="23" y="761"/>
                      <a:pt x="23" y="761"/>
                      <a:pt x="23" y="761"/>
                    </a:cubicBezTo>
                    <a:cubicBezTo>
                      <a:pt x="25" y="761"/>
                      <a:pt x="25" y="761"/>
                      <a:pt x="25" y="761"/>
                    </a:cubicBezTo>
                    <a:cubicBezTo>
                      <a:pt x="26" y="761"/>
                      <a:pt x="26" y="761"/>
                      <a:pt x="26" y="761"/>
                    </a:cubicBezTo>
                    <a:cubicBezTo>
                      <a:pt x="27" y="760"/>
                      <a:pt x="27" y="760"/>
                      <a:pt x="27" y="760"/>
                    </a:cubicBezTo>
                    <a:cubicBezTo>
                      <a:pt x="27" y="762"/>
                      <a:pt x="27" y="762"/>
                      <a:pt x="27" y="762"/>
                    </a:cubicBezTo>
                    <a:cubicBezTo>
                      <a:pt x="28" y="763"/>
                      <a:pt x="28" y="763"/>
                      <a:pt x="28" y="763"/>
                    </a:cubicBezTo>
                    <a:cubicBezTo>
                      <a:pt x="29" y="763"/>
                      <a:pt x="29" y="763"/>
                      <a:pt x="29" y="763"/>
                    </a:cubicBezTo>
                    <a:cubicBezTo>
                      <a:pt x="30" y="765"/>
                      <a:pt x="30" y="765"/>
                      <a:pt x="30" y="765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7"/>
                      <a:pt x="32" y="767"/>
                      <a:pt x="32" y="767"/>
                    </a:cubicBezTo>
                    <a:cubicBezTo>
                      <a:pt x="32" y="768"/>
                      <a:pt x="32" y="768"/>
                      <a:pt x="32" y="768"/>
                    </a:cubicBezTo>
                    <a:cubicBezTo>
                      <a:pt x="32" y="770"/>
                      <a:pt x="32" y="770"/>
                      <a:pt x="32" y="770"/>
                    </a:cubicBezTo>
                    <a:cubicBezTo>
                      <a:pt x="33" y="770"/>
                      <a:pt x="33" y="770"/>
                      <a:pt x="33" y="770"/>
                    </a:cubicBezTo>
                    <a:cubicBezTo>
                      <a:pt x="32" y="772"/>
                      <a:pt x="32" y="772"/>
                      <a:pt x="32" y="772"/>
                    </a:cubicBezTo>
                    <a:cubicBezTo>
                      <a:pt x="33" y="773"/>
                      <a:pt x="33" y="773"/>
                      <a:pt x="33" y="773"/>
                    </a:cubicBezTo>
                    <a:cubicBezTo>
                      <a:pt x="34" y="773"/>
                      <a:pt x="34" y="773"/>
                      <a:pt x="34" y="773"/>
                    </a:cubicBezTo>
                    <a:cubicBezTo>
                      <a:pt x="35" y="775"/>
                      <a:pt x="35" y="775"/>
                      <a:pt x="35" y="775"/>
                    </a:cubicBezTo>
                    <a:cubicBezTo>
                      <a:pt x="35" y="777"/>
                      <a:pt x="35" y="777"/>
                      <a:pt x="35" y="777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6" y="779"/>
                      <a:pt x="36" y="779"/>
                      <a:pt x="36" y="779"/>
                    </a:cubicBezTo>
                    <a:cubicBezTo>
                      <a:pt x="35" y="780"/>
                      <a:pt x="35" y="780"/>
                      <a:pt x="35" y="780"/>
                    </a:cubicBezTo>
                    <a:cubicBezTo>
                      <a:pt x="36" y="782"/>
                      <a:pt x="36" y="782"/>
                      <a:pt x="36" y="782"/>
                    </a:cubicBezTo>
                    <a:cubicBezTo>
                      <a:pt x="37" y="782"/>
                      <a:pt x="37" y="782"/>
                      <a:pt x="37" y="782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1"/>
                      <a:pt x="38" y="781"/>
                      <a:pt x="38" y="781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3"/>
                      <a:pt x="38" y="783"/>
                      <a:pt x="38" y="783"/>
                    </a:cubicBezTo>
                    <a:cubicBezTo>
                      <a:pt x="41" y="784"/>
                      <a:pt x="41" y="784"/>
                      <a:pt x="41" y="784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7"/>
                      <a:pt x="48" y="787"/>
                      <a:pt x="48" y="787"/>
                    </a:cubicBezTo>
                    <a:cubicBezTo>
                      <a:pt x="49" y="788"/>
                      <a:pt x="49" y="788"/>
                      <a:pt x="49" y="788"/>
                    </a:cubicBezTo>
                    <a:cubicBezTo>
                      <a:pt x="51" y="790"/>
                      <a:pt x="51" y="790"/>
                      <a:pt x="51" y="790"/>
                    </a:cubicBezTo>
                    <a:cubicBezTo>
                      <a:pt x="52" y="790"/>
                      <a:pt x="52" y="790"/>
                      <a:pt x="52" y="790"/>
                    </a:cubicBezTo>
                    <a:cubicBezTo>
                      <a:pt x="55" y="792"/>
                      <a:pt x="55" y="792"/>
                      <a:pt x="55" y="792"/>
                    </a:cubicBezTo>
                    <a:cubicBezTo>
                      <a:pt x="60" y="797"/>
                      <a:pt x="60" y="797"/>
                      <a:pt x="60" y="797"/>
                    </a:cubicBezTo>
                    <a:cubicBezTo>
                      <a:pt x="62" y="797"/>
                      <a:pt x="62" y="797"/>
                      <a:pt x="62" y="797"/>
                    </a:cubicBezTo>
                    <a:cubicBezTo>
                      <a:pt x="67" y="801"/>
                      <a:pt x="67" y="801"/>
                      <a:pt x="67" y="801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5" y="804"/>
                      <a:pt x="75" y="804"/>
                      <a:pt x="75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8" y="802"/>
                      <a:pt x="78" y="802"/>
                      <a:pt x="78" y="802"/>
                    </a:cubicBezTo>
                    <a:cubicBezTo>
                      <a:pt x="80" y="802"/>
                      <a:pt x="80" y="802"/>
                      <a:pt x="80" y="802"/>
                    </a:cubicBezTo>
                    <a:cubicBezTo>
                      <a:pt x="81" y="801"/>
                      <a:pt x="81" y="801"/>
                      <a:pt x="81" y="801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8" y="798"/>
                      <a:pt x="88" y="798"/>
                      <a:pt x="88" y="798"/>
                    </a:cubicBezTo>
                    <a:cubicBezTo>
                      <a:pt x="98" y="798"/>
                      <a:pt x="98" y="798"/>
                      <a:pt x="98" y="798"/>
                    </a:cubicBezTo>
                    <a:cubicBezTo>
                      <a:pt x="102" y="797"/>
                      <a:pt x="102" y="797"/>
                      <a:pt x="102" y="797"/>
                    </a:cubicBezTo>
                    <a:cubicBezTo>
                      <a:pt x="106" y="799"/>
                      <a:pt x="106" y="799"/>
                      <a:pt x="106" y="799"/>
                    </a:cubicBezTo>
                    <a:cubicBezTo>
                      <a:pt x="106" y="797"/>
                      <a:pt x="106" y="797"/>
                      <a:pt x="106" y="797"/>
                    </a:cubicBezTo>
                    <a:cubicBezTo>
                      <a:pt x="107" y="797"/>
                      <a:pt x="107" y="797"/>
                      <a:pt x="107" y="797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12" y="800"/>
                      <a:pt x="112" y="800"/>
                      <a:pt x="112" y="800"/>
                    </a:cubicBezTo>
                    <a:cubicBezTo>
                      <a:pt x="116" y="801"/>
                      <a:pt x="116" y="801"/>
                      <a:pt x="116" y="801"/>
                    </a:cubicBezTo>
                    <a:cubicBezTo>
                      <a:pt x="122" y="798"/>
                      <a:pt x="122" y="798"/>
                      <a:pt x="122" y="798"/>
                    </a:cubicBezTo>
                    <a:cubicBezTo>
                      <a:pt x="127" y="798"/>
                      <a:pt x="127" y="798"/>
                      <a:pt x="127" y="798"/>
                    </a:cubicBezTo>
                    <a:cubicBezTo>
                      <a:pt x="131" y="794"/>
                      <a:pt x="131" y="794"/>
                      <a:pt x="131" y="794"/>
                    </a:cubicBezTo>
                    <a:cubicBezTo>
                      <a:pt x="134" y="793"/>
                      <a:pt x="134" y="793"/>
                      <a:pt x="134" y="793"/>
                    </a:cubicBezTo>
                    <a:cubicBezTo>
                      <a:pt x="138" y="792"/>
                      <a:pt x="138" y="792"/>
                      <a:pt x="138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43" y="790"/>
                      <a:pt x="143" y="790"/>
                      <a:pt x="143" y="790"/>
                    </a:cubicBezTo>
                    <a:cubicBezTo>
                      <a:pt x="146" y="790"/>
                      <a:pt x="146" y="790"/>
                      <a:pt x="146" y="790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4" y="789"/>
                      <a:pt x="154" y="789"/>
                      <a:pt x="154" y="789"/>
                    </a:cubicBezTo>
                    <a:cubicBezTo>
                      <a:pt x="157" y="788"/>
                      <a:pt x="157" y="788"/>
                      <a:pt x="157" y="788"/>
                    </a:cubicBezTo>
                    <a:cubicBezTo>
                      <a:pt x="162" y="791"/>
                      <a:pt x="162" y="791"/>
                      <a:pt x="162" y="791"/>
                    </a:cubicBezTo>
                    <a:cubicBezTo>
                      <a:pt x="165" y="794"/>
                      <a:pt x="165" y="794"/>
                      <a:pt x="165" y="794"/>
                    </a:cubicBezTo>
                    <a:cubicBezTo>
                      <a:pt x="166" y="797"/>
                      <a:pt x="166" y="797"/>
                      <a:pt x="166" y="797"/>
                    </a:cubicBezTo>
                    <a:cubicBezTo>
                      <a:pt x="166" y="799"/>
                      <a:pt x="166" y="799"/>
                      <a:pt x="166" y="799"/>
                    </a:cubicBezTo>
                    <a:cubicBezTo>
                      <a:pt x="167" y="800"/>
                      <a:pt x="167" y="800"/>
                      <a:pt x="167" y="800"/>
                    </a:cubicBezTo>
                    <a:cubicBezTo>
                      <a:pt x="168" y="802"/>
                      <a:pt x="168" y="802"/>
                      <a:pt x="168" y="802"/>
                    </a:cubicBezTo>
                    <a:cubicBezTo>
                      <a:pt x="170" y="804"/>
                      <a:pt x="170" y="804"/>
                      <a:pt x="170" y="804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81" y="805"/>
                      <a:pt x="181" y="805"/>
                      <a:pt x="181" y="805"/>
                    </a:cubicBezTo>
                    <a:cubicBezTo>
                      <a:pt x="182" y="804"/>
                      <a:pt x="182" y="804"/>
                      <a:pt x="182" y="804"/>
                    </a:cubicBezTo>
                    <a:cubicBezTo>
                      <a:pt x="183" y="804"/>
                      <a:pt x="183" y="804"/>
                      <a:pt x="183" y="804"/>
                    </a:cubicBezTo>
                    <a:cubicBezTo>
                      <a:pt x="187" y="803"/>
                      <a:pt x="187" y="803"/>
                      <a:pt x="187" y="803"/>
                    </a:cubicBezTo>
                    <a:cubicBezTo>
                      <a:pt x="188" y="804"/>
                      <a:pt x="188" y="804"/>
                      <a:pt x="188" y="804"/>
                    </a:cubicBezTo>
                    <a:cubicBezTo>
                      <a:pt x="190" y="803"/>
                      <a:pt x="190" y="803"/>
                      <a:pt x="190" y="803"/>
                    </a:cubicBezTo>
                    <a:cubicBezTo>
                      <a:pt x="191" y="802"/>
                      <a:pt x="191" y="802"/>
                      <a:pt x="191" y="802"/>
                    </a:cubicBezTo>
                    <a:cubicBezTo>
                      <a:pt x="192" y="803"/>
                      <a:pt x="192" y="803"/>
                      <a:pt x="192" y="803"/>
                    </a:cubicBezTo>
                    <a:cubicBezTo>
                      <a:pt x="192" y="802"/>
                      <a:pt x="192" y="802"/>
                      <a:pt x="192" y="802"/>
                    </a:cubicBezTo>
                    <a:cubicBezTo>
                      <a:pt x="193" y="803"/>
                      <a:pt x="193" y="803"/>
                      <a:pt x="193" y="803"/>
                    </a:cubicBezTo>
                    <a:cubicBezTo>
                      <a:pt x="194" y="802"/>
                      <a:pt x="194" y="802"/>
                      <a:pt x="194" y="802"/>
                    </a:cubicBezTo>
                    <a:cubicBezTo>
                      <a:pt x="195" y="806"/>
                      <a:pt x="195" y="806"/>
                      <a:pt x="195" y="806"/>
                    </a:cubicBezTo>
                    <a:cubicBezTo>
                      <a:pt x="196" y="807"/>
                      <a:pt x="196" y="807"/>
                      <a:pt x="196" y="807"/>
                    </a:cubicBezTo>
                    <a:cubicBezTo>
                      <a:pt x="197" y="808"/>
                      <a:pt x="197" y="808"/>
                      <a:pt x="197" y="808"/>
                    </a:cubicBezTo>
                    <a:cubicBezTo>
                      <a:pt x="199" y="807"/>
                      <a:pt x="199" y="807"/>
                      <a:pt x="199" y="807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11"/>
                      <a:pt x="200" y="811"/>
                      <a:pt x="200" y="811"/>
                    </a:cubicBezTo>
                    <a:cubicBezTo>
                      <a:pt x="201" y="813"/>
                      <a:pt x="201" y="813"/>
                      <a:pt x="201" y="813"/>
                    </a:cubicBezTo>
                    <a:cubicBezTo>
                      <a:pt x="201" y="815"/>
                      <a:pt x="201" y="815"/>
                      <a:pt x="201" y="815"/>
                    </a:cubicBezTo>
                    <a:cubicBezTo>
                      <a:pt x="200" y="818"/>
                      <a:pt x="200" y="818"/>
                      <a:pt x="200" y="818"/>
                    </a:cubicBezTo>
                    <a:cubicBezTo>
                      <a:pt x="201" y="819"/>
                      <a:pt x="201" y="819"/>
                      <a:pt x="201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20"/>
                      <a:pt x="200" y="820"/>
                      <a:pt x="200" y="820"/>
                    </a:cubicBezTo>
                    <a:cubicBezTo>
                      <a:pt x="199" y="821"/>
                      <a:pt x="199" y="821"/>
                      <a:pt x="199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198" y="824"/>
                      <a:pt x="198" y="824"/>
                      <a:pt x="198" y="824"/>
                    </a:cubicBezTo>
                    <a:cubicBezTo>
                      <a:pt x="196" y="828"/>
                      <a:pt x="196" y="828"/>
                      <a:pt x="196" y="828"/>
                    </a:cubicBezTo>
                    <a:cubicBezTo>
                      <a:pt x="198" y="829"/>
                      <a:pt x="198" y="829"/>
                      <a:pt x="198" y="829"/>
                    </a:cubicBezTo>
                    <a:cubicBezTo>
                      <a:pt x="198" y="830"/>
                      <a:pt x="198" y="830"/>
                      <a:pt x="198" y="830"/>
                    </a:cubicBezTo>
                    <a:cubicBezTo>
                      <a:pt x="196" y="830"/>
                      <a:pt x="196" y="830"/>
                      <a:pt x="196" y="830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6" y="832"/>
                      <a:pt x="196" y="832"/>
                      <a:pt x="196" y="832"/>
                    </a:cubicBezTo>
                    <a:cubicBezTo>
                      <a:pt x="195" y="839"/>
                      <a:pt x="195" y="839"/>
                      <a:pt x="195" y="839"/>
                    </a:cubicBezTo>
                    <a:cubicBezTo>
                      <a:pt x="194" y="840"/>
                      <a:pt x="194" y="840"/>
                      <a:pt x="194" y="840"/>
                    </a:cubicBezTo>
                    <a:cubicBezTo>
                      <a:pt x="192" y="840"/>
                      <a:pt x="192" y="840"/>
                      <a:pt x="192" y="840"/>
                    </a:cubicBezTo>
                    <a:cubicBezTo>
                      <a:pt x="192" y="841"/>
                      <a:pt x="192" y="841"/>
                      <a:pt x="192" y="841"/>
                    </a:cubicBezTo>
                    <a:cubicBezTo>
                      <a:pt x="194" y="845"/>
                      <a:pt x="194" y="845"/>
                      <a:pt x="194" y="845"/>
                    </a:cubicBezTo>
                    <a:cubicBezTo>
                      <a:pt x="195" y="845"/>
                      <a:pt x="195" y="845"/>
                      <a:pt x="195" y="845"/>
                    </a:cubicBezTo>
                    <a:cubicBezTo>
                      <a:pt x="195" y="846"/>
                      <a:pt x="195" y="846"/>
                      <a:pt x="195" y="846"/>
                    </a:cubicBezTo>
                    <a:cubicBezTo>
                      <a:pt x="196" y="848"/>
                      <a:pt x="196" y="848"/>
                      <a:pt x="196" y="848"/>
                    </a:cubicBezTo>
                    <a:cubicBezTo>
                      <a:pt x="196" y="850"/>
                      <a:pt x="196" y="850"/>
                      <a:pt x="196" y="850"/>
                    </a:cubicBezTo>
                    <a:cubicBezTo>
                      <a:pt x="197" y="851"/>
                      <a:pt x="197" y="851"/>
                      <a:pt x="197" y="851"/>
                    </a:cubicBezTo>
                    <a:cubicBezTo>
                      <a:pt x="198" y="853"/>
                      <a:pt x="198" y="853"/>
                      <a:pt x="198" y="853"/>
                    </a:cubicBezTo>
                    <a:cubicBezTo>
                      <a:pt x="199" y="854"/>
                      <a:pt x="199" y="854"/>
                      <a:pt x="199" y="854"/>
                    </a:cubicBezTo>
                    <a:cubicBezTo>
                      <a:pt x="199" y="855"/>
                      <a:pt x="199" y="855"/>
                      <a:pt x="199" y="855"/>
                    </a:cubicBezTo>
                    <a:cubicBezTo>
                      <a:pt x="201" y="857"/>
                      <a:pt x="201" y="857"/>
                      <a:pt x="201" y="857"/>
                    </a:cubicBezTo>
                    <a:cubicBezTo>
                      <a:pt x="205" y="860"/>
                      <a:pt x="205" y="860"/>
                      <a:pt x="205" y="860"/>
                    </a:cubicBezTo>
                    <a:cubicBezTo>
                      <a:pt x="205" y="861"/>
                      <a:pt x="205" y="861"/>
                      <a:pt x="205" y="861"/>
                    </a:cubicBezTo>
                    <a:cubicBezTo>
                      <a:pt x="208" y="863"/>
                      <a:pt x="208" y="863"/>
                      <a:pt x="208" y="863"/>
                    </a:cubicBezTo>
                    <a:cubicBezTo>
                      <a:pt x="208" y="864"/>
                      <a:pt x="208" y="864"/>
                      <a:pt x="208" y="864"/>
                    </a:cubicBezTo>
                    <a:cubicBezTo>
                      <a:pt x="210" y="864"/>
                      <a:pt x="210" y="864"/>
                      <a:pt x="210" y="864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1" y="866"/>
                      <a:pt x="211" y="866"/>
                      <a:pt x="211" y="866"/>
                    </a:cubicBezTo>
                    <a:cubicBezTo>
                      <a:pt x="212" y="867"/>
                      <a:pt x="212" y="867"/>
                      <a:pt x="212" y="867"/>
                    </a:cubicBezTo>
                    <a:cubicBezTo>
                      <a:pt x="214" y="868"/>
                      <a:pt x="214" y="868"/>
                      <a:pt x="214" y="868"/>
                    </a:cubicBezTo>
                    <a:cubicBezTo>
                      <a:pt x="214" y="870"/>
                      <a:pt x="214" y="870"/>
                      <a:pt x="214" y="870"/>
                    </a:cubicBezTo>
                    <a:cubicBezTo>
                      <a:pt x="215" y="871"/>
                      <a:pt x="215" y="871"/>
                      <a:pt x="215" y="871"/>
                    </a:cubicBezTo>
                    <a:cubicBezTo>
                      <a:pt x="215" y="872"/>
                      <a:pt x="215" y="872"/>
                      <a:pt x="215" y="872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6"/>
                      <a:pt x="217" y="876"/>
                      <a:pt x="217" y="876"/>
                    </a:cubicBezTo>
                    <a:cubicBezTo>
                      <a:pt x="216" y="877"/>
                      <a:pt x="216" y="877"/>
                      <a:pt x="216" y="877"/>
                    </a:cubicBezTo>
                    <a:cubicBezTo>
                      <a:pt x="217" y="878"/>
                      <a:pt x="217" y="878"/>
                      <a:pt x="217" y="878"/>
                    </a:cubicBezTo>
                    <a:cubicBezTo>
                      <a:pt x="218" y="880"/>
                      <a:pt x="218" y="880"/>
                      <a:pt x="218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18" y="881"/>
                      <a:pt x="218" y="881"/>
                      <a:pt x="218" y="881"/>
                    </a:cubicBezTo>
                    <a:cubicBezTo>
                      <a:pt x="219" y="882"/>
                      <a:pt x="219" y="882"/>
                      <a:pt x="219" y="882"/>
                    </a:cubicBezTo>
                    <a:cubicBezTo>
                      <a:pt x="219" y="883"/>
                      <a:pt x="219" y="883"/>
                      <a:pt x="219" y="883"/>
                    </a:cubicBezTo>
                    <a:cubicBezTo>
                      <a:pt x="223" y="888"/>
                      <a:pt x="223" y="888"/>
                      <a:pt x="223" y="888"/>
                    </a:cubicBezTo>
                    <a:cubicBezTo>
                      <a:pt x="223" y="893"/>
                      <a:pt x="223" y="893"/>
                      <a:pt x="223" y="893"/>
                    </a:cubicBezTo>
                    <a:cubicBezTo>
                      <a:pt x="226" y="896"/>
                      <a:pt x="226" y="896"/>
                      <a:pt x="226" y="896"/>
                    </a:cubicBezTo>
                    <a:cubicBezTo>
                      <a:pt x="225" y="899"/>
                      <a:pt x="225" y="899"/>
                      <a:pt x="225" y="899"/>
                    </a:cubicBezTo>
                    <a:cubicBezTo>
                      <a:pt x="223" y="902"/>
                      <a:pt x="223" y="902"/>
                      <a:pt x="223" y="902"/>
                    </a:cubicBezTo>
                    <a:cubicBezTo>
                      <a:pt x="224" y="903"/>
                      <a:pt x="224" y="903"/>
                      <a:pt x="224" y="903"/>
                    </a:cubicBezTo>
                    <a:cubicBezTo>
                      <a:pt x="224" y="905"/>
                      <a:pt x="224" y="905"/>
                      <a:pt x="224" y="905"/>
                    </a:cubicBezTo>
                    <a:cubicBezTo>
                      <a:pt x="225" y="907"/>
                      <a:pt x="225" y="907"/>
                      <a:pt x="225" y="907"/>
                    </a:cubicBezTo>
                    <a:cubicBezTo>
                      <a:pt x="225" y="909"/>
                      <a:pt x="225" y="909"/>
                      <a:pt x="225" y="909"/>
                    </a:cubicBezTo>
                    <a:cubicBezTo>
                      <a:pt x="228" y="914"/>
                      <a:pt x="228" y="914"/>
                      <a:pt x="228" y="914"/>
                    </a:cubicBezTo>
                    <a:cubicBezTo>
                      <a:pt x="228" y="915"/>
                      <a:pt x="228" y="915"/>
                      <a:pt x="228" y="915"/>
                    </a:cubicBezTo>
                    <a:cubicBezTo>
                      <a:pt x="229" y="916"/>
                      <a:pt x="229" y="916"/>
                      <a:pt x="229" y="916"/>
                    </a:cubicBezTo>
                    <a:cubicBezTo>
                      <a:pt x="229" y="922"/>
                      <a:pt x="229" y="922"/>
                      <a:pt x="229" y="922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2" y="930"/>
                      <a:pt x="222" y="930"/>
                      <a:pt x="222" y="930"/>
                    </a:cubicBezTo>
                    <a:cubicBezTo>
                      <a:pt x="222" y="931"/>
                      <a:pt x="222" y="931"/>
                      <a:pt x="222" y="931"/>
                    </a:cubicBezTo>
                    <a:cubicBezTo>
                      <a:pt x="218" y="935"/>
                      <a:pt x="218" y="935"/>
                      <a:pt x="218" y="935"/>
                    </a:cubicBezTo>
                    <a:cubicBezTo>
                      <a:pt x="218" y="937"/>
                      <a:pt x="218" y="937"/>
                      <a:pt x="218" y="937"/>
                    </a:cubicBezTo>
                    <a:cubicBezTo>
                      <a:pt x="217" y="938"/>
                      <a:pt x="217" y="938"/>
                      <a:pt x="217" y="938"/>
                    </a:cubicBezTo>
                    <a:cubicBezTo>
                      <a:pt x="217" y="944"/>
                      <a:pt x="217" y="944"/>
                      <a:pt x="217" y="944"/>
                    </a:cubicBezTo>
                    <a:cubicBezTo>
                      <a:pt x="215" y="946"/>
                      <a:pt x="215" y="946"/>
                      <a:pt x="215" y="946"/>
                    </a:cubicBezTo>
                    <a:cubicBezTo>
                      <a:pt x="215" y="949"/>
                      <a:pt x="215" y="949"/>
                      <a:pt x="215" y="949"/>
                    </a:cubicBezTo>
                    <a:cubicBezTo>
                      <a:pt x="213" y="951"/>
                      <a:pt x="213" y="951"/>
                      <a:pt x="213" y="951"/>
                    </a:cubicBezTo>
                    <a:cubicBezTo>
                      <a:pt x="213" y="954"/>
                      <a:pt x="213" y="954"/>
                      <a:pt x="213" y="954"/>
                    </a:cubicBezTo>
                    <a:cubicBezTo>
                      <a:pt x="212" y="956"/>
                      <a:pt x="212" y="956"/>
                      <a:pt x="212" y="956"/>
                    </a:cubicBezTo>
                    <a:cubicBezTo>
                      <a:pt x="212" y="960"/>
                      <a:pt x="212" y="960"/>
                      <a:pt x="212" y="960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3" y="969"/>
                      <a:pt x="213" y="969"/>
                      <a:pt x="213" y="969"/>
                    </a:cubicBezTo>
                    <a:cubicBezTo>
                      <a:pt x="217" y="974"/>
                      <a:pt x="217" y="974"/>
                      <a:pt x="217" y="974"/>
                    </a:cubicBezTo>
                    <a:cubicBezTo>
                      <a:pt x="219" y="978"/>
                      <a:pt x="219" y="978"/>
                      <a:pt x="219" y="978"/>
                    </a:cubicBezTo>
                    <a:cubicBezTo>
                      <a:pt x="223" y="986"/>
                      <a:pt x="223" y="986"/>
                      <a:pt x="223" y="986"/>
                    </a:cubicBezTo>
                    <a:cubicBezTo>
                      <a:pt x="224" y="989"/>
                      <a:pt x="224" y="989"/>
                      <a:pt x="224" y="989"/>
                    </a:cubicBezTo>
                    <a:cubicBezTo>
                      <a:pt x="227" y="994"/>
                      <a:pt x="227" y="994"/>
                      <a:pt x="227" y="994"/>
                    </a:cubicBezTo>
                    <a:cubicBezTo>
                      <a:pt x="227" y="996"/>
                      <a:pt x="227" y="996"/>
                      <a:pt x="227" y="996"/>
                    </a:cubicBezTo>
                    <a:cubicBezTo>
                      <a:pt x="231" y="1002"/>
                      <a:pt x="231" y="1002"/>
                      <a:pt x="231" y="1002"/>
                    </a:cubicBezTo>
                    <a:cubicBezTo>
                      <a:pt x="231" y="1004"/>
                      <a:pt x="231" y="1004"/>
                      <a:pt x="231" y="1004"/>
                    </a:cubicBezTo>
                    <a:cubicBezTo>
                      <a:pt x="230" y="1005"/>
                      <a:pt x="230" y="1005"/>
                      <a:pt x="230" y="1005"/>
                    </a:cubicBezTo>
                    <a:cubicBezTo>
                      <a:pt x="231" y="1009"/>
                      <a:pt x="231" y="1009"/>
                      <a:pt x="231" y="1009"/>
                    </a:cubicBezTo>
                    <a:cubicBezTo>
                      <a:pt x="231" y="1014"/>
                      <a:pt x="231" y="1014"/>
                      <a:pt x="231" y="1014"/>
                    </a:cubicBezTo>
                    <a:cubicBezTo>
                      <a:pt x="234" y="1020"/>
                      <a:pt x="234" y="1020"/>
                      <a:pt x="234" y="1020"/>
                    </a:cubicBezTo>
                    <a:cubicBezTo>
                      <a:pt x="233" y="1023"/>
                      <a:pt x="233" y="1023"/>
                      <a:pt x="233" y="1023"/>
                    </a:cubicBezTo>
                    <a:cubicBezTo>
                      <a:pt x="234" y="1025"/>
                      <a:pt x="234" y="1025"/>
                      <a:pt x="234" y="1025"/>
                    </a:cubicBezTo>
                    <a:cubicBezTo>
                      <a:pt x="233" y="1026"/>
                      <a:pt x="233" y="1026"/>
                      <a:pt x="233" y="1026"/>
                    </a:cubicBezTo>
                    <a:cubicBezTo>
                      <a:pt x="234" y="1027"/>
                      <a:pt x="234" y="1027"/>
                      <a:pt x="234" y="1027"/>
                    </a:cubicBezTo>
                    <a:cubicBezTo>
                      <a:pt x="235" y="1031"/>
                      <a:pt x="235" y="1031"/>
                      <a:pt x="235" y="1031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5" y="1033"/>
                      <a:pt x="235" y="1033"/>
                      <a:pt x="235" y="1033"/>
                    </a:cubicBezTo>
                    <a:cubicBezTo>
                      <a:pt x="235" y="1035"/>
                      <a:pt x="235" y="1035"/>
                      <a:pt x="235" y="1035"/>
                    </a:cubicBezTo>
                    <a:cubicBezTo>
                      <a:pt x="237" y="1036"/>
                      <a:pt x="237" y="1036"/>
                      <a:pt x="237" y="1036"/>
                    </a:cubicBezTo>
                    <a:cubicBezTo>
                      <a:pt x="237" y="1039"/>
                      <a:pt x="237" y="1039"/>
                      <a:pt x="237" y="1039"/>
                    </a:cubicBezTo>
                    <a:cubicBezTo>
                      <a:pt x="238" y="1041"/>
                      <a:pt x="238" y="1041"/>
                      <a:pt x="238" y="1041"/>
                    </a:cubicBezTo>
                    <a:cubicBezTo>
                      <a:pt x="240" y="1044"/>
                      <a:pt x="240" y="1044"/>
                      <a:pt x="240" y="1044"/>
                    </a:cubicBezTo>
                    <a:cubicBezTo>
                      <a:pt x="242" y="1046"/>
                      <a:pt x="242" y="1046"/>
                      <a:pt x="242" y="1046"/>
                    </a:cubicBezTo>
                    <a:cubicBezTo>
                      <a:pt x="242" y="1047"/>
                      <a:pt x="242" y="1047"/>
                      <a:pt x="242" y="1047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5" y="1049"/>
                      <a:pt x="245" y="1049"/>
                      <a:pt x="245" y="1049"/>
                    </a:cubicBezTo>
                    <a:cubicBezTo>
                      <a:pt x="245" y="1051"/>
                      <a:pt x="245" y="1051"/>
                      <a:pt x="245" y="1051"/>
                    </a:cubicBezTo>
                    <a:cubicBezTo>
                      <a:pt x="248" y="1053"/>
                      <a:pt x="248" y="1053"/>
                      <a:pt x="248" y="1053"/>
                    </a:cubicBezTo>
                    <a:cubicBezTo>
                      <a:pt x="249" y="1057"/>
                      <a:pt x="249" y="1057"/>
                      <a:pt x="249" y="1057"/>
                    </a:cubicBezTo>
                    <a:cubicBezTo>
                      <a:pt x="249" y="1059"/>
                      <a:pt x="249" y="1059"/>
                      <a:pt x="249" y="1059"/>
                    </a:cubicBezTo>
                    <a:cubicBezTo>
                      <a:pt x="251" y="1063"/>
                      <a:pt x="251" y="1063"/>
                      <a:pt x="251" y="1063"/>
                    </a:cubicBezTo>
                    <a:cubicBezTo>
                      <a:pt x="252" y="1067"/>
                      <a:pt x="252" y="1067"/>
                      <a:pt x="252" y="1067"/>
                    </a:cubicBezTo>
                    <a:cubicBezTo>
                      <a:pt x="254" y="1070"/>
                      <a:pt x="254" y="1070"/>
                      <a:pt x="254" y="1070"/>
                    </a:cubicBezTo>
                    <a:cubicBezTo>
                      <a:pt x="254" y="1072"/>
                      <a:pt x="254" y="1072"/>
                      <a:pt x="254" y="1072"/>
                    </a:cubicBezTo>
                    <a:cubicBezTo>
                      <a:pt x="256" y="1075"/>
                      <a:pt x="256" y="1075"/>
                      <a:pt x="256" y="1075"/>
                    </a:cubicBezTo>
                    <a:cubicBezTo>
                      <a:pt x="256" y="1076"/>
                      <a:pt x="256" y="1076"/>
                      <a:pt x="256" y="1076"/>
                    </a:cubicBezTo>
                    <a:cubicBezTo>
                      <a:pt x="256" y="1078"/>
                      <a:pt x="256" y="1078"/>
                      <a:pt x="256" y="1078"/>
                    </a:cubicBezTo>
                    <a:cubicBezTo>
                      <a:pt x="256" y="1080"/>
                      <a:pt x="256" y="1080"/>
                      <a:pt x="256" y="1080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4" y="1080"/>
                      <a:pt x="254" y="1080"/>
                      <a:pt x="254" y="1080"/>
                    </a:cubicBezTo>
                    <a:cubicBezTo>
                      <a:pt x="253" y="1081"/>
                      <a:pt x="253" y="1081"/>
                      <a:pt x="253" y="1081"/>
                    </a:cubicBezTo>
                    <a:cubicBezTo>
                      <a:pt x="253" y="1083"/>
                      <a:pt x="253" y="1083"/>
                      <a:pt x="253" y="1083"/>
                    </a:cubicBezTo>
                    <a:cubicBezTo>
                      <a:pt x="254" y="1086"/>
                      <a:pt x="254" y="1086"/>
                      <a:pt x="254" y="1086"/>
                    </a:cubicBezTo>
                    <a:cubicBezTo>
                      <a:pt x="256" y="1087"/>
                      <a:pt x="256" y="1087"/>
                      <a:pt x="256" y="1087"/>
                    </a:cubicBezTo>
                    <a:cubicBezTo>
                      <a:pt x="257" y="1089"/>
                      <a:pt x="257" y="1089"/>
                      <a:pt x="257" y="1089"/>
                    </a:cubicBezTo>
                    <a:cubicBezTo>
                      <a:pt x="256" y="1090"/>
                      <a:pt x="256" y="1090"/>
                      <a:pt x="256" y="1090"/>
                    </a:cubicBezTo>
                    <a:cubicBezTo>
                      <a:pt x="256" y="1092"/>
                      <a:pt x="256" y="1092"/>
                      <a:pt x="256" y="1092"/>
                    </a:cubicBezTo>
                    <a:cubicBezTo>
                      <a:pt x="256" y="1093"/>
                      <a:pt x="256" y="1093"/>
                      <a:pt x="256" y="1093"/>
                    </a:cubicBezTo>
                    <a:cubicBezTo>
                      <a:pt x="256" y="1095"/>
                      <a:pt x="256" y="1095"/>
                      <a:pt x="256" y="1095"/>
                    </a:cubicBezTo>
                    <a:cubicBezTo>
                      <a:pt x="258" y="1097"/>
                      <a:pt x="258" y="1097"/>
                      <a:pt x="258" y="1097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60" y="1094"/>
                      <a:pt x="260" y="1094"/>
                      <a:pt x="260" y="1094"/>
                    </a:cubicBezTo>
                    <a:cubicBezTo>
                      <a:pt x="260" y="1095"/>
                      <a:pt x="260" y="1095"/>
                      <a:pt x="260" y="1095"/>
                    </a:cubicBezTo>
                    <a:cubicBezTo>
                      <a:pt x="259" y="1096"/>
                      <a:pt x="259" y="1096"/>
                      <a:pt x="259" y="1096"/>
                    </a:cubicBezTo>
                    <a:cubicBezTo>
                      <a:pt x="261" y="1096"/>
                      <a:pt x="261" y="1096"/>
                      <a:pt x="261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3" y="1099"/>
                      <a:pt x="263" y="1099"/>
                      <a:pt x="263" y="1099"/>
                    </a:cubicBezTo>
                    <a:cubicBezTo>
                      <a:pt x="264" y="1098"/>
                      <a:pt x="264" y="1098"/>
                      <a:pt x="264" y="1098"/>
                    </a:cubicBezTo>
                    <a:cubicBezTo>
                      <a:pt x="268" y="1100"/>
                      <a:pt x="268" y="1100"/>
                      <a:pt x="268" y="1100"/>
                    </a:cubicBezTo>
                    <a:cubicBezTo>
                      <a:pt x="268" y="1099"/>
                      <a:pt x="268" y="1099"/>
                      <a:pt x="268" y="1099"/>
                    </a:cubicBezTo>
                    <a:cubicBezTo>
                      <a:pt x="269" y="1100"/>
                      <a:pt x="269" y="1100"/>
                      <a:pt x="269" y="1100"/>
                    </a:cubicBezTo>
                    <a:cubicBezTo>
                      <a:pt x="270" y="1098"/>
                      <a:pt x="270" y="1098"/>
                      <a:pt x="270" y="1098"/>
                    </a:cubicBezTo>
                    <a:cubicBezTo>
                      <a:pt x="271" y="1098"/>
                      <a:pt x="271" y="1098"/>
                      <a:pt x="271" y="1098"/>
                    </a:cubicBezTo>
                    <a:cubicBezTo>
                      <a:pt x="273" y="1096"/>
                      <a:pt x="273" y="1096"/>
                      <a:pt x="273" y="1096"/>
                    </a:cubicBezTo>
                    <a:cubicBezTo>
                      <a:pt x="274" y="1097"/>
                      <a:pt x="274" y="1097"/>
                      <a:pt x="274" y="1097"/>
                    </a:cubicBezTo>
                    <a:cubicBezTo>
                      <a:pt x="275" y="1096"/>
                      <a:pt x="275" y="1096"/>
                      <a:pt x="275" y="1096"/>
                    </a:cubicBezTo>
                    <a:cubicBezTo>
                      <a:pt x="276" y="1096"/>
                      <a:pt x="276" y="1096"/>
                      <a:pt x="276" y="1096"/>
                    </a:cubicBezTo>
                    <a:cubicBezTo>
                      <a:pt x="279" y="1097"/>
                      <a:pt x="279" y="1097"/>
                      <a:pt x="279" y="1097"/>
                    </a:cubicBezTo>
                    <a:cubicBezTo>
                      <a:pt x="280" y="1096"/>
                      <a:pt x="280" y="1096"/>
                      <a:pt x="280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3" y="1095"/>
                      <a:pt x="283" y="1095"/>
                      <a:pt x="283" y="1095"/>
                    </a:cubicBezTo>
                    <a:cubicBezTo>
                      <a:pt x="284" y="1095"/>
                      <a:pt x="284" y="1095"/>
                      <a:pt x="284" y="1095"/>
                    </a:cubicBezTo>
                    <a:cubicBezTo>
                      <a:pt x="285" y="1095"/>
                      <a:pt x="285" y="1095"/>
                      <a:pt x="285" y="1095"/>
                    </a:cubicBezTo>
                    <a:cubicBezTo>
                      <a:pt x="285" y="1094"/>
                      <a:pt x="285" y="1094"/>
                      <a:pt x="285" y="1094"/>
                    </a:cubicBezTo>
                    <a:cubicBezTo>
                      <a:pt x="286" y="1093"/>
                      <a:pt x="286" y="1093"/>
                      <a:pt x="286" y="1093"/>
                    </a:cubicBezTo>
                    <a:cubicBezTo>
                      <a:pt x="290" y="1093"/>
                      <a:pt x="290" y="1093"/>
                      <a:pt x="290" y="1093"/>
                    </a:cubicBezTo>
                    <a:cubicBezTo>
                      <a:pt x="292" y="1094"/>
                      <a:pt x="292" y="1094"/>
                      <a:pt x="292" y="1094"/>
                    </a:cubicBezTo>
                    <a:cubicBezTo>
                      <a:pt x="294" y="1094"/>
                      <a:pt x="294" y="1094"/>
                      <a:pt x="294" y="1094"/>
                    </a:cubicBezTo>
                    <a:cubicBezTo>
                      <a:pt x="294" y="1093"/>
                      <a:pt x="294" y="1093"/>
                      <a:pt x="294" y="1093"/>
                    </a:cubicBezTo>
                    <a:cubicBezTo>
                      <a:pt x="295" y="1093"/>
                      <a:pt x="295" y="1093"/>
                      <a:pt x="295" y="1093"/>
                    </a:cubicBezTo>
                    <a:cubicBezTo>
                      <a:pt x="298" y="1094"/>
                      <a:pt x="298" y="1094"/>
                      <a:pt x="298" y="1094"/>
                    </a:cubicBezTo>
                    <a:cubicBezTo>
                      <a:pt x="299" y="1095"/>
                      <a:pt x="299" y="1095"/>
                      <a:pt x="299" y="1095"/>
                    </a:cubicBezTo>
                    <a:cubicBezTo>
                      <a:pt x="303" y="1095"/>
                      <a:pt x="303" y="1095"/>
                      <a:pt x="303" y="1095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7" y="1094"/>
                      <a:pt x="307" y="1094"/>
                      <a:pt x="307" y="1094"/>
                    </a:cubicBezTo>
                    <a:cubicBezTo>
                      <a:pt x="310" y="1094"/>
                      <a:pt x="310" y="1094"/>
                      <a:pt x="310" y="1094"/>
                    </a:cubicBezTo>
                    <a:cubicBezTo>
                      <a:pt x="310" y="1093"/>
                      <a:pt x="310" y="1093"/>
                      <a:pt x="310" y="1093"/>
                    </a:cubicBezTo>
                    <a:cubicBezTo>
                      <a:pt x="309" y="1092"/>
                      <a:pt x="309" y="1092"/>
                      <a:pt x="309" y="1092"/>
                    </a:cubicBezTo>
                    <a:cubicBezTo>
                      <a:pt x="310" y="1091"/>
                      <a:pt x="310" y="1091"/>
                      <a:pt x="310" y="1091"/>
                    </a:cubicBezTo>
                    <a:cubicBezTo>
                      <a:pt x="311" y="1091"/>
                      <a:pt x="311" y="1091"/>
                      <a:pt x="311" y="1091"/>
                    </a:cubicBezTo>
                    <a:cubicBezTo>
                      <a:pt x="313" y="1091"/>
                      <a:pt x="313" y="1091"/>
                      <a:pt x="313" y="1091"/>
                    </a:cubicBezTo>
                    <a:cubicBezTo>
                      <a:pt x="314" y="1091"/>
                      <a:pt x="314" y="1091"/>
                      <a:pt x="314" y="1091"/>
                    </a:cubicBezTo>
                    <a:cubicBezTo>
                      <a:pt x="316" y="1091"/>
                      <a:pt x="316" y="1091"/>
                      <a:pt x="316" y="1091"/>
                    </a:cubicBezTo>
                    <a:cubicBezTo>
                      <a:pt x="318" y="1090"/>
                      <a:pt x="318" y="1090"/>
                      <a:pt x="318" y="1090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3" y="1088"/>
                      <a:pt x="323" y="1088"/>
                      <a:pt x="323" y="1088"/>
                    </a:cubicBezTo>
                    <a:cubicBezTo>
                      <a:pt x="324" y="1087"/>
                      <a:pt x="324" y="1087"/>
                      <a:pt x="324" y="1087"/>
                    </a:cubicBezTo>
                    <a:cubicBezTo>
                      <a:pt x="329" y="1084"/>
                      <a:pt x="329" y="1084"/>
                      <a:pt x="329" y="1084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1" y="1082"/>
                      <a:pt x="331" y="1082"/>
                      <a:pt x="331" y="1082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40" y="1074"/>
                      <a:pt x="340" y="1074"/>
                      <a:pt x="340" y="1074"/>
                    </a:cubicBezTo>
                    <a:cubicBezTo>
                      <a:pt x="341" y="1072"/>
                      <a:pt x="341" y="1072"/>
                      <a:pt x="341" y="1072"/>
                    </a:cubicBezTo>
                    <a:cubicBezTo>
                      <a:pt x="343" y="1072"/>
                      <a:pt x="343" y="1072"/>
                      <a:pt x="343" y="1072"/>
                    </a:cubicBezTo>
                    <a:cubicBezTo>
                      <a:pt x="343" y="1070"/>
                      <a:pt x="343" y="1070"/>
                      <a:pt x="343" y="1070"/>
                    </a:cubicBezTo>
                    <a:cubicBezTo>
                      <a:pt x="345" y="1067"/>
                      <a:pt x="345" y="1067"/>
                      <a:pt x="345" y="1067"/>
                    </a:cubicBezTo>
                    <a:cubicBezTo>
                      <a:pt x="349" y="1062"/>
                      <a:pt x="349" y="1062"/>
                      <a:pt x="349" y="1062"/>
                    </a:cubicBezTo>
                    <a:cubicBezTo>
                      <a:pt x="350" y="1060"/>
                      <a:pt x="350" y="1060"/>
                      <a:pt x="350" y="1060"/>
                    </a:cubicBezTo>
                    <a:cubicBezTo>
                      <a:pt x="351" y="1060"/>
                      <a:pt x="351" y="1060"/>
                      <a:pt x="351" y="1060"/>
                    </a:cubicBezTo>
                    <a:cubicBezTo>
                      <a:pt x="352" y="1059"/>
                      <a:pt x="352" y="1059"/>
                      <a:pt x="352" y="1059"/>
                    </a:cubicBezTo>
                    <a:cubicBezTo>
                      <a:pt x="352" y="1058"/>
                      <a:pt x="352" y="1058"/>
                      <a:pt x="352" y="1058"/>
                    </a:cubicBezTo>
                    <a:cubicBezTo>
                      <a:pt x="354" y="1056"/>
                      <a:pt x="354" y="1056"/>
                      <a:pt x="354" y="1056"/>
                    </a:cubicBezTo>
                    <a:cubicBezTo>
                      <a:pt x="354" y="1055"/>
                      <a:pt x="354" y="1055"/>
                      <a:pt x="354" y="1055"/>
                    </a:cubicBezTo>
                    <a:cubicBezTo>
                      <a:pt x="356" y="1054"/>
                      <a:pt x="356" y="1054"/>
                      <a:pt x="356" y="1054"/>
                    </a:cubicBezTo>
                    <a:cubicBezTo>
                      <a:pt x="357" y="1053"/>
                      <a:pt x="357" y="1053"/>
                      <a:pt x="357" y="1053"/>
                    </a:cubicBezTo>
                    <a:cubicBezTo>
                      <a:pt x="358" y="1052"/>
                      <a:pt x="358" y="1052"/>
                      <a:pt x="358" y="1052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61" y="1049"/>
                      <a:pt x="361" y="1049"/>
                      <a:pt x="361" y="1049"/>
                    </a:cubicBezTo>
                    <a:cubicBezTo>
                      <a:pt x="362" y="1048"/>
                      <a:pt x="362" y="1048"/>
                      <a:pt x="362" y="1048"/>
                    </a:cubicBezTo>
                    <a:cubicBezTo>
                      <a:pt x="363" y="1046"/>
                      <a:pt x="363" y="1046"/>
                      <a:pt x="363" y="1046"/>
                    </a:cubicBezTo>
                    <a:cubicBezTo>
                      <a:pt x="364" y="1043"/>
                      <a:pt x="364" y="1043"/>
                      <a:pt x="364" y="1043"/>
                    </a:cubicBezTo>
                    <a:cubicBezTo>
                      <a:pt x="365" y="1041"/>
                      <a:pt x="365" y="1041"/>
                      <a:pt x="365" y="1041"/>
                    </a:cubicBezTo>
                    <a:cubicBezTo>
                      <a:pt x="365" y="1039"/>
                      <a:pt x="365" y="1039"/>
                      <a:pt x="365" y="1039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4"/>
                      <a:pt x="366" y="1034"/>
                      <a:pt x="366" y="1034"/>
                    </a:cubicBezTo>
                    <a:cubicBezTo>
                      <a:pt x="367" y="1034"/>
                      <a:pt x="367" y="1034"/>
                      <a:pt x="367" y="1034"/>
                    </a:cubicBezTo>
                    <a:cubicBezTo>
                      <a:pt x="367" y="1032"/>
                      <a:pt x="367" y="1032"/>
                      <a:pt x="367" y="1032"/>
                    </a:cubicBezTo>
                    <a:cubicBezTo>
                      <a:pt x="368" y="1030"/>
                      <a:pt x="368" y="1030"/>
                      <a:pt x="368" y="1030"/>
                    </a:cubicBezTo>
                    <a:cubicBezTo>
                      <a:pt x="367" y="1029"/>
                      <a:pt x="367" y="1029"/>
                      <a:pt x="367" y="1029"/>
                    </a:cubicBezTo>
                    <a:cubicBezTo>
                      <a:pt x="366" y="1029"/>
                      <a:pt x="366" y="1029"/>
                      <a:pt x="366" y="1029"/>
                    </a:cubicBezTo>
                    <a:cubicBezTo>
                      <a:pt x="366" y="1030"/>
                      <a:pt x="366" y="1030"/>
                      <a:pt x="366" y="1030"/>
                    </a:cubicBezTo>
                    <a:cubicBezTo>
                      <a:pt x="365" y="1030"/>
                      <a:pt x="365" y="1030"/>
                      <a:pt x="365" y="1030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5" y="1028"/>
                      <a:pt x="365" y="1028"/>
                      <a:pt x="365" y="1028"/>
                    </a:cubicBezTo>
                    <a:cubicBezTo>
                      <a:pt x="366" y="1026"/>
                      <a:pt x="366" y="1026"/>
                      <a:pt x="366" y="1026"/>
                    </a:cubicBezTo>
                    <a:cubicBezTo>
                      <a:pt x="367" y="1026"/>
                      <a:pt x="367" y="1026"/>
                      <a:pt x="367" y="1026"/>
                    </a:cubicBezTo>
                    <a:cubicBezTo>
                      <a:pt x="367" y="1025"/>
                      <a:pt x="367" y="1025"/>
                      <a:pt x="367" y="1025"/>
                    </a:cubicBezTo>
                    <a:cubicBezTo>
                      <a:pt x="369" y="1024"/>
                      <a:pt x="369" y="1024"/>
                      <a:pt x="369" y="1024"/>
                    </a:cubicBezTo>
                    <a:cubicBezTo>
                      <a:pt x="372" y="1022"/>
                      <a:pt x="372" y="1022"/>
                      <a:pt x="372" y="1022"/>
                    </a:cubicBezTo>
                    <a:cubicBezTo>
                      <a:pt x="378" y="1021"/>
                      <a:pt x="378" y="1021"/>
                      <a:pt x="378" y="1021"/>
                    </a:cubicBezTo>
                    <a:cubicBezTo>
                      <a:pt x="383" y="1019"/>
                      <a:pt x="383" y="1019"/>
                      <a:pt x="383" y="1019"/>
                    </a:cubicBezTo>
                    <a:cubicBezTo>
                      <a:pt x="386" y="1016"/>
                      <a:pt x="386" y="1016"/>
                      <a:pt x="386" y="1016"/>
                    </a:cubicBezTo>
                    <a:cubicBezTo>
                      <a:pt x="386" y="1014"/>
                      <a:pt x="386" y="1014"/>
                      <a:pt x="386" y="1014"/>
                    </a:cubicBezTo>
                    <a:cubicBezTo>
                      <a:pt x="387" y="1012"/>
                      <a:pt x="387" y="1012"/>
                      <a:pt x="387" y="1012"/>
                    </a:cubicBezTo>
                    <a:cubicBezTo>
                      <a:pt x="387" y="1010"/>
                      <a:pt x="387" y="1010"/>
                      <a:pt x="387" y="1010"/>
                    </a:cubicBezTo>
                    <a:cubicBezTo>
                      <a:pt x="386" y="1011"/>
                      <a:pt x="386" y="1011"/>
                      <a:pt x="386" y="1011"/>
                    </a:cubicBezTo>
                    <a:cubicBezTo>
                      <a:pt x="386" y="1009"/>
                      <a:pt x="386" y="1009"/>
                      <a:pt x="386" y="1009"/>
                    </a:cubicBezTo>
                    <a:cubicBezTo>
                      <a:pt x="387" y="1009"/>
                      <a:pt x="387" y="1009"/>
                      <a:pt x="387" y="1009"/>
                    </a:cubicBezTo>
                    <a:cubicBezTo>
                      <a:pt x="387" y="1007"/>
                      <a:pt x="387" y="1007"/>
                      <a:pt x="387" y="1007"/>
                    </a:cubicBezTo>
                    <a:cubicBezTo>
                      <a:pt x="388" y="1005"/>
                      <a:pt x="388" y="1005"/>
                      <a:pt x="388" y="1005"/>
                    </a:cubicBezTo>
                    <a:cubicBezTo>
                      <a:pt x="387" y="1004"/>
                      <a:pt x="387" y="1004"/>
                      <a:pt x="387" y="1004"/>
                    </a:cubicBezTo>
                    <a:cubicBezTo>
                      <a:pt x="388" y="1003"/>
                      <a:pt x="388" y="1003"/>
                      <a:pt x="388" y="1003"/>
                    </a:cubicBezTo>
                    <a:cubicBezTo>
                      <a:pt x="388" y="1002"/>
                      <a:pt x="388" y="1002"/>
                      <a:pt x="388" y="1002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6"/>
                      <a:pt x="388" y="996"/>
                      <a:pt x="388" y="996"/>
                    </a:cubicBezTo>
                    <a:cubicBezTo>
                      <a:pt x="386" y="999"/>
                      <a:pt x="386" y="999"/>
                      <a:pt x="386" y="999"/>
                    </a:cubicBezTo>
                    <a:cubicBezTo>
                      <a:pt x="386" y="995"/>
                      <a:pt x="386" y="995"/>
                      <a:pt x="386" y="995"/>
                    </a:cubicBezTo>
                    <a:cubicBezTo>
                      <a:pt x="385" y="994"/>
                      <a:pt x="385" y="994"/>
                      <a:pt x="385" y="994"/>
                    </a:cubicBezTo>
                    <a:cubicBezTo>
                      <a:pt x="385" y="992"/>
                      <a:pt x="385" y="992"/>
                      <a:pt x="385" y="992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5" y="990"/>
                      <a:pt x="385" y="990"/>
                      <a:pt x="385" y="990"/>
                    </a:cubicBezTo>
                    <a:cubicBezTo>
                      <a:pt x="385" y="989"/>
                      <a:pt x="385" y="989"/>
                      <a:pt x="385" y="989"/>
                    </a:cubicBezTo>
                    <a:cubicBezTo>
                      <a:pt x="383" y="986"/>
                      <a:pt x="383" y="986"/>
                      <a:pt x="383" y="986"/>
                    </a:cubicBezTo>
                    <a:cubicBezTo>
                      <a:pt x="383" y="985"/>
                      <a:pt x="383" y="985"/>
                      <a:pt x="383" y="985"/>
                    </a:cubicBezTo>
                    <a:cubicBezTo>
                      <a:pt x="383" y="984"/>
                      <a:pt x="383" y="984"/>
                      <a:pt x="383" y="984"/>
                    </a:cubicBezTo>
                    <a:cubicBezTo>
                      <a:pt x="384" y="983"/>
                      <a:pt x="384" y="983"/>
                      <a:pt x="384" y="983"/>
                    </a:cubicBezTo>
                    <a:cubicBezTo>
                      <a:pt x="384" y="982"/>
                      <a:pt x="384" y="982"/>
                      <a:pt x="384" y="982"/>
                    </a:cubicBezTo>
                    <a:cubicBezTo>
                      <a:pt x="383" y="981"/>
                      <a:pt x="383" y="981"/>
                      <a:pt x="383" y="981"/>
                    </a:cubicBezTo>
                    <a:cubicBezTo>
                      <a:pt x="385" y="982"/>
                      <a:pt x="385" y="982"/>
                      <a:pt x="385" y="982"/>
                    </a:cubicBezTo>
                    <a:cubicBezTo>
                      <a:pt x="386" y="981"/>
                      <a:pt x="386" y="981"/>
                      <a:pt x="386" y="981"/>
                    </a:cubicBezTo>
                    <a:cubicBezTo>
                      <a:pt x="387" y="981"/>
                      <a:pt x="387" y="981"/>
                      <a:pt x="387" y="981"/>
                    </a:cubicBezTo>
                    <a:cubicBezTo>
                      <a:pt x="389" y="980"/>
                      <a:pt x="389" y="980"/>
                      <a:pt x="389" y="980"/>
                    </a:cubicBezTo>
                    <a:cubicBezTo>
                      <a:pt x="389" y="978"/>
                      <a:pt x="389" y="978"/>
                      <a:pt x="389" y="978"/>
                    </a:cubicBezTo>
                    <a:cubicBezTo>
                      <a:pt x="392" y="976"/>
                      <a:pt x="392" y="976"/>
                      <a:pt x="392" y="976"/>
                    </a:cubicBezTo>
                    <a:cubicBezTo>
                      <a:pt x="395" y="976"/>
                      <a:pt x="395" y="976"/>
                      <a:pt x="395" y="976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9" y="971"/>
                      <a:pt x="399" y="971"/>
                      <a:pt x="399" y="971"/>
                    </a:cubicBezTo>
                    <a:cubicBezTo>
                      <a:pt x="399" y="970"/>
                      <a:pt x="399" y="970"/>
                      <a:pt x="399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2" y="969"/>
                      <a:pt x="402" y="969"/>
                      <a:pt x="402" y="969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7" y="964"/>
                      <a:pt x="407" y="964"/>
                      <a:pt x="407" y="964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1" y="963"/>
                      <a:pt x="411" y="963"/>
                      <a:pt x="411" y="963"/>
                    </a:cubicBezTo>
                    <a:cubicBezTo>
                      <a:pt x="416" y="961"/>
                      <a:pt x="416" y="961"/>
                      <a:pt x="416" y="961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22" y="957"/>
                      <a:pt x="422" y="957"/>
                      <a:pt x="422" y="957"/>
                    </a:cubicBezTo>
                    <a:cubicBezTo>
                      <a:pt x="422" y="956"/>
                      <a:pt x="422" y="956"/>
                      <a:pt x="422" y="956"/>
                    </a:cubicBezTo>
                    <a:cubicBezTo>
                      <a:pt x="423" y="955"/>
                      <a:pt x="423" y="955"/>
                      <a:pt x="423" y="955"/>
                    </a:cubicBezTo>
                    <a:cubicBezTo>
                      <a:pt x="425" y="953"/>
                      <a:pt x="425" y="953"/>
                      <a:pt x="425" y="953"/>
                    </a:cubicBezTo>
                    <a:cubicBezTo>
                      <a:pt x="425" y="952"/>
                      <a:pt x="425" y="952"/>
                      <a:pt x="425" y="952"/>
                    </a:cubicBezTo>
                    <a:cubicBezTo>
                      <a:pt x="426" y="951"/>
                      <a:pt x="426" y="951"/>
                      <a:pt x="426" y="951"/>
                    </a:cubicBezTo>
                    <a:cubicBezTo>
                      <a:pt x="428" y="950"/>
                      <a:pt x="428" y="950"/>
                      <a:pt x="428" y="950"/>
                    </a:cubicBezTo>
                    <a:cubicBezTo>
                      <a:pt x="428" y="949"/>
                      <a:pt x="428" y="949"/>
                      <a:pt x="428" y="949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8" y="947"/>
                      <a:pt x="428" y="947"/>
                      <a:pt x="428" y="947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30" y="944"/>
                      <a:pt x="430" y="944"/>
                      <a:pt x="430" y="944"/>
                    </a:cubicBezTo>
                    <a:cubicBezTo>
                      <a:pt x="430" y="940"/>
                      <a:pt x="430" y="940"/>
                      <a:pt x="430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36"/>
                      <a:pt x="429" y="936"/>
                      <a:pt x="429" y="936"/>
                    </a:cubicBezTo>
                    <a:cubicBezTo>
                      <a:pt x="429" y="935"/>
                      <a:pt x="429" y="935"/>
                      <a:pt x="429" y="935"/>
                    </a:cubicBezTo>
                    <a:cubicBezTo>
                      <a:pt x="429" y="932"/>
                      <a:pt x="429" y="932"/>
                      <a:pt x="429" y="932"/>
                    </a:cubicBezTo>
                    <a:cubicBezTo>
                      <a:pt x="429" y="930"/>
                      <a:pt x="429" y="930"/>
                      <a:pt x="429" y="930"/>
                    </a:cubicBezTo>
                    <a:cubicBezTo>
                      <a:pt x="430" y="929"/>
                      <a:pt x="430" y="929"/>
                      <a:pt x="430" y="929"/>
                    </a:cubicBezTo>
                    <a:cubicBezTo>
                      <a:pt x="430" y="927"/>
                      <a:pt x="430" y="927"/>
                      <a:pt x="430" y="927"/>
                    </a:cubicBezTo>
                    <a:cubicBezTo>
                      <a:pt x="429" y="926"/>
                      <a:pt x="429" y="926"/>
                      <a:pt x="429" y="926"/>
                    </a:cubicBezTo>
                    <a:cubicBezTo>
                      <a:pt x="429" y="925"/>
                      <a:pt x="429" y="925"/>
                      <a:pt x="429" y="925"/>
                    </a:cubicBezTo>
                    <a:cubicBezTo>
                      <a:pt x="430" y="925"/>
                      <a:pt x="430" y="925"/>
                      <a:pt x="430" y="925"/>
                    </a:cubicBezTo>
                    <a:cubicBezTo>
                      <a:pt x="429" y="923"/>
                      <a:pt x="429" y="923"/>
                      <a:pt x="429" y="923"/>
                    </a:cubicBezTo>
                    <a:cubicBezTo>
                      <a:pt x="428" y="921"/>
                      <a:pt x="428" y="921"/>
                      <a:pt x="428" y="921"/>
                    </a:cubicBezTo>
                    <a:cubicBezTo>
                      <a:pt x="429" y="920"/>
                      <a:pt x="429" y="920"/>
                      <a:pt x="429" y="920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8"/>
                      <a:pt x="429" y="918"/>
                      <a:pt x="429" y="918"/>
                    </a:cubicBezTo>
                    <a:cubicBezTo>
                      <a:pt x="431" y="916"/>
                      <a:pt x="431" y="916"/>
                      <a:pt x="431" y="916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0" y="913"/>
                      <a:pt x="430" y="913"/>
                      <a:pt x="430" y="913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28" y="910"/>
                      <a:pt x="428" y="910"/>
                      <a:pt x="428" y="910"/>
                    </a:cubicBezTo>
                    <a:cubicBezTo>
                      <a:pt x="426" y="910"/>
                      <a:pt x="426" y="910"/>
                      <a:pt x="426" y="910"/>
                    </a:cubicBezTo>
                    <a:cubicBezTo>
                      <a:pt x="424" y="908"/>
                      <a:pt x="424" y="908"/>
                      <a:pt x="424" y="908"/>
                    </a:cubicBezTo>
                    <a:cubicBezTo>
                      <a:pt x="424" y="907"/>
                      <a:pt x="424" y="907"/>
                      <a:pt x="424" y="907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2"/>
                      <a:pt x="423" y="902"/>
                      <a:pt x="423" y="902"/>
                    </a:cubicBezTo>
                    <a:cubicBezTo>
                      <a:pt x="422" y="901"/>
                      <a:pt x="422" y="901"/>
                      <a:pt x="422" y="901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1" y="897"/>
                      <a:pt x="421" y="897"/>
                      <a:pt x="421" y="897"/>
                    </a:cubicBezTo>
                    <a:cubicBezTo>
                      <a:pt x="421" y="896"/>
                      <a:pt x="421" y="896"/>
                      <a:pt x="421" y="896"/>
                    </a:cubicBezTo>
                    <a:cubicBezTo>
                      <a:pt x="422" y="895"/>
                      <a:pt x="422" y="895"/>
                      <a:pt x="422" y="895"/>
                    </a:cubicBezTo>
                    <a:cubicBezTo>
                      <a:pt x="422" y="893"/>
                      <a:pt x="422" y="893"/>
                      <a:pt x="422" y="893"/>
                    </a:cubicBezTo>
                    <a:cubicBezTo>
                      <a:pt x="421" y="892"/>
                      <a:pt x="421" y="892"/>
                      <a:pt x="421" y="892"/>
                    </a:cubicBezTo>
                    <a:cubicBezTo>
                      <a:pt x="421" y="890"/>
                      <a:pt x="421" y="890"/>
                      <a:pt x="421" y="890"/>
                    </a:cubicBezTo>
                    <a:cubicBezTo>
                      <a:pt x="421" y="888"/>
                      <a:pt x="421" y="888"/>
                      <a:pt x="421" y="888"/>
                    </a:cubicBezTo>
                    <a:cubicBezTo>
                      <a:pt x="422" y="888"/>
                      <a:pt x="422" y="888"/>
                      <a:pt x="422" y="888"/>
                    </a:cubicBezTo>
                    <a:cubicBezTo>
                      <a:pt x="423" y="888"/>
                      <a:pt x="423" y="888"/>
                      <a:pt x="423" y="888"/>
                    </a:cubicBezTo>
                    <a:cubicBezTo>
                      <a:pt x="423" y="887"/>
                      <a:pt x="423" y="887"/>
                      <a:pt x="423" y="887"/>
                    </a:cubicBezTo>
                    <a:cubicBezTo>
                      <a:pt x="422" y="883"/>
                      <a:pt x="422" y="883"/>
                      <a:pt x="422" y="883"/>
                    </a:cubicBezTo>
                    <a:cubicBezTo>
                      <a:pt x="421" y="883"/>
                      <a:pt x="421" y="883"/>
                      <a:pt x="421" y="883"/>
                    </a:cubicBezTo>
                    <a:cubicBezTo>
                      <a:pt x="420" y="882"/>
                      <a:pt x="420" y="882"/>
                      <a:pt x="420" y="882"/>
                    </a:cubicBezTo>
                    <a:cubicBezTo>
                      <a:pt x="418" y="880"/>
                      <a:pt x="418" y="880"/>
                      <a:pt x="418" y="880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9" y="876"/>
                      <a:pt x="419" y="876"/>
                      <a:pt x="419" y="876"/>
                    </a:cubicBezTo>
                    <a:cubicBezTo>
                      <a:pt x="420" y="871"/>
                      <a:pt x="420" y="871"/>
                      <a:pt x="420" y="871"/>
                    </a:cubicBezTo>
                    <a:cubicBezTo>
                      <a:pt x="421" y="870"/>
                      <a:pt x="421" y="870"/>
                      <a:pt x="421" y="870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3" y="869"/>
                      <a:pt x="423" y="869"/>
                      <a:pt x="423" y="869"/>
                    </a:cubicBezTo>
                    <a:cubicBezTo>
                      <a:pt x="426" y="865"/>
                      <a:pt x="426" y="865"/>
                      <a:pt x="426" y="865"/>
                    </a:cubicBezTo>
                    <a:cubicBezTo>
                      <a:pt x="427" y="862"/>
                      <a:pt x="427" y="862"/>
                      <a:pt x="427" y="862"/>
                    </a:cubicBezTo>
                    <a:cubicBezTo>
                      <a:pt x="427" y="861"/>
                      <a:pt x="427" y="861"/>
                      <a:pt x="427" y="861"/>
                    </a:cubicBezTo>
                    <a:cubicBezTo>
                      <a:pt x="428" y="859"/>
                      <a:pt x="428" y="859"/>
                      <a:pt x="428" y="859"/>
                    </a:cubicBezTo>
                    <a:cubicBezTo>
                      <a:pt x="429" y="857"/>
                      <a:pt x="429" y="857"/>
                      <a:pt x="429" y="857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4"/>
                      <a:pt x="430" y="854"/>
                      <a:pt x="430" y="854"/>
                    </a:cubicBezTo>
                    <a:cubicBezTo>
                      <a:pt x="433" y="854"/>
                      <a:pt x="433" y="854"/>
                      <a:pt x="433" y="854"/>
                    </a:cubicBezTo>
                    <a:cubicBezTo>
                      <a:pt x="434" y="853"/>
                      <a:pt x="434" y="853"/>
                      <a:pt x="434" y="853"/>
                    </a:cubicBezTo>
                    <a:cubicBezTo>
                      <a:pt x="437" y="851"/>
                      <a:pt x="437" y="851"/>
                      <a:pt x="437" y="851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8" y="850"/>
                      <a:pt x="438" y="850"/>
                      <a:pt x="438" y="850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6"/>
                      <a:pt x="440" y="846"/>
                      <a:pt x="440" y="846"/>
                    </a:cubicBezTo>
                    <a:cubicBezTo>
                      <a:pt x="447" y="839"/>
                      <a:pt x="447" y="839"/>
                      <a:pt x="447" y="839"/>
                    </a:cubicBezTo>
                    <a:cubicBezTo>
                      <a:pt x="447" y="838"/>
                      <a:pt x="447" y="838"/>
                      <a:pt x="447" y="838"/>
                    </a:cubicBezTo>
                    <a:cubicBezTo>
                      <a:pt x="449" y="837"/>
                      <a:pt x="449" y="837"/>
                      <a:pt x="449" y="837"/>
                    </a:cubicBezTo>
                    <a:cubicBezTo>
                      <a:pt x="450" y="836"/>
                      <a:pt x="450" y="836"/>
                      <a:pt x="450" y="836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6" y="830"/>
                      <a:pt x="456" y="830"/>
                      <a:pt x="456" y="830"/>
                    </a:cubicBezTo>
                    <a:cubicBezTo>
                      <a:pt x="457" y="830"/>
                      <a:pt x="457" y="830"/>
                      <a:pt x="457" y="830"/>
                    </a:cubicBezTo>
                    <a:cubicBezTo>
                      <a:pt x="462" y="825"/>
                      <a:pt x="462" y="825"/>
                      <a:pt x="462" y="825"/>
                    </a:cubicBezTo>
                    <a:cubicBezTo>
                      <a:pt x="465" y="823"/>
                      <a:pt x="465" y="823"/>
                      <a:pt x="465" y="823"/>
                    </a:cubicBezTo>
                    <a:cubicBezTo>
                      <a:pt x="467" y="821"/>
                      <a:pt x="467" y="821"/>
                      <a:pt x="467" y="821"/>
                    </a:cubicBezTo>
                    <a:cubicBezTo>
                      <a:pt x="469" y="821"/>
                      <a:pt x="469" y="821"/>
                      <a:pt x="469" y="821"/>
                    </a:cubicBezTo>
                    <a:cubicBezTo>
                      <a:pt x="481" y="811"/>
                      <a:pt x="481" y="811"/>
                      <a:pt x="481" y="811"/>
                    </a:cubicBezTo>
                    <a:cubicBezTo>
                      <a:pt x="485" y="806"/>
                      <a:pt x="485" y="806"/>
                      <a:pt x="485" y="806"/>
                    </a:cubicBezTo>
                    <a:cubicBezTo>
                      <a:pt x="487" y="804"/>
                      <a:pt x="487" y="804"/>
                      <a:pt x="487" y="804"/>
                    </a:cubicBezTo>
                    <a:cubicBezTo>
                      <a:pt x="488" y="802"/>
                      <a:pt x="488" y="802"/>
                      <a:pt x="488" y="802"/>
                    </a:cubicBezTo>
                    <a:cubicBezTo>
                      <a:pt x="493" y="795"/>
                      <a:pt x="493" y="795"/>
                      <a:pt x="493" y="795"/>
                    </a:cubicBezTo>
                    <a:cubicBezTo>
                      <a:pt x="493" y="794"/>
                      <a:pt x="493" y="794"/>
                      <a:pt x="493" y="794"/>
                    </a:cubicBezTo>
                    <a:cubicBezTo>
                      <a:pt x="496" y="790"/>
                      <a:pt x="496" y="790"/>
                      <a:pt x="496" y="790"/>
                    </a:cubicBezTo>
                    <a:cubicBezTo>
                      <a:pt x="496" y="788"/>
                      <a:pt x="496" y="788"/>
                      <a:pt x="496" y="788"/>
                    </a:cubicBezTo>
                    <a:cubicBezTo>
                      <a:pt x="500" y="780"/>
                      <a:pt x="500" y="780"/>
                      <a:pt x="500" y="780"/>
                    </a:cubicBezTo>
                    <a:cubicBezTo>
                      <a:pt x="501" y="779"/>
                      <a:pt x="501" y="779"/>
                      <a:pt x="501" y="779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4" y="775"/>
                      <a:pt x="504" y="775"/>
                      <a:pt x="504" y="775"/>
                    </a:cubicBezTo>
                    <a:cubicBezTo>
                      <a:pt x="505" y="771"/>
                      <a:pt x="505" y="771"/>
                      <a:pt x="505" y="771"/>
                    </a:cubicBezTo>
                    <a:cubicBezTo>
                      <a:pt x="508" y="767"/>
                      <a:pt x="508" y="767"/>
                      <a:pt x="508" y="767"/>
                    </a:cubicBezTo>
                    <a:cubicBezTo>
                      <a:pt x="508" y="766"/>
                      <a:pt x="508" y="766"/>
                      <a:pt x="508" y="766"/>
                    </a:cubicBezTo>
                    <a:cubicBezTo>
                      <a:pt x="508" y="765"/>
                      <a:pt x="508" y="765"/>
                      <a:pt x="508" y="765"/>
                    </a:cubicBezTo>
                    <a:cubicBezTo>
                      <a:pt x="509" y="763"/>
                      <a:pt x="509" y="763"/>
                      <a:pt x="509" y="763"/>
                    </a:cubicBezTo>
                    <a:cubicBezTo>
                      <a:pt x="508" y="762"/>
                      <a:pt x="508" y="762"/>
                      <a:pt x="508" y="762"/>
                    </a:cubicBezTo>
                    <a:cubicBezTo>
                      <a:pt x="509" y="761"/>
                      <a:pt x="509" y="761"/>
                      <a:pt x="509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2" y="760"/>
                      <a:pt x="512" y="760"/>
                      <a:pt x="512" y="760"/>
                    </a:cubicBezTo>
                    <a:cubicBezTo>
                      <a:pt x="511" y="759"/>
                      <a:pt x="511" y="759"/>
                      <a:pt x="511" y="759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7"/>
                      <a:pt x="510" y="757"/>
                      <a:pt x="510" y="757"/>
                    </a:cubicBezTo>
                    <a:cubicBezTo>
                      <a:pt x="509" y="756"/>
                      <a:pt x="509" y="756"/>
                      <a:pt x="509" y="756"/>
                    </a:cubicBezTo>
                    <a:cubicBezTo>
                      <a:pt x="510" y="755"/>
                      <a:pt x="510" y="755"/>
                      <a:pt x="510" y="755"/>
                    </a:cubicBezTo>
                    <a:cubicBezTo>
                      <a:pt x="511" y="754"/>
                      <a:pt x="511" y="754"/>
                      <a:pt x="511" y="754"/>
                    </a:cubicBezTo>
                    <a:cubicBezTo>
                      <a:pt x="511" y="753"/>
                      <a:pt x="511" y="753"/>
                      <a:pt x="511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10" y="753"/>
                      <a:pt x="510" y="753"/>
                      <a:pt x="510" y="753"/>
                    </a:cubicBezTo>
                    <a:cubicBezTo>
                      <a:pt x="510" y="751"/>
                      <a:pt x="510" y="751"/>
                      <a:pt x="510" y="751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1" y="749"/>
                      <a:pt x="511" y="749"/>
                      <a:pt x="511" y="749"/>
                    </a:cubicBezTo>
                    <a:cubicBezTo>
                      <a:pt x="510" y="748"/>
                      <a:pt x="510" y="748"/>
                      <a:pt x="510" y="748"/>
                    </a:cubicBezTo>
                    <a:cubicBezTo>
                      <a:pt x="509" y="748"/>
                      <a:pt x="509" y="748"/>
                      <a:pt x="509" y="748"/>
                    </a:cubicBezTo>
                    <a:cubicBezTo>
                      <a:pt x="508" y="748"/>
                      <a:pt x="508" y="748"/>
                      <a:pt x="508" y="748"/>
                    </a:cubicBezTo>
                    <a:cubicBezTo>
                      <a:pt x="506" y="746"/>
                      <a:pt x="506" y="746"/>
                      <a:pt x="506" y="746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498" y="751"/>
                      <a:pt x="498" y="751"/>
                      <a:pt x="498" y="751"/>
                    </a:cubicBezTo>
                    <a:cubicBezTo>
                      <a:pt x="496" y="752"/>
                      <a:pt x="496" y="752"/>
                      <a:pt x="496" y="752"/>
                    </a:cubicBezTo>
                    <a:cubicBezTo>
                      <a:pt x="493" y="753"/>
                      <a:pt x="493" y="753"/>
                      <a:pt x="493" y="753"/>
                    </a:cubicBezTo>
                    <a:cubicBezTo>
                      <a:pt x="492" y="753"/>
                      <a:pt x="492" y="753"/>
                      <a:pt x="492" y="753"/>
                    </a:cubicBezTo>
                    <a:cubicBezTo>
                      <a:pt x="491" y="752"/>
                      <a:pt x="491" y="752"/>
                      <a:pt x="491" y="752"/>
                    </a:cubicBezTo>
                    <a:cubicBezTo>
                      <a:pt x="489" y="752"/>
                      <a:pt x="489" y="752"/>
                      <a:pt x="489" y="752"/>
                    </a:cubicBezTo>
                    <a:cubicBezTo>
                      <a:pt x="487" y="753"/>
                      <a:pt x="487" y="753"/>
                      <a:pt x="487" y="753"/>
                    </a:cubicBezTo>
                    <a:cubicBezTo>
                      <a:pt x="485" y="753"/>
                      <a:pt x="485" y="753"/>
                      <a:pt x="485" y="753"/>
                    </a:cubicBezTo>
                    <a:cubicBezTo>
                      <a:pt x="484" y="754"/>
                      <a:pt x="484" y="754"/>
                      <a:pt x="484" y="754"/>
                    </a:cubicBezTo>
                    <a:cubicBezTo>
                      <a:pt x="482" y="753"/>
                      <a:pt x="482" y="753"/>
                      <a:pt x="482" y="753"/>
                    </a:cubicBezTo>
                    <a:cubicBezTo>
                      <a:pt x="481" y="753"/>
                      <a:pt x="481" y="753"/>
                      <a:pt x="481" y="753"/>
                    </a:cubicBezTo>
                    <a:cubicBezTo>
                      <a:pt x="476" y="756"/>
                      <a:pt x="476" y="756"/>
                      <a:pt x="476" y="756"/>
                    </a:cubicBezTo>
                    <a:cubicBezTo>
                      <a:pt x="474" y="756"/>
                      <a:pt x="474" y="756"/>
                      <a:pt x="474" y="756"/>
                    </a:cubicBezTo>
                    <a:cubicBezTo>
                      <a:pt x="473" y="756"/>
                      <a:pt x="473" y="756"/>
                      <a:pt x="473" y="756"/>
                    </a:cubicBezTo>
                    <a:cubicBezTo>
                      <a:pt x="472" y="756"/>
                      <a:pt x="472" y="756"/>
                      <a:pt x="472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69" y="756"/>
                      <a:pt x="469" y="756"/>
                      <a:pt x="469" y="756"/>
                    </a:cubicBezTo>
                    <a:cubicBezTo>
                      <a:pt x="466" y="758"/>
                      <a:pt x="466" y="758"/>
                      <a:pt x="466" y="758"/>
                    </a:cubicBezTo>
                    <a:cubicBezTo>
                      <a:pt x="465" y="758"/>
                      <a:pt x="465" y="758"/>
                      <a:pt x="465" y="758"/>
                    </a:cubicBezTo>
                    <a:cubicBezTo>
                      <a:pt x="463" y="759"/>
                      <a:pt x="463" y="759"/>
                      <a:pt x="463" y="759"/>
                    </a:cubicBezTo>
                    <a:cubicBezTo>
                      <a:pt x="462" y="760"/>
                      <a:pt x="462" y="760"/>
                      <a:pt x="462" y="760"/>
                    </a:cubicBezTo>
                    <a:cubicBezTo>
                      <a:pt x="460" y="760"/>
                      <a:pt x="460" y="760"/>
                      <a:pt x="460" y="760"/>
                    </a:cubicBezTo>
                    <a:cubicBezTo>
                      <a:pt x="459" y="759"/>
                      <a:pt x="459" y="759"/>
                      <a:pt x="459" y="759"/>
                    </a:cubicBezTo>
                    <a:cubicBezTo>
                      <a:pt x="457" y="758"/>
                      <a:pt x="457" y="758"/>
                      <a:pt x="457" y="758"/>
                    </a:cubicBezTo>
                    <a:cubicBezTo>
                      <a:pt x="456" y="758"/>
                      <a:pt x="456" y="758"/>
                      <a:pt x="456" y="758"/>
                    </a:cubicBezTo>
                    <a:cubicBezTo>
                      <a:pt x="456" y="757"/>
                      <a:pt x="456" y="757"/>
                      <a:pt x="456" y="757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0" y="751"/>
                      <a:pt x="450" y="751"/>
                      <a:pt x="450" y="751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9" y="750"/>
                      <a:pt x="449" y="750"/>
                      <a:pt x="449" y="750"/>
                    </a:cubicBezTo>
                    <a:cubicBezTo>
                      <a:pt x="450" y="748"/>
                      <a:pt x="450" y="748"/>
                      <a:pt x="450" y="748"/>
                    </a:cubicBezTo>
                    <a:cubicBezTo>
                      <a:pt x="451" y="748"/>
                      <a:pt x="451" y="748"/>
                      <a:pt x="451" y="748"/>
                    </a:cubicBezTo>
                    <a:cubicBezTo>
                      <a:pt x="451" y="745"/>
                      <a:pt x="451" y="745"/>
                      <a:pt x="451" y="745"/>
                    </a:cubicBezTo>
                    <a:cubicBezTo>
                      <a:pt x="452" y="744"/>
                      <a:pt x="452" y="744"/>
                      <a:pt x="452" y="744"/>
                    </a:cubicBezTo>
                    <a:cubicBezTo>
                      <a:pt x="451" y="744"/>
                      <a:pt x="451" y="744"/>
                      <a:pt x="451" y="744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50" y="742"/>
                      <a:pt x="450" y="742"/>
                      <a:pt x="450" y="742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8" y="741"/>
                      <a:pt x="448" y="741"/>
                      <a:pt x="448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6" y="741"/>
                      <a:pt x="446" y="741"/>
                      <a:pt x="446" y="741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5" y="738"/>
                      <a:pt x="445" y="738"/>
                      <a:pt x="445" y="738"/>
                    </a:cubicBezTo>
                    <a:cubicBezTo>
                      <a:pt x="444" y="738"/>
                      <a:pt x="444" y="738"/>
                      <a:pt x="444" y="738"/>
                    </a:cubicBezTo>
                    <a:cubicBezTo>
                      <a:pt x="443" y="735"/>
                      <a:pt x="443" y="735"/>
                      <a:pt x="443" y="735"/>
                    </a:cubicBezTo>
                    <a:cubicBezTo>
                      <a:pt x="441" y="733"/>
                      <a:pt x="441" y="733"/>
                      <a:pt x="441" y="733"/>
                    </a:cubicBezTo>
                    <a:cubicBezTo>
                      <a:pt x="441" y="734"/>
                      <a:pt x="441" y="734"/>
                      <a:pt x="441" y="734"/>
                    </a:cubicBezTo>
                    <a:cubicBezTo>
                      <a:pt x="440" y="733"/>
                      <a:pt x="440" y="733"/>
                      <a:pt x="440" y="733"/>
                    </a:cubicBezTo>
                    <a:cubicBezTo>
                      <a:pt x="439" y="732"/>
                      <a:pt x="439" y="732"/>
                      <a:pt x="439" y="732"/>
                    </a:cubicBezTo>
                    <a:cubicBezTo>
                      <a:pt x="438" y="731"/>
                      <a:pt x="438" y="731"/>
                      <a:pt x="438" y="731"/>
                    </a:cubicBezTo>
                    <a:cubicBezTo>
                      <a:pt x="435" y="728"/>
                      <a:pt x="435" y="728"/>
                      <a:pt x="435" y="728"/>
                    </a:cubicBezTo>
                    <a:cubicBezTo>
                      <a:pt x="435" y="727"/>
                      <a:pt x="435" y="727"/>
                      <a:pt x="435" y="727"/>
                    </a:cubicBezTo>
                    <a:cubicBezTo>
                      <a:pt x="433" y="727"/>
                      <a:pt x="433" y="727"/>
                      <a:pt x="433" y="727"/>
                    </a:cubicBezTo>
                    <a:cubicBezTo>
                      <a:pt x="430" y="724"/>
                      <a:pt x="430" y="724"/>
                      <a:pt x="430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8" y="724"/>
                      <a:pt x="428" y="724"/>
                      <a:pt x="428" y="724"/>
                    </a:cubicBezTo>
                    <a:cubicBezTo>
                      <a:pt x="427" y="725"/>
                      <a:pt x="427" y="725"/>
                      <a:pt x="427" y="725"/>
                    </a:cubicBezTo>
                    <a:cubicBezTo>
                      <a:pt x="427" y="724"/>
                      <a:pt x="427" y="724"/>
                      <a:pt x="427" y="724"/>
                    </a:cubicBezTo>
                    <a:cubicBezTo>
                      <a:pt x="426" y="723"/>
                      <a:pt x="426" y="723"/>
                      <a:pt x="426" y="723"/>
                    </a:cubicBezTo>
                    <a:cubicBezTo>
                      <a:pt x="426" y="722"/>
                      <a:pt x="426" y="722"/>
                      <a:pt x="426" y="722"/>
                    </a:cubicBezTo>
                    <a:cubicBezTo>
                      <a:pt x="424" y="720"/>
                      <a:pt x="424" y="720"/>
                      <a:pt x="424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2"/>
                      <a:pt x="423" y="722"/>
                      <a:pt x="423" y="722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2" y="719"/>
                      <a:pt x="422" y="719"/>
                      <a:pt x="422" y="719"/>
                    </a:cubicBezTo>
                    <a:cubicBezTo>
                      <a:pt x="421" y="719"/>
                      <a:pt x="421" y="719"/>
                      <a:pt x="421" y="719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20" y="716"/>
                      <a:pt x="420" y="716"/>
                      <a:pt x="420" y="716"/>
                    </a:cubicBezTo>
                    <a:cubicBezTo>
                      <a:pt x="419" y="711"/>
                      <a:pt x="419" y="711"/>
                      <a:pt x="419" y="711"/>
                    </a:cubicBezTo>
                    <a:cubicBezTo>
                      <a:pt x="416" y="703"/>
                      <a:pt x="416" y="703"/>
                      <a:pt x="416" y="703"/>
                    </a:cubicBezTo>
                    <a:cubicBezTo>
                      <a:pt x="414" y="702"/>
                      <a:pt x="414" y="702"/>
                      <a:pt x="414" y="702"/>
                    </a:cubicBezTo>
                    <a:cubicBezTo>
                      <a:pt x="415" y="701"/>
                      <a:pt x="415" y="701"/>
                      <a:pt x="415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2" y="700"/>
                      <a:pt x="412" y="700"/>
                      <a:pt x="412" y="700"/>
                    </a:cubicBezTo>
                    <a:cubicBezTo>
                      <a:pt x="411" y="699"/>
                      <a:pt x="411" y="699"/>
                      <a:pt x="411" y="699"/>
                    </a:cubicBezTo>
                    <a:cubicBezTo>
                      <a:pt x="411" y="698"/>
                      <a:pt x="411" y="698"/>
                      <a:pt x="411" y="698"/>
                    </a:cubicBezTo>
                    <a:cubicBezTo>
                      <a:pt x="407" y="696"/>
                      <a:pt x="407" y="696"/>
                      <a:pt x="407" y="696"/>
                    </a:cubicBezTo>
                    <a:cubicBezTo>
                      <a:pt x="406" y="696"/>
                      <a:pt x="406" y="696"/>
                      <a:pt x="406" y="696"/>
                    </a:cubicBezTo>
                    <a:cubicBezTo>
                      <a:pt x="405" y="694"/>
                      <a:pt x="405" y="694"/>
                      <a:pt x="405" y="694"/>
                    </a:cubicBezTo>
                    <a:cubicBezTo>
                      <a:pt x="404" y="691"/>
                      <a:pt x="404" y="691"/>
                      <a:pt x="404" y="691"/>
                    </a:cubicBezTo>
                    <a:cubicBezTo>
                      <a:pt x="404" y="688"/>
                      <a:pt x="404" y="688"/>
                      <a:pt x="404" y="688"/>
                    </a:cubicBezTo>
                    <a:cubicBezTo>
                      <a:pt x="404" y="685"/>
                      <a:pt x="404" y="685"/>
                      <a:pt x="404" y="685"/>
                    </a:cubicBezTo>
                    <a:cubicBezTo>
                      <a:pt x="402" y="680"/>
                      <a:pt x="402" y="680"/>
                      <a:pt x="402" y="680"/>
                    </a:cubicBezTo>
                    <a:cubicBezTo>
                      <a:pt x="403" y="680"/>
                      <a:pt x="403" y="680"/>
                      <a:pt x="403" y="680"/>
                    </a:cubicBezTo>
                    <a:cubicBezTo>
                      <a:pt x="403" y="679"/>
                      <a:pt x="403" y="679"/>
                      <a:pt x="403" y="679"/>
                    </a:cubicBezTo>
                    <a:cubicBezTo>
                      <a:pt x="402" y="677"/>
                      <a:pt x="402" y="677"/>
                      <a:pt x="402" y="677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0" y="673"/>
                      <a:pt x="400" y="673"/>
                      <a:pt x="400" y="673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399" y="671"/>
                      <a:pt x="399" y="671"/>
                      <a:pt x="399" y="671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7" y="668"/>
                      <a:pt x="397" y="668"/>
                      <a:pt x="397" y="668"/>
                    </a:cubicBezTo>
                    <a:cubicBezTo>
                      <a:pt x="396" y="668"/>
                      <a:pt x="396" y="668"/>
                      <a:pt x="396" y="668"/>
                    </a:cubicBezTo>
                    <a:cubicBezTo>
                      <a:pt x="394" y="665"/>
                      <a:pt x="394" y="665"/>
                      <a:pt x="394" y="665"/>
                    </a:cubicBezTo>
                    <a:cubicBezTo>
                      <a:pt x="393" y="666"/>
                      <a:pt x="393" y="666"/>
                      <a:pt x="393" y="666"/>
                    </a:cubicBezTo>
                    <a:cubicBezTo>
                      <a:pt x="392" y="666"/>
                      <a:pt x="392" y="666"/>
                      <a:pt x="392" y="666"/>
                    </a:cubicBezTo>
                    <a:cubicBezTo>
                      <a:pt x="390" y="665"/>
                      <a:pt x="390" y="665"/>
                      <a:pt x="390" y="665"/>
                    </a:cubicBezTo>
                    <a:cubicBezTo>
                      <a:pt x="389" y="661"/>
                      <a:pt x="389" y="661"/>
                      <a:pt x="389" y="661"/>
                    </a:cubicBezTo>
                    <a:cubicBezTo>
                      <a:pt x="389" y="660"/>
                      <a:pt x="389" y="660"/>
                      <a:pt x="389" y="660"/>
                    </a:cubicBezTo>
                    <a:cubicBezTo>
                      <a:pt x="389" y="659"/>
                      <a:pt x="389" y="659"/>
                      <a:pt x="389" y="659"/>
                    </a:cubicBezTo>
                    <a:cubicBezTo>
                      <a:pt x="389" y="658"/>
                      <a:pt x="389" y="658"/>
                      <a:pt x="389" y="658"/>
                    </a:cubicBezTo>
                    <a:cubicBezTo>
                      <a:pt x="392" y="658"/>
                      <a:pt x="392" y="658"/>
                      <a:pt x="392" y="658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89" y="654"/>
                      <a:pt x="389" y="654"/>
                      <a:pt x="389" y="654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2"/>
                      <a:pt x="387" y="652"/>
                      <a:pt x="387" y="652"/>
                    </a:cubicBezTo>
                    <a:cubicBezTo>
                      <a:pt x="384" y="647"/>
                      <a:pt x="384" y="647"/>
                      <a:pt x="384" y="647"/>
                    </a:cubicBezTo>
                    <a:cubicBezTo>
                      <a:pt x="382" y="647"/>
                      <a:pt x="382" y="647"/>
                      <a:pt x="382" y="647"/>
                    </a:cubicBezTo>
                    <a:cubicBezTo>
                      <a:pt x="382" y="645"/>
                      <a:pt x="382" y="645"/>
                      <a:pt x="382" y="645"/>
                    </a:cubicBezTo>
                    <a:cubicBezTo>
                      <a:pt x="378" y="638"/>
                      <a:pt x="378" y="638"/>
                      <a:pt x="378" y="638"/>
                    </a:cubicBezTo>
                    <a:cubicBezTo>
                      <a:pt x="378" y="637"/>
                      <a:pt x="378" y="637"/>
                      <a:pt x="378" y="637"/>
                    </a:cubicBezTo>
                    <a:cubicBezTo>
                      <a:pt x="377" y="635"/>
                      <a:pt x="377" y="635"/>
                      <a:pt x="377" y="635"/>
                    </a:cubicBezTo>
                    <a:cubicBezTo>
                      <a:pt x="377" y="632"/>
                      <a:pt x="377" y="632"/>
                      <a:pt x="377" y="632"/>
                    </a:cubicBezTo>
                    <a:cubicBezTo>
                      <a:pt x="376" y="632"/>
                      <a:pt x="376" y="632"/>
                      <a:pt x="376" y="632"/>
                    </a:cubicBezTo>
                    <a:cubicBezTo>
                      <a:pt x="376" y="631"/>
                      <a:pt x="376" y="631"/>
                      <a:pt x="376" y="631"/>
                    </a:cubicBezTo>
                    <a:cubicBezTo>
                      <a:pt x="373" y="628"/>
                      <a:pt x="373" y="628"/>
                      <a:pt x="373" y="628"/>
                    </a:cubicBezTo>
                    <a:cubicBezTo>
                      <a:pt x="373" y="627"/>
                      <a:pt x="373" y="627"/>
                      <a:pt x="373" y="627"/>
                    </a:cubicBezTo>
                    <a:cubicBezTo>
                      <a:pt x="373" y="626"/>
                      <a:pt x="373" y="626"/>
                      <a:pt x="373" y="626"/>
                    </a:cubicBezTo>
                    <a:cubicBezTo>
                      <a:pt x="373" y="625"/>
                      <a:pt x="373" y="625"/>
                      <a:pt x="373" y="625"/>
                    </a:cubicBezTo>
                    <a:cubicBezTo>
                      <a:pt x="368" y="621"/>
                      <a:pt x="368" y="621"/>
                      <a:pt x="368" y="621"/>
                    </a:cubicBezTo>
                    <a:cubicBezTo>
                      <a:pt x="368" y="620"/>
                      <a:pt x="368" y="620"/>
                      <a:pt x="368" y="620"/>
                    </a:cubicBezTo>
                    <a:cubicBezTo>
                      <a:pt x="365" y="617"/>
                      <a:pt x="365" y="617"/>
                      <a:pt x="365" y="617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5" y="614"/>
                      <a:pt x="365" y="614"/>
                      <a:pt x="365" y="614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8" y="618"/>
                      <a:pt x="368" y="618"/>
                      <a:pt x="368" y="618"/>
                    </a:cubicBezTo>
                    <a:cubicBezTo>
                      <a:pt x="368" y="619"/>
                      <a:pt x="368" y="619"/>
                      <a:pt x="368" y="619"/>
                    </a:cubicBezTo>
                    <a:cubicBezTo>
                      <a:pt x="369" y="621"/>
                      <a:pt x="369" y="621"/>
                      <a:pt x="369" y="621"/>
                    </a:cubicBezTo>
                    <a:cubicBezTo>
                      <a:pt x="371" y="621"/>
                      <a:pt x="371" y="621"/>
                      <a:pt x="371" y="621"/>
                    </a:cubicBezTo>
                    <a:cubicBezTo>
                      <a:pt x="371" y="623"/>
                      <a:pt x="371" y="623"/>
                      <a:pt x="371" y="623"/>
                    </a:cubicBezTo>
                    <a:cubicBezTo>
                      <a:pt x="375" y="626"/>
                      <a:pt x="375" y="626"/>
                      <a:pt x="375" y="626"/>
                    </a:cubicBezTo>
                    <a:cubicBezTo>
                      <a:pt x="377" y="628"/>
                      <a:pt x="377" y="628"/>
                      <a:pt x="377" y="628"/>
                    </a:cubicBezTo>
                    <a:cubicBezTo>
                      <a:pt x="378" y="629"/>
                      <a:pt x="378" y="629"/>
                      <a:pt x="378" y="629"/>
                    </a:cubicBezTo>
                    <a:cubicBezTo>
                      <a:pt x="378" y="627"/>
                      <a:pt x="378" y="627"/>
                      <a:pt x="378" y="627"/>
                    </a:cubicBezTo>
                    <a:cubicBezTo>
                      <a:pt x="380" y="626"/>
                      <a:pt x="380" y="626"/>
                      <a:pt x="380" y="626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2"/>
                      <a:pt x="380" y="622"/>
                      <a:pt x="380" y="622"/>
                    </a:cubicBezTo>
                    <a:cubicBezTo>
                      <a:pt x="380" y="621"/>
                      <a:pt x="380" y="621"/>
                      <a:pt x="380" y="621"/>
                    </a:cubicBezTo>
                    <a:cubicBezTo>
                      <a:pt x="381" y="619"/>
                      <a:pt x="381" y="619"/>
                      <a:pt x="381" y="619"/>
                    </a:cubicBezTo>
                    <a:cubicBezTo>
                      <a:pt x="381" y="617"/>
                      <a:pt x="381" y="617"/>
                      <a:pt x="381" y="617"/>
                    </a:cubicBezTo>
                    <a:cubicBezTo>
                      <a:pt x="381" y="618"/>
                      <a:pt x="381" y="618"/>
                      <a:pt x="381" y="618"/>
                    </a:cubicBezTo>
                    <a:cubicBezTo>
                      <a:pt x="381" y="621"/>
                      <a:pt x="381" y="621"/>
                      <a:pt x="381" y="621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5"/>
                      <a:pt x="380" y="625"/>
                      <a:pt x="380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3" y="624"/>
                      <a:pt x="383" y="624"/>
                      <a:pt x="383" y="624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7" y="629"/>
                      <a:pt x="387" y="629"/>
                      <a:pt x="387" y="629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9" y="632"/>
                      <a:pt x="389" y="632"/>
                      <a:pt x="389" y="632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3" y="637"/>
                      <a:pt x="393" y="637"/>
                      <a:pt x="393" y="637"/>
                    </a:cubicBezTo>
                    <a:cubicBezTo>
                      <a:pt x="393" y="638"/>
                      <a:pt x="393" y="638"/>
                      <a:pt x="393" y="638"/>
                    </a:cubicBezTo>
                    <a:cubicBezTo>
                      <a:pt x="394" y="640"/>
                      <a:pt x="394" y="640"/>
                      <a:pt x="394" y="640"/>
                    </a:cubicBezTo>
                    <a:cubicBezTo>
                      <a:pt x="395" y="640"/>
                      <a:pt x="395" y="640"/>
                      <a:pt x="395" y="640"/>
                    </a:cubicBezTo>
                    <a:cubicBezTo>
                      <a:pt x="395" y="642"/>
                      <a:pt x="395" y="642"/>
                      <a:pt x="395" y="642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8" y="644"/>
                      <a:pt x="398" y="644"/>
                      <a:pt x="398" y="644"/>
                    </a:cubicBezTo>
                    <a:cubicBezTo>
                      <a:pt x="399" y="647"/>
                      <a:pt x="399" y="647"/>
                      <a:pt x="399" y="647"/>
                    </a:cubicBezTo>
                    <a:cubicBezTo>
                      <a:pt x="400" y="648"/>
                      <a:pt x="400" y="648"/>
                      <a:pt x="400" y="648"/>
                    </a:cubicBezTo>
                    <a:cubicBezTo>
                      <a:pt x="401" y="649"/>
                      <a:pt x="401" y="649"/>
                      <a:pt x="401" y="649"/>
                    </a:cubicBezTo>
                    <a:cubicBezTo>
                      <a:pt x="400" y="650"/>
                      <a:pt x="400" y="650"/>
                      <a:pt x="400" y="650"/>
                    </a:cubicBezTo>
                    <a:cubicBezTo>
                      <a:pt x="400" y="652"/>
                      <a:pt x="400" y="652"/>
                      <a:pt x="400" y="652"/>
                    </a:cubicBezTo>
                    <a:cubicBezTo>
                      <a:pt x="402" y="653"/>
                      <a:pt x="402" y="653"/>
                      <a:pt x="402" y="653"/>
                    </a:cubicBezTo>
                    <a:cubicBezTo>
                      <a:pt x="402" y="654"/>
                      <a:pt x="402" y="654"/>
                      <a:pt x="402" y="654"/>
                    </a:cubicBezTo>
                    <a:cubicBezTo>
                      <a:pt x="403" y="655"/>
                      <a:pt x="403" y="655"/>
                      <a:pt x="403" y="655"/>
                    </a:cubicBezTo>
                    <a:cubicBezTo>
                      <a:pt x="404" y="654"/>
                      <a:pt x="404" y="654"/>
                      <a:pt x="404" y="654"/>
                    </a:cubicBezTo>
                    <a:cubicBezTo>
                      <a:pt x="406" y="655"/>
                      <a:pt x="406" y="655"/>
                      <a:pt x="406" y="655"/>
                    </a:cubicBezTo>
                    <a:cubicBezTo>
                      <a:pt x="408" y="656"/>
                      <a:pt x="408" y="656"/>
                      <a:pt x="408" y="656"/>
                    </a:cubicBezTo>
                    <a:cubicBezTo>
                      <a:pt x="410" y="658"/>
                      <a:pt x="410" y="658"/>
                      <a:pt x="410" y="658"/>
                    </a:cubicBezTo>
                    <a:cubicBezTo>
                      <a:pt x="410" y="660"/>
                      <a:pt x="410" y="660"/>
                      <a:pt x="410" y="660"/>
                    </a:cubicBezTo>
                    <a:cubicBezTo>
                      <a:pt x="411" y="660"/>
                      <a:pt x="411" y="660"/>
                      <a:pt x="411" y="660"/>
                    </a:cubicBezTo>
                    <a:cubicBezTo>
                      <a:pt x="411" y="661"/>
                      <a:pt x="411" y="661"/>
                      <a:pt x="411" y="661"/>
                    </a:cubicBezTo>
                    <a:cubicBezTo>
                      <a:pt x="412" y="662"/>
                      <a:pt x="412" y="662"/>
                      <a:pt x="412" y="662"/>
                    </a:cubicBezTo>
                    <a:cubicBezTo>
                      <a:pt x="412" y="664"/>
                      <a:pt x="412" y="664"/>
                      <a:pt x="412" y="664"/>
                    </a:cubicBezTo>
                    <a:cubicBezTo>
                      <a:pt x="414" y="666"/>
                      <a:pt x="414" y="666"/>
                      <a:pt x="414" y="666"/>
                    </a:cubicBezTo>
                    <a:cubicBezTo>
                      <a:pt x="414" y="668"/>
                      <a:pt x="414" y="668"/>
                      <a:pt x="414" y="668"/>
                    </a:cubicBezTo>
                    <a:cubicBezTo>
                      <a:pt x="415" y="669"/>
                      <a:pt x="415" y="669"/>
                      <a:pt x="415" y="669"/>
                    </a:cubicBezTo>
                    <a:cubicBezTo>
                      <a:pt x="414" y="671"/>
                      <a:pt x="414" y="671"/>
                      <a:pt x="414" y="671"/>
                    </a:cubicBezTo>
                    <a:cubicBezTo>
                      <a:pt x="413" y="671"/>
                      <a:pt x="413" y="671"/>
                      <a:pt x="413" y="671"/>
                    </a:cubicBezTo>
                    <a:cubicBezTo>
                      <a:pt x="414" y="673"/>
                      <a:pt x="414" y="673"/>
                      <a:pt x="414" y="673"/>
                    </a:cubicBezTo>
                    <a:cubicBezTo>
                      <a:pt x="415" y="675"/>
                      <a:pt x="415" y="675"/>
                      <a:pt x="415" y="675"/>
                    </a:cubicBezTo>
                    <a:cubicBezTo>
                      <a:pt x="415" y="678"/>
                      <a:pt x="415" y="678"/>
                      <a:pt x="415" y="678"/>
                    </a:cubicBezTo>
                    <a:cubicBezTo>
                      <a:pt x="417" y="679"/>
                      <a:pt x="417" y="679"/>
                      <a:pt x="417" y="679"/>
                    </a:cubicBezTo>
                    <a:cubicBezTo>
                      <a:pt x="417" y="680"/>
                      <a:pt x="417" y="680"/>
                      <a:pt x="417" y="680"/>
                    </a:cubicBezTo>
                    <a:cubicBezTo>
                      <a:pt x="421" y="685"/>
                      <a:pt x="421" y="685"/>
                      <a:pt x="421" y="685"/>
                    </a:cubicBezTo>
                    <a:cubicBezTo>
                      <a:pt x="422" y="685"/>
                      <a:pt x="422" y="685"/>
                      <a:pt x="422" y="685"/>
                    </a:cubicBezTo>
                    <a:cubicBezTo>
                      <a:pt x="424" y="685"/>
                      <a:pt x="424" y="685"/>
                      <a:pt x="424" y="685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7" y="688"/>
                      <a:pt x="427" y="688"/>
                      <a:pt x="427" y="688"/>
                    </a:cubicBezTo>
                    <a:cubicBezTo>
                      <a:pt x="427" y="690"/>
                      <a:pt x="427" y="690"/>
                      <a:pt x="427" y="690"/>
                    </a:cubicBezTo>
                    <a:cubicBezTo>
                      <a:pt x="429" y="690"/>
                      <a:pt x="429" y="690"/>
                      <a:pt x="429" y="690"/>
                    </a:cubicBezTo>
                    <a:cubicBezTo>
                      <a:pt x="429" y="691"/>
                      <a:pt x="429" y="691"/>
                      <a:pt x="429" y="691"/>
                    </a:cubicBezTo>
                    <a:cubicBezTo>
                      <a:pt x="430" y="691"/>
                      <a:pt x="430" y="691"/>
                      <a:pt x="430" y="691"/>
                    </a:cubicBezTo>
                    <a:cubicBezTo>
                      <a:pt x="432" y="697"/>
                      <a:pt x="432" y="697"/>
                      <a:pt x="432" y="697"/>
                    </a:cubicBezTo>
                    <a:cubicBezTo>
                      <a:pt x="433" y="698"/>
                      <a:pt x="433" y="698"/>
                      <a:pt x="433" y="698"/>
                    </a:cubicBezTo>
                    <a:cubicBezTo>
                      <a:pt x="433" y="700"/>
                      <a:pt x="433" y="700"/>
                      <a:pt x="433" y="700"/>
                    </a:cubicBezTo>
                    <a:cubicBezTo>
                      <a:pt x="439" y="706"/>
                      <a:pt x="439" y="706"/>
                      <a:pt x="439" y="706"/>
                    </a:cubicBezTo>
                    <a:cubicBezTo>
                      <a:pt x="440" y="706"/>
                      <a:pt x="440" y="706"/>
                      <a:pt x="440" y="706"/>
                    </a:cubicBezTo>
                    <a:cubicBezTo>
                      <a:pt x="440" y="709"/>
                      <a:pt x="440" y="709"/>
                      <a:pt x="440" y="709"/>
                    </a:cubicBezTo>
                    <a:cubicBezTo>
                      <a:pt x="443" y="710"/>
                      <a:pt x="443" y="710"/>
                      <a:pt x="443" y="710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4"/>
                      <a:pt x="444" y="714"/>
                      <a:pt x="444" y="714"/>
                    </a:cubicBezTo>
                    <a:cubicBezTo>
                      <a:pt x="445" y="718"/>
                      <a:pt x="445" y="718"/>
                      <a:pt x="445" y="718"/>
                    </a:cubicBezTo>
                    <a:cubicBezTo>
                      <a:pt x="445" y="719"/>
                      <a:pt x="445" y="719"/>
                      <a:pt x="445" y="719"/>
                    </a:cubicBezTo>
                    <a:cubicBezTo>
                      <a:pt x="444" y="719"/>
                      <a:pt x="444" y="719"/>
                      <a:pt x="444" y="719"/>
                    </a:cubicBezTo>
                    <a:cubicBezTo>
                      <a:pt x="444" y="720"/>
                      <a:pt x="444" y="720"/>
                      <a:pt x="444" y="720"/>
                    </a:cubicBezTo>
                    <a:cubicBezTo>
                      <a:pt x="442" y="720"/>
                      <a:pt x="442" y="720"/>
                      <a:pt x="442" y="720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3"/>
                      <a:pt x="444" y="723"/>
                      <a:pt x="444" y="723"/>
                    </a:cubicBezTo>
                    <a:cubicBezTo>
                      <a:pt x="446" y="725"/>
                      <a:pt x="446" y="725"/>
                      <a:pt x="446" y="725"/>
                    </a:cubicBezTo>
                    <a:cubicBezTo>
                      <a:pt x="447" y="732"/>
                      <a:pt x="447" y="732"/>
                      <a:pt x="447" y="732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9" y="735"/>
                      <a:pt x="449" y="735"/>
                      <a:pt x="449" y="735"/>
                    </a:cubicBezTo>
                    <a:cubicBezTo>
                      <a:pt x="448" y="736"/>
                      <a:pt x="448" y="736"/>
                      <a:pt x="448" y="736"/>
                    </a:cubicBezTo>
                    <a:cubicBezTo>
                      <a:pt x="449" y="738"/>
                      <a:pt x="449" y="738"/>
                      <a:pt x="449" y="738"/>
                    </a:cubicBezTo>
                    <a:cubicBezTo>
                      <a:pt x="451" y="740"/>
                      <a:pt x="451" y="740"/>
                      <a:pt x="451" y="740"/>
                    </a:cubicBezTo>
                    <a:cubicBezTo>
                      <a:pt x="451" y="741"/>
                      <a:pt x="451" y="741"/>
                      <a:pt x="451" y="741"/>
                    </a:cubicBezTo>
                    <a:cubicBezTo>
                      <a:pt x="452" y="743"/>
                      <a:pt x="452" y="743"/>
                      <a:pt x="452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6" y="743"/>
                      <a:pt x="456" y="743"/>
                      <a:pt x="456" y="743"/>
                    </a:cubicBezTo>
                    <a:cubicBezTo>
                      <a:pt x="458" y="743"/>
                      <a:pt x="458" y="743"/>
                      <a:pt x="458" y="743"/>
                    </a:cubicBezTo>
                    <a:cubicBezTo>
                      <a:pt x="459" y="742"/>
                      <a:pt x="459" y="742"/>
                      <a:pt x="459" y="742"/>
                    </a:cubicBezTo>
                    <a:cubicBezTo>
                      <a:pt x="460" y="742"/>
                      <a:pt x="460" y="742"/>
                      <a:pt x="460" y="742"/>
                    </a:cubicBezTo>
                    <a:cubicBezTo>
                      <a:pt x="461" y="742"/>
                      <a:pt x="461" y="742"/>
                      <a:pt x="461" y="742"/>
                    </a:cubicBezTo>
                    <a:cubicBezTo>
                      <a:pt x="463" y="742"/>
                      <a:pt x="463" y="742"/>
                      <a:pt x="463" y="742"/>
                    </a:cubicBezTo>
                    <a:cubicBezTo>
                      <a:pt x="464" y="740"/>
                      <a:pt x="464" y="740"/>
                      <a:pt x="464" y="740"/>
                    </a:cubicBezTo>
                    <a:cubicBezTo>
                      <a:pt x="465" y="740"/>
                      <a:pt x="465" y="740"/>
                      <a:pt x="465" y="740"/>
                    </a:cubicBezTo>
                    <a:cubicBezTo>
                      <a:pt x="466" y="738"/>
                      <a:pt x="466" y="738"/>
                      <a:pt x="466" y="738"/>
                    </a:cubicBezTo>
                    <a:cubicBezTo>
                      <a:pt x="468" y="737"/>
                      <a:pt x="468" y="737"/>
                      <a:pt x="468" y="737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9" y="736"/>
                      <a:pt x="469" y="736"/>
                      <a:pt x="469" y="736"/>
                    </a:cubicBezTo>
                    <a:cubicBezTo>
                      <a:pt x="470" y="737"/>
                      <a:pt x="470" y="737"/>
                      <a:pt x="470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4" y="738"/>
                      <a:pt x="474" y="738"/>
                      <a:pt x="474" y="738"/>
                    </a:cubicBezTo>
                    <a:cubicBezTo>
                      <a:pt x="478" y="736"/>
                      <a:pt x="478" y="736"/>
                      <a:pt x="478" y="736"/>
                    </a:cubicBezTo>
                    <a:cubicBezTo>
                      <a:pt x="480" y="736"/>
                      <a:pt x="480" y="736"/>
                      <a:pt x="480" y="736"/>
                    </a:cubicBezTo>
                    <a:cubicBezTo>
                      <a:pt x="482" y="735"/>
                      <a:pt x="482" y="735"/>
                      <a:pt x="482" y="735"/>
                    </a:cubicBezTo>
                    <a:cubicBezTo>
                      <a:pt x="482" y="734"/>
                      <a:pt x="482" y="734"/>
                      <a:pt x="482" y="734"/>
                    </a:cubicBezTo>
                    <a:cubicBezTo>
                      <a:pt x="484" y="732"/>
                      <a:pt x="484" y="732"/>
                      <a:pt x="484" y="732"/>
                    </a:cubicBezTo>
                    <a:cubicBezTo>
                      <a:pt x="485" y="732"/>
                      <a:pt x="485" y="732"/>
                      <a:pt x="485" y="732"/>
                    </a:cubicBezTo>
                    <a:cubicBezTo>
                      <a:pt x="486" y="733"/>
                      <a:pt x="486" y="733"/>
                      <a:pt x="486" y="733"/>
                    </a:cubicBezTo>
                    <a:cubicBezTo>
                      <a:pt x="487" y="733"/>
                      <a:pt x="487" y="733"/>
                      <a:pt x="487" y="733"/>
                    </a:cubicBezTo>
                    <a:cubicBezTo>
                      <a:pt x="488" y="732"/>
                      <a:pt x="488" y="732"/>
                      <a:pt x="488" y="732"/>
                    </a:cubicBezTo>
                    <a:cubicBezTo>
                      <a:pt x="488" y="733"/>
                      <a:pt x="488" y="733"/>
                      <a:pt x="488" y="733"/>
                    </a:cubicBezTo>
                    <a:cubicBezTo>
                      <a:pt x="490" y="733"/>
                      <a:pt x="490" y="733"/>
                      <a:pt x="490" y="733"/>
                    </a:cubicBezTo>
                    <a:cubicBezTo>
                      <a:pt x="492" y="731"/>
                      <a:pt x="492" y="731"/>
                      <a:pt x="492" y="731"/>
                    </a:cubicBezTo>
                    <a:cubicBezTo>
                      <a:pt x="493" y="728"/>
                      <a:pt x="493" y="728"/>
                      <a:pt x="493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9" y="724"/>
                      <a:pt x="509" y="724"/>
                      <a:pt x="509" y="724"/>
                    </a:cubicBezTo>
                    <a:cubicBezTo>
                      <a:pt x="512" y="722"/>
                      <a:pt x="512" y="722"/>
                      <a:pt x="512" y="722"/>
                    </a:cubicBezTo>
                    <a:cubicBezTo>
                      <a:pt x="513" y="721"/>
                      <a:pt x="513" y="721"/>
                      <a:pt x="513" y="721"/>
                    </a:cubicBezTo>
                    <a:cubicBezTo>
                      <a:pt x="517" y="720"/>
                      <a:pt x="517" y="720"/>
                      <a:pt x="517" y="720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6" y="718"/>
                      <a:pt x="516" y="718"/>
                      <a:pt x="516" y="718"/>
                    </a:cubicBezTo>
                    <a:cubicBezTo>
                      <a:pt x="516" y="717"/>
                      <a:pt x="516" y="717"/>
                      <a:pt x="516" y="717"/>
                    </a:cubicBezTo>
                    <a:cubicBezTo>
                      <a:pt x="519" y="714"/>
                      <a:pt x="519" y="714"/>
                      <a:pt x="519" y="714"/>
                    </a:cubicBezTo>
                    <a:cubicBezTo>
                      <a:pt x="521" y="713"/>
                      <a:pt x="521" y="713"/>
                      <a:pt x="521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6" y="713"/>
                      <a:pt x="526" y="713"/>
                      <a:pt x="526" y="713"/>
                    </a:cubicBezTo>
                    <a:cubicBezTo>
                      <a:pt x="527" y="711"/>
                      <a:pt x="527" y="711"/>
                      <a:pt x="527" y="711"/>
                    </a:cubicBezTo>
                    <a:cubicBezTo>
                      <a:pt x="529" y="711"/>
                      <a:pt x="529" y="711"/>
                      <a:pt x="529" y="711"/>
                    </a:cubicBezTo>
                    <a:cubicBezTo>
                      <a:pt x="531" y="710"/>
                      <a:pt x="531" y="710"/>
                      <a:pt x="531" y="710"/>
                    </a:cubicBezTo>
                    <a:cubicBezTo>
                      <a:pt x="533" y="710"/>
                      <a:pt x="533" y="710"/>
                      <a:pt x="533" y="710"/>
                    </a:cubicBezTo>
                    <a:cubicBezTo>
                      <a:pt x="534" y="710"/>
                      <a:pt x="534" y="710"/>
                      <a:pt x="534" y="710"/>
                    </a:cubicBezTo>
                    <a:cubicBezTo>
                      <a:pt x="535" y="711"/>
                      <a:pt x="535" y="711"/>
                      <a:pt x="535" y="711"/>
                    </a:cubicBezTo>
                    <a:cubicBezTo>
                      <a:pt x="536" y="710"/>
                      <a:pt x="536" y="710"/>
                      <a:pt x="536" y="710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9" y="706"/>
                      <a:pt x="539" y="706"/>
                      <a:pt x="539" y="706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4"/>
                      <a:pt x="538" y="704"/>
                      <a:pt x="538" y="704"/>
                    </a:cubicBezTo>
                    <a:cubicBezTo>
                      <a:pt x="539" y="703"/>
                      <a:pt x="539" y="703"/>
                      <a:pt x="539" y="703"/>
                    </a:cubicBezTo>
                    <a:cubicBezTo>
                      <a:pt x="542" y="703"/>
                      <a:pt x="542" y="703"/>
                      <a:pt x="542" y="703"/>
                    </a:cubicBezTo>
                    <a:cubicBezTo>
                      <a:pt x="543" y="703"/>
                      <a:pt x="543" y="703"/>
                      <a:pt x="543" y="703"/>
                    </a:cubicBezTo>
                    <a:cubicBezTo>
                      <a:pt x="544" y="703"/>
                      <a:pt x="544" y="703"/>
                      <a:pt x="544" y="703"/>
                    </a:cubicBezTo>
                    <a:cubicBezTo>
                      <a:pt x="546" y="702"/>
                      <a:pt x="546" y="702"/>
                      <a:pt x="546" y="702"/>
                    </a:cubicBezTo>
                    <a:cubicBezTo>
                      <a:pt x="547" y="701"/>
                      <a:pt x="547" y="701"/>
                      <a:pt x="547" y="701"/>
                    </a:cubicBezTo>
                    <a:cubicBezTo>
                      <a:pt x="547" y="698"/>
                      <a:pt x="547" y="698"/>
                      <a:pt x="547" y="698"/>
                    </a:cubicBezTo>
                    <a:cubicBezTo>
                      <a:pt x="549" y="696"/>
                      <a:pt x="549" y="696"/>
                      <a:pt x="549" y="696"/>
                    </a:cubicBezTo>
                    <a:cubicBezTo>
                      <a:pt x="551" y="695"/>
                      <a:pt x="551" y="695"/>
                      <a:pt x="551" y="695"/>
                    </a:cubicBezTo>
                    <a:cubicBezTo>
                      <a:pt x="552" y="696"/>
                      <a:pt x="552" y="696"/>
                      <a:pt x="552" y="696"/>
                    </a:cubicBezTo>
                    <a:cubicBezTo>
                      <a:pt x="553" y="695"/>
                      <a:pt x="553" y="695"/>
                      <a:pt x="553" y="695"/>
                    </a:cubicBezTo>
                    <a:cubicBezTo>
                      <a:pt x="557" y="695"/>
                      <a:pt x="557" y="695"/>
                      <a:pt x="557" y="695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5" y="689"/>
                      <a:pt x="555" y="689"/>
                      <a:pt x="555" y="689"/>
                    </a:cubicBezTo>
                    <a:cubicBezTo>
                      <a:pt x="555" y="688"/>
                      <a:pt x="555" y="688"/>
                      <a:pt x="555" y="688"/>
                    </a:cubicBezTo>
                    <a:cubicBezTo>
                      <a:pt x="556" y="687"/>
                      <a:pt x="556" y="687"/>
                      <a:pt x="556" y="687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58" y="684"/>
                      <a:pt x="558" y="684"/>
                      <a:pt x="558" y="684"/>
                    </a:cubicBezTo>
                    <a:cubicBezTo>
                      <a:pt x="557" y="683"/>
                      <a:pt x="557" y="683"/>
                      <a:pt x="557" y="683"/>
                    </a:cubicBezTo>
                    <a:cubicBezTo>
                      <a:pt x="558" y="682"/>
                      <a:pt x="558" y="682"/>
                      <a:pt x="558" y="682"/>
                    </a:cubicBezTo>
                    <a:cubicBezTo>
                      <a:pt x="558" y="683"/>
                      <a:pt x="558" y="683"/>
                      <a:pt x="558" y="683"/>
                    </a:cubicBezTo>
                    <a:cubicBezTo>
                      <a:pt x="559" y="683"/>
                      <a:pt x="559" y="683"/>
                      <a:pt x="559" y="683"/>
                    </a:cubicBezTo>
                    <a:cubicBezTo>
                      <a:pt x="561" y="684"/>
                      <a:pt x="561" y="684"/>
                      <a:pt x="561" y="684"/>
                    </a:cubicBezTo>
                    <a:cubicBezTo>
                      <a:pt x="562" y="681"/>
                      <a:pt x="562" y="681"/>
                      <a:pt x="562" y="681"/>
                    </a:cubicBezTo>
                    <a:cubicBezTo>
                      <a:pt x="562" y="680"/>
                      <a:pt x="562" y="680"/>
                      <a:pt x="562" y="680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5" y="677"/>
                      <a:pt x="565" y="677"/>
                      <a:pt x="565" y="677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8" y="671"/>
                      <a:pt x="568" y="671"/>
                      <a:pt x="568" y="671"/>
                    </a:cubicBezTo>
                    <a:cubicBezTo>
                      <a:pt x="568" y="670"/>
                      <a:pt x="568" y="670"/>
                      <a:pt x="568" y="670"/>
                    </a:cubicBezTo>
                    <a:cubicBezTo>
                      <a:pt x="569" y="669"/>
                      <a:pt x="569" y="669"/>
                      <a:pt x="569" y="669"/>
                    </a:cubicBezTo>
                    <a:cubicBezTo>
                      <a:pt x="569" y="667"/>
                      <a:pt x="569" y="667"/>
                      <a:pt x="569" y="667"/>
                    </a:cubicBezTo>
                    <a:cubicBezTo>
                      <a:pt x="568" y="666"/>
                      <a:pt x="568" y="666"/>
                      <a:pt x="568" y="666"/>
                    </a:cubicBezTo>
                    <a:cubicBezTo>
                      <a:pt x="567" y="666"/>
                      <a:pt x="567" y="666"/>
                      <a:pt x="567" y="666"/>
                    </a:cubicBezTo>
                    <a:cubicBezTo>
                      <a:pt x="564" y="664"/>
                      <a:pt x="564" y="664"/>
                      <a:pt x="564" y="664"/>
                    </a:cubicBezTo>
                    <a:cubicBezTo>
                      <a:pt x="564" y="662"/>
                      <a:pt x="564" y="662"/>
                      <a:pt x="564" y="662"/>
                    </a:cubicBezTo>
                    <a:cubicBezTo>
                      <a:pt x="562" y="661"/>
                      <a:pt x="562" y="661"/>
                      <a:pt x="562" y="661"/>
                    </a:cubicBezTo>
                    <a:cubicBezTo>
                      <a:pt x="562" y="659"/>
                      <a:pt x="562" y="659"/>
                      <a:pt x="562" y="659"/>
                    </a:cubicBezTo>
                    <a:cubicBezTo>
                      <a:pt x="560" y="656"/>
                      <a:pt x="560" y="656"/>
                      <a:pt x="560" y="656"/>
                    </a:cubicBezTo>
                    <a:cubicBezTo>
                      <a:pt x="558" y="656"/>
                      <a:pt x="558" y="656"/>
                      <a:pt x="558" y="656"/>
                    </a:cubicBezTo>
                    <a:cubicBezTo>
                      <a:pt x="556" y="657"/>
                      <a:pt x="556" y="657"/>
                      <a:pt x="556" y="657"/>
                    </a:cubicBezTo>
                    <a:cubicBezTo>
                      <a:pt x="553" y="656"/>
                      <a:pt x="553" y="656"/>
                      <a:pt x="553" y="656"/>
                    </a:cubicBezTo>
                    <a:cubicBezTo>
                      <a:pt x="552" y="656"/>
                      <a:pt x="552" y="656"/>
                      <a:pt x="552" y="656"/>
                    </a:cubicBezTo>
                    <a:cubicBezTo>
                      <a:pt x="551" y="657"/>
                      <a:pt x="551" y="657"/>
                      <a:pt x="551" y="657"/>
                    </a:cubicBezTo>
                    <a:cubicBezTo>
                      <a:pt x="549" y="656"/>
                      <a:pt x="549" y="656"/>
                      <a:pt x="549" y="656"/>
                    </a:cubicBezTo>
                    <a:cubicBezTo>
                      <a:pt x="545" y="653"/>
                      <a:pt x="545" y="653"/>
                      <a:pt x="545" y="653"/>
                    </a:cubicBezTo>
                    <a:cubicBezTo>
                      <a:pt x="545" y="652"/>
                      <a:pt x="545" y="652"/>
                      <a:pt x="545" y="652"/>
                    </a:cubicBezTo>
                    <a:cubicBezTo>
                      <a:pt x="543" y="649"/>
                      <a:pt x="543" y="649"/>
                      <a:pt x="543" y="649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3"/>
                      <a:pt x="542" y="643"/>
                      <a:pt x="542" y="643"/>
                    </a:cubicBezTo>
                    <a:cubicBezTo>
                      <a:pt x="542" y="641"/>
                      <a:pt x="542" y="641"/>
                      <a:pt x="542" y="641"/>
                    </a:cubicBezTo>
                    <a:cubicBezTo>
                      <a:pt x="541" y="642"/>
                      <a:pt x="541" y="642"/>
                      <a:pt x="541" y="642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0"/>
                      <a:pt x="541" y="640"/>
                      <a:pt x="541" y="640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7"/>
                      <a:pt x="541" y="637"/>
                      <a:pt x="541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5"/>
                      <a:pt x="541" y="635"/>
                      <a:pt x="541" y="635"/>
                    </a:cubicBezTo>
                    <a:cubicBezTo>
                      <a:pt x="540" y="635"/>
                      <a:pt x="540" y="635"/>
                      <a:pt x="540" y="635"/>
                    </a:cubicBezTo>
                    <a:cubicBezTo>
                      <a:pt x="539" y="635"/>
                      <a:pt x="539" y="635"/>
                      <a:pt x="539" y="635"/>
                    </a:cubicBezTo>
                    <a:cubicBezTo>
                      <a:pt x="539" y="637"/>
                      <a:pt x="539" y="637"/>
                      <a:pt x="539" y="637"/>
                    </a:cubicBezTo>
                    <a:cubicBezTo>
                      <a:pt x="538" y="636"/>
                      <a:pt x="538" y="636"/>
                      <a:pt x="538" y="636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40"/>
                      <a:pt x="538" y="640"/>
                      <a:pt x="538" y="640"/>
                    </a:cubicBezTo>
                    <a:cubicBezTo>
                      <a:pt x="537" y="640"/>
                      <a:pt x="537" y="640"/>
                      <a:pt x="537" y="640"/>
                    </a:cubicBezTo>
                    <a:cubicBezTo>
                      <a:pt x="533" y="643"/>
                      <a:pt x="533" y="643"/>
                      <a:pt x="533" y="643"/>
                    </a:cubicBezTo>
                    <a:cubicBezTo>
                      <a:pt x="533" y="645"/>
                      <a:pt x="533" y="645"/>
                      <a:pt x="533" y="645"/>
                    </a:cubicBezTo>
                    <a:cubicBezTo>
                      <a:pt x="529" y="649"/>
                      <a:pt x="529" y="649"/>
                      <a:pt x="529" y="649"/>
                    </a:cubicBezTo>
                    <a:cubicBezTo>
                      <a:pt x="527" y="650"/>
                      <a:pt x="527" y="650"/>
                      <a:pt x="527" y="650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8" y="652"/>
                      <a:pt x="528" y="652"/>
                      <a:pt x="528" y="652"/>
                    </a:cubicBezTo>
                    <a:cubicBezTo>
                      <a:pt x="527" y="651"/>
                      <a:pt x="527" y="651"/>
                      <a:pt x="527" y="651"/>
                    </a:cubicBezTo>
                    <a:cubicBezTo>
                      <a:pt x="526" y="652"/>
                      <a:pt x="526" y="652"/>
                      <a:pt x="526" y="652"/>
                    </a:cubicBezTo>
                    <a:cubicBezTo>
                      <a:pt x="525" y="652"/>
                      <a:pt x="525" y="652"/>
                      <a:pt x="525" y="652"/>
                    </a:cubicBezTo>
                    <a:cubicBezTo>
                      <a:pt x="525" y="653"/>
                      <a:pt x="525" y="653"/>
                      <a:pt x="525" y="653"/>
                    </a:cubicBezTo>
                    <a:cubicBezTo>
                      <a:pt x="524" y="653"/>
                      <a:pt x="524" y="653"/>
                      <a:pt x="524" y="653"/>
                    </a:cubicBezTo>
                    <a:cubicBezTo>
                      <a:pt x="524" y="654"/>
                      <a:pt x="524" y="654"/>
                      <a:pt x="524" y="654"/>
                    </a:cubicBezTo>
                    <a:cubicBezTo>
                      <a:pt x="522" y="654"/>
                      <a:pt x="522" y="654"/>
                      <a:pt x="522" y="654"/>
                    </a:cubicBezTo>
                    <a:cubicBezTo>
                      <a:pt x="521" y="654"/>
                      <a:pt x="521" y="654"/>
                      <a:pt x="521" y="654"/>
                    </a:cubicBezTo>
                    <a:cubicBezTo>
                      <a:pt x="520" y="654"/>
                      <a:pt x="520" y="654"/>
                      <a:pt x="520" y="654"/>
                    </a:cubicBezTo>
                    <a:cubicBezTo>
                      <a:pt x="519" y="654"/>
                      <a:pt x="519" y="654"/>
                      <a:pt x="519" y="654"/>
                    </a:cubicBezTo>
                    <a:cubicBezTo>
                      <a:pt x="518" y="653"/>
                      <a:pt x="518" y="653"/>
                      <a:pt x="518" y="653"/>
                    </a:cubicBezTo>
                    <a:cubicBezTo>
                      <a:pt x="517" y="654"/>
                      <a:pt x="517" y="654"/>
                      <a:pt x="517" y="654"/>
                    </a:cubicBezTo>
                    <a:cubicBezTo>
                      <a:pt x="514" y="653"/>
                      <a:pt x="514" y="653"/>
                      <a:pt x="514" y="653"/>
                    </a:cubicBezTo>
                    <a:cubicBezTo>
                      <a:pt x="511" y="655"/>
                      <a:pt x="511" y="655"/>
                      <a:pt x="511" y="655"/>
                    </a:cubicBezTo>
                    <a:cubicBezTo>
                      <a:pt x="510" y="655"/>
                      <a:pt x="510" y="655"/>
                      <a:pt x="510" y="655"/>
                    </a:cubicBezTo>
                    <a:cubicBezTo>
                      <a:pt x="509" y="655"/>
                      <a:pt x="509" y="655"/>
                      <a:pt x="509" y="655"/>
                    </a:cubicBezTo>
                    <a:cubicBezTo>
                      <a:pt x="508" y="655"/>
                      <a:pt x="508" y="655"/>
                      <a:pt x="508" y="655"/>
                    </a:cubicBezTo>
                    <a:cubicBezTo>
                      <a:pt x="508" y="651"/>
                      <a:pt x="508" y="651"/>
                      <a:pt x="508" y="651"/>
                    </a:cubicBezTo>
                    <a:cubicBezTo>
                      <a:pt x="507" y="653"/>
                      <a:pt x="507" y="653"/>
                      <a:pt x="507" y="653"/>
                    </a:cubicBezTo>
                    <a:cubicBezTo>
                      <a:pt x="506" y="653"/>
                      <a:pt x="506" y="653"/>
                      <a:pt x="506" y="653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7" y="650"/>
                      <a:pt x="507" y="650"/>
                      <a:pt x="507" y="650"/>
                    </a:cubicBezTo>
                    <a:cubicBezTo>
                      <a:pt x="506" y="650"/>
                      <a:pt x="506" y="650"/>
                      <a:pt x="506" y="650"/>
                    </a:cubicBezTo>
                    <a:cubicBezTo>
                      <a:pt x="506" y="646"/>
                      <a:pt x="506" y="646"/>
                      <a:pt x="506" y="646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6" y="640"/>
                      <a:pt x="506" y="640"/>
                      <a:pt x="506" y="640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3" y="637"/>
                      <a:pt x="503" y="637"/>
                      <a:pt x="503" y="637"/>
                    </a:cubicBezTo>
                    <a:cubicBezTo>
                      <a:pt x="502" y="637"/>
                      <a:pt x="502" y="637"/>
                      <a:pt x="502" y="637"/>
                    </a:cubicBezTo>
                    <a:cubicBezTo>
                      <a:pt x="502" y="638"/>
                      <a:pt x="502" y="638"/>
                      <a:pt x="502" y="638"/>
                    </a:cubicBezTo>
                    <a:cubicBezTo>
                      <a:pt x="501" y="638"/>
                      <a:pt x="501" y="638"/>
                      <a:pt x="501" y="638"/>
                    </a:cubicBezTo>
                    <a:cubicBezTo>
                      <a:pt x="501" y="639"/>
                      <a:pt x="501" y="639"/>
                      <a:pt x="501" y="639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500" y="646"/>
                      <a:pt x="500" y="646"/>
                      <a:pt x="500" y="646"/>
                    </a:cubicBezTo>
                    <a:cubicBezTo>
                      <a:pt x="500" y="647"/>
                      <a:pt x="500" y="647"/>
                      <a:pt x="500" y="647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499" y="647"/>
                      <a:pt x="499" y="647"/>
                      <a:pt x="499" y="647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38"/>
                      <a:pt x="495" y="638"/>
                      <a:pt x="495" y="638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3" y="632"/>
                      <a:pt x="493" y="632"/>
                      <a:pt x="493" y="632"/>
                    </a:cubicBezTo>
                    <a:cubicBezTo>
                      <a:pt x="492" y="632"/>
                      <a:pt x="492" y="632"/>
                      <a:pt x="492" y="632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91" y="630"/>
                      <a:pt x="491" y="630"/>
                      <a:pt x="491" y="630"/>
                    </a:cubicBezTo>
                    <a:cubicBezTo>
                      <a:pt x="488" y="626"/>
                      <a:pt x="488" y="626"/>
                      <a:pt x="488" y="626"/>
                    </a:cubicBezTo>
                    <a:cubicBezTo>
                      <a:pt x="487" y="626"/>
                      <a:pt x="487" y="626"/>
                      <a:pt x="487" y="626"/>
                    </a:cubicBezTo>
                    <a:cubicBezTo>
                      <a:pt x="484" y="625"/>
                      <a:pt x="484" y="625"/>
                      <a:pt x="484" y="625"/>
                    </a:cubicBezTo>
                    <a:cubicBezTo>
                      <a:pt x="483" y="622"/>
                      <a:pt x="483" y="622"/>
                      <a:pt x="483" y="622"/>
                    </a:cubicBezTo>
                    <a:cubicBezTo>
                      <a:pt x="482" y="620"/>
                      <a:pt x="482" y="620"/>
                      <a:pt x="482" y="620"/>
                    </a:cubicBezTo>
                    <a:cubicBezTo>
                      <a:pt x="481" y="620"/>
                      <a:pt x="481" y="620"/>
                      <a:pt x="481" y="620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79" y="616"/>
                      <a:pt x="479" y="616"/>
                      <a:pt x="479" y="616"/>
                    </a:cubicBezTo>
                    <a:cubicBezTo>
                      <a:pt x="479" y="615"/>
                      <a:pt x="479" y="615"/>
                      <a:pt x="479" y="615"/>
                    </a:cubicBezTo>
                    <a:cubicBezTo>
                      <a:pt x="478" y="613"/>
                      <a:pt x="478" y="613"/>
                      <a:pt x="478" y="613"/>
                    </a:cubicBezTo>
                    <a:cubicBezTo>
                      <a:pt x="480" y="612"/>
                      <a:pt x="480" y="612"/>
                      <a:pt x="480" y="612"/>
                    </a:cubicBezTo>
                    <a:cubicBezTo>
                      <a:pt x="479" y="609"/>
                      <a:pt x="479" y="609"/>
                      <a:pt x="479" y="609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2" y="608"/>
                      <a:pt x="482" y="608"/>
                      <a:pt x="482" y="608"/>
                    </a:cubicBezTo>
                    <a:cubicBezTo>
                      <a:pt x="483" y="608"/>
                      <a:pt x="483" y="608"/>
                      <a:pt x="483" y="608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7" y="608"/>
                      <a:pt x="487" y="608"/>
                      <a:pt x="487" y="608"/>
                    </a:cubicBezTo>
                    <a:cubicBezTo>
                      <a:pt x="488" y="609"/>
                      <a:pt x="488" y="609"/>
                      <a:pt x="488" y="609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2" y="609"/>
                      <a:pt x="492" y="609"/>
                      <a:pt x="492" y="609"/>
                    </a:cubicBezTo>
                    <a:cubicBezTo>
                      <a:pt x="492" y="610"/>
                      <a:pt x="492" y="610"/>
                      <a:pt x="492" y="610"/>
                    </a:cubicBezTo>
                    <a:cubicBezTo>
                      <a:pt x="495" y="613"/>
                      <a:pt x="495" y="613"/>
                      <a:pt x="495" y="613"/>
                    </a:cubicBezTo>
                    <a:cubicBezTo>
                      <a:pt x="495" y="616"/>
                      <a:pt x="495" y="616"/>
                      <a:pt x="495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6" y="617"/>
                      <a:pt x="496" y="617"/>
                      <a:pt x="496" y="617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501" y="624"/>
                      <a:pt x="501" y="624"/>
                      <a:pt x="501" y="624"/>
                    </a:cubicBezTo>
                    <a:cubicBezTo>
                      <a:pt x="503" y="625"/>
                      <a:pt x="503" y="625"/>
                      <a:pt x="503" y="625"/>
                    </a:cubicBezTo>
                    <a:cubicBezTo>
                      <a:pt x="506" y="625"/>
                      <a:pt x="506" y="625"/>
                      <a:pt x="506" y="625"/>
                    </a:cubicBezTo>
                    <a:cubicBezTo>
                      <a:pt x="508" y="626"/>
                      <a:pt x="508" y="626"/>
                      <a:pt x="508" y="626"/>
                    </a:cubicBezTo>
                    <a:cubicBezTo>
                      <a:pt x="508" y="627"/>
                      <a:pt x="508" y="627"/>
                      <a:pt x="508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2" y="627"/>
                      <a:pt x="512" y="627"/>
                      <a:pt x="512" y="627"/>
                    </a:cubicBezTo>
                    <a:cubicBezTo>
                      <a:pt x="511" y="628"/>
                      <a:pt x="511" y="628"/>
                      <a:pt x="511" y="628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6" y="631"/>
                      <a:pt x="516" y="631"/>
                      <a:pt x="516" y="631"/>
                    </a:cubicBezTo>
                    <a:cubicBezTo>
                      <a:pt x="517" y="632"/>
                      <a:pt x="517" y="632"/>
                      <a:pt x="517" y="632"/>
                    </a:cubicBezTo>
                    <a:cubicBezTo>
                      <a:pt x="518" y="632"/>
                      <a:pt x="518" y="632"/>
                      <a:pt x="518" y="632"/>
                    </a:cubicBezTo>
                    <a:cubicBezTo>
                      <a:pt x="521" y="635"/>
                      <a:pt x="521" y="635"/>
                      <a:pt x="521" y="635"/>
                    </a:cubicBezTo>
                    <a:cubicBezTo>
                      <a:pt x="522" y="634"/>
                      <a:pt x="522" y="634"/>
                      <a:pt x="522" y="634"/>
                    </a:cubicBezTo>
                    <a:cubicBezTo>
                      <a:pt x="524" y="634"/>
                      <a:pt x="524" y="634"/>
                      <a:pt x="524" y="634"/>
                    </a:cubicBezTo>
                    <a:cubicBezTo>
                      <a:pt x="526" y="634"/>
                      <a:pt x="526" y="634"/>
                      <a:pt x="526" y="634"/>
                    </a:cubicBezTo>
                    <a:cubicBezTo>
                      <a:pt x="529" y="636"/>
                      <a:pt x="529" y="636"/>
                      <a:pt x="529" y="636"/>
                    </a:cubicBezTo>
                    <a:cubicBezTo>
                      <a:pt x="532" y="634"/>
                      <a:pt x="532" y="634"/>
                      <a:pt x="532" y="634"/>
                    </a:cubicBezTo>
                    <a:cubicBezTo>
                      <a:pt x="535" y="632"/>
                      <a:pt x="535" y="632"/>
                      <a:pt x="535" y="632"/>
                    </a:cubicBezTo>
                    <a:cubicBezTo>
                      <a:pt x="537" y="632"/>
                      <a:pt x="537" y="632"/>
                      <a:pt x="537" y="632"/>
                    </a:cubicBezTo>
                    <a:cubicBezTo>
                      <a:pt x="539" y="631"/>
                      <a:pt x="539" y="631"/>
                      <a:pt x="539" y="631"/>
                    </a:cubicBezTo>
                    <a:cubicBezTo>
                      <a:pt x="540" y="630"/>
                      <a:pt x="540" y="630"/>
                      <a:pt x="540" y="630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4" y="633"/>
                      <a:pt x="544" y="633"/>
                      <a:pt x="544" y="633"/>
                    </a:cubicBezTo>
                    <a:cubicBezTo>
                      <a:pt x="545" y="636"/>
                      <a:pt x="545" y="636"/>
                      <a:pt x="545" y="636"/>
                    </a:cubicBezTo>
                    <a:cubicBezTo>
                      <a:pt x="546" y="639"/>
                      <a:pt x="546" y="639"/>
                      <a:pt x="546" y="639"/>
                    </a:cubicBezTo>
                    <a:cubicBezTo>
                      <a:pt x="546" y="641"/>
                      <a:pt x="546" y="641"/>
                      <a:pt x="546" y="641"/>
                    </a:cubicBezTo>
                    <a:cubicBezTo>
                      <a:pt x="547" y="641"/>
                      <a:pt x="547" y="641"/>
                      <a:pt x="547" y="641"/>
                    </a:cubicBezTo>
                    <a:cubicBezTo>
                      <a:pt x="548" y="642"/>
                      <a:pt x="548" y="642"/>
                      <a:pt x="548" y="642"/>
                    </a:cubicBezTo>
                    <a:cubicBezTo>
                      <a:pt x="552" y="642"/>
                      <a:pt x="552" y="642"/>
                      <a:pt x="552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5" y="643"/>
                      <a:pt x="555" y="643"/>
                      <a:pt x="555" y="643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9" y="644"/>
                      <a:pt x="559" y="644"/>
                      <a:pt x="559" y="644"/>
                    </a:cubicBezTo>
                    <a:cubicBezTo>
                      <a:pt x="564" y="643"/>
                      <a:pt x="564" y="643"/>
                      <a:pt x="564" y="643"/>
                    </a:cubicBezTo>
                    <a:cubicBezTo>
                      <a:pt x="566" y="644"/>
                      <a:pt x="566" y="644"/>
                      <a:pt x="566" y="644"/>
                    </a:cubicBezTo>
                    <a:cubicBezTo>
                      <a:pt x="569" y="645"/>
                      <a:pt x="569" y="645"/>
                      <a:pt x="569" y="645"/>
                    </a:cubicBezTo>
                    <a:cubicBezTo>
                      <a:pt x="570" y="645"/>
                      <a:pt x="570" y="645"/>
                      <a:pt x="570" y="645"/>
                    </a:cubicBezTo>
                    <a:cubicBezTo>
                      <a:pt x="571" y="645"/>
                      <a:pt x="571" y="645"/>
                      <a:pt x="571" y="645"/>
                    </a:cubicBezTo>
                    <a:cubicBezTo>
                      <a:pt x="572" y="646"/>
                      <a:pt x="572" y="646"/>
                      <a:pt x="572" y="646"/>
                    </a:cubicBezTo>
                    <a:cubicBezTo>
                      <a:pt x="573" y="645"/>
                      <a:pt x="573" y="645"/>
                      <a:pt x="573" y="645"/>
                    </a:cubicBezTo>
                    <a:cubicBezTo>
                      <a:pt x="573" y="644"/>
                      <a:pt x="573" y="644"/>
                      <a:pt x="573" y="644"/>
                    </a:cubicBezTo>
                    <a:cubicBezTo>
                      <a:pt x="574" y="644"/>
                      <a:pt x="574" y="644"/>
                      <a:pt x="574" y="644"/>
                    </a:cubicBezTo>
                    <a:cubicBezTo>
                      <a:pt x="574" y="645"/>
                      <a:pt x="574" y="645"/>
                      <a:pt x="574" y="645"/>
                    </a:cubicBezTo>
                    <a:cubicBezTo>
                      <a:pt x="579" y="647"/>
                      <a:pt x="579" y="647"/>
                      <a:pt x="579" y="647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7"/>
                      <a:pt x="581" y="647"/>
                      <a:pt x="581" y="647"/>
                    </a:cubicBezTo>
                    <a:cubicBezTo>
                      <a:pt x="582" y="647"/>
                      <a:pt x="582" y="647"/>
                      <a:pt x="582" y="647"/>
                    </a:cubicBezTo>
                    <a:cubicBezTo>
                      <a:pt x="585" y="646"/>
                      <a:pt x="585" y="646"/>
                      <a:pt x="585" y="646"/>
                    </a:cubicBezTo>
                    <a:cubicBezTo>
                      <a:pt x="586" y="646"/>
                      <a:pt x="586" y="646"/>
                      <a:pt x="586" y="646"/>
                    </a:cubicBezTo>
                    <a:cubicBezTo>
                      <a:pt x="586" y="647"/>
                      <a:pt x="586" y="647"/>
                      <a:pt x="586" y="647"/>
                    </a:cubicBezTo>
                    <a:cubicBezTo>
                      <a:pt x="587" y="646"/>
                      <a:pt x="587" y="646"/>
                      <a:pt x="587" y="646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9" y="645"/>
                      <a:pt x="589" y="645"/>
                      <a:pt x="589" y="645"/>
                    </a:cubicBezTo>
                    <a:cubicBezTo>
                      <a:pt x="590" y="646"/>
                      <a:pt x="590" y="646"/>
                      <a:pt x="590" y="646"/>
                    </a:cubicBezTo>
                    <a:cubicBezTo>
                      <a:pt x="592" y="645"/>
                      <a:pt x="592" y="645"/>
                      <a:pt x="592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4" y="645"/>
                      <a:pt x="594" y="645"/>
                      <a:pt x="594" y="645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5" y="645"/>
                      <a:pt x="595" y="645"/>
                      <a:pt x="595" y="645"/>
                    </a:cubicBezTo>
                    <a:cubicBezTo>
                      <a:pt x="597" y="645"/>
                      <a:pt x="597" y="645"/>
                      <a:pt x="597" y="645"/>
                    </a:cubicBezTo>
                    <a:cubicBezTo>
                      <a:pt x="597" y="644"/>
                      <a:pt x="597" y="644"/>
                      <a:pt x="597" y="644"/>
                    </a:cubicBezTo>
                    <a:cubicBezTo>
                      <a:pt x="598" y="645"/>
                      <a:pt x="598" y="645"/>
                      <a:pt x="598" y="645"/>
                    </a:cubicBezTo>
                    <a:cubicBezTo>
                      <a:pt x="599" y="645"/>
                      <a:pt x="599" y="645"/>
                      <a:pt x="599" y="645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2" y="646"/>
                      <a:pt x="602" y="646"/>
                      <a:pt x="602" y="646"/>
                    </a:cubicBezTo>
                    <a:cubicBezTo>
                      <a:pt x="603" y="644"/>
                      <a:pt x="603" y="644"/>
                      <a:pt x="603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6" y="645"/>
                      <a:pt x="606" y="645"/>
                      <a:pt x="606" y="645"/>
                    </a:cubicBezTo>
                    <a:cubicBezTo>
                      <a:pt x="608" y="644"/>
                      <a:pt x="608" y="644"/>
                      <a:pt x="608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12" y="644"/>
                      <a:pt x="612" y="644"/>
                      <a:pt x="612" y="644"/>
                    </a:cubicBezTo>
                    <a:cubicBezTo>
                      <a:pt x="613" y="643"/>
                      <a:pt x="613" y="643"/>
                      <a:pt x="613" y="643"/>
                    </a:cubicBezTo>
                    <a:cubicBezTo>
                      <a:pt x="615" y="643"/>
                      <a:pt x="615" y="643"/>
                      <a:pt x="615" y="643"/>
                    </a:cubicBezTo>
                    <a:cubicBezTo>
                      <a:pt x="617" y="644"/>
                      <a:pt x="617" y="644"/>
                      <a:pt x="617" y="644"/>
                    </a:cubicBezTo>
                    <a:cubicBezTo>
                      <a:pt x="617" y="646"/>
                      <a:pt x="617" y="646"/>
                      <a:pt x="617" y="646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8"/>
                      <a:pt x="617" y="648"/>
                      <a:pt x="617" y="648"/>
                    </a:cubicBezTo>
                    <a:cubicBezTo>
                      <a:pt x="619" y="648"/>
                      <a:pt x="619" y="648"/>
                      <a:pt x="619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2" y="650"/>
                      <a:pt x="622" y="650"/>
                      <a:pt x="622" y="650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1" y="654"/>
                      <a:pt x="621" y="654"/>
                      <a:pt x="621" y="654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4" y="657"/>
                      <a:pt x="624" y="657"/>
                      <a:pt x="624" y="657"/>
                    </a:cubicBezTo>
                    <a:cubicBezTo>
                      <a:pt x="627" y="656"/>
                      <a:pt x="627" y="656"/>
                      <a:pt x="627" y="656"/>
                    </a:cubicBezTo>
                    <a:cubicBezTo>
                      <a:pt x="629" y="657"/>
                      <a:pt x="629" y="657"/>
                      <a:pt x="629" y="657"/>
                    </a:cubicBezTo>
                    <a:cubicBezTo>
                      <a:pt x="629" y="659"/>
                      <a:pt x="629" y="659"/>
                      <a:pt x="629" y="659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2" y="657"/>
                      <a:pt x="632" y="657"/>
                      <a:pt x="632" y="657"/>
                    </a:cubicBezTo>
                    <a:cubicBezTo>
                      <a:pt x="632" y="658"/>
                      <a:pt x="632" y="658"/>
                      <a:pt x="632" y="658"/>
                    </a:cubicBezTo>
                    <a:cubicBezTo>
                      <a:pt x="631" y="660"/>
                      <a:pt x="631" y="660"/>
                      <a:pt x="631" y="660"/>
                    </a:cubicBezTo>
                    <a:cubicBezTo>
                      <a:pt x="633" y="661"/>
                      <a:pt x="633" y="661"/>
                      <a:pt x="633" y="661"/>
                    </a:cubicBezTo>
                    <a:cubicBezTo>
                      <a:pt x="635" y="663"/>
                      <a:pt x="635" y="663"/>
                      <a:pt x="635" y="663"/>
                    </a:cubicBezTo>
                    <a:cubicBezTo>
                      <a:pt x="640" y="665"/>
                      <a:pt x="640" y="665"/>
                      <a:pt x="640" y="665"/>
                    </a:cubicBezTo>
                    <a:cubicBezTo>
                      <a:pt x="642" y="664"/>
                      <a:pt x="642" y="664"/>
                      <a:pt x="642" y="664"/>
                    </a:cubicBezTo>
                    <a:cubicBezTo>
                      <a:pt x="643" y="664"/>
                      <a:pt x="643" y="664"/>
                      <a:pt x="643" y="664"/>
                    </a:cubicBezTo>
                    <a:cubicBezTo>
                      <a:pt x="647" y="663"/>
                      <a:pt x="647" y="663"/>
                      <a:pt x="647" y="663"/>
                    </a:cubicBezTo>
                    <a:cubicBezTo>
                      <a:pt x="646" y="665"/>
                      <a:pt x="646" y="665"/>
                      <a:pt x="646" y="665"/>
                    </a:cubicBezTo>
                    <a:cubicBezTo>
                      <a:pt x="645" y="665"/>
                      <a:pt x="645" y="665"/>
                      <a:pt x="645" y="665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0" y="667"/>
                      <a:pt x="640" y="667"/>
                      <a:pt x="640" y="667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6"/>
                      <a:pt x="639" y="666"/>
                      <a:pt x="639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6" y="666"/>
                      <a:pt x="636" y="666"/>
                      <a:pt x="636" y="666"/>
                    </a:cubicBezTo>
                    <a:cubicBezTo>
                      <a:pt x="635" y="667"/>
                      <a:pt x="635" y="667"/>
                      <a:pt x="635" y="667"/>
                    </a:cubicBezTo>
                    <a:cubicBezTo>
                      <a:pt x="636" y="669"/>
                      <a:pt x="636" y="669"/>
                      <a:pt x="636" y="669"/>
                    </a:cubicBezTo>
                    <a:cubicBezTo>
                      <a:pt x="639" y="672"/>
                      <a:pt x="639" y="672"/>
                      <a:pt x="639" y="672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3" y="676"/>
                      <a:pt x="643" y="676"/>
                      <a:pt x="643" y="676"/>
                    </a:cubicBezTo>
                    <a:cubicBezTo>
                      <a:pt x="649" y="680"/>
                      <a:pt x="649" y="680"/>
                      <a:pt x="649" y="680"/>
                    </a:cubicBezTo>
                    <a:cubicBezTo>
                      <a:pt x="652" y="681"/>
                      <a:pt x="652" y="681"/>
                      <a:pt x="652" y="681"/>
                    </a:cubicBezTo>
                    <a:cubicBezTo>
                      <a:pt x="654" y="680"/>
                      <a:pt x="654" y="680"/>
                      <a:pt x="654" y="680"/>
                    </a:cubicBezTo>
                    <a:cubicBezTo>
                      <a:pt x="658" y="678"/>
                      <a:pt x="658" y="678"/>
                      <a:pt x="658" y="678"/>
                    </a:cubicBezTo>
                    <a:cubicBezTo>
                      <a:pt x="661" y="677"/>
                      <a:pt x="661" y="677"/>
                      <a:pt x="661" y="677"/>
                    </a:cubicBezTo>
                    <a:cubicBezTo>
                      <a:pt x="661" y="676"/>
                      <a:pt x="661" y="676"/>
                      <a:pt x="661" y="676"/>
                    </a:cubicBezTo>
                    <a:cubicBezTo>
                      <a:pt x="662" y="675"/>
                      <a:pt x="662" y="675"/>
                      <a:pt x="662" y="675"/>
                    </a:cubicBezTo>
                    <a:cubicBezTo>
                      <a:pt x="662" y="672"/>
                      <a:pt x="662" y="672"/>
                      <a:pt x="662" y="672"/>
                    </a:cubicBezTo>
                    <a:cubicBezTo>
                      <a:pt x="661" y="670"/>
                      <a:pt x="661" y="670"/>
                      <a:pt x="661" y="670"/>
                    </a:cubicBezTo>
                    <a:cubicBezTo>
                      <a:pt x="662" y="668"/>
                      <a:pt x="662" y="668"/>
                      <a:pt x="662" y="668"/>
                    </a:cubicBezTo>
                    <a:cubicBezTo>
                      <a:pt x="662" y="667"/>
                      <a:pt x="662" y="667"/>
                      <a:pt x="662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3" y="668"/>
                      <a:pt x="663" y="668"/>
                      <a:pt x="663" y="668"/>
                    </a:cubicBezTo>
                    <a:cubicBezTo>
                      <a:pt x="663" y="670"/>
                      <a:pt x="663" y="670"/>
                      <a:pt x="663" y="670"/>
                    </a:cubicBezTo>
                    <a:cubicBezTo>
                      <a:pt x="663" y="671"/>
                      <a:pt x="663" y="671"/>
                      <a:pt x="663" y="671"/>
                    </a:cubicBezTo>
                    <a:cubicBezTo>
                      <a:pt x="663" y="673"/>
                      <a:pt x="663" y="673"/>
                      <a:pt x="663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4" y="674"/>
                      <a:pt x="664" y="674"/>
                      <a:pt x="664" y="674"/>
                    </a:cubicBezTo>
                    <a:cubicBezTo>
                      <a:pt x="664" y="678"/>
                      <a:pt x="664" y="678"/>
                      <a:pt x="664" y="678"/>
                    </a:cubicBezTo>
                    <a:cubicBezTo>
                      <a:pt x="665" y="678"/>
                      <a:pt x="665" y="678"/>
                      <a:pt x="665" y="678"/>
                    </a:cubicBezTo>
                    <a:cubicBezTo>
                      <a:pt x="666" y="680"/>
                      <a:pt x="666" y="680"/>
                      <a:pt x="666" y="680"/>
                    </a:cubicBezTo>
                    <a:cubicBezTo>
                      <a:pt x="666" y="682"/>
                      <a:pt x="666" y="682"/>
                      <a:pt x="666" y="682"/>
                    </a:cubicBezTo>
                    <a:cubicBezTo>
                      <a:pt x="665" y="684"/>
                      <a:pt x="665" y="684"/>
                      <a:pt x="665" y="684"/>
                    </a:cubicBezTo>
                    <a:cubicBezTo>
                      <a:pt x="665" y="685"/>
                      <a:pt x="665" y="685"/>
                      <a:pt x="665" y="685"/>
                    </a:cubicBezTo>
                    <a:cubicBezTo>
                      <a:pt x="666" y="686"/>
                      <a:pt x="666" y="686"/>
                      <a:pt x="666" y="686"/>
                    </a:cubicBezTo>
                    <a:cubicBezTo>
                      <a:pt x="665" y="686"/>
                      <a:pt x="665" y="686"/>
                      <a:pt x="665" y="686"/>
                    </a:cubicBezTo>
                    <a:cubicBezTo>
                      <a:pt x="665" y="689"/>
                      <a:pt x="665" y="689"/>
                      <a:pt x="665" y="689"/>
                    </a:cubicBezTo>
                    <a:cubicBezTo>
                      <a:pt x="668" y="693"/>
                      <a:pt x="668" y="693"/>
                      <a:pt x="668" y="693"/>
                    </a:cubicBezTo>
                    <a:cubicBezTo>
                      <a:pt x="668" y="694"/>
                      <a:pt x="668" y="694"/>
                      <a:pt x="668" y="694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7"/>
                      <a:pt x="668" y="697"/>
                      <a:pt x="668" y="697"/>
                    </a:cubicBezTo>
                    <a:cubicBezTo>
                      <a:pt x="669" y="699"/>
                      <a:pt x="669" y="699"/>
                      <a:pt x="669" y="699"/>
                    </a:cubicBezTo>
                    <a:cubicBezTo>
                      <a:pt x="668" y="699"/>
                      <a:pt x="668" y="699"/>
                      <a:pt x="668" y="699"/>
                    </a:cubicBezTo>
                    <a:cubicBezTo>
                      <a:pt x="670" y="702"/>
                      <a:pt x="670" y="702"/>
                      <a:pt x="670" y="702"/>
                    </a:cubicBezTo>
                    <a:cubicBezTo>
                      <a:pt x="670" y="704"/>
                      <a:pt x="670" y="704"/>
                      <a:pt x="670" y="704"/>
                    </a:cubicBezTo>
                    <a:cubicBezTo>
                      <a:pt x="673" y="710"/>
                      <a:pt x="673" y="710"/>
                      <a:pt x="673" y="710"/>
                    </a:cubicBezTo>
                    <a:cubicBezTo>
                      <a:pt x="673" y="714"/>
                      <a:pt x="673" y="714"/>
                      <a:pt x="673" y="714"/>
                    </a:cubicBezTo>
                    <a:cubicBezTo>
                      <a:pt x="674" y="717"/>
                      <a:pt x="674" y="717"/>
                      <a:pt x="674" y="717"/>
                    </a:cubicBezTo>
                    <a:cubicBezTo>
                      <a:pt x="675" y="718"/>
                      <a:pt x="675" y="718"/>
                      <a:pt x="675" y="718"/>
                    </a:cubicBezTo>
                    <a:cubicBezTo>
                      <a:pt x="676" y="720"/>
                      <a:pt x="676" y="720"/>
                      <a:pt x="676" y="720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6"/>
                      <a:pt x="679" y="726"/>
                      <a:pt x="679" y="726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30"/>
                      <a:pt x="681" y="730"/>
                      <a:pt x="681" y="730"/>
                    </a:cubicBezTo>
                    <a:cubicBezTo>
                      <a:pt x="682" y="732"/>
                      <a:pt x="682" y="732"/>
                      <a:pt x="682" y="732"/>
                    </a:cubicBezTo>
                    <a:cubicBezTo>
                      <a:pt x="683" y="733"/>
                      <a:pt x="683" y="733"/>
                      <a:pt x="683" y="733"/>
                    </a:cubicBezTo>
                    <a:cubicBezTo>
                      <a:pt x="684" y="735"/>
                      <a:pt x="684" y="735"/>
                      <a:pt x="684" y="735"/>
                    </a:cubicBezTo>
                    <a:cubicBezTo>
                      <a:pt x="685" y="739"/>
                      <a:pt x="685" y="739"/>
                      <a:pt x="685" y="739"/>
                    </a:cubicBezTo>
                    <a:cubicBezTo>
                      <a:pt x="686" y="740"/>
                      <a:pt x="686" y="740"/>
                      <a:pt x="686" y="740"/>
                    </a:cubicBezTo>
                    <a:cubicBezTo>
                      <a:pt x="686" y="743"/>
                      <a:pt x="686" y="743"/>
                      <a:pt x="686" y="743"/>
                    </a:cubicBezTo>
                    <a:cubicBezTo>
                      <a:pt x="687" y="744"/>
                      <a:pt x="687" y="744"/>
                      <a:pt x="687" y="744"/>
                    </a:cubicBezTo>
                    <a:cubicBezTo>
                      <a:pt x="687" y="746"/>
                      <a:pt x="687" y="746"/>
                      <a:pt x="687" y="746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1" y="750"/>
                      <a:pt x="691" y="750"/>
                      <a:pt x="691" y="750"/>
                    </a:cubicBezTo>
                    <a:cubicBezTo>
                      <a:pt x="694" y="752"/>
                      <a:pt x="694" y="752"/>
                      <a:pt x="694" y="752"/>
                    </a:cubicBezTo>
                    <a:cubicBezTo>
                      <a:pt x="694" y="755"/>
                      <a:pt x="694" y="755"/>
                      <a:pt x="694" y="755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8"/>
                      <a:pt x="695" y="758"/>
                      <a:pt x="695" y="758"/>
                    </a:cubicBezTo>
                    <a:cubicBezTo>
                      <a:pt x="697" y="761"/>
                      <a:pt x="697" y="761"/>
                      <a:pt x="697" y="761"/>
                    </a:cubicBezTo>
                    <a:cubicBezTo>
                      <a:pt x="698" y="764"/>
                      <a:pt x="698" y="764"/>
                      <a:pt x="698" y="764"/>
                    </a:cubicBezTo>
                    <a:cubicBezTo>
                      <a:pt x="698" y="767"/>
                      <a:pt x="698" y="767"/>
                      <a:pt x="698" y="767"/>
                    </a:cubicBezTo>
                    <a:cubicBezTo>
                      <a:pt x="701" y="772"/>
                      <a:pt x="701" y="772"/>
                      <a:pt x="701" y="772"/>
                    </a:cubicBezTo>
                    <a:cubicBezTo>
                      <a:pt x="703" y="775"/>
                      <a:pt x="703" y="775"/>
                      <a:pt x="703" y="775"/>
                    </a:cubicBezTo>
                    <a:cubicBezTo>
                      <a:pt x="705" y="777"/>
                      <a:pt x="705" y="777"/>
                      <a:pt x="705" y="777"/>
                    </a:cubicBezTo>
                    <a:cubicBezTo>
                      <a:pt x="708" y="777"/>
                      <a:pt x="708" y="777"/>
                      <a:pt x="708" y="777"/>
                    </a:cubicBezTo>
                    <a:cubicBezTo>
                      <a:pt x="712" y="775"/>
                      <a:pt x="712" y="775"/>
                      <a:pt x="712" y="775"/>
                    </a:cubicBezTo>
                    <a:cubicBezTo>
                      <a:pt x="713" y="772"/>
                      <a:pt x="713" y="772"/>
                      <a:pt x="713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3" y="771"/>
                      <a:pt x="713" y="771"/>
                      <a:pt x="713" y="771"/>
                    </a:cubicBezTo>
                    <a:cubicBezTo>
                      <a:pt x="713" y="770"/>
                      <a:pt x="713" y="770"/>
                      <a:pt x="713" y="770"/>
                    </a:cubicBezTo>
                    <a:cubicBezTo>
                      <a:pt x="715" y="769"/>
                      <a:pt x="715" y="769"/>
                      <a:pt x="715" y="769"/>
                    </a:cubicBezTo>
                    <a:cubicBezTo>
                      <a:pt x="716" y="769"/>
                      <a:pt x="716" y="769"/>
                      <a:pt x="716" y="769"/>
                    </a:cubicBezTo>
                    <a:cubicBezTo>
                      <a:pt x="719" y="768"/>
                      <a:pt x="719" y="768"/>
                      <a:pt x="719" y="768"/>
                    </a:cubicBezTo>
                    <a:cubicBezTo>
                      <a:pt x="720" y="768"/>
                      <a:pt x="720" y="768"/>
                      <a:pt x="720" y="768"/>
                    </a:cubicBezTo>
                    <a:cubicBezTo>
                      <a:pt x="721" y="772"/>
                      <a:pt x="721" y="772"/>
                      <a:pt x="721" y="772"/>
                    </a:cubicBezTo>
                    <a:cubicBezTo>
                      <a:pt x="721" y="768"/>
                      <a:pt x="721" y="768"/>
                      <a:pt x="721" y="768"/>
                    </a:cubicBezTo>
                    <a:cubicBezTo>
                      <a:pt x="721" y="767"/>
                      <a:pt x="721" y="767"/>
                      <a:pt x="721" y="767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1"/>
                      <a:pt x="721" y="761"/>
                      <a:pt x="721" y="761"/>
                    </a:cubicBezTo>
                    <a:cubicBezTo>
                      <a:pt x="723" y="760"/>
                      <a:pt x="723" y="760"/>
                      <a:pt x="723" y="760"/>
                    </a:cubicBezTo>
                    <a:cubicBezTo>
                      <a:pt x="723" y="761"/>
                      <a:pt x="723" y="761"/>
                      <a:pt x="723" y="761"/>
                    </a:cubicBezTo>
                    <a:cubicBezTo>
                      <a:pt x="725" y="760"/>
                      <a:pt x="725" y="760"/>
                      <a:pt x="725" y="760"/>
                    </a:cubicBezTo>
                    <a:cubicBezTo>
                      <a:pt x="725" y="758"/>
                      <a:pt x="725" y="758"/>
                      <a:pt x="725" y="758"/>
                    </a:cubicBezTo>
                    <a:cubicBezTo>
                      <a:pt x="725" y="752"/>
                      <a:pt x="725" y="752"/>
                      <a:pt x="725" y="752"/>
                    </a:cubicBezTo>
                    <a:cubicBezTo>
                      <a:pt x="724" y="751"/>
                      <a:pt x="724" y="751"/>
                      <a:pt x="724" y="751"/>
                    </a:cubicBezTo>
                    <a:cubicBezTo>
                      <a:pt x="724" y="748"/>
                      <a:pt x="724" y="748"/>
                      <a:pt x="724" y="748"/>
                    </a:cubicBezTo>
                    <a:cubicBezTo>
                      <a:pt x="726" y="745"/>
                      <a:pt x="726" y="745"/>
                      <a:pt x="726" y="745"/>
                    </a:cubicBezTo>
                    <a:cubicBezTo>
                      <a:pt x="728" y="740"/>
                      <a:pt x="728" y="740"/>
                      <a:pt x="728" y="740"/>
                    </a:cubicBezTo>
                    <a:cubicBezTo>
                      <a:pt x="727" y="736"/>
                      <a:pt x="727" y="736"/>
                      <a:pt x="727" y="736"/>
                    </a:cubicBezTo>
                    <a:cubicBezTo>
                      <a:pt x="726" y="735"/>
                      <a:pt x="726" y="735"/>
                      <a:pt x="726" y="735"/>
                    </a:cubicBezTo>
                    <a:cubicBezTo>
                      <a:pt x="726" y="730"/>
                      <a:pt x="726" y="730"/>
                      <a:pt x="726" y="730"/>
                    </a:cubicBezTo>
                    <a:cubicBezTo>
                      <a:pt x="725" y="728"/>
                      <a:pt x="725" y="728"/>
                      <a:pt x="725" y="728"/>
                    </a:cubicBezTo>
                    <a:cubicBezTo>
                      <a:pt x="727" y="727"/>
                      <a:pt x="727" y="727"/>
                      <a:pt x="727" y="727"/>
                    </a:cubicBezTo>
                    <a:cubicBezTo>
                      <a:pt x="725" y="723"/>
                      <a:pt x="725" y="723"/>
                      <a:pt x="725" y="723"/>
                    </a:cubicBezTo>
                    <a:cubicBezTo>
                      <a:pt x="725" y="721"/>
                      <a:pt x="725" y="721"/>
                      <a:pt x="725" y="721"/>
                    </a:cubicBezTo>
                    <a:cubicBezTo>
                      <a:pt x="726" y="720"/>
                      <a:pt x="726" y="720"/>
                      <a:pt x="726" y="720"/>
                    </a:cubicBezTo>
                    <a:cubicBezTo>
                      <a:pt x="728" y="718"/>
                      <a:pt x="728" y="718"/>
                      <a:pt x="728" y="718"/>
                    </a:cubicBezTo>
                    <a:cubicBezTo>
                      <a:pt x="729" y="719"/>
                      <a:pt x="729" y="719"/>
                      <a:pt x="729" y="719"/>
                    </a:cubicBezTo>
                    <a:cubicBezTo>
                      <a:pt x="731" y="719"/>
                      <a:pt x="731" y="719"/>
                      <a:pt x="731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5"/>
                      <a:pt x="733" y="715"/>
                      <a:pt x="733" y="715"/>
                    </a:cubicBezTo>
                    <a:cubicBezTo>
                      <a:pt x="734" y="714"/>
                      <a:pt x="734" y="714"/>
                      <a:pt x="734" y="714"/>
                    </a:cubicBezTo>
                    <a:cubicBezTo>
                      <a:pt x="737" y="714"/>
                      <a:pt x="737" y="714"/>
                      <a:pt x="737" y="714"/>
                    </a:cubicBezTo>
                    <a:cubicBezTo>
                      <a:pt x="739" y="713"/>
                      <a:pt x="739" y="713"/>
                      <a:pt x="739" y="713"/>
                    </a:cubicBezTo>
                    <a:cubicBezTo>
                      <a:pt x="741" y="711"/>
                      <a:pt x="741" y="711"/>
                      <a:pt x="741" y="711"/>
                    </a:cubicBezTo>
                    <a:cubicBezTo>
                      <a:pt x="740" y="709"/>
                      <a:pt x="740" y="709"/>
                      <a:pt x="740" y="709"/>
                    </a:cubicBezTo>
                    <a:cubicBezTo>
                      <a:pt x="741" y="708"/>
                      <a:pt x="741" y="708"/>
                      <a:pt x="741" y="708"/>
                    </a:cubicBezTo>
                    <a:cubicBezTo>
                      <a:pt x="742" y="706"/>
                      <a:pt x="742" y="706"/>
                      <a:pt x="742" y="706"/>
                    </a:cubicBezTo>
                    <a:cubicBezTo>
                      <a:pt x="745" y="705"/>
                      <a:pt x="745" y="705"/>
                      <a:pt x="745" y="705"/>
                    </a:cubicBezTo>
                    <a:cubicBezTo>
                      <a:pt x="747" y="704"/>
                      <a:pt x="747" y="704"/>
                      <a:pt x="747" y="704"/>
                    </a:cubicBezTo>
                    <a:cubicBezTo>
                      <a:pt x="748" y="702"/>
                      <a:pt x="748" y="702"/>
                      <a:pt x="748" y="702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6" y="693"/>
                      <a:pt x="756" y="693"/>
                      <a:pt x="756" y="693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0" y="687"/>
                      <a:pt x="760" y="687"/>
                      <a:pt x="760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7" y="686"/>
                      <a:pt x="767" y="686"/>
                      <a:pt x="767" y="686"/>
                    </a:cubicBezTo>
                    <a:cubicBezTo>
                      <a:pt x="767" y="685"/>
                      <a:pt x="767" y="685"/>
                      <a:pt x="767" y="685"/>
                    </a:cubicBezTo>
                    <a:cubicBezTo>
                      <a:pt x="770" y="683"/>
                      <a:pt x="770" y="683"/>
                      <a:pt x="770" y="683"/>
                    </a:cubicBezTo>
                    <a:cubicBezTo>
                      <a:pt x="769" y="682"/>
                      <a:pt x="769" y="682"/>
                      <a:pt x="769" y="682"/>
                    </a:cubicBezTo>
                    <a:cubicBezTo>
                      <a:pt x="770" y="682"/>
                      <a:pt x="770" y="682"/>
                      <a:pt x="770" y="682"/>
                    </a:cubicBezTo>
                    <a:cubicBezTo>
                      <a:pt x="770" y="681"/>
                      <a:pt x="770" y="681"/>
                      <a:pt x="770" y="681"/>
                    </a:cubicBezTo>
                    <a:cubicBezTo>
                      <a:pt x="773" y="679"/>
                      <a:pt x="773" y="679"/>
                      <a:pt x="773" y="679"/>
                    </a:cubicBezTo>
                    <a:cubicBezTo>
                      <a:pt x="772" y="679"/>
                      <a:pt x="772" y="679"/>
                      <a:pt x="772" y="679"/>
                    </a:cubicBezTo>
                    <a:cubicBezTo>
                      <a:pt x="772" y="678"/>
                      <a:pt x="772" y="678"/>
                      <a:pt x="772" y="678"/>
                    </a:cubicBezTo>
                    <a:cubicBezTo>
                      <a:pt x="771" y="677"/>
                      <a:pt x="771" y="677"/>
                      <a:pt x="771" y="677"/>
                    </a:cubicBezTo>
                    <a:cubicBezTo>
                      <a:pt x="771" y="676"/>
                      <a:pt x="771" y="676"/>
                      <a:pt x="771" y="676"/>
                    </a:cubicBezTo>
                    <a:cubicBezTo>
                      <a:pt x="771" y="675"/>
                      <a:pt x="771" y="675"/>
                      <a:pt x="771" y="675"/>
                    </a:cubicBezTo>
                    <a:cubicBezTo>
                      <a:pt x="772" y="674"/>
                      <a:pt x="772" y="674"/>
                      <a:pt x="772" y="674"/>
                    </a:cubicBezTo>
                    <a:cubicBezTo>
                      <a:pt x="772" y="673"/>
                      <a:pt x="772" y="673"/>
                      <a:pt x="772" y="673"/>
                    </a:cubicBezTo>
                    <a:cubicBezTo>
                      <a:pt x="777" y="672"/>
                      <a:pt x="777" y="672"/>
                      <a:pt x="777" y="672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3"/>
                      <a:pt x="777" y="673"/>
                      <a:pt x="777" y="673"/>
                    </a:cubicBezTo>
                    <a:cubicBezTo>
                      <a:pt x="779" y="672"/>
                      <a:pt x="779" y="672"/>
                      <a:pt x="779" y="672"/>
                    </a:cubicBezTo>
                    <a:cubicBezTo>
                      <a:pt x="779" y="671"/>
                      <a:pt x="779" y="671"/>
                      <a:pt x="779" y="671"/>
                    </a:cubicBezTo>
                    <a:cubicBezTo>
                      <a:pt x="779" y="673"/>
                      <a:pt x="779" y="673"/>
                      <a:pt x="779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1" y="673"/>
                      <a:pt x="781" y="673"/>
                      <a:pt x="781" y="673"/>
                    </a:cubicBezTo>
                    <a:cubicBezTo>
                      <a:pt x="782" y="673"/>
                      <a:pt x="782" y="673"/>
                      <a:pt x="782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5" y="673"/>
                      <a:pt x="785" y="673"/>
                      <a:pt x="785" y="673"/>
                    </a:cubicBezTo>
                    <a:cubicBezTo>
                      <a:pt x="785" y="672"/>
                      <a:pt x="785" y="672"/>
                      <a:pt x="785" y="672"/>
                    </a:cubicBezTo>
                    <a:cubicBezTo>
                      <a:pt x="786" y="673"/>
                      <a:pt x="786" y="673"/>
                      <a:pt x="786" y="673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9" y="671"/>
                      <a:pt x="789" y="671"/>
                      <a:pt x="789" y="671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69"/>
                      <a:pt x="792" y="669"/>
                      <a:pt x="792" y="669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4" y="671"/>
                      <a:pt x="794" y="671"/>
                      <a:pt x="794" y="671"/>
                    </a:cubicBezTo>
                    <a:cubicBezTo>
                      <a:pt x="795" y="668"/>
                      <a:pt x="795" y="668"/>
                      <a:pt x="795" y="668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7" y="666"/>
                      <a:pt x="797" y="666"/>
                      <a:pt x="797" y="666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9" y="667"/>
                      <a:pt x="799" y="667"/>
                      <a:pt x="799" y="667"/>
                    </a:cubicBezTo>
                    <a:cubicBezTo>
                      <a:pt x="800" y="668"/>
                      <a:pt x="800" y="668"/>
                      <a:pt x="800" y="668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3" y="665"/>
                      <a:pt x="803" y="665"/>
                      <a:pt x="803" y="665"/>
                    </a:cubicBezTo>
                    <a:cubicBezTo>
                      <a:pt x="804" y="664"/>
                      <a:pt x="804" y="664"/>
                      <a:pt x="804" y="664"/>
                    </a:cubicBezTo>
                    <a:cubicBezTo>
                      <a:pt x="805" y="667"/>
                      <a:pt x="805" y="667"/>
                      <a:pt x="805" y="667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5" y="670"/>
                      <a:pt x="805" y="670"/>
                      <a:pt x="805" y="670"/>
                    </a:cubicBezTo>
                    <a:cubicBezTo>
                      <a:pt x="806" y="671"/>
                      <a:pt x="806" y="671"/>
                      <a:pt x="806" y="671"/>
                    </a:cubicBezTo>
                    <a:cubicBezTo>
                      <a:pt x="805" y="673"/>
                      <a:pt x="805" y="673"/>
                      <a:pt x="805" y="673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8" y="676"/>
                      <a:pt x="808" y="676"/>
                      <a:pt x="808" y="676"/>
                    </a:cubicBezTo>
                    <a:cubicBezTo>
                      <a:pt x="810" y="679"/>
                      <a:pt x="810" y="679"/>
                      <a:pt x="810" y="679"/>
                    </a:cubicBezTo>
                    <a:cubicBezTo>
                      <a:pt x="811" y="679"/>
                      <a:pt x="811" y="679"/>
                      <a:pt x="811" y="679"/>
                    </a:cubicBezTo>
                    <a:cubicBezTo>
                      <a:pt x="811" y="680"/>
                      <a:pt x="811" y="680"/>
                      <a:pt x="811" y="680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7" y="686"/>
                      <a:pt x="817" y="686"/>
                      <a:pt x="817" y="686"/>
                    </a:cubicBezTo>
                    <a:cubicBezTo>
                      <a:pt x="816" y="684"/>
                      <a:pt x="816" y="684"/>
                      <a:pt x="816" y="684"/>
                    </a:cubicBezTo>
                    <a:cubicBezTo>
                      <a:pt x="817" y="684"/>
                      <a:pt x="817" y="684"/>
                      <a:pt x="817" y="684"/>
                    </a:cubicBezTo>
                    <a:cubicBezTo>
                      <a:pt x="818" y="684"/>
                      <a:pt x="818" y="684"/>
                      <a:pt x="818" y="684"/>
                    </a:cubicBezTo>
                    <a:cubicBezTo>
                      <a:pt x="819" y="685"/>
                      <a:pt x="819" y="685"/>
                      <a:pt x="819" y="685"/>
                    </a:cubicBezTo>
                    <a:cubicBezTo>
                      <a:pt x="821" y="686"/>
                      <a:pt x="821" y="686"/>
                      <a:pt x="821" y="686"/>
                    </a:cubicBezTo>
                    <a:cubicBezTo>
                      <a:pt x="823" y="687"/>
                      <a:pt x="823" y="687"/>
                      <a:pt x="823" y="687"/>
                    </a:cubicBezTo>
                    <a:cubicBezTo>
                      <a:pt x="823" y="688"/>
                      <a:pt x="823" y="688"/>
                      <a:pt x="823" y="688"/>
                    </a:cubicBezTo>
                    <a:cubicBezTo>
                      <a:pt x="822" y="688"/>
                      <a:pt x="822" y="688"/>
                      <a:pt x="822" y="688"/>
                    </a:cubicBezTo>
                    <a:cubicBezTo>
                      <a:pt x="822" y="687"/>
                      <a:pt x="822" y="687"/>
                      <a:pt x="822" y="687"/>
                    </a:cubicBezTo>
                    <a:cubicBezTo>
                      <a:pt x="820" y="688"/>
                      <a:pt x="820" y="688"/>
                      <a:pt x="820" y="688"/>
                    </a:cubicBezTo>
                    <a:cubicBezTo>
                      <a:pt x="818" y="688"/>
                      <a:pt x="818" y="688"/>
                      <a:pt x="818" y="688"/>
                    </a:cubicBezTo>
                    <a:cubicBezTo>
                      <a:pt x="818" y="690"/>
                      <a:pt x="818" y="690"/>
                      <a:pt x="818" y="690"/>
                    </a:cubicBezTo>
                    <a:cubicBezTo>
                      <a:pt x="819" y="691"/>
                      <a:pt x="819" y="691"/>
                      <a:pt x="819" y="691"/>
                    </a:cubicBezTo>
                    <a:cubicBezTo>
                      <a:pt x="820" y="691"/>
                      <a:pt x="820" y="691"/>
                      <a:pt x="820" y="691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19" y="694"/>
                      <a:pt x="819" y="694"/>
                      <a:pt x="819" y="694"/>
                    </a:cubicBezTo>
                    <a:cubicBezTo>
                      <a:pt x="820" y="696"/>
                      <a:pt x="820" y="696"/>
                      <a:pt x="820" y="696"/>
                    </a:cubicBezTo>
                    <a:cubicBezTo>
                      <a:pt x="822" y="697"/>
                      <a:pt x="822" y="697"/>
                      <a:pt x="822" y="697"/>
                    </a:cubicBezTo>
                    <a:cubicBezTo>
                      <a:pt x="823" y="695"/>
                      <a:pt x="823" y="695"/>
                      <a:pt x="823" y="695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5" y="693"/>
                      <a:pt x="825" y="693"/>
                      <a:pt x="825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6" y="695"/>
                      <a:pt x="826" y="695"/>
                      <a:pt x="826" y="695"/>
                    </a:cubicBezTo>
                    <a:cubicBezTo>
                      <a:pt x="826" y="697"/>
                      <a:pt x="826" y="697"/>
                      <a:pt x="826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702"/>
                      <a:pt x="828" y="702"/>
                      <a:pt x="828" y="702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29" y="706"/>
                      <a:pt x="829" y="706"/>
                      <a:pt x="829" y="706"/>
                    </a:cubicBezTo>
                    <a:cubicBezTo>
                      <a:pt x="827" y="714"/>
                      <a:pt x="827" y="714"/>
                      <a:pt x="827" y="714"/>
                    </a:cubicBezTo>
                    <a:cubicBezTo>
                      <a:pt x="828" y="715"/>
                      <a:pt x="828" y="715"/>
                      <a:pt x="828" y="715"/>
                    </a:cubicBezTo>
                    <a:cubicBezTo>
                      <a:pt x="828" y="716"/>
                      <a:pt x="828" y="716"/>
                      <a:pt x="828" y="716"/>
                    </a:cubicBezTo>
                    <a:cubicBezTo>
                      <a:pt x="828" y="718"/>
                      <a:pt x="828" y="718"/>
                      <a:pt x="828" y="718"/>
                    </a:cubicBezTo>
                    <a:cubicBezTo>
                      <a:pt x="829" y="716"/>
                      <a:pt x="829" y="716"/>
                      <a:pt x="829" y="716"/>
                    </a:cubicBezTo>
                    <a:cubicBezTo>
                      <a:pt x="829" y="718"/>
                      <a:pt x="829" y="718"/>
                      <a:pt x="829" y="718"/>
                    </a:cubicBezTo>
                    <a:cubicBezTo>
                      <a:pt x="831" y="718"/>
                      <a:pt x="831" y="718"/>
                      <a:pt x="831" y="718"/>
                    </a:cubicBezTo>
                    <a:cubicBezTo>
                      <a:pt x="832" y="717"/>
                      <a:pt x="832" y="717"/>
                      <a:pt x="832" y="717"/>
                    </a:cubicBezTo>
                    <a:cubicBezTo>
                      <a:pt x="833" y="716"/>
                      <a:pt x="833" y="716"/>
                      <a:pt x="833" y="716"/>
                    </a:cubicBezTo>
                    <a:cubicBezTo>
                      <a:pt x="834" y="717"/>
                      <a:pt x="834" y="717"/>
                      <a:pt x="834" y="717"/>
                    </a:cubicBezTo>
                    <a:cubicBezTo>
                      <a:pt x="835" y="717"/>
                      <a:pt x="835" y="717"/>
                      <a:pt x="835" y="717"/>
                    </a:cubicBezTo>
                    <a:cubicBezTo>
                      <a:pt x="835" y="716"/>
                      <a:pt x="835" y="716"/>
                      <a:pt x="835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7" y="716"/>
                      <a:pt x="837" y="716"/>
                      <a:pt x="837" y="716"/>
                    </a:cubicBezTo>
                    <a:cubicBezTo>
                      <a:pt x="841" y="714"/>
                      <a:pt x="841" y="714"/>
                      <a:pt x="841" y="714"/>
                    </a:cubicBezTo>
                    <a:lnTo>
                      <a:pt x="841" y="713"/>
                    </a:lnTo>
                    <a:close/>
                    <a:moveTo>
                      <a:pt x="863" y="764"/>
                    </a:move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3"/>
                      <a:pt x="863" y="763"/>
                      <a:pt x="863" y="763"/>
                    </a:cubicBezTo>
                    <a:lnTo>
                      <a:pt x="863" y="764"/>
                    </a:lnTo>
                    <a:close/>
                    <a:moveTo>
                      <a:pt x="1007" y="635"/>
                    </a:moveTo>
                    <a:cubicBezTo>
                      <a:pt x="1007" y="635"/>
                      <a:pt x="1007" y="635"/>
                      <a:pt x="1007" y="635"/>
                    </a:cubicBezTo>
                    <a:cubicBezTo>
                      <a:pt x="1007" y="636"/>
                      <a:pt x="1007" y="636"/>
                      <a:pt x="1007" y="636"/>
                    </a:cubicBezTo>
                    <a:cubicBezTo>
                      <a:pt x="1007" y="635"/>
                      <a:pt x="1007" y="635"/>
                      <a:pt x="1007" y="635"/>
                    </a:cubicBezTo>
                    <a:close/>
                    <a:moveTo>
                      <a:pt x="1012" y="578"/>
                    </a:moveTo>
                    <a:cubicBezTo>
                      <a:pt x="1012" y="578"/>
                      <a:pt x="1012" y="578"/>
                      <a:pt x="1012" y="578"/>
                    </a:cubicBezTo>
                    <a:cubicBezTo>
                      <a:pt x="1012" y="578"/>
                      <a:pt x="1012" y="578"/>
                      <a:pt x="1012" y="578"/>
                    </a:cubicBezTo>
                    <a:close/>
                    <a:moveTo>
                      <a:pt x="1010" y="579"/>
                    </a:moveTo>
                    <a:cubicBezTo>
                      <a:pt x="1010" y="579"/>
                      <a:pt x="1010" y="579"/>
                      <a:pt x="1010" y="579"/>
                    </a:cubicBezTo>
                    <a:cubicBezTo>
                      <a:pt x="1011" y="580"/>
                      <a:pt x="1011" y="580"/>
                      <a:pt x="1011" y="580"/>
                    </a:cubicBezTo>
                    <a:cubicBezTo>
                      <a:pt x="1009" y="579"/>
                      <a:pt x="1009" y="579"/>
                      <a:pt x="1009" y="579"/>
                    </a:cubicBezTo>
                    <a:lnTo>
                      <a:pt x="1010" y="579"/>
                    </a:lnTo>
                    <a:close/>
                    <a:moveTo>
                      <a:pt x="1054" y="546"/>
                    </a:moveTo>
                    <a:cubicBezTo>
                      <a:pt x="1054" y="546"/>
                      <a:pt x="1054" y="546"/>
                      <a:pt x="1054" y="546"/>
                    </a:cubicBezTo>
                    <a:cubicBezTo>
                      <a:pt x="1054" y="547"/>
                      <a:pt x="1054" y="547"/>
                      <a:pt x="1054" y="547"/>
                    </a:cubicBezTo>
                    <a:cubicBezTo>
                      <a:pt x="1053" y="546"/>
                      <a:pt x="1053" y="546"/>
                      <a:pt x="1053" y="546"/>
                    </a:cubicBezTo>
                    <a:cubicBezTo>
                      <a:pt x="1053" y="546"/>
                      <a:pt x="1053" y="546"/>
                      <a:pt x="1053" y="546"/>
                    </a:cubicBezTo>
                    <a:lnTo>
                      <a:pt x="1054" y="546"/>
                    </a:lnTo>
                    <a:close/>
                    <a:moveTo>
                      <a:pt x="1044" y="551"/>
                    </a:move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1"/>
                      <a:pt x="1044" y="551"/>
                      <a:pt x="1044" y="551"/>
                    </a:cubicBezTo>
                    <a:cubicBezTo>
                      <a:pt x="1044" y="551"/>
                      <a:pt x="1044" y="551"/>
                      <a:pt x="1044" y="551"/>
                    </a:cubicBezTo>
                    <a:close/>
                    <a:moveTo>
                      <a:pt x="1043" y="549"/>
                    </a:moveTo>
                    <a:cubicBezTo>
                      <a:pt x="1043" y="550"/>
                      <a:pt x="1043" y="550"/>
                      <a:pt x="1043" y="550"/>
                    </a:cubicBezTo>
                    <a:cubicBezTo>
                      <a:pt x="1043" y="549"/>
                      <a:pt x="1043" y="549"/>
                      <a:pt x="1043" y="549"/>
                    </a:cubicBezTo>
                    <a:close/>
                    <a:moveTo>
                      <a:pt x="1052" y="321"/>
                    </a:moveTo>
                    <a:cubicBezTo>
                      <a:pt x="1052" y="322"/>
                      <a:pt x="1052" y="322"/>
                      <a:pt x="1052" y="322"/>
                    </a:cubicBezTo>
                    <a:cubicBezTo>
                      <a:pt x="1052" y="321"/>
                      <a:pt x="1052" y="321"/>
                      <a:pt x="1052" y="321"/>
                    </a:cubicBezTo>
                    <a:close/>
                    <a:moveTo>
                      <a:pt x="1051" y="323"/>
                    </a:moveTo>
                    <a:cubicBezTo>
                      <a:pt x="1052" y="323"/>
                      <a:pt x="1052" y="323"/>
                      <a:pt x="1052" y="323"/>
                    </a:cubicBezTo>
                    <a:cubicBezTo>
                      <a:pt x="1051" y="323"/>
                      <a:pt x="1051" y="323"/>
                      <a:pt x="1051" y="323"/>
                    </a:cubicBezTo>
                    <a:close/>
                    <a:moveTo>
                      <a:pt x="1207" y="263"/>
                    </a:moveTo>
                    <a:cubicBezTo>
                      <a:pt x="1208" y="263"/>
                      <a:pt x="1208" y="263"/>
                      <a:pt x="1208" y="263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6" y="265"/>
                      <a:pt x="1206" y="265"/>
                      <a:pt x="1206" y="265"/>
                    </a:cubicBezTo>
                    <a:cubicBezTo>
                      <a:pt x="1206" y="264"/>
                      <a:pt x="1206" y="264"/>
                      <a:pt x="1206" y="264"/>
                    </a:cubicBezTo>
                    <a:lnTo>
                      <a:pt x="1207" y="263"/>
                    </a:lnTo>
                    <a:close/>
                    <a:moveTo>
                      <a:pt x="1242" y="125"/>
                    </a:move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5"/>
                      <a:pt x="1243" y="125"/>
                      <a:pt x="1243" y="125"/>
                    </a:cubicBezTo>
                    <a:cubicBezTo>
                      <a:pt x="1243" y="126"/>
                      <a:pt x="1243" y="126"/>
                      <a:pt x="1243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lnTo>
                      <a:pt x="1242" y="125"/>
                    </a:lnTo>
                    <a:close/>
                    <a:moveTo>
                      <a:pt x="1235" y="25"/>
                    </a:moveTo>
                    <a:cubicBezTo>
                      <a:pt x="1234" y="25"/>
                      <a:pt x="1234" y="25"/>
                      <a:pt x="1234" y="25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6" y="24"/>
                      <a:pt x="1236" y="24"/>
                      <a:pt x="1236" y="24"/>
                    </a:cubicBezTo>
                    <a:lnTo>
                      <a:pt x="1235" y="25"/>
                    </a:lnTo>
                    <a:close/>
                    <a:moveTo>
                      <a:pt x="1216" y="106"/>
                    </a:moveTo>
                    <a:cubicBezTo>
                      <a:pt x="1217" y="106"/>
                      <a:pt x="1217" y="106"/>
                      <a:pt x="1217" y="106"/>
                    </a:cubicBezTo>
                    <a:cubicBezTo>
                      <a:pt x="1218" y="107"/>
                      <a:pt x="1218" y="107"/>
                      <a:pt x="1218" y="107"/>
                    </a:cubicBezTo>
                    <a:cubicBezTo>
                      <a:pt x="1221" y="105"/>
                      <a:pt x="1221" y="105"/>
                      <a:pt x="1221" y="105"/>
                    </a:cubicBezTo>
                    <a:cubicBezTo>
                      <a:pt x="1221" y="104"/>
                      <a:pt x="1221" y="104"/>
                      <a:pt x="1221" y="104"/>
                    </a:cubicBezTo>
                    <a:cubicBezTo>
                      <a:pt x="1222" y="106"/>
                      <a:pt x="1222" y="106"/>
                      <a:pt x="1222" y="106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4" y="107"/>
                      <a:pt x="1224" y="107"/>
                      <a:pt x="1224" y="107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2" y="107"/>
                      <a:pt x="1222" y="107"/>
                      <a:pt x="1222" y="107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8" y="109"/>
                      <a:pt x="1218" y="109"/>
                      <a:pt x="1218" y="109"/>
                    </a:cubicBezTo>
                    <a:cubicBezTo>
                      <a:pt x="1217" y="110"/>
                      <a:pt x="1217" y="110"/>
                      <a:pt x="1217" y="110"/>
                    </a:cubicBezTo>
                    <a:cubicBezTo>
                      <a:pt x="1217" y="112"/>
                      <a:pt x="1217" y="112"/>
                      <a:pt x="1217" y="112"/>
                    </a:cubicBezTo>
                    <a:cubicBezTo>
                      <a:pt x="1216" y="111"/>
                      <a:pt x="1216" y="111"/>
                      <a:pt x="1216" y="111"/>
                    </a:cubicBezTo>
                    <a:cubicBezTo>
                      <a:pt x="1217" y="109"/>
                      <a:pt x="1217" y="109"/>
                      <a:pt x="1217" y="109"/>
                    </a:cubicBezTo>
                    <a:cubicBezTo>
                      <a:pt x="1216" y="108"/>
                      <a:pt x="1216" y="108"/>
                      <a:pt x="1216" y="108"/>
                    </a:cubicBezTo>
                    <a:lnTo>
                      <a:pt x="1216" y="106"/>
                    </a:lnTo>
                    <a:close/>
                    <a:moveTo>
                      <a:pt x="1212" y="24"/>
                    </a:move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4" y="27"/>
                      <a:pt x="1214" y="27"/>
                      <a:pt x="1214" y="27"/>
                    </a:cubicBezTo>
                    <a:cubicBezTo>
                      <a:pt x="1216" y="27"/>
                      <a:pt x="1216" y="27"/>
                      <a:pt x="1216" y="27"/>
                    </a:cubicBezTo>
                    <a:cubicBezTo>
                      <a:pt x="1215" y="27"/>
                      <a:pt x="1215" y="27"/>
                      <a:pt x="1215" y="27"/>
                    </a:cubicBez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2" y="25"/>
                      <a:pt x="1212" y="25"/>
                      <a:pt x="1212" y="25"/>
                    </a:cubicBezTo>
                    <a:lnTo>
                      <a:pt x="1212" y="24"/>
                    </a:lnTo>
                    <a:close/>
                    <a:moveTo>
                      <a:pt x="1207" y="24"/>
                    </a:moveTo>
                    <a:cubicBezTo>
                      <a:pt x="1209" y="25"/>
                      <a:pt x="1209" y="25"/>
                      <a:pt x="1209" y="25"/>
                    </a:cubicBezTo>
                    <a:cubicBezTo>
                      <a:pt x="1208" y="25"/>
                      <a:pt x="1208" y="25"/>
                      <a:pt x="1208" y="25"/>
                    </a:cubicBezTo>
                    <a:cubicBezTo>
                      <a:pt x="1207" y="24"/>
                      <a:pt x="1207" y="24"/>
                      <a:pt x="1207" y="24"/>
                    </a:cubicBezTo>
                    <a:close/>
                    <a:moveTo>
                      <a:pt x="1068" y="52"/>
                    </a:move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8" y="56"/>
                      <a:pt x="1068" y="56"/>
                      <a:pt x="1068" y="56"/>
                    </a:cubicBezTo>
                    <a:cubicBezTo>
                      <a:pt x="1068" y="54"/>
                      <a:pt x="1068" y="54"/>
                      <a:pt x="1068" y="54"/>
                    </a:cubicBezTo>
                    <a:cubicBezTo>
                      <a:pt x="1068" y="54"/>
                      <a:pt x="1068" y="54"/>
                      <a:pt x="1068" y="54"/>
                    </a:cubicBezTo>
                    <a:lnTo>
                      <a:pt x="1068" y="52"/>
                    </a:lnTo>
                    <a:close/>
                    <a:moveTo>
                      <a:pt x="1068" y="56"/>
                    </a:moveTo>
                    <a:cubicBezTo>
                      <a:pt x="1070" y="58"/>
                      <a:pt x="1070" y="58"/>
                      <a:pt x="1070" y="58"/>
                    </a:cubicBezTo>
                    <a:cubicBezTo>
                      <a:pt x="1069" y="57"/>
                      <a:pt x="1069" y="57"/>
                      <a:pt x="1069" y="57"/>
                    </a:cubicBezTo>
                    <a:cubicBezTo>
                      <a:pt x="1068" y="57"/>
                      <a:pt x="1068" y="57"/>
                      <a:pt x="1068" y="57"/>
                    </a:cubicBezTo>
                    <a:lnTo>
                      <a:pt x="1068" y="56"/>
                    </a:lnTo>
                    <a:close/>
                    <a:moveTo>
                      <a:pt x="1064" y="54"/>
                    </a:moveTo>
                    <a:cubicBezTo>
                      <a:pt x="1065" y="54"/>
                      <a:pt x="1065" y="54"/>
                      <a:pt x="1065" y="54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6" y="55"/>
                      <a:pt x="1066" y="55"/>
                      <a:pt x="1066" y="55"/>
                    </a:cubicBezTo>
                    <a:cubicBezTo>
                      <a:pt x="1067" y="57"/>
                      <a:pt x="1067" y="57"/>
                      <a:pt x="1067" y="57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6" y="58"/>
                      <a:pt x="1066" y="58"/>
                      <a:pt x="1066" y="58"/>
                    </a:cubicBezTo>
                    <a:cubicBezTo>
                      <a:pt x="1066" y="59"/>
                      <a:pt x="1066" y="59"/>
                      <a:pt x="1066" y="59"/>
                    </a:cubicBezTo>
                    <a:cubicBezTo>
                      <a:pt x="1065" y="59"/>
                      <a:pt x="1065" y="59"/>
                      <a:pt x="1065" y="59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4" y="55"/>
                      <a:pt x="1064" y="55"/>
                      <a:pt x="1064" y="55"/>
                    </a:cubicBezTo>
                    <a:lnTo>
                      <a:pt x="1064" y="54"/>
                    </a:lnTo>
                    <a:close/>
                    <a:moveTo>
                      <a:pt x="945" y="675"/>
                    </a:moveTo>
                    <a:cubicBezTo>
                      <a:pt x="944" y="675"/>
                      <a:pt x="944" y="675"/>
                      <a:pt x="944" y="675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lnTo>
                      <a:pt x="945" y="675"/>
                    </a:lnTo>
                    <a:close/>
                    <a:moveTo>
                      <a:pt x="947" y="42"/>
                    </a:moveTo>
                    <a:cubicBezTo>
                      <a:pt x="946" y="44"/>
                      <a:pt x="946" y="44"/>
                      <a:pt x="946" y="44"/>
                    </a:cubicBezTo>
                    <a:cubicBezTo>
                      <a:pt x="946" y="46"/>
                      <a:pt x="946" y="46"/>
                      <a:pt x="946" y="46"/>
                    </a:cubicBezTo>
                    <a:cubicBezTo>
                      <a:pt x="944" y="47"/>
                      <a:pt x="944" y="47"/>
                      <a:pt x="944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6"/>
                      <a:pt x="943" y="46"/>
                      <a:pt x="943" y="46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3" y="45"/>
                      <a:pt x="943" y="45"/>
                      <a:pt x="943" y="45"/>
                    </a:cubicBezTo>
                    <a:cubicBezTo>
                      <a:pt x="944" y="42"/>
                      <a:pt x="944" y="42"/>
                      <a:pt x="944" y="42"/>
                    </a:cubicBezTo>
                    <a:cubicBezTo>
                      <a:pt x="944" y="39"/>
                      <a:pt x="944" y="39"/>
                      <a:pt x="944" y="39"/>
                    </a:cubicBezTo>
                    <a:cubicBezTo>
                      <a:pt x="942" y="38"/>
                      <a:pt x="942" y="38"/>
                      <a:pt x="942" y="38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3" y="36"/>
                      <a:pt x="943" y="36"/>
                      <a:pt x="943" y="36"/>
                    </a:cubicBezTo>
                    <a:cubicBezTo>
                      <a:pt x="943" y="37"/>
                      <a:pt x="943" y="37"/>
                      <a:pt x="943" y="37"/>
                    </a:cubicBezTo>
                    <a:cubicBezTo>
                      <a:pt x="944" y="38"/>
                      <a:pt x="944" y="38"/>
                      <a:pt x="944" y="38"/>
                    </a:cubicBezTo>
                    <a:cubicBezTo>
                      <a:pt x="946" y="42"/>
                      <a:pt x="946" y="42"/>
                      <a:pt x="946" y="42"/>
                    </a:cubicBezTo>
                    <a:cubicBezTo>
                      <a:pt x="946" y="40"/>
                      <a:pt x="946" y="40"/>
                      <a:pt x="946" y="40"/>
                    </a:cubicBezTo>
                    <a:cubicBezTo>
                      <a:pt x="946" y="41"/>
                      <a:pt x="946" y="41"/>
                      <a:pt x="946" y="41"/>
                    </a:cubicBezTo>
                    <a:lnTo>
                      <a:pt x="947" y="42"/>
                    </a:lnTo>
                    <a:close/>
                    <a:moveTo>
                      <a:pt x="933" y="37"/>
                    </a:moveTo>
                    <a:cubicBezTo>
                      <a:pt x="934" y="34"/>
                      <a:pt x="934" y="34"/>
                      <a:pt x="934" y="34"/>
                    </a:cubicBezTo>
                    <a:cubicBezTo>
                      <a:pt x="935" y="35"/>
                      <a:pt x="935" y="35"/>
                      <a:pt x="935" y="35"/>
                    </a:cubicBezTo>
                    <a:cubicBezTo>
                      <a:pt x="936" y="35"/>
                      <a:pt x="936" y="35"/>
                      <a:pt x="936" y="35"/>
                    </a:cubicBezTo>
                    <a:cubicBezTo>
                      <a:pt x="938" y="35"/>
                      <a:pt x="938" y="35"/>
                      <a:pt x="938" y="35"/>
                    </a:cubicBezTo>
                    <a:cubicBezTo>
                      <a:pt x="943" y="33"/>
                      <a:pt x="943" y="33"/>
                      <a:pt x="943" y="33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6" y="35"/>
                      <a:pt x="946" y="35"/>
                      <a:pt x="946" y="35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0" y="35"/>
                      <a:pt x="940" y="35"/>
                      <a:pt x="940" y="35"/>
                    </a:cubicBezTo>
                    <a:cubicBezTo>
                      <a:pt x="936" y="37"/>
                      <a:pt x="936" y="37"/>
                      <a:pt x="936" y="37"/>
                    </a:cubicBezTo>
                    <a:cubicBezTo>
                      <a:pt x="936" y="39"/>
                      <a:pt x="936" y="39"/>
                      <a:pt x="936" y="39"/>
                    </a:cubicBezTo>
                    <a:cubicBezTo>
                      <a:pt x="934" y="40"/>
                      <a:pt x="934" y="40"/>
                      <a:pt x="934" y="40"/>
                    </a:cubicBezTo>
                    <a:cubicBezTo>
                      <a:pt x="933" y="40"/>
                      <a:pt x="933" y="40"/>
                      <a:pt x="933" y="40"/>
                    </a:cubicBezTo>
                    <a:cubicBezTo>
                      <a:pt x="933" y="39"/>
                      <a:pt x="933" y="39"/>
                      <a:pt x="933" y="39"/>
                    </a:cubicBezTo>
                    <a:cubicBezTo>
                      <a:pt x="935" y="39"/>
                      <a:pt x="935" y="39"/>
                      <a:pt x="935" y="39"/>
                    </a:cubicBezTo>
                    <a:lnTo>
                      <a:pt x="933" y="37"/>
                    </a:lnTo>
                    <a:close/>
                    <a:moveTo>
                      <a:pt x="911" y="47"/>
                    </a:moveTo>
                    <a:cubicBezTo>
                      <a:pt x="909" y="47"/>
                      <a:pt x="909" y="47"/>
                      <a:pt x="909" y="47"/>
                    </a:cubicBezTo>
                    <a:cubicBezTo>
                      <a:pt x="910" y="47"/>
                      <a:pt x="910" y="47"/>
                      <a:pt x="910" y="47"/>
                    </a:cubicBezTo>
                    <a:cubicBezTo>
                      <a:pt x="912" y="46"/>
                      <a:pt x="912" y="46"/>
                      <a:pt x="912" y="46"/>
                    </a:cubicBezTo>
                    <a:lnTo>
                      <a:pt x="911" y="47"/>
                    </a:lnTo>
                    <a:close/>
                    <a:moveTo>
                      <a:pt x="905" y="66"/>
                    </a:move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6"/>
                      <a:pt x="907" y="66"/>
                      <a:pt x="907" y="66"/>
                    </a:cubicBezTo>
                    <a:cubicBezTo>
                      <a:pt x="909" y="66"/>
                      <a:pt x="909" y="66"/>
                      <a:pt x="909" y="66"/>
                    </a:cubicBezTo>
                    <a:cubicBezTo>
                      <a:pt x="911" y="66"/>
                      <a:pt x="911" y="66"/>
                      <a:pt x="911" y="66"/>
                    </a:cubicBezTo>
                    <a:cubicBezTo>
                      <a:pt x="912" y="66"/>
                      <a:pt x="912" y="66"/>
                      <a:pt x="912" y="66"/>
                    </a:cubicBezTo>
                    <a:cubicBezTo>
                      <a:pt x="910" y="67"/>
                      <a:pt x="910" y="67"/>
                      <a:pt x="910" y="67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09" y="68"/>
                      <a:pt x="909" y="68"/>
                      <a:pt x="909" y="68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8" y="68"/>
                      <a:pt x="908" y="68"/>
                      <a:pt x="908" y="68"/>
                    </a:cubicBezTo>
                    <a:cubicBezTo>
                      <a:pt x="906" y="68"/>
                      <a:pt x="906" y="68"/>
                      <a:pt x="906" y="68"/>
                    </a:cubicBezTo>
                    <a:cubicBezTo>
                      <a:pt x="905" y="67"/>
                      <a:pt x="905" y="67"/>
                      <a:pt x="905" y="67"/>
                    </a:cubicBezTo>
                    <a:cubicBezTo>
                      <a:pt x="905" y="67"/>
                      <a:pt x="905" y="67"/>
                      <a:pt x="905" y="67"/>
                    </a:cubicBezTo>
                    <a:lnTo>
                      <a:pt x="905" y="66"/>
                    </a:lnTo>
                    <a:close/>
                    <a:moveTo>
                      <a:pt x="904" y="757"/>
                    </a:moveTo>
                    <a:cubicBezTo>
                      <a:pt x="904" y="757"/>
                      <a:pt x="904" y="757"/>
                      <a:pt x="904" y="757"/>
                    </a:cubicBezTo>
                    <a:cubicBezTo>
                      <a:pt x="904" y="758"/>
                      <a:pt x="904" y="758"/>
                      <a:pt x="904" y="758"/>
                    </a:cubicBezTo>
                    <a:lnTo>
                      <a:pt x="904" y="757"/>
                    </a:lnTo>
                    <a:close/>
                    <a:moveTo>
                      <a:pt x="716" y="27"/>
                    </a:moveTo>
                    <a:cubicBezTo>
                      <a:pt x="718" y="28"/>
                      <a:pt x="718" y="28"/>
                      <a:pt x="718" y="28"/>
                    </a:cubicBezTo>
                    <a:cubicBezTo>
                      <a:pt x="720" y="29"/>
                      <a:pt x="720" y="29"/>
                      <a:pt x="720" y="29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8" y="30"/>
                      <a:pt x="718" y="30"/>
                      <a:pt x="718" y="30"/>
                    </a:cubicBezTo>
                    <a:cubicBezTo>
                      <a:pt x="718" y="29"/>
                      <a:pt x="718" y="29"/>
                      <a:pt x="718" y="29"/>
                    </a:cubicBezTo>
                    <a:cubicBezTo>
                      <a:pt x="717" y="28"/>
                      <a:pt x="717" y="28"/>
                      <a:pt x="717" y="28"/>
                    </a:cubicBezTo>
                    <a:cubicBezTo>
                      <a:pt x="715" y="28"/>
                      <a:pt x="715" y="28"/>
                      <a:pt x="715" y="28"/>
                    </a:cubicBezTo>
                    <a:cubicBezTo>
                      <a:pt x="715" y="27"/>
                      <a:pt x="715" y="27"/>
                      <a:pt x="715" y="27"/>
                    </a:cubicBezTo>
                    <a:lnTo>
                      <a:pt x="716" y="27"/>
                    </a:lnTo>
                    <a:close/>
                    <a:moveTo>
                      <a:pt x="589" y="84"/>
                    </a:moveTo>
                    <a:cubicBezTo>
                      <a:pt x="587" y="84"/>
                      <a:pt x="587" y="84"/>
                      <a:pt x="587" y="84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7" y="83"/>
                      <a:pt x="587" y="83"/>
                      <a:pt x="587" y="83"/>
                    </a:cubicBezTo>
                    <a:cubicBezTo>
                      <a:pt x="588" y="83"/>
                      <a:pt x="588" y="83"/>
                      <a:pt x="588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1" y="83"/>
                      <a:pt x="591" y="83"/>
                      <a:pt x="591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0" y="85"/>
                      <a:pt x="590" y="85"/>
                      <a:pt x="590" y="85"/>
                    </a:cubicBezTo>
                    <a:lnTo>
                      <a:pt x="589" y="84"/>
                    </a:lnTo>
                    <a:close/>
                    <a:moveTo>
                      <a:pt x="590" y="90"/>
                    </a:moveTo>
                    <a:cubicBezTo>
                      <a:pt x="590" y="89"/>
                      <a:pt x="590" y="89"/>
                      <a:pt x="590" y="89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1" y="89"/>
                      <a:pt x="591" y="89"/>
                      <a:pt x="591" y="89"/>
                    </a:cubicBezTo>
                    <a:lnTo>
                      <a:pt x="590" y="90"/>
                    </a:lnTo>
                    <a:close/>
                    <a:moveTo>
                      <a:pt x="591" y="83"/>
                    </a:moveTo>
                    <a:cubicBezTo>
                      <a:pt x="591" y="83"/>
                      <a:pt x="591" y="83"/>
                      <a:pt x="591" y="83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lnTo>
                      <a:pt x="591" y="83"/>
                    </a:lnTo>
                    <a:close/>
                    <a:moveTo>
                      <a:pt x="592" y="79"/>
                    </a:moveTo>
                    <a:cubicBezTo>
                      <a:pt x="591" y="78"/>
                      <a:pt x="591" y="78"/>
                      <a:pt x="591" y="78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89" y="79"/>
                      <a:pt x="589" y="79"/>
                      <a:pt x="589" y="79"/>
                    </a:cubicBezTo>
                    <a:cubicBezTo>
                      <a:pt x="590" y="78"/>
                      <a:pt x="590" y="78"/>
                      <a:pt x="590" y="78"/>
                    </a:cubicBezTo>
                    <a:cubicBezTo>
                      <a:pt x="592" y="79"/>
                      <a:pt x="592" y="79"/>
                      <a:pt x="592" y="79"/>
                    </a:cubicBezTo>
                    <a:close/>
                    <a:moveTo>
                      <a:pt x="478" y="193"/>
                    </a:moveTo>
                    <a:cubicBezTo>
                      <a:pt x="477" y="193"/>
                      <a:pt x="477" y="193"/>
                      <a:pt x="477" y="193"/>
                    </a:cubicBezTo>
                    <a:cubicBezTo>
                      <a:pt x="478" y="192"/>
                      <a:pt x="478" y="192"/>
                      <a:pt x="478" y="192"/>
                    </a:cubicBezTo>
                    <a:cubicBezTo>
                      <a:pt x="478" y="192"/>
                      <a:pt x="478" y="192"/>
                      <a:pt x="478" y="192"/>
                    </a:cubicBezTo>
                    <a:lnTo>
                      <a:pt x="478" y="193"/>
                    </a:lnTo>
                    <a:close/>
                    <a:moveTo>
                      <a:pt x="218" y="220"/>
                    </a:move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7" y="220"/>
                      <a:pt x="217" y="220"/>
                      <a:pt x="217" y="220"/>
                    </a:cubicBezTo>
                    <a:lnTo>
                      <a:pt x="218" y="220"/>
                    </a:lnTo>
                    <a:close/>
                    <a:moveTo>
                      <a:pt x="213" y="230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3" y="229"/>
                      <a:pt x="213" y="229"/>
                      <a:pt x="213" y="229"/>
                    </a:cubicBezTo>
                    <a:lnTo>
                      <a:pt x="213" y="230"/>
                    </a:lnTo>
                    <a:close/>
                    <a:moveTo>
                      <a:pt x="213" y="229"/>
                    </a:moveTo>
                    <a:cubicBezTo>
                      <a:pt x="212" y="228"/>
                      <a:pt x="212" y="228"/>
                      <a:pt x="212" y="228"/>
                    </a:cubicBezTo>
                    <a:cubicBezTo>
                      <a:pt x="213" y="227"/>
                      <a:pt x="213" y="227"/>
                      <a:pt x="213" y="227"/>
                    </a:cubicBezTo>
                    <a:cubicBezTo>
                      <a:pt x="214" y="228"/>
                      <a:pt x="214" y="228"/>
                      <a:pt x="214" y="228"/>
                    </a:cubicBezTo>
                    <a:lnTo>
                      <a:pt x="213" y="229"/>
                    </a:lnTo>
                    <a:close/>
                    <a:moveTo>
                      <a:pt x="214" y="226"/>
                    </a:moveTo>
                    <a:cubicBezTo>
                      <a:pt x="214" y="226"/>
                      <a:pt x="214" y="226"/>
                      <a:pt x="214" y="226"/>
                    </a:cubicBez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5"/>
                      <a:pt x="214" y="225"/>
                      <a:pt x="214" y="225"/>
                    </a:cubicBezTo>
                    <a:lnTo>
                      <a:pt x="214" y="226"/>
                    </a:lnTo>
                    <a:close/>
                    <a:moveTo>
                      <a:pt x="214" y="225"/>
                    </a:move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4"/>
                      <a:pt x="214" y="224"/>
                      <a:pt x="214" y="224"/>
                    </a:cubicBezTo>
                    <a:cubicBezTo>
                      <a:pt x="214" y="223"/>
                      <a:pt x="214" y="223"/>
                      <a:pt x="214" y="223"/>
                    </a:cubicBezTo>
                    <a:cubicBezTo>
                      <a:pt x="215" y="224"/>
                      <a:pt x="215" y="224"/>
                      <a:pt x="215" y="224"/>
                    </a:cubicBezTo>
                    <a:cubicBezTo>
                      <a:pt x="215" y="223"/>
                      <a:pt x="215" y="223"/>
                      <a:pt x="215" y="223"/>
                    </a:cubicBezTo>
                    <a:lnTo>
                      <a:pt x="214" y="225"/>
                    </a:lnTo>
                    <a:close/>
                    <a:moveTo>
                      <a:pt x="201" y="262"/>
                    </a:moveTo>
                    <a:cubicBezTo>
                      <a:pt x="201" y="262"/>
                      <a:pt x="201" y="262"/>
                      <a:pt x="201" y="262"/>
                    </a:cubicBezTo>
                    <a:cubicBezTo>
                      <a:pt x="201" y="262"/>
                      <a:pt x="201" y="262"/>
                      <a:pt x="201" y="262"/>
                    </a:cubicBezTo>
                    <a:close/>
                    <a:moveTo>
                      <a:pt x="157" y="329"/>
                    </a:move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lnTo>
                      <a:pt x="157" y="329"/>
                    </a:lnTo>
                    <a:close/>
                    <a:moveTo>
                      <a:pt x="158" y="314"/>
                    </a:move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7" y="312"/>
                      <a:pt x="157" y="312"/>
                      <a:pt x="157" y="312"/>
                    </a:cubicBezTo>
                    <a:cubicBezTo>
                      <a:pt x="158" y="313"/>
                      <a:pt x="158" y="313"/>
                      <a:pt x="158" y="313"/>
                    </a:cubicBezTo>
                    <a:lnTo>
                      <a:pt x="158" y="314"/>
                    </a:lnTo>
                    <a:close/>
                    <a:moveTo>
                      <a:pt x="162" y="309"/>
                    </a:move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2" y="309"/>
                      <a:pt x="162" y="309"/>
                      <a:pt x="162" y="309"/>
                    </a:cubicBezTo>
                    <a:close/>
                    <a:moveTo>
                      <a:pt x="159" y="329"/>
                    </a:move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8"/>
                      <a:pt x="161" y="328"/>
                      <a:pt x="161" y="328"/>
                    </a:cubicBez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59" y="329"/>
                      <a:pt x="159" y="329"/>
                      <a:pt x="159" y="329"/>
                    </a:cubicBezTo>
                    <a:close/>
                    <a:moveTo>
                      <a:pt x="160" y="332"/>
                    </a:moveTo>
                    <a:cubicBezTo>
                      <a:pt x="159" y="334"/>
                      <a:pt x="159" y="334"/>
                      <a:pt x="159" y="334"/>
                    </a:cubicBezTo>
                    <a:cubicBezTo>
                      <a:pt x="160" y="332"/>
                      <a:pt x="160" y="332"/>
                      <a:pt x="160" y="332"/>
                    </a:cubicBezTo>
                    <a:close/>
                    <a:moveTo>
                      <a:pt x="161" y="337"/>
                    </a:move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60" y="338"/>
                      <a:pt x="160" y="338"/>
                      <a:pt x="160" y="338"/>
                    </a:cubicBezTo>
                    <a:cubicBezTo>
                      <a:pt x="160" y="337"/>
                      <a:pt x="160" y="337"/>
                      <a:pt x="160" y="337"/>
                    </a:cubicBezTo>
                    <a:cubicBezTo>
                      <a:pt x="159" y="336"/>
                      <a:pt x="159" y="336"/>
                      <a:pt x="159" y="336"/>
                    </a:cubicBezTo>
                    <a:cubicBezTo>
                      <a:pt x="161" y="335"/>
                      <a:pt x="161" y="335"/>
                      <a:pt x="161" y="335"/>
                    </a:cubicBezTo>
                    <a:cubicBezTo>
                      <a:pt x="161" y="334"/>
                      <a:pt x="161" y="334"/>
                      <a:pt x="161" y="334"/>
                    </a:cubicBezTo>
                    <a:cubicBezTo>
                      <a:pt x="162" y="335"/>
                      <a:pt x="162" y="335"/>
                      <a:pt x="162" y="335"/>
                    </a:cubicBezTo>
                    <a:cubicBezTo>
                      <a:pt x="163" y="333"/>
                      <a:pt x="163" y="333"/>
                      <a:pt x="163" y="333"/>
                    </a:cubicBezTo>
                    <a:cubicBezTo>
                      <a:pt x="164" y="333"/>
                      <a:pt x="164" y="333"/>
                      <a:pt x="164" y="333"/>
                    </a:cubicBezTo>
                    <a:cubicBezTo>
                      <a:pt x="163" y="334"/>
                      <a:pt x="163" y="334"/>
                      <a:pt x="163" y="334"/>
                    </a:cubicBezTo>
                    <a:cubicBezTo>
                      <a:pt x="162" y="334"/>
                      <a:pt x="162" y="334"/>
                      <a:pt x="162" y="334"/>
                    </a:cubicBezTo>
                    <a:cubicBezTo>
                      <a:pt x="161" y="336"/>
                      <a:pt x="161" y="336"/>
                      <a:pt x="161" y="336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8"/>
                      <a:pt x="163" y="338"/>
                      <a:pt x="163" y="338"/>
                    </a:cubicBezTo>
                    <a:cubicBezTo>
                      <a:pt x="162" y="337"/>
                      <a:pt x="162" y="337"/>
                      <a:pt x="162" y="337"/>
                    </a:cubicBezTo>
                    <a:lnTo>
                      <a:pt x="161" y="337"/>
                    </a:lnTo>
                    <a:close/>
                    <a:moveTo>
                      <a:pt x="163" y="346"/>
                    </a:moveTo>
                    <a:cubicBezTo>
                      <a:pt x="162" y="347"/>
                      <a:pt x="162" y="347"/>
                      <a:pt x="162" y="347"/>
                    </a:cubicBezTo>
                    <a:cubicBezTo>
                      <a:pt x="162" y="346"/>
                      <a:pt x="162" y="346"/>
                      <a:pt x="162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lose/>
                    <a:moveTo>
                      <a:pt x="164" y="344"/>
                    </a:moveTo>
                    <a:cubicBezTo>
                      <a:pt x="163" y="344"/>
                      <a:pt x="163" y="344"/>
                      <a:pt x="163" y="344"/>
                    </a:cubicBezTo>
                    <a:cubicBezTo>
                      <a:pt x="163" y="345"/>
                      <a:pt x="163" y="345"/>
                      <a:pt x="163" y="345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3" y="343"/>
                      <a:pt x="163" y="343"/>
                      <a:pt x="163" y="343"/>
                    </a:cubicBezTo>
                    <a:cubicBezTo>
                      <a:pt x="163" y="342"/>
                      <a:pt x="163" y="342"/>
                      <a:pt x="163" y="342"/>
                    </a:cubicBezTo>
                    <a:cubicBezTo>
                      <a:pt x="164" y="343"/>
                      <a:pt x="164" y="343"/>
                      <a:pt x="164" y="343"/>
                    </a:cubicBezTo>
                    <a:lnTo>
                      <a:pt x="164" y="344"/>
                    </a:lnTo>
                    <a:close/>
                    <a:moveTo>
                      <a:pt x="163" y="322"/>
                    </a:move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3" y="321"/>
                      <a:pt x="163" y="321"/>
                      <a:pt x="163" y="321"/>
                    </a:cubicBezTo>
                    <a:cubicBezTo>
                      <a:pt x="164" y="322"/>
                      <a:pt x="164" y="322"/>
                      <a:pt x="164" y="322"/>
                    </a:cubicBezTo>
                    <a:cubicBezTo>
                      <a:pt x="164" y="322"/>
                      <a:pt x="164" y="322"/>
                      <a:pt x="164" y="322"/>
                    </a:cubicBezTo>
                    <a:lnTo>
                      <a:pt x="163" y="322"/>
                    </a:lnTo>
                    <a:close/>
                    <a:moveTo>
                      <a:pt x="167" y="321"/>
                    </a:moveTo>
                    <a:cubicBezTo>
                      <a:pt x="165" y="323"/>
                      <a:pt x="165" y="323"/>
                      <a:pt x="165" y="323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7" y="321"/>
                      <a:pt x="167" y="321"/>
                      <a:pt x="167" y="321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1"/>
                      <a:pt x="167" y="321"/>
                      <a:pt x="167" y="321"/>
                    </a:cubicBezTo>
                    <a:close/>
                    <a:moveTo>
                      <a:pt x="169" y="323"/>
                    </a:move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8" y="321"/>
                      <a:pt x="168" y="321"/>
                      <a:pt x="168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71" y="322"/>
                      <a:pt x="171" y="322"/>
                      <a:pt x="171" y="322"/>
                    </a:cubicBezTo>
                    <a:lnTo>
                      <a:pt x="169" y="323"/>
                    </a:lnTo>
                    <a:close/>
                    <a:moveTo>
                      <a:pt x="179" y="292"/>
                    </a:moveTo>
                    <a:cubicBezTo>
                      <a:pt x="179" y="293"/>
                      <a:pt x="179" y="293"/>
                      <a:pt x="179" y="293"/>
                    </a:cubicBezTo>
                    <a:cubicBezTo>
                      <a:pt x="178" y="293"/>
                      <a:pt x="178" y="293"/>
                      <a:pt x="178" y="293"/>
                    </a:cubicBezTo>
                    <a:lnTo>
                      <a:pt x="179" y="292"/>
                    </a:lnTo>
                    <a:close/>
                    <a:moveTo>
                      <a:pt x="182" y="296"/>
                    </a:move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8" y="296"/>
                      <a:pt x="178" y="296"/>
                      <a:pt x="178" y="296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80" y="295"/>
                      <a:pt x="180" y="295"/>
                      <a:pt x="180" y="295"/>
                    </a:cubicBezTo>
                    <a:cubicBezTo>
                      <a:pt x="181" y="294"/>
                      <a:pt x="181" y="294"/>
                      <a:pt x="181" y="294"/>
                    </a:cubicBez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82" y="295"/>
                      <a:pt x="182" y="295"/>
                      <a:pt x="182" y="295"/>
                    </a:cubicBezTo>
                    <a:lnTo>
                      <a:pt x="182" y="296"/>
                    </a:lnTo>
                    <a:close/>
                    <a:moveTo>
                      <a:pt x="192" y="295"/>
                    </a:move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1" y="295"/>
                      <a:pt x="191" y="295"/>
                      <a:pt x="191" y="295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6"/>
                      <a:pt x="187" y="296"/>
                      <a:pt x="187" y="296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9" y="294"/>
                      <a:pt x="189" y="294"/>
                      <a:pt x="189" y="294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91" y="293"/>
                      <a:pt x="191" y="293"/>
                      <a:pt x="191" y="293"/>
                    </a:cubicBezTo>
                    <a:cubicBezTo>
                      <a:pt x="192" y="294"/>
                      <a:pt x="192" y="294"/>
                      <a:pt x="192" y="294"/>
                    </a:cubicBezTo>
                    <a:lnTo>
                      <a:pt x="192" y="295"/>
                    </a:lnTo>
                    <a:close/>
                    <a:moveTo>
                      <a:pt x="194" y="290"/>
                    </a:moveTo>
                    <a:cubicBezTo>
                      <a:pt x="193" y="291"/>
                      <a:pt x="193" y="291"/>
                      <a:pt x="193" y="291"/>
                    </a:cubicBezTo>
                    <a:cubicBezTo>
                      <a:pt x="193" y="289"/>
                      <a:pt x="193" y="289"/>
                      <a:pt x="193" y="289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5" y="290"/>
                      <a:pt x="195" y="290"/>
                      <a:pt x="195" y="290"/>
                    </a:cubicBezTo>
                    <a:lnTo>
                      <a:pt x="194" y="290"/>
                    </a:lnTo>
                    <a:close/>
                    <a:moveTo>
                      <a:pt x="195" y="278"/>
                    </a:moveTo>
                    <a:cubicBezTo>
                      <a:pt x="195" y="278"/>
                      <a:pt x="195" y="278"/>
                      <a:pt x="195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lnTo>
                      <a:pt x="195" y="278"/>
                    </a:lnTo>
                    <a:close/>
                    <a:moveTo>
                      <a:pt x="198" y="275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8" y="275"/>
                      <a:pt x="198" y="275"/>
                      <a:pt x="198" y="275"/>
                    </a:cubicBezTo>
                    <a:close/>
                    <a:moveTo>
                      <a:pt x="203" y="263"/>
                    </a:moveTo>
                    <a:cubicBezTo>
                      <a:pt x="203" y="263"/>
                      <a:pt x="203" y="263"/>
                      <a:pt x="203" y="263"/>
                    </a:cubicBezTo>
                    <a:cubicBezTo>
                      <a:pt x="203" y="263"/>
                      <a:pt x="203" y="263"/>
                      <a:pt x="203" y="263"/>
                    </a:cubicBezTo>
                    <a:close/>
                    <a:moveTo>
                      <a:pt x="183" y="373"/>
                    </a:moveTo>
                    <a:cubicBezTo>
                      <a:pt x="183" y="372"/>
                      <a:pt x="183" y="372"/>
                      <a:pt x="183" y="372"/>
                    </a:cubicBezTo>
                    <a:cubicBezTo>
                      <a:pt x="183" y="373"/>
                      <a:pt x="183" y="373"/>
                      <a:pt x="183" y="373"/>
                    </a:cubicBezTo>
                    <a:close/>
                    <a:moveTo>
                      <a:pt x="185" y="369"/>
                    </a:moveTo>
                    <a:cubicBezTo>
                      <a:pt x="186" y="368"/>
                      <a:pt x="186" y="368"/>
                      <a:pt x="186" y="368"/>
                    </a:cubicBezTo>
                    <a:cubicBezTo>
                      <a:pt x="186" y="368"/>
                      <a:pt x="186" y="368"/>
                      <a:pt x="186" y="368"/>
                    </a:cubicBezTo>
                    <a:lnTo>
                      <a:pt x="185" y="369"/>
                    </a:lnTo>
                    <a:close/>
                    <a:moveTo>
                      <a:pt x="292" y="539"/>
                    </a:move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lose/>
                    <a:moveTo>
                      <a:pt x="292" y="535"/>
                    </a:moveTo>
                    <a:cubicBezTo>
                      <a:pt x="292" y="535"/>
                      <a:pt x="292" y="535"/>
                      <a:pt x="292" y="535"/>
                    </a:cubicBezTo>
                    <a:cubicBezTo>
                      <a:pt x="292" y="535"/>
                      <a:pt x="292" y="535"/>
                      <a:pt x="292" y="535"/>
                    </a:cubicBezTo>
                    <a:close/>
                    <a:moveTo>
                      <a:pt x="290" y="538"/>
                    </a:moveTo>
                    <a:cubicBezTo>
                      <a:pt x="291" y="538"/>
                      <a:pt x="291" y="538"/>
                      <a:pt x="291" y="538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0" y="538"/>
                      <a:pt x="290" y="538"/>
                      <a:pt x="290" y="538"/>
                    </a:cubicBezTo>
                    <a:cubicBezTo>
                      <a:pt x="290" y="538"/>
                      <a:pt x="290" y="538"/>
                      <a:pt x="290" y="538"/>
                    </a:cubicBezTo>
                    <a:close/>
                    <a:moveTo>
                      <a:pt x="279" y="272"/>
                    </a:move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9" y="271"/>
                      <a:pt x="279" y="271"/>
                      <a:pt x="279" y="271"/>
                    </a:cubicBezTo>
                    <a:lnTo>
                      <a:pt x="279" y="272"/>
                    </a:lnTo>
                    <a:close/>
                    <a:moveTo>
                      <a:pt x="278" y="273"/>
                    </a:moveTo>
                    <a:cubicBezTo>
                      <a:pt x="277" y="273"/>
                      <a:pt x="277" y="273"/>
                      <a:pt x="277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lose/>
                    <a:moveTo>
                      <a:pt x="262" y="198"/>
                    </a:moveTo>
                    <a:cubicBezTo>
                      <a:pt x="262" y="198"/>
                      <a:pt x="262" y="198"/>
                      <a:pt x="262" y="198"/>
                    </a:cubicBezTo>
                    <a:cubicBezTo>
                      <a:pt x="262" y="198"/>
                      <a:pt x="262" y="198"/>
                      <a:pt x="262" y="198"/>
                    </a:cubicBezTo>
                    <a:close/>
                    <a:moveTo>
                      <a:pt x="258" y="200"/>
                    </a:move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60" y="199"/>
                      <a:pt x="260" y="199"/>
                      <a:pt x="260" y="199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8" y="202"/>
                      <a:pt x="258" y="202"/>
                      <a:pt x="258" y="202"/>
                    </a:cubicBezTo>
                    <a:cubicBezTo>
                      <a:pt x="258" y="202"/>
                      <a:pt x="258" y="202"/>
                      <a:pt x="258" y="202"/>
                    </a:cubicBezTo>
                    <a:lnTo>
                      <a:pt x="258" y="200"/>
                    </a:lnTo>
                    <a:close/>
                    <a:moveTo>
                      <a:pt x="256" y="201"/>
                    </a:moveTo>
                    <a:cubicBezTo>
                      <a:pt x="257" y="203"/>
                      <a:pt x="257" y="203"/>
                      <a:pt x="257" y="203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6" y="203"/>
                      <a:pt x="256" y="203"/>
                      <a:pt x="256" y="203"/>
                    </a:cubicBezTo>
                    <a:lnTo>
                      <a:pt x="256" y="201"/>
                    </a:lnTo>
                    <a:close/>
                    <a:moveTo>
                      <a:pt x="237" y="206"/>
                    </a:move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lose/>
                    <a:moveTo>
                      <a:pt x="234" y="206"/>
                    </a:move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7" y="203"/>
                      <a:pt x="237" y="203"/>
                      <a:pt x="237" y="203"/>
                    </a:cubicBezTo>
                    <a:cubicBezTo>
                      <a:pt x="237" y="204"/>
                      <a:pt x="237" y="204"/>
                      <a:pt x="237" y="204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6" y="206"/>
                      <a:pt x="236" y="206"/>
                      <a:pt x="236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6"/>
                      <a:pt x="234" y="206"/>
                      <a:pt x="234" y="206"/>
                    </a:cubicBezTo>
                    <a:close/>
                    <a:moveTo>
                      <a:pt x="234" y="211"/>
                    </a:move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lose/>
                    <a:moveTo>
                      <a:pt x="235" y="212"/>
                    </a:moveTo>
                    <a:cubicBezTo>
                      <a:pt x="234" y="213"/>
                      <a:pt x="234" y="213"/>
                      <a:pt x="234" y="213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3"/>
                      <a:pt x="234" y="213"/>
                      <a:pt x="234" y="213"/>
                    </a:cubicBezTo>
                    <a:lnTo>
                      <a:pt x="235" y="212"/>
                    </a:lnTo>
                    <a:close/>
                    <a:moveTo>
                      <a:pt x="234" y="339"/>
                    </a:moveTo>
                    <a:cubicBezTo>
                      <a:pt x="234" y="339"/>
                      <a:pt x="234" y="339"/>
                      <a:pt x="234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8" y="341"/>
                      <a:pt x="238" y="341"/>
                      <a:pt x="238" y="341"/>
                    </a:cubicBezTo>
                    <a:cubicBezTo>
                      <a:pt x="237" y="341"/>
                      <a:pt x="237" y="341"/>
                      <a:pt x="237" y="341"/>
                    </a:cubicBezTo>
                    <a:cubicBezTo>
                      <a:pt x="236" y="340"/>
                      <a:pt x="236" y="340"/>
                      <a:pt x="236" y="340"/>
                    </a:cubicBezTo>
                    <a:cubicBezTo>
                      <a:pt x="234" y="340"/>
                      <a:pt x="234" y="340"/>
                      <a:pt x="234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lnTo>
                      <a:pt x="234" y="339"/>
                    </a:lnTo>
                    <a:close/>
                    <a:moveTo>
                      <a:pt x="231" y="215"/>
                    </a:moveTo>
                    <a:cubicBezTo>
                      <a:pt x="231" y="215"/>
                      <a:pt x="231" y="215"/>
                      <a:pt x="231" y="215"/>
                    </a:cubicBezTo>
                    <a:cubicBezTo>
                      <a:pt x="231" y="215"/>
                      <a:pt x="231" y="215"/>
                      <a:pt x="231" y="215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5" y="222"/>
                    </a:move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5" y="222"/>
                      <a:pt x="225" y="222"/>
                      <a:pt x="225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7" y="222"/>
                      <a:pt x="227" y="222"/>
                      <a:pt x="227" y="222"/>
                    </a:cubicBezTo>
                    <a:cubicBezTo>
                      <a:pt x="225" y="223"/>
                      <a:pt x="225" y="223"/>
                      <a:pt x="225" y="223"/>
                    </a:cubicBezTo>
                    <a:cubicBezTo>
                      <a:pt x="224" y="222"/>
                      <a:pt x="224" y="222"/>
                      <a:pt x="224" y="222"/>
                    </a:cubicBezTo>
                    <a:lnTo>
                      <a:pt x="225" y="222"/>
                    </a:lnTo>
                    <a:close/>
                    <a:moveTo>
                      <a:pt x="226" y="224"/>
                    </a:move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lnTo>
                      <a:pt x="226" y="224"/>
                    </a:lnTo>
                    <a:close/>
                    <a:moveTo>
                      <a:pt x="225" y="225"/>
                    </a:move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lose/>
                    <a:moveTo>
                      <a:pt x="221" y="227"/>
                    </a:move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lnTo>
                      <a:pt x="221" y="227"/>
                    </a:lnTo>
                    <a:close/>
                    <a:moveTo>
                      <a:pt x="221" y="230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5" y="230"/>
                      <a:pt x="225" y="230"/>
                      <a:pt x="225" y="230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6" y="231"/>
                      <a:pt x="226" y="231"/>
                      <a:pt x="226" y="231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0"/>
                      <a:pt x="224" y="230"/>
                      <a:pt x="224" y="230"/>
                    </a:cubicBezTo>
                    <a:lnTo>
                      <a:pt x="221" y="230"/>
                    </a:lnTo>
                    <a:close/>
                    <a:moveTo>
                      <a:pt x="197" y="389"/>
                    </a:moveTo>
                    <a:cubicBezTo>
                      <a:pt x="197" y="389"/>
                      <a:pt x="197" y="389"/>
                      <a:pt x="197" y="389"/>
                    </a:cubicBezTo>
                    <a:cubicBezTo>
                      <a:pt x="198" y="390"/>
                      <a:pt x="198" y="390"/>
                      <a:pt x="198" y="390"/>
                    </a:cubicBezTo>
                    <a:cubicBezTo>
                      <a:pt x="197" y="390"/>
                      <a:pt x="197" y="390"/>
                      <a:pt x="197" y="390"/>
                    </a:cubicBezTo>
                    <a:lnTo>
                      <a:pt x="197" y="389"/>
                    </a:lnTo>
                    <a:close/>
                    <a:moveTo>
                      <a:pt x="196" y="388"/>
                    </a:move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9"/>
                      <a:pt x="196" y="389"/>
                      <a:pt x="196" y="389"/>
                    </a:cubicBezTo>
                    <a:cubicBezTo>
                      <a:pt x="195" y="389"/>
                      <a:pt x="195" y="389"/>
                      <a:pt x="195" y="389"/>
                    </a:cubicBezTo>
                    <a:lnTo>
                      <a:pt x="196" y="388"/>
                    </a:lnTo>
                    <a:close/>
                    <a:moveTo>
                      <a:pt x="227" y="481"/>
                    </a:moveTo>
                    <a:cubicBezTo>
                      <a:pt x="227" y="481"/>
                      <a:pt x="227" y="481"/>
                      <a:pt x="227" y="481"/>
                    </a:cubicBezTo>
                    <a:cubicBezTo>
                      <a:pt x="226" y="481"/>
                      <a:pt x="226" y="481"/>
                      <a:pt x="225" y="481"/>
                    </a:cubicBezTo>
                    <a:cubicBezTo>
                      <a:pt x="225" y="482"/>
                      <a:pt x="225" y="482"/>
                      <a:pt x="225" y="482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1"/>
                      <a:pt x="225" y="481"/>
                      <a:pt x="225" y="481"/>
                    </a:cubicBezTo>
                    <a:cubicBezTo>
                      <a:pt x="226" y="481"/>
                      <a:pt x="226" y="481"/>
                      <a:pt x="226" y="481"/>
                    </a:cubicBezTo>
                    <a:cubicBezTo>
                      <a:pt x="227" y="480"/>
                      <a:pt x="227" y="480"/>
                      <a:pt x="227" y="480"/>
                    </a:cubicBezTo>
                    <a:cubicBezTo>
                      <a:pt x="227" y="481"/>
                      <a:pt x="227" y="481"/>
                      <a:pt x="227" y="481"/>
                    </a:cubicBezTo>
                    <a:close/>
                    <a:moveTo>
                      <a:pt x="228" y="482"/>
                    </a:moveTo>
                    <a:cubicBezTo>
                      <a:pt x="229" y="483"/>
                      <a:pt x="229" y="483"/>
                      <a:pt x="229" y="483"/>
                    </a:cubicBezTo>
                    <a:cubicBezTo>
                      <a:pt x="229" y="484"/>
                      <a:pt x="229" y="484"/>
                      <a:pt x="229" y="484"/>
                    </a:cubicBezTo>
                    <a:lnTo>
                      <a:pt x="228" y="482"/>
                    </a:lnTo>
                    <a:close/>
                    <a:moveTo>
                      <a:pt x="229" y="485"/>
                    </a:moveTo>
                    <a:cubicBezTo>
                      <a:pt x="230" y="485"/>
                      <a:pt x="230" y="485"/>
                      <a:pt x="230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lose/>
                    <a:moveTo>
                      <a:pt x="231" y="491"/>
                    </a:moveTo>
                    <a:cubicBezTo>
                      <a:pt x="230" y="490"/>
                      <a:pt x="230" y="490"/>
                      <a:pt x="230" y="490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28" y="485"/>
                      <a:pt x="228" y="485"/>
                      <a:pt x="228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32" y="491"/>
                      <a:pt x="232" y="491"/>
                      <a:pt x="232" y="491"/>
                    </a:cubicBezTo>
                    <a:lnTo>
                      <a:pt x="231" y="491"/>
                    </a:lnTo>
                    <a:close/>
                    <a:moveTo>
                      <a:pt x="233" y="489"/>
                    </a:moveTo>
                    <a:cubicBezTo>
                      <a:pt x="233" y="489"/>
                      <a:pt x="233" y="489"/>
                      <a:pt x="233" y="489"/>
                    </a:cubicBezTo>
                    <a:cubicBezTo>
                      <a:pt x="233" y="489"/>
                      <a:pt x="233" y="489"/>
                      <a:pt x="233" y="489"/>
                    </a:cubicBezTo>
                    <a:close/>
                    <a:moveTo>
                      <a:pt x="246" y="500"/>
                    </a:move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6" y="500"/>
                      <a:pt x="246" y="500"/>
                      <a:pt x="246" y="500"/>
                    </a:cubicBezTo>
                    <a:close/>
                    <a:moveTo>
                      <a:pt x="245" y="498"/>
                    </a:moveTo>
                    <a:cubicBezTo>
                      <a:pt x="246" y="498"/>
                      <a:pt x="246" y="498"/>
                      <a:pt x="246" y="498"/>
                    </a:cubicBezTo>
                    <a:cubicBezTo>
                      <a:pt x="246" y="498"/>
                      <a:pt x="246" y="498"/>
                      <a:pt x="246" y="498"/>
                    </a:cubicBezTo>
                    <a:lnTo>
                      <a:pt x="245" y="498"/>
                    </a:lnTo>
                    <a:close/>
                    <a:moveTo>
                      <a:pt x="246" y="499"/>
                    </a:moveTo>
                    <a:cubicBezTo>
                      <a:pt x="246" y="499"/>
                      <a:pt x="246" y="499"/>
                      <a:pt x="246" y="499"/>
                    </a:cubicBezTo>
                    <a:cubicBezTo>
                      <a:pt x="247" y="500"/>
                      <a:pt x="247" y="500"/>
                      <a:pt x="247" y="500"/>
                    </a:cubicBezTo>
                    <a:lnTo>
                      <a:pt x="246" y="499"/>
                    </a:lnTo>
                    <a:close/>
                    <a:moveTo>
                      <a:pt x="268" y="531"/>
                    </a:moveTo>
                    <a:cubicBezTo>
                      <a:pt x="267" y="531"/>
                      <a:pt x="267" y="531"/>
                      <a:pt x="267" y="531"/>
                    </a:cubicBezTo>
                    <a:cubicBezTo>
                      <a:pt x="267" y="530"/>
                      <a:pt x="267" y="530"/>
                      <a:pt x="267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9" y="531"/>
                      <a:pt x="269" y="531"/>
                      <a:pt x="269" y="531"/>
                    </a:cubicBezTo>
                    <a:cubicBezTo>
                      <a:pt x="269" y="531"/>
                      <a:pt x="269" y="531"/>
                      <a:pt x="269" y="531"/>
                    </a:cubicBezTo>
                    <a:lnTo>
                      <a:pt x="268" y="531"/>
                    </a:lnTo>
                    <a:close/>
                    <a:moveTo>
                      <a:pt x="286" y="543"/>
                    </a:moveTo>
                    <a:cubicBezTo>
                      <a:pt x="287" y="544"/>
                      <a:pt x="287" y="544"/>
                      <a:pt x="287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9" y="544"/>
                      <a:pt x="289" y="544"/>
                      <a:pt x="289" y="544"/>
                    </a:cubicBezTo>
                    <a:cubicBezTo>
                      <a:pt x="288" y="545"/>
                      <a:pt x="288" y="545"/>
                      <a:pt x="288" y="545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6" y="544"/>
                      <a:pt x="286" y="544"/>
                      <a:pt x="286" y="544"/>
                    </a:cubicBezTo>
                    <a:cubicBezTo>
                      <a:pt x="283" y="542"/>
                      <a:pt x="283" y="542"/>
                      <a:pt x="283" y="542"/>
                    </a:cubicBezTo>
                    <a:cubicBezTo>
                      <a:pt x="286" y="543"/>
                      <a:pt x="286" y="543"/>
                      <a:pt x="286" y="543"/>
                    </a:cubicBezTo>
                    <a:close/>
                    <a:moveTo>
                      <a:pt x="315" y="331"/>
                    </a:move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2" y="331"/>
                      <a:pt x="312" y="331"/>
                      <a:pt x="312" y="331"/>
                    </a:cubicBezTo>
                    <a:cubicBezTo>
                      <a:pt x="311" y="332"/>
                      <a:pt x="311" y="332"/>
                      <a:pt x="311" y="332"/>
                    </a:cubicBezTo>
                    <a:cubicBezTo>
                      <a:pt x="310" y="333"/>
                      <a:pt x="310" y="333"/>
                      <a:pt x="310" y="333"/>
                    </a:cubicBezTo>
                    <a:cubicBezTo>
                      <a:pt x="308" y="332"/>
                      <a:pt x="308" y="332"/>
                      <a:pt x="308" y="332"/>
                    </a:cubicBezTo>
                    <a:cubicBezTo>
                      <a:pt x="307" y="333"/>
                      <a:pt x="307" y="333"/>
                      <a:pt x="307" y="333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6" y="334"/>
                      <a:pt x="306" y="334"/>
                      <a:pt x="306" y="334"/>
                    </a:cubicBezTo>
                    <a:cubicBezTo>
                      <a:pt x="304" y="334"/>
                      <a:pt x="304" y="334"/>
                      <a:pt x="304" y="334"/>
                    </a:cubicBezTo>
                    <a:cubicBezTo>
                      <a:pt x="304" y="336"/>
                      <a:pt x="304" y="336"/>
                      <a:pt x="304" y="336"/>
                    </a:cubicBezTo>
                    <a:cubicBezTo>
                      <a:pt x="305" y="337"/>
                      <a:pt x="305" y="337"/>
                      <a:pt x="305" y="337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299" y="338"/>
                      <a:pt x="299" y="338"/>
                      <a:pt x="299" y="338"/>
                    </a:cubicBezTo>
                    <a:cubicBezTo>
                      <a:pt x="297" y="336"/>
                      <a:pt x="297" y="336"/>
                      <a:pt x="297" y="336"/>
                    </a:cubicBezTo>
                    <a:cubicBezTo>
                      <a:pt x="294" y="337"/>
                      <a:pt x="294" y="337"/>
                      <a:pt x="294" y="337"/>
                    </a:cubicBezTo>
                    <a:cubicBezTo>
                      <a:pt x="292" y="336"/>
                      <a:pt x="292" y="336"/>
                      <a:pt x="292" y="336"/>
                    </a:cubicBezTo>
                    <a:cubicBezTo>
                      <a:pt x="291" y="336"/>
                      <a:pt x="291" y="336"/>
                      <a:pt x="291" y="336"/>
                    </a:cubicBezTo>
                    <a:cubicBezTo>
                      <a:pt x="289" y="334"/>
                      <a:pt x="289" y="334"/>
                      <a:pt x="289" y="334"/>
                    </a:cubicBezTo>
                    <a:cubicBezTo>
                      <a:pt x="289" y="336"/>
                      <a:pt x="289" y="336"/>
                      <a:pt x="289" y="336"/>
                    </a:cubicBezTo>
                    <a:cubicBezTo>
                      <a:pt x="288" y="336"/>
                      <a:pt x="288" y="336"/>
                      <a:pt x="288" y="336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8"/>
                      <a:pt x="288" y="338"/>
                      <a:pt x="288" y="338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5" y="337"/>
                      <a:pt x="285" y="337"/>
                      <a:pt x="285" y="337"/>
                    </a:cubicBezTo>
                    <a:cubicBezTo>
                      <a:pt x="284" y="336"/>
                      <a:pt x="284" y="336"/>
                      <a:pt x="284" y="336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2" y="338"/>
                      <a:pt x="282" y="338"/>
                      <a:pt x="282" y="338"/>
                    </a:cubicBezTo>
                    <a:cubicBezTo>
                      <a:pt x="280" y="338"/>
                      <a:pt x="280" y="338"/>
                      <a:pt x="280" y="338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77" y="340"/>
                      <a:pt x="277" y="340"/>
                      <a:pt x="277" y="340"/>
                    </a:cubicBezTo>
                    <a:cubicBezTo>
                      <a:pt x="276" y="342"/>
                      <a:pt x="276" y="342"/>
                      <a:pt x="276" y="342"/>
                    </a:cubicBezTo>
                    <a:cubicBezTo>
                      <a:pt x="276" y="344"/>
                      <a:pt x="276" y="344"/>
                      <a:pt x="276" y="344"/>
                    </a:cubicBezTo>
                    <a:cubicBezTo>
                      <a:pt x="276" y="343"/>
                      <a:pt x="276" y="343"/>
                      <a:pt x="276" y="343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2" y="344"/>
                      <a:pt x="272" y="344"/>
                      <a:pt x="272" y="344"/>
                    </a:cubicBezTo>
                    <a:cubicBezTo>
                      <a:pt x="272" y="343"/>
                      <a:pt x="272" y="343"/>
                      <a:pt x="272" y="343"/>
                    </a:cubicBezTo>
                    <a:cubicBezTo>
                      <a:pt x="270" y="343"/>
                      <a:pt x="270" y="343"/>
                      <a:pt x="270" y="343"/>
                    </a:cubicBezTo>
                    <a:cubicBezTo>
                      <a:pt x="270" y="344"/>
                      <a:pt x="270" y="344"/>
                      <a:pt x="270" y="344"/>
                    </a:cubicBezTo>
                    <a:cubicBezTo>
                      <a:pt x="269" y="345"/>
                      <a:pt x="269" y="345"/>
                      <a:pt x="269" y="345"/>
                    </a:cubicBezTo>
                    <a:cubicBezTo>
                      <a:pt x="266" y="346"/>
                      <a:pt x="266" y="346"/>
                      <a:pt x="266" y="346"/>
                    </a:cubicBezTo>
                    <a:cubicBezTo>
                      <a:pt x="268" y="347"/>
                      <a:pt x="268" y="347"/>
                      <a:pt x="268" y="347"/>
                    </a:cubicBezTo>
                    <a:cubicBezTo>
                      <a:pt x="269" y="347"/>
                      <a:pt x="269" y="347"/>
                      <a:pt x="269" y="347"/>
                    </a:cubicBezTo>
                    <a:cubicBezTo>
                      <a:pt x="270" y="347"/>
                      <a:pt x="270" y="347"/>
                      <a:pt x="270" y="347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0" y="348"/>
                      <a:pt x="270" y="348"/>
                      <a:pt x="270" y="348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7" y="349"/>
                      <a:pt x="267" y="349"/>
                      <a:pt x="267" y="349"/>
                    </a:cubicBezTo>
                    <a:cubicBezTo>
                      <a:pt x="267" y="350"/>
                      <a:pt x="267" y="350"/>
                      <a:pt x="267" y="350"/>
                    </a:cubicBezTo>
                    <a:cubicBezTo>
                      <a:pt x="265" y="350"/>
                      <a:pt x="265" y="350"/>
                      <a:pt x="265" y="350"/>
                    </a:cubicBezTo>
                    <a:cubicBezTo>
                      <a:pt x="267" y="351"/>
                      <a:pt x="267" y="351"/>
                      <a:pt x="267" y="351"/>
                    </a:cubicBezTo>
                    <a:cubicBezTo>
                      <a:pt x="266" y="352"/>
                      <a:pt x="266" y="352"/>
                      <a:pt x="266" y="352"/>
                    </a:cubicBezTo>
                    <a:cubicBezTo>
                      <a:pt x="266" y="353"/>
                      <a:pt x="266" y="353"/>
                      <a:pt x="266" y="353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5"/>
                      <a:pt x="268" y="355"/>
                      <a:pt x="268" y="355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7" y="357"/>
                      <a:pt x="267" y="357"/>
                      <a:pt x="267" y="357"/>
                    </a:cubicBezTo>
                    <a:cubicBezTo>
                      <a:pt x="268" y="358"/>
                      <a:pt x="268" y="358"/>
                      <a:pt x="268" y="358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1" y="354"/>
                      <a:pt x="271" y="354"/>
                      <a:pt x="271" y="354"/>
                    </a:cubicBezTo>
                    <a:cubicBezTo>
                      <a:pt x="273" y="354"/>
                      <a:pt x="273" y="354"/>
                      <a:pt x="273" y="354"/>
                    </a:cubicBezTo>
                    <a:cubicBezTo>
                      <a:pt x="274" y="352"/>
                      <a:pt x="274" y="352"/>
                      <a:pt x="274" y="352"/>
                    </a:cubicBezTo>
                    <a:cubicBezTo>
                      <a:pt x="274" y="351"/>
                      <a:pt x="274" y="351"/>
                      <a:pt x="274" y="351"/>
                    </a:cubicBezTo>
                    <a:cubicBezTo>
                      <a:pt x="275" y="352"/>
                      <a:pt x="275" y="352"/>
                      <a:pt x="275" y="352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8" y="352"/>
                      <a:pt x="278" y="352"/>
                      <a:pt x="278" y="352"/>
                    </a:cubicBezTo>
                    <a:cubicBezTo>
                      <a:pt x="281" y="354"/>
                      <a:pt x="281" y="354"/>
                      <a:pt x="281" y="354"/>
                    </a:cubicBezTo>
                    <a:cubicBezTo>
                      <a:pt x="282" y="354"/>
                      <a:pt x="282" y="354"/>
                      <a:pt x="282" y="354"/>
                    </a:cubicBezTo>
                    <a:cubicBezTo>
                      <a:pt x="282" y="352"/>
                      <a:pt x="282" y="352"/>
                      <a:pt x="282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2" y="356"/>
                      <a:pt x="282" y="356"/>
                      <a:pt x="282" y="356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9"/>
                      <a:pt x="282" y="359"/>
                      <a:pt x="282" y="359"/>
                    </a:cubicBezTo>
                    <a:cubicBezTo>
                      <a:pt x="283" y="362"/>
                      <a:pt x="283" y="362"/>
                      <a:pt x="283" y="362"/>
                    </a:cubicBezTo>
                    <a:cubicBezTo>
                      <a:pt x="282" y="364"/>
                      <a:pt x="282" y="364"/>
                      <a:pt x="282" y="364"/>
                    </a:cubicBezTo>
                    <a:cubicBezTo>
                      <a:pt x="280" y="366"/>
                      <a:pt x="280" y="366"/>
                      <a:pt x="280" y="366"/>
                    </a:cubicBezTo>
                    <a:cubicBezTo>
                      <a:pt x="279" y="366"/>
                      <a:pt x="279" y="366"/>
                      <a:pt x="279" y="366"/>
                    </a:cubicBezTo>
                    <a:cubicBezTo>
                      <a:pt x="278" y="365"/>
                      <a:pt x="278" y="365"/>
                      <a:pt x="278" y="365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4" y="360"/>
                      <a:pt x="274" y="360"/>
                      <a:pt x="274" y="360"/>
                    </a:cubicBezTo>
                    <a:cubicBezTo>
                      <a:pt x="274" y="357"/>
                      <a:pt x="274" y="357"/>
                      <a:pt x="274" y="357"/>
                    </a:cubicBezTo>
                    <a:cubicBezTo>
                      <a:pt x="272" y="357"/>
                      <a:pt x="272" y="357"/>
                      <a:pt x="272" y="357"/>
                    </a:cubicBezTo>
                    <a:cubicBezTo>
                      <a:pt x="271" y="359"/>
                      <a:pt x="271" y="359"/>
                      <a:pt x="271" y="359"/>
                    </a:cubicBezTo>
                    <a:cubicBezTo>
                      <a:pt x="269" y="359"/>
                      <a:pt x="269" y="359"/>
                      <a:pt x="269" y="359"/>
                    </a:cubicBezTo>
                    <a:cubicBezTo>
                      <a:pt x="268" y="360"/>
                      <a:pt x="268" y="360"/>
                      <a:pt x="268" y="360"/>
                    </a:cubicBezTo>
                    <a:cubicBezTo>
                      <a:pt x="267" y="360"/>
                      <a:pt x="267" y="360"/>
                      <a:pt x="267" y="360"/>
                    </a:cubicBezTo>
                    <a:cubicBezTo>
                      <a:pt x="265" y="362"/>
                      <a:pt x="265" y="362"/>
                      <a:pt x="265" y="362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6"/>
                      <a:pt x="265" y="366"/>
                      <a:pt x="265" y="366"/>
                    </a:cubicBezTo>
                    <a:cubicBezTo>
                      <a:pt x="263" y="368"/>
                      <a:pt x="263" y="368"/>
                      <a:pt x="263" y="368"/>
                    </a:cubicBezTo>
                    <a:cubicBezTo>
                      <a:pt x="263" y="370"/>
                      <a:pt x="263" y="370"/>
                      <a:pt x="263" y="370"/>
                    </a:cubicBezTo>
                    <a:cubicBezTo>
                      <a:pt x="263" y="371"/>
                      <a:pt x="263" y="371"/>
                      <a:pt x="263" y="371"/>
                    </a:cubicBezTo>
                    <a:cubicBezTo>
                      <a:pt x="262" y="372"/>
                      <a:pt x="262" y="372"/>
                      <a:pt x="262" y="372"/>
                    </a:cubicBezTo>
                    <a:cubicBezTo>
                      <a:pt x="263" y="376"/>
                      <a:pt x="263" y="376"/>
                      <a:pt x="263" y="376"/>
                    </a:cubicBezTo>
                    <a:cubicBezTo>
                      <a:pt x="263" y="377"/>
                      <a:pt x="263" y="377"/>
                      <a:pt x="263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80"/>
                      <a:pt x="264" y="380"/>
                      <a:pt x="264" y="380"/>
                    </a:cubicBezTo>
                    <a:cubicBezTo>
                      <a:pt x="263" y="382"/>
                      <a:pt x="263" y="382"/>
                      <a:pt x="263" y="382"/>
                    </a:cubicBezTo>
                    <a:cubicBezTo>
                      <a:pt x="264" y="382"/>
                      <a:pt x="264" y="382"/>
                      <a:pt x="264" y="382"/>
                    </a:cubicBezTo>
                    <a:cubicBezTo>
                      <a:pt x="267" y="382"/>
                      <a:pt x="267" y="382"/>
                      <a:pt x="267" y="382"/>
                    </a:cubicBezTo>
                    <a:cubicBezTo>
                      <a:pt x="269" y="384"/>
                      <a:pt x="269" y="384"/>
                      <a:pt x="269" y="384"/>
                    </a:cubicBezTo>
                    <a:cubicBezTo>
                      <a:pt x="271" y="385"/>
                      <a:pt x="271" y="385"/>
                      <a:pt x="271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7"/>
                      <a:pt x="274" y="387"/>
                      <a:pt x="274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5" y="388"/>
                      <a:pt x="275" y="388"/>
                      <a:pt x="275" y="388"/>
                    </a:cubicBezTo>
                    <a:cubicBezTo>
                      <a:pt x="275" y="390"/>
                      <a:pt x="275" y="390"/>
                      <a:pt x="275" y="390"/>
                    </a:cubicBezTo>
                    <a:cubicBezTo>
                      <a:pt x="268" y="391"/>
                      <a:pt x="268" y="391"/>
                      <a:pt x="268" y="391"/>
                    </a:cubicBezTo>
                    <a:cubicBezTo>
                      <a:pt x="258" y="391"/>
                      <a:pt x="258" y="391"/>
                      <a:pt x="258" y="391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8" y="390"/>
                      <a:pt x="258" y="390"/>
                      <a:pt x="258" y="390"/>
                    </a:cubicBezTo>
                    <a:cubicBezTo>
                      <a:pt x="255" y="390"/>
                      <a:pt x="255" y="390"/>
                      <a:pt x="255" y="390"/>
                    </a:cubicBezTo>
                    <a:cubicBezTo>
                      <a:pt x="254" y="392"/>
                      <a:pt x="254" y="392"/>
                      <a:pt x="254" y="392"/>
                    </a:cubicBezTo>
                    <a:cubicBezTo>
                      <a:pt x="251" y="393"/>
                      <a:pt x="251" y="393"/>
                      <a:pt x="251" y="393"/>
                    </a:cubicBezTo>
                    <a:cubicBezTo>
                      <a:pt x="249" y="392"/>
                      <a:pt x="249" y="392"/>
                      <a:pt x="249" y="392"/>
                    </a:cubicBezTo>
                    <a:cubicBezTo>
                      <a:pt x="248" y="391"/>
                      <a:pt x="248" y="391"/>
                      <a:pt x="248" y="391"/>
                    </a:cubicBezTo>
                    <a:cubicBezTo>
                      <a:pt x="248" y="390"/>
                      <a:pt x="248" y="390"/>
                      <a:pt x="248" y="390"/>
                    </a:cubicBezTo>
                    <a:cubicBezTo>
                      <a:pt x="249" y="390"/>
                      <a:pt x="249" y="390"/>
                      <a:pt x="249" y="390"/>
                    </a:cubicBezTo>
                    <a:cubicBezTo>
                      <a:pt x="251" y="391"/>
                      <a:pt x="251" y="391"/>
                      <a:pt x="251" y="391"/>
                    </a:cubicBezTo>
                    <a:cubicBezTo>
                      <a:pt x="251" y="389"/>
                      <a:pt x="251" y="389"/>
                      <a:pt x="251" y="389"/>
                    </a:cubicBezTo>
                    <a:cubicBezTo>
                      <a:pt x="248" y="388"/>
                      <a:pt x="248" y="388"/>
                      <a:pt x="248" y="388"/>
                    </a:cubicBezTo>
                    <a:cubicBezTo>
                      <a:pt x="245" y="387"/>
                      <a:pt x="245" y="387"/>
                      <a:pt x="245" y="387"/>
                    </a:cubicBezTo>
                    <a:cubicBezTo>
                      <a:pt x="242" y="389"/>
                      <a:pt x="242" y="389"/>
                      <a:pt x="242" y="389"/>
                    </a:cubicBezTo>
                    <a:cubicBezTo>
                      <a:pt x="239" y="389"/>
                      <a:pt x="239" y="389"/>
                      <a:pt x="239" y="389"/>
                    </a:cubicBezTo>
                    <a:cubicBezTo>
                      <a:pt x="237" y="390"/>
                      <a:pt x="237" y="390"/>
                      <a:pt x="237" y="390"/>
                    </a:cubicBezTo>
                    <a:cubicBezTo>
                      <a:pt x="236" y="391"/>
                      <a:pt x="236" y="391"/>
                      <a:pt x="236" y="391"/>
                    </a:cubicBezTo>
                    <a:cubicBezTo>
                      <a:pt x="234" y="391"/>
                      <a:pt x="234" y="391"/>
                      <a:pt x="234" y="391"/>
                    </a:cubicBezTo>
                    <a:cubicBezTo>
                      <a:pt x="232" y="393"/>
                      <a:pt x="232" y="393"/>
                      <a:pt x="232" y="393"/>
                    </a:cubicBezTo>
                    <a:cubicBezTo>
                      <a:pt x="232" y="394"/>
                      <a:pt x="232" y="394"/>
                      <a:pt x="232" y="394"/>
                    </a:cubicBezTo>
                    <a:cubicBezTo>
                      <a:pt x="230" y="394"/>
                      <a:pt x="230" y="394"/>
                      <a:pt x="230" y="394"/>
                    </a:cubicBezTo>
                    <a:cubicBezTo>
                      <a:pt x="227" y="396"/>
                      <a:pt x="227" y="396"/>
                      <a:pt x="227" y="396"/>
                    </a:cubicBezTo>
                    <a:cubicBezTo>
                      <a:pt x="224" y="396"/>
                      <a:pt x="224" y="396"/>
                      <a:pt x="224" y="396"/>
                    </a:cubicBezTo>
                    <a:cubicBezTo>
                      <a:pt x="223" y="398"/>
                      <a:pt x="223" y="398"/>
                      <a:pt x="223" y="398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1"/>
                      <a:pt x="222" y="401"/>
                      <a:pt x="222" y="401"/>
                    </a:cubicBezTo>
                    <a:cubicBezTo>
                      <a:pt x="221" y="401"/>
                      <a:pt x="221" y="401"/>
                      <a:pt x="221" y="401"/>
                    </a:cubicBezTo>
                    <a:cubicBezTo>
                      <a:pt x="220" y="400"/>
                      <a:pt x="220" y="400"/>
                      <a:pt x="220" y="400"/>
                    </a:cubicBezTo>
                    <a:cubicBezTo>
                      <a:pt x="218" y="400"/>
                      <a:pt x="218" y="400"/>
                      <a:pt x="218" y="400"/>
                    </a:cubicBezTo>
                    <a:cubicBezTo>
                      <a:pt x="218" y="399"/>
                      <a:pt x="218" y="399"/>
                      <a:pt x="218" y="399"/>
                    </a:cubicBezTo>
                    <a:cubicBezTo>
                      <a:pt x="218" y="398"/>
                      <a:pt x="218" y="398"/>
                      <a:pt x="218" y="398"/>
                    </a:cubicBezTo>
                    <a:cubicBezTo>
                      <a:pt x="217" y="396"/>
                      <a:pt x="217" y="396"/>
                      <a:pt x="217" y="396"/>
                    </a:cubicBezTo>
                    <a:cubicBezTo>
                      <a:pt x="215" y="397"/>
                      <a:pt x="215" y="397"/>
                      <a:pt x="215" y="397"/>
                    </a:cubicBezTo>
                    <a:cubicBezTo>
                      <a:pt x="214" y="396"/>
                      <a:pt x="214" y="396"/>
                      <a:pt x="214" y="396"/>
                    </a:cubicBezTo>
                    <a:cubicBezTo>
                      <a:pt x="215" y="395"/>
                      <a:pt x="215" y="395"/>
                      <a:pt x="215" y="395"/>
                    </a:cubicBezTo>
                    <a:cubicBezTo>
                      <a:pt x="216" y="395"/>
                      <a:pt x="216" y="395"/>
                      <a:pt x="216" y="395"/>
                    </a:cubicBezTo>
                    <a:cubicBezTo>
                      <a:pt x="216" y="393"/>
                      <a:pt x="216" y="393"/>
                      <a:pt x="216" y="393"/>
                    </a:cubicBezTo>
                    <a:cubicBezTo>
                      <a:pt x="216" y="392"/>
                      <a:pt x="216" y="392"/>
                      <a:pt x="216" y="392"/>
                    </a:cubicBezTo>
                    <a:cubicBezTo>
                      <a:pt x="216" y="391"/>
                      <a:pt x="216" y="391"/>
                      <a:pt x="216" y="391"/>
                    </a:cubicBezTo>
                    <a:cubicBezTo>
                      <a:pt x="214" y="390"/>
                      <a:pt x="214" y="390"/>
                      <a:pt x="214" y="390"/>
                    </a:cubicBezTo>
                    <a:cubicBezTo>
                      <a:pt x="214" y="391"/>
                      <a:pt x="214" y="391"/>
                      <a:pt x="214" y="391"/>
                    </a:cubicBezTo>
                    <a:cubicBezTo>
                      <a:pt x="213" y="390"/>
                      <a:pt x="213" y="390"/>
                      <a:pt x="213" y="390"/>
                    </a:cubicBezTo>
                    <a:cubicBezTo>
                      <a:pt x="211" y="391"/>
                      <a:pt x="211" y="391"/>
                      <a:pt x="211" y="391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1" y="393"/>
                      <a:pt x="211" y="393"/>
                      <a:pt x="211" y="393"/>
                    </a:cubicBezTo>
                    <a:cubicBezTo>
                      <a:pt x="208" y="393"/>
                      <a:pt x="208" y="393"/>
                      <a:pt x="208" y="393"/>
                    </a:cubicBezTo>
                    <a:cubicBezTo>
                      <a:pt x="207" y="393"/>
                      <a:pt x="207" y="393"/>
                      <a:pt x="207" y="393"/>
                    </a:cubicBezTo>
                    <a:cubicBezTo>
                      <a:pt x="207" y="394"/>
                      <a:pt x="207" y="394"/>
                      <a:pt x="207" y="394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3" y="396"/>
                      <a:pt x="203" y="396"/>
                      <a:pt x="203" y="396"/>
                    </a:cubicBezTo>
                    <a:cubicBezTo>
                      <a:pt x="201" y="397"/>
                      <a:pt x="201" y="397"/>
                      <a:pt x="201" y="397"/>
                    </a:cubicBezTo>
                    <a:cubicBezTo>
                      <a:pt x="201" y="398"/>
                      <a:pt x="201" y="398"/>
                      <a:pt x="201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198" y="397"/>
                      <a:pt x="198" y="397"/>
                      <a:pt x="198" y="397"/>
                    </a:cubicBezTo>
                    <a:cubicBezTo>
                      <a:pt x="200" y="396"/>
                      <a:pt x="200" y="396"/>
                      <a:pt x="200" y="396"/>
                    </a:cubicBezTo>
                    <a:cubicBezTo>
                      <a:pt x="199" y="394"/>
                      <a:pt x="199" y="394"/>
                      <a:pt x="199" y="394"/>
                    </a:cubicBezTo>
                    <a:cubicBezTo>
                      <a:pt x="198" y="394"/>
                      <a:pt x="198" y="394"/>
                      <a:pt x="198" y="394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5" y="394"/>
                      <a:pt x="195" y="394"/>
                      <a:pt x="195" y="394"/>
                    </a:cubicBezTo>
                    <a:cubicBezTo>
                      <a:pt x="194" y="393"/>
                      <a:pt x="194" y="393"/>
                      <a:pt x="194" y="393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2" y="395"/>
                      <a:pt x="192" y="395"/>
                      <a:pt x="192" y="395"/>
                    </a:cubicBezTo>
                    <a:cubicBezTo>
                      <a:pt x="192" y="394"/>
                      <a:pt x="192" y="394"/>
                      <a:pt x="192" y="394"/>
                    </a:cubicBezTo>
                    <a:cubicBezTo>
                      <a:pt x="191" y="394"/>
                      <a:pt x="191" y="394"/>
                      <a:pt x="191" y="394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2" y="390"/>
                      <a:pt x="192" y="390"/>
                      <a:pt x="192" y="390"/>
                    </a:cubicBezTo>
                    <a:cubicBezTo>
                      <a:pt x="190" y="390"/>
                      <a:pt x="190" y="390"/>
                      <a:pt x="190" y="390"/>
                    </a:cubicBezTo>
                    <a:cubicBezTo>
                      <a:pt x="189" y="389"/>
                      <a:pt x="189" y="389"/>
                      <a:pt x="189" y="389"/>
                    </a:cubicBezTo>
                    <a:cubicBezTo>
                      <a:pt x="190" y="388"/>
                      <a:pt x="190" y="388"/>
                      <a:pt x="190" y="388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9" y="386"/>
                      <a:pt x="189" y="386"/>
                      <a:pt x="189" y="386"/>
                    </a:cubicBezTo>
                    <a:cubicBezTo>
                      <a:pt x="189" y="384"/>
                      <a:pt x="189" y="384"/>
                      <a:pt x="189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9" y="383"/>
                      <a:pt x="189" y="383"/>
                      <a:pt x="189" y="383"/>
                    </a:cubicBezTo>
                    <a:cubicBezTo>
                      <a:pt x="189" y="385"/>
                      <a:pt x="189" y="385"/>
                      <a:pt x="189" y="385"/>
                    </a:cubicBezTo>
                    <a:cubicBezTo>
                      <a:pt x="190" y="386"/>
                      <a:pt x="190" y="386"/>
                      <a:pt x="190" y="386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4" y="391"/>
                      <a:pt x="194" y="391"/>
                      <a:pt x="194" y="391"/>
                    </a:cubicBezTo>
                    <a:cubicBezTo>
                      <a:pt x="195" y="390"/>
                      <a:pt x="195" y="390"/>
                      <a:pt x="195" y="390"/>
                    </a:cubicBezTo>
                    <a:cubicBezTo>
                      <a:pt x="196" y="391"/>
                      <a:pt x="196" y="391"/>
                      <a:pt x="196" y="391"/>
                    </a:cubicBezTo>
                    <a:cubicBezTo>
                      <a:pt x="197" y="390"/>
                      <a:pt x="197" y="390"/>
                      <a:pt x="197" y="390"/>
                    </a:cubicBezTo>
                    <a:cubicBezTo>
                      <a:pt x="198" y="392"/>
                      <a:pt x="198" y="392"/>
                      <a:pt x="198" y="392"/>
                    </a:cubicBezTo>
                    <a:cubicBezTo>
                      <a:pt x="200" y="392"/>
                      <a:pt x="200" y="392"/>
                      <a:pt x="200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5" y="393"/>
                      <a:pt x="205" y="393"/>
                      <a:pt x="205" y="393"/>
                    </a:cubicBezTo>
                    <a:cubicBezTo>
                      <a:pt x="205" y="391"/>
                      <a:pt x="205" y="391"/>
                      <a:pt x="205" y="391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6" y="389"/>
                      <a:pt x="206" y="389"/>
                      <a:pt x="206" y="389"/>
                    </a:cubicBezTo>
                    <a:cubicBezTo>
                      <a:pt x="208" y="388"/>
                      <a:pt x="208" y="388"/>
                      <a:pt x="208" y="388"/>
                    </a:cubicBezTo>
                    <a:cubicBezTo>
                      <a:pt x="207" y="386"/>
                      <a:pt x="207" y="386"/>
                      <a:pt x="207" y="386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6" y="386"/>
                      <a:pt x="206" y="386"/>
                      <a:pt x="206" y="386"/>
                    </a:cubicBezTo>
                    <a:cubicBezTo>
                      <a:pt x="208" y="385"/>
                      <a:pt x="208" y="385"/>
                      <a:pt x="208" y="385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6" y="383"/>
                      <a:pt x="206" y="383"/>
                      <a:pt x="206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9" y="384"/>
                      <a:pt x="209" y="384"/>
                      <a:pt x="209" y="384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10" y="384"/>
                      <a:pt x="210" y="384"/>
                      <a:pt x="210" y="384"/>
                    </a:cubicBezTo>
                    <a:cubicBezTo>
                      <a:pt x="212" y="384"/>
                      <a:pt x="212" y="384"/>
                      <a:pt x="212" y="384"/>
                    </a:cubicBezTo>
                    <a:cubicBezTo>
                      <a:pt x="216" y="383"/>
                      <a:pt x="216" y="383"/>
                      <a:pt x="216" y="383"/>
                    </a:cubicBezTo>
                    <a:cubicBezTo>
                      <a:pt x="218" y="384"/>
                      <a:pt x="218" y="384"/>
                      <a:pt x="218" y="384"/>
                    </a:cubicBezTo>
                    <a:cubicBezTo>
                      <a:pt x="220" y="382"/>
                      <a:pt x="220" y="382"/>
                      <a:pt x="220" y="382"/>
                    </a:cubicBezTo>
                    <a:cubicBezTo>
                      <a:pt x="220" y="381"/>
                      <a:pt x="220" y="381"/>
                      <a:pt x="220" y="381"/>
                    </a:cubicBezTo>
                    <a:cubicBezTo>
                      <a:pt x="219" y="380"/>
                      <a:pt x="219" y="380"/>
                      <a:pt x="219" y="380"/>
                    </a:cubicBezTo>
                    <a:cubicBezTo>
                      <a:pt x="220" y="378"/>
                      <a:pt x="220" y="378"/>
                      <a:pt x="220" y="378"/>
                    </a:cubicBezTo>
                    <a:cubicBezTo>
                      <a:pt x="222" y="378"/>
                      <a:pt x="222" y="378"/>
                      <a:pt x="222" y="378"/>
                    </a:cubicBezTo>
                    <a:cubicBezTo>
                      <a:pt x="222" y="377"/>
                      <a:pt x="222" y="377"/>
                      <a:pt x="222" y="377"/>
                    </a:cubicBezTo>
                    <a:cubicBezTo>
                      <a:pt x="225" y="377"/>
                      <a:pt x="225" y="377"/>
                      <a:pt x="225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8" y="377"/>
                      <a:pt x="228" y="377"/>
                      <a:pt x="228" y="377"/>
                    </a:cubicBezTo>
                    <a:cubicBezTo>
                      <a:pt x="229" y="378"/>
                      <a:pt x="229" y="378"/>
                      <a:pt x="229" y="378"/>
                    </a:cubicBezTo>
                    <a:cubicBezTo>
                      <a:pt x="231" y="376"/>
                      <a:pt x="231" y="376"/>
                      <a:pt x="231" y="376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2"/>
                      <a:pt x="233" y="372"/>
                      <a:pt x="233" y="372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5"/>
                      <a:pt x="233" y="375"/>
                      <a:pt x="233" y="375"/>
                    </a:cubicBezTo>
                    <a:cubicBezTo>
                      <a:pt x="233" y="376"/>
                      <a:pt x="233" y="376"/>
                      <a:pt x="233" y="376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6" y="373"/>
                      <a:pt x="236" y="373"/>
                      <a:pt x="236" y="373"/>
                    </a:cubicBezTo>
                    <a:cubicBezTo>
                      <a:pt x="236" y="370"/>
                      <a:pt x="236" y="370"/>
                      <a:pt x="236" y="370"/>
                    </a:cubicBezTo>
                    <a:cubicBezTo>
                      <a:pt x="237" y="368"/>
                      <a:pt x="237" y="368"/>
                      <a:pt x="237" y="368"/>
                    </a:cubicBezTo>
                    <a:cubicBezTo>
                      <a:pt x="237" y="365"/>
                      <a:pt x="237" y="365"/>
                      <a:pt x="237" y="365"/>
                    </a:cubicBezTo>
                    <a:cubicBezTo>
                      <a:pt x="235" y="364"/>
                      <a:pt x="235" y="364"/>
                      <a:pt x="235" y="364"/>
                    </a:cubicBezTo>
                    <a:cubicBezTo>
                      <a:pt x="234" y="366"/>
                      <a:pt x="234" y="366"/>
                      <a:pt x="234" y="366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68"/>
                      <a:pt x="233" y="368"/>
                      <a:pt x="233" y="368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33" y="364"/>
                      <a:pt x="233" y="364"/>
                      <a:pt x="233" y="364"/>
                    </a:cubicBezTo>
                    <a:cubicBezTo>
                      <a:pt x="234" y="363"/>
                      <a:pt x="234" y="363"/>
                      <a:pt x="234" y="363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4" y="360"/>
                      <a:pt x="234" y="360"/>
                      <a:pt x="234" y="360"/>
                    </a:cubicBezTo>
                    <a:cubicBezTo>
                      <a:pt x="233" y="359"/>
                      <a:pt x="233" y="359"/>
                      <a:pt x="233" y="359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6" y="357"/>
                      <a:pt x="236" y="357"/>
                      <a:pt x="236" y="357"/>
                    </a:cubicBezTo>
                    <a:cubicBezTo>
                      <a:pt x="234" y="355"/>
                      <a:pt x="234" y="355"/>
                      <a:pt x="234" y="355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3"/>
                      <a:pt x="235" y="353"/>
                      <a:pt x="235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4" y="350"/>
                      <a:pt x="234" y="350"/>
                      <a:pt x="234" y="350"/>
                    </a:cubicBezTo>
                    <a:cubicBezTo>
                      <a:pt x="235" y="349"/>
                      <a:pt x="235" y="349"/>
                      <a:pt x="235" y="349"/>
                    </a:cubicBezTo>
                    <a:cubicBezTo>
                      <a:pt x="236" y="350"/>
                      <a:pt x="236" y="350"/>
                      <a:pt x="236" y="350"/>
                    </a:cubicBezTo>
                    <a:cubicBezTo>
                      <a:pt x="237" y="348"/>
                      <a:pt x="237" y="348"/>
                      <a:pt x="237" y="348"/>
                    </a:cubicBezTo>
                    <a:cubicBezTo>
                      <a:pt x="237" y="347"/>
                      <a:pt x="237" y="347"/>
                      <a:pt x="237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40" y="347"/>
                      <a:pt x="240" y="347"/>
                      <a:pt x="240" y="347"/>
                    </a:cubicBezTo>
                    <a:cubicBezTo>
                      <a:pt x="241" y="345"/>
                      <a:pt x="241" y="345"/>
                      <a:pt x="241" y="345"/>
                    </a:cubicBezTo>
                    <a:cubicBezTo>
                      <a:pt x="242" y="345"/>
                      <a:pt x="242" y="345"/>
                      <a:pt x="242" y="345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4" y="344"/>
                      <a:pt x="244" y="344"/>
                      <a:pt x="244" y="344"/>
                    </a:cubicBezTo>
                    <a:cubicBezTo>
                      <a:pt x="244" y="342"/>
                      <a:pt x="244" y="342"/>
                      <a:pt x="244" y="342"/>
                    </a:cubicBezTo>
                    <a:cubicBezTo>
                      <a:pt x="246" y="340"/>
                      <a:pt x="246" y="340"/>
                      <a:pt x="246" y="340"/>
                    </a:cubicBezTo>
                    <a:cubicBezTo>
                      <a:pt x="246" y="338"/>
                      <a:pt x="246" y="338"/>
                      <a:pt x="246" y="338"/>
                    </a:cubicBezTo>
                    <a:cubicBezTo>
                      <a:pt x="244" y="338"/>
                      <a:pt x="244" y="338"/>
                      <a:pt x="244" y="338"/>
                    </a:cubicBezTo>
                    <a:cubicBezTo>
                      <a:pt x="245" y="337"/>
                      <a:pt x="245" y="337"/>
                      <a:pt x="245" y="337"/>
                    </a:cubicBezTo>
                    <a:cubicBezTo>
                      <a:pt x="246" y="334"/>
                      <a:pt x="246" y="334"/>
                      <a:pt x="246" y="334"/>
                    </a:cubicBezTo>
                    <a:cubicBezTo>
                      <a:pt x="245" y="333"/>
                      <a:pt x="245" y="333"/>
                      <a:pt x="245" y="333"/>
                    </a:cubicBezTo>
                    <a:cubicBezTo>
                      <a:pt x="245" y="332"/>
                      <a:pt x="245" y="332"/>
                      <a:pt x="245" y="332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0"/>
                      <a:pt x="243" y="330"/>
                      <a:pt x="243" y="330"/>
                    </a:cubicBezTo>
                    <a:cubicBezTo>
                      <a:pt x="240" y="328"/>
                      <a:pt x="240" y="328"/>
                      <a:pt x="240" y="328"/>
                    </a:cubicBezTo>
                    <a:cubicBezTo>
                      <a:pt x="240" y="326"/>
                      <a:pt x="240" y="326"/>
                      <a:pt x="240" y="326"/>
                    </a:cubicBezTo>
                    <a:cubicBezTo>
                      <a:pt x="238" y="325"/>
                      <a:pt x="238" y="325"/>
                      <a:pt x="238" y="325"/>
                    </a:cubicBezTo>
                    <a:cubicBezTo>
                      <a:pt x="237" y="326"/>
                      <a:pt x="237" y="326"/>
                      <a:pt x="237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6" y="326"/>
                      <a:pt x="236" y="326"/>
                      <a:pt x="236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5" y="325"/>
                      <a:pt x="235" y="325"/>
                      <a:pt x="235" y="325"/>
                    </a:cubicBezTo>
                    <a:cubicBezTo>
                      <a:pt x="234" y="324"/>
                      <a:pt x="234" y="324"/>
                      <a:pt x="234" y="324"/>
                    </a:cubicBezTo>
                    <a:cubicBezTo>
                      <a:pt x="234" y="323"/>
                      <a:pt x="234" y="323"/>
                      <a:pt x="234" y="323"/>
                    </a:cubicBezTo>
                    <a:cubicBezTo>
                      <a:pt x="235" y="322"/>
                      <a:pt x="235" y="322"/>
                      <a:pt x="235" y="322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19"/>
                      <a:pt x="234" y="319"/>
                      <a:pt x="234" y="319"/>
                    </a:cubicBezTo>
                    <a:cubicBezTo>
                      <a:pt x="234" y="318"/>
                      <a:pt x="234" y="318"/>
                      <a:pt x="234" y="318"/>
                    </a:cubicBezTo>
                    <a:cubicBezTo>
                      <a:pt x="234" y="317"/>
                      <a:pt x="234" y="317"/>
                      <a:pt x="234" y="317"/>
                    </a:cubicBezTo>
                    <a:cubicBezTo>
                      <a:pt x="234" y="316"/>
                      <a:pt x="234" y="316"/>
                      <a:pt x="234" y="316"/>
                    </a:cubicBezTo>
                    <a:cubicBezTo>
                      <a:pt x="235" y="317"/>
                      <a:pt x="235" y="317"/>
                      <a:pt x="235" y="317"/>
                    </a:cubicBezTo>
                    <a:cubicBezTo>
                      <a:pt x="235" y="314"/>
                      <a:pt x="235" y="314"/>
                      <a:pt x="235" y="314"/>
                    </a:cubicBezTo>
                    <a:cubicBezTo>
                      <a:pt x="234" y="313"/>
                      <a:pt x="234" y="313"/>
                      <a:pt x="234" y="313"/>
                    </a:cubicBezTo>
                    <a:cubicBezTo>
                      <a:pt x="235" y="311"/>
                      <a:pt x="235" y="311"/>
                      <a:pt x="235" y="311"/>
                    </a:cubicBezTo>
                    <a:cubicBezTo>
                      <a:pt x="234" y="309"/>
                      <a:pt x="234" y="309"/>
                      <a:pt x="234" y="309"/>
                    </a:cubicBezTo>
                    <a:cubicBezTo>
                      <a:pt x="235" y="309"/>
                      <a:pt x="235" y="309"/>
                      <a:pt x="235" y="309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6" y="305"/>
                      <a:pt x="236" y="305"/>
                      <a:pt x="236" y="305"/>
                    </a:cubicBezTo>
                    <a:cubicBezTo>
                      <a:pt x="237" y="303"/>
                      <a:pt x="237" y="303"/>
                      <a:pt x="237" y="303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8" y="302"/>
                      <a:pt x="238" y="302"/>
                      <a:pt x="238" y="302"/>
                    </a:cubicBezTo>
                    <a:cubicBezTo>
                      <a:pt x="240" y="300"/>
                      <a:pt x="240" y="300"/>
                      <a:pt x="240" y="300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7"/>
                      <a:pt x="240" y="297"/>
                      <a:pt x="240" y="297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3" y="296"/>
                      <a:pt x="243" y="296"/>
                      <a:pt x="243" y="296"/>
                    </a:cubicBezTo>
                    <a:cubicBezTo>
                      <a:pt x="243" y="297"/>
                      <a:pt x="243" y="297"/>
                      <a:pt x="243" y="297"/>
                    </a:cubicBezTo>
                    <a:cubicBezTo>
                      <a:pt x="245" y="296"/>
                      <a:pt x="245" y="296"/>
                      <a:pt x="245" y="296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293"/>
                      <a:pt x="245" y="293"/>
                      <a:pt x="245" y="293"/>
                    </a:cubicBezTo>
                    <a:cubicBezTo>
                      <a:pt x="246" y="293"/>
                      <a:pt x="246" y="293"/>
                      <a:pt x="246" y="293"/>
                    </a:cubicBezTo>
                    <a:cubicBezTo>
                      <a:pt x="246" y="294"/>
                      <a:pt x="246" y="294"/>
                      <a:pt x="246" y="294"/>
                    </a:cubicBezTo>
                    <a:cubicBezTo>
                      <a:pt x="248" y="294"/>
                      <a:pt x="248" y="294"/>
                      <a:pt x="248" y="294"/>
                    </a:cubicBezTo>
                    <a:cubicBezTo>
                      <a:pt x="248" y="292"/>
                      <a:pt x="248" y="292"/>
                      <a:pt x="248" y="292"/>
                    </a:cubicBezTo>
                    <a:cubicBezTo>
                      <a:pt x="251" y="291"/>
                      <a:pt x="251" y="291"/>
                      <a:pt x="251" y="291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2" y="288"/>
                      <a:pt x="252" y="288"/>
                      <a:pt x="252" y="288"/>
                    </a:cubicBezTo>
                    <a:cubicBezTo>
                      <a:pt x="253" y="289"/>
                      <a:pt x="253" y="289"/>
                      <a:pt x="253" y="289"/>
                    </a:cubicBezTo>
                    <a:cubicBezTo>
                      <a:pt x="255" y="286"/>
                      <a:pt x="255" y="286"/>
                      <a:pt x="255" y="286"/>
                    </a:cubicBezTo>
                    <a:cubicBezTo>
                      <a:pt x="255" y="283"/>
                      <a:pt x="255" y="283"/>
                      <a:pt x="255" y="283"/>
                    </a:cubicBezTo>
                    <a:cubicBezTo>
                      <a:pt x="255" y="282"/>
                      <a:pt x="255" y="282"/>
                      <a:pt x="255" y="282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9" y="279"/>
                      <a:pt x="259" y="279"/>
                      <a:pt x="259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9"/>
                      <a:pt x="256" y="279"/>
                      <a:pt x="256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7"/>
                      <a:pt x="256" y="277"/>
                      <a:pt x="256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6" y="276"/>
                      <a:pt x="256" y="276"/>
                      <a:pt x="256" y="276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73"/>
                      <a:pt x="256" y="273"/>
                      <a:pt x="256" y="273"/>
                    </a:cubicBezTo>
                    <a:cubicBezTo>
                      <a:pt x="257" y="272"/>
                      <a:pt x="257" y="272"/>
                      <a:pt x="257" y="272"/>
                    </a:cubicBezTo>
                    <a:cubicBezTo>
                      <a:pt x="256" y="271"/>
                      <a:pt x="256" y="271"/>
                      <a:pt x="256" y="271"/>
                    </a:cubicBezTo>
                    <a:cubicBezTo>
                      <a:pt x="257" y="270"/>
                      <a:pt x="257" y="270"/>
                      <a:pt x="257" y="270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6" y="268"/>
                      <a:pt x="256" y="268"/>
                      <a:pt x="256" y="268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9" y="267"/>
                      <a:pt x="259" y="267"/>
                      <a:pt x="259" y="267"/>
                    </a:cubicBezTo>
                    <a:cubicBezTo>
                      <a:pt x="258" y="266"/>
                      <a:pt x="258" y="266"/>
                      <a:pt x="258" y="266"/>
                    </a:cubicBezTo>
                    <a:cubicBezTo>
                      <a:pt x="260" y="266"/>
                      <a:pt x="260" y="266"/>
                      <a:pt x="260" y="266"/>
                    </a:cubicBezTo>
                    <a:cubicBezTo>
                      <a:pt x="260" y="264"/>
                      <a:pt x="260" y="264"/>
                      <a:pt x="260" y="264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3" y="263"/>
                      <a:pt x="263" y="263"/>
                      <a:pt x="263" y="263"/>
                    </a:cubicBezTo>
                    <a:cubicBezTo>
                      <a:pt x="263" y="264"/>
                      <a:pt x="263" y="264"/>
                      <a:pt x="263" y="264"/>
                    </a:cubicBezTo>
                    <a:cubicBezTo>
                      <a:pt x="265" y="265"/>
                      <a:pt x="265" y="265"/>
                      <a:pt x="265" y="265"/>
                    </a:cubicBezTo>
                    <a:cubicBezTo>
                      <a:pt x="265" y="264"/>
                      <a:pt x="265" y="264"/>
                      <a:pt x="265" y="264"/>
                    </a:cubicBezTo>
                    <a:cubicBezTo>
                      <a:pt x="266" y="264"/>
                      <a:pt x="266" y="264"/>
                      <a:pt x="266" y="264"/>
                    </a:cubicBezTo>
                    <a:cubicBezTo>
                      <a:pt x="268" y="263"/>
                      <a:pt x="268" y="263"/>
                      <a:pt x="268" y="263"/>
                    </a:cubicBezTo>
                    <a:cubicBezTo>
                      <a:pt x="269" y="264"/>
                      <a:pt x="269" y="264"/>
                      <a:pt x="269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74" y="265"/>
                      <a:pt x="274" y="265"/>
                      <a:pt x="274" y="265"/>
                    </a:cubicBezTo>
                    <a:cubicBezTo>
                      <a:pt x="277" y="265"/>
                      <a:pt x="277" y="265"/>
                      <a:pt x="277" y="265"/>
                    </a:cubicBezTo>
                    <a:cubicBezTo>
                      <a:pt x="278" y="266"/>
                      <a:pt x="278" y="266"/>
                      <a:pt x="278" y="266"/>
                    </a:cubicBezTo>
                    <a:cubicBezTo>
                      <a:pt x="277" y="267"/>
                      <a:pt x="277" y="267"/>
                      <a:pt x="277" y="267"/>
                    </a:cubicBezTo>
                    <a:cubicBezTo>
                      <a:pt x="278" y="268"/>
                      <a:pt x="278" y="268"/>
                      <a:pt x="278" y="268"/>
                    </a:cubicBezTo>
                    <a:cubicBezTo>
                      <a:pt x="279" y="270"/>
                      <a:pt x="279" y="270"/>
                      <a:pt x="279" y="270"/>
                    </a:cubicBezTo>
                    <a:cubicBezTo>
                      <a:pt x="278" y="270"/>
                      <a:pt x="278" y="270"/>
                      <a:pt x="278" y="270"/>
                    </a:cubicBezTo>
                    <a:cubicBezTo>
                      <a:pt x="276" y="270"/>
                      <a:pt x="276" y="270"/>
                      <a:pt x="276" y="270"/>
                    </a:cubicBezTo>
                    <a:cubicBezTo>
                      <a:pt x="274" y="271"/>
                      <a:pt x="274" y="271"/>
                      <a:pt x="274" y="271"/>
                    </a:cubicBezTo>
                    <a:cubicBezTo>
                      <a:pt x="275" y="273"/>
                      <a:pt x="275" y="273"/>
                      <a:pt x="275" y="273"/>
                    </a:cubicBezTo>
                    <a:cubicBezTo>
                      <a:pt x="276" y="273"/>
                      <a:pt x="276" y="273"/>
                      <a:pt x="276" y="273"/>
                    </a:cubicBezTo>
                    <a:cubicBezTo>
                      <a:pt x="274" y="275"/>
                      <a:pt x="274" y="275"/>
                      <a:pt x="274" y="275"/>
                    </a:cubicBezTo>
                    <a:cubicBezTo>
                      <a:pt x="274" y="276"/>
                      <a:pt x="274" y="276"/>
                      <a:pt x="274" y="276"/>
                    </a:cubicBezTo>
                    <a:cubicBezTo>
                      <a:pt x="273" y="277"/>
                      <a:pt x="273" y="277"/>
                      <a:pt x="273" y="277"/>
                    </a:cubicBezTo>
                    <a:cubicBezTo>
                      <a:pt x="273" y="278"/>
                      <a:pt x="273" y="278"/>
                      <a:pt x="273" y="278"/>
                    </a:cubicBezTo>
                    <a:cubicBezTo>
                      <a:pt x="272" y="279"/>
                      <a:pt x="272" y="279"/>
                      <a:pt x="272" y="279"/>
                    </a:cubicBezTo>
                    <a:cubicBezTo>
                      <a:pt x="270" y="281"/>
                      <a:pt x="270" y="281"/>
                      <a:pt x="270" y="281"/>
                    </a:cubicBezTo>
                    <a:cubicBezTo>
                      <a:pt x="270" y="283"/>
                      <a:pt x="270" y="283"/>
                      <a:pt x="270" y="283"/>
                    </a:cubicBezTo>
                    <a:cubicBezTo>
                      <a:pt x="269" y="283"/>
                      <a:pt x="269" y="283"/>
                      <a:pt x="269" y="283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5" y="287"/>
                      <a:pt x="265" y="287"/>
                      <a:pt x="265" y="28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65" y="288"/>
                      <a:pt x="265" y="288"/>
                      <a:pt x="265" y="288"/>
                    </a:cubicBezTo>
                    <a:cubicBezTo>
                      <a:pt x="264" y="289"/>
                      <a:pt x="264" y="289"/>
                      <a:pt x="264" y="289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2" y="291"/>
                      <a:pt x="262" y="291"/>
                      <a:pt x="262" y="291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0" y="294"/>
                      <a:pt x="260" y="294"/>
                      <a:pt x="260" y="294"/>
                    </a:cubicBezTo>
                    <a:cubicBezTo>
                      <a:pt x="259" y="294"/>
                      <a:pt x="259" y="294"/>
                      <a:pt x="259" y="294"/>
                    </a:cubicBezTo>
                    <a:cubicBezTo>
                      <a:pt x="258" y="294"/>
                      <a:pt x="258" y="294"/>
                      <a:pt x="258" y="294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6" y="291"/>
                      <a:pt x="256" y="291"/>
                      <a:pt x="256" y="291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5" y="295"/>
                      <a:pt x="255" y="295"/>
                      <a:pt x="255" y="295"/>
                    </a:cubicBezTo>
                    <a:cubicBezTo>
                      <a:pt x="256" y="297"/>
                      <a:pt x="256" y="297"/>
                      <a:pt x="256" y="297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7" y="297"/>
                      <a:pt x="257" y="297"/>
                      <a:pt x="257" y="297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9"/>
                      <a:pt x="257" y="299"/>
                      <a:pt x="257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5" y="301"/>
                      <a:pt x="255" y="301"/>
                      <a:pt x="255" y="301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4"/>
                      <a:pt x="256" y="304"/>
                      <a:pt x="256" y="304"/>
                    </a:cubicBezTo>
                    <a:cubicBezTo>
                      <a:pt x="257" y="306"/>
                      <a:pt x="257" y="306"/>
                      <a:pt x="257" y="306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7"/>
                      <a:pt x="258" y="307"/>
                      <a:pt x="258" y="307"/>
                    </a:cubicBezTo>
                    <a:cubicBezTo>
                      <a:pt x="257" y="308"/>
                      <a:pt x="257" y="308"/>
                      <a:pt x="257" y="308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10"/>
                      <a:pt x="258" y="310"/>
                      <a:pt x="258" y="310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0" y="313"/>
                      <a:pt x="260" y="313"/>
                      <a:pt x="260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0" y="315"/>
                      <a:pt x="260" y="315"/>
                      <a:pt x="260" y="315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0" y="318"/>
                      <a:pt x="260" y="318"/>
                      <a:pt x="260" y="318"/>
                    </a:cubicBezTo>
                    <a:cubicBezTo>
                      <a:pt x="259" y="318"/>
                      <a:pt x="259" y="318"/>
                      <a:pt x="259" y="318"/>
                    </a:cubicBezTo>
                    <a:cubicBezTo>
                      <a:pt x="259" y="322"/>
                      <a:pt x="259" y="322"/>
                      <a:pt x="259" y="322"/>
                    </a:cubicBezTo>
                    <a:cubicBezTo>
                      <a:pt x="260" y="323"/>
                      <a:pt x="260" y="323"/>
                      <a:pt x="260" y="323"/>
                    </a:cubicBezTo>
                    <a:cubicBezTo>
                      <a:pt x="259" y="324"/>
                      <a:pt x="259" y="324"/>
                      <a:pt x="259" y="324"/>
                    </a:cubicBezTo>
                    <a:cubicBezTo>
                      <a:pt x="259" y="326"/>
                      <a:pt x="259" y="326"/>
                      <a:pt x="259" y="326"/>
                    </a:cubicBezTo>
                    <a:cubicBezTo>
                      <a:pt x="260" y="326"/>
                      <a:pt x="260" y="326"/>
                      <a:pt x="260" y="326"/>
                    </a:cubicBezTo>
                    <a:cubicBezTo>
                      <a:pt x="260" y="326"/>
                      <a:pt x="259" y="326"/>
                      <a:pt x="259" y="326"/>
                    </a:cubicBezTo>
                    <a:cubicBezTo>
                      <a:pt x="258" y="327"/>
                      <a:pt x="258" y="327"/>
                      <a:pt x="258" y="327"/>
                    </a:cubicBezTo>
                    <a:cubicBezTo>
                      <a:pt x="259" y="327"/>
                      <a:pt x="259" y="327"/>
                      <a:pt x="259" y="327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3" y="328"/>
                      <a:pt x="263" y="328"/>
                      <a:pt x="263" y="328"/>
                    </a:cubicBezTo>
                    <a:cubicBezTo>
                      <a:pt x="264" y="329"/>
                      <a:pt x="264" y="329"/>
                      <a:pt x="264" y="329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27"/>
                      <a:pt x="265" y="327"/>
                      <a:pt x="265" y="327"/>
                    </a:cubicBezTo>
                    <a:cubicBezTo>
                      <a:pt x="266" y="327"/>
                      <a:pt x="266" y="327"/>
                      <a:pt x="266" y="327"/>
                    </a:cubicBezTo>
                    <a:cubicBezTo>
                      <a:pt x="267" y="328"/>
                      <a:pt x="267" y="328"/>
                      <a:pt x="267" y="328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30"/>
                      <a:pt x="265" y="330"/>
                      <a:pt x="265" y="330"/>
                    </a:cubicBezTo>
                    <a:cubicBezTo>
                      <a:pt x="267" y="331"/>
                      <a:pt x="267" y="331"/>
                      <a:pt x="267" y="331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29"/>
                      <a:pt x="271" y="329"/>
                      <a:pt x="271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31"/>
                      <a:pt x="271" y="331"/>
                      <a:pt x="271" y="331"/>
                    </a:cubicBezTo>
                    <a:cubicBezTo>
                      <a:pt x="270" y="332"/>
                      <a:pt x="270" y="332"/>
                      <a:pt x="270" y="332"/>
                    </a:cubicBezTo>
                    <a:cubicBezTo>
                      <a:pt x="269" y="333"/>
                      <a:pt x="269" y="333"/>
                      <a:pt x="269" y="333"/>
                    </a:cubicBezTo>
                    <a:cubicBezTo>
                      <a:pt x="270" y="334"/>
                      <a:pt x="270" y="334"/>
                      <a:pt x="270" y="334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5"/>
                      <a:pt x="272" y="335"/>
                      <a:pt x="272" y="335"/>
                    </a:cubicBezTo>
                    <a:cubicBezTo>
                      <a:pt x="273" y="336"/>
                      <a:pt x="273" y="336"/>
                      <a:pt x="273" y="336"/>
                    </a:cubicBezTo>
                    <a:cubicBezTo>
                      <a:pt x="274" y="333"/>
                      <a:pt x="274" y="333"/>
                      <a:pt x="274" y="333"/>
                    </a:cubicBezTo>
                    <a:cubicBezTo>
                      <a:pt x="275" y="334"/>
                      <a:pt x="275" y="334"/>
                      <a:pt x="275" y="334"/>
                    </a:cubicBezTo>
                    <a:cubicBezTo>
                      <a:pt x="276" y="333"/>
                      <a:pt x="276" y="333"/>
                      <a:pt x="276" y="333"/>
                    </a:cubicBezTo>
                    <a:cubicBezTo>
                      <a:pt x="278" y="333"/>
                      <a:pt x="278" y="333"/>
                      <a:pt x="278" y="333"/>
                    </a:cubicBezTo>
                    <a:cubicBezTo>
                      <a:pt x="280" y="331"/>
                      <a:pt x="280" y="331"/>
                      <a:pt x="280" y="331"/>
                    </a:cubicBezTo>
                    <a:cubicBezTo>
                      <a:pt x="281" y="331"/>
                      <a:pt x="281" y="331"/>
                      <a:pt x="281" y="331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6" y="329"/>
                      <a:pt x="286" y="329"/>
                      <a:pt x="286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9" y="330"/>
                      <a:pt x="289" y="330"/>
                      <a:pt x="289" y="330"/>
                    </a:cubicBezTo>
                    <a:cubicBezTo>
                      <a:pt x="290" y="328"/>
                      <a:pt x="290" y="328"/>
                      <a:pt x="290" y="328"/>
                    </a:cubicBezTo>
                    <a:cubicBezTo>
                      <a:pt x="292" y="328"/>
                      <a:pt x="292" y="328"/>
                      <a:pt x="292" y="328"/>
                    </a:cubicBezTo>
                    <a:cubicBezTo>
                      <a:pt x="291" y="327"/>
                      <a:pt x="291" y="327"/>
                      <a:pt x="291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3" y="328"/>
                      <a:pt x="293" y="328"/>
                      <a:pt x="293" y="328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8"/>
                      <a:pt x="295" y="328"/>
                      <a:pt x="295" y="328"/>
                    </a:cubicBezTo>
                    <a:cubicBezTo>
                      <a:pt x="297" y="327"/>
                      <a:pt x="297" y="327"/>
                      <a:pt x="297" y="327"/>
                    </a:cubicBezTo>
                    <a:cubicBezTo>
                      <a:pt x="298" y="326"/>
                      <a:pt x="298" y="326"/>
                      <a:pt x="298" y="326"/>
                    </a:cubicBezTo>
                    <a:cubicBezTo>
                      <a:pt x="299" y="327"/>
                      <a:pt x="299" y="327"/>
                      <a:pt x="299" y="327"/>
                    </a:cubicBezTo>
                    <a:cubicBezTo>
                      <a:pt x="302" y="327"/>
                      <a:pt x="302" y="327"/>
                      <a:pt x="302" y="327"/>
                    </a:cubicBezTo>
                    <a:cubicBezTo>
                      <a:pt x="302" y="326"/>
                      <a:pt x="302" y="326"/>
                      <a:pt x="302" y="326"/>
                    </a:cubicBezTo>
                    <a:cubicBezTo>
                      <a:pt x="303" y="326"/>
                      <a:pt x="303" y="326"/>
                      <a:pt x="303" y="326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5" y="326"/>
                      <a:pt x="305" y="326"/>
                      <a:pt x="305" y="326"/>
                    </a:cubicBezTo>
                    <a:cubicBezTo>
                      <a:pt x="305" y="326"/>
                      <a:pt x="305" y="326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7" y="327"/>
                      <a:pt x="307" y="327"/>
                      <a:pt x="307" y="327"/>
                    </a:cubicBezTo>
                    <a:cubicBezTo>
                      <a:pt x="307" y="327"/>
                      <a:pt x="306" y="327"/>
                      <a:pt x="306" y="328"/>
                    </a:cubicBezTo>
                    <a:cubicBezTo>
                      <a:pt x="306" y="329"/>
                      <a:pt x="306" y="329"/>
                      <a:pt x="306" y="329"/>
                    </a:cubicBezTo>
                    <a:cubicBezTo>
                      <a:pt x="308" y="330"/>
                      <a:pt x="308" y="330"/>
                      <a:pt x="308" y="330"/>
                    </a:cubicBezTo>
                    <a:cubicBezTo>
                      <a:pt x="309" y="329"/>
                      <a:pt x="309" y="329"/>
                      <a:pt x="309" y="329"/>
                    </a:cubicBezTo>
                    <a:cubicBezTo>
                      <a:pt x="309" y="328"/>
                      <a:pt x="309" y="328"/>
                      <a:pt x="309" y="328"/>
                    </a:cubicBezTo>
                    <a:cubicBezTo>
                      <a:pt x="310" y="328"/>
                      <a:pt x="310" y="328"/>
                      <a:pt x="310" y="328"/>
                    </a:cubicBezTo>
                    <a:cubicBezTo>
                      <a:pt x="311" y="330"/>
                      <a:pt x="311" y="330"/>
                      <a:pt x="311" y="330"/>
                    </a:cubicBez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5" y="331"/>
                      <a:pt x="315" y="331"/>
                      <a:pt x="315" y="331"/>
                    </a:cubicBezTo>
                    <a:close/>
                    <a:moveTo>
                      <a:pt x="277" y="349"/>
                    </a:move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7" y="348"/>
                      <a:pt x="277" y="348"/>
                      <a:pt x="277" y="348"/>
                    </a:cubicBezTo>
                    <a:lnTo>
                      <a:pt x="277" y="349"/>
                    </a:lnTo>
                    <a:close/>
                    <a:moveTo>
                      <a:pt x="273" y="349"/>
                    </a:moveTo>
                    <a:cubicBezTo>
                      <a:pt x="273" y="348"/>
                      <a:pt x="273" y="348"/>
                      <a:pt x="273" y="348"/>
                    </a:cubicBezTo>
                    <a:cubicBezTo>
                      <a:pt x="272" y="348"/>
                      <a:pt x="272" y="348"/>
                      <a:pt x="272" y="348"/>
                    </a:cubicBezTo>
                    <a:cubicBezTo>
                      <a:pt x="272" y="347"/>
                      <a:pt x="272" y="347"/>
                      <a:pt x="272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5" y="347"/>
                      <a:pt x="275" y="347"/>
                      <a:pt x="275" y="347"/>
                    </a:cubicBezTo>
                    <a:cubicBezTo>
                      <a:pt x="274" y="346"/>
                      <a:pt x="274" y="346"/>
                      <a:pt x="274" y="346"/>
                    </a:cubicBezTo>
                    <a:cubicBezTo>
                      <a:pt x="276" y="345"/>
                      <a:pt x="276" y="345"/>
                      <a:pt x="276" y="345"/>
                    </a:cubicBez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lnTo>
                      <a:pt x="273" y="349"/>
                    </a:lnTo>
                    <a:close/>
                    <a:moveTo>
                      <a:pt x="263" y="326"/>
                    </a:move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1" y="326"/>
                      <a:pt x="261" y="326"/>
                      <a:pt x="261" y="326"/>
                    </a:cubicBezTo>
                    <a:cubicBezTo>
                      <a:pt x="262" y="326"/>
                      <a:pt x="262" y="326"/>
                      <a:pt x="262" y="326"/>
                    </a:cubicBezTo>
                    <a:lnTo>
                      <a:pt x="263" y="326"/>
                    </a:lnTo>
                    <a:close/>
                    <a:moveTo>
                      <a:pt x="204" y="582"/>
                    </a:moveTo>
                    <a:cubicBezTo>
                      <a:pt x="204" y="581"/>
                      <a:pt x="204" y="581"/>
                      <a:pt x="204" y="581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lnTo>
                      <a:pt x="204" y="582"/>
                    </a:lnTo>
                    <a:close/>
                    <a:moveTo>
                      <a:pt x="367" y="469"/>
                    </a:move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9" y="470"/>
                      <a:pt x="369" y="470"/>
                      <a:pt x="369" y="470"/>
                    </a:cubicBezTo>
                    <a:cubicBezTo>
                      <a:pt x="371" y="467"/>
                      <a:pt x="371" y="467"/>
                      <a:pt x="371" y="467"/>
                    </a:cubicBezTo>
                    <a:cubicBezTo>
                      <a:pt x="371" y="466"/>
                      <a:pt x="371" y="466"/>
                      <a:pt x="371" y="466"/>
                    </a:cubicBezTo>
                    <a:cubicBezTo>
                      <a:pt x="372" y="467"/>
                      <a:pt x="372" y="467"/>
                      <a:pt x="372" y="467"/>
                    </a:cubicBezTo>
                    <a:cubicBezTo>
                      <a:pt x="374" y="466"/>
                      <a:pt x="374" y="466"/>
                      <a:pt x="374" y="466"/>
                    </a:cubicBezTo>
                    <a:cubicBezTo>
                      <a:pt x="376" y="466"/>
                      <a:pt x="376" y="466"/>
                      <a:pt x="376" y="466"/>
                    </a:cubicBezTo>
                    <a:cubicBezTo>
                      <a:pt x="377" y="465"/>
                      <a:pt x="377" y="465"/>
                      <a:pt x="377" y="465"/>
                    </a:cubicBezTo>
                    <a:cubicBezTo>
                      <a:pt x="378" y="465"/>
                      <a:pt x="378" y="465"/>
                      <a:pt x="378" y="465"/>
                    </a:cubicBezTo>
                    <a:cubicBezTo>
                      <a:pt x="379" y="465"/>
                      <a:pt x="379" y="465"/>
                      <a:pt x="379" y="465"/>
                    </a:cubicBezTo>
                    <a:cubicBezTo>
                      <a:pt x="381" y="463"/>
                      <a:pt x="381" y="463"/>
                      <a:pt x="381" y="463"/>
                    </a:cubicBezTo>
                    <a:cubicBezTo>
                      <a:pt x="381" y="462"/>
                      <a:pt x="381" y="462"/>
                      <a:pt x="381" y="462"/>
                    </a:cubicBezTo>
                    <a:cubicBezTo>
                      <a:pt x="383" y="462"/>
                      <a:pt x="383" y="462"/>
                      <a:pt x="383" y="462"/>
                    </a:cubicBezTo>
                    <a:cubicBezTo>
                      <a:pt x="384" y="461"/>
                      <a:pt x="384" y="461"/>
                      <a:pt x="384" y="461"/>
                    </a:cubicBezTo>
                    <a:cubicBezTo>
                      <a:pt x="385" y="460"/>
                      <a:pt x="385" y="460"/>
                      <a:pt x="385" y="460"/>
                    </a:cubicBezTo>
                    <a:cubicBezTo>
                      <a:pt x="386" y="460"/>
                      <a:pt x="386" y="460"/>
                      <a:pt x="386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9" y="461"/>
                      <a:pt x="389" y="461"/>
                      <a:pt x="389" y="461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2" y="460"/>
                      <a:pt x="392" y="460"/>
                      <a:pt x="392" y="460"/>
                    </a:cubicBezTo>
                    <a:cubicBezTo>
                      <a:pt x="394" y="459"/>
                      <a:pt x="394" y="459"/>
                      <a:pt x="394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5" y="460"/>
                      <a:pt x="395" y="460"/>
                      <a:pt x="395" y="460"/>
                    </a:cubicBezTo>
                    <a:cubicBezTo>
                      <a:pt x="392" y="462"/>
                      <a:pt x="392" y="462"/>
                      <a:pt x="392" y="462"/>
                    </a:cubicBezTo>
                    <a:cubicBezTo>
                      <a:pt x="389" y="463"/>
                      <a:pt x="389" y="463"/>
                      <a:pt x="389" y="463"/>
                    </a:cubicBezTo>
                    <a:cubicBezTo>
                      <a:pt x="391" y="464"/>
                      <a:pt x="391" y="464"/>
                      <a:pt x="391" y="464"/>
                    </a:cubicBezTo>
                    <a:cubicBezTo>
                      <a:pt x="389" y="464"/>
                      <a:pt x="389" y="464"/>
                      <a:pt x="389" y="464"/>
                    </a:cubicBezTo>
                    <a:cubicBezTo>
                      <a:pt x="386" y="464"/>
                      <a:pt x="386" y="464"/>
                      <a:pt x="386" y="464"/>
                    </a:cubicBezTo>
                    <a:cubicBezTo>
                      <a:pt x="387" y="467"/>
                      <a:pt x="387" y="467"/>
                      <a:pt x="387" y="467"/>
                    </a:cubicBezTo>
                    <a:cubicBezTo>
                      <a:pt x="389" y="469"/>
                      <a:pt x="389" y="469"/>
                      <a:pt x="389" y="469"/>
                    </a:cubicBezTo>
                    <a:cubicBezTo>
                      <a:pt x="390" y="468"/>
                      <a:pt x="390" y="468"/>
                      <a:pt x="390" y="468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70"/>
                      <a:pt x="390" y="470"/>
                      <a:pt x="390" y="470"/>
                    </a:cubicBezTo>
                    <a:cubicBezTo>
                      <a:pt x="389" y="470"/>
                      <a:pt x="389" y="470"/>
                      <a:pt x="389" y="470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6" y="473"/>
                      <a:pt x="386" y="473"/>
                      <a:pt x="386" y="473"/>
                    </a:cubicBezTo>
                    <a:cubicBezTo>
                      <a:pt x="386" y="475"/>
                      <a:pt x="386" y="475"/>
                      <a:pt x="386" y="475"/>
                    </a:cubicBezTo>
                    <a:cubicBezTo>
                      <a:pt x="387" y="475"/>
                      <a:pt x="387" y="475"/>
                      <a:pt x="387" y="475"/>
                    </a:cubicBezTo>
                    <a:cubicBezTo>
                      <a:pt x="387" y="476"/>
                      <a:pt x="387" y="476"/>
                      <a:pt x="387" y="476"/>
                    </a:cubicBezTo>
                    <a:cubicBezTo>
                      <a:pt x="386" y="476"/>
                      <a:pt x="386" y="476"/>
                      <a:pt x="386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6"/>
                      <a:pt x="382" y="476"/>
                      <a:pt x="382" y="476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79" y="475"/>
                      <a:pt x="379" y="475"/>
                      <a:pt x="379" y="475"/>
                    </a:cubicBezTo>
                    <a:cubicBezTo>
                      <a:pt x="376" y="475"/>
                      <a:pt x="376" y="475"/>
                      <a:pt x="376" y="475"/>
                    </a:cubicBezTo>
                    <a:cubicBezTo>
                      <a:pt x="375" y="476"/>
                      <a:pt x="375" y="476"/>
                      <a:pt x="375" y="476"/>
                    </a:cubicBezTo>
                    <a:cubicBezTo>
                      <a:pt x="374" y="476"/>
                      <a:pt x="374" y="476"/>
                      <a:pt x="374" y="476"/>
                    </a:cubicBezTo>
                    <a:cubicBezTo>
                      <a:pt x="373" y="476"/>
                      <a:pt x="373" y="476"/>
                      <a:pt x="373" y="476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68" y="473"/>
                      <a:pt x="368" y="473"/>
                      <a:pt x="368" y="473"/>
                    </a:cubicBez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7" y="469"/>
                      <a:pt x="367" y="469"/>
                      <a:pt x="367" y="469"/>
                    </a:cubicBezTo>
                    <a:close/>
                    <a:moveTo>
                      <a:pt x="365" y="471"/>
                    </a:moveTo>
                    <a:cubicBezTo>
                      <a:pt x="365" y="471"/>
                      <a:pt x="365" y="471"/>
                      <a:pt x="365" y="471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3" y="471"/>
                      <a:pt x="363" y="471"/>
                      <a:pt x="363" y="471"/>
                    </a:cubicBezTo>
                    <a:lnTo>
                      <a:pt x="365" y="471"/>
                    </a:lnTo>
                    <a:close/>
                    <a:moveTo>
                      <a:pt x="330" y="521"/>
                    </a:moveTo>
                    <a:cubicBezTo>
                      <a:pt x="329" y="522"/>
                      <a:pt x="329" y="522"/>
                      <a:pt x="329" y="522"/>
                    </a:cubicBezTo>
                    <a:cubicBezTo>
                      <a:pt x="329" y="523"/>
                      <a:pt x="329" y="523"/>
                      <a:pt x="329" y="523"/>
                    </a:cubicBezTo>
                    <a:cubicBezTo>
                      <a:pt x="328" y="523"/>
                      <a:pt x="328" y="523"/>
                      <a:pt x="328" y="523"/>
                    </a:cubicBezTo>
                    <a:cubicBezTo>
                      <a:pt x="326" y="522"/>
                      <a:pt x="326" y="522"/>
                      <a:pt x="326" y="522"/>
                    </a:cubicBezTo>
                    <a:cubicBezTo>
                      <a:pt x="324" y="523"/>
                      <a:pt x="324" y="523"/>
                      <a:pt x="324" y="523"/>
                    </a:cubicBezTo>
                    <a:cubicBezTo>
                      <a:pt x="324" y="522"/>
                      <a:pt x="324" y="522"/>
                      <a:pt x="324" y="522"/>
                    </a:cubicBezTo>
                    <a:cubicBezTo>
                      <a:pt x="322" y="522"/>
                      <a:pt x="322" y="522"/>
                      <a:pt x="322" y="522"/>
                    </a:cubicBezTo>
                    <a:cubicBezTo>
                      <a:pt x="321" y="523"/>
                      <a:pt x="321" y="523"/>
                      <a:pt x="321" y="523"/>
                    </a:cubicBezTo>
                    <a:cubicBezTo>
                      <a:pt x="320" y="523"/>
                      <a:pt x="320" y="523"/>
                      <a:pt x="320" y="523"/>
                    </a:cubicBezTo>
                    <a:cubicBezTo>
                      <a:pt x="318" y="522"/>
                      <a:pt x="318" y="522"/>
                      <a:pt x="318" y="522"/>
                    </a:cubicBezTo>
                    <a:cubicBezTo>
                      <a:pt x="317" y="522"/>
                      <a:pt x="317" y="522"/>
                      <a:pt x="317" y="522"/>
                    </a:cubicBezTo>
                    <a:cubicBezTo>
                      <a:pt x="320" y="521"/>
                      <a:pt x="320" y="521"/>
                      <a:pt x="320" y="521"/>
                    </a:cubicBezTo>
                    <a:cubicBezTo>
                      <a:pt x="321" y="519"/>
                      <a:pt x="321" y="519"/>
                      <a:pt x="321" y="519"/>
                    </a:cubicBezTo>
                    <a:cubicBezTo>
                      <a:pt x="322" y="518"/>
                      <a:pt x="322" y="518"/>
                      <a:pt x="322" y="518"/>
                    </a:cubicBezTo>
                    <a:cubicBezTo>
                      <a:pt x="324" y="518"/>
                      <a:pt x="324" y="518"/>
                      <a:pt x="324" y="518"/>
                    </a:cubicBezTo>
                    <a:cubicBezTo>
                      <a:pt x="325" y="518"/>
                      <a:pt x="325" y="518"/>
                      <a:pt x="325" y="518"/>
                    </a:cubicBezTo>
                    <a:cubicBezTo>
                      <a:pt x="326" y="518"/>
                      <a:pt x="326" y="518"/>
                      <a:pt x="326" y="518"/>
                    </a:cubicBezTo>
                    <a:cubicBezTo>
                      <a:pt x="327" y="518"/>
                      <a:pt x="327" y="518"/>
                      <a:pt x="327" y="518"/>
                    </a:cubicBezTo>
                    <a:cubicBezTo>
                      <a:pt x="330" y="519"/>
                      <a:pt x="330" y="519"/>
                      <a:pt x="330" y="519"/>
                    </a:cubicBezTo>
                    <a:cubicBezTo>
                      <a:pt x="331" y="517"/>
                      <a:pt x="331" y="517"/>
                      <a:pt x="331" y="517"/>
                    </a:cubicBezTo>
                    <a:cubicBezTo>
                      <a:pt x="332" y="520"/>
                      <a:pt x="332" y="520"/>
                      <a:pt x="332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lnTo>
                      <a:pt x="330" y="521"/>
                    </a:lnTo>
                    <a:close/>
                    <a:moveTo>
                      <a:pt x="419" y="509"/>
                    </a:moveTo>
                    <a:cubicBezTo>
                      <a:pt x="419" y="509"/>
                      <a:pt x="419" y="509"/>
                      <a:pt x="419" y="509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8" y="510"/>
                      <a:pt x="418" y="510"/>
                      <a:pt x="418" y="510"/>
                    </a:cubicBezTo>
                    <a:cubicBezTo>
                      <a:pt x="418" y="512"/>
                      <a:pt x="418" y="512"/>
                      <a:pt x="418" y="512"/>
                    </a:cubicBezTo>
                    <a:cubicBezTo>
                      <a:pt x="416" y="513"/>
                      <a:pt x="416" y="513"/>
                      <a:pt x="416" y="513"/>
                    </a:cubicBezTo>
                    <a:cubicBezTo>
                      <a:pt x="413" y="514"/>
                      <a:pt x="413" y="514"/>
                      <a:pt x="413" y="514"/>
                    </a:cubicBezTo>
                    <a:cubicBezTo>
                      <a:pt x="413" y="515"/>
                      <a:pt x="413" y="515"/>
                      <a:pt x="413" y="515"/>
                    </a:cubicBezTo>
                    <a:cubicBezTo>
                      <a:pt x="411" y="515"/>
                      <a:pt x="411" y="515"/>
                      <a:pt x="411" y="515"/>
                    </a:cubicBezTo>
                    <a:cubicBezTo>
                      <a:pt x="410" y="516"/>
                      <a:pt x="410" y="516"/>
                      <a:pt x="410" y="516"/>
                    </a:cubicBezTo>
                    <a:cubicBezTo>
                      <a:pt x="407" y="515"/>
                      <a:pt x="407" y="515"/>
                      <a:pt x="407" y="515"/>
                    </a:cubicBezTo>
                    <a:cubicBezTo>
                      <a:pt x="406" y="515"/>
                      <a:pt x="406" y="515"/>
                      <a:pt x="406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5"/>
                      <a:pt x="400" y="515"/>
                      <a:pt x="400" y="515"/>
                    </a:cubicBezTo>
                    <a:cubicBezTo>
                      <a:pt x="397" y="516"/>
                      <a:pt x="397" y="516"/>
                      <a:pt x="397" y="516"/>
                    </a:cubicBezTo>
                    <a:cubicBezTo>
                      <a:pt x="395" y="516"/>
                      <a:pt x="395" y="516"/>
                      <a:pt x="395" y="516"/>
                    </a:cubicBezTo>
                    <a:cubicBezTo>
                      <a:pt x="393" y="515"/>
                      <a:pt x="393" y="515"/>
                      <a:pt x="393" y="515"/>
                    </a:cubicBezTo>
                    <a:cubicBezTo>
                      <a:pt x="392" y="515"/>
                      <a:pt x="392" y="515"/>
                      <a:pt x="392" y="515"/>
                    </a:cubicBezTo>
                    <a:cubicBezTo>
                      <a:pt x="390" y="514"/>
                      <a:pt x="390" y="514"/>
                      <a:pt x="390" y="514"/>
                    </a:cubicBezTo>
                    <a:cubicBezTo>
                      <a:pt x="388" y="514"/>
                      <a:pt x="388" y="514"/>
                      <a:pt x="388" y="514"/>
                    </a:cubicBezTo>
                    <a:cubicBezTo>
                      <a:pt x="385" y="512"/>
                      <a:pt x="385" y="512"/>
                      <a:pt x="385" y="512"/>
                    </a:cubicBezTo>
                    <a:cubicBezTo>
                      <a:pt x="384" y="512"/>
                      <a:pt x="384" y="512"/>
                      <a:pt x="384" y="512"/>
                    </a:cubicBezTo>
                    <a:cubicBezTo>
                      <a:pt x="384" y="513"/>
                      <a:pt x="384" y="513"/>
                      <a:pt x="384" y="513"/>
                    </a:cubicBezTo>
                    <a:cubicBezTo>
                      <a:pt x="383" y="513"/>
                      <a:pt x="383" y="513"/>
                      <a:pt x="383" y="513"/>
                    </a:cubicBezTo>
                    <a:cubicBezTo>
                      <a:pt x="382" y="511"/>
                      <a:pt x="382" y="511"/>
                      <a:pt x="382" y="511"/>
                    </a:cubicBezTo>
                    <a:cubicBezTo>
                      <a:pt x="381" y="510"/>
                      <a:pt x="381" y="510"/>
                      <a:pt x="381" y="510"/>
                    </a:cubicBezTo>
                    <a:cubicBezTo>
                      <a:pt x="380" y="508"/>
                      <a:pt x="380" y="508"/>
                      <a:pt x="380" y="508"/>
                    </a:cubicBezTo>
                    <a:cubicBezTo>
                      <a:pt x="379" y="509"/>
                      <a:pt x="379" y="509"/>
                      <a:pt x="379" y="509"/>
                    </a:cubicBezTo>
                    <a:cubicBezTo>
                      <a:pt x="377" y="510"/>
                      <a:pt x="377" y="510"/>
                      <a:pt x="377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4" y="508"/>
                      <a:pt x="374" y="508"/>
                      <a:pt x="374" y="508"/>
                    </a:cubicBezTo>
                    <a:cubicBezTo>
                      <a:pt x="373" y="507"/>
                      <a:pt x="373" y="507"/>
                      <a:pt x="373" y="507"/>
                    </a:cubicBezTo>
                    <a:cubicBezTo>
                      <a:pt x="372" y="506"/>
                      <a:pt x="372" y="506"/>
                      <a:pt x="372" y="506"/>
                    </a:cubicBezTo>
                    <a:cubicBezTo>
                      <a:pt x="370" y="507"/>
                      <a:pt x="370" y="507"/>
                      <a:pt x="370" y="507"/>
                    </a:cubicBezTo>
                    <a:cubicBezTo>
                      <a:pt x="368" y="507"/>
                      <a:pt x="368" y="507"/>
                      <a:pt x="368" y="507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6" y="507"/>
                      <a:pt x="366" y="507"/>
                      <a:pt x="366" y="507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60" y="508"/>
                      <a:pt x="360" y="508"/>
                      <a:pt x="360" y="508"/>
                    </a:cubicBezTo>
                    <a:cubicBezTo>
                      <a:pt x="357" y="509"/>
                      <a:pt x="357" y="509"/>
                      <a:pt x="357" y="509"/>
                    </a:cubicBezTo>
                    <a:cubicBezTo>
                      <a:pt x="355" y="509"/>
                      <a:pt x="355" y="509"/>
                      <a:pt x="355" y="509"/>
                    </a:cubicBezTo>
                    <a:cubicBezTo>
                      <a:pt x="352" y="510"/>
                      <a:pt x="352" y="510"/>
                      <a:pt x="352" y="510"/>
                    </a:cubicBezTo>
                    <a:cubicBezTo>
                      <a:pt x="351" y="511"/>
                      <a:pt x="351" y="511"/>
                      <a:pt x="351" y="511"/>
                    </a:cubicBezTo>
                    <a:cubicBezTo>
                      <a:pt x="350" y="511"/>
                      <a:pt x="350" y="511"/>
                      <a:pt x="350" y="511"/>
                    </a:cubicBezTo>
                    <a:cubicBezTo>
                      <a:pt x="349" y="512"/>
                      <a:pt x="349" y="512"/>
                      <a:pt x="349" y="512"/>
                    </a:cubicBezTo>
                    <a:cubicBezTo>
                      <a:pt x="348" y="513"/>
                      <a:pt x="348" y="513"/>
                      <a:pt x="348" y="513"/>
                    </a:cubicBezTo>
                    <a:cubicBezTo>
                      <a:pt x="347" y="515"/>
                      <a:pt x="347" y="515"/>
                      <a:pt x="347" y="515"/>
                    </a:cubicBezTo>
                    <a:cubicBezTo>
                      <a:pt x="346" y="515"/>
                      <a:pt x="346" y="515"/>
                      <a:pt x="346" y="515"/>
                    </a:cubicBezTo>
                    <a:cubicBezTo>
                      <a:pt x="346" y="516"/>
                      <a:pt x="346" y="516"/>
                      <a:pt x="346" y="516"/>
                    </a:cubicBezTo>
                    <a:cubicBezTo>
                      <a:pt x="345" y="516"/>
                      <a:pt x="345" y="516"/>
                      <a:pt x="345" y="516"/>
                    </a:cubicBezTo>
                    <a:cubicBezTo>
                      <a:pt x="341" y="514"/>
                      <a:pt x="341" y="514"/>
                      <a:pt x="341" y="514"/>
                    </a:cubicBezTo>
                    <a:cubicBezTo>
                      <a:pt x="339" y="514"/>
                      <a:pt x="339" y="514"/>
                      <a:pt x="339" y="514"/>
                    </a:cubicBezTo>
                    <a:cubicBezTo>
                      <a:pt x="338" y="515"/>
                      <a:pt x="338" y="515"/>
                      <a:pt x="338" y="515"/>
                    </a:cubicBezTo>
                    <a:cubicBezTo>
                      <a:pt x="337" y="515"/>
                      <a:pt x="337" y="515"/>
                      <a:pt x="337" y="515"/>
                    </a:cubicBezTo>
                    <a:cubicBezTo>
                      <a:pt x="335" y="515"/>
                      <a:pt x="335" y="515"/>
                      <a:pt x="335" y="515"/>
                    </a:cubicBezTo>
                    <a:cubicBezTo>
                      <a:pt x="333" y="515"/>
                      <a:pt x="333" y="515"/>
                      <a:pt x="333" y="515"/>
                    </a:cubicBezTo>
                    <a:cubicBezTo>
                      <a:pt x="331" y="515"/>
                      <a:pt x="331" y="515"/>
                      <a:pt x="331" y="515"/>
                    </a:cubicBezTo>
                    <a:cubicBezTo>
                      <a:pt x="329" y="514"/>
                      <a:pt x="329" y="514"/>
                      <a:pt x="329" y="514"/>
                    </a:cubicBezTo>
                    <a:cubicBezTo>
                      <a:pt x="328" y="513"/>
                      <a:pt x="328" y="513"/>
                      <a:pt x="328" y="513"/>
                    </a:cubicBezTo>
                    <a:cubicBezTo>
                      <a:pt x="326" y="512"/>
                      <a:pt x="326" y="512"/>
                      <a:pt x="326" y="512"/>
                    </a:cubicBezTo>
                    <a:cubicBezTo>
                      <a:pt x="324" y="511"/>
                      <a:pt x="324" y="511"/>
                      <a:pt x="324" y="511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3" y="506"/>
                      <a:pt x="323" y="506"/>
                      <a:pt x="323" y="506"/>
                    </a:cubicBezTo>
                    <a:cubicBezTo>
                      <a:pt x="321" y="504"/>
                      <a:pt x="321" y="504"/>
                      <a:pt x="321" y="504"/>
                    </a:cubicBezTo>
                    <a:cubicBezTo>
                      <a:pt x="320" y="504"/>
                      <a:pt x="320" y="504"/>
                      <a:pt x="320" y="504"/>
                    </a:cubicBezTo>
                    <a:cubicBezTo>
                      <a:pt x="322" y="502"/>
                      <a:pt x="322" y="502"/>
                      <a:pt x="322" y="502"/>
                    </a:cubicBezTo>
                    <a:cubicBezTo>
                      <a:pt x="322" y="501"/>
                      <a:pt x="322" y="501"/>
                      <a:pt x="322" y="501"/>
                    </a:cubicBezTo>
                    <a:cubicBezTo>
                      <a:pt x="322" y="498"/>
                      <a:pt x="322" y="498"/>
                      <a:pt x="322" y="498"/>
                    </a:cubicBezTo>
                    <a:cubicBezTo>
                      <a:pt x="324" y="496"/>
                      <a:pt x="324" y="496"/>
                      <a:pt x="324" y="496"/>
                    </a:cubicBezTo>
                    <a:cubicBezTo>
                      <a:pt x="325" y="497"/>
                      <a:pt x="325" y="497"/>
                      <a:pt x="325" y="497"/>
                    </a:cubicBezTo>
                    <a:cubicBezTo>
                      <a:pt x="326" y="495"/>
                      <a:pt x="326" y="495"/>
                      <a:pt x="326" y="495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2"/>
                      <a:pt x="327" y="492"/>
                      <a:pt x="327" y="492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0"/>
                      <a:pt x="326" y="490"/>
                      <a:pt x="326" y="490"/>
                    </a:cubicBezTo>
                    <a:cubicBezTo>
                      <a:pt x="327" y="489"/>
                      <a:pt x="327" y="489"/>
                      <a:pt x="327" y="489"/>
                    </a:cubicBezTo>
                    <a:cubicBezTo>
                      <a:pt x="327" y="487"/>
                      <a:pt x="327" y="487"/>
                      <a:pt x="327" y="487"/>
                    </a:cubicBezTo>
                    <a:cubicBezTo>
                      <a:pt x="327" y="486"/>
                      <a:pt x="327" y="486"/>
                      <a:pt x="327" y="486"/>
                    </a:cubicBezTo>
                    <a:cubicBezTo>
                      <a:pt x="327" y="485"/>
                      <a:pt x="327" y="485"/>
                      <a:pt x="327" y="485"/>
                    </a:cubicBezTo>
                    <a:cubicBezTo>
                      <a:pt x="328" y="484"/>
                      <a:pt x="328" y="484"/>
                      <a:pt x="328" y="484"/>
                    </a:cubicBezTo>
                    <a:cubicBezTo>
                      <a:pt x="330" y="484"/>
                      <a:pt x="330" y="484"/>
                      <a:pt x="330" y="484"/>
                    </a:cubicBezTo>
                    <a:cubicBezTo>
                      <a:pt x="332" y="483"/>
                      <a:pt x="332" y="483"/>
                      <a:pt x="332" y="483"/>
                    </a:cubicBezTo>
                    <a:cubicBezTo>
                      <a:pt x="333" y="481"/>
                      <a:pt x="333" y="481"/>
                      <a:pt x="333" y="481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2" y="479"/>
                      <a:pt x="332" y="479"/>
                      <a:pt x="332" y="479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7"/>
                      <a:pt x="333" y="477"/>
                      <a:pt x="333" y="477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4" y="476"/>
                      <a:pt x="334" y="476"/>
                      <a:pt x="334" y="476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9" y="469"/>
                      <a:pt x="339" y="469"/>
                      <a:pt x="339" y="469"/>
                    </a:cubicBezTo>
                    <a:cubicBezTo>
                      <a:pt x="339" y="468"/>
                      <a:pt x="339" y="468"/>
                      <a:pt x="339" y="468"/>
                    </a:cubicBezTo>
                    <a:cubicBezTo>
                      <a:pt x="340" y="467"/>
                      <a:pt x="340" y="467"/>
                      <a:pt x="340" y="467"/>
                    </a:cubicBezTo>
                    <a:cubicBezTo>
                      <a:pt x="341" y="467"/>
                      <a:pt x="341" y="467"/>
                      <a:pt x="341" y="467"/>
                    </a:cubicBezTo>
                    <a:cubicBezTo>
                      <a:pt x="342" y="466"/>
                      <a:pt x="342" y="466"/>
                      <a:pt x="342" y="466"/>
                    </a:cubicBezTo>
                    <a:cubicBezTo>
                      <a:pt x="343" y="468"/>
                      <a:pt x="343" y="468"/>
                      <a:pt x="343" y="468"/>
                    </a:cubicBezTo>
                    <a:cubicBezTo>
                      <a:pt x="346" y="468"/>
                      <a:pt x="346" y="468"/>
                      <a:pt x="346" y="468"/>
                    </a:cubicBezTo>
                    <a:cubicBezTo>
                      <a:pt x="347" y="468"/>
                      <a:pt x="347" y="468"/>
                      <a:pt x="347" y="468"/>
                    </a:cubicBezTo>
                    <a:cubicBezTo>
                      <a:pt x="346" y="469"/>
                      <a:pt x="346" y="469"/>
                      <a:pt x="346" y="469"/>
                    </a:cubicBezTo>
                    <a:cubicBezTo>
                      <a:pt x="348" y="471"/>
                      <a:pt x="348" y="471"/>
                      <a:pt x="348" y="471"/>
                    </a:cubicBezTo>
                    <a:cubicBezTo>
                      <a:pt x="349" y="471"/>
                      <a:pt x="349" y="471"/>
                      <a:pt x="349" y="471"/>
                    </a:cubicBezTo>
                    <a:cubicBezTo>
                      <a:pt x="351" y="472"/>
                      <a:pt x="351" y="472"/>
                      <a:pt x="351" y="472"/>
                    </a:cubicBezTo>
                    <a:cubicBezTo>
                      <a:pt x="352" y="471"/>
                      <a:pt x="352" y="471"/>
                      <a:pt x="352" y="471"/>
                    </a:cubicBezTo>
                    <a:cubicBezTo>
                      <a:pt x="354" y="471"/>
                      <a:pt x="354" y="471"/>
                      <a:pt x="354" y="471"/>
                    </a:cubicBezTo>
                    <a:cubicBezTo>
                      <a:pt x="355" y="471"/>
                      <a:pt x="355" y="471"/>
                      <a:pt x="355" y="471"/>
                    </a:cubicBezTo>
                    <a:cubicBezTo>
                      <a:pt x="357" y="472"/>
                      <a:pt x="357" y="472"/>
                      <a:pt x="357" y="472"/>
                    </a:cubicBezTo>
                    <a:cubicBezTo>
                      <a:pt x="358" y="471"/>
                      <a:pt x="358" y="471"/>
                      <a:pt x="358" y="471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6" y="474"/>
                      <a:pt x="356" y="474"/>
                      <a:pt x="356" y="474"/>
                    </a:cubicBezTo>
                    <a:cubicBezTo>
                      <a:pt x="353" y="475"/>
                      <a:pt x="353" y="475"/>
                      <a:pt x="353" y="475"/>
                    </a:cubicBezTo>
                    <a:cubicBezTo>
                      <a:pt x="351" y="478"/>
                      <a:pt x="351" y="478"/>
                      <a:pt x="351" y="478"/>
                    </a:cubicBezTo>
                    <a:cubicBezTo>
                      <a:pt x="354" y="479"/>
                      <a:pt x="354" y="479"/>
                      <a:pt x="354" y="479"/>
                    </a:cubicBezTo>
                    <a:cubicBezTo>
                      <a:pt x="355" y="478"/>
                      <a:pt x="355" y="478"/>
                      <a:pt x="355" y="478"/>
                    </a:cubicBezTo>
                    <a:cubicBezTo>
                      <a:pt x="356" y="479"/>
                      <a:pt x="356" y="479"/>
                      <a:pt x="356" y="479"/>
                    </a:cubicBezTo>
                    <a:cubicBezTo>
                      <a:pt x="357" y="479"/>
                      <a:pt x="357" y="479"/>
                      <a:pt x="357" y="479"/>
                    </a:cubicBezTo>
                    <a:cubicBezTo>
                      <a:pt x="359" y="480"/>
                      <a:pt x="359" y="480"/>
                      <a:pt x="359" y="480"/>
                    </a:cubicBezTo>
                    <a:cubicBezTo>
                      <a:pt x="359" y="481"/>
                      <a:pt x="359" y="481"/>
                      <a:pt x="359" y="481"/>
                    </a:cubicBezTo>
                    <a:cubicBezTo>
                      <a:pt x="358" y="483"/>
                      <a:pt x="358" y="483"/>
                      <a:pt x="358" y="483"/>
                    </a:cubicBezTo>
                    <a:cubicBezTo>
                      <a:pt x="357" y="484"/>
                      <a:pt x="357" y="484"/>
                      <a:pt x="357" y="484"/>
                    </a:cubicBezTo>
                    <a:cubicBezTo>
                      <a:pt x="359" y="486"/>
                      <a:pt x="359" y="486"/>
                      <a:pt x="359" y="486"/>
                    </a:cubicBezTo>
                    <a:cubicBezTo>
                      <a:pt x="362" y="486"/>
                      <a:pt x="362" y="486"/>
                      <a:pt x="362" y="486"/>
                    </a:cubicBezTo>
                    <a:cubicBezTo>
                      <a:pt x="365" y="485"/>
                      <a:pt x="365" y="485"/>
                      <a:pt x="365" y="485"/>
                    </a:cubicBezTo>
                    <a:cubicBezTo>
                      <a:pt x="368" y="482"/>
                      <a:pt x="368" y="482"/>
                      <a:pt x="368" y="482"/>
                    </a:cubicBezTo>
                    <a:cubicBezTo>
                      <a:pt x="371" y="482"/>
                      <a:pt x="371" y="482"/>
                      <a:pt x="371" y="482"/>
                    </a:cubicBezTo>
                    <a:cubicBezTo>
                      <a:pt x="372" y="480"/>
                      <a:pt x="372" y="480"/>
                      <a:pt x="372" y="480"/>
                    </a:cubicBezTo>
                    <a:cubicBezTo>
                      <a:pt x="374" y="480"/>
                      <a:pt x="374" y="480"/>
                      <a:pt x="374" y="480"/>
                    </a:cubicBezTo>
                    <a:cubicBezTo>
                      <a:pt x="376" y="480"/>
                      <a:pt x="376" y="480"/>
                      <a:pt x="376" y="480"/>
                    </a:cubicBezTo>
                    <a:cubicBezTo>
                      <a:pt x="377" y="480"/>
                      <a:pt x="377" y="480"/>
                      <a:pt x="377" y="480"/>
                    </a:cubicBezTo>
                    <a:cubicBezTo>
                      <a:pt x="379" y="480"/>
                      <a:pt x="379" y="480"/>
                      <a:pt x="379" y="480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82"/>
                      <a:pt x="385" y="482"/>
                      <a:pt x="385" y="482"/>
                    </a:cubicBezTo>
                    <a:cubicBezTo>
                      <a:pt x="387" y="484"/>
                      <a:pt x="387" y="484"/>
                      <a:pt x="387" y="484"/>
                    </a:cubicBezTo>
                    <a:cubicBezTo>
                      <a:pt x="390" y="484"/>
                      <a:pt x="390" y="484"/>
                      <a:pt x="390" y="484"/>
                    </a:cubicBezTo>
                    <a:cubicBezTo>
                      <a:pt x="393" y="485"/>
                      <a:pt x="393" y="485"/>
                      <a:pt x="393" y="485"/>
                    </a:cubicBezTo>
                    <a:cubicBezTo>
                      <a:pt x="395" y="486"/>
                      <a:pt x="395" y="486"/>
                      <a:pt x="395" y="486"/>
                    </a:cubicBezTo>
                    <a:cubicBezTo>
                      <a:pt x="399" y="489"/>
                      <a:pt x="399" y="489"/>
                      <a:pt x="399" y="489"/>
                    </a:cubicBezTo>
                    <a:cubicBezTo>
                      <a:pt x="400" y="491"/>
                      <a:pt x="400" y="491"/>
                      <a:pt x="400" y="491"/>
                    </a:cubicBezTo>
                    <a:cubicBezTo>
                      <a:pt x="402" y="491"/>
                      <a:pt x="402" y="491"/>
                      <a:pt x="402" y="491"/>
                    </a:cubicBezTo>
                    <a:cubicBezTo>
                      <a:pt x="402" y="492"/>
                      <a:pt x="402" y="492"/>
                      <a:pt x="402" y="492"/>
                    </a:cubicBezTo>
                    <a:cubicBezTo>
                      <a:pt x="403" y="493"/>
                      <a:pt x="403" y="493"/>
                      <a:pt x="403" y="493"/>
                    </a:cubicBezTo>
                    <a:cubicBezTo>
                      <a:pt x="404" y="493"/>
                      <a:pt x="404" y="493"/>
                      <a:pt x="404" y="493"/>
                    </a:cubicBezTo>
                    <a:cubicBezTo>
                      <a:pt x="405" y="494"/>
                      <a:pt x="405" y="494"/>
                      <a:pt x="405" y="494"/>
                    </a:cubicBezTo>
                    <a:cubicBezTo>
                      <a:pt x="406" y="495"/>
                      <a:pt x="406" y="495"/>
                      <a:pt x="406" y="495"/>
                    </a:cubicBezTo>
                    <a:cubicBezTo>
                      <a:pt x="407" y="495"/>
                      <a:pt x="407" y="495"/>
                      <a:pt x="407" y="495"/>
                    </a:cubicBezTo>
                    <a:cubicBezTo>
                      <a:pt x="408" y="497"/>
                      <a:pt x="408" y="497"/>
                      <a:pt x="408" y="497"/>
                    </a:cubicBezTo>
                    <a:cubicBezTo>
                      <a:pt x="410" y="497"/>
                      <a:pt x="410" y="497"/>
                      <a:pt x="410" y="497"/>
                    </a:cubicBezTo>
                    <a:cubicBezTo>
                      <a:pt x="411" y="497"/>
                      <a:pt x="411" y="497"/>
                      <a:pt x="411" y="497"/>
                    </a:cubicBezTo>
                    <a:cubicBezTo>
                      <a:pt x="412" y="497"/>
                      <a:pt x="412" y="497"/>
                      <a:pt x="412" y="497"/>
                    </a:cubicBezTo>
                    <a:cubicBezTo>
                      <a:pt x="413" y="498"/>
                      <a:pt x="413" y="498"/>
                      <a:pt x="413" y="498"/>
                    </a:cubicBezTo>
                    <a:cubicBezTo>
                      <a:pt x="413" y="499"/>
                      <a:pt x="413" y="499"/>
                      <a:pt x="413" y="499"/>
                    </a:cubicBezTo>
                    <a:cubicBezTo>
                      <a:pt x="415" y="499"/>
                      <a:pt x="415" y="499"/>
                      <a:pt x="415" y="499"/>
                    </a:cubicBezTo>
                    <a:cubicBezTo>
                      <a:pt x="417" y="502"/>
                      <a:pt x="417" y="502"/>
                      <a:pt x="417" y="502"/>
                    </a:cubicBezTo>
                    <a:cubicBezTo>
                      <a:pt x="417" y="503"/>
                      <a:pt x="417" y="503"/>
                      <a:pt x="417" y="503"/>
                    </a:cubicBezTo>
                    <a:cubicBezTo>
                      <a:pt x="418" y="505"/>
                      <a:pt x="418" y="505"/>
                      <a:pt x="418" y="505"/>
                    </a:cubicBezTo>
                    <a:cubicBezTo>
                      <a:pt x="419" y="508"/>
                      <a:pt x="419" y="508"/>
                      <a:pt x="419" y="508"/>
                    </a:cubicBezTo>
                    <a:cubicBezTo>
                      <a:pt x="418" y="508"/>
                      <a:pt x="418" y="508"/>
                      <a:pt x="418" y="508"/>
                    </a:cubicBezTo>
                    <a:lnTo>
                      <a:pt x="419" y="509"/>
                    </a:lnTo>
                    <a:close/>
                    <a:moveTo>
                      <a:pt x="427" y="217"/>
                    </a:moveTo>
                    <a:cubicBezTo>
                      <a:pt x="427" y="217"/>
                      <a:pt x="427" y="217"/>
                      <a:pt x="427" y="217"/>
                    </a:cubicBezTo>
                    <a:cubicBezTo>
                      <a:pt x="428" y="216"/>
                      <a:pt x="428" y="216"/>
                      <a:pt x="428" y="216"/>
                    </a:cubicBezTo>
                    <a:lnTo>
                      <a:pt x="427" y="217"/>
                    </a:lnTo>
                    <a:close/>
                    <a:moveTo>
                      <a:pt x="429" y="216"/>
                    </a:moveTo>
                    <a:cubicBezTo>
                      <a:pt x="429" y="216"/>
                      <a:pt x="429" y="216"/>
                      <a:pt x="429" y="216"/>
                    </a:cubicBezTo>
                    <a:cubicBezTo>
                      <a:pt x="429" y="216"/>
                      <a:pt x="429" y="216"/>
                      <a:pt x="429" y="216"/>
                    </a:cubicBezTo>
                    <a:close/>
                    <a:moveTo>
                      <a:pt x="435" y="216"/>
                    </a:move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5" y="216"/>
                      <a:pt x="435" y="216"/>
                      <a:pt x="435" y="216"/>
                    </a:cubicBezTo>
                    <a:cubicBezTo>
                      <a:pt x="435" y="216"/>
                      <a:pt x="435" y="216"/>
                      <a:pt x="435" y="216"/>
                    </a:cubicBezTo>
                    <a:close/>
                    <a:moveTo>
                      <a:pt x="438" y="213"/>
                    </a:moveTo>
                    <a:cubicBezTo>
                      <a:pt x="438" y="213"/>
                      <a:pt x="438" y="213"/>
                      <a:pt x="438" y="213"/>
                    </a:cubicBezTo>
                    <a:cubicBezTo>
                      <a:pt x="437" y="213"/>
                      <a:pt x="437" y="213"/>
                      <a:pt x="437" y="213"/>
                    </a:cubicBezTo>
                    <a:cubicBezTo>
                      <a:pt x="437" y="212"/>
                      <a:pt x="437" y="212"/>
                      <a:pt x="437" y="212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9" y="213"/>
                      <a:pt x="439" y="213"/>
                      <a:pt x="439" y="213"/>
                    </a:cubicBezTo>
                    <a:lnTo>
                      <a:pt x="438" y="213"/>
                    </a:lnTo>
                    <a:close/>
                    <a:moveTo>
                      <a:pt x="444" y="217"/>
                    </a:move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2" y="218"/>
                      <a:pt x="442" y="218"/>
                      <a:pt x="442" y="218"/>
                    </a:cubicBezTo>
                    <a:cubicBezTo>
                      <a:pt x="442" y="217"/>
                      <a:pt x="442" y="217"/>
                      <a:pt x="442" y="217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43" y="216"/>
                      <a:pt x="443" y="216"/>
                      <a:pt x="443" y="216"/>
                    </a:cubicBezTo>
                    <a:cubicBezTo>
                      <a:pt x="444" y="216"/>
                      <a:pt x="444" y="216"/>
                      <a:pt x="444" y="216"/>
                    </a:cubicBez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5" y="217"/>
                      <a:pt x="445" y="217"/>
                      <a:pt x="445" y="217"/>
                    </a:cubicBezTo>
                    <a:lnTo>
                      <a:pt x="444" y="217"/>
                    </a:lnTo>
                    <a:close/>
                    <a:moveTo>
                      <a:pt x="447" y="217"/>
                    </a:moveTo>
                    <a:cubicBezTo>
                      <a:pt x="446" y="217"/>
                      <a:pt x="446" y="217"/>
                      <a:pt x="446" y="217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7" y="217"/>
                      <a:pt x="447" y="217"/>
                      <a:pt x="447" y="217"/>
                    </a:cubicBezTo>
                    <a:close/>
                    <a:moveTo>
                      <a:pt x="466" y="208"/>
                    </a:moveTo>
                    <a:cubicBezTo>
                      <a:pt x="466" y="208"/>
                      <a:pt x="466" y="208"/>
                      <a:pt x="466" y="208"/>
                    </a:cubicBezTo>
                    <a:cubicBezTo>
                      <a:pt x="466" y="208"/>
                      <a:pt x="466" y="208"/>
                      <a:pt x="466" y="208"/>
                    </a:cubicBezTo>
                    <a:close/>
                    <a:moveTo>
                      <a:pt x="540" y="228"/>
                    </a:move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39" y="229"/>
                      <a:pt x="539" y="229"/>
                      <a:pt x="539" y="229"/>
                    </a:cubicBezTo>
                    <a:cubicBezTo>
                      <a:pt x="540" y="228"/>
                      <a:pt x="540" y="228"/>
                      <a:pt x="540" y="228"/>
                    </a:cubicBezTo>
                    <a:cubicBezTo>
                      <a:pt x="542" y="228"/>
                      <a:pt x="542" y="228"/>
                      <a:pt x="542" y="228"/>
                    </a:cubicBezTo>
                    <a:cubicBezTo>
                      <a:pt x="542" y="227"/>
                      <a:pt x="542" y="227"/>
                      <a:pt x="542" y="227"/>
                    </a:cubicBezTo>
                    <a:lnTo>
                      <a:pt x="540" y="228"/>
                    </a:lnTo>
                    <a:close/>
                    <a:moveTo>
                      <a:pt x="544" y="227"/>
                    </a:moveTo>
                    <a:cubicBezTo>
                      <a:pt x="544" y="227"/>
                      <a:pt x="544" y="227"/>
                      <a:pt x="544" y="227"/>
                    </a:cubicBezTo>
                    <a:cubicBezTo>
                      <a:pt x="544" y="227"/>
                      <a:pt x="544" y="227"/>
                      <a:pt x="544" y="227"/>
                    </a:cubicBezTo>
                    <a:close/>
                    <a:moveTo>
                      <a:pt x="544" y="229"/>
                    </a:moveTo>
                    <a:cubicBezTo>
                      <a:pt x="544" y="229"/>
                      <a:pt x="544" y="229"/>
                      <a:pt x="544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lnTo>
                      <a:pt x="544" y="229"/>
                    </a:lnTo>
                    <a:close/>
                    <a:moveTo>
                      <a:pt x="546" y="227"/>
                    </a:moveTo>
                    <a:cubicBezTo>
                      <a:pt x="547" y="226"/>
                      <a:pt x="547" y="226"/>
                      <a:pt x="547" y="226"/>
                    </a:cubicBezTo>
                    <a:cubicBezTo>
                      <a:pt x="548" y="227"/>
                      <a:pt x="548" y="227"/>
                      <a:pt x="548" y="227"/>
                    </a:cubicBezTo>
                    <a:cubicBezTo>
                      <a:pt x="547" y="227"/>
                      <a:pt x="547" y="227"/>
                      <a:pt x="547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lose/>
                    <a:moveTo>
                      <a:pt x="546" y="231"/>
                    </a:moveTo>
                    <a:cubicBezTo>
                      <a:pt x="545" y="230"/>
                      <a:pt x="545" y="230"/>
                      <a:pt x="545" y="230"/>
                    </a:cubicBezTo>
                    <a:cubicBezTo>
                      <a:pt x="547" y="231"/>
                      <a:pt x="547" y="231"/>
                      <a:pt x="547" y="231"/>
                    </a:cubicBezTo>
                    <a:lnTo>
                      <a:pt x="546" y="231"/>
                    </a:lnTo>
                    <a:close/>
                    <a:moveTo>
                      <a:pt x="591" y="209"/>
                    </a:moveTo>
                    <a:cubicBezTo>
                      <a:pt x="589" y="208"/>
                      <a:pt x="589" y="208"/>
                      <a:pt x="589" y="208"/>
                    </a:cubicBezTo>
                    <a:cubicBezTo>
                      <a:pt x="587" y="207"/>
                      <a:pt x="587" y="207"/>
                      <a:pt x="587" y="207"/>
                    </a:cubicBezTo>
                    <a:cubicBezTo>
                      <a:pt x="586" y="207"/>
                      <a:pt x="586" y="207"/>
                      <a:pt x="586" y="207"/>
                    </a:cubicBezTo>
                    <a:cubicBezTo>
                      <a:pt x="587" y="206"/>
                      <a:pt x="587" y="206"/>
                      <a:pt x="587" y="206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5"/>
                      <a:pt x="587" y="205"/>
                      <a:pt x="587" y="205"/>
                    </a:cubicBezTo>
                    <a:cubicBezTo>
                      <a:pt x="588" y="207"/>
                      <a:pt x="588" y="207"/>
                      <a:pt x="588" y="207"/>
                    </a:cubicBezTo>
                    <a:cubicBezTo>
                      <a:pt x="590" y="207"/>
                      <a:pt x="590" y="207"/>
                      <a:pt x="590" y="207"/>
                    </a:cubicBezTo>
                    <a:cubicBezTo>
                      <a:pt x="591" y="209"/>
                      <a:pt x="591" y="209"/>
                      <a:pt x="591" y="209"/>
                    </a:cubicBezTo>
                    <a:cubicBezTo>
                      <a:pt x="592" y="209"/>
                      <a:pt x="592" y="209"/>
                      <a:pt x="592" y="209"/>
                    </a:cubicBezTo>
                    <a:lnTo>
                      <a:pt x="591" y="209"/>
                    </a:lnTo>
                    <a:close/>
                    <a:moveTo>
                      <a:pt x="596" y="208"/>
                    </a:moveTo>
                    <a:cubicBezTo>
                      <a:pt x="594" y="208"/>
                      <a:pt x="594" y="208"/>
                      <a:pt x="594" y="208"/>
                    </a:cubicBezTo>
                    <a:cubicBezTo>
                      <a:pt x="594" y="207"/>
                      <a:pt x="594" y="207"/>
                      <a:pt x="594" y="207"/>
                    </a:cubicBezTo>
                    <a:cubicBezTo>
                      <a:pt x="595" y="208"/>
                      <a:pt x="595" y="208"/>
                      <a:pt x="595" y="208"/>
                    </a:cubicBezTo>
                    <a:cubicBezTo>
                      <a:pt x="596" y="208"/>
                      <a:pt x="596" y="208"/>
                      <a:pt x="596" y="208"/>
                    </a:cubicBezTo>
                    <a:close/>
                    <a:moveTo>
                      <a:pt x="604" y="154"/>
                    </a:move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6" y="156"/>
                      <a:pt x="606" y="156"/>
                      <a:pt x="606" y="156"/>
                    </a:cubicBez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4" y="155"/>
                      <a:pt x="604" y="155"/>
                      <a:pt x="604" y="155"/>
                    </a:cubicBezTo>
                    <a:lnTo>
                      <a:pt x="604" y="154"/>
                    </a:lnTo>
                    <a:close/>
                    <a:moveTo>
                      <a:pt x="605" y="163"/>
                    </a:moveTo>
                    <a:cubicBezTo>
                      <a:pt x="605" y="163"/>
                      <a:pt x="605" y="163"/>
                      <a:pt x="605" y="163"/>
                    </a:cubicBezTo>
                    <a:cubicBezTo>
                      <a:pt x="605" y="163"/>
                      <a:pt x="605" y="163"/>
                      <a:pt x="605" y="163"/>
                    </a:cubicBezTo>
                    <a:close/>
                    <a:moveTo>
                      <a:pt x="603" y="155"/>
                    </a:moveTo>
                    <a:cubicBezTo>
                      <a:pt x="604" y="156"/>
                      <a:pt x="604" y="156"/>
                      <a:pt x="604" y="156"/>
                    </a:cubicBezTo>
                    <a:cubicBezTo>
                      <a:pt x="604" y="156"/>
                      <a:pt x="604" y="156"/>
                      <a:pt x="604" y="156"/>
                    </a:cubicBezTo>
                    <a:lnTo>
                      <a:pt x="603" y="155"/>
                    </a:lnTo>
                    <a:close/>
                    <a:moveTo>
                      <a:pt x="605" y="167"/>
                    </a:moveTo>
                    <a:cubicBezTo>
                      <a:pt x="604" y="166"/>
                      <a:pt x="604" y="166"/>
                      <a:pt x="604" y="166"/>
                    </a:cubicBezTo>
                    <a:cubicBezTo>
                      <a:pt x="604" y="165"/>
                      <a:pt x="604" y="165"/>
                      <a:pt x="604" y="165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6" y="167"/>
                      <a:pt x="606" y="167"/>
                      <a:pt x="606" y="167"/>
                    </a:cubicBezTo>
                    <a:lnTo>
                      <a:pt x="605" y="167"/>
                    </a:lnTo>
                    <a:close/>
                    <a:moveTo>
                      <a:pt x="607" y="164"/>
                    </a:moveTo>
                    <a:cubicBezTo>
                      <a:pt x="607" y="164"/>
                      <a:pt x="607" y="164"/>
                      <a:pt x="607" y="164"/>
                    </a:cubicBezTo>
                    <a:cubicBezTo>
                      <a:pt x="605" y="164"/>
                      <a:pt x="605" y="164"/>
                      <a:pt x="605" y="164"/>
                    </a:cubicBezTo>
                    <a:cubicBezTo>
                      <a:pt x="606" y="162"/>
                      <a:pt x="606" y="162"/>
                      <a:pt x="606" y="162"/>
                    </a:cubicBezTo>
                    <a:cubicBezTo>
                      <a:pt x="607" y="162"/>
                      <a:pt x="607" y="162"/>
                      <a:pt x="607" y="162"/>
                    </a:cubicBezTo>
                    <a:cubicBezTo>
                      <a:pt x="608" y="163"/>
                      <a:pt x="608" y="163"/>
                      <a:pt x="608" y="163"/>
                    </a:cubicBezTo>
                    <a:lnTo>
                      <a:pt x="607" y="164"/>
                    </a:lnTo>
                    <a:close/>
                    <a:moveTo>
                      <a:pt x="606" y="159"/>
                    </a:moveTo>
                    <a:cubicBezTo>
                      <a:pt x="606" y="160"/>
                      <a:pt x="606" y="160"/>
                      <a:pt x="606" y="160"/>
                    </a:cubicBezTo>
                    <a:cubicBezTo>
                      <a:pt x="606" y="159"/>
                      <a:pt x="606" y="159"/>
                      <a:pt x="606" y="159"/>
                    </a:cubicBezTo>
                    <a:cubicBezTo>
                      <a:pt x="608" y="160"/>
                      <a:pt x="608" y="160"/>
                      <a:pt x="608" y="160"/>
                    </a:cubicBezTo>
                    <a:lnTo>
                      <a:pt x="606" y="159"/>
                    </a:lnTo>
                    <a:close/>
                    <a:moveTo>
                      <a:pt x="613" y="172"/>
                    </a:moveTo>
                    <a:cubicBezTo>
                      <a:pt x="612" y="171"/>
                      <a:pt x="612" y="171"/>
                      <a:pt x="612" y="171"/>
                    </a:cubicBezTo>
                    <a:cubicBezTo>
                      <a:pt x="612" y="170"/>
                      <a:pt x="612" y="170"/>
                      <a:pt x="612" y="170"/>
                    </a:cubicBezTo>
                    <a:cubicBezTo>
                      <a:pt x="613" y="171"/>
                      <a:pt x="613" y="171"/>
                      <a:pt x="613" y="171"/>
                    </a:cubicBezTo>
                    <a:cubicBezTo>
                      <a:pt x="616" y="172"/>
                      <a:pt x="616" y="172"/>
                      <a:pt x="616" y="172"/>
                    </a:cubicBezTo>
                    <a:lnTo>
                      <a:pt x="613" y="172"/>
                    </a:lnTo>
                    <a:close/>
                    <a:moveTo>
                      <a:pt x="618" y="172"/>
                    </a:moveTo>
                    <a:cubicBezTo>
                      <a:pt x="618" y="174"/>
                      <a:pt x="618" y="174"/>
                      <a:pt x="618" y="174"/>
                    </a:cubicBezTo>
                    <a:cubicBezTo>
                      <a:pt x="616" y="172"/>
                      <a:pt x="616" y="172"/>
                      <a:pt x="616" y="172"/>
                    </a:cubicBezTo>
                    <a:cubicBezTo>
                      <a:pt x="617" y="172"/>
                      <a:pt x="617" y="172"/>
                      <a:pt x="617" y="172"/>
                    </a:cubicBezTo>
                    <a:cubicBezTo>
                      <a:pt x="618" y="172"/>
                      <a:pt x="618" y="172"/>
                      <a:pt x="618" y="172"/>
                    </a:cubicBezTo>
                    <a:cubicBezTo>
                      <a:pt x="619" y="172"/>
                      <a:pt x="619" y="172"/>
                      <a:pt x="619" y="172"/>
                    </a:cubicBezTo>
                    <a:lnTo>
                      <a:pt x="618" y="172"/>
                    </a:lnTo>
                    <a:close/>
                    <a:moveTo>
                      <a:pt x="643" y="43"/>
                    </a:moveTo>
                    <a:cubicBezTo>
                      <a:pt x="642" y="42"/>
                      <a:pt x="642" y="42"/>
                      <a:pt x="642" y="42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3" y="40"/>
                      <a:pt x="643" y="40"/>
                      <a:pt x="643" y="40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45" y="43"/>
                      <a:pt x="645" y="43"/>
                      <a:pt x="645" y="43"/>
                    </a:cubicBezTo>
                    <a:lnTo>
                      <a:pt x="643" y="43"/>
                    </a:lnTo>
                    <a:close/>
                    <a:moveTo>
                      <a:pt x="646" y="48"/>
                    </a:moveTo>
                    <a:cubicBezTo>
                      <a:pt x="645" y="48"/>
                      <a:pt x="645" y="48"/>
                      <a:pt x="645" y="48"/>
                    </a:cubicBezTo>
                    <a:cubicBezTo>
                      <a:pt x="646" y="46"/>
                      <a:pt x="646" y="46"/>
                      <a:pt x="646" y="46"/>
                    </a:cubicBezTo>
                    <a:cubicBezTo>
                      <a:pt x="645" y="45"/>
                      <a:pt x="645" y="45"/>
                      <a:pt x="645" y="45"/>
                    </a:cubicBezTo>
                    <a:cubicBezTo>
                      <a:pt x="645" y="43"/>
                      <a:pt x="645" y="43"/>
                      <a:pt x="645" y="43"/>
                    </a:cubicBezTo>
                    <a:cubicBezTo>
                      <a:pt x="646" y="43"/>
                      <a:pt x="646" y="43"/>
                      <a:pt x="646" y="43"/>
                    </a:cubicBezTo>
                    <a:cubicBezTo>
                      <a:pt x="647" y="46"/>
                      <a:pt x="647" y="46"/>
                      <a:pt x="647" y="46"/>
                    </a:cubicBezTo>
                    <a:lnTo>
                      <a:pt x="646" y="48"/>
                    </a:lnTo>
                    <a:close/>
                    <a:moveTo>
                      <a:pt x="713" y="92"/>
                    </a:moveTo>
                    <a:cubicBezTo>
                      <a:pt x="713" y="93"/>
                      <a:pt x="713" y="93"/>
                      <a:pt x="713" y="93"/>
                    </a:cubicBezTo>
                    <a:cubicBezTo>
                      <a:pt x="713" y="94"/>
                      <a:pt x="713" y="94"/>
                      <a:pt x="713" y="94"/>
                    </a:cubicBezTo>
                    <a:cubicBezTo>
                      <a:pt x="713" y="95"/>
                      <a:pt x="713" y="95"/>
                      <a:pt x="713" y="95"/>
                    </a:cubicBezTo>
                    <a:cubicBezTo>
                      <a:pt x="712" y="96"/>
                      <a:pt x="712" y="96"/>
                      <a:pt x="712" y="96"/>
                    </a:cubicBezTo>
                    <a:cubicBezTo>
                      <a:pt x="713" y="91"/>
                      <a:pt x="713" y="91"/>
                      <a:pt x="713" y="91"/>
                    </a:cubicBezTo>
                    <a:cubicBezTo>
                      <a:pt x="712" y="91"/>
                      <a:pt x="712" y="91"/>
                      <a:pt x="712" y="91"/>
                    </a:cubicBezTo>
                    <a:cubicBezTo>
                      <a:pt x="712" y="90"/>
                      <a:pt x="712" y="90"/>
                      <a:pt x="712" y="90"/>
                    </a:cubicBezTo>
                    <a:cubicBezTo>
                      <a:pt x="712" y="89"/>
                      <a:pt x="712" y="89"/>
                      <a:pt x="712" y="89"/>
                    </a:cubicBezTo>
                    <a:cubicBezTo>
                      <a:pt x="712" y="88"/>
                      <a:pt x="712" y="88"/>
                      <a:pt x="712" y="88"/>
                    </a:cubicBezTo>
                    <a:cubicBezTo>
                      <a:pt x="713" y="89"/>
                      <a:pt x="713" y="89"/>
                      <a:pt x="713" y="89"/>
                    </a:cubicBezTo>
                    <a:cubicBezTo>
                      <a:pt x="715" y="92"/>
                      <a:pt x="715" y="92"/>
                      <a:pt x="715" y="92"/>
                    </a:cubicBezTo>
                    <a:lnTo>
                      <a:pt x="713" y="92"/>
                    </a:lnTo>
                    <a:close/>
                    <a:moveTo>
                      <a:pt x="797" y="662"/>
                    </a:move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lnTo>
                      <a:pt x="797" y="662"/>
                    </a:lnTo>
                    <a:close/>
                    <a:moveTo>
                      <a:pt x="798" y="662"/>
                    </a:move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3"/>
                      <a:pt x="798" y="663"/>
                      <a:pt x="798" y="663"/>
                    </a:cubicBezTo>
                    <a:lnTo>
                      <a:pt x="798" y="662"/>
                    </a:lnTo>
                    <a:close/>
                    <a:moveTo>
                      <a:pt x="799" y="665"/>
                    </a:moveTo>
                    <a:cubicBezTo>
                      <a:pt x="799" y="665"/>
                      <a:pt x="799" y="665"/>
                      <a:pt x="799" y="665"/>
                    </a:cubicBezTo>
                    <a:cubicBezTo>
                      <a:pt x="799" y="665"/>
                      <a:pt x="799" y="665"/>
                      <a:pt x="799" y="665"/>
                    </a:cubicBezTo>
                    <a:close/>
                    <a:moveTo>
                      <a:pt x="803" y="663"/>
                    </a:move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2" y="663"/>
                      <a:pt x="802" y="663"/>
                      <a:pt x="802" y="663"/>
                    </a:cubicBezTo>
                    <a:cubicBezTo>
                      <a:pt x="803" y="663"/>
                      <a:pt x="803" y="663"/>
                      <a:pt x="803" y="663"/>
                    </a:cubicBezTo>
                    <a:cubicBezTo>
                      <a:pt x="803" y="664"/>
                      <a:pt x="803" y="664"/>
                      <a:pt x="803" y="664"/>
                    </a:cubicBezTo>
                    <a:lnTo>
                      <a:pt x="803" y="66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1" name="Freeform 6310">
                <a:extLst>
                  <a:ext uri="{FF2B5EF4-FFF2-40B4-BE49-F238E27FC236}">
                    <a16:creationId xmlns:a16="http://schemas.microsoft.com/office/drawing/2014/main" id="{F6210053-378C-4D9E-BEC3-564A3D08F7F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662" y="2730"/>
                <a:ext cx="36" cy="57"/>
              </a:xfrm>
              <a:custGeom>
                <a:avLst/>
                <a:gdLst>
                  <a:gd name="T0" fmla="*/ 34 w 36"/>
                  <a:gd name="T1" fmla="*/ 37 h 57"/>
                  <a:gd name="T2" fmla="*/ 34 w 36"/>
                  <a:gd name="T3" fmla="*/ 35 h 57"/>
                  <a:gd name="T4" fmla="*/ 34 w 36"/>
                  <a:gd name="T5" fmla="*/ 33 h 57"/>
                  <a:gd name="T6" fmla="*/ 32 w 36"/>
                  <a:gd name="T7" fmla="*/ 31 h 57"/>
                  <a:gd name="T8" fmla="*/ 30 w 36"/>
                  <a:gd name="T9" fmla="*/ 26 h 57"/>
                  <a:gd name="T10" fmla="*/ 28 w 36"/>
                  <a:gd name="T11" fmla="*/ 20 h 57"/>
                  <a:gd name="T12" fmla="*/ 26 w 36"/>
                  <a:gd name="T13" fmla="*/ 20 h 57"/>
                  <a:gd name="T14" fmla="*/ 26 w 36"/>
                  <a:gd name="T15" fmla="*/ 20 h 57"/>
                  <a:gd name="T16" fmla="*/ 26 w 36"/>
                  <a:gd name="T17" fmla="*/ 18 h 57"/>
                  <a:gd name="T18" fmla="*/ 24 w 36"/>
                  <a:gd name="T19" fmla="*/ 16 h 57"/>
                  <a:gd name="T20" fmla="*/ 23 w 36"/>
                  <a:gd name="T21" fmla="*/ 13 h 57"/>
                  <a:gd name="T22" fmla="*/ 21 w 36"/>
                  <a:gd name="T23" fmla="*/ 13 h 57"/>
                  <a:gd name="T24" fmla="*/ 21 w 36"/>
                  <a:gd name="T25" fmla="*/ 11 h 57"/>
                  <a:gd name="T26" fmla="*/ 21 w 36"/>
                  <a:gd name="T27" fmla="*/ 13 h 57"/>
                  <a:gd name="T28" fmla="*/ 19 w 36"/>
                  <a:gd name="T29" fmla="*/ 9 h 57"/>
                  <a:gd name="T30" fmla="*/ 19 w 36"/>
                  <a:gd name="T31" fmla="*/ 9 h 57"/>
                  <a:gd name="T32" fmla="*/ 19 w 36"/>
                  <a:gd name="T33" fmla="*/ 9 h 57"/>
                  <a:gd name="T34" fmla="*/ 19 w 36"/>
                  <a:gd name="T35" fmla="*/ 7 h 57"/>
                  <a:gd name="T36" fmla="*/ 15 w 36"/>
                  <a:gd name="T37" fmla="*/ 5 h 57"/>
                  <a:gd name="T38" fmla="*/ 15 w 36"/>
                  <a:gd name="T39" fmla="*/ 2 h 57"/>
                  <a:gd name="T40" fmla="*/ 11 w 36"/>
                  <a:gd name="T41" fmla="*/ 2 h 57"/>
                  <a:gd name="T42" fmla="*/ 11 w 36"/>
                  <a:gd name="T43" fmla="*/ 2 h 57"/>
                  <a:gd name="T44" fmla="*/ 10 w 36"/>
                  <a:gd name="T45" fmla="*/ 0 h 57"/>
                  <a:gd name="T46" fmla="*/ 4 w 36"/>
                  <a:gd name="T47" fmla="*/ 2 h 57"/>
                  <a:gd name="T48" fmla="*/ 4 w 36"/>
                  <a:gd name="T49" fmla="*/ 3 h 57"/>
                  <a:gd name="T50" fmla="*/ 8 w 36"/>
                  <a:gd name="T51" fmla="*/ 7 h 57"/>
                  <a:gd name="T52" fmla="*/ 8 w 36"/>
                  <a:gd name="T53" fmla="*/ 7 h 57"/>
                  <a:gd name="T54" fmla="*/ 8 w 36"/>
                  <a:gd name="T55" fmla="*/ 7 h 57"/>
                  <a:gd name="T56" fmla="*/ 8 w 36"/>
                  <a:gd name="T57" fmla="*/ 9 h 57"/>
                  <a:gd name="T58" fmla="*/ 8 w 36"/>
                  <a:gd name="T59" fmla="*/ 11 h 57"/>
                  <a:gd name="T60" fmla="*/ 8 w 36"/>
                  <a:gd name="T61" fmla="*/ 11 h 57"/>
                  <a:gd name="T62" fmla="*/ 8 w 36"/>
                  <a:gd name="T63" fmla="*/ 13 h 57"/>
                  <a:gd name="T64" fmla="*/ 6 w 36"/>
                  <a:gd name="T65" fmla="*/ 11 h 57"/>
                  <a:gd name="T66" fmla="*/ 2 w 36"/>
                  <a:gd name="T67" fmla="*/ 11 h 57"/>
                  <a:gd name="T68" fmla="*/ 2 w 36"/>
                  <a:gd name="T69" fmla="*/ 13 h 57"/>
                  <a:gd name="T70" fmla="*/ 4 w 36"/>
                  <a:gd name="T71" fmla="*/ 15 h 57"/>
                  <a:gd name="T72" fmla="*/ 4 w 36"/>
                  <a:gd name="T73" fmla="*/ 15 h 57"/>
                  <a:gd name="T74" fmla="*/ 4 w 36"/>
                  <a:gd name="T75" fmla="*/ 15 h 57"/>
                  <a:gd name="T76" fmla="*/ 6 w 36"/>
                  <a:gd name="T77" fmla="*/ 18 h 57"/>
                  <a:gd name="T78" fmla="*/ 6 w 36"/>
                  <a:gd name="T79" fmla="*/ 22 h 57"/>
                  <a:gd name="T80" fmla="*/ 2 w 36"/>
                  <a:gd name="T81" fmla="*/ 22 h 57"/>
                  <a:gd name="T82" fmla="*/ 2 w 36"/>
                  <a:gd name="T83" fmla="*/ 26 h 57"/>
                  <a:gd name="T84" fmla="*/ 0 w 36"/>
                  <a:gd name="T85" fmla="*/ 35 h 57"/>
                  <a:gd name="T86" fmla="*/ 2 w 36"/>
                  <a:gd name="T87" fmla="*/ 31 h 57"/>
                  <a:gd name="T88" fmla="*/ 4 w 36"/>
                  <a:gd name="T89" fmla="*/ 37 h 57"/>
                  <a:gd name="T90" fmla="*/ 4 w 36"/>
                  <a:gd name="T91" fmla="*/ 39 h 57"/>
                  <a:gd name="T92" fmla="*/ 8 w 36"/>
                  <a:gd name="T93" fmla="*/ 52 h 57"/>
                  <a:gd name="T94" fmla="*/ 10 w 36"/>
                  <a:gd name="T95" fmla="*/ 56 h 57"/>
                  <a:gd name="T96" fmla="*/ 13 w 36"/>
                  <a:gd name="T97" fmla="*/ 57 h 57"/>
                  <a:gd name="T98" fmla="*/ 17 w 36"/>
                  <a:gd name="T99" fmla="*/ 57 h 57"/>
                  <a:gd name="T100" fmla="*/ 23 w 36"/>
                  <a:gd name="T101" fmla="*/ 57 h 57"/>
                  <a:gd name="T102" fmla="*/ 26 w 36"/>
                  <a:gd name="T103" fmla="*/ 56 h 57"/>
                  <a:gd name="T104" fmla="*/ 32 w 36"/>
                  <a:gd name="T105" fmla="*/ 50 h 57"/>
                  <a:gd name="T106" fmla="*/ 34 w 36"/>
                  <a:gd name="T107" fmla="*/ 46 h 57"/>
                  <a:gd name="T108" fmla="*/ 34 w 36"/>
                  <a:gd name="T109" fmla="*/ 44 h 57"/>
                  <a:gd name="T110" fmla="*/ 34 w 36"/>
                  <a:gd name="T111" fmla="*/ 43 h 57"/>
                  <a:gd name="T112" fmla="*/ 36 w 36"/>
                  <a:gd name="T113" fmla="*/ 41 h 57"/>
                  <a:gd name="T114" fmla="*/ 34 w 36"/>
                  <a:gd name="T115" fmla="*/ 37 h 57"/>
                  <a:gd name="T116" fmla="*/ 4 w 36"/>
                  <a:gd name="T117" fmla="*/ 31 h 57"/>
                  <a:gd name="T118" fmla="*/ 4 w 36"/>
                  <a:gd name="T119" fmla="*/ 30 h 57"/>
                  <a:gd name="T120" fmla="*/ 4 w 36"/>
                  <a:gd name="T121" fmla="*/ 31 h 57"/>
                  <a:gd name="T122" fmla="*/ 4 w 36"/>
                  <a:gd name="T123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" h="57">
                    <a:moveTo>
                      <a:pt x="34" y="37"/>
                    </a:moveTo>
                    <a:lnTo>
                      <a:pt x="34" y="35"/>
                    </a:lnTo>
                    <a:lnTo>
                      <a:pt x="34" y="33"/>
                    </a:lnTo>
                    <a:lnTo>
                      <a:pt x="32" y="31"/>
                    </a:lnTo>
                    <a:lnTo>
                      <a:pt x="30" y="26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4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9"/>
                    </a:lnTo>
                    <a:lnTo>
                      <a:pt x="8" y="52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23" y="57"/>
                    </a:lnTo>
                    <a:lnTo>
                      <a:pt x="26" y="56"/>
                    </a:lnTo>
                    <a:lnTo>
                      <a:pt x="32" y="50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4" y="43"/>
                    </a:lnTo>
                    <a:lnTo>
                      <a:pt x="36" y="41"/>
                    </a:lnTo>
                    <a:lnTo>
                      <a:pt x="34" y="37"/>
                    </a:lnTo>
                    <a:close/>
                    <a:moveTo>
                      <a:pt x="4" y="31"/>
                    </a:moveTo>
                    <a:lnTo>
                      <a:pt x="4" y="30"/>
                    </a:lnTo>
                    <a:lnTo>
                      <a:pt x="4" y="31"/>
                    </a:lnTo>
                    <a:lnTo>
                      <a:pt x="4" y="3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2" name="Freeform 6311">
                <a:extLst>
                  <a:ext uri="{FF2B5EF4-FFF2-40B4-BE49-F238E27FC236}">
                    <a16:creationId xmlns:a16="http://schemas.microsoft.com/office/drawing/2014/main" id="{F3F6086B-2D8D-46AF-BD39-821F61C0FC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0" y="2023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6 h 11"/>
                  <a:gd name="T4" fmla="*/ 1 w 9"/>
                  <a:gd name="T5" fmla="*/ 9 h 11"/>
                  <a:gd name="T6" fmla="*/ 7 w 9"/>
                  <a:gd name="T7" fmla="*/ 11 h 11"/>
                  <a:gd name="T8" fmla="*/ 9 w 9"/>
                  <a:gd name="T9" fmla="*/ 8 h 11"/>
                  <a:gd name="T10" fmla="*/ 5 w 9"/>
                  <a:gd name="T11" fmla="*/ 4 h 11"/>
                  <a:gd name="T12" fmla="*/ 1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6"/>
                    </a:lnTo>
                    <a:lnTo>
                      <a:pt x="1" y="9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3" name="Freeform 6312">
                <a:extLst>
                  <a:ext uri="{FF2B5EF4-FFF2-40B4-BE49-F238E27FC236}">
                    <a16:creationId xmlns:a16="http://schemas.microsoft.com/office/drawing/2014/main" id="{2245DE49-0FBD-4079-A704-F93E854E5B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1986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2 w 9"/>
                  <a:gd name="T3" fmla="*/ 0 h 4"/>
                  <a:gd name="T4" fmla="*/ 0 w 9"/>
                  <a:gd name="T5" fmla="*/ 4 h 4"/>
                  <a:gd name="T6" fmla="*/ 4 w 9"/>
                  <a:gd name="T7" fmla="*/ 4 h 4"/>
                  <a:gd name="T8" fmla="*/ 9 w 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4" name="Freeform 6313">
                <a:extLst>
                  <a:ext uri="{FF2B5EF4-FFF2-40B4-BE49-F238E27FC236}">
                    <a16:creationId xmlns:a16="http://schemas.microsoft.com/office/drawing/2014/main" id="{DEC339E8-1DA7-453C-8B99-9517D401E3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3" y="1803"/>
                <a:ext cx="6" cy="8"/>
              </a:xfrm>
              <a:custGeom>
                <a:avLst/>
                <a:gdLst>
                  <a:gd name="T0" fmla="*/ 4 w 6"/>
                  <a:gd name="T1" fmla="*/ 8 h 8"/>
                  <a:gd name="T2" fmla="*/ 6 w 6"/>
                  <a:gd name="T3" fmla="*/ 4 h 8"/>
                  <a:gd name="T4" fmla="*/ 6 w 6"/>
                  <a:gd name="T5" fmla="*/ 2 h 8"/>
                  <a:gd name="T6" fmla="*/ 4 w 6"/>
                  <a:gd name="T7" fmla="*/ 0 h 8"/>
                  <a:gd name="T8" fmla="*/ 0 w 6"/>
                  <a:gd name="T9" fmla="*/ 4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5" name="Freeform 6314">
                <a:extLst>
                  <a:ext uri="{FF2B5EF4-FFF2-40B4-BE49-F238E27FC236}">
                    <a16:creationId xmlns:a16="http://schemas.microsoft.com/office/drawing/2014/main" id="{8B23E699-83FA-4D0B-973D-1CA7C0213E2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36" y="1857"/>
                <a:ext cx="8" cy="6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1 h 3"/>
                  <a:gd name="T6" fmla="*/ 4 w 4"/>
                  <a:gd name="T7" fmla="*/ 0 h 3"/>
                  <a:gd name="T8" fmla="*/ 0 w 4"/>
                  <a:gd name="T9" fmla="*/ 0 h 3"/>
                  <a:gd name="T10" fmla="*/ 3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6" name="Freeform 6315">
                <a:extLst>
                  <a:ext uri="{FF2B5EF4-FFF2-40B4-BE49-F238E27FC236}">
                    <a16:creationId xmlns:a16="http://schemas.microsoft.com/office/drawing/2014/main" id="{0DD5A43A-B242-4E30-91EB-B459C3D0C45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0" y="166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0 h 5"/>
                  <a:gd name="T6" fmla="*/ 1 w 5"/>
                  <a:gd name="T7" fmla="*/ 0 h 5"/>
                  <a:gd name="T8" fmla="*/ 0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7" name="Freeform 6316">
                <a:extLst>
                  <a:ext uri="{FF2B5EF4-FFF2-40B4-BE49-F238E27FC236}">
                    <a16:creationId xmlns:a16="http://schemas.microsoft.com/office/drawing/2014/main" id="{3A460D22-57E6-4484-B284-4B56C01812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69" y="1973"/>
                <a:ext cx="20" cy="26"/>
              </a:xfrm>
              <a:custGeom>
                <a:avLst/>
                <a:gdLst>
                  <a:gd name="T0" fmla="*/ 15 w 20"/>
                  <a:gd name="T1" fmla="*/ 0 h 26"/>
                  <a:gd name="T2" fmla="*/ 11 w 20"/>
                  <a:gd name="T3" fmla="*/ 4 h 26"/>
                  <a:gd name="T4" fmla="*/ 11 w 20"/>
                  <a:gd name="T5" fmla="*/ 2 h 26"/>
                  <a:gd name="T6" fmla="*/ 9 w 20"/>
                  <a:gd name="T7" fmla="*/ 4 h 26"/>
                  <a:gd name="T8" fmla="*/ 7 w 20"/>
                  <a:gd name="T9" fmla="*/ 4 h 26"/>
                  <a:gd name="T10" fmla="*/ 3 w 20"/>
                  <a:gd name="T11" fmla="*/ 7 h 26"/>
                  <a:gd name="T12" fmla="*/ 3 w 20"/>
                  <a:gd name="T13" fmla="*/ 9 h 26"/>
                  <a:gd name="T14" fmla="*/ 0 w 20"/>
                  <a:gd name="T15" fmla="*/ 11 h 26"/>
                  <a:gd name="T16" fmla="*/ 2 w 20"/>
                  <a:gd name="T17" fmla="*/ 15 h 26"/>
                  <a:gd name="T18" fmla="*/ 0 w 20"/>
                  <a:gd name="T19" fmla="*/ 15 h 26"/>
                  <a:gd name="T20" fmla="*/ 3 w 20"/>
                  <a:gd name="T21" fmla="*/ 20 h 26"/>
                  <a:gd name="T22" fmla="*/ 2 w 20"/>
                  <a:gd name="T23" fmla="*/ 22 h 26"/>
                  <a:gd name="T24" fmla="*/ 3 w 20"/>
                  <a:gd name="T25" fmla="*/ 26 h 26"/>
                  <a:gd name="T26" fmla="*/ 7 w 20"/>
                  <a:gd name="T27" fmla="*/ 24 h 26"/>
                  <a:gd name="T28" fmla="*/ 9 w 20"/>
                  <a:gd name="T29" fmla="*/ 20 h 26"/>
                  <a:gd name="T30" fmla="*/ 7 w 20"/>
                  <a:gd name="T31" fmla="*/ 20 h 26"/>
                  <a:gd name="T32" fmla="*/ 7 w 20"/>
                  <a:gd name="T33" fmla="*/ 20 h 26"/>
                  <a:gd name="T34" fmla="*/ 11 w 20"/>
                  <a:gd name="T35" fmla="*/ 17 h 26"/>
                  <a:gd name="T36" fmla="*/ 11 w 20"/>
                  <a:gd name="T37" fmla="*/ 15 h 26"/>
                  <a:gd name="T38" fmla="*/ 15 w 20"/>
                  <a:gd name="T39" fmla="*/ 13 h 26"/>
                  <a:gd name="T40" fmla="*/ 13 w 20"/>
                  <a:gd name="T41" fmla="*/ 11 h 26"/>
                  <a:gd name="T42" fmla="*/ 11 w 20"/>
                  <a:gd name="T43" fmla="*/ 9 h 26"/>
                  <a:gd name="T44" fmla="*/ 13 w 20"/>
                  <a:gd name="T45" fmla="*/ 7 h 26"/>
                  <a:gd name="T46" fmla="*/ 13 w 20"/>
                  <a:gd name="T47" fmla="*/ 5 h 26"/>
                  <a:gd name="T48" fmla="*/ 13 w 20"/>
                  <a:gd name="T49" fmla="*/ 5 h 26"/>
                  <a:gd name="T50" fmla="*/ 15 w 20"/>
                  <a:gd name="T51" fmla="*/ 5 h 26"/>
                  <a:gd name="T52" fmla="*/ 16 w 20"/>
                  <a:gd name="T53" fmla="*/ 4 h 26"/>
                  <a:gd name="T54" fmla="*/ 20 w 20"/>
                  <a:gd name="T55" fmla="*/ 4 h 26"/>
                  <a:gd name="T56" fmla="*/ 18 w 20"/>
                  <a:gd name="T57" fmla="*/ 0 h 26"/>
                  <a:gd name="T58" fmla="*/ 15 w 20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lnTo>
                      <a:pt x="11" y="4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3" y="26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20" y="4"/>
                    </a:lnTo>
                    <a:lnTo>
                      <a:pt x="18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8" name="Freeform 6317">
                <a:extLst>
                  <a:ext uri="{FF2B5EF4-FFF2-40B4-BE49-F238E27FC236}">
                    <a16:creationId xmlns:a16="http://schemas.microsoft.com/office/drawing/2014/main" id="{8271B4C2-F932-47F6-8AA5-7C0B4EBFB4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62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0 h 5"/>
                  <a:gd name="T4" fmla="*/ 0 w 5"/>
                  <a:gd name="T5" fmla="*/ 1 h 5"/>
                  <a:gd name="T6" fmla="*/ 2 w 5"/>
                  <a:gd name="T7" fmla="*/ 5 h 5"/>
                  <a:gd name="T8" fmla="*/ 5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9" name="Freeform 6318">
                <a:extLst>
                  <a:ext uri="{FF2B5EF4-FFF2-40B4-BE49-F238E27FC236}">
                    <a16:creationId xmlns:a16="http://schemas.microsoft.com/office/drawing/2014/main" id="{D46D1E5B-55EC-4FCB-89C7-4CA2B515DF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7" y="1924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0" name="Freeform 6319">
                <a:extLst>
                  <a:ext uri="{FF2B5EF4-FFF2-40B4-BE49-F238E27FC236}">
                    <a16:creationId xmlns:a16="http://schemas.microsoft.com/office/drawing/2014/main" id="{AD3F5CA0-C6D4-40C8-8D67-885599CCD1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17"/>
                <a:ext cx="13" cy="15"/>
              </a:xfrm>
              <a:custGeom>
                <a:avLst/>
                <a:gdLst>
                  <a:gd name="T0" fmla="*/ 11 w 13"/>
                  <a:gd name="T1" fmla="*/ 9 h 15"/>
                  <a:gd name="T2" fmla="*/ 9 w 13"/>
                  <a:gd name="T3" fmla="*/ 7 h 15"/>
                  <a:gd name="T4" fmla="*/ 13 w 13"/>
                  <a:gd name="T5" fmla="*/ 7 h 15"/>
                  <a:gd name="T6" fmla="*/ 11 w 13"/>
                  <a:gd name="T7" fmla="*/ 4 h 15"/>
                  <a:gd name="T8" fmla="*/ 7 w 13"/>
                  <a:gd name="T9" fmla="*/ 0 h 15"/>
                  <a:gd name="T10" fmla="*/ 4 w 13"/>
                  <a:gd name="T11" fmla="*/ 2 h 15"/>
                  <a:gd name="T12" fmla="*/ 4 w 13"/>
                  <a:gd name="T13" fmla="*/ 5 h 15"/>
                  <a:gd name="T14" fmla="*/ 4 w 13"/>
                  <a:gd name="T15" fmla="*/ 4 h 15"/>
                  <a:gd name="T16" fmla="*/ 0 w 13"/>
                  <a:gd name="T17" fmla="*/ 7 h 15"/>
                  <a:gd name="T18" fmla="*/ 4 w 13"/>
                  <a:gd name="T19" fmla="*/ 9 h 15"/>
                  <a:gd name="T20" fmla="*/ 5 w 13"/>
                  <a:gd name="T21" fmla="*/ 11 h 15"/>
                  <a:gd name="T22" fmla="*/ 7 w 13"/>
                  <a:gd name="T23" fmla="*/ 11 h 15"/>
                  <a:gd name="T24" fmla="*/ 11 w 13"/>
                  <a:gd name="T25" fmla="*/ 15 h 15"/>
                  <a:gd name="T26" fmla="*/ 13 w 13"/>
                  <a:gd name="T27" fmla="*/ 13 h 15"/>
                  <a:gd name="T28" fmla="*/ 13 w 13"/>
                  <a:gd name="T29" fmla="*/ 7 h 15"/>
                  <a:gd name="T30" fmla="*/ 11 w 13"/>
                  <a:gd name="T3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5">
                    <a:moveTo>
                      <a:pt x="11" y="9"/>
                    </a:moveTo>
                    <a:lnTo>
                      <a:pt x="9" y="7"/>
                    </a:lnTo>
                    <a:lnTo>
                      <a:pt x="13" y="7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1" name="Freeform 6320">
                <a:extLst>
                  <a:ext uri="{FF2B5EF4-FFF2-40B4-BE49-F238E27FC236}">
                    <a16:creationId xmlns:a16="http://schemas.microsoft.com/office/drawing/2014/main" id="{CB849A37-B412-477F-A16A-89668CE151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71" y="1896"/>
                <a:ext cx="7" cy="15"/>
              </a:xfrm>
              <a:custGeom>
                <a:avLst/>
                <a:gdLst>
                  <a:gd name="T0" fmla="*/ 0 w 7"/>
                  <a:gd name="T1" fmla="*/ 0 h 15"/>
                  <a:gd name="T2" fmla="*/ 7 w 7"/>
                  <a:gd name="T3" fmla="*/ 15 h 15"/>
                  <a:gd name="T4" fmla="*/ 5 w 7"/>
                  <a:gd name="T5" fmla="*/ 4 h 15"/>
                  <a:gd name="T6" fmla="*/ 7 w 7"/>
                  <a:gd name="T7" fmla="*/ 2 h 15"/>
                  <a:gd name="T8" fmla="*/ 0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lnTo>
                      <a:pt x="7" y="1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2" name="Freeform 6321">
                <a:extLst>
                  <a:ext uri="{FF2B5EF4-FFF2-40B4-BE49-F238E27FC236}">
                    <a16:creationId xmlns:a16="http://schemas.microsoft.com/office/drawing/2014/main" id="{C383A768-7080-4BBE-A6CD-C83E51A04C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7" y="1880"/>
                <a:ext cx="15" cy="18"/>
              </a:xfrm>
              <a:custGeom>
                <a:avLst/>
                <a:gdLst>
                  <a:gd name="T0" fmla="*/ 1 w 8"/>
                  <a:gd name="T1" fmla="*/ 4 h 10"/>
                  <a:gd name="T2" fmla="*/ 4 w 8"/>
                  <a:gd name="T3" fmla="*/ 5 h 10"/>
                  <a:gd name="T4" fmla="*/ 4 w 8"/>
                  <a:gd name="T5" fmla="*/ 6 h 10"/>
                  <a:gd name="T6" fmla="*/ 4 w 8"/>
                  <a:gd name="T7" fmla="*/ 6 h 10"/>
                  <a:gd name="T8" fmla="*/ 3 w 8"/>
                  <a:gd name="T9" fmla="*/ 7 h 10"/>
                  <a:gd name="T10" fmla="*/ 5 w 8"/>
                  <a:gd name="T11" fmla="*/ 10 h 10"/>
                  <a:gd name="T12" fmla="*/ 6 w 8"/>
                  <a:gd name="T13" fmla="*/ 7 h 10"/>
                  <a:gd name="T14" fmla="*/ 5 w 8"/>
                  <a:gd name="T15" fmla="*/ 6 h 10"/>
                  <a:gd name="T16" fmla="*/ 8 w 8"/>
                  <a:gd name="T17" fmla="*/ 6 h 10"/>
                  <a:gd name="T18" fmla="*/ 5 w 8"/>
                  <a:gd name="T19" fmla="*/ 4 h 10"/>
                  <a:gd name="T20" fmla="*/ 5 w 8"/>
                  <a:gd name="T21" fmla="*/ 4 h 10"/>
                  <a:gd name="T22" fmla="*/ 6 w 8"/>
                  <a:gd name="T23" fmla="*/ 4 h 10"/>
                  <a:gd name="T24" fmla="*/ 6 w 8"/>
                  <a:gd name="T25" fmla="*/ 3 h 10"/>
                  <a:gd name="T26" fmla="*/ 8 w 8"/>
                  <a:gd name="T27" fmla="*/ 4 h 10"/>
                  <a:gd name="T28" fmla="*/ 6 w 8"/>
                  <a:gd name="T29" fmla="*/ 1 h 10"/>
                  <a:gd name="T30" fmla="*/ 4 w 8"/>
                  <a:gd name="T31" fmla="*/ 0 h 10"/>
                  <a:gd name="T32" fmla="*/ 4 w 8"/>
                  <a:gd name="T33" fmla="*/ 1 h 10"/>
                  <a:gd name="T34" fmla="*/ 4 w 8"/>
                  <a:gd name="T35" fmla="*/ 1 h 10"/>
                  <a:gd name="T36" fmla="*/ 4 w 8"/>
                  <a:gd name="T37" fmla="*/ 1 h 10"/>
                  <a:gd name="T38" fmla="*/ 3 w 8"/>
                  <a:gd name="T39" fmla="*/ 1 h 10"/>
                  <a:gd name="T40" fmla="*/ 3 w 8"/>
                  <a:gd name="T41" fmla="*/ 0 h 10"/>
                  <a:gd name="T42" fmla="*/ 1 w 8"/>
                  <a:gd name="T43" fmla="*/ 2 h 10"/>
                  <a:gd name="T44" fmla="*/ 2 w 8"/>
                  <a:gd name="T45" fmla="*/ 2 h 10"/>
                  <a:gd name="T46" fmla="*/ 0 w 8"/>
                  <a:gd name="T47" fmla="*/ 1 h 10"/>
                  <a:gd name="T48" fmla="*/ 1 w 8"/>
                  <a:gd name="T4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" h="10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3" name="Freeform 6322">
                <a:extLst>
                  <a:ext uri="{FF2B5EF4-FFF2-40B4-BE49-F238E27FC236}">
                    <a16:creationId xmlns:a16="http://schemas.microsoft.com/office/drawing/2014/main" id="{94078663-179D-41FE-9F0F-0B3BB014C7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24" y="2019"/>
                <a:ext cx="65" cy="79"/>
              </a:xfrm>
              <a:custGeom>
                <a:avLst/>
                <a:gdLst>
                  <a:gd name="T0" fmla="*/ 30 w 65"/>
                  <a:gd name="T1" fmla="*/ 8 h 79"/>
                  <a:gd name="T2" fmla="*/ 30 w 65"/>
                  <a:gd name="T3" fmla="*/ 10 h 79"/>
                  <a:gd name="T4" fmla="*/ 28 w 65"/>
                  <a:gd name="T5" fmla="*/ 13 h 79"/>
                  <a:gd name="T6" fmla="*/ 28 w 65"/>
                  <a:gd name="T7" fmla="*/ 15 h 79"/>
                  <a:gd name="T8" fmla="*/ 26 w 65"/>
                  <a:gd name="T9" fmla="*/ 21 h 79"/>
                  <a:gd name="T10" fmla="*/ 26 w 65"/>
                  <a:gd name="T11" fmla="*/ 23 h 79"/>
                  <a:gd name="T12" fmla="*/ 30 w 65"/>
                  <a:gd name="T13" fmla="*/ 21 h 79"/>
                  <a:gd name="T14" fmla="*/ 26 w 65"/>
                  <a:gd name="T15" fmla="*/ 25 h 79"/>
                  <a:gd name="T16" fmla="*/ 23 w 65"/>
                  <a:gd name="T17" fmla="*/ 23 h 79"/>
                  <a:gd name="T18" fmla="*/ 21 w 65"/>
                  <a:gd name="T19" fmla="*/ 23 h 79"/>
                  <a:gd name="T20" fmla="*/ 11 w 65"/>
                  <a:gd name="T21" fmla="*/ 23 h 79"/>
                  <a:gd name="T22" fmla="*/ 8 w 65"/>
                  <a:gd name="T23" fmla="*/ 28 h 79"/>
                  <a:gd name="T24" fmla="*/ 11 w 65"/>
                  <a:gd name="T25" fmla="*/ 34 h 79"/>
                  <a:gd name="T26" fmla="*/ 10 w 65"/>
                  <a:gd name="T27" fmla="*/ 36 h 79"/>
                  <a:gd name="T28" fmla="*/ 6 w 65"/>
                  <a:gd name="T29" fmla="*/ 36 h 79"/>
                  <a:gd name="T30" fmla="*/ 6 w 65"/>
                  <a:gd name="T31" fmla="*/ 40 h 79"/>
                  <a:gd name="T32" fmla="*/ 8 w 65"/>
                  <a:gd name="T33" fmla="*/ 43 h 79"/>
                  <a:gd name="T34" fmla="*/ 13 w 65"/>
                  <a:gd name="T35" fmla="*/ 45 h 79"/>
                  <a:gd name="T36" fmla="*/ 13 w 65"/>
                  <a:gd name="T37" fmla="*/ 53 h 79"/>
                  <a:gd name="T38" fmla="*/ 13 w 65"/>
                  <a:gd name="T39" fmla="*/ 53 h 79"/>
                  <a:gd name="T40" fmla="*/ 11 w 65"/>
                  <a:gd name="T41" fmla="*/ 58 h 79"/>
                  <a:gd name="T42" fmla="*/ 10 w 65"/>
                  <a:gd name="T43" fmla="*/ 62 h 79"/>
                  <a:gd name="T44" fmla="*/ 6 w 65"/>
                  <a:gd name="T45" fmla="*/ 60 h 79"/>
                  <a:gd name="T46" fmla="*/ 6 w 65"/>
                  <a:gd name="T47" fmla="*/ 60 h 79"/>
                  <a:gd name="T48" fmla="*/ 0 w 65"/>
                  <a:gd name="T49" fmla="*/ 66 h 79"/>
                  <a:gd name="T50" fmla="*/ 4 w 65"/>
                  <a:gd name="T51" fmla="*/ 66 h 79"/>
                  <a:gd name="T52" fmla="*/ 4 w 65"/>
                  <a:gd name="T53" fmla="*/ 71 h 79"/>
                  <a:gd name="T54" fmla="*/ 6 w 65"/>
                  <a:gd name="T55" fmla="*/ 73 h 79"/>
                  <a:gd name="T56" fmla="*/ 6 w 65"/>
                  <a:gd name="T57" fmla="*/ 75 h 79"/>
                  <a:gd name="T58" fmla="*/ 10 w 65"/>
                  <a:gd name="T59" fmla="*/ 77 h 79"/>
                  <a:gd name="T60" fmla="*/ 13 w 65"/>
                  <a:gd name="T61" fmla="*/ 77 h 79"/>
                  <a:gd name="T62" fmla="*/ 21 w 65"/>
                  <a:gd name="T63" fmla="*/ 77 h 79"/>
                  <a:gd name="T64" fmla="*/ 30 w 65"/>
                  <a:gd name="T65" fmla="*/ 73 h 79"/>
                  <a:gd name="T66" fmla="*/ 32 w 65"/>
                  <a:gd name="T67" fmla="*/ 73 h 79"/>
                  <a:gd name="T68" fmla="*/ 37 w 65"/>
                  <a:gd name="T69" fmla="*/ 71 h 79"/>
                  <a:gd name="T70" fmla="*/ 45 w 65"/>
                  <a:gd name="T71" fmla="*/ 67 h 79"/>
                  <a:gd name="T72" fmla="*/ 47 w 65"/>
                  <a:gd name="T73" fmla="*/ 67 h 79"/>
                  <a:gd name="T74" fmla="*/ 49 w 65"/>
                  <a:gd name="T75" fmla="*/ 67 h 79"/>
                  <a:gd name="T76" fmla="*/ 52 w 65"/>
                  <a:gd name="T77" fmla="*/ 62 h 79"/>
                  <a:gd name="T78" fmla="*/ 56 w 65"/>
                  <a:gd name="T79" fmla="*/ 60 h 79"/>
                  <a:gd name="T80" fmla="*/ 58 w 65"/>
                  <a:gd name="T81" fmla="*/ 54 h 79"/>
                  <a:gd name="T82" fmla="*/ 58 w 65"/>
                  <a:gd name="T83" fmla="*/ 45 h 79"/>
                  <a:gd name="T84" fmla="*/ 58 w 65"/>
                  <a:gd name="T85" fmla="*/ 43 h 79"/>
                  <a:gd name="T86" fmla="*/ 56 w 65"/>
                  <a:gd name="T87" fmla="*/ 38 h 79"/>
                  <a:gd name="T88" fmla="*/ 54 w 65"/>
                  <a:gd name="T89" fmla="*/ 34 h 79"/>
                  <a:gd name="T90" fmla="*/ 58 w 65"/>
                  <a:gd name="T91" fmla="*/ 34 h 79"/>
                  <a:gd name="T92" fmla="*/ 58 w 65"/>
                  <a:gd name="T93" fmla="*/ 34 h 79"/>
                  <a:gd name="T94" fmla="*/ 58 w 65"/>
                  <a:gd name="T95" fmla="*/ 32 h 79"/>
                  <a:gd name="T96" fmla="*/ 58 w 65"/>
                  <a:gd name="T97" fmla="*/ 32 h 79"/>
                  <a:gd name="T98" fmla="*/ 62 w 65"/>
                  <a:gd name="T99" fmla="*/ 28 h 79"/>
                  <a:gd name="T100" fmla="*/ 65 w 65"/>
                  <a:gd name="T101" fmla="*/ 26 h 79"/>
                  <a:gd name="T102" fmla="*/ 65 w 65"/>
                  <a:gd name="T103" fmla="*/ 19 h 79"/>
                  <a:gd name="T104" fmla="*/ 64 w 65"/>
                  <a:gd name="T105" fmla="*/ 19 h 79"/>
                  <a:gd name="T106" fmla="*/ 58 w 65"/>
                  <a:gd name="T107" fmla="*/ 10 h 79"/>
                  <a:gd name="T108" fmla="*/ 51 w 65"/>
                  <a:gd name="T109" fmla="*/ 8 h 79"/>
                  <a:gd name="T110" fmla="*/ 45 w 65"/>
                  <a:gd name="T111" fmla="*/ 6 h 79"/>
                  <a:gd name="T112" fmla="*/ 41 w 65"/>
                  <a:gd name="T113" fmla="*/ 6 h 79"/>
                  <a:gd name="T114" fmla="*/ 39 w 65"/>
                  <a:gd name="T115" fmla="*/ 6 h 79"/>
                  <a:gd name="T116" fmla="*/ 36 w 65"/>
                  <a:gd name="T117" fmla="*/ 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79">
                    <a:moveTo>
                      <a:pt x="36" y="8"/>
                    </a:move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4" y="15"/>
                    </a:lnTo>
                    <a:lnTo>
                      <a:pt x="26" y="21"/>
                    </a:lnTo>
                    <a:lnTo>
                      <a:pt x="28" y="21"/>
                    </a:lnTo>
                    <a:lnTo>
                      <a:pt x="26" y="23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4" y="23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3" y="23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8"/>
                    </a:lnTo>
                    <a:lnTo>
                      <a:pt x="4" y="28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6" y="40"/>
                    </a:lnTo>
                    <a:lnTo>
                      <a:pt x="10" y="41"/>
                    </a:lnTo>
                    <a:lnTo>
                      <a:pt x="8" y="43"/>
                    </a:lnTo>
                    <a:lnTo>
                      <a:pt x="13" y="43"/>
                    </a:lnTo>
                    <a:lnTo>
                      <a:pt x="13" y="45"/>
                    </a:lnTo>
                    <a:lnTo>
                      <a:pt x="17" y="45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6" y="58"/>
                    </a:lnTo>
                    <a:lnTo>
                      <a:pt x="11" y="58"/>
                    </a:lnTo>
                    <a:lnTo>
                      <a:pt x="8" y="58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71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6" y="73"/>
                    </a:lnTo>
                    <a:lnTo>
                      <a:pt x="2" y="75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10" y="77"/>
                    </a:lnTo>
                    <a:lnTo>
                      <a:pt x="8" y="79"/>
                    </a:lnTo>
                    <a:lnTo>
                      <a:pt x="13" y="77"/>
                    </a:lnTo>
                    <a:lnTo>
                      <a:pt x="15" y="79"/>
                    </a:lnTo>
                    <a:lnTo>
                      <a:pt x="21" y="77"/>
                    </a:lnTo>
                    <a:lnTo>
                      <a:pt x="24" y="77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3"/>
                    </a:lnTo>
                    <a:lnTo>
                      <a:pt x="34" y="71"/>
                    </a:lnTo>
                    <a:lnTo>
                      <a:pt x="37" y="71"/>
                    </a:lnTo>
                    <a:lnTo>
                      <a:pt x="37" y="67"/>
                    </a:lnTo>
                    <a:lnTo>
                      <a:pt x="45" y="67"/>
                    </a:lnTo>
                    <a:lnTo>
                      <a:pt x="45" y="67"/>
                    </a:lnTo>
                    <a:lnTo>
                      <a:pt x="47" y="67"/>
                    </a:lnTo>
                    <a:lnTo>
                      <a:pt x="49" y="66"/>
                    </a:lnTo>
                    <a:lnTo>
                      <a:pt x="49" y="67"/>
                    </a:lnTo>
                    <a:lnTo>
                      <a:pt x="56" y="67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6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8" y="43"/>
                    </a:lnTo>
                    <a:lnTo>
                      <a:pt x="58" y="40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60" y="30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5" y="26"/>
                    </a:lnTo>
                    <a:lnTo>
                      <a:pt x="65" y="26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0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41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6" y="8"/>
                    </a:lnTo>
                    <a:lnTo>
                      <a:pt x="3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4" name="Freeform 6323">
                <a:extLst>
                  <a:ext uri="{FF2B5EF4-FFF2-40B4-BE49-F238E27FC236}">
                    <a16:creationId xmlns:a16="http://schemas.microsoft.com/office/drawing/2014/main" id="{246BF70E-211A-4FDF-B60E-D66C2792F92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471" y="1950"/>
                <a:ext cx="108" cy="179"/>
              </a:xfrm>
              <a:custGeom>
                <a:avLst/>
                <a:gdLst>
                  <a:gd name="T0" fmla="*/ 3 w 58"/>
                  <a:gd name="T1" fmla="*/ 21 h 96"/>
                  <a:gd name="T2" fmla="*/ 3 w 58"/>
                  <a:gd name="T3" fmla="*/ 28 h 96"/>
                  <a:gd name="T4" fmla="*/ 5 w 58"/>
                  <a:gd name="T5" fmla="*/ 31 h 96"/>
                  <a:gd name="T6" fmla="*/ 7 w 58"/>
                  <a:gd name="T7" fmla="*/ 37 h 96"/>
                  <a:gd name="T8" fmla="*/ 8 w 58"/>
                  <a:gd name="T9" fmla="*/ 39 h 96"/>
                  <a:gd name="T10" fmla="*/ 12 w 58"/>
                  <a:gd name="T11" fmla="*/ 41 h 96"/>
                  <a:gd name="T12" fmla="*/ 13 w 58"/>
                  <a:gd name="T13" fmla="*/ 40 h 96"/>
                  <a:gd name="T14" fmla="*/ 14 w 58"/>
                  <a:gd name="T15" fmla="*/ 46 h 96"/>
                  <a:gd name="T16" fmla="*/ 22 w 58"/>
                  <a:gd name="T17" fmla="*/ 45 h 96"/>
                  <a:gd name="T18" fmla="*/ 26 w 58"/>
                  <a:gd name="T19" fmla="*/ 53 h 96"/>
                  <a:gd name="T20" fmla="*/ 23 w 58"/>
                  <a:gd name="T21" fmla="*/ 60 h 96"/>
                  <a:gd name="T22" fmla="*/ 17 w 58"/>
                  <a:gd name="T23" fmla="*/ 59 h 96"/>
                  <a:gd name="T24" fmla="*/ 14 w 58"/>
                  <a:gd name="T25" fmla="*/ 65 h 96"/>
                  <a:gd name="T26" fmla="*/ 18 w 58"/>
                  <a:gd name="T27" fmla="*/ 67 h 96"/>
                  <a:gd name="T28" fmla="*/ 15 w 58"/>
                  <a:gd name="T29" fmla="*/ 73 h 96"/>
                  <a:gd name="T30" fmla="*/ 11 w 58"/>
                  <a:gd name="T31" fmla="*/ 78 h 96"/>
                  <a:gd name="T32" fmla="*/ 17 w 58"/>
                  <a:gd name="T33" fmla="*/ 78 h 96"/>
                  <a:gd name="T34" fmla="*/ 26 w 58"/>
                  <a:gd name="T35" fmla="*/ 80 h 96"/>
                  <a:gd name="T36" fmla="*/ 20 w 58"/>
                  <a:gd name="T37" fmla="*/ 82 h 96"/>
                  <a:gd name="T38" fmla="*/ 13 w 58"/>
                  <a:gd name="T39" fmla="*/ 88 h 96"/>
                  <a:gd name="T40" fmla="*/ 7 w 58"/>
                  <a:gd name="T41" fmla="*/ 93 h 96"/>
                  <a:gd name="T42" fmla="*/ 12 w 58"/>
                  <a:gd name="T43" fmla="*/ 94 h 96"/>
                  <a:gd name="T44" fmla="*/ 17 w 58"/>
                  <a:gd name="T45" fmla="*/ 92 h 96"/>
                  <a:gd name="T46" fmla="*/ 22 w 58"/>
                  <a:gd name="T47" fmla="*/ 92 h 96"/>
                  <a:gd name="T48" fmla="*/ 27 w 58"/>
                  <a:gd name="T49" fmla="*/ 88 h 96"/>
                  <a:gd name="T50" fmla="*/ 34 w 58"/>
                  <a:gd name="T51" fmla="*/ 88 h 96"/>
                  <a:gd name="T52" fmla="*/ 43 w 58"/>
                  <a:gd name="T53" fmla="*/ 87 h 96"/>
                  <a:gd name="T54" fmla="*/ 52 w 58"/>
                  <a:gd name="T55" fmla="*/ 85 h 96"/>
                  <a:gd name="T56" fmla="*/ 57 w 58"/>
                  <a:gd name="T57" fmla="*/ 80 h 96"/>
                  <a:gd name="T58" fmla="*/ 52 w 58"/>
                  <a:gd name="T59" fmla="*/ 79 h 96"/>
                  <a:gd name="T60" fmla="*/ 56 w 58"/>
                  <a:gd name="T61" fmla="*/ 73 h 96"/>
                  <a:gd name="T62" fmla="*/ 51 w 58"/>
                  <a:gd name="T63" fmla="*/ 63 h 96"/>
                  <a:gd name="T64" fmla="*/ 48 w 58"/>
                  <a:gd name="T65" fmla="*/ 61 h 96"/>
                  <a:gd name="T66" fmla="*/ 44 w 58"/>
                  <a:gd name="T67" fmla="*/ 53 h 96"/>
                  <a:gd name="T68" fmla="*/ 37 w 58"/>
                  <a:gd name="T69" fmla="*/ 47 h 96"/>
                  <a:gd name="T70" fmla="*/ 33 w 58"/>
                  <a:gd name="T71" fmla="*/ 37 h 96"/>
                  <a:gd name="T72" fmla="*/ 24 w 58"/>
                  <a:gd name="T73" fmla="*/ 34 h 96"/>
                  <a:gd name="T74" fmla="*/ 28 w 58"/>
                  <a:gd name="T75" fmla="*/ 28 h 96"/>
                  <a:gd name="T76" fmla="*/ 31 w 58"/>
                  <a:gd name="T77" fmla="*/ 22 h 96"/>
                  <a:gd name="T78" fmla="*/ 25 w 58"/>
                  <a:gd name="T79" fmla="*/ 16 h 96"/>
                  <a:gd name="T80" fmla="*/ 19 w 58"/>
                  <a:gd name="T81" fmla="*/ 17 h 96"/>
                  <a:gd name="T82" fmla="*/ 25 w 58"/>
                  <a:gd name="T83" fmla="*/ 9 h 96"/>
                  <a:gd name="T84" fmla="*/ 24 w 58"/>
                  <a:gd name="T85" fmla="*/ 5 h 96"/>
                  <a:gd name="T86" fmla="*/ 23 w 58"/>
                  <a:gd name="T87" fmla="*/ 0 h 96"/>
                  <a:gd name="T88" fmla="*/ 21 w 58"/>
                  <a:gd name="T89" fmla="*/ 4 h 96"/>
                  <a:gd name="T90" fmla="*/ 17 w 58"/>
                  <a:gd name="T91" fmla="*/ 8 h 96"/>
                  <a:gd name="T92" fmla="*/ 11 w 58"/>
                  <a:gd name="T93" fmla="*/ 8 h 96"/>
                  <a:gd name="T94" fmla="*/ 9 w 58"/>
                  <a:gd name="T95" fmla="*/ 13 h 96"/>
                  <a:gd name="T96" fmla="*/ 8 w 58"/>
                  <a:gd name="T97" fmla="*/ 17 h 96"/>
                  <a:gd name="T98" fmla="*/ 6 w 58"/>
                  <a:gd name="T99" fmla="*/ 16 h 96"/>
                  <a:gd name="T100" fmla="*/ 4 w 58"/>
                  <a:gd name="T101" fmla="*/ 27 h 96"/>
                  <a:gd name="T102" fmla="*/ 6 w 58"/>
                  <a:gd name="T103" fmla="*/ 22 h 96"/>
                  <a:gd name="T104" fmla="*/ 10 w 58"/>
                  <a:gd name="T105" fmla="*/ 29 h 96"/>
                  <a:gd name="T106" fmla="*/ 6 w 58"/>
                  <a:gd name="T107" fmla="*/ 34 h 96"/>
                  <a:gd name="T108" fmla="*/ 7 w 58"/>
                  <a:gd name="T109" fmla="*/ 24 h 96"/>
                  <a:gd name="T110" fmla="*/ 6 w 58"/>
                  <a:gd name="T111" fmla="*/ 2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" h="96">
                    <a:moveTo>
                      <a:pt x="6" y="16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4" y="61"/>
                      <a:pt x="14" y="61"/>
                      <a:pt x="14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81"/>
                      <a:pt x="25" y="81"/>
                      <a:pt x="25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lnTo>
                      <a:pt x="6" y="16"/>
                    </a:lnTo>
                    <a:close/>
                    <a:moveTo>
                      <a:pt x="5" y="25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lnTo>
                      <a:pt x="5" y="25"/>
                    </a:lnTo>
                    <a:close/>
                    <a:moveTo>
                      <a:pt x="4" y="28"/>
                    </a:moveTo>
                    <a:cubicBezTo>
                      <a:pt x="4" y="27"/>
                      <a:pt x="4" y="27"/>
                      <a:pt x="4" y="27"/>
                    </a:cubicBezTo>
                    <a:cubicBezTo>
                      <a:pt x="5" y="27"/>
                      <a:pt x="5" y="27"/>
                      <a:pt x="5" y="27"/>
                    </a:cubicBezTo>
                    <a:lnTo>
                      <a:pt x="4" y="28"/>
                    </a:lnTo>
                    <a:close/>
                    <a:moveTo>
                      <a:pt x="11" y="36"/>
                    </a:move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lose/>
                    <a:moveTo>
                      <a:pt x="6" y="22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3"/>
                      <a:pt x="5" y="23"/>
                    </a:cubicBezTo>
                    <a:lnTo>
                      <a:pt x="6" y="22"/>
                    </a:lnTo>
                    <a:close/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29"/>
                      <a:pt x="9" y="29"/>
                      <a:pt x="9" y="29"/>
                    </a:cubicBezTo>
                    <a:close/>
                    <a:moveTo>
                      <a:pt x="9" y="30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2"/>
                      <a:pt x="7" y="32"/>
                      <a:pt x="7" y="32"/>
                    </a:cubicBezTo>
                    <a:lnTo>
                      <a:pt x="9" y="30"/>
                    </a:lnTo>
                    <a:close/>
                    <a:moveTo>
                      <a:pt x="7" y="24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lose/>
                    <a:moveTo>
                      <a:pt x="7" y="24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lnTo>
                      <a:pt x="7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5" name="Freeform 6324">
                <a:extLst>
                  <a:ext uri="{FF2B5EF4-FFF2-40B4-BE49-F238E27FC236}">
                    <a16:creationId xmlns:a16="http://schemas.microsoft.com/office/drawing/2014/main" id="{3DA679B3-5D3A-4965-85F2-51019E1DE90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532" y="1909"/>
                <a:ext cx="15" cy="28"/>
              </a:xfrm>
              <a:custGeom>
                <a:avLst/>
                <a:gdLst>
                  <a:gd name="T0" fmla="*/ 0 w 8"/>
                  <a:gd name="T1" fmla="*/ 8 h 15"/>
                  <a:gd name="T2" fmla="*/ 1 w 8"/>
                  <a:gd name="T3" fmla="*/ 10 h 15"/>
                  <a:gd name="T4" fmla="*/ 3 w 8"/>
                  <a:gd name="T5" fmla="*/ 10 h 15"/>
                  <a:gd name="T6" fmla="*/ 3 w 8"/>
                  <a:gd name="T7" fmla="*/ 11 h 15"/>
                  <a:gd name="T8" fmla="*/ 1 w 8"/>
                  <a:gd name="T9" fmla="*/ 15 h 15"/>
                  <a:gd name="T10" fmla="*/ 5 w 8"/>
                  <a:gd name="T11" fmla="*/ 12 h 15"/>
                  <a:gd name="T12" fmla="*/ 5 w 8"/>
                  <a:gd name="T13" fmla="*/ 12 h 15"/>
                  <a:gd name="T14" fmla="*/ 5 w 8"/>
                  <a:gd name="T15" fmla="*/ 12 h 15"/>
                  <a:gd name="T16" fmla="*/ 5 w 8"/>
                  <a:gd name="T17" fmla="*/ 10 h 15"/>
                  <a:gd name="T18" fmla="*/ 6 w 8"/>
                  <a:gd name="T19" fmla="*/ 9 h 15"/>
                  <a:gd name="T20" fmla="*/ 5 w 8"/>
                  <a:gd name="T21" fmla="*/ 8 h 15"/>
                  <a:gd name="T22" fmla="*/ 6 w 8"/>
                  <a:gd name="T23" fmla="*/ 7 h 15"/>
                  <a:gd name="T24" fmla="*/ 5 w 8"/>
                  <a:gd name="T25" fmla="*/ 7 h 15"/>
                  <a:gd name="T26" fmla="*/ 6 w 8"/>
                  <a:gd name="T27" fmla="*/ 6 h 15"/>
                  <a:gd name="T28" fmla="*/ 6 w 8"/>
                  <a:gd name="T29" fmla="*/ 4 h 15"/>
                  <a:gd name="T30" fmla="*/ 6 w 8"/>
                  <a:gd name="T31" fmla="*/ 5 h 15"/>
                  <a:gd name="T32" fmla="*/ 8 w 8"/>
                  <a:gd name="T33" fmla="*/ 0 h 15"/>
                  <a:gd name="T34" fmla="*/ 5 w 8"/>
                  <a:gd name="T35" fmla="*/ 3 h 15"/>
                  <a:gd name="T36" fmla="*/ 5 w 8"/>
                  <a:gd name="T37" fmla="*/ 3 h 15"/>
                  <a:gd name="T38" fmla="*/ 4 w 8"/>
                  <a:gd name="T39" fmla="*/ 3 h 15"/>
                  <a:gd name="T40" fmla="*/ 4 w 8"/>
                  <a:gd name="T41" fmla="*/ 4 h 15"/>
                  <a:gd name="T42" fmla="*/ 3 w 8"/>
                  <a:gd name="T43" fmla="*/ 5 h 15"/>
                  <a:gd name="T44" fmla="*/ 2 w 8"/>
                  <a:gd name="T45" fmla="*/ 5 h 15"/>
                  <a:gd name="T46" fmla="*/ 1 w 8"/>
                  <a:gd name="T47" fmla="*/ 7 h 15"/>
                  <a:gd name="T48" fmla="*/ 1 w 8"/>
                  <a:gd name="T49" fmla="*/ 7 h 15"/>
                  <a:gd name="T50" fmla="*/ 2 w 8"/>
                  <a:gd name="T51" fmla="*/ 8 h 15"/>
                  <a:gd name="T52" fmla="*/ 2 w 8"/>
                  <a:gd name="T53" fmla="*/ 8 h 15"/>
                  <a:gd name="T54" fmla="*/ 0 w 8"/>
                  <a:gd name="T55" fmla="*/ 8 h 15"/>
                  <a:gd name="T56" fmla="*/ 4 w 8"/>
                  <a:gd name="T57" fmla="*/ 6 h 15"/>
                  <a:gd name="T58" fmla="*/ 4 w 8"/>
                  <a:gd name="T59" fmla="*/ 6 h 15"/>
                  <a:gd name="T60" fmla="*/ 4 w 8"/>
                  <a:gd name="T6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" h="15">
                    <a:moveTo>
                      <a:pt x="0" y="8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0" y="8"/>
                    </a:ln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6" name="Freeform 6325">
                <a:extLst>
                  <a:ext uri="{FF2B5EF4-FFF2-40B4-BE49-F238E27FC236}">
                    <a16:creationId xmlns:a16="http://schemas.microsoft.com/office/drawing/2014/main" id="{52209098-A6E2-4155-AF83-08D96D1CE9C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95" y="2040"/>
                <a:ext cx="9" cy="11"/>
              </a:xfrm>
              <a:custGeom>
                <a:avLst/>
                <a:gdLst>
                  <a:gd name="T0" fmla="*/ 2 w 9"/>
                  <a:gd name="T1" fmla="*/ 5 h 11"/>
                  <a:gd name="T2" fmla="*/ 0 w 9"/>
                  <a:gd name="T3" fmla="*/ 11 h 11"/>
                  <a:gd name="T4" fmla="*/ 4 w 9"/>
                  <a:gd name="T5" fmla="*/ 11 h 11"/>
                  <a:gd name="T6" fmla="*/ 7 w 9"/>
                  <a:gd name="T7" fmla="*/ 7 h 11"/>
                  <a:gd name="T8" fmla="*/ 7 w 9"/>
                  <a:gd name="T9" fmla="*/ 5 h 11"/>
                  <a:gd name="T10" fmla="*/ 9 w 9"/>
                  <a:gd name="T11" fmla="*/ 0 h 11"/>
                  <a:gd name="T12" fmla="*/ 2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2" y="5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7" name="Freeform 6326">
                <a:extLst>
                  <a:ext uri="{FF2B5EF4-FFF2-40B4-BE49-F238E27FC236}">
                    <a16:creationId xmlns:a16="http://schemas.microsoft.com/office/drawing/2014/main" id="{1A6720A2-A8B0-4968-8F45-8895CEAB66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5" y="1963"/>
                <a:ext cx="19" cy="34"/>
              </a:xfrm>
              <a:custGeom>
                <a:avLst/>
                <a:gdLst>
                  <a:gd name="T0" fmla="*/ 0 w 19"/>
                  <a:gd name="T1" fmla="*/ 34 h 34"/>
                  <a:gd name="T2" fmla="*/ 4 w 19"/>
                  <a:gd name="T3" fmla="*/ 32 h 34"/>
                  <a:gd name="T4" fmla="*/ 4 w 19"/>
                  <a:gd name="T5" fmla="*/ 30 h 34"/>
                  <a:gd name="T6" fmla="*/ 6 w 19"/>
                  <a:gd name="T7" fmla="*/ 30 h 34"/>
                  <a:gd name="T8" fmla="*/ 6 w 19"/>
                  <a:gd name="T9" fmla="*/ 27 h 34"/>
                  <a:gd name="T10" fmla="*/ 6 w 19"/>
                  <a:gd name="T11" fmla="*/ 27 h 34"/>
                  <a:gd name="T12" fmla="*/ 6 w 19"/>
                  <a:gd name="T13" fmla="*/ 25 h 34"/>
                  <a:gd name="T14" fmla="*/ 8 w 19"/>
                  <a:gd name="T15" fmla="*/ 21 h 34"/>
                  <a:gd name="T16" fmla="*/ 8 w 19"/>
                  <a:gd name="T17" fmla="*/ 21 h 34"/>
                  <a:gd name="T18" fmla="*/ 8 w 19"/>
                  <a:gd name="T19" fmla="*/ 17 h 34"/>
                  <a:gd name="T20" fmla="*/ 8 w 19"/>
                  <a:gd name="T21" fmla="*/ 19 h 34"/>
                  <a:gd name="T22" fmla="*/ 13 w 19"/>
                  <a:gd name="T23" fmla="*/ 15 h 34"/>
                  <a:gd name="T24" fmla="*/ 13 w 19"/>
                  <a:gd name="T25" fmla="*/ 15 h 34"/>
                  <a:gd name="T26" fmla="*/ 17 w 19"/>
                  <a:gd name="T27" fmla="*/ 12 h 34"/>
                  <a:gd name="T28" fmla="*/ 15 w 19"/>
                  <a:gd name="T29" fmla="*/ 10 h 34"/>
                  <a:gd name="T30" fmla="*/ 15 w 19"/>
                  <a:gd name="T31" fmla="*/ 10 h 34"/>
                  <a:gd name="T32" fmla="*/ 19 w 19"/>
                  <a:gd name="T33" fmla="*/ 6 h 34"/>
                  <a:gd name="T34" fmla="*/ 17 w 19"/>
                  <a:gd name="T35" fmla="*/ 0 h 34"/>
                  <a:gd name="T36" fmla="*/ 10 w 19"/>
                  <a:gd name="T37" fmla="*/ 6 h 34"/>
                  <a:gd name="T38" fmla="*/ 10 w 19"/>
                  <a:gd name="T39" fmla="*/ 8 h 34"/>
                  <a:gd name="T40" fmla="*/ 8 w 19"/>
                  <a:gd name="T41" fmla="*/ 6 h 34"/>
                  <a:gd name="T42" fmla="*/ 6 w 19"/>
                  <a:gd name="T43" fmla="*/ 10 h 34"/>
                  <a:gd name="T44" fmla="*/ 6 w 19"/>
                  <a:gd name="T45" fmla="*/ 12 h 34"/>
                  <a:gd name="T46" fmla="*/ 6 w 19"/>
                  <a:gd name="T47" fmla="*/ 12 h 34"/>
                  <a:gd name="T48" fmla="*/ 8 w 19"/>
                  <a:gd name="T49" fmla="*/ 14 h 34"/>
                  <a:gd name="T50" fmla="*/ 8 w 19"/>
                  <a:gd name="T51" fmla="*/ 15 h 34"/>
                  <a:gd name="T52" fmla="*/ 4 w 19"/>
                  <a:gd name="T53" fmla="*/ 15 h 34"/>
                  <a:gd name="T54" fmla="*/ 8 w 19"/>
                  <a:gd name="T55" fmla="*/ 17 h 34"/>
                  <a:gd name="T56" fmla="*/ 2 w 19"/>
                  <a:gd name="T57" fmla="*/ 17 h 34"/>
                  <a:gd name="T58" fmla="*/ 0 w 19"/>
                  <a:gd name="T59" fmla="*/ 19 h 34"/>
                  <a:gd name="T60" fmla="*/ 2 w 19"/>
                  <a:gd name="T61" fmla="*/ 21 h 34"/>
                  <a:gd name="T62" fmla="*/ 2 w 19"/>
                  <a:gd name="T63" fmla="*/ 21 h 34"/>
                  <a:gd name="T64" fmla="*/ 2 w 19"/>
                  <a:gd name="T65" fmla="*/ 23 h 34"/>
                  <a:gd name="T66" fmla="*/ 2 w 19"/>
                  <a:gd name="T67" fmla="*/ 23 h 34"/>
                  <a:gd name="T68" fmla="*/ 2 w 19"/>
                  <a:gd name="T69" fmla="*/ 25 h 34"/>
                  <a:gd name="T70" fmla="*/ 2 w 19"/>
                  <a:gd name="T71" fmla="*/ 27 h 34"/>
                  <a:gd name="T72" fmla="*/ 2 w 19"/>
                  <a:gd name="T73" fmla="*/ 28 h 34"/>
                  <a:gd name="T74" fmla="*/ 0 w 19"/>
                  <a:gd name="T75" fmla="*/ 30 h 34"/>
                  <a:gd name="T76" fmla="*/ 0 w 19"/>
                  <a:gd name="T7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4">
                    <a:moveTo>
                      <a:pt x="0" y="34"/>
                    </a:moveTo>
                    <a:lnTo>
                      <a:pt x="4" y="32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7" y="12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9" y="6"/>
                    </a:lnTo>
                    <a:lnTo>
                      <a:pt x="17" y="0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8" y="17"/>
                    </a:lnTo>
                    <a:lnTo>
                      <a:pt x="2" y="17"/>
                    </a:lnTo>
                    <a:lnTo>
                      <a:pt x="0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3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8" name="Freeform 6327">
                <a:extLst>
                  <a:ext uri="{FF2B5EF4-FFF2-40B4-BE49-F238E27FC236}">
                    <a16:creationId xmlns:a16="http://schemas.microsoft.com/office/drawing/2014/main" id="{B3B7794D-3CD1-4E63-8E42-1D1D202C6D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63" y="2239"/>
                <a:ext cx="16" cy="30"/>
              </a:xfrm>
              <a:custGeom>
                <a:avLst/>
                <a:gdLst>
                  <a:gd name="T0" fmla="*/ 0 w 16"/>
                  <a:gd name="T1" fmla="*/ 19 h 30"/>
                  <a:gd name="T2" fmla="*/ 1 w 16"/>
                  <a:gd name="T3" fmla="*/ 19 h 30"/>
                  <a:gd name="T4" fmla="*/ 0 w 16"/>
                  <a:gd name="T5" fmla="*/ 19 h 30"/>
                  <a:gd name="T6" fmla="*/ 1 w 16"/>
                  <a:gd name="T7" fmla="*/ 23 h 30"/>
                  <a:gd name="T8" fmla="*/ 3 w 16"/>
                  <a:gd name="T9" fmla="*/ 23 h 30"/>
                  <a:gd name="T10" fmla="*/ 3 w 16"/>
                  <a:gd name="T11" fmla="*/ 26 h 30"/>
                  <a:gd name="T12" fmla="*/ 3 w 16"/>
                  <a:gd name="T13" fmla="*/ 26 h 30"/>
                  <a:gd name="T14" fmla="*/ 3 w 16"/>
                  <a:gd name="T15" fmla="*/ 26 h 30"/>
                  <a:gd name="T16" fmla="*/ 3 w 16"/>
                  <a:gd name="T17" fmla="*/ 28 h 30"/>
                  <a:gd name="T18" fmla="*/ 9 w 16"/>
                  <a:gd name="T19" fmla="*/ 30 h 30"/>
                  <a:gd name="T20" fmla="*/ 13 w 16"/>
                  <a:gd name="T21" fmla="*/ 30 h 30"/>
                  <a:gd name="T22" fmla="*/ 14 w 16"/>
                  <a:gd name="T23" fmla="*/ 25 h 30"/>
                  <a:gd name="T24" fmla="*/ 14 w 16"/>
                  <a:gd name="T25" fmla="*/ 21 h 30"/>
                  <a:gd name="T26" fmla="*/ 16 w 16"/>
                  <a:gd name="T27" fmla="*/ 15 h 30"/>
                  <a:gd name="T28" fmla="*/ 14 w 16"/>
                  <a:gd name="T29" fmla="*/ 10 h 30"/>
                  <a:gd name="T30" fmla="*/ 14 w 16"/>
                  <a:gd name="T31" fmla="*/ 6 h 30"/>
                  <a:gd name="T32" fmla="*/ 13 w 16"/>
                  <a:gd name="T33" fmla="*/ 0 h 30"/>
                  <a:gd name="T34" fmla="*/ 11 w 16"/>
                  <a:gd name="T35" fmla="*/ 0 h 30"/>
                  <a:gd name="T36" fmla="*/ 9 w 16"/>
                  <a:gd name="T37" fmla="*/ 4 h 30"/>
                  <a:gd name="T38" fmla="*/ 11 w 16"/>
                  <a:gd name="T39" fmla="*/ 6 h 30"/>
                  <a:gd name="T40" fmla="*/ 11 w 16"/>
                  <a:gd name="T41" fmla="*/ 8 h 30"/>
                  <a:gd name="T42" fmla="*/ 9 w 16"/>
                  <a:gd name="T43" fmla="*/ 6 h 30"/>
                  <a:gd name="T44" fmla="*/ 7 w 16"/>
                  <a:gd name="T45" fmla="*/ 8 h 30"/>
                  <a:gd name="T46" fmla="*/ 1 w 16"/>
                  <a:gd name="T47" fmla="*/ 10 h 30"/>
                  <a:gd name="T48" fmla="*/ 0 w 16"/>
                  <a:gd name="T49" fmla="*/ 13 h 30"/>
                  <a:gd name="T50" fmla="*/ 1 w 16"/>
                  <a:gd name="T51" fmla="*/ 15 h 30"/>
                  <a:gd name="T52" fmla="*/ 0 w 16"/>
                  <a:gd name="T53" fmla="*/ 15 h 30"/>
                  <a:gd name="T54" fmla="*/ 0 w 16"/>
                  <a:gd name="T55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30">
                    <a:moveTo>
                      <a:pt x="0" y="19"/>
                    </a:moveTo>
                    <a:lnTo>
                      <a:pt x="1" y="19"/>
                    </a:lnTo>
                    <a:lnTo>
                      <a:pt x="0" y="19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9" name="Freeform 6328">
                <a:extLst>
                  <a:ext uri="{FF2B5EF4-FFF2-40B4-BE49-F238E27FC236}">
                    <a16:creationId xmlns:a16="http://schemas.microsoft.com/office/drawing/2014/main" id="{597970E0-03D4-4D82-8643-1A135F28AB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43" y="2357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0 h 7"/>
                  <a:gd name="T4" fmla="*/ 1 w 7"/>
                  <a:gd name="T5" fmla="*/ 0 h 7"/>
                  <a:gd name="T6" fmla="*/ 0 w 7"/>
                  <a:gd name="T7" fmla="*/ 4 h 7"/>
                  <a:gd name="T8" fmla="*/ 5 w 7"/>
                  <a:gd name="T9" fmla="*/ 7 h 7"/>
                  <a:gd name="T10" fmla="*/ 7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5" y="7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0" name="Freeform 6329">
                <a:extLst>
                  <a:ext uri="{FF2B5EF4-FFF2-40B4-BE49-F238E27FC236}">
                    <a16:creationId xmlns:a16="http://schemas.microsoft.com/office/drawing/2014/main" id="{CF66BBF8-029A-4FF1-B926-B3EB63E1E1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59" y="2269"/>
                <a:ext cx="22" cy="43"/>
              </a:xfrm>
              <a:custGeom>
                <a:avLst/>
                <a:gdLst>
                  <a:gd name="T0" fmla="*/ 0 w 22"/>
                  <a:gd name="T1" fmla="*/ 10 h 43"/>
                  <a:gd name="T2" fmla="*/ 0 w 22"/>
                  <a:gd name="T3" fmla="*/ 13 h 43"/>
                  <a:gd name="T4" fmla="*/ 2 w 22"/>
                  <a:gd name="T5" fmla="*/ 15 h 43"/>
                  <a:gd name="T6" fmla="*/ 2 w 22"/>
                  <a:gd name="T7" fmla="*/ 17 h 43"/>
                  <a:gd name="T8" fmla="*/ 4 w 22"/>
                  <a:gd name="T9" fmla="*/ 19 h 43"/>
                  <a:gd name="T10" fmla="*/ 4 w 22"/>
                  <a:gd name="T11" fmla="*/ 21 h 43"/>
                  <a:gd name="T12" fmla="*/ 2 w 22"/>
                  <a:gd name="T13" fmla="*/ 23 h 43"/>
                  <a:gd name="T14" fmla="*/ 4 w 22"/>
                  <a:gd name="T15" fmla="*/ 26 h 43"/>
                  <a:gd name="T16" fmla="*/ 5 w 22"/>
                  <a:gd name="T17" fmla="*/ 26 h 43"/>
                  <a:gd name="T18" fmla="*/ 4 w 22"/>
                  <a:gd name="T19" fmla="*/ 26 h 43"/>
                  <a:gd name="T20" fmla="*/ 4 w 22"/>
                  <a:gd name="T21" fmla="*/ 34 h 43"/>
                  <a:gd name="T22" fmla="*/ 4 w 22"/>
                  <a:gd name="T23" fmla="*/ 36 h 43"/>
                  <a:gd name="T24" fmla="*/ 5 w 22"/>
                  <a:gd name="T25" fmla="*/ 41 h 43"/>
                  <a:gd name="T26" fmla="*/ 9 w 22"/>
                  <a:gd name="T27" fmla="*/ 43 h 43"/>
                  <a:gd name="T28" fmla="*/ 9 w 22"/>
                  <a:gd name="T29" fmla="*/ 43 h 43"/>
                  <a:gd name="T30" fmla="*/ 11 w 22"/>
                  <a:gd name="T31" fmla="*/ 43 h 43"/>
                  <a:gd name="T32" fmla="*/ 15 w 22"/>
                  <a:gd name="T33" fmla="*/ 41 h 43"/>
                  <a:gd name="T34" fmla="*/ 15 w 22"/>
                  <a:gd name="T35" fmla="*/ 39 h 43"/>
                  <a:gd name="T36" fmla="*/ 15 w 22"/>
                  <a:gd name="T37" fmla="*/ 37 h 43"/>
                  <a:gd name="T38" fmla="*/ 17 w 22"/>
                  <a:gd name="T39" fmla="*/ 37 h 43"/>
                  <a:gd name="T40" fmla="*/ 18 w 22"/>
                  <a:gd name="T41" fmla="*/ 39 h 43"/>
                  <a:gd name="T42" fmla="*/ 20 w 22"/>
                  <a:gd name="T43" fmla="*/ 39 h 43"/>
                  <a:gd name="T44" fmla="*/ 22 w 22"/>
                  <a:gd name="T45" fmla="*/ 37 h 43"/>
                  <a:gd name="T46" fmla="*/ 22 w 22"/>
                  <a:gd name="T47" fmla="*/ 32 h 43"/>
                  <a:gd name="T48" fmla="*/ 22 w 22"/>
                  <a:gd name="T49" fmla="*/ 30 h 43"/>
                  <a:gd name="T50" fmla="*/ 22 w 22"/>
                  <a:gd name="T51" fmla="*/ 24 h 43"/>
                  <a:gd name="T52" fmla="*/ 22 w 22"/>
                  <a:gd name="T53" fmla="*/ 19 h 43"/>
                  <a:gd name="T54" fmla="*/ 20 w 22"/>
                  <a:gd name="T55" fmla="*/ 17 h 43"/>
                  <a:gd name="T56" fmla="*/ 22 w 22"/>
                  <a:gd name="T57" fmla="*/ 15 h 43"/>
                  <a:gd name="T58" fmla="*/ 22 w 22"/>
                  <a:gd name="T59" fmla="*/ 13 h 43"/>
                  <a:gd name="T60" fmla="*/ 22 w 22"/>
                  <a:gd name="T61" fmla="*/ 10 h 43"/>
                  <a:gd name="T62" fmla="*/ 20 w 22"/>
                  <a:gd name="T63" fmla="*/ 6 h 43"/>
                  <a:gd name="T64" fmla="*/ 17 w 22"/>
                  <a:gd name="T65" fmla="*/ 2 h 43"/>
                  <a:gd name="T66" fmla="*/ 17 w 22"/>
                  <a:gd name="T67" fmla="*/ 4 h 43"/>
                  <a:gd name="T68" fmla="*/ 15 w 22"/>
                  <a:gd name="T69" fmla="*/ 2 h 43"/>
                  <a:gd name="T70" fmla="*/ 11 w 22"/>
                  <a:gd name="T71" fmla="*/ 2 h 43"/>
                  <a:gd name="T72" fmla="*/ 5 w 22"/>
                  <a:gd name="T73" fmla="*/ 8 h 43"/>
                  <a:gd name="T74" fmla="*/ 5 w 22"/>
                  <a:gd name="T75" fmla="*/ 8 h 43"/>
                  <a:gd name="T76" fmla="*/ 2 w 22"/>
                  <a:gd name="T77" fmla="*/ 6 h 43"/>
                  <a:gd name="T78" fmla="*/ 4 w 22"/>
                  <a:gd name="T79" fmla="*/ 6 h 43"/>
                  <a:gd name="T80" fmla="*/ 4 w 22"/>
                  <a:gd name="T81" fmla="*/ 4 h 43"/>
                  <a:gd name="T82" fmla="*/ 5 w 22"/>
                  <a:gd name="T83" fmla="*/ 2 h 43"/>
                  <a:gd name="T84" fmla="*/ 2 w 22"/>
                  <a:gd name="T85" fmla="*/ 0 h 43"/>
                  <a:gd name="T86" fmla="*/ 2 w 22"/>
                  <a:gd name="T87" fmla="*/ 2 h 43"/>
                  <a:gd name="T88" fmla="*/ 0 w 22"/>
                  <a:gd name="T89" fmla="*/ 4 h 43"/>
                  <a:gd name="T90" fmla="*/ 0 w 22"/>
                  <a:gd name="T91" fmla="*/ 6 h 43"/>
                  <a:gd name="T92" fmla="*/ 0 w 22"/>
                  <a:gd name="T93" fmla="*/ 6 h 43"/>
                  <a:gd name="T94" fmla="*/ 0 w 22"/>
                  <a:gd name="T95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43">
                    <a:moveTo>
                      <a:pt x="0" y="10"/>
                    </a:moveTo>
                    <a:lnTo>
                      <a:pt x="0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2" y="23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4" y="26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5" y="41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5" y="41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17" y="37"/>
                    </a:lnTo>
                    <a:lnTo>
                      <a:pt x="18" y="39"/>
                    </a:lnTo>
                    <a:lnTo>
                      <a:pt x="20" y="39"/>
                    </a:lnTo>
                    <a:lnTo>
                      <a:pt x="22" y="37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24"/>
                    </a:lnTo>
                    <a:lnTo>
                      <a:pt x="22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1" name="Freeform 6330">
                <a:extLst>
                  <a:ext uri="{FF2B5EF4-FFF2-40B4-BE49-F238E27FC236}">
                    <a16:creationId xmlns:a16="http://schemas.microsoft.com/office/drawing/2014/main" id="{4B050053-71F1-4767-BE78-B4DAE7B5E9D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2241"/>
                <a:ext cx="9" cy="8"/>
              </a:xfrm>
              <a:custGeom>
                <a:avLst/>
                <a:gdLst>
                  <a:gd name="T0" fmla="*/ 8 w 9"/>
                  <a:gd name="T1" fmla="*/ 6 h 8"/>
                  <a:gd name="T2" fmla="*/ 9 w 9"/>
                  <a:gd name="T3" fmla="*/ 6 h 8"/>
                  <a:gd name="T4" fmla="*/ 9 w 9"/>
                  <a:gd name="T5" fmla="*/ 4 h 8"/>
                  <a:gd name="T6" fmla="*/ 8 w 9"/>
                  <a:gd name="T7" fmla="*/ 0 h 8"/>
                  <a:gd name="T8" fmla="*/ 6 w 9"/>
                  <a:gd name="T9" fmla="*/ 2 h 8"/>
                  <a:gd name="T10" fmla="*/ 4 w 9"/>
                  <a:gd name="T11" fmla="*/ 2 h 8"/>
                  <a:gd name="T12" fmla="*/ 0 w 9"/>
                  <a:gd name="T13" fmla="*/ 6 h 8"/>
                  <a:gd name="T14" fmla="*/ 4 w 9"/>
                  <a:gd name="T15" fmla="*/ 8 h 8"/>
                  <a:gd name="T16" fmla="*/ 8 w 9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2" name="Freeform 6331">
                <a:extLst>
                  <a:ext uri="{FF2B5EF4-FFF2-40B4-BE49-F238E27FC236}">
                    <a16:creationId xmlns:a16="http://schemas.microsoft.com/office/drawing/2014/main" id="{4B1EAF3A-D21F-44D6-9F3F-4A61B91BA2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92" y="2251"/>
                <a:ext cx="8" cy="5"/>
              </a:xfrm>
              <a:custGeom>
                <a:avLst/>
                <a:gdLst>
                  <a:gd name="T0" fmla="*/ 6 w 8"/>
                  <a:gd name="T1" fmla="*/ 0 h 5"/>
                  <a:gd name="T2" fmla="*/ 0 w 8"/>
                  <a:gd name="T3" fmla="*/ 1 h 5"/>
                  <a:gd name="T4" fmla="*/ 8 w 8"/>
                  <a:gd name="T5" fmla="*/ 5 h 5"/>
                  <a:gd name="T6" fmla="*/ 6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lnTo>
                      <a:pt x="0" y="1"/>
                    </a:lnTo>
                    <a:lnTo>
                      <a:pt x="8" y="5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3" name="Freeform 6332">
                <a:extLst>
                  <a:ext uri="{FF2B5EF4-FFF2-40B4-BE49-F238E27FC236}">
                    <a16:creationId xmlns:a16="http://schemas.microsoft.com/office/drawing/2014/main" id="{E02978F2-642C-4239-82B2-51E6E4BEA9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75" y="2306"/>
                <a:ext cx="7" cy="8"/>
              </a:xfrm>
              <a:custGeom>
                <a:avLst/>
                <a:gdLst>
                  <a:gd name="T0" fmla="*/ 6 w 7"/>
                  <a:gd name="T1" fmla="*/ 6 h 8"/>
                  <a:gd name="T2" fmla="*/ 7 w 7"/>
                  <a:gd name="T3" fmla="*/ 2 h 8"/>
                  <a:gd name="T4" fmla="*/ 6 w 7"/>
                  <a:gd name="T5" fmla="*/ 0 h 8"/>
                  <a:gd name="T6" fmla="*/ 0 w 7"/>
                  <a:gd name="T7" fmla="*/ 2 h 8"/>
                  <a:gd name="T8" fmla="*/ 0 w 7"/>
                  <a:gd name="T9" fmla="*/ 6 h 8"/>
                  <a:gd name="T10" fmla="*/ 2 w 7"/>
                  <a:gd name="T11" fmla="*/ 8 h 8"/>
                  <a:gd name="T12" fmla="*/ 6 w 7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lnTo>
                      <a:pt x="7" y="2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4" name="Freeform 6333">
                <a:extLst>
                  <a:ext uri="{FF2B5EF4-FFF2-40B4-BE49-F238E27FC236}">
                    <a16:creationId xmlns:a16="http://schemas.microsoft.com/office/drawing/2014/main" id="{84A8B260-6D3B-4A6F-87F9-58321C23E2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01" y="2292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3 h 5"/>
                  <a:gd name="T4" fmla="*/ 6 w 9"/>
                  <a:gd name="T5" fmla="*/ 0 h 5"/>
                  <a:gd name="T6" fmla="*/ 2 w 9"/>
                  <a:gd name="T7" fmla="*/ 0 h 5"/>
                  <a:gd name="T8" fmla="*/ 0 w 9"/>
                  <a:gd name="T9" fmla="*/ 3 h 5"/>
                  <a:gd name="T10" fmla="*/ 6 w 9"/>
                  <a:gd name="T11" fmla="*/ 3 h 5"/>
                  <a:gd name="T12" fmla="*/ 9 w 9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5" name="Freeform 6334">
                <a:extLst>
                  <a:ext uri="{FF2B5EF4-FFF2-40B4-BE49-F238E27FC236}">
                    <a16:creationId xmlns:a16="http://schemas.microsoft.com/office/drawing/2014/main" id="{DB4DAB7E-4C40-4644-BF73-11B1A5194B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88" y="2295"/>
                <a:ext cx="13" cy="11"/>
              </a:xfrm>
              <a:custGeom>
                <a:avLst/>
                <a:gdLst>
                  <a:gd name="T0" fmla="*/ 4 w 13"/>
                  <a:gd name="T1" fmla="*/ 0 h 11"/>
                  <a:gd name="T2" fmla="*/ 2 w 13"/>
                  <a:gd name="T3" fmla="*/ 2 h 11"/>
                  <a:gd name="T4" fmla="*/ 0 w 13"/>
                  <a:gd name="T5" fmla="*/ 6 h 11"/>
                  <a:gd name="T6" fmla="*/ 4 w 13"/>
                  <a:gd name="T7" fmla="*/ 8 h 11"/>
                  <a:gd name="T8" fmla="*/ 8 w 13"/>
                  <a:gd name="T9" fmla="*/ 11 h 11"/>
                  <a:gd name="T10" fmla="*/ 9 w 13"/>
                  <a:gd name="T11" fmla="*/ 6 h 11"/>
                  <a:gd name="T12" fmla="*/ 13 w 13"/>
                  <a:gd name="T13" fmla="*/ 2 h 11"/>
                  <a:gd name="T14" fmla="*/ 8 w 13"/>
                  <a:gd name="T15" fmla="*/ 0 h 11"/>
                  <a:gd name="T16" fmla="*/ 4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11"/>
                    </a:lnTo>
                    <a:lnTo>
                      <a:pt x="9" y="6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6" name="Freeform 6335">
                <a:extLst>
                  <a:ext uri="{FF2B5EF4-FFF2-40B4-BE49-F238E27FC236}">
                    <a16:creationId xmlns:a16="http://schemas.microsoft.com/office/drawing/2014/main" id="{0003ED77-7B70-4CD1-BFB2-CDF005C8DB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3" y="2346"/>
                <a:ext cx="7" cy="5"/>
              </a:xfrm>
              <a:custGeom>
                <a:avLst/>
                <a:gdLst>
                  <a:gd name="T0" fmla="*/ 2 w 4"/>
                  <a:gd name="T1" fmla="*/ 2 h 3"/>
                  <a:gd name="T2" fmla="*/ 2 w 4"/>
                  <a:gd name="T3" fmla="*/ 2 h 3"/>
                  <a:gd name="T4" fmla="*/ 3 w 4"/>
                  <a:gd name="T5" fmla="*/ 2 h 3"/>
                  <a:gd name="T6" fmla="*/ 4 w 4"/>
                  <a:gd name="T7" fmla="*/ 0 h 3"/>
                  <a:gd name="T8" fmla="*/ 2 w 4"/>
                  <a:gd name="T9" fmla="*/ 0 h 3"/>
                  <a:gd name="T10" fmla="*/ 1 w 4"/>
                  <a:gd name="T11" fmla="*/ 0 h 3"/>
                  <a:gd name="T12" fmla="*/ 0 w 4"/>
                  <a:gd name="T13" fmla="*/ 1 h 3"/>
                  <a:gd name="T14" fmla="*/ 2 w 4"/>
                  <a:gd name="T15" fmla="*/ 3 h 3"/>
                  <a:gd name="T16" fmla="*/ 2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7" name="Freeform 6336">
                <a:extLst>
                  <a:ext uri="{FF2B5EF4-FFF2-40B4-BE49-F238E27FC236}">
                    <a16:creationId xmlns:a16="http://schemas.microsoft.com/office/drawing/2014/main" id="{EA86D95B-07DD-4E87-B611-00FDAD51B6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4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3 w 7"/>
                  <a:gd name="T3" fmla="*/ 3 h 3"/>
                  <a:gd name="T4" fmla="*/ 5 w 7"/>
                  <a:gd name="T5" fmla="*/ 3 h 3"/>
                  <a:gd name="T6" fmla="*/ 7 w 7"/>
                  <a:gd name="T7" fmla="*/ 0 h 3"/>
                  <a:gd name="T8" fmla="*/ 3 w 7"/>
                  <a:gd name="T9" fmla="*/ 0 h 3"/>
                  <a:gd name="T10" fmla="*/ 0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8" name="Freeform 6337">
                <a:extLst>
                  <a:ext uri="{FF2B5EF4-FFF2-40B4-BE49-F238E27FC236}">
                    <a16:creationId xmlns:a16="http://schemas.microsoft.com/office/drawing/2014/main" id="{74F2E884-2B2B-4A67-9926-B5BCE628E0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31"/>
                <a:ext cx="5" cy="11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3 h 6"/>
                  <a:gd name="T6" fmla="*/ 1 w 3"/>
                  <a:gd name="T7" fmla="*/ 2 h 6"/>
                  <a:gd name="T8" fmla="*/ 1 w 3"/>
                  <a:gd name="T9" fmla="*/ 4 h 6"/>
                  <a:gd name="T10" fmla="*/ 2 w 3"/>
                  <a:gd name="T11" fmla="*/ 4 h 6"/>
                  <a:gd name="T12" fmla="*/ 2 w 3"/>
                  <a:gd name="T13" fmla="*/ 4 h 6"/>
                  <a:gd name="T14" fmla="*/ 1 w 3"/>
                  <a:gd name="T15" fmla="*/ 5 h 6"/>
                  <a:gd name="T16" fmla="*/ 3 w 3"/>
                  <a:gd name="T17" fmla="*/ 6 h 6"/>
                  <a:gd name="T18" fmla="*/ 3 w 3"/>
                  <a:gd name="T19" fmla="*/ 3 h 6"/>
                  <a:gd name="T20" fmla="*/ 3 w 3"/>
                  <a:gd name="T21" fmla="*/ 3 h 6"/>
                  <a:gd name="T22" fmla="*/ 3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1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9" name="Freeform 6338">
                <a:extLst>
                  <a:ext uri="{FF2B5EF4-FFF2-40B4-BE49-F238E27FC236}">
                    <a16:creationId xmlns:a16="http://schemas.microsoft.com/office/drawing/2014/main" id="{CB7EEFA3-7D5F-4577-89C3-6A7A1CE93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1" y="2348"/>
                <a:ext cx="11" cy="11"/>
              </a:xfrm>
              <a:custGeom>
                <a:avLst/>
                <a:gdLst>
                  <a:gd name="T0" fmla="*/ 2 w 11"/>
                  <a:gd name="T1" fmla="*/ 11 h 11"/>
                  <a:gd name="T2" fmla="*/ 4 w 11"/>
                  <a:gd name="T3" fmla="*/ 11 h 11"/>
                  <a:gd name="T4" fmla="*/ 6 w 11"/>
                  <a:gd name="T5" fmla="*/ 9 h 11"/>
                  <a:gd name="T6" fmla="*/ 8 w 11"/>
                  <a:gd name="T7" fmla="*/ 7 h 11"/>
                  <a:gd name="T8" fmla="*/ 10 w 11"/>
                  <a:gd name="T9" fmla="*/ 7 h 11"/>
                  <a:gd name="T10" fmla="*/ 10 w 11"/>
                  <a:gd name="T11" fmla="*/ 7 h 11"/>
                  <a:gd name="T12" fmla="*/ 10 w 11"/>
                  <a:gd name="T13" fmla="*/ 5 h 11"/>
                  <a:gd name="T14" fmla="*/ 10 w 11"/>
                  <a:gd name="T15" fmla="*/ 3 h 11"/>
                  <a:gd name="T16" fmla="*/ 11 w 11"/>
                  <a:gd name="T17" fmla="*/ 3 h 11"/>
                  <a:gd name="T18" fmla="*/ 11 w 11"/>
                  <a:gd name="T19" fmla="*/ 0 h 11"/>
                  <a:gd name="T20" fmla="*/ 4 w 11"/>
                  <a:gd name="T21" fmla="*/ 1 h 11"/>
                  <a:gd name="T22" fmla="*/ 0 w 11"/>
                  <a:gd name="T23" fmla="*/ 5 h 11"/>
                  <a:gd name="T24" fmla="*/ 0 w 11"/>
                  <a:gd name="T25" fmla="*/ 7 h 11"/>
                  <a:gd name="T26" fmla="*/ 0 w 11"/>
                  <a:gd name="T27" fmla="*/ 7 h 11"/>
                  <a:gd name="T28" fmla="*/ 0 w 11"/>
                  <a:gd name="T29" fmla="*/ 9 h 11"/>
                  <a:gd name="T30" fmla="*/ 2 w 11"/>
                  <a:gd name="T3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2" y="11"/>
                    </a:move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0" name="Freeform 6339">
                <a:extLst>
                  <a:ext uri="{FF2B5EF4-FFF2-40B4-BE49-F238E27FC236}">
                    <a16:creationId xmlns:a16="http://schemas.microsoft.com/office/drawing/2014/main" id="{D08E36FE-0749-4B56-8AB0-1C374D80B5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14" y="2353"/>
                <a:ext cx="5" cy="15"/>
              </a:xfrm>
              <a:custGeom>
                <a:avLst/>
                <a:gdLst>
                  <a:gd name="T0" fmla="*/ 2 w 5"/>
                  <a:gd name="T1" fmla="*/ 11 h 15"/>
                  <a:gd name="T2" fmla="*/ 2 w 5"/>
                  <a:gd name="T3" fmla="*/ 15 h 15"/>
                  <a:gd name="T4" fmla="*/ 4 w 5"/>
                  <a:gd name="T5" fmla="*/ 13 h 15"/>
                  <a:gd name="T6" fmla="*/ 5 w 5"/>
                  <a:gd name="T7" fmla="*/ 9 h 15"/>
                  <a:gd name="T8" fmla="*/ 4 w 5"/>
                  <a:gd name="T9" fmla="*/ 8 h 15"/>
                  <a:gd name="T10" fmla="*/ 4 w 5"/>
                  <a:gd name="T11" fmla="*/ 8 h 15"/>
                  <a:gd name="T12" fmla="*/ 4 w 5"/>
                  <a:gd name="T13" fmla="*/ 6 h 15"/>
                  <a:gd name="T14" fmla="*/ 4 w 5"/>
                  <a:gd name="T15" fmla="*/ 0 h 15"/>
                  <a:gd name="T16" fmla="*/ 2 w 5"/>
                  <a:gd name="T17" fmla="*/ 6 h 15"/>
                  <a:gd name="T18" fmla="*/ 2 w 5"/>
                  <a:gd name="T19" fmla="*/ 6 h 15"/>
                  <a:gd name="T20" fmla="*/ 0 w 5"/>
                  <a:gd name="T21" fmla="*/ 8 h 15"/>
                  <a:gd name="T22" fmla="*/ 2 w 5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5">
                    <a:moveTo>
                      <a:pt x="2" y="11"/>
                    </a:moveTo>
                    <a:lnTo>
                      <a:pt x="2" y="15"/>
                    </a:lnTo>
                    <a:lnTo>
                      <a:pt x="4" y="13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1" name="Freeform 6340">
                <a:extLst>
                  <a:ext uri="{FF2B5EF4-FFF2-40B4-BE49-F238E27FC236}">
                    <a16:creationId xmlns:a16="http://schemas.microsoft.com/office/drawing/2014/main" id="{3ACB5EC5-17AE-414A-8F85-3A21B323F6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2336"/>
                <a:ext cx="9" cy="8"/>
              </a:xfrm>
              <a:custGeom>
                <a:avLst/>
                <a:gdLst>
                  <a:gd name="T0" fmla="*/ 6 w 9"/>
                  <a:gd name="T1" fmla="*/ 6 h 8"/>
                  <a:gd name="T2" fmla="*/ 7 w 9"/>
                  <a:gd name="T3" fmla="*/ 6 h 8"/>
                  <a:gd name="T4" fmla="*/ 9 w 9"/>
                  <a:gd name="T5" fmla="*/ 4 h 8"/>
                  <a:gd name="T6" fmla="*/ 9 w 9"/>
                  <a:gd name="T7" fmla="*/ 2 h 8"/>
                  <a:gd name="T8" fmla="*/ 7 w 9"/>
                  <a:gd name="T9" fmla="*/ 0 h 8"/>
                  <a:gd name="T10" fmla="*/ 6 w 9"/>
                  <a:gd name="T11" fmla="*/ 2 h 8"/>
                  <a:gd name="T12" fmla="*/ 4 w 9"/>
                  <a:gd name="T13" fmla="*/ 2 h 8"/>
                  <a:gd name="T14" fmla="*/ 2 w 9"/>
                  <a:gd name="T15" fmla="*/ 2 h 8"/>
                  <a:gd name="T16" fmla="*/ 0 w 9"/>
                  <a:gd name="T17" fmla="*/ 6 h 8"/>
                  <a:gd name="T18" fmla="*/ 4 w 9"/>
                  <a:gd name="T19" fmla="*/ 8 h 8"/>
                  <a:gd name="T20" fmla="*/ 6 w 9"/>
                  <a:gd name="T21" fmla="*/ 6 h 8"/>
                  <a:gd name="T22" fmla="*/ 6 w 9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6" y="6"/>
                    </a:moveTo>
                    <a:lnTo>
                      <a:pt x="7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2" name="Freeform 6341">
                <a:extLst>
                  <a:ext uri="{FF2B5EF4-FFF2-40B4-BE49-F238E27FC236}">
                    <a16:creationId xmlns:a16="http://schemas.microsoft.com/office/drawing/2014/main" id="{DA03AB29-B269-4A3E-9C91-5655F0E0A9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2" y="2288"/>
                <a:ext cx="10" cy="7"/>
              </a:xfrm>
              <a:custGeom>
                <a:avLst/>
                <a:gdLst>
                  <a:gd name="T0" fmla="*/ 2 w 10"/>
                  <a:gd name="T1" fmla="*/ 7 h 7"/>
                  <a:gd name="T2" fmla="*/ 4 w 10"/>
                  <a:gd name="T3" fmla="*/ 7 h 7"/>
                  <a:gd name="T4" fmla="*/ 6 w 10"/>
                  <a:gd name="T5" fmla="*/ 7 h 7"/>
                  <a:gd name="T6" fmla="*/ 8 w 10"/>
                  <a:gd name="T7" fmla="*/ 5 h 7"/>
                  <a:gd name="T8" fmla="*/ 10 w 10"/>
                  <a:gd name="T9" fmla="*/ 2 h 7"/>
                  <a:gd name="T10" fmla="*/ 6 w 10"/>
                  <a:gd name="T11" fmla="*/ 0 h 7"/>
                  <a:gd name="T12" fmla="*/ 4 w 10"/>
                  <a:gd name="T13" fmla="*/ 2 h 7"/>
                  <a:gd name="T14" fmla="*/ 4 w 10"/>
                  <a:gd name="T15" fmla="*/ 2 h 7"/>
                  <a:gd name="T16" fmla="*/ 0 w 10"/>
                  <a:gd name="T17" fmla="*/ 2 h 7"/>
                  <a:gd name="T18" fmla="*/ 0 w 10"/>
                  <a:gd name="T19" fmla="*/ 4 h 7"/>
                  <a:gd name="T20" fmla="*/ 0 w 10"/>
                  <a:gd name="T21" fmla="*/ 5 h 7"/>
                  <a:gd name="T22" fmla="*/ 2 w 10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lnTo>
                      <a:pt x="4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3" name="Freeform 6342">
                <a:extLst>
                  <a:ext uri="{FF2B5EF4-FFF2-40B4-BE49-F238E27FC236}">
                    <a16:creationId xmlns:a16="http://schemas.microsoft.com/office/drawing/2014/main" id="{7C47A7EE-8A1A-483B-870A-E7AEB859F59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7" y="2306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2 h 8"/>
                  <a:gd name="T4" fmla="*/ 1 w 5"/>
                  <a:gd name="T5" fmla="*/ 6 h 8"/>
                  <a:gd name="T6" fmla="*/ 1 w 5"/>
                  <a:gd name="T7" fmla="*/ 6 h 8"/>
                  <a:gd name="T8" fmla="*/ 3 w 5"/>
                  <a:gd name="T9" fmla="*/ 8 h 8"/>
                  <a:gd name="T10" fmla="*/ 5 w 5"/>
                  <a:gd name="T11" fmla="*/ 8 h 8"/>
                  <a:gd name="T12" fmla="*/ 5 w 5"/>
                  <a:gd name="T13" fmla="*/ 2 h 8"/>
                  <a:gd name="T14" fmla="*/ 3 w 5"/>
                  <a:gd name="T15" fmla="*/ 2 h 8"/>
                  <a:gd name="T16" fmla="*/ 1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4" name="Freeform 6343">
                <a:extLst>
                  <a:ext uri="{FF2B5EF4-FFF2-40B4-BE49-F238E27FC236}">
                    <a16:creationId xmlns:a16="http://schemas.microsoft.com/office/drawing/2014/main" id="{E1513DD1-9496-4C90-8980-95BCCF5B52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2359"/>
                <a:ext cx="39" cy="15"/>
              </a:xfrm>
              <a:custGeom>
                <a:avLst/>
                <a:gdLst>
                  <a:gd name="T0" fmla="*/ 2 w 39"/>
                  <a:gd name="T1" fmla="*/ 3 h 15"/>
                  <a:gd name="T2" fmla="*/ 2 w 39"/>
                  <a:gd name="T3" fmla="*/ 0 h 15"/>
                  <a:gd name="T4" fmla="*/ 0 w 39"/>
                  <a:gd name="T5" fmla="*/ 5 h 15"/>
                  <a:gd name="T6" fmla="*/ 0 w 39"/>
                  <a:gd name="T7" fmla="*/ 7 h 15"/>
                  <a:gd name="T8" fmla="*/ 0 w 39"/>
                  <a:gd name="T9" fmla="*/ 11 h 15"/>
                  <a:gd name="T10" fmla="*/ 4 w 39"/>
                  <a:gd name="T11" fmla="*/ 11 h 15"/>
                  <a:gd name="T12" fmla="*/ 8 w 39"/>
                  <a:gd name="T13" fmla="*/ 11 h 15"/>
                  <a:gd name="T14" fmla="*/ 10 w 39"/>
                  <a:gd name="T15" fmla="*/ 11 h 15"/>
                  <a:gd name="T16" fmla="*/ 11 w 39"/>
                  <a:gd name="T17" fmla="*/ 11 h 15"/>
                  <a:gd name="T18" fmla="*/ 13 w 39"/>
                  <a:gd name="T19" fmla="*/ 11 h 15"/>
                  <a:gd name="T20" fmla="*/ 17 w 39"/>
                  <a:gd name="T21" fmla="*/ 13 h 15"/>
                  <a:gd name="T22" fmla="*/ 17 w 39"/>
                  <a:gd name="T23" fmla="*/ 15 h 15"/>
                  <a:gd name="T24" fmla="*/ 23 w 39"/>
                  <a:gd name="T25" fmla="*/ 15 h 15"/>
                  <a:gd name="T26" fmla="*/ 25 w 39"/>
                  <a:gd name="T27" fmla="*/ 13 h 15"/>
                  <a:gd name="T28" fmla="*/ 28 w 39"/>
                  <a:gd name="T29" fmla="*/ 13 h 15"/>
                  <a:gd name="T30" fmla="*/ 32 w 39"/>
                  <a:gd name="T31" fmla="*/ 13 h 15"/>
                  <a:gd name="T32" fmla="*/ 36 w 39"/>
                  <a:gd name="T33" fmla="*/ 13 h 15"/>
                  <a:gd name="T34" fmla="*/ 39 w 39"/>
                  <a:gd name="T35" fmla="*/ 11 h 15"/>
                  <a:gd name="T36" fmla="*/ 39 w 39"/>
                  <a:gd name="T37" fmla="*/ 9 h 15"/>
                  <a:gd name="T38" fmla="*/ 39 w 39"/>
                  <a:gd name="T39" fmla="*/ 7 h 15"/>
                  <a:gd name="T40" fmla="*/ 39 w 39"/>
                  <a:gd name="T41" fmla="*/ 2 h 15"/>
                  <a:gd name="T42" fmla="*/ 38 w 39"/>
                  <a:gd name="T43" fmla="*/ 7 h 15"/>
                  <a:gd name="T44" fmla="*/ 38 w 39"/>
                  <a:gd name="T45" fmla="*/ 7 h 15"/>
                  <a:gd name="T46" fmla="*/ 36 w 39"/>
                  <a:gd name="T47" fmla="*/ 9 h 15"/>
                  <a:gd name="T48" fmla="*/ 36 w 39"/>
                  <a:gd name="T49" fmla="*/ 7 h 15"/>
                  <a:gd name="T50" fmla="*/ 34 w 39"/>
                  <a:gd name="T51" fmla="*/ 7 h 15"/>
                  <a:gd name="T52" fmla="*/ 34 w 39"/>
                  <a:gd name="T53" fmla="*/ 7 h 15"/>
                  <a:gd name="T54" fmla="*/ 32 w 39"/>
                  <a:gd name="T55" fmla="*/ 5 h 15"/>
                  <a:gd name="T56" fmla="*/ 30 w 39"/>
                  <a:gd name="T57" fmla="*/ 5 h 15"/>
                  <a:gd name="T58" fmla="*/ 26 w 39"/>
                  <a:gd name="T59" fmla="*/ 5 h 15"/>
                  <a:gd name="T60" fmla="*/ 25 w 39"/>
                  <a:gd name="T61" fmla="*/ 3 h 15"/>
                  <a:gd name="T62" fmla="*/ 19 w 39"/>
                  <a:gd name="T63" fmla="*/ 3 h 15"/>
                  <a:gd name="T64" fmla="*/ 15 w 39"/>
                  <a:gd name="T65" fmla="*/ 5 h 15"/>
                  <a:gd name="T66" fmla="*/ 13 w 39"/>
                  <a:gd name="T67" fmla="*/ 5 h 15"/>
                  <a:gd name="T68" fmla="*/ 13 w 39"/>
                  <a:gd name="T69" fmla="*/ 5 h 15"/>
                  <a:gd name="T70" fmla="*/ 11 w 39"/>
                  <a:gd name="T71" fmla="*/ 3 h 15"/>
                  <a:gd name="T72" fmla="*/ 10 w 39"/>
                  <a:gd name="T73" fmla="*/ 2 h 15"/>
                  <a:gd name="T74" fmla="*/ 6 w 39"/>
                  <a:gd name="T75" fmla="*/ 2 h 15"/>
                  <a:gd name="T76" fmla="*/ 6 w 39"/>
                  <a:gd name="T77" fmla="*/ 2 h 15"/>
                  <a:gd name="T78" fmla="*/ 4 w 39"/>
                  <a:gd name="T79" fmla="*/ 2 h 15"/>
                  <a:gd name="T80" fmla="*/ 2 w 39"/>
                  <a:gd name="T8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15">
                    <a:moveTo>
                      <a:pt x="2" y="3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5" y="13"/>
                    </a:lnTo>
                    <a:lnTo>
                      <a:pt x="28" y="13"/>
                    </a:lnTo>
                    <a:lnTo>
                      <a:pt x="32" y="13"/>
                    </a:lnTo>
                    <a:lnTo>
                      <a:pt x="36" y="13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39" y="2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6" y="5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5" name="Freeform 6344">
                <a:extLst>
                  <a:ext uri="{FF2B5EF4-FFF2-40B4-BE49-F238E27FC236}">
                    <a16:creationId xmlns:a16="http://schemas.microsoft.com/office/drawing/2014/main" id="{6D765977-E545-4C76-9507-B5C4D415CC7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888" y="2280"/>
                <a:ext cx="11" cy="10"/>
              </a:xfrm>
              <a:custGeom>
                <a:avLst/>
                <a:gdLst>
                  <a:gd name="T0" fmla="*/ 9 w 11"/>
                  <a:gd name="T1" fmla="*/ 8 h 10"/>
                  <a:gd name="T2" fmla="*/ 11 w 11"/>
                  <a:gd name="T3" fmla="*/ 6 h 10"/>
                  <a:gd name="T4" fmla="*/ 7 w 11"/>
                  <a:gd name="T5" fmla="*/ 4 h 10"/>
                  <a:gd name="T6" fmla="*/ 7 w 11"/>
                  <a:gd name="T7" fmla="*/ 4 h 10"/>
                  <a:gd name="T8" fmla="*/ 7 w 11"/>
                  <a:gd name="T9" fmla="*/ 2 h 10"/>
                  <a:gd name="T10" fmla="*/ 4 w 11"/>
                  <a:gd name="T11" fmla="*/ 0 h 10"/>
                  <a:gd name="T12" fmla="*/ 2 w 11"/>
                  <a:gd name="T13" fmla="*/ 0 h 10"/>
                  <a:gd name="T14" fmla="*/ 0 w 11"/>
                  <a:gd name="T15" fmla="*/ 4 h 10"/>
                  <a:gd name="T16" fmla="*/ 4 w 11"/>
                  <a:gd name="T17" fmla="*/ 4 h 10"/>
                  <a:gd name="T18" fmla="*/ 2 w 11"/>
                  <a:gd name="T19" fmla="*/ 8 h 10"/>
                  <a:gd name="T20" fmla="*/ 5 w 11"/>
                  <a:gd name="T21" fmla="*/ 10 h 10"/>
                  <a:gd name="T22" fmla="*/ 9 w 11"/>
                  <a:gd name="T23" fmla="*/ 8 h 10"/>
                  <a:gd name="T24" fmla="*/ 7 w 11"/>
                  <a:gd name="T25" fmla="*/ 4 h 10"/>
                  <a:gd name="T26" fmla="*/ 5 w 11"/>
                  <a:gd name="T27" fmla="*/ 4 h 10"/>
                  <a:gd name="T28" fmla="*/ 5 w 11"/>
                  <a:gd name="T29" fmla="*/ 4 h 10"/>
                  <a:gd name="T30" fmla="*/ 7 w 11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0">
                    <a:moveTo>
                      <a:pt x="9" y="8"/>
                    </a:moveTo>
                    <a:lnTo>
                      <a:pt x="11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9" y="8"/>
                    </a:lnTo>
                    <a:close/>
                    <a:moveTo>
                      <a:pt x="7" y="4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6" name="Freeform 6345">
                <a:extLst>
                  <a:ext uri="{FF2B5EF4-FFF2-40B4-BE49-F238E27FC236}">
                    <a16:creationId xmlns:a16="http://schemas.microsoft.com/office/drawing/2014/main" id="{9158ED62-D073-4A46-8987-65F3CB82BA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5" y="2359"/>
                <a:ext cx="33" cy="20"/>
              </a:xfrm>
              <a:custGeom>
                <a:avLst/>
                <a:gdLst>
                  <a:gd name="T0" fmla="*/ 31 w 33"/>
                  <a:gd name="T1" fmla="*/ 3 h 20"/>
                  <a:gd name="T2" fmla="*/ 33 w 33"/>
                  <a:gd name="T3" fmla="*/ 2 h 20"/>
                  <a:gd name="T4" fmla="*/ 31 w 33"/>
                  <a:gd name="T5" fmla="*/ 0 h 20"/>
                  <a:gd name="T6" fmla="*/ 29 w 33"/>
                  <a:gd name="T7" fmla="*/ 0 h 20"/>
                  <a:gd name="T8" fmla="*/ 26 w 33"/>
                  <a:gd name="T9" fmla="*/ 3 h 20"/>
                  <a:gd name="T10" fmla="*/ 20 w 33"/>
                  <a:gd name="T11" fmla="*/ 5 h 20"/>
                  <a:gd name="T12" fmla="*/ 16 w 33"/>
                  <a:gd name="T13" fmla="*/ 5 h 20"/>
                  <a:gd name="T14" fmla="*/ 13 w 33"/>
                  <a:gd name="T15" fmla="*/ 3 h 20"/>
                  <a:gd name="T16" fmla="*/ 9 w 33"/>
                  <a:gd name="T17" fmla="*/ 3 h 20"/>
                  <a:gd name="T18" fmla="*/ 9 w 33"/>
                  <a:gd name="T19" fmla="*/ 7 h 20"/>
                  <a:gd name="T20" fmla="*/ 9 w 33"/>
                  <a:gd name="T21" fmla="*/ 7 h 20"/>
                  <a:gd name="T22" fmla="*/ 7 w 33"/>
                  <a:gd name="T23" fmla="*/ 7 h 20"/>
                  <a:gd name="T24" fmla="*/ 5 w 33"/>
                  <a:gd name="T25" fmla="*/ 7 h 20"/>
                  <a:gd name="T26" fmla="*/ 3 w 33"/>
                  <a:gd name="T27" fmla="*/ 9 h 20"/>
                  <a:gd name="T28" fmla="*/ 0 w 33"/>
                  <a:gd name="T29" fmla="*/ 9 h 20"/>
                  <a:gd name="T30" fmla="*/ 0 w 33"/>
                  <a:gd name="T31" fmla="*/ 13 h 20"/>
                  <a:gd name="T32" fmla="*/ 3 w 33"/>
                  <a:gd name="T33" fmla="*/ 16 h 20"/>
                  <a:gd name="T34" fmla="*/ 7 w 33"/>
                  <a:gd name="T35" fmla="*/ 18 h 20"/>
                  <a:gd name="T36" fmla="*/ 11 w 33"/>
                  <a:gd name="T37" fmla="*/ 18 h 20"/>
                  <a:gd name="T38" fmla="*/ 13 w 33"/>
                  <a:gd name="T39" fmla="*/ 20 h 20"/>
                  <a:gd name="T40" fmla="*/ 15 w 33"/>
                  <a:gd name="T41" fmla="*/ 18 h 20"/>
                  <a:gd name="T42" fmla="*/ 16 w 33"/>
                  <a:gd name="T43" fmla="*/ 16 h 20"/>
                  <a:gd name="T44" fmla="*/ 20 w 33"/>
                  <a:gd name="T45" fmla="*/ 15 h 20"/>
                  <a:gd name="T46" fmla="*/ 22 w 33"/>
                  <a:gd name="T47" fmla="*/ 15 h 20"/>
                  <a:gd name="T48" fmla="*/ 26 w 33"/>
                  <a:gd name="T49" fmla="*/ 15 h 20"/>
                  <a:gd name="T50" fmla="*/ 28 w 33"/>
                  <a:gd name="T51" fmla="*/ 11 h 20"/>
                  <a:gd name="T52" fmla="*/ 26 w 33"/>
                  <a:gd name="T53" fmla="*/ 9 h 20"/>
                  <a:gd name="T54" fmla="*/ 28 w 33"/>
                  <a:gd name="T55" fmla="*/ 5 h 20"/>
                  <a:gd name="T56" fmla="*/ 31 w 33"/>
                  <a:gd name="T5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3" h="20">
                    <a:moveTo>
                      <a:pt x="31" y="3"/>
                    </a:moveTo>
                    <a:lnTo>
                      <a:pt x="33" y="2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3"/>
                    </a:lnTo>
                    <a:lnTo>
                      <a:pt x="9" y="3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6" y="16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6" y="15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8" y="5"/>
                    </a:lnTo>
                    <a:lnTo>
                      <a:pt x="3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7" name="Freeform 6346">
                <a:extLst>
                  <a:ext uri="{FF2B5EF4-FFF2-40B4-BE49-F238E27FC236}">
                    <a16:creationId xmlns:a16="http://schemas.microsoft.com/office/drawing/2014/main" id="{D9B5A2EF-599D-44AD-831A-4600843FE3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6" y="2323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0 w 7"/>
                  <a:gd name="T3" fmla="*/ 2 h 6"/>
                  <a:gd name="T4" fmla="*/ 0 w 7"/>
                  <a:gd name="T5" fmla="*/ 4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8" name="Freeform 6347">
                <a:extLst>
                  <a:ext uri="{FF2B5EF4-FFF2-40B4-BE49-F238E27FC236}">
                    <a16:creationId xmlns:a16="http://schemas.microsoft.com/office/drawing/2014/main" id="{21313286-3A30-4D15-B58D-7E1C1836DCA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2" y="230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6 w 10"/>
                  <a:gd name="T5" fmla="*/ 0 h 8"/>
                  <a:gd name="T6" fmla="*/ 0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10" y="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9" name="Freeform 6348">
                <a:extLst>
                  <a:ext uri="{FF2B5EF4-FFF2-40B4-BE49-F238E27FC236}">
                    <a16:creationId xmlns:a16="http://schemas.microsoft.com/office/drawing/2014/main" id="{29AB8B56-CCF9-4609-AFDC-16DE7BD2C0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0" y="231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6 h 6"/>
                  <a:gd name="T4" fmla="*/ 4 w 8"/>
                  <a:gd name="T5" fmla="*/ 6 h 6"/>
                  <a:gd name="T6" fmla="*/ 8 w 8"/>
                  <a:gd name="T7" fmla="*/ 6 h 6"/>
                  <a:gd name="T8" fmla="*/ 4 w 8"/>
                  <a:gd name="T9" fmla="*/ 2 h 6"/>
                  <a:gd name="T10" fmla="*/ 0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0" name="Freeform 6349">
                <a:extLst>
                  <a:ext uri="{FF2B5EF4-FFF2-40B4-BE49-F238E27FC236}">
                    <a16:creationId xmlns:a16="http://schemas.microsoft.com/office/drawing/2014/main" id="{9D3FCC0E-255E-40C6-8424-CB4BD866D0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95" y="230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6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6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1" name="Freeform 6350">
                <a:extLst>
                  <a:ext uri="{FF2B5EF4-FFF2-40B4-BE49-F238E27FC236}">
                    <a16:creationId xmlns:a16="http://schemas.microsoft.com/office/drawing/2014/main" id="{F58FA523-A23D-4968-8926-5086286397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03"/>
                <a:ext cx="10" cy="4"/>
              </a:xfrm>
              <a:custGeom>
                <a:avLst/>
                <a:gdLst>
                  <a:gd name="T0" fmla="*/ 3 w 5"/>
                  <a:gd name="T1" fmla="*/ 2 h 2"/>
                  <a:gd name="T2" fmla="*/ 3 w 5"/>
                  <a:gd name="T3" fmla="*/ 2 h 2"/>
                  <a:gd name="T4" fmla="*/ 4 w 5"/>
                  <a:gd name="T5" fmla="*/ 2 h 2"/>
                  <a:gd name="T6" fmla="*/ 5 w 5"/>
                  <a:gd name="T7" fmla="*/ 2 h 2"/>
                  <a:gd name="T8" fmla="*/ 3 w 5"/>
                  <a:gd name="T9" fmla="*/ 0 h 2"/>
                  <a:gd name="T10" fmla="*/ 0 w 5"/>
                  <a:gd name="T11" fmla="*/ 0 h 2"/>
                  <a:gd name="T12" fmla="*/ 1 w 5"/>
                  <a:gd name="T13" fmla="*/ 2 h 2"/>
                  <a:gd name="T14" fmla="*/ 3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2" name="Freeform 6351">
                <a:extLst>
                  <a:ext uri="{FF2B5EF4-FFF2-40B4-BE49-F238E27FC236}">
                    <a16:creationId xmlns:a16="http://schemas.microsoft.com/office/drawing/2014/main" id="{0E9F474E-38A1-4492-9965-254507CA70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3" y="2467"/>
                <a:ext cx="9" cy="9"/>
              </a:xfrm>
              <a:custGeom>
                <a:avLst/>
                <a:gdLst>
                  <a:gd name="T0" fmla="*/ 4 w 9"/>
                  <a:gd name="T1" fmla="*/ 4 h 9"/>
                  <a:gd name="T2" fmla="*/ 0 w 9"/>
                  <a:gd name="T3" fmla="*/ 9 h 9"/>
                  <a:gd name="T4" fmla="*/ 4 w 9"/>
                  <a:gd name="T5" fmla="*/ 9 h 9"/>
                  <a:gd name="T6" fmla="*/ 7 w 9"/>
                  <a:gd name="T7" fmla="*/ 9 h 9"/>
                  <a:gd name="T8" fmla="*/ 9 w 9"/>
                  <a:gd name="T9" fmla="*/ 4 h 9"/>
                  <a:gd name="T10" fmla="*/ 9 w 9"/>
                  <a:gd name="T11" fmla="*/ 0 h 9"/>
                  <a:gd name="T12" fmla="*/ 4 w 9"/>
                  <a:gd name="T13" fmla="*/ 2 h 9"/>
                  <a:gd name="T14" fmla="*/ 4 w 9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4" y="4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3" name="Freeform 6352">
                <a:extLst>
                  <a:ext uri="{FF2B5EF4-FFF2-40B4-BE49-F238E27FC236}">
                    <a16:creationId xmlns:a16="http://schemas.microsoft.com/office/drawing/2014/main" id="{F4561CA0-AF74-4522-8FC6-794BD383BB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6" y="2463"/>
                <a:ext cx="6" cy="8"/>
              </a:xfrm>
              <a:custGeom>
                <a:avLst/>
                <a:gdLst>
                  <a:gd name="T0" fmla="*/ 1 w 3"/>
                  <a:gd name="T1" fmla="*/ 1 h 4"/>
                  <a:gd name="T2" fmla="*/ 0 w 3"/>
                  <a:gd name="T3" fmla="*/ 1 h 4"/>
                  <a:gd name="T4" fmla="*/ 1 w 3"/>
                  <a:gd name="T5" fmla="*/ 2 h 4"/>
                  <a:gd name="T6" fmla="*/ 1 w 3"/>
                  <a:gd name="T7" fmla="*/ 4 h 4"/>
                  <a:gd name="T8" fmla="*/ 2 w 3"/>
                  <a:gd name="T9" fmla="*/ 4 h 4"/>
                  <a:gd name="T10" fmla="*/ 3 w 3"/>
                  <a:gd name="T11" fmla="*/ 4 h 4"/>
                  <a:gd name="T12" fmla="*/ 3 w 3"/>
                  <a:gd name="T13" fmla="*/ 3 h 4"/>
                  <a:gd name="T14" fmla="*/ 3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  <a:gd name="T20" fmla="*/ 1 w 3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4" name="Freeform 6353">
                <a:extLst>
                  <a:ext uri="{FF2B5EF4-FFF2-40B4-BE49-F238E27FC236}">
                    <a16:creationId xmlns:a16="http://schemas.microsoft.com/office/drawing/2014/main" id="{2DA51CC4-17E3-47B8-8FE7-1F57AAE814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4" y="2472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2 w 10"/>
                  <a:gd name="T3" fmla="*/ 0 h 10"/>
                  <a:gd name="T4" fmla="*/ 0 w 10"/>
                  <a:gd name="T5" fmla="*/ 6 h 10"/>
                  <a:gd name="T6" fmla="*/ 4 w 10"/>
                  <a:gd name="T7" fmla="*/ 10 h 10"/>
                  <a:gd name="T8" fmla="*/ 6 w 10"/>
                  <a:gd name="T9" fmla="*/ 8 h 10"/>
                  <a:gd name="T10" fmla="*/ 10 w 10"/>
                  <a:gd name="T11" fmla="*/ 6 h 10"/>
                  <a:gd name="T12" fmla="*/ 8 w 10"/>
                  <a:gd name="T13" fmla="*/ 2 h 10"/>
                  <a:gd name="T14" fmla="*/ 6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5" name="Freeform 6354">
                <a:extLst>
                  <a:ext uri="{FF2B5EF4-FFF2-40B4-BE49-F238E27FC236}">
                    <a16:creationId xmlns:a16="http://schemas.microsoft.com/office/drawing/2014/main" id="{B582E0CC-7491-4211-B670-90D9BC28E4F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0" y="2459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0 h 8"/>
                  <a:gd name="T4" fmla="*/ 2 w 11"/>
                  <a:gd name="T5" fmla="*/ 0 h 8"/>
                  <a:gd name="T6" fmla="*/ 0 w 11"/>
                  <a:gd name="T7" fmla="*/ 8 h 8"/>
                  <a:gd name="T8" fmla="*/ 6 w 11"/>
                  <a:gd name="T9" fmla="*/ 4 h 8"/>
                  <a:gd name="T10" fmla="*/ 11 w 11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6" y="4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6" name="Freeform 6355">
                <a:extLst>
                  <a:ext uri="{FF2B5EF4-FFF2-40B4-BE49-F238E27FC236}">
                    <a16:creationId xmlns:a16="http://schemas.microsoft.com/office/drawing/2014/main" id="{1BF36A5D-ADA7-42FD-A83C-6FFEE08235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69"/>
                <a:ext cx="15" cy="9"/>
              </a:xfrm>
              <a:custGeom>
                <a:avLst/>
                <a:gdLst>
                  <a:gd name="T0" fmla="*/ 15 w 15"/>
                  <a:gd name="T1" fmla="*/ 5 h 9"/>
                  <a:gd name="T2" fmla="*/ 15 w 15"/>
                  <a:gd name="T3" fmla="*/ 0 h 9"/>
                  <a:gd name="T4" fmla="*/ 12 w 15"/>
                  <a:gd name="T5" fmla="*/ 0 h 9"/>
                  <a:gd name="T6" fmla="*/ 10 w 15"/>
                  <a:gd name="T7" fmla="*/ 2 h 9"/>
                  <a:gd name="T8" fmla="*/ 8 w 15"/>
                  <a:gd name="T9" fmla="*/ 2 h 9"/>
                  <a:gd name="T10" fmla="*/ 4 w 15"/>
                  <a:gd name="T11" fmla="*/ 2 h 9"/>
                  <a:gd name="T12" fmla="*/ 0 w 15"/>
                  <a:gd name="T13" fmla="*/ 3 h 9"/>
                  <a:gd name="T14" fmla="*/ 4 w 15"/>
                  <a:gd name="T15" fmla="*/ 7 h 9"/>
                  <a:gd name="T16" fmla="*/ 6 w 15"/>
                  <a:gd name="T17" fmla="*/ 9 h 9"/>
                  <a:gd name="T18" fmla="*/ 12 w 15"/>
                  <a:gd name="T19" fmla="*/ 5 h 9"/>
                  <a:gd name="T20" fmla="*/ 15 w 15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9">
                    <a:moveTo>
                      <a:pt x="15" y="5"/>
                    </a:moveTo>
                    <a:lnTo>
                      <a:pt x="15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12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7" name="Freeform 6356">
                <a:extLst>
                  <a:ext uri="{FF2B5EF4-FFF2-40B4-BE49-F238E27FC236}">
                    <a16:creationId xmlns:a16="http://schemas.microsoft.com/office/drawing/2014/main" id="{0B430665-4C4B-4585-8A86-62D05538FC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4" y="247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2 h 6"/>
                  <a:gd name="T6" fmla="*/ 2 w 6"/>
                  <a:gd name="T7" fmla="*/ 4 h 6"/>
                  <a:gd name="T8" fmla="*/ 4 w 6"/>
                  <a:gd name="T9" fmla="*/ 6 h 6"/>
                  <a:gd name="T10" fmla="*/ 6 w 6"/>
                  <a:gd name="T11" fmla="*/ 4 h 6"/>
                  <a:gd name="T12" fmla="*/ 6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8" name="Freeform 6357">
                <a:extLst>
                  <a:ext uri="{FF2B5EF4-FFF2-40B4-BE49-F238E27FC236}">
                    <a16:creationId xmlns:a16="http://schemas.microsoft.com/office/drawing/2014/main" id="{F04F6EC8-7810-45FD-9755-42539CE7EE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4" y="247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2 w 9"/>
                  <a:gd name="T3" fmla="*/ 4 h 10"/>
                  <a:gd name="T4" fmla="*/ 2 w 9"/>
                  <a:gd name="T5" fmla="*/ 4 h 10"/>
                  <a:gd name="T6" fmla="*/ 9 w 9"/>
                  <a:gd name="T7" fmla="*/ 10 h 10"/>
                  <a:gd name="T8" fmla="*/ 5 w 9"/>
                  <a:gd name="T9" fmla="*/ 4 h 10"/>
                  <a:gd name="T10" fmla="*/ 5 w 9"/>
                  <a:gd name="T11" fmla="*/ 4 h 10"/>
                  <a:gd name="T12" fmla="*/ 3 w 9"/>
                  <a:gd name="T13" fmla="*/ 2 h 10"/>
                  <a:gd name="T14" fmla="*/ 2 w 9"/>
                  <a:gd name="T15" fmla="*/ 0 h 10"/>
                  <a:gd name="T16" fmla="*/ 0 w 9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9" name="Freeform 6358">
                <a:extLst>
                  <a:ext uri="{FF2B5EF4-FFF2-40B4-BE49-F238E27FC236}">
                    <a16:creationId xmlns:a16="http://schemas.microsoft.com/office/drawing/2014/main" id="{A3C3414F-2AF0-45A7-A337-2E99A9296D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0" y="2627"/>
                <a:ext cx="11" cy="11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2 w 6"/>
                  <a:gd name="T5" fmla="*/ 0 h 6"/>
                  <a:gd name="T6" fmla="*/ 0 w 6"/>
                  <a:gd name="T7" fmla="*/ 1 h 6"/>
                  <a:gd name="T8" fmla="*/ 1 w 6"/>
                  <a:gd name="T9" fmla="*/ 3 h 6"/>
                  <a:gd name="T10" fmla="*/ 1 w 6"/>
                  <a:gd name="T11" fmla="*/ 3 h 6"/>
                  <a:gd name="T12" fmla="*/ 2 w 6"/>
                  <a:gd name="T13" fmla="*/ 3 h 6"/>
                  <a:gd name="T14" fmla="*/ 3 w 6"/>
                  <a:gd name="T15" fmla="*/ 3 h 6"/>
                  <a:gd name="T16" fmla="*/ 3 w 6"/>
                  <a:gd name="T17" fmla="*/ 2 h 6"/>
                  <a:gd name="T18" fmla="*/ 3 w 6"/>
                  <a:gd name="T19" fmla="*/ 3 h 6"/>
                  <a:gd name="T20" fmla="*/ 5 w 6"/>
                  <a:gd name="T21" fmla="*/ 6 h 6"/>
                  <a:gd name="T22" fmla="*/ 5 w 6"/>
                  <a:gd name="T23" fmla="*/ 4 h 6"/>
                  <a:gd name="T24" fmla="*/ 6 w 6"/>
                  <a:gd name="T25" fmla="*/ 4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1 h 6"/>
                  <a:gd name="T32" fmla="*/ 4 w 6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0" name="Freeform 6359">
                <a:extLst>
                  <a:ext uri="{FF2B5EF4-FFF2-40B4-BE49-F238E27FC236}">
                    <a16:creationId xmlns:a16="http://schemas.microsoft.com/office/drawing/2014/main" id="{1D325C2D-FDA9-41A4-A48D-33FF12730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4" y="2629"/>
                <a:ext cx="3" cy="9"/>
              </a:xfrm>
              <a:custGeom>
                <a:avLst/>
                <a:gdLst>
                  <a:gd name="T0" fmla="*/ 3 w 3"/>
                  <a:gd name="T1" fmla="*/ 6 h 9"/>
                  <a:gd name="T2" fmla="*/ 3 w 3"/>
                  <a:gd name="T3" fmla="*/ 0 h 9"/>
                  <a:gd name="T4" fmla="*/ 0 w 3"/>
                  <a:gd name="T5" fmla="*/ 4 h 9"/>
                  <a:gd name="T6" fmla="*/ 2 w 3"/>
                  <a:gd name="T7" fmla="*/ 9 h 9"/>
                  <a:gd name="T8" fmla="*/ 3 w 3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6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1" name="Freeform 6360">
                <a:extLst>
                  <a:ext uri="{FF2B5EF4-FFF2-40B4-BE49-F238E27FC236}">
                    <a16:creationId xmlns:a16="http://schemas.microsoft.com/office/drawing/2014/main" id="{626A1A91-8D5A-4D2A-8AD9-CF78901D3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2" y="2640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2 h 6"/>
                  <a:gd name="T4" fmla="*/ 2 w 7"/>
                  <a:gd name="T5" fmla="*/ 6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2" name="Freeform 6361">
                <a:extLst>
                  <a:ext uri="{FF2B5EF4-FFF2-40B4-BE49-F238E27FC236}">
                    <a16:creationId xmlns:a16="http://schemas.microsoft.com/office/drawing/2014/main" id="{A1829C19-B04C-4D13-BB26-D32FF9E556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0" y="2653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6 h 6"/>
                  <a:gd name="T4" fmla="*/ 6 w 6"/>
                  <a:gd name="T5" fmla="*/ 4 h 6"/>
                  <a:gd name="T6" fmla="*/ 2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3" name="Freeform 6362">
                <a:extLst>
                  <a:ext uri="{FF2B5EF4-FFF2-40B4-BE49-F238E27FC236}">
                    <a16:creationId xmlns:a16="http://schemas.microsoft.com/office/drawing/2014/main" id="{19A6DEE5-3F5C-4A91-B16E-FAB62F4FD4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1" y="2653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3 w 9"/>
                  <a:gd name="T3" fmla="*/ 4 h 10"/>
                  <a:gd name="T4" fmla="*/ 3 w 9"/>
                  <a:gd name="T5" fmla="*/ 8 h 10"/>
                  <a:gd name="T6" fmla="*/ 7 w 9"/>
                  <a:gd name="T7" fmla="*/ 10 h 10"/>
                  <a:gd name="T8" fmla="*/ 9 w 9"/>
                  <a:gd name="T9" fmla="*/ 6 h 10"/>
                  <a:gd name="T10" fmla="*/ 5 w 9"/>
                  <a:gd name="T11" fmla="*/ 2 h 10"/>
                  <a:gd name="T12" fmla="*/ 0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3" y="4"/>
                    </a:lnTo>
                    <a:lnTo>
                      <a:pt x="3" y="8"/>
                    </a:lnTo>
                    <a:lnTo>
                      <a:pt x="7" y="10"/>
                    </a:lnTo>
                    <a:lnTo>
                      <a:pt x="9" y="6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4" name="Freeform 6363">
                <a:extLst>
                  <a:ext uri="{FF2B5EF4-FFF2-40B4-BE49-F238E27FC236}">
                    <a16:creationId xmlns:a16="http://schemas.microsoft.com/office/drawing/2014/main" id="{28B03331-5E55-4BA9-8724-9A6A575991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5" y="2633"/>
                <a:ext cx="11" cy="5"/>
              </a:xfrm>
              <a:custGeom>
                <a:avLst/>
                <a:gdLst>
                  <a:gd name="T0" fmla="*/ 11 w 11"/>
                  <a:gd name="T1" fmla="*/ 3 h 5"/>
                  <a:gd name="T2" fmla="*/ 7 w 11"/>
                  <a:gd name="T3" fmla="*/ 0 h 5"/>
                  <a:gd name="T4" fmla="*/ 6 w 11"/>
                  <a:gd name="T5" fmla="*/ 2 h 5"/>
                  <a:gd name="T6" fmla="*/ 4 w 11"/>
                  <a:gd name="T7" fmla="*/ 2 h 5"/>
                  <a:gd name="T8" fmla="*/ 0 w 11"/>
                  <a:gd name="T9" fmla="*/ 2 h 5"/>
                  <a:gd name="T10" fmla="*/ 0 w 11"/>
                  <a:gd name="T11" fmla="*/ 3 h 5"/>
                  <a:gd name="T12" fmla="*/ 2 w 11"/>
                  <a:gd name="T13" fmla="*/ 5 h 5"/>
                  <a:gd name="T14" fmla="*/ 4 w 11"/>
                  <a:gd name="T15" fmla="*/ 5 h 5"/>
                  <a:gd name="T16" fmla="*/ 6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5 h 5"/>
                  <a:gd name="T24" fmla="*/ 11 w 1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5" name="Freeform 6364">
                <a:extLst>
                  <a:ext uri="{FF2B5EF4-FFF2-40B4-BE49-F238E27FC236}">
                    <a16:creationId xmlns:a16="http://schemas.microsoft.com/office/drawing/2014/main" id="{B416E9D4-FF91-4A6F-A955-F9DCCEB616D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94" y="2691"/>
                <a:ext cx="20" cy="9"/>
              </a:xfrm>
              <a:custGeom>
                <a:avLst/>
                <a:gdLst>
                  <a:gd name="T0" fmla="*/ 16 w 20"/>
                  <a:gd name="T1" fmla="*/ 1 h 9"/>
                  <a:gd name="T2" fmla="*/ 15 w 20"/>
                  <a:gd name="T3" fmla="*/ 0 h 9"/>
                  <a:gd name="T4" fmla="*/ 11 w 20"/>
                  <a:gd name="T5" fmla="*/ 1 h 9"/>
                  <a:gd name="T6" fmla="*/ 9 w 20"/>
                  <a:gd name="T7" fmla="*/ 1 h 9"/>
                  <a:gd name="T8" fmla="*/ 9 w 20"/>
                  <a:gd name="T9" fmla="*/ 1 h 9"/>
                  <a:gd name="T10" fmla="*/ 7 w 20"/>
                  <a:gd name="T11" fmla="*/ 0 h 9"/>
                  <a:gd name="T12" fmla="*/ 5 w 20"/>
                  <a:gd name="T13" fmla="*/ 0 h 9"/>
                  <a:gd name="T14" fmla="*/ 3 w 20"/>
                  <a:gd name="T15" fmla="*/ 1 h 9"/>
                  <a:gd name="T16" fmla="*/ 2 w 20"/>
                  <a:gd name="T17" fmla="*/ 3 h 9"/>
                  <a:gd name="T18" fmla="*/ 0 w 20"/>
                  <a:gd name="T19" fmla="*/ 5 h 9"/>
                  <a:gd name="T20" fmla="*/ 3 w 20"/>
                  <a:gd name="T21" fmla="*/ 7 h 9"/>
                  <a:gd name="T22" fmla="*/ 5 w 20"/>
                  <a:gd name="T23" fmla="*/ 9 h 9"/>
                  <a:gd name="T24" fmla="*/ 9 w 20"/>
                  <a:gd name="T25" fmla="*/ 9 h 9"/>
                  <a:gd name="T26" fmla="*/ 13 w 20"/>
                  <a:gd name="T27" fmla="*/ 9 h 9"/>
                  <a:gd name="T28" fmla="*/ 16 w 20"/>
                  <a:gd name="T29" fmla="*/ 7 h 9"/>
                  <a:gd name="T30" fmla="*/ 18 w 20"/>
                  <a:gd name="T31" fmla="*/ 7 h 9"/>
                  <a:gd name="T32" fmla="*/ 20 w 20"/>
                  <a:gd name="T33" fmla="*/ 3 h 9"/>
                  <a:gd name="T34" fmla="*/ 20 w 20"/>
                  <a:gd name="T35" fmla="*/ 1 h 9"/>
                  <a:gd name="T36" fmla="*/ 16 w 20"/>
                  <a:gd name="T3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9">
                    <a:moveTo>
                      <a:pt x="16" y="1"/>
                    </a:moveTo>
                    <a:lnTo>
                      <a:pt x="15" y="0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9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6" name="Freeform 6365">
                <a:extLst>
                  <a:ext uri="{FF2B5EF4-FFF2-40B4-BE49-F238E27FC236}">
                    <a16:creationId xmlns:a16="http://schemas.microsoft.com/office/drawing/2014/main" id="{736C8A9D-C9F2-477D-A310-DE340DE730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73" y="2698"/>
                <a:ext cx="17" cy="4"/>
              </a:xfrm>
              <a:custGeom>
                <a:avLst/>
                <a:gdLst>
                  <a:gd name="T0" fmla="*/ 0 w 17"/>
                  <a:gd name="T1" fmla="*/ 2 h 4"/>
                  <a:gd name="T2" fmla="*/ 9 w 17"/>
                  <a:gd name="T3" fmla="*/ 4 h 4"/>
                  <a:gd name="T4" fmla="*/ 17 w 17"/>
                  <a:gd name="T5" fmla="*/ 2 h 4"/>
                  <a:gd name="T6" fmla="*/ 8 w 17"/>
                  <a:gd name="T7" fmla="*/ 0 h 4"/>
                  <a:gd name="T8" fmla="*/ 0 w 1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0" y="2"/>
                    </a:moveTo>
                    <a:lnTo>
                      <a:pt x="9" y="4"/>
                    </a:lnTo>
                    <a:lnTo>
                      <a:pt x="17" y="2"/>
                    </a:lnTo>
                    <a:lnTo>
                      <a:pt x="8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7" name="Freeform 6366">
                <a:extLst>
                  <a:ext uri="{FF2B5EF4-FFF2-40B4-BE49-F238E27FC236}">
                    <a16:creationId xmlns:a16="http://schemas.microsoft.com/office/drawing/2014/main" id="{D107DDD8-6D07-4EB0-B4FD-585203B517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4" y="2860"/>
                <a:ext cx="7" cy="8"/>
              </a:xfrm>
              <a:custGeom>
                <a:avLst/>
                <a:gdLst>
                  <a:gd name="T0" fmla="*/ 0 w 7"/>
                  <a:gd name="T1" fmla="*/ 4 h 8"/>
                  <a:gd name="T2" fmla="*/ 2 w 7"/>
                  <a:gd name="T3" fmla="*/ 8 h 8"/>
                  <a:gd name="T4" fmla="*/ 4 w 7"/>
                  <a:gd name="T5" fmla="*/ 8 h 8"/>
                  <a:gd name="T6" fmla="*/ 6 w 7"/>
                  <a:gd name="T7" fmla="*/ 6 h 8"/>
                  <a:gd name="T8" fmla="*/ 7 w 7"/>
                  <a:gd name="T9" fmla="*/ 2 h 8"/>
                  <a:gd name="T10" fmla="*/ 4 w 7"/>
                  <a:gd name="T11" fmla="*/ 0 h 8"/>
                  <a:gd name="T12" fmla="*/ 0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lnTo>
                      <a:pt x="2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8" name="Freeform 6367">
                <a:extLst>
                  <a:ext uri="{FF2B5EF4-FFF2-40B4-BE49-F238E27FC236}">
                    <a16:creationId xmlns:a16="http://schemas.microsoft.com/office/drawing/2014/main" id="{3824EF18-2DD6-44E8-9778-0DB84A0B0E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72" y="2812"/>
                <a:ext cx="9" cy="13"/>
              </a:xfrm>
              <a:custGeom>
                <a:avLst/>
                <a:gdLst>
                  <a:gd name="T0" fmla="*/ 9 w 9"/>
                  <a:gd name="T1" fmla="*/ 7 h 13"/>
                  <a:gd name="T2" fmla="*/ 7 w 9"/>
                  <a:gd name="T3" fmla="*/ 2 h 13"/>
                  <a:gd name="T4" fmla="*/ 5 w 9"/>
                  <a:gd name="T5" fmla="*/ 0 h 13"/>
                  <a:gd name="T6" fmla="*/ 2 w 9"/>
                  <a:gd name="T7" fmla="*/ 3 h 13"/>
                  <a:gd name="T8" fmla="*/ 2 w 9"/>
                  <a:gd name="T9" fmla="*/ 7 h 13"/>
                  <a:gd name="T10" fmla="*/ 0 w 9"/>
                  <a:gd name="T11" fmla="*/ 7 h 13"/>
                  <a:gd name="T12" fmla="*/ 0 w 9"/>
                  <a:gd name="T13" fmla="*/ 11 h 13"/>
                  <a:gd name="T14" fmla="*/ 2 w 9"/>
                  <a:gd name="T15" fmla="*/ 13 h 13"/>
                  <a:gd name="T16" fmla="*/ 5 w 9"/>
                  <a:gd name="T17" fmla="*/ 13 h 13"/>
                  <a:gd name="T18" fmla="*/ 9 w 9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9" y="7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9" name="Freeform 6368">
                <a:extLst>
                  <a:ext uri="{FF2B5EF4-FFF2-40B4-BE49-F238E27FC236}">
                    <a16:creationId xmlns:a16="http://schemas.microsoft.com/office/drawing/2014/main" id="{EC14E90E-9287-4FA8-AE1A-B4954C13375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2" y="3173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4 w 7"/>
                  <a:gd name="T7" fmla="*/ 4 h 8"/>
                  <a:gd name="T8" fmla="*/ 0 w 7"/>
                  <a:gd name="T9" fmla="*/ 8 h 8"/>
                  <a:gd name="T10" fmla="*/ 5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0" name="Freeform 6369">
                <a:extLst>
                  <a:ext uri="{FF2B5EF4-FFF2-40B4-BE49-F238E27FC236}">
                    <a16:creationId xmlns:a16="http://schemas.microsoft.com/office/drawing/2014/main" id="{E36AF71F-8965-4BFD-8519-01C9D92539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1" y="3177"/>
                <a:ext cx="10" cy="11"/>
              </a:xfrm>
              <a:custGeom>
                <a:avLst/>
                <a:gdLst>
                  <a:gd name="T0" fmla="*/ 2 w 10"/>
                  <a:gd name="T1" fmla="*/ 9 h 11"/>
                  <a:gd name="T2" fmla="*/ 6 w 10"/>
                  <a:gd name="T3" fmla="*/ 11 h 11"/>
                  <a:gd name="T4" fmla="*/ 10 w 10"/>
                  <a:gd name="T5" fmla="*/ 9 h 11"/>
                  <a:gd name="T6" fmla="*/ 6 w 10"/>
                  <a:gd name="T7" fmla="*/ 8 h 11"/>
                  <a:gd name="T8" fmla="*/ 8 w 10"/>
                  <a:gd name="T9" fmla="*/ 6 h 11"/>
                  <a:gd name="T10" fmla="*/ 8 w 10"/>
                  <a:gd name="T11" fmla="*/ 2 h 11"/>
                  <a:gd name="T12" fmla="*/ 4 w 10"/>
                  <a:gd name="T13" fmla="*/ 0 h 11"/>
                  <a:gd name="T14" fmla="*/ 0 w 10"/>
                  <a:gd name="T15" fmla="*/ 4 h 11"/>
                  <a:gd name="T16" fmla="*/ 2 w 10"/>
                  <a:gd name="T17" fmla="*/ 6 h 11"/>
                  <a:gd name="T18" fmla="*/ 0 w 10"/>
                  <a:gd name="T19" fmla="*/ 6 h 11"/>
                  <a:gd name="T20" fmla="*/ 2 w 10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2" y="9"/>
                    </a:moveTo>
                    <a:lnTo>
                      <a:pt x="6" y="11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1" name="Freeform 6370">
                <a:extLst>
                  <a:ext uri="{FF2B5EF4-FFF2-40B4-BE49-F238E27FC236}">
                    <a16:creationId xmlns:a16="http://schemas.microsoft.com/office/drawing/2014/main" id="{3B7822B5-919C-448A-82BC-AB26F579071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20" y="3166"/>
                <a:ext cx="39" cy="45"/>
              </a:xfrm>
              <a:custGeom>
                <a:avLst/>
                <a:gdLst>
                  <a:gd name="T0" fmla="*/ 2 w 39"/>
                  <a:gd name="T1" fmla="*/ 9 h 45"/>
                  <a:gd name="T2" fmla="*/ 6 w 39"/>
                  <a:gd name="T3" fmla="*/ 17 h 45"/>
                  <a:gd name="T4" fmla="*/ 10 w 39"/>
                  <a:gd name="T5" fmla="*/ 19 h 45"/>
                  <a:gd name="T6" fmla="*/ 10 w 39"/>
                  <a:gd name="T7" fmla="*/ 20 h 45"/>
                  <a:gd name="T8" fmla="*/ 11 w 39"/>
                  <a:gd name="T9" fmla="*/ 24 h 45"/>
                  <a:gd name="T10" fmla="*/ 13 w 39"/>
                  <a:gd name="T11" fmla="*/ 24 h 45"/>
                  <a:gd name="T12" fmla="*/ 13 w 39"/>
                  <a:gd name="T13" fmla="*/ 26 h 45"/>
                  <a:gd name="T14" fmla="*/ 17 w 39"/>
                  <a:gd name="T15" fmla="*/ 28 h 45"/>
                  <a:gd name="T16" fmla="*/ 19 w 39"/>
                  <a:gd name="T17" fmla="*/ 33 h 45"/>
                  <a:gd name="T18" fmla="*/ 21 w 39"/>
                  <a:gd name="T19" fmla="*/ 32 h 45"/>
                  <a:gd name="T20" fmla="*/ 21 w 39"/>
                  <a:gd name="T21" fmla="*/ 32 h 45"/>
                  <a:gd name="T22" fmla="*/ 23 w 39"/>
                  <a:gd name="T23" fmla="*/ 35 h 45"/>
                  <a:gd name="T24" fmla="*/ 26 w 39"/>
                  <a:gd name="T25" fmla="*/ 35 h 45"/>
                  <a:gd name="T26" fmla="*/ 26 w 39"/>
                  <a:gd name="T27" fmla="*/ 39 h 45"/>
                  <a:gd name="T28" fmla="*/ 30 w 39"/>
                  <a:gd name="T29" fmla="*/ 41 h 45"/>
                  <a:gd name="T30" fmla="*/ 32 w 39"/>
                  <a:gd name="T31" fmla="*/ 41 h 45"/>
                  <a:gd name="T32" fmla="*/ 36 w 39"/>
                  <a:gd name="T33" fmla="*/ 43 h 45"/>
                  <a:gd name="T34" fmla="*/ 36 w 39"/>
                  <a:gd name="T35" fmla="*/ 41 h 45"/>
                  <a:gd name="T36" fmla="*/ 39 w 39"/>
                  <a:gd name="T37" fmla="*/ 45 h 45"/>
                  <a:gd name="T38" fmla="*/ 39 w 39"/>
                  <a:gd name="T39" fmla="*/ 37 h 45"/>
                  <a:gd name="T40" fmla="*/ 37 w 39"/>
                  <a:gd name="T41" fmla="*/ 35 h 45"/>
                  <a:gd name="T42" fmla="*/ 32 w 39"/>
                  <a:gd name="T43" fmla="*/ 33 h 45"/>
                  <a:gd name="T44" fmla="*/ 30 w 39"/>
                  <a:gd name="T45" fmla="*/ 28 h 45"/>
                  <a:gd name="T46" fmla="*/ 26 w 39"/>
                  <a:gd name="T47" fmla="*/ 24 h 45"/>
                  <a:gd name="T48" fmla="*/ 24 w 39"/>
                  <a:gd name="T49" fmla="*/ 26 h 45"/>
                  <a:gd name="T50" fmla="*/ 23 w 39"/>
                  <a:gd name="T51" fmla="*/ 20 h 45"/>
                  <a:gd name="T52" fmla="*/ 17 w 39"/>
                  <a:gd name="T53" fmla="*/ 13 h 45"/>
                  <a:gd name="T54" fmla="*/ 15 w 39"/>
                  <a:gd name="T55" fmla="*/ 13 h 45"/>
                  <a:gd name="T56" fmla="*/ 13 w 39"/>
                  <a:gd name="T57" fmla="*/ 11 h 45"/>
                  <a:gd name="T58" fmla="*/ 10 w 39"/>
                  <a:gd name="T59" fmla="*/ 9 h 45"/>
                  <a:gd name="T60" fmla="*/ 10 w 39"/>
                  <a:gd name="T61" fmla="*/ 7 h 45"/>
                  <a:gd name="T62" fmla="*/ 8 w 39"/>
                  <a:gd name="T63" fmla="*/ 4 h 45"/>
                  <a:gd name="T64" fmla="*/ 6 w 39"/>
                  <a:gd name="T65" fmla="*/ 6 h 45"/>
                  <a:gd name="T66" fmla="*/ 2 w 39"/>
                  <a:gd name="T67" fmla="*/ 0 h 45"/>
                  <a:gd name="T68" fmla="*/ 0 w 39"/>
                  <a:gd name="T69" fmla="*/ 6 h 45"/>
                  <a:gd name="T70" fmla="*/ 2 w 39"/>
                  <a:gd name="T71" fmla="*/ 7 h 45"/>
                  <a:gd name="T72" fmla="*/ 2 w 39"/>
                  <a:gd name="T73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45">
                    <a:moveTo>
                      <a:pt x="2" y="9"/>
                    </a:moveTo>
                    <a:lnTo>
                      <a:pt x="6" y="17"/>
                    </a:lnTo>
                    <a:lnTo>
                      <a:pt x="10" y="19"/>
                    </a:lnTo>
                    <a:lnTo>
                      <a:pt x="10" y="20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9" y="33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26" y="39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6" y="43"/>
                    </a:lnTo>
                    <a:lnTo>
                      <a:pt x="36" y="41"/>
                    </a:lnTo>
                    <a:lnTo>
                      <a:pt x="39" y="45"/>
                    </a:lnTo>
                    <a:lnTo>
                      <a:pt x="39" y="37"/>
                    </a:lnTo>
                    <a:lnTo>
                      <a:pt x="37" y="35"/>
                    </a:lnTo>
                    <a:lnTo>
                      <a:pt x="32" y="33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4" y="26"/>
                    </a:lnTo>
                    <a:lnTo>
                      <a:pt x="23" y="20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2" name="Freeform 6371">
                <a:extLst>
                  <a:ext uri="{FF2B5EF4-FFF2-40B4-BE49-F238E27FC236}">
                    <a16:creationId xmlns:a16="http://schemas.microsoft.com/office/drawing/2014/main" id="{1F5D306D-85BE-49A5-8879-0F9FBC5488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90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8 h 9"/>
                  <a:gd name="T4" fmla="*/ 7 w 7"/>
                  <a:gd name="T5" fmla="*/ 8 h 9"/>
                  <a:gd name="T6" fmla="*/ 7 w 7"/>
                  <a:gd name="T7" fmla="*/ 2 h 9"/>
                  <a:gd name="T8" fmla="*/ 3 w 7"/>
                  <a:gd name="T9" fmla="*/ 0 h 9"/>
                  <a:gd name="T10" fmla="*/ 0 w 7"/>
                  <a:gd name="T11" fmla="*/ 2 h 9"/>
                  <a:gd name="T12" fmla="*/ 0 w 7"/>
                  <a:gd name="T13" fmla="*/ 6 h 9"/>
                  <a:gd name="T14" fmla="*/ 3 w 7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lnTo>
                      <a:pt x="5" y="8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3" name="Freeform 6372">
                <a:extLst>
                  <a:ext uri="{FF2B5EF4-FFF2-40B4-BE49-F238E27FC236}">
                    <a16:creationId xmlns:a16="http://schemas.microsoft.com/office/drawing/2014/main" id="{CF0D250C-CAE6-46AD-9391-BFAF608B91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5" y="3695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2 h 8"/>
                  <a:gd name="T4" fmla="*/ 0 w 7"/>
                  <a:gd name="T5" fmla="*/ 4 h 8"/>
                  <a:gd name="T6" fmla="*/ 0 w 7"/>
                  <a:gd name="T7" fmla="*/ 8 h 8"/>
                  <a:gd name="T8" fmla="*/ 4 w 7"/>
                  <a:gd name="T9" fmla="*/ 8 h 8"/>
                  <a:gd name="T10" fmla="*/ 4 w 7"/>
                  <a:gd name="T11" fmla="*/ 8 h 8"/>
                  <a:gd name="T12" fmla="*/ 7 w 7"/>
                  <a:gd name="T13" fmla="*/ 8 h 8"/>
                  <a:gd name="T14" fmla="*/ 4 w 7"/>
                  <a:gd name="T15" fmla="*/ 2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4" name="Freeform 6373">
                <a:extLst>
                  <a:ext uri="{FF2B5EF4-FFF2-40B4-BE49-F238E27FC236}">
                    <a16:creationId xmlns:a16="http://schemas.microsoft.com/office/drawing/2014/main" id="{F9281791-E1C8-48C4-B802-7587A20D09A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424" y="3610"/>
                <a:ext cx="24" cy="20"/>
              </a:xfrm>
              <a:custGeom>
                <a:avLst/>
                <a:gdLst>
                  <a:gd name="T0" fmla="*/ 20 w 24"/>
                  <a:gd name="T1" fmla="*/ 9 h 20"/>
                  <a:gd name="T2" fmla="*/ 19 w 24"/>
                  <a:gd name="T3" fmla="*/ 9 h 20"/>
                  <a:gd name="T4" fmla="*/ 17 w 24"/>
                  <a:gd name="T5" fmla="*/ 11 h 20"/>
                  <a:gd name="T6" fmla="*/ 15 w 24"/>
                  <a:gd name="T7" fmla="*/ 11 h 20"/>
                  <a:gd name="T8" fmla="*/ 15 w 24"/>
                  <a:gd name="T9" fmla="*/ 11 h 20"/>
                  <a:gd name="T10" fmla="*/ 17 w 24"/>
                  <a:gd name="T11" fmla="*/ 9 h 20"/>
                  <a:gd name="T12" fmla="*/ 17 w 24"/>
                  <a:gd name="T13" fmla="*/ 3 h 20"/>
                  <a:gd name="T14" fmla="*/ 13 w 24"/>
                  <a:gd name="T15" fmla="*/ 5 h 20"/>
                  <a:gd name="T16" fmla="*/ 13 w 24"/>
                  <a:gd name="T17" fmla="*/ 3 h 20"/>
                  <a:gd name="T18" fmla="*/ 9 w 24"/>
                  <a:gd name="T19" fmla="*/ 5 h 20"/>
                  <a:gd name="T20" fmla="*/ 7 w 24"/>
                  <a:gd name="T21" fmla="*/ 7 h 20"/>
                  <a:gd name="T22" fmla="*/ 7 w 24"/>
                  <a:gd name="T23" fmla="*/ 7 h 20"/>
                  <a:gd name="T24" fmla="*/ 7 w 24"/>
                  <a:gd name="T25" fmla="*/ 7 h 20"/>
                  <a:gd name="T26" fmla="*/ 7 w 24"/>
                  <a:gd name="T27" fmla="*/ 5 h 20"/>
                  <a:gd name="T28" fmla="*/ 7 w 24"/>
                  <a:gd name="T29" fmla="*/ 3 h 20"/>
                  <a:gd name="T30" fmla="*/ 7 w 24"/>
                  <a:gd name="T31" fmla="*/ 3 h 20"/>
                  <a:gd name="T32" fmla="*/ 7 w 24"/>
                  <a:gd name="T33" fmla="*/ 0 h 20"/>
                  <a:gd name="T34" fmla="*/ 4 w 24"/>
                  <a:gd name="T35" fmla="*/ 3 h 20"/>
                  <a:gd name="T36" fmla="*/ 2 w 24"/>
                  <a:gd name="T37" fmla="*/ 5 h 20"/>
                  <a:gd name="T38" fmla="*/ 4 w 24"/>
                  <a:gd name="T39" fmla="*/ 7 h 20"/>
                  <a:gd name="T40" fmla="*/ 4 w 24"/>
                  <a:gd name="T41" fmla="*/ 11 h 20"/>
                  <a:gd name="T42" fmla="*/ 4 w 24"/>
                  <a:gd name="T43" fmla="*/ 11 h 20"/>
                  <a:gd name="T44" fmla="*/ 2 w 24"/>
                  <a:gd name="T45" fmla="*/ 13 h 20"/>
                  <a:gd name="T46" fmla="*/ 0 w 24"/>
                  <a:gd name="T47" fmla="*/ 16 h 20"/>
                  <a:gd name="T48" fmla="*/ 0 w 24"/>
                  <a:gd name="T49" fmla="*/ 20 h 20"/>
                  <a:gd name="T50" fmla="*/ 4 w 24"/>
                  <a:gd name="T51" fmla="*/ 18 h 20"/>
                  <a:gd name="T52" fmla="*/ 6 w 24"/>
                  <a:gd name="T53" fmla="*/ 16 h 20"/>
                  <a:gd name="T54" fmla="*/ 7 w 24"/>
                  <a:gd name="T55" fmla="*/ 16 h 20"/>
                  <a:gd name="T56" fmla="*/ 7 w 24"/>
                  <a:gd name="T57" fmla="*/ 16 h 20"/>
                  <a:gd name="T58" fmla="*/ 11 w 24"/>
                  <a:gd name="T59" fmla="*/ 20 h 20"/>
                  <a:gd name="T60" fmla="*/ 13 w 24"/>
                  <a:gd name="T61" fmla="*/ 20 h 20"/>
                  <a:gd name="T62" fmla="*/ 13 w 24"/>
                  <a:gd name="T63" fmla="*/ 18 h 20"/>
                  <a:gd name="T64" fmla="*/ 13 w 24"/>
                  <a:gd name="T65" fmla="*/ 20 h 20"/>
                  <a:gd name="T66" fmla="*/ 17 w 24"/>
                  <a:gd name="T67" fmla="*/ 20 h 20"/>
                  <a:gd name="T68" fmla="*/ 19 w 24"/>
                  <a:gd name="T69" fmla="*/ 20 h 20"/>
                  <a:gd name="T70" fmla="*/ 22 w 24"/>
                  <a:gd name="T71" fmla="*/ 18 h 20"/>
                  <a:gd name="T72" fmla="*/ 22 w 24"/>
                  <a:gd name="T73" fmla="*/ 16 h 20"/>
                  <a:gd name="T74" fmla="*/ 19 w 24"/>
                  <a:gd name="T75" fmla="*/ 16 h 20"/>
                  <a:gd name="T76" fmla="*/ 19 w 24"/>
                  <a:gd name="T77" fmla="*/ 16 h 20"/>
                  <a:gd name="T78" fmla="*/ 19 w 24"/>
                  <a:gd name="T79" fmla="*/ 15 h 20"/>
                  <a:gd name="T80" fmla="*/ 20 w 24"/>
                  <a:gd name="T81" fmla="*/ 15 h 20"/>
                  <a:gd name="T82" fmla="*/ 22 w 24"/>
                  <a:gd name="T83" fmla="*/ 15 h 20"/>
                  <a:gd name="T84" fmla="*/ 24 w 24"/>
                  <a:gd name="T85" fmla="*/ 13 h 20"/>
                  <a:gd name="T86" fmla="*/ 22 w 24"/>
                  <a:gd name="T87" fmla="*/ 9 h 20"/>
                  <a:gd name="T88" fmla="*/ 20 w 24"/>
                  <a:gd name="T89" fmla="*/ 9 h 20"/>
                  <a:gd name="T90" fmla="*/ 11 w 24"/>
                  <a:gd name="T91" fmla="*/ 9 h 20"/>
                  <a:gd name="T92" fmla="*/ 11 w 24"/>
                  <a:gd name="T93" fmla="*/ 9 h 20"/>
                  <a:gd name="T94" fmla="*/ 11 w 24"/>
                  <a:gd name="T95" fmla="*/ 9 h 20"/>
                  <a:gd name="T96" fmla="*/ 11 w 24"/>
                  <a:gd name="T97" fmla="*/ 9 h 20"/>
                  <a:gd name="T98" fmla="*/ 11 w 24"/>
                  <a:gd name="T99" fmla="*/ 7 h 20"/>
                  <a:gd name="T100" fmla="*/ 11 w 24"/>
                  <a:gd name="T10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0">
                    <a:moveTo>
                      <a:pt x="20" y="9"/>
                    </a:moveTo>
                    <a:lnTo>
                      <a:pt x="19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9"/>
                    </a:lnTo>
                    <a:lnTo>
                      <a:pt x="17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7" y="20"/>
                    </a:lnTo>
                    <a:lnTo>
                      <a:pt x="19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4" y="13"/>
                    </a:lnTo>
                    <a:lnTo>
                      <a:pt x="22" y="9"/>
                    </a:lnTo>
                    <a:lnTo>
                      <a:pt x="20" y="9"/>
                    </a:lnTo>
                    <a:close/>
                    <a:moveTo>
                      <a:pt x="11" y="9"/>
                    </a:move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5" name="Freeform 6374">
                <a:extLst>
                  <a:ext uri="{FF2B5EF4-FFF2-40B4-BE49-F238E27FC236}">
                    <a16:creationId xmlns:a16="http://schemas.microsoft.com/office/drawing/2014/main" id="{341EE6AC-4803-4D80-AAF6-22F0847680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3142"/>
                <a:ext cx="11" cy="13"/>
              </a:xfrm>
              <a:custGeom>
                <a:avLst/>
                <a:gdLst>
                  <a:gd name="T0" fmla="*/ 9 w 11"/>
                  <a:gd name="T1" fmla="*/ 2 h 13"/>
                  <a:gd name="T2" fmla="*/ 8 w 11"/>
                  <a:gd name="T3" fmla="*/ 0 h 13"/>
                  <a:gd name="T4" fmla="*/ 6 w 11"/>
                  <a:gd name="T5" fmla="*/ 2 h 13"/>
                  <a:gd name="T6" fmla="*/ 2 w 11"/>
                  <a:gd name="T7" fmla="*/ 2 h 13"/>
                  <a:gd name="T8" fmla="*/ 2 w 11"/>
                  <a:gd name="T9" fmla="*/ 5 h 13"/>
                  <a:gd name="T10" fmla="*/ 0 w 11"/>
                  <a:gd name="T11" fmla="*/ 7 h 13"/>
                  <a:gd name="T12" fmla="*/ 6 w 11"/>
                  <a:gd name="T13" fmla="*/ 13 h 13"/>
                  <a:gd name="T14" fmla="*/ 9 w 11"/>
                  <a:gd name="T15" fmla="*/ 9 h 13"/>
                  <a:gd name="T16" fmla="*/ 9 w 11"/>
                  <a:gd name="T17" fmla="*/ 7 h 13"/>
                  <a:gd name="T18" fmla="*/ 11 w 11"/>
                  <a:gd name="T19" fmla="*/ 5 h 13"/>
                  <a:gd name="T20" fmla="*/ 9 w 11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3">
                    <a:moveTo>
                      <a:pt x="9" y="2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6" name="Freeform 6375">
                <a:extLst>
                  <a:ext uri="{FF2B5EF4-FFF2-40B4-BE49-F238E27FC236}">
                    <a16:creationId xmlns:a16="http://schemas.microsoft.com/office/drawing/2014/main" id="{015F745C-EF47-4B88-974E-BD434A963E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3153"/>
                <a:ext cx="11" cy="11"/>
              </a:xfrm>
              <a:custGeom>
                <a:avLst/>
                <a:gdLst>
                  <a:gd name="T0" fmla="*/ 8 w 11"/>
                  <a:gd name="T1" fmla="*/ 2 h 11"/>
                  <a:gd name="T2" fmla="*/ 4 w 11"/>
                  <a:gd name="T3" fmla="*/ 0 h 11"/>
                  <a:gd name="T4" fmla="*/ 0 w 11"/>
                  <a:gd name="T5" fmla="*/ 2 h 11"/>
                  <a:gd name="T6" fmla="*/ 0 w 11"/>
                  <a:gd name="T7" fmla="*/ 5 h 11"/>
                  <a:gd name="T8" fmla="*/ 4 w 11"/>
                  <a:gd name="T9" fmla="*/ 11 h 11"/>
                  <a:gd name="T10" fmla="*/ 6 w 11"/>
                  <a:gd name="T11" fmla="*/ 11 h 11"/>
                  <a:gd name="T12" fmla="*/ 11 w 11"/>
                  <a:gd name="T13" fmla="*/ 7 h 11"/>
                  <a:gd name="T14" fmla="*/ 9 w 11"/>
                  <a:gd name="T15" fmla="*/ 5 h 11"/>
                  <a:gd name="T16" fmla="*/ 8 w 11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7" name="Freeform 6376">
                <a:extLst>
                  <a:ext uri="{FF2B5EF4-FFF2-40B4-BE49-F238E27FC236}">
                    <a16:creationId xmlns:a16="http://schemas.microsoft.com/office/drawing/2014/main" id="{89B5DC45-31DD-4EEC-ACA9-6441B77159F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143" y="3028"/>
                <a:ext cx="108" cy="196"/>
              </a:xfrm>
              <a:custGeom>
                <a:avLst/>
                <a:gdLst>
                  <a:gd name="T0" fmla="*/ 106 w 108"/>
                  <a:gd name="T1" fmla="*/ 37 h 196"/>
                  <a:gd name="T2" fmla="*/ 104 w 108"/>
                  <a:gd name="T3" fmla="*/ 22 h 196"/>
                  <a:gd name="T4" fmla="*/ 99 w 108"/>
                  <a:gd name="T5" fmla="*/ 11 h 196"/>
                  <a:gd name="T6" fmla="*/ 97 w 108"/>
                  <a:gd name="T7" fmla="*/ 0 h 196"/>
                  <a:gd name="T8" fmla="*/ 87 w 108"/>
                  <a:gd name="T9" fmla="*/ 7 h 196"/>
                  <a:gd name="T10" fmla="*/ 84 w 108"/>
                  <a:gd name="T11" fmla="*/ 19 h 196"/>
                  <a:gd name="T12" fmla="*/ 78 w 108"/>
                  <a:gd name="T13" fmla="*/ 20 h 196"/>
                  <a:gd name="T14" fmla="*/ 80 w 108"/>
                  <a:gd name="T15" fmla="*/ 26 h 196"/>
                  <a:gd name="T16" fmla="*/ 78 w 108"/>
                  <a:gd name="T17" fmla="*/ 26 h 196"/>
                  <a:gd name="T18" fmla="*/ 76 w 108"/>
                  <a:gd name="T19" fmla="*/ 34 h 196"/>
                  <a:gd name="T20" fmla="*/ 72 w 108"/>
                  <a:gd name="T21" fmla="*/ 39 h 196"/>
                  <a:gd name="T22" fmla="*/ 69 w 108"/>
                  <a:gd name="T23" fmla="*/ 43 h 196"/>
                  <a:gd name="T24" fmla="*/ 63 w 108"/>
                  <a:gd name="T25" fmla="*/ 43 h 196"/>
                  <a:gd name="T26" fmla="*/ 59 w 108"/>
                  <a:gd name="T27" fmla="*/ 47 h 196"/>
                  <a:gd name="T28" fmla="*/ 54 w 108"/>
                  <a:gd name="T29" fmla="*/ 58 h 196"/>
                  <a:gd name="T30" fmla="*/ 48 w 108"/>
                  <a:gd name="T31" fmla="*/ 52 h 196"/>
                  <a:gd name="T32" fmla="*/ 39 w 108"/>
                  <a:gd name="T33" fmla="*/ 56 h 196"/>
                  <a:gd name="T34" fmla="*/ 35 w 108"/>
                  <a:gd name="T35" fmla="*/ 56 h 196"/>
                  <a:gd name="T36" fmla="*/ 24 w 108"/>
                  <a:gd name="T37" fmla="*/ 60 h 196"/>
                  <a:gd name="T38" fmla="*/ 18 w 108"/>
                  <a:gd name="T39" fmla="*/ 75 h 196"/>
                  <a:gd name="T40" fmla="*/ 15 w 108"/>
                  <a:gd name="T41" fmla="*/ 86 h 196"/>
                  <a:gd name="T42" fmla="*/ 18 w 108"/>
                  <a:gd name="T43" fmla="*/ 103 h 196"/>
                  <a:gd name="T44" fmla="*/ 20 w 108"/>
                  <a:gd name="T45" fmla="*/ 108 h 196"/>
                  <a:gd name="T46" fmla="*/ 15 w 108"/>
                  <a:gd name="T47" fmla="*/ 119 h 196"/>
                  <a:gd name="T48" fmla="*/ 9 w 108"/>
                  <a:gd name="T49" fmla="*/ 130 h 196"/>
                  <a:gd name="T50" fmla="*/ 2 w 108"/>
                  <a:gd name="T51" fmla="*/ 142 h 196"/>
                  <a:gd name="T52" fmla="*/ 2 w 108"/>
                  <a:gd name="T53" fmla="*/ 153 h 196"/>
                  <a:gd name="T54" fmla="*/ 5 w 108"/>
                  <a:gd name="T55" fmla="*/ 164 h 196"/>
                  <a:gd name="T56" fmla="*/ 5 w 108"/>
                  <a:gd name="T57" fmla="*/ 179 h 196"/>
                  <a:gd name="T58" fmla="*/ 11 w 108"/>
                  <a:gd name="T59" fmla="*/ 186 h 196"/>
                  <a:gd name="T60" fmla="*/ 17 w 108"/>
                  <a:gd name="T61" fmla="*/ 190 h 196"/>
                  <a:gd name="T62" fmla="*/ 22 w 108"/>
                  <a:gd name="T63" fmla="*/ 194 h 196"/>
                  <a:gd name="T64" fmla="*/ 33 w 108"/>
                  <a:gd name="T65" fmla="*/ 194 h 196"/>
                  <a:gd name="T66" fmla="*/ 52 w 108"/>
                  <a:gd name="T67" fmla="*/ 188 h 196"/>
                  <a:gd name="T68" fmla="*/ 59 w 108"/>
                  <a:gd name="T69" fmla="*/ 177 h 196"/>
                  <a:gd name="T70" fmla="*/ 63 w 108"/>
                  <a:gd name="T71" fmla="*/ 168 h 196"/>
                  <a:gd name="T72" fmla="*/ 69 w 108"/>
                  <a:gd name="T73" fmla="*/ 149 h 196"/>
                  <a:gd name="T74" fmla="*/ 78 w 108"/>
                  <a:gd name="T75" fmla="*/ 130 h 196"/>
                  <a:gd name="T76" fmla="*/ 85 w 108"/>
                  <a:gd name="T77" fmla="*/ 104 h 196"/>
                  <a:gd name="T78" fmla="*/ 93 w 108"/>
                  <a:gd name="T79" fmla="*/ 86 h 196"/>
                  <a:gd name="T80" fmla="*/ 95 w 108"/>
                  <a:gd name="T81" fmla="*/ 75 h 196"/>
                  <a:gd name="T82" fmla="*/ 100 w 108"/>
                  <a:gd name="T83" fmla="*/ 73 h 196"/>
                  <a:gd name="T84" fmla="*/ 99 w 108"/>
                  <a:gd name="T85" fmla="*/ 69 h 196"/>
                  <a:gd name="T86" fmla="*/ 99 w 108"/>
                  <a:gd name="T87" fmla="*/ 62 h 196"/>
                  <a:gd name="T88" fmla="*/ 97 w 108"/>
                  <a:gd name="T89" fmla="*/ 54 h 196"/>
                  <a:gd name="T90" fmla="*/ 99 w 108"/>
                  <a:gd name="T91" fmla="*/ 56 h 196"/>
                  <a:gd name="T92" fmla="*/ 106 w 108"/>
                  <a:gd name="T93" fmla="*/ 54 h 196"/>
                  <a:gd name="T94" fmla="*/ 108 w 108"/>
                  <a:gd name="T95" fmla="*/ 47 h 196"/>
                  <a:gd name="T96" fmla="*/ 84 w 108"/>
                  <a:gd name="T97" fmla="*/ 24 h 196"/>
                  <a:gd name="T98" fmla="*/ 85 w 108"/>
                  <a:gd name="T99" fmla="*/ 22 h 196"/>
                  <a:gd name="T100" fmla="*/ 87 w 108"/>
                  <a:gd name="T101" fmla="*/ 15 h 196"/>
                  <a:gd name="T102" fmla="*/ 89 w 108"/>
                  <a:gd name="T103" fmla="*/ 1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8" h="196">
                    <a:moveTo>
                      <a:pt x="106" y="43"/>
                    </a:moveTo>
                    <a:lnTo>
                      <a:pt x="104" y="41"/>
                    </a:lnTo>
                    <a:lnTo>
                      <a:pt x="106" y="41"/>
                    </a:lnTo>
                    <a:lnTo>
                      <a:pt x="106" y="37"/>
                    </a:lnTo>
                    <a:lnTo>
                      <a:pt x="104" y="34"/>
                    </a:lnTo>
                    <a:lnTo>
                      <a:pt x="106" y="34"/>
                    </a:lnTo>
                    <a:lnTo>
                      <a:pt x="106" y="24"/>
                    </a:lnTo>
                    <a:lnTo>
                      <a:pt x="104" y="22"/>
                    </a:lnTo>
                    <a:lnTo>
                      <a:pt x="104" y="17"/>
                    </a:lnTo>
                    <a:lnTo>
                      <a:pt x="102" y="13"/>
                    </a:lnTo>
                    <a:lnTo>
                      <a:pt x="100" y="13"/>
                    </a:lnTo>
                    <a:lnTo>
                      <a:pt x="99" y="11"/>
                    </a:lnTo>
                    <a:lnTo>
                      <a:pt x="99" y="9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7" y="0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87" y="7"/>
                    </a:lnTo>
                    <a:lnTo>
                      <a:pt x="84" y="7"/>
                    </a:lnTo>
                    <a:lnTo>
                      <a:pt x="87" y="11"/>
                    </a:lnTo>
                    <a:lnTo>
                      <a:pt x="82" y="15"/>
                    </a:lnTo>
                    <a:lnTo>
                      <a:pt x="84" y="19"/>
                    </a:lnTo>
                    <a:lnTo>
                      <a:pt x="82" y="20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78" y="20"/>
                    </a:lnTo>
                    <a:lnTo>
                      <a:pt x="76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78" y="26"/>
                    </a:lnTo>
                    <a:lnTo>
                      <a:pt x="76" y="24"/>
                    </a:lnTo>
                    <a:lnTo>
                      <a:pt x="74" y="26"/>
                    </a:lnTo>
                    <a:lnTo>
                      <a:pt x="74" y="30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1" y="34"/>
                    </a:lnTo>
                    <a:lnTo>
                      <a:pt x="72" y="39"/>
                    </a:lnTo>
                    <a:lnTo>
                      <a:pt x="74" y="39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7" y="39"/>
                    </a:lnTo>
                    <a:lnTo>
                      <a:pt x="63" y="43"/>
                    </a:lnTo>
                    <a:lnTo>
                      <a:pt x="65" y="45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59" y="47"/>
                    </a:lnTo>
                    <a:lnTo>
                      <a:pt x="54" y="52"/>
                    </a:lnTo>
                    <a:lnTo>
                      <a:pt x="52" y="56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2" y="58"/>
                    </a:lnTo>
                    <a:lnTo>
                      <a:pt x="52" y="58"/>
                    </a:lnTo>
                    <a:lnTo>
                      <a:pt x="52" y="54"/>
                    </a:lnTo>
                    <a:lnTo>
                      <a:pt x="48" y="52"/>
                    </a:lnTo>
                    <a:lnTo>
                      <a:pt x="46" y="56"/>
                    </a:lnTo>
                    <a:lnTo>
                      <a:pt x="43" y="54"/>
                    </a:lnTo>
                    <a:lnTo>
                      <a:pt x="41" y="54"/>
                    </a:lnTo>
                    <a:lnTo>
                      <a:pt x="39" y="56"/>
                    </a:lnTo>
                    <a:lnTo>
                      <a:pt x="39" y="58"/>
                    </a:lnTo>
                    <a:lnTo>
                      <a:pt x="37" y="56"/>
                    </a:lnTo>
                    <a:lnTo>
                      <a:pt x="37" y="58"/>
                    </a:lnTo>
                    <a:lnTo>
                      <a:pt x="35" y="56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24" y="60"/>
                    </a:lnTo>
                    <a:lnTo>
                      <a:pt x="22" y="63"/>
                    </a:lnTo>
                    <a:lnTo>
                      <a:pt x="22" y="67"/>
                    </a:lnTo>
                    <a:lnTo>
                      <a:pt x="18" y="73"/>
                    </a:lnTo>
                    <a:lnTo>
                      <a:pt x="18" y="75"/>
                    </a:lnTo>
                    <a:lnTo>
                      <a:pt x="15" y="78"/>
                    </a:lnTo>
                    <a:lnTo>
                      <a:pt x="15" y="82"/>
                    </a:lnTo>
                    <a:lnTo>
                      <a:pt x="17" y="82"/>
                    </a:lnTo>
                    <a:lnTo>
                      <a:pt x="15" y="86"/>
                    </a:lnTo>
                    <a:lnTo>
                      <a:pt x="17" y="89"/>
                    </a:lnTo>
                    <a:lnTo>
                      <a:pt x="17" y="93"/>
                    </a:lnTo>
                    <a:lnTo>
                      <a:pt x="20" y="99"/>
                    </a:lnTo>
                    <a:lnTo>
                      <a:pt x="18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0" y="106"/>
                    </a:lnTo>
                    <a:lnTo>
                      <a:pt x="20" y="108"/>
                    </a:lnTo>
                    <a:lnTo>
                      <a:pt x="18" y="114"/>
                    </a:lnTo>
                    <a:lnTo>
                      <a:pt x="17" y="116"/>
                    </a:lnTo>
                    <a:lnTo>
                      <a:pt x="17" y="119"/>
                    </a:lnTo>
                    <a:lnTo>
                      <a:pt x="15" y="119"/>
                    </a:lnTo>
                    <a:lnTo>
                      <a:pt x="13" y="123"/>
                    </a:lnTo>
                    <a:lnTo>
                      <a:pt x="11" y="125"/>
                    </a:lnTo>
                    <a:lnTo>
                      <a:pt x="11" y="129"/>
                    </a:lnTo>
                    <a:lnTo>
                      <a:pt x="9" y="130"/>
                    </a:lnTo>
                    <a:lnTo>
                      <a:pt x="5" y="132"/>
                    </a:lnTo>
                    <a:lnTo>
                      <a:pt x="4" y="134"/>
                    </a:lnTo>
                    <a:lnTo>
                      <a:pt x="4" y="138"/>
                    </a:lnTo>
                    <a:lnTo>
                      <a:pt x="2" y="142"/>
                    </a:lnTo>
                    <a:lnTo>
                      <a:pt x="2" y="145"/>
                    </a:lnTo>
                    <a:lnTo>
                      <a:pt x="0" y="147"/>
                    </a:lnTo>
                    <a:lnTo>
                      <a:pt x="2" y="149"/>
                    </a:lnTo>
                    <a:lnTo>
                      <a:pt x="2" y="153"/>
                    </a:lnTo>
                    <a:lnTo>
                      <a:pt x="5" y="158"/>
                    </a:lnTo>
                    <a:lnTo>
                      <a:pt x="4" y="160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4" y="164"/>
                    </a:lnTo>
                    <a:lnTo>
                      <a:pt x="5" y="171"/>
                    </a:lnTo>
                    <a:lnTo>
                      <a:pt x="4" y="177"/>
                    </a:lnTo>
                    <a:lnTo>
                      <a:pt x="5" y="179"/>
                    </a:lnTo>
                    <a:lnTo>
                      <a:pt x="5" y="181"/>
                    </a:lnTo>
                    <a:lnTo>
                      <a:pt x="7" y="183"/>
                    </a:lnTo>
                    <a:lnTo>
                      <a:pt x="9" y="185"/>
                    </a:lnTo>
                    <a:lnTo>
                      <a:pt x="11" y="186"/>
                    </a:lnTo>
                    <a:lnTo>
                      <a:pt x="11" y="188"/>
                    </a:lnTo>
                    <a:lnTo>
                      <a:pt x="15" y="190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8" y="190"/>
                    </a:lnTo>
                    <a:lnTo>
                      <a:pt x="20" y="194"/>
                    </a:lnTo>
                    <a:lnTo>
                      <a:pt x="22" y="194"/>
                    </a:lnTo>
                    <a:lnTo>
                      <a:pt x="22" y="194"/>
                    </a:lnTo>
                    <a:lnTo>
                      <a:pt x="24" y="196"/>
                    </a:lnTo>
                    <a:lnTo>
                      <a:pt x="26" y="196"/>
                    </a:lnTo>
                    <a:lnTo>
                      <a:pt x="30" y="196"/>
                    </a:lnTo>
                    <a:lnTo>
                      <a:pt x="33" y="194"/>
                    </a:lnTo>
                    <a:lnTo>
                      <a:pt x="35" y="190"/>
                    </a:lnTo>
                    <a:lnTo>
                      <a:pt x="43" y="190"/>
                    </a:lnTo>
                    <a:lnTo>
                      <a:pt x="46" y="190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6" y="185"/>
                    </a:lnTo>
                    <a:lnTo>
                      <a:pt x="56" y="181"/>
                    </a:lnTo>
                    <a:lnTo>
                      <a:pt x="59" y="177"/>
                    </a:lnTo>
                    <a:lnTo>
                      <a:pt x="59" y="175"/>
                    </a:lnTo>
                    <a:lnTo>
                      <a:pt x="61" y="173"/>
                    </a:lnTo>
                    <a:lnTo>
                      <a:pt x="61" y="168"/>
                    </a:lnTo>
                    <a:lnTo>
                      <a:pt x="63" y="168"/>
                    </a:lnTo>
                    <a:lnTo>
                      <a:pt x="63" y="162"/>
                    </a:lnTo>
                    <a:lnTo>
                      <a:pt x="63" y="162"/>
                    </a:lnTo>
                    <a:lnTo>
                      <a:pt x="67" y="158"/>
                    </a:lnTo>
                    <a:lnTo>
                      <a:pt x="69" y="149"/>
                    </a:lnTo>
                    <a:lnTo>
                      <a:pt x="71" y="144"/>
                    </a:lnTo>
                    <a:lnTo>
                      <a:pt x="72" y="142"/>
                    </a:lnTo>
                    <a:lnTo>
                      <a:pt x="74" y="136"/>
                    </a:lnTo>
                    <a:lnTo>
                      <a:pt x="78" y="130"/>
                    </a:lnTo>
                    <a:lnTo>
                      <a:pt x="82" y="119"/>
                    </a:lnTo>
                    <a:lnTo>
                      <a:pt x="84" y="116"/>
                    </a:lnTo>
                    <a:lnTo>
                      <a:pt x="84" y="110"/>
                    </a:lnTo>
                    <a:lnTo>
                      <a:pt x="85" y="104"/>
                    </a:lnTo>
                    <a:lnTo>
                      <a:pt x="87" y="103"/>
                    </a:lnTo>
                    <a:lnTo>
                      <a:pt x="89" y="99"/>
                    </a:lnTo>
                    <a:lnTo>
                      <a:pt x="91" y="91"/>
                    </a:lnTo>
                    <a:lnTo>
                      <a:pt x="93" y="86"/>
                    </a:lnTo>
                    <a:lnTo>
                      <a:pt x="95" y="84"/>
                    </a:lnTo>
                    <a:lnTo>
                      <a:pt x="95" y="80"/>
                    </a:lnTo>
                    <a:lnTo>
                      <a:pt x="93" y="76"/>
                    </a:lnTo>
                    <a:lnTo>
                      <a:pt x="95" y="75"/>
                    </a:lnTo>
                    <a:lnTo>
                      <a:pt x="97" y="71"/>
                    </a:lnTo>
                    <a:lnTo>
                      <a:pt x="97" y="73"/>
                    </a:lnTo>
                    <a:lnTo>
                      <a:pt x="97" y="78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4" y="62"/>
                    </a:lnTo>
                    <a:lnTo>
                      <a:pt x="99" y="69"/>
                    </a:lnTo>
                    <a:lnTo>
                      <a:pt x="99" y="69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9" y="67"/>
                    </a:lnTo>
                    <a:lnTo>
                      <a:pt x="99" y="62"/>
                    </a:lnTo>
                    <a:lnTo>
                      <a:pt x="99" y="62"/>
                    </a:lnTo>
                    <a:lnTo>
                      <a:pt x="99" y="60"/>
                    </a:lnTo>
                    <a:lnTo>
                      <a:pt x="99" y="56"/>
                    </a:lnTo>
                    <a:lnTo>
                      <a:pt x="97" y="54"/>
                    </a:lnTo>
                    <a:lnTo>
                      <a:pt x="97" y="5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6"/>
                    </a:lnTo>
                    <a:lnTo>
                      <a:pt x="102" y="60"/>
                    </a:lnTo>
                    <a:lnTo>
                      <a:pt x="104" y="60"/>
                    </a:lnTo>
                    <a:lnTo>
                      <a:pt x="106" y="58"/>
                    </a:lnTo>
                    <a:lnTo>
                      <a:pt x="106" y="54"/>
                    </a:lnTo>
                    <a:lnTo>
                      <a:pt x="108" y="54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8" y="47"/>
                    </a:lnTo>
                    <a:lnTo>
                      <a:pt x="106" y="43"/>
                    </a:lnTo>
                    <a:close/>
                    <a:moveTo>
                      <a:pt x="82" y="24"/>
                    </a:moveTo>
                    <a:lnTo>
                      <a:pt x="82" y="22"/>
                    </a:lnTo>
                    <a:lnTo>
                      <a:pt x="84" y="24"/>
                    </a:lnTo>
                    <a:lnTo>
                      <a:pt x="82" y="24"/>
                    </a:lnTo>
                    <a:close/>
                    <a:moveTo>
                      <a:pt x="87" y="17"/>
                    </a:moveTo>
                    <a:lnTo>
                      <a:pt x="87" y="20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4" y="19"/>
                    </a:lnTo>
                    <a:lnTo>
                      <a:pt x="87" y="15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3"/>
                    </a:lnTo>
                    <a:lnTo>
                      <a:pt x="89" y="15"/>
                    </a:lnTo>
                    <a:lnTo>
                      <a:pt x="87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8" name="Freeform 6377">
                <a:extLst>
                  <a:ext uri="{FF2B5EF4-FFF2-40B4-BE49-F238E27FC236}">
                    <a16:creationId xmlns:a16="http://schemas.microsoft.com/office/drawing/2014/main" id="{4ECBE2F6-EAFC-4946-91A0-6EFEDE399D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2" y="3520"/>
                <a:ext cx="10" cy="23"/>
              </a:xfrm>
              <a:custGeom>
                <a:avLst/>
                <a:gdLst>
                  <a:gd name="T0" fmla="*/ 4 w 10"/>
                  <a:gd name="T1" fmla="*/ 11 h 23"/>
                  <a:gd name="T2" fmla="*/ 10 w 10"/>
                  <a:gd name="T3" fmla="*/ 9 h 23"/>
                  <a:gd name="T4" fmla="*/ 10 w 10"/>
                  <a:gd name="T5" fmla="*/ 6 h 23"/>
                  <a:gd name="T6" fmla="*/ 4 w 10"/>
                  <a:gd name="T7" fmla="*/ 0 h 23"/>
                  <a:gd name="T8" fmla="*/ 0 w 10"/>
                  <a:gd name="T9" fmla="*/ 2 h 23"/>
                  <a:gd name="T10" fmla="*/ 2 w 10"/>
                  <a:gd name="T11" fmla="*/ 4 h 23"/>
                  <a:gd name="T12" fmla="*/ 0 w 10"/>
                  <a:gd name="T13" fmla="*/ 8 h 23"/>
                  <a:gd name="T14" fmla="*/ 2 w 10"/>
                  <a:gd name="T15" fmla="*/ 9 h 23"/>
                  <a:gd name="T16" fmla="*/ 2 w 10"/>
                  <a:gd name="T17" fmla="*/ 11 h 23"/>
                  <a:gd name="T18" fmla="*/ 2 w 10"/>
                  <a:gd name="T19" fmla="*/ 11 h 23"/>
                  <a:gd name="T20" fmla="*/ 0 w 10"/>
                  <a:gd name="T21" fmla="*/ 13 h 23"/>
                  <a:gd name="T22" fmla="*/ 0 w 10"/>
                  <a:gd name="T23" fmla="*/ 17 h 23"/>
                  <a:gd name="T24" fmla="*/ 4 w 10"/>
                  <a:gd name="T25" fmla="*/ 17 h 23"/>
                  <a:gd name="T26" fmla="*/ 0 w 10"/>
                  <a:gd name="T27" fmla="*/ 19 h 23"/>
                  <a:gd name="T28" fmla="*/ 4 w 10"/>
                  <a:gd name="T29" fmla="*/ 23 h 23"/>
                  <a:gd name="T30" fmla="*/ 6 w 10"/>
                  <a:gd name="T31" fmla="*/ 17 h 23"/>
                  <a:gd name="T32" fmla="*/ 6 w 10"/>
                  <a:gd name="T33" fmla="*/ 17 h 23"/>
                  <a:gd name="T34" fmla="*/ 10 w 10"/>
                  <a:gd name="T35" fmla="*/ 19 h 23"/>
                  <a:gd name="T36" fmla="*/ 10 w 10"/>
                  <a:gd name="T37" fmla="*/ 15 h 23"/>
                  <a:gd name="T38" fmla="*/ 6 w 10"/>
                  <a:gd name="T39" fmla="*/ 11 h 23"/>
                  <a:gd name="T40" fmla="*/ 4 w 10"/>
                  <a:gd name="T41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23">
                    <a:moveTo>
                      <a:pt x="4" y="11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17"/>
                    </a:lnTo>
                    <a:lnTo>
                      <a:pt x="0" y="19"/>
                    </a:lnTo>
                    <a:lnTo>
                      <a:pt x="4" y="23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0" y="15"/>
                    </a:lnTo>
                    <a:lnTo>
                      <a:pt x="6" y="11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9" name="Freeform 6378">
                <a:extLst>
                  <a:ext uri="{FF2B5EF4-FFF2-40B4-BE49-F238E27FC236}">
                    <a16:creationId xmlns:a16="http://schemas.microsoft.com/office/drawing/2014/main" id="{9139CC5D-3FBE-45EE-8C57-D9B0B2AFA1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4" y="3024"/>
                <a:ext cx="13" cy="13"/>
              </a:xfrm>
              <a:custGeom>
                <a:avLst/>
                <a:gdLst>
                  <a:gd name="T0" fmla="*/ 11 w 13"/>
                  <a:gd name="T1" fmla="*/ 6 h 13"/>
                  <a:gd name="T2" fmla="*/ 13 w 13"/>
                  <a:gd name="T3" fmla="*/ 4 h 13"/>
                  <a:gd name="T4" fmla="*/ 11 w 13"/>
                  <a:gd name="T5" fmla="*/ 0 h 13"/>
                  <a:gd name="T6" fmla="*/ 8 w 13"/>
                  <a:gd name="T7" fmla="*/ 4 h 13"/>
                  <a:gd name="T8" fmla="*/ 6 w 13"/>
                  <a:gd name="T9" fmla="*/ 8 h 13"/>
                  <a:gd name="T10" fmla="*/ 2 w 13"/>
                  <a:gd name="T11" fmla="*/ 10 h 13"/>
                  <a:gd name="T12" fmla="*/ 0 w 13"/>
                  <a:gd name="T13" fmla="*/ 10 h 13"/>
                  <a:gd name="T14" fmla="*/ 4 w 13"/>
                  <a:gd name="T15" fmla="*/ 13 h 13"/>
                  <a:gd name="T16" fmla="*/ 6 w 13"/>
                  <a:gd name="T17" fmla="*/ 11 h 13"/>
                  <a:gd name="T18" fmla="*/ 8 w 13"/>
                  <a:gd name="T19" fmla="*/ 11 h 13"/>
                  <a:gd name="T20" fmla="*/ 8 w 13"/>
                  <a:gd name="T21" fmla="*/ 8 h 13"/>
                  <a:gd name="T22" fmla="*/ 9 w 13"/>
                  <a:gd name="T23" fmla="*/ 10 h 13"/>
                  <a:gd name="T24" fmla="*/ 11 w 13"/>
                  <a:gd name="T2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11" y="6"/>
                    </a:move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0" name="Freeform 6379">
                <a:extLst>
                  <a:ext uri="{FF2B5EF4-FFF2-40B4-BE49-F238E27FC236}">
                    <a16:creationId xmlns:a16="http://schemas.microsoft.com/office/drawing/2014/main" id="{F5CB2520-2FD1-435B-88F4-85D1E6AAAC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5" y="3114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0 w 6"/>
                  <a:gd name="T7" fmla="*/ 2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1" name="Freeform 6380">
                <a:extLst>
                  <a:ext uri="{FF2B5EF4-FFF2-40B4-BE49-F238E27FC236}">
                    <a16:creationId xmlns:a16="http://schemas.microsoft.com/office/drawing/2014/main" id="{C298F615-502D-4488-AF5E-CE10E914202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1" y="3106"/>
                <a:ext cx="12" cy="8"/>
              </a:xfrm>
              <a:custGeom>
                <a:avLst/>
                <a:gdLst>
                  <a:gd name="T0" fmla="*/ 6 w 6"/>
                  <a:gd name="T1" fmla="*/ 1 h 4"/>
                  <a:gd name="T2" fmla="*/ 3 w 6"/>
                  <a:gd name="T3" fmla="*/ 0 h 4"/>
                  <a:gd name="T4" fmla="*/ 1 w 6"/>
                  <a:gd name="T5" fmla="*/ 1 h 4"/>
                  <a:gd name="T6" fmla="*/ 1 w 6"/>
                  <a:gd name="T7" fmla="*/ 1 h 4"/>
                  <a:gd name="T8" fmla="*/ 1 w 6"/>
                  <a:gd name="T9" fmla="*/ 3 h 4"/>
                  <a:gd name="T10" fmla="*/ 2 w 6"/>
                  <a:gd name="T11" fmla="*/ 4 h 4"/>
                  <a:gd name="T12" fmla="*/ 3 w 6"/>
                  <a:gd name="T13" fmla="*/ 3 h 4"/>
                  <a:gd name="T14" fmla="*/ 4 w 6"/>
                  <a:gd name="T15" fmla="*/ 2 h 4"/>
                  <a:gd name="T16" fmla="*/ 6 w 6"/>
                  <a:gd name="T17" fmla="*/ 2 h 4"/>
                  <a:gd name="T18" fmla="*/ 6 w 6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2" name="Freeform 6381">
                <a:extLst>
                  <a:ext uri="{FF2B5EF4-FFF2-40B4-BE49-F238E27FC236}">
                    <a16:creationId xmlns:a16="http://schemas.microsoft.com/office/drawing/2014/main" id="{592BC5CF-76E3-406B-8D8A-DFDB5E2169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0" y="301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4 w 5"/>
                  <a:gd name="T3" fmla="*/ 3 h 5"/>
                  <a:gd name="T4" fmla="*/ 5 w 5"/>
                  <a:gd name="T5" fmla="*/ 3 h 5"/>
                  <a:gd name="T6" fmla="*/ 4 w 5"/>
                  <a:gd name="T7" fmla="*/ 0 h 5"/>
                  <a:gd name="T8" fmla="*/ 0 w 5"/>
                  <a:gd name="T9" fmla="*/ 0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3" name="Freeform 6382">
                <a:extLst>
                  <a:ext uri="{FF2B5EF4-FFF2-40B4-BE49-F238E27FC236}">
                    <a16:creationId xmlns:a16="http://schemas.microsoft.com/office/drawing/2014/main" id="{CCDE2CEB-B134-40AE-B41C-9EB01791AC9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72" y="3528"/>
                <a:ext cx="54" cy="74"/>
              </a:xfrm>
              <a:custGeom>
                <a:avLst/>
                <a:gdLst>
                  <a:gd name="T0" fmla="*/ 25 w 29"/>
                  <a:gd name="T1" fmla="*/ 9 h 40"/>
                  <a:gd name="T2" fmla="*/ 23 w 29"/>
                  <a:gd name="T3" fmla="*/ 9 h 40"/>
                  <a:gd name="T4" fmla="*/ 18 w 29"/>
                  <a:gd name="T5" fmla="*/ 10 h 40"/>
                  <a:gd name="T6" fmla="*/ 16 w 29"/>
                  <a:gd name="T7" fmla="*/ 11 h 40"/>
                  <a:gd name="T8" fmla="*/ 14 w 29"/>
                  <a:gd name="T9" fmla="*/ 11 h 40"/>
                  <a:gd name="T10" fmla="*/ 12 w 29"/>
                  <a:gd name="T11" fmla="*/ 10 h 40"/>
                  <a:gd name="T12" fmla="*/ 8 w 29"/>
                  <a:gd name="T13" fmla="*/ 7 h 40"/>
                  <a:gd name="T14" fmla="*/ 7 w 29"/>
                  <a:gd name="T15" fmla="*/ 5 h 40"/>
                  <a:gd name="T16" fmla="*/ 5 w 29"/>
                  <a:gd name="T17" fmla="*/ 4 h 40"/>
                  <a:gd name="T18" fmla="*/ 7 w 29"/>
                  <a:gd name="T19" fmla="*/ 3 h 40"/>
                  <a:gd name="T20" fmla="*/ 5 w 29"/>
                  <a:gd name="T21" fmla="*/ 1 h 40"/>
                  <a:gd name="T22" fmla="*/ 3 w 29"/>
                  <a:gd name="T23" fmla="*/ 1 h 40"/>
                  <a:gd name="T24" fmla="*/ 4 w 29"/>
                  <a:gd name="T25" fmla="*/ 4 h 40"/>
                  <a:gd name="T26" fmla="*/ 2 w 29"/>
                  <a:gd name="T27" fmla="*/ 4 h 40"/>
                  <a:gd name="T28" fmla="*/ 1 w 29"/>
                  <a:gd name="T29" fmla="*/ 6 h 40"/>
                  <a:gd name="T30" fmla="*/ 1 w 29"/>
                  <a:gd name="T31" fmla="*/ 9 h 40"/>
                  <a:gd name="T32" fmla="*/ 1 w 29"/>
                  <a:gd name="T33" fmla="*/ 13 h 40"/>
                  <a:gd name="T34" fmla="*/ 1 w 29"/>
                  <a:gd name="T35" fmla="*/ 19 h 40"/>
                  <a:gd name="T36" fmla="*/ 2 w 29"/>
                  <a:gd name="T37" fmla="*/ 22 h 40"/>
                  <a:gd name="T38" fmla="*/ 1 w 29"/>
                  <a:gd name="T39" fmla="*/ 21 h 40"/>
                  <a:gd name="T40" fmla="*/ 0 w 29"/>
                  <a:gd name="T41" fmla="*/ 27 h 40"/>
                  <a:gd name="T42" fmla="*/ 0 w 29"/>
                  <a:gd name="T43" fmla="*/ 28 h 40"/>
                  <a:gd name="T44" fmla="*/ 1 w 29"/>
                  <a:gd name="T45" fmla="*/ 33 h 40"/>
                  <a:gd name="T46" fmla="*/ 1 w 29"/>
                  <a:gd name="T47" fmla="*/ 35 h 40"/>
                  <a:gd name="T48" fmla="*/ 2 w 29"/>
                  <a:gd name="T49" fmla="*/ 36 h 40"/>
                  <a:gd name="T50" fmla="*/ 2 w 29"/>
                  <a:gd name="T51" fmla="*/ 38 h 40"/>
                  <a:gd name="T52" fmla="*/ 3 w 29"/>
                  <a:gd name="T53" fmla="*/ 39 h 40"/>
                  <a:gd name="T54" fmla="*/ 6 w 29"/>
                  <a:gd name="T55" fmla="*/ 40 h 40"/>
                  <a:gd name="T56" fmla="*/ 7 w 29"/>
                  <a:gd name="T57" fmla="*/ 40 h 40"/>
                  <a:gd name="T58" fmla="*/ 10 w 29"/>
                  <a:gd name="T59" fmla="*/ 38 h 40"/>
                  <a:gd name="T60" fmla="*/ 11 w 29"/>
                  <a:gd name="T61" fmla="*/ 35 h 40"/>
                  <a:gd name="T62" fmla="*/ 12 w 29"/>
                  <a:gd name="T63" fmla="*/ 36 h 40"/>
                  <a:gd name="T64" fmla="*/ 13 w 29"/>
                  <a:gd name="T65" fmla="*/ 40 h 40"/>
                  <a:gd name="T66" fmla="*/ 14 w 29"/>
                  <a:gd name="T67" fmla="*/ 36 h 40"/>
                  <a:gd name="T68" fmla="*/ 14 w 29"/>
                  <a:gd name="T69" fmla="*/ 34 h 40"/>
                  <a:gd name="T70" fmla="*/ 16 w 29"/>
                  <a:gd name="T71" fmla="*/ 34 h 40"/>
                  <a:gd name="T72" fmla="*/ 18 w 29"/>
                  <a:gd name="T73" fmla="*/ 36 h 40"/>
                  <a:gd name="T74" fmla="*/ 21 w 29"/>
                  <a:gd name="T75" fmla="*/ 33 h 40"/>
                  <a:gd name="T76" fmla="*/ 20 w 29"/>
                  <a:gd name="T77" fmla="*/ 31 h 40"/>
                  <a:gd name="T78" fmla="*/ 20 w 29"/>
                  <a:gd name="T79" fmla="*/ 31 h 40"/>
                  <a:gd name="T80" fmla="*/ 21 w 29"/>
                  <a:gd name="T81" fmla="*/ 29 h 40"/>
                  <a:gd name="T82" fmla="*/ 22 w 29"/>
                  <a:gd name="T83" fmla="*/ 25 h 40"/>
                  <a:gd name="T84" fmla="*/ 23 w 29"/>
                  <a:gd name="T85" fmla="*/ 24 h 40"/>
                  <a:gd name="T86" fmla="*/ 26 w 29"/>
                  <a:gd name="T87" fmla="*/ 24 h 40"/>
                  <a:gd name="T88" fmla="*/ 26 w 29"/>
                  <a:gd name="T89" fmla="*/ 22 h 40"/>
                  <a:gd name="T90" fmla="*/ 27 w 29"/>
                  <a:gd name="T91" fmla="*/ 19 h 40"/>
                  <a:gd name="T92" fmla="*/ 28 w 29"/>
                  <a:gd name="T93" fmla="*/ 15 h 40"/>
                  <a:gd name="T94" fmla="*/ 29 w 29"/>
                  <a:gd name="T95" fmla="*/ 9 h 40"/>
                  <a:gd name="T96" fmla="*/ 26 w 29"/>
                  <a:gd name="T97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" h="40">
                    <a:moveTo>
                      <a:pt x="26" y="8"/>
                    </a:moveTo>
                    <a:cubicBezTo>
                      <a:pt x="25" y="9"/>
                      <a:pt x="25" y="9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8"/>
                      <a:pt x="27" y="8"/>
                      <a:pt x="27" y="8"/>
                    </a:cubicBezTo>
                    <a:lnTo>
                      <a:pt x="2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4" name="Freeform 6383">
                <a:extLst>
                  <a:ext uri="{FF2B5EF4-FFF2-40B4-BE49-F238E27FC236}">
                    <a16:creationId xmlns:a16="http://schemas.microsoft.com/office/drawing/2014/main" id="{51B9A9C1-1BC3-4A7C-8ED0-FA4536C1576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68" y="3511"/>
                <a:ext cx="10" cy="15"/>
              </a:xfrm>
              <a:custGeom>
                <a:avLst/>
                <a:gdLst>
                  <a:gd name="T0" fmla="*/ 4 w 10"/>
                  <a:gd name="T1" fmla="*/ 15 h 15"/>
                  <a:gd name="T2" fmla="*/ 8 w 10"/>
                  <a:gd name="T3" fmla="*/ 13 h 15"/>
                  <a:gd name="T4" fmla="*/ 8 w 10"/>
                  <a:gd name="T5" fmla="*/ 11 h 15"/>
                  <a:gd name="T6" fmla="*/ 10 w 10"/>
                  <a:gd name="T7" fmla="*/ 7 h 15"/>
                  <a:gd name="T8" fmla="*/ 10 w 10"/>
                  <a:gd name="T9" fmla="*/ 5 h 15"/>
                  <a:gd name="T10" fmla="*/ 10 w 10"/>
                  <a:gd name="T11" fmla="*/ 2 h 15"/>
                  <a:gd name="T12" fmla="*/ 8 w 10"/>
                  <a:gd name="T13" fmla="*/ 0 h 15"/>
                  <a:gd name="T14" fmla="*/ 4 w 10"/>
                  <a:gd name="T15" fmla="*/ 2 h 15"/>
                  <a:gd name="T16" fmla="*/ 2 w 10"/>
                  <a:gd name="T17" fmla="*/ 4 h 15"/>
                  <a:gd name="T18" fmla="*/ 2 w 10"/>
                  <a:gd name="T19" fmla="*/ 5 h 15"/>
                  <a:gd name="T20" fmla="*/ 0 w 10"/>
                  <a:gd name="T21" fmla="*/ 9 h 15"/>
                  <a:gd name="T22" fmla="*/ 2 w 10"/>
                  <a:gd name="T23" fmla="*/ 11 h 15"/>
                  <a:gd name="T24" fmla="*/ 2 w 10"/>
                  <a:gd name="T25" fmla="*/ 13 h 15"/>
                  <a:gd name="T26" fmla="*/ 4 w 10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4" y="15"/>
                    </a:moveTo>
                    <a:lnTo>
                      <a:pt x="8" y="13"/>
                    </a:lnTo>
                    <a:lnTo>
                      <a:pt x="8" y="11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5" name="Freeform 6384">
                <a:extLst>
                  <a:ext uri="{FF2B5EF4-FFF2-40B4-BE49-F238E27FC236}">
                    <a16:creationId xmlns:a16="http://schemas.microsoft.com/office/drawing/2014/main" id="{BD75227A-73BB-4762-960C-8DDBFC8D6FE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100" y="3022"/>
                <a:ext cx="564" cy="487"/>
              </a:xfrm>
              <a:custGeom>
                <a:avLst/>
                <a:gdLst>
                  <a:gd name="T0" fmla="*/ 292 w 303"/>
                  <a:gd name="T1" fmla="*/ 111 h 261"/>
                  <a:gd name="T2" fmla="*/ 287 w 303"/>
                  <a:gd name="T3" fmla="*/ 102 h 261"/>
                  <a:gd name="T4" fmla="*/ 280 w 303"/>
                  <a:gd name="T5" fmla="*/ 96 h 261"/>
                  <a:gd name="T6" fmla="*/ 275 w 303"/>
                  <a:gd name="T7" fmla="*/ 81 h 261"/>
                  <a:gd name="T8" fmla="*/ 264 w 303"/>
                  <a:gd name="T9" fmla="*/ 70 h 261"/>
                  <a:gd name="T10" fmla="*/ 258 w 303"/>
                  <a:gd name="T11" fmla="*/ 56 h 261"/>
                  <a:gd name="T12" fmla="*/ 254 w 303"/>
                  <a:gd name="T13" fmla="*/ 34 h 261"/>
                  <a:gd name="T14" fmla="*/ 242 w 303"/>
                  <a:gd name="T15" fmla="*/ 17 h 261"/>
                  <a:gd name="T16" fmla="*/ 237 w 303"/>
                  <a:gd name="T17" fmla="*/ 2 h 261"/>
                  <a:gd name="T18" fmla="*/ 229 w 303"/>
                  <a:gd name="T19" fmla="*/ 16 h 261"/>
                  <a:gd name="T20" fmla="*/ 225 w 303"/>
                  <a:gd name="T21" fmla="*/ 37 h 261"/>
                  <a:gd name="T22" fmla="*/ 207 w 303"/>
                  <a:gd name="T23" fmla="*/ 51 h 261"/>
                  <a:gd name="T24" fmla="*/ 191 w 303"/>
                  <a:gd name="T25" fmla="*/ 37 h 261"/>
                  <a:gd name="T26" fmla="*/ 184 w 303"/>
                  <a:gd name="T27" fmla="*/ 27 h 261"/>
                  <a:gd name="T28" fmla="*/ 192 w 303"/>
                  <a:gd name="T29" fmla="*/ 25 h 261"/>
                  <a:gd name="T30" fmla="*/ 184 w 303"/>
                  <a:gd name="T31" fmla="*/ 20 h 261"/>
                  <a:gd name="T32" fmla="*/ 190 w 303"/>
                  <a:gd name="T33" fmla="*/ 11 h 261"/>
                  <a:gd name="T34" fmla="*/ 185 w 303"/>
                  <a:gd name="T35" fmla="*/ 7 h 261"/>
                  <a:gd name="T36" fmla="*/ 175 w 303"/>
                  <a:gd name="T37" fmla="*/ 8 h 261"/>
                  <a:gd name="T38" fmla="*/ 161 w 303"/>
                  <a:gd name="T39" fmla="*/ 5 h 261"/>
                  <a:gd name="T40" fmla="*/ 157 w 303"/>
                  <a:gd name="T41" fmla="*/ 6 h 261"/>
                  <a:gd name="T42" fmla="*/ 146 w 303"/>
                  <a:gd name="T43" fmla="*/ 12 h 261"/>
                  <a:gd name="T44" fmla="*/ 135 w 303"/>
                  <a:gd name="T45" fmla="*/ 25 h 261"/>
                  <a:gd name="T46" fmla="*/ 124 w 303"/>
                  <a:gd name="T47" fmla="*/ 33 h 261"/>
                  <a:gd name="T48" fmla="*/ 109 w 303"/>
                  <a:gd name="T49" fmla="*/ 24 h 261"/>
                  <a:gd name="T50" fmla="*/ 103 w 303"/>
                  <a:gd name="T51" fmla="*/ 28 h 261"/>
                  <a:gd name="T52" fmla="*/ 95 w 303"/>
                  <a:gd name="T53" fmla="*/ 36 h 261"/>
                  <a:gd name="T54" fmla="*/ 87 w 303"/>
                  <a:gd name="T55" fmla="*/ 43 h 261"/>
                  <a:gd name="T56" fmla="*/ 84 w 303"/>
                  <a:gd name="T57" fmla="*/ 44 h 261"/>
                  <a:gd name="T58" fmla="*/ 74 w 303"/>
                  <a:gd name="T59" fmla="*/ 60 h 261"/>
                  <a:gd name="T60" fmla="*/ 50 w 303"/>
                  <a:gd name="T61" fmla="*/ 74 h 261"/>
                  <a:gd name="T62" fmla="*/ 25 w 303"/>
                  <a:gd name="T63" fmla="*/ 82 h 261"/>
                  <a:gd name="T64" fmla="*/ 11 w 303"/>
                  <a:gd name="T65" fmla="*/ 95 h 261"/>
                  <a:gd name="T66" fmla="*/ 8 w 303"/>
                  <a:gd name="T67" fmla="*/ 121 h 261"/>
                  <a:gd name="T68" fmla="*/ 2 w 303"/>
                  <a:gd name="T69" fmla="*/ 109 h 261"/>
                  <a:gd name="T70" fmla="*/ 10 w 303"/>
                  <a:gd name="T71" fmla="*/ 154 h 261"/>
                  <a:gd name="T72" fmla="*/ 8 w 303"/>
                  <a:gd name="T73" fmla="*/ 185 h 261"/>
                  <a:gd name="T74" fmla="*/ 15 w 303"/>
                  <a:gd name="T75" fmla="*/ 203 h 261"/>
                  <a:gd name="T76" fmla="*/ 31 w 303"/>
                  <a:gd name="T77" fmla="*/ 199 h 261"/>
                  <a:gd name="T78" fmla="*/ 52 w 303"/>
                  <a:gd name="T79" fmla="*/ 194 h 261"/>
                  <a:gd name="T80" fmla="*/ 69 w 303"/>
                  <a:gd name="T81" fmla="*/ 192 h 261"/>
                  <a:gd name="T82" fmla="*/ 94 w 303"/>
                  <a:gd name="T83" fmla="*/ 181 h 261"/>
                  <a:gd name="T84" fmla="*/ 133 w 303"/>
                  <a:gd name="T85" fmla="*/ 180 h 261"/>
                  <a:gd name="T86" fmla="*/ 148 w 303"/>
                  <a:gd name="T87" fmla="*/ 187 h 261"/>
                  <a:gd name="T88" fmla="*/ 150 w 303"/>
                  <a:gd name="T89" fmla="*/ 205 h 261"/>
                  <a:gd name="T90" fmla="*/ 162 w 303"/>
                  <a:gd name="T91" fmla="*/ 200 h 261"/>
                  <a:gd name="T92" fmla="*/ 168 w 303"/>
                  <a:gd name="T93" fmla="*/ 201 h 261"/>
                  <a:gd name="T94" fmla="*/ 173 w 303"/>
                  <a:gd name="T95" fmla="*/ 204 h 261"/>
                  <a:gd name="T96" fmla="*/ 178 w 303"/>
                  <a:gd name="T97" fmla="*/ 217 h 261"/>
                  <a:gd name="T98" fmla="*/ 183 w 303"/>
                  <a:gd name="T99" fmla="*/ 245 h 261"/>
                  <a:gd name="T100" fmla="*/ 202 w 303"/>
                  <a:gd name="T101" fmla="*/ 255 h 261"/>
                  <a:gd name="T102" fmla="*/ 217 w 303"/>
                  <a:gd name="T103" fmla="*/ 258 h 261"/>
                  <a:gd name="T104" fmla="*/ 234 w 303"/>
                  <a:gd name="T105" fmla="*/ 249 h 261"/>
                  <a:gd name="T106" fmla="*/ 257 w 303"/>
                  <a:gd name="T107" fmla="*/ 226 h 261"/>
                  <a:gd name="T108" fmla="*/ 275 w 303"/>
                  <a:gd name="T109" fmla="*/ 199 h 261"/>
                  <a:gd name="T110" fmla="*/ 290 w 303"/>
                  <a:gd name="T111" fmla="*/ 179 h 261"/>
                  <a:gd name="T112" fmla="*/ 299 w 303"/>
                  <a:gd name="T113" fmla="*/ 146 h 261"/>
                  <a:gd name="T114" fmla="*/ 300 w 303"/>
                  <a:gd name="T115" fmla="*/ 128 h 261"/>
                  <a:gd name="T116" fmla="*/ 215 w 303"/>
                  <a:gd name="T117" fmla="*/ 248 h 261"/>
                  <a:gd name="T118" fmla="*/ 217 w 303"/>
                  <a:gd name="T119" fmla="*/ 25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3" h="261">
                    <a:moveTo>
                      <a:pt x="301" y="117"/>
                    </a:moveTo>
                    <a:cubicBezTo>
                      <a:pt x="301" y="118"/>
                      <a:pt x="301" y="118"/>
                      <a:pt x="301" y="1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301" y="121"/>
                      <a:pt x="301" y="121"/>
                      <a:pt x="301" y="121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8" y="122"/>
                      <a:pt x="298" y="122"/>
                      <a:pt x="298" y="122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8" y="119"/>
                      <a:pt x="298" y="119"/>
                      <a:pt x="298" y="119"/>
                    </a:cubicBezTo>
                    <a:cubicBezTo>
                      <a:pt x="296" y="117"/>
                      <a:pt x="296" y="117"/>
                      <a:pt x="296" y="117"/>
                    </a:cubicBezTo>
                    <a:cubicBezTo>
                      <a:pt x="295" y="116"/>
                      <a:pt x="295" y="116"/>
                      <a:pt x="295" y="116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11"/>
                      <a:pt x="292" y="111"/>
                      <a:pt x="292" y="111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0" y="111"/>
                      <a:pt x="290" y="111"/>
                      <a:pt x="290" y="111"/>
                    </a:cubicBezTo>
                    <a:cubicBezTo>
                      <a:pt x="290" y="110"/>
                      <a:pt x="290" y="110"/>
                      <a:pt x="290" y="110"/>
                    </a:cubicBezTo>
                    <a:cubicBezTo>
                      <a:pt x="291" y="108"/>
                      <a:pt x="291" y="108"/>
                      <a:pt x="291" y="108"/>
                    </a:cubicBezTo>
                    <a:cubicBezTo>
                      <a:pt x="290" y="107"/>
                      <a:pt x="290" y="107"/>
                      <a:pt x="290" y="107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89" y="105"/>
                      <a:pt x="289" y="105"/>
                      <a:pt x="289" y="105"/>
                    </a:cubicBezTo>
                    <a:cubicBezTo>
                      <a:pt x="288" y="105"/>
                      <a:pt x="288" y="105"/>
                      <a:pt x="288" y="105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5"/>
                      <a:pt x="287" y="105"/>
                      <a:pt x="287" y="105"/>
                    </a:cubicBezTo>
                    <a:cubicBezTo>
                      <a:pt x="286" y="103"/>
                      <a:pt x="286" y="103"/>
                      <a:pt x="286" y="103"/>
                    </a:cubicBezTo>
                    <a:cubicBezTo>
                      <a:pt x="287" y="102"/>
                      <a:pt x="287" y="102"/>
                      <a:pt x="287" y="102"/>
                    </a:cubicBezTo>
                    <a:cubicBezTo>
                      <a:pt x="288" y="99"/>
                      <a:pt x="288" y="99"/>
                      <a:pt x="288" y="99"/>
                    </a:cubicBezTo>
                    <a:cubicBezTo>
                      <a:pt x="287" y="98"/>
                      <a:pt x="287" y="98"/>
                      <a:pt x="287" y="98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6" y="96"/>
                      <a:pt x="286" y="96"/>
                      <a:pt x="286" y="96"/>
                    </a:cubicBezTo>
                    <a:cubicBezTo>
                      <a:pt x="286" y="94"/>
                      <a:pt x="286" y="94"/>
                      <a:pt x="286" y="94"/>
                    </a:cubicBezTo>
                    <a:cubicBezTo>
                      <a:pt x="284" y="96"/>
                      <a:pt x="284" y="96"/>
                      <a:pt x="284" y="96"/>
                    </a:cubicBezTo>
                    <a:cubicBezTo>
                      <a:pt x="285" y="96"/>
                      <a:pt x="285" y="96"/>
                      <a:pt x="285" y="96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2" y="93"/>
                      <a:pt x="282" y="93"/>
                      <a:pt x="282" y="93"/>
                    </a:cubicBezTo>
                    <a:cubicBezTo>
                      <a:pt x="280" y="94"/>
                      <a:pt x="280" y="94"/>
                      <a:pt x="280" y="94"/>
                    </a:cubicBezTo>
                    <a:cubicBezTo>
                      <a:pt x="280" y="95"/>
                      <a:pt x="280" y="95"/>
                      <a:pt x="280" y="95"/>
                    </a:cubicBezTo>
                    <a:cubicBezTo>
                      <a:pt x="280" y="96"/>
                      <a:pt x="280" y="96"/>
                      <a:pt x="280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9" y="96"/>
                      <a:pt x="279" y="96"/>
                      <a:pt x="279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8" y="91"/>
                      <a:pt x="278" y="91"/>
                      <a:pt x="278" y="91"/>
                    </a:cubicBezTo>
                    <a:cubicBezTo>
                      <a:pt x="279" y="91"/>
                      <a:pt x="279" y="91"/>
                      <a:pt x="279" y="91"/>
                    </a:cubicBezTo>
                    <a:cubicBezTo>
                      <a:pt x="279" y="89"/>
                      <a:pt x="279" y="89"/>
                      <a:pt x="279" y="89"/>
                    </a:cubicBezTo>
                    <a:cubicBezTo>
                      <a:pt x="278" y="88"/>
                      <a:pt x="278" y="88"/>
                      <a:pt x="278" y="88"/>
                    </a:cubicBezTo>
                    <a:cubicBezTo>
                      <a:pt x="278" y="87"/>
                      <a:pt x="278" y="87"/>
                      <a:pt x="278" y="87"/>
                    </a:cubicBezTo>
                    <a:cubicBezTo>
                      <a:pt x="277" y="86"/>
                      <a:pt x="277" y="86"/>
                      <a:pt x="277" y="86"/>
                    </a:cubicBezTo>
                    <a:cubicBezTo>
                      <a:pt x="277" y="85"/>
                      <a:pt x="277" y="85"/>
                      <a:pt x="277" y="85"/>
                    </a:cubicBezTo>
                    <a:cubicBezTo>
                      <a:pt x="275" y="83"/>
                      <a:pt x="275" y="83"/>
                      <a:pt x="275" y="83"/>
                    </a:cubicBezTo>
                    <a:cubicBezTo>
                      <a:pt x="274" y="82"/>
                      <a:pt x="274" y="82"/>
                      <a:pt x="274" y="82"/>
                    </a:cubicBezTo>
                    <a:cubicBezTo>
                      <a:pt x="274" y="81"/>
                      <a:pt x="274" y="81"/>
                      <a:pt x="274" y="81"/>
                    </a:cubicBezTo>
                    <a:cubicBezTo>
                      <a:pt x="275" y="81"/>
                      <a:pt x="275" y="81"/>
                      <a:pt x="275" y="81"/>
                    </a:cubicBezTo>
                    <a:cubicBezTo>
                      <a:pt x="275" y="79"/>
                      <a:pt x="275" y="79"/>
                      <a:pt x="275" y="79"/>
                    </a:cubicBezTo>
                    <a:cubicBezTo>
                      <a:pt x="274" y="76"/>
                      <a:pt x="274" y="76"/>
                      <a:pt x="274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2" y="76"/>
                      <a:pt x="272" y="76"/>
                      <a:pt x="272" y="76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69" y="74"/>
                      <a:pt x="269" y="74"/>
                      <a:pt x="269" y="74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67" y="74"/>
                      <a:pt x="267" y="74"/>
                      <a:pt x="267" y="74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6" y="73"/>
                      <a:pt x="266" y="73"/>
                      <a:pt x="266" y="73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70"/>
                      <a:pt x="264" y="70"/>
                      <a:pt x="264" y="70"/>
                    </a:cubicBezTo>
                    <a:cubicBezTo>
                      <a:pt x="263" y="70"/>
                      <a:pt x="263" y="70"/>
                      <a:pt x="263" y="70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59" y="68"/>
                      <a:pt x="259" y="68"/>
                      <a:pt x="259" y="68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6"/>
                      <a:pt x="258" y="66"/>
                      <a:pt x="258" y="66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61"/>
                      <a:pt x="257" y="61"/>
                      <a:pt x="257" y="61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8" y="56"/>
                      <a:pt x="258" y="56"/>
                      <a:pt x="258" y="56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6" y="51"/>
                      <a:pt x="256" y="51"/>
                      <a:pt x="256" y="51"/>
                    </a:cubicBezTo>
                    <a:cubicBezTo>
                      <a:pt x="257" y="51"/>
                      <a:pt x="257" y="51"/>
                      <a:pt x="257" y="51"/>
                    </a:cubicBezTo>
                    <a:cubicBezTo>
                      <a:pt x="256" y="49"/>
                      <a:pt x="256" y="49"/>
                      <a:pt x="256" y="49"/>
                    </a:cubicBezTo>
                    <a:cubicBezTo>
                      <a:pt x="255" y="49"/>
                      <a:pt x="255" y="49"/>
                      <a:pt x="255" y="49"/>
                    </a:cubicBezTo>
                    <a:cubicBezTo>
                      <a:pt x="254" y="47"/>
                      <a:pt x="254" y="47"/>
                      <a:pt x="254" y="47"/>
                    </a:cubicBezTo>
                    <a:cubicBezTo>
                      <a:pt x="253" y="44"/>
                      <a:pt x="253" y="44"/>
                      <a:pt x="253" y="44"/>
                    </a:cubicBezTo>
                    <a:cubicBezTo>
                      <a:pt x="254" y="43"/>
                      <a:pt x="254" y="43"/>
                      <a:pt x="254" y="43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1"/>
                      <a:pt x="253" y="41"/>
                      <a:pt x="253" y="41"/>
                    </a:cubicBezTo>
                    <a:cubicBezTo>
                      <a:pt x="253" y="37"/>
                      <a:pt x="253" y="37"/>
                      <a:pt x="253" y="37"/>
                    </a:cubicBezTo>
                    <a:cubicBezTo>
                      <a:pt x="253" y="36"/>
                      <a:pt x="253" y="36"/>
                      <a:pt x="253" y="36"/>
                    </a:cubicBezTo>
                    <a:cubicBezTo>
                      <a:pt x="253" y="34"/>
                      <a:pt x="253" y="34"/>
                      <a:pt x="253" y="34"/>
                    </a:cubicBezTo>
                    <a:cubicBezTo>
                      <a:pt x="254" y="34"/>
                      <a:pt x="254" y="34"/>
                      <a:pt x="254" y="34"/>
                    </a:cubicBezTo>
                    <a:cubicBezTo>
                      <a:pt x="254" y="32"/>
                      <a:pt x="254" y="32"/>
                      <a:pt x="254" y="32"/>
                    </a:cubicBezTo>
                    <a:cubicBezTo>
                      <a:pt x="251" y="30"/>
                      <a:pt x="251" y="30"/>
                      <a:pt x="251" y="30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48" y="26"/>
                      <a:pt x="248" y="26"/>
                      <a:pt x="248" y="26"/>
                    </a:cubicBezTo>
                    <a:cubicBezTo>
                      <a:pt x="246" y="27"/>
                      <a:pt x="246" y="27"/>
                      <a:pt x="246" y="27"/>
                    </a:cubicBezTo>
                    <a:cubicBezTo>
                      <a:pt x="245" y="27"/>
                      <a:pt x="245" y="27"/>
                      <a:pt x="245" y="27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3" y="27"/>
                      <a:pt x="243" y="27"/>
                      <a:pt x="243" y="27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42" y="24"/>
                      <a:pt x="242" y="24"/>
                      <a:pt x="242" y="24"/>
                    </a:cubicBezTo>
                    <a:cubicBezTo>
                      <a:pt x="242" y="21"/>
                      <a:pt x="242" y="21"/>
                      <a:pt x="242" y="21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5"/>
                      <a:pt x="242" y="15"/>
                      <a:pt x="242" y="15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40" y="12"/>
                      <a:pt x="240" y="12"/>
                      <a:pt x="240" y="12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39" y="11"/>
                      <a:pt x="239" y="11"/>
                      <a:pt x="239" y="11"/>
                    </a:cubicBezTo>
                    <a:cubicBezTo>
                      <a:pt x="241" y="9"/>
                      <a:pt x="241" y="9"/>
                      <a:pt x="241" y="9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8" y="9"/>
                      <a:pt x="238" y="9"/>
                      <a:pt x="238" y="9"/>
                    </a:cubicBezTo>
                    <a:cubicBezTo>
                      <a:pt x="237" y="8"/>
                      <a:pt x="237" y="8"/>
                      <a:pt x="237" y="8"/>
                    </a:cubicBezTo>
                    <a:cubicBezTo>
                      <a:pt x="238" y="5"/>
                      <a:pt x="238" y="5"/>
                      <a:pt x="238" y="5"/>
                    </a:cubicBezTo>
                    <a:cubicBezTo>
                      <a:pt x="237" y="4"/>
                      <a:pt x="237" y="4"/>
                      <a:pt x="237" y="4"/>
                    </a:cubicBezTo>
                    <a:cubicBezTo>
                      <a:pt x="237" y="2"/>
                      <a:pt x="237" y="2"/>
                      <a:pt x="237" y="2"/>
                    </a:cubicBezTo>
                    <a:cubicBezTo>
                      <a:pt x="235" y="1"/>
                      <a:pt x="235" y="1"/>
                      <a:pt x="235" y="1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2" y="5"/>
                      <a:pt x="232" y="5"/>
                      <a:pt x="232" y="5"/>
                    </a:cubicBezTo>
                    <a:cubicBezTo>
                      <a:pt x="231" y="7"/>
                      <a:pt x="231" y="7"/>
                      <a:pt x="231" y="7"/>
                    </a:cubicBezTo>
                    <a:cubicBezTo>
                      <a:pt x="231" y="8"/>
                      <a:pt x="231" y="8"/>
                      <a:pt x="231" y="8"/>
                    </a:cubicBezTo>
                    <a:cubicBezTo>
                      <a:pt x="231" y="9"/>
                      <a:pt x="231" y="9"/>
                      <a:pt x="231" y="9"/>
                    </a:cubicBezTo>
                    <a:cubicBezTo>
                      <a:pt x="230" y="9"/>
                      <a:pt x="230" y="9"/>
                      <a:pt x="230" y="9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7" y="14"/>
                      <a:pt x="227" y="14"/>
                      <a:pt x="227" y="14"/>
                    </a:cubicBezTo>
                    <a:cubicBezTo>
                      <a:pt x="229" y="15"/>
                      <a:pt x="229" y="15"/>
                      <a:pt x="229" y="15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8" y="15"/>
                      <a:pt x="228" y="15"/>
                      <a:pt x="228" y="15"/>
                    </a:cubicBezTo>
                    <a:cubicBezTo>
                      <a:pt x="227" y="17"/>
                      <a:pt x="227" y="17"/>
                      <a:pt x="227" y="17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6" y="22"/>
                      <a:pt x="226" y="22"/>
                      <a:pt x="226" y="22"/>
                    </a:cubicBezTo>
                    <a:cubicBezTo>
                      <a:pt x="225" y="26"/>
                      <a:pt x="225" y="26"/>
                      <a:pt x="225" y="26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25" y="31"/>
                      <a:pt x="225" y="31"/>
                      <a:pt x="225" y="31"/>
                    </a:cubicBezTo>
                    <a:cubicBezTo>
                      <a:pt x="226" y="33"/>
                      <a:pt x="226" y="33"/>
                      <a:pt x="226" y="33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5" y="36"/>
                      <a:pt x="225" y="36"/>
                      <a:pt x="225" y="36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3" y="40"/>
                      <a:pt x="223" y="40"/>
                      <a:pt x="223" y="40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1" y="45"/>
                      <a:pt x="221" y="45"/>
                      <a:pt x="221" y="45"/>
                    </a:cubicBezTo>
                    <a:cubicBezTo>
                      <a:pt x="222" y="47"/>
                      <a:pt x="222" y="47"/>
                      <a:pt x="222" y="47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0" y="55"/>
                      <a:pt x="210" y="55"/>
                      <a:pt x="210" y="55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04" y="49"/>
                      <a:pt x="204" y="49"/>
                      <a:pt x="204" y="49"/>
                    </a:cubicBezTo>
                    <a:cubicBezTo>
                      <a:pt x="202" y="48"/>
                      <a:pt x="202" y="48"/>
                      <a:pt x="202" y="48"/>
                    </a:cubicBezTo>
                    <a:cubicBezTo>
                      <a:pt x="200" y="48"/>
                      <a:pt x="200" y="48"/>
                      <a:pt x="200" y="48"/>
                    </a:cubicBezTo>
                    <a:cubicBezTo>
                      <a:pt x="198" y="47"/>
                      <a:pt x="198" y="47"/>
                      <a:pt x="198" y="47"/>
                    </a:cubicBezTo>
                    <a:cubicBezTo>
                      <a:pt x="198" y="46"/>
                      <a:pt x="198" y="46"/>
                      <a:pt x="198" y="46"/>
                    </a:cubicBezTo>
                    <a:cubicBezTo>
                      <a:pt x="196" y="43"/>
                      <a:pt x="196" y="43"/>
                      <a:pt x="196" y="43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92" y="41"/>
                      <a:pt x="192" y="41"/>
                      <a:pt x="192" y="41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2" y="40"/>
                      <a:pt x="192" y="40"/>
                      <a:pt x="192" y="40"/>
                    </a:cubicBezTo>
                    <a:cubicBezTo>
                      <a:pt x="191" y="37"/>
                      <a:pt x="191" y="37"/>
                      <a:pt x="191" y="37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6" y="38"/>
                      <a:pt x="186" y="38"/>
                      <a:pt x="186" y="38"/>
                    </a:cubicBezTo>
                    <a:cubicBezTo>
                      <a:pt x="186" y="37"/>
                      <a:pt x="186" y="37"/>
                      <a:pt x="186" y="37"/>
                    </a:cubicBezTo>
                    <a:cubicBezTo>
                      <a:pt x="184" y="35"/>
                      <a:pt x="184" y="35"/>
                      <a:pt x="184" y="35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2" y="29"/>
                      <a:pt x="182" y="29"/>
                      <a:pt x="182" y="29"/>
                    </a:cubicBezTo>
                    <a:cubicBezTo>
                      <a:pt x="183" y="28"/>
                      <a:pt x="183" y="28"/>
                      <a:pt x="183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6"/>
                      <a:pt x="185" y="26"/>
                      <a:pt x="185" y="26"/>
                    </a:cubicBezTo>
                    <a:cubicBezTo>
                      <a:pt x="186" y="25"/>
                      <a:pt x="186" y="25"/>
                      <a:pt x="186" y="25"/>
                    </a:cubicBezTo>
                    <a:cubicBezTo>
                      <a:pt x="186" y="26"/>
                      <a:pt x="186" y="26"/>
                      <a:pt x="186" y="26"/>
                    </a:cubicBezTo>
                    <a:cubicBezTo>
                      <a:pt x="187" y="25"/>
                      <a:pt x="187" y="25"/>
                      <a:pt x="187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8"/>
                      <a:pt x="186" y="28"/>
                      <a:pt x="186" y="28"/>
                    </a:cubicBezTo>
                    <a:cubicBezTo>
                      <a:pt x="188" y="28"/>
                      <a:pt x="188" y="28"/>
                      <a:pt x="188" y="28"/>
                    </a:cubicBezTo>
                    <a:cubicBezTo>
                      <a:pt x="189" y="28"/>
                      <a:pt x="189" y="28"/>
                      <a:pt x="189" y="28"/>
                    </a:cubicBezTo>
                    <a:cubicBezTo>
                      <a:pt x="191" y="28"/>
                      <a:pt x="191" y="28"/>
                      <a:pt x="191" y="28"/>
                    </a:cubicBezTo>
                    <a:cubicBezTo>
                      <a:pt x="192" y="26"/>
                      <a:pt x="192" y="26"/>
                      <a:pt x="192" y="26"/>
                    </a:cubicBezTo>
                    <a:cubicBezTo>
                      <a:pt x="191" y="25"/>
                      <a:pt x="191" y="25"/>
                      <a:pt x="191" y="25"/>
                    </a:cubicBezTo>
                    <a:cubicBezTo>
                      <a:pt x="192" y="25"/>
                      <a:pt x="192" y="25"/>
                      <a:pt x="192" y="25"/>
                    </a:cubicBezTo>
                    <a:cubicBezTo>
                      <a:pt x="191" y="24"/>
                      <a:pt x="191" y="24"/>
                      <a:pt x="191" y="24"/>
                    </a:cubicBezTo>
                    <a:cubicBezTo>
                      <a:pt x="190" y="24"/>
                      <a:pt x="190" y="24"/>
                      <a:pt x="190" y="24"/>
                    </a:cubicBezTo>
                    <a:cubicBezTo>
                      <a:pt x="190" y="23"/>
                      <a:pt x="190" y="23"/>
                      <a:pt x="190" y="23"/>
                    </a:cubicBezTo>
                    <a:cubicBezTo>
                      <a:pt x="188" y="23"/>
                      <a:pt x="188" y="23"/>
                      <a:pt x="188" y="23"/>
                    </a:cubicBezTo>
                    <a:cubicBezTo>
                      <a:pt x="188" y="24"/>
                      <a:pt x="188" y="24"/>
                      <a:pt x="188" y="24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6" y="22"/>
                      <a:pt x="186" y="22"/>
                      <a:pt x="186" y="22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6" y="21"/>
                      <a:pt x="186" y="21"/>
                      <a:pt x="186" y="21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7" y="21"/>
                      <a:pt x="187" y="21"/>
                      <a:pt x="187" y="21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90" y="17"/>
                      <a:pt x="190" y="17"/>
                      <a:pt x="190" y="17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2" y="14"/>
                      <a:pt x="192" y="14"/>
                      <a:pt x="192" y="14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8"/>
                      <a:pt x="190" y="8"/>
                      <a:pt x="190" y="8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5" y="12"/>
                      <a:pt x="185" y="12"/>
                      <a:pt x="185" y="12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4" y="10"/>
                      <a:pt x="184" y="10"/>
                      <a:pt x="184" y="10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2" y="8"/>
                      <a:pt x="182" y="8"/>
                      <a:pt x="182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80" y="11"/>
                      <a:pt x="180" y="11"/>
                      <a:pt x="180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0" y="6"/>
                      <a:pt x="170" y="6"/>
                      <a:pt x="170" y="6"/>
                    </a:cubicBezTo>
                    <a:cubicBezTo>
                      <a:pt x="168" y="7"/>
                      <a:pt x="168" y="7"/>
                      <a:pt x="168" y="7"/>
                    </a:cubicBezTo>
                    <a:cubicBezTo>
                      <a:pt x="166" y="7"/>
                      <a:pt x="166" y="7"/>
                      <a:pt x="166" y="7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4" y="4"/>
                      <a:pt x="164" y="4"/>
                      <a:pt x="164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5"/>
                      <a:pt x="162" y="5"/>
                      <a:pt x="162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2" y="1"/>
                      <a:pt x="162" y="1"/>
                      <a:pt x="162" y="1"/>
                    </a:cubicBezTo>
                    <a:cubicBezTo>
                      <a:pt x="159" y="1"/>
                      <a:pt x="159" y="1"/>
                      <a:pt x="159" y="1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9" y="4"/>
                      <a:pt x="159" y="4"/>
                      <a:pt x="159" y="4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6" y="3"/>
                      <a:pt x="156" y="3"/>
                      <a:pt x="156" y="3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5" y="5"/>
                      <a:pt x="155" y="5"/>
                      <a:pt x="155" y="5"/>
                    </a:cubicBezTo>
                    <a:cubicBezTo>
                      <a:pt x="154" y="5"/>
                      <a:pt x="154" y="5"/>
                      <a:pt x="154" y="5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58" y="6"/>
                      <a:pt x="158" y="6"/>
                      <a:pt x="158" y="6"/>
                    </a:cubicBezTo>
                    <a:cubicBezTo>
                      <a:pt x="160" y="7"/>
                      <a:pt x="160" y="7"/>
                      <a:pt x="160" y="7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10"/>
                      <a:pt x="149" y="10"/>
                      <a:pt x="149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5"/>
                      <a:pt x="144" y="15"/>
                      <a:pt x="144" y="15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5" y="25"/>
                      <a:pt x="135" y="25"/>
                      <a:pt x="135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2" y="32"/>
                      <a:pt x="132" y="32"/>
                      <a:pt x="132" y="32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4" y="30"/>
                      <a:pt x="124" y="30"/>
                      <a:pt x="124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9" y="44"/>
                      <a:pt x="89" y="44"/>
                      <a:pt x="89" y="44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3" y="76"/>
                      <a:pt x="43" y="76"/>
                      <a:pt x="43" y="76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7" y="77"/>
                      <a:pt x="37" y="77"/>
                      <a:pt x="37" y="77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0" y="97"/>
                      <a:pt x="10" y="97"/>
                      <a:pt x="10" y="97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7" y="111"/>
                      <a:pt x="7" y="111"/>
                      <a:pt x="7" y="111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8" y="121"/>
                      <a:pt x="8" y="121"/>
                      <a:pt x="8" y="121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3" y="116"/>
                      <a:pt x="3" y="116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7"/>
                      <a:pt x="3" y="127"/>
                      <a:pt x="3" y="127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8" y="143"/>
                      <a:pt x="8" y="143"/>
                      <a:pt x="8" y="143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1" y="168"/>
                      <a:pt x="11" y="168"/>
                      <a:pt x="11" y="168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1" y="174"/>
                      <a:pt x="11" y="174"/>
                      <a:pt x="11" y="174"/>
                    </a:cubicBezTo>
                    <a:cubicBezTo>
                      <a:pt x="12" y="175"/>
                      <a:pt x="12" y="175"/>
                      <a:pt x="12" y="175"/>
                    </a:cubicBezTo>
                    <a:cubicBezTo>
                      <a:pt x="11" y="177"/>
                      <a:pt x="11" y="177"/>
                      <a:pt x="11" y="177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10" y="184"/>
                      <a:pt x="10" y="184"/>
                      <a:pt x="10" y="184"/>
                    </a:cubicBezTo>
                    <a:cubicBezTo>
                      <a:pt x="8" y="185"/>
                      <a:pt x="8" y="185"/>
                      <a:pt x="8" y="185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91"/>
                      <a:pt x="3" y="191"/>
                      <a:pt x="3" y="191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1"/>
                      <a:pt x="9" y="201"/>
                      <a:pt x="9" y="201"/>
                    </a:cubicBezTo>
                    <a:cubicBezTo>
                      <a:pt x="9" y="202"/>
                      <a:pt x="9" y="202"/>
                      <a:pt x="9" y="202"/>
                    </a:cubicBezTo>
                    <a:cubicBezTo>
                      <a:pt x="11" y="202"/>
                      <a:pt x="11" y="202"/>
                      <a:pt x="11" y="202"/>
                    </a:cubicBezTo>
                    <a:cubicBezTo>
                      <a:pt x="12" y="203"/>
                      <a:pt x="12" y="203"/>
                      <a:pt x="12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5" y="203"/>
                      <a:pt x="15" y="203"/>
                      <a:pt x="15" y="203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9" y="204"/>
                      <a:pt x="19" y="204"/>
                      <a:pt x="19" y="204"/>
                    </a:cubicBezTo>
                    <a:cubicBezTo>
                      <a:pt x="19" y="205"/>
                      <a:pt x="19" y="205"/>
                      <a:pt x="19" y="205"/>
                    </a:cubicBezTo>
                    <a:cubicBezTo>
                      <a:pt x="20" y="204"/>
                      <a:pt x="20" y="204"/>
                      <a:pt x="20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5" y="204"/>
                      <a:pt x="25" y="204"/>
                      <a:pt x="25" y="204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2"/>
                      <a:pt x="27" y="202"/>
                      <a:pt x="27" y="202"/>
                    </a:cubicBezTo>
                    <a:cubicBezTo>
                      <a:pt x="28" y="201"/>
                      <a:pt x="28" y="201"/>
                      <a:pt x="28" y="201"/>
                    </a:cubicBezTo>
                    <a:cubicBezTo>
                      <a:pt x="30" y="201"/>
                      <a:pt x="30" y="201"/>
                      <a:pt x="30" y="201"/>
                    </a:cubicBezTo>
                    <a:cubicBezTo>
                      <a:pt x="30" y="199"/>
                      <a:pt x="30" y="199"/>
                      <a:pt x="30" y="199"/>
                    </a:cubicBezTo>
                    <a:cubicBezTo>
                      <a:pt x="31" y="199"/>
                      <a:pt x="31" y="199"/>
                      <a:pt x="31" y="199"/>
                    </a:cubicBezTo>
                    <a:cubicBezTo>
                      <a:pt x="32" y="199"/>
                      <a:pt x="32" y="199"/>
                      <a:pt x="32" y="19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40" y="194"/>
                      <a:pt x="40" y="194"/>
                      <a:pt x="40" y="194"/>
                    </a:cubicBezTo>
                    <a:cubicBezTo>
                      <a:pt x="42" y="194"/>
                      <a:pt x="42" y="194"/>
                      <a:pt x="42" y="194"/>
                    </a:cubicBezTo>
                    <a:cubicBezTo>
                      <a:pt x="43" y="195"/>
                      <a:pt x="43" y="195"/>
                      <a:pt x="43" y="195"/>
                    </a:cubicBezTo>
                    <a:cubicBezTo>
                      <a:pt x="44" y="194"/>
                      <a:pt x="44" y="194"/>
                      <a:pt x="44" y="194"/>
                    </a:cubicBezTo>
                    <a:cubicBezTo>
                      <a:pt x="48" y="193"/>
                      <a:pt x="48" y="193"/>
                      <a:pt x="48" y="193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53" y="194"/>
                      <a:pt x="53" y="194"/>
                      <a:pt x="53" y="194"/>
                    </a:cubicBezTo>
                    <a:cubicBezTo>
                      <a:pt x="54" y="194"/>
                      <a:pt x="54" y="194"/>
                      <a:pt x="54" y="194"/>
                    </a:cubicBezTo>
                    <a:cubicBezTo>
                      <a:pt x="55" y="195"/>
                      <a:pt x="55" y="195"/>
                      <a:pt x="55" y="195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5"/>
                      <a:pt x="58" y="195"/>
                      <a:pt x="58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3" y="196"/>
                      <a:pt x="63" y="196"/>
                      <a:pt x="63" y="196"/>
                    </a:cubicBezTo>
                    <a:cubicBezTo>
                      <a:pt x="64" y="194"/>
                      <a:pt x="64" y="194"/>
                      <a:pt x="64" y="194"/>
                    </a:cubicBezTo>
                    <a:cubicBezTo>
                      <a:pt x="66" y="195"/>
                      <a:pt x="66" y="195"/>
                      <a:pt x="66" y="195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71" y="190"/>
                      <a:pt x="71" y="190"/>
                      <a:pt x="71" y="190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4" y="186"/>
                      <a:pt x="74" y="186"/>
                      <a:pt x="74" y="186"/>
                    </a:cubicBezTo>
                    <a:cubicBezTo>
                      <a:pt x="75" y="186"/>
                      <a:pt x="75" y="186"/>
                      <a:pt x="75" y="186"/>
                    </a:cubicBezTo>
                    <a:cubicBezTo>
                      <a:pt x="76" y="186"/>
                      <a:pt x="76" y="186"/>
                      <a:pt x="76" y="186"/>
                    </a:cubicBezTo>
                    <a:cubicBezTo>
                      <a:pt x="80" y="185"/>
                      <a:pt x="80" y="185"/>
                      <a:pt x="80" y="185"/>
                    </a:cubicBezTo>
                    <a:cubicBezTo>
                      <a:pt x="84" y="182"/>
                      <a:pt x="84" y="182"/>
                      <a:pt x="84" y="182"/>
                    </a:cubicBezTo>
                    <a:cubicBezTo>
                      <a:pt x="86" y="180"/>
                      <a:pt x="86" y="180"/>
                      <a:pt x="86" y="180"/>
                    </a:cubicBezTo>
                    <a:cubicBezTo>
                      <a:pt x="87" y="180"/>
                      <a:pt x="87" y="180"/>
                      <a:pt x="87" y="180"/>
                    </a:cubicBezTo>
                    <a:cubicBezTo>
                      <a:pt x="88" y="180"/>
                      <a:pt x="88" y="180"/>
                      <a:pt x="88" y="180"/>
                    </a:cubicBezTo>
                    <a:cubicBezTo>
                      <a:pt x="89" y="180"/>
                      <a:pt x="89" y="180"/>
                      <a:pt x="89" y="180"/>
                    </a:cubicBezTo>
                    <a:cubicBezTo>
                      <a:pt x="91" y="181"/>
                      <a:pt x="91" y="181"/>
                      <a:pt x="91" y="181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5" y="180"/>
                      <a:pt x="95" y="180"/>
                      <a:pt x="95" y="180"/>
                    </a:cubicBezTo>
                    <a:cubicBezTo>
                      <a:pt x="98" y="181"/>
                      <a:pt x="98" y="181"/>
                      <a:pt x="98" y="181"/>
                    </a:cubicBezTo>
                    <a:cubicBezTo>
                      <a:pt x="102" y="179"/>
                      <a:pt x="102" y="179"/>
                      <a:pt x="102" y="179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06" y="177"/>
                      <a:pt x="106" y="177"/>
                      <a:pt x="106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10" y="176"/>
                      <a:pt x="110" y="176"/>
                      <a:pt x="110" y="176"/>
                    </a:cubicBezTo>
                    <a:cubicBezTo>
                      <a:pt x="121" y="175"/>
                      <a:pt x="121" y="175"/>
                      <a:pt x="121" y="17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5" y="176"/>
                      <a:pt x="125" y="176"/>
                      <a:pt x="125" y="176"/>
                    </a:cubicBezTo>
                    <a:cubicBezTo>
                      <a:pt x="127" y="175"/>
                      <a:pt x="127" y="175"/>
                      <a:pt x="127" y="175"/>
                    </a:cubicBezTo>
                    <a:cubicBezTo>
                      <a:pt x="129" y="175"/>
                      <a:pt x="129" y="175"/>
                      <a:pt x="129" y="175"/>
                    </a:cubicBezTo>
                    <a:cubicBezTo>
                      <a:pt x="131" y="177"/>
                      <a:pt x="131" y="177"/>
                      <a:pt x="131" y="177"/>
                    </a:cubicBezTo>
                    <a:cubicBezTo>
                      <a:pt x="133" y="180"/>
                      <a:pt x="133" y="180"/>
                      <a:pt x="133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7" y="180"/>
                      <a:pt x="137" y="180"/>
                      <a:pt x="137" y="180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9" y="180"/>
                      <a:pt x="139" y="180"/>
                      <a:pt x="139" y="180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3" y="183"/>
                      <a:pt x="143" y="183"/>
                      <a:pt x="143" y="183"/>
                    </a:cubicBezTo>
                    <a:cubicBezTo>
                      <a:pt x="144" y="182"/>
                      <a:pt x="144" y="182"/>
                      <a:pt x="144" y="182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6"/>
                      <a:pt x="146" y="186"/>
                      <a:pt x="146" y="186"/>
                    </a:cubicBezTo>
                    <a:cubicBezTo>
                      <a:pt x="147" y="186"/>
                      <a:pt x="147" y="186"/>
                      <a:pt x="147" y="186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48" y="187"/>
                      <a:pt x="148" y="187"/>
                      <a:pt x="148" y="187"/>
                    </a:cubicBezTo>
                    <a:cubicBezTo>
                      <a:pt x="147" y="187"/>
                      <a:pt x="147" y="187"/>
                      <a:pt x="147" y="187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8" y="192"/>
                      <a:pt x="148" y="192"/>
                      <a:pt x="148" y="192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51" y="195"/>
                      <a:pt x="151" y="195"/>
                      <a:pt x="151" y="195"/>
                    </a:cubicBezTo>
                    <a:cubicBezTo>
                      <a:pt x="150" y="196"/>
                      <a:pt x="150" y="196"/>
                      <a:pt x="150" y="196"/>
                    </a:cubicBezTo>
                    <a:cubicBezTo>
                      <a:pt x="152" y="200"/>
                      <a:pt x="152" y="200"/>
                      <a:pt x="152" y="200"/>
                    </a:cubicBezTo>
                    <a:cubicBezTo>
                      <a:pt x="151" y="202"/>
                      <a:pt x="151" y="202"/>
                      <a:pt x="151" y="202"/>
                    </a:cubicBezTo>
                    <a:cubicBezTo>
                      <a:pt x="152" y="202"/>
                      <a:pt x="152" y="202"/>
                      <a:pt x="152" y="202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1" y="204"/>
                      <a:pt x="151" y="204"/>
                      <a:pt x="151" y="204"/>
                    </a:cubicBezTo>
                    <a:cubicBezTo>
                      <a:pt x="150" y="205"/>
                      <a:pt x="150" y="205"/>
                      <a:pt x="150" y="205"/>
                    </a:cubicBezTo>
                    <a:cubicBezTo>
                      <a:pt x="151" y="207"/>
                      <a:pt x="151" y="207"/>
                      <a:pt x="151" y="207"/>
                    </a:cubicBezTo>
                    <a:cubicBezTo>
                      <a:pt x="152" y="208"/>
                      <a:pt x="152" y="208"/>
                      <a:pt x="152" y="208"/>
                    </a:cubicBezTo>
                    <a:cubicBezTo>
                      <a:pt x="153" y="209"/>
                      <a:pt x="153" y="209"/>
                      <a:pt x="153" y="209"/>
                    </a:cubicBezTo>
                    <a:cubicBezTo>
                      <a:pt x="155" y="209"/>
                      <a:pt x="155" y="209"/>
                      <a:pt x="155" y="209"/>
                    </a:cubicBezTo>
                    <a:cubicBezTo>
                      <a:pt x="157" y="210"/>
                      <a:pt x="157" y="210"/>
                      <a:pt x="157" y="210"/>
                    </a:cubicBezTo>
                    <a:cubicBezTo>
                      <a:pt x="157" y="208"/>
                      <a:pt x="157" y="208"/>
                      <a:pt x="157" y="208"/>
                    </a:cubicBezTo>
                    <a:cubicBezTo>
                      <a:pt x="156" y="207"/>
                      <a:pt x="156" y="207"/>
                      <a:pt x="156" y="207"/>
                    </a:cubicBezTo>
                    <a:cubicBezTo>
                      <a:pt x="157" y="206"/>
                      <a:pt x="157" y="206"/>
                      <a:pt x="157" y="206"/>
                    </a:cubicBezTo>
                    <a:cubicBezTo>
                      <a:pt x="157" y="205"/>
                      <a:pt x="157" y="205"/>
                      <a:pt x="157" y="205"/>
                    </a:cubicBezTo>
                    <a:cubicBezTo>
                      <a:pt x="158" y="205"/>
                      <a:pt x="158" y="205"/>
                      <a:pt x="158" y="205"/>
                    </a:cubicBezTo>
                    <a:cubicBezTo>
                      <a:pt x="159" y="204"/>
                      <a:pt x="159" y="204"/>
                      <a:pt x="159" y="204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1" y="202"/>
                      <a:pt x="161" y="202"/>
                      <a:pt x="161" y="202"/>
                    </a:cubicBezTo>
                    <a:cubicBezTo>
                      <a:pt x="162" y="200"/>
                      <a:pt x="162" y="200"/>
                      <a:pt x="162" y="200"/>
                    </a:cubicBezTo>
                    <a:cubicBezTo>
                      <a:pt x="165" y="199"/>
                      <a:pt x="165" y="199"/>
                      <a:pt x="165" y="199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9" y="196"/>
                      <a:pt x="169" y="196"/>
                      <a:pt x="169" y="196"/>
                    </a:cubicBezTo>
                    <a:cubicBezTo>
                      <a:pt x="170" y="194"/>
                      <a:pt x="170" y="194"/>
                      <a:pt x="170" y="194"/>
                    </a:cubicBezTo>
                    <a:cubicBezTo>
                      <a:pt x="171" y="192"/>
                      <a:pt x="171" y="192"/>
                      <a:pt x="171" y="192"/>
                    </a:cubicBezTo>
                    <a:cubicBezTo>
                      <a:pt x="173" y="191"/>
                      <a:pt x="173" y="191"/>
                      <a:pt x="173" y="191"/>
                    </a:cubicBezTo>
                    <a:cubicBezTo>
                      <a:pt x="174" y="190"/>
                      <a:pt x="174" y="190"/>
                      <a:pt x="174" y="190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73" y="196"/>
                      <a:pt x="173" y="196"/>
                      <a:pt x="173" y="196"/>
                    </a:cubicBezTo>
                    <a:cubicBezTo>
                      <a:pt x="170" y="198"/>
                      <a:pt x="170" y="198"/>
                      <a:pt x="170" y="198"/>
                    </a:cubicBezTo>
                    <a:cubicBezTo>
                      <a:pt x="169" y="200"/>
                      <a:pt x="169" y="200"/>
                      <a:pt x="169" y="200"/>
                    </a:cubicBezTo>
                    <a:cubicBezTo>
                      <a:pt x="168" y="201"/>
                      <a:pt x="168" y="201"/>
                      <a:pt x="168" y="201"/>
                    </a:cubicBezTo>
                    <a:cubicBezTo>
                      <a:pt x="168" y="203"/>
                      <a:pt x="168" y="203"/>
                      <a:pt x="168" y="203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67" y="206"/>
                      <a:pt x="167" y="206"/>
                      <a:pt x="167" y="206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2" y="209"/>
                      <a:pt x="162" y="209"/>
                      <a:pt x="162" y="209"/>
                    </a:cubicBezTo>
                    <a:cubicBezTo>
                      <a:pt x="162" y="211"/>
                      <a:pt x="162" y="211"/>
                      <a:pt x="162" y="211"/>
                    </a:cubicBezTo>
                    <a:cubicBezTo>
                      <a:pt x="161" y="213"/>
                      <a:pt x="161" y="213"/>
                      <a:pt x="161" y="213"/>
                    </a:cubicBezTo>
                    <a:cubicBezTo>
                      <a:pt x="161" y="214"/>
                      <a:pt x="161" y="214"/>
                      <a:pt x="161" y="214"/>
                    </a:cubicBezTo>
                    <a:cubicBezTo>
                      <a:pt x="164" y="213"/>
                      <a:pt x="164" y="213"/>
                      <a:pt x="164" y="213"/>
                    </a:cubicBezTo>
                    <a:cubicBezTo>
                      <a:pt x="166" y="212"/>
                      <a:pt x="166" y="212"/>
                      <a:pt x="166" y="212"/>
                    </a:cubicBezTo>
                    <a:cubicBezTo>
                      <a:pt x="168" y="213"/>
                      <a:pt x="168" y="213"/>
                      <a:pt x="168" y="213"/>
                    </a:cubicBezTo>
                    <a:cubicBezTo>
                      <a:pt x="171" y="209"/>
                      <a:pt x="171" y="209"/>
                      <a:pt x="171" y="209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3" y="204"/>
                      <a:pt x="173" y="204"/>
                      <a:pt x="173" y="204"/>
                    </a:cubicBezTo>
                    <a:cubicBezTo>
                      <a:pt x="173" y="207"/>
                      <a:pt x="173" y="207"/>
                      <a:pt x="173" y="207"/>
                    </a:cubicBezTo>
                    <a:cubicBezTo>
                      <a:pt x="174" y="209"/>
                      <a:pt x="174" y="209"/>
                      <a:pt x="174" y="209"/>
                    </a:cubicBezTo>
                    <a:cubicBezTo>
                      <a:pt x="173" y="209"/>
                      <a:pt x="173" y="209"/>
                      <a:pt x="173" y="209"/>
                    </a:cubicBezTo>
                    <a:cubicBezTo>
                      <a:pt x="174" y="212"/>
                      <a:pt x="174" y="212"/>
                      <a:pt x="174" y="212"/>
                    </a:cubicBezTo>
                    <a:cubicBezTo>
                      <a:pt x="172" y="215"/>
                      <a:pt x="172" y="215"/>
                      <a:pt x="172" y="215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2" y="218"/>
                      <a:pt x="172" y="218"/>
                      <a:pt x="172" y="218"/>
                    </a:cubicBezTo>
                    <a:cubicBezTo>
                      <a:pt x="174" y="218"/>
                      <a:pt x="174" y="218"/>
                      <a:pt x="174" y="218"/>
                    </a:cubicBezTo>
                    <a:cubicBezTo>
                      <a:pt x="175" y="217"/>
                      <a:pt x="175" y="217"/>
                      <a:pt x="175" y="217"/>
                    </a:cubicBezTo>
                    <a:cubicBezTo>
                      <a:pt x="176" y="217"/>
                      <a:pt x="176" y="217"/>
                      <a:pt x="176" y="217"/>
                    </a:cubicBezTo>
                    <a:cubicBezTo>
                      <a:pt x="178" y="216"/>
                      <a:pt x="178" y="216"/>
                      <a:pt x="178" y="216"/>
                    </a:cubicBezTo>
                    <a:cubicBezTo>
                      <a:pt x="179" y="216"/>
                      <a:pt x="179" y="216"/>
                      <a:pt x="179" y="216"/>
                    </a:cubicBezTo>
                    <a:cubicBezTo>
                      <a:pt x="178" y="217"/>
                      <a:pt x="178" y="217"/>
                      <a:pt x="178" y="217"/>
                    </a:cubicBezTo>
                    <a:cubicBezTo>
                      <a:pt x="177" y="217"/>
                      <a:pt x="177" y="217"/>
                      <a:pt x="177" y="217"/>
                    </a:cubicBezTo>
                    <a:cubicBezTo>
                      <a:pt x="176" y="218"/>
                      <a:pt x="176" y="218"/>
                      <a:pt x="176" y="218"/>
                    </a:cubicBezTo>
                    <a:cubicBezTo>
                      <a:pt x="178" y="221"/>
                      <a:pt x="178" y="221"/>
                      <a:pt x="178" y="221"/>
                    </a:cubicBezTo>
                    <a:cubicBezTo>
                      <a:pt x="178" y="222"/>
                      <a:pt x="178" y="222"/>
                      <a:pt x="178" y="222"/>
                    </a:cubicBezTo>
                    <a:cubicBezTo>
                      <a:pt x="179" y="224"/>
                      <a:pt x="179" y="224"/>
                      <a:pt x="179" y="224"/>
                    </a:cubicBezTo>
                    <a:cubicBezTo>
                      <a:pt x="179" y="227"/>
                      <a:pt x="179" y="227"/>
                      <a:pt x="179" y="227"/>
                    </a:cubicBezTo>
                    <a:cubicBezTo>
                      <a:pt x="179" y="230"/>
                      <a:pt x="179" y="230"/>
                      <a:pt x="179" y="230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7" y="233"/>
                      <a:pt x="177" y="233"/>
                      <a:pt x="177" y="233"/>
                    </a:cubicBezTo>
                    <a:cubicBezTo>
                      <a:pt x="177" y="236"/>
                      <a:pt x="177" y="236"/>
                      <a:pt x="177" y="236"/>
                    </a:cubicBezTo>
                    <a:cubicBezTo>
                      <a:pt x="178" y="237"/>
                      <a:pt x="178" y="237"/>
                      <a:pt x="178" y="237"/>
                    </a:cubicBezTo>
                    <a:cubicBezTo>
                      <a:pt x="179" y="239"/>
                      <a:pt x="179" y="239"/>
                      <a:pt x="179" y="239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5" y="245"/>
                      <a:pt x="185" y="245"/>
                      <a:pt x="185" y="245"/>
                    </a:cubicBezTo>
                    <a:cubicBezTo>
                      <a:pt x="186" y="246"/>
                      <a:pt x="186" y="246"/>
                      <a:pt x="186" y="246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90" y="247"/>
                      <a:pt x="190" y="247"/>
                      <a:pt x="190" y="247"/>
                    </a:cubicBezTo>
                    <a:cubicBezTo>
                      <a:pt x="192" y="248"/>
                      <a:pt x="192" y="248"/>
                      <a:pt x="192" y="248"/>
                    </a:cubicBezTo>
                    <a:cubicBezTo>
                      <a:pt x="193" y="250"/>
                      <a:pt x="193" y="250"/>
                      <a:pt x="193" y="250"/>
                    </a:cubicBezTo>
                    <a:cubicBezTo>
                      <a:pt x="195" y="250"/>
                      <a:pt x="195" y="250"/>
                      <a:pt x="195" y="250"/>
                    </a:cubicBezTo>
                    <a:cubicBezTo>
                      <a:pt x="196" y="251"/>
                      <a:pt x="196" y="251"/>
                      <a:pt x="196" y="251"/>
                    </a:cubicBezTo>
                    <a:cubicBezTo>
                      <a:pt x="197" y="253"/>
                      <a:pt x="197" y="253"/>
                      <a:pt x="197" y="253"/>
                    </a:cubicBezTo>
                    <a:cubicBezTo>
                      <a:pt x="198" y="254"/>
                      <a:pt x="198" y="254"/>
                      <a:pt x="198" y="254"/>
                    </a:cubicBezTo>
                    <a:cubicBezTo>
                      <a:pt x="200" y="255"/>
                      <a:pt x="200" y="255"/>
                      <a:pt x="200" y="255"/>
                    </a:cubicBezTo>
                    <a:cubicBezTo>
                      <a:pt x="202" y="255"/>
                      <a:pt x="202" y="255"/>
                      <a:pt x="202" y="255"/>
                    </a:cubicBezTo>
                    <a:cubicBezTo>
                      <a:pt x="202" y="254"/>
                      <a:pt x="202" y="254"/>
                      <a:pt x="202" y="254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6" y="252"/>
                      <a:pt x="206" y="252"/>
                      <a:pt x="206" y="252"/>
                    </a:cubicBezTo>
                    <a:cubicBezTo>
                      <a:pt x="208" y="252"/>
                      <a:pt x="208" y="252"/>
                      <a:pt x="208" y="252"/>
                    </a:cubicBezTo>
                    <a:cubicBezTo>
                      <a:pt x="209" y="250"/>
                      <a:pt x="209" y="250"/>
                      <a:pt x="209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2" y="252"/>
                      <a:pt x="212" y="252"/>
                      <a:pt x="212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5" y="252"/>
                      <a:pt x="215" y="252"/>
                      <a:pt x="215" y="252"/>
                    </a:cubicBezTo>
                    <a:cubicBezTo>
                      <a:pt x="214" y="253"/>
                      <a:pt x="214" y="253"/>
                      <a:pt x="214" y="253"/>
                    </a:cubicBezTo>
                    <a:cubicBezTo>
                      <a:pt x="217" y="255"/>
                      <a:pt x="217" y="255"/>
                      <a:pt x="217" y="255"/>
                    </a:cubicBezTo>
                    <a:cubicBezTo>
                      <a:pt x="217" y="258"/>
                      <a:pt x="217" y="258"/>
                      <a:pt x="217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9"/>
                      <a:pt x="219" y="259"/>
                      <a:pt x="219" y="259"/>
                    </a:cubicBezTo>
                    <a:cubicBezTo>
                      <a:pt x="221" y="261"/>
                      <a:pt x="221" y="261"/>
                      <a:pt x="221" y="261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3" y="257"/>
                      <a:pt x="223" y="257"/>
                      <a:pt x="223" y="257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5" y="257"/>
                      <a:pt x="225" y="257"/>
                      <a:pt x="225" y="257"/>
                    </a:cubicBezTo>
                    <a:cubicBezTo>
                      <a:pt x="226" y="256"/>
                      <a:pt x="226" y="256"/>
                      <a:pt x="226" y="256"/>
                    </a:cubicBezTo>
                    <a:cubicBezTo>
                      <a:pt x="228" y="253"/>
                      <a:pt x="228" y="253"/>
                      <a:pt x="228" y="253"/>
                    </a:cubicBezTo>
                    <a:cubicBezTo>
                      <a:pt x="232" y="251"/>
                      <a:pt x="232" y="251"/>
                      <a:pt x="232" y="251"/>
                    </a:cubicBezTo>
                    <a:cubicBezTo>
                      <a:pt x="234" y="249"/>
                      <a:pt x="234" y="249"/>
                      <a:pt x="234" y="249"/>
                    </a:cubicBezTo>
                    <a:cubicBezTo>
                      <a:pt x="237" y="248"/>
                      <a:pt x="237" y="248"/>
                      <a:pt x="237" y="248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7" y="248"/>
                      <a:pt x="247" y="248"/>
                      <a:pt x="247" y="248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2" y="244"/>
                      <a:pt x="252" y="244"/>
                      <a:pt x="252" y="244"/>
                    </a:cubicBezTo>
                    <a:cubicBezTo>
                      <a:pt x="254" y="241"/>
                      <a:pt x="254" y="241"/>
                      <a:pt x="254" y="241"/>
                    </a:cubicBezTo>
                    <a:cubicBezTo>
                      <a:pt x="253" y="239"/>
                      <a:pt x="253" y="239"/>
                      <a:pt x="253" y="239"/>
                    </a:cubicBezTo>
                    <a:cubicBezTo>
                      <a:pt x="253" y="237"/>
                      <a:pt x="253" y="237"/>
                      <a:pt x="253" y="237"/>
                    </a:cubicBezTo>
                    <a:cubicBezTo>
                      <a:pt x="255" y="235"/>
                      <a:pt x="255" y="235"/>
                      <a:pt x="255" y="235"/>
                    </a:cubicBezTo>
                    <a:cubicBezTo>
                      <a:pt x="255" y="230"/>
                      <a:pt x="255" y="230"/>
                      <a:pt x="255" y="230"/>
                    </a:cubicBezTo>
                    <a:cubicBezTo>
                      <a:pt x="257" y="229"/>
                      <a:pt x="257" y="229"/>
                      <a:pt x="257" y="229"/>
                    </a:cubicBezTo>
                    <a:cubicBezTo>
                      <a:pt x="257" y="226"/>
                      <a:pt x="257" y="226"/>
                      <a:pt x="257" y="226"/>
                    </a:cubicBezTo>
                    <a:cubicBezTo>
                      <a:pt x="259" y="225"/>
                      <a:pt x="259" y="225"/>
                      <a:pt x="259" y="225"/>
                    </a:cubicBezTo>
                    <a:cubicBezTo>
                      <a:pt x="259" y="224"/>
                      <a:pt x="259" y="224"/>
                      <a:pt x="259" y="224"/>
                    </a:cubicBezTo>
                    <a:cubicBezTo>
                      <a:pt x="263" y="219"/>
                      <a:pt x="263" y="219"/>
                      <a:pt x="263" y="219"/>
                    </a:cubicBezTo>
                    <a:cubicBezTo>
                      <a:pt x="264" y="218"/>
                      <a:pt x="264" y="218"/>
                      <a:pt x="264" y="218"/>
                    </a:cubicBezTo>
                    <a:cubicBezTo>
                      <a:pt x="265" y="215"/>
                      <a:pt x="265" y="215"/>
                      <a:pt x="265" y="215"/>
                    </a:cubicBezTo>
                    <a:cubicBezTo>
                      <a:pt x="267" y="213"/>
                      <a:pt x="267" y="213"/>
                      <a:pt x="267" y="213"/>
                    </a:cubicBezTo>
                    <a:cubicBezTo>
                      <a:pt x="268" y="210"/>
                      <a:pt x="268" y="210"/>
                      <a:pt x="268" y="210"/>
                    </a:cubicBezTo>
                    <a:cubicBezTo>
                      <a:pt x="270" y="208"/>
                      <a:pt x="270" y="208"/>
                      <a:pt x="270" y="208"/>
                    </a:cubicBezTo>
                    <a:cubicBezTo>
                      <a:pt x="270" y="207"/>
                      <a:pt x="270" y="207"/>
                      <a:pt x="270" y="207"/>
                    </a:cubicBezTo>
                    <a:cubicBezTo>
                      <a:pt x="271" y="206"/>
                      <a:pt x="271" y="206"/>
                      <a:pt x="271" y="206"/>
                    </a:cubicBezTo>
                    <a:cubicBezTo>
                      <a:pt x="272" y="203"/>
                      <a:pt x="272" y="203"/>
                      <a:pt x="272" y="203"/>
                    </a:cubicBezTo>
                    <a:cubicBezTo>
                      <a:pt x="272" y="202"/>
                      <a:pt x="272" y="202"/>
                      <a:pt x="272" y="202"/>
                    </a:cubicBezTo>
                    <a:cubicBezTo>
                      <a:pt x="273" y="201"/>
                      <a:pt x="273" y="201"/>
                      <a:pt x="273" y="201"/>
                    </a:cubicBezTo>
                    <a:cubicBezTo>
                      <a:pt x="275" y="199"/>
                      <a:pt x="275" y="199"/>
                      <a:pt x="275" y="199"/>
                    </a:cubicBezTo>
                    <a:cubicBezTo>
                      <a:pt x="276" y="198"/>
                      <a:pt x="276" y="198"/>
                      <a:pt x="276" y="198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83" y="193"/>
                      <a:pt x="283" y="193"/>
                      <a:pt x="283" y="193"/>
                    </a:cubicBezTo>
                    <a:cubicBezTo>
                      <a:pt x="282" y="193"/>
                      <a:pt x="282" y="193"/>
                      <a:pt x="282" y="193"/>
                    </a:cubicBezTo>
                    <a:cubicBezTo>
                      <a:pt x="284" y="192"/>
                      <a:pt x="284" y="192"/>
                      <a:pt x="284" y="192"/>
                    </a:cubicBezTo>
                    <a:cubicBezTo>
                      <a:pt x="284" y="190"/>
                      <a:pt x="284" y="190"/>
                      <a:pt x="284" y="190"/>
                    </a:cubicBezTo>
                    <a:cubicBezTo>
                      <a:pt x="284" y="189"/>
                      <a:pt x="284" y="189"/>
                      <a:pt x="284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7" y="186"/>
                      <a:pt x="287" y="186"/>
                      <a:pt x="287" y="186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90" y="181"/>
                      <a:pt x="290" y="181"/>
                      <a:pt x="290" y="181"/>
                    </a:cubicBezTo>
                    <a:cubicBezTo>
                      <a:pt x="290" y="179"/>
                      <a:pt x="290" y="179"/>
                      <a:pt x="290" y="179"/>
                    </a:cubicBezTo>
                    <a:cubicBezTo>
                      <a:pt x="291" y="177"/>
                      <a:pt x="291" y="177"/>
                      <a:pt x="291" y="177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3" y="171"/>
                      <a:pt x="293" y="171"/>
                      <a:pt x="293" y="171"/>
                    </a:cubicBezTo>
                    <a:cubicBezTo>
                      <a:pt x="293" y="168"/>
                      <a:pt x="293" y="168"/>
                      <a:pt x="293" y="168"/>
                    </a:cubicBezTo>
                    <a:cubicBezTo>
                      <a:pt x="296" y="163"/>
                      <a:pt x="296" y="163"/>
                      <a:pt x="296" y="163"/>
                    </a:cubicBezTo>
                    <a:cubicBezTo>
                      <a:pt x="296" y="162"/>
                      <a:pt x="296" y="162"/>
                      <a:pt x="296" y="162"/>
                    </a:cubicBezTo>
                    <a:cubicBezTo>
                      <a:pt x="297" y="159"/>
                      <a:pt x="297" y="159"/>
                      <a:pt x="297" y="159"/>
                    </a:cubicBezTo>
                    <a:cubicBezTo>
                      <a:pt x="299" y="157"/>
                      <a:pt x="299" y="157"/>
                      <a:pt x="299" y="157"/>
                    </a:cubicBezTo>
                    <a:cubicBezTo>
                      <a:pt x="300" y="155"/>
                      <a:pt x="300" y="155"/>
                      <a:pt x="300" y="155"/>
                    </a:cubicBezTo>
                    <a:cubicBezTo>
                      <a:pt x="299" y="153"/>
                      <a:pt x="299" y="153"/>
                      <a:pt x="299" y="153"/>
                    </a:cubicBezTo>
                    <a:cubicBezTo>
                      <a:pt x="301" y="151"/>
                      <a:pt x="301" y="151"/>
                      <a:pt x="301" y="151"/>
                    </a:cubicBezTo>
                    <a:cubicBezTo>
                      <a:pt x="299" y="148"/>
                      <a:pt x="299" y="148"/>
                      <a:pt x="299" y="148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301" y="145"/>
                      <a:pt x="301" y="145"/>
                      <a:pt x="301" y="145"/>
                    </a:cubicBezTo>
                    <a:cubicBezTo>
                      <a:pt x="300" y="140"/>
                      <a:pt x="300" y="140"/>
                      <a:pt x="300" y="140"/>
                    </a:cubicBezTo>
                    <a:cubicBezTo>
                      <a:pt x="299" y="144"/>
                      <a:pt x="299" y="144"/>
                      <a:pt x="299" y="144"/>
                    </a:cubicBezTo>
                    <a:cubicBezTo>
                      <a:pt x="298" y="143"/>
                      <a:pt x="298" y="143"/>
                      <a:pt x="298" y="143"/>
                    </a:cubicBezTo>
                    <a:cubicBezTo>
                      <a:pt x="298" y="142"/>
                      <a:pt x="298" y="142"/>
                      <a:pt x="298" y="142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40"/>
                      <a:pt x="298" y="140"/>
                      <a:pt x="298" y="140"/>
                    </a:cubicBezTo>
                    <a:cubicBezTo>
                      <a:pt x="299" y="139"/>
                      <a:pt x="299" y="139"/>
                      <a:pt x="299" y="139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2"/>
                      <a:pt x="300" y="132"/>
                      <a:pt x="300" y="132"/>
                    </a:cubicBezTo>
                    <a:cubicBezTo>
                      <a:pt x="301" y="130"/>
                      <a:pt x="301" y="130"/>
                      <a:pt x="301" y="130"/>
                    </a:cubicBezTo>
                    <a:cubicBezTo>
                      <a:pt x="300" y="129"/>
                      <a:pt x="300" y="129"/>
                      <a:pt x="300" y="129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2" y="129"/>
                      <a:pt x="302" y="129"/>
                      <a:pt x="302" y="129"/>
                    </a:cubicBezTo>
                    <a:cubicBezTo>
                      <a:pt x="301" y="126"/>
                      <a:pt x="301" y="126"/>
                      <a:pt x="301" y="126"/>
                    </a:cubicBezTo>
                    <a:cubicBezTo>
                      <a:pt x="301" y="124"/>
                      <a:pt x="301" y="124"/>
                      <a:pt x="301" y="124"/>
                    </a:cubicBezTo>
                    <a:cubicBezTo>
                      <a:pt x="303" y="122"/>
                      <a:pt x="303" y="122"/>
                      <a:pt x="303" y="122"/>
                    </a:cubicBezTo>
                    <a:cubicBezTo>
                      <a:pt x="303" y="119"/>
                      <a:pt x="303" y="119"/>
                      <a:pt x="303" y="119"/>
                    </a:cubicBezTo>
                    <a:cubicBezTo>
                      <a:pt x="303" y="117"/>
                      <a:pt x="303" y="117"/>
                      <a:pt x="303" y="117"/>
                    </a:cubicBezTo>
                    <a:lnTo>
                      <a:pt x="301" y="117"/>
                    </a:lnTo>
                    <a:close/>
                    <a:moveTo>
                      <a:pt x="6" y="127"/>
                    </a:moveTo>
                    <a:cubicBezTo>
                      <a:pt x="5" y="125"/>
                      <a:pt x="5" y="125"/>
                      <a:pt x="5" y="125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7" y="127"/>
                      <a:pt x="7" y="127"/>
                      <a:pt x="7" y="127"/>
                    </a:cubicBezTo>
                    <a:lnTo>
                      <a:pt x="6" y="127"/>
                    </a:lnTo>
                    <a:close/>
                    <a:moveTo>
                      <a:pt x="215" y="248"/>
                    </a:move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5" y="247"/>
                      <a:pt x="215" y="247"/>
                      <a:pt x="215" y="247"/>
                    </a:cubicBezTo>
                    <a:lnTo>
                      <a:pt x="215" y="248"/>
                    </a:lnTo>
                    <a:close/>
                    <a:moveTo>
                      <a:pt x="217" y="251"/>
                    </a:move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lnTo>
                      <a:pt x="217" y="25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6" name="Freeform 6385">
                <a:extLst>
                  <a:ext uri="{FF2B5EF4-FFF2-40B4-BE49-F238E27FC236}">
                    <a16:creationId xmlns:a16="http://schemas.microsoft.com/office/drawing/2014/main" id="{120A9F1B-0424-42EE-BC33-219F30918A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3011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6 h 6"/>
                  <a:gd name="T4" fmla="*/ 5 w 5"/>
                  <a:gd name="T5" fmla="*/ 0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6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7" name="Freeform 6386">
                <a:extLst>
                  <a:ext uri="{FF2B5EF4-FFF2-40B4-BE49-F238E27FC236}">
                    <a16:creationId xmlns:a16="http://schemas.microsoft.com/office/drawing/2014/main" id="{C2808EDF-820C-444C-9921-87D1F87147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43" y="3162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3 w 3"/>
                  <a:gd name="T3" fmla="*/ 8 h 10"/>
                  <a:gd name="T4" fmla="*/ 3 w 3"/>
                  <a:gd name="T5" fmla="*/ 0 h 10"/>
                  <a:gd name="T6" fmla="*/ 0 w 3"/>
                  <a:gd name="T7" fmla="*/ 8 h 10"/>
                  <a:gd name="T8" fmla="*/ 1 w 3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3" y="8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8" name="Freeform 6387">
                <a:extLst>
                  <a:ext uri="{FF2B5EF4-FFF2-40B4-BE49-F238E27FC236}">
                    <a16:creationId xmlns:a16="http://schemas.microsoft.com/office/drawing/2014/main" id="{86BD9818-5E7A-4CF6-B7A2-EE0104C2B8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3425"/>
                <a:ext cx="26" cy="11"/>
              </a:xfrm>
              <a:custGeom>
                <a:avLst/>
                <a:gdLst>
                  <a:gd name="T0" fmla="*/ 21 w 26"/>
                  <a:gd name="T1" fmla="*/ 6 h 11"/>
                  <a:gd name="T2" fmla="*/ 22 w 26"/>
                  <a:gd name="T3" fmla="*/ 4 h 11"/>
                  <a:gd name="T4" fmla="*/ 19 w 26"/>
                  <a:gd name="T5" fmla="*/ 4 h 11"/>
                  <a:gd name="T6" fmla="*/ 19 w 26"/>
                  <a:gd name="T7" fmla="*/ 4 h 11"/>
                  <a:gd name="T8" fmla="*/ 19 w 26"/>
                  <a:gd name="T9" fmla="*/ 0 h 11"/>
                  <a:gd name="T10" fmla="*/ 15 w 26"/>
                  <a:gd name="T11" fmla="*/ 0 h 11"/>
                  <a:gd name="T12" fmla="*/ 13 w 26"/>
                  <a:gd name="T13" fmla="*/ 0 h 11"/>
                  <a:gd name="T14" fmla="*/ 6 w 26"/>
                  <a:gd name="T15" fmla="*/ 2 h 11"/>
                  <a:gd name="T16" fmla="*/ 0 w 26"/>
                  <a:gd name="T17" fmla="*/ 4 h 11"/>
                  <a:gd name="T18" fmla="*/ 0 w 26"/>
                  <a:gd name="T19" fmla="*/ 8 h 11"/>
                  <a:gd name="T20" fmla="*/ 4 w 26"/>
                  <a:gd name="T21" fmla="*/ 9 h 11"/>
                  <a:gd name="T22" fmla="*/ 7 w 26"/>
                  <a:gd name="T23" fmla="*/ 9 h 11"/>
                  <a:gd name="T24" fmla="*/ 7 w 26"/>
                  <a:gd name="T25" fmla="*/ 9 h 11"/>
                  <a:gd name="T26" fmla="*/ 11 w 26"/>
                  <a:gd name="T27" fmla="*/ 9 h 11"/>
                  <a:gd name="T28" fmla="*/ 11 w 26"/>
                  <a:gd name="T29" fmla="*/ 9 h 11"/>
                  <a:gd name="T30" fmla="*/ 13 w 26"/>
                  <a:gd name="T31" fmla="*/ 11 h 11"/>
                  <a:gd name="T32" fmla="*/ 15 w 26"/>
                  <a:gd name="T33" fmla="*/ 11 h 11"/>
                  <a:gd name="T34" fmla="*/ 15 w 26"/>
                  <a:gd name="T35" fmla="*/ 9 h 11"/>
                  <a:gd name="T36" fmla="*/ 17 w 26"/>
                  <a:gd name="T37" fmla="*/ 9 h 11"/>
                  <a:gd name="T38" fmla="*/ 19 w 26"/>
                  <a:gd name="T39" fmla="*/ 8 h 11"/>
                  <a:gd name="T40" fmla="*/ 22 w 26"/>
                  <a:gd name="T41" fmla="*/ 9 h 11"/>
                  <a:gd name="T42" fmla="*/ 26 w 26"/>
                  <a:gd name="T43" fmla="*/ 6 h 11"/>
                  <a:gd name="T44" fmla="*/ 22 w 26"/>
                  <a:gd name="T45" fmla="*/ 4 h 11"/>
                  <a:gd name="T46" fmla="*/ 21 w 26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21" y="6"/>
                    </a:moveTo>
                    <a:lnTo>
                      <a:pt x="22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6" y="6"/>
                    </a:lnTo>
                    <a:lnTo>
                      <a:pt x="22" y="4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9" name="Freeform 6388">
                <a:extLst>
                  <a:ext uri="{FF2B5EF4-FFF2-40B4-BE49-F238E27FC236}">
                    <a16:creationId xmlns:a16="http://schemas.microsoft.com/office/drawing/2014/main" id="{6132E794-D5B5-447E-8480-925B47FB84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3028"/>
                <a:ext cx="23" cy="13"/>
              </a:xfrm>
              <a:custGeom>
                <a:avLst/>
                <a:gdLst>
                  <a:gd name="T0" fmla="*/ 6 w 23"/>
                  <a:gd name="T1" fmla="*/ 9 h 13"/>
                  <a:gd name="T2" fmla="*/ 10 w 23"/>
                  <a:gd name="T3" fmla="*/ 9 h 13"/>
                  <a:gd name="T4" fmla="*/ 10 w 23"/>
                  <a:gd name="T5" fmla="*/ 11 h 13"/>
                  <a:gd name="T6" fmla="*/ 15 w 23"/>
                  <a:gd name="T7" fmla="*/ 13 h 13"/>
                  <a:gd name="T8" fmla="*/ 19 w 23"/>
                  <a:gd name="T9" fmla="*/ 7 h 13"/>
                  <a:gd name="T10" fmla="*/ 21 w 23"/>
                  <a:gd name="T11" fmla="*/ 7 h 13"/>
                  <a:gd name="T12" fmla="*/ 21 w 23"/>
                  <a:gd name="T13" fmla="*/ 6 h 13"/>
                  <a:gd name="T14" fmla="*/ 23 w 23"/>
                  <a:gd name="T15" fmla="*/ 4 h 13"/>
                  <a:gd name="T16" fmla="*/ 21 w 23"/>
                  <a:gd name="T17" fmla="*/ 2 h 13"/>
                  <a:gd name="T18" fmla="*/ 21 w 23"/>
                  <a:gd name="T19" fmla="*/ 0 h 13"/>
                  <a:gd name="T20" fmla="*/ 19 w 23"/>
                  <a:gd name="T21" fmla="*/ 0 h 13"/>
                  <a:gd name="T22" fmla="*/ 17 w 23"/>
                  <a:gd name="T23" fmla="*/ 2 h 13"/>
                  <a:gd name="T24" fmla="*/ 13 w 23"/>
                  <a:gd name="T25" fmla="*/ 2 h 13"/>
                  <a:gd name="T26" fmla="*/ 11 w 23"/>
                  <a:gd name="T27" fmla="*/ 2 h 13"/>
                  <a:gd name="T28" fmla="*/ 11 w 23"/>
                  <a:gd name="T29" fmla="*/ 2 h 13"/>
                  <a:gd name="T30" fmla="*/ 10 w 23"/>
                  <a:gd name="T31" fmla="*/ 2 h 13"/>
                  <a:gd name="T32" fmla="*/ 8 w 23"/>
                  <a:gd name="T33" fmla="*/ 2 h 13"/>
                  <a:gd name="T34" fmla="*/ 6 w 23"/>
                  <a:gd name="T35" fmla="*/ 0 h 13"/>
                  <a:gd name="T36" fmla="*/ 4 w 23"/>
                  <a:gd name="T37" fmla="*/ 0 h 13"/>
                  <a:gd name="T38" fmla="*/ 4 w 23"/>
                  <a:gd name="T39" fmla="*/ 0 h 13"/>
                  <a:gd name="T40" fmla="*/ 0 w 23"/>
                  <a:gd name="T41" fmla="*/ 2 h 13"/>
                  <a:gd name="T42" fmla="*/ 2 w 23"/>
                  <a:gd name="T43" fmla="*/ 4 h 13"/>
                  <a:gd name="T44" fmla="*/ 2 w 23"/>
                  <a:gd name="T45" fmla="*/ 4 h 13"/>
                  <a:gd name="T46" fmla="*/ 0 w 23"/>
                  <a:gd name="T47" fmla="*/ 4 h 13"/>
                  <a:gd name="T48" fmla="*/ 0 w 23"/>
                  <a:gd name="T49" fmla="*/ 7 h 13"/>
                  <a:gd name="T50" fmla="*/ 4 w 23"/>
                  <a:gd name="T51" fmla="*/ 9 h 13"/>
                  <a:gd name="T52" fmla="*/ 6 w 23"/>
                  <a:gd name="T5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13">
                    <a:moveTo>
                      <a:pt x="6" y="9"/>
                    </a:moveTo>
                    <a:lnTo>
                      <a:pt x="10" y="9"/>
                    </a:lnTo>
                    <a:lnTo>
                      <a:pt x="10" y="11"/>
                    </a:lnTo>
                    <a:lnTo>
                      <a:pt x="15" y="13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0" name="Freeform 6389">
                <a:extLst>
                  <a:ext uri="{FF2B5EF4-FFF2-40B4-BE49-F238E27FC236}">
                    <a16:creationId xmlns:a16="http://schemas.microsoft.com/office/drawing/2014/main" id="{72A222E9-470F-4458-B35E-AAD2004428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29" y="3570"/>
                <a:ext cx="145" cy="148"/>
              </a:xfrm>
              <a:custGeom>
                <a:avLst/>
                <a:gdLst>
                  <a:gd name="T0" fmla="*/ 140 w 145"/>
                  <a:gd name="T1" fmla="*/ 23 h 148"/>
                  <a:gd name="T2" fmla="*/ 145 w 145"/>
                  <a:gd name="T3" fmla="*/ 14 h 148"/>
                  <a:gd name="T4" fmla="*/ 142 w 145"/>
                  <a:gd name="T5" fmla="*/ 10 h 148"/>
                  <a:gd name="T6" fmla="*/ 140 w 145"/>
                  <a:gd name="T7" fmla="*/ 12 h 148"/>
                  <a:gd name="T8" fmla="*/ 138 w 145"/>
                  <a:gd name="T9" fmla="*/ 4 h 148"/>
                  <a:gd name="T10" fmla="*/ 128 w 145"/>
                  <a:gd name="T11" fmla="*/ 15 h 148"/>
                  <a:gd name="T12" fmla="*/ 128 w 145"/>
                  <a:gd name="T13" fmla="*/ 14 h 148"/>
                  <a:gd name="T14" fmla="*/ 130 w 145"/>
                  <a:gd name="T15" fmla="*/ 8 h 148"/>
                  <a:gd name="T16" fmla="*/ 127 w 145"/>
                  <a:gd name="T17" fmla="*/ 6 h 148"/>
                  <a:gd name="T18" fmla="*/ 121 w 145"/>
                  <a:gd name="T19" fmla="*/ 4 h 148"/>
                  <a:gd name="T20" fmla="*/ 112 w 145"/>
                  <a:gd name="T21" fmla="*/ 15 h 148"/>
                  <a:gd name="T22" fmla="*/ 104 w 145"/>
                  <a:gd name="T23" fmla="*/ 25 h 148"/>
                  <a:gd name="T24" fmla="*/ 97 w 145"/>
                  <a:gd name="T25" fmla="*/ 30 h 148"/>
                  <a:gd name="T26" fmla="*/ 93 w 145"/>
                  <a:gd name="T27" fmla="*/ 40 h 148"/>
                  <a:gd name="T28" fmla="*/ 82 w 145"/>
                  <a:gd name="T29" fmla="*/ 53 h 148"/>
                  <a:gd name="T30" fmla="*/ 73 w 145"/>
                  <a:gd name="T31" fmla="*/ 56 h 148"/>
                  <a:gd name="T32" fmla="*/ 54 w 145"/>
                  <a:gd name="T33" fmla="*/ 66 h 148"/>
                  <a:gd name="T34" fmla="*/ 48 w 145"/>
                  <a:gd name="T35" fmla="*/ 71 h 148"/>
                  <a:gd name="T36" fmla="*/ 37 w 145"/>
                  <a:gd name="T37" fmla="*/ 77 h 148"/>
                  <a:gd name="T38" fmla="*/ 30 w 145"/>
                  <a:gd name="T39" fmla="*/ 84 h 148"/>
                  <a:gd name="T40" fmla="*/ 24 w 145"/>
                  <a:gd name="T41" fmla="*/ 90 h 148"/>
                  <a:gd name="T42" fmla="*/ 17 w 145"/>
                  <a:gd name="T43" fmla="*/ 94 h 148"/>
                  <a:gd name="T44" fmla="*/ 13 w 145"/>
                  <a:gd name="T45" fmla="*/ 97 h 148"/>
                  <a:gd name="T46" fmla="*/ 7 w 145"/>
                  <a:gd name="T47" fmla="*/ 107 h 148"/>
                  <a:gd name="T48" fmla="*/ 6 w 145"/>
                  <a:gd name="T49" fmla="*/ 110 h 148"/>
                  <a:gd name="T50" fmla="*/ 11 w 145"/>
                  <a:gd name="T51" fmla="*/ 110 h 148"/>
                  <a:gd name="T52" fmla="*/ 4 w 145"/>
                  <a:gd name="T53" fmla="*/ 116 h 148"/>
                  <a:gd name="T54" fmla="*/ 9 w 145"/>
                  <a:gd name="T55" fmla="*/ 124 h 148"/>
                  <a:gd name="T56" fmla="*/ 13 w 145"/>
                  <a:gd name="T57" fmla="*/ 122 h 148"/>
                  <a:gd name="T58" fmla="*/ 17 w 145"/>
                  <a:gd name="T59" fmla="*/ 127 h 148"/>
                  <a:gd name="T60" fmla="*/ 22 w 145"/>
                  <a:gd name="T61" fmla="*/ 133 h 148"/>
                  <a:gd name="T62" fmla="*/ 19 w 145"/>
                  <a:gd name="T63" fmla="*/ 138 h 148"/>
                  <a:gd name="T64" fmla="*/ 9 w 145"/>
                  <a:gd name="T65" fmla="*/ 131 h 148"/>
                  <a:gd name="T66" fmla="*/ 6 w 145"/>
                  <a:gd name="T67" fmla="*/ 138 h 148"/>
                  <a:gd name="T68" fmla="*/ 4 w 145"/>
                  <a:gd name="T69" fmla="*/ 148 h 148"/>
                  <a:gd name="T70" fmla="*/ 9 w 145"/>
                  <a:gd name="T71" fmla="*/ 146 h 148"/>
                  <a:gd name="T72" fmla="*/ 17 w 145"/>
                  <a:gd name="T73" fmla="*/ 144 h 148"/>
                  <a:gd name="T74" fmla="*/ 19 w 145"/>
                  <a:gd name="T75" fmla="*/ 140 h 148"/>
                  <a:gd name="T76" fmla="*/ 24 w 145"/>
                  <a:gd name="T77" fmla="*/ 137 h 148"/>
                  <a:gd name="T78" fmla="*/ 34 w 145"/>
                  <a:gd name="T79" fmla="*/ 137 h 148"/>
                  <a:gd name="T80" fmla="*/ 50 w 145"/>
                  <a:gd name="T81" fmla="*/ 125 h 148"/>
                  <a:gd name="T82" fmla="*/ 61 w 145"/>
                  <a:gd name="T83" fmla="*/ 120 h 148"/>
                  <a:gd name="T84" fmla="*/ 63 w 145"/>
                  <a:gd name="T85" fmla="*/ 114 h 148"/>
                  <a:gd name="T86" fmla="*/ 73 w 145"/>
                  <a:gd name="T87" fmla="*/ 99 h 148"/>
                  <a:gd name="T88" fmla="*/ 80 w 145"/>
                  <a:gd name="T89" fmla="*/ 88 h 148"/>
                  <a:gd name="T90" fmla="*/ 86 w 145"/>
                  <a:gd name="T91" fmla="*/ 81 h 148"/>
                  <a:gd name="T92" fmla="*/ 91 w 145"/>
                  <a:gd name="T93" fmla="*/ 79 h 148"/>
                  <a:gd name="T94" fmla="*/ 97 w 145"/>
                  <a:gd name="T95" fmla="*/ 77 h 148"/>
                  <a:gd name="T96" fmla="*/ 106 w 145"/>
                  <a:gd name="T97" fmla="*/ 77 h 148"/>
                  <a:gd name="T98" fmla="*/ 108 w 145"/>
                  <a:gd name="T99" fmla="*/ 69 h 148"/>
                  <a:gd name="T100" fmla="*/ 114 w 145"/>
                  <a:gd name="T101" fmla="*/ 60 h 148"/>
                  <a:gd name="T102" fmla="*/ 123 w 145"/>
                  <a:gd name="T103" fmla="*/ 49 h 148"/>
                  <a:gd name="T104" fmla="*/ 132 w 145"/>
                  <a:gd name="T105" fmla="*/ 42 h 148"/>
                  <a:gd name="T106" fmla="*/ 140 w 145"/>
                  <a:gd name="T107" fmla="*/ 3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148">
                    <a:moveTo>
                      <a:pt x="140" y="28"/>
                    </a:moveTo>
                    <a:lnTo>
                      <a:pt x="140" y="25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5" y="15"/>
                    </a:lnTo>
                    <a:lnTo>
                      <a:pt x="143" y="15"/>
                    </a:lnTo>
                    <a:lnTo>
                      <a:pt x="145" y="14"/>
                    </a:lnTo>
                    <a:lnTo>
                      <a:pt x="143" y="14"/>
                    </a:lnTo>
                    <a:lnTo>
                      <a:pt x="143" y="12"/>
                    </a:lnTo>
                    <a:lnTo>
                      <a:pt x="142" y="12"/>
                    </a:lnTo>
                    <a:lnTo>
                      <a:pt x="142" y="10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3" y="6"/>
                    </a:lnTo>
                    <a:lnTo>
                      <a:pt x="138" y="4"/>
                    </a:lnTo>
                    <a:lnTo>
                      <a:pt x="136" y="8"/>
                    </a:lnTo>
                    <a:lnTo>
                      <a:pt x="136" y="10"/>
                    </a:lnTo>
                    <a:lnTo>
                      <a:pt x="136" y="12"/>
                    </a:lnTo>
                    <a:lnTo>
                      <a:pt x="128" y="15"/>
                    </a:lnTo>
                    <a:lnTo>
                      <a:pt x="130" y="15"/>
                    </a:lnTo>
                    <a:lnTo>
                      <a:pt x="130" y="17"/>
                    </a:lnTo>
                    <a:lnTo>
                      <a:pt x="128" y="17"/>
                    </a:lnTo>
                    <a:lnTo>
                      <a:pt x="128" y="14"/>
                    </a:lnTo>
                    <a:lnTo>
                      <a:pt x="128" y="14"/>
                    </a:lnTo>
                    <a:lnTo>
                      <a:pt x="130" y="12"/>
                    </a:lnTo>
                    <a:lnTo>
                      <a:pt x="130" y="10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28" y="6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8" y="2"/>
                    </a:lnTo>
                    <a:lnTo>
                      <a:pt x="125" y="0"/>
                    </a:lnTo>
                    <a:lnTo>
                      <a:pt x="121" y="4"/>
                    </a:lnTo>
                    <a:lnTo>
                      <a:pt x="119" y="4"/>
                    </a:lnTo>
                    <a:lnTo>
                      <a:pt x="115" y="6"/>
                    </a:lnTo>
                    <a:lnTo>
                      <a:pt x="115" y="10"/>
                    </a:lnTo>
                    <a:lnTo>
                      <a:pt x="112" y="15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06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1" y="27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5" y="34"/>
                    </a:lnTo>
                    <a:lnTo>
                      <a:pt x="93" y="36"/>
                    </a:lnTo>
                    <a:lnTo>
                      <a:pt x="93" y="40"/>
                    </a:lnTo>
                    <a:lnTo>
                      <a:pt x="91" y="42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2" y="53"/>
                    </a:lnTo>
                    <a:lnTo>
                      <a:pt x="78" y="53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73" y="56"/>
                    </a:lnTo>
                    <a:lnTo>
                      <a:pt x="67" y="58"/>
                    </a:lnTo>
                    <a:lnTo>
                      <a:pt x="61" y="62"/>
                    </a:lnTo>
                    <a:lnTo>
                      <a:pt x="60" y="64"/>
                    </a:lnTo>
                    <a:lnTo>
                      <a:pt x="54" y="66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2" y="69"/>
                    </a:lnTo>
                    <a:lnTo>
                      <a:pt x="48" y="71"/>
                    </a:lnTo>
                    <a:lnTo>
                      <a:pt x="47" y="69"/>
                    </a:lnTo>
                    <a:lnTo>
                      <a:pt x="45" y="71"/>
                    </a:lnTo>
                    <a:lnTo>
                      <a:pt x="39" y="75"/>
                    </a:lnTo>
                    <a:lnTo>
                      <a:pt x="37" y="77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0" y="83"/>
                    </a:lnTo>
                    <a:lnTo>
                      <a:pt x="30" y="84"/>
                    </a:lnTo>
                    <a:lnTo>
                      <a:pt x="28" y="83"/>
                    </a:lnTo>
                    <a:lnTo>
                      <a:pt x="26" y="84"/>
                    </a:lnTo>
                    <a:lnTo>
                      <a:pt x="24" y="86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2" y="88"/>
                    </a:lnTo>
                    <a:lnTo>
                      <a:pt x="19" y="94"/>
                    </a:lnTo>
                    <a:lnTo>
                      <a:pt x="17" y="94"/>
                    </a:lnTo>
                    <a:lnTo>
                      <a:pt x="15" y="96"/>
                    </a:lnTo>
                    <a:lnTo>
                      <a:pt x="15" y="99"/>
                    </a:lnTo>
                    <a:lnTo>
                      <a:pt x="15" y="99"/>
                    </a:lnTo>
                    <a:lnTo>
                      <a:pt x="13" y="97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7" y="105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2" y="109"/>
                    </a:lnTo>
                    <a:lnTo>
                      <a:pt x="4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7" y="109"/>
                    </a:lnTo>
                    <a:lnTo>
                      <a:pt x="9" y="110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6" y="110"/>
                    </a:lnTo>
                    <a:lnTo>
                      <a:pt x="0" y="116"/>
                    </a:lnTo>
                    <a:lnTo>
                      <a:pt x="4" y="116"/>
                    </a:lnTo>
                    <a:lnTo>
                      <a:pt x="2" y="120"/>
                    </a:lnTo>
                    <a:lnTo>
                      <a:pt x="4" y="122"/>
                    </a:lnTo>
                    <a:lnTo>
                      <a:pt x="6" y="124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5" y="124"/>
                    </a:lnTo>
                    <a:lnTo>
                      <a:pt x="15" y="124"/>
                    </a:lnTo>
                    <a:lnTo>
                      <a:pt x="15" y="125"/>
                    </a:lnTo>
                    <a:lnTo>
                      <a:pt x="17" y="127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31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7" y="135"/>
                    </a:lnTo>
                    <a:lnTo>
                      <a:pt x="13" y="131"/>
                    </a:lnTo>
                    <a:lnTo>
                      <a:pt x="9" y="131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6" y="138"/>
                    </a:lnTo>
                    <a:lnTo>
                      <a:pt x="6" y="140"/>
                    </a:lnTo>
                    <a:lnTo>
                      <a:pt x="6" y="142"/>
                    </a:lnTo>
                    <a:lnTo>
                      <a:pt x="2" y="144"/>
                    </a:lnTo>
                    <a:lnTo>
                      <a:pt x="4" y="148"/>
                    </a:lnTo>
                    <a:lnTo>
                      <a:pt x="6" y="148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9" y="146"/>
                    </a:lnTo>
                    <a:lnTo>
                      <a:pt x="11" y="146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7" y="144"/>
                    </a:lnTo>
                    <a:lnTo>
                      <a:pt x="19" y="142"/>
                    </a:lnTo>
                    <a:lnTo>
                      <a:pt x="19" y="140"/>
                    </a:lnTo>
                    <a:lnTo>
                      <a:pt x="17" y="140"/>
                    </a:lnTo>
                    <a:lnTo>
                      <a:pt x="19" y="140"/>
                    </a:lnTo>
                    <a:lnTo>
                      <a:pt x="19" y="138"/>
                    </a:lnTo>
                    <a:lnTo>
                      <a:pt x="22" y="140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6" y="137"/>
                    </a:lnTo>
                    <a:lnTo>
                      <a:pt x="26" y="137"/>
                    </a:lnTo>
                    <a:lnTo>
                      <a:pt x="30" y="137"/>
                    </a:lnTo>
                    <a:lnTo>
                      <a:pt x="34" y="137"/>
                    </a:lnTo>
                    <a:lnTo>
                      <a:pt x="39" y="135"/>
                    </a:lnTo>
                    <a:lnTo>
                      <a:pt x="43" y="131"/>
                    </a:lnTo>
                    <a:lnTo>
                      <a:pt x="48" y="129"/>
                    </a:lnTo>
                    <a:lnTo>
                      <a:pt x="50" y="125"/>
                    </a:lnTo>
                    <a:lnTo>
                      <a:pt x="52" y="124"/>
                    </a:lnTo>
                    <a:lnTo>
                      <a:pt x="56" y="122"/>
                    </a:lnTo>
                    <a:lnTo>
                      <a:pt x="60" y="122"/>
                    </a:lnTo>
                    <a:lnTo>
                      <a:pt x="61" y="120"/>
                    </a:lnTo>
                    <a:lnTo>
                      <a:pt x="60" y="118"/>
                    </a:lnTo>
                    <a:lnTo>
                      <a:pt x="61" y="116"/>
                    </a:lnTo>
                    <a:lnTo>
                      <a:pt x="60" y="116"/>
                    </a:lnTo>
                    <a:lnTo>
                      <a:pt x="63" y="114"/>
                    </a:lnTo>
                    <a:lnTo>
                      <a:pt x="65" y="110"/>
                    </a:lnTo>
                    <a:lnTo>
                      <a:pt x="65" y="107"/>
                    </a:lnTo>
                    <a:lnTo>
                      <a:pt x="67" y="105"/>
                    </a:lnTo>
                    <a:lnTo>
                      <a:pt x="73" y="99"/>
                    </a:lnTo>
                    <a:lnTo>
                      <a:pt x="74" y="97"/>
                    </a:lnTo>
                    <a:lnTo>
                      <a:pt x="76" y="94"/>
                    </a:lnTo>
                    <a:lnTo>
                      <a:pt x="78" y="90"/>
                    </a:lnTo>
                    <a:lnTo>
                      <a:pt x="80" y="88"/>
                    </a:lnTo>
                    <a:lnTo>
                      <a:pt x="80" y="86"/>
                    </a:lnTo>
                    <a:lnTo>
                      <a:pt x="82" y="83"/>
                    </a:lnTo>
                    <a:lnTo>
                      <a:pt x="84" y="83"/>
                    </a:lnTo>
                    <a:lnTo>
                      <a:pt x="86" y="81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79"/>
                    </a:lnTo>
                    <a:lnTo>
                      <a:pt x="91" y="79"/>
                    </a:lnTo>
                    <a:lnTo>
                      <a:pt x="93" y="79"/>
                    </a:lnTo>
                    <a:lnTo>
                      <a:pt x="95" y="77"/>
                    </a:lnTo>
                    <a:lnTo>
                      <a:pt x="97" y="77"/>
                    </a:lnTo>
                    <a:lnTo>
                      <a:pt x="97" y="77"/>
                    </a:lnTo>
                    <a:lnTo>
                      <a:pt x="102" y="77"/>
                    </a:lnTo>
                    <a:lnTo>
                      <a:pt x="104" y="77"/>
                    </a:lnTo>
                    <a:lnTo>
                      <a:pt x="106" y="77"/>
                    </a:lnTo>
                    <a:lnTo>
                      <a:pt x="106" y="77"/>
                    </a:lnTo>
                    <a:lnTo>
                      <a:pt x="110" y="77"/>
                    </a:lnTo>
                    <a:lnTo>
                      <a:pt x="110" y="71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6"/>
                    </a:lnTo>
                    <a:lnTo>
                      <a:pt x="108" y="62"/>
                    </a:lnTo>
                    <a:lnTo>
                      <a:pt x="114" y="60"/>
                    </a:lnTo>
                    <a:lnTo>
                      <a:pt x="117" y="56"/>
                    </a:lnTo>
                    <a:lnTo>
                      <a:pt x="119" y="56"/>
                    </a:lnTo>
                    <a:lnTo>
                      <a:pt x="121" y="53"/>
                    </a:lnTo>
                    <a:lnTo>
                      <a:pt x="123" y="49"/>
                    </a:lnTo>
                    <a:lnTo>
                      <a:pt x="125" y="47"/>
                    </a:lnTo>
                    <a:lnTo>
                      <a:pt x="128" y="47"/>
                    </a:lnTo>
                    <a:lnTo>
                      <a:pt x="127" y="45"/>
                    </a:lnTo>
                    <a:lnTo>
                      <a:pt x="132" y="42"/>
                    </a:lnTo>
                    <a:lnTo>
                      <a:pt x="132" y="40"/>
                    </a:lnTo>
                    <a:lnTo>
                      <a:pt x="140" y="34"/>
                    </a:lnTo>
                    <a:lnTo>
                      <a:pt x="143" y="30"/>
                    </a:lnTo>
                    <a:lnTo>
                      <a:pt x="140" y="30"/>
                    </a:lnTo>
                    <a:lnTo>
                      <a:pt x="140" y="2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1" name="Freeform 6390">
                <a:extLst>
                  <a:ext uri="{FF2B5EF4-FFF2-40B4-BE49-F238E27FC236}">
                    <a16:creationId xmlns:a16="http://schemas.microsoft.com/office/drawing/2014/main" id="{DDD5E52C-1644-4AB9-85C6-9974E3DBF70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4" y="3434"/>
                <a:ext cx="82" cy="164"/>
              </a:xfrm>
              <a:custGeom>
                <a:avLst/>
                <a:gdLst>
                  <a:gd name="T0" fmla="*/ 73 w 82"/>
                  <a:gd name="T1" fmla="*/ 77 h 164"/>
                  <a:gd name="T2" fmla="*/ 60 w 82"/>
                  <a:gd name="T3" fmla="*/ 86 h 164"/>
                  <a:gd name="T4" fmla="*/ 50 w 82"/>
                  <a:gd name="T5" fmla="*/ 77 h 164"/>
                  <a:gd name="T6" fmla="*/ 49 w 82"/>
                  <a:gd name="T7" fmla="*/ 66 h 164"/>
                  <a:gd name="T8" fmla="*/ 49 w 82"/>
                  <a:gd name="T9" fmla="*/ 58 h 164"/>
                  <a:gd name="T10" fmla="*/ 47 w 82"/>
                  <a:gd name="T11" fmla="*/ 53 h 164"/>
                  <a:gd name="T12" fmla="*/ 47 w 82"/>
                  <a:gd name="T13" fmla="*/ 47 h 164"/>
                  <a:gd name="T14" fmla="*/ 45 w 82"/>
                  <a:gd name="T15" fmla="*/ 53 h 164"/>
                  <a:gd name="T16" fmla="*/ 41 w 82"/>
                  <a:gd name="T17" fmla="*/ 53 h 164"/>
                  <a:gd name="T18" fmla="*/ 43 w 82"/>
                  <a:gd name="T19" fmla="*/ 60 h 164"/>
                  <a:gd name="T20" fmla="*/ 36 w 82"/>
                  <a:gd name="T21" fmla="*/ 60 h 164"/>
                  <a:gd name="T22" fmla="*/ 34 w 82"/>
                  <a:gd name="T23" fmla="*/ 54 h 164"/>
                  <a:gd name="T24" fmla="*/ 37 w 82"/>
                  <a:gd name="T25" fmla="*/ 47 h 164"/>
                  <a:gd name="T26" fmla="*/ 36 w 82"/>
                  <a:gd name="T27" fmla="*/ 40 h 164"/>
                  <a:gd name="T28" fmla="*/ 41 w 82"/>
                  <a:gd name="T29" fmla="*/ 30 h 164"/>
                  <a:gd name="T30" fmla="*/ 34 w 82"/>
                  <a:gd name="T31" fmla="*/ 23 h 164"/>
                  <a:gd name="T32" fmla="*/ 34 w 82"/>
                  <a:gd name="T33" fmla="*/ 15 h 164"/>
                  <a:gd name="T34" fmla="*/ 30 w 82"/>
                  <a:gd name="T35" fmla="*/ 10 h 164"/>
                  <a:gd name="T36" fmla="*/ 24 w 82"/>
                  <a:gd name="T37" fmla="*/ 10 h 164"/>
                  <a:gd name="T38" fmla="*/ 23 w 82"/>
                  <a:gd name="T39" fmla="*/ 0 h 164"/>
                  <a:gd name="T40" fmla="*/ 17 w 82"/>
                  <a:gd name="T41" fmla="*/ 6 h 164"/>
                  <a:gd name="T42" fmla="*/ 21 w 82"/>
                  <a:gd name="T43" fmla="*/ 19 h 164"/>
                  <a:gd name="T44" fmla="*/ 21 w 82"/>
                  <a:gd name="T45" fmla="*/ 30 h 164"/>
                  <a:gd name="T46" fmla="*/ 24 w 82"/>
                  <a:gd name="T47" fmla="*/ 43 h 164"/>
                  <a:gd name="T48" fmla="*/ 24 w 82"/>
                  <a:gd name="T49" fmla="*/ 58 h 164"/>
                  <a:gd name="T50" fmla="*/ 30 w 82"/>
                  <a:gd name="T51" fmla="*/ 64 h 164"/>
                  <a:gd name="T52" fmla="*/ 28 w 82"/>
                  <a:gd name="T53" fmla="*/ 69 h 164"/>
                  <a:gd name="T54" fmla="*/ 26 w 82"/>
                  <a:gd name="T55" fmla="*/ 79 h 164"/>
                  <a:gd name="T56" fmla="*/ 24 w 82"/>
                  <a:gd name="T57" fmla="*/ 86 h 164"/>
                  <a:gd name="T58" fmla="*/ 19 w 82"/>
                  <a:gd name="T59" fmla="*/ 101 h 164"/>
                  <a:gd name="T60" fmla="*/ 13 w 82"/>
                  <a:gd name="T61" fmla="*/ 103 h 164"/>
                  <a:gd name="T62" fmla="*/ 2 w 82"/>
                  <a:gd name="T63" fmla="*/ 112 h 164"/>
                  <a:gd name="T64" fmla="*/ 11 w 82"/>
                  <a:gd name="T65" fmla="*/ 125 h 164"/>
                  <a:gd name="T66" fmla="*/ 17 w 82"/>
                  <a:gd name="T67" fmla="*/ 133 h 164"/>
                  <a:gd name="T68" fmla="*/ 10 w 82"/>
                  <a:gd name="T69" fmla="*/ 146 h 164"/>
                  <a:gd name="T70" fmla="*/ 0 w 82"/>
                  <a:gd name="T71" fmla="*/ 157 h 164"/>
                  <a:gd name="T72" fmla="*/ 8 w 82"/>
                  <a:gd name="T73" fmla="*/ 161 h 164"/>
                  <a:gd name="T74" fmla="*/ 11 w 82"/>
                  <a:gd name="T75" fmla="*/ 164 h 164"/>
                  <a:gd name="T76" fmla="*/ 30 w 82"/>
                  <a:gd name="T77" fmla="*/ 148 h 164"/>
                  <a:gd name="T78" fmla="*/ 39 w 82"/>
                  <a:gd name="T79" fmla="*/ 138 h 164"/>
                  <a:gd name="T80" fmla="*/ 45 w 82"/>
                  <a:gd name="T81" fmla="*/ 129 h 164"/>
                  <a:gd name="T82" fmla="*/ 47 w 82"/>
                  <a:gd name="T83" fmla="*/ 120 h 164"/>
                  <a:gd name="T84" fmla="*/ 60 w 82"/>
                  <a:gd name="T85" fmla="*/ 112 h 164"/>
                  <a:gd name="T86" fmla="*/ 64 w 82"/>
                  <a:gd name="T87" fmla="*/ 114 h 164"/>
                  <a:gd name="T88" fmla="*/ 65 w 82"/>
                  <a:gd name="T89" fmla="*/ 105 h 164"/>
                  <a:gd name="T90" fmla="*/ 71 w 82"/>
                  <a:gd name="T91" fmla="*/ 103 h 164"/>
                  <a:gd name="T92" fmla="*/ 78 w 82"/>
                  <a:gd name="T93" fmla="*/ 86 h 164"/>
                  <a:gd name="T94" fmla="*/ 28 w 82"/>
                  <a:gd name="T95" fmla="*/ 51 h 164"/>
                  <a:gd name="T96" fmla="*/ 28 w 82"/>
                  <a:gd name="T97" fmla="*/ 51 h 164"/>
                  <a:gd name="T98" fmla="*/ 43 w 82"/>
                  <a:gd name="T99" fmla="*/ 66 h 164"/>
                  <a:gd name="T100" fmla="*/ 41 w 82"/>
                  <a:gd name="T101" fmla="*/ 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2" h="164">
                    <a:moveTo>
                      <a:pt x="77" y="81"/>
                    </a:moveTo>
                    <a:lnTo>
                      <a:pt x="77" y="81"/>
                    </a:lnTo>
                    <a:lnTo>
                      <a:pt x="78" y="79"/>
                    </a:lnTo>
                    <a:lnTo>
                      <a:pt x="73" y="77"/>
                    </a:lnTo>
                    <a:lnTo>
                      <a:pt x="69" y="79"/>
                    </a:lnTo>
                    <a:lnTo>
                      <a:pt x="65" y="84"/>
                    </a:lnTo>
                    <a:lnTo>
                      <a:pt x="62" y="84"/>
                    </a:lnTo>
                    <a:lnTo>
                      <a:pt x="60" y="86"/>
                    </a:lnTo>
                    <a:lnTo>
                      <a:pt x="58" y="84"/>
                    </a:lnTo>
                    <a:lnTo>
                      <a:pt x="52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0" y="71"/>
                    </a:lnTo>
                    <a:lnTo>
                      <a:pt x="49" y="66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9" y="60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47" y="53"/>
                    </a:lnTo>
                    <a:lnTo>
                      <a:pt x="49" y="51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7" y="47"/>
                    </a:lnTo>
                    <a:lnTo>
                      <a:pt x="47" y="41"/>
                    </a:lnTo>
                    <a:lnTo>
                      <a:pt x="43" y="49"/>
                    </a:lnTo>
                    <a:lnTo>
                      <a:pt x="45" y="53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5" y="47"/>
                    </a:lnTo>
                    <a:lnTo>
                      <a:pt x="39" y="49"/>
                    </a:lnTo>
                    <a:lnTo>
                      <a:pt x="41" y="53"/>
                    </a:lnTo>
                    <a:lnTo>
                      <a:pt x="39" y="54"/>
                    </a:lnTo>
                    <a:lnTo>
                      <a:pt x="43" y="56"/>
                    </a:lnTo>
                    <a:lnTo>
                      <a:pt x="43" y="58"/>
                    </a:lnTo>
                    <a:lnTo>
                      <a:pt x="43" y="60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56"/>
                    </a:lnTo>
                    <a:lnTo>
                      <a:pt x="34" y="54"/>
                    </a:lnTo>
                    <a:lnTo>
                      <a:pt x="36" y="53"/>
                    </a:lnTo>
                    <a:lnTo>
                      <a:pt x="37" y="53"/>
                    </a:lnTo>
                    <a:lnTo>
                      <a:pt x="39" y="49"/>
                    </a:lnTo>
                    <a:lnTo>
                      <a:pt x="37" y="47"/>
                    </a:lnTo>
                    <a:lnTo>
                      <a:pt x="37" y="45"/>
                    </a:lnTo>
                    <a:lnTo>
                      <a:pt x="37" y="43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1" y="34"/>
                    </a:lnTo>
                    <a:lnTo>
                      <a:pt x="41" y="30"/>
                    </a:lnTo>
                    <a:lnTo>
                      <a:pt x="39" y="27"/>
                    </a:lnTo>
                    <a:lnTo>
                      <a:pt x="39" y="23"/>
                    </a:lnTo>
                    <a:lnTo>
                      <a:pt x="34" y="25"/>
                    </a:lnTo>
                    <a:lnTo>
                      <a:pt x="34" y="23"/>
                    </a:lnTo>
                    <a:lnTo>
                      <a:pt x="36" y="23"/>
                    </a:lnTo>
                    <a:lnTo>
                      <a:pt x="32" y="21"/>
                    </a:lnTo>
                    <a:lnTo>
                      <a:pt x="36" y="19"/>
                    </a:lnTo>
                    <a:lnTo>
                      <a:pt x="34" y="15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3" y="8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7" y="6"/>
                    </a:lnTo>
                    <a:lnTo>
                      <a:pt x="21" y="13"/>
                    </a:lnTo>
                    <a:lnTo>
                      <a:pt x="21" y="15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9" y="28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3" y="34"/>
                    </a:lnTo>
                    <a:lnTo>
                      <a:pt x="24" y="38"/>
                    </a:lnTo>
                    <a:lnTo>
                      <a:pt x="24" y="43"/>
                    </a:lnTo>
                    <a:lnTo>
                      <a:pt x="24" y="47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8"/>
                    </a:lnTo>
                    <a:lnTo>
                      <a:pt x="26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28" y="68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26" y="77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8" y="81"/>
                    </a:lnTo>
                    <a:lnTo>
                      <a:pt x="26" y="81"/>
                    </a:lnTo>
                    <a:lnTo>
                      <a:pt x="24" y="84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3" y="86"/>
                    </a:lnTo>
                    <a:lnTo>
                      <a:pt x="21" y="90"/>
                    </a:lnTo>
                    <a:lnTo>
                      <a:pt x="19" y="101"/>
                    </a:lnTo>
                    <a:lnTo>
                      <a:pt x="19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3" y="103"/>
                    </a:lnTo>
                    <a:lnTo>
                      <a:pt x="11" y="103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2"/>
                    </a:lnTo>
                    <a:lnTo>
                      <a:pt x="2" y="116"/>
                    </a:lnTo>
                    <a:lnTo>
                      <a:pt x="6" y="120"/>
                    </a:lnTo>
                    <a:lnTo>
                      <a:pt x="10" y="122"/>
                    </a:lnTo>
                    <a:lnTo>
                      <a:pt x="11" y="125"/>
                    </a:lnTo>
                    <a:lnTo>
                      <a:pt x="15" y="125"/>
                    </a:lnTo>
                    <a:lnTo>
                      <a:pt x="15" y="127"/>
                    </a:lnTo>
                    <a:lnTo>
                      <a:pt x="17" y="133"/>
                    </a:lnTo>
                    <a:lnTo>
                      <a:pt x="17" y="133"/>
                    </a:lnTo>
                    <a:lnTo>
                      <a:pt x="15" y="133"/>
                    </a:lnTo>
                    <a:lnTo>
                      <a:pt x="15" y="136"/>
                    </a:lnTo>
                    <a:lnTo>
                      <a:pt x="15" y="138"/>
                    </a:lnTo>
                    <a:lnTo>
                      <a:pt x="10" y="146"/>
                    </a:lnTo>
                    <a:lnTo>
                      <a:pt x="6" y="150"/>
                    </a:lnTo>
                    <a:lnTo>
                      <a:pt x="2" y="153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4" y="159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8" y="163"/>
                    </a:lnTo>
                    <a:lnTo>
                      <a:pt x="8" y="164"/>
                    </a:lnTo>
                    <a:lnTo>
                      <a:pt x="11" y="164"/>
                    </a:lnTo>
                    <a:lnTo>
                      <a:pt x="17" y="161"/>
                    </a:lnTo>
                    <a:lnTo>
                      <a:pt x="21" y="157"/>
                    </a:lnTo>
                    <a:lnTo>
                      <a:pt x="26" y="153"/>
                    </a:lnTo>
                    <a:lnTo>
                      <a:pt x="30" y="148"/>
                    </a:lnTo>
                    <a:lnTo>
                      <a:pt x="34" y="142"/>
                    </a:lnTo>
                    <a:lnTo>
                      <a:pt x="36" y="140"/>
                    </a:lnTo>
                    <a:lnTo>
                      <a:pt x="37" y="140"/>
                    </a:lnTo>
                    <a:lnTo>
                      <a:pt x="39" y="138"/>
                    </a:lnTo>
                    <a:lnTo>
                      <a:pt x="39" y="136"/>
                    </a:lnTo>
                    <a:lnTo>
                      <a:pt x="41" y="136"/>
                    </a:lnTo>
                    <a:lnTo>
                      <a:pt x="43" y="135"/>
                    </a:lnTo>
                    <a:lnTo>
                      <a:pt x="45" y="129"/>
                    </a:lnTo>
                    <a:lnTo>
                      <a:pt x="49" y="125"/>
                    </a:lnTo>
                    <a:lnTo>
                      <a:pt x="49" y="123"/>
                    </a:lnTo>
                    <a:lnTo>
                      <a:pt x="50" y="122"/>
                    </a:lnTo>
                    <a:lnTo>
                      <a:pt x="47" y="120"/>
                    </a:lnTo>
                    <a:lnTo>
                      <a:pt x="47" y="120"/>
                    </a:lnTo>
                    <a:lnTo>
                      <a:pt x="52" y="112"/>
                    </a:lnTo>
                    <a:lnTo>
                      <a:pt x="54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8"/>
                    </a:lnTo>
                    <a:lnTo>
                      <a:pt x="64" y="114"/>
                    </a:lnTo>
                    <a:lnTo>
                      <a:pt x="67" y="112"/>
                    </a:lnTo>
                    <a:lnTo>
                      <a:pt x="64" y="110"/>
                    </a:lnTo>
                    <a:lnTo>
                      <a:pt x="64" y="109"/>
                    </a:lnTo>
                    <a:lnTo>
                      <a:pt x="65" y="105"/>
                    </a:lnTo>
                    <a:lnTo>
                      <a:pt x="65" y="103"/>
                    </a:lnTo>
                    <a:lnTo>
                      <a:pt x="67" y="103"/>
                    </a:lnTo>
                    <a:lnTo>
                      <a:pt x="69" y="105"/>
                    </a:lnTo>
                    <a:lnTo>
                      <a:pt x="71" y="103"/>
                    </a:lnTo>
                    <a:lnTo>
                      <a:pt x="77" y="94"/>
                    </a:lnTo>
                    <a:lnTo>
                      <a:pt x="77" y="90"/>
                    </a:lnTo>
                    <a:lnTo>
                      <a:pt x="77" y="88"/>
                    </a:lnTo>
                    <a:lnTo>
                      <a:pt x="78" y="86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7" y="81"/>
                    </a:lnTo>
                    <a:close/>
                    <a:moveTo>
                      <a:pt x="28" y="51"/>
                    </a:moveTo>
                    <a:lnTo>
                      <a:pt x="28" y="53"/>
                    </a:lnTo>
                    <a:lnTo>
                      <a:pt x="26" y="53"/>
                    </a:lnTo>
                    <a:lnTo>
                      <a:pt x="24" y="53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49"/>
                    </a:lnTo>
                    <a:lnTo>
                      <a:pt x="28" y="51"/>
                    </a:lnTo>
                    <a:close/>
                    <a:moveTo>
                      <a:pt x="43" y="66"/>
                    </a:moveTo>
                    <a:lnTo>
                      <a:pt x="41" y="68"/>
                    </a:lnTo>
                    <a:lnTo>
                      <a:pt x="41" y="66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6"/>
                    </a:lnTo>
                    <a:lnTo>
                      <a:pt x="43" y="6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2" name="Freeform 6391">
                <a:extLst>
                  <a:ext uri="{FF2B5EF4-FFF2-40B4-BE49-F238E27FC236}">
                    <a16:creationId xmlns:a16="http://schemas.microsoft.com/office/drawing/2014/main" id="{F1A8B17D-06F2-4CC5-8BA9-4D75D08144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3" y="3792"/>
                <a:ext cx="11" cy="12"/>
              </a:xfrm>
              <a:custGeom>
                <a:avLst/>
                <a:gdLst>
                  <a:gd name="T0" fmla="*/ 0 w 11"/>
                  <a:gd name="T1" fmla="*/ 8 h 12"/>
                  <a:gd name="T2" fmla="*/ 2 w 11"/>
                  <a:gd name="T3" fmla="*/ 12 h 12"/>
                  <a:gd name="T4" fmla="*/ 6 w 11"/>
                  <a:gd name="T5" fmla="*/ 10 h 12"/>
                  <a:gd name="T6" fmla="*/ 8 w 11"/>
                  <a:gd name="T7" fmla="*/ 12 h 12"/>
                  <a:gd name="T8" fmla="*/ 9 w 11"/>
                  <a:gd name="T9" fmla="*/ 8 h 12"/>
                  <a:gd name="T10" fmla="*/ 8 w 11"/>
                  <a:gd name="T11" fmla="*/ 6 h 12"/>
                  <a:gd name="T12" fmla="*/ 9 w 11"/>
                  <a:gd name="T13" fmla="*/ 4 h 12"/>
                  <a:gd name="T14" fmla="*/ 11 w 11"/>
                  <a:gd name="T15" fmla="*/ 0 h 12"/>
                  <a:gd name="T16" fmla="*/ 8 w 11"/>
                  <a:gd name="T17" fmla="*/ 0 h 12"/>
                  <a:gd name="T18" fmla="*/ 0 w 11"/>
                  <a:gd name="T1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2">
                    <a:moveTo>
                      <a:pt x="0" y="8"/>
                    </a:moveTo>
                    <a:lnTo>
                      <a:pt x="2" y="12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3" name="Freeform 6392">
                <a:extLst>
                  <a:ext uri="{FF2B5EF4-FFF2-40B4-BE49-F238E27FC236}">
                    <a16:creationId xmlns:a16="http://schemas.microsoft.com/office/drawing/2014/main" id="{7B34DAB9-22EF-47A3-BC24-E86D1DE59B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2" y="3846"/>
                <a:ext cx="9" cy="8"/>
              </a:xfrm>
              <a:custGeom>
                <a:avLst/>
                <a:gdLst>
                  <a:gd name="T0" fmla="*/ 4 w 9"/>
                  <a:gd name="T1" fmla="*/ 4 h 8"/>
                  <a:gd name="T2" fmla="*/ 2 w 9"/>
                  <a:gd name="T3" fmla="*/ 4 h 8"/>
                  <a:gd name="T4" fmla="*/ 0 w 9"/>
                  <a:gd name="T5" fmla="*/ 6 h 8"/>
                  <a:gd name="T6" fmla="*/ 4 w 9"/>
                  <a:gd name="T7" fmla="*/ 8 h 8"/>
                  <a:gd name="T8" fmla="*/ 7 w 9"/>
                  <a:gd name="T9" fmla="*/ 8 h 8"/>
                  <a:gd name="T10" fmla="*/ 9 w 9"/>
                  <a:gd name="T11" fmla="*/ 4 h 8"/>
                  <a:gd name="T12" fmla="*/ 5 w 9"/>
                  <a:gd name="T13" fmla="*/ 0 h 8"/>
                  <a:gd name="T14" fmla="*/ 4 w 9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4" y="4"/>
                    </a:moveTo>
                    <a:lnTo>
                      <a:pt x="2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4" name="Freeform 6393">
                <a:extLst>
                  <a:ext uri="{FF2B5EF4-FFF2-40B4-BE49-F238E27FC236}">
                    <a16:creationId xmlns:a16="http://schemas.microsoft.com/office/drawing/2014/main" id="{571AB878-57A2-48CA-A6B0-2B0870EE510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277" y="1781"/>
                <a:ext cx="125" cy="78"/>
              </a:xfrm>
              <a:custGeom>
                <a:avLst/>
                <a:gdLst>
                  <a:gd name="T0" fmla="*/ 45 w 125"/>
                  <a:gd name="T1" fmla="*/ 72 h 78"/>
                  <a:gd name="T2" fmla="*/ 47 w 125"/>
                  <a:gd name="T3" fmla="*/ 76 h 78"/>
                  <a:gd name="T4" fmla="*/ 54 w 125"/>
                  <a:gd name="T5" fmla="*/ 74 h 78"/>
                  <a:gd name="T6" fmla="*/ 67 w 125"/>
                  <a:gd name="T7" fmla="*/ 72 h 78"/>
                  <a:gd name="T8" fmla="*/ 78 w 125"/>
                  <a:gd name="T9" fmla="*/ 69 h 78"/>
                  <a:gd name="T10" fmla="*/ 84 w 125"/>
                  <a:gd name="T11" fmla="*/ 65 h 78"/>
                  <a:gd name="T12" fmla="*/ 90 w 125"/>
                  <a:gd name="T13" fmla="*/ 65 h 78"/>
                  <a:gd name="T14" fmla="*/ 106 w 125"/>
                  <a:gd name="T15" fmla="*/ 54 h 78"/>
                  <a:gd name="T16" fmla="*/ 114 w 125"/>
                  <a:gd name="T17" fmla="*/ 48 h 78"/>
                  <a:gd name="T18" fmla="*/ 114 w 125"/>
                  <a:gd name="T19" fmla="*/ 43 h 78"/>
                  <a:gd name="T20" fmla="*/ 121 w 125"/>
                  <a:gd name="T21" fmla="*/ 43 h 78"/>
                  <a:gd name="T22" fmla="*/ 119 w 125"/>
                  <a:gd name="T23" fmla="*/ 33 h 78"/>
                  <a:gd name="T24" fmla="*/ 125 w 125"/>
                  <a:gd name="T25" fmla="*/ 28 h 78"/>
                  <a:gd name="T26" fmla="*/ 112 w 125"/>
                  <a:gd name="T27" fmla="*/ 20 h 78"/>
                  <a:gd name="T28" fmla="*/ 116 w 125"/>
                  <a:gd name="T29" fmla="*/ 13 h 78"/>
                  <a:gd name="T30" fmla="*/ 110 w 125"/>
                  <a:gd name="T31" fmla="*/ 11 h 78"/>
                  <a:gd name="T32" fmla="*/ 117 w 125"/>
                  <a:gd name="T33" fmla="*/ 5 h 78"/>
                  <a:gd name="T34" fmla="*/ 103 w 125"/>
                  <a:gd name="T35" fmla="*/ 11 h 78"/>
                  <a:gd name="T36" fmla="*/ 101 w 125"/>
                  <a:gd name="T37" fmla="*/ 5 h 78"/>
                  <a:gd name="T38" fmla="*/ 93 w 125"/>
                  <a:gd name="T39" fmla="*/ 2 h 78"/>
                  <a:gd name="T40" fmla="*/ 90 w 125"/>
                  <a:gd name="T41" fmla="*/ 9 h 78"/>
                  <a:gd name="T42" fmla="*/ 82 w 125"/>
                  <a:gd name="T43" fmla="*/ 11 h 78"/>
                  <a:gd name="T44" fmla="*/ 75 w 125"/>
                  <a:gd name="T45" fmla="*/ 9 h 78"/>
                  <a:gd name="T46" fmla="*/ 69 w 125"/>
                  <a:gd name="T47" fmla="*/ 13 h 78"/>
                  <a:gd name="T48" fmla="*/ 58 w 125"/>
                  <a:gd name="T49" fmla="*/ 15 h 78"/>
                  <a:gd name="T50" fmla="*/ 56 w 125"/>
                  <a:gd name="T51" fmla="*/ 15 h 78"/>
                  <a:gd name="T52" fmla="*/ 47 w 125"/>
                  <a:gd name="T53" fmla="*/ 11 h 78"/>
                  <a:gd name="T54" fmla="*/ 47 w 125"/>
                  <a:gd name="T55" fmla="*/ 24 h 78"/>
                  <a:gd name="T56" fmla="*/ 41 w 125"/>
                  <a:gd name="T57" fmla="*/ 26 h 78"/>
                  <a:gd name="T58" fmla="*/ 37 w 125"/>
                  <a:gd name="T59" fmla="*/ 26 h 78"/>
                  <a:gd name="T60" fmla="*/ 37 w 125"/>
                  <a:gd name="T61" fmla="*/ 20 h 78"/>
                  <a:gd name="T62" fmla="*/ 37 w 125"/>
                  <a:gd name="T63" fmla="*/ 13 h 78"/>
                  <a:gd name="T64" fmla="*/ 34 w 125"/>
                  <a:gd name="T65" fmla="*/ 7 h 78"/>
                  <a:gd name="T66" fmla="*/ 26 w 125"/>
                  <a:gd name="T67" fmla="*/ 2 h 78"/>
                  <a:gd name="T68" fmla="*/ 19 w 125"/>
                  <a:gd name="T69" fmla="*/ 5 h 78"/>
                  <a:gd name="T70" fmla="*/ 26 w 125"/>
                  <a:gd name="T71" fmla="*/ 11 h 78"/>
                  <a:gd name="T72" fmla="*/ 19 w 125"/>
                  <a:gd name="T73" fmla="*/ 5 h 78"/>
                  <a:gd name="T74" fmla="*/ 11 w 125"/>
                  <a:gd name="T75" fmla="*/ 7 h 78"/>
                  <a:gd name="T76" fmla="*/ 9 w 125"/>
                  <a:gd name="T77" fmla="*/ 17 h 78"/>
                  <a:gd name="T78" fmla="*/ 6 w 125"/>
                  <a:gd name="T79" fmla="*/ 18 h 78"/>
                  <a:gd name="T80" fmla="*/ 6 w 125"/>
                  <a:gd name="T81" fmla="*/ 26 h 78"/>
                  <a:gd name="T82" fmla="*/ 15 w 125"/>
                  <a:gd name="T83" fmla="*/ 22 h 78"/>
                  <a:gd name="T84" fmla="*/ 21 w 125"/>
                  <a:gd name="T85" fmla="*/ 26 h 78"/>
                  <a:gd name="T86" fmla="*/ 26 w 125"/>
                  <a:gd name="T87" fmla="*/ 26 h 78"/>
                  <a:gd name="T88" fmla="*/ 26 w 125"/>
                  <a:gd name="T89" fmla="*/ 28 h 78"/>
                  <a:gd name="T90" fmla="*/ 26 w 125"/>
                  <a:gd name="T91" fmla="*/ 33 h 78"/>
                  <a:gd name="T92" fmla="*/ 21 w 125"/>
                  <a:gd name="T93" fmla="*/ 31 h 78"/>
                  <a:gd name="T94" fmla="*/ 17 w 125"/>
                  <a:gd name="T95" fmla="*/ 33 h 78"/>
                  <a:gd name="T96" fmla="*/ 8 w 125"/>
                  <a:gd name="T97" fmla="*/ 33 h 78"/>
                  <a:gd name="T98" fmla="*/ 6 w 125"/>
                  <a:gd name="T99" fmla="*/ 43 h 78"/>
                  <a:gd name="T100" fmla="*/ 21 w 125"/>
                  <a:gd name="T101" fmla="*/ 43 h 78"/>
                  <a:gd name="T102" fmla="*/ 23 w 125"/>
                  <a:gd name="T103" fmla="*/ 48 h 78"/>
                  <a:gd name="T104" fmla="*/ 24 w 125"/>
                  <a:gd name="T105" fmla="*/ 52 h 78"/>
                  <a:gd name="T106" fmla="*/ 23 w 125"/>
                  <a:gd name="T107" fmla="*/ 56 h 78"/>
                  <a:gd name="T108" fmla="*/ 17 w 125"/>
                  <a:gd name="T109" fmla="*/ 54 h 78"/>
                  <a:gd name="T110" fmla="*/ 15 w 125"/>
                  <a:gd name="T111" fmla="*/ 65 h 78"/>
                  <a:gd name="T112" fmla="*/ 28 w 125"/>
                  <a:gd name="T113" fmla="*/ 67 h 78"/>
                  <a:gd name="T114" fmla="*/ 36 w 125"/>
                  <a:gd name="T115" fmla="*/ 65 h 78"/>
                  <a:gd name="T116" fmla="*/ 73 w 125"/>
                  <a:gd name="T117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5" h="78">
                    <a:moveTo>
                      <a:pt x="39" y="65"/>
                    </a:moveTo>
                    <a:lnTo>
                      <a:pt x="39" y="67"/>
                    </a:lnTo>
                    <a:lnTo>
                      <a:pt x="43" y="7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4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7" y="72"/>
                    </a:lnTo>
                    <a:lnTo>
                      <a:pt x="49" y="71"/>
                    </a:lnTo>
                    <a:lnTo>
                      <a:pt x="50" y="71"/>
                    </a:lnTo>
                    <a:lnTo>
                      <a:pt x="54" y="74"/>
                    </a:lnTo>
                    <a:lnTo>
                      <a:pt x="62" y="74"/>
                    </a:lnTo>
                    <a:lnTo>
                      <a:pt x="63" y="76"/>
                    </a:lnTo>
                    <a:lnTo>
                      <a:pt x="69" y="74"/>
                    </a:lnTo>
                    <a:lnTo>
                      <a:pt x="67" y="72"/>
                    </a:lnTo>
                    <a:lnTo>
                      <a:pt x="71" y="72"/>
                    </a:lnTo>
                    <a:lnTo>
                      <a:pt x="75" y="69"/>
                    </a:lnTo>
                    <a:lnTo>
                      <a:pt x="75" y="67"/>
                    </a:lnTo>
                    <a:lnTo>
                      <a:pt x="78" y="69"/>
                    </a:lnTo>
                    <a:lnTo>
                      <a:pt x="80" y="67"/>
                    </a:lnTo>
                    <a:lnTo>
                      <a:pt x="82" y="67"/>
                    </a:lnTo>
                    <a:lnTo>
                      <a:pt x="84" y="65"/>
                    </a:lnTo>
                    <a:lnTo>
                      <a:pt x="84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6" y="67"/>
                    </a:lnTo>
                    <a:lnTo>
                      <a:pt x="90" y="65"/>
                    </a:lnTo>
                    <a:lnTo>
                      <a:pt x="95" y="59"/>
                    </a:lnTo>
                    <a:lnTo>
                      <a:pt x="97" y="58"/>
                    </a:lnTo>
                    <a:lnTo>
                      <a:pt x="104" y="56"/>
                    </a:lnTo>
                    <a:lnTo>
                      <a:pt x="106" y="54"/>
                    </a:lnTo>
                    <a:lnTo>
                      <a:pt x="110" y="54"/>
                    </a:lnTo>
                    <a:lnTo>
                      <a:pt x="114" y="52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6" y="46"/>
                    </a:lnTo>
                    <a:lnTo>
                      <a:pt x="114" y="43"/>
                    </a:lnTo>
                    <a:lnTo>
                      <a:pt x="114" y="43"/>
                    </a:lnTo>
                    <a:lnTo>
                      <a:pt x="116" y="44"/>
                    </a:lnTo>
                    <a:lnTo>
                      <a:pt x="116" y="46"/>
                    </a:lnTo>
                    <a:lnTo>
                      <a:pt x="119" y="46"/>
                    </a:lnTo>
                    <a:lnTo>
                      <a:pt x="121" y="43"/>
                    </a:lnTo>
                    <a:lnTo>
                      <a:pt x="121" y="39"/>
                    </a:lnTo>
                    <a:lnTo>
                      <a:pt x="117" y="37"/>
                    </a:lnTo>
                    <a:lnTo>
                      <a:pt x="117" y="35"/>
                    </a:lnTo>
                    <a:lnTo>
                      <a:pt x="119" y="33"/>
                    </a:lnTo>
                    <a:lnTo>
                      <a:pt x="119" y="31"/>
                    </a:lnTo>
                    <a:lnTo>
                      <a:pt x="121" y="30"/>
                    </a:lnTo>
                    <a:lnTo>
                      <a:pt x="123" y="30"/>
                    </a:lnTo>
                    <a:lnTo>
                      <a:pt x="125" y="28"/>
                    </a:lnTo>
                    <a:lnTo>
                      <a:pt x="123" y="24"/>
                    </a:lnTo>
                    <a:lnTo>
                      <a:pt x="117" y="24"/>
                    </a:lnTo>
                    <a:lnTo>
                      <a:pt x="116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4" y="18"/>
                    </a:lnTo>
                    <a:lnTo>
                      <a:pt x="116" y="17"/>
                    </a:lnTo>
                    <a:lnTo>
                      <a:pt x="116" y="13"/>
                    </a:lnTo>
                    <a:lnTo>
                      <a:pt x="112" y="11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10" y="11"/>
                    </a:lnTo>
                    <a:lnTo>
                      <a:pt x="112" y="11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7" y="5"/>
                    </a:lnTo>
                    <a:lnTo>
                      <a:pt x="112" y="3"/>
                    </a:lnTo>
                    <a:lnTo>
                      <a:pt x="108" y="3"/>
                    </a:lnTo>
                    <a:lnTo>
                      <a:pt x="104" y="9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3" y="9"/>
                    </a:lnTo>
                    <a:lnTo>
                      <a:pt x="103" y="7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2"/>
                    </a:lnTo>
                    <a:lnTo>
                      <a:pt x="91" y="5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6" y="7"/>
                    </a:lnTo>
                    <a:lnTo>
                      <a:pt x="82" y="11"/>
                    </a:lnTo>
                    <a:lnTo>
                      <a:pt x="82" y="13"/>
                    </a:lnTo>
                    <a:lnTo>
                      <a:pt x="80" y="13"/>
                    </a:lnTo>
                    <a:lnTo>
                      <a:pt x="78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1" y="9"/>
                    </a:lnTo>
                    <a:lnTo>
                      <a:pt x="71" y="13"/>
                    </a:lnTo>
                    <a:lnTo>
                      <a:pt x="69" y="13"/>
                    </a:lnTo>
                    <a:lnTo>
                      <a:pt x="69" y="9"/>
                    </a:lnTo>
                    <a:lnTo>
                      <a:pt x="65" y="7"/>
                    </a:lnTo>
                    <a:lnTo>
                      <a:pt x="60" y="11"/>
                    </a:lnTo>
                    <a:lnTo>
                      <a:pt x="58" y="15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6" y="18"/>
                    </a:lnTo>
                    <a:lnTo>
                      <a:pt x="56" y="15"/>
                    </a:lnTo>
                    <a:lnTo>
                      <a:pt x="54" y="15"/>
                    </a:lnTo>
                    <a:lnTo>
                      <a:pt x="54" y="9"/>
                    </a:lnTo>
                    <a:lnTo>
                      <a:pt x="50" y="7"/>
                    </a:lnTo>
                    <a:lnTo>
                      <a:pt x="47" y="11"/>
                    </a:lnTo>
                    <a:lnTo>
                      <a:pt x="47" y="18"/>
                    </a:lnTo>
                    <a:lnTo>
                      <a:pt x="49" y="20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1" y="24"/>
                    </a:lnTo>
                    <a:lnTo>
                      <a:pt x="41" y="26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41" y="17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9" y="11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6" y="2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19" y="5"/>
                    </a:lnTo>
                    <a:lnTo>
                      <a:pt x="15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1" y="28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6"/>
                    </a:lnTo>
                    <a:lnTo>
                      <a:pt x="23" y="26"/>
                    </a:lnTo>
                    <a:lnTo>
                      <a:pt x="24" y="24"/>
                    </a:lnTo>
                    <a:lnTo>
                      <a:pt x="24" y="26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6" y="26"/>
                    </a:lnTo>
                    <a:lnTo>
                      <a:pt x="28" y="28"/>
                    </a:lnTo>
                    <a:lnTo>
                      <a:pt x="26" y="28"/>
                    </a:lnTo>
                    <a:lnTo>
                      <a:pt x="23" y="30"/>
                    </a:lnTo>
                    <a:lnTo>
                      <a:pt x="21" y="31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3" y="35"/>
                    </a:lnTo>
                    <a:lnTo>
                      <a:pt x="21" y="33"/>
                    </a:lnTo>
                    <a:lnTo>
                      <a:pt x="21" y="31"/>
                    </a:lnTo>
                    <a:lnTo>
                      <a:pt x="19" y="31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2" y="33"/>
                    </a:lnTo>
                    <a:lnTo>
                      <a:pt x="6" y="39"/>
                    </a:lnTo>
                    <a:lnTo>
                      <a:pt x="6" y="43"/>
                    </a:lnTo>
                    <a:lnTo>
                      <a:pt x="11" y="43"/>
                    </a:lnTo>
                    <a:lnTo>
                      <a:pt x="11" y="41"/>
                    </a:lnTo>
                    <a:lnTo>
                      <a:pt x="15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6"/>
                    </a:lnTo>
                    <a:lnTo>
                      <a:pt x="23" y="48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56"/>
                    </a:lnTo>
                    <a:lnTo>
                      <a:pt x="23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5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3" y="65"/>
                    </a:lnTo>
                    <a:lnTo>
                      <a:pt x="28" y="67"/>
                    </a:lnTo>
                    <a:lnTo>
                      <a:pt x="32" y="65"/>
                    </a:lnTo>
                    <a:lnTo>
                      <a:pt x="34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7" y="67"/>
                    </a:lnTo>
                    <a:lnTo>
                      <a:pt x="39" y="65"/>
                    </a:lnTo>
                    <a:close/>
                    <a:moveTo>
                      <a:pt x="71" y="15"/>
                    </a:moveTo>
                    <a:lnTo>
                      <a:pt x="73" y="18"/>
                    </a:lnTo>
                    <a:lnTo>
                      <a:pt x="71" y="15"/>
                    </a:lnTo>
                    <a:lnTo>
                      <a:pt x="71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5" name="Freeform 6394">
                <a:extLst>
                  <a:ext uri="{FF2B5EF4-FFF2-40B4-BE49-F238E27FC236}">
                    <a16:creationId xmlns:a16="http://schemas.microsoft.com/office/drawing/2014/main" id="{7D9060CD-600A-499D-855E-EE44437FBA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70" y="2618"/>
                <a:ext cx="11" cy="4"/>
              </a:xfrm>
              <a:custGeom>
                <a:avLst/>
                <a:gdLst>
                  <a:gd name="T0" fmla="*/ 8 w 11"/>
                  <a:gd name="T1" fmla="*/ 0 h 4"/>
                  <a:gd name="T2" fmla="*/ 0 w 11"/>
                  <a:gd name="T3" fmla="*/ 4 h 4"/>
                  <a:gd name="T4" fmla="*/ 11 w 11"/>
                  <a:gd name="T5" fmla="*/ 4 h 4"/>
                  <a:gd name="T6" fmla="*/ 8 w 1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8" y="0"/>
                    </a:moveTo>
                    <a:lnTo>
                      <a:pt x="0" y="4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6" name="Freeform 6395">
                <a:extLst>
                  <a:ext uri="{FF2B5EF4-FFF2-40B4-BE49-F238E27FC236}">
                    <a16:creationId xmlns:a16="http://schemas.microsoft.com/office/drawing/2014/main" id="{551350CC-D419-4484-A5FA-C22B5003B5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16"/>
                <a:ext cx="8" cy="9"/>
              </a:xfrm>
              <a:custGeom>
                <a:avLst/>
                <a:gdLst>
                  <a:gd name="T0" fmla="*/ 8 w 8"/>
                  <a:gd name="T1" fmla="*/ 6 h 9"/>
                  <a:gd name="T2" fmla="*/ 4 w 8"/>
                  <a:gd name="T3" fmla="*/ 0 h 9"/>
                  <a:gd name="T4" fmla="*/ 0 w 8"/>
                  <a:gd name="T5" fmla="*/ 6 h 9"/>
                  <a:gd name="T6" fmla="*/ 6 w 8"/>
                  <a:gd name="T7" fmla="*/ 9 h 9"/>
                  <a:gd name="T8" fmla="*/ 8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6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6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7" name="Freeform 6396">
                <a:extLst>
                  <a:ext uri="{FF2B5EF4-FFF2-40B4-BE49-F238E27FC236}">
                    <a16:creationId xmlns:a16="http://schemas.microsoft.com/office/drawing/2014/main" id="{72FF9A2C-0A61-44C4-8C96-71D8BFC11D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8" y="2622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4 w 9"/>
                  <a:gd name="T3" fmla="*/ 0 h 7"/>
                  <a:gd name="T4" fmla="*/ 0 w 9"/>
                  <a:gd name="T5" fmla="*/ 1 h 7"/>
                  <a:gd name="T6" fmla="*/ 2 w 9"/>
                  <a:gd name="T7" fmla="*/ 5 h 7"/>
                  <a:gd name="T8" fmla="*/ 9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8" name="Freeform 6397">
                <a:extLst>
                  <a:ext uri="{FF2B5EF4-FFF2-40B4-BE49-F238E27FC236}">
                    <a16:creationId xmlns:a16="http://schemas.microsoft.com/office/drawing/2014/main" id="{0A7CB745-A52D-47B8-A3FC-47004CAAF1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25"/>
                <a:ext cx="10" cy="6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0 h 6"/>
                  <a:gd name="T4" fmla="*/ 0 w 10"/>
                  <a:gd name="T5" fmla="*/ 4 h 6"/>
                  <a:gd name="T6" fmla="*/ 4 w 10"/>
                  <a:gd name="T7" fmla="*/ 6 h 6"/>
                  <a:gd name="T8" fmla="*/ 10 w 10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9" name="Freeform 6398">
                <a:extLst>
                  <a:ext uri="{FF2B5EF4-FFF2-40B4-BE49-F238E27FC236}">
                    <a16:creationId xmlns:a16="http://schemas.microsoft.com/office/drawing/2014/main" id="{D019D4D3-4B76-4767-ACF1-C4EC6657D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4" y="2612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4 w 10"/>
                  <a:gd name="T3" fmla="*/ 0 h 8"/>
                  <a:gd name="T4" fmla="*/ 0 w 10"/>
                  <a:gd name="T5" fmla="*/ 2 h 8"/>
                  <a:gd name="T6" fmla="*/ 0 w 10"/>
                  <a:gd name="T7" fmla="*/ 4 h 8"/>
                  <a:gd name="T8" fmla="*/ 6 w 10"/>
                  <a:gd name="T9" fmla="*/ 8 h 8"/>
                  <a:gd name="T10" fmla="*/ 6 w 10"/>
                  <a:gd name="T11" fmla="*/ 4 h 8"/>
                  <a:gd name="T12" fmla="*/ 10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0" name="Freeform 6399">
                <a:extLst>
                  <a:ext uri="{FF2B5EF4-FFF2-40B4-BE49-F238E27FC236}">
                    <a16:creationId xmlns:a16="http://schemas.microsoft.com/office/drawing/2014/main" id="{E8C81CF1-9521-45DF-9392-CAD045F27F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63" y="2614"/>
                <a:ext cx="11" cy="4"/>
              </a:xfrm>
              <a:custGeom>
                <a:avLst/>
                <a:gdLst>
                  <a:gd name="T0" fmla="*/ 11 w 11"/>
                  <a:gd name="T1" fmla="*/ 2 h 4"/>
                  <a:gd name="T2" fmla="*/ 4 w 11"/>
                  <a:gd name="T3" fmla="*/ 0 h 4"/>
                  <a:gd name="T4" fmla="*/ 0 w 11"/>
                  <a:gd name="T5" fmla="*/ 4 h 4"/>
                  <a:gd name="T6" fmla="*/ 7 w 11"/>
                  <a:gd name="T7" fmla="*/ 4 h 4"/>
                  <a:gd name="T8" fmla="*/ 11 w 1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11" y="2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7" y="4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1" name="Freeform 6400">
                <a:extLst>
                  <a:ext uri="{FF2B5EF4-FFF2-40B4-BE49-F238E27FC236}">
                    <a16:creationId xmlns:a16="http://schemas.microsoft.com/office/drawing/2014/main" id="{975E6474-ABA8-491D-819E-352A3C9144C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0" y="2609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8 w 28"/>
                  <a:gd name="T3" fmla="*/ 11 h 11"/>
                  <a:gd name="T4" fmla="*/ 10 w 28"/>
                  <a:gd name="T5" fmla="*/ 11 h 11"/>
                  <a:gd name="T6" fmla="*/ 15 w 28"/>
                  <a:gd name="T7" fmla="*/ 11 h 11"/>
                  <a:gd name="T8" fmla="*/ 17 w 28"/>
                  <a:gd name="T9" fmla="*/ 11 h 11"/>
                  <a:gd name="T10" fmla="*/ 23 w 28"/>
                  <a:gd name="T11" fmla="*/ 9 h 11"/>
                  <a:gd name="T12" fmla="*/ 28 w 28"/>
                  <a:gd name="T13" fmla="*/ 3 h 11"/>
                  <a:gd name="T14" fmla="*/ 23 w 28"/>
                  <a:gd name="T15" fmla="*/ 1 h 11"/>
                  <a:gd name="T16" fmla="*/ 23 w 28"/>
                  <a:gd name="T17" fmla="*/ 1 h 11"/>
                  <a:gd name="T18" fmla="*/ 21 w 28"/>
                  <a:gd name="T19" fmla="*/ 0 h 11"/>
                  <a:gd name="T20" fmla="*/ 15 w 28"/>
                  <a:gd name="T21" fmla="*/ 0 h 11"/>
                  <a:gd name="T22" fmla="*/ 4 w 28"/>
                  <a:gd name="T23" fmla="*/ 0 h 11"/>
                  <a:gd name="T24" fmla="*/ 2 w 28"/>
                  <a:gd name="T25" fmla="*/ 1 h 11"/>
                  <a:gd name="T26" fmla="*/ 0 w 28"/>
                  <a:gd name="T27" fmla="*/ 3 h 11"/>
                  <a:gd name="T28" fmla="*/ 0 w 28"/>
                  <a:gd name="T29" fmla="*/ 5 h 11"/>
                  <a:gd name="T30" fmla="*/ 0 w 28"/>
                  <a:gd name="T31" fmla="*/ 7 h 11"/>
                  <a:gd name="T32" fmla="*/ 2 w 28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1">
                    <a:moveTo>
                      <a:pt x="2" y="11"/>
                    </a:moveTo>
                    <a:lnTo>
                      <a:pt x="8" y="11"/>
                    </a:lnTo>
                    <a:lnTo>
                      <a:pt x="10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23" y="9"/>
                    </a:lnTo>
                    <a:lnTo>
                      <a:pt x="28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2" name="Freeform 6401">
                <a:extLst>
                  <a:ext uri="{FF2B5EF4-FFF2-40B4-BE49-F238E27FC236}">
                    <a16:creationId xmlns:a16="http://schemas.microsoft.com/office/drawing/2014/main" id="{7A6E21D2-7ECA-49EB-B096-00DBA3F1BC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2" y="2584"/>
                <a:ext cx="87" cy="41"/>
              </a:xfrm>
              <a:custGeom>
                <a:avLst/>
                <a:gdLst>
                  <a:gd name="T0" fmla="*/ 46 w 47"/>
                  <a:gd name="T1" fmla="*/ 15 h 22"/>
                  <a:gd name="T2" fmla="*/ 47 w 47"/>
                  <a:gd name="T3" fmla="*/ 11 h 22"/>
                  <a:gd name="T4" fmla="*/ 42 w 47"/>
                  <a:gd name="T5" fmla="*/ 9 h 22"/>
                  <a:gd name="T6" fmla="*/ 39 w 47"/>
                  <a:gd name="T7" fmla="*/ 9 h 22"/>
                  <a:gd name="T8" fmla="*/ 40 w 47"/>
                  <a:gd name="T9" fmla="*/ 8 h 22"/>
                  <a:gd name="T10" fmla="*/ 40 w 47"/>
                  <a:gd name="T11" fmla="*/ 6 h 22"/>
                  <a:gd name="T12" fmla="*/ 37 w 47"/>
                  <a:gd name="T13" fmla="*/ 6 h 22"/>
                  <a:gd name="T14" fmla="*/ 34 w 47"/>
                  <a:gd name="T15" fmla="*/ 4 h 22"/>
                  <a:gd name="T16" fmla="*/ 33 w 47"/>
                  <a:gd name="T17" fmla="*/ 3 h 22"/>
                  <a:gd name="T18" fmla="*/ 26 w 47"/>
                  <a:gd name="T19" fmla="*/ 2 h 22"/>
                  <a:gd name="T20" fmla="*/ 22 w 47"/>
                  <a:gd name="T21" fmla="*/ 2 h 22"/>
                  <a:gd name="T22" fmla="*/ 21 w 47"/>
                  <a:gd name="T23" fmla="*/ 3 h 22"/>
                  <a:gd name="T24" fmla="*/ 20 w 47"/>
                  <a:gd name="T25" fmla="*/ 3 h 22"/>
                  <a:gd name="T26" fmla="*/ 17 w 47"/>
                  <a:gd name="T27" fmla="*/ 2 h 22"/>
                  <a:gd name="T28" fmla="*/ 19 w 47"/>
                  <a:gd name="T29" fmla="*/ 2 h 22"/>
                  <a:gd name="T30" fmla="*/ 11 w 47"/>
                  <a:gd name="T31" fmla="*/ 1 h 22"/>
                  <a:gd name="T32" fmla="*/ 13 w 47"/>
                  <a:gd name="T33" fmla="*/ 2 h 22"/>
                  <a:gd name="T34" fmla="*/ 9 w 47"/>
                  <a:gd name="T35" fmla="*/ 2 h 22"/>
                  <a:gd name="T36" fmla="*/ 8 w 47"/>
                  <a:gd name="T37" fmla="*/ 4 h 22"/>
                  <a:gd name="T38" fmla="*/ 13 w 47"/>
                  <a:gd name="T39" fmla="*/ 6 h 22"/>
                  <a:gd name="T40" fmla="*/ 14 w 47"/>
                  <a:gd name="T41" fmla="*/ 8 h 22"/>
                  <a:gd name="T42" fmla="*/ 14 w 47"/>
                  <a:gd name="T43" fmla="*/ 11 h 22"/>
                  <a:gd name="T44" fmla="*/ 17 w 47"/>
                  <a:gd name="T45" fmla="*/ 13 h 22"/>
                  <a:gd name="T46" fmla="*/ 14 w 47"/>
                  <a:gd name="T47" fmla="*/ 13 h 22"/>
                  <a:gd name="T48" fmla="*/ 12 w 47"/>
                  <a:gd name="T49" fmla="*/ 13 h 22"/>
                  <a:gd name="T50" fmla="*/ 9 w 47"/>
                  <a:gd name="T51" fmla="*/ 12 h 22"/>
                  <a:gd name="T52" fmla="*/ 7 w 47"/>
                  <a:gd name="T53" fmla="*/ 12 h 22"/>
                  <a:gd name="T54" fmla="*/ 4 w 47"/>
                  <a:gd name="T55" fmla="*/ 12 h 22"/>
                  <a:gd name="T56" fmla="*/ 1 w 47"/>
                  <a:gd name="T57" fmla="*/ 12 h 22"/>
                  <a:gd name="T58" fmla="*/ 1 w 47"/>
                  <a:gd name="T59" fmla="*/ 15 h 22"/>
                  <a:gd name="T60" fmla="*/ 4 w 47"/>
                  <a:gd name="T61" fmla="*/ 18 h 22"/>
                  <a:gd name="T62" fmla="*/ 6 w 47"/>
                  <a:gd name="T63" fmla="*/ 16 h 22"/>
                  <a:gd name="T64" fmla="*/ 9 w 47"/>
                  <a:gd name="T65" fmla="*/ 16 h 22"/>
                  <a:gd name="T66" fmla="*/ 15 w 47"/>
                  <a:gd name="T67" fmla="*/ 17 h 22"/>
                  <a:gd name="T68" fmla="*/ 17 w 47"/>
                  <a:gd name="T69" fmla="*/ 17 h 22"/>
                  <a:gd name="T70" fmla="*/ 18 w 47"/>
                  <a:gd name="T71" fmla="*/ 17 h 22"/>
                  <a:gd name="T72" fmla="*/ 19 w 47"/>
                  <a:gd name="T73" fmla="*/ 18 h 22"/>
                  <a:gd name="T74" fmla="*/ 20 w 47"/>
                  <a:gd name="T75" fmla="*/ 20 h 22"/>
                  <a:gd name="T76" fmla="*/ 22 w 47"/>
                  <a:gd name="T77" fmla="*/ 22 h 22"/>
                  <a:gd name="T78" fmla="*/ 25 w 47"/>
                  <a:gd name="T79" fmla="*/ 17 h 22"/>
                  <a:gd name="T80" fmla="*/ 25 w 47"/>
                  <a:gd name="T81" fmla="*/ 16 h 22"/>
                  <a:gd name="T82" fmla="*/ 27 w 47"/>
                  <a:gd name="T83" fmla="*/ 16 h 22"/>
                  <a:gd name="T84" fmla="*/ 28 w 47"/>
                  <a:gd name="T85" fmla="*/ 15 h 22"/>
                  <a:gd name="T86" fmla="*/ 30 w 47"/>
                  <a:gd name="T87" fmla="*/ 17 h 22"/>
                  <a:gd name="T88" fmla="*/ 34 w 47"/>
                  <a:gd name="T89" fmla="*/ 15 h 22"/>
                  <a:gd name="T90" fmla="*/ 38 w 47"/>
                  <a:gd name="T91" fmla="*/ 15 h 22"/>
                  <a:gd name="T92" fmla="*/ 41 w 47"/>
                  <a:gd name="T93" fmla="*/ 15 h 22"/>
                  <a:gd name="T94" fmla="*/ 43 w 47"/>
                  <a:gd name="T95" fmla="*/ 15 h 22"/>
                  <a:gd name="T96" fmla="*/ 43 w 47"/>
                  <a:gd name="T97" fmla="*/ 17 h 22"/>
                  <a:gd name="T98" fmla="*/ 47 w 47"/>
                  <a:gd name="T99" fmla="*/ 16 h 22"/>
                  <a:gd name="T100" fmla="*/ 45 w 47"/>
                  <a:gd name="T101" fmla="*/ 16 h 22"/>
                  <a:gd name="T102" fmla="*/ 46 w 47"/>
                  <a:gd name="T10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" h="22">
                    <a:moveTo>
                      <a:pt x="46" y="15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lnTo>
                      <a:pt x="4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3" name="Freeform 6402">
                <a:extLst>
                  <a:ext uri="{FF2B5EF4-FFF2-40B4-BE49-F238E27FC236}">
                    <a16:creationId xmlns:a16="http://schemas.microsoft.com/office/drawing/2014/main" id="{7A875C5F-774D-449C-9EC3-174E6FB53E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2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5 h 9"/>
                  <a:gd name="T4" fmla="*/ 2 w 10"/>
                  <a:gd name="T5" fmla="*/ 9 h 9"/>
                  <a:gd name="T6" fmla="*/ 4 w 10"/>
                  <a:gd name="T7" fmla="*/ 9 h 9"/>
                  <a:gd name="T8" fmla="*/ 10 w 10"/>
                  <a:gd name="T9" fmla="*/ 9 h 9"/>
                  <a:gd name="T10" fmla="*/ 10 w 10"/>
                  <a:gd name="T11" fmla="*/ 7 h 9"/>
                  <a:gd name="T12" fmla="*/ 10 w 10"/>
                  <a:gd name="T13" fmla="*/ 4 h 9"/>
                  <a:gd name="T14" fmla="*/ 8 w 10"/>
                  <a:gd name="T15" fmla="*/ 2 h 9"/>
                  <a:gd name="T16" fmla="*/ 8 w 10"/>
                  <a:gd name="T17" fmla="*/ 0 h 9"/>
                  <a:gd name="T18" fmla="*/ 6 w 10"/>
                  <a:gd name="T19" fmla="*/ 0 h 9"/>
                  <a:gd name="T20" fmla="*/ 2 w 10"/>
                  <a:gd name="T21" fmla="*/ 0 h 9"/>
                  <a:gd name="T22" fmla="*/ 0 w 10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4" name="Freeform 6403">
                <a:extLst>
                  <a:ext uri="{FF2B5EF4-FFF2-40B4-BE49-F238E27FC236}">
                    <a16:creationId xmlns:a16="http://schemas.microsoft.com/office/drawing/2014/main" id="{50DAA33D-3023-4518-891A-52FF05A2D8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3" y="1210"/>
                <a:ext cx="9" cy="10"/>
              </a:xfrm>
              <a:custGeom>
                <a:avLst/>
                <a:gdLst>
                  <a:gd name="T0" fmla="*/ 4 w 9"/>
                  <a:gd name="T1" fmla="*/ 8 h 10"/>
                  <a:gd name="T2" fmla="*/ 6 w 9"/>
                  <a:gd name="T3" fmla="*/ 10 h 10"/>
                  <a:gd name="T4" fmla="*/ 9 w 9"/>
                  <a:gd name="T5" fmla="*/ 10 h 10"/>
                  <a:gd name="T6" fmla="*/ 9 w 9"/>
                  <a:gd name="T7" fmla="*/ 6 h 10"/>
                  <a:gd name="T8" fmla="*/ 7 w 9"/>
                  <a:gd name="T9" fmla="*/ 4 h 10"/>
                  <a:gd name="T10" fmla="*/ 6 w 9"/>
                  <a:gd name="T11" fmla="*/ 4 h 10"/>
                  <a:gd name="T12" fmla="*/ 6 w 9"/>
                  <a:gd name="T13" fmla="*/ 2 h 10"/>
                  <a:gd name="T14" fmla="*/ 4 w 9"/>
                  <a:gd name="T15" fmla="*/ 0 h 10"/>
                  <a:gd name="T16" fmla="*/ 0 w 9"/>
                  <a:gd name="T17" fmla="*/ 2 h 10"/>
                  <a:gd name="T18" fmla="*/ 0 w 9"/>
                  <a:gd name="T19" fmla="*/ 4 h 10"/>
                  <a:gd name="T20" fmla="*/ 2 w 9"/>
                  <a:gd name="T21" fmla="*/ 8 h 10"/>
                  <a:gd name="T22" fmla="*/ 4 w 9"/>
                  <a:gd name="T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4" y="8"/>
                    </a:moveTo>
                    <a:lnTo>
                      <a:pt x="6" y="10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5" name="Freeform 6404">
                <a:extLst>
                  <a:ext uri="{FF2B5EF4-FFF2-40B4-BE49-F238E27FC236}">
                    <a16:creationId xmlns:a16="http://schemas.microsoft.com/office/drawing/2014/main" id="{2E8475E8-B8D3-4517-AAC9-9CF187646D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7" y="1188"/>
                <a:ext cx="8" cy="13"/>
              </a:xfrm>
              <a:custGeom>
                <a:avLst/>
                <a:gdLst>
                  <a:gd name="T0" fmla="*/ 4 w 8"/>
                  <a:gd name="T1" fmla="*/ 7 h 13"/>
                  <a:gd name="T2" fmla="*/ 2 w 8"/>
                  <a:gd name="T3" fmla="*/ 9 h 13"/>
                  <a:gd name="T4" fmla="*/ 2 w 8"/>
                  <a:gd name="T5" fmla="*/ 11 h 13"/>
                  <a:gd name="T6" fmla="*/ 4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8 w 8"/>
                  <a:gd name="T13" fmla="*/ 7 h 13"/>
                  <a:gd name="T14" fmla="*/ 6 w 8"/>
                  <a:gd name="T15" fmla="*/ 7 h 13"/>
                  <a:gd name="T16" fmla="*/ 6 w 8"/>
                  <a:gd name="T17" fmla="*/ 7 h 13"/>
                  <a:gd name="T18" fmla="*/ 6 w 8"/>
                  <a:gd name="T19" fmla="*/ 5 h 13"/>
                  <a:gd name="T20" fmla="*/ 6 w 8"/>
                  <a:gd name="T21" fmla="*/ 4 h 13"/>
                  <a:gd name="T22" fmla="*/ 6 w 8"/>
                  <a:gd name="T23" fmla="*/ 0 h 13"/>
                  <a:gd name="T24" fmla="*/ 2 w 8"/>
                  <a:gd name="T25" fmla="*/ 0 h 13"/>
                  <a:gd name="T26" fmla="*/ 0 w 8"/>
                  <a:gd name="T27" fmla="*/ 4 h 13"/>
                  <a:gd name="T28" fmla="*/ 2 w 8"/>
                  <a:gd name="T29" fmla="*/ 7 h 13"/>
                  <a:gd name="T30" fmla="*/ 4 w 8"/>
                  <a:gd name="T3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4" y="7"/>
                    </a:moveTo>
                    <a:lnTo>
                      <a:pt x="2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6" name="Freeform 6405">
                <a:extLst>
                  <a:ext uri="{FF2B5EF4-FFF2-40B4-BE49-F238E27FC236}">
                    <a16:creationId xmlns:a16="http://schemas.microsoft.com/office/drawing/2014/main" id="{2EE1797B-A29B-455B-80D2-5A9E65B06C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94" y="1283"/>
                <a:ext cx="8" cy="13"/>
              </a:xfrm>
              <a:custGeom>
                <a:avLst/>
                <a:gdLst>
                  <a:gd name="T0" fmla="*/ 0 w 8"/>
                  <a:gd name="T1" fmla="*/ 11 h 13"/>
                  <a:gd name="T2" fmla="*/ 2 w 8"/>
                  <a:gd name="T3" fmla="*/ 13 h 13"/>
                  <a:gd name="T4" fmla="*/ 6 w 8"/>
                  <a:gd name="T5" fmla="*/ 11 h 13"/>
                  <a:gd name="T6" fmla="*/ 6 w 8"/>
                  <a:gd name="T7" fmla="*/ 7 h 13"/>
                  <a:gd name="T8" fmla="*/ 6 w 8"/>
                  <a:gd name="T9" fmla="*/ 6 h 13"/>
                  <a:gd name="T10" fmla="*/ 8 w 8"/>
                  <a:gd name="T11" fmla="*/ 2 h 13"/>
                  <a:gd name="T12" fmla="*/ 4 w 8"/>
                  <a:gd name="T13" fmla="*/ 0 h 13"/>
                  <a:gd name="T14" fmla="*/ 2 w 8"/>
                  <a:gd name="T15" fmla="*/ 2 h 13"/>
                  <a:gd name="T16" fmla="*/ 0 w 8"/>
                  <a:gd name="T17" fmla="*/ 6 h 13"/>
                  <a:gd name="T18" fmla="*/ 0 w 8"/>
                  <a:gd name="T19" fmla="*/ 7 h 13"/>
                  <a:gd name="T20" fmla="*/ 0 w 8"/>
                  <a:gd name="T2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3">
                    <a:moveTo>
                      <a:pt x="0" y="11"/>
                    </a:moveTo>
                    <a:lnTo>
                      <a:pt x="2" y="13"/>
                    </a:lnTo>
                    <a:lnTo>
                      <a:pt x="6" y="11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7" name="Freeform 6406">
                <a:extLst>
                  <a:ext uri="{FF2B5EF4-FFF2-40B4-BE49-F238E27FC236}">
                    <a16:creationId xmlns:a16="http://schemas.microsoft.com/office/drawing/2014/main" id="{AFC217DA-B9C0-4B73-8DE3-552B76AB988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229"/>
                <a:ext cx="9" cy="13"/>
              </a:xfrm>
              <a:custGeom>
                <a:avLst/>
                <a:gdLst>
                  <a:gd name="T0" fmla="*/ 2 w 9"/>
                  <a:gd name="T1" fmla="*/ 9 h 13"/>
                  <a:gd name="T2" fmla="*/ 3 w 9"/>
                  <a:gd name="T3" fmla="*/ 11 h 13"/>
                  <a:gd name="T4" fmla="*/ 5 w 9"/>
                  <a:gd name="T5" fmla="*/ 13 h 13"/>
                  <a:gd name="T6" fmla="*/ 7 w 9"/>
                  <a:gd name="T7" fmla="*/ 11 h 13"/>
                  <a:gd name="T8" fmla="*/ 9 w 9"/>
                  <a:gd name="T9" fmla="*/ 9 h 13"/>
                  <a:gd name="T10" fmla="*/ 7 w 9"/>
                  <a:gd name="T11" fmla="*/ 6 h 13"/>
                  <a:gd name="T12" fmla="*/ 5 w 9"/>
                  <a:gd name="T13" fmla="*/ 2 h 13"/>
                  <a:gd name="T14" fmla="*/ 3 w 9"/>
                  <a:gd name="T15" fmla="*/ 0 h 13"/>
                  <a:gd name="T16" fmla="*/ 0 w 9"/>
                  <a:gd name="T17" fmla="*/ 0 h 13"/>
                  <a:gd name="T18" fmla="*/ 0 w 9"/>
                  <a:gd name="T19" fmla="*/ 4 h 13"/>
                  <a:gd name="T20" fmla="*/ 2 w 9"/>
                  <a:gd name="T21" fmla="*/ 6 h 13"/>
                  <a:gd name="T22" fmla="*/ 2 w 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3">
                    <a:moveTo>
                      <a:pt x="2" y="9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8" name="Freeform 6407">
                <a:extLst>
                  <a:ext uri="{FF2B5EF4-FFF2-40B4-BE49-F238E27FC236}">
                    <a16:creationId xmlns:a16="http://schemas.microsoft.com/office/drawing/2014/main" id="{83B81E2A-2E54-4C73-9836-BA7FCD92AD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28" y="1236"/>
                <a:ext cx="6" cy="8"/>
              </a:xfrm>
              <a:custGeom>
                <a:avLst/>
                <a:gdLst>
                  <a:gd name="T0" fmla="*/ 6 w 6"/>
                  <a:gd name="T1" fmla="*/ 6 h 8"/>
                  <a:gd name="T2" fmla="*/ 4 w 6"/>
                  <a:gd name="T3" fmla="*/ 4 h 8"/>
                  <a:gd name="T4" fmla="*/ 4 w 6"/>
                  <a:gd name="T5" fmla="*/ 2 h 8"/>
                  <a:gd name="T6" fmla="*/ 4 w 6"/>
                  <a:gd name="T7" fmla="*/ 0 h 8"/>
                  <a:gd name="T8" fmla="*/ 0 w 6"/>
                  <a:gd name="T9" fmla="*/ 2 h 8"/>
                  <a:gd name="T10" fmla="*/ 0 w 6"/>
                  <a:gd name="T11" fmla="*/ 4 h 8"/>
                  <a:gd name="T12" fmla="*/ 4 w 6"/>
                  <a:gd name="T13" fmla="*/ 8 h 8"/>
                  <a:gd name="T14" fmla="*/ 6 w 6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6" y="6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9" name="Freeform 6408">
                <a:extLst>
                  <a:ext uri="{FF2B5EF4-FFF2-40B4-BE49-F238E27FC236}">
                    <a16:creationId xmlns:a16="http://schemas.microsoft.com/office/drawing/2014/main" id="{EDE6C348-1DD4-4A7E-BB90-93B121B146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64" y="164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2 w 6"/>
                  <a:gd name="T7" fmla="*/ 0 h 5"/>
                  <a:gd name="T8" fmla="*/ 0 w 6"/>
                  <a:gd name="T9" fmla="*/ 1 h 5"/>
                  <a:gd name="T10" fmla="*/ 2 w 6"/>
                  <a:gd name="T11" fmla="*/ 5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0" name="Freeform 6409">
                <a:extLst>
                  <a:ext uri="{FF2B5EF4-FFF2-40B4-BE49-F238E27FC236}">
                    <a16:creationId xmlns:a16="http://schemas.microsoft.com/office/drawing/2014/main" id="{FC784188-8BD5-4264-8BB6-03B28190B2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50" y="1747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1 w 5"/>
                  <a:gd name="T5" fmla="*/ 0 h 4"/>
                  <a:gd name="T6" fmla="*/ 0 w 5"/>
                  <a:gd name="T7" fmla="*/ 0 h 4"/>
                  <a:gd name="T8" fmla="*/ 1 w 5"/>
                  <a:gd name="T9" fmla="*/ 4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1" name="Freeform 6410">
                <a:extLst>
                  <a:ext uri="{FF2B5EF4-FFF2-40B4-BE49-F238E27FC236}">
                    <a16:creationId xmlns:a16="http://schemas.microsoft.com/office/drawing/2014/main" id="{8A2665B3-FFCC-4EF8-A05C-BC51CDDBFA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25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3 w 5"/>
                  <a:gd name="T3" fmla="*/ 0 h 4"/>
                  <a:gd name="T4" fmla="*/ 0 w 5"/>
                  <a:gd name="T5" fmla="*/ 2 h 4"/>
                  <a:gd name="T6" fmla="*/ 1 w 5"/>
                  <a:gd name="T7" fmla="*/ 4 h 4"/>
                  <a:gd name="T8" fmla="*/ 5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2" name="Freeform 6411">
                <a:extLst>
                  <a:ext uri="{FF2B5EF4-FFF2-40B4-BE49-F238E27FC236}">
                    <a16:creationId xmlns:a16="http://schemas.microsoft.com/office/drawing/2014/main" id="{2C1F5796-DC0A-413F-B265-510C16A733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68" y="1397"/>
                <a:ext cx="14" cy="9"/>
              </a:xfrm>
              <a:custGeom>
                <a:avLst/>
                <a:gdLst>
                  <a:gd name="T0" fmla="*/ 5 w 14"/>
                  <a:gd name="T1" fmla="*/ 0 h 9"/>
                  <a:gd name="T2" fmla="*/ 1 w 14"/>
                  <a:gd name="T3" fmla="*/ 0 h 9"/>
                  <a:gd name="T4" fmla="*/ 0 w 14"/>
                  <a:gd name="T5" fmla="*/ 3 h 9"/>
                  <a:gd name="T6" fmla="*/ 1 w 14"/>
                  <a:gd name="T7" fmla="*/ 7 h 9"/>
                  <a:gd name="T8" fmla="*/ 5 w 14"/>
                  <a:gd name="T9" fmla="*/ 7 h 9"/>
                  <a:gd name="T10" fmla="*/ 9 w 14"/>
                  <a:gd name="T11" fmla="*/ 9 h 9"/>
                  <a:gd name="T12" fmla="*/ 14 w 14"/>
                  <a:gd name="T13" fmla="*/ 5 h 9"/>
                  <a:gd name="T14" fmla="*/ 9 w 14"/>
                  <a:gd name="T15" fmla="*/ 2 h 9"/>
                  <a:gd name="T16" fmla="*/ 5 w 1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9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3" name="Freeform 6412">
                <a:extLst>
                  <a:ext uri="{FF2B5EF4-FFF2-40B4-BE49-F238E27FC236}">
                    <a16:creationId xmlns:a16="http://schemas.microsoft.com/office/drawing/2014/main" id="{9CE806C8-31A3-4AEB-9E53-157A658C92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81" y="1626"/>
                <a:ext cx="8" cy="11"/>
              </a:xfrm>
              <a:custGeom>
                <a:avLst/>
                <a:gdLst>
                  <a:gd name="T0" fmla="*/ 2 w 8"/>
                  <a:gd name="T1" fmla="*/ 4 h 11"/>
                  <a:gd name="T2" fmla="*/ 0 w 8"/>
                  <a:gd name="T3" fmla="*/ 6 h 11"/>
                  <a:gd name="T4" fmla="*/ 0 w 8"/>
                  <a:gd name="T5" fmla="*/ 9 h 11"/>
                  <a:gd name="T6" fmla="*/ 4 w 8"/>
                  <a:gd name="T7" fmla="*/ 11 h 11"/>
                  <a:gd name="T8" fmla="*/ 8 w 8"/>
                  <a:gd name="T9" fmla="*/ 7 h 11"/>
                  <a:gd name="T10" fmla="*/ 8 w 8"/>
                  <a:gd name="T11" fmla="*/ 6 h 11"/>
                  <a:gd name="T12" fmla="*/ 8 w 8"/>
                  <a:gd name="T13" fmla="*/ 0 h 11"/>
                  <a:gd name="T14" fmla="*/ 2 w 8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4" name="Freeform 6413">
                <a:extLst>
                  <a:ext uri="{FF2B5EF4-FFF2-40B4-BE49-F238E27FC236}">
                    <a16:creationId xmlns:a16="http://schemas.microsoft.com/office/drawing/2014/main" id="{DB0997E6-4FF6-40FF-87A6-F5383E8DB2D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875" y="1184"/>
                <a:ext cx="581" cy="733"/>
              </a:xfrm>
              <a:custGeom>
                <a:avLst/>
                <a:gdLst>
                  <a:gd name="T0" fmla="*/ 217 w 312"/>
                  <a:gd name="T1" fmla="*/ 268 h 393"/>
                  <a:gd name="T2" fmla="*/ 238 w 312"/>
                  <a:gd name="T3" fmla="*/ 267 h 393"/>
                  <a:gd name="T4" fmla="*/ 228 w 312"/>
                  <a:gd name="T5" fmla="*/ 235 h 393"/>
                  <a:gd name="T6" fmla="*/ 244 w 312"/>
                  <a:gd name="T7" fmla="*/ 229 h 393"/>
                  <a:gd name="T8" fmla="*/ 253 w 312"/>
                  <a:gd name="T9" fmla="*/ 218 h 393"/>
                  <a:gd name="T10" fmla="*/ 264 w 312"/>
                  <a:gd name="T11" fmla="*/ 200 h 393"/>
                  <a:gd name="T12" fmla="*/ 259 w 312"/>
                  <a:gd name="T13" fmla="*/ 177 h 393"/>
                  <a:gd name="T14" fmla="*/ 265 w 312"/>
                  <a:gd name="T15" fmla="*/ 164 h 393"/>
                  <a:gd name="T16" fmla="*/ 263 w 312"/>
                  <a:gd name="T17" fmla="*/ 152 h 393"/>
                  <a:gd name="T18" fmla="*/ 272 w 312"/>
                  <a:gd name="T19" fmla="*/ 119 h 393"/>
                  <a:gd name="T20" fmla="*/ 286 w 312"/>
                  <a:gd name="T21" fmla="*/ 86 h 393"/>
                  <a:gd name="T22" fmla="*/ 289 w 312"/>
                  <a:gd name="T23" fmla="*/ 60 h 393"/>
                  <a:gd name="T24" fmla="*/ 272 w 312"/>
                  <a:gd name="T25" fmla="*/ 68 h 393"/>
                  <a:gd name="T26" fmla="*/ 267 w 312"/>
                  <a:gd name="T27" fmla="*/ 52 h 393"/>
                  <a:gd name="T28" fmla="*/ 232 w 312"/>
                  <a:gd name="T29" fmla="*/ 48 h 393"/>
                  <a:gd name="T30" fmla="*/ 241 w 312"/>
                  <a:gd name="T31" fmla="*/ 46 h 393"/>
                  <a:gd name="T32" fmla="*/ 267 w 312"/>
                  <a:gd name="T33" fmla="*/ 29 h 393"/>
                  <a:gd name="T34" fmla="*/ 225 w 312"/>
                  <a:gd name="T35" fmla="*/ 19 h 393"/>
                  <a:gd name="T36" fmla="*/ 249 w 312"/>
                  <a:gd name="T37" fmla="*/ 18 h 393"/>
                  <a:gd name="T38" fmla="*/ 212 w 312"/>
                  <a:gd name="T39" fmla="*/ 2 h 393"/>
                  <a:gd name="T40" fmla="*/ 189 w 312"/>
                  <a:gd name="T41" fmla="*/ 9 h 393"/>
                  <a:gd name="T42" fmla="*/ 172 w 312"/>
                  <a:gd name="T43" fmla="*/ 26 h 393"/>
                  <a:gd name="T44" fmla="*/ 162 w 312"/>
                  <a:gd name="T45" fmla="*/ 46 h 393"/>
                  <a:gd name="T46" fmla="*/ 137 w 312"/>
                  <a:gd name="T47" fmla="*/ 41 h 393"/>
                  <a:gd name="T48" fmla="*/ 122 w 312"/>
                  <a:gd name="T49" fmla="*/ 47 h 393"/>
                  <a:gd name="T50" fmla="*/ 98 w 312"/>
                  <a:gd name="T51" fmla="*/ 36 h 393"/>
                  <a:gd name="T52" fmla="*/ 74 w 312"/>
                  <a:gd name="T53" fmla="*/ 45 h 393"/>
                  <a:gd name="T54" fmla="*/ 54 w 312"/>
                  <a:gd name="T55" fmla="*/ 69 h 393"/>
                  <a:gd name="T56" fmla="*/ 17 w 312"/>
                  <a:gd name="T57" fmla="*/ 89 h 393"/>
                  <a:gd name="T58" fmla="*/ 14 w 312"/>
                  <a:gd name="T59" fmla="*/ 117 h 393"/>
                  <a:gd name="T60" fmla="*/ 8 w 312"/>
                  <a:gd name="T61" fmla="*/ 133 h 393"/>
                  <a:gd name="T62" fmla="*/ 25 w 312"/>
                  <a:gd name="T63" fmla="*/ 148 h 393"/>
                  <a:gd name="T64" fmla="*/ 55 w 312"/>
                  <a:gd name="T65" fmla="*/ 167 h 393"/>
                  <a:gd name="T66" fmla="*/ 56 w 312"/>
                  <a:gd name="T67" fmla="*/ 192 h 393"/>
                  <a:gd name="T68" fmla="*/ 60 w 312"/>
                  <a:gd name="T69" fmla="*/ 212 h 393"/>
                  <a:gd name="T70" fmla="*/ 55 w 312"/>
                  <a:gd name="T71" fmla="*/ 223 h 393"/>
                  <a:gd name="T72" fmla="*/ 66 w 312"/>
                  <a:gd name="T73" fmla="*/ 235 h 393"/>
                  <a:gd name="T74" fmla="*/ 56 w 312"/>
                  <a:gd name="T75" fmla="*/ 244 h 393"/>
                  <a:gd name="T76" fmla="*/ 64 w 312"/>
                  <a:gd name="T77" fmla="*/ 260 h 393"/>
                  <a:gd name="T78" fmla="*/ 63 w 312"/>
                  <a:gd name="T79" fmla="*/ 279 h 393"/>
                  <a:gd name="T80" fmla="*/ 53 w 312"/>
                  <a:gd name="T81" fmla="*/ 285 h 393"/>
                  <a:gd name="T82" fmla="*/ 41 w 312"/>
                  <a:gd name="T83" fmla="*/ 313 h 393"/>
                  <a:gd name="T84" fmla="*/ 48 w 312"/>
                  <a:gd name="T85" fmla="*/ 336 h 393"/>
                  <a:gd name="T86" fmla="*/ 54 w 312"/>
                  <a:gd name="T87" fmla="*/ 364 h 393"/>
                  <a:gd name="T88" fmla="*/ 65 w 312"/>
                  <a:gd name="T89" fmla="*/ 380 h 393"/>
                  <a:gd name="T90" fmla="*/ 79 w 312"/>
                  <a:gd name="T91" fmla="*/ 391 h 393"/>
                  <a:gd name="T92" fmla="*/ 97 w 312"/>
                  <a:gd name="T93" fmla="*/ 374 h 393"/>
                  <a:gd name="T94" fmla="*/ 109 w 312"/>
                  <a:gd name="T95" fmla="*/ 354 h 393"/>
                  <a:gd name="T96" fmla="*/ 118 w 312"/>
                  <a:gd name="T97" fmla="*/ 332 h 393"/>
                  <a:gd name="T98" fmla="*/ 136 w 312"/>
                  <a:gd name="T99" fmla="*/ 322 h 393"/>
                  <a:gd name="T100" fmla="*/ 162 w 312"/>
                  <a:gd name="T101" fmla="*/ 311 h 393"/>
                  <a:gd name="T102" fmla="*/ 190 w 312"/>
                  <a:gd name="T103" fmla="*/ 295 h 393"/>
                  <a:gd name="T104" fmla="*/ 236 w 312"/>
                  <a:gd name="T105" fmla="*/ 229 h 393"/>
                  <a:gd name="T106" fmla="*/ 270 w 312"/>
                  <a:gd name="T107" fmla="*/ 99 h 393"/>
                  <a:gd name="T108" fmla="*/ 220 w 312"/>
                  <a:gd name="T109" fmla="*/ 256 h 393"/>
                  <a:gd name="T110" fmla="*/ 214 w 312"/>
                  <a:gd name="T111" fmla="*/ 258 h 393"/>
                  <a:gd name="T112" fmla="*/ 56 w 312"/>
                  <a:gd name="T113" fmla="*/ 221 h 393"/>
                  <a:gd name="T114" fmla="*/ 44 w 312"/>
                  <a:gd name="T115" fmla="*/ 319 h 393"/>
                  <a:gd name="T116" fmla="*/ 52 w 312"/>
                  <a:gd name="T117" fmla="*/ 298 h 393"/>
                  <a:gd name="T118" fmla="*/ 75 w 312"/>
                  <a:gd name="T119" fmla="*/ 376 h 393"/>
                  <a:gd name="T120" fmla="*/ 182 w 312"/>
                  <a:gd name="T121" fmla="*/ 23 h 393"/>
                  <a:gd name="T122" fmla="*/ 204 w 312"/>
                  <a:gd name="T123" fmla="*/ 262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2" h="393">
                    <a:moveTo>
                      <a:pt x="216" y="286"/>
                    </a:move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7" y="286"/>
                      <a:pt x="217" y="286"/>
                      <a:pt x="217" y="286"/>
                    </a:cubicBezTo>
                    <a:cubicBezTo>
                      <a:pt x="218" y="286"/>
                      <a:pt x="218" y="286"/>
                      <a:pt x="218" y="286"/>
                    </a:cubicBezTo>
                    <a:cubicBezTo>
                      <a:pt x="220" y="285"/>
                      <a:pt x="220" y="285"/>
                      <a:pt x="220" y="285"/>
                    </a:cubicBezTo>
                    <a:cubicBezTo>
                      <a:pt x="220" y="284"/>
                      <a:pt x="220" y="284"/>
                      <a:pt x="220" y="284"/>
                    </a:cubicBezTo>
                    <a:cubicBezTo>
                      <a:pt x="221" y="284"/>
                      <a:pt x="221" y="284"/>
                      <a:pt x="221" y="284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3" y="282"/>
                      <a:pt x="223" y="282"/>
                      <a:pt x="223" y="282"/>
                    </a:cubicBezTo>
                    <a:cubicBezTo>
                      <a:pt x="224" y="281"/>
                      <a:pt x="224" y="281"/>
                      <a:pt x="224" y="281"/>
                    </a:cubicBezTo>
                    <a:cubicBezTo>
                      <a:pt x="225" y="281"/>
                      <a:pt x="225" y="281"/>
                      <a:pt x="225" y="281"/>
                    </a:cubicBezTo>
                    <a:cubicBezTo>
                      <a:pt x="226" y="281"/>
                      <a:pt x="226" y="281"/>
                      <a:pt x="226" y="281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8" y="280"/>
                      <a:pt x="228" y="280"/>
                      <a:pt x="228" y="280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30" y="279"/>
                      <a:pt x="230" y="279"/>
                      <a:pt x="230" y="279"/>
                    </a:cubicBezTo>
                    <a:cubicBezTo>
                      <a:pt x="232" y="278"/>
                      <a:pt x="232" y="278"/>
                      <a:pt x="232" y="278"/>
                    </a:cubicBez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7"/>
                      <a:pt x="231" y="277"/>
                      <a:pt x="231" y="277"/>
                    </a:cubicBezTo>
                    <a:cubicBezTo>
                      <a:pt x="233" y="277"/>
                      <a:pt x="233" y="277"/>
                      <a:pt x="233" y="277"/>
                    </a:cubicBezTo>
                    <a:cubicBezTo>
                      <a:pt x="234" y="276"/>
                      <a:pt x="234" y="276"/>
                      <a:pt x="234" y="276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4" y="274"/>
                      <a:pt x="234" y="274"/>
                      <a:pt x="234" y="274"/>
                    </a:cubicBezTo>
                    <a:cubicBezTo>
                      <a:pt x="235" y="274"/>
                      <a:pt x="235" y="274"/>
                      <a:pt x="235" y="274"/>
                    </a:cubicBezTo>
                    <a:cubicBezTo>
                      <a:pt x="237" y="273"/>
                      <a:pt x="237" y="273"/>
                      <a:pt x="237" y="273"/>
                    </a:cubicBezTo>
                    <a:cubicBezTo>
                      <a:pt x="238" y="271"/>
                      <a:pt x="238" y="271"/>
                      <a:pt x="238" y="271"/>
                    </a:cubicBezTo>
                    <a:cubicBezTo>
                      <a:pt x="238" y="270"/>
                      <a:pt x="238" y="270"/>
                      <a:pt x="238" y="270"/>
                    </a:cubicBezTo>
                    <a:cubicBezTo>
                      <a:pt x="235" y="271"/>
                      <a:pt x="235" y="271"/>
                      <a:pt x="235" y="271"/>
                    </a:cubicBezTo>
                    <a:cubicBezTo>
                      <a:pt x="234" y="271"/>
                      <a:pt x="234" y="271"/>
                      <a:pt x="234" y="271"/>
                    </a:cubicBezTo>
                    <a:cubicBezTo>
                      <a:pt x="234" y="270"/>
                      <a:pt x="234" y="270"/>
                      <a:pt x="234" y="270"/>
                    </a:cubicBezTo>
                    <a:cubicBezTo>
                      <a:pt x="231" y="270"/>
                      <a:pt x="231" y="270"/>
                      <a:pt x="231" y="270"/>
                    </a:cubicBezTo>
                    <a:cubicBezTo>
                      <a:pt x="230" y="270"/>
                      <a:pt x="230" y="270"/>
                      <a:pt x="230" y="270"/>
                    </a:cubicBezTo>
                    <a:cubicBezTo>
                      <a:pt x="229" y="270"/>
                      <a:pt x="229" y="270"/>
                      <a:pt x="229" y="270"/>
                    </a:cubicBezTo>
                    <a:cubicBezTo>
                      <a:pt x="227" y="269"/>
                      <a:pt x="227" y="269"/>
                      <a:pt x="227" y="269"/>
                    </a:cubicBezTo>
                    <a:cubicBezTo>
                      <a:pt x="225" y="269"/>
                      <a:pt x="225" y="269"/>
                      <a:pt x="225" y="269"/>
                    </a:cubicBezTo>
                    <a:cubicBezTo>
                      <a:pt x="223" y="268"/>
                      <a:pt x="223" y="268"/>
                      <a:pt x="223" y="268"/>
                    </a:cubicBezTo>
                    <a:cubicBezTo>
                      <a:pt x="222" y="267"/>
                      <a:pt x="222" y="267"/>
                      <a:pt x="222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6"/>
                      <a:pt x="221" y="266"/>
                      <a:pt x="221" y="266"/>
                    </a:cubicBezTo>
                    <a:cubicBezTo>
                      <a:pt x="219" y="267"/>
                      <a:pt x="219" y="267"/>
                      <a:pt x="219" y="267"/>
                    </a:cubicBezTo>
                    <a:cubicBezTo>
                      <a:pt x="217" y="268"/>
                      <a:pt x="217" y="268"/>
                      <a:pt x="217" y="268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5" y="269"/>
                      <a:pt x="215" y="269"/>
                      <a:pt x="215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4" y="266"/>
                      <a:pt x="214" y="266"/>
                      <a:pt x="214" y="266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6" y="266"/>
                      <a:pt x="216" y="266"/>
                      <a:pt x="216" y="266"/>
                    </a:cubicBezTo>
                    <a:cubicBezTo>
                      <a:pt x="216" y="265"/>
                      <a:pt x="216" y="265"/>
                      <a:pt x="216" y="265"/>
                    </a:cubicBezTo>
                    <a:cubicBezTo>
                      <a:pt x="217" y="265"/>
                      <a:pt x="217" y="265"/>
                      <a:pt x="217" y="265"/>
                    </a:cubicBezTo>
                    <a:cubicBezTo>
                      <a:pt x="219" y="265"/>
                      <a:pt x="219" y="265"/>
                      <a:pt x="219" y="265"/>
                    </a:cubicBezTo>
                    <a:cubicBezTo>
                      <a:pt x="220" y="265"/>
                      <a:pt x="220" y="265"/>
                      <a:pt x="220" y="265"/>
                    </a:cubicBezTo>
                    <a:cubicBezTo>
                      <a:pt x="222" y="263"/>
                      <a:pt x="222" y="263"/>
                      <a:pt x="222" y="263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2" y="256"/>
                      <a:pt x="222" y="256"/>
                      <a:pt x="222" y="256"/>
                    </a:cubicBez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1" y="252"/>
                      <a:pt x="221" y="252"/>
                      <a:pt x="221" y="252"/>
                    </a:cubicBezTo>
                    <a:cubicBezTo>
                      <a:pt x="220" y="252"/>
                      <a:pt x="220" y="252"/>
                      <a:pt x="220" y="252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3" y="254"/>
                      <a:pt x="223" y="254"/>
                      <a:pt x="223" y="254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4" y="255"/>
                      <a:pt x="224" y="255"/>
                      <a:pt x="224" y="255"/>
                    </a:cubicBezTo>
                    <a:cubicBezTo>
                      <a:pt x="224" y="257"/>
                      <a:pt x="224" y="257"/>
                      <a:pt x="224" y="257"/>
                    </a:cubicBezTo>
                    <a:cubicBezTo>
                      <a:pt x="225" y="258"/>
                      <a:pt x="225" y="258"/>
                      <a:pt x="225" y="258"/>
                    </a:cubicBezTo>
                    <a:cubicBezTo>
                      <a:pt x="226" y="259"/>
                      <a:pt x="226" y="259"/>
                      <a:pt x="226" y="259"/>
                    </a:cubicBezTo>
                    <a:cubicBezTo>
                      <a:pt x="226" y="261"/>
                      <a:pt x="226" y="261"/>
                      <a:pt x="226" y="261"/>
                    </a:cubicBezTo>
                    <a:cubicBezTo>
                      <a:pt x="228" y="263"/>
                      <a:pt x="228" y="263"/>
                      <a:pt x="228" y="263"/>
                    </a:cubicBezTo>
                    <a:cubicBezTo>
                      <a:pt x="229" y="265"/>
                      <a:pt x="229" y="265"/>
                      <a:pt x="229" y="265"/>
                    </a:cubicBezTo>
                    <a:cubicBezTo>
                      <a:pt x="231" y="267"/>
                      <a:pt x="231" y="267"/>
                      <a:pt x="231" y="267"/>
                    </a:cubicBezTo>
                    <a:cubicBezTo>
                      <a:pt x="232" y="268"/>
                      <a:pt x="232" y="268"/>
                      <a:pt x="232" y="268"/>
                    </a:cubicBezTo>
                    <a:cubicBezTo>
                      <a:pt x="233" y="267"/>
                      <a:pt x="233" y="267"/>
                      <a:pt x="233" y="267"/>
                    </a:cubicBezTo>
                    <a:cubicBezTo>
                      <a:pt x="234" y="267"/>
                      <a:pt x="234" y="267"/>
                      <a:pt x="234" y="267"/>
                    </a:cubicBezTo>
                    <a:cubicBezTo>
                      <a:pt x="235" y="267"/>
                      <a:pt x="235" y="267"/>
                      <a:pt x="235" y="267"/>
                    </a:cubicBezTo>
                    <a:cubicBezTo>
                      <a:pt x="236" y="267"/>
                      <a:pt x="236" y="267"/>
                      <a:pt x="236" y="267"/>
                    </a:cubicBezTo>
                    <a:cubicBezTo>
                      <a:pt x="236" y="266"/>
                      <a:pt x="236" y="266"/>
                      <a:pt x="236" y="266"/>
                    </a:cubicBezTo>
                    <a:cubicBezTo>
                      <a:pt x="237" y="267"/>
                      <a:pt x="237" y="267"/>
                      <a:pt x="237" y="267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9" y="266"/>
                      <a:pt x="239" y="266"/>
                      <a:pt x="239" y="266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38" y="267"/>
                      <a:pt x="238" y="267"/>
                      <a:pt x="238" y="267"/>
                    </a:cubicBezTo>
                    <a:cubicBezTo>
                      <a:pt x="239" y="268"/>
                      <a:pt x="239" y="268"/>
                      <a:pt x="239" y="268"/>
                    </a:cubicBezTo>
                    <a:cubicBezTo>
                      <a:pt x="240" y="268"/>
                      <a:pt x="240" y="268"/>
                      <a:pt x="240" y="268"/>
                    </a:cubicBezTo>
                    <a:cubicBezTo>
                      <a:pt x="241" y="268"/>
                      <a:pt x="241" y="268"/>
                      <a:pt x="241" y="268"/>
                    </a:cubicBezTo>
                    <a:cubicBezTo>
                      <a:pt x="242" y="267"/>
                      <a:pt x="242" y="267"/>
                      <a:pt x="242" y="267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2" y="265"/>
                      <a:pt x="242" y="265"/>
                      <a:pt x="242" y="265"/>
                    </a:cubicBezTo>
                    <a:cubicBezTo>
                      <a:pt x="242" y="263"/>
                      <a:pt x="242" y="263"/>
                      <a:pt x="242" y="263"/>
                    </a:cubicBezTo>
                    <a:cubicBezTo>
                      <a:pt x="242" y="262"/>
                      <a:pt x="242" y="262"/>
                      <a:pt x="242" y="262"/>
                    </a:cubicBezTo>
                    <a:cubicBezTo>
                      <a:pt x="242" y="261"/>
                      <a:pt x="242" y="261"/>
                      <a:pt x="242" y="261"/>
                    </a:cubicBezTo>
                    <a:cubicBezTo>
                      <a:pt x="243" y="260"/>
                      <a:pt x="243" y="260"/>
                      <a:pt x="243" y="260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8"/>
                      <a:pt x="242" y="258"/>
                      <a:pt x="242" y="258"/>
                    </a:cubicBezTo>
                    <a:cubicBezTo>
                      <a:pt x="242" y="257"/>
                      <a:pt x="242" y="257"/>
                      <a:pt x="242" y="257"/>
                    </a:cubicBezTo>
                    <a:cubicBezTo>
                      <a:pt x="243" y="256"/>
                      <a:pt x="243" y="256"/>
                      <a:pt x="243" y="256"/>
                    </a:cubicBezTo>
                    <a:cubicBezTo>
                      <a:pt x="243" y="254"/>
                      <a:pt x="243" y="254"/>
                      <a:pt x="243" y="254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3" y="250"/>
                      <a:pt x="243" y="250"/>
                      <a:pt x="243" y="250"/>
                    </a:cubicBezTo>
                    <a:cubicBezTo>
                      <a:pt x="241" y="250"/>
                      <a:pt x="241" y="250"/>
                      <a:pt x="241" y="250"/>
                    </a:cubicBezTo>
                    <a:cubicBezTo>
                      <a:pt x="240" y="251"/>
                      <a:pt x="240" y="251"/>
                      <a:pt x="240" y="251"/>
                    </a:cubicBezTo>
                    <a:cubicBezTo>
                      <a:pt x="239" y="252"/>
                      <a:pt x="239" y="252"/>
                      <a:pt x="239" y="252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0"/>
                      <a:pt x="239" y="250"/>
                      <a:pt x="239" y="250"/>
                    </a:cubicBezTo>
                    <a:cubicBezTo>
                      <a:pt x="240" y="250"/>
                      <a:pt x="240" y="250"/>
                      <a:pt x="240" y="250"/>
                    </a:cubicBezTo>
                    <a:cubicBezTo>
                      <a:pt x="241" y="249"/>
                      <a:pt x="241" y="249"/>
                      <a:pt x="241" y="249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1" y="246"/>
                      <a:pt x="241" y="246"/>
                      <a:pt x="241" y="246"/>
                    </a:cubicBezTo>
                    <a:cubicBezTo>
                      <a:pt x="240" y="246"/>
                      <a:pt x="240" y="246"/>
                      <a:pt x="240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8" y="246"/>
                      <a:pt x="238" y="246"/>
                      <a:pt x="238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8" y="243"/>
                      <a:pt x="238" y="243"/>
                      <a:pt x="238" y="243"/>
                    </a:cubicBezTo>
                    <a:cubicBezTo>
                      <a:pt x="238" y="242"/>
                      <a:pt x="238" y="242"/>
                      <a:pt x="238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6" y="241"/>
                      <a:pt x="236" y="241"/>
                      <a:pt x="236" y="241"/>
                    </a:cubicBezTo>
                    <a:cubicBezTo>
                      <a:pt x="235" y="240"/>
                      <a:pt x="235" y="240"/>
                      <a:pt x="235" y="240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2" y="238"/>
                      <a:pt x="232" y="238"/>
                      <a:pt x="232" y="238"/>
                    </a:cubicBezTo>
                    <a:cubicBezTo>
                      <a:pt x="230" y="236"/>
                      <a:pt x="230" y="236"/>
                      <a:pt x="230" y="236"/>
                    </a:cubicBezTo>
                    <a:cubicBezTo>
                      <a:pt x="229" y="236"/>
                      <a:pt x="229" y="236"/>
                      <a:pt x="229" y="236"/>
                    </a:cubicBezTo>
                    <a:cubicBezTo>
                      <a:pt x="228" y="235"/>
                      <a:pt x="228" y="235"/>
                      <a:pt x="228" y="235"/>
                    </a:cubicBezTo>
                    <a:cubicBezTo>
                      <a:pt x="227" y="235"/>
                      <a:pt x="227" y="235"/>
                      <a:pt x="227" y="235"/>
                    </a:cubicBezTo>
                    <a:cubicBezTo>
                      <a:pt x="228" y="234"/>
                      <a:pt x="228" y="234"/>
                      <a:pt x="228" y="234"/>
                    </a:cubicBezTo>
                    <a:cubicBezTo>
                      <a:pt x="228" y="231"/>
                      <a:pt x="228" y="231"/>
                      <a:pt x="228" y="231"/>
                    </a:cubicBezTo>
                    <a:cubicBezTo>
                      <a:pt x="228" y="230"/>
                      <a:pt x="228" y="230"/>
                      <a:pt x="228" y="230"/>
                    </a:cubicBezTo>
                    <a:cubicBezTo>
                      <a:pt x="227" y="230"/>
                      <a:pt x="227" y="230"/>
                      <a:pt x="227" y="230"/>
                    </a:cubicBezTo>
                    <a:cubicBezTo>
                      <a:pt x="228" y="229"/>
                      <a:pt x="228" y="229"/>
                      <a:pt x="228" y="229"/>
                    </a:cubicBezTo>
                    <a:cubicBezTo>
                      <a:pt x="228" y="228"/>
                      <a:pt x="228" y="228"/>
                      <a:pt x="228" y="228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7"/>
                      <a:pt x="229" y="227"/>
                    </a:cubicBezTo>
                    <a:cubicBezTo>
                      <a:pt x="229" y="227"/>
                      <a:pt x="229" y="227"/>
                      <a:pt x="229" y="227"/>
                    </a:cubicBezTo>
                    <a:cubicBezTo>
                      <a:pt x="230" y="228"/>
                      <a:pt x="230" y="228"/>
                      <a:pt x="230" y="228"/>
                    </a:cubicBezTo>
                    <a:cubicBezTo>
                      <a:pt x="229" y="228"/>
                      <a:pt x="229" y="228"/>
                      <a:pt x="229" y="228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1"/>
                      <a:pt x="229" y="231"/>
                      <a:pt x="229" y="231"/>
                    </a:cubicBezTo>
                    <a:cubicBezTo>
                      <a:pt x="230" y="233"/>
                      <a:pt x="230" y="233"/>
                      <a:pt x="230" y="233"/>
                    </a:cubicBezTo>
                    <a:cubicBezTo>
                      <a:pt x="231" y="235"/>
                      <a:pt x="231" y="235"/>
                      <a:pt x="231" y="235"/>
                    </a:cubicBezTo>
                    <a:cubicBezTo>
                      <a:pt x="233" y="235"/>
                      <a:pt x="233" y="235"/>
                      <a:pt x="233" y="235"/>
                    </a:cubicBezTo>
                    <a:cubicBezTo>
                      <a:pt x="235" y="237"/>
                      <a:pt x="235" y="237"/>
                      <a:pt x="235" y="237"/>
                    </a:cubicBezTo>
                    <a:cubicBezTo>
                      <a:pt x="236" y="238"/>
                      <a:pt x="236" y="238"/>
                      <a:pt x="236" y="238"/>
                    </a:cubicBezTo>
                    <a:cubicBezTo>
                      <a:pt x="237" y="239"/>
                      <a:pt x="237" y="239"/>
                      <a:pt x="237" y="239"/>
                    </a:cubicBezTo>
                    <a:cubicBezTo>
                      <a:pt x="238" y="239"/>
                      <a:pt x="238" y="239"/>
                      <a:pt x="238" y="239"/>
                    </a:cubicBezTo>
                    <a:cubicBezTo>
                      <a:pt x="238" y="240"/>
                      <a:pt x="238" y="240"/>
                      <a:pt x="238" y="240"/>
                    </a:cubicBezTo>
                    <a:cubicBezTo>
                      <a:pt x="241" y="241"/>
                      <a:pt x="241" y="241"/>
                      <a:pt x="241" y="241"/>
                    </a:cubicBezTo>
                    <a:cubicBezTo>
                      <a:pt x="241" y="240"/>
                      <a:pt x="241" y="240"/>
                      <a:pt x="241" y="240"/>
                    </a:cubicBezTo>
                    <a:cubicBezTo>
                      <a:pt x="241" y="239"/>
                      <a:pt x="241" y="239"/>
                      <a:pt x="241" y="239"/>
                    </a:cubicBezTo>
                    <a:cubicBezTo>
                      <a:pt x="242" y="238"/>
                      <a:pt x="242" y="238"/>
                      <a:pt x="242" y="238"/>
                    </a:cubicBezTo>
                    <a:cubicBezTo>
                      <a:pt x="241" y="236"/>
                      <a:pt x="241" y="236"/>
                      <a:pt x="241" y="236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8" y="235"/>
                      <a:pt x="238" y="235"/>
                      <a:pt x="238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40" y="236"/>
                      <a:pt x="240" y="236"/>
                      <a:pt x="240" y="236"/>
                    </a:cubicBezTo>
                    <a:cubicBezTo>
                      <a:pt x="242" y="236"/>
                      <a:pt x="242" y="236"/>
                      <a:pt x="242" y="236"/>
                    </a:cubicBezTo>
                    <a:cubicBezTo>
                      <a:pt x="243" y="236"/>
                      <a:pt x="243" y="236"/>
                      <a:pt x="243" y="236"/>
                    </a:cubicBezTo>
                    <a:cubicBezTo>
                      <a:pt x="244" y="235"/>
                      <a:pt x="244" y="235"/>
                      <a:pt x="244" y="235"/>
                    </a:cubicBezTo>
                    <a:cubicBezTo>
                      <a:pt x="243" y="233"/>
                      <a:pt x="243" y="233"/>
                      <a:pt x="243" y="233"/>
                    </a:cubicBezTo>
                    <a:cubicBezTo>
                      <a:pt x="239" y="232"/>
                      <a:pt x="239" y="232"/>
                      <a:pt x="239" y="232"/>
                    </a:cubicBezTo>
                    <a:cubicBezTo>
                      <a:pt x="238" y="230"/>
                      <a:pt x="238" y="230"/>
                      <a:pt x="238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1"/>
                      <a:pt x="239" y="231"/>
                      <a:pt x="239" y="231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32"/>
                      <a:pt x="242" y="232"/>
                      <a:pt x="242" y="232"/>
                    </a:cubicBezTo>
                    <a:cubicBezTo>
                      <a:pt x="243" y="232"/>
                      <a:pt x="243" y="232"/>
                      <a:pt x="243" y="232"/>
                    </a:cubicBezTo>
                    <a:cubicBezTo>
                      <a:pt x="244" y="231"/>
                      <a:pt x="244" y="231"/>
                      <a:pt x="244" y="231"/>
                    </a:cubicBezTo>
                    <a:cubicBezTo>
                      <a:pt x="244" y="230"/>
                      <a:pt x="244" y="230"/>
                      <a:pt x="244" y="230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5" y="228"/>
                      <a:pt x="245" y="228"/>
                      <a:pt x="245" y="228"/>
                    </a:cubicBezTo>
                    <a:cubicBezTo>
                      <a:pt x="243" y="227"/>
                      <a:pt x="243" y="227"/>
                      <a:pt x="243" y="227"/>
                    </a:cubicBezTo>
                    <a:cubicBezTo>
                      <a:pt x="241" y="226"/>
                      <a:pt x="241" y="226"/>
                      <a:pt x="241" y="226"/>
                    </a:cubicBezTo>
                    <a:cubicBezTo>
                      <a:pt x="240" y="225"/>
                      <a:pt x="240" y="225"/>
                      <a:pt x="240" y="225"/>
                    </a:cubicBezTo>
                    <a:cubicBezTo>
                      <a:pt x="240" y="224"/>
                      <a:pt x="240" y="224"/>
                      <a:pt x="240" y="224"/>
                    </a:cubicBezTo>
                    <a:cubicBezTo>
                      <a:pt x="238" y="223"/>
                      <a:pt x="238" y="223"/>
                      <a:pt x="238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6" y="222"/>
                      <a:pt x="236" y="222"/>
                      <a:pt x="236" y="222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28" y="219"/>
                      <a:pt x="228" y="219"/>
                      <a:pt x="228" y="219"/>
                    </a:cubicBezTo>
                    <a:cubicBezTo>
                      <a:pt x="228" y="218"/>
                      <a:pt x="228" y="218"/>
                      <a:pt x="228" y="218"/>
                    </a:cubicBezTo>
                    <a:cubicBezTo>
                      <a:pt x="229" y="218"/>
                      <a:pt x="229" y="218"/>
                      <a:pt x="229" y="218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30" y="218"/>
                      <a:pt x="230" y="218"/>
                      <a:pt x="230" y="218"/>
                    </a:cubicBezTo>
                    <a:cubicBezTo>
                      <a:pt x="231" y="219"/>
                      <a:pt x="231" y="219"/>
                      <a:pt x="231" y="219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3" y="217"/>
                      <a:pt x="233" y="217"/>
                      <a:pt x="233" y="217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7" y="222"/>
                      <a:pt x="237" y="222"/>
                      <a:pt x="237" y="222"/>
                    </a:cubicBezTo>
                    <a:cubicBezTo>
                      <a:pt x="239" y="223"/>
                      <a:pt x="239" y="223"/>
                      <a:pt x="239" y="223"/>
                    </a:cubicBezTo>
                    <a:cubicBezTo>
                      <a:pt x="241" y="224"/>
                      <a:pt x="241" y="224"/>
                      <a:pt x="241" y="224"/>
                    </a:cubicBezTo>
                    <a:cubicBezTo>
                      <a:pt x="242" y="224"/>
                      <a:pt x="242" y="224"/>
                      <a:pt x="242" y="224"/>
                    </a:cubicBezTo>
                    <a:cubicBezTo>
                      <a:pt x="243" y="224"/>
                      <a:pt x="243" y="224"/>
                      <a:pt x="243" y="224"/>
                    </a:cubicBezTo>
                    <a:cubicBezTo>
                      <a:pt x="243" y="223"/>
                      <a:pt x="243" y="223"/>
                      <a:pt x="243" y="223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5" y="222"/>
                      <a:pt x="245" y="222"/>
                      <a:pt x="245" y="222"/>
                    </a:cubicBezTo>
                    <a:cubicBezTo>
                      <a:pt x="246" y="221"/>
                      <a:pt x="246" y="221"/>
                      <a:pt x="246" y="221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49" y="221"/>
                      <a:pt x="249" y="221"/>
                      <a:pt x="249" y="221"/>
                    </a:cubicBezTo>
                    <a:cubicBezTo>
                      <a:pt x="251" y="220"/>
                      <a:pt x="251" y="220"/>
                      <a:pt x="251" y="220"/>
                    </a:cubicBezTo>
                    <a:cubicBezTo>
                      <a:pt x="252" y="220"/>
                      <a:pt x="252" y="220"/>
                      <a:pt x="252" y="220"/>
                    </a:cubicBezTo>
                    <a:cubicBezTo>
                      <a:pt x="253" y="220"/>
                      <a:pt x="253" y="220"/>
                      <a:pt x="253" y="220"/>
                    </a:cubicBezTo>
                    <a:cubicBezTo>
                      <a:pt x="253" y="218"/>
                      <a:pt x="253" y="218"/>
                      <a:pt x="253" y="218"/>
                    </a:cubicBezTo>
                    <a:cubicBezTo>
                      <a:pt x="253" y="216"/>
                      <a:pt x="253" y="216"/>
                      <a:pt x="253" y="216"/>
                    </a:cubicBezTo>
                    <a:cubicBezTo>
                      <a:pt x="255" y="214"/>
                      <a:pt x="255" y="214"/>
                      <a:pt x="255" y="214"/>
                    </a:cubicBezTo>
                    <a:cubicBezTo>
                      <a:pt x="255" y="213"/>
                      <a:pt x="255" y="213"/>
                      <a:pt x="255" y="213"/>
                    </a:cubicBezTo>
                    <a:cubicBezTo>
                      <a:pt x="254" y="212"/>
                      <a:pt x="254" y="212"/>
                      <a:pt x="254" y="212"/>
                    </a:cubicBezTo>
                    <a:cubicBezTo>
                      <a:pt x="253" y="211"/>
                      <a:pt x="253" y="211"/>
                      <a:pt x="253" y="211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49" y="212"/>
                      <a:pt x="249" y="212"/>
                      <a:pt x="249" y="212"/>
                    </a:cubicBezTo>
                    <a:cubicBezTo>
                      <a:pt x="249" y="211"/>
                      <a:pt x="249" y="211"/>
                      <a:pt x="249" y="211"/>
                    </a:cubicBezTo>
                    <a:cubicBezTo>
                      <a:pt x="248" y="210"/>
                      <a:pt x="248" y="210"/>
                      <a:pt x="248" y="210"/>
                    </a:cubicBezTo>
                    <a:cubicBezTo>
                      <a:pt x="247" y="209"/>
                      <a:pt x="247" y="209"/>
                      <a:pt x="247" y="209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5" y="210"/>
                      <a:pt x="245" y="210"/>
                      <a:pt x="245" y="210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09"/>
                      <a:pt x="245" y="209"/>
                      <a:pt x="245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8"/>
                      <a:pt x="244" y="208"/>
                      <a:pt x="244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5" y="205"/>
                      <a:pt x="245" y="205"/>
                      <a:pt x="245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7" y="205"/>
                      <a:pt x="247" y="205"/>
                      <a:pt x="247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7" y="208"/>
                      <a:pt x="247" y="208"/>
                      <a:pt x="247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50" y="210"/>
                      <a:pt x="250" y="210"/>
                      <a:pt x="250" y="210"/>
                    </a:cubicBezTo>
                    <a:cubicBezTo>
                      <a:pt x="251" y="210"/>
                      <a:pt x="251" y="210"/>
                      <a:pt x="251" y="210"/>
                    </a:cubicBezTo>
                    <a:cubicBezTo>
                      <a:pt x="253" y="210"/>
                      <a:pt x="253" y="210"/>
                      <a:pt x="253" y="210"/>
                    </a:cubicBezTo>
                    <a:cubicBezTo>
                      <a:pt x="255" y="209"/>
                      <a:pt x="255" y="209"/>
                      <a:pt x="255" y="209"/>
                    </a:cubicBezTo>
                    <a:cubicBezTo>
                      <a:pt x="255" y="208"/>
                      <a:pt x="255" y="208"/>
                      <a:pt x="255" y="208"/>
                    </a:cubicBezTo>
                    <a:cubicBezTo>
                      <a:pt x="255" y="207"/>
                      <a:pt x="255" y="207"/>
                      <a:pt x="255" y="207"/>
                    </a:cubicBezTo>
                    <a:cubicBezTo>
                      <a:pt x="255" y="206"/>
                      <a:pt x="255" y="206"/>
                      <a:pt x="255" y="206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7" y="208"/>
                      <a:pt x="257" y="208"/>
                      <a:pt x="257" y="208"/>
                    </a:cubicBezTo>
                    <a:cubicBezTo>
                      <a:pt x="258" y="208"/>
                      <a:pt x="258" y="208"/>
                      <a:pt x="258" y="208"/>
                    </a:cubicBezTo>
                    <a:cubicBezTo>
                      <a:pt x="260" y="207"/>
                      <a:pt x="260" y="207"/>
                      <a:pt x="260" y="207"/>
                    </a:cubicBezTo>
                    <a:cubicBezTo>
                      <a:pt x="261" y="205"/>
                      <a:pt x="261" y="205"/>
                      <a:pt x="261" y="205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61" y="203"/>
                      <a:pt x="261" y="203"/>
                      <a:pt x="261" y="203"/>
                    </a:cubicBezTo>
                    <a:cubicBezTo>
                      <a:pt x="263" y="203"/>
                      <a:pt x="263" y="203"/>
                      <a:pt x="263" y="203"/>
                    </a:cubicBezTo>
                    <a:cubicBezTo>
                      <a:pt x="264" y="202"/>
                      <a:pt x="264" y="202"/>
                      <a:pt x="264" y="202"/>
                    </a:cubicBezTo>
                    <a:cubicBezTo>
                      <a:pt x="264" y="200"/>
                      <a:pt x="264" y="200"/>
                      <a:pt x="264" y="200"/>
                    </a:cubicBezTo>
                    <a:cubicBezTo>
                      <a:pt x="263" y="200"/>
                      <a:pt x="263" y="200"/>
                      <a:pt x="263" y="200"/>
                    </a:cubicBezTo>
                    <a:cubicBezTo>
                      <a:pt x="262" y="201"/>
                      <a:pt x="262" y="201"/>
                      <a:pt x="262" y="201"/>
                    </a:cubicBezTo>
                    <a:cubicBezTo>
                      <a:pt x="261" y="200"/>
                      <a:pt x="261" y="200"/>
                      <a:pt x="261" y="200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8" y="199"/>
                      <a:pt x="258" y="199"/>
                      <a:pt x="258" y="199"/>
                    </a:cubicBezTo>
                    <a:cubicBezTo>
                      <a:pt x="258" y="198"/>
                      <a:pt x="258" y="198"/>
                      <a:pt x="258" y="198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7" y="194"/>
                      <a:pt x="257" y="194"/>
                      <a:pt x="257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4" y="193"/>
                      <a:pt x="254" y="193"/>
                      <a:pt x="254" y="193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6" y="192"/>
                      <a:pt x="256" y="192"/>
                      <a:pt x="256" y="192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3"/>
                      <a:pt x="257" y="193"/>
                      <a:pt x="257" y="193"/>
                    </a:cubicBezTo>
                    <a:cubicBezTo>
                      <a:pt x="258" y="194"/>
                      <a:pt x="258" y="194"/>
                      <a:pt x="258" y="194"/>
                    </a:cubicBezTo>
                    <a:cubicBezTo>
                      <a:pt x="259" y="194"/>
                      <a:pt x="259" y="194"/>
                      <a:pt x="259" y="194"/>
                    </a:cubicBezTo>
                    <a:cubicBezTo>
                      <a:pt x="260" y="193"/>
                      <a:pt x="260" y="193"/>
                      <a:pt x="260" y="193"/>
                    </a:cubicBezTo>
                    <a:cubicBezTo>
                      <a:pt x="261" y="190"/>
                      <a:pt x="261" y="190"/>
                      <a:pt x="261" y="190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3" y="182"/>
                      <a:pt x="263" y="182"/>
                      <a:pt x="263" y="182"/>
                    </a:cubicBezTo>
                    <a:cubicBezTo>
                      <a:pt x="262" y="181"/>
                      <a:pt x="262" y="181"/>
                      <a:pt x="262" y="181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0" y="179"/>
                      <a:pt x="260" y="179"/>
                      <a:pt x="260" y="179"/>
                    </a:cubicBezTo>
                    <a:cubicBezTo>
                      <a:pt x="259" y="179"/>
                      <a:pt x="259" y="179"/>
                      <a:pt x="259" y="179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58" y="178"/>
                      <a:pt x="258" y="178"/>
                      <a:pt x="258" y="178"/>
                    </a:cubicBezTo>
                    <a:cubicBezTo>
                      <a:pt x="257" y="178"/>
                      <a:pt x="257" y="178"/>
                      <a:pt x="257" y="178"/>
                    </a:cubicBezTo>
                    <a:cubicBezTo>
                      <a:pt x="258" y="177"/>
                      <a:pt x="258" y="177"/>
                      <a:pt x="258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3"/>
                      <a:pt x="262" y="173"/>
                      <a:pt x="262" y="173"/>
                    </a:cubicBezTo>
                    <a:cubicBezTo>
                      <a:pt x="260" y="172"/>
                      <a:pt x="260" y="172"/>
                      <a:pt x="260" y="172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8" y="173"/>
                      <a:pt x="258" y="173"/>
                      <a:pt x="258" y="173"/>
                    </a:cubicBezTo>
                    <a:cubicBezTo>
                      <a:pt x="256" y="173"/>
                      <a:pt x="256" y="173"/>
                      <a:pt x="256" y="173"/>
                    </a:cubicBezTo>
                    <a:cubicBezTo>
                      <a:pt x="256" y="172"/>
                      <a:pt x="256" y="172"/>
                      <a:pt x="256" y="172"/>
                    </a:cubicBezTo>
                    <a:cubicBezTo>
                      <a:pt x="254" y="172"/>
                      <a:pt x="254" y="172"/>
                      <a:pt x="254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69"/>
                      <a:pt x="252" y="169"/>
                      <a:pt x="252" y="169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7"/>
                      <a:pt x="252" y="167"/>
                      <a:pt x="252" y="167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3" y="166"/>
                      <a:pt x="253" y="166"/>
                      <a:pt x="253" y="166"/>
                    </a:cubicBezTo>
                    <a:cubicBezTo>
                      <a:pt x="253" y="167"/>
                      <a:pt x="253" y="167"/>
                      <a:pt x="253" y="167"/>
                    </a:cubicBezTo>
                    <a:cubicBezTo>
                      <a:pt x="254" y="169"/>
                      <a:pt x="254" y="169"/>
                      <a:pt x="254" y="169"/>
                    </a:cubicBezTo>
                    <a:cubicBezTo>
                      <a:pt x="256" y="168"/>
                      <a:pt x="256" y="168"/>
                      <a:pt x="256" y="168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4" y="166"/>
                      <a:pt x="254" y="166"/>
                      <a:pt x="254" y="166"/>
                    </a:cubicBezTo>
                    <a:cubicBezTo>
                      <a:pt x="255" y="165"/>
                      <a:pt x="255" y="165"/>
                      <a:pt x="255" y="165"/>
                    </a:cubicBezTo>
                    <a:cubicBezTo>
                      <a:pt x="256" y="164"/>
                      <a:pt x="256" y="164"/>
                      <a:pt x="256" y="164"/>
                    </a:cubicBezTo>
                    <a:cubicBezTo>
                      <a:pt x="258" y="163"/>
                      <a:pt x="258" y="163"/>
                      <a:pt x="258" y="163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9" y="162"/>
                      <a:pt x="259" y="162"/>
                      <a:pt x="259" y="162"/>
                    </a:cubicBezTo>
                    <a:cubicBezTo>
                      <a:pt x="258" y="161"/>
                      <a:pt x="258" y="161"/>
                      <a:pt x="258" y="161"/>
                    </a:cubicBezTo>
                    <a:cubicBezTo>
                      <a:pt x="259" y="161"/>
                      <a:pt x="259" y="161"/>
                      <a:pt x="259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3" y="162"/>
                      <a:pt x="263" y="162"/>
                      <a:pt x="263" y="162"/>
                    </a:cubicBezTo>
                    <a:cubicBezTo>
                      <a:pt x="263" y="163"/>
                      <a:pt x="263" y="163"/>
                      <a:pt x="263" y="163"/>
                    </a:cubicBezTo>
                    <a:cubicBezTo>
                      <a:pt x="263" y="164"/>
                      <a:pt x="263" y="164"/>
                      <a:pt x="263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65" y="166"/>
                      <a:pt x="265" y="166"/>
                      <a:pt x="265" y="166"/>
                    </a:cubicBezTo>
                    <a:cubicBezTo>
                      <a:pt x="265" y="167"/>
                      <a:pt x="265" y="167"/>
                      <a:pt x="265" y="167"/>
                    </a:cubicBezTo>
                    <a:cubicBezTo>
                      <a:pt x="266" y="168"/>
                      <a:pt x="266" y="168"/>
                      <a:pt x="266" y="168"/>
                    </a:cubicBezTo>
                    <a:cubicBezTo>
                      <a:pt x="266" y="169"/>
                      <a:pt x="266" y="169"/>
                      <a:pt x="266" y="169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5" y="171"/>
                      <a:pt x="265" y="171"/>
                      <a:pt x="265" y="171"/>
                    </a:cubicBezTo>
                    <a:cubicBezTo>
                      <a:pt x="266" y="173"/>
                      <a:pt x="266" y="173"/>
                      <a:pt x="266" y="173"/>
                    </a:cubicBezTo>
                    <a:cubicBezTo>
                      <a:pt x="266" y="175"/>
                      <a:pt x="266" y="175"/>
                      <a:pt x="266" y="175"/>
                    </a:cubicBezTo>
                    <a:cubicBezTo>
                      <a:pt x="266" y="177"/>
                      <a:pt x="266" y="177"/>
                      <a:pt x="266" y="177"/>
                    </a:cubicBezTo>
                    <a:cubicBezTo>
                      <a:pt x="266" y="179"/>
                      <a:pt x="266" y="179"/>
                      <a:pt x="266" y="179"/>
                    </a:cubicBezTo>
                    <a:cubicBezTo>
                      <a:pt x="267" y="180"/>
                      <a:pt x="267" y="180"/>
                      <a:pt x="267" y="180"/>
                    </a:cubicBezTo>
                    <a:cubicBezTo>
                      <a:pt x="268" y="178"/>
                      <a:pt x="268" y="178"/>
                      <a:pt x="268" y="178"/>
                    </a:cubicBezTo>
                    <a:cubicBezTo>
                      <a:pt x="268" y="176"/>
                      <a:pt x="268" y="176"/>
                      <a:pt x="268" y="176"/>
                    </a:cubicBezTo>
                    <a:cubicBezTo>
                      <a:pt x="269" y="176"/>
                      <a:pt x="269" y="176"/>
                      <a:pt x="269" y="176"/>
                    </a:cubicBezTo>
                    <a:cubicBezTo>
                      <a:pt x="269" y="173"/>
                      <a:pt x="269" y="173"/>
                      <a:pt x="269" y="173"/>
                    </a:cubicBezTo>
                    <a:cubicBezTo>
                      <a:pt x="268" y="172"/>
                      <a:pt x="268" y="172"/>
                      <a:pt x="268" y="172"/>
                    </a:cubicBezTo>
                    <a:cubicBezTo>
                      <a:pt x="268" y="169"/>
                      <a:pt x="268" y="169"/>
                      <a:pt x="268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7" y="166"/>
                      <a:pt x="267" y="166"/>
                      <a:pt x="267" y="166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8" y="167"/>
                      <a:pt x="268" y="167"/>
                      <a:pt x="268" y="167"/>
                    </a:cubicBezTo>
                    <a:cubicBezTo>
                      <a:pt x="269" y="168"/>
                      <a:pt x="269" y="168"/>
                      <a:pt x="269" y="168"/>
                    </a:cubicBezTo>
                    <a:cubicBezTo>
                      <a:pt x="270" y="166"/>
                      <a:pt x="270" y="166"/>
                      <a:pt x="270" y="166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71" y="164"/>
                      <a:pt x="271" y="164"/>
                      <a:pt x="271" y="164"/>
                    </a:cubicBezTo>
                    <a:cubicBezTo>
                      <a:pt x="272" y="162"/>
                      <a:pt x="272" y="162"/>
                      <a:pt x="272" y="162"/>
                    </a:cubicBezTo>
                    <a:cubicBezTo>
                      <a:pt x="271" y="161"/>
                      <a:pt x="271" y="161"/>
                      <a:pt x="271" y="161"/>
                    </a:cubicBezTo>
                    <a:cubicBezTo>
                      <a:pt x="272" y="160"/>
                      <a:pt x="272" y="160"/>
                      <a:pt x="272" y="160"/>
                    </a:cubicBezTo>
                    <a:cubicBezTo>
                      <a:pt x="272" y="158"/>
                      <a:pt x="272" y="158"/>
                      <a:pt x="272" y="158"/>
                    </a:cubicBezTo>
                    <a:cubicBezTo>
                      <a:pt x="272" y="157"/>
                      <a:pt x="272" y="157"/>
                      <a:pt x="272" y="157"/>
                    </a:cubicBezTo>
                    <a:cubicBezTo>
                      <a:pt x="272" y="156"/>
                      <a:pt x="272" y="156"/>
                      <a:pt x="272" y="156"/>
                    </a:cubicBezTo>
                    <a:cubicBezTo>
                      <a:pt x="272" y="155"/>
                      <a:pt x="272" y="155"/>
                      <a:pt x="272" y="155"/>
                    </a:cubicBezTo>
                    <a:cubicBezTo>
                      <a:pt x="271" y="154"/>
                      <a:pt x="271" y="154"/>
                      <a:pt x="271" y="154"/>
                    </a:cubicBezTo>
                    <a:cubicBezTo>
                      <a:pt x="270" y="153"/>
                      <a:pt x="270" y="153"/>
                      <a:pt x="270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2"/>
                      <a:pt x="269" y="152"/>
                      <a:pt x="269" y="152"/>
                    </a:cubicBezTo>
                    <a:cubicBezTo>
                      <a:pt x="267" y="153"/>
                      <a:pt x="267" y="153"/>
                      <a:pt x="267" y="153"/>
                    </a:cubicBezTo>
                    <a:cubicBezTo>
                      <a:pt x="267" y="154"/>
                      <a:pt x="267" y="154"/>
                      <a:pt x="267" y="154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5" y="155"/>
                      <a:pt x="265" y="155"/>
                      <a:pt x="265" y="155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2"/>
                      <a:pt x="265" y="152"/>
                      <a:pt x="265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2" y="151"/>
                      <a:pt x="262" y="151"/>
                      <a:pt x="262" y="151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3" y="149"/>
                      <a:pt x="263" y="149"/>
                      <a:pt x="263" y="149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5" y="150"/>
                      <a:pt x="265" y="150"/>
                      <a:pt x="265" y="150"/>
                    </a:cubicBezTo>
                    <a:cubicBezTo>
                      <a:pt x="266" y="151"/>
                      <a:pt x="266" y="151"/>
                      <a:pt x="266" y="151"/>
                    </a:cubicBezTo>
                    <a:cubicBezTo>
                      <a:pt x="268" y="151"/>
                      <a:pt x="268" y="151"/>
                      <a:pt x="268" y="151"/>
                    </a:cubicBezTo>
                    <a:cubicBezTo>
                      <a:pt x="269" y="149"/>
                      <a:pt x="269" y="149"/>
                      <a:pt x="269" y="149"/>
                    </a:cubicBezTo>
                    <a:cubicBezTo>
                      <a:pt x="268" y="147"/>
                      <a:pt x="268" y="147"/>
                      <a:pt x="268" y="147"/>
                    </a:cubicBezTo>
                    <a:cubicBezTo>
                      <a:pt x="266" y="146"/>
                      <a:pt x="266" y="146"/>
                      <a:pt x="266" y="146"/>
                    </a:cubicBezTo>
                    <a:cubicBezTo>
                      <a:pt x="267" y="146"/>
                      <a:pt x="267" y="146"/>
                      <a:pt x="267" y="146"/>
                    </a:cubicBezTo>
                    <a:cubicBezTo>
                      <a:pt x="267" y="144"/>
                      <a:pt x="267" y="144"/>
                      <a:pt x="267" y="144"/>
                    </a:cubicBezTo>
                    <a:cubicBezTo>
                      <a:pt x="266" y="144"/>
                      <a:pt x="266" y="144"/>
                      <a:pt x="266" y="144"/>
                    </a:cubicBezTo>
                    <a:cubicBezTo>
                      <a:pt x="265" y="142"/>
                      <a:pt x="265" y="142"/>
                      <a:pt x="265" y="142"/>
                    </a:cubicBezTo>
                    <a:cubicBezTo>
                      <a:pt x="263" y="142"/>
                      <a:pt x="263" y="142"/>
                      <a:pt x="263" y="142"/>
                    </a:cubicBezTo>
                    <a:cubicBezTo>
                      <a:pt x="263" y="143"/>
                      <a:pt x="263" y="143"/>
                      <a:pt x="263" y="143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1" y="141"/>
                      <a:pt x="261" y="141"/>
                      <a:pt x="261" y="141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1" y="140"/>
                      <a:pt x="261" y="140"/>
                      <a:pt x="261" y="140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9"/>
                      <a:pt x="262" y="139"/>
                      <a:pt x="262" y="139"/>
                    </a:cubicBezTo>
                    <a:cubicBezTo>
                      <a:pt x="263" y="139"/>
                      <a:pt x="263" y="139"/>
                      <a:pt x="263" y="139"/>
                    </a:cubicBezTo>
                    <a:cubicBezTo>
                      <a:pt x="263" y="140"/>
                      <a:pt x="263" y="140"/>
                      <a:pt x="263" y="140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65" y="141"/>
                      <a:pt x="265" y="141"/>
                      <a:pt x="265" y="141"/>
                    </a:cubicBezTo>
                    <a:cubicBezTo>
                      <a:pt x="267" y="140"/>
                      <a:pt x="267" y="140"/>
                      <a:pt x="267" y="140"/>
                    </a:cubicBezTo>
                    <a:cubicBezTo>
                      <a:pt x="267" y="138"/>
                      <a:pt x="267" y="138"/>
                      <a:pt x="267" y="138"/>
                    </a:cubicBezTo>
                    <a:cubicBezTo>
                      <a:pt x="267" y="137"/>
                      <a:pt x="267" y="137"/>
                      <a:pt x="267" y="137"/>
                    </a:cubicBezTo>
                    <a:cubicBezTo>
                      <a:pt x="268" y="136"/>
                      <a:pt x="268" y="136"/>
                      <a:pt x="268" y="136"/>
                    </a:cubicBezTo>
                    <a:cubicBezTo>
                      <a:pt x="268" y="135"/>
                      <a:pt x="268" y="135"/>
                      <a:pt x="268" y="135"/>
                    </a:cubicBezTo>
                    <a:cubicBezTo>
                      <a:pt x="268" y="133"/>
                      <a:pt x="268" y="133"/>
                      <a:pt x="268" y="133"/>
                    </a:cubicBezTo>
                    <a:cubicBezTo>
                      <a:pt x="269" y="133"/>
                      <a:pt x="269" y="133"/>
                      <a:pt x="269" y="133"/>
                    </a:cubicBezTo>
                    <a:cubicBezTo>
                      <a:pt x="270" y="132"/>
                      <a:pt x="270" y="132"/>
                      <a:pt x="270" y="132"/>
                    </a:cubicBezTo>
                    <a:cubicBezTo>
                      <a:pt x="270" y="129"/>
                      <a:pt x="270" y="129"/>
                      <a:pt x="270" y="129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70" y="127"/>
                      <a:pt x="270" y="127"/>
                      <a:pt x="270" y="127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1" y="123"/>
                      <a:pt x="271" y="123"/>
                      <a:pt x="271" y="123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2" y="120"/>
                      <a:pt x="272" y="120"/>
                      <a:pt x="272" y="120"/>
                    </a:cubicBezTo>
                    <a:cubicBezTo>
                      <a:pt x="272" y="119"/>
                      <a:pt x="272" y="119"/>
                      <a:pt x="272" y="119"/>
                    </a:cubicBezTo>
                    <a:cubicBezTo>
                      <a:pt x="272" y="117"/>
                      <a:pt x="272" y="117"/>
                      <a:pt x="272" y="117"/>
                    </a:cubicBezTo>
                    <a:cubicBezTo>
                      <a:pt x="272" y="115"/>
                      <a:pt x="272" y="115"/>
                      <a:pt x="272" y="115"/>
                    </a:cubicBezTo>
                    <a:cubicBezTo>
                      <a:pt x="273" y="115"/>
                      <a:pt x="273" y="115"/>
                      <a:pt x="273" y="115"/>
                    </a:cubicBezTo>
                    <a:cubicBezTo>
                      <a:pt x="274" y="113"/>
                      <a:pt x="274" y="113"/>
                      <a:pt x="274" y="113"/>
                    </a:cubicBezTo>
                    <a:cubicBezTo>
                      <a:pt x="277" y="110"/>
                      <a:pt x="277" y="110"/>
                      <a:pt x="277" y="110"/>
                    </a:cubicBezTo>
                    <a:cubicBezTo>
                      <a:pt x="278" y="108"/>
                      <a:pt x="278" y="108"/>
                      <a:pt x="278" y="108"/>
                    </a:cubicBezTo>
                    <a:cubicBezTo>
                      <a:pt x="280" y="106"/>
                      <a:pt x="280" y="106"/>
                      <a:pt x="280" y="106"/>
                    </a:cubicBezTo>
                    <a:cubicBezTo>
                      <a:pt x="280" y="105"/>
                      <a:pt x="280" y="105"/>
                      <a:pt x="280" y="105"/>
                    </a:cubicBezTo>
                    <a:cubicBezTo>
                      <a:pt x="281" y="104"/>
                      <a:pt x="281" y="104"/>
                      <a:pt x="281" y="104"/>
                    </a:cubicBezTo>
                    <a:cubicBezTo>
                      <a:pt x="282" y="102"/>
                      <a:pt x="282" y="102"/>
                      <a:pt x="282" y="102"/>
                    </a:cubicBezTo>
                    <a:cubicBezTo>
                      <a:pt x="284" y="101"/>
                      <a:pt x="284" y="101"/>
                      <a:pt x="284" y="101"/>
                    </a:cubicBezTo>
                    <a:cubicBezTo>
                      <a:pt x="285" y="100"/>
                      <a:pt x="285" y="100"/>
                      <a:pt x="285" y="100"/>
                    </a:cubicBezTo>
                    <a:cubicBezTo>
                      <a:pt x="284" y="99"/>
                      <a:pt x="284" y="99"/>
                      <a:pt x="284" y="99"/>
                    </a:cubicBezTo>
                    <a:cubicBezTo>
                      <a:pt x="283" y="98"/>
                      <a:pt x="283" y="98"/>
                      <a:pt x="283" y="98"/>
                    </a:cubicBezTo>
                    <a:cubicBezTo>
                      <a:pt x="282" y="98"/>
                      <a:pt x="282" y="98"/>
                      <a:pt x="282" y="98"/>
                    </a:cubicBezTo>
                    <a:cubicBezTo>
                      <a:pt x="281" y="97"/>
                      <a:pt x="281" y="97"/>
                      <a:pt x="281" y="97"/>
                    </a:cubicBezTo>
                    <a:cubicBezTo>
                      <a:pt x="282" y="97"/>
                      <a:pt x="282" y="97"/>
                      <a:pt x="282" y="97"/>
                    </a:cubicBezTo>
                    <a:cubicBezTo>
                      <a:pt x="283" y="97"/>
                      <a:pt x="283" y="97"/>
                      <a:pt x="283" y="97"/>
                    </a:cubicBezTo>
                    <a:cubicBezTo>
                      <a:pt x="284" y="97"/>
                      <a:pt x="284" y="97"/>
                      <a:pt x="284" y="97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9" y="95"/>
                      <a:pt x="289" y="95"/>
                      <a:pt x="289" y="95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2" y="92"/>
                      <a:pt x="292" y="92"/>
                      <a:pt x="292" y="92"/>
                    </a:cubicBezTo>
                    <a:cubicBezTo>
                      <a:pt x="291" y="91"/>
                      <a:pt x="291" y="91"/>
                      <a:pt x="291" y="91"/>
                    </a:cubicBezTo>
                    <a:cubicBezTo>
                      <a:pt x="291" y="89"/>
                      <a:pt x="291" y="89"/>
                      <a:pt x="291" y="89"/>
                    </a:cubicBezTo>
                    <a:cubicBezTo>
                      <a:pt x="289" y="89"/>
                      <a:pt x="289" y="89"/>
                      <a:pt x="289" y="89"/>
                    </a:cubicBezTo>
                    <a:cubicBezTo>
                      <a:pt x="289" y="88"/>
                      <a:pt x="289" y="88"/>
                      <a:pt x="289" y="88"/>
                    </a:cubicBezTo>
                    <a:cubicBezTo>
                      <a:pt x="288" y="88"/>
                      <a:pt x="288" y="88"/>
                      <a:pt x="288" y="88"/>
                    </a:cubicBezTo>
                    <a:cubicBezTo>
                      <a:pt x="286" y="88"/>
                      <a:pt x="286" y="88"/>
                      <a:pt x="286" y="88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4" y="88"/>
                      <a:pt x="284" y="88"/>
                      <a:pt x="284" y="88"/>
                    </a:cubicBezTo>
                    <a:cubicBezTo>
                      <a:pt x="281" y="88"/>
                      <a:pt x="281" y="88"/>
                      <a:pt x="281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80" y="87"/>
                      <a:pt x="280" y="87"/>
                      <a:pt x="280" y="87"/>
                    </a:cubicBezTo>
                    <a:cubicBezTo>
                      <a:pt x="281" y="87"/>
                      <a:pt x="281" y="87"/>
                      <a:pt x="281" y="87"/>
                    </a:cubicBezTo>
                    <a:cubicBezTo>
                      <a:pt x="282" y="87"/>
                      <a:pt x="282" y="87"/>
                      <a:pt x="282" y="87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4" y="86"/>
                      <a:pt x="284" y="86"/>
                      <a:pt x="284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287" y="86"/>
                      <a:pt x="287" y="86"/>
                      <a:pt x="287" y="86"/>
                    </a:cubicBezTo>
                    <a:cubicBezTo>
                      <a:pt x="288" y="87"/>
                      <a:pt x="288" y="87"/>
                      <a:pt x="288" y="87"/>
                    </a:cubicBezTo>
                    <a:cubicBezTo>
                      <a:pt x="289" y="87"/>
                      <a:pt x="289" y="87"/>
                      <a:pt x="289" y="87"/>
                    </a:cubicBezTo>
                    <a:cubicBezTo>
                      <a:pt x="290" y="88"/>
                      <a:pt x="290" y="88"/>
                      <a:pt x="290" y="88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3" y="88"/>
                      <a:pt x="293" y="88"/>
                      <a:pt x="293" y="88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6" y="85"/>
                      <a:pt x="296" y="85"/>
                      <a:pt x="296" y="85"/>
                    </a:cubicBezTo>
                    <a:cubicBezTo>
                      <a:pt x="297" y="85"/>
                      <a:pt x="297" y="85"/>
                      <a:pt x="297" y="85"/>
                    </a:cubicBezTo>
                    <a:cubicBezTo>
                      <a:pt x="299" y="85"/>
                      <a:pt x="299" y="85"/>
                      <a:pt x="299" y="85"/>
                    </a:cubicBezTo>
                    <a:cubicBezTo>
                      <a:pt x="299" y="84"/>
                      <a:pt x="299" y="84"/>
                      <a:pt x="299" y="84"/>
                    </a:cubicBezTo>
                    <a:cubicBezTo>
                      <a:pt x="299" y="83"/>
                      <a:pt x="299" y="83"/>
                      <a:pt x="299" y="83"/>
                    </a:cubicBezTo>
                    <a:cubicBezTo>
                      <a:pt x="299" y="82"/>
                      <a:pt x="299" y="82"/>
                      <a:pt x="299" y="82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8" y="79"/>
                      <a:pt x="298" y="79"/>
                      <a:pt x="298" y="79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301" y="80"/>
                      <a:pt x="301" y="80"/>
                      <a:pt x="301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6" y="77"/>
                      <a:pt x="306" y="77"/>
                      <a:pt x="306" y="77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9" y="74"/>
                      <a:pt x="309" y="74"/>
                      <a:pt x="309" y="74"/>
                    </a:cubicBezTo>
                    <a:cubicBezTo>
                      <a:pt x="311" y="73"/>
                      <a:pt x="311" y="73"/>
                      <a:pt x="311" y="73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0"/>
                      <a:pt x="312" y="70"/>
                      <a:pt x="312" y="70"/>
                    </a:cubicBezTo>
                    <a:cubicBezTo>
                      <a:pt x="311" y="68"/>
                      <a:pt x="311" y="68"/>
                      <a:pt x="311" y="68"/>
                    </a:cubicBezTo>
                    <a:cubicBezTo>
                      <a:pt x="310" y="67"/>
                      <a:pt x="310" y="67"/>
                      <a:pt x="310" y="67"/>
                    </a:cubicBezTo>
                    <a:cubicBezTo>
                      <a:pt x="310" y="66"/>
                      <a:pt x="310" y="66"/>
                      <a:pt x="310" y="66"/>
                    </a:cubicBezTo>
                    <a:cubicBezTo>
                      <a:pt x="308" y="64"/>
                      <a:pt x="308" y="64"/>
                      <a:pt x="308" y="64"/>
                    </a:cubicBezTo>
                    <a:cubicBezTo>
                      <a:pt x="307" y="64"/>
                      <a:pt x="307" y="64"/>
                      <a:pt x="307" y="64"/>
                    </a:cubicBezTo>
                    <a:cubicBezTo>
                      <a:pt x="307" y="62"/>
                      <a:pt x="307" y="62"/>
                      <a:pt x="307" y="62"/>
                    </a:cubicBezTo>
                    <a:cubicBezTo>
                      <a:pt x="305" y="62"/>
                      <a:pt x="305" y="62"/>
                      <a:pt x="305" y="62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2" y="60"/>
                      <a:pt x="302" y="60"/>
                      <a:pt x="302" y="60"/>
                    </a:cubicBezTo>
                    <a:cubicBezTo>
                      <a:pt x="301" y="60"/>
                      <a:pt x="301" y="60"/>
                      <a:pt x="301" y="60"/>
                    </a:cubicBezTo>
                    <a:cubicBezTo>
                      <a:pt x="299" y="59"/>
                      <a:pt x="299" y="59"/>
                      <a:pt x="299" y="59"/>
                    </a:cubicBezTo>
                    <a:cubicBezTo>
                      <a:pt x="297" y="58"/>
                      <a:pt x="297" y="58"/>
                      <a:pt x="297" y="58"/>
                    </a:cubicBezTo>
                    <a:cubicBezTo>
                      <a:pt x="295" y="58"/>
                      <a:pt x="295" y="58"/>
                      <a:pt x="295" y="58"/>
                    </a:cubicBezTo>
                    <a:cubicBezTo>
                      <a:pt x="294" y="58"/>
                      <a:pt x="294" y="58"/>
                      <a:pt x="294" y="58"/>
                    </a:cubicBezTo>
                    <a:cubicBezTo>
                      <a:pt x="292" y="58"/>
                      <a:pt x="292" y="58"/>
                      <a:pt x="292" y="58"/>
                    </a:cubicBezTo>
                    <a:cubicBezTo>
                      <a:pt x="290" y="59"/>
                      <a:pt x="290" y="59"/>
                      <a:pt x="290" y="59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88" y="60"/>
                      <a:pt x="288" y="60"/>
                      <a:pt x="288" y="60"/>
                    </a:cubicBezTo>
                    <a:cubicBezTo>
                      <a:pt x="287" y="60"/>
                      <a:pt x="287" y="60"/>
                      <a:pt x="287" y="60"/>
                    </a:cubicBezTo>
                    <a:cubicBezTo>
                      <a:pt x="287" y="59"/>
                      <a:pt x="287" y="59"/>
                      <a:pt x="287" y="59"/>
                    </a:cubicBezTo>
                    <a:cubicBezTo>
                      <a:pt x="288" y="58"/>
                      <a:pt x="288" y="58"/>
                      <a:pt x="288" y="58"/>
                    </a:cubicBezTo>
                    <a:cubicBezTo>
                      <a:pt x="288" y="56"/>
                      <a:pt x="288" y="56"/>
                      <a:pt x="288" y="56"/>
                    </a:cubicBezTo>
                    <a:cubicBezTo>
                      <a:pt x="288" y="54"/>
                      <a:pt x="288" y="54"/>
                      <a:pt x="288" y="54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6" y="52"/>
                      <a:pt x="286" y="52"/>
                      <a:pt x="286" y="52"/>
                    </a:cubicBezTo>
                    <a:cubicBezTo>
                      <a:pt x="285" y="53"/>
                      <a:pt x="285" y="53"/>
                      <a:pt x="285" y="53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5"/>
                      <a:pt x="286" y="55"/>
                      <a:pt x="286" y="55"/>
                    </a:cubicBezTo>
                    <a:cubicBezTo>
                      <a:pt x="285" y="56"/>
                      <a:pt x="285" y="56"/>
                      <a:pt x="285" y="56"/>
                    </a:cubicBezTo>
                    <a:cubicBezTo>
                      <a:pt x="286" y="59"/>
                      <a:pt x="286" y="59"/>
                      <a:pt x="286" y="59"/>
                    </a:cubicBezTo>
                    <a:cubicBezTo>
                      <a:pt x="285" y="59"/>
                      <a:pt x="285" y="59"/>
                      <a:pt x="285" y="59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5" y="62"/>
                      <a:pt x="285" y="62"/>
                      <a:pt x="285" y="62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3" y="63"/>
                      <a:pt x="283" y="63"/>
                      <a:pt x="283" y="63"/>
                    </a:cubicBezTo>
                    <a:cubicBezTo>
                      <a:pt x="284" y="62"/>
                      <a:pt x="284" y="62"/>
                      <a:pt x="284" y="62"/>
                    </a:cubicBezTo>
                    <a:cubicBezTo>
                      <a:pt x="284" y="59"/>
                      <a:pt x="284" y="59"/>
                      <a:pt x="284" y="59"/>
                    </a:cubicBezTo>
                    <a:cubicBezTo>
                      <a:pt x="283" y="58"/>
                      <a:pt x="283" y="58"/>
                      <a:pt x="283" y="58"/>
                    </a:cubicBezTo>
                    <a:cubicBezTo>
                      <a:pt x="281" y="59"/>
                      <a:pt x="281" y="59"/>
                      <a:pt x="281" y="59"/>
                    </a:cubicBezTo>
                    <a:cubicBezTo>
                      <a:pt x="281" y="61"/>
                      <a:pt x="281" y="61"/>
                      <a:pt x="281" y="61"/>
                    </a:cubicBezTo>
                    <a:cubicBezTo>
                      <a:pt x="282" y="63"/>
                      <a:pt x="282" y="63"/>
                      <a:pt x="282" y="63"/>
                    </a:cubicBezTo>
                    <a:cubicBezTo>
                      <a:pt x="281" y="63"/>
                      <a:pt x="281" y="63"/>
                      <a:pt x="281" y="63"/>
                    </a:cubicBezTo>
                    <a:cubicBezTo>
                      <a:pt x="283" y="64"/>
                      <a:pt x="283" y="64"/>
                      <a:pt x="283" y="64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6"/>
                      <a:pt x="283" y="66"/>
                      <a:pt x="283" y="66"/>
                    </a:cubicBezTo>
                    <a:cubicBezTo>
                      <a:pt x="282" y="66"/>
                      <a:pt x="282" y="66"/>
                      <a:pt x="282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5"/>
                      <a:pt x="281" y="65"/>
                      <a:pt x="281" y="65"/>
                    </a:cubicBezTo>
                    <a:cubicBezTo>
                      <a:pt x="279" y="64"/>
                      <a:pt x="279" y="64"/>
                      <a:pt x="279" y="64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4"/>
                      <a:pt x="278" y="64"/>
                      <a:pt x="278" y="64"/>
                    </a:cubicBezTo>
                    <a:cubicBezTo>
                      <a:pt x="278" y="63"/>
                      <a:pt x="278" y="63"/>
                      <a:pt x="278" y="63"/>
                    </a:cubicBezTo>
                    <a:cubicBezTo>
                      <a:pt x="278" y="61"/>
                      <a:pt x="278" y="61"/>
                      <a:pt x="278" y="61"/>
                    </a:cubicBezTo>
                    <a:cubicBezTo>
                      <a:pt x="276" y="62"/>
                      <a:pt x="276" y="62"/>
                      <a:pt x="276" y="62"/>
                    </a:cubicBezTo>
                    <a:cubicBezTo>
                      <a:pt x="275" y="63"/>
                      <a:pt x="275" y="63"/>
                      <a:pt x="275" y="63"/>
                    </a:cubicBezTo>
                    <a:cubicBezTo>
                      <a:pt x="274" y="64"/>
                      <a:pt x="274" y="64"/>
                      <a:pt x="274" y="64"/>
                    </a:cubicBezTo>
                    <a:cubicBezTo>
                      <a:pt x="274" y="65"/>
                      <a:pt x="274" y="65"/>
                      <a:pt x="274" y="65"/>
                    </a:cubicBezTo>
                    <a:cubicBezTo>
                      <a:pt x="274" y="66"/>
                      <a:pt x="274" y="66"/>
                      <a:pt x="274" y="66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1" y="69"/>
                      <a:pt x="271" y="69"/>
                      <a:pt x="271" y="69"/>
                    </a:cubicBezTo>
                    <a:cubicBezTo>
                      <a:pt x="270" y="69"/>
                      <a:pt x="270" y="69"/>
                      <a:pt x="270" y="69"/>
                    </a:cubicBezTo>
                    <a:cubicBezTo>
                      <a:pt x="269" y="70"/>
                      <a:pt x="269" y="70"/>
                      <a:pt x="269" y="70"/>
                    </a:cubicBezTo>
                    <a:cubicBezTo>
                      <a:pt x="268" y="71"/>
                      <a:pt x="268" y="71"/>
                      <a:pt x="268" y="71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2"/>
                      <a:pt x="266" y="72"/>
                      <a:pt x="266" y="72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0" y="73"/>
                      <a:pt x="260" y="73"/>
                      <a:pt x="260" y="73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9" y="74"/>
                      <a:pt x="259" y="74"/>
                      <a:pt x="259" y="74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6" y="75"/>
                      <a:pt x="256" y="75"/>
                      <a:pt x="256" y="75"/>
                    </a:cubicBezTo>
                    <a:cubicBezTo>
                      <a:pt x="254" y="77"/>
                      <a:pt x="254" y="77"/>
                      <a:pt x="254" y="77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48" y="82"/>
                      <a:pt x="248" y="82"/>
                      <a:pt x="248" y="82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50" y="79"/>
                      <a:pt x="250" y="79"/>
                      <a:pt x="250" y="79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4"/>
                      <a:pt x="254" y="74"/>
                      <a:pt x="254" y="74"/>
                    </a:cubicBezTo>
                    <a:cubicBezTo>
                      <a:pt x="255" y="74"/>
                      <a:pt x="255" y="74"/>
                      <a:pt x="255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7" y="72"/>
                      <a:pt x="257" y="72"/>
                      <a:pt x="257" y="72"/>
                    </a:cubicBezTo>
                    <a:cubicBezTo>
                      <a:pt x="257" y="71"/>
                      <a:pt x="257" y="71"/>
                      <a:pt x="257" y="71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7" y="65"/>
                      <a:pt x="267" y="65"/>
                      <a:pt x="267" y="65"/>
                    </a:cubicBezTo>
                    <a:cubicBezTo>
                      <a:pt x="268" y="64"/>
                      <a:pt x="268" y="64"/>
                      <a:pt x="268" y="64"/>
                    </a:cubicBezTo>
                    <a:cubicBezTo>
                      <a:pt x="268" y="62"/>
                      <a:pt x="268" y="62"/>
                      <a:pt x="268" y="62"/>
                    </a:cubicBezTo>
                    <a:cubicBezTo>
                      <a:pt x="269" y="60"/>
                      <a:pt x="269" y="60"/>
                      <a:pt x="269" y="60"/>
                    </a:cubicBezTo>
                    <a:cubicBezTo>
                      <a:pt x="271" y="58"/>
                      <a:pt x="271" y="58"/>
                      <a:pt x="271" y="58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4"/>
                      <a:pt x="271" y="54"/>
                      <a:pt x="271" y="54"/>
                    </a:cubicBezTo>
                    <a:cubicBezTo>
                      <a:pt x="270" y="52"/>
                      <a:pt x="270" y="52"/>
                      <a:pt x="270" y="52"/>
                    </a:cubicBezTo>
                    <a:cubicBezTo>
                      <a:pt x="269" y="52"/>
                      <a:pt x="269" y="52"/>
                      <a:pt x="269" y="52"/>
                    </a:cubicBezTo>
                    <a:cubicBezTo>
                      <a:pt x="267" y="52"/>
                      <a:pt x="267" y="52"/>
                      <a:pt x="267" y="52"/>
                    </a:cubicBezTo>
                    <a:cubicBezTo>
                      <a:pt x="266" y="52"/>
                      <a:pt x="266" y="52"/>
                      <a:pt x="266" y="52"/>
                    </a:cubicBezTo>
                    <a:cubicBezTo>
                      <a:pt x="264" y="52"/>
                      <a:pt x="264" y="52"/>
                      <a:pt x="264" y="52"/>
                    </a:cubicBezTo>
                    <a:cubicBezTo>
                      <a:pt x="262" y="51"/>
                      <a:pt x="262" y="51"/>
                      <a:pt x="262" y="51"/>
                    </a:cubicBezTo>
                    <a:cubicBezTo>
                      <a:pt x="261" y="52"/>
                      <a:pt x="261" y="52"/>
                      <a:pt x="261" y="52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7"/>
                      <a:pt x="260" y="57"/>
                      <a:pt x="260" y="57"/>
                    </a:cubicBezTo>
                    <a:cubicBezTo>
                      <a:pt x="260" y="59"/>
                      <a:pt x="260" y="59"/>
                      <a:pt x="260" y="59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51" y="59"/>
                      <a:pt x="251" y="59"/>
                      <a:pt x="249" y="59"/>
                    </a:cubicBezTo>
                    <a:cubicBezTo>
                      <a:pt x="247" y="60"/>
                      <a:pt x="247" y="60"/>
                      <a:pt x="247" y="60"/>
                    </a:cubicBezTo>
                    <a:cubicBezTo>
                      <a:pt x="245" y="60"/>
                      <a:pt x="245" y="60"/>
                      <a:pt x="245" y="60"/>
                    </a:cubicBezTo>
                    <a:cubicBezTo>
                      <a:pt x="244" y="61"/>
                      <a:pt x="244" y="61"/>
                      <a:pt x="244" y="61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44" y="59"/>
                      <a:pt x="244" y="59"/>
                      <a:pt x="244" y="59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50" y="57"/>
                      <a:pt x="250" y="57"/>
                      <a:pt x="250" y="57"/>
                    </a:cubicBezTo>
                    <a:cubicBezTo>
                      <a:pt x="252" y="56"/>
                      <a:pt x="252" y="56"/>
                      <a:pt x="252" y="56"/>
                    </a:cubicBezTo>
                    <a:cubicBezTo>
                      <a:pt x="252" y="55"/>
                      <a:pt x="252" y="55"/>
                      <a:pt x="252" y="55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4" y="53"/>
                      <a:pt x="254" y="53"/>
                      <a:pt x="254" y="53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3" y="51"/>
                      <a:pt x="253" y="51"/>
                      <a:pt x="253" y="51"/>
                    </a:cubicBezTo>
                    <a:cubicBezTo>
                      <a:pt x="253" y="50"/>
                      <a:pt x="253" y="50"/>
                      <a:pt x="253" y="50"/>
                    </a:cubicBezTo>
                    <a:cubicBezTo>
                      <a:pt x="252" y="50"/>
                      <a:pt x="252" y="50"/>
                      <a:pt x="252" y="50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247" y="50"/>
                      <a:pt x="247" y="50"/>
                      <a:pt x="247" y="50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1" y="49"/>
                      <a:pt x="241" y="49"/>
                      <a:pt x="241" y="49"/>
                    </a:cubicBezTo>
                    <a:cubicBezTo>
                      <a:pt x="239" y="49"/>
                      <a:pt x="239" y="49"/>
                      <a:pt x="239" y="49"/>
                    </a:cubicBezTo>
                    <a:cubicBezTo>
                      <a:pt x="238" y="48"/>
                      <a:pt x="238" y="48"/>
                      <a:pt x="238" y="48"/>
                    </a:cubicBezTo>
                    <a:cubicBezTo>
                      <a:pt x="236" y="48"/>
                      <a:pt x="236" y="48"/>
                      <a:pt x="236" y="48"/>
                    </a:cubicBezTo>
                    <a:cubicBezTo>
                      <a:pt x="234" y="48"/>
                      <a:pt x="234" y="48"/>
                      <a:pt x="234" y="48"/>
                    </a:cubicBezTo>
                    <a:cubicBezTo>
                      <a:pt x="233" y="48"/>
                      <a:pt x="233" y="48"/>
                      <a:pt x="233" y="48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8"/>
                      <a:pt x="231" y="48"/>
                      <a:pt x="231" y="48"/>
                    </a:cubicBezTo>
                    <a:cubicBezTo>
                      <a:pt x="230" y="50"/>
                      <a:pt x="230" y="50"/>
                      <a:pt x="230" y="50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5" y="51"/>
                      <a:pt x="225" y="51"/>
                      <a:pt x="225" y="51"/>
                    </a:cubicBezTo>
                    <a:cubicBezTo>
                      <a:pt x="223" y="51"/>
                      <a:pt x="223" y="51"/>
                      <a:pt x="223" y="51"/>
                    </a:cubicBezTo>
                    <a:cubicBezTo>
                      <a:pt x="222" y="52"/>
                      <a:pt x="222" y="52"/>
                      <a:pt x="222" y="52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9" y="53"/>
                      <a:pt x="219" y="53"/>
                      <a:pt x="219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6"/>
                      <a:pt x="215" y="56"/>
                      <a:pt x="215" y="56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4" y="56"/>
                      <a:pt x="214" y="56"/>
                      <a:pt x="214" y="56"/>
                    </a:cubicBezTo>
                    <a:cubicBezTo>
                      <a:pt x="214" y="55"/>
                      <a:pt x="214" y="55"/>
                      <a:pt x="214" y="55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6" y="51"/>
                      <a:pt x="216" y="51"/>
                      <a:pt x="216" y="51"/>
                    </a:cubicBezTo>
                    <a:cubicBezTo>
                      <a:pt x="217" y="51"/>
                      <a:pt x="217" y="51"/>
                      <a:pt x="217" y="51"/>
                    </a:cubicBezTo>
                    <a:cubicBezTo>
                      <a:pt x="219" y="51"/>
                      <a:pt x="219" y="51"/>
                      <a:pt x="219" y="51"/>
                    </a:cubicBezTo>
                    <a:cubicBezTo>
                      <a:pt x="219" y="50"/>
                      <a:pt x="219" y="50"/>
                      <a:pt x="219" y="50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2" y="50"/>
                      <a:pt x="222" y="50"/>
                      <a:pt x="222" y="50"/>
                    </a:cubicBezTo>
                    <a:cubicBezTo>
                      <a:pt x="224" y="49"/>
                      <a:pt x="224" y="49"/>
                      <a:pt x="224" y="49"/>
                    </a:cubicBezTo>
                    <a:cubicBezTo>
                      <a:pt x="225" y="48"/>
                      <a:pt x="225" y="48"/>
                      <a:pt x="225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8" y="48"/>
                      <a:pt x="228" y="48"/>
                      <a:pt x="228" y="48"/>
                    </a:cubicBezTo>
                    <a:cubicBezTo>
                      <a:pt x="228" y="47"/>
                      <a:pt x="228" y="47"/>
                      <a:pt x="228" y="47"/>
                    </a:cubicBezTo>
                    <a:cubicBezTo>
                      <a:pt x="229" y="47"/>
                      <a:pt x="229" y="47"/>
                      <a:pt x="229" y="47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2" y="46"/>
                      <a:pt x="232" y="46"/>
                      <a:pt x="232" y="46"/>
                    </a:cubicBezTo>
                    <a:cubicBezTo>
                      <a:pt x="233" y="46"/>
                      <a:pt x="233" y="46"/>
                      <a:pt x="233" y="46"/>
                    </a:cubicBezTo>
                    <a:cubicBezTo>
                      <a:pt x="234" y="45"/>
                      <a:pt x="234" y="45"/>
                      <a:pt x="234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6" y="45"/>
                      <a:pt x="236" y="45"/>
                      <a:pt x="236" y="45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40" y="45"/>
                      <a:pt x="240" y="45"/>
                      <a:pt x="240" y="45"/>
                    </a:cubicBezTo>
                    <a:cubicBezTo>
                      <a:pt x="241" y="46"/>
                      <a:pt x="241" y="46"/>
                      <a:pt x="241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4" y="46"/>
                      <a:pt x="244" y="46"/>
                      <a:pt x="244" y="46"/>
                    </a:cubicBezTo>
                    <a:cubicBezTo>
                      <a:pt x="245" y="47"/>
                      <a:pt x="245" y="47"/>
                      <a:pt x="245" y="47"/>
                    </a:cubicBezTo>
                    <a:cubicBezTo>
                      <a:pt x="247" y="47"/>
                      <a:pt x="247" y="47"/>
                      <a:pt x="247" y="47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9" y="47"/>
                      <a:pt x="249" y="47"/>
                      <a:pt x="249" y="47"/>
                    </a:cubicBezTo>
                    <a:cubicBezTo>
                      <a:pt x="250" y="47"/>
                      <a:pt x="250" y="47"/>
                      <a:pt x="250" y="47"/>
                    </a:cubicBezTo>
                    <a:cubicBezTo>
                      <a:pt x="251" y="47"/>
                      <a:pt x="251" y="47"/>
                      <a:pt x="251" y="47"/>
                    </a:cubicBezTo>
                    <a:cubicBezTo>
                      <a:pt x="252" y="47"/>
                      <a:pt x="252" y="47"/>
                      <a:pt x="252" y="47"/>
                    </a:cubicBezTo>
                    <a:cubicBezTo>
                      <a:pt x="253" y="48"/>
                      <a:pt x="253" y="48"/>
                      <a:pt x="253" y="48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6" y="47"/>
                      <a:pt x="256" y="47"/>
                      <a:pt x="256" y="47"/>
                    </a:cubicBezTo>
                    <a:cubicBezTo>
                      <a:pt x="257" y="46"/>
                      <a:pt x="257" y="46"/>
                      <a:pt x="257" y="46"/>
                    </a:cubicBezTo>
                    <a:cubicBezTo>
                      <a:pt x="258" y="46"/>
                      <a:pt x="258" y="46"/>
                      <a:pt x="258" y="46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60" y="47"/>
                      <a:pt x="260" y="47"/>
                      <a:pt x="260" y="47"/>
                    </a:cubicBezTo>
                    <a:cubicBezTo>
                      <a:pt x="261" y="46"/>
                      <a:pt x="261" y="46"/>
                      <a:pt x="261" y="46"/>
                    </a:cubicBezTo>
                    <a:cubicBezTo>
                      <a:pt x="262" y="46"/>
                      <a:pt x="262" y="46"/>
                      <a:pt x="262" y="46"/>
                    </a:cubicBezTo>
                    <a:cubicBezTo>
                      <a:pt x="264" y="47"/>
                      <a:pt x="264" y="47"/>
                      <a:pt x="264" y="47"/>
                    </a:cubicBezTo>
                    <a:cubicBezTo>
                      <a:pt x="264" y="46"/>
                      <a:pt x="264" y="46"/>
                      <a:pt x="264" y="46"/>
                    </a:cubicBezTo>
                    <a:cubicBezTo>
                      <a:pt x="265" y="46"/>
                      <a:pt x="265" y="46"/>
                      <a:pt x="265" y="46"/>
                    </a:cubicBezTo>
                    <a:cubicBezTo>
                      <a:pt x="266" y="46"/>
                      <a:pt x="266" y="46"/>
                      <a:pt x="266" y="46"/>
                    </a:cubicBezTo>
                    <a:cubicBezTo>
                      <a:pt x="267" y="46"/>
                      <a:pt x="267" y="46"/>
                      <a:pt x="267" y="46"/>
                    </a:cubicBezTo>
                    <a:cubicBezTo>
                      <a:pt x="268" y="46"/>
                      <a:pt x="268" y="46"/>
                      <a:pt x="268" y="46"/>
                    </a:cubicBezTo>
                    <a:cubicBezTo>
                      <a:pt x="271" y="44"/>
                      <a:pt x="271" y="44"/>
                      <a:pt x="271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4" y="43"/>
                      <a:pt x="274" y="43"/>
                      <a:pt x="274" y="43"/>
                    </a:cubicBezTo>
                    <a:cubicBezTo>
                      <a:pt x="275" y="42"/>
                      <a:pt x="275" y="42"/>
                      <a:pt x="275" y="42"/>
                    </a:cubicBezTo>
                    <a:cubicBezTo>
                      <a:pt x="276" y="41"/>
                      <a:pt x="276" y="41"/>
                      <a:pt x="276" y="41"/>
                    </a:cubicBezTo>
                    <a:cubicBezTo>
                      <a:pt x="278" y="41"/>
                      <a:pt x="278" y="41"/>
                      <a:pt x="278" y="41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8"/>
                      <a:pt x="278" y="38"/>
                      <a:pt x="278" y="38"/>
                    </a:cubicBezTo>
                    <a:cubicBezTo>
                      <a:pt x="278" y="37"/>
                      <a:pt x="278" y="37"/>
                      <a:pt x="278" y="37"/>
                    </a:cubicBezTo>
                    <a:cubicBezTo>
                      <a:pt x="278" y="36"/>
                      <a:pt x="278" y="36"/>
                      <a:pt x="278" y="36"/>
                    </a:cubicBezTo>
                    <a:cubicBezTo>
                      <a:pt x="277" y="34"/>
                      <a:pt x="277" y="34"/>
                      <a:pt x="277" y="34"/>
                    </a:cubicBezTo>
                    <a:cubicBezTo>
                      <a:pt x="275" y="34"/>
                      <a:pt x="275" y="34"/>
                      <a:pt x="275" y="34"/>
                    </a:cubicBezTo>
                    <a:cubicBezTo>
                      <a:pt x="274" y="33"/>
                      <a:pt x="274" y="33"/>
                      <a:pt x="274" y="33"/>
                    </a:cubicBezTo>
                    <a:cubicBezTo>
                      <a:pt x="273" y="32"/>
                      <a:pt x="273" y="32"/>
                      <a:pt x="273" y="32"/>
                    </a:cubicBezTo>
                    <a:cubicBezTo>
                      <a:pt x="272" y="31"/>
                      <a:pt x="272" y="31"/>
                      <a:pt x="272" y="31"/>
                    </a:cubicBezTo>
                    <a:cubicBezTo>
                      <a:pt x="270" y="31"/>
                      <a:pt x="270" y="31"/>
                      <a:pt x="270" y="31"/>
                    </a:cubicBezTo>
                    <a:cubicBezTo>
                      <a:pt x="270" y="30"/>
                      <a:pt x="270" y="30"/>
                      <a:pt x="270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8"/>
                      <a:pt x="267" y="28"/>
                      <a:pt x="267" y="28"/>
                    </a:cubicBezTo>
                    <a:cubicBezTo>
                      <a:pt x="265" y="27"/>
                      <a:pt x="265" y="27"/>
                      <a:pt x="265" y="27"/>
                    </a:cubicBezTo>
                    <a:cubicBezTo>
                      <a:pt x="262" y="27"/>
                      <a:pt x="262" y="27"/>
                      <a:pt x="262" y="27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57" y="30"/>
                      <a:pt x="257" y="30"/>
                      <a:pt x="257" y="30"/>
                    </a:cubicBezTo>
                    <a:cubicBezTo>
                      <a:pt x="256" y="30"/>
                      <a:pt x="256" y="30"/>
                      <a:pt x="256" y="30"/>
                    </a:cubicBezTo>
                    <a:cubicBezTo>
                      <a:pt x="255" y="29"/>
                      <a:pt x="255" y="29"/>
                      <a:pt x="255" y="29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6" y="27"/>
                      <a:pt x="256" y="27"/>
                      <a:pt x="256" y="27"/>
                    </a:cubicBezTo>
                    <a:cubicBezTo>
                      <a:pt x="257" y="28"/>
                      <a:pt x="257" y="28"/>
                      <a:pt x="257" y="28"/>
                    </a:cubicBezTo>
                    <a:cubicBezTo>
                      <a:pt x="259" y="27"/>
                      <a:pt x="259" y="27"/>
                      <a:pt x="259" y="27"/>
                    </a:cubicBezTo>
                    <a:cubicBezTo>
                      <a:pt x="262" y="25"/>
                      <a:pt x="262" y="25"/>
                      <a:pt x="262" y="25"/>
                    </a:cubicBezTo>
                    <a:cubicBezTo>
                      <a:pt x="262" y="24"/>
                      <a:pt x="262" y="24"/>
                      <a:pt x="262" y="24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2"/>
                      <a:pt x="261" y="22"/>
                      <a:pt x="261" y="22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0" y="20"/>
                      <a:pt x="260" y="20"/>
                      <a:pt x="260" y="20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8"/>
                      <a:pt x="257" y="18"/>
                    </a:cubicBezTo>
                    <a:cubicBezTo>
                      <a:pt x="256" y="19"/>
                      <a:pt x="256" y="19"/>
                      <a:pt x="256" y="19"/>
                    </a:cubicBezTo>
                    <a:cubicBezTo>
                      <a:pt x="254" y="20"/>
                      <a:pt x="254" y="20"/>
                      <a:pt x="254" y="20"/>
                    </a:cubicBezTo>
                    <a:cubicBezTo>
                      <a:pt x="253" y="20"/>
                      <a:pt x="253" y="20"/>
                      <a:pt x="253" y="20"/>
                    </a:cubicBezTo>
                    <a:cubicBezTo>
                      <a:pt x="252" y="20"/>
                      <a:pt x="252" y="20"/>
                      <a:pt x="252" y="20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49" y="20"/>
                      <a:pt x="249" y="20"/>
                      <a:pt x="249" y="20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5" y="20"/>
                      <a:pt x="245" y="20"/>
                      <a:pt x="245" y="20"/>
                    </a:cubicBezTo>
                    <a:cubicBezTo>
                      <a:pt x="244" y="20"/>
                      <a:pt x="244" y="20"/>
                      <a:pt x="244" y="20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1" y="19"/>
                      <a:pt x="241" y="19"/>
                      <a:pt x="241" y="19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5" y="18"/>
                      <a:pt x="235" y="18"/>
                      <a:pt x="235" y="18"/>
                    </a:cubicBezTo>
                    <a:cubicBezTo>
                      <a:pt x="231" y="19"/>
                      <a:pt x="231" y="19"/>
                      <a:pt x="231" y="19"/>
                    </a:cubicBezTo>
                    <a:cubicBezTo>
                      <a:pt x="230" y="19"/>
                      <a:pt x="230" y="19"/>
                      <a:pt x="230" y="19"/>
                    </a:cubicBezTo>
                    <a:cubicBezTo>
                      <a:pt x="228" y="19"/>
                      <a:pt x="228" y="19"/>
                      <a:pt x="228" y="19"/>
                    </a:cubicBezTo>
                    <a:cubicBezTo>
                      <a:pt x="227" y="19"/>
                      <a:pt x="227" y="19"/>
                      <a:pt x="227" y="19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1" y="19"/>
                      <a:pt x="221" y="19"/>
                      <a:pt x="221" y="19"/>
                    </a:cubicBezTo>
                    <a:cubicBezTo>
                      <a:pt x="218" y="20"/>
                      <a:pt x="218" y="20"/>
                      <a:pt x="218" y="20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7" y="20"/>
                      <a:pt x="217" y="20"/>
                      <a:pt x="217" y="20"/>
                    </a:cubicBezTo>
                    <a:cubicBezTo>
                      <a:pt x="215" y="20"/>
                      <a:pt x="215" y="20"/>
                      <a:pt x="215" y="21"/>
                    </a:cubicBezTo>
                    <a:cubicBezTo>
                      <a:pt x="215" y="21"/>
                      <a:pt x="214" y="22"/>
                      <a:pt x="214" y="22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1" y="22"/>
                      <a:pt x="211" y="22"/>
                      <a:pt x="211" y="22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10" y="21"/>
                      <a:pt x="210" y="21"/>
                      <a:pt x="210" y="21"/>
                    </a:cubicBezTo>
                    <a:cubicBezTo>
                      <a:pt x="212" y="20"/>
                      <a:pt x="212" y="20"/>
                      <a:pt x="212" y="20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5" y="19"/>
                      <a:pt x="215" y="19"/>
                      <a:pt x="215" y="19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4" y="18"/>
                      <a:pt x="224" y="18"/>
                      <a:pt x="224" y="18"/>
                    </a:cubicBezTo>
                    <a:cubicBezTo>
                      <a:pt x="224" y="17"/>
                      <a:pt x="224" y="17"/>
                      <a:pt x="224" y="17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27" y="18"/>
                      <a:pt x="227" y="18"/>
                      <a:pt x="227" y="18"/>
                    </a:cubicBezTo>
                    <a:cubicBezTo>
                      <a:pt x="229" y="17"/>
                      <a:pt x="229" y="17"/>
                      <a:pt x="229" y="17"/>
                    </a:cubicBezTo>
                    <a:cubicBezTo>
                      <a:pt x="230" y="17"/>
                      <a:pt x="230" y="17"/>
                      <a:pt x="230" y="17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35" y="16"/>
                      <a:pt x="235" y="16"/>
                      <a:pt x="235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8" y="16"/>
                      <a:pt x="238" y="16"/>
                      <a:pt x="238" y="16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6"/>
                      <a:pt x="242" y="16"/>
                      <a:pt x="242" y="16"/>
                    </a:cubicBezTo>
                    <a:cubicBezTo>
                      <a:pt x="243" y="17"/>
                      <a:pt x="243" y="17"/>
                      <a:pt x="243" y="17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51" y="18"/>
                      <a:pt x="251" y="18"/>
                      <a:pt x="251" y="18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5" y="17"/>
                      <a:pt x="255" y="17"/>
                      <a:pt x="255" y="17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7" y="14"/>
                      <a:pt x="257" y="14"/>
                      <a:pt x="257" y="14"/>
                    </a:cubicBezTo>
                    <a:cubicBezTo>
                      <a:pt x="254" y="13"/>
                      <a:pt x="254" y="13"/>
                      <a:pt x="254" y="13"/>
                    </a:cubicBezTo>
                    <a:cubicBezTo>
                      <a:pt x="253" y="12"/>
                      <a:pt x="253" y="12"/>
                      <a:pt x="253" y="12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1" y="10"/>
                      <a:pt x="251" y="10"/>
                      <a:pt x="251" y="10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7" y="8"/>
                      <a:pt x="247" y="8"/>
                      <a:pt x="247" y="8"/>
                    </a:cubicBezTo>
                    <a:cubicBezTo>
                      <a:pt x="246" y="8"/>
                      <a:pt x="246" y="8"/>
                      <a:pt x="246" y="8"/>
                    </a:cubicBezTo>
                    <a:cubicBezTo>
                      <a:pt x="245" y="8"/>
                      <a:pt x="245" y="8"/>
                      <a:pt x="245" y="8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2" y="7"/>
                      <a:pt x="242" y="7"/>
                      <a:pt x="242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8" y="6"/>
                      <a:pt x="238" y="6"/>
                      <a:pt x="238" y="6"/>
                    </a:cubicBezTo>
                    <a:cubicBezTo>
                      <a:pt x="237" y="5"/>
                      <a:pt x="237" y="5"/>
                      <a:pt x="237" y="5"/>
                    </a:cubicBezTo>
                    <a:cubicBezTo>
                      <a:pt x="236" y="5"/>
                      <a:pt x="236" y="5"/>
                      <a:pt x="236" y="5"/>
                    </a:cubicBezTo>
                    <a:cubicBezTo>
                      <a:pt x="233" y="3"/>
                      <a:pt x="233" y="3"/>
                      <a:pt x="233" y="3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2"/>
                      <a:pt x="230" y="2"/>
                      <a:pt x="230" y="2"/>
                    </a:cubicBezTo>
                    <a:cubicBezTo>
                      <a:pt x="229" y="2"/>
                      <a:pt x="229" y="2"/>
                      <a:pt x="229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214" y="1"/>
                      <a:pt x="214" y="1"/>
                      <a:pt x="214" y="1"/>
                    </a:cubicBezTo>
                    <a:cubicBezTo>
                      <a:pt x="213" y="2"/>
                      <a:pt x="213" y="2"/>
                      <a:pt x="213" y="2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2" y="2"/>
                      <a:pt x="212" y="2"/>
                      <a:pt x="212" y="2"/>
                    </a:cubicBezTo>
                    <a:cubicBezTo>
                      <a:pt x="211" y="1"/>
                      <a:pt x="211" y="1"/>
                      <a:pt x="211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09" y="1"/>
                      <a:pt x="209" y="1"/>
                      <a:pt x="209" y="1"/>
                    </a:cubicBezTo>
                    <a:cubicBezTo>
                      <a:pt x="208" y="2"/>
                      <a:pt x="208" y="2"/>
                      <a:pt x="208" y="2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4" y="9"/>
                      <a:pt x="204" y="9"/>
                      <a:pt x="204" y="9"/>
                    </a:cubicBezTo>
                    <a:cubicBezTo>
                      <a:pt x="204" y="10"/>
                      <a:pt x="204" y="10"/>
                      <a:pt x="204" y="10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2" y="10"/>
                      <a:pt x="202" y="10"/>
                      <a:pt x="202" y="10"/>
                    </a:cubicBezTo>
                    <a:cubicBezTo>
                      <a:pt x="200" y="10"/>
                      <a:pt x="200" y="10"/>
                      <a:pt x="200" y="10"/>
                    </a:cubicBezTo>
                    <a:cubicBezTo>
                      <a:pt x="199" y="10"/>
                      <a:pt x="199" y="10"/>
                      <a:pt x="199" y="10"/>
                    </a:cubicBezTo>
                    <a:cubicBezTo>
                      <a:pt x="200" y="9"/>
                      <a:pt x="200" y="9"/>
                      <a:pt x="200" y="9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6"/>
                      <a:pt x="198" y="6"/>
                      <a:pt x="198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95" y="7"/>
                      <a:pt x="195" y="7"/>
                      <a:pt x="195" y="7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6" y="10"/>
                      <a:pt x="196" y="10"/>
                      <a:pt x="196" y="10"/>
                    </a:cubicBezTo>
                    <a:cubicBezTo>
                      <a:pt x="196" y="11"/>
                      <a:pt x="196" y="11"/>
                      <a:pt x="196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8" y="14"/>
                      <a:pt x="198" y="14"/>
                      <a:pt x="198" y="14"/>
                    </a:cubicBezTo>
                    <a:cubicBezTo>
                      <a:pt x="199" y="16"/>
                      <a:pt x="199" y="16"/>
                      <a:pt x="199" y="16"/>
                    </a:cubicBezTo>
                    <a:cubicBezTo>
                      <a:pt x="198" y="15"/>
                      <a:pt x="198" y="15"/>
                      <a:pt x="198" y="15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2" y="8"/>
                      <a:pt x="192" y="8"/>
                      <a:pt x="192" y="8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0" y="10"/>
                      <a:pt x="190" y="10"/>
                      <a:pt x="190" y="10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89" y="10"/>
                      <a:pt x="189" y="10"/>
                      <a:pt x="189" y="10"/>
                    </a:cubicBezTo>
                    <a:cubicBezTo>
                      <a:pt x="189" y="9"/>
                      <a:pt x="189" y="9"/>
                      <a:pt x="189" y="9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4" y="7"/>
                      <a:pt x="184" y="7"/>
                      <a:pt x="184" y="7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9"/>
                      <a:pt x="183" y="9"/>
                      <a:pt x="183" y="9"/>
                    </a:cubicBezTo>
                    <a:cubicBezTo>
                      <a:pt x="182" y="10"/>
                      <a:pt x="182" y="10"/>
                      <a:pt x="182" y="10"/>
                    </a:cubicBezTo>
                    <a:cubicBezTo>
                      <a:pt x="180" y="10"/>
                      <a:pt x="180" y="10"/>
                      <a:pt x="180" y="10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0" y="13"/>
                      <a:pt x="170" y="13"/>
                      <a:pt x="170" y="13"/>
                    </a:cubicBezTo>
                    <a:cubicBezTo>
                      <a:pt x="171" y="15"/>
                      <a:pt x="171" y="15"/>
                      <a:pt x="171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69" y="16"/>
                      <a:pt x="169" y="16"/>
                      <a:pt x="169" y="16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17"/>
                      <a:pt x="170" y="17"/>
                      <a:pt x="170" y="17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73" y="20"/>
                      <a:pt x="173" y="20"/>
                      <a:pt x="173" y="20"/>
                    </a:cubicBezTo>
                    <a:cubicBezTo>
                      <a:pt x="174" y="20"/>
                      <a:pt x="174" y="20"/>
                      <a:pt x="174" y="20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7" y="16"/>
                      <a:pt x="177" y="16"/>
                      <a:pt x="177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1"/>
                      <a:pt x="176" y="21"/>
                      <a:pt x="176" y="21"/>
                    </a:cubicBezTo>
                    <a:cubicBezTo>
                      <a:pt x="175" y="21"/>
                      <a:pt x="175" y="21"/>
                      <a:pt x="175" y="21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5"/>
                      <a:pt x="172" y="25"/>
                      <a:pt x="172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23"/>
                      <a:pt x="161" y="23"/>
                      <a:pt x="161" y="23"/>
                    </a:cubicBezTo>
                    <a:cubicBezTo>
                      <a:pt x="161" y="24"/>
                      <a:pt x="161" y="24"/>
                      <a:pt x="161" y="24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7"/>
                      <a:pt x="161" y="27"/>
                      <a:pt x="161" y="27"/>
                    </a:cubicBezTo>
                    <a:cubicBezTo>
                      <a:pt x="162" y="29"/>
                      <a:pt x="162" y="29"/>
                      <a:pt x="162" y="29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3" y="35"/>
                      <a:pt x="163" y="35"/>
                      <a:pt x="163" y="35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5" y="39"/>
                      <a:pt x="165" y="39"/>
                      <a:pt x="165" y="39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2"/>
                      <a:pt x="164" y="42"/>
                      <a:pt x="164" y="42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6" y="45"/>
                      <a:pt x="166" y="45"/>
                      <a:pt x="166" y="45"/>
                    </a:cubicBezTo>
                    <a:cubicBezTo>
                      <a:pt x="166" y="46"/>
                      <a:pt x="166" y="46"/>
                      <a:pt x="166" y="46"/>
                    </a:cubicBezTo>
                    <a:cubicBezTo>
                      <a:pt x="167" y="47"/>
                      <a:pt x="167" y="47"/>
                      <a:pt x="167" y="47"/>
                    </a:cubicBezTo>
                    <a:cubicBezTo>
                      <a:pt x="168" y="48"/>
                      <a:pt x="168" y="48"/>
                      <a:pt x="168" y="48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1" y="53"/>
                      <a:pt x="171" y="53"/>
                      <a:pt x="171" y="53"/>
                    </a:cubicBezTo>
                    <a:cubicBezTo>
                      <a:pt x="170" y="53"/>
                      <a:pt x="170" y="53"/>
                      <a:pt x="170" y="53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69" y="53"/>
                      <a:pt x="169" y="53"/>
                      <a:pt x="169" y="53"/>
                    </a:cubicBezTo>
                    <a:cubicBezTo>
                      <a:pt x="169" y="52"/>
                      <a:pt x="169" y="52"/>
                      <a:pt x="169" y="52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5" y="47"/>
                      <a:pt x="165" y="47"/>
                      <a:pt x="165" y="47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2" y="50"/>
                      <a:pt x="162" y="50"/>
                      <a:pt x="162" y="50"/>
                    </a:cubicBezTo>
                    <a:cubicBezTo>
                      <a:pt x="162" y="46"/>
                      <a:pt x="162" y="46"/>
                      <a:pt x="162" y="46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5"/>
                      <a:pt x="158" y="45"/>
                      <a:pt x="158" y="45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7" y="49"/>
                      <a:pt x="157" y="49"/>
                      <a:pt x="157" y="49"/>
                    </a:cubicBezTo>
                    <a:cubicBezTo>
                      <a:pt x="157" y="48"/>
                      <a:pt x="157" y="48"/>
                      <a:pt x="157" y="48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7" y="44"/>
                      <a:pt x="157" y="44"/>
                      <a:pt x="157" y="44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2"/>
                      <a:pt x="156" y="42"/>
                      <a:pt x="156" y="42"/>
                    </a:cubicBezTo>
                    <a:cubicBezTo>
                      <a:pt x="156" y="41"/>
                      <a:pt x="156" y="41"/>
                      <a:pt x="156" y="41"/>
                    </a:cubicBezTo>
                    <a:cubicBezTo>
                      <a:pt x="156" y="40"/>
                      <a:pt x="156" y="40"/>
                      <a:pt x="156" y="40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2" y="26"/>
                      <a:pt x="152" y="26"/>
                      <a:pt x="152" y="26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49" y="24"/>
                      <a:pt x="149" y="24"/>
                      <a:pt x="149" y="24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47" y="23"/>
                      <a:pt x="147" y="23"/>
                      <a:pt x="147" y="23"/>
                    </a:cubicBezTo>
                    <a:cubicBezTo>
                      <a:pt x="146" y="24"/>
                      <a:pt x="146" y="24"/>
                      <a:pt x="146" y="24"/>
                    </a:cubicBezTo>
                    <a:cubicBezTo>
                      <a:pt x="144" y="25"/>
                      <a:pt x="144" y="25"/>
                      <a:pt x="144" y="25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5"/>
                      <a:pt x="143" y="35"/>
                      <a:pt x="143" y="35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4" y="43"/>
                      <a:pt x="144" y="43"/>
                      <a:pt x="144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0" y="42"/>
                      <a:pt x="140" y="42"/>
                      <a:pt x="140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7" y="41"/>
                      <a:pt x="137" y="41"/>
                      <a:pt x="137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2"/>
                      <a:pt x="136" y="42"/>
                      <a:pt x="136" y="42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5" y="42"/>
                      <a:pt x="135" y="42"/>
                      <a:pt x="135" y="42"/>
                    </a:cubicBezTo>
                    <a:cubicBezTo>
                      <a:pt x="136" y="39"/>
                      <a:pt x="136" y="39"/>
                      <a:pt x="136" y="39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4" y="34"/>
                      <a:pt x="134" y="34"/>
                      <a:pt x="134" y="34"/>
                    </a:cubicBezTo>
                    <a:cubicBezTo>
                      <a:pt x="135" y="32"/>
                      <a:pt x="135" y="32"/>
                      <a:pt x="135" y="32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26" y="41"/>
                      <a:pt x="126" y="41"/>
                      <a:pt x="126" y="41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6" y="37"/>
                      <a:pt x="126" y="37"/>
                      <a:pt x="126" y="37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3"/>
                      <a:pt x="125" y="23"/>
                      <a:pt x="125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29"/>
                      <a:pt x="98" y="29"/>
                      <a:pt x="98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5"/>
                      <a:pt x="88" y="35"/>
                      <a:pt x="88" y="35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2"/>
                      <a:pt x="52" y="82"/>
                      <a:pt x="52" y="82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7" y="89"/>
                      <a:pt x="17" y="89"/>
                      <a:pt x="17" y="89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" y="100"/>
                      <a:pt x="1" y="100"/>
                      <a:pt x="1" y="100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18" y="119"/>
                      <a:pt x="18" y="119"/>
                      <a:pt x="18" y="119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5" y="128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2" y="139"/>
                      <a:pt x="2" y="139"/>
                      <a:pt x="2" y="139"/>
                    </a:cubicBezTo>
                    <a:cubicBezTo>
                      <a:pt x="4" y="140"/>
                      <a:pt x="4" y="140"/>
                      <a:pt x="4" y="140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5"/>
                      <a:pt x="6" y="145"/>
                      <a:pt x="6" y="145"/>
                    </a:cubicBezTo>
                    <a:cubicBezTo>
                      <a:pt x="8" y="145"/>
                      <a:pt x="8" y="145"/>
                      <a:pt x="8" y="145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0" y="148"/>
                      <a:pt x="10" y="148"/>
                      <a:pt x="10" y="148"/>
                    </a:cubicBez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4" y="151"/>
                      <a:pt x="14" y="151"/>
                      <a:pt x="14" y="151"/>
                    </a:cubicBezTo>
                    <a:cubicBezTo>
                      <a:pt x="15" y="150"/>
                      <a:pt x="15" y="150"/>
                      <a:pt x="15" y="150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6" y="145"/>
                      <a:pt x="16" y="145"/>
                      <a:pt x="16" y="145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18" y="147"/>
                      <a:pt x="18" y="147"/>
                      <a:pt x="18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7"/>
                      <a:pt x="20" y="147"/>
                      <a:pt x="20" y="147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2" y="150"/>
                      <a:pt x="22" y="150"/>
                      <a:pt x="22" y="150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7"/>
                      <a:pt x="29" y="147"/>
                      <a:pt x="29" y="147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7"/>
                      <a:pt x="32" y="147"/>
                      <a:pt x="32" y="147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40" y="150"/>
                      <a:pt x="40" y="150"/>
                      <a:pt x="40" y="150"/>
                    </a:cubicBezTo>
                    <a:cubicBezTo>
                      <a:pt x="42" y="150"/>
                      <a:pt x="42" y="150"/>
                      <a:pt x="42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4" y="151"/>
                      <a:pt x="44" y="151"/>
                      <a:pt x="44" y="151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4" y="159"/>
                      <a:pt x="54" y="159"/>
                      <a:pt x="54" y="159"/>
                    </a:cubicBezTo>
                    <a:cubicBezTo>
                      <a:pt x="55" y="161"/>
                      <a:pt x="55" y="161"/>
                      <a:pt x="55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5" y="165"/>
                      <a:pt x="55" y="165"/>
                      <a:pt x="55" y="165"/>
                    </a:cubicBezTo>
                    <a:cubicBezTo>
                      <a:pt x="54" y="165"/>
                      <a:pt x="54" y="165"/>
                      <a:pt x="54" y="165"/>
                    </a:cubicBezTo>
                    <a:cubicBezTo>
                      <a:pt x="54" y="167"/>
                      <a:pt x="54" y="167"/>
                      <a:pt x="54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2" y="169"/>
                      <a:pt x="52" y="169"/>
                      <a:pt x="52" y="169"/>
                    </a:cubicBezTo>
                    <a:cubicBezTo>
                      <a:pt x="52" y="170"/>
                      <a:pt x="52" y="170"/>
                      <a:pt x="52" y="170"/>
                    </a:cubicBezTo>
                    <a:cubicBezTo>
                      <a:pt x="53" y="171"/>
                      <a:pt x="53" y="171"/>
                      <a:pt x="53" y="171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6" y="174"/>
                      <a:pt x="56" y="174"/>
                      <a:pt x="56" y="174"/>
                    </a:cubicBezTo>
                    <a:cubicBezTo>
                      <a:pt x="57" y="175"/>
                      <a:pt x="57" y="175"/>
                      <a:pt x="57" y="175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9"/>
                      <a:pt x="57" y="179"/>
                      <a:pt x="57" y="179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7" y="181"/>
                      <a:pt x="57" y="181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4" y="180"/>
                      <a:pt x="54" y="180"/>
                      <a:pt x="54" y="180"/>
                    </a:cubicBezTo>
                    <a:cubicBezTo>
                      <a:pt x="52" y="181"/>
                      <a:pt x="52" y="181"/>
                      <a:pt x="52" y="181"/>
                    </a:cubicBezTo>
                    <a:cubicBezTo>
                      <a:pt x="53" y="183"/>
                      <a:pt x="53" y="183"/>
                      <a:pt x="53" y="183"/>
                    </a:cubicBezTo>
                    <a:cubicBezTo>
                      <a:pt x="54" y="183"/>
                      <a:pt x="54" y="183"/>
                      <a:pt x="54" y="183"/>
                    </a:cubicBezTo>
                    <a:cubicBezTo>
                      <a:pt x="55" y="183"/>
                      <a:pt x="55" y="183"/>
                      <a:pt x="55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8"/>
                      <a:pt x="57" y="188"/>
                      <a:pt x="57" y="188"/>
                    </a:cubicBezTo>
                    <a:cubicBezTo>
                      <a:pt x="56" y="188"/>
                      <a:pt x="56" y="188"/>
                      <a:pt x="56" y="188"/>
                    </a:cubicBezTo>
                    <a:cubicBezTo>
                      <a:pt x="55" y="189"/>
                      <a:pt x="55" y="189"/>
                      <a:pt x="55" y="189"/>
                    </a:cubicBezTo>
                    <a:cubicBezTo>
                      <a:pt x="54" y="190"/>
                      <a:pt x="54" y="190"/>
                      <a:pt x="54" y="190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7" y="190"/>
                      <a:pt x="57" y="190"/>
                      <a:pt x="57" y="190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9"/>
                      <a:pt x="59" y="189"/>
                      <a:pt x="59" y="189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91"/>
                      <a:pt x="59" y="191"/>
                      <a:pt x="59" y="191"/>
                    </a:cubicBezTo>
                    <a:cubicBezTo>
                      <a:pt x="59" y="192"/>
                      <a:pt x="59" y="192"/>
                      <a:pt x="59" y="192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9" y="194"/>
                      <a:pt x="59" y="194"/>
                      <a:pt x="59" y="194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7" y="192"/>
                      <a:pt x="57" y="192"/>
                      <a:pt x="57" y="192"/>
                    </a:cubicBezTo>
                    <a:cubicBezTo>
                      <a:pt x="56" y="192"/>
                      <a:pt x="56" y="192"/>
                      <a:pt x="56" y="192"/>
                    </a:cubicBezTo>
                    <a:cubicBezTo>
                      <a:pt x="55" y="193"/>
                      <a:pt x="55" y="193"/>
                      <a:pt x="55" y="193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6"/>
                      <a:pt x="59" y="196"/>
                      <a:pt x="59" y="196"/>
                    </a:cubicBezTo>
                    <a:cubicBezTo>
                      <a:pt x="58" y="197"/>
                      <a:pt x="58" y="197"/>
                      <a:pt x="58" y="197"/>
                    </a:cubicBezTo>
                    <a:cubicBezTo>
                      <a:pt x="58" y="199"/>
                      <a:pt x="58" y="199"/>
                      <a:pt x="58" y="199"/>
                    </a:cubicBezTo>
                    <a:cubicBezTo>
                      <a:pt x="59" y="200"/>
                      <a:pt x="59" y="200"/>
                      <a:pt x="59" y="200"/>
                    </a:cubicBezTo>
                    <a:cubicBezTo>
                      <a:pt x="58" y="201"/>
                      <a:pt x="58" y="201"/>
                      <a:pt x="58" y="201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4"/>
                      <a:pt x="59" y="204"/>
                      <a:pt x="59" y="204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7" y="201"/>
                      <a:pt x="57" y="201"/>
                      <a:pt x="57" y="201"/>
                    </a:cubicBezTo>
                    <a:cubicBezTo>
                      <a:pt x="56" y="199"/>
                      <a:pt x="56" y="199"/>
                      <a:pt x="56" y="199"/>
                    </a:cubicBezTo>
                    <a:cubicBezTo>
                      <a:pt x="56" y="201"/>
                      <a:pt x="56" y="201"/>
                      <a:pt x="56" y="201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6" y="205"/>
                      <a:pt x="56" y="205"/>
                      <a:pt x="56" y="205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6" y="207"/>
                      <a:pt x="56" y="207"/>
                      <a:pt x="56" y="207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5" y="210"/>
                      <a:pt x="55" y="210"/>
                      <a:pt x="55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7" y="211"/>
                      <a:pt x="57" y="211"/>
                      <a:pt x="57" y="211"/>
                    </a:cubicBezTo>
                    <a:cubicBezTo>
                      <a:pt x="57" y="211"/>
                      <a:pt x="58" y="211"/>
                      <a:pt x="58" y="211"/>
                    </a:cubicBezTo>
                    <a:cubicBezTo>
                      <a:pt x="59" y="211"/>
                      <a:pt x="59" y="211"/>
                      <a:pt x="59" y="211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60" y="210"/>
                      <a:pt x="60" y="210"/>
                      <a:pt x="60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0" y="212"/>
                      <a:pt x="60" y="212"/>
                      <a:pt x="60" y="212"/>
                    </a:cubicBezTo>
                    <a:cubicBezTo>
                      <a:pt x="61" y="213"/>
                      <a:pt x="61" y="213"/>
                      <a:pt x="61" y="213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60" y="216"/>
                      <a:pt x="60" y="216"/>
                      <a:pt x="60" y="216"/>
                    </a:cubicBezTo>
                    <a:cubicBezTo>
                      <a:pt x="59" y="217"/>
                      <a:pt x="59" y="217"/>
                      <a:pt x="59" y="217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2"/>
                      <a:pt x="59" y="212"/>
                      <a:pt x="59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3"/>
                      <a:pt x="56" y="213"/>
                      <a:pt x="56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2"/>
                      <a:pt x="55" y="212"/>
                      <a:pt x="55" y="212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1" y="213"/>
                      <a:pt x="51" y="213"/>
                      <a:pt x="51" y="213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5" y="214"/>
                      <a:pt x="55" y="214"/>
                      <a:pt x="55" y="214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4" y="215"/>
                      <a:pt x="54" y="215"/>
                      <a:pt x="54" y="215"/>
                    </a:cubicBezTo>
                    <a:cubicBezTo>
                      <a:pt x="54" y="216"/>
                      <a:pt x="54" y="216"/>
                      <a:pt x="54" y="216"/>
                    </a:cubicBezTo>
                    <a:cubicBezTo>
                      <a:pt x="54" y="217"/>
                      <a:pt x="54" y="217"/>
                      <a:pt x="54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8"/>
                      <a:pt x="53" y="218"/>
                      <a:pt x="53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3" y="220"/>
                      <a:pt x="53" y="220"/>
                      <a:pt x="53" y="220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3" y="221"/>
                      <a:pt x="53" y="221"/>
                      <a:pt x="53" y="221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1" y="221"/>
                      <a:pt x="51" y="221"/>
                      <a:pt x="51" y="221"/>
                    </a:cubicBezTo>
                    <a:cubicBezTo>
                      <a:pt x="51" y="225"/>
                      <a:pt x="51" y="225"/>
                      <a:pt x="51" y="225"/>
                    </a:cubicBezTo>
                    <a:cubicBezTo>
                      <a:pt x="53" y="224"/>
                      <a:pt x="53" y="224"/>
                      <a:pt x="53" y="224"/>
                    </a:cubicBezTo>
                    <a:cubicBezTo>
                      <a:pt x="54" y="223"/>
                      <a:pt x="54" y="223"/>
                      <a:pt x="54" y="223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6" y="222"/>
                      <a:pt x="56" y="222"/>
                      <a:pt x="56" y="222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5" y="223"/>
                      <a:pt x="55" y="223"/>
                      <a:pt x="55" y="223"/>
                    </a:cubicBezTo>
                    <a:cubicBezTo>
                      <a:pt x="54" y="224"/>
                      <a:pt x="54" y="224"/>
                      <a:pt x="54" y="224"/>
                    </a:cubicBezTo>
                    <a:cubicBezTo>
                      <a:pt x="52" y="225"/>
                      <a:pt x="52" y="225"/>
                      <a:pt x="52" y="225"/>
                    </a:cubicBezTo>
                    <a:cubicBezTo>
                      <a:pt x="52" y="227"/>
                      <a:pt x="52" y="227"/>
                      <a:pt x="52" y="227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5" y="228"/>
                      <a:pt x="55" y="228"/>
                      <a:pt x="55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0" y="227"/>
                      <a:pt x="50" y="227"/>
                      <a:pt x="50" y="227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49" y="230"/>
                      <a:pt x="49" y="230"/>
                      <a:pt x="49" y="230"/>
                    </a:cubicBezTo>
                    <a:cubicBezTo>
                      <a:pt x="49" y="231"/>
                      <a:pt x="49" y="231"/>
                      <a:pt x="49" y="231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3"/>
                      <a:pt x="50" y="233"/>
                      <a:pt x="50" y="233"/>
                    </a:cubicBezTo>
                    <a:cubicBezTo>
                      <a:pt x="50" y="236"/>
                      <a:pt x="50" y="236"/>
                      <a:pt x="50" y="236"/>
                    </a:cubicBezTo>
                    <a:cubicBezTo>
                      <a:pt x="52" y="236"/>
                      <a:pt x="52" y="236"/>
                      <a:pt x="52" y="236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3" y="236"/>
                      <a:pt x="53" y="236"/>
                      <a:pt x="53" y="236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3" y="238"/>
                      <a:pt x="53" y="238"/>
                      <a:pt x="53" y="238"/>
                    </a:cubicBezTo>
                    <a:cubicBezTo>
                      <a:pt x="56" y="238"/>
                      <a:pt x="56" y="238"/>
                      <a:pt x="56" y="238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8" y="237"/>
                      <a:pt x="58" y="237"/>
                      <a:pt x="58" y="237"/>
                    </a:cubicBezTo>
                    <a:cubicBezTo>
                      <a:pt x="59" y="237"/>
                      <a:pt x="59" y="237"/>
                      <a:pt x="59" y="237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0" y="233"/>
                      <a:pt x="60" y="233"/>
                      <a:pt x="60" y="233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5"/>
                      <a:pt x="62" y="235"/>
                      <a:pt x="62" y="235"/>
                    </a:cubicBezTo>
                    <a:cubicBezTo>
                      <a:pt x="62" y="236"/>
                      <a:pt x="62" y="236"/>
                      <a:pt x="62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6" y="233"/>
                      <a:pt x="66" y="233"/>
                      <a:pt x="66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8" y="234"/>
                      <a:pt x="68" y="234"/>
                      <a:pt x="68" y="234"/>
                    </a:cubicBezTo>
                    <a:cubicBezTo>
                      <a:pt x="69" y="235"/>
                      <a:pt x="69" y="235"/>
                      <a:pt x="69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5" y="236"/>
                      <a:pt x="65" y="236"/>
                      <a:pt x="65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5" y="238"/>
                      <a:pt x="65" y="238"/>
                      <a:pt x="65" y="238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3" y="238"/>
                      <a:pt x="63" y="238"/>
                      <a:pt x="63" y="238"/>
                    </a:cubicBezTo>
                    <a:cubicBezTo>
                      <a:pt x="62" y="241"/>
                      <a:pt x="62" y="241"/>
                      <a:pt x="62" y="241"/>
                    </a:cubicBezTo>
                    <a:cubicBezTo>
                      <a:pt x="63" y="242"/>
                      <a:pt x="63" y="242"/>
                      <a:pt x="63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3"/>
                      <a:pt x="65" y="243"/>
                      <a:pt x="65" y="243"/>
                    </a:cubicBezTo>
                    <a:cubicBezTo>
                      <a:pt x="67" y="243"/>
                      <a:pt x="67" y="243"/>
                      <a:pt x="67" y="243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8" y="243"/>
                      <a:pt x="68" y="243"/>
                      <a:pt x="68" y="243"/>
                    </a:cubicBezTo>
                    <a:cubicBezTo>
                      <a:pt x="67" y="244"/>
                      <a:pt x="67" y="244"/>
                      <a:pt x="67" y="244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6" y="245"/>
                      <a:pt x="66" y="245"/>
                      <a:pt x="66" y="245"/>
                    </a:cubicBezTo>
                    <a:cubicBezTo>
                      <a:pt x="65" y="246"/>
                      <a:pt x="65" y="246"/>
                      <a:pt x="65" y="246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8"/>
                      <a:pt x="69" y="248"/>
                      <a:pt x="69" y="248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7" y="248"/>
                      <a:pt x="67" y="248"/>
                      <a:pt x="67" y="248"/>
                    </a:cubicBezTo>
                    <a:cubicBezTo>
                      <a:pt x="67" y="250"/>
                      <a:pt x="67" y="250"/>
                      <a:pt x="67" y="250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70" y="254"/>
                      <a:pt x="70" y="254"/>
                      <a:pt x="70" y="254"/>
                    </a:cubicBezTo>
                    <a:cubicBezTo>
                      <a:pt x="69" y="253"/>
                      <a:pt x="69" y="253"/>
                      <a:pt x="69" y="253"/>
                    </a:cubicBezTo>
                    <a:cubicBezTo>
                      <a:pt x="68" y="252"/>
                      <a:pt x="68" y="252"/>
                      <a:pt x="68" y="252"/>
                    </a:cubicBezTo>
                    <a:cubicBezTo>
                      <a:pt x="67" y="249"/>
                      <a:pt x="67" y="249"/>
                      <a:pt x="67" y="249"/>
                    </a:cubicBezTo>
                    <a:cubicBezTo>
                      <a:pt x="66" y="248"/>
                      <a:pt x="66" y="248"/>
                      <a:pt x="66" y="248"/>
                    </a:cubicBezTo>
                    <a:cubicBezTo>
                      <a:pt x="65" y="248"/>
                      <a:pt x="65" y="248"/>
                      <a:pt x="65" y="248"/>
                    </a:cubicBezTo>
                    <a:cubicBezTo>
                      <a:pt x="64" y="247"/>
                      <a:pt x="64" y="247"/>
                      <a:pt x="64" y="247"/>
                    </a:cubicBezTo>
                    <a:cubicBezTo>
                      <a:pt x="63" y="247"/>
                      <a:pt x="63" y="247"/>
                      <a:pt x="63" y="247"/>
                    </a:cubicBezTo>
                    <a:cubicBezTo>
                      <a:pt x="62" y="247"/>
                      <a:pt x="62" y="247"/>
                      <a:pt x="62" y="247"/>
                    </a:cubicBezTo>
                    <a:cubicBezTo>
                      <a:pt x="61" y="246"/>
                      <a:pt x="61" y="246"/>
                      <a:pt x="61" y="246"/>
                    </a:cubicBezTo>
                    <a:cubicBezTo>
                      <a:pt x="59" y="246"/>
                      <a:pt x="59" y="246"/>
                      <a:pt x="59" y="246"/>
                    </a:cubicBezTo>
                    <a:cubicBezTo>
                      <a:pt x="57" y="245"/>
                      <a:pt x="57" y="245"/>
                      <a:pt x="57" y="245"/>
                    </a:cubicBezTo>
                    <a:cubicBezTo>
                      <a:pt x="56" y="244"/>
                      <a:pt x="56" y="244"/>
                      <a:pt x="56" y="244"/>
                    </a:cubicBezTo>
                    <a:cubicBezTo>
                      <a:pt x="55" y="244"/>
                      <a:pt x="55" y="244"/>
                      <a:pt x="55" y="244"/>
                    </a:cubicBezTo>
                    <a:cubicBezTo>
                      <a:pt x="54" y="244"/>
                      <a:pt x="54" y="244"/>
                      <a:pt x="54" y="244"/>
                    </a:cubicBezTo>
                    <a:cubicBezTo>
                      <a:pt x="52" y="245"/>
                      <a:pt x="52" y="245"/>
                      <a:pt x="52" y="245"/>
                    </a:cubicBezTo>
                    <a:cubicBezTo>
                      <a:pt x="50" y="246"/>
                      <a:pt x="50" y="246"/>
                      <a:pt x="50" y="246"/>
                    </a:cubicBezTo>
                    <a:cubicBezTo>
                      <a:pt x="50" y="247"/>
                      <a:pt x="50" y="247"/>
                      <a:pt x="50" y="247"/>
                    </a:cubicBezTo>
                    <a:cubicBezTo>
                      <a:pt x="51" y="248"/>
                      <a:pt x="51" y="248"/>
                      <a:pt x="51" y="248"/>
                    </a:cubicBezTo>
                    <a:cubicBezTo>
                      <a:pt x="52" y="249"/>
                      <a:pt x="52" y="249"/>
                      <a:pt x="52" y="249"/>
                    </a:cubicBezTo>
                    <a:cubicBezTo>
                      <a:pt x="53" y="251"/>
                      <a:pt x="53" y="251"/>
                      <a:pt x="53" y="251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3" y="252"/>
                      <a:pt x="53" y="252"/>
                      <a:pt x="53" y="252"/>
                    </a:cubicBezTo>
                    <a:cubicBezTo>
                      <a:pt x="51" y="252"/>
                      <a:pt x="51" y="252"/>
                      <a:pt x="51" y="252"/>
                    </a:cubicBezTo>
                    <a:cubicBezTo>
                      <a:pt x="49" y="251"/>
                      <a:pt x="49" y="251"/>
                      <a:pt x="49" y="251"/>
                    </a:cubicBezTo>
                    <a:cubicBezTo>
                      <a:pt x="49" y="253"/>
                      <a:pt x="49" y="253"/>
                      <a:pt x="49" y="253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47" y="257"/>
                      <a:pt x="47" y="257"/>
                      <a:pt x="47" y="257"/>
                    </a:cubicBezTo>
                    <a:cubicBezTo>
                      <a:pt x="48" y="257"/>
                      <a:pt x="48" y="257"/>
                      <a:pt x="48" y="257"/>
                    </a:cubicBezTo>
                    <a:cubicBezTo>
                      <a:pt x="47" y="258"/>
                      <a:pt x="47" y="258"/>
                      <a:pt x="47" y="258"/>
                    </a:cubicBezTo>
                    <a:cubicBezTo>
                      <a:pt x="47" y="259"/>
                      <a:pt x="47" y="259"/>
                      <a:pt x="47" y="25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47" y="261"/>
                      <a:pt x="47" y="261"/>
                      <a:pt x="47" y="261"/>
                    </a:cubicBezTo>
                    <a:cubicBezTo>
                      <a:pt x="46" y="262"/>
                      <a:pt x="46" y="262"/>
                      <a:pt x="46" y="262"/>
                    </a:cubicBezTo>
                    <a:cubicBezTo>
                      <a:pt x="47" y="264"/>
                      <a:pt x="47" y="264"/>
                      <a:pt x="47" y="264"/>
                    </a:cubicBezTo>
                    <a:cubicBezTo>
                      <a:pt x="50" y="265"/>
                      <a:pt x="50" y="265"/>
                      <a:pt x="50" y="265"/>
                    </a:cubicBezTo>
                    <a:cubicBezTo>
                      <a:pt x="48" y="265"/>
                      <a:pt x="48" y="265"/>
                      <a:pt x="48" y="265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9" y="268"/>
                      <a:pt x="49" y="268"/>
                      <a:pt x="49" y="268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54" y="270"/>
                      <a:pt x="54" y="270"/>
                      <a:pt x="54" y="270"/>
                    </a:cubicBezTo>
                    <a:cubicBezTo>
                      <a:pt x="55" y="269"/>
                      <a:pt x="55" y="269"/>
                      <a:pt x="55" y="269"/>
                    </a:cubicBezTo>
                    <a:cubicBezTo>
                      <a:pt x="58" y="268"/>
                      <a:pt x="58" y="268"/>
                      <a:pt x="58" y="268"/>
                    </a:cubicBezTo>
                    <a:cubicBezTo>
                      <a:pt x="61" y="268"/>
                      <a:pt x="61" y="268"/>
                      <a:pt x="61" y="268"/>
                    </a:cubicBezTo>
                    <a:cubicBezTo>
                      <a:pt x="64" y="266"/>
                      <a:pt x="64" y="266"/>
                      <a:pt x="64" y="266"/>
                    </a:cubicBezTo>
                    <a:cubicBezTo>
                      <a:pt x="63" y="263"/>
                      <a:pt x="63" y="263"/>
                      <a:pt x="63" y="263"/>
                    </a:cubicBezTo>
                    <a:cubicBezTo>
                      <a:pt x="62" y="261"/>
                      <a:pt x="62" y="261"/>
                      <a:pt x="62" y="261"/>
                    </a:cubicBezTo>
                    <a:cubicBezTo>
                      <a:pt x="61" y="261"/>
                      <a:pt x="61" y="261"/>
                      <a:pt x="61" y="261"/>
                    </a:cubicBezTo>
                    <a:cubicBezTo>
                      <a:pt x="60" y="260"/>
                      <a:pt x="60" y="260"/>
                      <a:pt x="60" y="260"/>
                    </a:cubicBezTo>
                    <a:cubicBezTo>
                      <a:pt x="59" y="257"/>
                      <a:pt x="59" y="257"/>
                      <a:pt x="59" y="257"/>
                    </a:cubicBezTo>
                    <a:cubicBezTo>
                      <a:pt x="57" y="254"/>
                      <a:pt x="57" y="254"/>
                      <a:pt x="57" y="254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4" y="253"/>
                      <a:pt x="54" y="253"/>
                      <a:pt x="54" y="253"/>
                    </a:cubicBezTo>
                    <a:cubicBezTo>
                      <a:pt x="56" y="254"/>
                      <a:pt x="56" y="254"/>
                      <a:pt x="56" y="254"/>
                    </a:cubicBezTo>
                    <a:cubicBezTo>
                      <a:pt x="59" y="255"/>
                      <a:pt x="59" y="255"/>
                      <a:pt x="59" y="255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61" y="257"/>
                      <a:pt x="61" y="257"/>
                      <a:pt x="61" y="257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9"/>
                      <a:pt x="62" y="259"/>
                      <a:pt x="62" y="259"/>
                    </a:cubicBezTo>
                    <a:cubicBezTo>
                      <a:pt x="63" y="259"/>
                      <a:pt x="63" y="259"/>
                      <a:pt x="63" y="259"/>
                    </a:cubicBezTo>
                    <a:cubicBezTo>
                      <a:pt x="64" y="260"/>
                      <a:pt x="64" y="260"/>
                      <a:pt x="64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7" y="260"/>
                      <a:pt x="67" y="260"/>
                      <a:pt x="67" y="260"/>
                    </a:cubicBezTo>
                    <a:cubicBezTo>
                      <a:pt x="68" y="260"/>
                      <a:pt x="68" y="260"/>
                      <a:pt x="68" y="260"/>
                    </a:cubicBezTo>
                    <a:cubicBezTo>
                      <a:pt x="69" y="260"/>
                      <a:pt x="69" y="260"/>
                      <a:pt x="69" y="260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7" y="261"/>
                      <a:pt x="67" y="261"/>
                      <a:pt x="67" y="261"/>
                    </a:cubicBezTo>
                    <a:cubicBezTo>
                      <a:pt x="66" y="262"/>
                      <a:pt x="66" y="262"/>
                      <a:pt x="66" y="262"/>
                    </a:cubicBezTo>
                    <a:cubicBezTo>
                      <a:pt x="66" y="263"/>
                      <a:pt x="66" y="263"/>
                      <a:pt x="66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6" y="265"/>
                      <a:pt x="66" y="265"/>
                      <a:pt x="66" y="265"/>
                    </a:cubicBezTo>
                    <a:cubicBezTo>
                      <a:pt x="67" y="266"/>
                      <a:pt x="67" y="266"/>
                      <a:pt x="67" y="266"/>
                    </a:cubicBezTo>
                    <a:cubicBezTo>
                      <a:pt x="69" y="265"/>
                      <a:pt x="69" y="265"/>
                      <a:pt x="69" y="265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70" y="261"/>
                      <a:pt x="70" y="261"/>
                      <a:pt x="70" y="261"/>
                    </a:cubicBez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1" y="264"/>
                      <a:pt x="71" y="264"/>
                      <a:pt x="71" y="264"/>
                    </a:cubicBezTo>
                    <a:cubicBezTo>
                      <a:pt x="70" y="264"/>
                      <a:pt x="70" y="264"/>
                      <a:pt x="70" y="264"/>
                    </a:cubicBezTo>
                    <a:cubicBezTo>
                      <a:pt x="69" y="266"/>
                      <a:pt x="69" y="266"/>
                      <a:pt x="69" y="266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8" y="269"/>
                      <a:pt x="68" y="269"/>
                      <a:pt x="68" y="269"/>
                    </a:cubicBezTo>
                    <a:cubicBezTo>
                      <a:pt x="67" y="269"/>
                      <a:pt x="67" y="269"/>
                      <a:pt x="67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6" y="271"/>
                      <a:pt x="66" y="271"/>
                      <a:pt x="66" y="271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4" y="271"/>
                      <a:pt x="64" y="271"/>
                      <a:pt x="64" y="271"/>
                    </a:cubicBezTo>
                    <a:cubicBezTo>
                      <a:pt x="65" y="273"/>
                      <a:pt x="65" y="273"/>
                      <a:pt x="65" y="273"/>
                    </a:cubicBezTo>
                    <a:cubicBezTo>
                      <a:pt x="64" y="275"/>
                      <a:pt x="64" y="275"/>
                      <a:pt x="64" y="275"/>
                    </a:cubicBezTo>
                    <a:cubicBezTo>
                      <a:pt x="63" y="277"/>
                      <a:pt x="63" y="277"/>
                      <a:pt x="63" y="277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3" y="278"/>
                      <a:pt x="63" y="278"/>
                      <a:pt x="63" y="278"/>
                    </a:cubicBezTo>
                    <a:cubicBezTo>
                      <a:pt x="63" y="279"/>
                      <a:pt x="63" y="279"/>
                      <a:pt x="63" y="279"/>
                    </a:cubicBezTo>
                    <a:cubicBezTo>
                      <a:pt x="62" y="279"/>
                      <a:pt x="62" y="279"/>
                      <a:pt x="62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2" y="278"/>
                      <a:pt x="62" y="278"/>
                      <a:pt x="62" y="278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8" y="276"/>
                      <a:pt x="58" y="276"/>
                      <a:pt x="58" y="276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54" y="276"/>
                      <a:pt x="54" y="276"/>
                      <a:pt x="54" y="276"/>
                    </a:cubicBezTo>
                    <a:cubicBezTo>
                      <a:pt x="54" y="277"/>
                      <a:pt x="54" y="277"/>
                      <a:pt x="54" y="277"/>
                    </a:cubicBezTo>
                    <a:cubicBezTo>
                      <a:pt x="56" y="278"/>
                      <a:pt x="56" y="278"/>
                      <a:pt x="56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6" y="279"/>
                      <a:pt x="56" y="279"/>
                      <a:pt x="56" y="279"/>
                    </a:cubicBezTo>
                    <a:cubicBezTo>
                      <a:pt x="55" y="279"/>
                      <a:pt x="55" y="279"/>
                      <a:pt x="55" y="279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52" y="278"/>
                      <a:pt x="52" y="278"/>
                      <a:pt x="52" y="278"/>
                    </a:cubicBezTo>
                    <a:cubicBezTo>
                      <a:pt x="51" y="279"/>
                      <a:pt x="51" y="279"/>
                      <a:pt x="51" y="279"/>
                    </a:cubicBezTo>
                    <a:cubicBezTo>
                      <a:pt x="52" y="280"/>
                      <a:pt x="52" y="280"/>
                      <a:pt x="52" y="280"/>
                    </a:cubicBezTo>
                    <a:cubicBezTo>
                      <a:pt x="54" y="280"/>
                      <a:pt x="54" y="280"/>
                      <a:pt x="54" y="280"/>
                    </a:cubicBezTo>
                    <a:cubicBezTo>
                      <a:pt x="51" y="281"/>
                      <a:pt x="51" y="281"/>
                      <a:pt x="51" y="281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5" y="283"/>
                      <a:pt x="55" y="283"/>
                      <a:pt x="55" y="283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6" y="284"/>
                      <a:pt x="56" y="284"/>
                      <a:pt x="56" y="284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60" y="286"/>
                      <a:pt x="60" y="286"/>
                      <a:pt x="60" y="286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5"/>
                      <a:pt x="60" y="285"/>
                      <a:pt x="60" y="285"/>
                    </a:cubicBezTo>
                    <a:cubicBezTo>
                      <a:pt x="61" y="285"/>
                      <a:pt x="61" y="285"/>
                      <a:pt x="61" y="285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1" y="286"/>
                      <a:pt x="61" y="286"/>
                      <a:pt x="61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7"/>
                      <a:pt x="58" y="287"/>
                      <a:pt x="58" y="287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5" y="285"/>
                      <a:pt x="55" y="285"/>
                      <a:pt x="55" y="285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2" y="283"/>
                      <a:pt x="52" y="283"/>
                      <a:pt x="52" y="283"/>
                    </a:cubicBezTo>
                    <a:cubicBezTo>
                      <a:pt x="50" y="282"/>
                      <a:pt x="50" y="282"/>
                      <a:pt x="50" y="282"/>
                    </a:cubicBezTo>
                    <a:cubicBezTo>
                      <a:pt x="49" y="283"/>
                      <a:pt x="49" y="283"/>
                      <a:pt x="49" y="283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1" y="286"/>
                      <a:pt x="51" y="286"/>
                      <a:pt x="51" y="286"/>
                    </a:cubicBezTo>
                    <a:cubicBezTo>
                      <a:pt x="50" y="286"/>
                      <a:pt x="50" y="286"/>
                      <a:pt x="50" y="286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9" y="288"/>
                      <a:pt x="49" y="288"/>
                      <a:pt x="49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9"/>
                      <a:pt x="48" y="289"/>
                      <a:pt x="48" y="289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90"/>
                      <a:pt x="44" y="290"/>
                      <a:pt x="44" y="290"/>
                    </a:cubicBezTo>
                    <a:cubicBezTo>
                      <a:pt x="44" y="291"/>
                      <a:pt x="44" y="291"/>
                      <a:pt x="44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1"/>
                      <a:pt x="45" y="291"/>
                      <a:pt x="45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3"/>
                      <a:pt x="45" y="293"/>
                      <a:pt x="45" y="293"/>
                    </a:cubicBezTo>
                    <a:cubicBezTo>
                      <a:pt x="46" y="294"/>
                      <a:pt x="46" y="294"/>
                      <a:pt x="46" y="294"/>
                    </a:cubicBezTo>
                    <a:cubicBezTo>
                      <a:pt x="45" y="294"/>
                      <a:pt x="45" y="294"/>
                      <a:pt x="45" y="294"/>
                    </a:cubicBezTo>
                    <a:cubicBezTo>
                      <a:pt x="44" y="295"/>
                      <a:pt x="44" y="295"/>
                      <a:pt x="44" y="295"/>
                    </a:cubicBezTo>
                    <a:cubicBezTo>
                      <a:pt x="43" y="296"/>
                      <a:pt x="43" y="296"/>
                      <a:pt x="43" y="296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3" y="298"/>
                      <a:pt x="43" y="298"/>
                      <a:pt x="43" y="298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1" y="299"/>
                      <a:pt x="41" y="299"/>
                      <a:pt x="41" y="299"/>
                    </a:cubicBezTo>
                    <a:cubicBezTo>
                      <a:pt x="41" y="301"/>
                      <a:pt x="41" y="301"/>
                      <a:pt x="41" y="301"/>
                    </a:cubicBezTo>
                    <a:cubicBezTo>
                      <a:pt x="42" y="302"/>
                      <a:pt x="42" y="302"/>
                      <a:pt x="42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3" y="302"/>
                      <a:pt x="43" y="302"/>
                      <a:pt x="43" y="302"/>
                    </a:cubicBezTo>
                    <a:cubicBezTo>
                      <a:pt x="43" y="303"/>
                      <a:pt x="43" y="303"/>
                      <a:pt x="43" y="303"/>
                    </a:cubicBezTo>
                    <a:cubicBezTo>
                      <a:pt x="43" y="304"/>
                      <a:pt x="43" y="304"/>
                      <a:pt x="43" y="304"/>
                    </a:cubicBezTo>
                    <a:cubicBezTo>
                      <a:pt x="41" y="305"/>
                      <a:pt x="41" y="305"/>
                      <a:pt x="41" y="305"/>
                    </a:cubicBezTo>
                    <a:cubicBezTo>
                      <a:pt x="43" y="305"/>
                      <a:pt x="43" y="305"/>
                      <a:pt x="43" y="305"/>
                    </a:cubicBezTo>
                    <a:cubicBezTo>
                      <a:pt x="43" y="306"/>
                      <a:pt x="43" y="306"/>
                      <a:pt x="43" y="306"/>
                    </a:cubicBezTo>
                    <a:cubicBezTo>
                      <a:pt x="43" y="307"/>
                      <a:pt x="43" y="307"/>
                      <a:pt x="43" y="307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41" y="311"/>
                      <a:pt x="41" y="311"/>
                      <a:pt x="41" y="311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5" y="312"/>
                      <a:pt x="45" y="312"/>
                      <a:pt x="45" y="312"/>
                    </a:cubicBezTo>
                    <a:cubicBezTo>
                      <a:pt x="44" y="312"/>
                      <a:pt x="44" y="312"/>
                      <a:pt x="44" y="312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6"/>
                      <a:pt x="43" y="316"/>
                      <a:pt x="43" y="316"/>
                    </a:cubicBezTo>
                    <a:cubicBezTo>
                      <a:pt x="42" y="316"/>
                      <a:pt x="42" y="316"/>
                      <a:pt x="42" y="316"/>
                    </a:cubicBezTo>
                    <a:cubicBezTo>
                      <a:pt x="42" y="317"/>
                      <a:pt x="42" y="317"/>
                      <a:pt x="42" y="317"/>
                    </a:cubicBezTo>
                    <a:cubicBezTo>
                      <a:pt x="43" y="318"/>
                      <a:pt x="43" y="318"/>
                      <a:pt x="43" y="318"/>
                    </a:cubicBezTo>
                    <a:cubicBezTo>
                      <a:pt x="41" y="318"/>
                      <a:pt x="41" y="318"/>
                      <a:pt x="41" y="318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1" y="322"/>
                      <a:pt x="41" y="322"/>
                      <a:pt x="41" y="322"/>
                    </a:cubicBezTo>
                    <a:cubicBezTo>
                      <a:pt x="43" y="322"/>
                      <a:pt x="43" y="322"/>
                      <a:pt x="43" y="322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4" y="321"/>
                      <a:pt x="44" y="321"/>
                      <a:pt x="44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3" y="323"/>
                      <a:pt x="43" y="323"/>
                      <a:pt x="43" y="323"/>
                    </a:cubicBezTo>
                    <a:cubicBezTo>
                      <a:pt x="44" y="325"/>
                      <a:pt x="44" y="325"/>
                      <a:pt x="44" y="325"/>
                    </a:cubicBezTo>
                    <a:cubicBezTo>
                      <a:pt x="45" y="325"/>
                      <a:pt x="45" y="325"/>
                      <a:pt x="45" y="325"/>
                    </a:cubicBezTo>
                    <a:cubicBezTo>
                      <a:pt x="46" y="324"/>
                      <a:pt x="46" y="324"/>
                      <a:pt x="46" y="324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8"/>
                      <a:pt x="45" y="328"/>
                      <a:pt x="45" y="328"/>
                    </a:cubicBezTo>
                    <a:cubicBezTo>
                      <a:pt x="46" y="330"/>
                      <a:pt x="46" y="330"/>
                      <a:pt x="46" y="330"/>
                    </a:cubicBezTo>
                    <a:cubicBezTo>
                      <a:pt x="45" y="330"/>
                      <a:pt x="45" y="330"/>
                      <a:pt x="45" y="330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5" y="332"/>
                      <a:pt x="45" y="332"/>
                      <a:pt x="45" y="332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5"/>
                      <a:pt x="45" y="335"/>
                      <a:pt x="45" y="335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6"/>
                      <a:pt x="48" y="336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6" y="340"/>
                      <a:pt x="46" y="340"/>
                      <a:pt x="46" y="340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6" y="343"/>
                      <a:pt x="46" y="343"/>
                      <a:pt x="46" y="343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8" y="346"/>
                      <a:pt x="48" y="346"/>
                      <a:pt x="48" y="346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7" y="350"/>
                      <a:pt x="47" y="350"/>
                      <a:pt x="47" y="350"/>
                    </a:cubicBezTo>
                    <a:cubicBezTo>
                      <a:pt x="48" y="351"/>
                      <a:pt x="48" y="351"/>
                      <a:pt x="48" y="351"/>
                    </a:cubicBezTo>
                    <a:cubicBezTo>
                      <a:pt x="49" y="351"/>
                      <a:pt x="49" y="351"/>
                      <a:pt x="49" y="351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2" y="350"/>
                      <a:pt x="52" y="350"/>
                      <a:pt x="52" y="350"/>
                    </a:cubicBezTo>
                    <a:cubicBezTo>
                      <a:pt x="50" y="351"/>
                      <a:pt x="50" y="351"/>
                      <a:pt x="50" y="351"/>
                    </a:cubicBezTo>
                    <a:cubicBezTo>
                      <a:pt x="50" y="352"/>
                      <a:pt x="50" y="352"/>
                      <a:pt x="50" y="352"/>
                    </a:cubicBezTo>
                    <a:cubicBezTo>
                      <a:pt x="50" y="354"/>
                      <a:pt x="50" y="354"/>
                      <a:pt x="50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4" y="356"/>
                      <a:pt x="54" y="356"/>
                      <a:pt x="54" y="356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1" y="358"/>
                      <a:pt x="51" y="358"/>
                      <a:pt x="51" y="358"/>
                    </a:cubicBezTo>
                    <a:cubicBezTo>
                      <a:pt x="51" y="359"/>
                      <a:pt x="51" y="359"/>
                      <a:pt x="51" y="359"/>
                    </a:cubicBezTo>
                    <a:cubicBezTo>
                      <a:pt x="51" y="360"/>
                      <a:pt x="51" y="360"/>
                      <a:pt x="51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4" y="362"/>
                      <a:pt x="54" y="362"/>
                      <a:pt x="54" y="362"/>
                    </a:cubicBezTo>
                    <a:cubicBezTo>
                      <a:pt x="55" y="362"/>
                      <a:pt x="55" y="362"/>
                      <a:pt x="55" y="362"/>
                    </a:cubicBezTo>
                    <a:cubicBezTo>
                      <a:pt x="54" y="363"/>
                      <a:pt x="54" y="363"/>
                      <a:pt x="54" y="363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2" y="366"/>
                      <a:pt x="52" y="366"/>
                      <a:pt x="52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5"/>
                      <a:pt x="57" y="365"/>
                      <a:pt x="57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4" y="366"/>
                      <a:pt x="54" y="366"/>
                      <a:pt x="54" y="366"/>
                    </a:cubicBezTo>
                    <a:cubicBezTo>
                      <a:pt x="53" y="367"/>
                      <a:pt x="53" y="367"/>
                      <a:pt x="53" y="367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6" y="368"/>
                      <a:pt x="56" y="368"/>
                      <a:pt x="56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5" y="369"/>
                      <a:pt x="55" y="369"/>
                      <a:pt x="55" y="369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4" y="371"/>
                      <a:pt x="54" y="371"/>
                      <a:pt x="54" y="371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7" y="373"/>
                      <a:pt x="57" y="373"/>
                      <a:pt x="57" y="373"/>
                    </a:cubicBezTo>
                    <a:cubicBezTo>
                      <a:pt x="56" y="374"/>
                      <a:pt x="56" y="374"/>
                      <a:pt x="56" y="374"/>
                    </a:cubicBezTo>
                    <a:cubicBezTo>
                      <a:pt x="58" y="374"/>
                      <a:pt x="58" y="374"/>
                      <a:pt x="58" y="374"/>
                    </a:cubicBezTo>
                    <a:cubicBezTo>
                      <a:pt x="57" y="375"/>
                      <a:pt x="57" y="375"/>
                      <a:pt x="57" y="375"/>
                    </a:cubicBezTo>
                    <a:cubicBezTo>
                      <a:pt x="57" y="376"/>
                      <a:pt x="57" y="376"/>
                      <a:pt x="57" y="376"/>
                    </a:cubicBezTo>
                    <a:cubicBezTo>
                      <a:pt x="59" y="377"/>
                      <a:pt x="59" y="377"/>
                      <a:pt x="59" y="377"/>
                    </a:cubicBezTo>
                    <a:cubicBezTo>
                      <a:pt x="61" y="376"/>
                      <a:pt x="61" y="376"/>
                      <a:pt x="61" y="376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2" y="376"/>
                      <a:pt x="62" y="376"/>
                      <a:pt x="62" y="376"/>
                    </a:cubicBezTo>
                    <a:cubicBezTo>
                      <a:pt x="62" y="378"/>
                      <a:pt x="62" y="378"/>
                      <a:pt x="62" y="378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3" y="379"/>
                      <a:pt x="63" y="379"/>
                      <a:pt x="63" y="379"/>
                    </a:cubicBezTo>
                    <a:cubicBezTo>
                      <a:pt x="62" y="379"/>
                      <a:pt x="62" y="379"/>
                      <a:pt x="62" y="379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0" y="380"/>
                      <a:pt x="60" y="380"/>
                      <a:pt x="60" y="380"/>
                    </a:cubicBezTo>
                    <a:cubicBezTo>
                      <a:pt x="59" y="381"/>
                      <a:pt x="59" y="381"/>
                      <a:pt x="59" y="381"/>
                    </a:cubicBezTo>
                    <a:cubicBezTo>
                      <a:pt x="59" y="382"/>
                      <a:pt x="59" y="382"/>
                      <a:pt x="59" y="382"/>
                    </a:cubicBezTo>
                    <a:cubicBezTo>
                      <a:pt x="60" y="382"/>
                      <a:pt x="60" y="382"/>
                      <a:pt x="60" y="382"/>
                    </a:cubicBezTo>
                    <a:cubicBezTo>
                      <a:pt x="60" y="383"/>
                      <a:pt x="60" y="383"/>
                      <a:pt x="60" y="383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4" y="382"/>
                      <a:pt x="64" y="382"/>
                      <a:pt x="64" y="382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6" y="381"/>
                      <a:pt x="66" y="381"/>
                      <a:pt x="66" y="381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2"/>
                      <a:pt x="67" y="382"/>
                      <a:pt x="67" y="382"/>
                    </a:cubicBezTo>
                    <a:cubicBezTo>
                      <a:pt x="69" y="382"/>
                      <a:pt x="69" y="382"/>
                      <a:pt x="69" y="382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70" y="380"/>
                      <a:pt x="70" y="380"/>
                      <a:pt x="70" y="380"/>
                    </a:cubicBezTo>
                    <a:cubicBezTo>
                      <a:pt x="69" y="381"/>
                      <a:pt x="69" y="381"/>
                      <a:pt x="69" y="381"/>
                    </a:cubicBezTo>
                    <a:cubicBezTo>
                      <a:pt x="70" y="382"/>
                      <a:pt x="70" y="382"/>
                      <a:pt x="70" y="382"/>
                    </a:cubicBezTo>
                    <a:cubicBezTo>
                      <a:pt x="71" y="382"/>
                      <a:pt x="71" y="382"/>
                      <a:pt x="71" y="382"/>
                    </a:cubicBezTo>
                    <a:cubicBezTo>
                      <a:pt x="73" y="381"/>
                      <a:pt x="73" y="381"/>
                      <a:pt x="73" y="381"/>
                    </a:cubicBezTo>
                    <a:cubicBezTo>
                      <a:pt x="73" y="379"/>
                      <a:pt x="73" y="379"/>
                      <a:pt x="73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80"/>
                      <a:pt x="71" y="380"/>
                      <a:pt x="71" y="380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2" y="379"/>
                      <a:pt x="72" y="379"/>
                      <a:pt x="72" y="379"/>
                    </a:cubicBezTo>
                    <a:cubicBezTo>
                      <a:pt x="73" y="378"/>
                      <a:pt x="73" y="378"/>
                      <a:pt x="73" y="378"/>
                    </a:cubicBezTo>
                    <a:cubicBezTo>
                      <a:pt x="74" y="379"/>
                      <a:pt x="74" y="379"/>
                      <a:pt x="74" y="379"/>
                    </a:cubicBezTo>
                    <a:cubicBezTo>
                      <a:pt x="73" y="380"/>
                      <a:pt x="73" y="380"/>
                      <a:pt x="73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0"/>
                      <a:pt x="75" y="380"/>
                      <a:pt x="75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2"/>
                      <a:pt x="75" y="382"/>
                      <a:pt x="75" y="382"/>
                    </a:cubicBezTo>
                    <a:cubicBezTo>
                      <a:pt x="76" y="382"/>
                      <a:pt x="76" y="382"/>
                      <a:pt x="76" y="382"/>
                    </a:cubicBezTo>
                    <a:cubicBezTo>
                      <a:pt x="75" y="383"/>
                      <a:pt x="75" y="383"/>
                      <a:pt x="75" y="383"/>
                    </a:cubicBezTo>
                    <a:cubicBezTo>
                      <a:pt x="73" y="384"/>
                      <a:pt x="73" y="384"/>
                      <a:pt x="73" y="384"/>
                    </a:cubicBezTo>
                    <a:cubicBezTo>
                      <a:pt x="73" y="386"/>
                      <a:pt x="73" y="386"/>
                      <a:pt x="73" y="386"/>
                    </a:cubicBezTo>
                    <a:cubicBezTo>
                      <a:pt x="75" y="386"/>
                      <a:pt x="75" y="386"/>
                      <a:pt x="75" y="386"/>
                    </a:cubicBezTo>
                    <a:cubicBezTo>
                      <a:pt x="75" y="385"/>
                      <a:pt x="75" y="385"/>
                      <a:pt x="75" y="385"/>
                    </a:cubicBezTo>
                    <a:cubicBezTo>
                      <a:pt x="76" y="387"/>
                      <a:pt x="76" y="387"/>
                      <a:pt x="76" y="387"/>
                    </a:cubicBezTo>
                    <a:cubicBezTo>
                      <a:pt x="76" y="388"/>
                      <a:pt x="76" y="388"/>
                      <a:pt x="76" y="388"/>
                    </a:cubicBezTo>
                    <a:cubicBezTo>
                      <a:pt x="75" y="389"/>
                      <a:pt x="75" y="389"/>
                      <a:pt x="75" y="389"/>
                    </a:cubicBezTo>
                    <a:cubicBezTo>
                      <a:pt x="75" y="391"/>
                      <a:pt x="75" y="391"/>
                      <a:pt x="75" y="391"/>
                    </a:cubicBezTo>
                    <a:cubicBezTo>
                      <a:pt x="77" y="391"/>
                      <a:pt x="77" y="391"/>
                      <a:pt x="77" y="391"/>
                    </a:cubicBezTo>
                    <a:cubicBezTo>
                      <a:pt x="77" y="390"/>
                      <a:pt x="77" y="390"/>
                      <a:pt x="77" y="390"/>
                    </a:cubicBezTo>
                    <a:cubicBezTo>
                      <a:pt x="78" y="389"/>
                      <a:pt x="78" y="389"/>
                      <a:pt x="78" y="389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9" y="386"/>
                      <a:pt x="79" y="386"/>
                      <a:pt x="79" y="386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8"/>
                      <a:pt x="78" y="388"/>
                      <a:pt x="78" y="388"/>
                    </a:cubicBezTo>
                    <a:cubicBezTo>
                      <a:pt x="78" y="390"/>
                      <a:pt x="78" y="390"/>
                      <a:pt x="78" y="390"/>
                    </a:cubicBezTo>
                    <a:cubicBezTo>
                      <a:pt x="79" y="391"/>
                      <a:pt x="79" y="391"/>
                      <a:pt x="79" y="391"/>
                    </a:cubicBezTo>
                    <a:cubicBezTo>
                      <a:pt x="80" y="390"/>
                      <a:pt x="80" y="390"/>
                      <a:pt x="80" y="390"/>
                    </a:cubicBezTo>
                    <a:cubicBezTo>
                      <a:pt x="79" y="392"/>
                      <a:pt x="79" y="392"/>
                      <a:pt x="79" y="392"/>
                    </a:cubicBezTo>
                    <a:cubicBezTo>
                      <a:pt x="81" y="392"/>
                      <a:pt x="81" y="392"/>
                      <a:pt x="81" y="392"/>
                    </a:cubicBezTo>
                    <a:cubicBezTo>
                      <a:pt x="82" y="391"/>
                      <a:pt x="82" y="391"/>
                      <a:pt x="82" y="391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9"/>
                      <a:pt x="84" y="389"/>
                      <a:pt x="84" y="389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6" y="393"/>
                      <a:pt x="86" y="393"/>
                      <a:pt x="86" y="393"/>
                    </a:cubicBezTo>
                    <a:cubicBezTo>
                      <a:pt x="87" y="393"/>
                      <a:pt x="87" y="393"/>
                      <a:pt x="87" y="393"/>
                    </a:cubicBezTo>
                    <a:cubicBezTo>
                      <a:pt x="89" y="392"/>
                      <a:pt x="89" y="392"/>
                      <a:pt x="89" y="392"/>
                    </a:cubicBezTo>
                    <a:cubicBezTo>
                      <a:pt x="90" y="392"/>
                      <a:pt x="90" y="392"/>
                      <a:pt x="90" y="392"/>
                    </a:cubicBezTo>
                    <a:cubicBezTo>
                      <a:pt x="91" y="392"/>
                      <a:pt x="91" y="392"/>
                      <a:pt x="91" y="392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2" y="390"/>
                      <a:pt x="92" y="390"/>
                      <a:pt x="92" y="390"/>
                    </a:cubicBezTo>
                    <a:cubicBezTo>
                      <a:pt x="92" y="389"/>
                      <a:pt x="92" y="389"/>
                      <a:pt x="92" y="389"/>
                    </a:cubicBezTo>
                    <a:cubicBezTo>
                      <a:pt x="91" y="389"/>
                      <a:pt x="91" y="389"/>
                      <a:pt x="91" y="389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7"/>
                      <a:pt x="90" y="387"/>
                      <a:pt x="90" y="387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3" y="387"/>
                      <a:pt x="93" y="387"/>
                      <a:pt x="93" y="387"/>
                    </a:cubicBezTo>
                    <a:cubicBezTo>
                      <a:pt x="94" y="386"/>
                      <a:pt x="94" y="386"/>
                      <a:pt x="94" y="386"/>
                    </a:cubicBezTo>
                    <a:cubicBezTo>
                      <a:pt x="95" y="385"/>
                      <a:pt x="95" y="385"/>
                      <a:pt x="95" y="385"/>
                    </a:cubicBezTo>
                    <a:cubicBezTo>
                      <a:pt x="94" y="385"/>
                      <a:pt x="94" y="385"/>
                      <a:pt x="94" y="385"/>
                    </a:cubicBezTo>
                    <a:cubicBezTo>
                      <a:pt x="94" y="384"/>
                      <a:pt x="94" y="384"/>
                      <a:pt x="94" y="384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6" y="383"/>
                      <a:pt x="96" y="383"/>
                      <a:pt x="96" y="383"/>
                    </a:cubicBezTo>
                    <a:cubicBezTo>
                      <a:pt x="95" y="381"/>
                      <a:pt x="95" y="381"/>
                      <a:pt x="95" y="381"/>
                    </a:cubicBezTo>
                    <a:cubicBezTo>
                      <a:pt x="96" y="381"/>
                      <a:pt x="96" y="381"/>
                      <a:pt x="96" y="381"/>
                    </a:cubicBezTo>
                    <a:cubicBezTo>
                      <a:pt x="96" y="380"/>
                      <a:pt x="96" y="380"/>
                      <a:pt x="96" y="380"/>
                    </a:cubicBezTo>
                    <a:cubicBezTo>
                      <a:pt x="96" y="379"/>
                      <a:pt x="96" y="379"/>
                      <a:pt x="96" y="379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7" y="375"/>
                      <a:pt x="97" y="375"/>
                      <a:pt x="97" y="375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9" y="372"/>
                      <a:pt x="99" y="372"/>
                      <a:pt x="99" y="372"/>
                    </a:cubicBezTo>
                    <a:cubicBezTo>
                      <a:pt x="100" y="371"/>
                      <a:pt x="100" y="371"/>
                      <a:pt x="100" y="371"/>
                    </a:cubicBezTo>
                    <a:cubicBezTo>
                      <a:pt x="100" y="370"/>
                      <a:pt x="100" y="370"/>
                      <a:pt x="100" y="370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2" y="367"/>
                      <a:pt x="102" y="367"/>
                      <a:pt x="102" y="367"/>
                    </a:cubicBezTo>
                    <a:cubicBezTo>
                      <a:pt x="102" y="366"/>
                      <a:pt x="102" y="366"/>
                      <a:pt x="102" y="366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2" y="365"/>
                      <a:pt x="102" y="365"/>
                      <a:pt x="102" y="365"/>
                    </a:cubicBezTo>
                    <a:cubicBezTo>
                      <a:pt x="102" y="364"/>
                      <a:pt x="102" y="364"/>
                      <a:pt x="102" y="364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4" y="362"/>
                      <a:pt x="104" y="362"/>
                      <a:pt x="104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1" y="361"/>
                      <a:pt x="101" y="361"/>
                      <a:pt x="101" y="361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5" y="362"/>
                      <a:pt x="105" y="362"/>
                      <a:pt x="105" y="362"/>
                    </a:cubicBezTo>
                    <a:cubicBezTo>
                      <a:pt x="105" y="361"/>
                      <a:pt x="105" y="361"/>
                      <a:pt x="105" y="361"/>
                    </a:cubicBezTo>
                    <a:cubicBezTo>
                      <a:pt x="104" y="360"/>
                      <a:pt x="104" y="360"/>
                      <a:pt x="104" y="360"/>
                    </a:cubicBezTo>
                    <a:cubicBezTo>
                      <a:pt x="105" y="360"/>
                      <a:pt x="105" y="360"/>
                      <a:pt x="105" y="360"/>
                    </a:cubicBezTo>
                    <a:cubicBezTo>
                      <a:pt x="106" y="360"/>
                      <a:pt x="106" y="360"/>
                      <a:pt x="106" y="360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61"/>
                      <a:pt x="107" y="361"/>
                      <a:pt x="107" y="361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8" y="356"/>
                      <a:pt x="108" y="356"/>
                      <a:pt x="108" y="356"/>
                    </a:cubicBezTo>
                    <a:cubicBezTo>
                      <a:pt x="107" y="358"/>
                      <a:pt x="107" y="358"/>
                      <a:pt x="107" y="358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6" y="357"/>
                      <a:pt x="106" y="357"/>
                      <a:pt x="106" y="357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3" y="355"/>
                      <a:pt x="103" y="355"/>
                      <a:pt x="103" y="355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4" y="355"/>
                      <a:pt x="104" y="355"/>
                      <a:pt x="104" y="355"/>
                    </a:cubicBezTo>
                    <a:cubicBezTo>
                      <a:pt x="105" y="356"/>
                      <a:pt x="105" y="356"/>
                      <a:pt x="105" y="356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7" y="356"/>
                      <a:pt x="107" y="356"/>
                      <a:pt x="107" y="356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8" y="355"/>
                      <a:pt x="108" y="355"/>
                      <a:pt x="108" y="355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11" y="353"/>
                      <a:pt x="111" y="353"/>
                      <a:pt x="111" y="353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1" y="351"/>
                      <a:pt x="111" y="351"/>
                      <a:pt x="111" y="351"/>
                    </a:cubicBezTo>
                    <a:cubicBezTo>
                      <a:pt x="112" y="351"/>
                      <a:pt x="112" y="351"/>
                      <a:pt x="112" y="351"/>
                    </a:cubicBezTo>
                    <a:cubicBezTo>
                      <a:pt x="113" y="351"/>
                      <a:pt x="113" y="351"/>
                      <a:pt x="113" y="351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5" y="348"/>
                      <a:pt x="115" y="348"/>
                      <a:pt x="115" y="348"/>
                    </a:cubicBezTo>
                    <a:cubicBezTo>
                      <a:pt x="115" y="346"/>
                      <a:pt x="115" y="346"/>
                      <a:pt x="115" y="346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6" y="343"/>
                      <a:pt x="116" y="343"/>
                      <a:pt x="116" y="343"/>
                    </a:cubicBezTo>
                    <a:cubicBezTo>
                      <a:pt x="116" y="342"/>
                      <a:pt x="116" y="342"/>
                      <a:pt x="116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3" y="341"/>
                      <a:pt x="113" y="341"/>
                      <a:pt x="113" y="341"/>
                    </a:cubicBezTo>
                    <a:cubicBezTo>
                      <a:pt x="112" y="341"/>
                      <a:pt x="112" y="341"/>
                      <a:pt x="112" y="341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1" y="340"/>
                      <a:pt x="111" y="340"/>
                      <a:pt x="111" y="340"/>
                    </a:cubicBezTo>
                    <a:cubicBezTo>
                      <a:pt x="113" y="340"/>
                      <a:pt x="113" y="340"/>
                      <a:pt x="113" y="340"/>
                    </a:cubicBezTo>
                    <a:cubicBezTo>
                      <a:pt x="114" y="340"/>
                      <a:pt x="114" y="340"/>
                      <a:pt x="114" y="340"/>
                    </a:cubicBezTo>
                    <a:cubicBezTo>
                      <a:pt x="115" y="339"/>
                      <a:pt x="115" y="339"/>
                      <a:pt x="115" y="339"/>
                    </a:cubicBezTo>
                    <a:cubicBezTo>
                      <a:pt x="116" y="340"/>
                      <a:pt x="116" y="340"/>
                      <a:pt x="116" y="340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9" y="340"/>
                      <a:pt x="119" y="340"/>
                      <a:pt x="119" y="340"/>
                    </a:cubicBezTo>
                    <a:cubicBezTo>
                      <a:pt x="118" y="337"/>
                      <a:pt x="118" y="337"/>
                      <a:pt x="118" y="337"/>
                    </a:cubicBezTo>
                    <a:cubicBezTo>
                      <a:pt x="119" y="336"/>
                      <a:pt x="119" y="336"/>
                      <a:pt x="119" y="336"/>
                    </a:cubicBezTo>
                    <a:cubicBezTo>
                      <a:pt x="118" y="335"/>
                      <a:pt x="118" y="335"/>
                      <a:pt x="118" y="335"/>
                    </a:cubicBezTo>
                    <a:cubicBezTo>
                      <a:pt x="117" y="334"/>
                      <a:pt x="117" y="334"/>
                      <a:pt x="117" y="334"/>
                    </a:cubicBezTo>
                    <a:cubicBezTo>
                      <a:pt x="116" y="332"/>
                      <a:pt x="116" y="332"/>
                      <a:pt x="116" y="332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2"/>
                      <a:pt x="115" y="332"/>
                      <a:pt x="115" y="332"/>
                    </a:cubicBezTo>
                    <a:cubicBezTo>
                      <a:pt x="115" y="331"/>
                      <a:pt x="115" y="331"/>
                      <a:pt x="115" y="331"/>
                    </a:cubicBezTo>
                    <a:cubicBezTo>
                      <a:pt x="117" y="332"/>
                      <a:pt x="117" y="332"/>
                      <a:pt x="117" y="332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8" y="331"/>
                      <a:pt x="118" y="331"/>
                      <a:pt x="118" y="331"/>
                    </a:cubicBezTo>
                    <a:cubicBezTo>
                      <a:pt x="118" y="332"/>
                      <a:pt x="118" y="332"/>
                      <a:pt x="118" y="332"/>
                    </a:cubicBezTo>
                    <a:cubicBezTo>
                      <a:pt x="119" y="333"/>
                      <a:pt x="119" y="333"/>
                      <a:pt x="119" y="333"/>
                    </a:cubicBezTo>
                    <a:cubicBezTo>
                      <a:pt x="120" y="333"/>
                      <a:pt x="120" y="333"/>
                      <a:pt x="120" y="333"/>
                    </a:cubicBezTo>
                    <a:cubicBezTo>
                      <a:pt x="122" y="331"/>
                      <a:pt x="122" y="331"/>
                      <a:pt x="122" y="331"/>
                    </a:cubicBezTo>
                    <a:cubicBezTo>
                      <a:pt x="122" y="330"/>
                      <a:pt x="122" y="330"/>
                      <a:pt x="122" y="330"/>
                    </a:cubicBezTo>
                    <a:cubicBezTo>
                      <a:pt x="123" y="330"/>
                      <a:pt x="123" y="330"/>
                      <a:pt x="123" y="330"/>
                    </a:cubicBezTo>
                    <a:cubicBezTo>
                      <a:pt x="124" y="331"/>
                      <a:pt x="124" y="331"/>
                      <a:pt x="124" y="331"/>
                    </a:cubicBezTo>
                    <a:cubicBezTo>
                      <a:pt x="125" y="330"/>
                      <a:pt x="125" y="330"/>
                      <a:pt x="125" y="330"/>
                    </a:cubicBez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3" y="329"/>
                      <a:pt x="123" y="329"/>
                      <a:pt x="123" y="329"/>
                    </a:cubicBezTo>
                    <a:cubicBezTo>
                      <a:pt x="123" y="328"/>
                      <a:pt x="123" y="328"/>
                      <a:pt x="123" y="328"/>
                    </a:cubicBezTo>
                    <a:cubicBezTo>
                      <a:pt x="122" y="326"/>
                      <a:pt x="122" y="326"/>
                      <a:pt x="122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4" y="327"/>
                      <a:pt x="124" y="327"/>
                      <a:pt x="124" y="327"/>
                    </a:cubicBezTo>
                    <a:cubicBezTo>
                      <a:pt x="125" y="327"/>
                      <a:pt x="125" y="327"/>
                      <a:pt x="125" y="327"/>
                    </a:cubicBezTo>
                    <a:cubicBezTo>
                      <a:pt x="124" y="328"/>
                      <a:pt x="124" y="328"/>
                      <a:pt x="124" y="328"/>
                    </a:cubicBezTo>
                    <a:cubicBezTo>
                      <a:pt x="126" y="330"/>
                      <a:pt x="126" y="330"/>
                      <a:pt x="126" y="330"/>
                    </a:cubicBezTo>
                    <a:cubicBezTo>
                      <a:pt x="126" y="328"/>
                      <a:pt x="126" y="328"/>
                      <a:pt x="126" y="328"/>
                    </a:cubicBezTo>
                    <a:cubicBezTo>
                      <a:pt x="126" y="327"/>
                      <a:pt x="126" y="327"/>
                      <a:pt x="126" y="327"/>
                    </a:cubicBezTo>
                    <a:cubicBezTo>
                      <a:pt x="127" y="326"/>
                      <a:pt x="127" y="326"/>
                      <a:pt x="127" y="326"/>
                    </a:cubicBezTo>
                    <a:cubicBezTo>
                      <a:pt x="127" y="327"/>
                      <a:pt x="127" y="327"/>
                      <a:pt x="127" y="327"/>
                    </a:cubicBezTo>
                    <a:cubicBezTo>
                      <a:pt x="128" y="328"/>
                      <a:pt x="128" y="328"/>
                      <a:pt x="128" y="328"/>
                    </a:cubicBezTo>
                    <a:cubicBezTo>
                      <a:pt x="130" y="327"/>
                      <a:pt x="130" y="327"/>
                      <a:pt x="130" y="327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1" y="327"/>
                      <a:pt x="131" y="327"/>
                      <a:pt x="131" y="327"/>
                    </a:cubicBezTo>
                    <a:cubicBezTo>
                      <a:pt x="132" y="327"/>
                      <a:pt x="132" y="327"/>
                      <a:pt x="132" y="327"/>
                    </a:cubicBezTo>
                    <a:cubicBezTo>
                      <a:pt x="134" y="326"/>
                      <a:pt x="134" y="326"/>
                      <a:pt x="134" y="326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3"/>
                      <a:pt x="134" y="323"/>
                      <a:pt x="134" y="323"/>
                    </a:cubicBezTo>
                    <a:cubicBezTo>
                      <a:pt x="133" y="322"/>
                      <a:pt x="133" y="322"/>
                      <a:pt x="133" y="322"/>
                    </a:cubicBezTo>
                    <a:cubicBezTo>
                      <a:pt x="135" y="322"/>
                      <a:pt x="135" y="322"/>
                      <a:pt x="135" y="322"/>
                    </a:cubicBezTo>
                    <a:cubicBezTo>
                      <a:pt x="136" y="321"/>
                      <a:pt x="136" y="321"/>
                      <a:pt x="136" y="321"/>
                    </a:cubicBezTo>
                    <a:cubicBezTo>
                      <a:pt x="136" y="320"/>
                      <a:pt x="136" y="320"/>
                      <a:pt x="136" y="320"/>
                    </a:cubicBezTo>
                    <a:cubicBezTo>
                      <a:pt x="137" y="319"/>
                      <a:pt x="137" y="319"/>
                      <a:pt x="137" y="319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7" y="317"/>
                      <a:pt x="137" y="317"/>
                      <a:pt x="137" y="317"/>
                    </a:cubicBezTo>
                    <a:cubicBezTo>
                      <a:pt x="138" y="317"/>
                      <a:pt x="138" y="317"/>
                      <a:pt x="138" y="317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7" y="320"/>
                      <a:pt x="137" y="320"/>
                      <a:pt x="137" y="320"/>
                    </a:cubicBezTo>
                    <a:cubicBezTo>
                      <a:pt x="137" y="321"/>
                      <a:pt x="137" y="321"/>
                      <a:pt x="137" y="321"/>
                    </a:cubicBezTo>
                    <a:cubicBezTo>
                      <a:pt x="137" y="322"/>
                      <a:pt x="137" y="322"/>
                      <a:pt x="137" y="322"/>
                    </a:cubicBezTo>
                    <a:cubicBezTo>
                      <a:pt x="136" y="322"/>
                      <a:pt x="136" y="322"/>
                      <a:pt x="136" y="322"/>
                    </a:cubicBezTo>
                    <a:cubicBezTo>
                      <a:pt x="135" y="323"/>
                      <a:pt x="135" y="323"/>
                      <a:pt x="135" y="323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6"/>
                      <a:pt x="135" y="326"/>
                      <a:pt x="135" y="326"/>
                    </a:cubicBezTo>
                    <a:cubicBezTo>
                      <a:pt x="136" y="327"/>
                      <a:pt x="136" y="327"/>
                      <a:pt x="136" y="327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38" y="327"/>
                      <a:pt x="138" y="327"/>
                      <a:pt x="138" y="327"/>
                    </a:cubicBezTo>
                    <a:cubicBezTo>
                      <a:pt x="139" y="327"/>
                      <a:pt x="139" y="327"/>
                      <a:pt x="139" y="327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39" y="324"/>
                      <a:pt x="139" y="324"/>
                      <a:pt x="139" y="324"/>
                    </a:cubicBezTo>
                    <a:cubicBezTo>
                      <a:pt x="140" y="324"/>
                      <a:pt x="140" y="324"/>
                      <a:pt x="140" y="324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1" y="323"/>
                      <a:pt x="141" y="323"/>
                      <a:pt x="141" y="323"/>
                    </a:cubicBezTo>
                    <a:cubicBezTo>
                      <a:pt x="141" y="324"/>
                      <a:pt x="141" y="324"/>
                      <a:pt x="141" y="324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40" y="326"/>
                      <a:pt x="140" y="326"/>
                      <a:pt x="140" y="326"/>
                    </a:cubicBezTo>
                    <a:cubicBezTo>
                      <a:pt x="141" y="327"/>
                      <a:pt x="141" y="327"/>
                      <a:pt x="141" y="327"/>
                    </a:cubicBezTo>
                    <a:cubicBezTo>
                      <a:pt x="142" y="326"/>
                      <a:pt x="142" y="326"/>
                      <a:pt x="142" y="326"/>
                    </a:cubicBezTo>
                    <a:cubicBezTo>
                      <a:pt x="142" y="325"/>
                      <a:pt x="142" y="325"/>
                      <a:pt x="142" y="325"/>
                    </a:cubicBezTo>
                    <a:cubicBezTo>
                      <a:pt x="143" y="324"/>
                      <a:pt x="143" y="324"/>
                      <a:pt x="143" y="324"/>
                    </a:cubicBezTo>
                    <a:cubicBezTo>
                      <a:pt x="143" y="323"/>
                      <a:pt x="143" y="323"/>
                      <a:pt x="143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2"/>
                      <a:pt x="148" y="322"/>
                      <a:pt x="148" y="322"/>
                    </a:cubicBezTo>
                    <a:cubicBezTo>
                      <a:pt x="150" y="321"/>
                      <a:pt x="150" y="321"/>
                      <a:pt x="150" y="321"/>
                    </a:cubicBezTo>
                    <a:cubicBezTo>
                      <a:pt x="151" y="321"/>
                      <a:pt x="151" y="321"/>
                      <a:pt x="151" y="321"/>
                    </a:cubicBezTo>
                    <a:cubicBezTo>
                      <a:pt x="152" y="320"/>
                      <a:pt x="152" y="320"/>
                      <a:pt x="152" y="320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2" y="318"/>
                      <a:pt x="152" y="318"/>
                      <a:pt x="152" y="318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3" y="318"/>
                      <a:pt x="153" y="318"/>
                      <a:pt x="153" y="318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4" y="319"/>
                      <a:pt x="154" y="319"/>
                      <a:pt x="154" y="319"/>
                    </a:cubicBezTo>
                    <a:cubicBezTo>
                      <a:pt x="155" y="319"/>
                      <a:pt x="155" y="319"/>
                      <a:pt x="155" y="319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9" y="316"/>
                      <a:pt x="159" y="316"/>
                      <a:pt x="159" y="316"/>
                    </a:cubicBezTo>
                    <a:cubicBezTo>
                      <a:pt x="160" y="315"/>
                      <a:pt x="160" y="315"/>
                      <a:pt x="160" y="315"/>
                    </a:cubicBezTo>
                    <a:cubicBezTo>
                      <a:pt x="161" y="314"/>
                      <a:pt x="161" y="314"/>
                      <a:pt x="161" y="314"/>
                    </a:cubicBezTo>
                    <a:cubicBezTo>
                      <a:pt x="162" y="313"/>
                      <a:pt x="162" y="313"/>
                      <a:pt x="162" y="313"/>
                    </a:cubicBezTo>
                    <a:cubicBezTo>
                      <a:pt x="161" y="312"/>
                      <a:pt x="161" y="312"/>
                      <a:pt x="161" y="312"/>
                    </a:cubicBezTo>
                    <a:cubicBezTo>
                      <a:pt x="162" y="311"/>
                      <a:pt x="162" y="311"/>
                      <a:pt x="162" y="311"/>
                    </a:cubicBezTo>
                    <a:cubicBezTo>
                      <a:pt x="163" y="310"/>
                      <a:pt x="163" y="310"/>
                      <a:pt x="163" y="310"/>
                    </a:cubicBezTo>
                    <a:cubicBezTo>
                      <a:pt x="164" y="309"/>
                      <a:pt x="164" y="309"/>
                      <a:pt x="164" y="309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5" y="307"/>
                      <a:pt x="165" y="307"/>
                      <a:pt x="165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7" y="306"/>
                      <a:pt x="167" y="306"/>
                      <a:pt x="167" y="306"/>
                    </a:cubicBezTo>
                    <a:cubicBezTo>
                      <a:pt x="167" y="307"/>
                      <a:pt x="167" y="307"/>
                      <a:pt x="167" y="307"/>
                    </a:cubicBezTo>
                    <a:cubicBezTo>
                      <a:pt x="168" y="305"/>
                      <a:pt x="168" y="305"/>
                      <a:pt x="168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70" y="303"/>
                      <a:pt x="170" y="303"/>
                      <a:pt x="170" y="303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1" y="301"/>
                      <a:pt x="171" y="301"/>
                      <a:pt x="171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5" y="300"/>
                      <a:pt x="175" y="300"/>
                      <a:pt x="175" y="300"/>
                    </a:cubicBezTo>
                    <a:cubicBezTo>
                      <a:pt x="176" y="299"/>
                      <a:pt x="176" y="299"/>
                      <a:pt x="176" y="299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6" y="294"/>
                      <a:pt x="176" y="294"/>
                      <a:pt x="176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8" y="297"/>
                      <a:pt x="178" y="297"/>
                      <a:pt x="178" y="297"/>
                    </a:cubicBezTo>
                    <a:cubicBezTo>
                      <a:pt x="180" y="297"/>
                      <a:pt x="180" y="297"/>
                      <a:pt x="180" y="297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1" y="297"/>
                      <a:pt x="181" y="297"/>
                      <a:pt x="181" y="297"/>
                    </a:cubicBezTo>
                    <a:cubicBezTo>
                      <a:pt x="183" y="297"/>
                      <a:pt x="183" y="297"/>
                      <a:pt x="183" y="297"/>
                    </a:cubicBezTo>
                    <a:cubicBezTo>
                      <a:pt x="184" y="297"/>
                      <a:pt x="184" y="297"/>
                      <a:pt x="184" y="297"/>
                    </a:cubicBezTo>
                    <a:cubicBezTo>
                      <a:pt x="184" y="296"/>
                      <a:pt x="184" y="296"/>
                      <a:pt x="184" y="296"/>
                    </a:cubicBezTo>
                    <a:cubicBezTo>
                      <a:pt x="186" y="296"/>
                      <a:pt x="186" y="296"/>
                      <a:pt x="186" y="296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8" y="295"/>
                      <a:pt x="188" y="295"/>
                      <a:pt x="188" y="295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90" y="295"/>
                      <a:pt x="190" y="295"/>
                      <a:pt x="190" y="295"/>
                    </a:cubicBezTo>
                    <a:cubicBezTo>
                      <a:pt x="190" y="296"/>
                      <a:pt x="190" y="296"/>
                      <a:pt x="190" y="296"/>
                    </a:cubicBezTo>
                    <a:cubicBezTo>
                      <a:pt x="191" y="296"/>
                      <a:pt x="191" y="296"/>
                      <a:pt x="191" y="296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4" y="295"/>
                      <a:pt x="194" y="295"/>
                      <a:pt x="194" y="295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6" y="294"/>
                      <a:pt x="196" y="294"/>
                      <a:pt x="196" y="294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8" y="293"/>
                      <a:pt x="198" y="293"/>
                      <a:pt x="198" y="293"/>
                    </a:cubicBezTo>
                    <a:cubicBezTo>
                      <a:pt x="199" y="292"/>
                      <a:pt x="199" y="292"/>
                      <a:pt x="199" y="292"/>
                    </a:cubicBezTo>
                    <a:cubicBezTo>
                      <a:pt x="200" y="293"/>
                      <a:pt x="200" y="293"/>
                      <a:pt x="200" y="293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1" y="291"/>
                      <a:pt x="201" y="291"/>
                      <a:pt x="201" y="291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3" y="293"/>
                      <a:pt x="203" y="293"/>
                      <a:pt x="203" y="293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5" y="292"/>
                      <a:pt x="205" y="292"/>
                      <a:pt x="205" y="292"/>
                    </a:cubicBezTo>
                    <a:cubicBezTo>
                      <a:pt x="206" y="292"/>
                      <a:pt x="206" y="292"/>
                      <a:pt x="206" y="292"/>
                    </a:cubicBezTo>
                    <a:cubicBezTo>
                      <a:pt x="206" y="291"/>
                      <a:pt x="206" y="291"/>
                      <a:pt x="206" y="291"/>
                    </a:cubicBezTo>
                    <a:cubicBezTo>
                      <a:pt x="207" y="290"/>
                      <a:pt x="207" y="290"/>
                      <a:pt x="207" y="290"/>
                    </a:cubicBezTo>
                    <a:cubicBezTo>
                      <a:pt x="208" y="290"/>
                      <a:pt x="208" y="290"/>
                      <a:pt x="208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1" y="291"/>
                      <a:pt x="211" y="291"/>
                      <a:pt x="211" y="291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4" y="289"/>
                      <a:pt x="214" y="289"/>
                      <a:pt x="214" y="289"/>
                    </a:cubicBezTo>
                    <a:cubicBezTo>
                      <a:pt x="214" y="288"/>
                      <a:pt x="214" y="288"/>
                      <a:pt x="214" y="288"/>
                    </a:cubicBezTo>
                    <a:cubicBezTo>
                      <a:pt x="215" y="288"/>
                      <a:pt x="215" y="288"/>
                      <a:pt x="215" y="288"/>
                    </a:cubicBezTo>
                    <a:cubicBezTo>
                      <a:pt x="216" y="287"/>
                      <a:pt x="216" y="287"/>
                      <a:pt x="216" y="287"/>
                    </a:cubicBezTo>
                    <a:lnTo>
                      <a:pt x="216" y="286"/>
                    </a:lnTo>
                    <a:close/>
                    <a:moveTo>
                      <a:pt x="231" y="276"/>
                    </a:move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6"/>
                      <a:pt x="231" y="276"/>
                      <a:pt x="231" y="276"/>
                    </a:cubicBezTo>
                    <a:close/>
                    <a:moveTo>
                      <a:pt x="229" y="277"/>
                    </a:move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8"/>
                      <a:pt x="229" y="278"/>
                      <a:pt x="229" y="278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lnTo>
                      <a:pt x="229" y="277"/>
                    </a:lnTo>
                    <a:close/>
                    <a:moveTo>
                      <a:pt x="236" y="229"/>
                    </a:move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lose/>
                    <a:moveTo>
                      <a:pt x="261" y="202"/>
                    </a:moveTo>
                    <a:cubicBezTo>
                      <a:pt x="261" y="202"/>
                      <a:pt x="261" y="202"/>
                      <a:pt x="261" y="202"/>
                    </a:cubicBezTo>
                    <a:cubicBezTo>
                      <a:pt x="261" y="202"/>
                      <a:pt x="261" y="202"/>
                      <a:pt x="261" y="202"/>
                    </a:cubicBezTo>
                    <a:close/>
                    <a:moveTo>
                      <a:pt x="254" y="198"/>
                    </a:move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4" y="197"/>
                      <a:pt x="254" y="197"/>
                      <a:pt x="254" y="197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4" y="198"/>
                      <a:pt x="254" y="198"/>
                      <a:pt x="254" y="198"/>
                    </a:cubicBezTo>
                    <a:close/>
                    <a:moveTo>
                      <a:pt x="275" y="94"/>
                    </a:moveTo>
                    <a:cubicBezTo>
                      <a:pt x="275" y="94"/>
                      <a:pt x="275" y="94"/>
                      <a:pt x="275" y="94"/>
                    </a:cubicBezTo>
                    <a:cubicBezTo>
                      <a:pt x="278" y="96"/>
                      <a:pt x="278" y="96"/>
                      <a:pt x="278" y="96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80" y="97"/>
                      <a:pt x="280" y="97"/>
                      <a:pt x="280" y="97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77" y="98"/>
                      <a:pt x="277" y="98"/>
                      <a:pt x="277" y="98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76" y="97"/>
                      <a:pt x="276" y="97"/>
                      <a:pt x="276" y="97"/>
                    </a:cubicBezTo>
                    <a:cubicBezTo>
                      <a:pt x="276" y="95"/>
                      <a:pt x="276" y="95"/>
                      <a:pt x="276" y="95"/>
                    </a:cubicBezTo>
                    <a:lnTo>
                      <a:pt x="275" y="94"/>
                    </a:lnTo>
                    <a:close/>
                    <a:moveTo>
                      <a:pt x="272" y="94"/>
                    </a:moveTo>
                    <a:cubicBezTo>
                      <a:pt x="273" y="94"/>
                      <a:pt x="273" y="94"/>
                      <a:pt x="273" y="94"/>
                    </a:cubicBezTo>
                    <a:cubicBezTo>
                      <a:pt x="273" y="94"/>
                      <a:pt x="273" y="94"/>
                      <a:pt x="273" y="94"/>
                    </a:cubicBezTo>
                    <a:cubicBezTo>
                      <a:pt x="274" y="94"/>
                      <a:pt x="274" y="94"/>
                      <a:pt x="274" y="94"/>
                    </a:cubicBezTo>
                    <a:cubicBezTo>
                      <a:pt x="272" y="95"/>
                      <a:pt x="272" y="95"/>
                      <a:pt x="272" y="95"/>
                    </a:cubicBezTo>
                    <a:lnTo>
                      <a:pt x="272" y="94"/>
                    </a:lnTo>
                    <a:close/>
                    <a:moveTo>
                      <a:pt x="270" y="99"/>
                    </a:moveTo>
                    <a:cubicBezTo>
                      <a:pt x="269" y="98"/>
                      <a:pt x="269" y="98"/>
                      <a:pt x="269" y="98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71" y="96"/>
                      <a:pt x="271" y="96"/>
                      <a:pt x="271" y="96"/>
                    </a:cubicBezTo>
                    <a:cubicBezTo>
                      <a:pt x="271" y="95"/>
                      <a:pt x="271" y="95"/>
                      <a:pt x="271" y="95"/>
                    </a:cubicBezTo>
                    <a:cubicBezTo>
                      <a:pt x="271" y="97"/>
                      <a:pt x="271" y="97"/>
                      <a:pt x="271" y="97"/>
                    </a:cubicBezTo>
                    <a:cubicBezTo>
                      <a:pt x="271" y="99"/>
                      <a:pt x="271" y="99"/>
                      <a:pt x="271" y="99"/>
                    </a:cubicBezTo>
                    <a:cubicBezTo>
                      <a:pt x="272" y="99"/>
                      <a:pt x="272" y="99"/>
                      <a:pt x="272" y="99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74" y="98"/>
                      <a:pt x="274" y="98"/>
                      <a:pt x="274" y="98"/>
                    </a:cubicBezTo>
                    <a:cubicBezTo>
                      <a:pt x="273" y="99"/>
                      <a:pt x="273" y="99"/>
                      <a:pt x="273" y="99"/>
                    </a:cubicBezTo>
                    <a:cubicBezTo>
                      <a:pt x="272" y="100"/>
                      <a:pt x="272" y="100"/>
                      <a:pt x="272" y="100"/>
                    </a:cubicBezTo>
                    <a:cubicBezTo>
                      <a:pt x="270" y="101"/>
                      <a:pt x="270" y="101"/>
                      <a:pt x="270" y="101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70" y="100"/>
                      <a:pt x="270" y="100"/>
                      <a:pt x="270" y="100"/>
                    </a:cubicBezTo>
                    <a:lnTo>
                      <a:pt x="270" y="99"/>
                    </a:lnTo>
                    <a:close/>
                    <a:moveTo>
                      <a:pt x="260" y="138"/>
                    </a:move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lose/>
                    <a:moveTo>
                      <a:pt x="251" y="202"/>
                    </a:moveTo>
                    <a:cubicBezTo>
                      <a:pt x="251" y="202"/>
                      <a:pt x="251" y="202"/>
                      <a:pt x="251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lnTo>
                      <a:pt x="251" y="202"/>
                    </a:lnTo>
                    <a:close/>
                    <a:moveTo>
                      <a:pt x="250" y="184"/>
                    </a:move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0" y="186"/>
                      <a:pt x="250" y="186"/>
                      <a:pt x="250" y="186"/>
                    </a:cubicBezTo>
                    <a:cubicBezTo>
                      <a:pt x="250" y="185"/>
                      <a:pt x="250" y="185"/>
                      <a:pt x="250" y="185"/>
                    </a:cubicBezTo>
                    <a:lnTo>
                      <a:pt x="250" y="184"/>
                    </a:lnTo>
                    <a:close/>
                    <a:moveTo>
                      <a:pt x="248" y="202"/>
                    </a:move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7" y="202"/>
                      <a:pt x="247" y="202"/>
                      <a:pt x="247" y="202"/>
                    </a:cubicBezTo>
                    <a:lnTo>
                      <a:pt x="248" y="202"/>
                    </a:lnTo>
                    <a:close/>
                    <a:moveTo>
                      <a:pt x="243" y="85"/>
                    </a:moveTo>
                    <a:cubicBezTo>
                      <a:pt x="244" y="84"/>
                      <a:pt x="244" y="84"/>
                      <a:pt x="244" y="84"/>
                    </a:cubicBezTo>
                    <a:cubicBezTo>
                      <a:pt x="245" y="83"/>
                      <a:pt x="245" y="83"/>
                      <a:pt x="245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4" y="84"/>
                      <a:pt x="244" y="84"/>
                      <a:pt x="244" y="84"/>
                    </a:cubicBezTo>
                    <a:cubicBezTo>
                      <a:pt x="243" y="85"/>
                      <a:pt x="243" y="85"/>
                      <a:pt x="243" y="85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2" y="85"/>
                      <a:pt x="242" y="85"/>
                      <a:pt x="242" y="85"/>
                    </a:cubicBezTo>
                    <a:lnTo>
                      <a:pt x="243" y="85"/>
                    </a:lnTo>
                    <a:close/>
                    <a:moveTo>
                      <a:pt x="230" y="226"/>
                    </a:moveTo>
                    <a:cubicBezTo>
                      <a:pt x="230" y="226"/>
                      <a:pt x="230" y="226"/>
                      <a:pt x="230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lnTo>
                      <a:pt x="230" y="226"/>
                    </a:lnTo>
                    <a:close/>
                    <a:moveTo>
                      <a:pt x="226" y="227"/>
                    </a:move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lose/>
                    <a:moveTo>
                      <a:pt x="215" y="264"/>
                    </a:moveTo>
                    <a:cubicBezTo>
                      <a:pt x="215" y="264"/>
                      <a:pt x="215" y="264"/>
                      <a:pt x="215" y="264"/>
                    </a:cubicBezTo>
                    <a:cubicBezTo>
                      <a:pt x="215" y="264"/>
                      <a:pt x="215" y="264"/>
                      <a:pt x="215" y="264"/>
                    </a:cubicBezTo>
                    <a:close/>
                    <a:moveTo>
                      <a:pt x="221" y="255"/>
                    </a:move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19" y="256"/>
                      <a:pt x="219" y="256"/>
                      <a:pt x="219" y="256"/>
                    </a:cubicBezTo>
                    <a:cubicBezTo>
                      <a:pt x="219" y="255"/>
                      <a:pt x="219" y="255"/>
                      <a:pt x="219" y="255"/>
                    </a:cubicBezTo>
                    <a:lnTo>
                      <a:pt x="221" y="255"/>
                    </a:lnTo>
                    <a:close/>
                    <a:moveTo>
                      <a:pt x="224" y="227"/>
                    </a:move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9"/>
                      <a:pt x="225" y="229"/>
                      <a:pt x="225" y="229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lnTo>
                      <a:pt x="224" y="227"/>
                    </a:lnTo>
                    <a:close/>
                    <a:moveTo>
                      <a:pt x="223" y="221"/>
                    </a:move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1"/>
                      <a:pt x="223" y="221"/>
                      <a:pt x="223" y="221"/>
                    </a:cubicBezTo>
                    <a:close/>
                    <a:moveTo>
                      <a:pt x="220" y="221"/>
                    </a:moveTo>
                    <a:cubicBezTo>
                      <a:pt x="221" y="221"/>
                      <a:pt x="221" y="221"/>
                      <a:pt x="221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0"/>
                      <a:pt x="219" y="220"/>
                      <a:pt x="219" y="220"/>
                    </a:cubicBezTo>
                    <a:lnTo>
                      <a:pt x="220" y="221"/>
                    </a:lnTo>
                    <a:close/>
                    <a:moveTo>
                      <a:pt x="219" y="228"/>
                    </a:move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2" y="228"/>
                      <a:pt x="222" y="228"/>
                      <a:pt x="222" y="228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0" y="229"/>
                      <a:pt x="220" y="229"/>
                      <a:pt x="220" y="229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9" y="229"/>
                      <a:pt x="219" y="229"/>
                      <a:pt x="219" y="229"/>
                    </a:cubicBezTo>
                    <a:lnTo>
                      <a:pt x="219" y="228"/>
                    </a:lnTo>
                    <a:close/>
                    <a:moveTo>
                      <a:pt x="215" y="248"/>
                    </a:moveTo>
                    <a:cubicBezTo>
                      <a:pt x="216" y="249"/>
                      <a:pt x="216" y="249"/>
                      <a:pt x="216" y="249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9" y="248"/>
                      <a:pt x="219" y="248"/>
                      <a:pt x="219" y="248"/>
                    </a:cubicBezTo>
                    <a:cubicBezTo>
                      <a:pt x="219" y="249"/>
                      <a:pt x="219" y="249"/>
                      <a:pt x="219" y="249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8" y="250"/>
                      <a:pt x="218" y="250"/>
                      <a:pt x="218" y="250"/>
                    </a:cubicBezTo>
                    <a:cubicBezTo>
                      <a:pt x="214" y="249"/>
                      <a:pt x="214" y="249"/>
                      <a:pt x="214" y="249"/>
                    </a:cubicBezTo>
                    <a:cubicBezTo>
                      <a:pt x="214" y="249"/>
                      <a:pt x="214" y="249"/>
                      <a:pt x="214" y="249"/>
                    </a:cubicBezTo>
                    <a:lnTo>
                      <a:pt x="215" y="248"/>
                    </a:lnTo>
                    <a:close/>
                    <a:moveTo>
                      <a:pt x="217" y="257"/>
                    </a:moveTo>
                    <a:cubicBezTo>
                      <a:pt x="217" y="257"/>
                      <a:pt x="217" y="257"/>
                      <a:pt x="217" y="257"/>
                    </a:cubicBezTo>
                    <a:cubicBezTo>
                      <a:pt x="214" y="258"/>
                      <a:pt x="214" y="258"/>
                      <a:pt x="214" y="258"/>
                    </a:cubicBezTo>
                    <a:cubicBezTo>
                      <a:pt x="214" y="258"/>
                      <a:pt x="214" y="258"/>
                      <a:pt x="214" y="258"/>
                    </a:cubicBezTo>
                    <a:lnTo>
                      <a:pt x="217" y="257"/>
                    </a:lnTo>
                    <a:close/>
                    <a:moveTo>
                      <a:pt x="224" y="14"/>
                    </a:moveTo>
                    <a:cubicBezTo>
                      <a:pt x="224" y="13"/>
                      <a:pt x="224" y="13"/>
                      <a:pt x="224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4" y="14"/>
                      <a:pt x="224" y="14"/>
                      <a:pt x="224" y="14"/>
                    </a:cubicBezTo>
                    <a:cubicBezTo>
                      <a:pt x="224" y="16"/>
                      <a:pt x="224" y="16"/>
                      <a:pt x="224" y="16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3" y="14"/>
                      <a:pt x="223" y="14"/>
                      <a:pt x="223" y="14"/>
                    </a:cubicBezTo>
                    <a:lnTo>
                      <a:pt x="224" y="14"/>
                    </a:lnTo>
                    <a:close/>
                    <a:moveTo>
                      <a:pt x="18" y="123"/>
                    </a:moveTo>
                    <a:cubicBezTo>
                      <a:pt x="16" y="122"/>
                      <a:pt x="16" y="122"/>
                      <a:pt x="16" y="122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9" y="123"/>
                      <a:pt x="19" y="123"/>
                      <a:pt x="19" y="123"/>
                    </a:cubicBezTo>
                    <a:lnTo>
                      <a:pt x="18" y="123"/>
                    </a:lnTo>
                    <a:close/>
                    <a:moveTo>
                      <a:pt x="57" y="209"/>
                    </a:moveTo>
                    <a:cubicBezTo>
                      <a:pt x="57" y="209"/>
                      <a:pt x="57" y="209"/>
                      <a:pt x="57" y="209"/>
                    </a:cubicBezTo>
                    <a:cubicBezTo>
                      <a:pt x="57" y="209"/>
                      <a:pt x="57" y="209"/>
                      <a:pt x="57" y="209"/>
                    </a:cubicBezTo>
                    <a:close/>
                    <a:moveTo>
                      <a:pt x="59" y="206"/>
                    </a:moveTo>
                    <a:cubicBezTo>
                      <a:pt x="59" y="206"/>
                      <a:pt x="59" y="206"/>
                      <a:pt x="59" y="206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7" y="206"/>
                      <a:pt x="57" y="206"/>
                      <a:pt x="57" y="206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8" y="205"/>
                      <a:pt x="58" y="205"/>
                      <a:pt x="58" y="205"/>
                    </a:cubicBezTo>
                    <a:cubicBezTo>
                      <a:pt x="59" y="205"/>
                      <a:pt x="59" y="205"/>
                      <a:pt x="59" y="205"/>
                    </a:cubicBezTo>
                    <a:lnTo>
                      <a:pt x="59" y="206"/>
                    </a:lnTo>
                    <a:close/>
                    <a:moveTo>
                      <a:pt x="60" y="184"/>
                    </a:moveTo>
                    <a:cubicBezTo>
                      <a:pt x="59" y="185"/>
                      <a:pt x="59" y="185"/>
                      <a:pt x="59" y="185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4"/>
                      <a:pt x="60" y="184"/>
                      <a:pt x="60" y="184"/>
                    </a:cubicBezTo>
                    <a:close/>
                    <a:moveTo>
                      <a:pt x="55" y="217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7"/>
                      <a:pt x="56" y="217"/>
                      <a:pt x="56" y="217"/>
                    </a:cubicBezTo>
                    <a:lnTo>
                      <a:pt x="55" y="217"/>
                    </a:lnTo>
                    <a:close/>
                    <a:moveTo>
                      <a:pt x="56" y="216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lose/>
                    <a:moveTo>
                      <a:pt x="57" y="221"/>
                    </a:move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7" y="220"/>
                      <a:pt x="57" y="220"/>
                      <a:pt x="57" y="220"/>
                    </a:cubicBezTo>
                    <a:cubicBezTo>
                      <a:pt x="58" y="221"/>
                      <a:pt x="58" y="221"/>
                      <a:pt x="58" y="221"/>
                    </a:cubicBezTo>
                    <a:cubicBezTo>
                      <a:pt x="58" y="221"/>
                      <a:pt x="58" y="221"/>
                      <a:pt x="58" y="221"/>
                    </a:cubicBezTo>
                    <a:lnTo>
                      <a:pt x="57" y="221"/>
                    </a:lnTo>
                    <a:close/>
                    <a:moveTo>
                      <a:pt x="65" y="233"/>
                    </a:moveTo>
                    <a:cubicBezTo>
                      <a:pt x="64" y="232"/>
                      <a:pt x="64" y="232"/>
                      <a:pt x="64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5" y="232"/>
                      <a:pt x="65" y="232"/>
                      <a:pt x="65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3"/>
                      <a:pt x="66" y="233"/>
                      <a:pt x="66" y="233"/>
                    </a:cubicBezTo>
                    <a:lnTo>
                      <a:pt x="65" y="233"/>
                    </a:lnTo>
                    <a:close/>
                    <a:moveTo>
                      <a:pt x="66" y="239"/>
                    </a:moveTo>
                    <a:cubicBezTo>
                      <a:pt x="66" y="240"/>
                      <a:pt x="66" y="240"/>
                      <a:pt x="66" y="240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7" y="238"/>
                      <a:pt x="67" y="238"/>
                      <a:pt x="67" y="238"/>
                    </a:cubicBezTo>
                    <a:cubicBezTo>
                      <a:pt x="67" y="238"/>
                      <a:pt x="67" y="238"/>
                      <a:pt x="67" y="238"/>
                    </a:cubicBezTo>
                    <a:lnTo>
                      <a:pt x="66" y="239"/>
                    </a:lnTo>
                    <a:close/>
                    <a:moveTo>
                      <a:pt x="69" y="246"/>
                    </a:moveTo>
                    <a:cubicBezTo>
                      <a:pt x="69" y="246"/>
                      <a:pt x="69" y="246"/>
                      <a:pt x="69" y="246"/>
                    </a:cubicBezTo>
                    <a:cubicBezTo>
                      <a:pt x="69" y="247"/>
                      <a:pt x="69" y="247"/>
                      <a:pt x="69" y="247"/>
                    </a:cubicBezTo>
                    <a:cubicBezTo>
                      <a:pt x="69" y="247"/>
                      <a:pt x="69" y="247"/>
                      <a:pt x="69" y="247"/>
                    </a:cubicBezTo>
                    <a:lnTo>
                      <a:pt x="69" y="246"/>
                    </a:lnTo>
                    <a:close/>
                    <a:moveTo>
                      <a:pt x="71" y="251"/>
                    </a:moveTo>
                    <a:cubicBezTo>
                      <a:pt x="71" y="252"/>
                      <a:pt x="71" y="252"/>
                      <a:pt x="71" y="252"/>
                    </a:cubicBezTo>
                    <a:cubicBezTo>
                      <a:pt x="70" y="251"/>
                      <a:pt x="70" y="251"/>
                      <a:pt x="70" y="251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1" y="251"/>
                      <a:pt x="71" y="251"/>
                      <a:pt x="71" y="251"/>
                    </a:cubicBezTo>
                    <a:cubicBezTo>
                      <a:pt x="72" y="251"/>
                      <a:pt x="72" y="251"/>
                      <a:pt x="72" y="251"/>
                    </a:cubicBezTo>
                    <a:lnTo>
                      <a:pt x="71" y="251"/>
                    </a:lnTo>
                    <a:close/>
                    <a:moveTo>
                      <a:pt x="73" y="244"/>
                    </a:moveTo>
                    <a:cubicBezTo>
                      <a:pt x="72" y="245"/>
                      <a:pt x="72" y="245"/>
                      <a:pt x="72" y="245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71" y="244"/>
                      <a:pt x="71" y="244"/>
                      <a:pt x="71" y="244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3" y="244"/>
                      <a:pt x="73" y="244"/>
                      <a:pt x="73" y="244"/>
                    </a:cubicBezTo>
                    <a:close/>
                    <a:moveTo>
                      <a:pt x="62" y="282"/>
                    </a:move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2"/>
                      <a:pt x="60" y="282"/>
                      <a:pt x="60" y="282"/>
                    </a:cubicBezTo>
                    <a:cubicBezTo>
                      <a:pt x="62" y="282"/>
                      <a:pt x="62" y="282"/>
                      <a:pt x="62" y="282"/>
                    </a:cubicBezTo>
                    <a:cubicBezTo>
                      <a:pt x="63" y="282"/>
                      <a:pt x="63" y="282"/>
                      <a:pt x="63" y="282"/>
                    </a:cubicBezTo>
                    <a:lnTo>
                      <a:pt x="62" y="282"/>
                    </a:lnTo>
                    <a:close/>
                    <a:moveTo>
                      <a:pt x="44" y="319"/>
                    </a:moveTo>
                    <a:cubicBezTo>
                      <a:pt x="44" y="319"/>
                      <a:pt x="44" y="319"/>
                      <a:pt x="44" y="319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5" y="319"/>
                      <a:pt x="45" y="319"/>
                      <a:pt x="45" y="319"/>
                    </a:cubicBezTo>
                    <a:lnTo>
                      <a:pt x="44" y="319"/>
                    </a:lnTo>
                    <a:close/>
                    <a:moveTo>
                      <a:pt x="52" y="291"/>
                    </a:move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2" y="291"/>
                      <a:pt x="52" y="291"/>
                      <a:pt x="52" y="291"/>
                    </a:cubicBezTo>
                    <a:cubicBezTo>
                      <a:pt x="51" y="291"/>
                      <a:pt x="51" y="291"/>
                      <a:pt x="51" y="291"/>
                    </a:cubicBezTo>
                    <a:cubicBezTo>
                      <a:pt x="51" y="291"/>
                      <a:pt x="51" y="291"/>
                      <a:pt x="51" y="291"/>
                    </a:cubicBezTo>
                    <a:lnTo>
                      <a:pt x="52" y="291"/>
                    </a:lnTo>
                    <a:close/>
                    <a:moveTo>
                      <a:pt x="46" y="304"/>
                    </a:move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4"/>
                      <a:pt x="46" y="304"/>
                      <a:pt x="46" y="304"/>
                    </a:cubicBezTo>
                    <a:close/>
                    <a:moveTo>
                      <a:pt x="46" y="306"/>
                    </a:move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5"/>
                      <a:pt x="46" y="305"/>
                      <a:pt x="46" y="305"/>
                    </a:cubicBezTo>
                    <a:cubicBezTo>
                      <a:pt x="46" y="306"/>
                      <a:pt x="46" y="306"/>
                      <a:pt x="46" y="306"/>
                    </a:cubicBezTo>
                    <a:close/>
                    <a:moveTo>
                      <a:pt x="48" y="303"/>
                    </a:moveTo>
                    <a:cubicBezTo>
                      <a:pt x="48" y="303"/>
                      <a:pt x="48" y="303"/>
                      <a:pt x="48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7" y="303"/>
                      <a:pt x="47" y="303"/>
                      <a:pt x="47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3"/>
                      <a:pt x="49" y="303"/>
                      <a:pt x="49" y="303"/>
                    </a:cubicBezTo>
                    <a:lnTo>
                      <a:pt x="48" y="303"/>
                    </a:lnTo>
                    <a:close/>
                    <a:moveTo>
                      <a:pt x="51" y="337"/>
                    </a:moveTo>
                    <a:cubicBezTo>
                      <a:pt x="50" y="337"/>
                      <a:pt x="50" y="337"/>
                      <a:pt x="50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50" y="337"/>
                      <a:pt x="50" y="337"/>
                      <a:pt x="50" y="337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1" y="336"/>
                      <a:pt x="51" y="336"/>
                      <a:pt x="51" y="336"/>
                    </a:cubicBezTo>
                    <a:lnTo>
                      <a:pt x="51" y="337"/>
                    </a:lnTo>
                    <a:close/>
                    <a:moveTo>
                      <a:pt x="50" y="333"/>
                    </a:move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4"/>
                      <a:pt x="51" y="334"/>
                      <a:pt x="51" y="334"/>
                    </a:cubicBezTo>
                    <a:lnTo>
                      <a:pt x="50" y="333"/>
                    </a:lnTo>
                    <a:close/>
                    <a:moveTo>
                      <a:pt x="52" y="334"/>
                    </a:move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4"/>
                    </a:cubicBezTo>
                    <a:close/>
                    <a:moveTo>
                      <a:pt x="52" y="298"/>
                    </a:moveTo>
                    <a:cubicBezTo>
                      <a:pt x="49" y="298"/>
                      <a:pt x="49" y="298"/>
                      <a:pt x="49" y="298"/>
                    </a:cubicBezTo>
                    <a:cubicBezTo>
                      <a:pt x="51" y="297"/>
                      <a:pt x="51" y="297"/>
                      <a:pt x="51" y="297"/>
                    </a:cubicBezTo>
                    <a:cubicBezTo>
                      <a:pt x="53" y="297"/>
                      <a:pt x="53" y="297"/>
                      <a:pt x="53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3" y="297"/>
                      <a:pt x="53" y="297"/>
                      <a:pt x="53" y="297"/>
                    </a:cubicBezTo>
                    <a:lnTo>
                      <a:pt x="52" y="298"/>
                    </a:lnTo>
                    <a:close/>
                    <a:moveTo>
                      <a:pt x="52" y="335"/>
                    </a:moveTo>
                    <a:cubicBezTo>
                      <a:pt x="53" y="334"/>
                      <a:pt x="53" y="334"/>
                      <a:pt x="53" y="334"/>
                    </a:cubicBezTo>
                    <a:cubicBezTo>
                      <a:pt x="53" y="335"/>
                      <a:pt x="53" y="335"/>
                      <a:pt x="53" y="335"/>
                    </a:cubicBezTo>
                    <a:lnTo>
                      <a:pt x="52" y="335"/>
                    </a:lnTo>
                    <a:close/>
                    <a:moveTo>
                      <a:pt x="56" y="333"/>
                    </a:moveTo>
                    <a:cubicBezTo>
                      <a:pt x="55" y="332"/>
                      <a:pt x="55" y="332"/>
                      <a:pt x="55" y="332"/>
                    </a:cubicBezTo>
                    <a:cubicBezTo>
                      <a:pt x="54" y="333"/>
                      <a:pt x="54" y="333"/>
                      <a:pt x="54" y="333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6" y="332"/>
                      <a:pt x="56" y="332"/>
                      <a:pt x="56" y="332"/>
                    </a:cubicBezTo>
                    <a:cubicBezTo>
                      <a:pt x="57" y="334"/>
                      <a:pt x="57" y="334"/>
                      <a:pt x="57" y="334"/>
                    </a:cubicBezTo>
                    <a:lnTo>
                      <a:pt x="56" y="333"/>
                    </a:lnTo>
                    <a:close/>
                    <a:moveTo>
                      <a:pt x="61" y="294"/>
                    </a:moveTo>
                    <a:cubicBezTo>
                      <a:pt x="60" y="293"/>
                      <a:pt x="60" y="293"/>
                      <a:pt x="60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9" y="292"/>
                      <a:pt x="59" y="292"/>
                      <a:pt x="59" y="292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60" y="292"/>
                      <a:pt x="60" y="292"/>
                      <a:pt x="60" y="292"/>
                    </a:cubicBezTo>
                    <a:cubicBezTo>
                      <a:pt x="60" y="293"/>
                      <a:pt x="60" y="293"/>
                      <a:pt x="60" y="293"/>
                    </a:cubicBezTo>
                    <a:lnTo>
                      <a:pt x="61" y="294"/>
                    </a:lnTo>
                    <a:close/>
                    <a:moveTo>
                      <a:pt x="68" y="272"/>
                    </a:moveTo>
                    <a:cubicBezTo>
                      <a:pt x="68" y="273"/>
                      <a:pt x="68" y="273"/>
                      <a:pt x="68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1"/>
                      <a:pt x="67" y="271"/>
                      <a:pt x="67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70" y="272"/>
                      <a:pt x="70" y="272"/>
                      <a:pt x="70" y="272"/>
                    </a:cubicBezTo>
                    <a:lnTo>
                      <a:pt x="68" y="272"/>
                    </a:lnTo>
                    <a:close/>
                    <a:moveTo>
                      <a:pt x="76" y="378"/>
                    </a:moveTo>
                    <a:cubicBezTo>
                      <a:pt x="75" y="378"/>
                      <a:pt x="75" y="378"/>
                      <a:pt x="75" y="378"/>
                    </a:cubicBezTo>
                    <a:cubicBezTo>
                      <a:pt x="75" y="379"/>
                      <a:pt x="75" y="379"/>
                      <a:pt x="75" y="379"/>
                    </a:cubicBezTo>
                    <a:cubicBezTo>
                      <a:pt x="75" y="378"/>
                      <a:pt x="75" y="378"/>
                      <a:pt x="75" y="378"/>
                    </a:cubicBezTo>
                    <a:cubicBezTo>
                      <a:pt x="76" y="377"/>
                      <a:pt x="76" y="377"/>
                      <a:pt x="76" y="377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6" y="377"/>
                      <a:pt x="76" y="377"/>
                      <a:pt x="76" y="377"/>
                    </a:cubicBezTo>
                    <a:lnTo>
                      <a:pt x="76" y="378"/>
                    </a:lnTo>
                    <a:close/>
                    <a:moveTo>
                      <a:pt x="76" y="387"/>
                    </a:moveTo>
                    <a:cubicBezTo>
                      <a:pt x="77" y="386"/>
                      <a:pt x="77" y="386"/>
                      <a:pt x="77" y="386"/>
                    </a:cubicBezTo>
                    <a:cubicBezTo>
                      <a:pt x="77" y="387"/>
                      <a:pt x="77" y="387"/>
                      <a:pt x="77" y="387"/>
                    </a:cubicBezTo>
                    <a:lnTo>
                      <a:pt x="76" y="387"/>
                    </a:lnTo>
                    <a:close/>
                    <a:moveTo>
                      <a:pt x="80" y="378"/>
                    </a:moveTo>
                    <a:cubicBezTo>
                      <a:pt x="79" y="378"/>
                      <a:pt x="79" y="378"/>
                      <a:pt x="79" y="378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7" y="380"/>
                      <a:pt x="77" y="380"/>
                      <a:pt x="77" y="380"/>
                    </a:cubicBezTo>
                    <a:cubicBezTo>
                      <a:pt x="76" y="380"/>
                      <a:pt x="76" y="380"/>
                      <a:pt x="76" y="380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9" y="377"/>
                      <a:pt x="79" y="377"/>
                      <a:pt x="79" y="377"/>
                    </a:cubicBezTo>
                    <a:cubicBezTo>
                      <a:pt x="80" y="378"/>
                      <a:pt x="80" y="378"/>
                      <a:pt x="80" y="378"/>
                    </a:cubicBezTo>
                    <a:close/>
                    <a:moveTo>
                      <a:pt x="92" y="382"/>
                    </a:moveTo>
                    <a:cubicBezTo>
                      <a:pt x="93" y="382"/>
                      <a:pt x="93" y="382"/>
                      <a:pt x="93" y="382"/>
                    </a:cubicBezTo>
                    <a:cubicBezTo>
                      <a:pt x="94" y="383"/>
                      <a:pt x="94" y="383"/>
                      <a:pt x="94" y="383"/>
                    </a:cubicBezTo>
                    <a:lnTo>
                      <a:pt x="92" y="382"/>
                    </a:lnTo>
                    <a:close/>
                    <a:moveTo>
                      <a:pt x="99" y="361"/>
                    </a:moveTo>
                    <a:cubicBezTo>
                      <a:pt x="99" y="361"/>
                      <a:pt x="99" y="361"/>
                      <a:pt x="99" y="361"/>
                    </a:cubicBezTo>
                    <a:cubicBezTo>
                      <a:pt x="100" y="361"/>
                      <a:pt x="100" y="361"/>
                      <a:pt x="100" y="361"/>
                    </a:cubicBezTo>
                    <a:cubicBezTo>
                      <a:pt x="100" y="360"/>
                      <a:pt x="100" y="360"/>
                      <a:pt x="100" y="360"/>
                    </a:cubicBezTo>
                    <a:cubicBezTo>
                      <a:pt x="101" y="361"/>
                      <a:pt x="101" y="361"/>
                      <a:pt x="101" y="361"/>
                    </a:cubicBezTo>
                    <a:lnTo>
                      <a:pt x="99" y="361"/>
                    </a:lnTo>
                    <a:close/>
                    <a:moveTo>
                      <a:pt x="101" y="366"/>
                    </a:moveTo>
                    <a:cubicBezTo>
                      <a:pt x="101" y="365"/>
                      <a:pt x="101" y="365"/>
                      <a:pt x="101" y="365"/>
                    </a:cubicBezTo>
                    <a:cubicBezTo>
                      <a:pt x="101" y="365"/>
                      <a:pt x="101" y="365"/>
                      <a:pt x="101" y="365"/>
                    </a:cubicBezTo>
                    <a:lnTo>
                      <a:pt x="101" y="366"/>
                    </a:lnTo>
                    <a:close/>
                    <a:moveTo>
                      <a:pt x="100" y="360"/>
                    </a:move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lnTo>
                      <a:pt x="100" y="360"/>
                    </a:lnTo>
                    <a:close/>
                    <a:moveTo>
                      <a:pt x="107" y="350"/>
                    </a:move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lose/>
                    <a:moveTo>
                      <a:pt x="175" y="291"/>
                    </a:move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5" y="291"/>
                      <a:pt x="175" y="291"/>
                      <a:pt x="175" y="291"/>
                    </a:cubicBezTo>
                    <a:close/>
                    <a:moveTo>
                      <a:pt x="183" y="25"/>
                    </a:moveTo>
                    <a:cubicBezTo>
                      <a:pt x="182" y="23"/>
                      <a:pt x="182" y="23"/>
                      <a:pt x="182" y="23"/>
                    </a:cubicBezTo>
                    <a:cubicBezTo>
                      <a:pt x="181" y="22"/>
                      <a:pt x="181" y="22"/>
                      <a:pt x="181" y="22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80" y="20"/>
                      <a:pt x="180" y="20"/>
                      <a:pt x="180" y="20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2" y="20"/>
                      <a:pt x="182" y="20"/>
                      <a:pt x="182" y="20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7"/>
                      <a:pt x="185" y="27"/>
                      <a:pt x="185" y="27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6"/>
                      <a:pt x="183" y="26"/>
                    </a:cubicBezTo>
                    <a:lnTo>
                      <a:pt x="183" y="25"/>
                    </a:lnTo>
                    <a:close/>
                    <a:moveTo>
                      <a:pt x="186" y="35"/>
                    </a:move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5" y="31"/>
                      <a:pt x="185" y="31"/>
                      <a:pt x="185" y="31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7" y="35"/>
                      <a:pt x="187" y="35"/>
                      <a:pt x="187" y="35"/>
                    </a:cubicBezTo>
                    <a:lnTo>
                      <a:pt x="186" y="35"/>
                    </a:lnTo>
                    <a:close/>
                    <a:moveTo>
                      <a:pt x="207" y="258"/>
                    </a:move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6" y="258"/>
                      <a:pt x="206" y="258"/>
                      <a:pt x="206" y="258"/>
                    </a:cubicBezTo>
                    <a:lnTo>
                      <a:pt x="207" y="258"/>
                    </a:lnTo>
                    <a:close/>
                    <a:moveTo>
                      <a:pt x="206" y="262"/>
                    </a:move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3" y="265"/>
                      <a:pt x="203" y="265"/>
                      <a:pt x="203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3" y="264"/>
                      <a:pt x="203" y="264"/>
                      <a:pt x="203" y="264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2"/>
                      <a:pt x="204" y="262"/>
                      <a:pt x="204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6" y="261"/>
                      <a:pt x="206" y="261"/>
                      <a:pt x="206" y="261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8" y="260"/>
                      <a:pt x="208" y="260"/>
                      <a:pt x="208" y="260"/>
                    </a:cubicBezTo>
                    <a:cubicBezTo>
                      <a:pt x="207" y="261"/>
                      <a:pt x="207" y="261"/>
                      <a:pt x="207" y="261"/>
                    </a:cubicBezTo>
                    <a:lnTo>
                      <a:pt x="206" y="262"/>
                    </a:lnTo>
                    <a:close/>
                    <a:moveTo>
                      <a:pt x="208" y="270"/>
                    </a:moveTo>
                    <a:cubicBezTo>
                      <a:pt x="208" y="271"/>
                      <a:pt x="208" y="271"/>
                      <a:pt x="208" y="271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9" y="270"/>
                      <a:pt x="209" y="270"/>
                      <a:pt x="209" y="270"/>
                    </a:cubicBezTo>
                    <a:lnTo>
                      <a:pt x="208" y="270"/>
                    </a:lnTo>
                    <a:close/>
                    <a:moveTo>
                      <a:pt x="211" y="266"/>
                    </a:move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09" y="265"/>
                      <a:pt x="209" y="265"/>
                      <a:pt x="209" y="265"/>
                    </a:cubicBez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12" y="265"/>
                      <a:pt x="212" y="265"/>
                      <a:pt x="212" y="265"/>
                    </a:cubicBezTo>
                    <a:lnTo>
                      <a:pt x="211" y="266"/>
                    </a:lnTo>
                    <a:close/>
                    <a:moveTo>
                      <a:pt x="212" y="249"/>
                    </a:moveTo>
                    <a:cubicBezTo>
                      <a:pt x="212" y="248"/>
                      <a:pt x="212" y="248"/>
                      <a:pt x="212" y="248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09" y="245"/>
                      <a:pt x="209" y="245"/>
                      <a:pt x="209" y="245"/>
                    </a:cubicBezTo>
                    <a:cubicBezTo>
                      <a:pt x="208" y="244"/>
                      <a:pt x="208" y="244"/>
                      <a:pt x="208" y="244"/>
                    </a:cubicBezTo>
                    <a:cubicBezTo>
                      <a:pt x="209" y="244"/>
                      <a:pt x="209" y="244"/>
                      <a:pt x="209" y="244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09" y="242"/>
                      <a:pt x="209" y="242"/>
                      <a:pt x="209" y="242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5"/>
                      <a:pt x="210" y="245"/>
                      <a:pt x="210" y="245"/>
                    </a:cubicBezTo>
                    <a:cubicBezTo>
                      <a:pt x="212" y="246"/>
                      <a:pt x="212" y="246"/>
                      <a:pt x="212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8"/>
                      <a:pt x="213" y="248"/>
                      <a:pt x="213" y="248"/>
                    </a:cubicBezTo>
                    <a:cubicBezTo>
                      <a:pt x="213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lose/>
                    <a:moveTo>
                      <a:pt x="213" y="266"/>
                    </a:move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5" name="Freeform 6414">
                <a:extLst>
                  <a:ext uri="{FF2B5EF4-FFF2-40B4-BE49-F238E27FC236}">
                    <a16:creationId xmlns:a16="http://schemas.microsoft.com/office/drawing/2014/main" id="{7C8962D9-3841-41D9-B699-4538C12F29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30" y="1917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5 w 7"/>
                  <a:gd name="T5" fmla="*/ 0 h 5"/>
                  <a:gd name="T6" fmla="*/ 1 w 7"/>
                  <a:gd name="T7" fmla="*/ 0 h 5"/>
                  <a:gd name="T8" fmla="*/ 0 w 7"/>
                  <a:gd name="T9" fmla="*/ 4 h 5"/>
                  <a:gd name="T10" fmla="*/ 1 w 7"/>
                  <a:gd name="T11" fmla="*/ 5 h 5"/>
                  <a:gd name="T12" fmla="*/ 3 w 7"/>
                  <a:gd name="T13" fmla="*/ 4 h 5"/>
                  <a:gd name="T14" fmla="*/ 5 w 7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6" name="Freeform 6415">
                <a:extLst>
                  <a:ext uri="{FF2B5EF4-FFF2-40B4-BE49-F238E27FC236}">
                    <a16:creationId xmlns:a16="http://schemas.microsoft.com/office/drawing/2014/main" id="{D61D6766-9EA9-431D-B7D5-C74CC8C33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8" y="1497"/>
                <a:ext cx="9" cy="6"/>
              </a:xfrm>
              <a:custGeom>
                <a:avLst/>
                <a:gdLst>
                  <a:gd name="T0" fmla="*/ 4 w 9"/>
                  <a:gd name="T1" fmla="*/ 0 h 6"/>
                  <a:gd name="T2" fmla="*/ 2 w 9"/>
                  <a:gd name="T3" fmla="*/ 2 h 6"/>
                  <a:gd name="T4" fmla="*/ 0 w 9"/>
                  <a:gd name="T5" fmla="*/ 4 h 6"/>
                  <a:gd name="T6" fmla="*/ 2 w 9"/>
                  <a:gd name="T7" fmla="*/ 6 h 6"/>
                  <a:gd name="T8" fmla="*/ 6 w 9"/>
                  <a:gd name="T9" fmla="*/ 6 h 6"/>
                  <a:gd name="T10" fmla="*/ 9 w 9"/>
                  <a:gd name="T11" fmla="*/ 4 h 6"/>
                  <a:gd name="T12" fmla="*/ 6 w 9"/>
                  <a:gd name="T13" fmla="*/ 0 h 6"/>
                  <a:gd name="T14" fmla="*/ 4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7" name="Freeform 6416">
                <a:extLst>
                  <a:ext uri="{FF2B5EF4-FFF2-40B4-BE49-F238E27FC236}">
                    <a16:creationId xmlns:a16="http://schemas.microsoft.com/office/drawing/2014/main" id="{5C6ED3A1-2A28-4E2A-83E1-70F946215F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3" y="1602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4 h 4"/>
                  <a:gd name="T6" fmla="*/ 4 w 6"/>
                  <a:gd name="T7" fmla="*/ 0 h 4"/>
                  <a:gd name="T8" fmla="*/ 0 w 6"/>
                  <a:gd name="T9" fmla="*/ 0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8" name="Freeform 6417">
                <a:extLst>
                  <a:ext uri="{FF2B5EF4-FFF2-40B4-BE49-F238E27FC236}">
                    <a16:creationId xmlns:a16="http://schemas.microsoft.com/office/drawing/2014/main" id="{F9DF02BC-14A9-4F3B-BFFB-361A084737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34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9" name="Freeform 6418">
                <a:extLst>
                  <a:ext uri="{FF2B5EF4-FFF2-40B4-BE49-F238E27FC236}">
                    <a16:creationId xmlns:a16="http://schemas.microsoft.com/office/drawing/2014/main" id="{0C2B9D73-94DB-459F-BEBE-BB9B4668FF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5" y="1533"/>
                <a:ext cx="18" cy="18"/>
              </a:xfrm>
              <a:custGeom>
                <a:avLst/>
                <a:gdLst>
                  <a:gd name="T0" fmla="*/ 13 w 18"/>
                  <a:gd name="T1" fmla="*/ 5 h 18"/>
                  <a:gd name="T2" fmla="*/ 13 w 18"/>
                  <a:gd name="T3" fmla="*/ 0 h 18"/>
                  <a:gd name="T4" fmla="*/ 11 w 18"/>
                  <a:gd name="T5" fmla="*/ 0 h 18"/>
                  <a:gd name="T6" fmla="*/ 7 w 18"/>
                  <a:gd name="T7" fmla="*/ 2 h 18"/>
                  <a:gd name="T8" fmla="*/ 5 w 18"/>
                  <a:gd name="T9" fmla="*/ 2 h 18"/>
                  <a:gd name="T10" fmla="*/ 5 w 18"/>
                  <a:gd name="T11" fmla="*/ 2 h 18"/>
                  <a:gd name="T12" fmla="*/ 2 w 18"/>
                  <a:gd name="T13" fmla="*/ 2 h 18"/>
                  <a:gd name="T14" fmla="*/ 2 w 18"/>
                  <a:gd name="T15" fmla="*/ 9 h 18"/>
                  <a:gd name="T16" fmla="*/ 0 w 18"/>
                  <a:gd name="T17" fmla="*/ 11 h 18"/>
                  <a:gd name="T18" fmla="*/ 2 w 18"/>
                  <a:gd name="T19" fmla="*/ 15 h 18"/>
                  <a:gd name="T20" fmla="*/ 5 w 18"/>
                  <a:gd name="T21" fmla="*/ 17 h 18"/>
                  <a:gd name="T22" fmla="*/ 7 w 18"/>
                  <a:gd name="T23" fmla="*/ 17 h 18"/>
                  <a:gd name="T24" fmla="*/ 11 w 18"/>
                  <a:gd name="T25" fmla="*/ 17 h 18"/>
                  <a:gd name="T26" fmla="*/ 11 w 18"/>
                  <a:gd name="T27" fmla="*/ 17 h 18"/>
                  <a:gd name="T28" fmla="*/ 11 w 18"/>
                  <a:gd name="T29" fmla="*/ 17 h 18"/>
                  <a:gd name="T30" fmla="*/ 15 w 18"/>
                  <a:gd name="T31" fmla="*/ 18 h 18"/>
                  <a:gd name="T32" fmla="*/ 16 w 18"/>
                  <a:gd name="T33" fmla="*/ 15 h 18"/>
                  <a:gd name="T34" fmla="*/ 18 w 18"/>
                  <a:gd name="T35" fmla="*/ 15 h 18"/>
                  <a:gd name="T36" fmla="*/ 18 w 18"/>
                  <a:gd name="T37" fmla="*/ 9 h 18"/>
                  <a:gd name="T38" fmla="*/ 15 w 18"/>
                  <a:gd name="T39" fmla="*/ 7 h 18"/>
                  <a:gd name="T40" fmla="*/ 13 w 18"/>
                  <a:gd name="T41" fmla="*/ 9 h 18"/>
                  <a:gd name="T42" fmla="*/ 13 w 18"/>
                  <a:gd name="T43" fmla="*/ 9 h 18"/>
                  <a:gd name="T44" fmla="*/ 13 w 18"/>
                  <a:gd name="T45" fmla="*/ 7 h 18"/>
                  <a:gd name="T46" fmla="*/ 13 w 18"/>
                  <a:gd name="T47" fmla="*/ 7 h 18"/>
                  <a:gd name="T48" fmla="*/ 11 w 18"/>
                  <a:gd name="T49" fmla="*/ 5 h 18"/>
                  <a:gd name="T50" fmla="*/ 11 w 18"/>
                  <a:gd name="T51" fmla="*/ 5 h 18"/>
                  <a:gd name="T52" fmla="*/ 13 w 18"/>
                  <a:gd name="T5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13" y="5"/>
                    </a:moveTo>
                    <a:lnTo>
                      <a:pt x="13" y="0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5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0" name="Freeform 6419">
                <a:extLst>
                  <a:ext uri="{FF2B5EF4-FFF2-40B4-BE49-F238E27FC236}">
                    <a16:creationId xmlns:a16="http://schemas.microsoft.com/office/drawing/2014/main" id="{B94D7432-678D-4DD0-96FB-DDA285CD06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40"/>
                <a:ext cx="4" cy="7"/>
              </a:xfrm>
              <a:custGeom>
                <a:avLst/>
                <a:gdLst>
                  <a:gd name="T0" fmla="*/ 0 w 4"/>
                  <a:gd name="T1" fmla="*/ 5 h 7"/>
                  <a:gd name="T2" fmla="*/ 2 w 4"/>
                  <a:gd name="T3" fmla="*/ 7 h 7"/>
                  <a:gd name="T4" fmla="*/ 4 w 4"/>
                  <a:gd name="T5" fmla="*/ 7 h 7"/>
                  <a:gd name="T6" fmla="*/ 4 w 4"/>
                  <a:gd name="T7" fmla="*/ 3 h 7"/>
                  <a:gd name="T8" fmla="*/ 4 w 4"/>
                  <a:gd name="T9" fmla="*/ 0 h 7"/>
                  <a:gd name="T10" fmla="*/ 2 w 4"/>
                  <a:gd name="T11" fmla="*/ 1 h 7"/>
                  <a:gd name="T12" fmla="*/ 0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1" name="Freeform 6420">
                <a:extLst>
                  <a:ext uri="{FF2B5EF4-FFF2-40B4-BE49-F238E27FC236}">
                    <a16:creationId xmlns:a16="http://schemas.microsoft.com/office/drawing/2014/main" id="{2B7FB749-945B-4064-9B44-D42B3FAEB5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1" y="1449"/>
                <a:ext cx="8" cy="15"/>
              </a:xfrm>
              <a:custGeom>
                <a:avLst/>
                <a:gdLst>
                  <a:gd name="T0" fmla="*/ 4 w 4"/>
                  <a:gd name="T1" fmla="*/ 4 h 8"/>
                  <a:gd name="T2" fmla="*/ 4 w 4"/>
                  <a:gd name="T3" fmla="*/ 0 h 8"/>
                  <a:gd name="T4" fmla="*/ 1 w 4"/>
                  <a:gd name="T5" fmla="*/ 4 h 8"/>
                  <a:gd name="T6" fmla="*/ 1 w 4"/>
                  <a:gd name="T7" fmla="*/ 5 h 8"/>
                  <a:gd name="T8" fmla="*/ 0 w 4"/>
                  <a:gd name="T9" fmla="*/ 6 h 8"/>
                  <a:gd name="T10" fmla="*/ 0 w 4"/>
                  <a:gd name="T11" fmla="*/ 8 h 8"/>
                  <a:gd name="T12" fmla="*/ 1 w 4"/>
                  <a:gd name="T13" fmla="*/ 8 h 8"/>
                  <a:gd name="T14" fmla="*/ 2 w 4"/>
                  <a:gd name="T15" fmla="*/ 8 h 8"/>
                  <a:gd name="T16" fmla="*/ 3 w 4"/>
                  <a:gd name="T17" fmla="*/ 7 h 8"/>
                  <a:gd name="T18" fmla="*/ 3 w 4"/>
                  <a:gd name="T19" fmla="*/ 6 h 8"/>
                  <a:gd name="T20" fmla="*/ 3 w 4"/>
                  <a:gd name="T21" fmla="*/ 5 h 8"/>
                  <a:gd name="T22" fmla="*/ 4 w 4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4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2" name="Freeform 6421">
                <a:extLst>
                  <a:ext uri="{FF2B5EF4-FFF2-40B4-BE49-F238E27FC236}">
                    <a16:creationId xmlns:a16="http://schemas.microsoft.com/office/drawing/2014/main" id="{0EBEBA08-A074-4796-A371-B051D1FB6D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50"/>
                <a:ext cx="7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1 w 7"/>
                  <a:gd name="T5" fmla="*/ 0 h 3"/>
                  <a:gd name="T6" fmla="*/ 0 w 7"/>
                  <a:gd name="T7" fmla="*/ 0 h 3"/>
                  <a:gd name="T8" fmla="*/ 0 w 7"/>
                  <a:gd name="T9" fmla="*/ 1 h 3"/>
                  <a:gd name="T10" fmla="*/ 0 w 7"/>
                  <a:gd name="T11" fmla="*/ 3 h 3"/>
                  <a:gd name="T12" fmla="*/ 3 w 7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lnTo>
                      <a:pt x="7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3" name="Freeform 6422">
                <a:extLst>
                  <a:ext uri="{FF2B5EF4-FFF2-40B4-BE49-F238E27FC236}">
                    <a16:creationId xmlns:a16="http://schemas.microsoft.com/office/drawing/2014/main" id="{3022E243-12DF-42B1-B6D9-8C0EECA0F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4" y="1563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4" name="Freeform 6423">
                <a:extLst>
                  <a:ext uri="{FF2B5EF4-FFF2-40B4-BE49-F238E27FC236}">
                    <a16:creationId xmlns:a16="http://schemas.microsoft.com/office/drawing/2014/main" id="{78EAF2A7-A873-42EB-9E4B-889A665620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7" y="1399"/>
                <a:ext cx="7" cy="13"/>
              </a:xfrm>
              <a:custGeom>
                <a:avLst/>
                <a:gdLst>
                  <a:gd name="T0" fmla="*/ 6 w 7"/>
                  <a:gd name="T1" fmla="*/ 0 h 13"/>
                  <a:gd name="T2" fmla="*/ 4 w 7"/>
                  <a:gd name="T3" fmla="*/ 1 h 13"/>
                  <a:gd name="T4" fmla="*/ 2 w 7"/>
                  <a:gd name="T5" fmla="*/ 3 h 13"/>
                  <a:gd name="T6" fmla="*/ 0 w 7"/>
                  <a:gd name="T7" fmla="*/ 9 h 13"/>
                  <a:gd name="T8" fmla="*/ 2 w 7"/>
                  <a:gd name="T9" fmla="*/ 11 h 13"/>
                  <a:gd name="T10" fmla="*/ 2 w 7"/>
                  <a:gd name="T11" fmla="*/ 13 h 13"/>
                  <a:gd name="T12" fmla="*/ 6 w 7"/>
                  <a:gd name="T13" fmla="*/ 11 h 13"/>
                  <a:gd name="T14" fmla="*/ 7 w 7"/>
                  <a:gd name="T15" fmla="*/ 7 h 13"/>
                  <a:gd name="T16" fmla="*/ 7 w 7"/>
                  <a:gd name="T17" fmla="*/ 3 h 13"/>
                  <a:gd name="T18" fmla="*/ 7 w 7"/>
                  <a:gd name="T19" fmla="*/ 1 h 13"/>
                  <a:gd name="T20" fmla="*/ 6 w 7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5" name="Freeform 6424">
                <a:extLst>
                  <a:ext uri="{FF2B5EF4-FFF2-40B4-BE49-F238E27FC236}">
                    <a16:creationId xmlns:a16="http://schemas.microsoft.com/office/drawing/2014/main" id="{FB7833E7-0FE1-42BA-8A37-E4EB07BF1E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1" y="1397"/>
                <a:ext cx="13" cy="7"/>
              </a:xfrm>
              <a:custGeom>
                <a:avLst/>
                <a:gdLst>
                  <a:gd name="T0" fmla="*/ 5 w 13"/>
                  <a:gd name="T1" fmla="*/ 5 h 7"/>
                  <a:gd name="T2" fmla="*/ 7 w 13"/>
                  <a:gd name="T3" fmla="*/ 7 h 7"/>
                  <a:gd name="T4" fmla="*/ 13 w 13"/>
                  <a:gd name="T5" fmla="*/ 7 h 7"/>
                  <a:gd name="T6" fmla="*/ 9 w 13"/>
                  <a:gd name="T7" fmla="*/ 2 h 7"/>
                  <a:gd name="T8" fmla="*/ 7 w 13"/>
                  <a:gd name="T9" fmla="*/ 2 h 7"/>
                  <a:gd name="T10" fmla="*/ 5 w 13"/>
                  <a:gd name="T11" fmla="*/ 0 h 7"/>
                  <a:gd name="T12" fmla="*/ 3 w 13"/>
                  <a:gd name="T13" fmla="*/ 0 h 7"/>
                  <a:gd name="T14" fmla="*/ 0 w 13"/>
                  <a:gd name="T15" fmla="*/ 0 h 7"/>
                  <a:gd name="T16" fmla="*/ 0 w 13"/>
                  <a:gd name="T17" fmla="*/ 2 h 7"/>
                  <a:gd name="T18" fmla="*/ 1 w 13"/>
                  <a:gd name="T19" fmla="*/ 5 h 7"/>
                  <a:gd name="T20" fmla="*/ 5 w 13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5" y="5"/>
                    </a:moveTo>
                    <a:lnTo>
                      <a:pt x="7" y="7"/>
                    </a:lnTo>
                    <a:lnTo>
                      <a:pt x="13" y="7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6" name="Freeform 6425">
                <a:extLst>
                  <a:ext uri="{FF2B5EF4-FFF2-40B4-BE49-F238E27FC236}">
                    <a16:creationId xmlns:a16="http://schemas.microsoft.com/office/drawing/2014/main" id="{EA912DFB-208B-4CE6-B845-21F25CFCBA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2" y="1510"/>
                <a:ext cx="5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0 h 6"/>
                  <a:gd name="T4" fmla="*/ 2 w 5"/>
                  <a:gd name="T5" fmla="*/ 0 h 6"/>
                  <a:gd name="T6" fmla="*/ 0 w 5"/>
                  <a:gd name="T7" fmla="*/ 4 h 6"/>
                  <a:gd name="T8" fmla="*/ 4 w 5"/>
                  <a:gd name="T9" fmla="*/ 6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7" name="Freeform 6426">
                <a:extLst>
                  <a:ext uri="{FF2B5EF4-FFF2-40B4-BE49-F238E27FC236}">
                    <a16:creationId xmlns:a16="http://schemas.microsoft.com/office/drawing/2014/main" id="{49544DC7-C68D-440C-AA86-D2EC72279C4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596" y="1492"/>
                <a:ext cx="273" cy="361"/>
              </a:xfrm>
              <a:custGeom>
                <a:avLst/>
                <a:gdLst>
                  <a:gd name="T0" fmla="*/ 138 w 147"/>
                  <a:gd name="T1" fmla="*/ 128 h 194"/>
                  <a:gd name="T2" fmla="*/ 134 w 147"/>
                  <a:gd name="T3" fmla="*/ 124 h 194"/>
                  <a:gd name="T4" fmla="*/ 129 w 147"/>
                  <a:gd name="T5" fmla="*/ 116 h 194"/>
                  <a:gd name="T6" fmla="*/ 124 w 147"/>
                  <a:gd name="T7" fmla="*/ 111 h 194"/>
                  <a:gd name="T8" fmla="*/ 118 w 147"/>
                  <a:gd name="T9" fmla="*/ 104 h 194"/>
                  <a:gd name="T10" fmla="*/ 120 w 147"/>
                  <a:gd name="T11" fmla="*/ 96 h 194"/>
                  <a:gd name="T12" fmla="*/ 122 w 147"/>
                  <a:gd name="T13" fmla="*/ 87 h 194"/>
                  <a:gd name="T14" fmla="*/ 117 w 147"/>
                  <a:gd name="T15" fmla="*/ 68 h 194"/>
                  <a:gd name="T16" fmla="*/ 110 w 147"/>
                  <a:gd name="T17" fmla="*/ 62 h 194"/>
                  <a:gd name="T18" fmla="*/ 96 w 147"/>
                  <a:gd name="T19" fmla="*/ 50 h 194"/>
                  <a:gd name="T20" fmla="*/ 94 w 147"/>
                  <a:gd name="T21" fmla="*/ 36 h 194"/>
                  <a:gd name="T22" fmla="*/ 72 w 147"/>
                  <a:gd name="T23" fmla="*/ 31 h 194"/>
                  <a:gd name="T24" fmla="*/ 64 w 147"/>
                  <a:gd name="T25" fmla="*/ 29 h 194"/>
                  <a:gd name="T26" fmla="*/ 67 w 147"/>
                  <a:gd name="T27" fmla="*/ 7 h 194"/>
                  <a:gd name="T28" fmla="*/ 40 w 147"/>
                  <a:gd name="T29" fmla="*/ 15 h 194"/>
                  <a:gd name="T30" fmla="*/ 37 w 147"/>
                  <a:gd name="T31" fmla="*/ 28 h 194"/>
                  <a:gd name="T32" fmla="*/ 32 w 147"/>
                  <a:gd name="T33" fmla="*/ 43 h 194"/>
                  <a:gd name="T34" fmla="*/ 31 w 147"/>
                  <a:gd name="T35" fmla="*/ 23 h 194"/>
                  <a:gd name="T36" fmla="*/ 41 w 147"/>
                  <a:gd name="T37" fmla="*/ 0 h 194"/>
                  <a:gd name="T38" fmla="*/ 14 w 147"/>
                  <a:gd name="T39" fmla="*/ 17 h 194"/>
                  <a:gd name="T40" fmla="*/ 6 w 147"/>
                  <a:gd name="T41" fmla="*/ 42 h 194"/>
                  <a:gd name="T42" fmla="*/ 2 w 147"/>
                  <a:gd name="T43" fmla="*/ 47 h 194"/>
                  <a:gd name="T44" fmla="*/ 12 w 147"/>
                  <a:gd name="T45" fmla="*/ 61 h 194"/>
                  <a:gd name="T46" fmla="*/ 34 w 147"/>
                  <a:gd name="T47" fmla="*/ 71 h 194"/>
                  <a:gd name="T48" fmla="*/ 47 w 147"/>
                  <a:gd name="T49" fmla="*/ 78 h 194"/>
                  <a:gd name="T50" fmla="*/ 50 w 147"/>
                  <a:gd name="T51" fmla="*/ 73 h 194"/>
                  <a:gd name="T52" fmla="*/ 59 w 147"/>
                  <a:gd name="T53" fmla="*/ 65 h 194"/>
                  <a:gd name="T54" fmla="*/ 62 w 147"/>
                  <a:gd name="T55" fmla="*/ 79 h 194"/>
                  <a:gd name="T56" fmla="*/ 70 w 147"/>
                  <a:gd name="T57" fmla="*/ 87 h 194"/>
                  <a:gd name="T58" fmla="*/ 71 w 147"/>
                  <a:gd name="T59" fmla="*/ 93 h 194"/>
                  <a:gd name="T60" fmla="*/ 74 w 147"/>
                  <a:gd name="T61" fmla="*/ 100 h 194"/>
                  <a:gd name="T62" fmla="*/ 79 w 147"/>
                  <a:gd name="T63" fmla="*/ 104 h 194"/>
                  <a:gd name="T64" fmla="*/ 80 w 147"/>
                  <a:gd name="T65" fmla="*/ 121 h 194"/>
                  <a:gd name="T66" fmla="*/ 64 w 147"/>
                  <a:gd name="T67" fmla="*/ 142 h 194"/>
                  <a:gd name="T68" fmla="*/ 47 w 147"/>
                  <a:gd name="T69" fmla="*/ 141 h 194"/>
                  <a:gd name="T70" fmla="*/ 34 w 147"/>
                  <a:gd name="T71" fmla="*/ 152 h 194"/>
                  <a:gd name="T72" fmla="*/ 54 w 147"/>
                  <a:gd name="T73" fmla="*/ 156 h 194"/>
                  <a:gd name="T74" fmla="*/ 63 w 147"/>
                  <a:gd name="T75" fmla="*/ 158 h 194"/>
                  <a:gd name="T76" fmla="*/ 69 w 147"/>
                  <a:gd name="T77" fmla="*/ 174 h 194"/>
                  <a:gd name="T78" fmla="*/ 84 w 147"/>
                  <a:gd name="T79" fmla="*/ 187 h 194"/>
                  <a:gd name="T80" fmla="*/ 102 w 147"/>
                  <a:gd name="T81" fmla="*/ 189 h 194"/>
                  <a:gd name="T82" fmla="*/ 90 w 147"/>
                  <a:gd name="T83" fmla="*/ 175 h 194"/>
                  <a:gd name="T84" fmla="*/ 96 w 147"/>
                  <a:gd name="T85" fmla="*/ 175 h 194"/>
                  <a:gd name="T86" fmla="*/ 109 w 147"/>
                  <a:gd name="T87" fmla="*/ 187 h 194"/>
                  <a:gd name="T88" fmla="*/ 112 w 147"/>
                  <a:gd name="T89" fmla="*/ 179 h 194"/>
                  <a:gd name="T90" fmla="*/ 114 w 147"/>
                  <a:gd name="T91" fmla="*/ 162 h 194"/>
                  <a:gd name="T92" fmla="*/ 106 w 147"/>
                  <a:gd name="T93" fmla="*/ 152 h 194"/>
                  <a:gd name="T94" fmla="*/ 101 w 147"/>
                  <a:gd name="T95" fmla="*/ 140 h 194"/>
                  <a:gd name="T96" fmla="*/ 109 w 147"/>
                  <a:gd name="T97" fmla="*/ 136 h 194"/>
                  <a:gd name="T98" fmla="*/ 114 w 147"/>
                  <a:gd name="T99" fmla="*/ 141 h 194"/>
                  <a:gd name="T100" fmla="*/ 119 w 147"/>
                  <a:gd name="T101" fmla="*/ 149 h 194"/>
                  <a:gd name="T102" fmla="*/ 126 w 147"/>
                  <a:gd name="T103" fmla="*/ 157 h 194"/>
                  <a:gd name="T104" fmla="*/ 135 w 147"/>
                  <a:gd name="T105" fmla="*/ 147 h 194"/>
                  <a:gd name="T106" fmla="*/ 147 w 147"/>
                  <a:gd name="T107" fmla="*/ 137 h 194"/>
                  <a:gd name="T108" fmla="*/ 118 w 147"/>
                  <a:gd name="T109" fmla="*/ 78 h 194"/>
                  <a:gd name="T110" fmla="*/ 116 w 147"/>
                  <a:gd name="T111" fmla="*/ 79 h 194"/>
                  <a:gd name="T112" fmla="*/ 29 w 147"/>
                  <a:gd name="T113" fmla="*/ 46 h 194"/>
                  <a:gd name="T114" fmla="*/ 60 w 147"/>
                  <a:gd name="T115" fmla="*/ 37 h 194"/>
                  <a:gd name="T116" fmla="*/ 68 w 147"/>
                  <a:gd name="T117" fmla="*/ 40 h 194"/>
                  <a:gd name="T118" fmla="*/ 111 w 147"/>
                  <a:gd name="T119" fmla="*/ 161 h 194"/>
                  <a:gd name="T120" fmla="*/ 98 w 147"/>
                  <a:gd name="T121" fmla="*/ 52 h 194"/>
                  <a:gd name="T122" fmla="*/ 102 w 147"/>
                  <a:gd name="T123" fmla="*/ 67 h 194"/>
                  <a:gd name="T124" fmla="*/ 114 w 147"/>
                  <a:gd name="T125" fmla="*/ 10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194">
                    <a:moveTo>
                      <a:pt x="147" y="137"/>
                    </a:move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5"/>
                      <a:pt x="147" y="135"/>
                      <a:pt x="147" y="135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3"/>
                      <a:pt x="146" y="133"/>
                      <a:pt x="146" y="133"/>
                    </a:cubicBezTo>
                    <a:cubicBezTo>
                      <a:pt x="145" y="132"/>
                      <a:pt x="145" y="132"/>
                      <a:pt x="145" y="132"/>
                    </a:cubicBezTo>
                    <a:cubicBezTo>
                      <a:pt x="144" y="132"/>
                      <a:pt x="144" y="132"/>
                      <a:pt x="144" y="132"/>
                    </a:cubicBezTo>
                    <a:cubicBezTo>
                      <a:pt x="145" y="131"/>
                      <a:pt x="145" y="131"/>
                      <a:pt x="145" y="131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0"/>
                      <a:pt x="143" y="130"/>
                      <a:pt x="143" y="130"/>
                    </a:cubicBezTo>
                    <a:cubicBezTo>
                      <a:pt x="143" y="129"/>
                      <a:pt x="143" y="129"/>
                      <a:pt x="143" y="129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9" y="129"/>
                      <a:pt x="139" y="128"/>
                      <a:pt x="139" y="128"/>
                    </a:cubicBezTo>
                    <a:cubicBezTo>
                      <a:pt x="140" y="128"/>
                      <a:pt x="140" y="128"/>
                      <a:pt x="140" y="128"/>
                    </a:cubicBezTo>
                    <a:cubicBezTo>
                      <a:pt x="142" y="126"/>
                      <a:pt x="142" y="126"/>
                      <a:pt x="142" y="126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8" y="127"/>
                      <a:pt x="138" y="127"/>
                      <a:pt x="138" y="127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7" y="124"/>
                      <a:pt x="137" y="124"/>
                      <a:pt x="137" y="124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33" y="124"/>
                      <a:pt x="133" y="124"/>
                      <a:pt x="133" y="124"/>
                    </a:cubicBez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3" y="123"/>
                      <a:pt x="133" y="123"/>
                      <a:pt x="133" y="123"/>
                    </a:cubicBezTo>
                    <a:cubicBezTo>
                      <a:pt x="131" y="121"/>
                      <a:pt x="131" y="121"/>
                      <a:pt x="131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2"/>
                      <a:pt x="132" y="122"/>
                      <a:pt x="132" y="122"/>
                    </a:cubicBezTo>
                    <a:cubicBezTo>
                      <a:pt x="133" y="122"/>
                      <a:pt x="133" y="122"/>
                      <a:pt x="133" y="122"/>
                    </a:cubicBezTo>
                    <a:cubicBezTo>
                      <a:pt x="135" y="121"/>
                      <a:pt x="135" y="121"/>
                      <a:pt x="135" y="121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3" y="118"/>
                      <a:pt x="133" y="118"/>
                      <a:pt x="133" y="118"/>
                    </a:cubicBezTo>
                    <a:cubicBezTo>
                      <a:pt x="132" y="119"/>
                      <a:pt x="132" y="119"/>
                      <a:pt x="132" y="119"/>
                    </a:cubicBezTo>
                    <a:cubicBezTo>
                      <a:pt x="132" y="118"/>
                      <a:pt x="132" y="118"/>
                      <a:pt x="132" y="118"/>
                    </a:cubicBezTo>
                    <a:cubicBezTo>
                      <a:pt x="131" y="117"/>
                      <a:pt x="131" y="117"/>
                      <a:pt x="131" y="117"/>
                    </a:cubicBezTo>
                    <a:cubicBezTo>
                      <a:pt x="129" y="117"/>
                      <a:pt x="129" y="117"/>
                      <a:pt x="129" y="117"/>
                    </a:cubicBezTo>
                    <a:cubicBezTo>
                      <a:pt x="128" y="118"/>
                      <a:pt x="128" y="118"/>
                      <a:pt x="128" y="118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29" y="116"/>
                      <a:pt x="129" y="116"/>
                      <a:pt x="129" y="116"/>
                    </a:cubicBezTo>
                    <a:cubicBezTo>
                      <a:pt x="130" y="115"/>
                      <a:pt x="130" y="115"/>
                      <a:pt x="130" y="115"/>
                    </a:cubicBezTo>
                    <a:cubicBezTo>
                      <a:pt x="130" y="113"/>
                      <a:pt x="130" y="113"/>
                      <a:pt x="130" y="113"/>
                    </a:cubicBezTo>
                    <a:cubicBezTo>
                      <a:pt x="129" y="112"/>
                      <a:pt x="129" y="112"/>
                      <a:pt x="129" y="112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7" y="113"/>
                      <a:pt x="127" y="113"/>
                      <a:pt x="127" y="113"/>
                    </a:cubicBezTo>
                    <a:cubicBezTo>
                      <a:pt x="126" y="112"/>
                      <a:pt x="126" y="112"/>
                      <a:pt x="126" y="112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4" y="115"/>
                      <a:pt x="124" y="115"/>
                      <a:pt x="124" y="115"/>
                    </a:cubicBezTo>
                    <a:cubicBezTo>
                      <a:pt x="123" y="115"/>
                      <a:pt x="123" y="115"/>
                      <a:pt x="123" y="115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3" y="112"/>
                      <a:pt x="123" y="112"/>
                      <a:pt x="123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3" y="109"/>
                      <a:pt x="123" y="109"/>
                      <a:pt x="123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1" y="109"/>
                      <a:pt x="120" y="109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9" y="108"/>
                      <a:pt x="119" y="108"/>
                      <a:pt x="119" y="108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22" y="106"/>
                      <a:pt x="122" y="106"/>
                      <a:pt x="122" y="106"/>
                    </a:cubicBez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19" y="106"/>
                      <a:pt x="119" y="106"/>
                      <a:pt x="119" y="106"/>
                    </a:cubicBezTo>
                    <a:cubicBezTo>
                      <a:pt x="117" y="105"/>
                      <a:pt x="117" y="105"/>
                      <a:pt x="117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4" y="102"/>
                      <a:pt x="114" y="102"/>
                      <a:pt x="114" y="102"/>
                    </a:cubicBezTo>
                    <a:cubicBezTo>
                      <a:pt x="113" y="101"/>
                      <a:pt x="113" y="101"/>
                      <a:pt x="113" y="101"/>
                    </a:cubicBezTo>
                    <a:cubicBezTo>
                      <a:pt x="114" y="101"/>
                      <a:pt x="114" y="101"/>
                      <a:pt x="114" y="101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8" y="102"/>
                      <a:pt x="118" y="102"/>
                      <a:pt x="118" y="102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8" y="98"/>
                      <a:pt x="118" y="98"/>
                      <a:pt x="118" y="98"/>
                    </a:cubicBezTo>
                    <a:cubicBezTo>
                      <a:pt x="119" y="98"/>
                      <a:pt x="119" y="98"/>
                      <a:pt x="119" y="98"/>
                    </a:cubicBezTo>
                    <a:cubicBezTo>
                      <a:pt x="119" y="97"/>
                      <a:pt x="119" y="97"/>
                      <a:pt x="119" y="97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7" y="95"/>
                      <a:pt x="117" y="95"/>
                      <a:pt x="117" y="95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20" y="96"/>
                      <a:pt x="120" y="96"/>
                      <a:pt x="120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2" y="96"/>
                      <a:pt x="122" y="96"/>
                      <a:pt x="122" y="96"/>
                    </a:cubicBezTo>
                    <a:cubicBezTo>
                      <a:pt x="123" y="97"/>
                      <a:pt x="123" y="97"/>
                      <a:pt x="123" y="97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24" y="97"/>
                      <a:pt x="124" y="97"/>
                      <a:pt x="124" y="97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4" y="91"/>
                      <a:pt x="124" y="91"/>
                      <a:pt x="124" y="91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4" y="79"/>
                      <a:pt x="124" y="79"/>
                      <a:pt x="124" y="79"/>
                    </a:cubicBezTo>
                    <a:cubicBezTo>
                      <a:pt x="123" y="77"/>
                      <a:pt x="123" y="77"/>
                      <a:pt x="123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3" y="75"/>
                      <a:pt x="123" y="75"/>
                      <a:pt x="123" y="75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8"/>
                      <a:pt x="116" y="68"/>
                      <a:pt x="116" y="68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4" y="69"/>
                      <a:pt x="114" y="69"/>
                      <a:pt x="114" y="69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3" y="67"/>
                      <a:pt x="113" y="67"/>
                      <a:pt x="113" y="67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5" y="75"/>
                      <a:pt x="45" y="75"/>
                      <a:pt x="45" y="76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4" y="80"/>
                      <a:pt x="64" y="80"/>
                      <a:pt x="64" y="80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0" y="87"/>
                      <a:pt x="70" y="87"/>
                      <a:pt x="70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0" y="90"/>
                      <a:pt x="70" y="90"/>
                      <a:pt x="70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1" y="102"/>
                      <a:pt x="71" y="102"/>
                      <a:pt x="71" y="102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99"/>
                      <a:pt x="73" y="99"/>
                      <a:pt x="73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5" y="100"/>
                      <a:pt x="75" y="100"/>
                      <a:pt x="75" y="100"/>
                    </a:cubicBezTo>
                    <a:cubicBezTo>
                      <a:pt x="75" y="99"/>
                      <a:pt x="75" y="99"/>
                      <a:pt x="75" y="99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80" y="97"/>
                      <a:pt x="80" y="97"/>
                      <a:pt x="80" y="97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80" y="100"/>
                      <a:pt x="80" y="100"/>
                      <a:pt x="80" y="100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2"/>
                      <a:pt x="78" y="102"/>
                      <a:pt x="78" y="102"/>
                    </a:cubicBezTo>
                    <a:cubicBezTo>
                      <a:pt x="79" y="104"/>
                      <a:pt x="79" y="104"/>
                      <a:pt x="79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6"/>
                      <a:pt x="82" y="106"/>
                      <a:pt x="82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10"/>
                      <a:pt x="82" y="110"/>
                      <a:pt x="82" y="110"/>
                    </a:cubicBezTo>
                    <a:cubicBezTo>
                      <a:pt x="83" y="110"/>
                      <a:pt x="83" y="110"/>
                      <a:pt x="83" y="110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1" y="118"/>
                      <a:pt x="81" y="118"/>
                      <a:pt x="81" y="118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0" y="121"/>
                      <a:pt x="80" y="121"/>
                      <a:pt x="80" y="121"/>
                    </a:cubicBezTo>
                    <a:cubicBezTo>
                      <a:pt x="78" y="120"/>
                      <a:pt x="78" y="120"/>
                      <a:pt x="78" y="120"/>
                    </a:cubicBezTo>
                    <a:cubicBezTo>
                      <a:pt x="77" y="121"/>
                      <a:pt x="77" y="121"/>
                      <a:pt x="77" y="121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4" y="126"/>
                      <a:pt x="74" y="126"/>
                      <a:pt x="74" y="126"/>
                    </a:cubicBezTo>
                    <a:cubicBezTo>
                      <a:pt x="73" y="126"/>
                      <a:pt x="73" y="126"/>
                      <a:pt x="73" y="126"/>
                    </a:cubicBezTo>
                    <a:cubicBezTo>
                      <a:pt x="71" y="128"/>
                      <a:pt x="71" y="128"/>
                      <a:pt x="71" y="128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3" y="132"/>
                      <a:pt x="63" y="132"/>
                      <a:pt x="63" y="132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6" y="142"/>
                      <a:pt x="66" y="142"/>
                      <a:pt x="66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1"/>
                      <a:pt x="64" y="141"/>
                      <a:pt x="64" y="141"/>
                    </a:cubicBezTo>
                    <a:cubicBezTo>
                      <a:pt x="63" y="140"/>
                      <a:pt x="63" y="140"/>
                      <a:pt x="63" y="140"/>
                    </a:cubicBezTo>
                    <a:cubicBezTo>
                      <a:pt x="61" y="141"/>
                      <a:pt x="61" y="141"/>
                      <a:pt x="61" y="141"/>
                    </a:cubicBezTo>
                    <a:cubicBezTo>
                      <a:pt x="60" y="142"/>
                      <a:pt x="60" y="142"/>
                      <a:pt x="60" y="142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1"/>
                      <a:pt x="59" y="141"/>
                      <a:pt x="59" y="141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2" y="143"/>
                      <a:pt x="52" y="143"/>
                      <a:pt x="52" y="143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5" y="140"/>
                      <a:pt x="45" y="140"/>
                      <a:pt x="45" y="140"/>
                    </a:cubicBezTo>
                    <a:cubicBezTo>
                      <a:pt x="44" y="140"/>
                      <a:pt x="44" y="140"/>
                      <a:pt x="44" y="14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40" y="141"/>
                      <a:pt x="40" y="141"/>
                      <a:pt x="40" y="141"/>
                    </a:cubicBezTo>
                    <a:cubicBezTo>
                      <a:pt x="40" y="142"/>
                      <a:pt x="40" y="142"/>
                      <a:pt x="40" y="142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3" y="147"/>
                      <a:pt x="33" y="147"/>
                      <a:pt x="33" y="147"/>
                    </a:cubicBezTo>
                    <a:cubicBezTo>
                      <a:pt x="33" y="149"/>
                      <a:pt x="33" y="149"/>
                      <a:pt x="33" y="149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6" y="154"/>
                      <a:pt x="36" y="154"/>
                      <a:pt x="36" y="154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6" y="155"/>
                      <a:pt x="46" y="155"/>
                      <a:pt x="46" y="155"/>
                    </a:cubicBezTo>
                    <a:cubicBezTo>
                      <a:pt x="47" y="156"/>
                      <a:pt x="47" y="156"/>
                      <a:pt x="47" y="15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1" y="155"/>
                      <a:pt x="51" y="155"/>
                      <a:pt x="51" y="155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57" y="155"/>
                      <a:pt x="57" y="155"/>
                      <a:pt x="57" y="155"/>
                    </a:cubicBezTo>
                    <a:cubicBezTo>
                      <a:pt x="57" y="158"/>
                      <a:pt x="57" y="158"/>
                      <a:pt x="57" y="158"/>
                    </a:cubicBezTo>
                    <a:cubicBezTo>
                      <a:pt x="59" y="157"/>
                      <a:pt x="59" y="157"/>
                      <a:pt x="59" y="157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1" y="154"/>
                      <a:pt x="61" y="154"/>
                      <a:pt x="61" y="154"/>
                    </a:cubicBezTo>
                    <a:cubicBezTo>
                      <a:pt x="61" y="155"/>
                      <a:pt x="61" y="155"/>
                      <a:pt x="61" y="155"/>
                    </a:cubicBezTo>
                    <a:cubicBezTo>
                      <a:pt x="60" y="156"/>
                      <a:pt x="60" y="156"/>
                      <a:pt x="60" y="156"/>
                    </a:cubicBezTo>
                    <a:cubicBezTo>
                      <a:pt x="62" y="159"/>
                      <a:pt x="62" y="159"/>
                      <a:pt x="62" y="159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64" y="159"/>
                      <a:pt x="64" y="159"/>
                      <a:pt x="64" y="159"/>
                    </a:cubicBezTo>
                    <a:cubicBezTo>
                      <a:pt x="64" y="161"/>
                      <a:pt x="64" y="161"/>
                      <a:pt x="64" y="161"/>
                    </a:cubicBezTo>
                    <a:cubicBezTo>
                      <a:pt x="64" y="162"/>
                      <a:pt x="64" y="162"/>
                      <a:pt x="64" y="162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4"/>
                      <a:pt x="66" y="164"/>
                      <a:pt x="66" y="164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8" y="168"/>
                      <a:pt x="68" y="168"/>
                      <a:pt x="68" y="168"/>
                    </a:cubicBezTo>
                    <a:cubicBezTo>
                      <a:pt x="68" y="166"/>
                      <a:pt x="68" y="166"/>
                      <a:pt x="68" y="166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69" y="166"/>
                      <a:pt x="69" y="166"/>
                      <a:pt x="69" y="166"/>
                    </a:cubicBezTo>
                    <a:cubicBezTo>
                      <a:pt x="70" y="168"/>
                      <a:pt x="70" y="168"/>
                      <a:pt x="70" y="168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69" y="169"/>
                      <a:pt x="69" y="169"/>
                      <a:pt x="69" y="169"/>
                    </a:cubicBezTo>
                    <a:cubicBezTo>
                      <a:pt x="67" y="169"/>
                      <a:pt x="67" y="169"/>
                      <a:pt x="67" y="169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68" y="171"/>
                      <a:pt x="68" y="171"/>
                      <a:pt x="68" y="171"/>
                    </a:cubicBezTo>
                    <a:cubicBezTo>
                      <a:pt x="68" y="173"/>
                      <a:pt x="68" y="173"/>
                      <a:pt x="68" y="173"/>
                    </a:cubicBezTo>
                    <a:cubicBezTo>
                      <a:pt x="69" y="174"/>
                      <a:pt x="69" y="174"/>
                      <a:pt x="69" y="174"/>
                    </a:cubicBezTo>
                    <a:cubicBezTo>
                      <a:pt x="70" y="175"/>
                      <a:pt x="70" y="175"/>
                      <a:pt x="70" y="175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2" y="177"/>
                      <a:pt x="72" y="177"/>
                      <a:pt x="72" y="177"/>
                    </a:cubicBezTo>
                    <a:cubicBezTo>
                      <a:pt x="73" y="178"/>
                      <a:pt x="73" y="178"/>
                      <a:pt x="73" y="178"/>
                    </a:cubicBezTo>
                    <a:cubicBezTo>
                      <a:pt x="74" y="178"/>
                      <a:pt x="74" y="178"/>
                      <a:pt x="74" y="178"/>
                    </a:cubicBezTo>
                    <a:cubicBezTo>
                      <a:pt x="76" y="180"/>
                      <a:pt x="76" y="180"/>
                      <a:pt x="76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9" y="182"/>
                      <a:pt x="79" y="182"/>
                      <a:pt x="79" y="182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4"/>
                      <a:pt x="81" y="184"/>
                      <a:pt x="81" y="184"/>
                    </a:cubicBezTo>
                    <a:cubicBezTo>
                      <a:pt x="83" y="186"/>
                      <a:pt x="83" y="186"/>
                      <a:pt x="83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7"/>
                      <a:pt x="84" y="187"/>
                      <a:pt x="84" y="187"/>
                    </a:cubicBezTo>
                    <a:cubicBezTo>
                      <a:pt x="87" y="188"/>
                      <a:pt x="87" y="188"/>
                      <a:pt x="87" y="188"/>
                    </a:cubicBezTo>
                    <a:cubicBezTo>
                      <a:pt x="88" y="188"/>
                      <a:pt x="88" y="188"/>
                      <a:pt x="88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3" y="191"/>
                      <a:pt x="93" y="191"/>
                      <a:pt x="93" y="191"/>
                    </a:cubicBezTo>
                    <a:cubicBezTo>
                      <a:pt x="94" y="191"/>
                      <a:pt x="94" y="191"/>
                      <a:pt x="94" y="191"/>
                    </a:cubicBezTo>
                    <a:cubicBezTo>
                      <a:pt x="95" y="192"/>
                      <a:pt x="95" y="192"/>
                      <a:pt x="95" y="192"/>
                    </a:cubicBezTo>
                    <a:cubicBezTo>
                      <a:pt x="97" y="193"/>
                      <a:pt x="97" y="193"/>
                      <a:pt x="97" y="193"/>
                    </a:cubicBezTo>
                    <a:cubicBezTo>
                      <a:pt x="98" y="194"/>
                      <a:pt x="98" y="194"/>
                      <a:pt x="98" y="194"/>
                    </a:cubicBezTo>
                    <a:cubicBezTo>
                      <a:pt x="100" y="194"/>
                      <a:pt x="100" y="194"/>
                      <a:pt x="100" y="194"/>
                    </a:cubicBezTo>
                    <a:cubicBezTo>
                      <a:pt x="101" y="193"/>
                      <a:pt x="101" y="193"/>
                      <a:pt x="101" y="193"/>
                    </a:cubicBezTo>
                    <a:cubicBezTo>
                      <a:pt x="101" y="192"/>
                      <a:pt x="101" y="192"/>
                      <a:pt x="101" y="192"/>
                    </a:cubicBezTo>
                    <a:cubicBezTo>
                      <a:pt x="100" y="191"/>
                      <a:pt x="100" y="191"/>
                      <a:pt x="100" y="191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1" y="190"/>
                      <a:pt x="101" y="190"/>
                      <a:pt x="101" y="190"/>
                    </a:cubicBezTo>
                    <a:cubicBezTo>
                      <a:pt x="102" y="189"/>
                      <a:pt x="102" y="189"/>
                      <a:pt x="102" y="189"/>
                    </a:cubicBezTo>
                    <a:cubicBezTo>
                      <a:pt x="101" y="187"/>
                      <a:pt x="101" y="187"/>
                      <a:pt x="101" y="187"/>
                    </a:cubicBezTo>
                    <a:cubicBezTo>
                      <a:pt x="100" y="188"/>
                      <a:pt x="100" y="188"/>
                      <a:pt x="100" y="188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99" y="185"/>
                      <a:pt x="99" y="185"/>
                      <a:pt x="99" y="185"/>
                    </a:cubicBezTo>
                    <a:cubicBezTo>
                      <a:pt x="98" y="186"/>
                      <a:pt x="98" y="186"/>
                      <a:pt x="98" y="186"/>
                    </a:cubicBezTo>
                    <a:cubicBezTo>
                      <a:pt x="98" y="185"/>
                      <a:pt x="98" y="185"/>
                      <a:pt x="98" y="185"/>
                    </a:cubicBezTo>
                    <a:cubicBezTo>
                      <a:pt x="99" y="184"/>
                      <a:pt x="99" y="184"/>
                      <a:pt x="99" y="184"/>
                    </a:cubicBezTo>
                    <a:cubicBezTo>
                      <a:pt x="98" y="182"/>
                      <a:pt x="98" y="182"/>
                      <a:pt x="98" y="182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6" y="182"/>
                      <a:pt x="96" y="182"/>
                      <a:pt x="96" y="182"/>
                    </a:cubicBezTo>
                    <a:cubicBezTo>
                      <a:pt x="97" y="181"/>
                      <a:pt x="97" y="181"/>
                      <a:pt x="97" y="181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4"/>
                      <a:pt x="90" y="174"/>
                      <a:pt x="90" y="174"/>
                    </a:cubicBezTo>
                    <a:cubicBezTo>
                      <a:pt x="90" y="173"/>
                      <a:pt x="90" y="173"/>
                      <a:pt x="90" y="173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88" y="170"/>
                      <a:pt x="88" y="170"/>
                      <a:pt x="88" y="170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8" y="168"/>
                      <a:pt x="88" y="168"/>
                      <a:pt x="88" y="168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9" y="168"/>
                      <a:pt x="89" y="168"/>
                      <a:pt x="89" y="168"/>
                    </a:cubicBezTo>
                    <a:cubicBezTo>
                      <a:pt x="90" y="168"/>
                      <a:pt x="90" y="168"/>
                      <a:pt x="90" y="168"/>
                    </a:cubicBezTo>
                    <a:cubicBezTo>
                      <a:pt x="90" y="169"/>
                      <a:pt x="90" y="169"/>
                      <a:pt x="90" y="169"/>
                    </a:cubicBezTo>
                    <a:cubicBezTo>
                      <a:pt x="91" y="171"/>
                      <a:pt x="91" y="171"/>
                      <a:pt x="91" y="171"/>
                    </a:cubicBezTo>
                    <a:cubicBezTo>
                      <a:pt x="92" y="172"/>
                      <a:pt x="92" y="172"/>
                      <a:pt x="92" y="172"/>
                    </a:cubicBezTo>
                    <a:cubicBezTo>
                      <a:pt x="93" y="172"/>
                      <a:pt x="93" y="172"/>
                      <a:pt x="93" y="172"/>
                    </a:cubicBezTo>
                    <a:cubicBezTo>
                      <a:pt x="93" y="173"/>
                      <a:pt x="93" y="173"/>
                      <a:pt x="93" y="173"/>
                    </a:cubicBezTo>
                    <a:cubicBezTo>
                      <a:pt x="95" y="175"/>
                      <a:pt x="95" y="175"/>
                      <a:pt x="95" y="175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6" y="175"/>
                      <a:pt x="96" y="175"/>
                      <a:pt x="96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8" y="177"/>
                      <a:pt x="98" y="177"/>
                      <a:pt x="98" y="177"/>
                    </a:cubicBezTo>
                    <a:cubicBezTo>
                      <a:pt x="99" y="180"/>
                      <a:pt x="99" y="180"/>
                      <a:pt x="99" y="180"/>
                    </a:cubicBezTo>
                    <a:cubicBezTo>
                      <a:pt x="100" y="178"/>
                      <a:pt x="100" y="178"/>
                      <a:pt x="100" y="178"/>
                    </a:cubicBezTo>
                    <a:cubicBezTo>
                      <a:pt x="100" y="179"/>
                      <a:pt x="100" y="179"/>
                      <a:pt x="100" y="179"/>
                    </a:cubicBezTo>
                    <a:cubicBezTo>
                      <a:pt x="101" y="179"/>
                      <a:pt x="101" y="179"/>
                      <a:pt x="101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3" y="179"/>
                      <a:pt x="103" y="179"/>
                      <a:pt x="103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5" y="181"/>
                      <a:pt x="105" y="181"/>
                      <a:pt x="105" y="181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7" y="182"/>
                      <a:pt x="107" y="182"/>
                      <a:pt x="107" y="182"/>
                    </a:cubicBezTo>
                    <a:cubicBezTo>
                      <a:pt x="106" y="183"/>
                      <a:pt x="106" y="183"/>
                      <a:pt x="106" y="183"/>
                    </a:cubicBezTo>
                    <a:cubicBezTo>
                      <a:pt x="107" y="185"/>
                      <a:pt x="107" y="185"/>
                      <a:pt x="107" y="185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109" y="186"/>
                      <a:pt x="109" y="186"/>
                      <a:pt x="109" y="186"/>
                    </a:cubicBezTo>
                    <a:cubicBezTo>
                      <a:pt x="109" y="187"/>
                      <a:pt x="109" y="187"/>
                      <a:pt x="109" y="187"/>
                    </a:cubicBezTo>
                    <a:cubicBezTo>
                      <a:pt x="107" y="188"/>
                      <a:pt x="107" y="188"/>
                      <a:pt x="107" y="188"/>
                    </a:cubicBezTo>
                    <a:cubicBezTo>
                      <a:pt x="108" y="189"/>
                      <a:pt x="108" y="189"/>
                      <a:pt x="108" y="189"/>
                    </a:cubicBezTo>
                    <a:cubicBezTo>
                      <a:pt x="109" y="189"/>
                      <a:pt x="109" y="189"/>
                      <a:pt x="109" y="189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2" y="189"/>
                      <a:pt x="112" y="189"/>
                      <a:pt x="112" y="189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6"/>
                      <a:pt x="112" y="186"/>
                      <a:pt x="112" y="186"/>
                    </a:cubicBezTo>
                    <a:cubicBezTo>
                      <a:pt x="111" y="186"/>
                      <a:pt x="111" y="186"/>
                      <a:pt x="111" y="186"/>
                    </a:cubicBezTo>
                    <a:cubicBezTo>
                      <a:pt x="110" y="186"/>
                      <a:pt x="110" y="186"/>
                      <a:pt x="110" y="186"/>
                    </a:cubicBezTo>
                    <a:cubicBezTo>
                      <a:pt x="110" y="185"/>
                      <a:pt x="110" y="185"/>
                      <a:pt x="110" y="185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10" y="183"/>
                      <a:pt x="110" y="183"/>
                      <a:pt x="110" y="183"/>
                    </a:cubicBezTo>
                    <a:cubicBezTo>
                      <a:pt x="109" y="181"/>
                      <a:pt x="109" y="181"/>
                      <a:pt x="109" y="181"/>
                    </a:cubicBezTo>
                    <a:cubicBezTo>
                      <a:pt x="110" y="182"/>
                      <a:pt x="110" y="182"/>
                      <a:pt x="110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3" y="181"/>
                      <a:pt x="113" y="181"/>
                      <a:pt x="113" y="181"/>
                    </a:cubicBezTo>
                    <a:cubicBezTo>
                      <a:pt x="112" y="180"/>
                      <a:pt x="112" y="180"/>
                      <a:pt x="112" y="180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2" y="176"/>
                      <a:pt x="112" y="176"/>
                      <a:pt x="112" y="176"/>
                    </a:cubicBezTo>
                    <a:cubicBezTo>
                      <a:pt x="114" y="178"/>
                      <a:pt x="114" y="178"/>
                      <a:pt x="114" y="178"/>
                    </a:cubicBezTo>
                    <a:cubicBezTo>
                      <a:pt x="115" y="177"/>
                      <a:pt x="115" y="177"/>
                      <a:pt x="115" y="177"/>
                    </a:cubicBezTo>
                    <a:cubicBezTo>
                      <a:pt x="115" y="178"/>
                      <a:pt x="115" y="178"/>
                      <a:pt x="115" y="178"/>
                    </a:cubicBezTo>
                    <a:cubicBezTo>
                      <a:pt x="117" y="177"/>
                      <a:pt x="117" y="177"/>
                      <a:pt x="117" y="177"/>
                    </a:cubicBezTo>
                    <a:cubicBezTo>
                      <a:pt x="116" y="176"/>
                      <a:pt x="116" y="176"/>
                      <a:pt x="116" y="176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7" y="171"/>
                      <a:pt x="117" y="171"/>
                      <a:pt x="117" y="171"/>
                    </a:cubicBezTo>
                    <a:cubicBezTo>
                      <a:pt x="116" y="170"/>
                      <a:pt x="116" y="170"/>
                      <a:pt x="116" y="170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4" y="166"/>
                      <a:pt x="114" y="166"/>
                      <a:pt x="114" y="166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14" y="165"/>
                      <a:pt x="114" y="165"/>
                      <a:pt x="114" y="165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2" y="163"/>
                      <a:pt x="112" y="163"/>
                      <a:pt x="112" y="163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5" y="161"/>
                      <a:pt x="115" y="161"/>
                      <a:pt x="115" y="161"/>
                    </a:cubicBezTo>
                    <a:cubicBezTo>
                      <a:pt x="114" y="160"/>
                      <a:pt x="114" y="160"/>
                      <a:pt x="114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4" y="157"/>
                      <a:pt x="114" y="157"/>
                      <a:pt x="114" y="157"/>
                    </a:cubicBezTo>
                    <a:cubicBezTo>
                      <a:pt x="113" y="158"/>
                      <a:pt x="113" y="158"/>
                      <a:pt x="113" y="158"/>
                    </a:cubicBezTo>
                    <a:cubicBezTo>
                      <a:pt x="113" y="157"/>
                      <a:pt x="113" y="157"/>
                      <a:pt x="113" y="157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0" y="155"/>
                      <a:pt x="110" y="155"/>
                      <a:pt x="110" y="155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3"/>
                      <a:pt x="109" y="153"/>
                      <a:pt x="109" y="153"/>
                    </a:cubicBezTo>
                    <a:cubicBezTo>
                      <a:pt x="107" y="152"/>
                      <a:pt x="107" y="152"/>
                      <a:pt x="107" y="152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6" y="152"/>
                      <a:pt x="106" y="152"/>
                      <a:pt x="106" y="152"/>
                    </a:cubicBezTo>
                    <a:cubicBezTo>
                      <a:pt x="105" y="152"/>
                      <a:pt x="105" y="152"/>
                      <a:pt x="105" y="152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105" y="151"/>
                      <a:pt x="105" y="151"/>
                      <a:pt x="105" y="151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7" y="148"/>
                      <a:pt x="107" y="148"/>
                      <a:pt x="107" y="148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6" y="146"/>
                      <a:pt x="106" y="146"/>
                      <a:pt x="106" y="146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05" y="144"/>
                      <a:pt x="105" y="144"/>
                      <a:pt x="105" y="144"/>
                    </a:cubicBezTo>
                    <a:cubicBezTo>
                      <a:pt x="103" y="144"/>
                      <a:pt x="103" y="144"/>
                      <a:pt x="103" y="144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8"/>
                      <a:pt x="102" y="138"/>
                      <a:pt x="102" y="138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40"/>
                      <a:pt x="102" y="140"/>
                      <a:pt x="102" y="140"/>
                    </a:cubicBezTo>
                    <a:cubicBezTo>
                      <a:pt x="104" y="142"/>
                      <a:pt x="104" y="142"/>
                      <a:pt x="104" y="142"/>
                    </a:cubicBezTo>
                    <a:cubicBezTo>
                      <a:pt x="105" y="142"/>
                      <a:pt x="105" y="142"/>
                      <a:pt x="105" y="142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7" y="142"/>
                      <a:pt x="107" y="142"/>
                      <a:pt x="107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9" y="140"/>
                      <a:pt x="109" y="140"/>
                      <a:pt x="109" y="140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07" y="137"/>
                      <a:pt x="107" y="137"/>
                      <a:pt x="107" y="137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10" y="136"/>
                      <a:pt x="110" y="136"/>
                      <a:pt x="110" y="136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0" y="135"/>
                      <a:pt x="110" y="135"/>
                      <a:pt x="110" y="135"/>
                    </a:cubicBezTo>
                    <a:cubicBezTo>
                      <a:pt x="111" y="135"/>
                      <a:pt x="111" y="135"/>
                      <a:pt x="111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1" y="136"/>
                      <a:pt x="111" y="136"/>
                      <a:pt x="111" y="136"/>
                    </a:cubicBezTo>
                    <a:cubicBezTo>
                      <a:pt x="110" y="137"/>
                      <a:pt x="110" y="137"/>
                      <a:pt x="110" y="137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9"/>
                      <a:pt x="113" y="139"/>
                      <a:pt x="113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5" y="139"/>
                      <a:pt x="115" y="139"/>
                      <a:pt x="115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4" y="141"/>
                      <a:pt x="114" y="141"/>
                      <a:pt x="114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7" y="142"/>
                      <a:pt x="117" y="142"/>
                      <a:pt x="117" y="142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21" y="140"/>
                      <a:pt x="121" y="140"/>
                      <a:pt x="121" y="140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18" y="141"/>
                      <a:pt x="118" y="141"/>
                      <a:pt x="118" y="141"/>
                    </a:cubicBezTo>
                    <a:cubicBezTo>
                      <a:pt x="117" y="143"/>
                      <a:pt x="117" y="143"/>
                      <a:pt x="117" y="143"/>
                    </a:cubicBezTo>
                    <a:cubicBezTo>
                      <a:pt x="116" y="144"/>
                      <a:pt x="116" y="144"/>
                      <a:pt x="116" y="144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7"/>
                      <a:pt x="117" y="147"/>
                      <a:pt x="117" y="147"/>
                    </a:cubicBezTo>
                    <a:cubicBezTo>
                      <a:pt x="117" y="148"/>
                      <a:pt x="117" y="148"/>
                      <a:pt x="117" y="148"/>
                    </a:cubicBezTo>
                    <a:cubicBezTo>
                      <a:pt x="117" y="149"/>
                      <a:pt x="117" y="149"/>
                      <a:pt x="117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9" y="149"/>
                      <a:pt x="119" y="149"/>
                      <a:pt x="119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7" y="150"/>
                      <a:pt x="117" y="150"/>
                      <a:pt x="117" y="150"/>
                    </a:cubicBez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8" y="152"/>
                      <a:pt x="118" y="152"/>
                      <a:pt x="118" y="152"/>
                    </a:cubicBezTo>
                    <a:cubicBezTo>
                      <a:pt x="118" y="153"/>
                      <a:pt x="118" y="153"/>
                      <a:pt x="118" y="153"/>
                    </a:cubicBezTo>
                    <a:cubicBezTo>
                      <a:pt x="119" y="154"/>
                      <a:pt x="119" y="154"/>
                      <a:pt x="119" y="154"/>
                    </a:cubicBezTo>
                    <a:cubicBezTo>
                      <a:pt x="120" y="153"/>
                      <a:pt x="120" y="153"/>
                      <a:pt x="120" y="153"/>
                    </a:cubicBezTo>
                    <a:cubicBezTo>
                      <a:pt x="121" y="153"/>
                      <a:pt x="121" y="153"/>
                      <a:pt x="121" y="153"/>
                    </a:cubicBezTo>
                    <a:cubicBezTo>
                      <a:pt x="120" y="154"/>
                      <a:pt x="120" y="154"/>
                      <a:pt x="120" y="154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22" y="155"/>
                      <a:pt x="122" y="155"/>
                      <a:pt x="122" y="155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6"/>
                      <a:pt x="123" y="156"/>
                      <a:pt x="123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6" y="158"/>
                      <a:pt x="126" y="158"/>
                      <a:pt x="126" y="158"/>
                    </a:cubicBezTo>
                    <a:cubicBezTo>
                      <a:pt x="126" y="157"/>
                      <a:pt x="126" y="157"/>
                      <a:pt x="126" y="157"/>
                    </a:cubicBezTo>
                    <a:cubicBezTo>
                      <a:pt x="128" y="157"/>
                      <a:pt x="128" y="157"/>
                      <a:pt x="128" y="157"/>
                    </a:cubicBezTo>
                    <a:cubicBezTo>
                      <a:pt x="128" y="155"/>
                      <a:pt x="128" y="155"/>
                      <a:pt x="128" y="155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3"/>
                      <a:pt x="128" y="153"/>
                      <a:pt x="128" y="153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1"/>
                      <a:pt x="128" y="151"/>
                      <a:pt x="128" y="151"/>
                    </a:cubicBezTo>
                    <a:cubicBezTo>
                      <a:pt x="129" y="150"/>
                      <a:pt x="129" y="150"/>
                      <a:pt x="129" y="150"/>
                    </a:cubicBezTo>
                    <a:cubicBezTo>
                      <a:pt x="128" y="149"/>
                      <a:pt x="128" y="149"/>
                      <a:pt x="128" y="149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31" y="148"/>
                      <a:pt x="131" y="148"/>
                      <a:pt x="131" y="148"/>
                    </a:cubicBezTo>
                    <a:cubicBezTo>
                      <a:pt x="132" y="149"/>
                      <a:pt x="132" y="149"/>
                      <a:pt x="132" y="149"/>
                    </a:cubicBezTo>
                    <a:cubicBezTo>
                      <a:pt x="133" y="149"/>
                      <a:pt x="133" y="149"/>
                      <a:pt x="133" y="149"/>
                    </a:cubicBezTo>
                    <a:cubicBezTo>
                      <a:pt x="134" y="148"/>
                      <a:pt x="134" y="148"/>
                      <a:pt x="134" y="148"/>
                    </a:cubicBezTo>
                    <a:cubicBezTo>
                      <a:pt x="134" y="145"/>
                      <a:pt x="134" y="145"/>
                      <a:pt x="134" y="145"/>
                    </a:cubicBezTo>
                    <a:cubicBezTo>
                      <a:pt x="135" y="147"/>
                      <a:pt x="135" y="147"/>
                      <a:pt x="135" y="147"/>
                    </a:cubicBezTo>
                    <a:cubicBezTo>
                      <a:pt x="136" y="147"/>
                      <a:pt x="136" y="147"/>
                      <a:pt x="136" y="147"/>
                    </a:cubicBezTo>
                    <a:cubicBezTo>
                      <a:pt x="137" y="145"/>
                      <a:pt x="137" y="145"/>
                      <a:pt x="137" y="145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9" y="144"/>
                      <a:pt x="139" y="144"/>
                      <a:pt x="139" y="144"/>
                    </a:cubicBezTo>
                    <a:cubicBezTo>
                      <a:pt x="140" y="142"/>
                      <a:pt x="140" y="142"/>
                      <a:pt x="140" y="142"/>
                    </a:cubicBezTo>
                    <a:cubicBezTo>
                      <a:pt x="139" y="141"/>
                      <a:pt x="139" y="141"/>
                      <a:pt x="139" y="141"/>
                    </a:cubicBezTo>
                    <a:cubicBezTo>
                      <a:pt x="138" y="141"/>
                      <a:pt x="138" y="141"/>
                      <a:pt x="138" y="141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41" y="141"/>
                      <a:pt x="141" y="141"/>
                      <a:pt x="141" y="141"/>
                    </a:cubicBezTo>
                    <a:cubicBezTo>
                      <a:pt x="142" y="140"/>
                      <a:pt x="142" y="140"/>
                      <a:pt x="142" y="140"/>
                    </a:cubicBezTo>
                    <a:cubicBezTo>
                      <a:pt x="144" y="140"/>
                      <a:pt x="144" y="140"/>
                      <a:pt x="144" y="14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7"/>
                      <a:pt x="144" y="137"/>
                      <a:pt x="144" y="137"/>
                    </a:cubicBezTo>
                    <a:cubicBezTo>
                      <a:pt x="146" y="137"/>
                      <a:pt x="146" y="137"/>
                      <a:pt x="146" y="137"/>
                    </a:cubicBezTo>
                    <a:lnTo>
                      <a:pt x="147" y="137"/>
                    </a:lnTo>
                    <a:close/>
                    <a:moveTo>
                      <a:pt x="121" y="89"/>
                    </a:moveTo>
                    <a:cubicBezTo>
                      <a:pt x="122" y="90"/>
                      <a:pt x="122" y="90"/>
                      <a:pt x="122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90"/>
                      <a:pt x="119" y="90"/>
                      <a:pt x="119" y="90"/>
                    </a:cubicBezTo>
                    <a:cubicBezTo>
                      <a:pt x="121" y="89"/>
                      <a:pt x="121" y="89"/>
                      <a:pt x="121" y="89"/>
                    </a:cubicBezTo>
                    <a:close/>
                    <a:moveTo>
                      <a:pt x="120" y="87"/>
                    </a:moveTo>
                    <a:cubicBezTo>
                      <a:pt x="120" y="87"/>
                      <a:pt x="120" y="87"/>
                      <a:pt x="120" y="87"/>
                    </a:cubicBezTo>
                    <a:cubicBezTo>
                      <a:pt x="121" y="87"/>
                      <a:pt x="121" y="87"/>
                      <a:pt x="121" y="87"/>
                    </a:cubicBezTo>
                    <a:cubicBezTo>
                      <a:pt x="121" y="87"/>
                      <a:pt x="121" y="87"/>
                      <a:pt x="121" y="87"/>
                    </a:cubicBezTo>
                    <a:lnTo>
                      <a:pt x="120" y="87"/>
                    </a:lnTo>
                    <a:close/>
                    <a:moveTo>
                      <a:pt x="116" y="78"/>
                    </a:moveTo>
                    <a:cubicBezTo>
                      <a:pt x="118" y="78"/>
                      <a:pt x="118" y="78"/>
                      <a:pt x="118" y="78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6"/>
                      <a:pt x="120" y="76"/>
                      <a:pt x="120" y="76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8"/>
                      <a:pt x="120" y="78"/>
                      <a:pt x="120" y="78"/>
                    </a:cubicBezTo>
                    <a:cubicBezTo>
                      <a:pt x="119" y="80"/>
                      <a:pt x="119" y="80"/>
                      <a:pt x="119" y="80"/>
                    </a:cubicBezTo>
                    <a:cubicBezTo>
                      <a:pt x="120" y="80"/>
                      <a:pt x="120" y="80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8" y="82"/>
                      <a:pt x="118" y="82"/>
                      <a:pt x="118" y="82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8" y="81"/>
                      <a:pt x="118" y="81"/>
                      <a:pt x="118" y="81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8"/>
                      <a:pt x="118" y="78"/>
                      <a:pt x="118" y="78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6" y="79"/>
                      <a:pt x="116" y="79"/>
                      <a:pt x="116" y="79"/>
                    </a:cubicBezTo>
                    <a:cubicBezTo>
                      <a:pt x="115" y="78"/>
                      <a:pt x="115" y="78"/>
                      <a:pt x="115" y="78"/>
                    </a:cubicBezTo>
                    <a:lnTo>
                      <a:pt x="116" y="78"/>
                    </a:lnTo>
                    <a:close/>
                    <a:moveTo>
                      <a:pt x="29" y="51"/>
                    </a:moveTo>
                    <a:cubicBezTo>
                      <a:pt x="28" y="51"/>
                      <a:pt x="28" y="51"/>
                      <a:pt x="28" y="51"/>
                    </a:cubicBezTo>
                    <a:cubicBezTo>
                      <a:pt x="29" y="51"/>
                      <a:pt x="29" y="51"/>
                      <a:pt x="29" y="51"/>
                    </a:cubicBezTo>
                    <a:close/>
                    <a:moveTo>
                      <a:pt x="29" y="50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lnTo>
                      <a:pt x="29" y="50"/>
                    </a:lnTo>
                    <a:close/>
                    <a:moveTo>
                      <a:pt x="31" y="47"/>
                    </a:move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5"/>
                      <a:pt x="31" y="45"/>
                      <a:pt x="31" y="45"/>
                    </a:cubicBezTo>
                    <a:lnTo>
                      <a:pt x="31" y="47"/>
                    </a:lnTo>
                    <a:close/>
                    <a:moveTo>
                      <a:pt x="60" y="62"/>
                    </a:move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0" y="62"/>
                      <a:pt x="60" y="62"/>
                    </a:cubicBezTo>
                    <a:close/>
                    <a:moveTo>
                      <a:pt x="65" y="32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2"/>
                      <a:pt x="66" y="32"/>
                      <a:pt x="66" y="32"/>
                    </a:cubicBezTo>
                    <a:lnTo>
                      <a:pt x="65" y="32"/>
                    </a:lnTo>
                    <a:close/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8" y="34"/>
                      <a:pt x="68" y="34"/>
                      <a:pt x="68" y="34"/>
                    </a:cubicBezTo>
                    <a:lnTo>
                      <a:pt x="68" y="33"/>
                    </a:lnTo>
                    <a:close/>
                    <a:moveTo>
                      <a:pt x="70" y="41"/>
                    </a:move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69" y="40"/>
                      <a:pt x="69" y="40"/>
                      <a:pt x="69" y="40"/>
                    </a:cubicBezTo>
                    <a:lnTo>
                      <a:pt x="70" y="41"/>
                    </a:lnTo>
                    <a:close/>
                    <a:moveTo>
                      <a:pt x="74" y="95"/>
                    </a:moveTo>
                    <a:cubicBezTo>
                      <a:pt x="74" y="95"/>
                      <a:pt x="74" y="95"/>
                      <a:pt x="74" y="95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75" y="95"/>
                      <a:pt x="75" y="95"/>
                      <a:pt x="75" y="95"/>
                    </a:cubicBezTo>
                    <a:lnTo>
                      <a:pt x="74" y="95"/>
                    </a:lnTo>
                    <a:close/>
                    <a:moveTo>
                      <a:pt x="79" y="38"/>
                    </a:moveTo>
                    <a:cubicBezTo>
                      <a:pt x="79" y="38"/>
                      <a:pt x="79" y="38"/>
                      <a:pt x="79" y="38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lose/>
                    <a:moveTo>
                      <a:pt x="111" y="160"/>
                    </a:moveTo>
                    <a:cubicBezTo>
                      <a:pt x="112" y="161"/>
                      <a:pt x="112" y="161"/>
                      <a:pt x="112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lnTo>
                      <a:pt x="111" y="160"/>
                    </a:lnTo>
                    <a:close/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lnTo>
                      <a:pt x="102" y="53"/>
                    </a:lnTo>
                    <a:close/>
                    <a:moveTo>
                      <a:pt x="102" y="64"/>
                    </a:moveTo>
                    <a:cubicBezTo>
                      <a:pt x="102" y="64"/>
                      <a:pt x="102" y="64"/>
                      <a:pt x="102" y="64"/>
                    </a:cubicBezTo>
                    <a:cubicBezTo>
                      <a:pt x="102" y="64"/>
                      <a:pt x="102" y="64"/>
                      <a:pt x="102" y="64"/>
                    </a:cubicBezTo>
                    <a:close/>
                    <a:moveTo>
                      <a:pt x="99" y="56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8" y="56"/>
                      <a:pt x="98" y="56"/>
                      <a:pt x="98" y="56"/>
                    </a:cubicBezTo>
                    <a:lnTo>
                      <a:pt x="99" y="56"/>
                    </a:lnTo>
                    <a:close/>
                    <a:moveTo>
                      <a:pt x="99" y="53"/>
                    </a:move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100" y="52"/>
                      <a:pt x="100" y="52"/>
                      <a:pt x="100" y="52"/>
                    </a:cubicBezTo>
                    <a:lnTo>
                      <a:pt x="99" y="53"/>
                    </a:lnTo>
                    <a:close/>
                    <a:moveTo>
                      <a:pt x="100" y="58"/>
                    </a:move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lnTo>
                      <a:pt x="100" y="58"/>
                    </a:lnTo>
                    <a:close/>
                    <a:moveTo>
                      <a:pt x="101" y="53"/>
                    </a:moveTo>
                    <a:cubicBezTo>
                      <a:pt x="100" y="52"/>
                      <a:pt x="100" y="52"/>
                      <a:pt x="100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lose/>
                    <a:moveTo>
                      <a:pt x="101" y="56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lnTo>
                      <a:pt x="101" y="56"/>
                    </a:lnTo>
                    <a:close/>
                    <a:moveTo>
                      <a:pt x="102" y="67"/>
                    </a:move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lnTo>
                      <a:pt x="102" y="67"/>
                    </a:lnTo>
                    <a:close/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lose/>
                    <a:moveTo>
                      <a:pt x="104" y="66"/>
                    </a:move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6"/>
                    </a:cubicBezTo>
                    <a:lnTo>
                      <a:pt x="104" y="66"/>
                    </a:lnTo>
                    <a:close/>
                    <a:moveTo>
                      <a:pt x="105" y="62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2"/>
                      <a:pt x="105" y="62"/>
                      <a:pt x="105" y="62"/>
                    </a:cubicBezTo>
                    <a:close/>
                    <a:moveTo>
                      <a:pt x="108" y="66"/>
                    </a:moveTo>
                    <a:cubicBezTo>
                      <a:pt x="107" y="66"/>
                      <a:pt x="107" y="66"/>
                      <a:pt x="107" y="66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6"/>
                      <a:pt x="108" y="66"/>
                      <a:pt x="108" y="66"/>
                    </a:cubicBezTo>
                    <a:close/>
                    <a:moveTo>
                      <a:pt x="114" y="104"/>
                    </a:move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5" y="104"/>
                      <a:pt x="115" y="104"/>
                      <a:pt x="115" y="104"/>
                    </a:cubicBezTo>
                    <a:lnTo>
                      <a:pt x="114" y="10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8" name="Freeform 6427">
                <a:extLst>
                  <a:ext uri="{FF2B5EF4-FFF2-40B4-BE49-F238E27FC236}">
                    <a16:creationId xmlns:a16="http://schemas.microsoft.com/office/drawing/2014/main" id="{D9894DAE-2D71-46D1-9C5C-6ACF06E8C9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8" y="1333"/>
                <a:ext cx="37" cy="21"/>
              </a:xfrm>
              <a:custGeom>
                <a:avLst/>
                <a:gdLst>
                  <a:gd name="T0" fmla="*/ 26 w 37"/>
                  <a:gd name="T1" fmla="*/ 6 h 21"/>
                  <a:gd name="T2" fmla="*/ 24 w 37"/>
                  <a:gd name="T3" fmla="*/ 4 h 21"/>
                  <a:gd name="T4" fmla="*/ 22 w 37"/>
                  <a:gd name="T5" fmla="*/ 2 h 21"/>
                  <a:gd name="T6" fmla="*/ 19 w 37"/>
                  <a:gd name="T7" fmla="*/ 2 h 21"/>
                  <a:gd name="T8" fmla="*/ 17 w 37"/>
                  <a:gd name="T9" fmla="*/ 2 h 21"/>
                  <a:gd name="T10" fmla="*/ 17 w 37"/>
                  <a:gd name="T11" fmla="*/ 2 h 21"/>
                  <a:gd name="T12" fmla="*/ 17 w 37"/>
                  <a:gd name="T13" fmla="*/ 0 h 21"/>
                  <a:gd name="T14" fmla="*/ 13 w 37"/>
                  <a:gd name="T15" fmla="*/ 0 h 21"/>
                  <a:gd name="T16" fmla="*/ 11 w 37"/>
                  <a:gd name="T17" fmla="*/ 0 h 21"/>
                  <a:gd name="T18" fmla="*/ 9 w 37"/>
                  <a:gd name="T19" fmla="*/ 0 h 21"/>
                  <a:gd name="T20" fmla="*/ 7 w 37"/>
                  <a:gd name="T21" fmla="*/ 0 h 21"/>
                  <a:gd name="T22" fmla="*/ 4 w 37"/>
                  <a:gd name="T23" fmla="*/ 0 h 21"/>
                  <a:gd name="T24" fmla="*/ 2 w 37"/>
                  <a:gd name="T25" fmla="*/ 2 h 21"/>
                  <a:gd name="T26" fmla="*/ 0 w 37"/>
                  <a:gd name="T27" fmla="*/ 8 h 21"/>
                  <a:gd name="T28" fmla="*/ 0 w 37"/>
                  <a:gd name="T29" fmla="*/ 13 h 21"/>
                  <a:gd name="T30" fmla="*/ 4 w 37"/>
                  <a:gd name="T31" fmla="*/ 13 h 21"/>
                  <a:gd name="T32" fmla="*/ 6 w 37"/>
                  <a:gd name="T33" fmla="*/ 13 h 21"/>
                  <a:gd name="T34" fmla="*/ 7 w 37"/>
                  <a:gd name="T35" fmla="*/ 15 h 21"/>
                  <a:gd name="T36" fmla="*/ 11 w 37"/>
                  <a:gd name="T37" fmla="*/ 17 h 21"/>
                  <a:gd name="T38" fmla="*/ 13 w 37"/>
                  <a:gd name="T39" fmla="*/ 17 h 21"/>
                  <a:gd name="T40" fmla="*/ 17 w 37"/>
                  <a:gd name="T41" fmla="*/ 19 h 21"/>
                  <a:gd name="T42" fmla="*/ 22 w 37"/>
                  <a:gd name="T43" fmla="*/ 19 h 21"/>
                  <a:gd name="T44" fmla="*/ 24 w 37"/>
                  <a:gd name="T45" fmla="*/ 21 h 21"/>
                  <a:gd name="T46" fmla="*/ 28 w 37"/>
                  <a:gd name="T47" fmla="*/ 21 h 21"/>
                  <a:gd name="T48" fmla="*/ 32 w 37"/>
                  <a:gd name="T49" fmla="*/ 17 h 21"/>
                  <a:gd name="T50" fmla="*/ 33 w 37"/>
                  <a:gd name="T51" fmla="*/ 19 h 21"/>
                  <a:gd name="T52" fmla="*/ 37 w 37"/>
                  <a:gd name="T53" fmla="*/ 17 h 21"/>
                  <a:gd name="T54" fmla="*/ 35 w 37"/>
                  <a:gd name="T55" fmla="*/ 15 h 21"/>
                  <a:gd name="T56" fmla="*/ 35 w 37"/>
                  <a:gd name="T57" fmla="*/ 13 h 21"/>
                  <a:gd name="T58" fmla="*/ 33 w 37"/>
                  <a:gd name="T59" fmla="*/ 11 h 21"/>
                  <a:gd name="T60" fmla="*/ 32 w 37"/>
                  <a:gd name="T61" fmla="*/ 8 h 21"/>
                  <a:gd name="T62" fmla="*/ 30 w 37"/>
                  <a:gd name="T63" fmla="*/ 10 h 21"/>
                  <a:gd name="T64" fmla="*/ 28 w 37"/>
                  <a:gd name="T65" fmla="*/ 10 h 21"/>
                  <a:gd name="T66" fmla="*/ 30 w 37"/>
                  <a:gd name="T67" fmla="*/ 8 h 21"/>
                  <a:gd name="T68" fmla="*/ 26 w 37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1">
                    <a:moveTo>
                      <a:pt x="26" y="6"/>
                    </a:moveTo>
                    <a:lnTo>
                      <a:pt x="24" y="4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9"/>
                    </a:lnTo>
                    <a:lnTo>
                      <a:pt x="22" y="19"/>
                    </a:lnTo>
                    <a:lnTo>
                      <a:pt x="24" y="21"/>
                    </a:lnTo>
                    <a:lnTo>
                      <a:pt x="28" y="21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7" y="17"/>
                    </a:lnTo>
                    <a:lnTo>
                      <a:pt x="35" y="15"/>
                    </a:lnTo>
                    <a:lnTo>
                      <a:pt x="35" y="13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30" y="8"/>
                    </a:lnTo>
                    <a:lnTo>
                      <a:pt x="2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9" name="Freeform 6428">
                <a:extLst>
                  <a:ext uri="{FF2B5EF4-FFF2-40B4-BE49-F238E27FC236}">
                    <a16:creationId xmlns:a16="http://schemas.microsoft.com/office/drawing/2014/main" id="{2F8C609F-0CBB-4F47-B213-81D6E408780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627" y="1356"/>
                <a:ext cx="142" cy="126"/>
              </a:xfrm>
              <a:custGeom>
                <a:avLst/>
                <a:gdLst>
                  <a:gd name="T0" fmla="*/ 7 w 76"/>
                  <a:gd name="T1" fmla="*/ 53 h 68"/>
                  <a:gd name="T2" fmla="*/ 10 w 76"/>
                  <a:gd name="T3" fmla="*/ 51 h 68"/>
                  <a:gd name="T4" fmla="*/ 13 w 76"/>
                  <a:gd name="T5" fmla="*/ 56 h 68"/>
                  <a:gd name="T6" fmla="*/ 19 w 76"/>
                  <a:gd name="T7" fmla="*/ 53 h 68"/>
                  <a:gd name="T8" fmla="*/ 22 w 76"/>
                  <a:gd name="T9" fmla="*/ 53 h 68"/>
                  <a:gd name="T10" fmla="*/ 19 w 76"/>
                  <a:gd name="T11" fmla="*/ 59 h 68"/>
                  <a:gd name="T12" fmla="*/ 26 w 76"/>
                  <a:gd name="T13" fmla="*/ 61 h 68"/>
                  <a:gd name="T14" fmla="*/ 28 w 76"/>
                  <a:gd name="T15" fmla="*/ 62 h 68"/>
                  <a:gd name="T16" fmla="*/ 33 w 76"/>
                  <a:gd name="T17" fmla="*/ 62 h 68"/>
                  <a:gd name="T18" fmla="*/ 39 w 76"/>
                  <a:gd name="T19" fmla="*/ 63 h 68"/>
                  <a:gd name="T20" fmla="*/ 45 w 76"/>
                  <a:gd name="T21" fmla="*/ 65 h 68"/>
                  <a:gd name="T22" fmla="*/ 50 w 76"/>
                  <a:gd name="T23" fmla="*/ 63 h 68"/>
                  <a:gd name="T24" fmla="*/ 53 w 76"/>
                  <a:gd name="T25" fmla="*/ 67 h 68"/>
                  <a:gd name="T26" fmla="*/ 59 w 76"/>
                  <a:gd name="T27" fmla="*/ 67 h 68"/>
                  <a:gd name="T28" fmla="*/ 66 w 76"/>
                  <a:gd name="T29" fmla="*/ 67 h 68"/>
                  <a:gd name="T30" fmla="*/ 69 w 76"/>
                  <a:gd name="T31" fmla="*/ 65 h 68"/>
                  <a:gd name="T32" fmla="*/ 73 w 76"/>
                  <a:gd name="T33" fmla="*/ 62 h 68"/>
                  <a:gd name="T34" fmla="*/ 69 w 76"/>
                  <a:gd name="T35" fmla="*/ 59 h 68"/>
                  <a:gd name="T36" fmla="*/ 75 w 76"/>
                  <a:gd name="T37" fmla="*/ 56 h 68"/>
                  <a:gd name="T38" fmla="*/ 76 w 76"/>
                  <a:gd name="T39" fmla="*/ 51 h 68"/>
                  <a:gd name="T40" fmla="*/ 70 w 76"/>
                  <a:gd name="T41" fmla="*/ 47 h 68"/>
                  <a:gd name="T42" fmla="*/ 67 w 76"/>
                  <a:gd name="T43" fmla="*/ 42 h 68"/>
                  <a:gd name="T44" fmla="*/ 59 w 76"/>
                  <a:gd name="T45" fmla="*/ 42 h 68"/>
                  <a:gd name="T46" fmla="*/ 54 w 76"/>
                  <a:gd name="T47" fmla="*/ 41 h 68"/>
                  <a:gd name="T48" fmla="*/ 46 w 76"/>
                  <a:gd name="T49" fmla="*/ 42 h 68"/>
                  <a:gd name="T50" fmla="*/ 39 w 76"/>
                  <a:gd name="T51" fmla="*/ 43 h 68"/>
                  <a:gd name="T52" fmla="*/ 39 w 76"/>
                  <a:gd name="T53" fmla="*/ 42 h 68"/>
                  <a:gd name="T54" fmla="*/ 34 w 76"/>
                  <a:gd name="T55" fmla="*/ 40 h 68"/>
                  <a:gd name="T56" fmla="*/ 31 w 76"/>
                  <a:gd name="T57" fmla="*/ 38 h 68"/>
                  <a:gd name="T58" fmla="*/ 28 w 76"/>
                  <a:gd name="T59" fmla="*/ 35 h 68"/>
                  <a:gd name="T60" fmla="*/ 25 w 76"/>
                  <a:gd name="T61" fmla="*/ 30 h 68"/>
                  <a:gd name="T62" fmla="*/ 25 w 76"/>
                  <a:gd name="T63" fmla="*/ 28 h 68"/>
                  <a:gd name="T64" fmla="*/ 27 w 76"/>
                  <a:gd name="T65" fmla="*/ 28 h 68"/>
                  <a:gd name="T66" fmla="*/ 33 w 76"/>
                  <a:gd name="T67" fmla="*/ 26 h 68"/>
                  <a:gd name="T68" fmla="*/ 30 w 76"/>
                  <a:gd name="T69" fmla="*/ 19 h 68"/>
                  <a:gd name="T70" fmla="*/ 24 w 76"/>
                  <a:gd name="T71" fmla="*/ 14 h 68"/>
                  <a:gd name="T72" fmla="*/ 18 w 76"/>
                  <a:gd name="T73" fmla="*/ 13 h 68"/>
                  <a:gd name="T74" fmla="*/ 18 w 76"/>
                  <a:gd name="T75" fmla="*/ 7 h 68"/>
                  <a:gd name="T76" fmla="*/ 14 w 76"/>
                  <a:gd name="T77" fmla="*/ 4 h 68"/>
                  <a:gd name="T78" fmla="*/ 6 w 76"/>
                  <a:gd name="T79" fmla="*/ 0 h 68"/>
                  <a:gd name="T80" fmla="*/ 1 w 76"/>
                  <a:gd name="T81" fmla="*/ 3 h 68"/>
                  <a:gd name="T82" fmla="*/ 3 w 76"/>
                  <a:gd name="T83" fmla="*/ 10 h 68"/>
                  <a:gd name="T84" fmla="*/ 2 w 76"/>
                  <a:gd name="T85" fmla="*/ 15 h 68"/>
                  <a:gd name="T86" fmla="*/ 7 w 76"/>
                  <a:gd name="T87" fmla="*/ 17 h 68"/>
                  <a:gd name="T88" fmla="*/ 12 w 76"/>
                  <a:gd name="T89" fmla="*/ 21 h 68"/>
                  <a:gd name="T90" fmla="*/ 15 w 76"/>
                  <a:gd name="T91" fmla="*/ 20 h 68"/>
                  <a:gd name="T92" fmla="*/ 14 w 76"/>
                  <a:gd name="T93" fmla="*/ 29 h 68"/>
                  <a:gd name="T94" fmla="*/ 10 w 76"/>
                  <a:gd name="T95" fmla="*/ 34 h 68"/>
                  <a:gd name="T96" fmla="*/ 6 w 76"/>
                  <a:gd name="T97" fmla="*/ 41 h 68"/>
                  <a:gd name="T98" fmla="*/ 5 w 76"/>
                  <a:gd name="T99" fmla="*/ 46 h 68"/>
                  <a:gd name="T100" fmla="*/ 21 w 76"/>
                  <a:gd name="T101" fmla="*/ 28 h 68"/>
                  <a:gd name="T102" fmla="*/ 20 w 76"/>
                  <a:gd name="T10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6" h="68">
                    <a:moveTo>
                      <a:pt x="4" y="49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1"/>
                      <a:pt x="76" y="51"/>
                      <a:pt x="76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lnTo>
                      <a:pt x="4" y="49"/>
                    </a:lnTo>
                    <a:close/>
                    <a:moveTo>
                      <a:pt x="21" y="29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lnTo>
                      <a:pt x="21" y="2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0" name="Freeform 6429">
                <a:extLst>
                  <a:ext uri="{FF2B5EF4-FFF2-40B4-BE49-F238E27FC236}">
                    <a16:creationId xmlns:a16="http://schemas.microsoft.com/office/drawing/2014/main" id="{BD5E3E06-63B2-42E4-BA50-71160C5A0A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81" y="1317"/>
                <a:ext cx="6" cy="9"/>
              </a:xfrm>
              <a:custGeom>
                <a:avLst/>
                <a:gdLst>
                  <a:gd name="T0" fmla="*/ 4 w 6"/>
                  <a:gd name="T1" fmla="*/ 7 h 9"/>
                  <a:gd name="T2" fmla="*/ 6 w 6"/>
                  <a:gd name="T3" fmla="*/ 5 h 9"/>
                  <a:gd name="T4" fmla="*/ 4 w 6"/>
                  <a:gd name="T5" fmla="*/ 0 h 9"/>
                  <a:gd name="T6" fmla="*/ 2 w 6"/>
                  <a:gd name="T7" fmla="*/ 0 h 9"/>
                  <a:gd name="T8" fmla="*/ 0 w 6"/>
                  <a:gd name="T9" fmla="*/ 1 h 9"/>
                  <a:gd name="T10" fmla="*/ 0 w 6"/>
                  <a:gd name="T11" fmla="*/ 5 h 9"/>
                  <a:gd name="T12" fmla="*/ 2 w 6"/>
                  <a:gd name="T13" fmla="*/ 9 h 9"/>
                  <a:gd name="T14" fmla="*/ 4 w 6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4" y="7"/>
                    </a:moveTo>
                    <a:lnTo>
                      <a:pt x="6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1" name="Freeform 6430">
                <a:extLst>
                  <a:ext uri="{FF2B5EF4-FFF2-40B4-BE49-F238E27FC236}">
                    <a16:creationId xmlns:a16="http://schemas.microsoft.com/office/drawing/2014/main" id="{D90F128C-EBDF-4330-9710-504C517384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00"/>
                <a:ext cx="15" cy="17"/>
              </a:xfrm>
              <a:custGeom>
                <a:avLst/>
                <a:gdLst>
                  <a:gd name="T0" fmla="*/ 0 w 15"/>
                  <a:gd name="T1" fmla="*/ 12 h 17"/>
                  <a:gd name="T2" fmla="*/ 2 w 15"/>
                  <a:gd name="T3" fmla="*/ 15 h 17"/>
                  <a:gd name="T4" fmla="*/ 4 w 15"/>
                  <a:gd name="T5" fmla="*/ 17 h 17"/>
                  <a:gd name="T6" fmla="*/ 6 w 15"/>
                  <a:gd name="T7" fmla="*/ 17 h 17"/>
                  <a:gd name="T8" fmla="*/ 6 w 15"/>
                  <a:gd name="T9" fmla="*/ 15 h 17"/>
                  <a:gd name="T10" fmla="*/ 9 w 15"/>
                  <a:gd name="T11" fmla="*/ 15 h 17"/>
                  <a:gd name="T12" fmla="*/ 9 w 15"/>
                  <a:gd name="T13" fmla="*/ 15 h 17"/>
                  <a:gd name="T14" fmla="*/ 11 w 15"/>
                  <a:gd name="T15" fmla="*/ 13 h 17"/>
                  <a:gd name="T16" fmla="*/ 15 w 15"/>
                  <a:gd name="T17" fmla="*/ 12 h 17"/>
                  <a:gd name="T18" fmla="*/ 13 w 15"/>
                  <a:gd name="T19" fmla="*/ 10 h 17"/>
                  <a:gd name="T20" fmla="*/ 11 w 15"/>
                  <a:gd name="T21" fmla="*/ 8 h 17"/>
                  <a:gd name="T22" fmla="*/ 9 w 15"/>
                  <a:gd name="T23" fmla="*/ 8 h 17"/>
                  <a:gd name="T24" fmla="*/ 7 w 15"/>
                  <a:gd name="T25" fmla="*/ 10 h 17"/>
                  <a:gd name="T26" fmla="*/ 7 w 15"/>
                  <a:gd name="T27" fmla="*/ 10 h 17"/>
                  <a:gd name="T28" fmla="*/ 6 w 15"/>
                  <a:gd name="T29" fmla="*/ 8 h 17"/>
                  <a:gd name="T30" fmla="*/ 7 w 15"/>
                  <a:gd name="T31" fmla="*/ 8 h 17"/>
                  <a:gd name="T32" fmla="*/ 9 w 15"/>
                  <a:gd name="T33" fmla="*/ 4 h 17"/>
                  <a:gd name="T34" fmla="*/ 9 w 15"/>
                  <a:gd name="T35" fmla="*/ 6 h 17"/>
                  <a:gd name="T36" fmla="*/ 13 w 15"/>
                  <a:gd name="T37" fmla="*/ 4 h 17"/>
                  <a:gd name="T38" fmla="*/ 13 w 15"/>
                  <a:gd name="T39" fmla="*/ 4 h 17"/>
                  <a:gd name="T40" fmla="*/ 15 w 15"/>
                  <a:gd name="T41" fmla="*/ 2 h 17"/>
                  <a:gd name="T42" fmla="*/ 15 w 15"/>
                  <a:gd name="T43" fmla="*/ 0 h 17"/>
                  <a:gd name="T44" fmla="*/ 9 w 15"/>
                  <a:gd name="T45" fmla="*/ 0 h 17"/>
                  <a:gd name="T46" fmla="*/ 7 w 15"/>
                  <a:gd name="T47" fmla="*/ 2 h 17"/>
                  <a:gd name="T48" fmla="*/ 9 w 15"/>
                  <a:gd name="T49" fmla="*/ 4 h 17"/>
                  <a:gd name="T50" fmla="*/ 6 w 15"/>
                  <a:gd name="T51" fmla="*/ 4 h 17"/>
                  <a:gd name="T52" fmla="*/ 4 w 15"/>
                  <a:gd name="T53" fmla="*/ 6 h 17"/>
                  <a:gd name="T54" fmla="*/ 6 w 15"/>
                  <a:gd name="T55" fmla="*/ 8 h 17"/>
                  <a:gd name="T56" fmla="*/ 4 w 15"/>
                  <a:gd name="T57" fmla="*/ 8 h 17"/>
                  <a:gd name="T58" fmla="*/ 0 w 15"/>
                  <a:gd name="T5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17">
                    <a:moveTo>
                      <a:pt x="0" y="12"/>
                    </a:moveTo>
                    <a:lnTo>
                      <a:pt x="2" y="15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12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2" name="Freeform 6431">
                <a:extLst>
                  <a:ext uri="{FF2B5EF4-FFF2-40B4-BE49-F238E27FC236}">
                    <a16:creationId xmlns:a16="http://schemas.microsoft.com/office/drawing/2014/main" id="{26F6D234-F71C-488E-80CE-EB3836D0E8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2" y="1412"/>
                <a:ext cx="35" cy="37"/>
              </a:xfrm>
              <a:custGeom>
                <a:avLst/>
                <a:gdLst>
                  <a:gd name="T0" fmla="*/ 32 w 35"/>
                  <a:gd name="T1" fmla="*/ 22 h 37"/>
                  <a:gd name="T2" fmla="*/ 34 w 35"/>
                  <a:gd name="T3" fmla="*/ 16 h 37"/>
                  <a:gd name="T4" fmla="*/ 34 w 35"/>
                  <a:gd name="T5" fmla="*/ 15 h 37"/>
                  <a:gd name="T6" fmla="*/ 35 w 35"/>
                  <a:gd name="T7" fmla="*/ 13 h 37"/>
                  <a:gd name="T8" fmla="*/ 34 w 35"/>
                  <a:gd name="T9" fmla="*/ 9 h 37"/>
                  <a:gd name="T10" fmla="*/ 32 w 35"/>
                  <a:gd name="T11" fmla="*/ 7 h 37"/>
                  <a:gd name="T12" fmla="*/ 32 w 35"/>
                  <a:gd name="T13" fmla="*/ 5 h 37"/>
                  <a:gd name="T14" fmla="*/ 32 w 35"/>
                  <a:gd name="T15" fmla="*/ 3 h 37"/>
                  <a:gd name="T16" fmla="*/ 30 w 35"/>
                  <a:gd name="T17" fmla="*/ 1 h 37"/>
                  <a:gd name="T18" fmla="*/ 26 w 35"/>
                  <a:gd name="T19" fmla="*/ 0 h 37"/>
                  <a:gd name="T20" fmla="*/ 22 w 35"/>
                  <a:gd name="T21" fmla="*/ 0 h 37"/>
                  <a:gd name="T22" fmla="*/ 21 w 35"/>
                  <a:gd name="T23" fmla="*/ 0 h 37"/>
                  <a:gd name="T24" fmla="*/ 17 w 35"/>
                  <a:gd name="T25" fmla="*/ 0 h 37"/>
                  <a:gd name="T26" fmla="*/ 15 w 35"/>
                  <a:gd name="T27" fmla="*/ 1 h 37"/>
                  <a:gd name="T28" fmla="*/ 15 w 35"/>
                  <a:gd name="T29" fmla="*/ 3 h 37"/>
                  <a:gd name="T30" fmla="*/ 15 w 35"/>
                  <a:gd name="T31" fmla="*/ 3 h 37"/>
                  <a:gd name="T32" fmla="*/ 11 w 35"/>
                  <a:gd name="T33" fmla="*/ 1 h 37"/>
                  <a:gd name="T34" fmla="*/ 9 w 35"/>
                  <a:gd name="T35" fmla="*/ 5 h 37"/>
                  <a:gd name="T36" fmla="*/ 13 w 35"/>
                  <a:gd name="T37" fmla="*/ 7 h 37"/>
                  <a:gd name="T38" fmla="*/ 13 w 35"/>
                  <a:gd name="T39" fmla="*/ 7 h 37"/>
                  <a:gd name="T40" fmla="*/ 11 w 35"/>
                  <a:gd name="T41" fmla="*/ 7 h 37"/>
                  <a:gd name="T42" fmla="*/ 9 w 35"/>
                  <a:gd name="T43" fmla="*/ 7 h 37"/>
                  <a:gd name="T44" fmla="*/ 9 w 35"/>
                  <a:gd name="T45" fmla="*/ 11 h 37"/>
                  <a:gd name="T46" fmla="*/ 9 w 35"/>
                  <a:gd name="T47" fmla="*/ 11 h 37"/>
                  <a:gd name="T48" fmla="*/ 6 w 35"/>
                  <a:gd name="T49" fmla="*/ 11 h 37"/>
                  <a:gd name="T50" fmla="*/ 2 w 35"/>
                  <a:gd name="T51" fmla="*/ 13 h 37"/>
                  <a:gd name="T52" fmla="*/ 2 w 35"/>
                  <a:gd name="T53" fmla="*/ 16 h 37"/>
                  <a:gd name="T54" fmla="*/ 0 w 35"/>
                  <a:gd name="T55" fmla="*/ 18 h 37"/>
                  <a:gd name="T56" fmla="*/ 2 w 35"/>
                  <a:gd name="T57" fmla="*/ 18 h 37"/>
                  <a:gd name="T58" fmla="*/ 2 w 35"/>
                  <a:gd name="T59" fmla="*/ 20 h 37"/>
                  <a:gd name="T60" fmla="*/ 2 w 35"/>
                  <a:gd name="T61" fmla="*/ 22 h 37"/>
                  <a:gd name="T62" fmla="*/ 4 w 35"/>
                  <a:gd name="T63" fmla="*/ 22 h 37"/>
                  <a:gd name="T64" fmla="*/ 4 w 35"/>
                  <a:gd name="T65" fmla="*/ 24 h 37"/>
                  <a:gd name="T66" fmla="*/ 8 w 35"/>
                  <a:gd name="T67" fmla="*/ 26 h 37"/>
                  <a:gd name="T68" fmla="*/ 8 w 35"/>
                  <a:gd name="T69" fmla="*/ 26 h 37"/>
                  <a:gd name="T70" fmla="*/ 8 w 35"/>
                  <a:gd name="T71" fmla="*/ 29 h 37"/>
                  <a:gd name="T72" fmla="*/ 11 w 35"/>
                  <a:gd name="T73" fmla="*/ 28 h 37"/>
                  <a:gd name="T74" fmla="*/ 11 w 35"/>
                  <a:gd name="T75" fmla="*/ 28 h 37"/>
                  <a:gd name="T76" fmla="*/ 11 w 35"/>
                  <a:gd name="T77" fmla="*/ 28 h 37"/>
                  <a:gd name="T78" fmla="*/ 11 w 35"/>
                  <a:gd name="T79" fmla="*/ 29 h 37"/>
                  <a:gd name="T80" fmla="*/ 13 w 35"/>
                  <a:gd name="T81" fmla="*/ 33 h 37"/>
                  <a:gd name="T82" fmla="*/ 15 w 35"/>
                  <a:gd name="T83" fmla="*/ 31 h 37"/>
                  <a:gd name="T84" fmla="*/ 15 w 35"/>
                  <a:gd name="T85" fmla="*/ 35 h 37"/>
                  <a:gd name="T86" fmla="*/ 19 w 35"/>
                  <a:gd name="T87" fmla="*/ 35 h 37"/>
                  <a:gd name="T88" fmla="*/ 22 w 35"/>
                  <a:gd name="T89" fmla="*/ 37 h 37"/>
                  <a:gd name="T90" fmla="*/ 24 w 35"/>
                  <a:gd name="T91" fmla="*/ 37 h 37"/>
                  <a:gd name="T92" fmla="*/ 26 w 35"/>
                  <a:gd name="T93" fmla="*/ 37 h 37"/>
                  <a:gd name="T94" fmla="*/ 28 w 35"/>
                  <a:gd name="T95" fmla="*/ 35 h 37"/>
                  <a:gd name="T96" fmla="*/ 28 w 35"/>
                  <a:gd name="T97" fmla="*/ 33 h 37"/>
                  <a:gd name="T98" fmla="*/ 28 w 35"/>
                  <a:gd name="T99" fmla="*/ 33 h 37"/>
                  <a:gd name="T100" fmla="*/ 30 w 35"/>
                  <a:gd name="T101" fmla="*/ 29 h 37"/>
                  <a:gd name="T102" fmla="*/ 30 w 35"/>
                  <a:gd name="T103" fmla="*/ 26 h 37"/>
                  <a:gd name="T104" fmla="*/ 32 w 35"/>
                  <a:gd name="T105" fmla="*/ 24 h 37"/>
                  <a:gd name="T106" fmla="*/ 32 w 35"/>
                  <a:gd name="T107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37">
                    <a:moveTo>
                      <a:pt x="32" y="22"/>
                    </a:moveTo>
                    <a:lnTo>
                      <a:pt x="34" y="16"/>
                    </a:lnTo>
                    <a:lnTo>
                      <a:pt x="34" y="15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13" y="33"/>
                    </a:lnTo>
                    <a:lnTo>
                      <a:pt x="15" y="31"/>
                    </a:lnTo>
                    <a:lnTo>
                      <a:pt x="15" y="35"/>
                    </a:lnTo>
                    <a:lnTo>
                      <a:pt x="19" y="35"/>
                    </a:lnTo>
                    <a:lnTo>
                      <a:pt x="22" y="37"/>
                    </a:lnTo>
                    <a:lnTo>
                      <a:pt x="24" y="37"/>
                    </a:lnTo>
                    <a:lnTo>
                      <a:pt x="26" y="37"/>
                    </a:lnTo>
                    <a:lnTo>
                      <a:pt x="28" y="35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30" y="29"/>
                    </a:lnTo>
                    <a:lnTo>
                      <a:pt x="30" y="26"/>
                    </a:lnTo>
                    <a:lnTo>
                      <a:pt x="32" y="24"/>
                    </a:lnTo>
                    <a:lnTo>
                      <a:pt x="32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3" name="Freeform 6432">
                <a:extLst>
                  <a:ext uri="{FF2B5EF4-FFF2-40B4-BE49-F238E27FC236}">
                    <a16:creationId xmlns:a16="http://schemas.microsoft.com/office/drawing/2014/main" id="{EAAF330C-6A4F-485B-A543-8281A76D1C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22" y="1505"/>
                <a:ext cx="47" cy="45"/>
              </a:xfrm>
              <a:custGeom>
                <a:avLst/>
                <a:gdLst>
                  <a:gd name="T0" fmla="*/ 2 w 47"/>
                  <a:gd name="T1" fmla="*/ 32 h 45"/>
                  <a:gd name="T2" fmla="*/ 2 w 47"/>
                  <a:gd name="T3" fmla="*/ 35 h 45"/>
                  <a:gd name="T4" fmla="*/ 4 w 47"/>
                  <a:gd name="T5" fmla="*/ 35 h 45"/>
                  <a:gd name="T6" fmla="*/ 6 w 47"/>
                  <a:gd name="T7" fmla="*/ 39 h 45"/>
                  <a:gd name="T8" fmla="*/ 10 w 47"/>
                  <a:gd name="T9" fmla="*/ 39 h 45"/>
                  <a:gd name="T10" fmla="*/ 13 w 47"/>
                  <a:gd name="T11" fmla="*/ 43 h 45"/>
                  <a:gd name="T12" fmla="*/ 15 w 47"/>
                  <a:gd name="T13" fmla="*/ 41 h 45"/>
                  <a:gd name="T14" fmla="*/ 17 w 47"/>
                  <a:gd name="T15" fmla="*/ 39 h 45"/>
                  <a:gd name="T16" fmla="*/ 21 w 47"/>
                  <a:gd name="T17" fmla="*/ 39 h 45"/>
                  <a:gd name="T18" fmla="*/ 25 w 47"/>
                  <a:gd name="T19" fmla="*/ 37 h 45"/>
                  <a:gd name="T20" fmla="*/ 26 w 47"/>
                  <a:gd name="T21" fmla="*/ 39 h 45"/>
                  <a:gd name="T22" fmla="*/ 26 w 47"/>
                  <a:gd name="T23" fmla="*/ 39 h 45"/>
                  <a:gd name="T24" fmla="*/ 30 w 47"/>
                  <a:gd name="T25" fmla="*/ 39 h 45"/>
                  <a:gd name="T26" fmla="*/ 32 w 47"/>
                  <a:gd name="T27" fmla="*/ 41 h 45"/>
                  <a:gd name="T28" fmla="*/ 38 w 47"/>
                  <a:gd name="T29" fmla="*/ 43 h 45"/>
                  <a:gd name="T30" fmla="*/ 38 w 47"/>
                  <a:gd name="T31" fmla="*/ 43 h 45"/>
                  <a:gd name="T32" fmla="*/ 45 w 47"/>
                  <a:gd name="T33" fmla="*/ 45 h 45"/>
                  <a:gd name="T34" fmla="*/ 45 w 47"/>
                  <a:gd name="T35" fmla="*/ 43 h 45"/>
                  <a:gd name="T36" fmla="*/ 47 w 47"/>
                  <a:gd name="T37" fmla="*/ 41 h 45"/>
                  <a:gd name="T38" fmla="*/ 47 w 47"/>
                  <a:gd name="T39" fmla="*/ 39 h 45"/>
                  <a:gd name="T40" fmla="*/ 45 w 47"/>
                  <a:gd name="T41" fmla="*/ 37 h 45"/>
                  <a:gd name="T42" fmla="*/ 45 w 47"/>
                  <a:gd name="T43" fmla="*/ 37 h 45"/>
                  <a:gd name="T44" fmla="*/ 45 w 47"/>
                  <a:gd name="T45" fmla="*/ 33 h 45"/>
                  <a:gd name="T46" fmla="*/ 45 w 47"/>
                  <a:gd name="T47" fmla="*/ 32 h 45"/>
                  <a:gd name="T48" fmla="*/ 45 w 47"/>
                  <a:gd name="T49" fmla="*/ 30 h 45"/>
                  <a:gd name="T50" fmla="*/ 43 w 47"/>
                  <a:gd name="T51" fmla="*/ 28 h 45"/>
                  <a:gd name="T52" fmla="*/ 45 w 47"/>
                  <a:gd name="T53" fmla="*/ 26 h 45"/>
                  <a:gd name="T54" fmla="*/ 41 w 47"/>
                  <a:gd name="T55" fmla="*/ 24 h 45"/>
                  <a:gd name="T56" fmla="*/ 41 w 47"/>
                  <a:gd name="T57" fmla="*/ 22 h 45"/>
                  <a:gd name="T58" fmla="*/ 43 w 47"/>
                  <a:gd name="T59" fmla="*/ 20 h 45"/>
                  <a:gd name="T60" fmla="*/ 41 w 47"/>
                  <a:gd name="T61" fmla="*/ 17 h 45"/>
                  <a:gd name="T62" fmla="*/ 38 w 47"/>
                  <a:gd name="T63" fmla="*/ 13 h 45"/>
                  <a:gd name="T64" fmla="*/ 38 w 47"/>
                  <a:gd name="T65" fmla="*/ 11 h 45"/>
                  <a:gd name="T66" fmla="*/ 36 w 47"/>
                  <a:gd name="T67" fmla="*/ 9 h 45"/>
                  <a:gd name="T68" fmla="*/ 30 w 47"/>
                  <a:gd name="T69" fmla="*/ 9 h 45"/>
                  <a:gd name="T70" fmla="*/ 25 w 47"/>
                  <a:gd name="T71" fmla="*/ 7 h 45"/>
                  <a:gd name="T72" fmla="*/ 25 w 47"/>
                  <a:gd name="T73" fmla="*/ 9 h 45"/>
                  <a:gd name="T74" fmla="*/ 23 w 47"/>
                  <a:gd name="T75" fmla="*/ 9 h 45"/>
                  <a:gd name="T76" fmla="*/ 21 w 47"/>
                  <a:gd name="T77" fmla="*/ 7 h 45"/>
                  <a:gd name="T78" fmla="*/ 15 w 47"/>
                  <a:gd name="T79" fmla="*/ 5 h 45"/>
                  <a:gd name="T80" fmla="*/ 15 w 47"/>
                  <a:gd name="T81" fmla="*/ 4 h 45"/>
                  <a:gd name="T82" fmla="*/ 12 w 47"/>
                  <a:gd name="T83" fmla="*/ 0 h 45"/>
                  <a:gd name="T84" fmla="*/ 8 w 47"/>
                  <a:gd name="T85" fmla="*/ 2 h 45"/>
                  <a:gd name="T86" fmla="*/ 8 w 47"/>
                  <a:gd name="T87" fmla="*/ 5 h 45"/>
                  <a:gd name="T88" fmla="*/ 6 w 47"/>
                  <a:gd name="T89" fmla="*/ 7 h 45"/>
                  <a:gd name="T90" fmla="*/ 6 w 47"/>
                  <a:gd name="T91" fmla="*/ 11 h 45"/>
                  <a:gd name="T92" fmla="*/ 6 w 47"/>
                  <a:gd name="T93" fmla="*/ 11 h 45"/>
                  <a:gd name="T94" fmla="*/ 4 w 47"/>
                  <a:gd name="T95" fmla="*/ 11 h 45"/>
                  <a:gd name="T96" fmla="*/ 0 w 47"/>
                  <a:gd name="T97" fmla="*/ 18 h 45"/>
                  <a:gd name="T98" fmla="*/ 4 w 47"/>
                  <a:gd name="T99" fmla="*/ 20 h 45"/>
                  <a:gd name="T100" fmla="*/ 6 w 47"/>
                  <a:gd name="T101" fmla="*/ 20 h 45"/>
                  <a:gd name="T102" fmla="*/ 6 w 47"/>
                  <a:gd name="T103" fmla="*/ 22 h 45"/>
                  <a:gd name="T104" fmla="*/ 4 w 47"/>
                  <a:gd name="T105" fmla="*/ 24 h 45"/>
                  <a:gd name="T106" fmla="*/ 6 w 47"/>
                  <a:gd name="T107" fmla="*/ 26 h 45"/>
                  <a:gd name="T108" fmla="*/ 2 w 47"/>
                  <a:gd name="T109" fmla="*/ 28 h 45"/>
                  <a:gd name="T110" fmla="*/ 2 w 47"/>
                  <a:gd name="T1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" h="45">
                    <a:moveTo>
                      <a:pt x="2" y="32"/>
                    </a:moveTo>
                    <a:lnTo>
                      <a:pt x="2" y="35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10" y="39"/>
                    </a:lnTo>
                    <a:lnTo>
                      <a:pt x="13" y="43"/>
                    </a:lnTo>
                    <a:lnTo>
                      <a:pt x="15" y="41"/>
                    </a:lnTo>
                    <a:lnTo>
                      <a:pt x="17" y="39"/>
                    </a:lnTo>
                    <a:lnTo>
                      <a:pt x="21" y="39"/>
                    </a:lnTo>
                    <a:lnTo>
                      <a:pt x="25" y="37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30" y="39"/>
                    </a:lnTo>
                    <a:lnTo>
                      <a:pt x="32" y="41"/>
                    </a:lnTo>
                    <a:lnTo>
                      <a:pt x="38" y="43"/>
                    </a:lnTo>
                    <a:lnTo>
                      <a:pt x="38" y="43"/>
                    </a:lnTo>
                    <a:lnTo>
                      <a:pt x="45" y="45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47" y="39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3"/>
                    </a:lnTo>
                    <a:lnTo>
                      <a:pt x="45" y="32"/>
                    </a:lnTo>
                    <a:lnTo>
                      <a:pt x="45" y="30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41" y="24"/>
                    </a:lnTo>
                    <a:lnTo>
                      <a:pt x="41" y="22"/>
                    </a:lnTo>
                    <a:lnTo>
                      <a:pt x="43" y="20"/>
                    </a:lnTo>
                    <a:lnTo>
                      <a:pt x="41" y="17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6" y="9"/>
                    </a:lnTo>
                    <a:lnTo>
                      <a:pt x="30" y="9"/>
                    </a:lnTo>
                    <a:lnTo>
                      <a:pt x="25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2" y="28"/>
                    </a:lnTo>
                    <a:lnTo>
                      <a:pt x="2" y="3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4" name="Freeform 6433">
                <a:extLst>
                  <a:ext uri="{FF2B5EF4-FFF2-40B4-BE49-F238E27FC236}">
                    <a16:creationId xmlns:a16="http://schemas.microsoft.com/office/drawing/2014/main" id="{1209E32F-A73F-416B-A217-2D7B9A0CCB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23" y="1613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3 w 7"/>
                  <a:gd name="T3" fmla="*/ 2 h 9"/>
                  <a:gd name="T4" fmla="*/ 3 w 7"/>
                  <a:gd name="T5" fmla="*/ 2 h 9"/>
                  <a:gd name="T6" fmla="*/ 0 w 7"/>
                  <a:gd name="T7" fmla="*/ 2 h 9"/>
                  <a:gd name="T8" fmla="*/ 0 w 7"/>
                  <a:gd name="T9" fmla="*/ 6 h 9"/>
                  <a:gd name="T10" fmla="*/ 2 w 7"/>
                  <a:gd name="T11" fmla="*/ 7 h 9"/>
                  <a:gd name="T12" fmla="*/ 3 w 7"/>
                  <a:gd name="T13" fmla="*/ 9 h 9"/>
                  <a:gd name="T14" fmla="*/ 7 w 7"/>
                  <a:gd name="T15" fmla="*/ 7 h 9"/>
                  <a:gd name="T16" fmla="*/ 7 w 7"/>
                  <a:gd name="T17" fmla="*/ 6 h 9"/>
                  <a:gd name="T18" fmla="*/ 7 w 7"/>
                  <a:gd name="T19" fmla="*/ 4 h 9"/>
                  <a:gd name="T20" fmla="*/ 7 w 7"/>
                  <a:gd name="T21" fmla="*/ 2 h 9"/>
                  <a:gd name="T22" fmla="*/ 7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5" name="Freeform 6434">
                <a:extLst>
                  <a:ext uri="{FF2B5EF4-FFF2-40B4-BE49-F238E27FC236}">
                    <a16:creationId xmlns:a16="http://schemas.microsoft.com/office/drawing/2014/main" id="{F3D9100B-75BE-42D6-A466-F9DD80A5FD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18" y="1365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6 w 8"/>
                  <a:gd name="T3" fmla="*/ 9 h 9"/>
                  <a:gd name="T4" fmla="*/ 8 w 8"/>
                  <a:gd name="T5" fmla="*/ 7 h 9"/>
                  <a:gd name="T6" fmla="*/ 8 w 8"/>
                  <a:gd name="T7" fmla="*/ 0 h 9"/>
                  <a:gd name="T8" fmla="*/ 4 w 8"/>
                  <a:gd name="T9" fmla="*/ 6 h 9"/>
                  <a:gd name="T10" fmla="*/ 0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6" y="9"/>
                    </a:lnTo>
                    <a:lnTo>
                      <a:pt x="8" y="7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6" name="Freeform 6435">
                <a:extLst>
                  <a:ext uri="{FF2B5EF4-FFF2-40B4-BE49-F238E27FC236}">
                    <a16:creationId xmlns:a16="http://schemas.microsoft.com/office/drawing/2014/main" id="{7548A23E-0C7A-4BD7-91BE-2D5887A4B3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41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2 h 8"/>
                  <a:gd name="T4" fmla="*/ 0 w 6"/>
                  <a:gd name="T5" fmla="*/ 6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4 h 8"/>
                  <a:gd name="T12" fmla="*/ 4 w 6"/>
                  <a:gd name="T13" fmla="*/ 0 h 8"/>
                  <a:gd name="T14" fmla="*/ 2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7" name="Freeform 6436">
                <a:extLst>
                  <a:ext uri="{FF2B5EF4-FFF2-40B4-BE49-F238E27FC236}">
                    <a16:creationId xmlns:a16="http://schemas.microsoft.com/office/drawing/2014/main" id="{4AC148C9-0F0E-412C-8150-DEA7A1C62A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2" y="1400"/>
                <a:ext cx="7" cy="10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2 h 5"/>
                  <a:gd name="T6" fmla="*/ 0 w 4"/>
                  <a:gd name="T7" fmla="*/ 3 h 5"/>
                  <a:gd name="T8" fmla="*/ 0 w 4"/>
                  <a:gd name="T9" fmla="*/ 4 h 5"/>
                  <a:gd name="T10" fmla="*/ 0 w 4"/>
                  <a:gd name="T11" fmla="*/ 4 h 5"/>
                  <a:gd name="T12" fmla="*/ 0 w 4"/>
                  <a:gd name="T13" fmla="*/ 5 h 5"/>
                  <a:gd name="T14" fmla="*/ 0 w 4"/>
                  <a:gd name="T15" fmla="*/ 5 h 5"/>
                  <a:gd name="T16" fmla="*/ 1 w 4"/>
                  <a:gd name="T17" fmla="*/ 5 h 5"/>
                  <a:gd name="T18" fmla="*/ 1 w 4"/>
                  <a:gd name="T19" fmla="*/ 5 h 5"/>
                  <a:gd name="T20" fmla="*/ 2 w 4"/>
                  <a:gd name="T21" fmla="*/ 5 h 5"/>
                  <a:gd name="T22" fmla="*/ 3 w 4"/>
                  <a:gd name="T23" fmla="*/ 3 h 5"/>
                  <a:gd name="T24" fmla="*/ 4 w 4"/>
                  <a:gd name="T25" fmla="*/ 0 h 5"/>
                  <a:gd name="T26" fmla="*/ 1 w 4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8" name="Freeform 6437">
                <a:extLst>
                  <a:ext uri="{FF2B5EF4-FFF2-40B4-BE49-F238E27FC236}">
                    <a16:creationId xmlns:a16="http://schemas.microsoft.com/office/drawing/2014/main" id="{3FC26E0A-FB31-411C-964A-61B4E39D8AF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39" y="1475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7 w 7"/>
                  <a:gd name="T3" fmla="*/ 4 h 6"/>
                  <a:gd name="T4" fmla="*/ 5 w 7"/>
                  <a:gd name="T5" fmla="*/ 0 h 6"/>
                  <a:gd name="T6" fmla="*/ 1 w 7"/>
                  <a:gd name="T7" fmla="*/ 0 h 6"/>
                  <a:gd name="T8" fmla="*/ 0 w 7"/>
                  <a:gd name="T9" fmla="*/ 2 h 6"/>
                  <a:gd name="T10" fmla="*/ 1 w 7"/>
                  <a:gd name="T11" fmla="*/ 4 h 6"/>
                  <a:gd name="T12" fmla="*/ 3 w 7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9" name="Freeform 6438">
                <a:extLst>
                  <a:ext uri="{FF2B5EF4-FFF2-40B4-BE49-F238E27FC236}">
                    <a16:creationId xmlns:a16="http://schemas.microsoft.com/office/drawing/2014/main" id="{124CB490-C664-4D39-8CDE-480321B375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93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1 h 2"/>
                  <a:gd name="T10" fmla="*/ 3 w 3"/>
                  <a:gd name="T11" fmla="*/ 0 h 2"/>
                  <a:gd name="T12" fmla="*/ 1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0" name="Freeform 6439">
                <a:extLst>
                  <a:ext uri="{FF2B5EF4-FFF2-40B4-BE49-F238E27FC236}">
                    <a16:creationId xmlns:a16="http://schemas.microsoft.com/office/drawing/2014/main" id="{973C199B-7620-4FEF-A914-E42D0E07AF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52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2 h 6"/>
                  <a:gd name="T4" fmla="*/ 2 w 5"/>
                  <a:gd name="T5" fmla="*/ 0 h 6"/>
                  <a:gd name="T6" fmla="*/ 0 w 5"/>
                  <a:gd name="T7" fmla="*/ 4 h 6"/>
                  <a:gd name="T8" fmla="*/ 2 w 5"/>
                  <a:gd name="T9" fmla="*/ 6 h 6"/>
                  <a:gd name="T10" fmla="*/ 5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1" name="Freeform 6440">
                <a:extLst>
                  <a:ext uri="{FF2B5EF4-FFF2-40B4-BE49-F238E27FC236}">
                    <a16:creationId xmlns:a16="http://schemas.microsoft.com/office/drawing/2014/main" id="{026FF96A-CBF4-42D8-AC26-07DF002B97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0" y="1330"/>
                <a:ext cx="35" cy="20"/>
              </a:xfrm>
              <a:custGeom>
                <a:avLst/>
                <a:gdLst>
                  <a:gd name="T0" fmla="*/ 4 w 35"/>
                  <a:gd name="T1" fmla="*/ 18 h 20"/>
                  <a:gd name="T2" fmla="*/ 5 w 35"/>
                  <a:gd name="T3" fmla="*/ 18 h 20"/>
                  <a:gd name="T4" fmla="*/ 5 w 35"/>
                  <a:gd name="T5" fmla="*/ 20 h 20"/>
                  <a:gd name="T6" fmla="*/ 9 w 35"/>
                  <a:gd name="T7" fmla="*/ 20 h 20"/>
                  <a:gd name="T8" fmla="*/ 9 w 35"/>
                  <a:gd name="T9" fmla="*/ 18 h 20"/>
                  <a:gd name="T10" fmla="*/ 11 w 35"/>
                  <a:gd name="T11" fmla="*/ 18 h 20"/>
                  <a:gd name="T12" fmla="*/ 13 w 35"/>
                  <a:gd name="T13" fmla="*/ 18 h 20"/>
                  <a:gd name="T14" fmla="*/ 17 w 35"/>
                  <a:gd name="T15" fmla="*/ 14 h 20"/>
                  <a:gd name="T16" fmla="*/ 24 w 35"/>
                  <a:gd name="T17" fmla="*/ 9 h 20"/>
                  <a:gd name="T18" fmla="*/ 28 w 35"/>
                  <a:gd name="T19" fmla="*/ 5 h 20"/>
                  <a:gd name="T20" fmla="*/ 33 w 35"/>
                  <a:gd name="T21" fmla="*/ 3 h 20"/>
                  <a:gd name="T22" fmla="*/ 35 w 35"/>
                  <a:gd name="T23" fmla="*/ 0 h 20"/>
                  <a:gd name="T24" fmla="*/ 31 w 35"/>
                  <a:gd name="T25" fmla="*/ 0 h 20"/>
                  <a:gd name="T26" fmla="*/ 28 w 35"/>
                  <a:gd name="T27" fmla="*/ 0 h 20"/>
                  <a:gd name="T28" fmla="*/ 26 w 35"/>
                  <a:gd name="T29" fmla="*/ 0 h 20"/>
                  <a:gd name="T30" fmla="*/ 22 w 35"/>
                  <a:gd name="T31" fmla="*/ 1 h 20"/>
                  <a:gd name="T32" fmla="*/ 18 w 35"/>
                  <a:gd name="T33" fmla="*/ 1 h 20"/>
                  <a:gd name="T34" fmla="*/ 15 w 35"/>
                  <a:gd name="T35" fmla="*/ 3 h 20"/>
                  <a:gd name="T36" fmla="*/ 13 w 35"/>
                  <a:gd name="T37" fmla="*/ 5 h 20"/>
                  <a:gd name="T38" fmla="*/ 11 w 35"/>
                  <a:gd name="T39" fmla="*/ 7 h 20"/>
                  <a:gd name="T40" fmla="*/ 7 w 35"/>
                  <a:gd name="T41" fmla="*/ 7 h 20"/>
                  <a:gd name="T42" fmla="*/ 2 w 35"/>
                  <a:gd name="T43" fmla="*/ 13 h 20"/>
                  <a:gd name="T44" fmla="*/ 0 w 35"/>
                  <a:gd name="T45" fmla="*/ 16 h 20"/>
                  <a:gd name="T46" fmla="*/ 2 w 35"/>
                  <a:gd name="T47" fmla="*/ 18 h 20"/>
                  <a:gd name="T48" fmla="*/ 4 w 35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0">
                    <a:moveTo>
                      <a:pt x="4" y="18"/>
                    </a:moveTo>
                    <a:lnTo>
                      <a:pt x="5" y="18"/>
                    </a:lnTo>
                    <a:lnTo>
                      <a:pt x="5" y="20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7" y="14"/>
                    </a:lnTo>
                    <a:lnTo>
                      <a:pt x="24" y="9"/>
                    </a:lnTo>
                    <a:lnTo>
                      <a:pt x="28" y="5"/>
                    </a:lnTo>
                    <a:lnTo>
                      <a:pt x="33" y="3"/>
                    </a:lnTo>
                    <a:lnTo>
                      <a:pt x="35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7" y="7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2" name="Freeform 6441">
                <a:extLst>
                  <a:ext uri="{FF2B5EF4-FFF2-40B4-BE49-F238E27FC236}">
                    <a16:creationId xmlns:a16="http://schemas.microsoft.com/office/drawing/2014/main" id="{521892B2-A935-4968-AF10-D324A1E26A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35" y="162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2 w 6"/>
                  <a:gd name="T3" fmla="*/ 2 h 8"/>
                  <a:gd name="T4" fmla="*/ 2 w 6"/>
                  <a:gd name="T5" fmla="*/ 0 h 8"/>
                  <a:gd name="T6" fmla="*/ 0 w 6"/>
                  <a:gd name="T7" fmla="*/ 4 h 8"/>
                  <a:gd name="T8" fmla="*/ 0 w 6"/>
                  <a:gd name="T9" fmla="*/ 6 h 8"/>
                  <a:gd name="T10" fmla="*/ 6 w 6"/>
                  <a:gd name="T11" fmla="*/ 8 h 8"/>
                  <a:gd name="T12" fmla="*/ 4 w 6"/>
                  <a:gd name="T13" fmla="*/ 6 h 8"/>
                  <a:gd name="T14" fmla="*/ 6 w 6"/>
                  <a:gd name="T15" fmla="*/ 6 h 8"/>
                  <a:gd name="T16" fmla="*/ 4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3" name="Freeform 6442">
                <a:extLst>
                  <a:ext uri="{FF2B5EF4-FFF2-40B4-BE49-F238E27FC236}">
                    <a16:creationId xmlns:a16="http://schemas.microsoft.com/office/drawing/2014/main" id="{9CC770DD-FB2B-487B-AB9E-CBD39337C2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3" y="155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2 w 7"/>
                  <a:gd name="T3" fmla="*/ 0 h 9"/>
                  <a:gd name="T4" fmla="*/ 0 w 7"/>
                  <a:gd name="T5" fmla="*/ 5 h 9"/>
                  <a:gd name="T6" fmla="*/ 2 w 7"/>
                  <a:gd name="T7" fmla="*/ 5 h 9"/>
                  <a:gd name="T8" fmla="*/ 2 w 7"/>
                  <a:gd name="T9" fmla="*/ 9 h 9"/>
                  <a:gd name="T10" fmla="*/ 6 w 7"/>
                  <a:gd name="T11" fmla="*/ 9 h 9"/>
                  <a:gd name="T12" fmla="*/ 6 w 7"/>
                  <a:gd name="T13" fmla="*/ 7 h 9"/>
                  <a:gd name="T14" fmla="*/ 7 w 7"/>
                  <a:gd name="T15" fmla="*/ 4 h 9"/>
                  <a:gd name="T16" fmla="*/ 6 w 7"/>
                  <a:gd name="T17" fmla="*/ 2 h 9"/>
                  <a:gd name="T18" fmla="*/ 6 w 7"/>
                  <a:gd name="T19" fmla="*/ 2 h 9"/>
                  <a:gd name="T20" fmla="*/ 4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4" name="Freeform 6443">
                <a:extLst>
                  <a:ext uri="{FF2B5EF4-FFF2-40B4-BE49-F238E27FC236}">
                    <a16:creationId xmlns:a16="http://schemas.microsoft.com/office/drawing/2014/main" id="{17F7A49F-B6BE-4C1A-9DBF-CE772073A7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56" y="1443"/>
                <a:ext cx="32" cy="38"/>
              </a:xfrm>
              <a:custGeom>
                <a:avLst/>
                <a:gdLst>
                  <a:gd name="T0" fmla="*/ 32 w 32"/>
                  <a:gd name="T1" fmla="*/ 8 h 38"/>
                  <a:gd name="T2" fmla="*/ 28 w 32"/>
                  <a:gd name="T3" fmla="*/ 4 h 38"/>
                  <a:gd name="T4" fmla="*/ 26 w 32"/>
                  <a:gd name="T5" fmla="*/ 4 h 38"/>
                  <a:gd name="T6" fmla="*/ 24 w 32"/>
                  <a:gd name="T7" fmla="*/ 4 h 38"/>
                  <a:gd name="T8" fmla="*/ 23 w 32"/>
                  <a:gd name="T9" fmla="*/ 4 h 38"/>
                  <a:gd name="T10" fmla="*/ 21 w 32"/>
                  <a:gd name="T11" fmla="*/ 4 h 38"/>
                  <a:gd name="T12" fmla="*/ 19 w 32"/>
                  <a:gd name="T13" fmla="*/ 2 h 38"/>
                  <a:gd name="T14" fmla="*/ 17 w 32"/>
                  <a:gd name="T15" fmla="*/ 2 h 38"/>
                  <a:gd name="T16" fmla="*/ 13 w 32"/>
                  <a:gd name="T17" fmla="*/ 0 h 38"/>
                  <a:gd name="T18" fmla="*/ 9 w 32"/>
                  <a:gd name="T19" fmla="*/ 0 h 38"/>
                  <a:gd name="T20" fmla="*/ 8 w 32"/>
                  <a:gd name="T21" fmla="*/ 4 h 38"/>
                  <a:gd name="T22" fmla="*/ 4 w 32"/>
                  <a:gd name="T23" fmla="*/ 4 h 38"/>
                  <a:gd name="T24" fmla="*/ 0 w 32"/>
                  <a:gd name="T25" fmla="*/ 8 h 38"/>
                  <a:gd name="T26" fmla="*/ 0 w 32"/>
                  <a:gd name="T27" fmla="*/ 11 h 38"/>
                  <a:gd name="T28" fmla="*/ 2 w 32"/>
                  <a:gd name="T29" fmla="*/ 13 h 38"/>
                  <a:gd name="T30" fmla="*/ 4 w 32"/>
                  <a:gd name="T31" fmla="*/ 15 h 38"/>
                  <a:gd name="T32" fmla="*/ 4 w 32"/>
                  <a:gd name="T33" fmla="*/ 19 h 38"/>
                  <a:gd name="T34" fmla="*/ 6 w 32"/>
                  <a:gd name="T35" fmla="*/ 21 h 38"/>
                  <a:gd name="T36" fmla="*/ 4 w 32"/>
                  <a:gd name="T37" fmla="*/ 23 h 38"/>
                  <a:gd name="T38" fmla="*/ 4 w 32"/>
                  <a:gd name="T39" fmla="*/ 26 h 38"/>
                  <a:gd name="T40" fmla="*/ 6 w 32"/>
                  <a:gd name="T41" fmla="*/ 28 h 38"/>
                  <a:gd name="T42" fmla="*/ 6 w 32"/>
                  <a:gd name="T43" fmla="*/ 34 h 38"/>
                  <a:gd name="T44" fmla="*/ 9 w 32"/>
                  <a:gd name="T45" fmla="*/ 38 h 38"/>
                  <a:gd name="T46" fmla="*/ 11 w 32"/>
                  <a:gd name="T47" fmla="*/ 36 h 38"/>
                  <a:gd name="T48" fmla="*/ 11 w 32"/>
                  <a:gd name="T49" fmla="*/ 34 h 38"/>
                  <a:gd name="T50" fmla="*/ 13 w 32"/>
                  <a:gd name="T51" fmla="*/ 34 h 38"/>
                  <a:gd name="T52" fmla="*/ 15 w 32"/>
                  <a:gd name="T53" fmla="*/ 34 h 38"/>
                  <a:gd name="T54" fmla="*/ 19 w 32"/>
                  <a:gd name="T55" fmla="*/ 28 h 38"/>
                  <a:gd name="T56" fmla="*/ 23 w 32"/>
                  <a:gd name="T57" fmla="*/ 26 h 38"/>
                  <a:gd name="T58" fmla="*/ 26 w 32"/>
                  <a:gd name="T59" fmla="*/ 23 h 38"/>
                  <a:gd name="T60" fmla="*/ 26 w 32"/>
                  <a:gd name="T61" fmla="*/ 23 h 38"/>
                  <a:gd name="T62" fmla="*/ 32 w 32"/>
                  <a:gd name="T63" fmla="*/ 19 h 38"/>
                  <a:gd name="T64" fmla="*/ 32 w 32"/>
                  <a:gd name="T65" fmla="*/ 17 h 38"/>
                  <a:gd name="T66" fmla="*/ 32 w 32"/>
                  <a:gd name="T67" fmla="*/ 17 h 38"/>
                  <a:gd name="T68" fmla="*/ 32 w 32"/>
                  <a:gd name="T69" fmla="*/ 13 h 38"/>
                  <a:gd name="T70" fmla="*/ 30 w 32"/>
                  <a:gd name="T71" fmla="*/ 11 h 38"/>
                  <a:gd name="T72" fmla="*/ 32 w 32"/>
                  <a:gd name="T73" fmla="*/ 11 h 38"/>
                  <a:gd name="T74" fmla="*/ 32 w 32"/>
                  <a:gd name="T75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8">
                    <a:moveTo>
                      <a:pt x="32" y="8"/>
                    </a:move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9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5" y="34"/>
                    </a:lnTo>
                    <a:lnTo>
                      <a:pt x="19" y="28"/>
                    </a:lnTo>
                    <a:lnTo>
                      <a:pt x="23" y="26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5" name="Freeform 6444">
                <a:extLst>
                  <a:ext uri="{FF2B5EF4-FFF2-40B4-BE49-F238E27FC236}">
                    <a16:creationId xmlns:a16="http://schemas.microsoft.com/office/drawing/2014/main" id="{863BD44F-A118-4987-84BA-132DA506FBF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7" y="1443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5 w 7"/>
                  <a:gd name="T3" fmla="*/ 6 h 6"/>
                  <a:gd name="T4" fmla="*/ 7 w 7"/>
                  <a:gd name="T5" fmla="*/ 4 h 6"/>
                  <a:gd name="T6" fmla="*/ 5 w 7"/>
                  <a:gd name="T7" fmla="*/ 0 h 6"/>
                  <a:gd name="T8" fmla="*/ 2 w 7"/>
                  <a:gd name="T9" fmla="*/ 0 h 6"/>
                  <a:gd name="T10" fmla="*/ 0 w 7"/>
                  <a:gd name="T11" fmla="*/ 2 h 6"/>
                  <a:gd name="T12" fmla="*/ 0 w 7"/>
                  <a:gd name="T13" fmla="*/ 4 h 6"/>
                  <a:gd name="T14" fmla="*/ 2 w 7"/>
                  <a:gd name="T15" fmla="*/ 6 h 6"/>
                  <a:gd name="T16" fmla="*/ 4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6" name="Freeform 6445">
                <a:extLst>
                  <a:ext uri="{FF2B5EF4-FFF2-40B4-BE49-F238E27FC236}">
                    <a16:creationId xmlns:a16="http://schemas.microsoft.com/office/drawing/2014/main" id="{F16E312E-B803-4905-87ED-6CAF4D13D4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41" y="1632"/>
                <a:ext cx="9" cy="7"/>
              </a:xfrm>
              <a:custGeom>
                <a:avLst/>
                <a:gdLst>
                  <a:gd name="T0" fmla="*/ 3 w 9"/>
                  <a:gd name="T1" fmla="*/ 0 h 7"/>
                  <a:gd name="T2" fmla="*/ 3 w 9"/>
                  <a:gd name="T3" fmla="*/ 0 h 7"/>
                  <a:gd name="T4" fmla="*/ 3 w 9"/>
                  <a:gd name="T5" fmla="*/ 0 h 7"/>
                  <a:gd name="T6" fmla="*/ 0 w 9"/>
                  <a:gd name="T7" fmla="*/ 1 h 7"/>
                  <a:gd name="T8" fmla="*/ 2 w 9"/>
                  <a:gd name="T9" fmla="*/ 5 h 7"/>
                  <a:gd name="T10" fmla="*/ 3 w 9"/>
                  <a:gd name="T11" fmla="*/ 7 h 7"/>
                  <a:gd name="T12" fmla="*/ 7 w 9"/>
                  <a:gd name="T13" fmla="*/ 3 h 7"/>
                  <a:gd name="T14" fmla="*/ 7 w 9"/>
                  <a:gd name="T15" fmla="*/ 1 h 7"/>
                  <a:gd name="T16" fmla="*/ 9 w 9"/>
                  <a:gd name="T17" fmla="*/ 0 h 7"/>
                  <a:gd name="T18" fmla="*/ 3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09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sp>
          <p:nvSpPr>
            <p:cNvPr id="10" name="Freeform 6447">
              <a:extLst>
                <a:ext uri="{FF2B5EF4-FFF2-40B4-BE49-F238E27FC236}">
                  <a16:creationId xmlns:a16="http://schemas.microsoft.com/office/drawing/2014/main" id="{6CB7EB08-9E17-4CCF-BFC3-AF27282F8938}"/>
                </a:ext>
              </a:extLst>
            </p:cNvPr>
            <p:cNvSpPr>
              <a:spLocks/>
            </p:cNvSpPr>
            <p:nvPr/>
          </p:nvSpPr>
          <p:spPr bwMode="gray">
            <a:xfrm>
              <a:off x="2341" y="1609"/>
              <a:ext cx="9" cy="6"/>
            </a:xfrm>
            <a:custGeom>
              <a:avLst/>
              <a:gdLst>
                <a:gd name="T0" fmla="*/ 2 w 5"/>
                <a:gd name="T1" fmla="*/ 0 h 3"/>
                <a:gd name="T2" fmla="*/ 0 w 5"/>
                <a:gd name="T3" fmla="*/ 3 h 3"/>
                <a:gd name="T4" fmla="*/ 1 w 5"/>
                <a:gd name="T5" fmla="*/ 2 h 3"/>
                <a:gd name="T6" fmla="*/ 2 w 5"/>
                <a:gd name="T7" fmla="*/ 2 h 3"/>
                <a:gd name="T8" fmla="*/ 2 w 5"/>
                <a:gd name="T9" fmla="*/ 2 h 3"/>
                <a:gd name="T10" fmla="*/ 5 w 5"/>
                <a:gd name="T11" fmla="*/ 0 h 3"/>
                <a:gd name="T12" fmla="*/ 2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1" name="Freeform 6448">
              <a:extLst>
                <a:ext uri="{FF2B5EF4-FFF2-40B4-BE49-F238E27FC236}">
                  <a16:creationId xmlns:a16="http://schemas.microsoft.com/office/drawing/2014/main" id="{E179F33E-5B1F-4CC3-8B7A-3C6D4906ADA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41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2 w 6"/>
                <a:gd name="T5" fmla="*/ 6 h 6"/>
                <a:gd name="T6" fmla="*/ 4 w 6"/>
                <a:gd name="T7" fmla="*/ 4 h 6"/>
                <a:gd name="T8" fmla="*/ 6 w 6"/>
                <a:gd name="T9" fmla="*/ 2 h 6"/>
                <a:gd name="T10" fmla="*/ 4 w 6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2" name="Freeform 6449">
              <a:extLst>
                <a:ext uri="{FF2B5EF4-FFF2-40B4-BE49-F238E27FC236}">
                  <a16:creationId xmlns:a16="http://schemas.microsoft.com/office/drawing/2014/main" id="{34EAF603-F2B6-467F-B579-D6184973B1D7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8" y="1438"/>
              <a:ext cx="9" cy="5"/>
            </a:xfrm>
            <a:custGeom>
              <a:avLst/>
              <a:gdLst>
                <a:gd name="T0" fmla="*/ 5 w 9"/>
                <a:gd name="T1" fmla="*/ 5 h 5"/>
                <a:gd name="T2" fmla="*/ 7 w 9"/>
                <a:gd name="T3" fmla="*/ 5 h 5"/>
                <a:gd name="T4" fmla="*/ 9 w 9"/>
                <a:gd name="T5" fmla="*/ 2 h 5"/>
                <a:gd name="T6" fmla="*/ 5 w 9"/>
                <a:gd name="T7" fmla="*/ 0 h 5"/>
                <a:gd name="T8" fmla="*/ 2 w 9"/>
                <a:gd name="T9" fmla="*/ 2 h 5"/>
                <a:gd name="T10" fmla="*/ 0 w 9"/>
                <a:gd name="T11" fmla="*/ 5 h 5"/>
                <a:gd name="T12" fmla="*/ 4 w 9"/>
                <a:gd name="T13" fmla="*/ 5 h 5"/>
                <a:gd name="T14" fmla="*/ 5 w 9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lnTo>
                    <a:pt x="7" y="5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3" name="Freeform 6450">
              <a:extLst>
                <a:ext uri="{FF2B5EF4-FFF2-40B4-BE49-F238E27FC236}">
                  <a16:creationId xmlns:a16="http://schemas.microsoft.com/office/drawing/2014/main" id="{1F88B58F-D46B-4E5D-96BE-B67F2B05BD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391"/>
              <a:ext cx="15" cy="15"/>
            </a:xfrm>
            <a:custGeom>
              <a:avLst/>
              <a:gdLst>
                <a:gd name="T0" fmla="*/ 2 w 15"/>
                <a:gd name="T1" fmla="*/ 13 h 15"/>
                <a:gd name="T2" fmla="*/ 4 w 15"/>
                <a:gd name="T3" fmla="*/ 15 h 15"/>
                <a:gd name="T4" fmla="*/ 7 w 15"/>
                <a:gd name="T5" fmla="*/ 15 h 15"/>
                <a:gd name="T6" fmla="*/ 7 w 15"/>
                <a:gd name="T7" fmla="*/ 15 h 15"/>
                <a:gd name="T8" fmla="*/ 11 w 15"/>
                <a:gd name="T9" fmla="*/ 15 h 15"/>
                <a:gd name="T10" fmla="*/ 13 w 15"/>
                <a:gd name="T11" fmla="*/ 11 h 15"/>
                <a:gd name="T12" fmla="*/ 15 w 15"/>
                <a:gd name="T13" fmla="*/ 9 h 15"/>
                <a:gd name="T14" fmla="*/ 15 w 15"/>
                <a:gd name="T15" fmla="*/ 6 h 15"/>
                <a:gd name="T16" fmla="*/ 15 w 15"/>
                <a:gd name="T17" fmla="*/ 4 h 15"/>
                <a:gd name="T18" fmla="*/ 15 w 15"/>
                <a:gd name="T19" fmla="*/ 0 h 15"/>
                <a:gd name="T20" fmla="*/ 9 w 15"/>
                <a:gd name="T21" fmla="*/ 0 h 15"/>
                <a:gd name="T22" fmla="*/ 9 w 15"/>
                <a:gd name="T23" fmla="*/ 2 h 15"/>
                <a:gd name="T24" fmla="*/ 4 w 15"/>
                <a:gd name="T25" fmla="*/ 4 h 15"/>
                <a:gd name="T26" fmla="*/ 4 w 15"/>
                <a:gd name="T27" fmla="*/ 6 h 15"/>
                <a:gd name="T28" fmla="*/ 4 w 15"/>
                <a:gd name="T29" fmla="*/ 8 h 15"/>
                <a:gd name="T30" fmla="*/ 2 w 15"/>
                <a:gd name="T31" fmla="*/ 8 h 15"/>
                <a:gd name="T32" fmla="*/ 0 w 15"/>
                <a:gd name="T33" fmla="*/ 9 h 15"/>
                <a:gd name="T34" fmla="*/ 0 w 15"/>
                <a:gd name="T35" fmla="*/ 11 h 15"/>
                <a:gd name="T36" fmla="*/ 2 w 15"/>
                <a:gd name="T3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15">
                  <a:moveTo>
                    <a:pt x="2" y="13"/>
                  </a:moveTo>
                  <a:lnTo>
                    <a:pt x="4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4" name="Freeform 6451">
              <a:extLst>
                <a:ext uri="{FF2B5EF4-FFF2-40B4-BE49-F238E27FC236}">
                  <a16:creationId xmlns:a16="http://schemas.microsoft.com/office/drawing/2014/main" id="{84805E55-ADBC-4817-AAA8-AECC97DD6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88" y="1453"/>
              <a:ext cx="80" cy="97"/>
            </a:xfrm>
            <a:custGeom>
              <a:avLst/>
              <a:gdLst>
                <a:gd name="T0" fmla="*/ 43 w 43"/>
                <a:gd name="T1" fmla="*/ 4 h 52"/>
                <a:gd name="T2" fmla="*/ 38 w 43"/>
                <a:gd name="T3" fmla="*/ 1 h 52"/>
                <a:gd name="T4" fmla="*/ 32 w 43"/>
                <a:gd name="T5" fmla="*/ 2 h 52"/>
                <a:gd name="T6" fmla="*/ 26 w 43"/>
                <a:gd name="T7" fmla="*/ 1 h 52"/>
                <a:gd name="T8" fmla="*/ 22 w 43"/>
                <a:gd name="T9" fmla="*/ 3 h 52"/>
                <a:gd name="T10" fmla="*/ 18 w 43"/>
                <a:gd name="T11" fmla="*/ 5 h 52"/>
                <a:gd name="T12" fmla="*/ 17 w 43"/>
                <a:gd name="T13" fmla="*/ 7 h 52"/>
                <a:gd name="T14" fmla="*/ 14 w 43"/>
                <a:gd name="T15" fmla="*/ 11 h 52"/>
                <a:gd name="T16" fmla="*/ 17 w 43"/>
                <a:gd name="T17" fmla="*/ 16 h 52"/>
                <a:gd name="T18" fmla="*/ 16 w 43"/>
                <a:gd name="T19" fmla="*/ 20 h 52"/>
                <a:gd name="T20" fmla="*/ 14 w 43"/>
                <a:gd name="T21" fmla="*/ 24 h 52"/>
                <a:gd name="T22" fmla="*/ 13 w 43"/>
                <a:gd name="T23" fmla="*/ 22 h 52"/>
                <a:gd name="T24" fmla="*/ 10 w 43"/>
                <a:gd name="T25" fmla="*/ 18 h 52"/>
                <a:gd name="T26" fmla="*/ 6 w 43"/>
                <a:gd name="T27" fmla="*/ 15 h 52"/>
                <a:gd name="T28" fmla="*/ 3 w 43"/>
                <a:gd name="T29" fmla="*/ 16 h 52"/>
                <a:gd name="T30" fmla="*/ 1 w 43"/>
                <a:gd name="T31" fmla="*/ 23 h 52"/>
                <a:gd name="T32" fmla="*/ 0 w 43"/>
                <a:gd name="T33" fmla="*/ 29 h 52"/>
                <a:gd name="T34" fmla="*/ 4 w 43"/>
                <a:gd name="T35" fmla="*/ 30 h 52"/>
                <a:gd name="T36" fmla="*/ 5 w 43"/>
                <a:gd name="T37" fmla="*/ 32 h 52"/>
                <a:gd name="T38" fmla="*/ 7 w 43"/>
                <a:gd name="T39" fmla="*/ 38 h 52"/>
                <a:gd name="T40" fmla="*/ 9 w 43"/>
                <a:gd name="T41" fmla="*/ 43 h 52"/>
                <a:gd name="T42" fmla="*/ 9 w 43"/>
                <a:gd name="T43" fmla="*/ 49 h 52"/>
                <a:gd name="T44" fmla="*/ 12 w 43"/>
                <a:gd name="T45" fmla="*/ 52 h 52"/>
                <a:gd name="T46" fmla="*/ 15 w 43"/>
                <a:gd name="T47" fmla="*/ 50 h 52"/>
                <a:gd name="T48" fmla="*/ 18 w 43"/>
                <a:gd name="T49" fmla="*/ 47 h 52"/>
                <a:gd name="T50" fmla="*/ 24 w 43"/>
                <a:gd name="T51" fmla="*/ 45 h 52"/>
                <a:gd name="T52" fmla="*/ 28 w 43"/>
                <a:gd name="T53" fmla="*/ 45 h 52"/>
                <a:gd name="T54" fmla="*/ 31 w 43"/>
                <a:gd name="T55" fmla="*/ 40 h 52"/>
                <a:gd name="T56" fmla="*/ 32 w 43"/>
                <a:gd name="T57" fmla="*/ 36 h 52"/>
                <a:gd name="T58" fmla="*/ 36 w 43"/>
                <a:gd name="T59" fmla="*/ 33 h 52"/>
                <a:gd name="T60" fmla="*/ 37 w 43"/>
                <a:gd name="T61" fmla="*/ 27 h 52"/>
                <a:gd name="T62" fmla="*/ 39 w 43"/>
                <a:gd name="T63" fmla="*/ 21 h 52"/>
                <a:gd name="T64" fmla="*/ 39 w 43"/>
                <a:gd name="T65" fmla="*/ 18 h 52"/>
                <a:gd name="T66" fmla="*/ 39 w 43"/>
                <a:gd name="T67" fmla="*/ 14 h 52"/>
                <a:gd name="T68" fmla="*/ 38 w 43"/>
                <a:gd name="T69" fmla="*/ 12 h 52"/>
                <a:gd name="T70" fmla="*/ 43 w 43"/>
                <a:gd name="T71" fmla="*/ 9 h 52"/>
                <a:gd name="T72" fmla="*/ 40 w 43"/>
                <a:gd name="T73" fmla="*/ 6 h 52"/>
                <a:gd name="T74" fmla="*/ 39 w 43"/>
                <a:gd name="T75" fmla="*/ 5 h 52"/>
                <a:gd name="T76" fmla="*/ 20 w 43"/>
                <a:gd name="T77" fmla="*/ 9 h 52"/>
                <a:gd name="T78" fmla="*/ 34 w 43"/>
                <a:gd name="T79" fmla="*/ 6 h 52"/>
                <a:gd name="T80" fmla="*/ 30 w 43"/>
                <a:gd name="T81" fmla="*/ 4 h 52"/>
                <a:gd name="T82" fmla="*/ 31 w 43"/>
                <a:gd name="T83" fmla="*/ 5 h 52"/>
                <a:gd name="T84" fmla="*/ 28 w 43"/>
                <a:gd name="T85" fmla="*/ 4 h 52"/>
                <a:gd name="T86" fmla="*/ 34 w 43"/>
                <a:gd name="T87" fmla="*/ 27 h 52"/>
                <a:gd name="T88" fmla="*/ 37 w 43"/>
                <a:gd name="T89" fmla="*/ 17 h 52"/>
                <a:gd name="T90" fmla="*/ 36 w 43"/>
                <a:gd name="T91" fmla="*/ 21 h 52"/>
                <a:gd name="T92" fmla="*/ 35 w 43"/>
                <a:gd name="T93" fmla="*/ 24 h 52"/>
                <a:gd name="T94" fmla="*/ 34 w 43"/>
                <a:gd name="T95" fmla="*/ 22 h 52"/>
                <a:gd name="T96" fmla="*/ 27 w 43"/>
                <a:gd name="T97" fmla="*/ 22 h 52"/>
                <a:gd name="T98" fmla="*/ 29 w 43"/>
                <a:gd name="T99" fmla="*/ 20 h 52"/>
                <a:gd name="T100" fmla="*/ 35 w 43"/>
                <a:gd name="T101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52">
                  <a:moveTo>
                    <a:pt x="39" y="5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4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8" y="5"/>
                    <a:pt x="38" y="5"/>
                    <a:pt x="38" y="5"/>
                  </a:cubicBezTo>
                  <a:lnTo>
                    <a:pt x="39" y="5"/>
                  </a:lnTo>
                  <a:close/>
                  <a:moveTo>
                    <a:pt x="20" y="10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lnTo>
                    <a:pt x="35" y="5"/>
                  </a:lnTo>
                  <a:close/>
                  <a:moveTo>
                    <a:pt x="29" y="3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lnTo>
                    <a:pt x="29" y="3"/>
                  </a:lnTo>
                  <a:close/>
                  <a:moveTo>
                    <a:pt x="34" y="28"/>
                  </a:move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7"/>
                    <a:pt x="35" y="27"/>
                  </a:cubicBezTo>
                  <a:lnTo>
                    <a:pt x="34" y="28"/>
                  </a:lnTo>
                  <a:close/>
                  <a:moveTo>
                    <a:pt x="36" y="17"/>
                  </a:moveTo>
                  <a:cubicBezTo>
                    <a:pt x="37" y="17"/>
                    <a:pt x="37" y="17"/>
                    <a:pt x="37" y="17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lnTo>
                    <a:pt x="36" y="1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5" name="Freeform 6452">
              <a:extLst>
                <a:ext uri="{FF2B5EF4-FFF2-40B4-BE49-F238E27FC236}">
                  <a16:creationId xmlns:a16="http://schemas.microsoft.com/office/drawing/2014/main" id="{A9691408-46BE-42B2-BD93-558506B99EF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75" y="1428"/>
              <a:ext cx="16" cy="15"/>
            </a:xfrm>
            <a:custGeom>
              <a:avLst/>
              <a:gdLst>
                <a:gd name="T0" fmla="*/ 13 w 16"/>
                <a:gd name="T1" fmla="*/ 6 h 15"/>
                <a:gd name="T2" fmla="*/ 16 w 16"/>
                <a:gd name="T3" fmla="*/ 0 h 15"/>
                <a:gd name="T4" fmla="*/ 11 w 16"/>
                <a:gd name="T5" fmla="*/ 2 h 15"/>
                <a:gd name="T6" fmla="*/ 3 w 16"/>
                <a:gd name="T7" fmla="*/ 6 h 15"/>
                <a:gd name="T8" fmla="*/ 1 w 16"/>
                <a:gd name="T9" fmla="*/ 10 h 15"/>
                <a:gd name="T10" fmla="*/ 0 w 16"/>
                <a:gd name="T11" fmla="*/ 10 h 15"/>
                <a:gd name="T12" fmla="*/ 1 w 16"/>
                <a:gd name="T13" fmla="*/ 15 h 15"/>
                <a:gd name="T14" fmla="*/ 3 w 16"/>
                <a:gd name="T15" fmla="*/ 15 h 15"/>
                <a:gd name="T16" fmla="*/ 5 w 16"/>
                <a:gd name="T17" fmla="*/ 13 h 15"/>
                <a:gd name="T18" fmla="*/ 5 w 16"/>
                <a:gd name="T19" fmla="*/ 13 h 15"/>
                <a:gd name="T20" fmla="*/ 5 w 16"/>
                <a:gd name="T21" fmla="*/ 13 h 15"/>
                <a:gd name="T22" fmla="*/ 9 w 16"/>
                <a:gd name="T23" fmla="*/ 15 h 15"/>
                <a:gd name="T24" fmla="*/ 9 w 16"/>
                <a:gd name="T25" fmla="*/ 12 h 15"/>
                <a:gd name="T26" fmla="*/ 9 w 16"/>
                <a:gd name="T27" fmla="*/ 10 h 15"/>
                <a:gd name="T28" fmla="*/ 9 w 16"/>
                <a:gd name="T29" fmla="*/ 10 h 15"/>
                <a:gd name="T30" fmla="*/ 13 w 16"/>
                <a:gd name="T3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5">
                  <a:moveTo>
                    <a:pt x="13" y="6"/>
                  </a:moveTo>
                  <a:lnTo>
                    <a:pt x="16" y="0"/>
                  </a:lnTo>
                  <a:lnTo>
                    <a:pt x="11" y="2"/>
                  </a:lnTo>
                  <a:lnTo>
                    <a:pt x="3" y="6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9" y="15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6" name="Freeform 6453">
              <a:extLst>
                <a:ext uri="{FF2B5EF4-FFF2-40B4-BE49-F238E27FC236}">
                  <a16:creationId xmlns:a16="http://schemas.microsoft.com/office/drawing/2014/main" id="{FD52F7C1-B073-435B-84A6-4E57E81BA21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40" y="1346"/>
              <a:ext cx="74" cy="79"/>
            </a:xfrm>
            <a:custGeom>
              <a:avLst/>
              <a:gdLst>
                <a:gd name="T0" fmla="*/ 5 w 40"/>
                <a:gd name="T1" fmla="*/ 4 h 42"/>
                <a:gd name="T2" fmla="*/ 6 w 40"/>
                <a:gd name="T3" fmla="*/ 9 h 42"/>
                <a:gd name="T4" fmla="*/ 6 w 40"/>
                <a:gd name="T5" fmla="*/ 9 h 42"/>
                <a:gd name="T6" fmla="*/ 1 w 40"/>
                <a:gd name="T7" fmla="*/ 10 h 42"/>
                <a:gd name="T8" fmla="*/ 2 w 40"/>
                <a:gd name="T9" fmla="*/ 14 h 42"/>
                <a:gd name="T10" fmla="*/ 6 w 40"/>
                <a:gd name="T11" fmla="*/ 15 h 42"/>
                <a:gd name="T12" fmla="*/ 0 w 40"/>
                <a:gd name="T13" fmla="*/ 15 h 42"/>
                <a:gd name="T14" fmla="*/ 3 w 40"/>
                <a:gd name="T15" fmla="*/ 19 h 42"/>
                <a:gd name="T16" fmla="*/ 1 w 40"/>
                <a:gd name="T17" fmla="*/ 22 h 42"/>
                <a:gd name="T18" fmla="*/ 6 w 40"/>
                <a:gd name="T19" fmla="*/ 21 h 42"/>
                <a:gd name="T20" fmla="*/ 6 w 40"/>
                <a:gd name="T21" fmla="*/ 22 h 42"/>
                <a:gd name="T22" fmla="*/ 3 w 40"/>
                <a:gd name="T23" fmla="*/ 23 h 42"/>
                <a:gd name="T24" fmla="*/ 6 w 40"/>
                <a:gd name="T25" fmla="*/ 26 h 42"/>
                <a:gd name="T26" fmla="*/ 7 w 40"/>
                <a:gd name="T27" fmla="*/ 27 h 42"/>
                <a:gd name="T28" fmla="*/ 9 w 40"/>
                <a:gd name="T29" fmla="*/ 26 h 42"/>
                <a:gd name="T30" fmla="*/ 14 w 40"/>
                <a:gd name="T31" fmla="*/ 27 h 42"/>
                <a:gd name="T32" fmla="*/ 21 w 40"/>
                <a:gd name="T33" fmla="*/ 28 h 42"/>
                <a:gd name="T34" fmla="*/ 14 w 40"/>
                <a:gd name="T35" fmla="*/ 29 h 42"/>
                <a:gd name="T36" fmla="*/ 9 w 40"/>
                <a:gd name="T37" fmla="*/ 30 h 42"/>
                <a:gd name="T38" fmla="*/ 10 w 40"/>
                <a:gd name="T39" fmla="*/ 31 h 42"/>
                <a:gd name="T40" fmla="*/ 10 w 40"/>
                <a:gd name="T41" fmla="*/ 34 h 42"/>
                <a:gd name="T42" fmla="*/ 9 w 40"/>
                <a:gd name="T43" fmla="*/ 36 h 42"/>
                <a:gd name="T44" fmla="*/ 10 w 40"/>
                <a:gd name="T45" fmla="*/ 40 h 42"/>
                <a:gd name="T46" fmla="*/ 13 w 40"/>
                <a:gd name="T47" fmla="*/ 40 h 42"/>
                <a:gd name="T48" fmla="*/ 16 w 40"/>
                <a:gd name="T49" fmla="*/ 42 h 42"/>
                <a:gd name="T50" fmla="*/ 24 w 40"/>
                <a:gd name="T51" fmla="*/ 40 h 42"/>
                <a:gd name="T52" fmla="*/ 26 w 40"/>
                <a:gd name="T53" fmla="*/ 36 h 42"/>
                <a:gd name="T54" fmla="*/ 25 w 40"/>
                <a:gd name="T55" fmla="*/ 35 h 42"/>
                <a:gd name="T56" fmla="*/ 27 w 40"/>
                <a:gd name="T57" fmla="*/ 33 h 42"/>
                <a:gd name="T58" fmla="*/ 31 w 40"/>
                <a:gd name="T59" fmla="*/ 30 h 42"/>
                <a:gd name="T60" fmla="*/ 32 w 40"/>
                <a:gd name="T61" fmla="*/ 29 h 42"/>
                <a:gd name="T62" fmla="*/ 34 w 40"/>
                <a:gd name="T63" fmla="*/ 24 h 42"/>
                <a:gd name="T64" fmla="*/ 37 w 40"/>
                <a:gd name="T65" fmla="*/ 19 h 42"/>
                <a:gd name="T66" fmla="*/ 40 w 40"/>
                <a:gd name="T67" fmla="*/ 13 h 42"/>
                <a:gd name="T68" fmla="*/ 39 w 40"/>
                <a:gd name="T69" fmla="*/ 11 h 42"/>
                <a:gd name="T70" fmla="*/ 36 w 40"/>
                <a:gd name="T71" fmla="*/ 7 h 42"/>
                <a:gd name="T72" fmla="*/ 35 w 40"/>
                <a:gd name="T73" fmla="*/ 9 h 42"/>
                <a:gd name="T74" fmla="*/ 32 w 40"/>
                <a:gd name="T75" fmla="*/ 12 h 42"/>
                <a:gd name="T76" fmla="*/ 33 w 40"/>
                <a:gd name="T77" fmla="*/ 9 h 42"/>
                <a:gd name="T78" fmla="*/ 32 w 40"/>
                <a:gd name="T79" fmla="*/ 4 h 42"/>
                <a:gd name="T80" fmla="*/ 32 w 40"/>
                <a:gd name="T81" fmla="*/ 7 h 42"/>
                <a:gd name="T82" fmla="*/ 29 w 40"/>
                <a:gd name="T83" fmla="*/ 6 h 42"/>
                <a:gd name="T84" fmla="*/ 25 w 40"/>
                <a:gd name="T85" fmla="*/ 7 h 42"/>
                <a:gd name="T86" fmla="*/ 22 w 40"/>
                <a:gd name="T87" fmla="*/ 11 h 42"/>
                <a:gd name="T88" fmla="*/ 21 w 40"/>
                <a:gd name="T89" fmla="*/ 14 h 42"/>
                <a:gd name="T90" fmla="*/ 22 w 40"/>
                <a:gd name="T91" fmla="*/ 18 h 42"/>
                <a:gd name="T92" fmla="*/ 20 w 40"/>
                <a:gd name="T93" fmla="*/ 22 h 42"/>
                <a:gd name="T94" fmla="*/ 19 w 40"/>
                <a:gd name="T95" fmla="*/ 15 h 42"/>
                <a:gd name="T96" fmla="*/ 19 w 40"/>
                <a:gd name="T97" fmla="*/ 11 h 42"/>
                <a:gd name="T98" fmla="*/ 15 w 40"/>
                <a:gd name="T99" fmla="*/ 11 h 42"/>
                <a:gd name="T100" fmla="*/ 15 w 40"/>
                <a:gd name="T101" fmla="*/ 14 h 42"/>
                <a:gd name="T102" fmla="*/ 12 w 40"/>
                <a:gd name="T103" fmla="*/ 16 h 42"/>
                <a:gd name="T104" fmla="*/ 11 w 40"/>
                <a:gd name="T105" fmla="*/ 21 h 42"/>
                <a:gd name="T106" fmla="*/ 11 w 40"/>
                <a:gd name="T107" fmla="*/ 17 h 42"/>
                <a:gd name="T108" fmla="*/ 10 w 40"/>
                <a:gd name="T109" fmla="*/ 15 h 42"/>
                <a:gd name="T110" fmla="*/ 9 w 40"/>
                <a:gd name="T111" fmla="*/ 10 h 42"/>
                <a:gd name="T112" fmla="*/ 11 w 40"/>
                <a:gd name="T113" fmla="*/ 6 h 42"/>
                <a:gd name="T114" fmla="*/ 9 w 40"/>
                <a:gd name="T115" fmla="*/ 3 h 42"/>
                <a:gd name="T116" fmla="*/ 6 w 40"/>
                <a:gd name="T117" fmla="*/ 0 h 42"/>
                <a:gd name="T118" fmla="*/ 7 w 40"/>
                <a:gd name="T11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42">
                  <a:moveTo>
                    <a:pt x="6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6" y="0"/>
                  </a:lnTo>
                  <a:close/>
                  <a:moveTo>
                    <a:pt x="5" y="18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lnTo>
                    <a:pt x="5" y="1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7" name="Freeform 6454">
              <a:extLst>
                <a:ext uri="{FF2B5EF4-FFF2-40B4-BE49-F238E27FC236}">
                  <a16:creationId xmlns:a16="http://schemas.microsoft.com/office/drawing/2014/main" id="{C3DD2C48-9711-44FC-9278-D001E8F910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1302"/>
              <a:ext cx="14" cy="33"/>
            </a:xfrm>
            <a:custGeom>
              <a:avLst/>
              <a:gdLst>
                <a:gd name="T0" fmla="*/ 5 w 14"/>
                <a:gd name="T1" fmla="*/ 29 h 33"/>
                <a:gd name="T2" fmla="*/ 1 w 14"/>
                <a:gd name="T3" fmla="*/ 31 h 33"/>
                <a:gd name="T4" fmla="*/ 5 w 14"/>
                <a:gd name="T5" fmla="*/ 33 h 33"/>
                <a:gd name="T6" fmla="*/ 9 w 14"/>
                <a:gd name="T7" fmla="*/ 33 h 33"/>
                <a:gd name="T8" fmla="*/ 13 w 14"/>
                <a:gd name="T9" fmla="*/ 29 h 33"/>
                <a:gd name="T10" fmla="*/ 7 w 14"/>
                <a:gd name="T11" fmla="*/ 29 h 33"/>
                <a:gd name="T12" fmla="*/ 9 w 14"/>
                <a:gd name="T13" fmla="*/ 28 h 33"/>
                <a:gd name="T14" fmla="*/ 13 w 14"/>
                <a:gd name="T15" fmla="*/ 20 h 33"/>
                <a:gd name="T16" fmla="*/ 11 w 14"/>
                <a:gd name="T17" fmla="*/ 18 h 33"/>
                <a:gd name="T18" fmla="*/ 13 w 14"/>
                <a:gd name="T19" fmla="*/ 16 h 33"/>
                <a:gd name="T20" fmla="*/ 13 w 14"/>
                <a:gd name="T21" fmla="*/ 13 h 33"/>
                <a:gd name="T22" fmla="*/ 14 w 14"/>
                <a:gd name="T23" fmla="*/ 7 h 33"/>
                <a:gd name="T24" fmla="*/ 13 w 14"/>
                <a:gd name="T25" fmla="*/ 5 h 33"/>
                <a:gd name="T26" fmla="*/ 13 w 14"/>
                <a:gd name="T27" fmla="*/ 1 h 33"/>
                <a:gd name="T28" fmla="*/ 9 w 14"/>
                <a:gd name="T29" fmla="*/ 0 h 33"/>
                <a:gd name="T30" fmla="*/ 7 w 14"/>
                <a:gd name="T31" fmla="*/ 1 h 33"/>
                <a:gd name="T32" fmla="*/ 7 w 14"/>
                <a:gd name="T33" fmla="*/ 5 h 33"/>
                <a:gd name="T34" fmla="*/ 5 w 14"/>
                <a:gd name="T35" fmla="*/ 9 h 33"/>
                <a:gd name="T36" fmla="*/ 5 w 14"/>
                <a:gd name="T37" fmla="*/ 11 h 33"/>
                <a:gd name="T38" fmla="*/ 5 w 14"/>
                <a:gd name="T39" fmla="*/ 11 h 33"/>
                <a:gd name="T40" fmla="*/ 5 w 14"/>
                <a:gd name="T41" fmla="*/ 13 h 33"/>
                <a:gd name="T42" fmla="*/ 1 w 14"/>
                <a:gd name="T43" fmla="*/ 15 h 33"/>
                <a:gd name="T44" fmla="*/ 1 w 14"/>
                <a:gd name="T45" fmla="*/ 18 h 33"/>
                <a:gd name="T46" fmla="*/ 1 w 14"/>
                <a:gd name="T47" fmla="*/ 22 h 33"/>
                <a:gd name="T48" fmla="*/ 0 w 14"/>
                <a:gd name="T49" fmla="*/ 24 h 33"/>
                <a:gd name="T50" fmla="*/ 1 w 14"/>
                <a:gd name="T51" fmla="*/ 29 h 33"/>
                <a:gd name="T52" fmla="*/ 5 w 14"/>
                <a:gd name="T53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33">
                  <a:moveTo>
                    <a:pt x="5" y="29"/>
                  </a:moveTo>
                  <a:lnTo>
                    <a:pt x="1" y="31"/>
                  </a:lnTo>
                  <a:lnTo>
                    <a:pt x="5" y="33"/>
                  </a:lnTo>
                  <a:lnTo>
                    <a:pt x="9" y="33"/>
                  </a:lnTo>
                  <a:lnTo>
                    <a:pt x="13" y="29"/>
                  </a:lnTo>
                  <a:lnTo>
                    <a:pt x="7" y="29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1" y="18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4" y="7"/>
                  </a:lnTo>
                  <a:lnTo>
                    <a:pt x="13" y="5"/>
                  </a:lnTo>
                  <a:lnTo>
                    <a:pt x="13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5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1" y="29"/>
                  </a:lnTo>
                  <a:lnTo>
                    <a:pt x="5" y="2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8" name="Freeform 6455">
              <a:extLst>
                <a:ext uri="{FF2B5EF4-FFF2-40B4-BE49-F238E27FC236}">
                  <a16:creationId xmlns:a16="http://schemas.microsoft.com/office/drawing/2014/main" id="{E4F832CA-E56B-4334-9FA4-8ECDAC88012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248"/>
              <a:ext cx="43" cy="28"/>
            </a:xfrm>
            <a:custGeom>
              <a:avLst/>
              <a:gdLst>
                <a:gd name="T0" fmla="*/ 4 w 43"/>
                <a:gd name="T1" fmla="*/ 13 h 28"/>
                <a:gd name="T2" fmla="*/ 7 w 43"/>
                <a:gd name="T3" fmla="*/ 13 h 28"/>
                <a:gd name="T4" fmla="*/ 9 w 43"/>
                <a:gd name="T5" fmla="*/ 13 h 28"/>
                <a:gd name="T6" fmla="*/ 9 w 43"/>
                <a:gd name="T7" fmla="*/ 13 h 28"/>
                <a:gd name="T8" fmla="*/ 13 w 43"/>
                <a:gd name="T9" fmla="*/ 13 h 28"/>
                <a:gd name="T10" fmla="*/ 13 w 43"/>
                <a:gd name="T11" fmla="*/ 13 h 28"/>
                <a:gd name="T12" fmla="*/ 11 w 43"/>
                <a:gd name="T13" fmla="*/ 14 h 28"/>
                <a:gd name="T14" fmla="*/ 13 w 43"/>
                <a:gd name="T15" fmla="*/ 18 h 28"/>
                <a:gd name="T16" fmla="*/ 15 w 43"/>
                <a:gd name="T17" fmla="*/ 22 h 28"/>
                <a:gd name="T18" fmla="*/ 18 w 43"/>
                <a:gd name="T19" fmla="*/ 18 h 28"/>
                <a:gd name="T20" fmla="*/ 18 w 43"/>
                <a:gd name="T21" fmla="*/ 16 h 28"/>
                <a:gd name="T22" fmla="*/ 20 w 43"/>
                <a:gd name="T23" fmla="*/ 18 h 28"/>
                <a:gd name="T24" fmla="*/ 20 w 43"/>
                <a:gd name="T25" fmla="*/ 22 h 28"/>
                <a:gd name="T26" fmla="*/ 24 w 43"/>
                <a:gd name="T27" fmla="*/ 26 h 28"/>
                <a:gd name="T28" fmla="*/ 26 w 43"/>
                <a:gd name="T29" fmla="*/ 26 h 28"/>
                <a:gd name="T30" fmla="*/ 28 w 43"/>
                <a:gd name="T31" fmla="*/ 28 h 28"/>
                <a:gd name="T32" fmla="*/ 32 w 43"/>
                <a:gd name="T33" fmla="*/ 26 h 28"/>
                <a:gd name="T34" fmla="*/ 33 w 43"/>
                <a:gd name="T35" fmla="*/ 28 h 28"/>
                <a:gd name="T36" fmla="*/ 37 w 43"/>
                <a:gd name="T37" fmla="*/ 24 h 28"/>
                <a:gd name="T38" fmla="*/ 39 w 43"/>
                <a:gd name="T39" fmla="*/ 22 h 28"/>
                <a:gd name="T40" fmla="*/ 43 w 43"/>
                <a:gd name="T41" fmla="*/ 16 h 28"/>
                <a:gd name="T42" fmla="*/ 41 w 43"/>
                <a:gd name="T43" fmla="*/ 13 h 28"/>
                <a:gd name="T44" fmla="*/ 43 w 43"/>
                <a:gd name="T45" fmla="*/ 9 h 28"/>
                <a:gd name="T46" fmla="*/ 43 w 43"/>
                <a:gd name="T47" fmla="*/ 7 h 28"/>
                <a:gd name="T48" fmla="*/ 41 w 43"/>
                <a:gd name="T49" fmla="*/ 3 h 28"/>
                <a:gd name="T50" fmla="*/ 41 w 43"/>
                <a:gd name="T51" fmla="*/ 1 h 28"/>
                <a:gd name="T52" fmla="*/ 37 w 43"/>
                <a:gd name="T53" fmla="*/ 0 h 28"/>
                <a:gd name="T54" fmla="*/ 37 w 43"/>
                <a:gd name="T55" fmla="*/ 1 h 28"/>
                <a:gd name="T56" fmla="*/ 35 w 43"/>
                <a:gd name="T57" fmla="*/ 1 h 28"/>
                <a:gd name="T58" fmla="*/ 30 w 43"/>
                <a:gd name="T59" fmla="*/ 1 h 28"/>
                <a:gd name="T60" fmla="*/ 28 w 43"/>
                <a:gd name="T61" fmla="*/ 3 h 28"/>
                <a:gd name="T62" fmla="*/ 24 w 43"/>
                <a:gd name="T63" fmla="*/ 3 h 28"/>
                <a:gd name="T64" fmla="*/ 22 w 43"/>
                <a:gd name="T65" fmla="*/ 3 h 28"/>
                <a:gd name="T66" fmla="*/ 20 w 43"/>
                <a:gd name="T67" fmla="*/ 3 h 28"/>
                <a:gd name="T68" fmla="*/ 18 w 43"/>
                <a:gd name="T69" fmla="*/ 1 h 28"/>
                <a:gd name="T70" fmla="*/ 9 w 43"/>
                <a:gd name="T71" fmla="*/ 5 h 28"/>
                <a:gd name="T72" fmla="*/ 7 w 43"/>
                <a:gd name="T73" fmla="*/ 5 h 28"/>
                <a:gd name="T74" fmla="*/ 4 w 43"/>
                <a:gd name="T75" fmla="*/ 5 h 28"/>
                <a:gd name="T76" fmla="*/ 2 w 43"/>
                <a:gd name="T77" fmla="*/ 7 h 28"/>
                <a:gd name="T78" fmla="*/ 0 w 43"/>
                <a:gd name="T79" fmla="*/ 9 h 28"/>
                <a:gd name="T80" fmla="*/ 0 w 43"/>
                <a:gd name="T81" fmla="*/ 14 h 28"/>
                <a:gd name="T82" fmla="*/ 4 w 43"/>
                <a:gd name="T8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3" h="28">
                  <a:moveTo>
                    <a:pt x="4" y="13"/>
                  </a:moveTo>
                  <a:lnTo>
                    <a:pt x="7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2" y="26"/>
                  </a:lnTo>
                  <a:lnTo>
                    <a:pt x="33" y="28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43" y="16"/>
                  </a:lnTo>
                  <a:lnTo>
                    <a:pt x="41" y="13"/>
                  </a:lnTo>
                  <a:lnTo>
                    <a:pt x="43" y="9"/>
                  </a:lnTo>
                  <a:lnTo>
                    <a:pt x="43" y="7"/>
                  </a:lnTo>
                  <a:lnTo>
                    <a:pt x="41" y="3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0" y="1"/>
                  </a:lnTo>
                  <a:lnTo>
                    <a:pt x="28" y="3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8" y="1"/>
                  </a:lnTo>
                  <a:lnTo>
                    <a:pt x="9" y="5"/>
                  </a:lnTo>
                  <a:lnTo>
                    <a:pt x="7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0" y="9"/>
                  </a:lnTo>
                  <a:lnTo>
                    <a:pt x="0" y="14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9" name="Freeform 6456">
              <a:extLst>
                <a:ext uri="{FF2B5EF4-FFF2-40B4-BE49-F238E27FC236}">
                  <a16:creationId xmlns:a16="http://schemas.microsoft.com/office/drawing/2014/main" id="{104B3DC4-C377-497F-929D-3C1DE0A7EA01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" y="1926"/>
              <a:ext cx="25" cy="52"/>
            </a:xfrm>
            <a:custGeom>
              <a:avLst/>
              <a:gdLst>
                <a:gd name="T0" fmla="*/ 21 w 25"/>
                <a:gd name="T1" fmla="*/ 4 h 52"/>
                <a:gd name="T2" fmla="*/ 17 w 25"/>
                <a:gd name="T3" fmla="*/ 6 h 52"/>
                <a:gd name="T4" fmla="*/ 15 w 25"/>
                <a:gd name="T5" fmla="*/ 6 h 52"/>
                <a:gd name="T6" fmla="*/ 15 w 25"/>
                <a:gd name="T7" fmla="*/ 6 h 52"/>
                <a:gd name="T8" fmla="*/ 15 w 25"/>
                <a:gd name="T9" fmla="*/ 4 h 52"/>
                <a:gd name="T10" fmla="*/ 13 w 25"/>
                <a:gd name="T11" fmla="*/ 2 h 52"/>
                <a:gd name="T12" fmla="*/ 12 w 25"/>
                <a:gd name="T13" fmla="*/ 4 h 52"/>
                <a:gd name="T14" fmla="*/ 12 w 25"/>
                <a:gd name="T15" fmla="*/ 0 h 52"/>
                <a:gd name="T16" fmla="*/ 6 w 25"/>
                <a:gd name="T17" fmla="*/ 0 h 52"/>
                <a:gd name="T18" fmla="*/ 0 w 25"/>
                <a:gd name="T19" fmla="*/ 8 h 52"/>
                <a:gd name="T20" fmla="*/ 0 w 25"/>
                <a:gd name="T21" fmla="*/ 11 h 52"/>
                <a:gd name="T22" fmla="*/ 0 w 25"/>
                <a:gd name="T23" fmla="*/ 15 h 52"/>
                <a:gd name="T24" fmla="*/ 0 w 25"/>
                <a:gd name="T25" fmla="*/ 19 h 52"/>
                <a:gd name="T26" fmla="*/ 2 w 25"/>
                <a:gd name="T27" fmla="*/ 19 h 52"/>
                <a:gd name="T28" fmla="*/ 4 w 25"/>
                <a:gd name="T29" fmla="*/ 21 h 52"/>
                <a:gd name="T30" fmla="*/ 4 w 25"/>
                <a:gd name="T31" fmla="*/ 21 h 52"/>
                <a:gd name="T32" fmla="*/ 0 w 25"/>
                <a:gd name="T33" fmla="*/ 21 h 52"/>
                <a:gd name="T34" fmla="*/ 0 w 25"/>
                <a:gd name="T35" fmla="*/ 23 h 52"/>
                <a:gd name="T36" fmla="*/ 2 w 25"/>
                <a:gd name="T37" fmla="*/ 24 h 52"/>
                <a:gd name="T38" fmla="*/ 0 w 25"/>
                <a:gd name="T39" fmla="*/ 28 h 52"/>
                <a:gd name="T40" fmla="*/ 2 w 25"/>
                <a:gd name="T41" fmla="*/ 30 h 52"/>
                <a:gd name="T42" fmla="*/ 2 w 25"/>
                <a:gd name="T43" fmla="*/ 30 h 52"/>
                <a:gd name="T44" fmla="*/ 2 w 25"/>
                <a:gd name="T45" fmla="*/ 30 h 52"/>
                <a:gd name="T46" fmla="*/ 0 w 25"/>
                <a:gd name="T47" fmla="*/ 34 h 52"/>
                <a:gd name="T48" fmla="*/ 2 w 25"/>
                <a:gd name="T49" fmla="*/ 36 h 52"/>
                <a:gd name="T50" fmla="*/ 4 w 25"/>
                <a:gd name="T51" fmla="*/ 37 h 52"/>
                <a:gd name="T52" fmla="*/ 4 w 25"/>
                <a:gd name="T53" fmla="*/ 37 h 52"/>
                <a:gd name="T54" fmla="*/ 4 w 25"/>
                <a:gd name="T55" fmla="*/ 41 h 52"/>
                <a:gd name="T56" fmla="*/ 8 w 25"/>
                <a:gd name="T57" fmla="*/ 51 h 52"/>
                <a:gd name="T58" fmla="*/ 13 w 25"/>
                <a:gd name="T59" fmla="*/ 52 h 52"/>
                <a:gd name="T60" fmla="*/ 15 w 25"/>
                <a:gd name="T61" fmla="*/ 49 h 52"/>
                <a:gd name="T62" fmla="*/ 13 w 25"/>
                <a:gd name="T63" fmla="*/ 47 h 52"/>
                <a:gd name="T64" fmla="*/ 12 w 25"/>
                <a:gd name="T65" fmla="*/ 47 h 52"/>
                <a:gd name="T66" fmla="*/ 12 w 25"/>
                <a:gd name="T67" fmla="*/ 43 h 52"/>
                <a:gd name="T68" fmla="*/ 10 w 25"/>
                <a:gd name="T69" fmla="*/ 39 h 52"/>
                <a:gd name="T70" fmla="*/ 10 w 25"/>
                <a:gd name="T71" fmla="*/ 36 h 52"/>
                <a:gd name="T72" fmla="*/ 10 w 25"/>
                <a:gd name="T73" fmla="*/ 32 h 52"/>
                <a:gd name="T74" fmla="*/ 12 w 25"/>
                <a:gd name="T75" fmla="*/ 30 h 52"/>
                <a:gd name="T76" fmla="*/ 15 w 25"/>
                <a:gd name="T77" fmla="*/ 30 h 52"/>
                <a:gd name="T78" fmla="*/ 15 w 25"/>
                <a:gd name="T79" fmla="*/ 24 h 52"/>
                <a:gd name="T80" fmla="*/ 12 w 25"/>
                <a:gd name="T81" fmla="*/ 24 h 52"/>
                <a:gd name="T82" fmla="*/ 15 w 25"/>
                <a:gd name="T83" fmla="*/ 23 h 52"/>
                <a:gd name="T84" fmla="*/ 15 w 25"/>
                <a:gd name="T85" fmla="*/ 19 h 52"/>
                <a:gd name="T86" fmla="*/ 17 w 25"/>
                <a:gd name="T87" fmla="*/ 15 h 52"/>
                <a:gd name="T88" fmla="*/ 19 w 25"/>
                <a:gd name="T89" fmla="*/ 11 h 52"/>
                <a:gd name="T90" fmla="*/ 25 w 25"/>
                <a:gd name="T91" fmla="*/ 4 h 52"/>
                <a:gd name="T92" fmla="*/ 21 w 25"/>
                <a:gd name="T93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" h="52">
                  <a:moveTo>
                    <a:pt x="21" y="4"/>
                  </a:moveTo>
                  <a:lnTo>
                    <a:pt x="17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8" y="51"/>
                  </a:lnTo>
                  <a:lnTo>
                    <a:pt x="13" y="52"/>
                  </a:lnTo>
                  <a:lnTo>
                    <a:pt x="15" y="49"/>
                  </a:lnTo>
                  <a:lnTo>
                    <a:pt x="13" y="47"/>
                  </a:lnTo>
                  <a:lnTo>
                    <a:pt x="12" y="47"/>
                  </a:lnTo>
                  <a:lnTo>
                    <a:pt x="12" y="43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2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5" y="24"/>
                  </a:lnTo>
                  <a:lnTo>
                    <a:pt x="12" y="24"/>
                  </a:lnTo>
                  <a:lnTo>
                    <a:pt x="15" y="23"/>
                  </a:lnTo>
                  <a:lnTo>
                    <a:pt x="15" y="19"/>
                  </a:lnTo>
                  <a:lnTo>
                    <a:pt x="17" y="15"/>
                  </a:lnTo>
                  <a:lnTo>
                    <a:pt x="19" y="11"/>
                  </a:lnTo>
                  <a:lnTo>
                    <a:pt x="25" y="4"/>
                  </a:lnTo>
                  <a:lnTo>
                    <a:pt x="21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0" name="Freeform 6457">
              <a:extLst>
                <a:ext uri="{FF2B5EF4-FFF2-40B4-BE49-F238E27FC236}">
                  <a16:creationId xmlns:a16="http://schemas.microsoft.com/office/drawing/2014/main" id="{CE8DB980-727E-4F6F-B7F8-4AD1D6589C5B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5" y="1378"/>
              <a:ext cx="139" cy="108"/>
            </a:xfrm>
            <a:custGeom>
              <a:avLst/>
              <a:gdLst>
                <a:gd name="T0" fmla="*/ 7 w 139"/>
                <a:gd name="T1" fmla="*/ 76 h 108"/>
                <a:gd name="T2" fmla="*/ 11 w 139"/>
                <a:gd name="T3" fmla="*/ 86 h 108"/>
                <a:gd name="T4" fmla="*/ 9 w 139"/>
                <a:gd name="T5" fmla="*/ 91 h 108"/>
                <a:gd name="T6" fmla="*/ 7 w 139"/>
                <a:gd name="T7" fmla="*/ 99 h 108"/>
                <a:gd name="T8" fmla="*/ 7 w 139"/>
                <a:gd name="T9" fmla="*/ 106 h 108"/>
                <a:gd name="T10" fmla="*/ 13 w 139"/>
                <a:gd name="T11" fmla="*/ 108 h 108"/>
                <a:gd name="T12" fmla="*/ 16 w 139"/>
                <a:gd name="T13" fmla="*/ 104 h 108"/>
                <a:gd name="T14" fmla="*/ 24 w 139"/>
                <a:gd name="T15" fmla="*/ 104 h 108"/>
                <a:gd name="T16" fmla="*/ 29 w 139"/>
                <a:gd name="T17" fmla="*/ 99 h 108"/>
                <a:gd name="T18" fmla="*/ 31 w 139"/>
                <a:gd name="T19" fmla="*/ 97 h 108"/>
                <a:gd name="T20" fmla="*/ 31 w 139"/>
                <a:gd name="T21" fmla="*/ 101 h 108"/>
                <a:gd name="T22" fmla="*/ 31 w 139"/>
                <a:gd name="T23" fmla="*/ 106 h 108"/>
                <a:gd name="T24" fmla="*/ 39 w 139"/>
                <a:gd name="T25" fmla="*/ 104 h 108"/>
                <a:gd name="T26" fmla="*/ 46 w 139"/>
                <a:gd name="T27" fmla="*/ 101 h 108"/>
                <a:gd name="T28" fmla="*/ 50 w 139"/>
                <a:gd name="T29" fmla="*/ 95 h 108"/>
                <a:gd name="T30" fmla="*/ 54 w 139"/>
                <a:gd name="T31" fmla="*/ 90 h 108"/>
                <a:gd name="T32" fmla="*/ 59 w 139"/>
                <a:gd name="T33" fmla="*/ 86 h 108"/>
                <a:gd name="T34" fmla="*/ 61 w 139"/>
                <a:gd name="T35" fmla="*/ 80 h 108"/>
                <a:gd name="T36" fmla="*/ 67 w 139"/>
                <a:gd name="T37" fmla="*/ 84 h 108"/>
                <a:gd name="T38" fmla="*/ 74 w 139"/>
                <a:gd name="T39" fmla="*/ 80 h 108"/>
                <a:gd name="T40" fmla="*/ 76 w 139"/>
                <a:gd name="T41" fmla="*/ 76 h 108"/>
                <a:gd name="T42" fmla="*/ 82 w 139"/>
                <a:gd name="T43" fmla="*/ 69 h 108"/>
                <a:gd name="T44" fmla="*/ 85 w 139"/>
                <a:gd name="T45" fmla="*/ 69 h 108"/>
                <a:gd name="T46" fmla="*/ 91 w 139"/>
                <a:gd name="T47" fmla="*/ 69 h 108"/>
                <a:gd name="T48" fmla="*/ 98 w 139"/>
                <a:gd name="T49" fmla="*/ 65 h 108"/>
                <a:gd name="T50" fmla="*/ 106 w 139"/>
                <a:gd name="T51" fmla="*/ 63 h 108"/>
                <a:gd name="T52" fmla="*/ 119 w 139"/>
                <a:gd name="T53" fmla="*/ 60 h 108"/>
                <a:gd name="T54" fmla="*/ 128 w 139"/>
                <a:gd name="T55" fmla="*/ 60 h 108"/>
                <a:gd name="T56" fmla="*/ 136 w 139"/>
                <a:gd name="T57" fmla="*/ 56 h 108"/>
                <a:gd name="T58" fmla="*/ 139 w 139"/>
                <a:gd name="T59" fmla="*/ 50 h 108"/>
                <a:gd name="T60" fmla="*/ 137 w 139"/>
                <a:gd name="T61" fmla="*/ 45 h 108"/>
                <a:gd name="T62" fmla="*/ 137 w 139"/>
                <a:gd name="T63" fmla="*/ 39 h 108"/>
                <a:gd name="T64" fmla="*/ 137 w 139"/>
                <a:gd name="T65" fmla="*/ 34 h 108"/>
                <a:gd name="T66" fmla="*/ 132 w 139"/>
                <a:gd name="T67" fmla="*/ 21 h 108"/>
                <a:gd name="T68" fmla="*/ 128 w 139"/>
                <a:gd name="T69" fmla="*/ 17 h 108"/>
                <a:gd name="T70" fmla="*/ 121 w 139"/>
                <a:gd name="T71" fmla="*/ 17 h 108"/>
                <a:gd name="T72" fmla="*/ 119 w 139"/>
                <a:gd name="T73" fmla="*/ 17 h 108"/>
                <a:gd name="T74" fmla="*/ 113 w 139"/>
                <a:gd name="T75" fmla="*/ 17 h 108"/>
                <a:gd name="T76" fmla="*/ 106 w 139"/>
                <a:gd name="T77" fmla="*/ 9 h 108"/>
                <a:gd name="T78" fmla="*/ 102 w 139"/>
                <a:gd name="T79" fmla="*/ 6 h 108"/>
                <a:gd name="T80" fmla="*/ 95 w 139"/>
                <a:gd name="T81" fmla="*/ 0 h 108"/>
                <a:gd name="T82" fmla="*/ 80 w 139"/>
                <a:gd name="T83" fmla="*/ 2 h 108"/>
                <a:gd name="T84" fmla="*/ 69 w 139"/>
                <a:gd name="T85" fmla="*/ 2 h 108"/>
                <a:gd name="T86" fmla="*/ 61 w 139"/>
                <a:gd name="T87" fmla="*/ 4 h 108"/>
                <a:gd name="T88" fmla="*/ 61 w 139"/>
                <a:gd name="T89" fmla="*/ 8 h 108"/>
                <a:gd name="T90" fmla="*/ 59 w 139"/>
                <a:gd name="T91" fmla="*/ 13 h 108"/>
                <a:gd name="T92" fmla="*/ 61 w 139"/>
                <a:gd name="T93" fmla="*/ 22 h 108"/>
                <a:gd name="T94" fmla="*/ 57 w 139"/>
                <a:gd name="T95" fmla="*/ 22 h 108"/>
                <a:gd name="T96" fmla="*/ 52 w 139"/>
                <a:gd name="T97" fmla="*/ 28 h 108"/>
                <a:gd name="T98" fmla="*/ 42 w 139"/>
                <a:gd name="T99" fmla="*/ 35 h 108"/>
                <a:gd name="T100" fmla="*/ 33 w 139"/>
                <a:gd name="T101" fmla="*/ 39 h 108"/>
                <a:gd name="T102" fmla="*/ 35 w 139"/>
                <a:gd name="T103" fmla="*/ 47 h 108"/>
                <a:gd name="T104" fmla="*/ 29 w 139"/>
                <a:gd name="T105" fmla="*/ 49 h 108"/>
                <a:gd name="T106" fmla="*/ 26 w 139"/>
                <a:gd name="T107" fmla="*/ 52 h 108"/>
                <a:gd name="T108" fmla="*/ 22 w 139"/>
                <a:gd name="T109" fmla="*/ 56 h 108"/>
                <a:gd name="T110" fmla="*/ 16 w 139"/>
                <a:gd name="T111" fmla="*/ 58 h 108"/>
                <a:gd name="T112" fmla="*/ 13 w 139"/>
                <a:gd name="T113" fmla="*/ 62 h 108"/>
                <a:gd name="T114" fmla="*/ 9 w 139"/>
                <a:gd name="T115" fmla="*/ 65 h 108"/>
                <a:gd name="T116" fmla="*/ 5 w 139"/>
                <a:gd name="T117" fmla="*/ 69 h 108"/>
                <a:gd name="T118" fmla="*/ 0 w 139"/>
                <a:gd name="T119" fmla="*/ 69 h 108"/>
                <a:gd name="T120" fmla="*/ 5 w 139"/>
                <a:gd name="T121" fmla="*/ 7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108">
                  <a:moveTo>
                    <a:pt x="5" y="76"/>
                  </a:moveTo>
                  <a:lnTo>
                    <a:pt x="7" y="76"/>
                  </a:lnTo>
                  <a:lnTo>
                    <a:pt x="9" y="84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9" y="91"/>
                  </a:lnTo>
                  <a:lnTo>
                    <a:pt x="11" y="95"/>
                  </a:lnTo>
                  <a:lnTo>
                    <a:pt x="7" y="99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11" y="106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4" y="104"/>
                  </a:lnTo>
                  <a:lnTo>
                    <a:pt x="28" y="101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1" y="101"/>
                  </a:lnTo>
                  <a:lnTo>
                    <a:pt x="29" y="103"/>
                  </a:lnTo>
                  <a:lnTo>
                    <a:pt x="31" y="106"/>
                  </a:lnTo>
                  <a:lnTo>
                    <a:pt x="35" y="106"/>
                  </a:lnTo>
                  <a:lnTo>
                    <a:pt x="39" y="104"/>
                  </a:lnTo>
                  <a:lnTo>
                    <a:pt x="42" y="104"/>
                  </a:lnTo>
                  <a:lnTo>
                    <a:pt x="46" y="101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52" y="91"/>
                  </a:lnTo>
                  <a:lnTo>
                    <a:pt x="54" y="90"/>
                  </a:lnTo>
                  <a:lnTo>
                    <a:pt x="55" y="86"/>
                  </a:lnTo>
                  <a:lnTo>
                    <a:pt x="59" y="86"/>
                  </a:lnTo>
                  <a:lnTo>
                    <a:pt x="61" y="82"/>
                  </a:lnTo>
                  <a:lnTo>
                    <a:pt x="61" y="80"/>
                  </a:lnTo>
                  <a:lnTo>
                    <a:pt x="63" y="82"/>
                  </a:lnTo>
                  <a:lnTo>
                    <a:pt x="67" y="84"/>
                  </a:lnTo>
                  <a:lnTo>
                    <a:pt x="70" y="80"/>
                  </a:lnTo>
                  <a:lnTo>
                    <a:pt x="74" y="80"/>
                  </a:lnTo>
                  <a:lnTo>
                    <a:pt x="76" y="76"/>
                  </a:lnTo>
                  <a:lnTo>
                    <a:pt x="76" y="76"/>
                  </a:lnTo>
                  <a:lnTo>
                    <a:pt x="80" y="73"/>
                  </a:lnTo>
                  <a:lnTo>
                    <a:pt x="82" y="69"/>
                  </a:lnTo>
                  <a:lnTo>
                    <a:pt x="85" y="69"/>
                  </a:lnTo>
                  <a:lnTo>
                    <a:pt x="85" y="69"/>
                  </a:lnTo>
                  <a:lnTo>
                    <a:pt x="87" y="69"/>
                  </a:lnTo>
                  <a:lnTo>
                    <a:pt x="91" y="69"/>
                  </a:lnTo>
                  <a:lnTo>
                    <a:pt x="95" y="67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6" y="63"/>
                  </a:lnTo>
                  <a:lnTo>
                    <a:pt x="111" y="63"/>
                  </a:lnTo>
                  <a:lnTo>
                    <a:pt x="119" y="60"/>
                  </a:lnTo>
                  <a:lnTo>
                    <a:pt x="122" y="60"/>
                  </a:lnTo>
                  <a:lnTo>
                    <a:pt x="128" y="60"/>
                  </a:lnTo>
                  <a:lnTo>
                    <a:pt x="130" y="58"/>
                  </a:lnTo>
                  <a:lnTo>
                    <a:pt x="136" y="56"/>
                  </a:lnTo>
                  <a:lnTo>
                    <a:pt x="139" y="52"/>
                  </a:lnTo>
                  <a:lnTo>
                    <a:pt x="139" y="50"/>
                  </a:lnTo>
                  <a:lnTo>
                    <a:pt x="139" y="47"/>
                  </a:lnTo>
                  <a:lnTo>
                    <a:pt x="137" y="45"/>
                  </a:lnTo>
                  <a:lnTo>
                    <a:pt x="137" y="45"/>
                  </a:lnTo>
                  <a:lnTo>
                    <a:pt x="137" y="39"/>
                  </a:lnTo>
                  <a:lnTo>
                    <a:pt x="136" y="35"/>
                  </a:lnTo>
                  <a:lnTo>
                    <a:pt x="137" y="34"/>
                  </a:lnTo>
                  <a:lnTo>
                    <a:pt x="137" y="26"/>
                  </a:lnTo>
                  <a:lnTo>
                    <a:pt x="132" y="21"/>
                  </a:lnTo>
                  <a:lnTo>
                    <a:pt x="130" y="19"/>
                  </a:lnTo>
                  <a:lnTo>
                    <a:pt x="128" y="17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9"/>
                  </a:lnTo>
                  <a:lnTo>
                    <a:pt x="119" y="17"/>
                  </a:lnTo>
                  <a:lnTo>
                    <a:pt x="115" y="15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06" y="9"/>
                  </a:lnTo>
                  <a:lnTo>
                    <a:pt x="104" y="8"/>
                  </a:lnTo>
                  <a:lnTo>
                    <a:pt x="102" y="6"/>
                  </a:lnTo>
                  <a:lnTo>
                    <a:pt x="104" y="2"/>
                  </a:lnTo>
                  <a:lnTo>
                    <a:pt x="95" y="0"/>
                  </a:lnTo>
                  <a:lnTo>
                    <a:pt x="87" y="2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69" y="2"/>
                  </a:lnTo>
                  <a:lnTo>
                    <a:pt x="67" y="2"/>
                  </a:lnTo>
                  <a:lnTo>
                    <a:pt x="61" y="4"/>
                  </a:lnTo>
                  <a:lnTo>
                    <a:pt x="59" y="6"/>
                  </a:lnTo>
                  <a:lnTo>
                    <a:pt x="61" y="8"/>
                  </a:lnTo>
                  <a:lnTo>
                    <a:pt x="59" y="9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61" y="22"/>
                  </a:lnTo>
                  <a:lnTo>
                    <a:pt x="59" y="22"/>
                  </a:lnTo>
                  <a:lnTo>
                    <a:pt x="57" y="22"/>
                  </a:lnTo>
                  <a:lnTo>
                    <a:pt x="52" y="26"/>
                  </a:lnTo>
                  <a:lnTo>
                    <a:pt x="52" y="28"/>
                  </a:lnTo>
                  <a:lnTo>
                    <a:pt x="46" y="30"/>
                  </a:lnTo>
                  <a:lnTo>
                    <a:pt x="42" y="35"/>
                  </a:lnTo>
                  <a:lnTo>
                    <a:pt x="37" y="39"/>
                  </a:lnTo>
                  <a:lnTo>
                    <a:pt x="33" y="39"/>
                  </a:lnTo>
                  <a:lnTo>
                    <a:pt x="33" y="43"/>
                  </a:lnTo>
                  <a:lnTo>
                    <a:pt x="35" y="47"/>
                  </a:lnTo>
                  <a:lnTo>
                    <a:pt x="35" y="49"/>
                  </a:lnTo>
                  <a:lnTo>
                    <a:pt x="29" y="49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6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5" y="69"/>
                  </a:lnTo>
                  <a:lnTo>
                    <a:pt x="3" y="71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5" y="7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1" name="Freeform 6458">
              <a:extLst>
                <a:ext uri="{FF2B5EF4-FFF2-40B4-BE49-F238E27FC236}">
                  <a16:creationId xmlns:a16="http://schemas.microsoft.com/office/drawing/2014/main" id="{7E514772-EC32-4ECB-9F8F-31DD8BA38D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6" y="1307"/>
              <a:ext cx="17" cy="11"/>
            </a:xfrm>
            <a:custGeom>
              <a:avLst/>
              <a:gdLst>
                <a:gd name="T0" fmla="*/ 3 w 9"/>
                <a:gd name="T1" fmla="*/ 0 h 6"/>
                <a:gd name="T2" fmla="*/ 2 w 9"/>
                <a:gd name="T3" fmla="*/ 1 h 6"/>
                <a:gd name="T4" fmla="*/ 1 w 9"/>
                <a:gd name="T5" fmla="*/ 1 h 6"/>
                <a:gd name="T6" fmla="*/ 0 w 9"/>
                <a:gd name="T7" fmla="*/ 1 h 6"/>
                <a:gd name="T8" fmla="*/ 0 w 9"/>
                <a:gd name="T9" fmla="*/ 2 h 6"/>
                <a:gd name="T10" fmla="*/ 1 w 9"/>
                <a:gd name="T11" fmla="*/ 3 h 6"/>
                <a:gd name="T12" fmla="*/ 1 w 9"/>
                <a:gd name="T13" fmla="*/ 3 h 6"/>
                <a:gd name="T14" fmla="*/ 2 w 9"/>
                <a:gd name="T15" fmla="*/ 4 h 6"/>
                <a:gd name="T16" fmla="*/ 3 w 9"/>
                <a:gd name="T17" fmla="*/ 6 h 6"/>
                <a:gd name="T18" fmla="*/ 4 w 9"/>
                <a:gd name="T19" fmla="*/ 6 h 6"/>
                <a:gd name="T20" fmla="*/ 6 w 9"/>
                <a:gd name="T21" fmla="*/ 6 h 6"/>
                <a:gd name="T22" fmla="*/ 7 w 9"/>
                <a:gd name="T23" fmla="*/ 5 h 6"/>
                <a:gd name="T24" fmla="*/ 9 w 9"/>
                <a:gd name="T25" fmla="*/ 4 h 6"/>
                <a:gd name="T26" fmla="*/ 8 w 9"/>
                <a:gd name="T27" fmla="*/ 3 h 6"/>
                <a:gd name="T28" fmla="*/ 8 w 9"/>
                <a:gd name="T29" fmla="*/ 2 h 6"/>
                <a:gd name="T30" fmla="*/ 6 w 9"/>
                <a:gd name="T31" fmla="*/ 1 h 6"/>
                <a:gd name="T32" fmla="*/ 5 w 9"/>
                <a:gd name="T33" fmla="*/ 1 h 6"/>
                <a:gd name="T34" fmla="*/ 3 w 9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2" name="Freeform 6459">
              <a:extLst>
                <a:ext uri="{FF2B5EF4-FFF2-40B4-BE49-F238E27FC236}">
                  <a16:creationId xmlns:a16="http://schemas.microsoft.com/office/drawing/2014/main" id="{79B943C0-439C-475D-A68D-E6FDD7837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0" y="1274"/>
              <a:ext cx="50" cy="31"/>
            </a:xfrm>
            <a:custGeom>
              <a:avLst/>
              <a:gdLst>
                <a:gd name="T0" fmla="*/ 5 w 50"/>
                <a:gd name="T1" fmla="*/ 7 h 31"/>
                <a:gd name="T2" fmla="*/ 3 w 50"/>
                <a:gd name="T3" fmla="*/ 9 h 31"/>
                <a:gd name="T4" fmla="*/ 2 w 50"/>
                <a:gd name="T5" fmla="*/ 13 h 31"/>
                <a:gd name="T6" fmla="*/ 0 w 50"/>
                <a:gd name="T7" fmla="*/ 15 h 31"/>
                <a:gd name="T8" fmla="*/ 2 w 50"/>
                <a:gd name="T9" fmla="*/ 18 h 31"/>
                <a:gd name="T10" fmla="*/ 2 w 50"/>
                <a:gd name="T11" fmla="*/ 22 h 31"/>
                <a:gd name="T12" fmla="*/ 3 w 50"/>
                <a:gd name="T13" fmla="*/ 22 h 31"/>
                <a:gd name="T14" fmla="*/ 5 w 50"/>
                <a:gd name="T15" fmla="*/ 24 h 31"/>
                <a:gd name="T16" fmla="*/ 7 w 50"/>
                <a:gd name="T17" fmla="*/ 26 h 31"/>
                <a:gd name="T18" fmla="*/ 5 w 50"/>
                <a:gd name="T19" fmla="*/ 28 h 31"/>
                <a:gd name="T20" fmla="*/ 7 w 50"/>
                <a:gd name="T21" fmla="*/ 31 h 31"/>
                <a:gd name="T22" fmla="*/ 11 w 50"/>
                <a:gd name="T23" fmla="*/ 29 h 31"/>
                <a:gd name="T24" fmla="*/ 15 w 50"/>
                <a:gd name="T25" fmla="*/ 31 h 31"/>
                <a:gd name="T26" fmla="*/ 15 w 50"/>
                <a:gd name="T27" fmla="*/ 29 h 31"/>
                <a:gd name="T28" fmla="*/ 18 w 50"/>
                <a:gd name="T29" fmla="*/ 31 h 31"/>
                <a:gd name="T30" fmla="*/ 22 w 50"/>
                <a:gd name="T31" fmla="*/ 31 h 31"/>
                <a:gd name="T32" fmla="*/ 24 w 50"/>
                <a:gd name="T33" fmla="*/ 31 h 31"/>
                <a:gd name="T34" fmla="*/ 28 w 50"/>
                <a:gd name="T35" fmla="*/ 31 h 31"/>
                <a:gd name="T36" fmla="*/ 29 w 50"/>
                <a:gd name="T37" fmla="*/ 28 h 31"/>
                <a:gd name="T38" fmla="*/ 29 w 50"/>
                <a:gd name="T39" fmla="*/ 28 h 31"/>
                <a:gd name="T40" fmla="*/ 31 w 50"/>
                <a:gd name="T41" fmla="*/ 26 h 31"/>
                <a:gd name="T42" fmla="*/ 33 w 50"/>
                <a:gd name="T43" fmla="*/ 24 h 31"/>
                <a:gd name="T44" fmla="*/ 37 w 50"/>
                <a:gd name="T45" fmla="*/ 20 h 31"/>
                <a:gd name="T46" fmla="*/ 35 w 50"/>
                <a:gd name="T47" fmla="*/ 16 h 31"/>
                <a:gd name="T48" fmla="*/ 33 w 50"/>
                <a:gd name="T49" fmla="*/ 16 h 31"/>
                <a:gd name="T50" fmla="*/ 31 w 50"/>
                <a:gd name="T51" fmla="*/ 16 h 31"/>
                <a:gd name="T52" fmla="*/ 35 w 50"/>
                <a:gd name="T53" fmla="*/ 15 h 31"/>
                <a:gd name="T54" fmla="*/ 37 w 50"/>
                <a:gd name="T55" fmla="*/ 15 h 31"/>
                <a:gd name="T56" fmla="*/ 42 w 50"/>
                <a:gd name="T57" fmla="*/ 13 h 31"/>
                <a:gd name="T58" fmla="*/ 46 w 50"/>
                <a:gd name="T59" fmla="*/ 13 h 31"/>
                <a:gd name="T60" fmla="*/ 50 w 50"/>
                <a:gd name="T61" fmla="*/ 7 h 31"/>
                <a:gd name="T62" fmla="*/ 48 w 50"/>
                <a:gd name="T63" fmla="*/ 5 h 31"/>
                <a:gd name="T64" fmla="*/ 44 w 50"/>
                <a:gd name="T65" fmla="*/ 3 h 31"/>
                <a:gd name="T66" fmla="*/ 44 w 50"/>
                <a:gd name="T67" fmla="*/ 3 h 31"/>
                <a:gd name="T68" fmla="*/ 41 w 50"/>
                <a:gd name="T69" fmla="*/ 2 h 31"/>
                <a:gd name="T70" fmla="*/ 37 w 50"/>
                <a:gd name="T71" fmla="*/ 2 h 31"/>
                <a:gd name="T72" fmla="*/ 37 w 50"/>
                <a:gd name="T73" fmla="*/ 2 h 31"/>
                <a:gd name="T74" fmla="*/ 31 w 50"/>
                <a:gd name="T75" fmla="*/ 0 h 31"/>
                <a:gd name="T76" fmla="*/ 29 w 50"/>
                <a:gd name="T77" fmla="*/ 2 h 31"/>
                <a:gd name="T78" fmla="*/ 28 w 50"/>
                <a:gd name="T79" fmla="*/ 2 h 31"/>
                <a:gd name="T80" fmla="*/ 26 w 50"/>
                <a:gd name="T81" fmla="*/ 0 h 31"/>
                <a:gd name="T82" fmla="*/ 22 w 50"/>
                <a:gd name="T83" fmla="*/ 0 h 31"/>
                <a:gd name="T84" fmla="*/ 22 w 50"/>
                <a:gd name="T85" fmla="*/ 0 h 31"/>
                <a:gd name="T86" fmla="*/ 15 w 50"/>
                <a:gd name="T87" fmla="*/ 0 h 31"/>
                <a:gd name="T88" fmla="*/ 13 w 50"/>
                <a:gd name="T89" fmla="*/ 0 h 31"/>
                <a:gd name="T90" fmla="*/ 9 w 50"/>
                <a:gd name="T91" fmla="*/ 2 h 31"/>
                <a:gd name="T92" fmla="*/ 5 w 50"/>
                <a:gd name="T93" fmla="*/ 3 h 31"/>
                <a:gd name="T94" fmla="*/ 5 w 50"/>
                <a:gd name="T9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31">
                  <a:moveTo>
                    <a:pt x="5" y="7"/>
                  </a:moveTo>
                  <a:lnTo>
                    <a:pt x="3" y="9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4"/>
                  </a:lnTo>
                  <a:lnTo>
                    <a:pt x="7" y="26"/>
                  </a:lnTo>
                  <a:lnTo>
                    <a:pt x="5" y="28"/>
                  </a:lnTo>
                  <a:lnTo>
                    <a:pt x="7" y="31"/>
                  </a:lnTo>
                  <a:lnTo>
                    <a:pt x="11" y="29"/>
                  </a:lnTo>
                  <a:lnTo>
                    <a:pt x="15" y="31"/>
                  </a:lnTo>
                  <a:lnTo>
                    <a:pt x="15" y="29"/>
                  </a:lnTo>
                  <a:lnTo>
                    <a:pt x="18" y="31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26"/>
                  </a:lnTo>
                  <a:lnTo>
                    <a:pt x="33" y="24"/>
                  </a:lnTo>
                  <a:lnTo>
                    <a:pt x="37" y="20"/>
                  </a:lnTo>
                  <a:lnTo>
                    <a:pt x="35" y="16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50" y="7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2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5" y="3"/>
                  </a:lnTo>
                  <a:lnTo>
                    <a:pt x="5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3" name="Freeform 6460">
              <a:extLst>
                <a:ext uri="{FF2B5EF4-FFF2-40B4-BE49-F238E27FC236}">
                  <a16:creationId xmlns:a16="http://schemas.microsoft.com/office/drawing/2014/main" id="{BFFD9AE5-08C8-45F6-84D2-07D1D10BBA6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3" y="1298"/>
              <a:ext cx="9" cy="5"/>
            </a:xfrm>
            <a:custGeom>
              <a:avLst/>
              <a:gdLst>
                <a:gd name="T0" fmla="*/ 6 w 9"/>
                <a:gd name="T1" fmla="*/ 5 h 5"/>
                <a:gd name="T2" fmla="*/ 9 w 9"/>
                <a:gd name="T3" fmla="*/ 0 h 5"/>
                <a:gd name="T4" fmla="*/ 2 w 9"/>
                <a:gd name="T5" fmla="*/ 2 h 5"/>
                <a:gd name="T6" fmla="*/ 0 w 9"/>
                <a:gd name="T7" fmla="*/ 4 h 5"/>
                <a:gd name="T8" fmla="*/ 4 w 9"/>
                <a:gd name="T9" fmla="*/ 5 h 5"/>
                <a:gd name="T10" fmla="*/ 6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lnTo>
                    <a:pt x="9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4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4" name="Freeform 6461">
              <a:extLst>
                <a:ext uri="{FF2B5EF4-FFF2-40B4-BE49-F238E27FC236}">
                  <a16:creationId xmlns:a16="http://schemas.microsoft.com/office/drawing/2014/main" id="{F08E8E5E-BE6E-42D0-B30E-7B43A66A79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4" y="1264"/>
              <a:ext cx="15" cy="17"/>
            </a:xfrm>
            <a:custGeom>
              <a:avLst/>
              <a:gdLst>
                <a:gd name="T0" fmla="*/ 4 w 15"/>
                <a:gd name="T1" fmla="*/ 15 h 17"/>
                <a:gd name="T2" fmla="*/ 6 w 15"/>
                <a:gd name="T3" fmla="*/ 17 h 17"/>
                <a:gd name="T4" fmla="*/ 9 w 15"/>
                <a:gd name="T5" fmla="*/ 15 h 17"/>
                <a:gd name="T6" fmla="*/ 13 w 15"/>
                <a:gd name="T7" fmla="*/ 13 h 17"/>
                <a:gd name="T8" fmla="*/ 13 w 15"/>
                <a:gd name="T9" fmla="*/ 10 h 17"/>
                <a:gd name="T10" fmla="*/ 13 w 15"/>
                <a:gd name="T11" fmla="*/ 8 h 17"/>
                <a:gd name="T12" fmla="*/ 13 w 15"/>
                <a:gd name="T13" fmla="*/ 6 h 17"/>
                <a:gd name="T14" fmla="*/ 15 w 15"/>
                <a:gd name="T15" fmla="*/ 0 h 17"/>
                <a:gd name="T16" fmla="*/ 9 w 15"/>
                <a:gd name="T17" fmla="*/ 2 h 17"/>
                <a:gd name="T18" fmla="*/ 9 w 15"/>
                <a:gd name="T19" fmla="*/ 2 h 17"/>
                <a:gd name="T20" fmla="*/ 6 w 15"/>
                <a:gd name="T21" fmla="*/ 0 h 17"/>
                <a:gd name="T22" fmla="*/ 4 w 15"/>
                <a:gd name="T23" fmla="*/ 2 h 17"/>
                <a:gd name="T24" fmla="*/ 2 w 15"/>
                <a:gd name="T25" fmla="*/ 2 h 17"/>
                <a:gd name="T26" fmla="*/ 0 w 15"/>
                <a:gd name="T27" fmla="*/ 6 h 17"/>
                <a:gd name="T28" fmla="*/ 2 w 15"/>
                <a:gd name="T29" fmla="*/ 8 h 17"/>
                <a:gd name="T30" fmla="*/ 0 w 15"/>
                <a:gd name="T31" fmla="*/ 12 h 17"/>
                <a:gd name="T32" fmla="*/ 4 w 15"/>
                <a:gd name="T3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7">
                  <a:moveTo>
                    <a:pt x="4" y="15"/>
                  </a:moveTo>
                  <a:lnTo>
                    <a:pt x="6" y="17"/>
                  </a:lnTo>
                  <a:lnTo>
                    <a:pt x="9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5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8"/>
                  </a:lnTo>
                  <a:lnTo>
                    <a:pt x="0" y="12"/>
                  </a:lnTo>
                  <a:lnTo>
                    <a:pt x="4" y="1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5" name="Freeform 6462">
              <a:extLst>
                <a:ext uri="{FF2B5EF4-FFF2-40B4-BE49-F238E27FC236}">
                  <a16:creationId xmlns:a16="http://schemas.microsoft.com/office/drawing/2014/main" id="{782CC1F7-8677-4A5B-ADE7-26F3E530B2E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89" y="1322"/>
              <a:ext cx="138" cy="86"/>
            </a:xfrm>
            <a:custGeom>
              <a:avLst/>
              <a:gdLst>
                <a:gd name="T0" fmla="*/ 75 w 138"/>
                <a:gd name="T1" fmla="*/ 49 h 86"/>
                <a:gd name="T2" fmla="*/ 75 w 138"/>
                <a:gd name="T3" fmla="*/ 45 h 86"/>
                <a:gd name="T4" fmla="*/ 75 w 138"/>
                <a:gd name="T5" fmla="*/ 34 h 86"/>
                <a:gd name="T6" fmla="*/ 75 w 138"/>
                <a:gd name="T7" fmla="*/ 22 h 86"/>
                <a:gd name="T8" fmla="*/ 71 w 138"/>
                <a:gd name="T9" fmla="*/ 15 h 86"/>
                <a:gd name="T10" fmla="*/ 62 w 138"/>
                <a:gd name="T11" fmla="*/ 15 h 86"/>
                <a:gd name="T12" fmla="*/ 63 w 138"/>
                <a:gd name="T13" fmla="*/ 4 h 86"/>
                <a:gd name="T14" fmla="*/ 45 w 138"/>
                <a:gd name="T15" fmla="*/ 2 h 86"/>
                <a:gd name="T16" fmla="*/ 43 w 138"/>
                <a:gd name="T17" fmla="*/ 9 h 86"/>
                <a:gd name="T18" fmla="*/ 34 w 138"/>
                <a:gd name="T19" fmla="*/ 9 h 86"/>
                <a:gd name="T20" fmla="*/ 28 w 138"/>
                <a:gd name="T21" fmla="*/ 19 h 86"/>
                <a:gd name="T22" fmla="*/ 24 w 138"/>
                <a:gd name="T23" fmla="*/ 21 h 86"/>
                <a:gd name="T24" fmla="*/ 15 w 138"/>
                <a:gd name="T25" fmla="*/ 32 h 86"/>
                <a:gd name="T26" fmla="*/ 28 w 138"/>
                <a:gd name="T27" fmla="*/ 34 h 86"/>
                <a:gd name="T28" fmla="*/ 26 w 138"/>
                <a:gd name="T29" fmla="*/ 36 h 86"/>
                <a:gd name="T30" fmla="*/ 13 w 138"/>
                <a:gd name="T31" fmla="*/ 36 h 86"/>
                <a:gd name="T32" fmla="*/ 2 w 138"/>
                <a:gd name="T33" fmla="*/ 41 h 86"/>
                <a:gd name="T34" fmla="*/ 4 w 138"/>
                <a:gd name="T35" fmla="*/ 49 h 86"/>
                <a:gd name="T36" fmla="*/ 13 w 138"/>
                <a:gd name="T37" fmla="*/ 54 h 86"/>
                <a:gd name="T38" fmla="*/ 19 w 138"/>
                <a:gd name="T39" fmla="*/ 56 h 86"/>
                <a:gd name="T40" fmla="*/ 26 w 138"/>
                <a:gd name="T41" fmla="*/ 62 h 86"/>
                <a:gd name="T42" fmla="*/ 34 w 138"/>
                <a:gd name="T43" fmla="*/ 56 h 86"/>
                <a:gd name="T44" fmla="*/ 41 w 138"/>
                <a:gd name="T45" fmla="*/ 62 h 86"/>
                <a:gd name="T46" fmla="*/ 50 w 138"/>
                <a:gd name="T47" fmla="*/ 60 h 86"/>
                <a:gd name="T48" fmla="*/ 58 w 138"/>
                <a:gd name="T49" fmla="*/ 64 h 86"/>
                <a:gd name="T50" fmla="*/ 54 w 138"/>
                <a:gd name="T51" fmla="*/ 65 h 86"/>
                <a:gd name="T52" fmla="*/ 41 w 138"/>
                <a:gd name="T53" fmla="*/ 64 h 86"/>
                <a:gd name="T54" fmla="*/ 28 w 138"/>
                <a:gd name="T55" fmla="*/ 65 h 86"/>
                <a:gd name="T56" fmla="*/ 19 w 138"/>
                <a:gd name="T57" fmla="*/ 73 h 86"/>
                <a:gd name="T58" fmla="*/ 28 w 138"/>
                <a:gd name="T59" fmla="*/ 84 h 86"/>
                <a:gd name="T60" fmla="*/ 43 w 138"/>
                <a:gd name="T61" fmla="*/ 84 h 86"/>
                <a:gd name="T62" fmla="*/ 50 w 138"/>
                <a:gd name="T63" fmla="*/ 84 h 86"/>
                <a:gd name="T64" fmla="*/ 60 w 138"/>
                <a:gd name="T65" fmla="*/ 80 h 86"/>
                <a:gd name="T66" fmla="*/ 65 w 138"/>
                <a:gd name="T67" fmla="*/ 77 h 86"/>
                <a:gd name="T68" fmla="*/ 75 w 138"/>
                <a:gd name="T69" fmla="*/ 78 h 86"/>
                <a:gd name="T70" fmla="*/ 84 w 138"/>
                <a:gd name="T71" fmla="*/ 75 h 86"/>
                <a:gd name="T72" fmla="*/ 84 w 138"/>
                <a:gd name="T73" fmla="*/ 78 h 86"/>
                <a:gd name="T74" fmla="*/ 93 w 138"/>
                <a:gd name="T75" fmla="*/ 77 h 86"/>
                <a:gd name="T76" fmla="*/ 97 w 138"/>
                <a:gd name="T77" fmla="*/ 82 h 86"/>
                <a:gd name="T78" fmla="*/ 110 w 138"/>
                <a:gd name="T79" fmla="*/ 80 h 86"/>
                <a:gd name="T80" fmla="*/ 116 w 138"/>
                <a:gd name="T81" fmla="*/ 78 h 86"/>
                <a:gd name="T82" fmla="*/ 121 w 138"/>
                <a:gd name="T83" fmla="*/ 73 h 86"/>
                <a:gd name="T84" fmla="*/ 127 w 138"/>
                <a:gd name="T85" fmla="*/ 65 h 86"/>
                <a:gd name="T86" fmla="*/ 138 w 138"/>
                <a:gd name="T87" fmla="*/ 54 h 86"/>
                <a:gd name="T88" fmla="*/ 132 w 138"/>
                <a:gd name="T89" fmla="*/ 41 h 86"/>
                <a:gd name="T90" fmla="*/ 121 w 138"/>
                <a:gd name="T91" fmla="*/ 50 h 86"/>
                <a:gd name="T92" fmla="*/ 121 w 138"/>
                <a:gd name="T93" fmla="*/ 50 h 86"/>
                <a:gd name="T94" fmla="*/ 116 w 138"/>
                <a:gd name="T95" fmla="*/ 45 h 86"/>
                <a:gd name="T96" fmla="*/ 116 w 138"/>
                <a:gd name="T97" fmla="*/ 43 h 86"/>
                <a:gd name="T98" fmla="*/ 112 w 138"/>
                <a:gd name="T99" fmla="*/ 37 h 86"/>
                <a:gd name="T100" fmla="*/ 119 w 138"/>
                <a:gd name="T101" fmla="*/ 24 h 86"/>
                <a:gd name="T102" fmla="*/ 119 w 138"/>
                <a:gd name="T103" fmla="*/ 15 h 86"/>
                <a:gd name="T104" fmla="*/ 123 w 138"/>
                <a:gd name="T105" fmla="*/ 9 h 86"/>
                <a:gd name="T106" fmla="*/ 110 w 138"/>
                <a:gd name="T107" fmla="*/ 11 h 86"/>
                <a:gd name="T108" fmla="*/ 104 w 138"/>
                <a:gd name="T109" fmla="*/ 15 h 86"/>
                <a:gd name="T110" fmla="*/ 97 w 138"/>
                <a:gd name="T111" fmla="*/ 24 h 86"/>
                <a:gd name="T112" fmla="*/ 99 w 138"/>
                <a:gd name="T113" fmla="*/ 36 h 86"/>
                <a:gd name="T114" fmla="*/ 90 w 138"/>
                <a:gd name="T115" fmla="*/ 39 h 86"/>
                <a:gd name="T116" fmla="*/ 93 w 138"/>
                <a:gd name="T117" fmla="*/ 50 h 86"/>
                <a:gd name="T118" fmla="*/ 82 w 138"/>
                <a:gd name="T119" fmla="*/ 5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" h="86">
                  <a:moveTo>
                    <a:pt x="80" y="50"/>
                  </a:moveTo>
                  <a:lnTo>
                    <a:pt x="80" y="49"/>
                  </a:lnTo>
                  <a:lnTo>
                    <a:pt x="76" y="47"/>
                  </a:lnTo>
                  <a:lnTo>
                    <a:pt x="75" y="49"/>
                  </a:lnTo>
                  <a:lnTo>
                    <a:pt x="73" y="50"/>
                  </a:lnTo>
                  <a:lnTo>
                    <a:pt x="73" y="49"/>
                  </a:lnTo>
                  <a:lnTo>
                    <a:pt x="73" y="45"/>
                  </a:lnTo>
                  <a:lnTo>
                    <a:pt x="75" y="45"/>
                  </a:lnTo>
                  <a:lnTo>
                    <a:pt x="76" y="37"/>
                  </a:lnTo>
                  <a:lnTo>
                    <a:pt x="73" y="37"/>
                  </a:lnTo>
                  <a:lnTo>
                    <a:pt x="73" y="36"/>
                  </a:lnTo>
                  <a:lnTo>
                    <a:pt x="75" y="34"/>
                  </a:lnTo>
                  <a:lnTo>
                    <a:pt x="75" y="28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5" y="22"/>
                  </a:lnTo>
                  <a:lnTo>
                    <a:pt x="75" y="21"/>
                  </a:lnTo>
                  <a:lnTo>
                    <a:pt x="73" y="19"/>
                  </a:lnTo>
                  <a:lnTo>
                    <a:pt x="73" y="17"/>
                  </a:lnTo>
                  <a:lnTo>
                    <a:pt x="71" y="15"/>
                  </a:lnTo>
                  <a:lnTo>
                    <a:pt x="69" y="15"/>
                  </a:lnTo>
                  <a:lnTo>
                    <a:pt x="67" y="13"/>
                  </a:lnTo>
                  <a:lnTo>
                    <a:pt x="65" y="15"/>
                  </a:lnTo>
                  <a:lnTo>
                    <a:pt x="62" y="15"/>
                  </a:lnTo>
                  <a:lnTo>
                    <a:pt x="60" y="13"/>
                  </a:lnTo>
                  <a:lnTo>
                    <a:pt x="62" y="11"/>
                  </a:lnTo>
                  <a:lnTo>
                    <a:pt x="65" y="9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45" y="2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5"/>
                  </a:lnTo>
                  <a:lnTo>
                    <a:pt x="28" y="19"/>
                  </a:lnTo>
                  <a:lnTo>
                    <a:pt x="34" y="21"/>
                  </a:lnTo>
                  <a:lnTo>
                    <a:pt x="32" y="21"/>
                  </a:lnTo>
                  <a:lnTo>
                    <a:pt x="26" y="22"/>
                  </a:lnTo>
                  <a:lnTo>
                    <a:pt x="24" y="21"/>
                  </a:lnTo>
                  <a:lnTo>
                    <a:pt x="22" y="22"/>
                  </a:lnTo>
                  <a:lnTo>
                    <a:pt x="19" y="26"/>
                  </a:lnTo>
                  <a:lnTo>
                    <a:pt x="13" y="30"/>
                  </a:lnTo>
                  <a:lnTo>
                    <a:pt x="15" y="32"/>
                  </a:lnTo>
                  <a:lnTo>
                    <a:pt x="19" y="32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24" y="37"/>
                  </a:lnTo>
                  <a:lnTo>
                    <a:pt x="21" y="37"/>
                  </a:lnTo>
                  <a:lnTo>
                    <a:pt x="17" y="36"/>
                  </a:lnTo>
                  <a:lnTo>
                    <a:pt x="13" y="36"/>
                  </a:lnTo>
                  <a:lnTo>
                    <a:pt x="11" y="34"/>
                  </a:lnTo>
                  <a:lnTo>
                    <a:pt x="8" y="36"/>
                  </a:lnTo>
                  <a:lnTo>
                    <a:pt x="0" y="39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4" y="49"/>
                  </a:lnTo>
                  <a:lnTo>
                    <a:pt x="8" y="52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3" y="54"/>
                  </a:lnTo>
                  <a:lnTo>
                    <a:pt x="13" y="58"/>
                  </a:lnTo>
                  <a:lnTo>
                    <a:pt x="17" y="60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19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8" y="60"/>
                  </a:lnTo>
                  <a:lnTo>
                    <a:pt x="32" y="58"/>
                  </a:lnTo>
                  <a:lnTo>
                    <a:pt x="34" y="54"/>
                  </a:lnTo>
                  <a:lnTo>
                    <a:pt x="34" y="56"/>
                  </a:lnTo>
                  <a:lnTo>
                    <a:pt x="34" y="60"/>
                  </a:lnTo>
                  <a:lnTo>
                    <a:pt x="37" y="62"/>
                  </a:lnTo>
                  <a:lnTo>
                    <a:pt x="41" y="62"/>
                  </a:lnTo>
                  <a:lnTo>
                    <a:pt x="41" y="62"/>
                  </a:lnTo>
                  <a:lnTo>
                    <a:pt x="45" y="62"/>
                  </a:lnTo>
                  <a:lnTo>
                    <a:pt x="49" y="62"/>
                  </a:lnTo>
                  <a:lnTo>
                    <a:pt x="49" y="60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2"/>
                  </a:lnTo>
                  <a:lnTo>
                    <a:pt x="58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56" y="64"/>
                  </a:lnTo>
                  <a:lnTo>
                    <a:pt x="54" y="65"/>
                  </a:lnTo>
                  <a:lnTo>
                    <a:pt x="52" y="65"/>
                  </a:lnTo>
                  <a:lnTo>
                    <a:pt x="49" y="65"/>
                  </a:lnTo>
                  <a:lnTo>
                    <a:pt x="45" y="64"/>
                  </a:lnTo>
                  <a:lnTo>
                    <a:pt x="41" y="64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4" y="65"/>
                  </a:lnTo>
                  <a:lnTo>
                    <a:pt x="19" y="65"/>
                  </a:lnTo>
                  <a:lnTo>
                    <a:pt x="19" y="71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1" y="80"/>
                  </a:lnTo>
                  <a:lnTo>
                    <a:pt x="24" y="82"/>
                  </a:lnTo>
                  <a:lnTo>
                    <a:pt x="28" y="84"/>
                  </a:lnTo>
                  <a:lnTo>
                    <a:pt x="32" y="86"/>
                  </a:lnTo>
                  <a:lnTo>
                    <a:pt x="36" y="86"/>
                  </a:lnTo>
                  <a:lnTo>
                    <a:pt x="39" y="84"/>
                  </a:lnTo>
                  <a:lnTo>
                    <a:pt x="43" y="84"/>
                  </a:lnTo>
                  <a:lnTo>
                    <a:pt x="43" y="86"/>
                  </a:lnTo>
                  <a:lnTo>
                    <a:pt x="47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4" y="84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3" y="78"/>
                  </a:lnTo>
                  <a:lnTo>
                    <a:pt x="65" y="77"/>
                  </a:lnTo>
                  <a:lnTo>
                    <a:pt x="65" y="78"/>
                  </a:lnTo>
                  <a:lnTo>
                    <a:pt x="69" y="78"/>
                  </a:lnTo>
                  <a:lnTo>
                    <a:pt x="71" y="78"/>
                  </a:lnTo>
                  <a:lnTo>
                    <a:pt x="75" y="78"/>
                  </a:lnTo>
                  <a:lnTo>
                    <a:pt x="76" y="77"/>
                  </a:lnTo>
                  <a:lnTo>
                    <a:pt x="80" y="75"/>
                  </a:lnTo>
                  <a:lnTo>
                    <a:pt x="82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8"/>
                  </a:lnTo>
                  <a:lnTo>
                    <a:pt x="88" y="80"/>
                  </a:lnTo>
                  <a:lnTo>
                    <a:pt x="91" y="78"/>
                  </a:lnTo>
                  <a:lnTo>
                    <a:pt x="91" y="77"/>
                  </a:lnTo>
                  <a:lnTo>
                    <a:pt x="93" y="77"/>
                  </a:lnTo>
                  <a:lnTo>
                    <a:pt x="93" y="77"/>
                  </a:lnTo>
                  <a:lnTo>
                    <a:pt x="91" y="78"/>
                  </a:lnTo>
                  <a:lnTo>
                    <a:pt x="93" y="82"/>
                  </a:lnTo>
                  <a:lnTo>
                    <a:pt x="97" y="82"/>
                  </a:lnTo>
                  <a:lnTo>
                    <a:pt x="103" y="82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0" y="80"/>
                  </a:lnTo>
                  <a:lnTo>
                    <a:pt x="112" y="82"/>
                  </a:lnTo>
                  <a:lnTo>
                    <a:pt x="116" y="80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7" y="78"/>
                  </a:lnTo>
                  <a:lnTo>
                    <a:pt x="119" y="77"/>
                  </a:lnTo>
                  <a:lnTo>
                    <a:pt x="119" y="75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7" y="67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30" y="64"/>
                  </a:lnTo>
                  <a:lnTo>
                    <a:pt x="134" y="62"/>
                  </a:lnTo>
                  <a:lnTo>
                    <a:pt x="138" y="54"/>
                  </a:lnTo>
                  <a:lnTo>
                    <a:pt x="138" y="50"/>
                  </a:lnTo>
                  <a:lnTo>
                    <a:pt x="138" y="49"/>
                  </a:lnTo>
                  <a:lnTo>
                    <a:pt x="136" y="43"/>
                  </a:lnTo>
                  <a:lnTo>
                    <a:pt x="132" y="41"/>
                  </a:lnTo>
                  <a:lnTo>
                    <a:pt x="129" y="41"/>
                  </a:lnTo>
                  <a:lnTo>
                    <a:pt x="125" y="45"/>
                  </a:lnTo>
                  <a:lnTo>
                    <a:pt x="123" y="47"/>
                  </a:lnTo>
                  <a:lnTo>
                    <a:pt x="121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45"/>
                  </a:lnTo>
                  <a:lnTo>
                    <a:pt x="117" y="43"/>
                  </a:lnTo>
                  <a:lnTo>
                    <a:pt x="116" y="45"/>
                  </a:lnTo>
                  <a:lnTo>
                    <a:pt x="112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6" y="43"/>
                  </a:lnTo>
                  <a:lnTo>
                    <a:pt x="119" y="39"/>
                  </a:lnTo>
                  <a:lnTo>
                    <a:pt x="117" y="36"/>
                  </a:lnTo>
                  <a:lnTo>
                    <a:pt x="112" y="36"/>
                  </a:lnTo>
                  <a:lnTo>
                    <a:pt x="112" y="37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9" y="32"/>
                  </a:lnTo>
                  <a:lnTo>
                    <a:pt x="119" y="24"/>
                  </a:lnTo>
                  <a:lnTo>
                    <a:pt x="117" y="22"/>
                  </a:lnTo>
                  <a:lnTo>
                    <a:pt x="117" y="21"/>
                  </a:lnTo>
                  <a:lnTo>
                    <a:pt x="119" y="17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23" y="15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3" y="8"/>
                  </a:lnTo>
                  <a:lnTo>
                    <a:pt x="119" y="6"/>
                  </a:lnTo>
                  <a:lnTo>
                    <a:pt x="116" y="6"/>
                  </a:lnTo>
                  <a:lnTo>
                    <a:pt x="110" y="11"/>
                  </a:lnTo>
                  <a:lnTo>
                    <a:pt x="106" y="11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3" y="15"/>
                  </a:lnTo>
                  <a:lnTo>
                    <a:pt x="99" y="17"/>
                  </a:lnTo>
                  <a:lnTo>
                    <a:pt x="97" y="21"/>
                  </a:lnTo>
                  <a:lnTo>
                    <a:pt x="97" y="24"/>
                  </a:lnTo>
                  <a:lnTo>
                    <a:pt x="97" y="28"/>
                  </a:lnTo>
                  <a:lnTo>
                    <a:pt x="99" y="30"/>
                  </a:lnTo>
                  <a:lnTo>
                    <a:pt x="101" y="32"/>
                  </a:lnTo>
                  <a:lnTo>
                    <a:pt x="99" y="36"/>
                  </a:lnTo>
                  <a:lnTo>
                    <a:pt x="97" y="36"/>
                  </a:lnTo>
                  <a:lnTo>
                    <a:pt x="93" y="36"/>
                  </a:lnTo>
                  <a:lnTo>
                    <a:pt x="91" y="36"/>
                  </a:lnTo>
                  <a:lnTo>
                    <a:pt x="90" y="39"/>
                  </a:lnTo>
                  <a:lnTo>
                    <a:pt x="91" y="41"/>
                  </a:lnTo>
                  <a:lnTo>
                    <a:pt x="91" y="43"/>
                  </a:lnTo>
                  <a:lnTo>
                    <a:pt x="93" y="47"/>
                  </a:lnTo>
                  <a:lnTo>
                    <a:pt x="93" y="50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5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6" name="Freeform 6463">
              <a:extLst>
                <a:ext uri="{FF2B5EF4-FFF2-40B4-BE49-F238E27FC236}">
                  <a16:creationId xmlns:a16="http://schemas.microsoft.com/office/drawing/2014/main" id="{1A9D3E99-C88A-405D-9A3A-2CC90A19F5A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56" y="1274"/>
              <a:ext cx="109" cy="59"/>
            </a:xfrm>
            <a:custGeom>
              <a:avLst/>
              <a:gdLst>
                <a:gd name="T0" fmla="*/ 3 w 109"/>
                <a:gd name="T1" fmla="*/ 46 h 59"/>
                <a:gd name="T2" fmla="*/ 11 w 109"/>
                <a:gd name="T3" fmla="*/ 44 h 59"/>
                <a:gd name="T4" fmla="*/ 16 w 109"/>
                <a:gd name="T5" fmla="*/ 48 h 59"/>
                <a:gd name="T6" fmla="*/ 13 w 109"/>
                <a:gd name="T7" fmla="*/ 54 h 59"/>
                <a:gd name="T8" fmla="*/ 18 w 109"/>
                <a:gd name="T9" fmla="*/ 52 h 59"/>
                <a:gd name="T10" fmla="*/ 22 w 109"/>
                <a:gd name="T11" fmla="*/ 48 h 59"/>
                <a:gd name="T12" fmla="*/ 24 w 109"/>
                <a:gd name="T13" fmla="*/ 44 h 59"/>
                <a:gd name="T14" fmla="*/ 28 w 109"/>
                <a:gd name="T15" fmla="*/ 44 h 59"/>
                <a:gd name="T16" fmla="*/ 24 w 109"/>
                <a:gd name="T17" fmla="*/ 52 h 59"/>
                <a:gd name="T18" fmla="*/ 24 w 109"/>
                <a:gd name="T19" fmla="*/ 59 h 59"/>
                <a:gd name="T20" fmla="*/ 28 w 109"/>
                <a:gd name="T21" fmla="*/ 57 h 59"/>
                <a:gd name="T22" fmla="*/ 35 w 109"/>
                <a:gd name="T23" fmla="*/ 54 h 59"/>
                <a:gd name="T24" fmla="*/ 39 w 109"/>
                <a:gd name="T25" fmla="*/ 48 h 59"/>
                <a:gd name="T26" fmla="*/ 42 w 109"/>
                <a:gd name="T27" fmla="*/ 46 h 59"/>
                <a:gd name="T28" fmla="*/ 46 w 109"/>
                <a:gd name="T29" fmla="*/ 52 h 59"/>
                <a:gd name="T30" fmla="*/ 50 w 109"/>
                <a:gd name="T31" fmla="*/ 46 h 59"/>
                <a:gd name="T32" fmla="*/ 55 w 109"/>
                <a:gd name="T33" fmla="*/ 37 h 59"/>
                <a:gd name="T34" fmla="*/ 55 w 109"/>
                <a:gd name="T35" fmla="*/ 37 h 59"/>
                <a:gd name="T36" fmla="*/ 65 w 109"/>
                <a:gd name="T37" fmla="*/ 28 h 59"/>
                <a:gd name="T38" fmla="*/ 69 w 109"/>
                <a:gd name="T39" fmla="*/ 28 h 59"/>
                <a:gd name="T40" fmla="*/ 67 w 109"/>
                <a:gd name="T41" fmla="*/ 33 h 59"/>
                <a:gd name="T42" fmla="*/ 65 w 109"/>
                <a:gd name="T43" fmla="*/ 39 h 59"/>
                <a:gd name="T44" fmla="*/ 57 w 109"/>
                <a:gd name="T45" fmla="*/ 46 h 59"/>
                <a:gd name="T46" fmla="*/ 61 w 109"/>
                <a:gd name="T47" fmla="*/ 54 h 59"/>
                <a:gd name="T48" fmla="*/ 70 w 109"/>
                <a:gd name="T49" fmla="*/ 52 h 59"/>
                <a:gd name="T50" fmla="*/ 72 w 109"/>
                <a:gd name="T51" fmla="*/ 44 h 59"/>
                <a:gd name="T52" fmla="*/ 76 w 109"/>
                <a:gd name="T53" fmla="*/ 43 h 59"/>
                <a:gd name="T54" fmla="*/ 82 w 109"/>
                <a:gd name="T55" fmla="*/ 43 h 59"/>
                <a:gd name="T56" fmla="*/ 89 w 109"/>
                <a:gd name="T57" fmla="*/ 35 h 59"/>
                <a:gd name="T58" fmla="*/ 93 w 109"/>
                <a:gd name="T59" fmla="*/ 29 h 59"/>
                <a:gd name="T60" fmla="*/ 98 w 109"/>
                <a:gd name="T61" fmla="*/ 26 h 59"/>
                <a:gd name="T62" fmla="*/ 98 w 109"/>
                <a:gd name="T63" fmla="*/ 20 h 59"/>
                <a:gd name="T64" fmla="*/ 104 w 109"/>
                <a:gd name="T65" fmla="*/ 18 h 59"/>
                <a:gd name="T66" fmla="*/ 109 w 109"/>
                <a:gd name="T67" fmla="*/ 13 h 59"/>
                <a:gd name="T68" fmla="*/ 109 w 109"/>
                <a:gd name="T69" fmla="*/ 3 h 59"/>
                <a:gd name="T70" fmla="*/ 100 w 109"/>
                <a:gd name="T71" fmla="*/ 2 h 59"/>
                <a:gd name="T72" fmla="*/ 100 w 109"/>
                <a:gd name="T73" fmla="*/ 9 h 59"/>
                <a:gd name="T74" fmla="*/ 96 w 109"/>
                <a:gd name="T75" fmla="*/ 7 h 59"/>
                <a:gd name="T76" fmla="*/ 95 w 109"/>
                <a:gd name="T77" fmla="*/ 3 h 59"/>
                <a:gd name="T78" fmla="*/ 89 w 109"/>
                <a:gd name="T79" fmla="*/ 2 h 59"/>
                <a:gd name="T80" fmla="*/ 82 w 109"/>
                <a:gd name="T81" fmla="*/ 2 h 59"/>
                <a:gd name="T82" fmla="*/ 70 w 109"/>
                <a:gd name="T83" fmla="*/ 5 h 59"/>
                <a:gd name="T84" fmla="*/ 67 w 109"/>
                <a:gd name="T85" fmla="*/ 5 h 59"/>
                <a:gd name="T86" fmla="*/ 55 w 109"/>
                <a:gd name="T87" fmla="*/ 13 h 59"/>
                <a:gd name="T88" fmla="*/ 46 w 109"/>
                <a:gd name="T89" fmla="*/ 18 h 59"/>
                <a:gd name="T90" fmla="*/ 41 w 109"/>
                <a:gd name="T91" fmla="*/ 20 h 59"/>
                <a:gd name="T92" fmla="*/ 35 w 109"/>
                <a:gd name="T93" fmla="*/ 20 h 59"/>
                <a:gd name="T94" fmla="*/ 26 w 109"/>
                <a:gd name="T95" fmla="*/ 26 h 59"/>
                <a:gd name="T96" fmla="*/ 13 w 109"/>
                <a:gd name="T97" fmla="*/ 31 h 59"/>
                <a:gd name="T98" fmla="*/ 3 w 109"/>
                <a:gd name="T99" fmla="*/ 37 h 59"/>
                <a:gd name="T100" fmla="*/ 1 w 109"/>
                <a:gd name="T101" fmla="*/ 37 h 59"/>
                <a:gd name="T102" fmla="*/ 3 w 109"/>
                <a:gd name="T103" fmla="*/ 43 h 59"/>
                <a:gd name="T104" fmla="*/ 7 w 109"/>
                <a:gd name="T105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" h="59">
                  <a:moveTo>
                    <a:pt x="3" y="43"/>
                  </a:moveTo>
                  <a:lnTo>
                    <a:pt x="3" y="43"/>
                  </a:lnTo>
                  <a:lnTo>
                    <a:pt x="3" y="46"/>
                  </a:lnTo>
                  <a:lnTo>
                    <a:pt x="7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5" y="44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2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20" y="52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6" y="44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2" y="56"/>
                  </a:lnTo>
                  <a:lnTo>
                    <a:pt x="24" y="59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7"/>
                  </a:lnTo>
                  <a:lnTo>
                    <a:pt x="29" y="59"/>
                  </a:lnTo>
                  <a:lnTo>
                    <a:pt x="33" y="56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9" y="50"/>
                  </a:lnTo>
                  <a:lnTo>
                    <a:pt x="39" y="48"/>
                  </a:lnTo>
                  <a:lnTo>
                    <a:pt x="41" y="48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8"/>
                  </a:lnTo>
                  <a:lnTo>
                    <a:pt x="42" y="52"/>
                  </a:lnTo>
                  <a:lnTo>
                    <a:pt x="46" y="52"/>
                  </a:lnTo>
                  <a:lnTo>
                    <a:pt x="48" y="50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2" y="44"/>
                  </a:lnTo>
                  <a:lnTo>
                    <a:pt x="54" y="41"/>
                  </a:lnTo>
                  <a:lnTo>
                    <a:pt x="55" y="37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7"/>
                  </a:lnTo>
                  <a:lnTo>
                    <a:pt x="63" y="33"/>
                  </a:lnTo>
                  <a:lnTo>
                    <a:pt x="63" y="29"/>
                  </a:lnTo>
                  <a:lnTo>
                    <a:pt x="65" y="28"/>
                  </a:lnTo>
                  <a:lnTo>
                    <a:pt x="67" y="28"/>
                  </a:lnTo>
                  <a:lnTo>
                    <a:pt x="67" y="26"/>
                  </a:lnTo>
                  <a:lnTo>
                    <a:pt x="69" y="28"/>
                  </a:lnTo>
                  <a:lnTo>
                    <a:pt x="70" y="26"/>
                  </a:lnTo>
                  <a:lnTo>
                    <a:pt x="70" y="29"/>
                  </a:lnTo>
                  <a:lnTo>
                    <a:pt x="67" y="33"/>
                  </a:lnTo>
                  <a:lnTo>
                    <a:pt x="67" y="35"/>
                  </a:lnTo>
                  <a:lnTo>
                    <a:pt x="65" y="37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61" y="54"/>
                  </a:lnTo>
                  <a:lnTo>
                    <a:pt x="65" y="56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70" y="48"/>
                  </a:lnTo>
                  <a:lnTo>
                    <a:pt x="70" y="46"/>
                  </a:lnTo>
                  <a:lnTo>
                    <a:pt x="72" y="44"/>
                  </a:lnTo>
                  <a:lnTo>
                    <a:pt x="74" y="43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78" y="43"/>
                  </a:lnTo>
                  <a:lnTo>
                    <a:pt x="80" y="43"/>
                  </a:lnTo>
                  <a:lnTo>
                    <a:pt x="82" y="43"/>
                  </a:lnTo>
                  <a:lnTo>
                    <a:pt x="87" y="43"/>
                  </a:lnTo>
                  <a:lnTo>
                    <a:pt x="89" y="39"/>
                  </a:lnTo>
                  <a:lnTo>
                    <a:pt x="89" y="35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6" y="31"/>
                  </a:lnTo>
                  <a:lnTo>
                    <a:pt x="98" y="29"/>
                  </a:lnTo>
                  <a:lnTo>
                    <a:pt x="98" y="2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8" y="20"/>
                  </a:lnTo>
                  <a:lnTo>
                    <a:pt x="100" y="20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8" y="18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0" y="2"/>
                  </a:lnTo>
                  <a:lnTo>
                    <a:pt x="100" y="5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8" y="7"/>
                  </a:lnTo>
                  <a:lnTo>
                    <a:pt x="96" y="7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5" y="3"/>
                  </a:lnTo>
                  <a:lnTo>
                    <a:pt x="91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5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67" y="5"/>
                  </a:lnTo>
                  <a:lnTo>
                    <a:pt x="59" y="11"/>
                  </a:lnTo>
                  <a:lnTo>
                    <a:pt x="57" y="13"/>
                  </a:lnTo>
                  <a:lnTo>
                    <a:pt x="55" y="13"/>
                  </a:lnTo>
                  <a:lnTo>
                    <a:pt x="52" y="15"/>
                  </a:lnTo>
                  <a:lnTo>
                    <a:pt x="50" y="16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2" y="18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7" y="20"/>
                  </a:lnTo>
                  <a:lnTo>
                    <a:pt x="35" y="20"/>
                  </a:lnTo>
                  <a:lnTo>
                    <a:pt x="31" y="24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15" y="28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7" y="33"/>
                  </a:lnTo>
                  <a:lnTo>
                    <a:pt x="3" y="37"/>
                  </a:lnTo>
                  <a:lnTo>
                    <a:pt x="7" y="37"/>
                  </a:lnTo>
                  <a:lnTo>
                    <a:pt x="5" y="39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3"/>
                  </a:lnTo>
                  <a:close/>
                  <a:moveTo>
                    <a:pt x="7" y="41"/>
                  </a:move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7" name="Freeform 6464">
              <a:extLst>
                <a:ext uri="{FF2B5EF4-FFF2-40B4-BE49-F238E27FC236}">
                  <a16:creationId xmlns:a16="http://schemas.microsoft.com/office/drawing/2014/main" id="{22B5850F-D1ED-4667-A923-898A464282A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64" y="2066"/>
              <a:ext cx="5" cy="7"/>
            </a:xfrm>
            <a:custGeom>
              <a:avLst/>
              <a:gdLst>
                <a:gd name="T0" fmla="*/ 0 w 3"/>
                <a:gd name="T1" fmla="*/ 3 h 4"/>
                <a:gd name="T2" fmla="*/ 0 w 3"/>
                <a:gd name="T3" fmla="*/ 3 h 4"/>
                <a:gd name="T4" fmla="*/ 1 w 3"/>
                <a:gd name="T5" fmla="*/ 4 h 4"/>
                <a:gd name="T6" fmla="*/ 1 w 3"/>
                <a:gd name="T7" fmla="*/ 4 h 4"/>
                <a:gd name="T8" fmla="*/ 2 w 3"/>
                <a:gd name="T9" fmla="*/ 3 h 4"/>
                <a:gd name="T10" fmla="*/ 3 w 3"/>
                <a:gd name="T11" fmla="*/ 2 h 4"/>
                <a:gd name="T12" fmla="*/ 3 w 3"/>
                <a:gd name="T13" fmla="*/ 0 h 4"/>
                <a:gd name="T14" fmla="*/ 1 w 3"/>
                <a:gd name="T15" fmla="*/ 1 h 4"/>
                <a:gd name="T16" fmla="*/ 0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8" name="Freeform 6465">
              <a:extLst>
                <a:ext uri="{FF2B5EF4-FFF2-40B4-BE49-F238E27FC236}">
                  <a16:creationId xmlns:a16="http://schemas.microsoft.com/office/drawing/2014/main" id="{87FF620F-E891-4687-BD6E-4C0E13A017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9" y="2075"/>
              <a:ext cx="89" cy="97"/>
            </a:xfrm>
            <a:custGeom>
              <a:avLst/>
              <a:gdLst>
                <a:gd name="T0" fmla="*/ 38 w 48"/>
                <a:gd name="T1" fmla="*/ 20 h 52"/>
                <a:gd name="T2" fmla="*/ 36 w 48"/>
                <a:gd name="T3" fmla="*/ 20 h 52"/>
                <a:gd name="T4" fmla="*/ 36 w 48"/>
                <a:gd name="T5" fmla="*/ 23 h 52"/>
                <a:gd name="T6" fmla="*/ 34 w 48"/>
                <a:gd name="T7" fmla="*/ 23 h 52"/>
                <a:gd name="T8" fmla="*/ 30 w 48"/>
                <a:gd name="T9" fmla="*/ 22 h 52"/>
                <a:gd name="T10" fmla="*/ 30 w 48"/>
                <a:gd name="T11" fmla="*/ 19 h 52"/>
                <a:gd name="T12" fmla="*/ 29 w 48"/>
                <a:gd name="T13" fmla="*/ 16 h 52"/>
                <a:gd name="T14" fmla="*/ 25 w 48"/>
                <a:gd name="T15" fmla="*/ 16 h 52"/>
                <a:gd name="T16" fmla="*/ 23 w 48"/>
                <a:gd name="T17" fmla="*/ 17 h 52"/>
                <a:gd name="T18" fmla="*/ 26 w 48"/>
                <a:gd name="T19" fmla="*/ 12 h 52"/>
                <a:gd name="T20" fmla="*/ 30 w 48"/>
                <a:gd name="T21" fmla="*/ 8 h 52"/>
                <a:gd name="T22" fmla="*/ 30 w 48"/>
                <a:gd name="T23" fmla="*/ 4 h 52"/>
                <a:gd name="T24" fmla="*/ 34 w 48"/>
                <a:gd name="T25" fmla="*/ 3 h 52"/>
                <a:gd name="T26" fmla="*/ 30 w 48"/>
                <a:gd name="T27" fmla="*/ 1 h 52"/>
                <a:gd name="T28" fmla="*/ 23 w 48"/>
                <a:gd name="T29" fmla="*/ 5 h 52"/>
                <a:gd name="T30" fmla="*/ 22 w 48"/>
                <a:gd name="T31" fmla="*/ 7 h 52"/>
                <a:gd name="T32" fmla="*/ 18 w 48"/>
                <a:gd name="T33" fmla="*/ 12 h 52"/>
                <a:gd name="T34" fmla="*/ 15 w 48"/>
                <a:gd name="T35" fmla="*/ 16 h 52"/>
                <a:gd name="T36" fmla="*/ 11 w 48"/>
                <a:gd name="T37" fmla="*/ 22 h 52"/>
                <a:gd name="T38" fmla="*/ 9 w 48"/>
                <a:gd name="T39" fmla="*/ 25 h 52"/>
                <a:gd name="T40" fmla="*/ 9 w 48"/>
                <a:gd name="T41" fmla="*/ 23 h 52"/>
                <a:gd name="T42" fmla="*/ 4 w 48"/>
                <a:gd name="T43" fmla="*/ 31 h 52"/>
                <a:gd name="T44" fmla="*/ 5 w 48"/>
                <a:gd name="T45" fmla="*/ 32 h 52"/>
                <a:gd name="T46" fmla="*/ 0 w 48"/>
                <a:gd name="T47" fmla="*/ 37 h 52"/>
                <a:gd name="T48" fmla="*/ 6 w 48"/>
                <a:gd name="T49" fmla="*/ 39 h 52"/>
                <a:gd name="T50" fmla="*/ 14 w 48"/>
                <a:gd name="T51" fmla="*/ 39 h 52"/>
                <a:gd name="T52" fmla="*/ 19 w 48"/>
                <a:gd name="T53" fmla="*/ 40 h 52"/>
                <a:gd name="T54" fmla="*/ 22 w 48"/>
                <a:gd name="T55" fmla="*/ 39 h 52"/>
                <a:gd name="T56" fmla="*/ 25 w 48"/>
                <a:gd name="T57" fmla="*/ 41 h 52"/>
                <a:gd name="T58" fmla="*/ 29 w 48"/>
                <a:gd name="T59" fmla="*/ 40 h 52"/>
                <a:gd name="T60" fmla="*/ 27 w 48"/>
                <a:gd name="T61" fmla="*/ 43 h 52"/>
                <a:gd name="T62" fmla="*/ 23 w 48"/>
                <a:gd name="T63" fmla="*/ 45 h 52"/>
                <a:gd name="T64" fmla="*/ 26 w 48"/>
                <a:gd name="T65" fmla="*/ 47 h 52"/>
                <a:gd name="T66" fmla="*/ 29 w 48"/>
                <a:gd name="T67" fmla="*/ 46 h 52"/>
                <a:gd name="T68" fmla="*/ 35 w 48"/>
                <a:gd name="T69" fmla="*/ 42 h 52"/>
                <a:gd name="T70" fmla="*/ 36 w 48"/>
                <a:gd name="T71" fmla="*/ 38 h 52"/>
                <a:gd name="T72" fmla="*/ 37 w 48"/>
                <a:gd name="T73" fmla="*/ 42 h 52"/>
                <a:gd name="T74" fmla="*/ 35 w 48"/>
                <a:gd name="T75" fmla="*/ 48 h 52"/>
                <a:gd name="T76" fmla="*/ 38 w 48"/>
                <a:gd name="T77" fmla="*/ 48 h 52"/>
                <a:gd name="T78" fmla="*/ 41 w 48"/>
                <a:gd name="T79" fmla="*/ 49 h 52"/>
                <a:gd name="T80" fmla="*/ 45 w 48"/>
                <a:gd name="T81" fmla="*/ 49 h 52"/>
                <a:gd name="T82" fmla="*/ 46 w 48"/>
                <a:gd name="T83" fmla="*/ 44 h 52"/>
                <a:gd name="T84" fmla="*/ 46 w 48"/>
                <a:gd name="T85" fmla="*/ 39 h 52"/>
                <a:gd name="T86" fmla="*/ 44 w 48"/>
                <a:gd name="T87" fmla="*/ 39 h 52"/>
                <a:gd name="T88" fmla="*/ 45 w 48"/>
                <a:gd name="T89" fmla="*/ 36 h 52"/>
                <a:gd name="T90" fmla="*/ 42 w 48"/>
                <a:gd name="T91" fmla="*/ 35 h 52"/>
                <a:gd name="T92" fmla="*/ 46 w 48"/>
                <a:gd name="T93" fmla="*/ 32 h 52"/>
                <a:gd name="T94" fmla="*/ 44 w 48"/>
                <a:gd name="T95" fmla="*/ 30 h 52"/>
                <a:gd name="T96" fmla="*/ 41 w 48"/>
                <a:gd name="T97" fmla="*/ 31 h 52"/>
                <a:gd name="T98" fmla="*/ 42 w 48"/>
                <a:gd name="T99" fmla="*/ 27 h 52"/>
                <a:gd name="T100" fmla="*/ 43 w 48"/>
                <a:gd name="T101" fmla="*/ 23 h 52"/>
                <a:gd name="T102" fmla="*/ 39 w 48"/>
                <a:gd name="T103" fmla="*/ 22 h 52"/>
                <a:gd name="T104" fmla="*/ 42 w 48"/>
                <a:gd name="T105" fmla="*/ 38 h 52"/>
                <a:gd name="T106" fmla="*/ 39 w 48"/>
                <a:gd name="T107" fmla="*/ 3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52">
                  <a:moveTo>
                    <a:pt x="41" y="19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lnTo>
                    <a:pt x="41" y="19"/>
                  </a:lnTo>
                  <a:close/>
                  <a:moveTo>
                    <a:pt x="39" y="22"/>
                  </a:moveTo>
                  <a:cubicBezTo>
                    <a:pt x="39" y="22"/>
                    <a:pt x="40" y="22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lose/>
                  <a:moveTo>
                    <a:pt x="41" y="37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40" y="38"/>
                    <a:pt x="40" y="38"/>
                    <a:pt x="40" y="38"/>
                  </a:cubicBezTo>
                  <a:lnTo>
                    <a:pt x="41" y="3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9" name="Freeform 6466">
              <a:extLst>
                <a:ext uri="{FF2B5EF4-FFF2-40B4-BE49-F238E27FC236}">
                  <a16:creationId xmlns:a16="http://schemas.microsoft.com/office/drawing/2014/main" id="{04F22314-31CF-46AC-BD6D-6EC01AF7158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1307"/>
              <a:ext cx="17" cy="15"/>
            </a:xfrm>
            <a:custGeom>
              <a:avLst/>
              <a:gdLst>
                <a:gd name="T0" fmla="*/ 13 w 17"/>
                <a:gd name="T1" fmla="*/ 0 h 15"/>
                <a:gd name="T2" fmla="*/ 7 w 17"/>
                <a:gd name="T3" fmla="*/ 0 h 15"/>
                <a:gd name="T4" fmla="*/ 2 w 17"/>
                <a:gd name="T5" fmla="*/ 0 h 15"/>
                <a:gd name="T6" fmla="*/ 2 w 17"/>
                <a:gd name="T7" fmla="*/ 4 h 15"/>
                <a:gd name="T8" fmla="*/ 0 w 17"/>
                <a:gd name="T9" fmla="*/ 8 h 15"/>
                <a:gd name="T10" fmla="*/ 4 w 17"/>
                <a:gd name="T11" fmla="*/ 10 h 15"/>
                <a:gd name="T12" fmla="*/ 5 w 17"/>
                <a:gd name="T13" fmla="*/ 13 h 15"/>
                <a:gd name="T14" fmla="*/ 9 w 17"/>
                <a:gd name="T15" fmla="*/ 13 h 15"/>
                <a:gd name="T16" fmla="*/ 11 w 17"/>
                <a:gd name="T17" fmla="*/ 13 h 15"/>
                <a:gd name="T18" fmla="*/ 13 w 17"/>
                <a:gd name="T19" fmla="*/ 15 h 15"/>
                <a:gd name="T20" fmla="*/ 17 w 17"/>
                <a:gd name="T21" fmla="*/ 13 h 15"/>
                <a:gd name="T22" fmla="*/ 17 w 17"/>
                <a:gd name="T23" fmla="*/ 10 h 15"/>
                <a:gd name="T24" fmla="*/ 17 w 17"/>
                <a:gd name="T25" fmla="*/ 6 h 15"/>
                <a:gd name="T26" fmla="*/ 13 w 17"/>
                <a:gd name="T2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3" y="0"/>
                  </a:moveTo>
                  <a:lnTo>
                    <a:pt x="7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3" y="15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7" y="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0" name="Freeform 6467">
              <a:extLst>
                <a:ext uri="{FF2B5EF4-FFF2-40B4-BE49-F238E27FC236}">
                  <a16:creationId xmlns:a16="http://schemas.microsoft.com/office/drawing/2014/main" id="{B0C4CB01-E0CD-44E9-8EC7-812492A3F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92" y="1238"/>
              <a:ext cx="62" cy="86"/>
            </a:xfrm>
            <a:custGeom>
              <a:avLst/>
              <a:gdLst>
                <a:gd name="T0" fmla="*/ 6 w 62"/>
                <a:gd name="T1" fmla="*/ 52 h 86"/>
                <a:gd name="T2" fmla="*/ 9 w 62"/>
                <a:gd name="T3" fmla="*/ 51 h 86"/>
                <a:gd name="T4" fmla="*/ 17 w 62"/>
                <a:gd name="T5" fmla="*/ 52 h 86"/>
                <a:gd name="T6" fmla="*/ 15 w 62"/>
                <a:gd name="T7" fmla="*/ 52 h 86"/>
                <a:gd name="T8" fmla="*/ 11 w 62"/>
                <a:gd name="T9" fmla="*/ 58 h 86"/>
                <a:gd name="T10" fmla="*/ 17 w 62"/>
                <a:gd name="T11" fmla="*/ 56 h 86"/>
                <a:gd name="T12" fmla="*/ 19 w 62"/>
                <a:gd name="T13" fmla="*/ 54 h 86"/>
                <a:gd name="T14" fmla="*/ 24 w 62"/>
                <a:gd name="T15" fmla="*/ 58 h 86"/>
                <a:gd name="T16" fmla="*/ 24 w 62"/>
                <a:gd name="T17" fmla="*/ 60 h 86"/>
                <a:gd name="T18" fmla="*/ 24 w 62"/>
                <a:gd name="T19" fmla="*/ 64 h 86"/>
                <a:gd name="T20" fmla="*/ 28 w 62"/>
                <a:gd name="T21" fmla="*/ 62 h 86"/>
                <a:gd name="T22" fmla="*/ 30 w 62"/>
                <a:gd name="T23" fmla="*/ 64 h 86"/>
                <a:gd name="T24" fmla="*/ 30 w 62"/>
                <a:gd name="T25" fmla="*/ 65 h 86"/>
                <a:gd name="T26" fmla="*/ 24 w 62"/>
                <a:gd name="T27" fmla="*/ 77 h 86"/>
                <a:gd name="T28" fmla="*/ 28 w 62"/>
                <a:gd name="T29" fmla="*/ 86 h 86"/>
                <a:gd name="T30" fmla="*/ 34 w 62"/>
                <a:gd name="T31" fmla="*/ 86 h 86"/>
                <a:gd name="T32" fmla="*/ 41 w 62"/>
                <a:gd name="T33" fmla="*/ 82 h 86"/>
                <a:gd name="T34" fmla="*/ 43 w 62"/>
                <a:gd name="T35" fmla="*/ 80 h 86"/>
                <a:gd name="T36" fmla="*/ 47 w 62"/>
                <a:gd name="T37" fmla="*/ 73 h 86"/>
                <a:gd name="T38" fmla="*/ 50 w 62"/>
                <a:gd name="T39" fmla="*/ 65 h 86"/>
                <a:gd name="T40" fmla="*/ 48 w 62"/>
                <a:gd name="T41" fmla="*/ 64 h 86"/>
                <a:gd name="T42" fmla="*/ 50 w 62"/>
                <a:gd name="T43" fmla="*/ 58 h 86"/>
                <a:gd name="T44" fmla="*/ 54 w 62"/>
                <a:gd name="T45" fmla="*/ 56 h 86"/>
                <a:gd name="T46" fmla="*/ 60 w 62"/>
                <a:gd name="T47" fmla="*/ 51 h 86"/>
                <a:gd name="T48" fmla="*/ 62 w 62"/>
                <a:gd name="T49" fmla="*/ 47 h 86"/>
                <a:gd name="T50" fmla="*/ 60 w 62"/>
                <a:gd name="T51" fmla="*/ 41 h 86"/>
                <a:gd name="T52" fmla="*/ 58 w 62"/>
                <a:gd name="T53" fmla="*/ 38 h 86"/>
                <a:gd name="T54" fmla="*/ 52 w 62"/>
                <a:gd name="T55" fmla="*/ 36 h 86"/>
                <a:gd name="T56" fmla="*/ 52 w 62"/>
                <a:gd name="T57" fmla="*/ 36 h 86"/>
                <a:gd name="T58" fmla="*/ 58 w 62"/>
                <a:gd name="T59" fmla="*/ 30 h 86"/>
                <a:gd name="T60" fmla="*/ 56 w 62"/>
                <a:gd name="T61" fmla="*/ 24 h 86"/>
                <a:gd name="T62" fmla="*/ 54 w 62"/>
                <a:gd name="T63" fmla="*/ 19 h 86"/>
                <a:gd name="T64" fmla="*/ 47 w 62"/>
                <a:gd name="T65" fmla="*/ 21 h 86"/>
                <a:gd name="T66" fmla="*/ 45 w 62"/>
                <a:gd name="T67" fmla="*/ 23 h 86"/>
                <a:gd name="T68" fmla="*/ 45 w 62"/>
                <a:gd name="T69" fmla="*/ 13 h 86"/>
                <a:gd name="T70" fmla="*/ 43 w 62"/>
                <a:gd name="T71" fmla="*/ 8 h 86"/>
                <a:gd name="T72" fmla="*/ 37 w 62"/>
                <a:gd name="T73" fmla="*/ 4 h 86"/>
                <a:gd name="T74" fmla="*/ 32 w 62"/>
                <a:gd name="T75" fmla="*/ 4 h 86"/>
                <a:gd name="T76" fmla="*/ 26 w 62"/>
                <a:gd name="T77" fmla="*/ 6 h 86"/>
                <a:gd name="T78" fmla="*/ 26 w 62"/>
                <a:gd name="T79" fmla="*/ 0 h 86"/>
                <a:gd name="T80" fmla="*/ 21 w 62"/>
                <a:gd name="T81" fmla="*/ 6 h 86"/>
                <a:gd name="T82" fmla="*/ 17 w 62"/>
                <a:gd name="T83" fmla="*/ 10 h 86"/>
                <a:gd name="T84" fmla="*/ 15 w 62"/>
                <a:gd name="T85" fmla="*/ 17 h 86"/>
                <a:gd name="T86" fmla="*/ 19 w 62"/>
                <a:gd name="T87" fmla="*/ 17 h 86"/>
                <a:gd name="T88" fmla="*/ 19 w 62"/>
                <a:gd name="T89" fmla="*/ 19 h 86"/>
                <a:gd name="T90" fmla="*/ 13 w 62"/>
                <a:gd name="T91" fmla="*/ 24 h 86"/>
                <a:gd name="T92" fmla="*/ 19 w 62"/>
                <a:gd name="T93" fmla="*/ 26 h 86"/>
                <a:gd name="T94" fmla="*/ 22 w 62"/>
                <a:gd name="T95" fmla="*/ 23 h 86"/>
                <a:gd name="T96" fmla="*/ 26 w 62"/>
                <a:gd name="T97" fmla="*/ 23 h 86"/>
                <a:gd name="T98" fmla="*/ 24 w 62"/>
                <a:gd name="T99" fmla="*/ 24 h 86"/>
                <a:gd name="T100" fmla="*/ 19 w 62"/>
                <a:gd name="T101" fmla="*/ 30 h 86"/>
                <a:gd name="T102" fmla="*/ 24 w 62"/>
                <a:gd name="T103" fmla="*/ 32 h 86"/>
                <a:gd name="T104" fmla="*/ 22 w 62"/>
                <a:gd name="T105" fmla="*/ 34 h 86"/>
                <a:gd name="T106" fmla="*/ 17 w 62"/>
                <a:gd name="T107" fmla="*/ 34 h 86"/>
                <a:gd name="T108" fmla="*/ 19 w 62"/>
                <a:gd name="T109" fmla="*/ 39 h 86"/>
                <a:gd name="T110" fmla="*/ 15 w 62"/>
                <a:gd name="T111" fmla="*/ 43 h 86"/>
                <a:gd name="T112" fmla="*/ 11 w 62"/>
                <a:gd name="T113" fmla="*/ 38 h 86"/>
                <a:gd name="T114" fmla="*/ 2 w 62"/>
                <a:gd name="T115" fmla="*/ 38 h 86"/>
                <a:gd name="T116" fmla="*/ 0 w 62"/>
                <a:gd name="T117" fmla="*/ 45 h 86"/>
                <a:gd name="T118" fmla="*/ 2 w 62"/>
                <a:gd name="T119" fmla="*/ 51 h 86"/>
                <a:gd name="T120" fmla="*/ 21 w 62"/>
                <a:gd name="T121" fmla="*/ 52 h 86"/>
                <a:gd name="T122" fmla="*/ 21 w 62"/>
                <a:gd name="T123" fmla="*/ 5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" h="86">
                  <a:moveTo>
                    <a:pt x="2" y="51"/>
                  </a:moveTo>
                  <a:lnTo>
                    <a:pt x="6" y="52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13" y="52"/>
                  </a:lnTo>
                  <a:lnTo>
                    <a:pt x="17" y="52"/>
                  </a:lnTo>
                  <a:lnTo>
                    <a:pt x="19" y="52"/>
                  </a:lnTo>
                  <a:lnTo>
                    <a:pt x="15" y="52"/>
                  </a:lnTo>
                  <a:lnTo>
                    <a:pt x="11" y="54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4"/>
                  </a:lnTo>
                  <a:lnTo>
                    <a:pt x="19" y="58"/>
                  </a:lnTo>
                  <a:lnTo>
                    <a:pt x="24" y="58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30" y="69"/>
                  </a:lnTo>
                  <a:lnTo>
                    <a:pt x="24" y="77"/>
                  </a:lnTo>
                  <a:lnTo>
                    <a:pt x="26" y="82"/>
                  </a:lnTo>
                  <a:lnTo>
                    <a:pt x="28" y="86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7" y="86"/>
                  </a:lnTo>
                  <a:lnTo>
                    <a:pt x="41" y="82"/>
                  </a:lnTo>
                  <a:lnTo>
                    <a:pt x="41" y="80"/>
                  </a:lnTo>
                  <a:lnTo>
                    <a:pt x="43" y="80"/>
                  </a:lnTo>
                  <a:lnTo>
                    <a:pt x="47" y="77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50" y="65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4" y="56"/>
                  </a:lnTo>
                  <a:lnTo>
                    <a:pt x="58" y="54"/>
                  </a:lnTo>
                  <a:lnTo>
                    <a:pt x="60" y="51"/>
                  </a:lnTo>
                  <a:lnTo>
                    <a:pt x="60" y="49"/>
                  </a:lnTo>
                  <a:lnTo>
                    <a:pt x="62" y="47"/>
                  </a:lnTo>
                  <a:lnTo>
                    <a:pt x="62" y="43"/>
                  </a:lnTo>
                  <a:lnTo>
                    <a:pt x="60" y="41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6" y="24"/>
                  </a:lnTo>
                  <a:lnTo>
                    <a:pt x="56" y="23"/>
                  </a:lnTo>
                  <a:lnTo>
                    <a:pt x="54" y="19"/>
                  </a:lnTo>
                  <a:lnTo>
                    <a:pt x="50" y="19"/>
                  </a:lnTo>
                  <a:lnTo>
                    <a:pt x="47" y="21"/>
                  </a:lnTo>
                  <a:lnTo>
                    <a:pt x="43" y="23"/>
                  </a:lnTo>
                  <a:lnTo>
                    <a:pt x="45" y="23"/>
                  </a:lnTo>
                  <a:lnTo>
                    <a:pt x="45" y="17"/>
                  </a:lnTo>
                  <a:lnTo>
                    <a:pt x="45" y="13"/>
                  </a:lnTo>
                  <a:lnTo>
                    <a:pt x="45" y="10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1" y="6"/>
                  </a:lnTo>
                  <a:lnTo>
                    <a:pt x="19" y="6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5" y="17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3" y="24"/>
                  </a:lnTo>
                  <a:lnTo>
                    <a:pt x="13" y="28"/>
                  </a:lnTo>
                  <a:lnTo>
                    <a:pt x="19" y="26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1" y="28"/>
                  </a:lnTo>
                  <a:lnTo>
                    <a:pt x="19" y="30"/>
                  </a:lnTo>
                  <a:lnTo>
                    <a:pt x="21" y="34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2" y="34"/>
                  </a:lnTo>
                  <a:lnTo>
                    <a:pt x="21" y="36"/>
                  </a:lnTo>
                  <a:lnTo>
                    <a:pt x="17" y="34"/>
                  </a:lnTo>
                  <a:lnTo>
                    <a:pt x="17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49"/>
                  </a:lnTo>
                  <a:lnTo>
                    <a:pt x="2" y="51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9" y="52"/>
                  </a:lnTo>
                  <a:lnTo>
                    <a:pt x="21" y="5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1" name="Freeform 6468">
              <a:extLst>
                <a:ext uri="{FF2B5EF4-FFF2-40B4-BE49-F238E27FC236}">
                  <a16:creationId xmlns:a16="http://schemas.microsoft.com/office/drawing/2014/main" id="{C14331E2-964C-4AEE-9DA2-0BE5C8A1414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7" y="1352"/>
              <a:ext cx="19" cy="9"/>
            </a:xfrm>
            <a:custGeom>
              <a:avLst/>
              <a:gdLst>
                <a:gd name="T0" fmla="*/ 2 w 10"/>
                <a:gd name="T1" fmla="*/ 4 h 5"/>
                <a:gd name="T2" fmla="*/ 3 w 10"/>
                <a:gd name="T3" fmla="*/ 3 h 5"/>
                <a:gd name="T4" fmla="*/ 4 w 10"/>
                <a:gd name="T5" fmla="*/ 4 h 5"/>
                <a:gd name="T6" fmla="*/ 7 w 10"/>
                <a:gd name="T7" fmla="*/ 2 h 5"/>
                <a:gd name="T8" fmla="*/ 8 w 10"/>
                <a:gd name="T9" fmla="*/ 2 h 5"/>
                <a:gd name="T10" fmla="*/ 10 w 10"/>
                <a:gd name="T11" fmla="*/ 1 h 5"/>
                <a:gd name="T12" fmla="*/ 9 w 10"/>
                <a:gd name="T13" fmla="*/ 0 h 5"/>
                <a:gd name="T14" fmla="*/ 6 w 10"/>
                <a:gd name="T15" fmla="*/ 0 h 5"/>
                <a:gd name="T16" fmla="*/ 5 w 10"/>
                <a:gd name="T17" fmla="*/ 0 h 5"/>
                <a:gd name="T18" fmla="*/ 4 w 10"/>
                <a:gd name="T19" fmla="*/ 0 h 5"/>
                <a:gd name="T20" fmla="*/ 3 w 10"/>
                <a:gd name="T21" fmla="*/ 1 h 5"/>
                <a:gd name="T22" fmla="*/ 2 w 10"/>
                <a:gd name="T23" fmla="*/ 1 h 5"/>
                <a:gd name="T24" fmla="*/ 2 w 10"/>
                <a:gd name="T25" fmla="*/ 1 h 5"/>
                <a:gd name="T26" fmla="*/ 1 w 10"/>
                <a:gd name="T27" fmla="*/ 1 h 5"/>
                <a:gd name="T28" fmla="*/ 0 w 10"/>
                <a:gd name="T29" fmla="*/ 2 h 5"/>
                <a:gd name="T30" fmla="*/ 0 w 10"/>
                <a:gd name="T31" fmla="*/ 3 h 5"/>
                <a:gd name="T32" fmla="*/ 1 w 10"/>
                <a:gd name="T33" fmla="*/ 5 h 5"/>
                <a:gd name="T34" fmla="*/ 2 w 10"/>
                <a:gd name="T3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5">
                  <a:moveTo>
                    <a:pt x="2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2" name="Freeform 6469">
              <a:extLst>
                <a:ext uri="{FF2B5EF4-FFF2-40B4-BE49-F238E27FC236}">
                  <a16:creationId xmlns:a16="http://schemas.microsoft.com/office/drawing/2014/main" id="{9330BBC2-7CA8-4EC1-9A12-43D9899A2F7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00" y="1186"/>
              <a:ext cx="95" cy="153"/>
            </a:xfrm>
            <a:custGeom>
              <a:avLst/>
              <a:gdLst>
                <a:gd name="T0" fmla="*/ 11 w 95"/>
                <a:gd name="T1" fmla="*/ 144 h 153"/>
                <a:gd name="T2" fmla="*/ 22 w 95"/>
                <a:gd name="T3" fmla="*/ 144 h 153"/>
                <a:gd name="T4" fmla="*/ 28 w 95"/>
                <a:gd name="T5" fmla="*/ 144 h 153"/>
                <a:gd name="T6" fmla="*/ 32 w 95"/>
                <a:gd name="T7" fmla="*/ 151 h 153"/>
                <a:gd name="T8" fmla="*/ 41 w 95"/>
                <a:gd name="T9" fmla="*/ 144 h 153"/>
                <a:gd name="T10" fmla="*/ 41 w 95"/>
                <a:gd name="T11" fmla="*/ 151 h 153"/>
                <a:gd name="T12" fmla="*/ 47 w 95"/>
                <a:gd name="T13" fmla="*/ 142 h 153"/>
                <a:gd name="T14" fmla="*/ 48 w 95"/>
                <a:gd name="T15" fmla="*/ 132 h 153"/>
                <a:gd name="T16" fmla="*/ 61 w 95"/>
                <a:gd name="T17" fmla="*/ 127 h 153"/>
                <a:gd name="T18" fmla="*/ 69 w 95"/>
                <a:gd name="T19" fmla="*/ 121 h 153"/>
                <a:gd name="T20" fmla="*/ 76 w 95"/>
                <a:gd name="T21" fmla="*/ 125 h 153"/>
                <a:gd name="T22" fmla="*/ 82 w 95"/>
                <a:gd name="T23" fmla="*/ 117 h 153"/>
                <a:gd name="T24" fmla="*/ 91 w 95"/>
                <a:gd name="T25" fmla="*/ 110 h 153"/>
                <a:gd name="T26" fmla="*/ 88 w 95"/>
                <a:gd name="T27" fmla="*/ 95 h 153"/>
                <a:gd name="T28" fmla="*/ 88 w 95"/>
                <a:gd name="T29" fmla="*/ 84 h 153"/>
                <a:gd name="T30" fmla="*/ 93 w 95"/>
                <a:gd name="T31" fmla="*/ 65 h 153"/>
                <a:gd name="T32" fmla="*/ 91 w 95"/>
                <a:gd name="T33" fmla="*/ 54 h 153"/>
                <a:gd name="T34" fmla="*/ 82 w 95"/>
                <a:gd name="T35" fmla="*/ 49 h 153"/>
                <a:gd name="T36" fmla="*/ 76 w 95"/>
                <a:gd name="T37" fmla="*/ 43 h 153"/>
                <a:gd name="T38" fmla="*/ 78 w 95"/>
                <a:gd name="T39" fmla="*/ 22 h 153"/>
                <a:gd name="T40" fmla="*/ 73 w 95"/>
                <a:gd name="T41" fmla="*/ 6 h 153"/>
                <a:gd name="T42" fmla="*/ 61 w 95"/>
                <a:gd name="T43" fmla="*/ 0 h 153"/>
                <a:gd name="T44" fmla="*/ 61 w 95"/>
                <a:gd name="T45" fmla="*/ 11 h 153"/>
                <a:gd name="T46" fmla="*/ 69 w 95"/>
                <a:gd name="T47" fmla="*/ 15 h 153"/>
                <a:gd name="T48" fmla="*/ 54 w 95"/>
                <a:gd name="T49" fmla="*/ 15 h 153"/>
                <a:gd name="T50" fmla="*/ 52 w 95"/>
                <a:gd name="T51" fmla="*/ 17 h 153"/>
                <a:gd name="T52" fmla="*/ 45 w 95"/>
                <a:gd name="T53" fmla="*/ 30 h 153"/>
                <a:gd name="T54" fmla="*/ 48 w 95"/>
                <a:gd name="T55" fmla="*/ 39 h 153"/>
                <a:gd name="T56" fmla="*/ 41 w 95"/>
                <a:gd name="T57" fmla="*/ 35 h 153"/>
                <a:gd name="T58" fmla="*/ 37 w 95"/>
                <a:gd name="T59" fmla="*/ 30 h 153"/>
                <a:gd name="T60" fmla="*/ 34 w 95"/>
                <a:gd name="T61" fmla="*/ 39 h 153"/>
                <a:gd name="T62" fmla="*/ 26 w 95"/>
                <a:gd name="T63" fmla="*/ 35 h 153"/>
                <a:gd name="T64" fmla="*/ 24 w 95"/>
                <a:gd name="T65" fmla="*/ 49 h 153"/>
                <a:gd name="T66" fmla="*/ 35 w 95"/>
                <a:gd name="T67" fmla="*/ 58 h 153"/>
                <a:gd name="T68" fmla="*/ 26 w 95"/>
                <a:gd name="T69" fmla="*/ 58 h 153"/>
                <a:gd name="T70" fmla="*/ 17 w 95"/>
                <a:gd name="T71" fmla="*/ 56 h 153"/>
                <a:gd name="T72" fmla="*/ 13 w 95"/>
                <a:gd name="T73" fmla="*/ 62 h 153"/>
                <a:gd name="T74" fmla="*/ 11 w 95"/>
                <a:gd name="T75" fmla="*/ 76 h 153"/>
                <a:gd name="T76" fmla="*/ 6 w 95"/>
                <a:gd name="T77" fmla="*/ 88 h 153"/>
                <a:gd name="T78" fmla="*/ 11 w 95"/>
                <a:gd name="T79" fmla="*/ 95 h 153"/>
                <a:gd name="T80" fmla="*/ 19 w 95"/>
                <a:gd name="T81" fmla="*/ 95 h 153"/>
                <a:gd name="T82" fmla="*/ 28 w 95"/>
                <a:gd name="T83" fmla="*/ 101 h 153"/>
                <a:gd name="T84" fmla="*/ 17 w 95"/>
                <a:gd name="T85" fmla="*/ 101 h 153"/>
                <a:gd name="T86" fmla="*/ 4 w 95"/>
                <a:gd name="T87" fmla="*/ 112 h 153"/>
                <a:gd name="T88" fmla="*/ 4 w 95"/>
                <a:gd name="T89" fmla="*/ 125 h 153"/>
                <a:gd name="T90" fmla="*/ 86 w 95"/>
                <a:gd name="T91" fmla="*/ 60 h 153"/>
                <a:gd name="T92" fmla="*/ 84 w 95"/>
                <a:gd name="T93" fmla="*/ 65 h 153"/>
                <a:gd name="T94" fmla="*/ 84 w 95"/>
                <a:gd name="T95" fmla="*/ 67 h 153"/>
                <a:gd name="T96" fmla="*/ 80 w 95"/>
                <a:gd name="T97" fmla="*/ 90 h 153"/>
                <a:gd name="T98" fmla="*/ 71 w 95"/>
                <a:gd name="T99" fmla="*/ 117 h 153"/>
                <a:gd name="T100" fmla="*/ 71 w 95"/>
                <a:gd name="T101" fmla="*/ 117 h 153"/>
                <a:gd name="T102" fmla="*/ 48 w 95"/>
                <a:gd name="T103" fmla="*/ 127 h 153"/>
                <a:gd name="T104" fmla="*/ 32 w 95"/>
                <a:gd name="T105" fmla="*/ 10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" h="153">
                  <a:moveTo>
                    <a:pt x="2" y="142"/>
                  </a:moveTo>
                  <a:lnTo>
                    <a:pt x="6" y="138"/>
                  </a:lnTo>
                  <a:lnTo>
                    <a:pt x="6" y="140"/>
                  </a:lnTo>
                  <a:lnTo>
                    <a:pt x="6" y="144"/>
                  </a:lnTo>
                  <a:lnTo>
                    <a:pt x="11" y="144"/>
                  </a:lnTo>
                  <a:lnTo>
                    <a:pt x="17" y="149"/>
                  </a:lnTo>
                  <a:lnTo>
                    <a:pt x="21" y="147"/>
                  </a:lnTo>
                  <a:lnTo>
                    <a:pt x="21" y="144"/>
                  </a:lnTo>
                  <a:lnTo>
                    <a:pt x="21" y="142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5"/>
                  </a:lnTo>
                  <a:lnTo>
                    <a:pt x="22" y="151"/>
                  </a:lnTo>
                  <a:lnTo>
                    <a:pt x="26" y="149"/>
                  </a:lnTo>
                  <a:lnTo>
                    <a:pt x="28" y="144"/>
                  </a:lnTo>
                  <a:lnTo>
                    <a:pt x="28" y="147"/>
                  </a:lnTo>
                  <a:lnTo>
                    <a:pt x="28" y="149"/>
                  </a:lnTo>
                  <a:lnTo>
                    <a:pt x="28" y="151"/>
                  </a:lnTo>
                  <a:lnTo>
                    <a:pt x="30" y="153"/>
                  </a:lnTo>
                  <a:lnTo>
                    <a:pt x="32" y="151"/>
                  </a:lnTo>
                  <a:lnTo>
                    <a:pt x="34" y="147"/>
                  </a:lnTo>
                  <a:lnTo>
                    <a:pt x="39" y="144"/>
                  </a:lnTo>
                  <a:lnTo>
                    <a:pt x="39" y="142"/>
                  </a:lnTo>
                  <a:lnTo>
                    <a:pt x="39" y="144"/>
                  </a:lnTo>
                  <a:lnTo>
                    <a:pt x="41" y="144"/>
                  </a:lnTo>
                  <a:lnTo>
                    <a:pt x="41" y="144"/>
                  </a:lnTo>
                  <a:lnTo>
                    <a:pt x="39" y="145"/>
                  </a:lnTo>
                  <a:lnTo>
                    <a:pt x="37" y="147"/>
                  </a:lnTo>
                  <a:lnTo>
                    <a:pt x="37" y="151"/>
                  </a:lnTo>
                  <a:lnTo>
                    <a:pt x="41" y="151"/>
                  </a:lnTo>
                  <a:lnTo>
                    <a:pt x="43" y="149"/>
                  </a:lnTo>
                  <a:lnTo>
                    <a:pt x="45" y="147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47" y="142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2"/>
                  </a:lnTo>
                  <a:lnTo>
                    <a:pt x="50" y="134"/>
                  </a:lnTo>
                  <a:lnTo>
                    <a:pt x="50" y="138"/>
                  </a:lnTo>
                  <a:lnTo>
                    <a:pt x="54" y="136"/>
                  </a:lnTo>
                  <a:lnTo>
                    <a:pt x="56" y="131"/>
                  </a:lnTo>
                  <a:lnTo>
                    <a:pt x="61" y="127"/>
                  </a:lnTo>
                  <a:lnTo>
                    <a:pt x="63" y="123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23"/>
                  </a:lnTo>
                  <a:lnTo>
                    <a:pt x="69" y="121"/>
                  </a:lnTo>
                  <a:lnTo>
                    <a:pt x="65" y="125"/>
                  </a:lnTo>
                  <a:lnTo>
                    <a:pt x="67" y="127"/>
                  </a:lnTo>
                  <a:lnTo>
                    <a:pt x="69" y="129"/>
                  </a:lnTo>
                  <a:lnTo>
                    <a:pt x="75" y="127"/>
                  </a:lnTo>
                  <a:lnTo>
                    <a:pt x="76" y="125"/>
                  </a:lnTo>
                  <a:lnTo>
                    <a:pt x="80" y="125"/>
                  </a:lnTo>
                  <a:lnTo>
                    <a:pt x="82" y="123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82" y="117"/>
                  </a:lnTo>
                  <a:lnTo>
                    <a:pt x="84" y="117"/>
                  </a:lnTo>
                  <a:lnTo>
                    <a:pt x="86" y="116"/>
                  </a:lnTo>
                  <a:lnTo>
                    <a:pt x="89" y="114"/>
                  </a:lnTo>
                  <a:lnTo>
                    <a:pt x="91" y="112"/>
                  </a:lnTo>
                  <a:lnTo>
                    <a:pt x="91" y="110"/>
                  </a:lnTo>
                  <a:lnTo>
                    <a:pt x="91" y="106"/>
                  </a:lnTo>
                  <a:lnTo>
                    <a:pt x="89" y="104"/>
                  </a:lnTo>
                  <a:lnTo>
                    <a:pt x="91" y="103"/>
                  </a:lnTo>
                  <a:lnTo>
                    <a:pt x="89" y="95"/>
                  </a:lnTo>
                  <a:lnTo>
                    <a:pt x="88" y="95"/>
                  </a:lnTo>
                  <a:lnTo>
                    <a:pt x="84" y="91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6" y="84"/>
                  </a:lnTo>
                  <a:lnTo>
                    <a:pt x="88" y="84"/>
                  </a:lnTo>
                  <a:lnTo>
                    <a:pt x="91" y="76"/>
                  </a:lnTo>
                  <a:lnTo>
                    <a:pt x="93" y="73"/>
                  </a:lnTo>
                  <a:lnTo>
                    <a:pt x="91" y="71"/>
                  </a:lnTo>
                  <a:lnTo>
                    <a:pt x="93" y="69"/>
                  </a:lnTo>
                  <a:lnTo>
                    <a:pt x="93" y="65"/>
                  </a:lnTo>
                  <a:lnTo>
                    <a:pt x="95" y="63"/>
                  </a:lnTo>
                  <a:lnTo>
                    <a:pt x="95" y="60"/>
                  </a:lnTo>
                  <a:lnTo>
                    <a:pt x="95" y="58"/>
                  </a:lnTo>
                  <a:lnTo>
                    <a:pt x="95" y="56"/>
                  </a:lnTo>
                  <a:lnTo>
                    <a:pt x="91" y="54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2"/>
                  </a:lnTo>
                  <a:lnTo>
                    <a:pt x="86" y="49"/>
                  </a:lnTo>
                  <a:lnTo>
                    <a:pt x="82" y="49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76" y="50"/>
                  </a:lnTo>
                  <a:lnTo>
                    <a:pt x="78" y="47"/>
                  </a:lnTo>
                  <a:lnTo>
                    <a:pt x="76" y="43"/>
                  </a:lnTo>
                  <a:lnTo>
                    <a:pt x="76" y="37"/>
                  </a:lnTo>
                  <a:lnTo>
                    <a:pt x="76" y="34"/>
                  </a:lnTo>
                  <a:lnTo>
                    <a:pt x="78" y="32"/>
                  </a:lnTo>
                  <a:lnTo>
                    <a:pt x="78" y="26"/>
                  </a:lnTo>
                  <a:lnTo>
                    <a:pt x="78" y="22"/>
                  </a:lnTo>
                  <a:lnTo>
                    <a:pt x="80" y="19"/>
                  </a:lnTo>
                  <a:lnTo>
                    <a:pt x="80" y="15"/>
                  </a:lnTo>
                  <a:lnTo>
                    <a:pt x="78" y="11"/>
                  </a:lnTo>
                  <a:lnTo>
                    <a:pt x="76" y="9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67" y="2"/>
                  </a:lnTo>
                  <a:lnTo>
                    <a:pt x="65" y="2"/>
                  </a:lnTo>
                  <a:lnTo>
                    <a:pt x="65" y="4"/>
                  </a:lnTo>
                  <a:lnTo>
                    <a:pt x="61" y="0"/>
                  </a:lnTo>
                  <a:lnTo>
                    <a:pt x="58" y="2"/>
                  </a:lnTo>
                  <a:lnTo>
                    <a:pt x="58" y="6"/>
                  </a:lnTo>
                  <a:lnTo>
                    <a:pt x="56" y="9"/>
                  </a:lnTo>
                  <a:lnTo>
                    <a:pt x="58" y="11"/>
                  </a:lnTo>
                  <a:lnTo>
                    <a:pt x="61" y="11"/>
                  </a:lnTo>
                  <a:lnTo>
                    <a:pt x="63" y="11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1" y="17"/>
                  </a:lnTo>
                  <a:lnTo>
                    <a:pt x="60" y="17"/>
                  </a:lnTo>
                  <a:lnTo>
                    <a:pt x="54" y="15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2"/>
                  </a:lnTo>
                  <a:lnTo>
                    <a:pt x="52" y="17"/>
                  </a:lnTo>
                  <a:lnTo>
                    <a:pt x="47" y="21"/>
                  </a:lnTo>
                  <a:lnTo>
                    <a:pt x="45" y="24"/>
                  </a:lnTo>
                  <a:lnTo>
                    <a:pt x="43" y="26"/>
                  </a:lnTo>
                  <a:lnTo>
                    <a:pt x="43" y="28"/>
                  </a:lnTo>
                  <a:lnTo>
                    <a:pt x="45" y="30"/>
                  </a:lnTo>
                  <a:lnTo>
                    <a:pt x="47" y="32"/>
                  </a:lnTo>
                  <a:lnTo>
                    <a:pt x="48" y="34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1" y="35"/>
                  </a:lnTo>
                  <a:lnTo>
                    <a:pt x="45" y="35"/>
                  </a:lnTo>
                  <a:lnTo>
                    <a:pt x="43" y="32"/>
                  </a:lnTo>
                  <a:lnTo>
                    <a:pt x="41" y="32"/>
                  </a:lnTo>
                  <a:lnTo>
                    <a:pt x="39" y="30"/>
                  </a:lnTo>
                  <a:lnTo>
                    <a:pt x="37" y="30"/>
                  </a:lnTo>
                  <a:lnTo>
                    <a:pt x="35" y="32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4" y="35"/>
                  </a:lnTo>
                  <a:lnTo>
                    <a:pt x="34" y="39"/>
                  </a:lnTo>
                  <a:lnTo>
                    <a:pt x="34" y="41"/>
                  </a:lnTo>
                  <a:lnTo>
                    <a:pt x="32" y="39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2" y="39"/>
                  </a:lnTo>
                  <a:lnTo>
                    <a:pt x="24" y="41"/>
                  </a:lnTo>
                  <a:lnTo>
                    <a:pt x="22" y="45"/>
                  </a:lnTo>
                  <a:lnTo>
                    <a:pt x="24" y="49"/>
                  </a:lnTo>
                  <a:lnTo>
                    <a:pt x="28" y="50"/>
                  </a:lnTo>
                  <a:lnTo>
                    <a:pt x="24" y="50"/>
                  </a:lnTo>
                  <a:lnTo>
                    <a:pt x="30" y="54"/>
                  </a:lnTo>
                  <a:lnTo>
                    <a:pt x="32" y="56"/>
                  </a:lnTo>
                  <a:lnTo>
                    <a:pt x="35" y="58"/>
                  </a:lnTo>
                  <a:lnTo>
                    <a:pt x="39" y="58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4" y="60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19" y="52"/>
                  </a:lnTo>
                  <a:lnTo>
                    <a:pt x="17" y="56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3" y="62"/>
                  </a:lnTo>
                  <a:lnTo>
                    <a:pt x="13" y="67"/>
                  </a:lnTo>
                  <a:lnTo>
                    <a:pt x="11" y="67"/>
                  </a:lnTo>
                  <a:lnTo>
                    <a:pt x="11" y="75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7" y="80"/>
                  </a:lnTo>
                  <a:lnTo>
                    <a:pt x="6" y="84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6" y="88"/>
                  </a:lnTo>
                  <a:lnTo>
                    <a:pt x="6" y="90"/>
                  </a:lnTo>
                  <a:lnTo>
                    <a:pt x="7" y="93"/>
                  </a:lnTo>
                  <a:lnTo>
                    <a:pt x="9" y="91"/>
                  </a:lnTo>
                  <a:lnTo>
                    <a:pt x="13" y="91"/>
                  </a:lnTo>
                  <a:lnTo>
                    <a:pt x="11" y="95"/>
                  </a:lnTo>
                  <a:lnTo>
                    <a:pt x="13" y="97"/>
                  </a:lnTo>
                  <a:lnTo>
                    <a:pt x="15" y="97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4" y="101"/>
                  </a:lnTo>
                  <a:lnTo>
                    <a:pt x="26" y="101"/>
                  </a:lnTo>
                  <a:lnTo>
                    <a:pt x="28" y="101"/>
                  </a:lnTo>
                  <a:lnTo>
                    <a:pt x="24" y="103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3" y="103"/>
                  </a:lnTo>
                  <a:lnTo>
                    <a:pt x="11" y="103"/>
                  </a:lnTo>
                  <a:lnTo>
                    <a:pt x="7" y="104"/>
                  </a:lnTo>
                  <a:lnTo>
                    <a:pt x="6" y="106"/>
                  </a:lnTo>
                  <a:lnTo>
                    <a:pt x="4" y="112"/>
                  </a:lnTo>
                  <a:lnTo>
                    <a:pt x="6" y="112"/>
                  </a:lnTo>
                  <a:lnTo>
                    <a:pt x="4" y="112"/>
                  </a:lnTo>
                  <a:lnTo>
                    <a:pt x="2" y="119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0" y="125"/>
                  </a:lnTo>
                  <a:lnTo>
                    <a:pt x="0" y="131"/>
                  </a:lnTo>
                  <a:lnTo>
                    <a:pt x="2" y="134"/>
                  </a:lnTo>
                  <a:lnTo>
                    <a:pt x="2" y="142"/>
                  </a:lnTo>
                  <a:close/>
                  <a:moveTo>
                    <a:pt x="86" y="60"/>
                  </a:moveTo>
                  <a:lnTo>
                    <a:pt x="86" y="58"/>
                  </a:lnTo>
                  <a:lnTo>
                    <a:pt x="86" y="58"/>
                  </a:lnTo>
                  <a:lnTo>
                    <a:pt x="88" y="58"/>
                  </a:lnTo>
                  <a:lnTo>
                    <a:pt x="86" y="62"/>
                  </a:lnTo>
                  <a:lnTo>
                    <a:pt x="84" y="65"/>
                  </a:lnTo>
                  <a:lnTo>
                    <a:pt x="86" y="67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65"/>
                  </a:lnTo>
                  <a:lnTo>
                    <a:pt x="86" y="60"/>
                  </a:lnTo>
                  <a:close/>
                  <a:moveTo>
                    <a:pt x="78" y="90"/>
                  </a:moveTo>
                  <a:lnTo>
                    <a:pt x="80" y="90"/>
                  </a:lnTo>
                  <a:lnTo>
                    <a:pt x="80" y="90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6" y="90"/>
                  </a:lnTo>
                  <a:lnTo>
                    <a:pt x="78" y="90"/>
                  </a:lnTo>
                  <a:close/>
                  <a:moveTo>
                    <a:pt x="71" y="117"/>
                  </a:moveTo>
                  <a:lnTo>
                    <a:pt x="73" y="117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71" y="119"/>
                  </a:lnTo>
                  <a:lnTo>
                    <a:pt x="71" y="117"/>
                  </a:lnTo>
                  <a:close/>
                  <a:moveTo>
                    <a:pt x="48" y="125"/>
                  </a:moveTo>
                  <a:lnTo>
                    <a:pt x="52" y="123"/>
                  </a:lnTo>
                  <a:lnTo>
                    <a:pt x="48" y="127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5"/>
                  </a:lnTo>
                  <a:close/>
                  <a:moveTo>
                    <a:pt x="30" y="101"/>
                  </a:moveTo>
                  <a:lnTo>
                    <a:pt x="32" y="103"/>
                  </a:lnTo>
                  <a:lnTo>
                    <a:pt x="34" y="103"/>
                  </a:lnTo>
                  <a:lnTo>
                    <a:pt x="32" y="103"/>
                  </a:lnTo>
                  <a:lnTo>
                    <a:pt x="28" y="101"/>
                  </a:lnTo>
                  <a:lnTo>
                    <a:pt x="30" y="10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3" name="Freeform 6470">
              <a:extLst>
                <a:ext uri="{FF2B5EF4-FFF2-40B4-BE49-F238E27FC236}">
                  <a16:creationId xmlns:a16="http://schemas.microsoft.com/office/drawing/2014/main" id="{2739CAC3-4DAB-4162-BA5E-A3B3ED2082F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1" y="1225"/>
              <a:ext cx="17" cy="24"/>
            </a:xfrm>
            <a:custGeom>
              <a:avLst/>
              <a:gdLst>
                <a:gd name="T0" fmla="*/ 4 w 17"/>
                <a:gd name="T1" fmla="*/ 13 h 24"/>
                <a:gd name="T2" fmla="*/ 6 w 17"/>
                <a:gd name="T3" fmla="*/ 13 h 24"/>
                <a:gd name="T4" fmla="*/ 6 w 17"/>
                <a:gd name="T5" fmla="*/ 13 h 24"/>
                <a:gd name="T6" fmla="*/ 4 w 17"/>
                <a:gd name="T7" fmla="*/ 17 h 24"/>
                <a:gd name="T8" fmla="*/ 4 w 17"/>
                <a:gd name="T9" fmla="*/ 19 h 24"/>
                <a:gd name="T10" fmla="*/ 4 w 17"/>
                <a:gd name="T11" fmla="*/ 21 h 24"/>
                <a:gd name="T12" fmla="*/ 6 w 17"/>
                <a:gd name="T13" fmla="*/ 24 h 24"/>
                <a:gd name="T14" fmla="*/ 10 w 17"/>
                <a:gd name="T15" fmla="*/ 21 h 24"/>
                <a:gd name="T16" fmla="*/ 12 w 17"/>
                <a:gd name="T17" fmla="*/ 15 h 24"/>
                <a:gd name="T18" fmla="*/ 13 w 17"/>
                <a:gd name="T19" fmla="*/ 13 h 24"/>
                <a:gd name="T20" fmla="*/ 15 w 17"/>
                <a:gd name="T21" fmla="*/ 11 h 24"/>
                <a:gd name="T22" fmla="*/ 17 w 17"/>
                <a:gd name="T23" fmla="*/ 8 h 24"/>
                <a:gd name="T24" fmla="*/ 17 w 17"/>
                <a:gd name="T25" fmla="*/ 4 h 24"/>
                <a:gd name="T26" fmla="*/ 13 w 17"/>
                <a:gd name="T27" fmla="*/ 4 h 24"/>
                <a:gd name="T28" fmla="*/ 12 w 17"/>
                <a:gd name="T29" fmla="*/ 4 h 24"/>
                <a:gd name="T30" fmla="*/ 13 w 17"/>
                <a:gd name="T31" fmla="*/ 0 h 24"/>
                <a:gd name="T32" fmla="*/ 10 w 17"/>
                <a:gd name="T33" fmla="*/ 0 h 24"/>
                <a:gd name="T34" fmla="*/ 8 w 17"/>
                <a:gd name="T35" fmla="*/ 4 h 24"/>
                <a:gd name="T36" fmla="*/ 2 w 17"/>
                <a:gd name="T37" fmla="*/ 6 h 24"/>
                <a:gd name="T38" fmla="*/ 2 w 17"/>
                <a:gd name="T39" fmla="*/ 8 h 24"/>
                <a:gd name="T40" fmla="*/ 0 w 17"/>
                <a:gd name="T41" fmla="*/ 10 h 24"/>
                <a:gd name="T42" fmla="*/ 0 w 17"/>
                <a:gd name="T43" fmla="*/ 13 h 24"/>
                <a:gd name="T44" fmla="*/ 4 w 17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4">
                  <a:moveTo>
                    <a:pt x="4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6" y="24"/>
                  </a:lnTo>
                  <a:lnTo>
                    <a:pt x="10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5" y="11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4" name="Freeform 6471">
              <a:extLst>
                <a:ext uri="{FF2B5EF4-FFF2-40B4-BE49-F238E27FC236}">
                  <a16:creationId xmlns:a16="http://schemas.microsoft.com/office/drawing/2014/main" id="{2E21C001-204C-487D-A071-14FD5C6D3DF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8" y="1283"/>
              <a:ext cx="37" cy="48"/>
            </a:xfrm>
            <a:custGeom>
              <a:avLst/>
              <a:gdLst>
                <a:gd name="T0" fmla="*/ 6 w 37"/>
                <a:gd name="T1" fmla="*/ 22 h 48"/>
                <a:gd name="T2" fmla="*/ 4 w 37"/>
                <a:gd name="T3" fmla="*/ 22 h 48"/>
                <a:gd name="T4" fmla="*/ 4 w 37"/>
                <a:gd name="T5" fmla="*/ 26 h 48"/>
                <a:gd name="T6" fmla="*/ 7 w 37"/>
                <a:gd name="T7" fmla="*/ 28 h 48"/>
                <a:gd name="T8" fmla="*/ 9 w 37"/>
                <a:gd name="T9" fmla="*/ 32 h 48"/>
                <a:gd name="T10" fmla="*/ 9 w 37"/>
                <a:gd name="T11" fmla="*/ 32 h 48"/>
                <a:gd name="T12" fmla="*/ 7 w 37"/>
                <a:gd name="T13" fmla="*/ 30 h 48"/>
                <a:gd name="T14" fmla="*/ 2 w 37"/>
                <a:gd name="T15" fmla="*/ 30 h 48"/>
                <a:gd name="T16" fmla="*/ 0 w 37"/>
                <a:gd name="T17" fmla="*/ 34 h 48"/>
                <a:gd name="T18" fmla="*/ 4 w 37"/>
                <a:gd name="T19" fmla="*/ 35 h 48"/>
                <a:gd name="T20" fmla="*/ 4 w 37"/>
                <a:gd name="T21" fmla="*/ 39 h 48"/>
                <a:gd name="T22" fmla="*/ 4 w 37"/>
                <a:gd name="T23" fmla="*/ 39 h 48"/>
                <a:gd name="T24" fmla="*/ 4 w 37"/>
                <a:gd name="T25" fmla="*/ 41 h 48"/>
                <a:gd name="T26" fmla="*/ 4 w 37"/>
                <a:gd name="T27" fmla="*/ 47 h 48"/>
                <a:gd name="T28" fmla="*/ 7 w 37"/>
                <a:gd name="T29" fmla="*/ 45 h 48"/>
                <a:gd name="T30" fmla="*/ 7 w 37"/>
                <a:gd name="T31" fmla="*/ 43 h 48"/>
                <a:gd name="T32" fmla="*/ 9 w 37"/>
                <a:gd name="T33" fmla="*/ 43 h 48"/>
                <a:gd name="T34" fmla="*/ 9 w 37"/>
                <a:gd name="T35" fmla="*/ 47 h 48"/>
                <a:gd name="T36" fmla="*/ 11 w 37"/>
                <a:gd name="T37" fmla="*/ 47 h 48"/>
                <a:gd name="T38" fmla="*/ 15 w 37"/>
                <a:gd name="T39" fmla="*/ 45 h 48"/>
                <a:gd name="T40" fmla="*/ 19 w 37"/>
                <a:gd name="T41" fmla="*/ 47 h 48"/>
                <a:gd name="T42" fmla="*/ 20 w 37"/>
                <a:gd name="T43" fmla="*/ 45 h 48"/>
                <a:gd name="T44" fmla="*/ 22 w 37"/>
                <a:gd name="T45" fmla="*/ 45 h 48"/>
                <a:gd name="T46" fmla="*/ 22 w 37"/>
                <a:gd name="T47" fmla="*/ 47 h 48"/>
                <a:gd name="T48" fmla="*/ 24 w 37"/>
                <a:gd name="T49" fmla="*/ 48 h 48"/>
                <a:gd name="T50" fmla="*/ 26 w 37"/>
                <a:gd name="T51" fmla="*/ 47 h 48"/>
                <a:gd name="T52" fmla="*/ 32 w 37"/>
                <a:gd name="T53" fmla="*/ 43 h 48"/>
                <a:gd name="T54" fmla="*/ 32 w 37"/>
                <a:gd name="T55" fmla="*/ 39 h 48"/>
                <a:gd name="T56" fmla="*/ 32 w 37"/>
                <a:gd name="T57" fmla="*/ 34 h 48"/>
                <a:gd name="T58" fmla="*/ 32 w 37"/>
                <a:gd name="T59" fmla="*/ 35 h 48"/>
                <a:gd name="T60" fmla="*/ 33 w 37"/>
                <a:gd name="T61" fmla="*/ 34 h 48"/>
                <a:gd name="T62" fmla="*/ 37 w 37"/>
                <a:gd name="T63" fmla="*/ 30 h 48"/>
                <a:gd name="T64" fmla="*/ 35 w 37"/>
                <a:gd name="T65" fmla="*/ 24 h 48"/>
                <a:gd name="T66" fmla="*/ 35 w 37"/>
                <a:gd name="T67" fmla="*/ 22 h 48"/>
                <a:gd name="T68" fmla="*/ 35 w 37"/>
                <a:gd name="T69" fmla="*/ 20 h 48"/>
                <a:gd name="T70" fmla="*/ 32 w 37"/>
                <a:gd name="T71" fmla="*/ 20 h 48"/>
                <a:gd name="T72" fmla="*/ 32 w 37"/>
                <a:gd name="T73" fmla="*/ 17 h 48"/>
                <a:gd name="T74" fmla="*/ 30 w 37"/>
                <a:gd name="T75" fmla="*/ 15 h 48"/>
                <a:gd name="T76" fmla="*/ 30 w 37"/>
                <a:gd name="T77" fmla="*/ 15 h 48"/>
                <a:gd name="T78" fmla="*/ 28 w 37"/>
                <a:gd name="T79" fmla="*/ 11 h 48"/>
                <a:gd name="T80" fmla="*/ 28 w 37"/>
                <a:gd name="T81" fmla="*/ 11 h 48"/>
                <a:gd name="T82" fmla="*/ 26 w 37"/>
                <a:gd name="T83" fmla="*/ 9 h 48"/>
                <a:gd name="T84" fmla="*/ 26 w 37"/>
                <a:gd name="T85" fmla="*/ 7 h 48"/>
                <a:gd name="T86" fmla="*/ 26 w 37"/>
                <a:gd name="T87" fmla="*/ 6 h 48"/>
                <a:gd name="T88" fmla="*/ 22 w 37"/>
                <a:gd name="T89" fmla="*/ 0 h 48"/>
                <a:gd name="T90" fmla="*/ 19 w 37"/>
                <a:gd name="T91" fmla="*/ 0 h 48"/>
                <a:gd name="T92" fmla="*/ 15 w 37"/>
                <a:gd name="T93" fmla="*/ 4 h 48"/>
                <a:gd name="T94" fmla="*/ 13 w 37"/>
                <a:gd name="T95" fmla="*/ 6 h 48"/>
                <a:gd name="T96" fmla="*/ 11 w 37"/>
                <a:gd name="T97" fmla="*/ 9 h 48"/>
                <a:gd name="T98" fmla="*/ 11 w 37"/>
                <a:gd name="T99" fmla="*/ 9 h 48"/>
                <a:gd name="T100" fmla="*/ 9 w 37"/>
                <a:gd name="T101" fmla="*/ 9 h 48"/>
                <a:gd name="T102" fmla="*/ 7 w 37"/>
                <a:gd name="T103" fmla="*/ 13 h 48"/>
                <a:gd name="T104" fmla="*/ 6 w 37"/>
                <a:gd name="T105" fmla="*/ 19 h 48"/>
                <a:gd name="T106" fmla="*/ 4 w 37"/>
                <a:gd name="T107" fmla="*/ 20 h 48"/>
                <a:gd name="T108" fmla="*/ 6 w 37"/>
                <a:gd name="T10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48">
                  <a:moveTo>
                    <a:pt x="6" y="22"/>
                  </a:moveTo>
                  <a:lnTo>
                    <a:pt x="4" y="22"/>
                  </a:lnTo>
                  <a:lnTo>
                    <a:pt x="4" y="26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7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47"/>
                  </a:lnTo>
                  <a:lnTo>
                    <a:pt x="7" y="45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9" y="47"/>
                  </a:lnTo>
                  <a:lnTo>
                    <a:pt x="11" y="47"/>
                  </a:lnTo>
                  <a:lnTo>
                    <a:pt x="15" y="45"/>
                  </a:lnTo>
                  <a:lnTo>
                    <a:pt x="19" y="47"/>
                  </a:lnTo>
                  <a:lnTo>
                    <a:pt x="20" y="45"/>
                  </a:lnTo>
                  <a:lnTo>
                    <a:pt x="22" y="45"/>
                  </a:lnTo>
                  <a:lnTo>
                    <a:pt x="22" y="47"/>
                  </a:lnTo>
                  <a:lnTo>
                    <a:pt x="24" y="48"/>
                  </a:lnTo>
                  <a:lnTo>
                    <a:pt x="26" y="47"/>
                  </a:lnTo>
                  <a:lnTo>
                    <a:pt x="32" y="43"/>
                  </a:lnTo>
                  <a:lnTo>
                    <a:pt x="32" y="39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7" y="30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2" y="20"/>
                  </a:lnTo>
                  <a:lnTo>
                    <a:pt x="32" y="17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7" y="13"/>
                  </a:lnTo>
                  <a:lnTo>
                    <a:pt x="6" y="19"/>
                  </a:lnTo>
                  <a:lnTo>
                    <a:pt x="4" y="20"/>
                  </a:lnTo>
                  <a:lnTo>
                    <a:pt x="6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5" name="Freeform 6472">
              <a:extLst>
                <a:ext uri="{FF2B5EF4-FFF2-40B4-BE49-F238E27FC236}">
                  <a16:creationId xmlns:a16="http://schemas.microsoft.com/office/drawing/2014/main" id="{0005409E-FAD5-4673-B248-CD04C893E8B9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9" y="1354"/>
              <a:ext cx="17" cy="18"/>
            </a:xfrm>
            <a:custGeom>
              <a:avLst/>
              <a:gdLst>
                <a:gd name="T0" fmla="*/ 5 w 17"/>
                <a:gd name="T1" fmla="*/ 2 h 18"/>
                <a:gd name="T2" fmla="*/ 4 w 17"/>
                <a:gd name="T3" fmla="*/ 5 h 18"/>
                <a:gd name="T4" fmla="*/ 4 w 17"/>
                <a:gd name="T5" fmla="*/ 7 h 18"/>
                <a:gd name="T6" fmla="*/ 4 w 17"/>
                <a:gd name="T7" fmla="*/ 11 h 18"/>
                <a:gd name="T8" fmla="*/ 4 w 17"/>
                <a:gd name="T9" fmla="*/ 13 h 18"/>
                <a:gd name="T10" fmla="*/ 4 w 17"/>
                <a:gd name="T11" fmla="*/ 13 h 18"/>
                <a:gd name="T12" fmla="*/ 4 w 17"/>
                <a:gd name="T13" fmla="*/ 9 h 18"/>
                <a:gd name="T14" fmla="*/ 0 w 17"/>
                <a:gd name="T15" fmla="*/ 11 h 18"/>
                <a:gd name="T16" fmla="*/ 0 w 17"/>
                <a:gd name="T17" fmla="*/ 13 h 18"/>
                <a:gd name="T18" fmla="*/ 0 w 17"/>
                <a:gd name="T19" fmla="*/ 17 h 18"/>
                <a:gd name="T20" fmla="*/ 4 w 17"/>
                <a:gd name="T21" fmla="*/ 18 h 18"/>
                <a:gd name="T22" fmla="*/ 5 w 17"/>
                <a:gd name="T23" fmla="*/ 17 h 18"/>
                <a:gd name="T24" fmla="*/ 5 w 17"/>
                <a:gd name="T25" fmla="*/ 15 h 18"/>
                <a:gd name="T26" fmla="*/ 7 w 17"/>
                <a:gd name="T27" fmla="*/ 17 h 18"/>
                <a:gd name="T28" fmla="*/ 11 w 17"/>
                <a:gd name="T29" fmla="*/ 17 h 18"/>
                <a:gd name="T30" fmla="*/ 15 w 17"/>
                <a:gd name="T31" fmla="*/ 15 h 18"/>
                <a:gd name="T32" fmla="*/ 17 w 17"/>
                <a:gd name="T33" fmla="*/ 9 h 18"/>
                <a:gd name="T34" fmla="*/ 17 w 17"/>
                <a:gd name="T35" fmla="*/ 7 h 18"/>
                <a:gd name="T36" fmla="*/ 17 w 17"/>
                <a:gd name="T37" fmla="*/ 5 h 18"/>
                <a:gd name="T38" fmla="*/ 17 w 17"/>
                <a:gd name="T39" fmla="*/ 5 h 18"/>
                <a:gd name="T40" fmla="*/ 15 w 17"/>
                <a:gd name="T41" fmla="*/ 2 h 18"/>
                <a:gd name="T42" fmla="*/ 13 w 17"/>
                <a:gd name="T43" fmla="*/ 2 h 18"/>
                <a:gd name="T44" fmla="*/ 11 w 17"/>
                <a:gd name="T45" fmla="*/ 0 h 18"/>
                <a:gd name="T46" fmla="*/ 7 w 17"/>
                <a:gd name="T47" fmla="*/ 0 h 18"/>
                <a:gd name="T48" fmla="*/ 5 w 17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" h="18">
                  <a:moveTo>
                    <a:pt x="5" y="2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5"/>
                  </a:lnTo>
                  <a:lnTo>
                    <a:pt x="7" y="17"/>
                  </a:lnTo>
                  <a:lnTo>
                    <a:pt x="11" y="17"/>
                  </a:lnTo>
                  <a:lnTo>
                    <a:pt x="15" y="15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6" name="Freeform 6473">
              <a:extLst>
                <a:ext uri="{FF2B5EF4-FFF2-40B4-BE49-F238E27FC236}">
                  <a16:creationId xmlns:a16="http://schemas.microsoft.com/office/drawing/2014/main" id="{0378991D-0E6D-4808-BE0E-FE441DB22D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784" y="1852"/>
              <a:ext cx="11" cy="16"/>
            </a:xfrm>
            <a:custGeom>
              <a:avLst/>
              <a:gdLst>
                <a:gd name="T0" fmla="*/ 2 w 11"/>
                <a:gd name="T1" fmla="*/ 7 h 16"/>
                <a:gd name="T2" fmla="*/ 0 w 11"/>
                <a:gd name="T3" fmla="*/ 7 h 16"/>
                <a:gd name="T4" fmla="*/ 0 w 11"/>
                <a:gd name="T5" fmla="*/ 11 h 16"/>
                <a:gd name="T6" fmla="*/ 2 w 11"/>
                <a:gd name="T7" fmla="*/ 13 h 16"/>
                <a:gd name="T8" fmla="*/ 4 w 11"/>
                <a:gd name="T9" fmla="*/ 13 h 16"/>
                <a:gd name="T10" fmla="*/ 5 w 11"/>
                <a:gd name="T11" fmla="*/ 15 h 16"/>
                <a:gd name="T12" fmla="*/ 5 w 11"/>
                <a:gd name="T13" fmla="*/ 15 h 16"/>
                <a:gd name="T14" fmla="*/ 7 w 11"/>
                <a:gd name="T15" fmla="*/ 16 h 16"/>
                <a:gd name="T16" fmla="*/ 9 w 11"/>
                <a:gd name="T17" fmla="*/ 16 h 16"/>
                <a:gd name="T18" fmla="*/ 9 w 11"/>
                <a:gd name="T19" fmla="*/ 15 h 16"/>
                <a:gd name="T20" fmla="*/ 11 w 11"/>
                <a:gd name="T21" fmla="*/ 15 h 16"/>
                <a:gd name="T22" fmla="*/ 11 w 11"/>
                <a:gd name="T23" fmla="*/ 13 h 16"/>
                <a:gd name="T24" fmla="*/ 11 w 11"/>
                <a:gd name="T25" fmla="*/ 11 h 16"/>
                <a:gd name="T26" fmla="*/ 11 w 11"/>
                <a:gd name="T27" fmla="*/ 9 h 16"/>
                <a:gd name="T28" fmla="*/ 11 w 11"/>
                <a:gd name="T29" fmla="*/ 9 h 16"/>
                <a:gd name="T30" fmla="*/ 11 w 11"/>
                <a:gd name="T31" fmla="*/ 7 h 16"/>
                <a:gd name="T32" fmla="*/ 11 w 11"/>
                <a:gd name="T33" fmla="*/ 5 h 16"/>
                <a:gd name="T34" fmla="*/ 9 w 11"/>
                <a:gd name="T35" fmla="*/ 3 h 16"/>
                <a:gd name="T36" fmla="*/ 9 w 11"/>
                <a:gd name="T37" fmla="*/ 1 h 16"/>
                <a:gd name="T38" fmla="*/ 7 w 11"/>
                <a:gd name="T39" fmla="*/ 0 h 16"/>
                <a:gd name="T40" fmla="*/ 5 w 11"/>
                <a:gd name="T41" fmla="*/ 1 h 16"/>
                <a:gd name="T42" fmla="*/ 5 w 11"/>
                <a:gd name="T43" fmla="*/ 3 h 16"/>
                <a:gd name="T44" fmla="*/ 5 w 11"/>
                <a:gd name="T45" fmla="*/ 5 h 16"/>
                <a:gd name="T46" fmla="*/ 5 w 11"/>
                <a:gd name="T47" fmla="*/ 5 h 16"/>
                <a:gd name="T48" fmla="*/ 7 w 11"/>
                <a:gd name="T49" fmla="*/ 7 h 16"/>
                <a:gd name="T50" fmla="*/ 4 w 11"/>
                <a:gd name="T51" fmla="*/ 7 h 16"/>
                <a:gd name="T52" fmla="*/ 2 w 11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" h="16">
                  <a:moveTo>
                    <a:pt x="2" y="7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9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4" y="7"/>
                  </a:lnTo>
                  <a:lnTo>
                    <a:pt x="2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7" name="Freeform 6474">
              <a:extLst>
                <a:ext uri="{FF2B5EF4-FFF2-40B4-BE49-F238E27FC236}">
                  <a16:creationId xmlns:a16="http://schemas.microsoft.com/office/drawing/2014/main" id="{39661C36-F4D2-486A-9A9D-219A20FA083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1878"/>
              <a:ext cx="11" cy="11"/>
            </a:xfrm>
            <a:custGeom>
              <a:avLst/>
              <a:gdLst>
                <a:gd name="T0" fmla="*/ 11 w 11"/>
                <a:gd name="T1" fmla="*/ 0 h 11"/>
                <a:gd name="T2" fmla="*/ 6 w 11"/>
                <a:gd name="T3" fmla="*/ 0 h 11"/>
                <a:gd name="T4" fmla="*/ 4 w 11"/>
                <a:gd name="T5" fmla="*/ 3 h 11"/>
                <a:gd name="T6" fmla="*/ 4 w 11"/>
                <a:gd name="T7" fmla="*/ 5 h 11"/>
                <a:gd name="T8" fmla="*/ 2 w 11"/>
                <a:gd name="T9" fmla="*/ 5 h 11"/>
                <a:gd name="T10" fmla="*/ 0 w 11"/>
                <a:gd name="T11" fmla="*/ 9 h 11"/>
                <a:gd name="T12" fmla="*/ 2 w 11"/>
                <a:gd name="T13" fmla="*/ 11 h 11"/>
                <a:gd name="T14" fmla="*/ 4 w 11"/>
                <a:gd name="T15" fmla="*/ 11 h 11"/>
                <a:gd name="T16" fmla="*/ 6 w 11"/>
                <a:gd name="T17" fmla="*/ 9 h 11"/>
                <a:gd name="T18" fmla="*/ 7 w 11"/>
                <a:gd name="T19" fmla="*/ 9 h 11"/>
                <a:gd name="T20" fmla="*/ 9 w 11"/>
                <a:gd name="T21" fmla="*/ 7 h 11"/>
                <a:gd name="T22" fmla="*/ 11 w 11"/>
                <a:gd name="T23" fmla="*/ 5 h 11"/>
                <a:gd name="T24" fmla="*/ 11 w 11"/>
                <a:gd name="T25" fmla="*/ 3 h 11"/>
                <a:gd name="T26" fmla="*/ 11 w 11"/>
                <a:gd name="T27" fmla="*/ 3 h 11"/>
                <a:gd name="T28" fmla="*/ 11 w 11"/>
                <a:gd name="T29" fmla="*/ 2 h 11"/>
                <a:gd name="T30" fmla="*/ 11 w 11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6" y="0"/>
                  </a:lnTo>
                  <a:lnTo>
                    <a:pt x="4" y="3"/>
                  </a:lnTo>
                  <a:lnTo>
                    <a:pt x="4" y="5"/>
                  </a:lnTo>
                  <a:lnTo>
                    <a:pt x="2" y="5"/>
                  </a:lnTo>
                  <a:lnTo>
                    <a:pt x="0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6" y="9"/>
                  </a:lnTo>
                  <a:lnTo>
                    <a:pt x="7" y="9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8" name="Freeform 6475">
              <a:extLst>
                <a:ext uri="{FF2B5EF4-FFF2-40B4-BE49-F238E27FC236}">
                  <a16:creationId xmlns:a16="http://schemas.microsoft.com/office/drawing/2014/main" id="{7AE1E259-49DB-4A4E-9979-A36ECA55CC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0" y="1820"/>
              <a:ext cx="14" cy="9"/>
            </a:xfrm>
            <a:custGeom>
              <a:avLst/>
              <a:gdLst>
                <a:gd name="T0" fmla="*/ 9 w 14"/>
                <a:gd name="T1" fmla="*/ 4 h 9"/>
                <a:gd name="T2" fmla="*/ 7 w 14"/>
                <a:gd name="T3" fmla="*/ 0 h 9"/>
                <a:gd name="T4" fmla="*/ 3 w 14"/>
                <a:gd name="T5" fmla="*/ 0 h 9"/>
                <a:gd name="T6" fmla="*/ 0 w 14"/>
                <a:gd name="T7" fmla="*/ 2 h 9"/>
                <a:gd name="T8" fmla="*/ 5 w 14"/>
                <a:gd name="T9" fmla="*/ 4 h 9"/>
                <a:gd name="T10" fmla="*/ 7 w 14"/>
                <a:gd name="T11" fmla="*/ 5 h 9"/>
                <a:gd name="T12" fmla="*/ 9 w 14"/>
                <a:gd name="T13" fmla="*/ 5 h 9"/>
                <a:gd name="T14" fmla="*/ 14 w 14"/>
                <a:gd name="T15" fmla="*/ 9 h 9"/>
                <a:gd name="T16" fmla="*/ 13 w 14"/>
                <a:gd name="T17" fmla="*/ 4 h 9"/>
                <a:gd name="T18" fmla="*/ 9 w 14"/>
                <a:gd name="T1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9">
                  <a:moveTo>
                    <a:pt x="9" y="4"/>
                  </a:moveTo>
                  <a:lnTo>
                    <a:pt x="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5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14" y="9"/>
                  </a:lnTo>
                  <a:lnTo>
                    <a:pt x="13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9" name="Freeform 6476">
              <a:extLst>
                <a:ext uri="{FF2B5EF4-FFF2-40B4-BE49-F238E27FC236}">
                  <a16:creationId xmlns:a16="http://schemas.microsoft.com/office/drawing/2014/main" id="{8D49BCD9-D267-4C55-AD0E-77E0ED2D9CF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4" y="1822"/>
              <a:ext cx="13" cy="11"/>
            </a:xfrm>
            <a:custGeom>
              <a:avLst/>
              <a:gdLst>
                <a:gd name="T0" fmla="*/ 6 w 13"/>
                <a:gd name="T1" fmla="*/ 9 h 11"/>
                <a:gd name="T2" fmla="*/ 8 w 13"/>
                <a:gd name="T3" fmla="*/ 9 h 11"/>
                <a:gd name="T4" fmla="*/ 10 w 13"/>
                <a:gd name="T5" fmla="*/ 11 h 11"/>
                <a:gd name="T6" fmla="*/ 11 w 13"/>
                <a:gd name="T7" fmla="*/ 9 h 11"/>
                <a:gd name="T8" fmla="*/ 11 w 13"/>
                <a:gd name="T9" fmla="*/ 9 h 11"/>
                <a:gd name="T10" fmla="*/ 13 w 13"/>
                <a:gd name="T11" fmla="*/ 9 h 11"/>
                <a:gd name="T12" fmla="*/ 13 w 13"/>
                <a:gd name="T13" fmla="*/ 5 h 11"/>
                <a:gd name="T14" fmla="*/ 11 w 13"/>
                <a:gd name="T15" fmla="*/ 3 h 11"/>
                <a:gd name="T16" fmla="*/ 10 w 13"/>
                <a:gd name="T17" fmla="*/ 3 h 11"/>
                <a:gd name="T18" fmla="*/ 8 w 13"/>
                <a:gd name="T19" fmla="*/ 2 h 11"/>
                <a:gd name="T20" fmla="*/ 6 w 13"/>
                <a:gd name="T21" fmla="*/ 2 h 11"/>
                <a:gd name="T22" fmla="*/ 4 w 13"/>
                <a:gd name="T23" fmla="*/ 0 h 11"/>
                <a:gd name="T24" fmla="*/ 0 w 13"/>
                <a:gd name="T25" fmla="*/ 2 h 11"/>
                <a:gd name="T26" fmla="*/ 2 w 13"/>
                <a:gd name="T27" fmla="*/ 3 h 11"/>
                <a:gd name="T28" fmla="*/ 6 w 13"/>
                <a:gd name="T29" fmla="*/ 5 h 11"/>
                <a:gd name="T30" fmla="*/ 6 w 13"/>
                <a:gd name="T31" fmla="*/ 5 h 11"/>
                <a:gd name="T32" fmla="*/ 6 w 13"/>
                <a:gd name="T33" fmla="*/ 5 h 11"/>
                <a:gd name="T34" fmla="*/ 6 w 13"/>
                <a:gd name="T3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11">
                  <a:moveTo>
                    <a:pt x="6" y="9"/>
                  </a:moveTo>
                  <a:lnTo>
                    <a:pt x="8" y="9"/>
                  </a:lnTo>
                  <a:lnTo>
                    <a:pt x="10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0" name="Freeform 6477">
              <a:extLst>
                <a:ext uri="{FF2B5EF4-FFF2-40B4-BE49-F238E27FC236}">
                  <a16:creationId xmlns:a16="http://schemas.microsoft.com/office/drawing/2014/main" id="{64CD1825-1FB5-48AC-A03C-011C8E5DC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2439" y="1583"/>
              <a:ext cx="4" cy="8"/>
            </a:xfrm>
            <a:custGeom>
              <a:avLst/>
              <a:gdLst>
                <a:gd name="T0" fmla="*/ 2 w 4"/>
                <a:gd name="T1" fmla="*/ 4 h 8"/>
                <a:gd name="T2" fmla="*/ 0 w 4"/>
                <a:gd name="T3" fmla="*/ 6 h 8"/>
                <a:gd name="T4" fmla="*/ 4 w 4"/>
                <a:gd name="T5" fmla="*/ 8 h 8"/>
                <a:gd name="T6" fmla="*/ 4 w 4"/>
                <a:gd name="T7" fmla="*/ 4 h 8"/>
                <a:gd name="T8" fmla="*/ 4 w 4"/>
                <a:gd name="T9" fmla="*/ 0 h 8"/>
                <a:gd name="T10" fmla="*/ 2 w 4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2" y="4"/>
                  </a:moveTo>
                  <a:lnTo>
                    <a:pt x="0" y="6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1" name="Freeform 6478">
              <a:extLst>
                <a:ext uri="{FF2B5EF4-FFF2-40B4-BE49-F238E27FC236}">
                  <a16:creationId xmlns:a16="http://schemas.microsoft.com/office/drawing/2014/main" id="{9761D162-193E-4544-945C-98A7B5C8D49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71"/>
              <a:ext cx="6" cy="9"/>
            </a:xfrm>
            <a:custGeom>
              <a:avLst/>
              <a:gdLst>
                <a:gd name="T0" fmla="*/ 2 w 6"/>
                <a:gd name="T1" fmla="*/ 9 h 9"/>
                <a:gd name="T2" fmla="*/ 4 w 6"/>
                <a:gd name="T3" fmla="*/ 7 h 9"/>
                <a:gd name="T4" fmla="*/ 4 w 6"/>
                <a:gd name="T5" fmla="*/ 5 h 9"/>
                <a:gd name="T6" fmla="*/ 6 w 6"/>
                <a:gd name="T7" fmla="*/ 5 h 9"/>
                <a:gd name="T8" fmla="*/ 6 w 6"/>
                <a:gd name="T9" fmla="*/ 2 h 9"/>
                <a:gd name="T10" fmla="*/ 4 w 6"/>
                <a:gd name="T11" fmla="*/ 2 h 9"/>
                <a:gd name="T12" fmla="*/ 2 w 6"/>
                <a:gd name="T13" fmla="*/ 0 h 9"/>
                <a:gd name="T14" fmla="*/ 0 w 6"/>
                <a:gd name="T15" fmla="*/ 3 h 9"/>
                <a:gd name="T16" fmla="*/ 2 w 6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2" name="Freeform 6479">
              <a:extLst>
                <a:ext uri="{FF2B5EF4-FFF2-40B4-BE49-F238E27FC236}">
                  <a16:creationId xmlns:a16="http://schemas.microsoft.com/office/drawing/2014/main" id="{9173E378-C3CD-4294-BF58-5B08BFBF23D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6" y="1684"/>
              <a:ext cx="17" cy="13"/>
            </a:xfrm>
            <a:custGeom>
              <a:avLst/>
              <a:gdLst>
                <a:gd name="T0" fmla="*/ 13 w 17"/>
                <a:gd name="T1" fmla="*/ 5 h 13"/>
                <a:gd name="T2" fmla="*/ 11 w 17"/>
                <a:gd name="T3" fmla="*/ 4 h 13"/>
                <a:gd name="T4" fmla="*/ 9 w 17"/>
                <a:gd name="T5" fmla="*/ 4 h 13"/>
                <a:gd name="T6" fmla="*/ 8 w 17"/>
                <a:gd name="T7" fmla="*/ 0 h 13"/>
                <a:gd name="T8" fmla="*/ 6 w 17"/>
                <a:gd name="T9" fmla="*/ 2 h 13"/>
                <a:gd name="T10" fmla="*/ 4 w 17"/>
                <a:gd name="T11" fmla="*/ 4 h 13"/>
                <a:gd name="T12" fmla="*/ 4 w 17"/>
                <a:gd name="T13" fmla="*/ 4 h 13"/>
                <a:gd name="T14" fmla="*/ 2 w 17"/>
                <a:gd name="T15" fmla="*/ 4 h 13"/>
                <a:gd name="T16" fmla="*/ 0 w 17"/>
                <a:gd name="T17" fmla="*/ 5 h 13"/>
                <a:gd name="T18" fmla="*/ 2 w 17"/>
                <a:gd name="T19" fmla="*/ 7 h 13"/>
                <a:gd name="T20" fmla="*/ 2 w 17"/>
                <a:gd name="T21" fmla="*/ 11 h 13"/>
                <a:gd name="T22" fmla="*/ 4 w 17"/>
                <a:gd name="T23" fmla="*/ 13 h 13"/>
                <a:gd name="T24" fmla="*/ 6 w 17"/>
                <a:gd name="T25" fmla="*/ 13 h 13"/>
                <a:gd name="T26" fmla="*/ 8 w 17"/>
                <a:gd name="T27" fmla="*/ 13 h 13"/>
                <a:gd name="T28" fmla="*/ 9 w 17"/>
                <a:gd name="T29" fmla="*/ 13 h 13"/>
                <a:gd name="T30" fmla="*/ 11 w 17"/>
                <a:gd name="T31" fmla="*/ 13 h 13"/>
                <a:gd name="T32" fmla="*/ 15 w 17"/>
                <a:gd name="T33" fmla="*/ 13 h 13"/>
                <a:gd name="T34" fmla="*/ 17 w 17"/>
                <a:gd name="T35" fmla="*/ 11 h 13"/>
                <a:gd name="T36" fmla="*/ 15 w 17"/>
                <a:gd name="T37" fmla="*/ 9 h 13"/>
                <a:gd name="T38" fmla="*/ 15 w 17"/>
                <a:gd name="T39" fmla="*/ 5 h 13"/>
                <a:gd name="T40" fmla="*/ 13 w 17"/>
                <a:gd name="T4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3">
                  <a:moveTo>
                    <a:pt x="13" y="5"/>
                  </a:moveTo>
                  <a:lnTo>
                    <a:pt x="11" y="4"/>
                  </a:lnTo>
                  <a:lnTo>
                    <a:pt x="9" y="4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1"/>
                  </a:lnTo>
                  <a:lnTo>
                    <a:pt x="15" y="9"/>
                  </a:lnTo>
                  <a:lnTo>
                    <a:pt x="15" y="5"/>
                  </a:lnTo>
                  <a:lnTo>
                    <a:pt x="13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3" name="Freeform 6480">
              <a:extLst>
                <a:ext uri="{FF2B5EF4-FFF2-40B4-BE49-F238E27FC236}">
                  <a16:creationId xmlns:a16="http://schemas.microsoft.com/office/drawing/2014/main" id="{FE3CB18F-99E4-466F-873C-9AEF27CADE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4" y="1784"/>
              <a:ext cx="7" cy="4"/>
            </a:xfrm>
            <a:custGeom>
              <a:avLst/>
              <a:gdLst>
                <a:gd name="T0" fmla="*/ 7 w 7"/>
                <a:gd name="T1" fmla="*/ 2 h 4"/>
                <a:gd name="T2" fmla="*/ 5 w 7"/>
                <a:gd name="T3" fmla="*/ 0 h 4"/>
                <a:gd name="T4" fmla="*/ 1 w 7"/>
                <a:gd name="T5" fmla="*/ 0 h 4"/>
                <a:gd name="T6" fmla="*/ 0 w 7"/>
                <a:gd name="T7" fmla="*/ 4 h 4"/>
                <a:gd name="T8" fmla="*/ 5 w 7"/>
                <a:gd name="T9" fmla="*/ 4 h 4"/>
                <a:gd name="T10" fmla="*/ 7 w 7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lnTo>
                    <a:pt x="5" y="0"/>
                  </a:lnTo>
                  <a:lnTo>
                    <a:pt x="1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4" name="Freeform 6481">
              <a:extLst>
                <a:ext uri="{FF2B5EF4-FFF2-40B4-BE49-F238E27FC236}">
                  <a16:creationId xmlns:a16="http://schemas.microsoft.com/office/drawing/2014/main" id="{6AD04FFB-45D1-47B8-BED6-95DD3330F5B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7" y="1663"/>
              <a:ext cx="6" cy="8"/>
            </a:xfrm>
            <a:custGeom>
              <a:avLst/>
              <a:gdLst>
                <a:gd name="T0" fmla="*/ 0 w 6"/>
                <a:gd name="T1" fmla="*/ 8 h 8"/>
                <a:gd name="T2" fmla="*/ 4 w 6"/>
                <a:gd name="T3" fmla="*/ 8 h 8"/>
                <a:gd name="T4" fmla="*/ 4 w 6"/>
                <a:gd name="T5" fmla="*/ 6 h 8"/>
                <a:gd name="T6" fmla="*/ 6 w 6"/>
                <a:gd name="T7" fmla="*/ 2 h 8"/>
                <a:gd name="T8" fmla="*/ 4 w 6"/>
                <a:gd name="T9" fmla="*/ 0 h 8"/>
                <a:gd name="T10" fmla="*/ 0 w 6"/>
                <a:gd name="T11" fmla="*/ 0 h 8"/>
                <a:gd name="T12" fmla="*/ 0 w 6"/>
                <a:gd name="T13" fmla="*/ 4 h 8"/>
                <a:gd name="T14" fmla="*/ 0 w 6"/>
                <a:gd name="T15" fmla="*/ 6 h 8"/>
                <a:gd name="T16" fmla="*/ 0 w 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4" y="8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5" name="Freeform 6482">
              <a:extLst>
                <a:ext uri="{FF2B5EF4-FFF2-40B4-BE49-F238E27FC236}">
                  <a16:creationId xmlns:a16="http://schemas.microsoft.com/office/drawing/2014/main" id="{3DE8368F-9616-45D1-95D0-EA2F247F2F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4" y="1676"/>
              <a:ext cx="32" cy="30"/>
            </a:xfrm>
            <a:custGeom>
              <a:avLst/>
              <a:gdLst>
                <a:gd name="T0" fmla="*/ 15 w 32"/>
                <a:gd name="T1" fmla="*/ 2 h 30"/>
                <a:gd name="T2" fmla="*/ 13 w 32"/>
                <a:gd name="T3" fmla="*/ 4 h 30"/>
                <a:gd name="T4" fmla="*/ 10 w 32"/>
                <a:gd name="T5" fmla="*/ 10 h 30"/>
                <a:gd name="T6" fmla="*/ 6 w 32"/>
                <a:gd name="T7" fmla="*/ 10 h 30"/>
                <a:gd name="T8" fmla="*/ 6 w 32"/>
                <a:gd name="T9" fmla="*/ 13 h 30"/>
                <a:gd name="T10" fmla="*/ 0 w 32"/>
                <a:gd name="T11" fmla="*/ 17 h 30"/>
                <a:gd name="T12" fmla="*/ 0 w 32"/>
                <a:gd name="T13" fmla="*/ 25 h 30"/>
                <a:gd name="T14" fmla="*/ 2 w 32"/>
                <a:gd name="T15" fmla="*/ 25 h 30"/>
                <a:gd name="T16" fmla="*/ 0 w 32"/>
                <a:gd name="T17" fmla="*/ 28 h 30"/>
                <a:gd name="T18" fmla="*/ 2 w 32"/>
                <a:gd name="T19" fmla="*/ 30 h 30"/>
                <a:gd name="T20" fmla="*/ 4 w 32"/>
                <a:gd name="T21" fmla="*/ 30 h 30"/>
                <a:gd name="T22" fmla="*/ 6 w 32"/>
                <a:gd name="T23" fmla="*/ 30 h 30"/>
                <a:gd name="T24" fmla="*/ 10 w 32"/>
                <a:gd name="T25" fmla="*/ 30 h 30"/>
                <a:gd name="T26" fmla="*/ 12 w 32"/>
                <a:gd name="T27" fmla="*/ 30 h 30"/>
                <a:gd name="T28" fmla="*/ 15 w 32"/>
                <a:gd name="T29" fmla="*/ 30 h 30"/>
                <a:gd name="T30" fmla="*/ 17 w 32"/>
                <a:gd name="T31" fmla="*/ 28 h 30"/>
                <a:gd name="T32" fmla="*/ 17 w 32"/>
                <a:gd name="T33" fmla="*/ 28 h 30"/>
                <a:gd name="T34" fmla="*/ 21 w 32"/>
                <a:gd name="T35" fmla="*/ 26 h 30"/>
                <a:gd name="T36" fmla="*/ 23 w 32"/>
                <a:gd name="T37" fmla="*/ 26 h 30"/>
                <a:gd name="T38" fmla="*/ 28 w 32"/>
                <a:gd name="T39" fmla="*/ 17 h 30"/>
                <a:gd name="T40" fmla="*/ 28 w 32"/>
                <a:gd name="T41" fmla="*/ 15 h 30"/>
                <a:gd name="T42" fmla="*/ 30 w 32"/>
                <a:gd name="T43" fmla="*/ 13 h 30"/>
                <a:gd name="T44" fmla="*/ 32 w 32"/>
                <a:gd name="T45" fmla="*/ 12 h 30"/>
                <a:gd name="T46" fmla="*/ 32 w 32"/>
                <a:gd name="T47" fmla="*/ 8 h 30"/>
                <a:gd name="T48" fmla="*/ 32 w 32"/>
                <a:gd name="T49" fmla="*/ 6 h 30"/>
                <a:gd name="T50" fmla="*/ 28 w 32"/>
                <a:gd name="T51" fmla="*/ 2 h 30"/>
                <a:gd name="T52" fmla="*/ 28 w 32"/>
                <a:gd name="T53" fmla="*/ 2 h 30"/>
                <a:gd name="T54" fmla="*/ 27 w 32"/>
                <a:gd name="T55" fmla="*/ 0 h 30"/>
                <a:gd name="T56" fmla="*/ 23 w 32"/>
                <a:gd name="T57" fmla="*/ 0 h 30"/>
                <a:gd name="T58" fmla="*/ 21 w 32"/>
                <a:gd name="T59" fmla="*/ 0 h 30"/>
                <a:gd name="T60" fmla="*/ 19 w 32"/>
                <a:gd name="T61" fmla="*/ 0 h 30"/>
                <a:gd name="T62" fmla="*/ 17 w 32"/>
                <a:gd name="T63" fmla="*/ 2 h 30"/>
                <a:gd name="T64" fmla="*/ 15 w 32"/>
                <a:gd name="T6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0">
                  <a:moveTo>
                    <a:pt x="15" y="2"/>
                  </a:moveTo>
                  <a:lnTo>
                    <a:pt x="13" y="4"/>
                  </a:lnTo>
                  <a:lnTo>
                    <a:pt x="10" y="10"/>
                  </a:lnTo>
                  <a:lnTo>
                    <a:pt x="6" y="10"/>
                  </a:lnTo>
                  <a:lnTo>
                    <a:pt x="6" y="13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30" y="13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6" name="Freeform 6483">
              <a:extLst>
                <a:ext uri="{FF2B5EF4-FFF2-40B4-BE49-F238E27FC236}">
                  <a16:creationId xmlns:a16="http://schemas.microsoft.com/office/drawing/2014/main" id="{9896E0A1-E419-4C82-8D4D-814803C612F5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1" y="1648"/>
              <a:ext cx="10" cy="10"/>
            </a:xfrm>
            <a:custGeom>
              <a:avLst/>
              <a:gdLst>
                <a:gd name="T0" fmla="*/ 8 w 10"/>
                <a:gd name="T1" fmla="*/ 8 h 10"/>
                <a:gd name="T2" fmla="*/ 10 w 10"/>
                <a:gd name="T3" fmla="*/ 8 h 10"/>
                <a:gd name="T4" fmla="*/ 10 w 10"/>
                <a:gd name="T5" fmla="*/ 4 h 10"/>
                <a:gd name="T6" fmla="*/ 10 w 10"/>
                <a:gd name="T7" fmla="*/ 0 h 10"/>
                <a:gd name="T8" fmla="*/ 6 w 10"/>
                <a:gd name="T9" fmla="*/ 0 h 10"/>
                <a:gd name="T10" fmla="*/ 4 w 10"/>
                <a:gd name="T11" fmla="*/ 0 h 10"/>
                <a:gd name="T12" fmla="*/ 2 w 10"/>
                <a:gd name="T13" fmla="*/ 2 h 10"/>
                <a:gd name="T14" fmla="*/ 0 w 10"/>
                <a:gd name="T15" fmla="*/ 4 h 10"/>
                <a:gd name="T16" fmla="*/ 2 w 10"/>
                <a:gd name="T17" fmla="*/ 10 h 10"/>
                <a:gd name="T18" fmla="*/ 6 w 10"/>
                <a:gd name="T19" fmla="*/ 10 h 10"/>
                <a:gd name="T20" fmla="*/ 8 w 10"/>
                <a:gd name="T2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0">
                  <a:moveTo>
                    <a:pt x="8" y="8"/>
                  </a:moveTo>
                  <a:lnTo>
                    <a:pt x="10" y="8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7" name="Freeform 6484">
              <a:extLst>
                <a:ext uri="{FF2B5EF4-FFF2-40B4-BE49-F238E27FC236}">
                  <a16:creationId xmlns:a16="http://schemas.microsoft.com/office/drawing/2014/main" id="{32219C80-2A58-417C-A841-2E39A8ACFFA5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45"/>
              <a:ext cx="21" cy="16"/>
            </a:xfrm>
            <a:custGeom>
              <a:avLst/>
              <a:gdLst>
                <a:gd name="T0" fmla="*/ 11 w 21"/>
                <a:gd name="T1" fmla="*/ 5 h 16"/>
                <a:gd name="T2" fmla="*/ 10 w 21"/>
                <a:gd name="T3" fmla="*/ 5 h 16"/>
                <a:gd name="T4" fmla="*/ 6 w 21"/>
                <a:gd name="T5" fmla="*/ 5 h 16"/>
                <a:gd name="T6" fmla="*/ 4 w 21"/>
                <a:gd name="T7" fmla="*/ 7 h 16"/>
                <a:gd name="T8" fmla="*/ 2 w 21"/>
                <a:gd name="T9" fmla="*/ 9 h 16"/>
                <a:gd name="T10" fmla="*/ 0 w 21"/>
                <a:gd name="T11" fmla="*/ 11 h 16"/>
                <a:gd name="T12" fmla="*/ 2 w 21"/>
                <a:gd name="T13" fmla="*/ 16 h 16"/>
                <a:gd name="T14" fmla="*/ 4 w 21"/>
                <a:gd name="T15" fmla="*/ 15 h 16"/>
                <a:gd name="T16" fmla="*/ 6 w 21"/>
                <a:gd name="T17" fmla="*/ 15 h 16"/>
                <a:gd name="T18" fmla="*/ 8 w 21"/>
                <a:gd name="T19" fmla="*/ 15 h 16"/>
                <a:gd name="T20" fmla="*/ 13 w 21"/>
                <a:gd name="T21" fmla="*/ 11 h 16"/>
                <a:gd name="T22" fmla="*/ 15 w 21"/>
                <a:gd name="T23" fmla="*/ 9 h 16"/>
                <a:gd name="T24" fmla="*/ 17 w 21"/>
                <a:gd name="T25" fmla="*/ 9 h 16"/>
                <a:gd name="T26" fmla="*/ 19 w 21"/>
                <a:gd name="T27" fmla="*/ 7 h 16"/>
                <a:gd name="T28" fmla="*/ 21 w 21"/>
                <a:gd name="T29" fmla="*/ 5 h 16"/>
                <a:gd name="T30" fmla="*/ 21 w 21"/>
                <a:gd name="T31" fmla="*/ 2 h 16"/>
                <a:gd name="T32" fmla="*/ 19 w 21"/>
                <a:gd name="T33" fmla="*/ 0 h 16"/>
                <a:gd name="T34" fmla="*/ 15 w 21"/>
                <a:gd name="T35" fmla="*/ 0 h 16"/>
                <a:gd name="T36" fmla="*/ 15 w 21"/>
                <a:gd name="T37" fmla="*/ 2 h 16"/>
                <a:gd name="T38" fmla="*/ 15 w 21"/>
                <a:gd name="T39" fmla="*/ 2 h 16"/>
                <a:gd name="T40" fmla="*/ 11 w 21"/>
                <a:gd name="T4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6">
                  <a:moveTo>
                    <a:pt x="11" y="5"/>
                  </a:moveTo>
                  <a:lnTo>
                    <a:pt x="10" y="5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8" name="Freeform 6485">
              <a:extLst>
                <a:ext uri="{FF2B5EF4-FFF2-40B4-BE49-F238E27FC236}">
                  <a16:creationId xmlns:a16="http://schemas.microsoft.com/office/drawing/2014/main" id="{35D3B304-DE85-40EB-A1F3-6B6AB429148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8" y="1635"/>
              <a:ext cx="13" cy="10"/>
            </a:xfrm>
            <a:custGeom>
              <a:avLst/>
              <a:gdLst>
                <a:gd name="T0" fmla="*/ 9 w 13"/>
                <a:gd name="T1" fmla="*/ 0 h 10"/>
                <a:gd name="T2" fmla="*/ 8 w 13"/>
                <a:gd name="T3" fmla="*/ 2 h 10"/>
                <a:gd name="T4" fmla="*/ 6 w 13"/>
                <a:gd name="T5" fmla="*/ 2 h 10"/>
                <a:gd name="T6" fmla="*/ 4 w 13"/>
                <a:gd name="T7" fmla="*/ 6 h 10"/>
                <a:gd name="T8" fmla="*/ 0 w 13"/>
                <a:gd name="T9" fmla="*/ 10 h 10"/>
                <a:gd name="T10" fmla="*/ 4 w 13"/>
                <a:gd name="T11" fmla="*/ 8 h 10"/>
                <a:gd name="T12" fmla="*/ 8 w 13"/>
                <a:gd name="T13" fmla="*/ 8 h 10"/>
                <a:gd name="T14" fmla="*/ 9 w 13"/>
                <a:gd name="T15" fmla="*/ 6 h 10"/>
                <a:gd name="T16" fmla="*/ 13 w 13"/>
                <a:gd name="T17" fmla="*/ 6 h 10"/>
                <a:gd name="T18" fmla="*/ 13 w 13"/>
                <a:gd name="T19" fmla="*/ 2 h 10"/>
                <a:gd name="T20" fmla="*/ 11 w 13"/>
                <a:gd name="T21" fmla="*/ 0 h 10"/>
                <a:gd name="T22" fmla="*/ 9 w 13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0">
                  <a:moveTo>
                    <a:pt x="9" y="0"/>
                  </a:moveTo>
                  <a:lnTo>
                    <a:pt x="8" y="2"/>
                  </a:lnTo>
                  <a:lnTo>
                    <a:pt x="6" y="2"/>
                  </a:lnTo>
                  <a:lnTo>
                    <a:pt x="4" y="6"/>
                  </a:lnTo>
                  <a:lnTo>
                    <a:pt x="0" y="10"/>
                  </a:lnTo>
                  <a:lnTo>
                    <a:pt x="4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13" y="6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9" name="Freeform 6486">
              <a:extLst>
                <a:ext uri="{FF2B5EF4-FFF2-40B4-BE49-F238E27FC236}">
                  <a16:creationId xmlns:a16="http://schemas.microsoft.com/office/drawing/2014/main" id="{240FC546-FED7-49DA-B02F-9A6396794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6" y="2090"/>
              <a:ext cx="4" cy="4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2 w 4"/>
                <a:gd name="T5" fmla="*/ 4 h 4"/>
                <a:gd name="T6" fmla="*/ 2 w 4"/>
                <a:gd name="T7" fmla="*/ 4 h 4"/>
                <a:gd name="T8" fmla="*/ 4 w 4"/>
                <a:gd name="T9" fmla="*/ 4 h 4"/>
                <a:gd name="T10" fmla="*/ 4 w 4"/>
                <a:gd name="T11" fmla="*/ 0 h 4"/>
                <a:gd name="T12" fmla="*/ 2 w 4"/>
                <a:gd name="T13" fmla="*/ 0 h 4"/>
                <a:gd name="T14" fmla="*/ 0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0" name="Freeform 6487">
              <a:extLst>
                <a:ext uri="{FF2B5EF4-FFF2-40B4-BE49-F238E27FC236}">
                  <a16:creationId xmlns:a16="http://schemas.microsoft.com/office/drawing/2014/main" id="{7B166605-F6A0-4FCB-ABA0-106BA962D52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" y="1794"/>
              <a:ext cx="4" cy="5"/>
            </a:xfrm>
            <a:custGeom>
              <a:avLst/>
              <a:gdLst>
                <a:gd name="T0" fmla="*/ 2 w 4"/>
                <a:gd name="T1" fmla="*/ 5 h 5"/>
                <a:gd name="T2" fmla="*/ 4 w 4"/>
                <a:gd name="T3" fmla="*/ 5 h 5"/>
                <a:gd name="T4" fmla="*/ 4 w 4"/>
                <a:gd name="T5" fmla="*/ 2 h 5"/>
                <a:gd name="T6" fmla="*/ 2 w 4"/>
                <a:gd name="T7" fmla="*/ 0 h 5"/>
                <a:gd name="T8" fmla="*/ 0 w 4"/>
                <a:gd name="T9" fmla="*/ 4 h 5"/>
                <a:gd name="T10" fmla="*/ 2 w 4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lnTo>
                    <a:pt x="4" y="5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1" name="Freeform 6488">
              <a:extLst>
                <a:ext uri="{FF2B5EF4-FFF2-40B4-BE49-F238E27FC236}">
                  <a16:creationId xmlns:a16="http://schemas.microsoft.com/office/drawing/2014/main" id="{C972BC0C-614C-40CE-A4D8-6C32713176DA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4" y="2154"/>
              <a:ext cx="8" cy="16"/>
            </a:xfrm>
            <a:custGeom>
              <a:avLst/>
              <a:gdLst>
                <a:gd name="T0" fmla="*/ 6 w 8"/>
                <a:gd name="T1" fmla="*/ 16 h 16"/>
                <a:gd name="T2" fmla="*/ 8 w 8"/>
                <a:gd name="T3" fmla="*/ 13 h 16"/>
                <a:gd name="T4" fmla="*/ 8 w 8"/>
                <a:gd name="T5" fmla="*/ 9 h 16"/>
                <a:gd name="T6" fmla="*/ 4 w 8"/>
                <a:gd name="T7" fmla="*/ 11 h 16"/>
                <a:gd name="T8" fmla="*/ 6 w 8"/>
                <a:gd name="T9" fmla="*/ 9 h 16"/>
                <a:gd name="T10" fmla="*/ 4 w 8"/>
                <a:gd name="T11" fmla="*/ 9 h 16"/>
                <a:gd name="T12" fmla="*/ 4 w 8"/>
                <a:gd name="T13" fmla="*/ 7 h 16"/>
                <a:gd name="T14" fmla="*/ 4 w 8"/>
                <a:gd name="T15" fmla="*/ 7 h 16"/>
                <a:gd name="T16" fmla="*/ 4 w 8"/>
                <a:gd name="T17" fmla="*/ 7 h 16"/>
                <a:gd name="T18" fmla="*/ 4 w 8"/>
                <a:gd name="T19" fmla="*/ 3 h 16"/>
                <a:gd name="T20" fmla="*/ 4 w 8"/>
                <a:gd name="T21" fmla="*/ 3 h 16"/>
                <a:gd name="T22" fmla="*/ 4 w 8"/>
                <a:gd name="T23" fmla="*/ 0 h 16"/>
                <a:gd name="T24" fmla="*/ 0 w 8"/>
                <a:gd name="T25" fmla="*/ 3 h 16"/>
                <a:gd name="T26" fmla="*/ 0 w 8"/>
                <a:gd name="T27" fmla="*/ 3 h 16"/>
                <a:gd name="T28" fmla="*/ 0 w 8"/>
                <a:gd name="T29" fmla="*/ 7 h 16"/>
                <a:gd name="T30" fmla="*/ 0 w 8"/>
                <a:gd name="T31" fmla="*/ 9 h 16"/>
                <a:gd name="T32" fmla="*/ 0 w 8"/>
                <a:gd name="T33" fmla="*/ 11 h 16"/>
                <a:gd name="T34" fmla="*/ 2 w 8"/>
                <a:gd name="T35" fmla="*/ 13 h 16"/>
                <a:gd name="T36" fmla="*/ 4 w 8"/>
                <a:gd name="T37" fmla="*/ 13 h 16"/>
                <a:gd name="T38" fmla="*/ 4 w 8"/>
                <a:gd name="T39" fmla="*/ 13 h 16"/>
                <a:gd name="T40" fmla="*/ 6 w 8"/>
                <a:gd name="T4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lnTo>
                    <a:pt x="8" y="13"/>
                  </a:lnTo>
                  <a:lnTo>
                    <a:pt x="8" y="9"/>
                  </a:lnTo>
                  <a:lnTo>
                    <a:pt x="4" y="11"/>
                  </a:lnTo>
                  <a:lnTo>
                    <a:pt x="6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2" name="Freeform 6489">
              <a:extLst>
                <a:ext uri="{FF2B5EF4-FFF2-40B4-BE49-F238E27FC236}">
                  <a16:creationId xmlns:a16="http://schemas.microsoft.com/office/drawing/2014/main" id="{80AE21B3-F424-45F7-83FB-B4ACD981E5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681" y="1145"/>
              <a:ext cx="384" cy="287"/>
            </a:xfrm>
            <a:custGeom>
              <a:avLst/>
              <a:gdLst>
                <a:gd name="T0" fmla="*/ 63 w 206"/>
                <a:gd name="T1" fmla="*/ 26 h 154"/>
                <a:gd name="T2" fmla="*/ 63 w 206"/>
                <a:gd name="T3" fmla="*/ 38 h 154"/>
                <a:gd name="T4" fmla="*/ 63 w 206"/>
                <a:gd name="T5" fmla="*/ 48 h 154"/>
                <a:gd name="T6" fmla="*/ 73 w 206"/>
                <a:gd name="T7" fmla="*/ 56 h 154"/>
                <a:gd name="T8" fmla="*/ 96 w 206"/>
                <a:gd name="T9" fmla="*/ 61 h 154"/>
                <a:gd name="T10" fmla="*/ 108 w 206"/>
                <a:gd name="T11" fmla="*/ 59 h 154"/>
                <a:gd name="T12" fmla="*/ 100 w 206"/>
                <a:gd name="T13" fmla="*/ 64 h 154"/>
                <a:gd name="T14" fmla="*/ 80 w 206"/>
                <a:gd name="T15" fmla="*/ 74 h 154"/>
                <a:gd name="T16" fmla="*/ 70 w 206"/>
                <a:gd name="T17" fmla="*/ 58 h 154"/>
                <a:gd name="T18" fmla="*/ 61 w 206"/>
                <a:gd name="T19" fmla="*/ 74 h 154"/>
                <a:gd name="T20" fmla="*/ 57 w 206"/>
                <a:gd name="T21" fmla="*/ 92 h 154"/>
                <a:gd name="T22" fmla="*/ 35 w 206"/>
                <a:gd name="T23" fmla="*/ 99 h 154"/>
                <a:gd name="T24" fmla="*/ 45 w 206"/>
                <a:gd name="T25" fmla="*/ 108 h 154"/>
                <a:gd name="T26" fmla="*/ 40 w 206"/>
                <a:gd name="T27" fmla="*/ 118 h 154"/>
                <a:gd name="T28" fmla="*/ 28 w 206"/>
                <a:gd name="T29" fmla="*/ 110 h 154"/>
                <a:gd name="T30" fmla="*/ 27 w 206"/>
                <a:gd name="T31" fmla="*/ 124 h 154"/>
                <a:gd name="T32" fmla="*/ 10 w 206"/>
                <a:gd name="T33" fmla="*/ 127 h 154"/>
                <a:gd name="T34" fmla="*/ 1 w 206"/>
                <a:gd name="T35" fmla="*/ 130 h 154"/>
                <a:gd name="T36" fmla="*/ 12 w 206"/>
                <a:gd name="T37" fmla="*/ 140 h 154"/>
                <a:gd name="T38" fmla="*/ 23 w 206"/>
                <a:gd name="T39" fmla="*/ 146 h 154"/>
                <a:gd name="T40" fmla="*/ 33 w 206"/>
                <a:gd name="T41" fmla="*/ 141 h 154"/>
                <a:gd name="T42" fmla="*/ 44 w 206"/>
                <a:gd name="T43" fmla="*/ 144 h 154"/>
                <a:gd name="T44" fmla="*/ 47 w 206"/>
                <a:gd name="T45" fmla="*/ 152 h 154"/>
                <a:gd name="T46" fmla="*/ 60 w 206"/>
                <a:gd name="T47" fmla="*/ 150 h 154"/>
                <a:gd name="T48" fmla="*/ 62 w 206"/>
                <a:gd name="T49" fmla="*/ 139 h 154"/>
                <a:gd name="T50" fmla="*/ 78 w 206"/>
                <a:gd name="T51" fmla="*/ 126 h 154"/>
                <a:gd name="T52" fmla="*/ 88 w 206"/>
                <a:gd name="T53" fmla="*/ 121 h 154"/>
                <a:gd name="T54" fmla="*/ 96 w 206"/>
                <a:gd name="T55" fmla="*/ 116 h 154"/>
                <a:gd name="T56" fmla="*/ 105 w 206"/>
                <a:gd name="T57" fmla="*/ 105 h 154"/>
                <a:gd name="T58" fmla="*/ 102 w 206"/>
                <a:gd name="T59" fmla="*/ 99 h 154"/>
                <a:gd name="T60" fmla="*/ 100 w 206"/>
                <a:gd name="T61" fmla="*/ 93 h 154"/>
                <a:gd name="T62" fmla="*/ 108 w 206"/>
                <a:gd name="T63" fmla="*/ 92 h 154"/>
                <a:gd name="T64" fmla="*/ 120 w 206"/>
                <a:gd name="T65" fmla="*/ 90 h 154"/>
                <a:gd name="T66" fmla="*/ 136 w 206"/>
                <a:gd name="T67" fmla="*/ 82 h 154"/>
                <a:gd name="T68" fmla="*/ 155 w 206"/>
                <a:gd name="T69" fmla="*/ 71 h 154"/>
                <a:gd name="T70" fmla="*/ 179 w 206"/>
                <a:gd name="T71" fmla="*/ 56 h 154"/>
                <a:gd name="T72" fmla="*/ 171 w 206"/>
                <a:gd name="T73" fmla="*/ 52 h 154"/>
                <a:gd name="T74" fmla="*/ 197 w 206"/>
                <a:gd name="T75" fmla="*/ 47 h 154"/>
                <a:gd name="T76" fmla="*/ 198 w 206"/>
                <a:gd name="T77" fmla="*/ 34 h 154"/>
                <a:gd name="T78" fmla="*/ 197 w 206"/>
                <a:gd name="T79" fmla="*/ 22 h 154"/>
                <a:gd name="T80" fmla="*/ 185 w 206"/>
                <a:gd name="T81" fmla="*/ 24 h 154"/>
                <a:gd name="T82" fmla="*/ 183 w 206"/>
                <a:gd name="T83" fmla="*/ 15 h 154"/>
                <a:gd name="T84" fmla="*/ 177 w 206"/>
                <a:gd name="T85" fmla="*/ 8 h 154"/>
                <a:gd name="T86" fmla="*/ 159 w 206"/>
                <a:gd name="T87" fmla="*/ 6 h 154"/>
                <a:gd name="T88" fmla="*/ 145 w 206"/>
                <a:gd name="T89" fmla="*/ 1 h 154"/>
                <a:gd name="T90" fmla="*/ 140 w 206"/>
                <a:gd name="T91" fmla="*/ 3 h 154"/>
                <a:gd name="T92" fmla="*/ 128 w 206"/>
                <a:gd name="T93" fmla="*/ 1 h 154"/>
                <a:gd name="T94" fmla="*/ 125 w 206"/>
                <a:gd name="T95" fmla="*/ 10 h 154"/>
                <a:gd name="T96" fmla="*/ 120 w 206"/>
                <a:gd name="T97" fmla="*/ 15 h 154"/>
                <a:gd name="T98" fmla="*/ 113 w 206"/>
                <a:gd name="T99" fmla="*/ 10 h 154"/>
                <a:gd name="T100" fmla="*/ 105 w 206"/>
                <a:gd name="T101" fmla="*/ 12 h 154"/>
                <a:gd name="T102" fmla="*/ 93 w 206"/>
                <a:gd name="T103" fmla="*/ 11 h 154"/>
                <a:gd name="T104" fmla="*/ 88 w 206"/>
                <a:gd name="T105" fmla="*/ 16 h 154"/>
                <a:gd name="T106" fmla="*/ 76 w 206"/>
                <a:gd name="T107" fmla="*/ 18 h 154"/>
                <a:gd name="T108" fmla="*/ 60 w 206"/>
                <a:gd name="T109" fmla="*/ 20 h 154"/>
                <a:gd name="T110" fmla="*/ 41 w 206"/>
                <a:gd name="T111" fmla="*/ 120 h 154"/>
                <a:gd name="T112" fmla="*/ 48 w 206"/>
                <a:gd name="T113" fmla="*/ 122 h 154"/>
                <a:gd name="T114" fmla="*/ 56 w 206"/>
                <a:gd name="T115" fmla="*/ 128 h 154"/>
                <a:gd name="T116" fmla="*/ 70 w 206"/>
                <a:gd name="T117" fmla="*/ 95 h 154"/>
                <a:gd name="T118" fmla="*/ 115 w 206"/>
                <a:gd name="T119" fmla="*/ 84 h 154"/>
                <a:gd name="T120" fmla="*/ 132 w 206"/>
                <a:gd name="T121" fmla="*/ 81 h 154"/>
                <a:gd name="T122" fmla="*/ 80 w 206"/>
                <a:gd name="T123" fmla="*/ 39 h 154"/>
                <a:gd name="T124" fmla="*/ 74 w 206"/>
                <a:gd name="T125" fmla="*/ 4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154">
                  <a:moveTo>
                    <a:pt x="60" y="23"/>
                  </a:moveTo>
                  <a:cubicBezTo>
                    <a:pt x="60" y="24"/>
                    <a:pt x="60" y="24"/>
                    <a:pt x="60" y="24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7" y="57"/>
                    <a:pt x="107" y="57"/>
                    <a:pt x="107" y="57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68" y="57"/>
                    <a:pt x="68" y="57"/>
                    <a:pt x="68" y="57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1" y="91"/>
                    <a:pt x="51" y="91"/>
                    <a:pt x="51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2" y="111"/>
                    <a:pt x="42" y="111"/>
                    <a:pt x="42" y="111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9" y="120"/>
                    <a:pt x="39" y="120"/>
                    <a:pt x="39" y="120"/>
                  </a:cubicBezTo>
                  <a:cubicBezTo>
                    <a:pt x="39" y="121"/>
                    <a:pt x="39" y="121"/>
                    <a:pt x="39" y="121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19"/>
                    <a:pt x="37" y="119"/>
                    <a:pt x="37" y="119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8" y="147"/>
                    <a:pt x="28" y="147"/>
                    <a:pt x="28" y="147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7" y="146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8" y="149"/>
                    <a:pt x="48" y="149"/>
                    <a:pt x="48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3"/>
                    <a:pt x="43" y="153"/>
                    <a:pt x="44" y="153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3" y="150"/>
                    <a:pt x="63" y="150"/>
                    <a:pt x="63" y="150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5" y="148"/>
                    <a:pt x="65" y="148"/>
                    <a:pt x="65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9" y="131"/>
                    <a:pt x="69" y="131"/>
                    <a:pt x="69" y="131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3" y="131"/>
                    <a:pt x="73" y="131"/>
                    <a:pt x="73" y="131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8" y="126"/>
                    <a:pt x="78" y="126"/>
                    <a:pt x="78" y="126"/>
                  </a:cubicBezTo>
                  <a:cubicBezTo>
                    <a:pt x="78" y="124"/>
                    <a:pt x="78" y="124"/>
                    <a:pt x="78" y="124"/>
                  </a:cubicBezTo>
                  <a:cubicBezTo>
                    <a:pt x="77" y="124"/>
                    <a:pt x="77" y="124"/>
                    <a:pt x="77" y="124"/>
                  </a:cubicBezTo>
                  <a:cubicBezTo>
                    <a:pt x="77" y="123"/>
                    <a:pt x="77" y="123"/>
                    <a:pt x="77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3" y="122"/>
                    <a:pt x="83" y="122"/>
                    <a:pt x="83" y="122"/>
                  </a:cubicBezTo>
                  <a:cubicBezTo>
                    <a:pt x="86" y="122"/>
                    <a:pt x="86" y="122"/>
                    <a:pt x="86" y="122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1" y="118"/>
                    <a:pt x="91" y="118"/>
                    <a:pt x="91" y="118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7" y="116"/>
                    <a:pt x="97" y="116"/>
                    <a:pt x="97" y="116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100"/>
                    <a:pt x="101" y="100"/>
                    <a:pt x="101" y="10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7"/>
                    <a:pt x="109" y="97"/>
                    <a:pt x="109" y="97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4" y="94"/>
                    <a:pt x="104" y="94"/>
                    <a:pt x="104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5" y="92"/>
                    <a:pt x="105" y="92"/>
                    <a:pt x="105" y="92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1" y="91"/>
                    <a:pt x="111" y="91"/>
                    <a:pt x="111" y="91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8" y="91"/>
                    <a:pt x="118" y="91"/>
                    <a:pt x="118" y="91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8"/>
                    <a:pt x="119" y="88"/>
                    <a:pt x="119" y="88"/>
                  </a:cubicBezTo>
                  <a:cubicBezTo>
                    <a:pt x="120" y="90"/>
                    <a:pt x="120" y="90"/>
                    <a:pt x="120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5" y="85"/>
                    <a:pt x="135" y="85"/>
                    <a:pt x="135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8" y="82"/>
                    <a:pt x="138" y="82"/>
                    <a:pt x="138" y="82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4" y="78"/>
                    <a:pt x="144" y="78"/>
                    <a:pt x="144" y="78"/>
                  </a:cubicBezTo>
                  <a:cubicBezTo>
                    <a:pt x="145" y="77"/>
                    <a:pt x="145" y="77"/>
                    <a:pt x="145" y="77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60" y="68"/>
                    <a:pt x="160" y="68"/>
                    <a:pt x="160" y="68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8" y="65"/>
                    <a:pt x="168" y="65"/>
                    <a:pt x="168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78" y="59"/>
                    <a:pt x="178" y="59"/>
                    <a:pt x="178" y="59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5" y="58"/>
                    <a:pt x="165" y="58"/>
                    <a:pt x="165" y="58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3"/>
                    <a:pt x="182" y="53"/>
                    <a:pt x="182" y="53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6" y="53"/>
                    <a:pt x="186" y="53"/>
                    <a:pt x="186" y="53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9" y="51"/>
                    <a:pt x="189" y="51"/>
                    <a:pt x="189" y="51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7" y="46"/>
                    <a:pt x="197" y="46"/>
                    <a:pt x="197" y="46"/>
                  </a:cubicBezTo>
                  <a:cubicBezTo>
                    <a:pt x="198" y="46"/>
                    <a:pt x="198" y="46"/>
                    <a:pt x="198" y="46"/>
                  </a:cubicBezTo>
                  <a:cubicBezTo>
                    <a:pt x="199" y="47"/>
                    <a:pt x="199" y="47"/>
                    <a:pt x="199" y="47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4" y="33"/>
                    <a:pt x="204" y="33"/>
                    <a:pt x="204" y="33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1" y="31"/>
                    <a:pt x="201" y="31"/>
                    <a:pt x="201" y="31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200" y="31"/>
                    <a:pt x="200" y="31"/>
                    <a:pt x="200" y="31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3" y="23"/>
                    <a:pt x="183" y="23"/>
                    <a:pt x="183" y="23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2" y="17"/>
                    <a:pt x="192" y="17"/>
                    <a:pt x="192" y="17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7" y="15"/>
                    <a:pt x="187" y="15"/>
                    <a:pt x="187" y="15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3" y="15"/>
                    <a:pt x="183" y="15"/>
                    <a:pt x="183" y="15"/>
                  </a:cubicBezTo>
                  <a:cubicBezTo>
                    <a:pt x="183" y="14"/>
                    <a:pt x="183" y="14"/>
                    <a:pt x="183" y="14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7" y="8"/>
                    <a:pt x="177" y="8"/>
                    <a:pt x="177" y="8"/>
                  </a:cubicBezTo>
                  <a:cubicBezTo>
                    <a:pt x="175" y="7"/>
                    <a:pt x="175" y="7"/>
                    <a:pt x="175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6"/>
                    <a:pt x="167" y="6"/>
                    <a:pt x="167" y="6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4" y="5"/>
                    <a:pt x="164" y="5"/>
                    <a:pt x="164" y="5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59" y="9"/>
                    <a:pt x="159" y="9"/>
                    <a:pt x="159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4"/>
                    <a:pt x="158" y="4"/>
                    <a:pt x="158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7" y="4"/>
                    <a:pt x="157" y="4"/>
                    <a:pt x="157" y="4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30" y="11"/>
                    <a:pt x="130" y="11"/>
                    <a:pt x="130" y="11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9"/>
                    <a:pt x="113" y="9"/>
                    <a:pt x="113" y="9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10"/>
                    <a:pt x="112" y="10"/>
                    <a:pt x="112" y="10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8"/>
                    <a:pt x="86" y="18"/>
                    <a:pt x="86" y="18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3"/>
                    <a:pt x="60" y="23"/>
                    <a:pt x="60" y="23"/>
                  </a:cubicBezTo>
                  <a:close/>
                  <a:moveTo>
                    <a:pt x="66" y="30"/>
                  </a:moveTo>
                  <a:cubicBezTo>
                    <a:pt x="65" y="30"/>
                    <a:pt x="65" y="30"/>
                    <a:pt x="65" y="30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lnTo>
                    <a:pt x="66" y="30"/>
                  </a:lnTo>
                  <a:close/>
                  <a:moveTo>
                    <a:pt x="5" y="135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5" y="135"/>
                    <a:pt x="5" y="135"/>
                    <a:pt x="5" y="135"/>
                  </a:cubicBezTo>
                  <a:close/>
                  <a:moveTo>
                    <a:pt x="41" y="119"/>
                  </a:moveTo>
                  <a:cubicBezTo>
                    <a:pt x="42" y="119"/>
                    <a:pt x="42" y="119"/>
                    <a:pt x="42" y="119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41" y="119"/>
                  </a:lnTo>
                  <a:close/>
                  <a:moveTo>
                    <a:pt x="46" y="123"/>
                  </a:moveTo>
                  <a:cubicBezTo>
                    <a:pt x="45" y="123"/>
                    <a:pt x="45" y="123"/>
                    <a:pt x="45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8" y="122"/>
                    <a:pt x="48" y="122"/>
                    <a:pt x="48" y="122"/>
                  </a:cubicBezTo>
                  <a:lnTo>
                    <a:pt x="46" y="123"/>
                  </a:lnTo>
                  <a:close/>
                  <a:moveTo>
                    <a:pt x="54" y="130"/>
                  </a:moveTo>
                  <a:cubicBezTo>
                    <a:pt x="53" y="130"/>
                    <a:pt x="53" y="130"/>
                    <a:pt x="53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30"/>
                    <a:pt x="54" y="130"/>
                  </a:cubicBezTo>
                  <a:close/>
                  <a:moveTo>
                    <a:pt x="56" y="129"/>
                  </a:moveTo>
                  <a:cubicBezTo>
                    <a:pt x="55" y="129"/>
                    <a:pt x="55" y="129"/>
                    <a:pt x="55" y="129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7" y="130"/>
                    <a:pt x="57" y="130"/>
                    <a:pt x="57" y="130"/>
                  </a:cubicBezTo>
                  <a:lnTo>
                    <a:pt x="56" y="129"/>
                  </a:lnTo>
                  <a:close/>
                  <a:moveTo>
                    <a:pt x="63" y="95"/>
                  </a:move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65" y="95"/>
                    <a:pt x="65" y="95"/>
                    <a:pt x="65" y="95"/>
                  </a:cubicBezTo>
                  <a:lnTo>
                    <a:pt x="63" y="95"/>
                  </a:lnTo>
                  <a:close/>
                  <a:moveTo>
                    <a:pt x="70" y="95"/>
                  </a:move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70" y="94"/>
                    <a:pt x="70" y="94"/>
                    <a:pt x="70" y="94"/>
                  </a:cubicBezTo>
                  <a:lnTo>
                    <a:pt x="70" y="95"/>
                  </a:lnTo>
                  <a:close/>
                  <a:moveTo>
                    <a:pt x="103" y="88"/>
                  </a:moveTo>
                  <a:cubicBezTo>
                    <a:pt x="101" y="88"/>
                    <a:pt x="101" y="88"/>
                    <a:pt x="101" y="88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89"/>
                    <a:pt x="104" y="89"/>
                    <a:pt x="104" y="89"/>
                  </a:cubicBezTo>
                  <a:lnTo>
                    <a:pt x="103" y="88"/>
                  </a:lnTo>
                  <a:close/>
                  <a:moveTo>
                    <a:pt x="116" y="85"/>
                  </a:moveTo>
                  <a:cubicBezTo>
                    <a:pt x="115" y="84"/>
                    <a:pt x="115" y="84"/>
                    <a:pt x="115" y="84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5"/>
                    <a:pt x="116" y="85"/>
                    <a:pt x="116" y="85"/>
                  </a:cubicBezTo>
                  <a:close/>
                  <a:moveTo>
                    <a:pt x="151" y="58"/>
                  </a:moveTo>
                  <a:cubicBezTo>
                    <a:pt x="152" y="58"/>
                    <a:pt x="152" y="58"/>
                    <a:pt x="152" y="58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1" y="59"/>
                    <a:pt x="151" y="59"/>
                    <a:pt x="151" y="59"/>
                  </a:cubicBezTo>
                  <a:lnTo>
                    <a:pt x="151" y="58"/>
                  </a:lnTo>
                  <a:close/>
                  <a:moveTo>
                    <a:pt x="132" y="81"/>
                  </a:moveTo>
                  <a:cubicBezTo>
                    <a:pt x="133" y="81"/>
                    <a:pt x="133" y="81"/>
                    <a:pt x="133" y="81"/>
                  </a:cubicBezTo>
                  <a:cubicBezTo>
                    <a:pt x="131" y="81"/>
                    <a:pt x="131" y="81"/>
                    <a:pt x="131" y="81"/>
                  </a:cubicBezTo>
                  <a:lnTo>
                    <a:pt x="132" y="81"/>
                  </a:lnTo>
                  <a:close/>
                  <a:moveTo>
                    <a:pt x="94" y="20"/>
                  </a:moveTo>
                  <a:cubicBezTo>
                    <a:pt x="95" y="20"/>
                    <a:pt x="95" y="20"/>
                    <a:pt x="95" y="20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19"/>
                    <a:pt x="94" y="19"/>
                    <a:pt x="94" y="19"/>
                  </a:cubicBezTo>
                  <a:lnTo>
                    <a:pt x="94" y="20"/>
                  </a:lnTo>
                  <a:close/>
                  <a:moveTo>
                    <a:pt x="80" y="39"/>
                  </a:moveTo>
                  <a:cubicBezTo>
                    <a:pt x="81" y="39"/>
                    <a:pt x="81" y="39"/>
                    <a:pt x="81" y="3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lnTo>
                    <a:pt x="80" y="39"/>
                  </a:lnTo>
                  <a:close/>
                  <a:moveTo>
                    <a:pt x="76" y="44"/>
                  </a:moveTo>
                  <a:cubicBezTo>
                    <a:pt x="77" y="43"/>
                    <a:pt x="77" y="43"/>
                    <a:pt x="77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5" y="45"/>
                    <a:pt x="75" y="45"/>
                    <a:pt x="75" y="45"/>
                  </a:cubicBezTo>
                  <a:lnTo>
                    <a:pt x="76" y="44"/>
                  </a:lnTo>
                  <a:close/>
                  <a:moveTo>
                    <a:pt x="73" y="41"/>
                  </a:moveTo>
                  <a:cubicBezTo>
                    <a:pt x="74" y="40"/>
                    <a:pt x="74" y="40"/>
                    <a:pt x="74" y="40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lose/>
                  <a:moveTo>
                    <a:pt x="69" y="28"/>
                  </a:move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8" y="28"/>
                    <a:pt x="68" y="28"/>
                    <a:pt x="68" y="28"/>
                  </a:cubicBezTo>
                  <a:lnTo>
                    <a:pt x="69" y="2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3" name="Freeform 6490">
              <a:extLst>
                <a:ext uri="{FF2B5EF4-FFF2-40B4-BE49-F238E27FC236}">
                  <a16:creationId xmlns:a16="http://schemas.microsoft.com/office/drawing/2014/main" id="{AADB2C46-F6D5-4F7E-9CC1-EF3ED5BEA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2" y="1919"/>
              <a:ext cx="4" cy="7"/>
            </a:xfrm>
            <a:custGeom>
              <a:avLst/>
              <a:gdLst>
                <a:gd name="T0" fmla="*/ 4 w 4"/>
                <a:gd name="T1" fmla="*/ 0 h 7"/>
                <a:gd name="T2" fmla="*/ 0 w 4"/>
                <a:gd name="T3" fmla="*/ 2 h 7"/>
                <a:gd name="T4" fmla="*/ 2 w 4"/>
                <a:gd name="T5" fmla="*/ 7 h 7"/>
                <a:gd name="T6" fmla="*/ 4 w 4"/>
                <a:gd name="T7" fmla="*/ 5 h 7"/>
                <a:gd name="T8" fmla="*/ 4 w 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lnTo>
                    <a:pt x="0" y="2"/>
                  </a:lnTo>
                  <a:lnTo>
                    <a:pt x="2" y="7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4" name="Freeform 6491">
              <a:extLst>
                <a:ext uri="{FF2B5EF4-FFF2-40B4-BE49-F238E27FC236}">
                  <a16:creationId xmlns:a16="http://schemas.microsoft.com/office/drawing/2014/main" id="{C4A57A15-A8A4-48C4-9FEB-4D1D45CDB57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5" y="1794"/>
              <a:ext cx="15" cy="11"/>
            </a:xfrm>
            <a:custGeom>
              <a:avLst/>
              <a:gdLst>
                <a:gd name="T0" fmla="*/ 4 w 15"/>
                <a:gd name="T1" fmla="*/ 5 h 11"/>
                <a:gd name="T2" fmla="*/ 4 w 15"/>
                <a:gd name="T3" fmla="*/ 5 h 11"/>
                <a:gd name="T4" fmla="*/ 4 w 15"/>
                <a:gd name="T5" fmla="*/ 7 h 11"/>
                <a:gd name="T6" fmla="*/ 6 w 15"/>
                <a:gd name="T7" fmla="*/ 7 h 11"/>
                <a:gd name="T8" fmla="*/ 6 w 15"/>
                <a:gd name="T9" fmla="*/ 9 h 11"/>
                <a:gd name="T10" fmla="*/ 8 w 15"/>
                <a:gd name="T11" fmla="*/ 11 h 11"/>
                <a:gd name="T12" fmla="*/ 10 w 15"/>
                <a:gd name="T13" fmla="*/ 11 h 11"/>
                <a:gd name="T14" fmla="*/ 10 w 15"/>
                <a:gd name="T15" fmla="*/ 11 h 11"/>
                <a:gd name="T16" fmla="*/ 13 w 15"/>
                <a:gd name="T17" fmla="*/ 11 h 11"/>
                <a:gd name="T18" fmla="*/ 13 w 15"/>
                <a:gd name="T19" fmla="*/ 9 h 11"/>
                <a:gd name="T20" fmla="*/ 13 w 15"/>
                <a:gd name="T21" fmla="*/ 9 h 11"/>
                <a:gd name="T22" fmla="*/ 15 w 15"/>
                <a:gd name="T23" fmla="*/ 7 h 11"/>
                <a:gd name="T24" fmla="*/ 13 w 15"/>
                <a:gd name="T25" fmla="*/ 7 h 11"/>
                <a:gd name="T26" fmla="*/ 13 w 15"/>
                <a:gd name="T27" fmla="*/ 7 h 11"/>
                <a:gd name="T28" fmla="*/ 13 w 15"/>
                <a:gd name="T29" fmla="*/ 5 h 11"/>
                <a:gd name="T30" fmla="*/ 12 w 15"/>
                <a:gd name="T31" fmla="*/ 2 h 11"/>
                <a:gd name="T32" fmla="*/ 10 w 15"/>
                <a:gd name="T33" fmla="*/ 2 h 11"/>
                <a:gd name="T34" fmla="*/ 8 w 15"/>
                <a:gd name="T35" fmla="*/ 0 h 11"/>
                <a:gd name="T36" fmla="*/ 6 w 15"/>
                <a:gd name="T37" fmla="*/ 0 h 11"/>
                <a:gd name="T38" fmla="*/ 6 w 15"/>
                <a:gd name="T39" fmla="*/ 0 h 11"/>
                <a:gd name="T40" fmla="*/ 2 w 15"/>
                <a:gd name="T41" fmla="*/ 0 h 11"/>
                <a:gd name="T42" fmla="*/ 0 w 15"/>
                <a:gd name="T43" fmla="*/ 2 h 11"/>
                <a:gd name="T44" fmla="*/ 2 w 15"/>
                <a:gd name="T45" fmla="*/ 5 h 11"/>
                <a:gd name="T46" fmla="*/ 4 w 15"/>
                <a:gd name="T4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" h="11">
                  <a:moveTo>
                    <a:pt x="4" y="5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5" name="Freeform 6492">
              <a:extLst>
                <a:ext uri="{FF2B5EF4-FFF2-40B4-BE49-F238E27FC236}">
                  <a16:creationId xmlns:a16="http://schemas.microsoft.com/office/drawing/2014/main" id="{3CC84C62-8B40-48B9-99FA-095CACA85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0" y="1796"/>
              <a:ext cx="15" cy="15"/>
            </a:xfrm>
            <a:custGeom>
              <a:avLst/>
              <a:gdLst>
                <a:gd name="T0" fmla="*/ 15 w 15"/>
                <a:gd name="T1" fmla="*/ 5 h 15"/>
                <a:gd name="T2" fmla="*/ 14 w 15"/>
                <a:gd name="T3" fmla="*/ 3 h 15"/>
                <a:gd name="T4" fmla="*/ 10 w 15"/>
                <a:gd name="T5" fmla="*/ 3 h 15"/>
                <a:gd name="T6" fmla="*/ 6 w 15"/>
                <a:gd name="T7" fmla="*/ 0 h 15"/>
                <a:gd name="T8" fmla="*/ 6 w 15"/>
                <a:gd name="T9" fmla="*/ 2 h 15"/>
                <a:gd name="T10" fmla="*/ 4 w 15"/>
                <a:gd name="T11" fmla="*/ 2 h 15"/>
                <a:gd name="T12" fmla="*/ 2 w 15"/>
                <a:gd name="T13" fmla="*/ 0 h 15"/>
                <a:gd name="T14" fmla="*/ 0 w 15"/>
                <a:gd name="T15" fmla="*/ 3 h 15"/>
                <a:gd name="T16" fmla="*/ 0 w 15"/>
                <a:gd name="T17" fmla="*/ 7 h 15"/>
                <a:gd name="T18" fmla="*/ 4 w 15"/>
                <a:gd name="T19" fmla="*/ 7 h 15"/>
                <a:gd name="T20" fmla="*/ 4 w 15"/>
                <a:gd name="T21" fmla="*/ 11 h 15"/>
                <a:gd name="T22" fmla="*/ 6 w 15"/>
                <a:gd name="T23" fmla="*/ 11 h 15"/>
                <a:gd name="T24" fmla="*/ 6 w 15"/>
                <a:gd name="T25" fmla="*/ 13 h 15"/>
                <a:gd name="T26" fmla="*/ 8 w 15"/>
                <a:gd name="T27" fmla="*/ 15 h 15"/>
                <a:gd name="T28" fmla="*/ 10 w 15"/>
                <a:gd name="T29" fmla="*/ 15 h 15"/>
                <a:gd name="T30" fmla="*/ 12 w 15"/>
                <a:gd name="T31" fmla="*/ 13 h 15"/>
                <a:gd name="T32" fmla="*/ 14 w 15"/>
                <a:gd name="T33" fmla="*/ 13 h 15"/>
                <a:gd name="T34" fmla="*/ 15 w 15"/>
                <a:gd name="T35" fmla="*/ 13 h 15"/>
                <a:gd name="T36" fmla="*/ 15 w 15"/>
                <a:gd name="T37" fmla="*/ 11 h 15"/>
                <a:gd name="T38" fmla="*/ 15 w 15"/>
                <a:gd name="T39" fmla="*/ 9 h 15"/>
                <a:gd name="T40" fmla="*/ 15 w 15"/>
                <a:gd name="T4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15">
                  <a:moveTo>
                    <a:pt x="15" y="5"/>
                  </a:moveTo>
                  <a:lnTo>
                    <a:pt x="14" y="3"/>
                  </a:lnTo>
                  <a:lnTo>
                    <a:pt x="10" y="3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6" name="Freeform 6493">
              <a:extLst>
                <a:ext uri="{FF2B5EF4-FFF2-40B4-BE49-F238E27FC236}">
                  <a16:creationId xmlns:a16="http://schemas.microsoft.com/office/drawing/2014/main" id="{A7D13110-3E09-4AB1-B733-1C16FE5188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1606"/>
              <a:ext cx="7" cy="5"/>
            </a:xfrm>
            <a:custGeom>
              <a:avLst/>
              <a:gdLst>
                <a:gd name="T0" fmla="*/ 2 w 7"/>
                <a:gd name="T1" fmla="*/ 0 h 5"/>
                <a:gd name="T2" fmla="*/ 0 w 7"/>
                <a:gd name="T3" fmla="*/ 1 h 5"/>
                <a:gd name="T4" fmla="*/ 2 w 7"/>
                <a:gd name="T5" fmla="*/ 5 h 5"/>
                <a:gd name="T6" fmla="*/ 3 w 7"/>
                <a:gd name="T7" fmla="*/ 5 h 5"/>
                <a:gd name="T8" fmla="*/ 5 w 7"/>
                <a:gd name="T9" fmla="*/ 5 h 5"/>
                <a:gd name="T10" fmla="*/ 7 w 7"/>
                <a:gd name="T11" fmla="*/ 1 h 5"/>
                <a:gd name="T12" fmla="*/ 5 w 7"/>
                <a:gd name="T13" fmla="*/ 0 h 5"/>
                <a:gd name="T14" fmla="*/ 2 w 7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lnTo>
                    <a:pt x="0" y="1"/>
                  </a:lnTo>
                  <a:lnTo>
                    <a:pt x="2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7" y="1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7" name="Freeform 6494">
              <a:extLst>
                <a:ext uri="{FF2B5EF4-FFF2-40B4-BE49-F238E27FC236}">
                  <a16:creationId xmlns:a16="http://schemas.microsoft.com/office/drawing/2014/main" id="{4832B574-F6F2-4486-9D03-267CBA8B50B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7" y="1606"/>
              <a:ext cx="15" cy="13"/>
            </a:xfrm>
            <a:custGeom>
              <a:avLst/>
              <a:gdLst>
                <a:gd name="T0" fmla="*/ 7 w 8"/>
                <a:gd name="T1" fmla="*/ 5 h 7"/>
                <a:gd name="T2" fmla="*/ 8 w 8"/>
                <a:gd name="T3" fmla="*/ 4 h 7"/>
                <a:gd name="T4" fmla="*/ 8 w 8"/>
                <a:gd name="T5" fmla="*/ 2 h 7"/>
                <a:gd name="T6" fmla="*/ 6 w 8"/>
                <a:gd name="T7" fmla="*/ 2 h 7"/>
                <a:gd name="T8" fmla="*/ 5 w 8"/>
                <a:gd name="T9" fmla="*/ 0 h 7"/>
                <a:gd name="T10" fmla="*/ 3 w 8"/>
                <a:gd name="T11" fmla="*/ 0 h 7"/>
                <a:gd name="T12" fmla="*/ 3 w 8"/>
                <a:gd name="T13" fmla="*/ 1 h 7"/>
                <a:gd name="T14" fmla="*/ 0 w 8"/>
                <a:gd name="T15" fmla="*/ 1 h 7"/>
                <a:gd name="T16" fmla="*/ 2 w 8"/>
                <a:gd name="T17" fmla="*/ 3 h 7"/>
                <a:gd name="T18" fmla="*/ 2 w 8"/>
                <a:gd name="T19" fmla="*/ 4 h 7"/>
                <a:gd name="T20" fmla="*/ 4 w 8"/>
                <a:gd name="T21" fmla="*/ 4 h 7"/>
                <a:gd name="T22" fmla="*/ 4 w 8"/>
                <a:gd name="T23" fmla="*/ 4 h 7"/>
                <a:gd name="T24" fmla="*/ 4 w 8"/>
                <a:gd name="T25" fmla="*/ 4 h 7"/>
                <a:gd name="T26" fmla="*/ 5 w 8"/>
                <a:gd name="T27" fmla="*/ 5 h 7"/>
                <a:gd name="T28" fmla="*/ 7 w 8"/>
                <a:gd name="T29" fmla="*/ 7 h 7"/>
                <a:gd name="T30" fmla="*/ 7 w 8"/>
                <a:gd name="T31" fmla="*/ 5 h 7"/>
                <a:gd name="T32" fmla="*/ 7 w 8"/>
                <a:gd name="T3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8" name="Freeform 6495">
              <a:extLst>
                <a:ext uri="{FF2B5EF4-FFF2-40B4-BE49-F238E27FC236}">
                  <a16:creationId xmlns:a16="http://schemas.microsoft.com/office/drawing/2014/main" id="{6094FDFF-79D7-4710-8746-FB7F03E8AF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62" y="1589"/>
              <a:ext cx="56" cy="50"/>
            </a:xfrm>
            <a:custGeom>
              <a:avLst/>
              <a:gdLst>
                <a:gd name="T0" fmla="*/ 28 w 30"/>
                <a:gd name="T1" fmla="*/ 14 h 27"/>
                <a:gd name="T2" fmla="*/ 30 w 30"/>
                <a:gd name="T3" fmla="*/ 10 h 27"/>
                <a:gd name="T4" fmla="*/ 26 w 30"/>
                <a:gd name="T5" fmla="*/ 10 h 27"/>
                <a:gd name="T6" fmla="*/ 24 w 30"/>
                <a:gd name="T7" fmla="*/ 9 h 27"/>
                <a:gd name="T8" fmla="*/ 21 w 30"/>
                <a:gd name="T9" fmla="*/ 8 h 27"/>
                <a:gd name="T10" fmla="*/ 20 w 30"/>
                <a:gd name="T11" fmla="*/ 6 h 27"/>
                <a:gd name="T12" fmla="*/ 20 w 30"/>
                <a:gd name="T13" fmla="*/ 4 h 27"/>
                <a:gd name="T14" fmla="*/ 20 w 30"/>
                <a:gd name="T15" fmla="*/ 0 h 27"/>
                <a:gd name="T16" fmla="*/ 14 w 30"/>
                <a:gd name="T17" fmla="*/ 3 h 27"/>
                <a:gd name="T18" fmla="*/ 13 w 30"/>
                <a:gd name="T19" fmla="*/ 6 h 27"/>
                <a:gd name="T20" fmla="*/ 11 w 30"/>
                <a:gd name="T21" fmla="*/ 7 h 27"/>
                <a:gd name="T22" fmla="*/ 11 w 30"/>
                <a:gd name="T23" fmla="*/ 9 h 27"/>
                <a:gd name="T24" fmla="*/ 9 w 30"/>
                <a:gd name="T25" fmla="*/ 10 h 27"/>
                <a:gd name="T26" fmla="*/ 6 w 30"/>
                <a:gd name="T27" fmla="*/ 11 h 27"/>
                <a:gd name="T28" fmla="*/ 4 w 30"/>
                <a:gd name="T29" fmla="*/ 11 h 27"/>
                <a:gd name="T30" fmla="*/ 1 w 30"/>
                <a:gd name="T31" fmla="*/ 15 h 27"/>
                <a:gd name="T32" fmla="*/ 5 w 30"/>
                <a:gd name="T33" fmla="*/ 17 h 27"/>
                <a:gd name="T34" fmla="*/ 7 w 30"/>
                <a:gd name="T35" fmla="*/ 20 h 27"/>
                <a:gd name="T36" fmla="*/ 9 w 30"/>
                <a:gd name="T37" fmla="*/ 22 h 27"/>
                <a:gd name="T38" fmla="*/ 11 w 30"/>
                <a:gd name="T39" fmla="*/ 24 h 27"/>
                <a:gd name="T40" fmla="*/ 13 w 30"/>
                <a:gd name="T41" fmla="*/ 25 h 27"/>
                <a:gd name="T42" fmla="*/ 17 w 30"/>
                <a:gd name="T43" fmla="*/ 26 h 27"/>
                <a:gd name="T44" fmla="*/ 20 w 30"/>
                <a:gd name="T45" fmla="*/ 25 h 27"/>
                <a:gd name="T46" fmla="*/ 22 w 30"/>
                <a:gd name="T47" fmla="*/ 24 h 27"/>
                <a:gd name="T48" fmla="*/ 24 w 30"/>
                <a:gd name="T49" fmla="*/ 24 h 27"/>
                <a:gd name="T50" fmla="*/ 27 w 30"/>
                <a:gd name="T51" fmla="*/ 20 h 27"/>
                <a:gd name="T52" fmla="*/ 24 w 30"/>
                <a:gd name="T53" fmla="*/ 20 h 27"/>
                <a:gd name="T54" fmla="*/ 26 w 30"/>
                <a:gd name="T55" fmla="*/ 15 h 27"/>
                <a:gd name="T56" fmla="*/ 24 w 30"/>
                <a:gd name="T57" fmla="*/ 14 h 27"/>
                <a:gd name="T58" fmla="*/ 25 w 30"/>
                <a:gd name="T59" fmla="*/ 12 h 27"/>
                <a:gd name="T60" fmla="*/ 25 w 30"/>
                <a:gd name="T61" fmla="*/ 13 h 27"/>
                <a:gd name="T62" fmla="*/ 26 w 30"/>
                <a:gd name="T63" fmla="*/ 14 h 27"/>
                <a:gd name="T64" fmla="*/ 24 w 30"/>
                <a:gd name="T65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" h="27">
                  <a:moveTo>
                    <a:pt x="26" y="15"/>
                  </a:moveTo>
                  <a:cubicBezTo>
                    <a:pt x="28" y="14"/>
                    <a:pt x="28" y="14"/>
                    <a:pt x="28" y="14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6" y="18"/>
                    <a:pt x="26" y="18"/>
                    <a:pt x="26" y="18"/>
                  </a:cubicBezTo>
                  <a:lnTo>
                    <a:pt x="26" y="15"/>
                  </a:lnTo>
                  <a:close/>
                  <a:moveTo>
                    <a:pt x="24" y="16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4"/>
                    <a:pt x="25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5"/>
                    <a:pt x="26" y="15"/>
                    <a:pt x="26" y="15"/>
                  </a:cubicBezTo>
                  <a:lnTo>
                    <a:pt x="24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9" name="Freeform 6496">
              <a:extLst>
                <a:ext uri="{FF2B5EF4-FFF2-40B4-BE49-F238E27FC236}">
                  <a16:creationId xmlns:a16="http://schemas.microsoft.com/office/drawing/2014/main" id="{B197E285-9809-4863-9CFD-C38B8FD795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79" y="1436"/>
              <a:ext cx="186" cy="177"/>
            </a:xfrm>
            <a:custGeom>
              <a:avLst/>
              <a:gdLst>
                <a:gd name="T0" fmla="*/ 181 w 186"/>
                <a:gd name="T1" fmla="*/ 134 h 177"/>
                <a:gd name="T2" fmla="*/ 172 w 186"/>
                <a:gd name="T3" fmla="*/ 112 h 177"/>
                <a:gd name="T4" fmla="*/ 160 w 186"/>
                <a:gd name="T5" fmla="*/ 99 h 177"/>
                <a:gd name="T6" fmla="*/ 172 w 186"/>
                <a:gd name="T7" fmla="*/ 87 h 177"/>
                <a:gd name="T8" fmla="*/ 175 w 186"/>
                <a:gd name="T9" fmla="*/ 63 h 177"/>
                <a:gd name="T10" fmla="*/ 183 w 186"/>
                <a:gd name="T11" fmla="*/ 46 h 177"/>
                <a:gd name="T12" fmla="*/ 177 w 186"/>
                <a:gd name="T13" fmla="*/ 24 h 177"/>
                <a:gd name="T14" fmla="*/ 160 w 186"/>
                <a:gd name="T15" fmla="*/ 18 h 177"/>
                <a:gd name="T16" fmla="*/ 151 w 186"/>
                <a:gd name="T17" fmla="*/ 41 h 177"/>
                <a:gd name="T18" fmla="*/ 144 w 186"/>
                <a:gd name="T19" fmla="*/ 60 h 177"/>
                <a:gd name="T20" fmla="*/ 140 w 186"/>
                <a:gd name="T21" fmla="*/ 74 h 177"/>
                <a:gd name="T22" fmla="*/ 132 w 186"/>
                <a:gd name="T23" fmla="*/ 80 h 177"/>
                <a:gd name="T24" fmla="*/ 136 w 186"/>
                <a:gd name="T25" fmla="*/ 60 h 177"/>
                <a:gd name="T26" fmla="*/ 142 w 186"/>
                <a:gd name="T27" fmla="*/ 37 h 177"/>
                <a:gd name="T28" fmla="*/ 129 w 186"/>
                <a:gd name="T29" fmla="*/ 30 h 177"/>
                <a:gd name="T30" fmla="*/ 127 w 186"/>
                <a:gd name="T31" fmla="*/ 45 h 177"/>
                <a:gd name="T32" fmla="*/ 114 w 186"/>
                <a:gd name="T33" fmla="*/ 39 h 177"/>
                <a:gd name="T34" fmla="*/ 108 w 186"/>
                <a:gd name="T35" fmla="*/ 41 h 177"/>
                <a:gd name="T36" fmla="*/ 119 w 186"/>
                <a:gd name="T37" fmla="*/ 28 h 177"/>
                <a:gd name="T38" fmla="*/ 99 w 186"/>
                <a:gd name="T39" fmla="*/ 18 h 177"/>
                <a:gd name="T40" fmla="*/ 88 w 186"/>
                <a:gd name="T41" fmla="*/ 24 h 177"/>
                <a:gd name="T42" fmla="*/ 99 w 186"/>
                <a:gd name="T43" fmla="*/ 9 h 177"/>
                <a:gd name="T44" fmla="*/ 71 w 186"/>
                <a:gd name="T45" fmla="*/ 5 h 177"/>
                <a:gd name="T46" fmla="*/ 36 w 186"/>
                <a:gd name="T47" fmla="*/ 28 h 177"/>
                <a:gd name="T48" fmla="*/ 15 w 186"/>
                <a:gd name="T49" fmla="*/ 46 h 177"/>
                <a:gd name="T50" fmla="*/ 25 w 186"/>
                <a:gd name="T51" fmla="*/ 58 h 177"/>
                <a:gd name="T52" fmla="*/ 39 w 186"/>
                <a:gd name="T53" fmla="*/ 56 h 177"/>
                <a:gd name="T54" fmla="*/ 30 w 186"/>
                <a:gd name="T55" fmla="*/ 61 h 177"/>
                <a:gd name="T56" fmla="*/ 11 w 186"/>
                <a:gd name="T57" fmla="*/ 74 h 177"/>
                <a:gd name="T58" fmla="*/ 17 w 186"/>
                <a:gd name="T59" fmla="*/ 84 h 177"/>
                <a:gd name="T60" fmla="*/ 30 w 186"/>
                <a:gd name="T61" fmla="*/ 87 h 177"/>
                <a:gd name="T62" fmla="*/ 45 w 186"/>
                <a:gd name="T63" fmla="*/ 89 h 177"/>
                <a:gd name="T64" fmla="*/ 58 w 186"/>
                <a:gd name="T65" fmla="*/ 95 h 177"/>
                <a:gd name="T66" fmla="*/ 69 w 186"/>
                <a:gd name="T67" fmla="*/ 106 h 177"/>
                <a:gd name="T68" fmla="*/ 58 w 186"/>
                <a:gd name="T69" fmla="*/ 108 h 177"/>
                <a:gd name="T70" fmla="*/ 45 w 186"/>
                <a:gd name="T71" fmla="*/ 102 h 177"/>
                <a:gd name="T72" fmla="*/ 25 w 186"/>
                <a:gd name="T73" fmla="*/ 97 h 177"/>
                <a:gd name="T74" fmla="*/ 2 w 186"/>
                <a:gd name="T75" fmla="*/ 114 h 177"/>
                <a:gd name="T76" fmla="*/ 11 w 186"/>
                <a:gd name="T77" fmla="*/ 130 h 177"/>
                <a:gd name="T78" fmla="*/ 26 w 186"/>
                <a:gd name="T79" fmla="*/ 134 h 177"/>
                <a:gd name="T80" fmla="*/ 23 w 186"/>
                <a:gd name="T81" fmla="*/ 147 h 177"/>
                <a:gd name="T82" fmla="*/ 23 w 186"/>
                <a:gd name="T83" fmla="*/ 162 h 177"/>
                <a:gd name="T84" fmla="*/ 39 w 186"/>
                <a:gd name="T85" fmla="*/ 164 h 177"/>
                <a:gd name="T86" fmla="*/ 54 w 186"/>
                <a:gd name="T87" fmla="*/ 164 h 177"/>
                <a:gd name="T88" fmla="*/ 65 w 186"/>
                <a:gd name="T89" fmla="*/ 166 h 177"/>
                <a:gd name="T90" fmla="*/ 82 w 186"/>
                <a:gd name="T91" fmla="*/ 158 h 177"/>
                <a:gd name="T92" fmla="*/ 105 w 186"/>
                <a:gd name="T93" fmla="*/ 153 h 177"/>
                <a:gd name="T94" fmla="*/ 110 w 186"/>
                <a:gd name="T95" fmla="*/ 147 h 177"/>
                <a:gd name="T96" fmla="*/ 108 w 186"/>
                <a:gd name="T97" fmla="*/ 158 h 177"/>
                <a:gd name="T98" fmla="*/ 118 w 186"/>
                <a:gd name="T99" fmla="*/ 164 h 177"/>
                <a:gd name="T100" fmla="*/ 129 w 186"/>
                <a:gd name="T101" fmla="*/ 171 h 177"/>
                <a:gd name="T102" fmla="*/ 140 w 186"/>
                <a:gd name="T103" fmla="*/ 173 h 177"/>
                <a:gd name="T104" fmla="*/ 151 w 186"/>
                <a:gd name="T105" fmla="*/ 175 h 177"/>
                <a:gd name="T106" fmla="*/ 160 w 186"/>
                <a:gd name="T107" fmla="*/ 171 h 177"/>
                <a:gd name="T108" fmla="*/ 160 w 186"/>
                <a:gd name="T109" fmla="*/ 160 h 177"/>
                <a:gd name="T110" fmla="*/ 151 w 186"/>
                <a:gd name="T111" fmla="*/ 156 h 177"/>
                <a:gd name="T112" fmla="*/ 159 w 186"/>
                <a:gd name="T113" fmla="*/ 155 h 177"/>
                <a:gd name="T114" fmla="*/ 168 w 186"/>
                <a:gd name="T115" fmla="*/ 153 h 177"/>
                <a:gd name="T116" fmla="*/ 170 w 186"/>
                <a:gd name="T117" fmla="*/ 158 h 177"/>
                <a:gd name="T118" fmla="*/ 177 w 186"/>
                <a:gd name="T119" fmla="*/ 162 h 177"/>
                <a:gd name="T120" fmla="*/ 185 w 186"/>
                <a:gd name="T121" fmla="*/ 147 h 177"/>
                <a:gd name="T122" fmla="*/ 26 w 186"/>
                <a:gd name="T123" fmla="*/ 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6" h="177">
                  <a:moveTo>
                    <a:pt x="185" y="145"/>
                  </a:moveTo>
                  <a:lnTo>
                    <a:pt x="185" y="142"/>
                  </a:lnTo>
                  <a:lnTo>
                    <a:pt x="186" y="140"/>
                  </a:lnTo>
                  <a:lnTo>
                    <a:pt x="185" y="138"/>
                  </a:lnTo>
                  <a:lnTo>
                    <a:pt x="183" y="138"/>
                  </a:lnTo>
                  <a:lnTo>
                    <a:pt x="181" y="138"/>
                  </a:lnTo>
                  <a:lnTo>
                    <a:pt x="183" y="136"/>
                  </a:lnTo>
                  <a:lnTo>
                    <a:pt x="181" y="134"/>
                  </a:lnTo>
                  <a:lnTo>
                    <a:pt x="177" y="134"/>
                  </a:lnTo>
                  <a:lnTo>
                    <a:pt x="177" y="132"/>
                  </a:lnTo>
                  <a:lnTo>
                    <a:pt x="175" y="130"/>
                  </a:lnTo>
                  <a:lnTo>
                    <a:pt x="175" y="130"/>
                  </a:lnTo>
                  <a:lnTo>
                    <a:pt x="173" y="125"/>
                  </a:lnTo>
                  <a:lnTo>
                    <a:pt x="173" y="123"/>
                  </a:lnTo>
                  <a:lnTo>
                    <a:pt x="175" y="119"/>
                  </a:lnTo>
                  <a:lnTo>
                    <a:pt x="172" y="112"/>
                  </a:lnTo>
                  <a:lnTo>
                    <a:pt x="170" y="117"/>
                  </a:lnTo>
                  <a:lnTo>
                    <a:pt x="166" y="115"/>
                  </a:lnTo>
                  <a:lnTo>
                    <a:pt x="166" y="110"/>
                  </a:lnTo>
                  <a:lnTo>
                    <a:pt x="164" y="110"/>
                  </a:lnTo>
                  <a:lnTo>
                    <a:pt x="164" y="106"/>
                  </a:lnTo>
                  <a:lnTo>
                    <a:pt x="162" y="102"/>
                  </a:lnTo>
                  <a:lnTo>
                    <a:pt x="162" y="101"/>
                  </a:lnTo>
                  <a:lnTo>
                    <a:pt x="160" y="99"/>
                  </a:lnTo>
                  <a:lnTo>
                    <a:pt x="160" y="99"/>
                  </a:lnTo>
                  <a:lnTo>
                    <a:pt x="162" y="99"/>
                  </a:lnTo>
                  <a:lnTo>
                    <a:pt x="164" y="95"/>
                  </a:lnTo>
                  <a:lnTo>
                    <a:pt x="164" y="95"/>
                  </a:lnTo>
                  <a:lnTo>
                    <a:pt x="166" y="97"/>
                  </a:lnTo>
                  <a:lnTo>
                    <a:pt x="168" y="95"/>
                  </a:lnTo>
                  <a:lnTo>
                    <a:pt x="168" y="91"/>
                  </a:lnTo>
                  <a:lnTo>
                    <a:pt x="172" y="87"/>
                  </a:lnTo>
                  <a:lnTo>
                    <a:pt x="172" y="84"/>
                  </a:lnTo>
                  <a:lnTo>
                    <a:pt x="172" y="82"/>
                  </a:lnTo>
                  <a:lnTo>
                    <a:pt x="170" y="76"/>
                  </a:lnTo>
                  <a:lnTo>
                    <a:pt x="170" y="74"/>
                  </a:lnTo>
                  <a:lnTo>
                    <a:pt x="172" y="74"/>
                  </a:lnTo>
                  <a:lnTo>
                    <a:pt x="172" y="71"/>
                  </a:lnTo>
                  <a:lnTo>
                    <a:pt x="175" y="67"/>
                  </a:lnTo>
                  <a:lnTo>
                    <a:pt x="175" y="63"/>
                  </a:lnTo>
                  <a:lnTo>
                    <a:pt x="177" y="61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54"/>
                  </a:lnTo>
                  <a:lnTo>
                    <a:pt x="183" y="50"/>
                  </a:lnTo>
                  <a:lnTo>
                    <a:pt x="181" y="46"/>
                  </a:lnTo>
                  <a:lnTo>
                    <a:pt x="181" y="46"/>
                  </a:lnTo>
                  <a:lnTo>
                    <a:pt x="183" y="46"/>
                  </a:lnTo>
                  <a:lnTo>
                    <a:pt x="185" y="43"/>
                  </a:lnTo>
                  <a:lnTo>
                    <a:pt x="183" y="39"/>
                  </a:lnTo>
                  <a:lnTo>
                    <a:pt x="183" y="37"/>
                  </a:lnTo>
                  <a:lnTo>
                    <a:pt x="183" y="35"/>
                  </a:lnTo>
                  <a:lnTo>
                    <a:pt x="181" y="33"/>
                  </a:lnTo>
                  <a:lnTo>
                    <a:pt x="179" y="32"/>
                  </a:lnTo>
                  <a:lnTo>
                    <a:pt x="181" y="30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2" y="26"/>
                  </a:lnTo>
                  <a:lnTo>
                    <a:pt x="168" y="20"/>
                  </a:lnTo>
                  <a:lnTo>
                    <a:pt x="166" y="20"/>
                  </a:lnTo>
                  <a:lnTo>
                    <a:pt x="164" y="18"/>
                  </a:lnTo>
                  <a:lnTo>
                    <a:pt x="160" y="18"/>
                  </a:lnTo>
                  <a:lnTo>
                    <a:pt x="162" y="22"/>
                  </a:lnTo>
                  <a:lnTo>
                    <a:pt x="159" y="22"/>
                  </a:lnTo>
                  <a:lnTo>
                    <a:pt x="157" y="26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3" y="35"/>
                  </a:lnTo>
                  <a:lnTo>
                    <a:pt x="153" y="39"/>
                  </a:lnTo>
                  <a:lnTo>
                    <a:pt x="151" y="41"/>
                  </a:lnTo>
                  <a:lnTo>
                    <a:pt x="151" y="43"/>
                  </a:lnTo>
                  <a:lnTo>
                    <a:pt x="151" y="45"/>
                  </a:lnTo>
                  <a:lnTo>
                    <a:pt x="151" y="46"/>
                  </a:lnTo>
                  <a:lnTo>
                    <a:pt x="149" y="48"/>
                  </a:lnTo>
                  <a:lnTo>
                    <a:pt x="149" y="54"/>
                  </a:lnTo>
                  <a:lnTo>
                    <a:pt x="147" y="54"/>
                  </a:lnTo>
                  <a:lnTo>
                    <a:pt x="146" y="54"/>
                  </a:lnTo>
                  <a:lnTo>
                    <a:pt x="144" y="60"/>
                  </a:lnTo>
                  <a:lnTo>
                    <a:pt x="144" y="61"/>
                  </a:lnTo>
                  <a:lnTo>
                    <a:pt x="144" y="63"/>
                  </a:lnTo>
                  <a:lnTo>
                    <a:pt x="144" y="65"/>
                  </a:lnTo>
                  <a:lnTo>
                    <a:pt x="140" y="69"/>
                  </a:lnTo>
                  <a:lnTo>
                    <a:pt x="142" y="71"/>
                  </a:lnTo>
                  <a:lnTo>
                    <a:pt x="142" y="71"/>
                  </a:lnTo>
                  <a:lnTo>
                    <a:pt x="138" y="71"/>
                  </a:lnTo>
                  <a:lnTo>
                    <a:pt x="140" y="74"/>
                  </a:lnTo>
                  <a:lnTo>
                    <a:pt x="142" y="74"/>
                  </a:lnTo>
                  <a:lnTo>
                    <a:pt x="140" y="76"/>
                  </a:lnTo>
                  <a:lnTo>
                    <a:pt x="138" y="76"/>
                  </a:lnTo>
                  <a:lnTo>
                    <a:pt x="136" y="76"/>
                  </a:lnTo>
                  <a:lnTo>
                    <a:pt x="134" y="78"/>
                  </a:lnTo>
                  <a:lnTo>
                    <a:pt x="134" y="82"/>
                  </a:lnTo>
                  <a:lnTo>
                    <a:pt x="134" y="82"/>
                  </a:lnTo>
                  <a:lnTo>
                    <a:pt x="132" y="80"/>
                  </a:lnTo>
                  <a:lnTo>
                    <a:pt x="132" y="78"/>
                  </a:lnTo>
                  <a:lnTo>
                    <a:pt x="134" y="76"/>
                  </a:lnTo>
                  <a:lnTo>
                    <a:pt x="132" y="74"/>
                  </a:lnTo>
                  <a:lnTo>
                    <a:pt x="132" y="71"/>
                  </a:lnTo>
                  <a:lnTo>
                    <a:pt x="134" y="67"/>
                  </a:lnTo>
                  <a:lnTo>
                    <a:pt x="134" y="65"/>
                  </a:lnTo>
                  <a:lnTo>
                    <a:pt x="136" y="63"/>
                  </a:lnTo>
                  <a:lnTo>
                    <a:pt x="136" y="60"/>
                  </a:lnTo>
                  <a:lnTo>
                    <a:pt x="138" y="52"/>
                  </a:lnTo>
                  <a:lnTo>
                    <a:pt x="142" y="52"/>
                  </a:lnTo>
                  <a:lnTo>
                    <a:pt x="142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2" y="45"/>
                  </a:lnTo>
                  <a:lnTo>
                    <a:pt x="142" y="37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6" y="24"/>
                  </a:lnTo>
                  <a:lnTo>
                    <a:pt x="131" y="26"/>
                  </a:lnTo>
                  <a:lnTo>
                    <a:pt x="129" y="30"/>
                  </a:lnTo>
                  <a:lnTo>
                    <a:pt x="132" y="33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3"/>
                  </a:lnTo>
                  <a:lnTo>
                    <a:pt x="127" y="41"/>
                  </a:lnTo>
                  <a:lnTo>
                    <a:pt x="127" y="45"/>
                  </a:lnTo>
                  <a:lnTo>
                    <a:pt x="127" y="45"/>
                  </a:lnTo>
                  <a:lnTo>
                    <a:pt x="127" y="41"/>
                  </a:lnTo>
                  <a:lnTo>
                    <a:pt x="123" y="43"/>
                  </a:lnTo>
                  <a:lnTo>
                    <a:pt x="125" y="41"/>
                  </a:lnTo>
                  <a:lnTo>
                    <a:pt x="121" y="39"/>
                  </a:lnTo>
                  <a:lnTo>
                    <a:pt x="118" y="41"/>
                  </a:lnTo>
                  <a:lnTo>
                    <a:pt x="116" y="43"/>
                  </a:lnTo>
                  <a:lnTo>
                    <a:pt x="114" y="39"/>
                  </a:lnTo>
                  <a:lnTo>
                    <a:pt x="110" y="41"/>
                  </a:lnTo>
                  <a:lnTo>
                    <a:pt x="110" y="43"/>
                  </a:lnTo>
                  <a:lnTo>
                    <a:pt x="108" y="43"/>
                  </a:lnTo>
                  <a:lnTo>
                    <a:pt x="106" y="41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6" y="39"/>
                  </a:lnTo>
                  <a:lnTo>
                    <a:pt x="108" y="41"/>
                  </a:lnTo>
                  <a:lnTo>
                    <a:pt x="114" y="39"/>
                  </a:lnTo>
                  <a:lnTo>
                    <a:pt x="114" y="37"/>
                  </a:lnTo>
                  <a:lnTo>
                    <a:pt x="114" y="37"/>
                  </a:lnTo>
                  <a:lnTo>
                    <a:pt x="116" y="37"/>
                  </a:lnTo>
                  <a:lnTo>
                    <a:pt x="119" y="35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19" y="28"/>
                  </a:lnTo>
                  <a:lnTo>
                    <a:pt x="116" y="24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08" y="17"/>
                  </a:lnTo>
                  <a:lnTo>
                    <a:pt x="108" y="15"/>
                  </a:lnTo>
                  <a:lnTo>
                    <a:pt x="105" y="15"/>
                  </a:lnTo>
                  <a:lnTo>
                    <a:pt x="101" y="17"/>
                  </a:lnTo>
                  <a:lnTo>
                    <a:pt x="99" y="18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5" y="26"/>
                  </a:lnTo>
                  <a:lnTo>
                    <a:pt x="93" y="26"/>
                  </a:lnTo>
                  <a:lnTo>
                    <a:pt x="93" y="24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90" y="22"/>
                  </a:lnTo>
                  <a:lnTo>
                    <a:pt x="92" y="22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7" y="15"/>
                  </a:lnTo>
                  <a:lnTo>
                    <a:pt x="99" y="9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1" y="5"/>
                  </a:lnTo>
                  <a:lnTo>
                    <a:pt x="58" y="11"/>
                  </a:lnTo>
                  <a:lnTo>
                    <a:pt x="54" y="13"/>
                  </a:lnTo>
                  <a:lnTo>
                    <a:pt x="47" y="15"/>
                  </a:lnTo>
                  <a:lnTo>
                    <a:pt x="38" y="20"/>
                  </a:lnTo>
                  <a:lnTo>
                    <a:pt x="34" y="24"/>
                  </a:lnTo>
                  <a:lnTo>
                    <a:pt x="32" y="26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2" y="28"/>
                  </a:lnTo>
                  <a:lnTo>
                    <a:pt x="28" y="32"/>
                  </a:lnTo>
                  <a:lnTo>
                    <a:pt x="25" y="32"/>
                  </a:lnTo>
                  <a:lnTo>
                    <a:pt x="21" y="33"/>
                  </a:lnTo>
                  <a:lnTo>
                    <a:pt x="21" y="37"/>
                  </a:lnTo>
                  <a:lnTo>
                    <a:pt x="17" y="39"/>
                  </a:lnTo>
                  <a:lnTo>
                    <a:pt x="15" y="41"/>
                  </a:lnTo>
                  <a:lnTo>
                    <a:pt x="15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7" y="48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4"/>
                  </a:lnTo>
                  <a:lnTo>
                    <a:pt x="25" y="58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6" y="58"/>
                  </a:lnTo>
                  <a:lnTo>
                    <a:pt x="30" y="58"/>
                  </a:lnTo>
                  <a:lnTo>
                    <a:pt x="36" y="58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5" y="58"/>
                  </a:lnTo>
                  <a:lnTo>
                    <a:pt x="43" y="58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4" y="61"/>
                  </a:lnTo>
                  <a:lnTo>
                    <a:pt x="32" y="61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17" y="61"/>
                  </a:lnTo>
                  <a:lnTo>
                    <a:pt x="17" y="63"/>
                  </a:lnTo>
                  <a:lnTo>
                    <a:pt x="11" y="63"/>
                  </a:lnTo>
                  <a:lnTo>
                    <a:pt x="10" y="67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8"/>
                  </a:lnTo>
                  <a:lnTo>
                    <a:pt x="10" y="80"/>
                  </a:lnTo>
                  <a:lnTo>
                    <a:pt x="11" y="82"/>
                  </a:lnTo>
                  <a:lnTo>
                    <a:pt x="13" y="84"/>
                  </a:lnTo>
                  <a:lnTo>
                    <a:pt x="15" y="84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1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6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4" y="87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49" y="89"/>
                  </a:lnTo>
                  <a:lnTo>
                    <a:pt x="52" y="89"/>
                  </a:lnTo>
                  <a:lnTo>
                    <a:pt x="54" y="89"/>
                  </a:lnTo>
                  <a:lnTo>
                    <a:pt x="54" y="91"/>
                  </a:lnTo>
                  <a:lnTo>
                    <a:pt x="56" y="91"/>
                  </a:lnTo>
                  <a:lnTo>
                    <a:pt x="56" y="93"/>
                  </a:lnTo>
                  <a:lnTo>
                    <a:pt x="58" y="93"/>
                  </a:lnTo>
                  <a:lnTo>
                    <a:pt x="58" y="95"/>
                  </a:lnTo>
                  <a:lnTo>
                    <a:pt x="60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9"/>
                  </a:lnTo>
                  <a:lnTo>
                    <a:pt x="65" y="101"/>
                  </a:lnTo>
                  <a:lnTo>
                    <a:pt x="67" y="101"/>
                  </a:lnTo>
                  <a:lnTo>
                    <a:pt x="67" y="104"/>
                  </a:lnTo>
                  <a:lnTo>
                    <a:pt x="69" y="106"/>
                  </a:lnTo>
                  <a:lnTo>
                    <a:pt x="73" y="108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67" y="108"/>
                  </a:lnTo>
                  <a:lnTo>
                    <a:pt x="64" y="108"/>
                  </a:lnTo>
                  <a:lnTo>
                    <a:pt x="62" y="108"/>
                  </a:lnTo>
                  <a:lnTo>
                    <a:pt x="60" y="108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2" y="104"/>
                  </a:lnTo>
                  <a:lnTo>
                    <a:pt x="51" y="102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5" y="102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1" y="99"/>
                  </a:lnTo>
                  <a:lnTo>
                    <a:pt x="39" y="99"/>
                  </a:lnTo>
                  <a:lnTo>
                    <a:pt x="36" y="99"/>
                  </a:lnTo>
                  <a:lnTo>
                    <a:pt x="34" y="97"/>
                  </a:lnTo>
                  <a:lnTo>
                    <a:pt x="28" y="99"/>
                  </a:lnTo>
                  <a:lnTo>
                    <a:pt x="25" y="97"/>
                  </a:lnTo>
                  <a:lnTo>
                    <a:pt x="23" y="97"/>
                  </a:lnTo>
                  <a:lnTo>
                    <a:pt x="11" y="97"/>
                  </a:lnTo>
                  <a:lnTo>
                    <a:pt x="10" y="97"/>
                  </a:lnTo>
                  <a:lnTo>
                    <a:pt x="6" y="99"/>
                  </a:lnTo>
                  <a:lnTo>
                    <a:pt x="4" y="101"/>
                  </a:lnTo>
                  <a:lnTo>
                    <a:pt x="4" y="104"/>
                  </a:lnTo>
                  <a:lnTo>
                    <a:pt x="0" y="110"/>
                  </a:lnTo>
                  <a:lnTo>
                    <a:pt x="2" y="114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4" y="125"/>
                  </a:lnTo>
                  <a:lnTo>
                    <a:pt x="6" y="127"/>
                  </a:lnTo>
                  <a:lnTo>
                    <a:pt x="6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5" y="132"/>
                  </a:lnTo>
                  <a:lnTo>
                    <a:pt x="15" y="134"/>
                  </a:lnTo>
                  <a:lnTo>
                    <a:pt x="19" y="134"/>
                  </a:lnTo>
                  <a:lnTo>
                    <a:pt x="21" y="132"/>
                  </a:lnTo>
                  <a:lnTo>
                    <a:pt x="23" y="132"/>
                  </a:lnTo>
                  <a:lnTo>
                    <a:pt x="25" y="134"/>
                  </a:lnTo>
                  <a:lnTo>
                    <a:pt x="26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8" y="140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6" y="143"/>
                  </a:lnTo>
                  <a:lnTo>
                    <a:pt x="26" y="145"/>
                  </a:lnTo>
                  <a:lnTo>
                    <a:pt x="23" y="147"/>
                  </a:lnTo>
                  <a:lnTo>
                    <a:pt x="23" y="149"/>
                  </a:lnTo>
                  <a:lnTo>
                    <a:pt x="21" y="151"/>
                  </a:lnTo>
                  <a:lnTo>
                    <a:pt x="23" y="153"/>
                  </a:lnTo>
                  <a:lnTo>
                    <a:pt x="23" y="155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1" y="160"/>
                  </a:lnTo>
                  <a:lnTo>
                    <a:pt x="23" y="162"/>
                  </a:lnTo>
                  <a:lnTo>
                    <a:pt x="28" y="164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2" y="164"/>
                  </a:lnTo>
                  <a:lnTo>
                    <a:pt x="34" y="162"/>
                  </a:lnTo>
                  <a:lnTo>
                    <a:pt x="34" y="162"/>
                  </a:lnTo>
                  <a:lnTo>
                    <a:pt x="36" y="164"/>
                  </a:lnTo>
                  <a:lnTo>
                    <a:pt x="39" y="164"/>
                  </a:lnTo>
                  <a:lnTo>
                    <a:pt x="43" y="166"/>
                  </a:lnTo>
                  <a:lnTo>
                    <a:pt x="45" y="164"/>
                  </a:lnTo>
                  <a:lnTo>
                    <a:pt x="49" y="164"/>
                  </a:lnTo>
                  <a:lnTo>
                    <a:pt x="49" y="164"/>
                  </a:lnTo>
                  <a:lnTo>
                    <a:pt x="51" y="166"/>
                  </a:lnTo>
                  <a:lnTo>
                    <a:pt x="52" y="164"/>
                  </a:lnTo>
                  <a:lnTo>
                    <a:pt x="52" y="164"/>
                  </a:lnTo>
                  <a:lnTo>
                    <a:pt x="54" y="164"/>
                  </a:lnTo>
                  <a:lnTo>
                    <a:pt x="54" y="166"/>
                  </a:lnTo>
                  <a:lnTo>
                    <a:pt x="56" y="166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62" y="168"/>
                  </a:lnTo>
                  <a:lnTo>
                    <a:pt x="62" y="166"/>
                  </a:lnTo>
                  <a:lnTo>
                    <a:pt x="65" y="166"/>
                  </a:lnTo>
                  <a:lnTo>
                    <a:pt x="67" y="164"/>
                  </a:lnTo>
                  <a:lnTo>
                    <a:pt x="69" y="164"/>
                  </a:lnTo>
                  <a:lnTo>
                    <a:pt x="71" y="164"/>
                  </a:lnTo>
                  <a:lnTo>
                    <a:pt x="75" y="160"/>
                  </a:lnTo>
                  <a:lnTo>
                    <a:pt x="77" y="160"/>
                  </a:lnTo>
                  <a:lnTo>
                    <a:pt x="80" y="158"/>
                  </a:lnTo>
                  <a:lnTo>
                    <a:pt x="80" y="158"/>
                  </a:lnTo>
                  <a:lnTo>
                    <a:pt x="82" y="158"/>
                  </a:lnTo>
                  <a:lnTo>
                    <a:pt x="84" y="158"/>
                  </a:lnTo>
                  <a:lnTo>
                    <a:pt x="86" y="158"/>
                  </a:lnTo>
                  <a:lnTo>
                    <a:pt x="88" y="158"/>
                  </a:lnTo>
                  <a:lnTo>
                    <a:pt x="93" y="158"/>
                  </a:lnTo>
                  <a:lnTo>
                    <a:pt x="101" y="155"/>
                  </a:lnTo>
                  <a:lnTo>
                    <a:pt x="101" y="155"/>
                  </a:lnTo>
                  <a:lnTo>
                    <a:pt x="103" y="155"/>
                  </a:lnTo>
                  <a:lnTo>
                    <a:pt x="105" y="153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2" y="147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0" y="151"/>
                  </a:lnTo>
                  <a:lnTo>
                    <a:pt x="110" y="153"/>
                  </a:lnTo>
                  <a:lnTo>
                    <a:pt x="110" y="155"/>
                  </a:lnTo>
                  <a:lnTo>
                    <a:pt x="108" y="155"/>
                  </a:lnTo>
                  <a:lnTo>
                    <a:pt x="108" y="158"/>
                  </a:lnTo>
                  <a:lnTo>
                    <a:pt x="110" y="158"/>
                  </a:lnTo>
                  <a:lnTo>
                    <a:pt x="114" y="160"/>
                  </a:lnTo>
                  <a:lnTo>
                    <a:pt x="114" y="158"/>
                  </a:lnTo>
                  <a:lnTo>
                    <a:pt x="116" y="158"/>
                  </a:lnTo>
                  <a:lnTo>
                    <a:pt x="118" y="160"/>
                  </a:lnTo>
                  <a:lnTo>
                    <a:pt x="118" y="162"/>
                  </a:lnTo>
                  <a:lnTo>
                    <a:pt x="119" y="164"/>
                  </a:lnTo>
                  <a:lnTo>
                    <a:pt x="118" y="164"/>
                  </a:lnTo>
                  <a:lnTo>
                    <a:pt x="116" y="166"/>
                  </a:lnTo>
                  <a:lnTo>
                    <a:pt x="118" y="168"/>
                  </a:lnTo>
                  <a:lnTo>
                    <a:pt x="119" y="168"/>
                  </a:lnTo>
                  <a:lnTo>
                    <a:pt x="119" y="170"/>
                  </a:lnTo>
                  <a:lnTo>
                    <a:pt x="123" y="171"/>
                  </a:lnTo>
                  <a:lnTo>
                    <a:pt x="125" y="170"/>
                  </a:lnTo>
                  <a:lnTo>
                    <a:pt x="127" y="170"/>
                  </a:lnTo>
                  <a:lnTo>
                    <a:pt x="129" y="171"/>
                  </a:lnTo>
                  <a:lnTo>
                    <a:pt x="131" y="173"/>
                  </a:lnTo>
                  <a:lnTo>
                    <a:pt x="132" y="171"/>
                  </a:lnTo>
                  <a:lnTo>
                    <a:pt x="132" y="171"/>
                  </a:lnTo>
                  <a:lnTo>
                    <a:pt x="134" y="173"/>
                  </a:lnTo>
                  <a:lnTo>
                    <a:pt x="136" y="173"/>
                  </a:lnTo>
                  <a:lnTo>
                    <a:pt x="138" y="175"/>
                  </a:lnTo>
                  <a:lnTo>
                    <a:pt x="140" y="175"/>
                  </a:lnTo>
                  <a:lnTo>
                    <a:pt x="140" y="173"/>
                  </a:lnTo>
                  <a:lnTo>
                    <a:pt x="142" y="173"/>
                  </a:lnTo>
                  <a:lnTo>
                    <a:pt x="142" y="173"/>
                  </a:lnTo>
                  <a:lnTo>
                    <a:pt x="142" y="175"/>
                  </a:lnTo>
                  <a:lnTo>
                    <a:pt x="144" y="177"/>
                  </a:lnTo>
                  <a:lnTo>
                    <a:pt x="147" y="175"/>
                  </a:lnTo>
                  <a:lnTo>
                    <a:pt x="147" y="173"/>
                  </a:lnTo>
                  <a:lnTo>
                    <a:pt x="149" y="175"/>
                  </a:lnTo>
                  <a:lnTo>
                    <a:pt x="151" y="175"/>
                  </a:lnTo>
                  <a:lnTo>
                    <a:pt x="153" y="175"/>
                  </a:lnTo>
                  <a:lnTo>
                    <a:pt x="153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60" y="171"/>
                  </a:lnTo>
                  <a:lnTo>
                    <a:pt x="159" y="170"/>
                  </a:lnTo>
                  <a:lnTo>
                    <a:pt x="160" y="170"/>
                  </a:lnTo>
                  <a:lnTo>
                    <a:pt x="160" y="168"/>
                  </a:lnTo>
                  <a:lnTo>
                    <a:pt x="162" y="166"/>
                  </a:lnTo>
                  <a:lnTo>
                    <a:pt x="162" y="162"/>
                  </a:lnTo>
                  <a:lnTo>
                    <a:pt x="160" y="162"/>
                  </a:lnTo>
                  <a:lnTo>
                    <a:pt x="159" y="162"/>
                  </a:lnTo>
                  <a:lnTo>
                    <a:pt x="160" y="160"/>
                  </a:lnTo>
                  <a:lnTo>
                    <a:pt x="162" y="160"/>
                  </a:lnTo>
                  <a:lnTo>
                    <a:pt x="162" y="156"/>
                  </a:lnTo>
                  <a:lnTo>
                    <a:pt x="159" y="155"/>
                  </a:lnTo>
                  <a:lnTo>
                    <a:pt x="157" y="155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1" y="156"/>
                  </a:lnTo>
                  <a:lnTo>
                    <a:pt x="151" y="153"/>
                  </a:lnTo>
                  <a:lnTo>
                    <a:pt x="151" y="153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53"/>
                  </a:lnTo>
                  <a:lnTo>
                    <a:pt x="153" y="155"/>
                  </a:lnTo>
                  <a:lnTo>
                    <a:pt x="155" y="155"/>
                  </a:lnTo>
                  <a:lnTo>
                    <a:pt x="159" y="155"/>
                  </a:lnTo>
                  <a:lnTo>
                    <a:pt x="160" y="149"/>
                  </a:lnTo>
                  <a:lnTo>
                    <a:pt x="162" y="149"/>
                  </a:lnTo>
                  <a:lnTo>
                    <a:pt x="164" y="147"/>
                  </a:lnTo>
                  <a:lnTo>
                    <a:pt x="164" y="147"/>
                  </a:lnTo>
                  <a:lnTo>
                    <a:pt x="166" y="147"/>
                  </a:lnTo>
                  <a:lnTo>
                    <a:pt x="166" y="147"/>
                  </a:lnTo>
                  <a:lnTo>
                    <a:pt x="166" y="153"/>
                  </a:lnTo>
                  <a:lnTo>
                    <a:pt x="168" y="153"/>
                  </a:lnTo>
                  <a:lnTo>
                    <a:pt x="166" y="155"/>
                  </a:lnTo>
                  <a:lnTo>
                    <a:pt x="170" y="155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3" y="155"/>
                  </a:lnTo>
                  <a:lnTo>
                    <a:pt x="175" y="156"/>
                  </a:lnTo>
                  <a:lnTo>
                    <a:pt x="172" y="156"/>
                  </a:lnTo>
                  <a:lnTo>
                    <a:pt x="170" y="158"/>
                  </a:lnTo>
                  <a:lnTo>
                    <a:pt x="172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6"/>
                  </a:lnTo>
                  <a:lnTo>
                    <a:pt x="173" y="166"/>
                  </a:lnTo>
                  <a:lnTo>
                    <a:pt x="173" y="164"/>
                  </a:lnTo>
                  <a:lnTo>
                    <a:pt x="175" y="164"/>
                  </a:lnTo>
                  <a:lnTo>
                    <a:pt x="177" y="162"/>
                  </a:lnTo>
                  <a:lnTo>
                    <a:pt x="177" y="160"/>
                  </a:lnTo>
                  <a:lnTo>
                    <a:pt x="175" y="158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7" y="156"/>
                  </a:lnTo>
                  <a:lnTo>
                    <a:pt x="179" y="155"/>
                  </a:lnTo>
                  <a:lnTo>
                    <a:pt x="183" y="151"/>
                  </a:lnTo>
                  <a:lnTo>
                    <a:pt x="185" y="147"/>
                  </a:lnTo>
                  <a:lnTo>
                    <a:pt x="185" y="145"/>
                  </a:lnTo>
                  <a:close/>
                  <a:moveTo>
                    <a:pt x="26" y="50"/>
                  </a:moveTo>
                  <a:lnTo>
                    <a:pt x="25" y="50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50"/>
                  </a:lnTo>
                  <a:close/>
                  <a:moveTo>
                    <a:pt x="49" y="58"/>
                  </a:moveTo>
                  <a:lnTo>
                    <a:pt x="47" y="58"/>
                  </a:lnTo>
                  <a:lnTo>
                    <a:pt x="49" y="58"/>
                  </a:lnTo>
                  <a:lnTo>
                    <a:pt x="51" y="58"/>
                  </a:lnTo>
                  <a:lnTo>
                    <a:pt x="52" y="60"/>
                  </a:lnTo>
                  <a:lnTo>
                    <a:pt x="49" y="5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0" name="Freeform 6497">
              <a:extLst>
                <a:ext uri="{FF2B5EF4-FFF2-40B4-BE49-F238E27FC236}">
                  <a16:creationId xmlns:a16="http://schemas.microsoft.com/office/drawing/2014/main" id="{13DD203D-E2B2-47B0-89EE-210636E061C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47" y="1606"/>
              <a:ext cx="15" cy="16"/>
            </a:xfrm>
            <a:custGeom>
              <a:avLst/>
              <a:gdLst>
                <a:gd name="T0" fmla="*/ 0 w 8"/>
                <a:gd name="T1" fmla="*/ 7 h 9"/>
                <a:gd name="T2" fmla="*/ 2 w 8"/>
                <a:gd name="T3" fmla="*/ 9 h 9"/>
                <a:gd name="T4" fmla="*/ 3 w 8"/>
                <a:gd name="T5" fmla="*/ 8 h 9"/>
                <a:gd name="T6" fmla="*/ 3 w 8"/>
                <a:gd name="T7" fmla="*/ 7 h 9"/>
                <a:gd name="T8" fmla="*/ 5 w 8"/>
                <a:gd name="T9" fmla="*/ 6 h 9"/>
                <a:gd name="T10" fmla="*/ 6 w 8"/>
                <a:gd name="T11" fmla="*/ 4 h 9"/>
                <a:gd name="T12" fmla="*/ 6 w 8"/>
                <a:gd name="T13" fmla="*/ 5 h 9"/>
                <a:gd name="T14" fmla="*/ 7 w 8"/>
                <a:gd name="T15" fmla="*/ 4 h 9"/>
                <a:gd name="T16" fmla="*/ 7 w 8"/>
                <a:gd name="T17" fmla="*/ 4 h 9"/>
                <a:gd name="T18" fmla="*/ 7 w 8"/>
                <a:gd name="T19" fmla="*/ 3 h 9"/>
                <a:gd name="T20" fmla="*/ 8 w 8"/>
                <a:gd name="T21" fmla="*/ 2 h 9"/>
                <a:gd name="T22" fmla="*/ 7 w 8"/>
                <a:gd name="T23" fmla="*/ 0 h 9"/>
                <a:gd name="T24" fmla="*/ 6 w 8"/>
                <a:gd name="T25" fmla="*/ 0 h 9"/>
                <a:gd name="T26" fmla="*/ 4 w 8"/>
                <a:gd name="T27" fmla="*/ 2 h 9"/>
                <a:gd name="T28" fmla="*/ 4 w 8"/>
                <a:gd name="T29" fmla="*/ 2 h 9"/>
                <a:gd name="T30" fmla="*/ 3 w 8"/>
                <a:gd name="T31" fmla="*/ 1 h 9"/>
                <a:gd name="T32" fmla="*/ 2 w 8"/>
                <a:gd name="T33" fmla="*/ 3 h 9"/>
                <a:gd name="T34" fmla="*/ 2 w 8"/>
                <a:gd name="T35" fmla="*/ 4 h 9"/>
                <a:gd name="T36" fmla="*/ 0 w 8"/>
                <a:gd name="T37" fmla="*/ 6 h 9"/>
                <a:gd name="T38" fmla="*/ 0 w 8"/>
                <a:gd name="T39" fmla="*/ 7 h 9"/>
                <a:gd name="T40" fmla="*/ 5 w 8"/>
                <a:gd name="T41" fmla="*/ 3 h 9"/>
                <a:gd name="T42" fmla="*/ 5 w 8"/>
                <a:gd name="T43" fmla="*/ 4 h 9"/>
                <a:gd name="T44" fmla="*/ 5 w 8"/>
                <a:gd name="T45" fmla="*/ 3 h 9"/>
                <a:gd name="T46" fmla="*/ 4 w 8"/>
                <a:gd name="T47" fmla="*/ 3 h 9"/>
                <a:gd name="T48" fmla="*/ 5 w 8"/>
                <a:gd name="T4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0" y="7"/>
                  </a:lnTo>
                  <a:close/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5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1" name="Freeform 6498">
              <a:extLst>
                <a:ext uri="{FF2B5EF4-FFF2-40B4-BE49-F238E27FC236}">
                  <a16:creationId xmlns:a16="http://schemas.microsoft.com/office/drawing/2014/main" id="{18FDD054-FC21-477E-93A4-A00287A384C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19"/>
              <a:ext cx="3" cy="8"/>
            </a:xfrm>
            <a:custGeom>
              <a:avLst/>
              <a:gdLst>
                <a:gd name="T0" fmla="*/ 3 w 3"/>
                <a:gd name="T1" fmla="*/ 6 h 8"/>
                <a:gd name="T2" fmla="*/ 3 w 3"/>
                <a:gd name="T3" fmla="*/ 0 h 8"/>
                <a:gd name="T4" fmla="*/ 2 w 3"/>
                <a:gd name="T5" fmla="*/ 0 h 8"/>
                <a:gd name="T6" fmla="*/ 0 w 3"/>
                <a:gd name="T7" fmla="*/ 2 h 8"/>
                <a:gd name="T8" fmla="*/ 0 w 3"/>
                <a:gd name="T9" fmla="*/ 6 h 8"/>
                <a:gd name="T10" fmla="*/ 3 w 3"/>
                <a:gd name="T11" fmla="*/ 8 h 8"/>
                <a:gd name="T12" fmla="*/ 3 w 3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3" y="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8"/>
                  </a:lnTo>
                  <a:lnTo>
                    <a:pt x="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2" name="Freeform 6499">
              <a:extLst>
                <a:ext uri="{FF2B5EF4-FFF2-40B4-BE49-F238E27FC236}">
                  <a16:creationId xmlns:a16="http://schemas.microsoft.com/office/drawing/2014/main" id="{A9B25695-BAF9-4789-841F-D7DC2910D94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723"/>
              <a:ext cx="6" cy="15"/>
            </a:xfrm>
            <a:custGeom>
              <a:avLst/>
              <a:gdLst>
                <a:gd name="T0" fmla="*/ 6 w 6"/>
                <a:gd name="T1" fmla="*/ 0 h 15"/>
                <a:gd name="T2" fmla="*/ 2 w 6"/>
                <a:gd name="T3" fmla="*/ 0 h 15"/>
                <a:gd name="T4" fmla="*/ 0 w 6"/>
                <a:gd name="T5" fmla="*/ 2 h 15"/>
                <a:gd name="T6" fmla="*/ 0 w 6"/>
                <a:gd name="T7" fmla="*/ 7 h 15"/>
                <a:gd name="T8" fmla="*/ 0 w 6"/>
                <a:gd name="T9" fmla="*/ 9 h 15"/>
                <a:gd name="T10" fmla="*/ 0 w 6"/>
                <a:gd name="T11" fmla="*/ 9 h 15"/>
                <a:gd name="T12" fmla="*/ 0 w 6"/>
                <a:gd name="T13" fmla="*/ 15 h 15"/>
                <a:gd name="T14" fmla="*/ 4 w 6"/>
                <a:gd name="T15" fmla="*/ 13 h 15"/>
                <a:gd name="T16" fmla="*/ 6 w 6"/>
                <a:gd name="T17" fmla="*/ 7 h 15"/>
                <a:gd name="T18" fmla="*/ 6 w 6"/>
                <a:gd name="T19" fmla="*/ 6 h 15"/>
                <a:gd name="T20" fmla="*/ 6 w 6"/>
                <a:gd name="T21" fmla="*/ 4 h 15"/>
                <a:gd name="T22" fmla="*/ 6 w 6"/>
                <a:gd name="T23" fmla="*/ 4 h 15"/>
                <a:gd name="T24" fmla="*/ 6 w 6"/>
                <a:gd name="T2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3" name="Freeform 6500">
              <a:extLst>
                <a:ext uri="{FF2B5EF4-FFF2-40B4-BE49-F238E27FC236}">
                  <a16:creationId xmlns:a16="http://schemas.microsoft.com/office/drawing/2014/main" id="{7E52CEAB-8D43-495B-B35E-2B28A01663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47"/>
              <a:ext cx="7" cy="6"/>
            </a:xfrm>
            <a:custGeom>
              <a:avLst/>
              <a:gdLst>
                <a:gd name="T0" fmla="*/ 2 w 7"/>
                <a:gd name="T1" fmla="*/ 6 h 6"/>
                <a:gd name="T2" fmla="*/ 7 w 7"/>
                <a:gd name="T3" fmla="*/ 4 h 6"/>
                <a:gd name="T4" fmla="*/ 5 w 7"/>
                <a:gd name="T5" fmla="*/ 0 h 6"/>
                <a:gd name="T6" fmla="*/ 3 w 7"/>
                <a:gd name="T7" fmla="*/ 2 h 6"/>
                <a:gd name="T8" fmla="*/ 2 w 7"/>
                <a:gd name="T9" fmla="*/ 2 h 6"/>
                <a:gd name="T10" fmla="*/ 0 w 7"/>
                <a:gd name="T11" fmla="*/ 6 h 6"/>
                <a:gd name="T12" fmla="*/ 2 w 7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lnTo>
                    <a:pt x="7" y="4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4" name="Freeform 6501">
              <a:extLst>
                <a:ext uri="{FF2B5EF4-FFF2-40B4-BE49-F238E27FC236}">
                  <a16:creationId xmlns:a16="http://schemas.microsoft.com/office/drawing/2014/main" id="{313F7757-65A0-4161-8A31-9B8F9FD669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0" y="1805"/>
              <a:ext cx="31" cy="22"/>
            </a:xfrm>
            <a:custGeom>
              <a:avLst/>
              <a:gdLst>
                <a:gd name="T0" fmla="*/ 14 w 17"/>
                <a:gd name="T1" fmla="*/ 6 h 12"/>
                <a:gd name="T2" fmla="*/ 16 w 17"/>
                <a:gd name="T3" fmla="*/ 5 h 12"/>
                <a:gd name="T4" fmla="*/ 16 w 17"/>
                <a:gd name="T5" fmla="*/ 3 h 12"/>
                <a:gd name="T6" fmla="*/ 17 w 17"/>
                <a:gd name="T7" fmla="*/ 2 h 12"/>
                <a:gd name="T8" fmla="*/ 16 w 17"/>
                <a:gd name="T9" fmla="*/ 1 h 12"/>
                <a:gd name="T10" fmla="*/ 15 w 17"/>
                <a:gd name="T11" fmla="*/ 1 h 12"/>
                <a:gd name="T12" fmla="*/ 14 w 17"/>
                <a:gd name="T13" fmla="*/ 0 h 12"/>
                <a:gd name="T14" fmla="*/ 13 w 17"/>
                <a:gd name="T15" fmla="*/ 0 h 12"/>
                <a:gd name="T16" fmla="*/ 12 w 17"/>
                <a:gd name="T17" fmla="*/ 1 h 12"/>
                <a:gd name="T18" fmla="*/ 11 w 17"/>
                <a:gd name="T19" fmla="*/ 0 h 12"/>
                <a:gd name="T20" fmla="*/ 10 w 17"/>
                <a:gd name="T21" fmla="*/ 1 h 12"/>
                <a:gd name="T22" fmla="*/ 10 w 17"/>
                <a:gd name="T23" fmla="*/ 2 h 12"/>
                <a:gd name="T24" fmla="*/ 9 w 17"/>
                <a:gd name="T25" fmla="*/ 1 h 12"/>
                <a:gd name="T26" fmla="*/ 8 w 17"/>
                <a:gd name="T27" fmla="*/ 0 h 12"/>
                <a:gd name="T28" fmla="*/ 7 w 17"/>
                <a:gd name="T29" fmla="*/ 0 h 12"/>
                <a:gd name="T30" fmla="*/ 6 w 17"/>
                <a:gd name="T31" fmla="*/ 1 h 12"/>
                <a:gd name="T32" fmla="*/ 4 w 17"/>
                <a:gd name="T33" fmla="*/ 3 h 12"/>
                <a:gd name="T34" fmla="*/ 4 w 17"/>
                <a:gd name="T35" fmla="*/ 4 h 12"/>
                <a:gd name="T36" fmla="*/ 4 w 17"/>
                <a:gd name="T37" fmla="*/ 4 h 12"/>
                <a:gd name="T38" fmla="*/ 1 w 17"/>
                <a:gd name="T39" fmla="*/ 5 h 12"/>
                <a:gd name="T40" fmla="*/ 0 w 17"/>
                <a:gd name="T41" fmla="*/ 6 h 12"/>
                <a:gd name="T42" fmla="*/ 1 w 17"/>
                <a:gd name="T43" fmla="*/ 7 h 12"/>
                <a:gd name="T44" fmla="*/ 1 w 17"/>
                <a:gd name="T45" fmla="*/ 8 h 12"/>
                <a:gd name="T46" fmla="*/ 1 w 17"/>
                <a:gd name="T47" fmla="*/ 9 h 12"/>
                <a:gd name="T48" fmla="*/ 1 w 17"/>
                <a:gd name="T49" fmla="*/ 10 h 12"/>
                <a:gd name="T50" fmla="*/ 2 w 17"/>
                <a:gd name="T51" fmla="*/ 11 h 12"/>
                <a:gd name="T52" fmla="*/ 2 w 17"/>
                <a:gd name="T53" fmla="*/ 12 h 12"/>
                <a:gd name="T54" fmla="*/ 3 w 17"/>
                <a:gd name="T55" fmla="*/ 11 h 12"/>
                <a:gd name="T56" fmla="*/ 4 w 17"/>
                <a:gd name="T57" fmla="*/ 10 h 12"/>
                <a:gd name="T58" fmla="*/ 5 w 17"/>
                <a:gd name="T59" fmla="*/ 9 h 12"/>
                <a:gd name="T60" fmla="*/ 5 w 17"/>
                <a:gd name="T61" fmla="*/ 10 h 12"/>
                <a:gd name="T62" fmla="*/ 5 w 17"/>
                <a:gd name="T63" fmla="*/ 10 h 12"/>
                <a:gd name="T64" fmla="*/ 7 w 17"/>
                <a:gd name="T65" fmla="*/ 11 h 12"/>
                <a:gd name="T66" fmla="*/ 9 w 17"/>
                <a:gd name="T67" fmla="*/ 9 h 12"/>
                <a:gd name="T68" fmla="*/ 10 w 17"/>
                <a:gd name="T69" fmla="*/ 9 h 12"/>
                <a:gd name="T70" fmla="*/ 12 w 17"/>
                <a:gd name="T71" fmla="*/ 8 h 12"/>
                <a:gd name="T72" fmla="*/ 13 w 17"/>
                <a:gd name="T73" fmla="*/ 6 h 12"/>
                <a:gd name="T74" fmla="*/ 14 w 17"/>
                <a:gd name="T7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" h="12">
                  <a:moveTo>
                    <a:pt x="14" y="6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4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5" name="Freeform 6502">
              <a:extLst>
                <a:ext uri="{FF2B5EF4-FFF2-40B4-BE49-F238E27FC236}">
                  <a16:creationId xmlns:a16="http://schemas.microsoft.com/office/drawing/2014/main" id="{8593D7FB-2A31-474F-A6D3-B2BD4AC9506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2101"/>
              <a:ext cx="35" cy="21"/>
            </a:xfrm>
            <a:custGeom>
              <a:avLst/>
              <a:gdLst>
                <a:gd name="T0" fmla="*/ 35 w 35"/>
                <a:gd name="T1" fmla="*/ 21 h 21"/>
                <a:gd name="T2" fmla="*/ 35 w 35"/>
                <a:gd name="T3" fmla="*/ 17 h 21"/>
                <a:gd name="T4" fmla="*/ 34 w 35"/>
                <a:gd name="T5" fmla="*/ 15 h 21"/>
                <a:gd name="T6" fmla="*/ 34 w 35"/>
                <a:gd name="T7" fmla="*/ 15 h 21"/>
                <a:gd name="T8" fmla="*/ 32 w 35"/>
                <a:gd name="T9" fmla="*/ 13 h 21"/>
                <a:gd name="T10" fmla="*/ 30 w 35"/>
                <a:gd name="T11" fmla="*/ 12 h 21"/>
                <a:gd name="T12" fmla="*/ 28 w 35"/>
                <a:gd name="T13" fmla="*/ 10 h 21"/>
                <a:gd name="T14" fmla="*/ 24 w 35"/>
                <a:gd name="T15" fmla="*/ 8 h 21"/>
                <a:gd name="T16" fmla="*/ 22 w 35"/>
                <a:gd name="T17" fmla="*/ 8 h 21"/>
                <a:gd name="T18" fmla="*/ 20 w 35"/>
                <a:gd name="T19" fmla="*/ 4 h 21"/>
                <a:gd name="T20" fmla="*/ 17 w 35"/>
                <a:gd name="T21" fmla="*/ 4 h 21"/>
                <a:gd name="T22" fmla="*/ 13 w 35"/>
                <a:gd name="T23" fmla="*/ 2 h 21"/>
                <a:gd name="T24" fmla="*/ 7 w 35"/>
                <a:gd name="T25" fmla="*/ 0 h 21"/>
                <a:gd name="T26" fmla="*/ 4 w 35"/>
                <a:gd name="T27" fmla="*/ 0 h 21"/>
                <a:gd name="T28" fmla="*/ 0 w 35"/>
                <a:gd name="T29" fmla="*/ 2 h 21"/>
                <a:gd name="T30" fmla="*/ 2 w 35"/>
                <a:gd name="T31" fmla="*/ 6 h 21"/>
                <a:gd name="T32" fmla="*/ 4 w 35"/>
                <a:gd name="T33" fmla="*/ 6 h 21"/>
                <a:gd name="T34" fmla="*/ 9 w 35"/>
                <a:gd name="T35" fmla="*/ 10 h 21"/>
                <a:gd name="T36" fmla="*/ 9 w 35"/>
                <a:gd name="T37" fmla="*/ 12 h 21"/>
                <a:gd name="T38" fmla="*/ 9 w 35"/>
                <a:gd name="T39" fmla="*/ 13 h 21"/>
                <a:gd name="T40" fmla="*/ 11 w 35"/>
                <a:gd name="T41" fmla="*/ 13 h 21"/>
                <a:gd name="T42" fmla="*/ 17 w 35"/>
                <a:gd name="T43" fmla="*/ 17 h 21"/>
                <a:gd name="T44" fmla="*/ 20 w 35"/>
                <a:gd name="T45" fmla="*/ 17 h 21"/>
                <a:gd name="T46" fmla="*/ 24 w 35"/>
                <a:gd name="T47" fmla="*/ 19 h 21"/>
                <a:gd name="T48" fmla="*/ 26 w 35"/>
                <a:gd name="T49" fmla="*/ 21 h 21"/>
                <a:gd name="T50" fmla="*/ 28 w 35"/>
                <a:gd name="T51" fmla="*/ 21 h 21"/>
                <a:gd name="T52" fmla="*/ 30 w 35"/>
                <a:gd name="T53" fmla="*/ 21 h 21"/>
                <a:gd name="T54" fmla="*/ 35 w 35"/>
                <a:gd name="T5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1">
                  <a:moveTo>
                    <a:pt x="35" y="21"/>
                  </a:moveTo>
                  <a:lnTo>
                    <a:pt x="35" y="17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2" y="13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2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6"/>
                  </a:lnTo>
                  <a:lnTo>
                    <a:pt x="4" y="6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4" y="19"/>
                  </a:lnTo>
                  <a:lnTo>
                    <a:pt x="26" y="21"/>
                  </a:lnTo>
                  <a:lnTo>
                    <a:pt x="28" y="21"/>
                  </a:lnTo>
                  <a:lnTo>
                    <a:pt x="30" y="21"/>
                  </a:lnTo>
                  <a:lnTo>
                    <a:pt x="35" y="2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6" name="Freeform 6503">
              <a:extLst>
                <a:ext uri="{FF2B5EF4-FFF2-40B4-BE49-F238E27FC236}">
                  <a16:creationId xmlns:a16="http://schemas.microsoft.com/office/drawing/2014/main" id="{F07D984D-93F2-43EB-ACE8-F49D2F7C670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1" y="2023"/>
              <a:ext cx="18" cy="15"/>
            </a:xfrm>
            <a:custGeom>
              <a:avLst/>
              <a:gdLst>
                <a:gd name="T0" fmla="*/ 9 w 18"/>
                <a:gd name="T1" fmla="*/ 9 h 15"/>
                <a:gd name="T2" fmla="*/ 11 w 18"/>
                <a:gd name="T3" fmla="*/ 11 h 15"/>
                <a:gd name="T4" fmla="*/ 18 w 18"/>
                <a:gd name="T5" fmla="*/ 13 h 15"/>
                <a:gd name="T6" fmla="*/ 18 w 18"/>
                <a:gd name="T7" fmla="*/ 9 h 15"/>
                <a:gd name="T8" fmla="*/ 18 w 18"/>
                <a:gd name="T9" fmla="*/ 8 h 15"/>
                <a:gd name="T10" fmla="*/ 18 w 18"/>
                <a:gd name="T11" fmla="*/ 4 h 15"/>
                <a:gd name="T12" fmla="*/ 15 w 18"/>
                <a:gd name="T13" fmla="*/ 2 h 15"/>
                <a:gd name="T14" fmla="*/ 13 w 18"/>
                <a:gd name="T15" fmla="*/ 2 h 15"/>
                <a:gd name="T16" fmla="*/ 11 w 18"/>
                <a:gd name="T17" fmla="*/ 0 h 15"/>
                <a:gd name="T18" fmla="*/ 7 w 18"/>
                <a:gd name="T19" fmla="*/ 0 h 15"/>
                <a:gd name="T20" fmla="*/ 5 w 18"/>
                <a:gd name="T21" fmla="*/ 2 h 15"/>
                <a:gd name="T22" fmla="*/ 5 w 18"/>
                <a:gd name="T23" fmla="*/ 4 h 15"/>
                <a:gd name="T24" fmla="*/ 3 w 18"/>
                <a:gd name="T25" fmla="*/ 4 h 15"/>
                <a:gd name="T26" fmla="*/ 0 w 18"/>
                <a:gd name="T27" fmla="*/ 8 h 15"/>
                <a:gd name="T28" fmla="*/ 1 w 18"/>
                <a:gd name="T29" fmla="*/ 9 h 15"/>
                <a:gd name="T30" fmla="*/ 3 w 18"/>
                <a:gd name="T31" fmla="*/ 9 h 15"/>
                <a:gd name="T32" fmla="*/ 3 w 18"/>
                <a:gd name="T33" fmla="*/ 9 h 15"/>
                <a:gd name="T34" fmla="*/ 9 w 18"/>
                <a:gd name="T35" fmla="*/ 15 h 15"/>
                <a:gd name="T36" fmla="*/ 7 w 18"/>
                <a:gd name="T37" fmla="*/ 9 h 15"/>
                <a:gd name="T38" fmla="*/ 7 w 18"/>
                <a:gd name="T39" fmla="*/ 9 h 15"/>
                <a:gd name="T40" fmla="*/ 9 w 18"/>
                <a:gd name="T4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15">
                  <a:moveTo>
                    <a:pt x="9" y="9"/>
                  </a:moveTo>
                  <a:lnTo>
                    <a:pt x="11" y="11"/>
                  </a:lnTo>
                  <a:lnTo>
                    <a:pt x="18" y="13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4"/>
                  </a:lnTo>
                  <a:lnTo>
                    <a:pt x="3" y="4"/>
                  </a:lnTo>
                  <a:lnTo>
                    <a:pt x="0" y="8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9" y="15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7" name="Freeform 6504">
              <a:extLst>
                <a:ext uri="{FF2B5EF4-FFF2-40B4-BE49-F238E27FC236}">
                  <a16:creationId xmlns:a16="http://schemas.microsoft.com/office/drawing/2014/main" id="{1AB22FC9-94FA-474C-B305-4EC42ACC1C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2146"/>
              <a:ext cx="8" cy="9"/>
            </a:xfrm>
            <a:custGeom>
              <a:avLst/>
              <a:gdLst>
                <a:gd name="T0" fmla="*/ 6 w 8"/>
                <a:gd name="T1" fmla="*/ 2 h 9"/>
                <a:gd name="T2" fmla="*/ 6 w 8"/>
                <a:gd name="T3" fmla="*/ 0 h 9"/>
                <a:gd name="T4" fmla="*/ 4 w 8"/>
                <a:gd name="T5" fmla="*/ 4 h 9"/>
                <a:gd name="T6" fmla="*/ 0 w 8"/>
                <a:gd name="T7" fmla="*/ 6 h 9"/>
                <a:gd name="T8" fmla="*/ 2 w 8"/>
                <a:gd name="T9" fmla="*/ 9 h 9"/>
                <a:gd name="T10" fmla="*/ 4 w 8"/>
                <a:gd name="T11" fmla="*/ 9 h 9"/>
                <a:gd name="T12" fmla="*/ 6 w 8"/>
                <a:gd name="T13" fmla="*/ 8 h 9"/>
                <a:gd name="T14" fmla="*/ 6 w 8"/>
                <a:gd name="T15" fmla="*/ 8 h 9"/>
                <a:gd name="T16" fmla="*/ 8 w 8"/>
                <a:gd name="T17" fmla="*/ 2 h 9"/>
                <a:gd name="T18" fmla="*/ 8 w 8"/>
                <a:gd name="T19" fmla="*/ 2 h 9"/>
                <a:gd name="T20" fmla="*/ 8 w 8"/>
                <a:gd name="T21" fmla="*/ 0 h 9"/>
                <a:gd name="T22" fmla="*/ 6 w 8"/>
                <a:gd name="T2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lnTo>
                    <a:pt x="6" y="0"/>
                  </a:lnTo>
                  <a:lnTo>
                    <a:pt x="4" y="4"/>
                  </a:lnTo>
                  <a:lnTo>
                    <a:pt x="0" y="6"/>
                  </a:lnTo>
                  <a:lnTo>
                    <a:pt x="2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8" name="Freeform 6505">
              <a:extLst>
                <a:ext uri="{FF2B5EF4-FFF2-40B4-BE49-F238E27FC236}">
                  <a16:creationId xmlns:a16="http://schemas.microsoft.com/office/drawing/2014/main" id="{3E41A885-9BB5-45BD-A98C-9DCFB10BFEA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9" y="1818"/>
              <a:ext cx="18" cy="26"/>
            </a:xfrm>
            <a:custGeom>
              <a:avLst/>
              <a:gdLst>
                <a:gd name="T0" fmla="*/ 18 w 18"/>
                <a:gd name="T1" fmla="*/ 7 h 26"/>
                <a:gd name="T2" fmla="*/ 17 w 18"/>
                <a:gd name="T3" fmla="*/ 6 h 26"/>
                <a:gd name="T4" fmla="*/ 17 w 18"/>
                <a:gd name="T5" fmla="*/ 4 h 26"/>
                <a:gd name="T6" fmla="*/ 15 w 18"/>
                <a:gd name="T7" fmla="*/ 2 h 26"/>
                <a:gd name="T8" fmla="*/ 13 w 18"/>
                <a:gd name="T9" fmla="*/ 2 h 26"/>
                <a:gd name="T10" fmla="*/ 13 w 18"/>
                <a:gd name="T11" fmla="*/ 2 h 26"/>
                <a:gd name="T12" fmla="*/ 13 w 18"/>
                <a:gd name="T13" fmla="*/ 2 h 26"/>
                <a:gd name="T14" fmla="*/ 9 w 18"/>
                <a:gd name="T15" fmla="*/ 0 h 26"/>
                <a:gd name="T16" fmla="*/ 9 w 18"/>
                <a:gd name="T17" fmla="*/ 2 h 26"/>
                <a:gd name="T18" fmla="*/ 5 w 18"/>
                <a:gd name="T19" fmla="*/ 6 h 26"/>
                <a:gd name="T20" fmla="*/ 5 w 18"/>
                <a:gd name="T21" fmla="*/ 6 h 26"/>
                <a:gd name="T22" fmla="*/ 4 w 18"/>
                <a:gd name="T23" fmla="*/ 7 h 26"/>
                <a:gd name="T24" fmla="*/ 2 w 18"/>
                <a:gd name="T25" fmla="*/ 9 h 26"/>
                <a:gd name="T26" fmla="*/ 4 w 18"/>
                <a:gd name="T27" fmla="*/ 11 h 26"/>
                <a:gd name="T28" fmla="*/ 2 w 18"/>
                <a:gd name="T29" fmla="*/ 13 h 26"/>
                <a:gd name="T30" fmla="*/ 0 w 18"/>
                <a:gd name="T31" fmla="*/ 15 h 26"/>
                <a:gd name="T32" fmla="*/ 2 w 18"/>
                <a:gd name="T33" fmla="*/ 17 h 26"/>
                <a:gd name="T34" fmla="*/ 0 w 18"/>
                <a:gd name="T35" fmla="*/ 19 h 26"/>
                <a:gd name="T36" fmla="*/ 2 w 18"/>
                <a:gd name="T37" fmla="*/ 21 h 26"/>
                <a:gd name="T38" fmla="*/ 4 w 18"/>
                <a:gd name="T39" fmla="*/ 21 h 26"/>
                <a:gd name="T40" fmla="*/ 4 w 18"/>
                <a:gd name="T41" fmla="*/ 22 h 26"/>
                <a:gd name="T42" fmla="*/ 4 w 18"/>
                <a:gd name="T43" fmla="*/ 22 h 26"/>
                <a:gd name="T44" fmla="*/ 5 w 18"/>
                <a:gd name="T45" fmla="*/ 26 h 26"/>
                <a:gd name="T46" fmla="*/ 7 w 18"/>
                <a:gd name="T47" fmla="*/ 26 h 26"/>
                <a:gd name="T48" fmla="*/ 9 w 18"/>
                <a:gd name="T49" fmla="*/ 24 h 26"/>
                <a:gd name="T50" fmla="*/ 9 w 18"/>
                <a:gd name="T51" fmla="*/ 22 h 26"/>
                <a:gd name="T52" fmla="*/ 9 w 18"/>
                <a:gd name="T53" fmla="*/ 22 h 26"/>
                <a:gd name="T54" fmla="*/ 9 w 18"/>
                <a:gd name="T55" fmla="*/ 19 h 26"/>
                <a:gd name="T56" fmla="*/ 9 w 18"/>
                <a:gd name="T57" fmla="*/ 19 h 26"/>
                <a:gd name="T58" fmla="*/ 11 w 18"/>
                <a:gd name="T59" fmla="*/ 17 h 26"/>
                <a:gd name="T60" fmla="*/ 13 w 18"/>
                <a:gd name="T61" fmla="*/ 15 h 26"/>
                <a:gd name="T62" fmla="*/ 15 w 18"/>
                <a:gd name="T63" fmla="*/ 15 h 26"/>
                <a:gd name="T64" fmla="*/ 17 w 18"/>
                <a:gd name="T65" fmla="*/ 13 h 26"/>
                <a:gd name="T66" fmla="*/ 15 w 18"/>
                <a:gd name="T67" fmla="*/ 11 h 26"/>
                <a:gd name="T68" fmla="*/ 17 w 18"/>
                <a:gd name="T69" fmla="*/ 9 h 26"/>
                <a:gd name="T70" fmla="*/ 18 w 18"/>
                <a:gd name="T71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6">
                  <a:moveTo>
                    <a:pt x="18" y="7"/>
                  </a:moveTo>
                  <a:lnTo>
                    <a:pt x="17" y="6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9" y="0"/>
                  </a:lnTo>
                  <a:lnTo>
                    <a:pt x="9" y="2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1" y="17"/>
                  </a:lnTo>
                  <a:lnTo>
                    <a:pt x="13" y="15"/>
                  </a:lnTo>
                  <a:lnTo>
                    <a:pt x="15" y="15"/>
                  </a:lnTo>
                  <a:lnTo>
                    <a:pt x="17" y="13"/>
                  </a:lnTo>
                  <a:lnTo>
                    <a:pt x="15" y="11"/>
                  </a:lnTo>
                  <a:lnTo>
                    <a:pt x="17" y="9"/>
                  </a:lnTo>
                  <a:lnTo>
                    <a:pt x="1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9" name="Freeform 6506">
              <a:extLst>
                <a:ext uri="{FF2B5EF4-FFF2-40B4-BE49-F238E27FC236}">
                  <a16:creationId xmlns:a16="http://schemas.microsoft.com/office/drawing/2014/main" id="{F6BFB71D-8939-45CE-873D-BDEDC7EA9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9" y="1725"/>
              <a:ext cx="78" cy="74"/>
            </a:xfrm>
            <a:custGeom>
              <a:avLst/>
              <a:gdLst>
                <a:gd name="T0" fmla="*/ 41 w 42"/>
                <a:gd name="T1" fmla="*/ 33 h 40"/>
                <a:gd name="T2" fmla="*/ 40 w 42"/>
                <a:gd name="T3" fmla="*/ 29 h 40"/>
                <a:gd name="T4" fmla="*/ 37 w 42"/>
                <a:gd name="T5" fmla="*/ 30 h 40"/>
                <a:gd name="T6" fmla="*/ 35 w 42"/>
                <a:gd name="T7" fmla="*/ 30 h 40"/>
                <a:gd name="T8" fmla="*/ 33 w 42"/>
                <a:gd name="T9" fmla="*/ 30 h 40"/>
                <a:gd name="T10" fmla="*/ 36 w 42"/>
                <a:gd name="T11" fmla="*/ 27 h 40"/>
                <a:gd name="T12" fmla="*/ 36 w 42"/>
                <a:gd name="T13" fmla="*/ 25 h 40"/>
                <a:gd name="T14" fmla="*/ 35 w 42"/>
                <a:gd name="T15" fmla="*/ 22 h 40"/>
                <a:gd name="T16" fmla="*/ 30 w 42"/>
                <a:gd name="T17" fmla="*/ 16 h 40"/>
                <a:gd name="T18" fmla="*/ 29 w 42"/>
                <a:gd name="T19" fmla="*/ 14 h 40"/>
                <a:gd name="T20" fmla="*/ 24 w 42"/>
                <a:gd name="T21" fmla="*/ 12 h 40"/>
                <a:gd name="T22" fmla="*/ 25 w 42"/>
                <a:gd name="T23" fmla="*/ 9 h 40"/>
                <a:gd name="T24" fmla="*/ 22 w 42"/>
                <a:gd name="T25" fmla="*/ 7 h 40"/>
                <a:gd name="T26" fmla="*/ 20 w 42"/>
                <a:gd name="T27" fmla="*/ 10 h 40"/>
                <a:gd name="T28" fmla="*/ 19 w 42"/>
                <a:gd name="T29" fmla="*/ 7 h 40"/>
                <a:gd name="T30" fmla="*/ 21 w 42"/>
                <a:gd name="T31" fmla="*/ 6 h 40"/>
                <a:gd name="T32" fmla="*/ 19 w 42"/>
                <a:gd name="T33" fmla="*/ 3 h 40"/>
                <a:gd name="T34" fmla="*/ 16 w 42"/>
                <a:gd name="T35" fmla="*/ 2 h 40"/>
                <a:gd name="T36" fmla="*/ 12 w 42"/>
                <a:gd name="T37" fmla="*/ 8 h 40"/>
                <a:gd name="T38" fmla="*/ 11 w 42"/>
                <a:gd name="T39" fmla="*/ 11 h 40"/>
                <a:gd name="T40" fmla="*/ 9 w 42"/>
                <a:gd name="T41" fmla="*/ 15 h 40"/>
                <a:gd name="T42" fmla="*/ 7 w 42"/>
                <a:gd name="T43" fmla="*/ 19 h 40"/>
                <a:gd name="T44" fmla="*/ 6 w 42"/>
                <a:gd name="T45" fmla="*/ 23 h 40"/>
                <a:gd name="T46" fmla="*/ 3 w 42"/>
                <a:gd name="T47" fmla="*/ 26 h 40"/>
                <a:gd name="T48" fmla="*/ 0 w 42"/>
                <a:gd name="T49" fmla="*/ 31 h 40"/>
                <a:gd name="T50" fmla="*/ 2 w 42"/>
                <a:gd name="T51" fmla="*/ 33 h 40"/>
                <a:gd name="T52" fmla="*/ 4 w 42"/>
                <a:gd name="T53" fmla="*/ 32 h 40"/>
                <a:gd name="T54" fmla="*/ 6 w 42"/>
                <a:gd name="T55" fmla="*/ 32 h 40"/>
                <a:gd name="T56" fmla="*/ 5 w 42"/>
                <a:gd name="T57" fmla="*/ 34 h 40"/>
                <a:gd name="T58" fmla="*/ 5 w 42"/>
                <a:gd name="T59" fmla="*/ 38 h 40"/>
                <a:gd name="T60" fmla="*/ 7 w 42"/>
                <a:gd name="T61" fmla="*/ 40 h 40"/>
                <a:gd name="T62" fmla="*/ 11 w 42"/>
                <a:gd name="T63" fmla="*/ 39 h 40"/>
                <a:gd name="T64" fmla="*/ 13 w 42"/>
                <a:gd name="T65" fmla="*/ 38 h 40"/>
                <a:gd name="T66" fmla="*/ 16 w 42"/>
                <a:gd name="T67" fmla="*/ 34 h 40"/>
                <a:gd name="T68" fmla="*/ 17 w 42"/>
                <a:gd name="T69" fmla="*/ 34 h 40"/>
                <a:gd name="T70" fmla="*/ 20 w 42"/>
                <a:gd name="T71" fmla="*/ 33 h 40"/>
                <a:gd name="T72" fmla="*/ 22 w 42"/>
                <a:gd name="T73" fmla="*/ 28 h 40"/>
                <a:gd name="T74" fmla="*/ 24 w 42"/>
                <a:gd name="T75" fmla="*/ 28 h 40"/>
                <a:gd name="T76" fmla="*/ 25 w 42"/>
                <a:gd name="T77" fmla="*/ 27 h 40"/>
                <a:gd name="T78" fmla="*/ 24 w 42"/>
                <a:gd name="T79" fmla="*/ 30 h 40"/>
                <a:gd name="T80" fmla="*/ 28 w 42"/>
                <a:gd name="T81" fmla="*/ 31 h 40"/>
                <a:gd name="T82" fmla="*/ 27 w 42"/>
                <a:gd name="T83" fmla="*/ 33 h 40"/>
                <a:gd name="T84" fmla="*/ 29 w 42"/>
                <a:gd name="T85" fmla="*/ 36 h 40"/>
                <a:gd name="T86" fmla="*/ 31 w 42"/>
                <a:gd name="T87" fmla="*/ 36 h 40"/>
                <a:gd name="T88" fmla="*/ 33 w 42"/>
                <a:gd name="T89" fmla="*/ 38 h 40"/>
                <a:gd name="T90" fmla="*/ 37 w 42"/>
                <a:gd name="T91" fmla="*/ 38 h 40"/>
                <a:gd name="T92" fmla="*/ 40 w 42"/>
                <a:gd name="T93" fmla="*/ 35 h 40"/>
                <a:gd name="T94" fmla="*/ 41 w 42"/>
                <a:gd name="T95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40">
                  <a:moveTo>
                    <a:pt x="41" y="33"/>
                  </a:move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" y="33"/>
                    <a:pt x="1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3"/>
                    <a:pt x="42" y="33"/>
                    <a:pt x="42" y="33"/>
                  </a:cubicBezTo>
                  <a:lnTo>
                    <a:pt x="41" y="3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0" name="Freeform 6507">
              <a:extLst>
                <a:ext uri="{FF2B5EF4-FFF2-40B4-BE49-F238E27FC236}">
                  <a16:creationId xmlns:a16="http://schemas.microsoft.com/office/drawing/2014/main" id="{95104D3A-4C99-4E01-843B-9EEC3EC3FE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2" y="1954"/>
              <a:ext cx="22" cy="19"/>
            </a:xfrm>
            <a:custGeom>
              <a:avLst/>
              <a:gdLst>
                <a:gd name="T0" fmla="*/ 8 w 12"/>
                <a:gd name="T1" fmla="*/ 8 h 10"/>
                <a:gd name="T2" fmla="*/ 9 w 12"/>
                <a:gd name="T3" fmla="*/ 7 h 10"/>
                <a:gd name="T4" fmla="*/ 9 w 12"/>
                <a:gd name="T5" fmla="*/ 7 h 10"/>
                <a:gd name="T6" fmla="*/ 10 w 12"/>
                <a:gd name="T7" fmla="*/ 7 h 10"/>
                <a:gd name="T8" fmla="*/ 10 w 12"/>
                <a:gd name="T9" fmla="*/ 7 h 10"/>
                <a:gd name="T10" fmla="*/ 11 w 12"/>
                <a:gd name="T11" fmla="*/ 6 h 10"/>
                <a:gd name="T12" fmla="*/ 12 w 12"/>
                <a:gd name="T13" fmla="*/ 4 h 10"/>
                <a:gd name="T14" fmla="*/ 11 w 12"/>
                <a:gd name="T15" fmla="*/ 4 h 10"/>
                <a:gd name="T16" fmla="*/ 11 w 12"/>
                <a:gd name="T17" fmla="*/ 4 h 10"/>
                <a:gd name="T18" fmla="*/ 10 w 12"/>
                <a:gd name="T19" fmla="*/ 2 h 10"/>
                <a:gd name="T20" fmla="*/ 10 w 12"/>
                <a:gd name="T21" fmla="*/ 2 h 10"/>
                <a:gd name="T22" fmla="*/ 9 w 12"/>
                <a:gd name="T23" fmla="*/ 1 h 10"/>
                <a:gd name="T24" fmla="*/ 10 w 12"/>
                <a:gd name="T25" fmla="*/ 1 h 10"/>
                <a:gd name="T26" fmla="*/ 9 w 12"/>
                <a:gd name="T27" fmla="*/ 0 h 10"/>
                <a:gd name="T28" fmla="*/ 7 w 12"/>
                <a:gd name="T29" fmla="*/ 0 h 10"/>
                <a:gd name="T30" fmla="*/ 8 w 12"/>
                <a:gd name="T31" fmla="*/ 1 h 10"/>
                <a:gd name="T32" fmla="*/ 7 w 12"/>
                <a:gd name="T33" fmla="*/ 2 h 10"/>
                <a:gd name="T34" fmla="*/ 7 w 12"/>
                <a:gd name="T35" fmla="*/ 2 h 10"/>
                <a:gd name="T36" fmla="*/ 6 w 12"/>
                <a:gd name="T37" fmla="*/ 1 h 10"/>
                <a:gd name="T38" fmla="*/ 5 w 12"/>
                <a:gd name="T39" fmla="*/ 2 h 10"/>
                <a:gd name="T40" fmla="*/ 7 w 12"/>
                <a:gd name="T41" fmla="*/ 0 h 10"/>
                <a:gd name="T42" fmla="*/ 4 w 12"/>
                <a:gd name="T43" fmla="*/ 2 h 10"/>
                <a:gd name="T44" fmla="*/ 3 w 12"/>
                <a:gd name="T45" fmla="*/ 2 h 10"/>
                <a:gd name="T46" fmla="*/ 2 w 12"/>
                <a:gd name="T47" fmla="*/ 2 h 10"/>
                <a:gd name="T48" fmla="*/ 2 w 12"/>
                <a:gd name="T49" fmla="*/ 3 h 10"/>
                <a:gd name="T50" fmla="*/ 1 w 12"/>
                <a:gd name="T51" fmla="*/ 3 h 10"/>
                <a:gd name="T52" fmla="*/ 0 w 12"/>
                <a:gd name="T53" fmla="*/ 5 h 10"/>
                <a:gd name="T54" fmla="*/ 1 w 12"/>
                <a:gd name="T55" fmla="*/ 6 h 10"/>
                <a:gd name="T56" fmla="*/ 2 w 12"/>
                <a:gd name="T57" fmla="*/ 5 h 10"/>
                <a:gd name="T58" fmla="*/ 4 w 12"/>
                <a:gd name="T59" fmla="*/ 4 h 10"/>
                <a:gd name="T60" fmla="*/ 2 w 12"/>
                <a:gd name="T61" fmla="*/ 6 h 10"/>
                <a:gd name="T62" fmla="*/ 2 w 12"/>
                <a:gd name="T63" fmla="*/ 7 h 10"/>
                <a:gd name="T64" fmla="*/ 1 w 12"/>
                <a:gd name="T65" fmla="*/ 8 h 10"/>
                <a:gd name="T66" fmla="*/ 1 w 12"/>
                <a:gd name="T67" fmla="*/ 10 h 10"/>
                <a:gd name="T68" fmla="*/ 2 w 12"/>
                <a:gd name="T69" fmla="*/ 10 h 10"/>
                <a:gd name="T70" fmla="*/ 4 w 12"/>
                <a:gd name="T71" fmla="*/ 10 h 10"/>
                <a:gd name="T72" fmla="*/ 5 w 12"/>
                <a:gd name="T73" fmla="*/ 9 h 10"/>
                <a:gd name="T74" fmla="*/ 5 w 12"/>
                <a:gd name="T75" fmla="*/ 9 h 10"/>
                <a:gd name="T76" fmla="*/ 5 w 12"/>
                <a:gd name="T77" fmla="*/ 10 h 10"/>
                <a:gd name="T78" fmla="*/ 8 w 12"/>
                <a:gd name="T7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" h="10">
                  <a:moveTo>
                    <a:pt x="8" y="8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1" name="Freeform 6508">
              <a:extLst>
                <a:ext uri="{FF2B5EF4-FFF2-40B4-BE49-F238E27FC236}">
                  <a16:creationId xmlns:a16="http://schemas.microsoft.com/office/drawing/2014/main" id="{5B5EB484-A92E-4256-9532-7D28D6E49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45" y="2595"/>
              <a:ext cx="7" cy="6"/>
            </a:xfrm>
            <a:custGeom>
              <a:avLst/>
              <a:gdLst>
                <a:gd name="T0" fmla="*/ 0 w 7"/>
                <a:gd name="T1" fmla="*/ 6 h 6"/>
                <a:gd name="T2" fmla="*/ 6 w 7"/>
                <a:gd name="T3" fmla="*/ 4 h 6"/>
                <a:gd name="T4" fmla="*/ 7 w 7"/>
                <a:gd name="T5" fmla="*/ 0 h 6"/>
                <a:gd name="T6" fmla="*/ 2 w 7"/>
                <a:gd name="T7" fmla="*/ 0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lnTo>
                    <a:pt x="6" y="4"/>
                  </a:lnTo>
                  <a:lnTo>
                    <a:pt x="7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2" name="Freeform 6509">
              <a:extLst>
                <a:ext uri="{FF2B5EF4-FFF2-40B4-BE49-F238E27FC236}">
                  <a16:creationId xmlns:a16="http://schemas.microsoft.com/office/drawing/2014/main" id="{72393F64-E06D-473C-8C45-7CB6A78003E5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6" y="2609"/>
              <a:ext cx="33" cy="14"/>
            </a:xfrm>
            <a:custGeom>
              <a:avLst/>
              <a:gdLst>
                <a:gd name="T0" fmla="*/ 28 w 33"/>
                <a:gd name="T1" fmla="*/ 3 h 14"/>
                <a:gd name="T2" fmla="*/ 26 w 33"/>
                <a:gd name="T3" fmla="*/ 0 h 14"/>
                <a:gd name="T4" fmla="*/ 15 w 33"/>
                <a:gd name="T5" fmla="*/ 0 h 14"/>
                <a:gd name="T6" fmla="*/ 9 w 33"/>
                <a:gd name="T7" fmla="*/ 0 h 14"/>
                <a:gd name="T8" fmla="*/ 6 w 33"/>
                <a:gd name="T9" fmla="*/ 0 h 14"/>
                <a:gd name="T10" fmla="*/ 4 w 33"/>
                <a:gd name="T11" fmla="*/ 0 h 14"/>
                <a:gd name="T12" fmla="*/ 0 w 33"/>
                <a:gd name="T13" fmla="*/ 3 h 14"/>
                <a:gd name="T14" fmla="*/ 4 w 33"/>
                <a:gd name="T15" fmla="*/ 7 h 14"/>
                <a:gd name="T16" fmla="*/ 6 w 33"/>
                <a:gd name="T17" fmla="*/ 7 h 14"/>
                <a:gd name="T18" fmla="*/ 7 w 33"/>
                <a:gd name="T19" fmla="*/ 7 h 14"/>
                <a:gd name="T20" fmla="*/ 9 w 33"/>
                <a:gd name="T21" fmla="*/ 9 h 14"/>
                <a:gd name="T22" fmla="*/ 11 w 33"/>
                <a:gd name="T23" fmla="*/ 13 h 14"/>
                <a:gd name="T24" fmla="*/ 15 w 33"/>
                <a:gd name="T25" fmla="*/ 13 h 14"/>
                <a:gd name="T26" fmla="*/ 17 w 33"/>
                <a:gd name="T27" fmla="*/ 13 h 14"/>
                <a:gd name="T28" fmla="*/ 20 w 33"/>
                <a:gd name="T29" fmla="*/ 14 h 14"/>
                <a:gd name="T30" fmla="*/ 22 w 33"/>
                <a:gd name="T31" fmla="*/ 11 h 14"/>
                <a:gd name="T32" fmla="*/ 22 w 33"/>
                <a:gd name="T33" fmla="*/ 11 h 14"/>
                <a:gd name="T34" fmla="*/ 24 w 33"/>
                <a:gd name="T35" fmla="*/ 13 h 14"/>
                <a:gd name="T36" fmla="*/ 26 w 33"/>
                <a:gd name="T37" fmla="*/ 11 h 14"/>
                <a:gd name="T38" fmla="*/ 26 w 33"/>
                <a:gd name="T39" fmla="*/ 9 h 14"/>
                <a:gd name="T40" fmla="*/ 28 w 33"/>
                <a:gd name="T41" fmla="*/ 11 h 14"/>
                <a:gd name="T42" fmla="*/ 33 w 33"/>
                <a:gd name="T43" fmla="*/ 11 h 14"/>
                <a:gd name="T44" fmla="*/ 33 w 33"/>
                <a:gd name="T45" fmla="*/ 7 h 14"/>
                <a:gd name="T46" fmla="*/ 32 w 33"/>
                <a:gd name="T47" fmla="*/ 5 h 14"/>
                <a:gd name="T48" fmla="*/ 28 w 33"/>
                <a:gd name="T4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14">
                  <a:moveTo>
                    <a:pt x="28" y="3"/>
                  </a:moveTo>
                  <a:lnTo>
                    <a:pt x="26" y="0"/>
                  </a:lnTo>
                  <a:lnTo>
                    <a:pt x="15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3"/>
                  </a:lnTo>
                  <a:lnTo>
                    <a:pt x="4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20" y="14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8" y="11"/>
                  </a:lnTo>
                  <a:lnTo>
                    <a:pt x="33" y="11"/>
                  </a:lnTo>
                  <a:lnTo>
                    <a:pt x="33" y="7"/>
                  </a:lnTo>
                  <a:lnTo>
                    <a:pt x="32" y="5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3" name="Freeform 6510">
              <a:extLst>
                <a:ext uri="{FF2B5EF4-FFF2-40B4-BE49-F238E27FC236}">
                  <a16:creationId xmlns:a16="http://schemas.microsoft.com/office/drawing/2014/main" id="{E577C155-6AC5-4BB6-B06C-FF5DBE5F4E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2601"/>
              <a:ext cx="9" cy="8"/>
            </a:xfrm>
            <a:custGeom>
              <a:avLst/>
              <a:gdLst>
                <a:gd name="T0" fmla="*/ 9 w 9"/>
                <a:gd name="T1" fmla="*/ 8 h 8"/>
                <a:gd name="T2" fmla="*/ 7 w 9"/>
                <a:gd name="T3" fmla="*/ 2 h 8"/>
                <a:gd name="T4" fmla="*/ 3 w 9"/>
                <a:gd name="T5" fmla="*/ 0 h 8"/>
                <a:gd name="T6" fmla="*/ 0 w 9"/>
                <a:gd name="T7" fmla="*/ 2 h 8"/>
                <a:gd name="T8" fmla="*/ 1 w 9"/>
                <a:gd name="T9" fmla="*/ 4 h 8"/>
                <a:gd name="T10" fmla="*/ 9 w 9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lnTo>
                    <a:pt x="7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1" y="4"/>
                  </a:lnTo>
                  <a:lnTo>
                    <a:pt x="9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4" name="Freeform 6511">
              <a:extLst>
                <a:ext uri="{FF2B5EF4-FFF2-40B4-BE49-F238E27FC236}">
                  <a16:creationId xmlns:a16="http://schemas.microsoft.com/office/drawing/2014/main" id="{E67A8E08-6A92-4848-8563-0B494B50E9E7}"/>
                </a:ext>
              </a:extLst>
            </p:cNvPr>
            <p:cNvSpPr>
              <a:spLocks/>
            </p:cNvSpPr>
            <p:nvPr/>
          </p:nvSpPr>
          <p:spPr bwMode="gray">
            <a:xfrm>
              <a:off x="2398" y="2538"/>
              <a:ext cx="151" cy="54"/>
            </a:xfrm>
            <a:custGeom>
              <a:avLst/>
              <a:gdLst>
                <a:gd name="T0" fmla="*/ 136 w 151"/>
                <a:gd name="T1" fmla="*/ 52 h 54"/>
                <a:gd name="T2" fmla="*/ 138 w 151"/>
                <a:gd name="T3" fmla="*/ 52 h 54"/>
                <a:gd name="T4" fmla="*/ 146 w 151"/>
                <a:gd name="T5" fmla="*/ 50 h 54"/>
                <a:gd name="T6" fmla="*/ 151 w 151"/>
                <a:gd name="T7" fmla="*/ 46 h 54"/>
                <a:gd name="T8" fmla="*/ 148 w 151"/>
                <a:gd name="T9" fmla="*/ 43 h 54"/>
                <a:gd name="T10" fmla="*/ 138 w 151"/>
                <a:gd name="T11" fmla="*/ 37 h 54"/>
                <a:gd name="T12" fmla="*/ 133 w 151"/>
                <a:gd name="T13" fmla="*/ 37 h 54"/>
                <a:gd name="T14" fmla="*/ 131 w 151"/>
                <a:gd name="T15" fmla="*/ 31 h 54"/>
                <a:gd name="T16" fmla="*/ 125 w 151"/>
                <a:gd name="T17" fmla="*/ 31 h 54"/>
                <a:gd name="T18" fmla="*/ 120 w 151"/>
                <a:gd name="T19" fmla="*/ 29 h 54"/>
                <a:gd name="T20" fmla="*/ 112 w 151"/>
                <a:gd name="T21" fmla="*/ 24 h 54"/>
                <a:gd name="T22" fmla="*/ 112 w 151"/>
                <a:gd name="T23" fmla="*/ 24 h 54"/>
                <a:gd name="T24" fmla="*/ 108 w 151"/>
                <a:gd name="T25" fmla="*/ 24 h 54"/>
                <a:gd name="T26" fmla="*/ 101 w 151"/>
                <a:gd name="T27" fmla="*/ 22 h 54"/>
                <a:gd name="T28" fmla="*/ 95 w 151"/>
                <a:gd name="T29" fmla="*/ 16 h 54"/>
                <a:gd name="T30" fmla="*/ 82 w 151"/>
                <a:gd name="T31" fmla="*/ 15 h 54"/>
                <a:gd name="T32" fmla="*/ 81 w 151"/>
                <a:gd name="T33" fmla="*/ 11 h 54"/>
                <a:gd name="T34" fmla="*/ 73 w 151"/>
                <a:gd name="T35" fmla="*/ 7 h 54"/>
                <a:gd name="T36" fmla="*/ 62 w 151"/>
                <a:gd name="T37" fmla="*/ 3 h 54"/>
                <a:gd name="T38" fmla="*/ 54 w 151"/>
                <a:gd name="T39" fmla="*/ 5 h 54"/>
                <a:gd name="T40" fmla="*/ 45 w 151"/>
                <a:gd name="T41" fmla="*/ 0 h 54"/>
                <a:gd name="T42" fmla="*/ 36 w 151"/>
                <a:gd name="T43" fmla="*/ 3 h 54"/>
                <a:gd name="T44" fmla="*/ 23 w 151"/>
                <a:gd name="T45" fmla="*/ 5 h 54"/>
                <a:gd name="T46" fmla="*/ 15 w 151"/>
                <a:gd name="T47" fmla="*/ 9 h 54"/>
                <a:gd name="T48" fmla="*/ 10 w 151"/>
                <a:gd name="T49" fmla="*/ 13 h 54"/>
                <a:gd name="T50" fmla="*/ 10 w 151"/>
                <a:gd name="T51" fmla="*/ 18 h 54"/>
                <a:gd name="T52" fmla="*/ 4 w 151"/>
                <a:gd name="T53" fmla="*/ 20 h 54"/>
                <a:gd name="T54" fmla="*/ 0 w 151"/>
                <a:gd name="T55" fmla="*/ 22 h 54"/>
                <a:gd name="T56" fmla="*/ 8 w 151"/>
                <a:gd name="T57" fmla="*/ 22 h 54"/>
                <a:gd name="T58" fmla="*/ 13 w 151"/>
                <a:gd name="T59" fmla="*/ 22 h 54"/>
                <a:gd name="T60" fmla="*/ 17 w 151"/>
                <a:gd name="T61" fmla="*/ 18 h 54"/>
                <a:gd name="T62" fmla="*/ 23 w 151"/>
                <a:gd name="T63" fmla="*/ 18 h 54"/>
                <a:gd name="T64" fmla="*/ 28 w 151"/>
                <a:gd name="T65" fmla="*/ 18 h 54"/>
                <a:gd name="T66" fmla="*/ 34 w 151"/>
                <a:gd name="T67" fmla="*/ 13 h 54"/>
                <a:gd name="T68" fmla="*/ 40 w 151"/>
                <a:gd name="T69" fmla="*/ 11 h 54"/>
                <a:gd name="T70" fmla="*/ 47 w 151"/>
                <a:gd name="T71" fmla="*/ 13 h 54"/>
                <a:gd name="T72" fmla="*/ 47 w 151"/>
                <a:gd name="T73" fmla="*/ 13 h 54"/>
                <a:gd name="T74" fmla="*/ 41 w 151"/>
                <a:gd name="T75" fmla="*/ 15 h 54"/>
                <a:gd name="T76" fmla="*/ 53 w 151"/>
                <a:gd name="T77" fmla="*/ 18 h 54"/>
                <a:gd name="T78" fmla="*/ 56 w 151"/>
                <a:gd name="T79" fmla="*/ 18 h 54"/>
                <a:gd name="T80" fmla="*/ 64 w 151"/>
                <a:gd name="T81" fmla="*/ 20 h 54"/>
                <a:gd name="T82" fmla="*/ 66 w 151"/>
                <a:gd name="T83" fmla="*/ 20 h 54"/>
                <a:gd name="T84" fmla="*/ 67 w 151"/>
                <a:gd name="T85" fmla="*/ 22 h 54"/>
                <a:gd name="T86" fmla="*/ 77 w 151"/>
                <a:gd name="T87" fmla="*/ 26 h 54"/>
                <a:gd name="T88" fmla="*/ 81 w 151"/>
                <a:gd name="T89" fmla="*/ 28 h 54"/>
                <a:gd name="T90" fmla="*/ 84 w 151"/>
                <a:gd name="T91" fmla="*/ 28 h 54"/>
                <a:gd name="T92" fmla="*/ 90 w 151"/>
                <a:gd name="T93" fmla="*/ 26 h 54"/>
                <a:gd name="T94" fmla="*/ 97 w 151"/>
                <a:gd name="T95" fmla="*/ 41 h 54"/>
                <a:gd name="T96" fmla="*/ 101 w 151"/>
                <a:gd name="T97" fmla="*/ 39 h 54"/>
                <a:gd name="T98" fmla="*/ 108 w 151"/>
                <a:gd name="T99" fmla="*/ 41 h 54"/>
                <a:gd name="T100" fmla="*/ 110 w 151"/>
                <a:gd name="T101" fmla="*/ 43 h 54"/>
                <a:gd name="T102" fmla="*/ 107 w 151"/>
                <a:gd name="T103" fmla="*/ 44 h 54"/>
                <a:gd name="T104" fmla="*/ 101 w 151"/>
                <a:gd name="T105" fmla="*/ 54 h 54"/>
                <a:gd name="T106" fmla="*/ 110 w 151"/>
                <a:gd name="T107" fmla="*/ 52 h 54"/>
                <a:gd name="T108" fmla="*/ 120 w 151"/>
                <a:gd name="T109" fmla="*/ 52 h 54"/>
                <a:gd name="T110" fmla="*/ 129 w 151"/>
                <a:gd name="T1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" h="54">
                  <a:moveTo>
                    <a:pt x="129" y="54"/>
                  </a:moveTo>
                  <a:lnTo>
                    <a:pt x="136" y="52"/>
                  </a:lnTo>
                  <a:lnTo>
                    <a:pt x="136" y="52"/>
                  </a:lnTo>
                  <a:lnTo>
                    <a:pt x="138" y="52"/>
                  </a:lnTo>
                  <a:lnTo>
                    <a:pt x="140" y="50"/>
                  </a:lnTo>
                  <a:lnTo>
                    <a:pt x="146" y="50"/>
                  </a:lnTo>
                  <a:lnTo>
                    <a:pt x="149" y="50"/>
                  </a:lnTo>
                  <a:lnTo>
                    <a:pt x="151" y="46"/>
                  </a:lnTo>
                  <a:lnTo>
                    <a:pt x="149" y="43"/>
                  </a:lnTo>
                  <a:lnTo>
                    <a:pt x="148" y="43"/>
                  </a:lnTo>
                  <a:lnTo>
                    <a:pt x="146" y="39"/>
                  </a:lnTo>
                  <a:lnTo>
                    <a:pt x="138" y="37"/>
                  </a:lnTo>
                  <a:lnTo>
                    <a:pt x="131" y="37"/>
                  </a:lnTo>
                  <a:lnTo>
                    <a:pt x="133" y="37"/>
                  </a:lnTo>
                  <a:lnTo>
                    <a:pt x="133" y="31"/>
                  </a:lnTo>
                  <a:lnTo>
                    <a:pt x="131" y="31"/>
                  </a:lnTo>
                  <a:lnTo>
                    <a:pt x="127" y="31"/>
                  </a:lnTo>
                  <a:lnTo>
                    <a:pt x="125" y="31"/>
                  </a:lnTo>
                  <a:lnTo>
                    <a:pt x="120" y="28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2" y="24"/>
                  </a:lnTo>
                  <a:lnTo>
                    <a:pt x="110" y="26"/>
                  </a:lnTo>
                  <a:lnTo>
                    <a:pt x="112" y="24"/>
                  </a:lnTo>
                  <a:lnTo>
                    <a:pt x="108" y="24"/>
                  </a:lnTo>
                  <a:lnTo>
                    <a:pt x="108" y="24"/>
                  </a:lnTo>
                  <a:lnTo>
                    <a:pt x="107" y="24"/>
                  </a:lnTo>
                  <a:lnTo>
                    <a:pt x="101" y="22"/>
                  </a:lnTo>
                  <a:lnTo>
                    <a:pt x="97" y="18"/>
                  </a:lnTo>
                  <a:lnTo>
                    <a:pt x="95" y="16"/>
                  </a:lnTo>
                  <a:lnTo>
                    <a:pt x="92" y="15"/>
                  </a:lnTo>
                  <a:lnTo>
                    <a:pt x="82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77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62" y="3"/>
                  </a:lnTo>
                  <a:lnTo>
                    <a:pt x="58" y="5"/>
                  </a:lnTo>
                  <a:lnTo>
                    <a:pt x="54" y="5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40" y="2"/>
                  </a:lnTo>
                  <a:lnTo>
                    <a:pt x="36" y="3"/>
                  </a:lnTo>
                  <a:lnTo>
                    <a:pt x="28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15" y="9"/>
                  </a:lnTo>
                  <a:lnTo>
                    <a:pt x="13" y="11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4" y="20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8" y="26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18"/>
                  </a:lnTo>
                  <a:lnTo>
                    <a:pt x="21" y="18"/>
                  </a:lnTo>
                  <a:lnTo>
                    <a:pt x="23" y="18"/>
                  </a:lnTo>
                  <a:lnTo>
                    <a:pt x="25" y="18"/>
                  </a:lnTo>
                  <a:lnTo>
                    <a:pt x="28" y="18"/>
                  </a:lnTo>
                  <a:lnTo>
                    <a:pt x="32" y="13"/>
                  </a:lnTo>
                  <a:lnTo>
                    <a:pt x="34" y="13"/>
                  </a:lnTo>
                  <a:lnTo>
                    <a:pt x="36" y="11"/>
                  </a:lnTo>
                  <a:lnTo>
                    <a:pt x="40" y="11"/>
                  </a:lnTo>
                  <a:lnTo>
                    <a:pt x="41" y="11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5" y="13"/>
                  </a:lnTo>
                  <a:lnTo>
                    <a:pt x="41" y="15"/>
                  </a:lnTo>
                  <a:lnTo>
                    <a:pt x="45" y="18"/>
                  </a:lnTo>
                  <a:lnTo>
                    <a:pt x="53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20"/>
                  </a:lnTo>
                  <a:lnTo>
                    <a:pt x="64" y="20"/>
                  </a:lnTo>
                  <a:lnTo>
                    <a:pt x="66" y="20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7" y="22"/>
                  </a:lnTo>
                  <a:lnTo>
                    <a:pt x="71" y="26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81" y="28"/>
                  </a:lnTo>
                  <a:lnTo>
                    <a:pt x="82" y="26"/>
                  </a:lnTo>
                  <a:lnTo>
                    <a:pt x="84" y="28"/>
                  </a:lnTo>
                  <a:lnTo>
                    <a:pt x="88" y="26"/>
                  </a:lnTo>
                  <a:lnTo>
                    <a:pt x="90" y="26"/>
                  </a:lnTo>
                  <a:lnTo>
                    <a:pt x="92" y="33"/>
                  </a:lnTo>
                  <a:lnTo>
                    <a:pt x="97" y="41"/>
                  </a:lnTo>
                  <a:lnTo>
                    <a:pt x="99" y="41"/>
                  </a:lnTo>
                  <a:lnTo>
                    <a:pt x="101" y="39"/>
                  </a:lnTo>
                  <a:lnTo>
                    <a:pt x="103" y="41"/>
                  </a:lnTo>
                  <a:lnTo>
                    <a:pt x="108" y="41"/>
                  </a:lnTo>
                  <a:lnTo>
                    <a:pt x="108" y="43"/>
                  </a:lnTo>
                  <a:lnTo>
                    <a:pt x="110" y="43"/>
                  </a:lnTo>
                  <a:lnTo>
                    <a:pt x="110" y="44"/>
                  </a:lnTo>
                  <a:lnTo>
                    <a:pt x="107" y="44"/>
                  </a:lnTo>
                  <a:lnTo>
                    <a:pt x="101" y="50"/>
                  </a:lnTo>
                  <a:lnTo>
                    <a:pt x="101" y="54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4"/>
                  </a:lnTo>
                  <a:lnTo>
                    <a:pt x="120" y="52"/>
                  </a:lnTo>
                  <a:lnTo>
                    <a:pt x="123" y="52"/>
                  </a:lnTo>
                  <a:lnTo>
                    <a:pt x="129" y="5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5" name="Freeform 6512">
              <a:extLst>
                <a:ext uri="{FF2B5EF4-FFF2-40B4-BE49-F238E27FC236}">
                  <a16:creationId xmlns:a16="http://schemas.microsoft.com/office/drawing/2014/main" id="{54680AB8-7760-41D2-B4DA-CD37AB66DD1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" y="2558"/>
              <a:ext cx="11" cy="9"/>
            </a:xfrm>
            <a:custGeom>
              <a:avLst/>
              <a:gdLst>
                <a:gd name="T0" fmla="*/ 1 w 11"/>
                <a:gd name="T1" fmla="*/ 8 h 9"/>
                <a:gd name="T2" fmla="*/ 5 w 11"/>
                <a:gd name="T3" fmla="*/ 9 h 9"/>
                <a:gd name="T4" fmla="*/ 9 w 11"/>
                <a:gd name="T5" fmla="*/ 8 h 9"/>
                <a:gd name="T6" fmla="*/ 11 w 11"/>
                <a:gd name="T7" fmla="*/ 4 h 9"/>
                <a:gd name="T8" fmla="*/ 7 w 11"/>
                <a:gd name="T9" fmla="*/ 0 h 9"/>
                <a:gd name="T10" fmla="*/ 3 w 11"/>
                <a:gd name="T11" fmla="*/ 0 h 9"/>
                <a:gd name="T12" fmla="*/ 1 w 11"/>
                <a:gd name="T13" fmla="*/ 2 h 9"/>
                <a:gd name="T14" fmla="*/ 3 w 11"/>
                <a:gd name="T15" fmla="*/ 6 h 9"/>
                <a:gd name="T16" fmla="*/ 0 w 11"/>
                <a:gd name="T17" fmla="*/ 2 h 9"/>
                <a:gd name="T18" fmla="*/ 1 w 11"/>
                <a:gd name="T1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1" y="8"/>
                  </a:moveTo>
                  <a:lnTo>
                    <a:pt x="5" y="9"/>
                  </a:lnTo>
                  <a:lnTo>
                    <a:pt x="9" y="8"/>
                  </a:lnTo>
                  <a:lnTo>
                    <a:pt x="11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6" name="Freeform 6513">
              <a:extLst>
                <a:ext uri="{FF2B5EF4-FFF2-40B4-BE49-F238E27FC236}">
                  <a16:creationId xmlns:a16="http://schemas.microsoft.com/office/drawing/2014/main" id="{B0E1C3D7-A5FD-47D1-A1E6-2DA6F720FFC1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41"/>
              <a:ext cx="11" cy="13"/>
            </a:xfrm>
            <a:custGeom>
              <a:avLst/>
              <a:gdLst>
                <a:gd name="T0" fmla="*/ 7 w 11"/>
                <a:gd name="T1" fmla="*/ 4 h 13"/>
                <a:gd name="T2" fmla="*/ 5 w 11"/>
                <a:gd name="T3" fmla="*/ 4 h 13"/>
                <a:gd name="T4" fmla="*/ 1 w 11"/>
                <a:gd name="T5" fmla="*/ 0 h 13"/>
                <a:gd name="T6" fmla="*/ 0 w 11"/>
                <a:gd name="T7" fmla="*/ 4 h 13"/>
                <a:gd name="T8" fmla="*/ 3 w 11"/>
                <a:gd name="T9" fmla="*/ 8 h 13"/>
                <a:gd name="T10" fmla="*/ 5 w 11"/>
                <a:gd name="T11" fmla="*/ 8 h 13"/>
                <a:gd name="T12" fmla="*/ 3 w 11"/>
                <a:gd name="T13" fmla="*/ 10 h 13"/>
                <a:gd name="T14" fmla="*/ 1 w 11"/>
                <a:gd name="T15" fmla="*/ 10 h 13"/>
                <a:gd name="T16" fmla="*/ 1 w 11"/>
                <a:gd name="T17" fmla="*/ 13 h 13"/>
                <a:gd name="T18" fmla="*/ 5 w 11"/>
                <a:gd name="T19" fmla="*/ 13 h 13"/>
                <a:gd name="T20" fmla="*/ 11 w 11"/>
                <a:gd name="T21" fmla="*/ 10 h 13"/>
                <a:gd name="T22" fmla="*/ 11 w 11"/>
                <a:gd name="T23" fmla="*/ 6 h 13"/>
                <a:gd name="T24" fmla="*/ 11 w 11"/>
                <a:gd name="T25" fmla="*/ 4 h 13"/>
                <a:gd name="T26" fmla="*/ 7 w 11"/>
                <a:gd name="T2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3">
                  <a:moveTo>
                    <a:pt x="7" y="4"/>
                  </a:moveTo>
                  <a:lnTo>
                    <a:pt x="5" y="4"/>
                  </a:lnTo>
                  <a:lnTo>
                    <a:pt x="1" y="0"/>
                  </a:lnTo>
                  <a:lnTo>
                    <a:pt x="0" y="4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7" name="Freeform 6514">
              <a:extLst>
                <a:ext uri="{FF2B5EF4-FFF2-40B4-BE49-F238E27FC236}">
                  <a16:creationId xmlns:a16="http://schemas.microsoft.com/office/drawing/2014/main" id="{D33FD54C-8FF8-4EFC-8C79-50C6FCE8AC3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2" y="2517"/>
              <a:ext cx="12" cy="30"/>
            </a:xfrm>
            <a:custGeom>
              <a:avLst/>
              <a:gdLst>
                <a:gd name="T0" fmla="*/ 8 w 12"/>
                <a:gd name="T1" fmla="*/ 11 h 30"/>
                <a:gd name="T2" fmla="*/ 6 w 12"/>
                <a:gd name="T3" fmla="*/ 6 h 30"/>
                <a:gd name="T4" fmla="*/ 4 w 12"/>
                <a:gd name="T5" fmla="*/ 4 h 30"/>
                <a:gd name="T6" fmla="*/ 0 w 12"/>
                <a:gd name="T7" fmla="*/ 0 h 30"/>
                <a:gd name="T8" fmla="*/ 0 w 12"/>
                <a:gd name="T9" fmla="*/ 4 h 30"/>
                <a:gd name="T10" fmla="*/ 2 w 12"/>
                <a:gd name="T11" fmla="*/ 6 h 30"/>
                <a:gd name="T12" fmla="*/ 2 w 12"/>
                <a:gd name="T13" fmla="*/ 9 h 30"/>
                <a:gd name="T14" fmla="*/ 0 w 12"/>
                <a:gd name="T15" fmla="*/ 11 h 30"/>
                <a:gd name="T16" fmla="*/ 2 w 12"/>
                <a:gd name="T17" fmla="*/ 13 h 30"/>
                <a:gd name="T18" fmla="*/ 4 w 12"/>
                <a:gd name="T19" fmla="*/ 13 h 30"/>
                <a:gd name="T20" fmla="*/ 4 w 12"/>
                <a:gd name="T21" fmla="*/ 19 h 30"/>
                <a:gd name="T22" fmla="*/ 4 w 12"/>
                <a:gd name="T23" fmla="*/ 21 h 30"/>
                <a:gd name="T24" fmla="*/ 2 w 12"/>
                <a:gd name="T25" fmla="*/ 23 h 30"/>
                <a:gd name="T26" fmla="*/ 6 w 12"/>
                <a:gd name="T27" fmla="*/ 26 h 30"/>
                <a:gd name="T28" fmla="*/ 8 w 12"/>
                <a:gd name="T29" fmla="*/ 30 h 30"/>
                <a:gd name="T30" fmla="*/ 12 w 12"/>
                <a:gd name="T31" fmla="*/ 30 h 30"/>
                <a:gd name="T32" fmla="*/ 10 w 12"/>
                <a:gd name="T33" fmla="*/ 24 h 30"/>
                <a:gd name="T34" fmla="*/ 8 w 12"/>
                <a:gd name="T35" fmla="*/ 21 h 30"/>
                <a:gd name="T36" fmla="*/ 4 w 12"/>
                <a:gd name="T37" fmla="*/ 13 h 30"/>
                <a:gd name="T38" fmla="*/ 8 w 12"/>
                <a:gd name="T39" fmla="*/ 13 h 30"/>
                <a:gd name="T40" fmla="*/ 8 w 12"/>
                <a:gd name="T41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30">
                  <a:moveTo>
                    <a:pt x="8" y="11"/>
                  </a:moveTo>
                  <a:lnTo>
                    <a:pt x="6" y="6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2" y="23"/>
                  </a:lnTo>
                  <a:lnTo>
                    <a:pt x="6" y="26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0" y="24"/>
                  </a:lnTo>
                  <a:lnTo>
                    <a:pt x="8" y="21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8" y="1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8" name="Freeform 6515">
              <a:extLst>
                <a:ext uri="{FF2B5EF4-FFF2-40B4-BE49-F238E27FC236}">
                  <a16:creationId xmlns:a16="http://schemas.microsoft.com/office/drawing/2014/main" id="{FEB343B9-EAB0-4B1F-A793-D2F76A89C0B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5" y="2530"/>
              <a:ext cx="6" cy="6"/>
            </a:xfrm>
            <a:custGeom>
              <a:avLst/>
              <a:gdLst>
                <a:gd name="T0" fmla="*/ 0 w 6"/>
                <a:gd name="T1" fmla="*/ 6 h 6"/>
                <a:gd name="T2" fmla="*/ 6 w 6"/>
                <a:gd name="T3" fmla="*/ 6 h 6"/>
                <a:gd name="T4" fmla="*/ 2 w 6"/>
                <a:gd name="T5" fmla="*/ 0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6" y="6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9" name="Freeform 6516">
              <a:extLst>
                <a:ext uri="{FF2B5EF4-FFF2-40B4-BE49-F238E27FC236}">
                  <a16:creationId xmlns:a16="http://schemas.microsoft.com/office/drawing/2014/main" id="{DBD2C89A-0367-41B0-9545-EC0A009070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2" y="2551"/>
              <a:ext cx="10" cy="5"/>
            </a:xfrm>
            <a:custGeom>
              <a:avLst/>
              <a:gdLst>
                <a:gd name="T0" fmla="*/ 4 w 10"/>
                <a:gd name="T1" fmla="*/ 3 h 5"/>
                <a:gd name="T2" fmla="*/ 8 w 10"/>
                <a:gd name="T3" fmla="*/ 5 h 5"/>
                <a:gd name="T4" fmla="*/ 10 w 10"/>
                <a:gd name="T5" fmla="*/ 2 h 5"/>
                <a:gd name="T6" fmla="*/ 4 w 10"/>
                <a:gd name="T7" fmla="*/ 0 h 5"/>
                <a:gd name="T8" fmla="*/ 0 w 10"/>
                <a:gd name="T9" fmla="*/ 2 h 5"/>
                <a:gd name="T10" fmla="*/ 2 w 10"/>
                <a:gd name="T11" fmla="*/ 3 h 5"/>
                <a:gd name="T12" fmla="*/ 4 w 10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4" y="3"/>
                  </a:moveTo>
                  <a:lnTo>
                    <a:pt x="8" y="5"/>
                  </a:lnTo>
                  <a:lnTo>
                    <a:pt x="10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0" name="Freeform 6517">
              <a:extLst>
                <a:ext uri="{FF2B5EF4-FFF2-40B4-BE49-F238E27FC236}">
                  <a16:creationId xmlns:a16="http://schemas.microsoft.com/office/drawing/2014/main" id="{58B74E3F-90D2-4214-9EA7-DA0D78576665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25"/>
              <a:ext cx="5" cy="7"/>
            </a:xfrm>
            <a:custGeom>
              <a:avLst/>
              <a:gdLst>
                <a:gd name="T0" fmla="*/ 0 w 5"/>
                <a:gd name="T1" fmla="*/ 5 h 7"/>
                <a:gd name="T2" fmla="*/ 3 w 5"/>
                <a:gd name="T3" fmla="*/ 7 h 7"/>
                <a:gd name="T4" fmla="*/ 5 w 5"/>
                <a:gd name="T5" fmla="*/ 3 h 7"/>
                <a:gd name="T6" fmla="*/ 3 w 5"/>
                <a:gd name="T7" fmla="*/ 0 h 7"/>
                <a:gd name="T8" fmla="*/ 0 w 5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lnTo>
                    <a:pt x="3" y="7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1" name="Freeform 6518">
              <a:extLst>
                <a:ext uri="{FF2B5EF4-FFF2-40B4-BE49-F238E27FC236}">
                  <a16:creationId xmlns:a16="http://schemas.microsoft.com/office/drawing/2014/main" id="{FE17F8D2-ED15-430B-95B5-0C7B371CC8E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3" y="2562"/>
              <a:ext cx="15" cy="15"/>
            </a:xfrm>
            <a:custGeom>
              <a:avLst/>
              <a:gdLst>
                <a:gd name="T0" fmla="*/ 2 w 15"/>
                <a:gd name="T1" fmla="*/ 9 h 15"/>
                <a:gd name="T2" fmla="*/ 0 w 15"/>
                <a:gd name="T3" fmla="*/ 15 h 15"/>
                <a:gd name="T4" fmla="*/ 9 w 15"/>
                <a:gd name="T5" fmla="*/ 13 h 15"/>
                <a:gd name="T6" fmla="*/ 13 w 15"/>
                <a:gd name="T7" fmla="*/ 9 h 15"/>
                <a:gd name="T8" fmla="*/ 13 w 15"/>
                <a:gd name="T9" fmla="*/ 5 h 15"/>
                <a:gd name="T10" fmla="*/ 15 w 15"/>
                <a:gd name="T11" fmla="*/ 7 h 15"/>
                <a:gd name="T12" fmla="*/ 15 w 15"/>
                <a:gd name="T13" fmla="*/ 0 h 15"/>
                <a:gd name="T14" fmla="*/ 9 w 15"/>
                <a:gd name="T15" fmla="*/ 4 h 15"/>
                <a:gd name="T16" fmla="*/ 11 w 15"/>
                <a:gd name="T17" fmla="*/ 5 h 15"/>
                <a:gd name="T18" fmla="*/ 9 w 15"/>
                <a:gd name="T19" fmla="*/ 5 h 15"/>
                <a:gd name="T20" fmla="*/ 9 w 15"/>
                <a:gd name="T21" fmla="*/ 7 h 15"/>
                <a:gd name="T22" fmla="*/ 6 w 15"/>
                <a:gd name="T23" fmla="*/ 5 h 15"/>
                <a:gd name="T24" fmla="*/ 2 w 15"/>
                <a:gd name="T2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5">
                  <a:moveTo>
                    <a:pt x="2" y="9"/>
                  </a:moveTo>
                  <a:lnTo>
                    <a:pt x="0" y="15"/>
                  </a:lnTo>
                  <a:lnTo>
                    <a:pt x="9" y="13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5" y="0"/>
                  </a:lnTo>
                  <a:lnTo>
                    <a:pt x="9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6" y="5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2" name="Freeform 6519">
              <a:extLst>
                <a:ext uri="{FF2B5EF4-FFF2-40B4-BE49-F238E27FC236}">
                  <a16:creationId xmlns:a16="http://schemas.microsoft.com/office/drawing/2014/main" id="{4D25F280-DE8B-44C3-B209-9FFD28FA3B9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1" y="2506"/>
              <a:ext cx="10" cy="13"/>
            </a:xfrm>
            <a:custGeom>
              <a:avLst/>
              <a:gdLst>
                <a:gd name="T0" fmla="*/ 0 w 10"/>
                <a:gd name="T1" fmla="*/ 0 h 13"/>
                <a:gd name="T2" fmla="*/ 0 w 10"/>
                <a:gd name="T3" fmla="*/ 4 h 13"/>
                <a:gd name="T4" fmla="*/ 4 w 10"/>
                <a:gd name="T5" fmla="*/ 6 h 13"/>
                <a:gd name="T6" fmla="*/ 6 w 10"/>
                <a:gd name="T7" fmla="*/ 7 h 13"/>
                <a:gd name="T8" fmla="*/ 4 w 10"/>
                <a:gd name="T9" fmla="*/ 9 h 13"/>
                <a:gd name="T10" fmla="*/ 2 w 10"/>
                <a:gd name="T11" fmla="*/ 9 h 13"/>
                <a:gd name="T12" fmla="*/ 4 w 10"/>
                <a:gd name="T13" fmla="*/ 13 h 13"/>
                <a:gd name="T14" fmla="*/ 8 w 10"/>
                <a:gd name="T15" fmla="*/ 13 h 13"/>
                <a:gd name="T16" fmla="*/ 10 w 10"/>
                <a:gd name="T17" fmla="*/ 7 h 13"/>
                <a:gd name="T18" fmla="*/ 6 w 10"/>
                <a:gd name="T19" fmla="*/ 4 h 13"/>
                <a:gd name="T20" fmla="*/ 0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10" y="7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3" name="Freeform 6520">
              <a:extLst>
                <a:ext uri="{FF2B5EF4-FFF2-40B4-BE49-F238E27FC236}">
                  <a16:creationId xmlns:a16="http://schemas.microsoft.com/office/drawing/2014/main" id="{3A2F0937-1D23-4EBE-BBC3-F060BD18563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5" y="2510"/>
              <a:ext cx="13" cy="24"/>
            </a:xfrm>
            <a:custGeom>
              <a:avLst/>
              <a:gdLst>
                <a:gd name="T0" fmla="*/ 8 w 13"/>
                <a:gd name="T1" fmla="*/ 13 h 24"/>
                <a:gd name="T2" fmla="*/ 11 w 13"/>
                <a:gd name="T3" fmla="*/ 11 h 24"/>
                <a:gd name="T4" fmla="*/ 10 w 13"/>
                <a:gd name="T5" fmla="*/ 5 h 24"/>
                <a:gd name="T6" fmla="*/ 8 w 13"/>
                <a:gd name="T7" fmla="*/ 2 h 24"/>
                <a:gd name="T8" fmla="*/ 6 w 13"/>
                <a:gd name="T9" fmla="*/ 0 h 24"/>
                <a:gd name="T10" fmla="*/ 4 w 13"/>
                <a:gd name="T11" fmla="*/ 5 h 24"/>
                <a:gd name="T12" fmla="*/ 0 w 13"/>
                <a:gd name="T13" fmla="*/ 9 h 24"/>
                <a:gd name="T14" fmla="*/ 4 w 13"/>
                <a:gd name="T15" fmla="*/ 13 h 24"/>
                <a:gd name="T16" fmla="*/ 6 w 13"/>
                <a:gd name="T17" fmla="*/ 11 h 24"/>
                <a:gd name="T18" fmla="*/ 6 w 13"/>
                <a:gd name="T19" fmla="*/ 15 h 24"/>
                <a:gd name="T20" fmla="*/ 8 w 13"/>
                <a:gd name="T21" fmla="*/ 15 h 24"/>
                <a:gd name="T22" fmla="*/ 8 w 13"/>
                <a:gd name="T23" fmla="*/ 15 h 24"/>
                <a:gd name="T24" fmla="*/ 4 w 13"/>
                <a:gd name="T25" fmla="*/ 16 h 24"/>
                <a:gd name="T26" fmla="*/ 6 w 13"/>
                <a:gd name="T27" fmla="*/ 16 h 24"/>
                <a:gd name="T28" fmla="*/ 6 w 13"/>
                <a:gd name="T29" fmla="*/ 20 h 24"/>
                <a:gd name="T30" fmla="*/ 8 w 13"/>
                <a:gd name="T31" fmla="*/ 24 h 24"/>
                <a:gd name="T32" fmla="*/ 11 w 13"/>
                <a:gd name="T33" fmla="*/ 24 h 24"/>
                <a:gd name="T34" fmla="*/ 13 w 13"/>
                <a:gd name="T35" fmla="*/ 20 h 24"/>
                <a:gd name="T36" fmla="*/ 13 w 13"/>
                <a:gd name="T37" fmla="*/ 18 h 24"/>
                <a:gd name="T38" fmla="*/ 13 w 13"/>
                <a:gd name="T39" fmla="*/ 16 h 24"/>
                <a:gd name="T40" fmla="*/ 11 w 13"/>
                <a:gd name="T41" fmla="*/ 15 h 24"/>
                <a:gd name="T42" fmla="*/ 13 w 13"/>
                <a:gd name="T43" fmla="*/ 11 h 24"/>
                <a:gd name="T44" fmla="*/ 8 w 13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24">
                  <a:moveTo>
                    <a:pt x="8" y="13"/>
                  </a:moveTo>
                  <a:lnTo>
                    <a:pt x="11" y="11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5"/>
                  </a:lnTo>
                  <a:lnTo>
                    <a:pt x="0" y="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8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4" name="Freeform 6521">
              <a:extLst>
                <a:ext uri="{FF2B5EF4-FFF2-40B4-BE49-F238E27FC236}">
                  <a16:creationId xmlns:a16="http://schemas.microsoft.com/office/drawing/2014/main" id="{E2D8D96C-A047-42C9-9338-1EF1B97DB6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6" y="2510"/>
              <a:ext cx="10" cy="5"/>
            </a:xfrm>
            <a:custGeom>
              <a:avLst/>
              <a:gdLst>
                <a:gd name="T0" fmla="*/ 8 w 10"/>
                <a:gd name="T1" fmla="*/ 5 h 5"/>
                <a:gd name="T2" fmla="*/ 10 w 10"/>
                <a:gd name="T3" fmla="*/ 2 h 5"/>
                <a:gd name="T4" fmla="*/ 6 w 10"/>
                <a:gd name="T5" fmla="*/ 0 h 5"/>
                <a:gd name="T6" fmla="*/ 0 w 10"/>
                <a:gd name="T7" fmla="*/ 3 h 5"/>
                <a:gd name="T8" fmla="*/ 4 w 10"/>
                <a:gd name="T9" fmla="*/ 5 h 5"/>
                <a:gd name="T10" fmla="*/ 8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lnTo>
                    <a:pt x="10" y="2"/>
                  </a:lnTo>
                  <a:lnTo>
                    <a:pt x="6" y="0"/>
                  </a:lnTo>
                  <a:lnTo>
                    <a:pt x="0" y="3"/>
                  </a:lnTo>
                  <a:lnTo>
                    <a:pt x="4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5" name="Freeform 6522">
              <a:extLst>
                <a:ext uri="{FF2B5EF4-FFF2-40B4-BE49-F238E27FC236}">
                  <a16:creationId xmlns:a16="http://schemas.microsoft.com/office/drawing/2014/main" id="{C1D6B7E2-0CE0-47AF-8373-3C13B5AA9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1" y="2484"/>
              <a:ext cx="18" cy="20"/>
            </a:xfrm>
            <a:custGeom>
              <a:avLst/>
              <a:gdLst>
                <a:gd name="T0" fmla="*/ 18 w 18"/>
                <a:gd name="T1" fmla="*/ 5 h 20"/>
                <a:gd name="T2" fmla="*/ 17 w 18"/>
                <a:gd name="T3" fmla="*/ 5 h 20"/>
                <a:gd name="T4" fmla="*/ 17 w 18"/>
                <a:gd name="T5" fmla="*/ 1 h 20"/>
                <a:gd name="T6" fmla="*/ 11 w 18"/>
                <a:gd name="T7" fmla="*/ 0 h 20"/>
                <a:gd name="T8" fmla="*/ 0 w 18"/>
                <a:gd name="T9" fmla="*/ 0 h 20"/>
                <a:gd name="T10" fmla="*/ 9 w 18"/>
                <a:gd name="T11" fmla="*/ 1 h 20"/>
                <a:gd name="T12" fmla="*/ 11 w 18"/>
                <a:gd name="T13" fmla="*/ 5 h 20"/>
                <a:gd name="T14" fmla="*/ 13 w 18"/>
                <a:gd name="T15" fmla="*/ 7 h 20"/>
                <a:gd name="T16" fmla="*/ 11 w 18"/>
                <a:gd name="T17" fmla="*/ 9 h 20"/>
                <a:gd name="T18" fmla="*/ 13 w 18"/>
                <a:gd name="T19" fmla="*/ 13 h 20"/>
                <a:gd name="T20" fmla="*/ 11 w 18"/>
                <a:gd name="T21" fmla="*/ 20 h 20"/>
                <a:gd name="T22" fmla="*/ 17 w 18"/>
                <a:gd name="T23" fmla="*/ 15 h 20"/>
                <a:gd name="T24" fmla="*/ 17 w 18"/>
                <a:gd name="T25" fmla="*/ 13 h 20"/>
                <a:gd name="T26" fmla="*/ 18 w 18"/>
                <a:gd name="T27" fmla="*/ 11 h 20"/>
                <a:gd name="T28" fmla="*/ 18 w 18"/>
                <a:gd name="T2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20">
                  <a:moveTo>
                    <a:pt x="18" y="5"/>
                  </a:moveTo>
                  <a:lnTo>
                    <a:pt x="17" y="5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9" y="1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13" y="13"/>
                  </a:lnTo>
                  <a:lnTo>
                    <a:pt x="11" y="20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8" y="11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6" name="Freeform 6523">
              <a:extLst>
                <a:ext uri="{FF2B5EF4-FFF2-40B4-BE49-F238E27FC236}">
                  <a16:creationId xmlns:a16="http://schemas.microsoft.com/office/drawing/2014/main" id="{CAF200D7-B81A-484A-84D5-FF7E0C48C861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8" y="2484"/>
              <a:ext cx="22" cy="9"/>
            </a:xfrm>
            <a:custGeom>
              <a:avLst/>
              <a:gdLst>
                <a:gd name="T0" fmla="*/ 9 w 22"/>
                <a:gd name="T1" fmla="*/ 3 h 9"/>
                <a:gd name="T2" fmla="*/ 7 w 22"/>
                <a:gd name="T3" fmla="*/ 1 h 9"/>
                <a:gd name="T4" fmla="*/ 0 w 22"/>
                <a:gd name="T5" fmla="*/ 1 h 9"/>
                <a:gd name="T6" fmla="*/ 5 w 22"/>
                <a:gd name="T7" fmla="*/ 7 h 9"/>
                <a:gd name="T8" fmla="*/ 9 w 22"/>
                <a:gd name="T9" fmla="*/ 9 h 9"/>
                <a:gd name="T10" fmla="*/ 15 w 22"/>
                <a:gd name="T11" fmla="*/ 5 h 9"/>
                <a:gd name="T12" fmla="*/ 17 w 22"/>
                <a:gd name="T13" fmla="*/ 5 h 9"/>
                <a:gd name="T14" fmla="*/ 22 w 22"/>
                <a:gd name="T15" fmla="*/ 5 h 9"/>
                <a:gd name="T16" fmla="*/ 17 w 22"/>
                <a:gd name="T17" fmla="*/ 0 h 9"/>
                <a:gd name="T18" fmla="*/ 13 w 22"/>
                <a:gd name="T19" fmla="*/ 0 h 9"/>
                <a:gd name="T20" fmla="*/ 9 w 22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9">
                  <a:moveTo>
                    <a:pt x="9" y="3"/>
                  </a:moveTo>
                  <a:lnTo>
                    <a:pt x="7" y="1"/>
                  </a:lnTo>
                  <a:lnTo>
                    <a:pt x="0" y="1"/>
                  </a:lnTo>
                  <a:lnTo>
                    <a:pt x="5" y="7"/>
                  </a:lnTo>
                  <a:lnTo>
                    <a:pt x="9" y="9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22" y="5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7" name="Freeform 6524">
              <a:extLst>
                <a:ext uri="{FF2B5EF4-FFF2-40B4-BE49-F238E27FC236}">
                  <a16:creationId xmlns:a16="http://schemas.microsoft.com/office/drawing/2014/main" id="{5D611C64-C5ED-4DC7-94BA-24BAF643F2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3" y="3651"/>
              <a:ext cx="28" cy="24"/>
            </a:xfrm>
            <a:custGeom>
              <a:avLst/>
              <a:gdLst>
                <a:gd name="T0" fmla="*/ 19 w 28"/>
                <a:gd name="T1" fmla="*/ 18 h 24"/>
                <a:gd name="T2" fmla="*/ 22 w 28"/>
                <a:gd name="T3" fmla="*/ 16 h 24"/>
                <a:gd name="T4" fmla="*/ 22 w 28"/>
                <a:gd name="T5" fmla="*/ 13 h 24"/>
                <a:gd name="T6" fmla="*/ 26 w 28"/>
                <a:gd name="T7" fmla="*/ 11 h 24"/>
                <a:gd name="T8" fmla="*/ 28 w 28"/>
                <a:gd name="T9" fmla="*/ 7 h 24"/>
                <a:gd name="T10" fmla="*/ 26 w 28"/>
                <a:gd name="T11" fmla="*/ 3 h 24"/>
                <a:gd name="T12" fmla="*/ 24 w 28"/>
                <a:gd name="T13" fmla="*/ 3 h 24"/>
                <a:gd name="T14" fmla="*/ 21 w 28"/>
                <a:gd name="T15" fmla="*/ 0 h 24"/>
                <a:gd name="T16" fmla="*/ 11 w 28"/>
                <a:gd name="T17" fmla="*/ 2 h 24"/>
                <a:gd name="T18" fmla="*/ 9 w 28"/>
                <a:gd name="T19" fmla="*/ 2 h 24"/>
                <a:gd name="T20" fmla="*/ 13 w 28"/>
                <a:gd name="T21" fmla="*/ 7 h 24"/>
                <a:gd name="T22" fmla="*/ 15 w 28"/>
                <a:gd name="T23" fmla="*/ 5 h 24"/>
                <a:gd name="T24" fmla="*/ 15 w 28"/>
                <a:gd name="T25" fmla="*/ 7 h 24"/>
                <a:gd name="T26" fmla="*/ 13 w 28"/>
                <a:gd name="T27" fmla="*/ 7 h 24"/>
                <a:gd name="T28" fmla="*/ 9 w 28"/>
                <a:gd name="T29" fmla="*/ 5 h 24"/>
                <a:gd name="T30" fmla="*/ 8 w 28"/>
                <a:gd name="T31" fmla="*/ 7 h 24"/>
                <a:gd name="T32" fmla="*/ 11 w 28"/>
                <a:gd name="T33" fmla="*/ 13 h 24"/>
                <a:gd name="T34" fmla="*/ 11 w 28"/>
                <a:gd name="T35" fmla="*/ 13 h 24"/>
                <a:gd name="T36" fmla="*/ 9 w 28"/>
                <a:gd name="T37" fmla="*/ 15 h 24"/>
                <a:gd name="T38" fmla="*/ 9 w 28"/>
                <a:gd name="T39" fmla="*/ 15 h 24"/>
                <a:gd name="T40" fmla="*/ 6 w 28"/>
                <a:gd name="T41" fmla="*/ 15 h 24"/>
                <a:gd name="T42" fmla="*/ 4 w 28"/>
                <a:gd name="T43" fmla="*/ 13 h 24"/>
                <a:gd name="T44" fmla="*/ 0 w 28"/>
                <a:gd name="T45" fmla="*/ 15 h 24"/>
                <a:gd name="T46" fmla="*/ 4 w 28"/>
                <a:gd name="T47" fmla="*/ 18 h 24"/>
                <a:gd name="T48" fmla="*/ 9 w 28"/>
                <a:gd name="T49" fmla="*/ 15 h 24"/>
                <a:gd name="T50" fmla="*/ 9 w 28"/>
                <a:gd name="T51" fmla="*/ 16 h 24"/>
                <a:gd name="T52" fmla="*/ 8 w 28"/>
                <a:gd name="T53" fmla="*/ 18 h 24"/>
                <a:gd name="T54" fmla="*/ 6 w 28"/>
                <a:gd name="T55" fmla="*/ 18 h 24"/>
                <a:gd name="T56" fmla="*/ 4 w 28"/>
                <a:gd name="T57" fmla="*/ 20 h 24"/>
                <a:gd name="T58" fmla="*/ 9 w 28"/>
                <a:gd name="T59" fmla="*/ 22 h 24"/>
                <a:gd name="T60" fmla="*/ 11 w 28"/>
                <a:gd name="T61" fmla="*/ 22 h 24"/>
                <a:gd name="T62" fmla="*/ 13 w 28"/>
                <a:gd name="T63" fmla="*/ 24 h 24"/>
                <a:gd name="T64" fmla="*/ 17 w 28"/>
                <a:gd name="T65" fmla="*/ 18 h 24"/>
                <a:gd name="T66" fmla="*/ 15 w 28"/>
                <a:gd name="T67" fmla="*/ 18 h 24"/>
                <a:gd name="T68" fmla="*/ 15 w 28"/>
                <a:gd name="T69" fmla="*/ 18 h 24"/>
                <a:gd name="T70" fmla="*/ 19 w 28"/>
                <a:gd name="T71" fmla="*/ 18 h 24"/>
                <a:gd name="T72" fmla="*/ 13 w 28"/>
                <a:gd name="T73" fmla="*/ 2 h 24"/>
                <a:gd name="T74" fmla="*/ 22 w 28"/>
                <a:gd name="T75" fmla="*/ 5 h 24"/>
                <a:gd name="T76" fmla="*/ 21 w 28"/>
                <a:gd name="T77" fmla="*/ 5 h 24"/>
                <a:gd name="T78" fmla="*/ 21 w 28"/>
                <a:gd name="T79" fmla="*/ 5 h 24"/>
                <a:gd name="T80" fmla="*/ 19 w 28"/>
                <a:gd name="T81" fmla="*/ 3 h 24"/>
                <a:gd name="T82" fmla="*/ 19 w 28"/>
                <a:gd name="T83" fmla="*/ 5 h 24"/>
                <a:gd name="T84" fmla="*/ 13 w 28"/>
                <a:gd name="T8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24">
                  <a:moveTo>
                    <a:pt x="19" y="18"/>
                  </a:moveTo>
                  <a:lnTo>
                    <a:pt x="22" y="16"/>
                  </a:lnTo>
                  <a:lnTo>
                    <a:pt x="22" y="13"/>
                  </a:lnTo>
                  <a:lnTo>
                    <a:pt x="26" y="11"/>
                  </a:lnTo>
                  <a:lnTo>
                    <a:pt x="28" y="7"/>
                  </a:lnTo>
                  <a:lnTo>
                    <a:pt x="26" y="3"/>
                  </a:lnTo>
                  <a:lnTo>
                    <a:pt x="24" y="3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9" y="5"/>
                  </a:lnTo>
                  <a:lnTo>
                    <a:pt x="8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0" y="15"/>
                  </a:lnTo>
                  <a:lnTo>
                    <a:pt x="4" y="18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3" y="24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9" y="18"/>
                  </a:lnTo>
                  <a:close/>
                  <a:moveTo>
                    <a:pt x="13" y="2"/>
                  </a:moveTo>
                  <a:lnTo>
                    <a:pt x="22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3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8" name="Freeform 6525">
              <a:extLst>
                <a:ext uri="{FF2B5EF4-FFF2-40B4-BE49-F238E27FC236}">
                  <a16:creationId xmlns:a16="http://schemas.microsoft.com/office/drawing/2014/main" id="{D4225B37-8FE0-472C-B99F-43DFAF307376}"/>
                </a:ext>
              </a:extLst>
            </p:cNvPr>
            <p:cNvSpPr>
              <a:spLocks/>
            </p:cNvSpPr>
            <p:nvPr/>
          </p:nvSpPr>
          <p:spPr bwMode="gray">
            <a:xfrm>
              <a:off x="3097" y="3695"/>
              <a:ext cx="20" cy="15"/>
            </a:xfrm>
            <a:custGeom>
              <a:avLst/>
              <a:gdLst>
                <a:gd name="T0" fmla="*/ 8 w 11"/>
                <a:gd name="T1" fmla="*/ 5 h 8"/>
                <a:gd name="T2" fmla="*/ 8 w 11"/>
                <a:gd name="T3" fmla="*/ 3 h 8"/>
                <a:gd name="T4" fmla="*/ 7 w 11"/>
                <a:gd name="T5" fmla="*/ 3 h 8"/>
                <a:gd name="T6" fmla="*/ 6 w 11"/>
                <a:gd name="T7" fmla="*/ 2 h 8"/>
                <a:gd name="T8" fmla="*/ 5 w 11"/>
                <a:gd name="T9" fmla="*/ 2 h 8"/>
                <a:gd name="T10" fmla="*/ 5 w 11"/>
                <a:gd name="T11" fmla="*/ 1 h 8"/>
                <a:gd name="T12" fmla="*/ 3 w 11"/>
                <a:gd name="T13" fmla="*/ 0 h 8"/>
                <a:gd name="T14" fmla="*/ 0 w 11"/>
                <a:gd name="T15" fmla="*/ 1 h 8"/>
                <a:gd name="T16" fmla="*/ 0 w 11"/>
                <a:gd name="T17" fmla="*/ 2 h 8"/>
                <a:gd name="T18" fmla="*/ 2 w 11"/>
                <a:gd name="T19" fmla="*/ 2 h 8"/>
                <a:gd name="T20" fmla="*/ 3 w 11"/>
                <a:gd name="T21" fmla="*/ 3 h 8"/>
                <a:gd name="T22" fmla="*/ 4 w 11"/>
                <a:gd name="T23" fmla="*/ 4 h 8"/>
                <a:gd name="T24" fmla="*/ 4 w 11"/>
                <a:gd name="T25" fmla="*/ 5 h 8"/>
                <a:gd name="T26" fmla="*/ 5 w 11"/>
                <a:gd name="T27" fmla="*/ 5 h 8"/>
                <a:gd name="T28" fmla="*/ 6 w 11"/>
                <a:gd name="T29" fmla="*/ 7 h 8"/>
                <a:gd name="T30" fmla="*/ 6 w 11"/>
                <a:gd name="T31" fmla="*/ 8 h 8"/>
                <a:gd name="T32" fmla="*/ 8 w 11"/>
                <a:gd name="T33" fmla="*/ 8 h 8"/>
                <a:gd name="T34" fmla="*/ 8 w 11"/>
                <a:gd name="T35" fmla="*/ 7 h 8"/>
                <a:gd name="T36" fmla="*/ 9 w 11"/>
                <a:gd name="T37" fmla="*/ 7 h 8"/>
                <a:gd name="T38" fmla="*/ 11 w 11"/>
                <a:gd name="T39" fmla="*/ 5 h 8"/>
                <a:gd name="T40" fmla="*/ 9 w 11"/>
                <a:gd name="T41" fmla="*/ 5 h 8"/>
                <a:gd name="T42" fmla="*/ 8 w 11"/>
                <a:gd name="T4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8">
                  <a:moveTo>
                    <a:pt x="8" y="5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5"/>
                    <a:pt x="9" y="5"/>
                    <a:pt x="9" y="5"/>
                  </a:cubicBez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9" name="Freeform 6526">
              <a:extLst>
                <a:ext uri="{FF2B5EF4-FFF2-40B4-BE49-F238E27FC236}">
                  <a16:creationId xmlns:a16="http://schemas.microsoft.com/office/drawing/2014/main" id="{EFDF07BB-590D-4C6C-8A17-1688E2579C85}"/>
                </a:ext>
              </a:extLst>
            </p:cNvPr>
            <p:cNvSpPr>
              <a:spLocks/>
            </p:cNvSpPr>
            <p:nvPr/>
          </p:nvSpPr>
          <p:spPr bwMode="gray">
            <a:xfrm>
              <a:off x="2814" y="3653"/>
              <a:ext cx="26" cy="22"/>
            </a:xfrm>
            <a:custGeom>
              <a:avLst/>
              <a:gdLst>
                <a:gd name="T0" fmla="*/ 22 w 26"/>
                <a:gd name="T1" fmla="*/ 3 h 22"/>
                <a:gd name="T2" fmla="*/ 18 w 26"/>
                <a:gd name="T3" fmla="*/ 1 h 22"/>
                <a:gd name="T4" fmla="*/ 15 w 26"/>
                <a:gd name="T5" fmla="*/ 3 h 22"/>
                <a:gd name="T6" fmla="*/ 15 w 26"/>
                <a:gd name="T7" fmla="*/ 3 h 22"/>
                <a:gd name="T8" fmla="*/ 15 w 26"/>
                <a:gd name="T9" fmla="*/ 3 h 22"/>
                <a:gd name="T10" fmla="*/ 15 w 26"/>
                <a:gd name="T11" fmla="*/ 1 h 22"/>
                <a:gd name="T12" fmla="*/ 9 w 26"/>
                <a:gd name="T13" fmla="*/ 0 h 22"/>
                <a:gd name="T14" fmla="*/ 9 w 26"/>
                <a:gd name="T15" fmla="*/ 1 h 22"/>
                <a:gd name="T16" fmla="*/ 5 w 26"/>
                <a:gd name="T17" fmla="*/ 3 h 22"/>
                <a:gd name="T18" fmla="*/ 7 w 26"/>
                <a:gd name="T19" fmla="*/ 5 h 22"/>
                <a:gd name="T20" fmla="*/ 5 w 26"/>
                <a:gd name="T21" fmla="*/ 7 h 22"/>
                <a:gd name="T22" fmla="*/ 7 w 26"/>
                <a:gd name="T23" fmla="*/ 9 h 22"/>
                <a:gd name="T24" fmla="*/ 5 w 26"/>
                <a:gd name="T25" fmla="*/ 9 h 22"/>
                <a:gd name="T26" fmla="*/ 0 w 26"/>
                <a:gd name="T27" fmla="*/ 18 h 22"/>
                <a:gd name="T28" fmla="*/ 1 w 26"/>
                <a:gd name="T29" fmla="*/ 18 h 22"/>
                <a:gd name="T30" fmla="*/ 5 w 26"/>
                <a:gd name="T31" fmla="*/ 22 h 22"/>
                <a:gd name="T32" fmla="*/ 7 w 26"/>
                <a:gd name="T33" fmla="*/ 22 h 22"/>
                <a:gd name="T34" fmla="*/ 9 w 26"/>
                <a:gd name="T35" fmla="*/ 20 h 22"/>
                <a:gd name="T36" fmla="*/ 7 w 26"/>
                <a:gd name="T37" fmla="*/ 18 h 22"/>
                <a:gd name="T38" fmla="*/ 9 w 26"/>
                <a:gd name="T39" fmla="*/ 20 h 22"/>
                <a:gd name="T40" fmla="*/ 11 w 26"/>
                <a:gd name="T41" fmla="*/ 18 h 22"/>
                <a:gd name="T42" fmla="*/ 9 w 26"/>
                <a:gd name="T43" fmla="*/ 16 h 22"/>
                <a:gd name="T44" fmla="*/ 11 w 26"/>
                <a:gd name="T45" fmla="*/ 16 h 22"/>
                <a:gd name="T46" fmla="*/ 15 w 26"/>
                <a:gd name="T47" fmla="*/ 14 h 22"/>
                <a:gd name="T48" fmla="*/ 15 w 26"/>
                <a:gd name="T49" fmla="*/ 13 h 22"/>
                <a:gd name="T50" fmla="*/ 18 w 26"/>
                <a:gd name="T51" fmla="*/ 13 h 22"/>
                <a:gd name="T52" fmla="*/ 20 w 26"/>
                <a:gd name="T53" fmla="*/ 11 h 22"/>
                <a:gd name="T54" fmla="*/ 24 w 26"/>
                <a:gd name="T55" fmla="*/ 11 h 22"/>
                <a:gd name="T56" fmla="*/ 22 w 26"/>
                <a:gd name="T57" fmla="*/ 7 h 22"/>
                <a:gd name="T58" fmla="*/ 22 w 26"/>
                <a:gd name="T59" fmla="*/ 7 h 22"/>
                <a:gd name="T60" fmla="*/ 26 w 26"/>
                <a:gd name="T61" fmla="*/ 7 h 22"/>
                <a:gd name="T62" fmla="*/ 22 w 26"/>
                <a:gd name="T63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22">
                  <a:moveTo>
                    <a:pt x="22" y="3"/>
                  </a:moveTo>
                  <a:lnTo>
                    <a:pt x="18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7" y="9"/>
                  </a:lnTo>
                  <a:lnTo>
                    <a:pt x="5" y="9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9" y="20"/>
                  </a:lnTo>
                  <a:lnTo>
                    <a:pt x="7" y="18"/>
                  </a:lnTo>
                  <a:lnTo>
                    <a:pt x="9" y="20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8" y="13"/>
                  </a:lnTo>
                  <a:lnTo>
                    <a:pt x="20" y="11"/>
                  </a:lnTo>
                  <a:lnTo>
                    <a:pt x="24" y="11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0" name="Freeform 6527">
              <a:extLst>
                <a:ext uri="{FF2B5EF4-FFF2-40B4-BE49-F238E27FC236}">
                  <a16:creationId xmlns:a16="http://schemas.microsoft.com/office/drawing/2014/main" id="{526C1477-38A2-4BB0-8F81-7324A8BF08A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494" y="1361"/>
              <a:ext cx="1593" cy="2390"/>
            </a:xfrm>
            <a:custGeom>
              <a:avLst/>
              <a:gdLst>
                <a:gd name="T0" fmla="*/ 743 w 856"/>
                <a:gd name="T1" fmla="*/ 809 h 1282"/>
                <a:gd name="T2" fmla="*/ 662 w 856"/>
                <a:gd name="T3" fmla="*/ 741 h 1282"/>
                <a:gd name="T4" fmla="*/ 552 w 856"/>
                <a:gd name="T5" fmla="*/ 737 h 1282"/>
                <a:gd name="T6" fmla="*/ 457 w 856"/>
                <a:gd name="T7" fmla="*/ 689 h 1282"/>
                <a:gd name="T8" fmla="*/ 398 w 856"/>
                <a:gd name="T9" fmla="*/ 617 h 1282"/>
                <a:gd name="T10" fmla="*/ 492 w 856"/>
                <a:gd name="T11" fmla="*/ 580 h 1282"/>
                <a:gd name="T12" fmla="*/ 561 w 856"/>
                <a:gd name="T13" fmla="*/ 537 h 1282"/>
                <a:gd name="T14" fmla="*/ 609 w 856"/>
                <a:gd name="T15" fmla="*/ 478 h 1282"/>
                <a:gd name="T16" fmla="*/ 672 w 856"/>
                <a:gd name="T17" fmla="*/ 448 h 1282"/>
                <a:gd name="T18" fmla="*/ 660 w 856"/>
                <a:gd name="T19" fmla="*/ 418 h 1282"/>
                <a:gd name="T20" fmla="*/ 713 w 856"/>
                <a:gd name="T21" fmla="*/ 387 h 1282"/>
                <a:gd name="T22" fmla="*/ 708 w 856"/>
                <a:gd name="T23" fmla="*/ 326 h 1282"/>
                <a:gd name="T24" fmla="*/ 660 w 856"/>
                <a:gd name="T25" fmla="*/ 293 h 1282"/>
                <a:gd name="T26" fmla="*/ 600 w 856"/>
                <a:gd name="T27" fmla="*/ 292 h 1282"/>
                <a:gd name="T28" fmla="*/ 562 w 856"/>
                <a:gd name="T29" fmla="*/ 333 h 1282"/>
                <a:gd name="T30" fmla="*/ 526 w 856"/>
                <a:gd name="T31" fmla="*/ 227 h 1282"/>
                <a:gd name="T32" fmla="*/ 597 w 856"/>
                <a:gd name="T33" fmla="*/ 196 h 1282"/>
                <a:gd name="T34" fmla="*/ 611 w 856"/>
                <a:gd name="T35" fmla="*/ 139 h 1282"/>
                <a:gd name="T36" fmla="*/ 575 w 856"/>
                <a:gd name="T37" fmla="*/ 142 h 1282"/>
                <a:gd name="T38" fmla="*/ 609 w 856"/>
                <a:gd name="T39" fmla="*/ 71 h 1282"/>
                <a:gd name="T40" fmla="*/ 559 w 856"/>
                <a:gd name="T41" fmla="*/ 135 h 1282"/>
                <a:gd name="T42" fmla="*/ 513 w 856"/>
                <a:gd name="T43" fmla="*/ 155 h 1282"/>
                <a:gd name="T44" fmla="*/ 454 w 856"/>
                <a:gd name="T45" fmla="*/ 160 h 1282"/>
                <a:gd name="T46" fmla="*/ 392 w 856"/>
                <a:gd name="T47" fmla="*/ 91 h 1282"/>
                <a:gd name="T48" fmla="*/ 326 w 856"/>
                <a:gd name="T49" fmla="*/ 79 h 1282"/>
                <a:gd name="T50" fmla="*/ 261 w 856"/>
                <a:gd name="T51" fmla="*/ 44 h 1282"/>
                <a:gd name="T52" fmla="*/ 188 w 856"/>
                <a:gd name="T53" fmla="*/ 10 h 1282"/>
                <a:gd name="T54" fmla="*/ 95 w 856"/>
                <a:gd name="T55" fmla="*/ 76 h 1282"/>
                <a:gd name="T56" fmla="*/ 72 w 856"/>
                <a:gd name="T57" fmla="*/ 130 h 1282"/>
                <a:gd name="T58" fmla="*/ 60 w 856"/>
                <a:gd name="T59" fmla="*/ 203 h 1282"/>
                <a:gd name="T60" fmla="*/ 1 w 856"/>
                <a:gd name="T61" fmla="*/ 257 h 1282"/>
                <a:gd name="T62" fmla="*/ 65 w 856"/>
                <a:gd name="T63" fmla="*/ 240 h 1282"/>
                <a:gd name="T64" fmla="*/ 138 w 856"/>
                <a:gd name="T65" fmla="*/ 187 h 1282"/>
                <a:gd name="T66" fmla="*/ 174 w 856"/>
                <a:gd name="T67" fmla="*/ 203 h 1282"/>
                <a:gd name="T68" fmla="*/ 216 w 856"/>
                <a:gd name="T69" fmla="*/ 274 h 1282"/>
                <a:gd name="T70" fmla="*/ 235 w 856"/>
                <a:gd name="T71" fmla="*/ 298 h 1282"/>
                <a:gd name="T72" fmla="*/ 231 w 856"/>
                <a:gd name="T73" fmla="*/ 357 h 1282"/>
                <a:gd name="T74" fmla="*/ 245 w 856"/>
                <a:gd name="T75" fmla="*/ 404 h 1282"/>
                <a:gd name="T76" fmla="*/ 264 w 856"/>
                <a:gd name="T77" fmla="*/ 555 h 1282"/>
                <a:gd name="T78" fmla="*/ 297 w 856"/>
                <a:gd name="T79" fmla="*/ 601 h 1282"/>
                <a:gd name="T80" fmla="*/ 331 w 856"/>
                <a:gd name="T81" fmla="*/ 633 h 1282"/>
                <a:gd name="T82" fmla="*/ 467 w 856"/>
                <a:gd name="T83" fmla="*/ 716 h 1282"/>
                <a:gd name="T84" fmla="*/ 536 w 856"/>
                <a:gd name="T85" fmla="*/ 785 h 1282"/>
                <a:gd name="T86" fmla="*/ 554 w 856"/>
                <a:gd name="T87" fmla="*/ 920 h 1282"/>
                <a:gd name="T88" fmla="*/ 592 w 856"/>
                <a:gd name="T89" fmla="*/ 1088 h 1282"/>
                <a:gd name="T90" fmla="*/ 594 w 856"/>
                <a:gd name="T91" fmla="*/ 1165 h 1282"/>
                <a:gd name="T92" fmla="*/ 592 w 856"/>
                <a:gd name="T93" fmla="*/ 1207 h 1282"/>
                <a:gd name="T94" fmla="*/ 622 w 856"/>
                <a:gd name="T95" fmla="*/ 1256 h 1282"/>
                <a:gd name="T96" fmla="*/ 635 w 856"/>
                <a:gd name="T97" fmla="*/ 1270 h 1282"/>
                <a:gd name="T98" fmla="*/ 648 w 856"/>
                <a:gd name="T99" fmla="*/ 1239 h 1282"/>
                <a:gd name="T100" fmla="*/ 655 w 856"/>
                <a:gd name="T101" fmla="*/ 1142 h 1282"/>
                <a:gd name="T102" fmla="*/ 738 w 856"/>
                <a:gd name="T103" fmla="*/ 1053 h 1282"/>
                <a:gd name="T104" fmla="*/ 830 w 856"/>
                <a:gd name="T105" fmla="*/ 903 h 1282"/>
                <a:gd name="T106" fmla="*/ 624 w 856"/>
                <a:gd name="T107" fmla="*/ 143 h 1282"/>
                <a:gd name="T108" fmla="*/ 72 w 856"/>
                <a:gd name="T109" fmla="*/ 131 h 1282"/>
                <a:gd name="T110" fmla="*/ 220 w 856"/>
                <a:gd name="T111" fmla="*/ 263 h 1282"/>
                <a:gd name="T112" fmla="*/ 231 w 856"/>
                <a:gd name="T113" fmla="*/ 276 h 1282"/>
                <a:gd name="T114" fmla="*/ 238 w 856"/>
                <a:gd name="T115" fmla="*/ 284 h 1282"/>
                <a:gd name="T116" fmla="*/ 245 w 856"/>
                <a:gd name="T117" fmla="*/ 350 h 1282"/>
                <a:gd name="T118" fmla="*/ 344 w 856"/>
                <a:gd name="T119" fmla="*/ 82 h 1282"/>
                <a:gd name="T120" fmla="*/ 602 w 856"/>
                <a:gd name="T121" fmla="*/ 1167 h 1282"/>
                <a:gd name="T122" fmla="*/ 620 w 856"/>
                <a:gd name="T123" fmla="*/ 1241 h 1282"/>
                <a:gd name="T124" fmla="*/ 647 w 856"/>
                <a:gd name="T125" fmla="*/ 1259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56" h="1282">
                  <a:moveTo>
                    <a:pt x="856" y="863"/>
                  </a:moveTo>
                  <a:cubicBezTo>
                    <a:pt x="856" y="859"/>
                    <a:pt x="856" y="859"/>
                    <a:pt x="856" y="859"/>
                  </a:cubicBezTo>
                  <a:cubicBezTo>
                    <a:pt x="855" y="858"/>
                    <a:pt x="855" y="858"/>
                    <a:pt x="855" y="858"/>
                  </a:cubicBezTo>
                  <a:cubicBezTo>
                    <a:pt x="855" y="857"/>
                    <a:pt x="855" y="857"/>
                    <a:pt x="855" y="857"/>
                  </a:cubicBezTo>
                  <a:cubicBezTo>
                    <a:pt x="852" y="851"/>
                    <a:pt x="852" y="851"/>
                    <a:pt x="852" y="851"/>
                  </a:cubicBezTo>
                  <a:cubicBezTo>
                    <a:pt x="852" y="850"/>
                    <a:pt x="852" y="850"/>
                    <a:pt x="852" y="850"/>
                  </a:cubicBezTo>
                  <a:cubicBezTo>
                    <a:pt x="852" y="847"/>
                    <a:pt x="852" y="847"/>
                    <a:pt x="852" y="847"/>
                  </a:cubicBezTo>
                  <a:cubicBezTo>
                    <a:pt x="847" y="845"/>
                    <a:pt x="847" y="845"/>
                    <a:pt x="847" y="845"/>
                  </a:cubicBezTo>
                  <a:cubicBezTo>
                    <a:pt x="844" y="845"/>
                    <a:pt x="844" y="845"/>
                    <a:pt x="844" y="845"/>
                  </a:cubicBezTo>
                  <a:cubicBezTo>
                    <a:pt x="842" y="845"/>
                    <a:pt x="842" y="845"/>
                    <a:pt x="842" y="845"/>
                  </a:cubicBezTo>
                  <a:cubicBezTo>
                    <a:pt x="841" y="844"/>
                    <a:pt x="841" y="844"/>
                    <a:pt x="841" y="844"/>
                  </a:cubicBezTo>
                  <a:cubicBezTo>
                    <a:pt x="839" y="843"/>
                    <a:pt x="839" y="843"/>
                    <a:pt x="839" y="843"/>
                  </a:cubicBezTo>
                  <a:cubicBezTo>
                    <a:pt x="838" y="842"/>
                    <a:pt x="838" y="842"/>
                    <a:pt x="838" y="842"/>
                  </a:cubicBezTo>
                  <a:cubicBezTo>
                    <a:pt x="835" y="841"/>
                    <a:pt x="835" y="841"/>
                    <a:pt x="835" y="841"/>
                  </a:cubicBezTo>
                  <a:cubicBezTo>
                    <a:pt x="834" y="840"/>
                    <a:pt x="834" y="840"/>
                    <a:pt x="834" y="840"/>
                  </a:cubicBezTo>
                  <a:cubicBezTo>
                    <a:pt x="831" y="837"/>
                    <a:pt x="831" y="837"/>
                    <a:pt x="831" y="837"/>
                  </a:cubicBezTo>
                  <a:cubicBezTo>
                    <a:pt x="828" y="833"/>
                    <a:pt x="828" y="833"/>
                    <a:pt x="828" y="833"/>
                  </a:cubicBezTo>
                  <a:cubicBezTo>
                    <a:pt x="826" y="833"/>
                    <a:pt x="826" y="833"/>
                    <a:pt x="826" y="833"/>
                  </a:cubicBezTo>
                  <a:cubicBezTo>
                    <a:pt x="825" y="831"/>
                    <a:pt x="825" y="831"/>
                    <a:pt x="825" y="831"/>
                  </a:cubicBezTo>
                  <a:cubicBezTo>
                    <a:pt x="823" y="831"/>
                    <a:pt x="823" y="831"/>
                    <a:pt x="823" y="831"/>
                  </a:cubicBezTo>
                  <a:cubicBezTo>
                    <a:pt x="818" y="828"/>
                    <a:pt x="818" y="828"/>
                    <a:pt x="818" y="828"/>
                  </a:cubicBezTo>
                  <a:cubicBezTo>
                    <a:pt x="816" y="828"/>
                    <a:pt x="816" y="828"/>
                    <a:pt x="816" y="828"/>
                  </a:cubicBezTo>
                  <a:cubicBezTo>
                    <a:pt x="814" y="827"/>
                    <a:pt x="814" y="827"/>
                    <a:pt x="814" y="827"/>
                  </a:cubicBezTo>
                  <a:cubicBezTo>
                    <a:pt x="812" y="828"/>
                    <a:pt x="812" y="828"/>
                    <a:pt x="812" y="828"/>
                  </a:cubicBezTo>
                  <a:cubicBezTo>
                    <a:pt x="810" y="828"/>
                    <a:pt x="810" y="828"/>
                    <a:pt x="810" y="828"/>
                  </a:cubicBezTo>
                  <a:cubicBezTo>
                    <a:pt x="809" y="827"/>
                    <a:pt x="809" y="827"/>
                    <a:pt x="809" y="827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7" y="829"/>
                    <a:pt x="807" y="829"/>
                    <a:pt x="807" y="829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4" y="826"/>
                    <a:pt x="804" y="826"/>
                    <a:pt x="804" y="826"/>
                  </a:cubicBezTo>
                  <a:cubicBezTo>
                    <a:pt x="804" y="827"/>
                    <a:pt x="804" y="827"/>
                    <a:pt x="804" y="827"/>
                  </a:cubicBezTo>
                  <a:cubicBezTo>
                    <a:pt x="803" y="826"/>
                    <a:pt x="803" y="826"/>
                    <a:pt x="803" y="826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7"/>
                    <a:pt x="802" y="827"/>
                    <a:pt x="802" y="827"/>
                  </a:cubicBezTo>
                  <a:cubicBezTo>
                    <a:pt x="799" y="826"/>
                    <a:pt x="799" y="826"/>
                    <a:pt x="799" y="826"/>
                  </a:cubicBezTo>
                  <a:cubicBezTo>
                    <a:pt x="800" y="827"/>
                    <a:pt x="800" y="827"/>
                    <a:pt x="800" y="827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97" y="827"/>
                    <a:pt x="797" y="827"/>
                    <a:pt x="797" y="827"/>
                  </a:cubicBezTo>
                  <a:cubicBezTo>
                    <a:pt x="796" y="826"/>
                    <a:pt x="796" y="826"/>
                    <a:pt x="796" y="826"/>
                  </a:cubicBezTo>
                  <a:cubicBezTo>
                    <a:pt x="791" y="824"/>
                    <a:pt x="791" y="824"/>
                    <a:pt x="791" y="824"/>
                  </a:cubicBezTo>
                  <a:cubicBezTo>
                    <a:pt x="789" y="825"/>
                    <a:pt x="789" y="825"/>
                    <a:pt x="789" y="825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8" y="826"/>
                    <a:pt x="788" y="826"/>
                    <a:pt x="788" y="826"/>
                  </a:cubicBezTo>
                  <a:cubicBezTo>
                    <a:pt x="788" y="827"/>
                    <a:pt x="788" y="827"/>
                    <a:pt x="788" y="827"/>
                  </a:cubicBezTo>
                  <a:cubicBezTo>
                    <a:pt x="786" y="827"/>
                    <a:pt x="786" y="827"/>
                    <a:pt x="786" y="827"/>
                  </a:cubicBezTo>
                  <a:cubicBezTo>
                    <a:pt x="786" y="828"/>
                    <a:pt x="786" y="828"/>
                    <a:pt x="786" y="828"/>
                  </a:cubicBezTo>
                  <a:cubicBezTo>
                    <a:pt x="785" y="827"/>
                    <a:pt x="785" y="827"/>
                    <a:pt x="785" y="827"/>
                  </a:cubicBezTo>
                  <a:cubicBezTo>
                    <a:pt x="784" y="828"/>
                    <a:pt x="784" y="828"/>
                    <a:pt x="784" y="828"/>
                  </a:cubicBezTo>
                  <a:cubicBezTo>
                    <a:pt x="784" y="826"/>
                    <a:pt x="784" y="826"/>
                    <a:pt x="784" y="826"/>
                  </a:cubicBezTo>
                  <a:cubicBezTo>
                    <a:pt x="785" y="826"/>
                    <a:pt x="785" y="826"/>
                    <a:pt x="785" y="826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5" y="823"/>
                    <a:pt x="785" y="823"/>
                    <a:pt x="785" y="823"/>
                  </a:cubicBezTo>
                  <a:cubicBezTo>
                    <a:pt x="782" y="821"/>
                    <a:pt x="782" y="821"/>
                    <a:pt x="782" y="821"/>
                  </a:cubicBezTo>
                  <a:cubicBezTo>
                    <a:pt x="781" y="819"/>
                    <a:pt x="781" y="819"/>
                    <a:pt x="781" y="819"/>
                  </a:cubicBezTo>
                  <a:cubicBezTo>
                    <a:pt x="780" y="819"/>
                    <a:pt x="780" y="819"/>
                    <a:pt x="780" y="819"/>
                  </a:cubicBezTo>
                  <a:cubicBezTo>
                    <a:pt x="778" y="819"/>
                    <a:pt x="778" y="819"/>
                    <a:pt x="778" y="819"/>
                  </a:cubicBezTo>
                  <a:cubicBezTo>
                    <a:pt x="777" y="820"/>
                    <a:pt x="777" y="820"/>
                    <a:pt x="777" y="820"/>
                  </a:cubicBezTo>
                  <a:cubicBezTo>
                    <a:pt x="776" y="820"/>
                    <a:pt x="776" y="820"/>
                    <a:pt x="776" y="820"/>
                  </a:cubicBezTo>
                  <a:cubicBezTo>
                    <a:pt x="776" y="819"/>
                    <a:pt x="776" y="819"/>
                    <a:pt x="776" y="819"/>
                  </a:cubicBezTo>
                  <a:cubicBezTo>
                    <a:pt x="775" y="819"/>
                    <a:pt x="775" y="819"/>
                    <a:pt x="775" y="819"/>
                  </a:cubicBezTo>
                  <a:cubicBezTo>
                    <a:pt x="775" y="818"/>
                    <a:pt x="775" y="818"/>
                    <a:pt x="775" y="818"/>
                  </a:cubicBezTo>
                  <a:cubicBezTo>
                    <a:pt x="774" y="817"/>
                    <a:pt x="774" y="817"/>
                    <a:pt x="774" y="817"/>
                  </a:cubicBezTo>
                  <a:cubicBezTo>
                    <a:pt x="773" y="817"/>
                    <a:pt x="773" y="817"/>
                    <a:pt x="773" y="817"/>
                  </a:cubicBezTo>
                  <a:cubicBezTo>
                    <a:pt x="772" y="816"/>
                    <a:pt x="772" y="816"/>
                    <a:pt x="772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0" y="816"/>
                    <a:pt x="770" y="816"/>
                    <a:pt x="770" y="816"/>
                  </a:cubicBezTo>
                  <a:cubicBezTo>
                    <a:pt x="769" y="814"/>
                    <a:pt x="769" y="814"/>
                    <a:pt x="769" y="814"/>
                  </a:cubicBezTo>
                  <a:cubicBezTo>
                    <a:pt x="768" y="815"/>
                    <a:pt x="768" y="815"/>
                    <a:pt x="768" y="815"/>
                  </a:cubicBezTo>
                  <a:cubicBezTo>
                    <a:pt x="767" y="815"/>
                    <a:pt x="767" y="815"/>
                    <a:pt x="767" y="815"/>
                  </a:cubicBezTo>
                  <a:cubicBezTo>
                    <a:pt x="765" y="813"/>
                    <a:pt x="765" y="813"/>
                    <a:pt x="765" y="813"/>
                  </a:cubicBezTo>
                  <a:cubicBezTo>
                    <a:pt x="763" y="813"/>
                    <a:pt x="763" y="813"/>
                    <a:pt x="763" y="813"/>
                  </a:cubicBezTo>
                  <a:cubicBezTo>
                    <a:pt x="763" y="814"/>
                    <a:pt x="763" y="814"/>
                    <a:pt x="763" y="814"/>
                  </a:cubicBezTo>
                  <a:cubicBezTo>
                    <a:pt x="762" y="813"/>
                    <a:pt x="762" y="813"/>
                    <a:pt x="762" y="813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60" y="814"/>
                    <a:pt x="760" y="814"/>
                    <a:pt x="760" y="814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58" y="813"/>
                    <a:pt x="758" y="813"/>
                    <a:pt x="758" y="813"/>
                  </a:cubicBezTo>
                  <a:cubicBezTo>
                    <a:pt x="756" y="814"/>
                    <a:pt x="756" y="814"/>
                    <a:pt x="756" y="814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4" y="818"/>
                    <a:pt x="754" y="818"/>
                    <a:pt x="754" y="818"/>
                  </a:cubicBezTo>
                  <a:cubicBezTo>
                    <a:pt x="752" y="819"/>
                    <a:pt x="752" y="819"/>
                    <a:pt x="752" y="819"/>
                  </a:cubicBezTo>
                  <a:cubicBezTo>
                    <a:pt x="752" y="817"/>
                    <a:pt x="752" y="817"/>
                    <a:pt x="752" y="817"/>
                  </a:cubicBezTo>
                  <a:cubicBezTo>
                    <a:pt x="754" y="815"/>
                    <a:pt x="754" y="815"/>
                    <a:pt x="754" y="815"/>
                  </a:cubicBezTo>
                  <a:cubicBezTo>
                    <a:pt x="754" y="813"/>
                    <a:pt x="754" y="813"/>
                    <a:pt x="754" y="813"/>
                  </a:cubicBezTo>
                  <a:cubicBezTo>
                    <a:pt x="755" y="812"/>
                    <a:pt x="755" y="812"/>
                    <a:pt x="755" y="812"/>
                  </a:cubicBezTo>
                  <a:cubicBezTo>
                    <a:pt x="755" y="810"/>
                    <a:pt x="755" y="810"/>
                    <a:pt x="755" y="810"/>
                  </a:cubicBezTo>
                  <a:cubicBezTo>
                    <a:pt x="753" y="810"/>
                    <a:pt x="753" y="810"/>
                    <a:pt x="753" y="810"/>
                  </a:cubicBezTo>
                  <a:cubicBezTo>
                    <a:pt x="751" y="809"/>
                    <a:pt x="751" y="809"/>
                    <a:pt x="751" y="809"/>
                  </a:cubicBezTo>
                  <a:cubicBezTo>
                    <a:pt x="749" y="809"/>
                    <a:pt x="749" y="809"/>
                    <a:pt x="749" y="809"/>
                  </a:cubicBezTo>
                  <a:cubicBezTo>
                    <a:pt x="748" y="809"/>
                    <a:pt x="748" y="809"/>
                    <a:pt x="748" y="809"/>
                  </a:cubicBezTo>
                  <a:cubicBezTo>
                    <a:pt x="749" y="808"/>
                    <a:pt x="749" y="808"/>
                    <a:pt x="749" y="808"/>
                  </a:cubicBezTo>
                  <a:cubicBezTo>
                    <a:pt x="747" y="807"/>
                    <a:pt x="747" y="807"/>
                    <a:pt x="747" y="807"/>
                  </a:cubicBezTo>
                  <a:cubicBezTo>
                    <a:pt x="746" y="807"/>
                    <a:pt x="746" y="807"/>
                    <a:pt x="746" y="807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6" y="810"/>
                    <a:pt x="746" y="810"/>
                    <a:pt x="746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5" y="810"/>
                    <a:pt x="745" y="810"/>
                    <a:pt x="745" y="810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0" y="809"/>
                    <a:pt x="740" y="809"/>
                    <a:pt x="740" y="809"/>
                  </a:cubicBezTo>
                  <a:cubicBezTo>
                    <a:pt x="740" y="808"/>
                    <a:pt x="740" y="808"/>
                    <a:pt x="740" y="808"/>
                  </a:cubicBezTo>
                  <a:cubicBezTo>
                    <a:pt x="741" y="808"/>
                    <a:pt x="741" y="808"/>
                    <a:pt x="741" y="808"/>
                  </a:cubicBezTo>
                  <a:cubicBezTo>
                    <a:pt x="743" y="808"/>
                    <a:pt x="743" y="808"/>
                    <a:pt x="743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5" y="806"/>
                    <a:pt x="745" y="806"/>
                    <a:pt x="745" y="806"/>
                  </a:cubicBezTo>
                  <a:cubicBezTo>
                    <a:pt x="744" y="805"/>
                    <a:pt x="744" y="805"/>
                    <a:pt x="744" y="805"/>
                  </a:cubicBezTo>
                  <a:cubicBezTo>
                    <a:pt x="742" y="806"/>
                    <a:pt x="742" y="806"/>
                    <a:pt x="742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2" y="805"/>
                    <a:pt x="742" y="805"/>
                    <a:pt x="742" y="805"/>
                  </a:cubicBezTo>
                  <a:cubicBezTo>
                    <a:pt x="743" y="804"/>
                    <a:pt x="743" y="804"/>
                    <a:pt x="743" y="804"/>
                  </a:cubicBezTo>
                  <a:cubicBezTo>
                    <a:pt x="744" y="802"/>
                    <a:pt x="744" y="802"/>
                    <a:pt x="744" y="802"/>
                  </a:cubicBezTo>
                  <a:cubicBezTo>
                    <a:pt x="742" y="802"/>
                    <a:pt x="742" y="802"/>
                    <a:pt x="742" y="802"/>
                  </a:cubicBezTo>
                  <a:cubicBezTo>
                    <a:pt x="741" y="803"/>
                    <a:pt x="741" y="803"/>
                    <a:pt x="741" y="803"/>
                  </a:cubicBezTo>
                  <a:cubicBezTo>
                    <a:pt x="740" y="803"/>
                    <a:pt x="740" y="803"/>
                    <a:pt x="740" y="803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39" y="806"/>
                    <a:pt x="739" y="806"/>
                    <a:pt x="739" y="806"/>
                  </a:cubicBezTo>
                  <a:cubicBezTo>
                    <a:pt x="738" y="806"/>
                    <a:pt x="738" y="806"/>
                    <a:pt x="738" y="806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7" y="808"/>
                    <a:pt x="737" y="808"/>
                    <a:pt x="737" y="808"/>
                  </a:cubicBezTo>
                  <a:cubicBezTo>
                    <a:pt x="736" y="808"/>
                    <a:pt x="736" y="808"/>
                    <a:pt x="736" y="808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4" y="810"/>
                    <a:pt x="734" y="810"/>
                    <a:pt x="734" y="810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2" y="812"/>
                    <a:pt x="732" y="812"/>
                    <a:pt x="732" y="812"/>
                  </a:cubicBezTo>
                  <a:cubicBezTo>
                    <a:pt x="733" y="810"/>
                    <a:pt x="733" y="810"/>
                    <a:pt x="733" y="810"/>
                  </a:cubicBezTo>
                  <a:cubicBezTo>
                    <a:pt x="733" y="809"/>
                    <a:pt x="733" y="809"/>
                    <a:pt x="733" y="809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6" y="807"/>
                    <a:pt x="736" y="807"/>
                    <a:pt x="736" y="807"/>
                  </a:cubicBezTo>
                  <a:cubicBezTo>
                    <a:pt x="738" y="807"/>
                    <a:pt x="738" y="807"/>
                    <a:pt x="738" y="807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43" y="801"/>
                    <a:pt x="743" y="801"/>
                    <a:pt x="743" y="801"/>
                  </a:cubicBezTo>
                  <a:cubicBezTo>
                    <a:pt x="743" y="800"/>
                    <a:pt x="743" y="800"/>
                    <a:pt x="743" y="800"/>
                  </a:cubicBezTo>
                  <a:cubicBezTo>
                    <a:pt x="744" y="799"/>
                    <a:pt x="744" y="799"/>
                    <a:pt x="744" y="799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4" y="797"/>
                    <a:pt x="744" y="797"/>
                    <a:pt x="744" y="797"/>
                  </a:cubicBezTo>
                  <a:cubicBezTo>
                    <a:pt x="744" y="795"/>
                    <a:pt x="744" y="795"/>
                    <a:pt x="744" y="795"/>
                  </a:cubicBezTo>
                  <a:cubicBezTo>
                    <a:pt x="742" y="794"/>
                    <a:pt x="742" y="794"/>
                    <a:pt x="742" y="794"/>
                  </a:cubicBezTo>
                  <a:cubicBezTo>
                    <a:pt x="741" y="794"/>
                    <a:pt x="741" y="794"/>
                    <a:pt x="741" y="794"/>
                  </a:cubicBezTo>
                  <a:cubicBezTo>
                    <a:pt x="742" y="793"/>
                    <a:pt x="742" y="793"/>
                    <a:pt x="742" y="793"/>
                  </a:cubicBezTo>
                  <a:cubicBezTo>
                    <a:pt x="740" y="791"/>
                    <a:pt x="740" y="791"/>
                    <a:pt x="740" y="791"/>
                  </a:cubicBezTo>
                  <a:cubicBezTo>
                    <a:pt x="739" y="789"/>
                    <a:pt x="739" y="789"/>
                    <a:pt x="739" y="789"/>
                  </a:cubicBezTo>
                  <a:cubicBezTo>
                    <a:pt x="738" y="790"/>
                    <a:pt x="738" y="790"/>
                    <a:pt x="738" y="790"/>
                  </a:cubicBezTo>
                  <a:cubicBezTo>
                    <a:pt x="737" y="787"/>
                    <a:pt x="737" y="787"/>
                    <a:pt x="737" y="787"/>
                  </a:cubicBezTo>
                  <a:cubicBezTo>
                    <a:pt x="735" y="785"/>
                    <a:pt x="735" y="785"/>
                    <a:pt x="735" y="785"/>
                  </a:cubicBezTo>
                  <a:cubicBezTo>
                    <a:pt x="734" y="782"/>
                    <a:pt x="734" y="782"/>
                    <a:pt x="734" y="782"/>
                  </a:cubicBezTo>
                  <a:cubicBezTo>
                    <a:pt x="734" y="781"/>
                    <a:pt x="734" y="781"/>
                    <a:pt x="734" y="781"/>
                  </a:cubicBezTo>
                  <a:cubicBezTo>
                    <a:pt x="734" y="779"/>
                    <a:pt x="734" y="779"/>
                    <a:pt x="734" y="779"/>
                  </a:cubicBezTo>
                  <a:cubicBezTo>
                    <a:pt x="733" y="779"/>
                    <a:pt x="733" y="779"/>
                    <a:pt x="733" y="779"/>
                  </a:cubicBezTo>
                  <a:cubicBezTo>
                    <a:pt x="733" y="777"/>
                    <a:pt x="733" y="777"/>
                    <a:pt x="733" y="777"/>
                  </a:cubicBezTo>
                  <a:cubicBezTo>
                    <a:pt x="732" y="775"/>
                    <a:pt x="732" y="775"/>
                    <a:pt x="732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29" y="773"/>
                    <a:pt x="729" y="773"/>
                    <a:pt x="729" y="773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3"/>
                    <a:pt x="728" y="773"/>
                    <a:pt x="728" y="773"/>
                  </a:cubicBezTo>
                  <a:cubicBezTo>
                    <a:pt x="725" y="770"/>
                    <a:pt x="725" y="770"/>
                    <a:pt x="725" y="770"/>
                  </a:cubicBezTo>
                  <a:cubicBezTo>
                    <a:pt x="724" y="769"/>
                    <a:pt x="724" y="769"/>
                    <a:pt x="724" y="769"/>
                  </a:cubicBezTo>
                  <a:cubicBezTo>
                    <a:pt x="723" y="768"/>
                    <a:pt x="723" y="768"/>
                    <a:pt x="723" y="768"/>
                  </a:cubicBezTo>
                  <a:cubicBezTo>
                    <a:pt x="718" y="767"/>
                    <a:pt x="718" y="767"/>
                    <a:pt x="718" y="767"/>
                  </a:cubicBezTo>
                  <a:cubicBezTo>
                    <a:pt x="716" y="766"/>
                    <a:pt x="716" y="766"/>
                    <a:pt x="716" y="766"/>
                  </a:cubicBezTo>
                  <a:cubicBezTo>
                    <a:pt x="714" y="765"/>
                    <a:pt x="714" y="765"/>
                    <a:pt x="714" y="765"/>
                  </a:cubicBezTo>
                  <a:cubicBezTo>
                    <a:pt x="713" y="766"/>
                    <a:pt x="713" y="766"/>
                    <a:pt x="713" y="766"/>
                  </a:cubicBezTo>
                  <a:cubicBezTo>
                    <a:pt x="713" y="764"/>
                    <a:pt x="713" y="764"/>
                    <a:pt x="713" y="764"/>
                  </a:cubicBezTo>
                  <a:cubicBezTo>
                    <a:pt x="711" y="764"/>
                    <a:pt x="711" y="764"/>
                    <a:pt x="711" y="764"/>
                  </a:cubicBezTo>
                  <a:cubicBezTo>
                    <a:pt x="709" y="763"/>
                    <a:pt x="709" y="763"/>
                    <a:pt x="709" y="763"/>
                  </a:cubicBezTo>
                  <a:cubicBezTo>
                    <a:pt x="706" y="762"/>
                    <a:pt x="706" y="762"/>
                    <a:pt x="706" y="762"/>
                  </a:cubicBezTo>
                  <a:cubicBezTo>
                    <a:pt x="704" y="762"/>
                    <a:pt x="704" y="762"/>
                    <a:pt x="704" y="762"/>
                  </a:cubicBezTo>
                  <a:cubicBezTo>
                    <a:pt x="703" y="763"/>
                    <a:pt x="703" y="763"/>
                    <a:pt x="703" y="763"/>
                  </a:cubicBezTo>
                  <a:cubicBezTo>
                    <a:pt x="701" y="763"/>
                    <a:pt x="701" y="763"/>
                    <a:pt x="701" y="763"/>
                  </a:cubicBezTo>
                  <a:cubicBezTo>
                    <a:pt x="698" y="763"/>
                    <a:pt x="698" y="763"/>
                    <a:pt x="698" y="763"/>
                  </a:cubicBezTo>
                  <a:cubicBezTo>
                    <a:pt x="696" y="762"/>
                    <a:pt x="696" y="762"/>
                    <a:pt x="696" y="762"/>
                  </a:cubicBezTo>
                  <a:cubicBezTo>
                    <a:pt x="692" y="762"/>
                    <a:pt x="692" y="762"/>
                    <a:pt x="692" y="762"/>
                  </a:cubicBezTo>
                  <a:cubicBezTo>
                    <a:pt x="690" y="763"/>
                    <a:pt x="690" y="763"/>
                    <a:pt x="690" y="763"/>
                  </a:cubicBezTo>
                  <a:cubicBezTo>
                    <a:pt x="690" y="762"/>
                    <a:pt x="690" y="762"/>
                    <a:pt x="690" y="762"/>
                  </a:cubicBezTo>
                  <a:cubicBezTo>
                    <a:pt x="690" y="761"/>
                    <a:pt x="690" y="761"/>
                    <a:pt x="690" y="761"/>
                  </a:cubicBezTo>
                  <a:cubicBezTo>
                    <a:pt x="687" y="760"/>
                    <a:pt x="687" y="760"/>
                    <a:pt x="687" y="760"/>
                  </a:cubicBezTo>
                  <a:cubicBezTo>
                    <a:pt x="684" y="757"/>
                    <a:pt x="684" y="757"/>
                    <a:pt x="684" y="757"/>
                  </a:cubicBezTo>
                  <a:cubicBezTo>
                    <a:pt x="683" y="756"/>
                    <a:pt x="683" y="756"/>
                    <a:pt x="683" y="756"/>
                  </a:cubicBezTo>
                  <a:cubicBezTo>
                    <a:pt x="681" y="757"/>
                    <a:pt x="681" y="757"/>
                    <a:pt x="681" y="757"/>
                  </a:cubicBezTo>
                  <a:cubicBezTo>
                    <a:pt x="680" y="757"/>
                    <a:pt x="680" y="757"/>
                    <a:pt x="680" y="757"/>
                  </a:cubicBezTo>
                  <a:cubicBezTo>
                    <a:pt x="679" y="758"/>
                    <a:pt x="679" y="758"/>
                    <a:pt x="679" y="758"/>
                  </a:cubicBezTo>
                  <a:cubicBezTo>
                    <a:pt x="679" y="757"/>
                    <a:pt x="679" y="757"/>
                    <a:pt x="679" y="757"/>
                  </a:cubicBezTo>
                  <a:cubicBezTo>
                    <a:pt x="680" y="755"/>
                    <a:pt x="680" y="755"/>
                    <a:pt x="680" y="755"/>
                  </a:cubicBezTo>
                  <a:cubicBezTo>
                    <a:pt x="679" y="752"/>
                    <a:pt x="679" y="752"/>
                    <a:pt x="679" y="752"/>
                  </a:cubicBezTo>
                  <a:cubicBezTo>
                    <a:pt x="678" y="751"/>
                    <a:pt x="678" y="751"/>
                    <a:pt x="678" y="751"/>
                  </a:cubicBezTo>
                  <a:cubicBezTo>
                    <a:pt x="675" y="750"/>
                    <a:pt x="675" y="750"/>
                    <a:pt x="675" y="750"/>
                  </a:cubicBezTo>
                  <a:cubicBezTo>
                    <a:pt x="673" y="748"/>
                    <a:pt x="673" y="748"/>
                    <a:pt x="673" y="748"/>
                  </a:cubicBezTo>
                  <a:cubicBezTo>
                    <a:pt x="673" y="746"/>
                    <a:pt x="673" y="746"/>
                    <a:pt x="673" y="746"/>
                  </a:cubicBezTo>
                  <a:cubicBezTo>
                    <a:pt x="671" y="745"/>
                    <a:pt x="671" y="745"/>
                    <a:pt x="671" y="745"/>
                  </a:cubicBezTo>
                  <a:cubicBezTo>
                    <a:pt x="670" y="745"/>
                    <a:pt x="670" y="745"/>
                    <a:pt x="670" y="745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6" y="743"/>
                    <a:pt x="666" y="743"/>
                    <a:pt x="666" y="743"/>
                  </a:cubicBezTo>
                  <a:cubicBezTo>
                    <a:pt x="665" y="743"/>
                    <a:pt x="665" y="743"/>
                    <a:pt x="665" y="743"/>
                  </a:cubicBezTo>
                  <a:cubicBezTo>
                    <a:pt x="664" y="743"/>
                    <a:pt x="664" y="743"/>
                    <a:pt x="664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0" y="743"/>
                    <a:pt x="660" y="743"/>
                    <a:pt x="660" y="743"/>
                  </a:cubicBezTo>
                  <a:cubicBezTo>
                    <a:pt x="659" y="743"/>
                    <a:pt x="659" y="743"/>
                    <a:pt x="659" y="743"/>
                  </a:cubicBezTo>
                  <a:cubicBezTo>
                    <a:pt x="660" y="742"/>
                    <a:pt x="660" y="742"/>
                    <a:pt x="660" y="742"/>
                  </a:cubicBezTo>
                  <a:cubicBezTo>
                    <a:pt x="662" y="741"/>
                    <a:pt x="662" y="741"/>
                    <a:pt x="662" y="741"/>
                  </a:cubicBezTo>
                  <a:cubicBezTo>
                    <a:pt x="662" y="740"/>
                    <a:pt x="662" y="740"/>
                    <a:pt x="662" y="740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7"/>
                    <a:pt x="661" y="737"/>
                    <a:pt x="661" y="737"/>
                  </a:cubicBezTo>
                  <a:cubicBezTo>
                    <a:pt x="658" y="736"/>
                    <a:pt x="658" y="736"/>
                    <a:pt x="658" y="736"/>
                  </a:cubicBezTo>
                  <a:cubicBezTo>
                    <a:pt x="656" y="736"/>
                    <a:pt x="656" y="736"/>
                    <a:pt x="656" y="736"/>
                  </a:cubicBezTo>
                  <a:cubicBezTo>
                    <a:pt x="655" y="735"/>
                    <a:pt x="655" y="735"/>
                    <a:pt x="655" y="735"/>
                  </a:cubicBezTo>
                  <a:cubicBezTo>
                    <a:pt x="654" y="734"/>
                    <a:pt x="654" y="734"/>
                    <a:pt x="654" y="734"/>
                  </a:cubicBezTo>
                  <a:cubicBezTo>
                    <a:pt x="653" y="734"/>
                    <a:pt x="653" y="734"/>
                    <a:pt x="653" y="734"/>
                  </a:cubicBezTo>
                  <a:cubicBezTo>
                    <a:pt x="652" y="734"/>
                    <a:pt x="652" y="734"/>
                    <a:pt x="652" y="734"/>
                  </a:cubicBezTo>
                  <a:cubicBezTo>
                    <a:pt x="651" y="733"/>
                    <a:pt x="651" y="733"/>
                    <a:pt x="651" y="733"/>
                  </a:cubicBezTo>
                  <a:cubicBezTo>
                    <a:pt x="649" y="733"/>
                    <a:pt x="649" y="733"/>
                    <a:pt x="649" y="733"/>
                  </a:cubicBezTo>
                  <a:cubicBezTo>
                    <a:pt x="649" y="732"/>
                    <a:pt x="649" y="732"/>
                    <a:pt x="649" y="732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51" y="731"/>
                    <a:pt x="651" y="731"/>
                    <a:pt x="651" y="731"/>
                  </a:cubicBezTo>
                  <a:cubicBezTo>
                    <a:pt x="652" y="730"/>
                    <a:pt x="652" y="730"/>
                    <a:pt x="652" y="730"/>
                  </a:cubicBezTo>
                  <a:cubicBezTo>
                    <a:pt x="654" y="730"/>
                    <a:pt x="654" y="730"/>
                    <a:pt x="654" y="730"/>
                  </a:cubicBezTo>
                  <a:cubicBezTo>
                    <a:pt x="655" y="727"/>
                    <a:pt x="655" y="727"/>
                    <a:pt x="655" y="727"/>
                  </a:cubicBezTo>
                  <a:cubicBezTo>
                    <a:pt x="652" y="728"/>
                    <a:pt x="652" y="728"/>
                    <a:pt x="652" y="728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6" y="727"/>
                    <a:pt x="646" y="727"/>
                    <a:pt x="646" y="727"/>
                  </a:cubicBezTo>
                  <a:cubicBezTo>
                    <a:pt x="645" y="727"/>
                    <a:pt x="645" y="727"/>
                    <a:pt x="645" y="727"/>
                  </a:cubicBezTo>
                  <a:cubicBezTo>
                    <a:pt x="641" y="728"/>
                    <a:pt x="641" y="728"/>
                    <a:pt x="641" y="728"/>
                  </a:cubicBezTo>
                  <a:cubicBezTo>
                    <a:pt x="640" y="728"/>
                    <a:pt x="640" y="728"/>
                    <a:pt x="640" y="728"/>
                  </a:cubicBezTo>
                  <a:cubicBezTo>
                    <a:pt x="639" y="728"/>
                    <a:pt x="639" y="728"/>
                    <a:pt x="639" y="728"/>
                  </a:cubicBezTo>
                  <a:cubicBezTo>
                    <a:pt x="636" y="730"/>
                    <a:pt x="636" y="730"/>
                    <a:pt x="636" y="730"/>
                  </a:cubicBezTo>
                  <a:cubicBezTo>
                    <a:pt x="634" y="730"/>
                    <a:pt x="634" y="730"/>
                    <a:pt x="634" y="730"/>
                  </a:cubicBezTo>
                  <a:cubicBezTo>
                    <a:pt x="633" y="731"/>
                    <a:pt x="633" y="731"/>
                    <a:pt x="633" y="731"/>
                  </a:cubicBezTo>
                  <a:cubicBezTo>
                    <a:pt x="632" y="732"/>
                    <a:pt x="632" y="732"/>
                    <a:pt x="632" y="732"/>
                  </a:cubicBezTo>
                  <a:cubicBezTo>
                    <a:pt x="630" y="732"/>
                    <a:pt x="630" y="732"/>
                    <a:pt x="630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5" y="729"/>
                    <a:pt x="625" y="729"/>
                    <a:pt x="625" y="729"/>
                  </a:cubicBezTo>
                  <a:cubicBezTo>
                    <a:pt x="623" y="729"/>
                    <a:pt x="623" y="729"/>
                    <a:pt x="623" y="729"/>
                  </a:cubicBezTo>
                  <a:cubicBezTo>
                    <a:pt x="620" y="729"/>
                    <a:pt x="620" y="729"/>
                    <a:pt x="620" y="729"/>
                  </a:cubicBezTo>
                  <a:cubicBezTo>
                    <a:pt x="613" y="730"/>
                    <a:pt x="613" y="730"/>
                    <a:pt x="613" y="730"/>
                  </a:cubicBezTo>
                  <a:cubicBezTo>
                    <a:pt x="610" y="730"/>
                    <a:pt x="610" y="730"/>
                    <a:pt x="610" y="730"/>
                  </a:cubicBezTo>
                  <a:cubicBezTo>
                    <a:pt x="609" y="729"/>
                    <a:pt x="609" y="729"/>
                    <a:pt x="609" y="729"/>
                  </a:cubicBezTo>
                  <a:cubicBezTo>
                    <a:pt x="608" y="729"/>
                    <a:pt x="608" y="729"/>
                    <a:pt x="608" y="729"/>
                  </a:cubicBezTo>
                  <a:cubicBezTo>
                    <a:pt x="608" y="728"/>
                    <a:pt x="608" y="728"/>
                    <a:pt x="608" y="728"/>
                  </a:cubicBezTo>
                  <a:cubicBezTo>
                    <a:pt x="609" y="728"/>
                    <a:pt x="609" y="728"/>
                    <a:pt x="609" y="728"/>
                  </a:cubicBezTo>
                  <a:cubicBezTo>
                    <a:pt x="609" y="726"/>
                    <a:pt x="609" y="726"/>
                    <a:pt x="609" y="726"/>
                  </a:cubicBezTo>
                  <a:cubicBezTo>
                    <a:pt x="607" y="724"/>
                    <a:pt x="607" y="724"/>
                    <a:pt x="607" y="724"/>
                  </a:cubicBezTo>
                  <a:cubicBezTo>
                    <a:pt x="605" y="723"/>
                    <a:pt x="605" y="723"/>
                    <a:pt x="605" y="723"/>
                  </a:cubicBezTo>
                  <a:cubicBezTo>
                    <a:pt x="602" y="723"/>
                    <a:pt x="602" y="723"/>
                    <a:pt x="602" y="723"/>
                  </a:cubicBezTo>
                  <a:cubicBezTo>
                    <a:pt x="601" y="723"/>
                    <a:pt x="601" y="723"/>
                    <a:pt x="601" y="723"/>
                  </a:cubicBezTo>
                  <a:cubicBezTo>
                    <a:pt x="599" y="722"/>
                    <a:pt x="599" y="722"/>
                    <a:pt x="599" y="722"/>
                  </a:cubicBezTo>
                  <a:cubicBezTo>
                    <a:pt x="598" y="723"/>
                    <a:pt x="598" y="723"/>
                    <a:pt x="598" y="723"/>
                  </a:cubicBezTo>
                  <a:cubicBezTo>
                    <a:pt x="597" y="721"/>
                    <a:pt x="597" y="721"/>
                    <a:pt x="597" y="721"/>
                  </a:cubicBezTo>
                  <a:cubicBezTo>
                    <a:pt x="597" y="719"/>
                    <a:pt x="597" y="719"/>
                    <a:pt x="597" y="719"/>
                  </a:cubicBezTo>
                  <a:cubicBezTo>
                    <a:pt x="597" y="717"/>
                    <a:pt x="597" y="717"/>
                    <a:pt x="597" y="717"/>
                  </a:cubicBezTo>
                  <a:cubicBezTo>
                    <a:pt x="596" y="716"/>
                    <a:pt x="596" y="716"/>
                    <a:pt x="596" y="716"/>
                  </a:cubicBezTo>
                  <a:cubicBezTo>
                    <a:pt x="593" y="717"/>
                    <a:pt x="593" y="717"/>
                    <a:pt x="593" y="717"/>
                  </a:cubicBezTo>
                  <a:cubicBezTo>
                    <a:pt x="591" y="720"/>
                    <a:pt x="591" y="720"/>
                    <a:pt x="591" y="720"/>
                  </a:cubicBezTo>
                  <a:cubicBezTo>
                    <a:pt x="591" y="722"/>
                    <a:pt x="591" y="722"/>
                    <a:pt x="591" y="722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4"/>
                    <a:pt x="592" y="724"/>
                    <a:pt x="592" y="724"/>
                  </a:cubicBezTo>
                  <a:cubicBezTo>
                    <a:pt x="591" y="724"/>
                    <a:pt x="591" y="724"/>
                    <a:pt x="591" y="724"/>
                  </a:cubicBezTo>
                  <a:cubicBezTo>
                    <a:pt x="587" y="725"/>
                    <a:pt x="587" y="725"/>
                    <a:pt x="587" y="725"/>
                  </a:cubicBezTo>
                  <a:cubicBezTo>
                    <a:pt x="584" y="726"/>
                    <a:pt x="584" y="726"/>
                    <a:pt x="584" y="726"/>
                  </a:cubicBezTo>
                  <a:cubicBezTo>
                    <a:pt x="583" y="728"/>
                    <a:pt x="583" y="728"/>
                    <a:pt x="583" y="728"/>
                  </a:cubicBezTo>
                  <a:cubicBezTo>
                    <a:pt x="582" y="727"/>
                    <a:pt x="582" y="727"/>
                    <a:pt x="582" y="727"/>
                  </a:cubicBezTo>
                  <a:cubicBezTo>
                    <a:pt x="582" y="726"/>
                    <a:pt x="582" y="726"/>
                    <a:pt x="582" y="726"/>
                  </a:cubicBezTo>
                  <a:cubicBezTo>
                    <a:pt x="582" y="725"/>
                    <a:pt x="582" y="725"/>
                    <a:pt x="582" y="725"/>
                  </a:cubicBezTo>
                  <a:cubicBezTo>
                    <a:pt x="581" y="724"/>
                    <a:pt x="581" y="724"/>
                    <a:pt x="581" y="724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2" y="722"/>
                    <a:pt x="582" y="722"/>
                    <a:pt x="582" y="722"/>
                  </a:cubicBezTo>
                  <a:cubicBezTo>
                    <a:pt x="584" y="722"/>
                    <a:pt x="584" y="722"/>
                    <a:pt x="584" y="722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7" y="719"/>
                    <a:pt x="587" y="719"/>
                    <a:pt x="587" y="719"/>
                  </a:cubicBezTo>
                  <a:cubicBezTo>
                    <a:pt x="587" y="718"/>
                    <a:pt x="587" y="718"/>
                    <a:pt x="587" y="718"/>
                  </a:cubicBezTo>
                  <a:cubicBezTo>
                    <a:pt x="586" y="716"/>
                    <a:pt x="586" y="716"/>
                    <a:pt x="586" y="716"/>
                  </a:cubicBezTo>
                  <a:cubicBezTo>
                    <a:pt x="583" y="715"/>
                    <a:pt x="583" y="715"/>
                    <a:pt x="583" y="715"/>
                  </a:cubicBezTo>
                  <a:cubicBezTo>
                    <a:pt x="582" y="715"/>
                    <a:pt x="582" y="715"/>
                    <a:pt x="582" y="715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0" y="716"/>
                    <a:pt x="580" y="716"/>
                    <a:pt x="580" y="716"/>
                  </a:cubicBezTo>
                  <a:cubicBezTo>
                    <a:pt x="580" y="717"/>
                    <a:pt x="580" y="717"/>
                    <a:pt x="580" y="717"/>
                  </a:cubicBezTo>
                  <a:cubicBezTo>
                    <a:pt x="579" y="716"/>
                    <a:pt x="579" y="716"/>
                    <a:pt x="579" y="716"/>
                  </a:cubicBezTo>
                  <a:cubicBezTo>
                    <a:pt x="577" y="717"/>
                    <a:pt x="577" y="717"/>
                    <a:pt x="577" y="717"/>
                  </a:cubicBezTo>
                  <a:cubicBezTo>
                    <a:pt x="576" y="718"/>
                    <a:pt x="576" y="718"/>
                    <a:pt x="576" y="718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5" y="720"/>
                    <a:pt x="575" y="720"/>
                    <a:pt x="575" y="720"/>
                  </a:cubicBezTo>
                  <a:cubicBezTo>
                    <a:pt x="572" y="721"/>
                    <a:pt x="572" y="721"/>
                    <a:pt x="572" y="721"/>
                  </a:cubicBezTo>
                  <a:cubicBezTo>
                    <a:pt x="571" y="723"/>
                    <a:pt x="571" y="723"/>
                    <a:pt x="571" y="723"/>
                  </a:cubicBezTo>
                  <a:cubicBezTo>
                    <a:pt x="569" y="723"/>
                    <a:pt x="569" y="723"/>
                    <a:pt x="569" y="723"/>
                  </a:cubicBezTo>
                  <a:cubicBezTo>
                    <a:pt x="567" y="723"/>
                    <a:pt x="567" y="723"/>
                    <a:pt x="567" y="723"/>
                  </a:cubicBezTo>
                  <a:cubicBezTo>
                    <a:pt x="564" y="723"/>
                    <a:pt x="564" y="723"/>
                    <a:pt x="564" y="723"/>
                  </a:cubicBezTo>
                  <a:cubicBezTo>
                    <a:pt x="562" y="724"/>
                    <a:pt x="562" y="724"/>
                    <a:pt x="562" y="724"/>
                  </a:cubicBezTo>
                  <a:cubicBezTo>
                    <a:pt x="562" y="725"/>
                    <a:pt x="562" y="725"/>
                    <a:pt x="562" y="725"/>
                  </a:cubicBezTo>
                  <a:cubicBezTo>
                    <a:pt x="562" y="726"/>
                    <a:pt x="562" y="726"/>
                    <a:pt x="562" y="726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559" y="725"/>
                    <a:pt x="559" y="725"/>
                    <a:pt x="559" y="725"/>
                  </a:cubicBezTo>
                  <a:cubicBezTo>
                    <a:pt x="558" y="725"/>
                    <a:pt x="558" y="725"/>
                    <a:pt x="558" y="725"/>
                  </a:cubicBezTo>
                  <a:cubicBezTo>
                    <a:pt x="555" y="726"/>
                    <a:pt x="555" y="726"/>
                    <a:pt x="555" y="726"/>
                  </a:cubicBezTo>
                  <a:cubicBezTo>
                    <a:pt x="555" y="727"/>
                    <a:pt x="555" y="727"/>
                    <a:pt x="555" y="727"/>
                  </a:cubicBezTo>
                  <a:cubicBezTo>
                    <a:pt x="553" y="729"/>
                    <a:pt x="553" y="729"/>
                    <a:pt x="553" y="729"/>
                  </a:cubicBezTo>
                  <a:cubicBezTo>
                    <a:pt x="551" y="733"/>
                    <a:pt x="551" y="733"/>
                    <a:pt x="551" y="733"/>
                  </a:cubicBezTo>
                  <a:cubicBezTo>
                    <a:pt x="550" y="735"/>
                    <a:pt x="550" y="735"/>
                    <a:pt x="550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6"/>
                    <a:pt x="552" y="736"/>
                    <a:pt x="552" y="736"/>
                  </a:cubicBezTo>
                  <a:cubicBezTo>
                    <a:pt x="552" y="737"/>
                    <a:pt x="552" y="737"/>
                    <a:pt x="552" y="737"/>
                  </a:cubicBezTo>
                  <a:cubicBezTo>
                    <a:pt x="551" y="737"/>
                    <a:pt x="551" y="737"/>
                    <a:pt x="551" y="737"/>
                  </a:cubicBezTo>
                  <a:cubicBezTo>
                    <a:pt x="550" y="737"/>
                    <a:pt x="550" y="737"/>
                    <a:pt x="550" y="737"/>
                  </a:cubicBezTo>
                  <a:cubicBezTo>
                    <a:pt x="548" y="738"/>
                    <a:pt x="548" y="738"/>
                    <a:pt x="548" y="738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4" y="742"/>
                    <a:pt x="544" y="742"/>
                    <a:pt x="544" y="742"/>
                  </a:cubicBezTo>
                  <a:cubicBezTo>
                    <a:pt x="541" y="742"/>
                    <a:pt x="541" y="742"/>
                    <a:pt x="541" y="742"/>
                  </a:cubicBezTo>
                  <a:cubicBezTo>
                    <a:pt x="542" y="744"/>
                    <a:pt x="542" y="744"/>
                    <a:pt x="542" y="744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3" y="747"/>
                    <a:pt x="543" y="747"/>
                    <a:pt x="543" y="747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2" y="748"/>
                    <a:pt x="542" y="748"/>
                    <a:pt x="542" y="748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1" y="746"/>
                    <a:pt x="541" y="746"/>
                    <a:pt x="541" y="746"/>
                  </a:cubicBezTo>
                  <a:cubicBezTo>
                    <a:pt x="541" y="744"/>
                    <a:pt x="541" y="744"/>
                    <a:pt x="541" y="744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7" y="742"/>
                    <a:pt x="537" y="742"/>
                    <a:pt x="537" y="742"/>
                  </a:cubicBezTo>
                  <a:cubicBezTo>
                    <a:pt x="537" y="741"/>
                    <a:pt x="537" y="741"/>
                    <a:pt x="537" y="741"/>
                  </a:cubicBezTo>
                  <a:cubicBezTo>
                    <a:pt x="536" y="739"/>
                    <a:pt x="536" y="739"/>
                    <a:pt x="536" y="739"/>
                  </a:cubicBezTo>
                  <a:cubicBezTo>
                    <a:pt x="532" y="738"/>
                    <a:pt x="532" y="738"/>
                    <a:pt x="532" y="738"/>
                  </a:cubicBezTo>
                  <a:cubicBezTo>
                    <a:pt x="530" y="737"/>
                    <a:pt x="530" y="737"/>
                    <a:pt x="530" y="737"/>
                  </a:cubicBezTo>
                  <a:cubicBezTo>
                    <a:pt x="527" y="737"/>
                    <a:pt x="527" y="737"/>
                    <a:pt x="527" y="737"/>
                  </a:cubicBezTo>
                  <a:cubicBezTo>
                    <a:pt x="526" y="737"/>
                    <a:pt x="526" y="737"/>
                    <a:pt x="526" y="737"/>
                  </a:cubicBezTo>
                  <a:cubicBezTo>
                    <a:pt x="526" y="736"/>
                    <a:pt x="526" y="736"/>
                    <a:pt x="526" y="736"/>
                  </a:cubicBezTo>
                  <a:cubicBezTo>
                    <a:pt x="525" y="736"/>
                    <a:pt x="525" y="736"/>
                    <a:pt x="525" y="736"/>
                  </a:cubicBezTo>
                  <a:cubicBezTo>
                    <a:pt x="524" y="736"/>
                    <a:pt x="524" y="736"/>
                    <a:pt x="524" y="736"/>
                  </a:cubicBezTo>
                  <a:cubicBezTo>
                    <a:pt x="521" y="737"/>
                    <a:pt x="521" y="737"/>
                    <a:pt x="521" y="737"/>
                  </a:cubicBezTo>
                  <a:cubicBezTo>
                    <a:pt x="519" y="738"/>
                    <a:pt x="519" y="738"/>
                    <a:pt x="519" y="738"/>
                  </a:cubicBezTo>
                  <a:cubicBezTo>
                    <a:pt x="515" y="740"/>
                    <a:pt x="515" y="740"/>
                    <a:pt x="515" y="740"/>
                  </a:cubicBezTo>
                  <a:cubicBezTo>
                    <a:pt x="513" y="741"/>
                    <a:pt x="513" y="741"/>
                    <a:pt x="513" y="741"/>
                  </a:cubicBezTo>
                  <a:cubicBezTo>
                    <a:pt x="512" y="741"/>
                    <a:pt x="512" y="741"/>
                    <a:pt x="512" y="741"/>
                  </a:cubicBezTo>
                  <a:cubicBezTo>
                    <a:pt x="510" y="741"/>
                    <a:pt x="510" y="741"/>
                    <a:pt x="510" y="741"/>
                  </a:cubicBezTo>
                  <a:cubicBezTo>
                    <a:pt x="507" y="740"/>
                    <a:pt x="507" y="740"/>
                    <a:pt x="507" y="740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4" y="739"/>
                    <a:pt x="504" y="739"/>
                    <a:pt x="504" y="739"/>
                  </a:cubicBezTo>
                  <a:cubicBezTo>
                    <a:pt x="503" y="739"/>
                    <a:pt x="503" y="739"/>
                    <a:pt x="503" y="739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7"/>
                    <a:pt x="502" y="737"/>
                    <a:pt x="502" y="737"/>
                  </a:cubicBezTo>
                  <a:cubicBezTo>
                    <a:pt x="501" y="737"/>
                    <a:pt x="501" y="737"/>
                    <a:pt x="501" y="737"/>
                  </a:cubicBezTo>
                  <a:cubicBezTo>
                    <a:pt x="500" y="736"/>
                    <a:pt x="500" y="736"/>
                    <a:pt x="500" y="736"/>
                  </a:cubicBezTo>
                  <a:cubicBezTo>
                    <a:pt x="499" y="735"/>
                    <a:pt x="499" y="735"/>
                    <a:pt x="499" y="735"/>
                  </a:cubicBezTo>
                  <a:cubicBezTo>
                    <a:pt x="498" y="735"/>
                    <a:pt x="498" y="735"/>
                    <a:pt x="498" y="735"/>
                  </a:cubicBezTo>
                  <a:cubicBezTo>
                    <a:pt x="498" y="733"/>
                    <a:pt x="498" y="733"/>
                    <a:pt x="498" y="733"/>
                  </a:cubicBezTo>
                  <a:cubicBezTo>
                    <a:pt x="496" y="732"/>
                    <a:pt x="496" y="732"/>
                    <a:pt x="496" y="732"/>
                  </a:cubicBezTo>
                  <a:cubicBezTo>
                    <a:pt x="495" y="731"/>
                    <a:pt x="495" y="731"/>
                    <a:pt x="495" y="731"/>
                  </a:cubicBezTo>
                  <a:cubicBezTo>
                    <a:pt x="495" y="729"/>
                    <a:pt x="495" y="729"/>
                    <a:pt x="495" y="729"/>
                  </a:cubicBezTo>
                  <a:cubicBezTo>
                    <a:pt x="494" y="727"/>
                    <a:pt x="494" y="727"/>
                    <a:pt x="494" y="727"/>
                  </a:cubicBezTo>
                  <a:cubicBezTo>
                    <a:pt x="493" y="727"/>
                    <a:pt x="493" y="727"/>
                    <a:pt x="493" y="727"/>
                  </a:cubicBezTo>
                  <a:cubicBezTo>
                    <a:pt x="493" y="726"/>
                    <a:pt x="493" y="726"/>
                    <a:pt x="493" y="726"/>
                  </a:cubicBezTo>
                  <a:cubicBezTo>
                    <a:pt x="492" y="725"/>
                    <a:pt x="492" y="725"/>
                    <a:pt x="492" y="725"/>
                  </a:cubicBezTo>
                  <a:cubicBezTo>
                    <a:pt x="492" y="724"/>
                    <a:pt x="492" y="724"/>
                    <a:pt x="492" y="724"/>
                  </a:cubicBezTo>
                  <a:cubicBezTo>
                    <a:pt x="493" y="723"/>
                    <a:pt x="493" y="723"/>
                    <a:pt x="493" y="723"/>
                  </a:cubicBezTo>
                  <a:cubicBezTo>
                    <a:pt x="493" y="721"/>
                    <a:pt x="493" y="721"/>
                    <a:pt x="493" y="721"/>
                  </a:cubicBezTo>
                  <a:cubicBezTo>
                    <a:pt x="493" y="718"/>
                    <a:pt x="493" y="718"/>
                    <a:pt x="493" y="718"/>
                  </a:cubicBezTo>
                  <a:cubicBezTo>
                    <a:pt x="494" y="718"/>
                    <a:pt x="494" y="718"/>
                    <a:pt x="494" y="718"/>
                  </a:cubicBezTo>
                  <a:cubicBezTo>
                    <a:pt x="495" y="717"/>
                    <a:pt x="495" y="717"/>
                    <a:pt x="495" y="717"/>
                  </a:cubicBezTo>
                  <a:cubicBezTo>
                    <a:pt x="495" y="713"/>
                    <a:pt x="495" y="713"/>
                    <a:pt x="495" y="713"/>
                  </a:cubicBezTo>
                  <a:cubicBezTo>
                    <a:pt x="495" y="710"/>
                    <a:pt x="495" y="710"/>
                    <a:pt x="495" y="710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6"/>
                    <a:pt x="496" y="706"/>
                    <a:pt x="496" y="706"/>
                  </a:cubicBezTo>
                  <a:cubicBezTo>
                    <a:pt x="498" y="705"/>
                    <a:pt x="498" y="705"/>
                    <a:pt x="498" y="705"/>
                  </a:cubicBezTo>
                  <a:cubicBezTo>
                    <a:pt x="498" y="704"/>
                    <a:pt x="498" y="704"/>
                    <a:pt x="498" y="704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1"/>
                    <a:pt x="498" y="701"/>
                    <a:pt x="498" y="701"/>
                  </a:cubicBezTo>
                  <a:cubicBezTo>
                    <a:pt x="498" y="699"/>
                    <a:pt x="498" y="699"/>
                    <a:pt x="498" y="699"/>
                  </a:cubicBezTo>
                  <a:cubicBezTo>
                    <a:pt x="498" y="698"/>
                    <a:pt x="498" y="698"/>
                    <a:pt x="498" y="698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9" y="696"/>
                    <a:pt x="499" y="696"/>
                    <a:pt x="499" y="696"/>
                  </a:cubicBezTo>
                  <a:cubicBezTo>
                    <a:pt x="500" y="695"/>
                    <a:pt x="500" y="695"/>
                    <a:pt x="500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7" y="693"/>
                    <a:pt x="497" y="693"/>
                    <a:pt x="497" y="693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3" y="691"/>
                    <a:pt x="493" y="691"/>
                    <a:pt x="493" y="691"/>
                  </a:cubicBezTo>
                  <a:cubicBezTo>
                    <a:pt x="491" y="690"/>
                    <a:pt x="491" y="690"/>
                    <a:pt x="491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88" y="690"/>
                    <a:pt x="488" y="690"/>
                    <a:pt x="488" y="690"/>
                  </a:cubicBezTo>
                  <a:cubicBezTo>
                    <a:pt x="487" y="689"/>
                    <a:pt x="487" y="689"/>
                    <a:pt x="487" y="689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6" y="690"/>
                    <a:pt x="486" y="690"/>
                    <a:pt x="486" y="690"/>
                  </a:cubicBezTo>
                  <a:cubicBezTo>
                    <a:pt x="483" y="689"/>
                    <a:pt x="483" y="689"/>
                    <a:pt x="483" y="689"/>
                  </a:cubicBezTo>
                  <a:cubicBezTo>
                    <a:pt x="480" y="689"/>
                    <a:pt x="480" y="689"/>
                    <a:pt x="480" y="689"/>
                  </a:cubicBezTo>
                  <a:cubicBezTo>
                    <a:pt x="478" y="688"/>
                    <a:pt x="478" y="688"/>
                    <a:pt x="478" y="688"/>
                  </a:cubicBezTo>
                  <a:cubicBezTo>
                    <a:pt x="476" y="687"/>
                    <a:pt x="476" y="687"/>
                    <a:pt x="476" y="687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4" y="689"/>
                    <a:pt x="474" y="689"/>
                    <a:pt x="474" y="689"/>
                  </a:cubicBezTo>
                  <a:cubicBezTo>
                    <a:pt x="473" y="689"/>
                    <a:pt x="473" y="689"/>
                    <a:pt x="473" y="689"/>
                  </a:cubicBezTo>
                  <a:cubicBezTo>
                    <a:pt x="471" y="690"/>
                    <a:pt x="471" y="690"/>
                    <a:pt x="471" y="690"/>
                  </a:cubicBezTo>
                  <a:cubicBezTo>
                    <a:pt x="468" y="689"/>
                    <a:pt x="468" y="689"/>
                    <a:pt x="468" y="689"/>
                  </a:cubicBezTo>
                  <a:cubicBezTo>
                    <a:pt x="463" y="689"/>
                    <a:pt x="463" y="689"/>
                    <a:pt x="463" y="689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58" y="689"/>
                    <a:pt x="458" y="689"/>
                    <a:pt x="458" y="689"/>
                  </a:cubicBezTo>
                  <a:cubicBezTo>
                    <a:pt x="458" y="690"/>
                    <a:pt x="458" y="690"/>
                    <a:pt x="458" y="690"/>
                  </a:cubicBezTo>
                  <a:cubicBezTo>
                    <a:pt x="457" y="689"/>
                    <a:pt x="457" y="689"/>
                    <a:pt x="457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7" y="688"/>
                    <a:pt x="457" y="688"/>
                    <a:pt x="457" y="688"/>
                  </a:cubicBezTo>
                  <a:cubicBezTo>
                    <a:pt x="457" y="687"/>
                    <a:pt x="457" y="687"/>
                    <a:pt x="457" y="687"/>
                  </a:cubicBezTo>
                  <a:cubicBezTo>
                    <a:pt x="458" y="688"/>
                    <a:pt x="458" y="688"/>
                    <a:pt x="458" y="688"/>
                  </a:cubicBezTo>
                  <a:cubicBezTo>
                    <a:pt x="461" y="685"/>
                    <a:pt x="461" y="685"/>
                    <a:pt x="461" y="685"/>
                  </a:cubicBezTo>
                  <a:cubicBezTo>
                    <a:pt x="462" y="682"/>
                    <a:pt x="462" y="682"/>
                    <a:pt x="462" y="682"/>
                  </a:cubicBezTo>
                  <a:cubicBezTo>
                    <a:pt x="462" y="680"/>
                    <a:pt x="462" y="680"/>
                    <a:pt x="462" y="680"/>
                  </a:cubicBezTo>
                  <a:cubicBezTo>
                    <a:pt x="461" y="679"/>
                    <a:pt x="461" y="679"/>
                    <a:pt x="461" y="679"/>
                  </a:cubicBezTo>
                  <a:cubicBezTo>
                    <a:pt x="461" y="677"/>
                    <a:pt x="461" y="677"/>
                    <a:pt x="461" y="677"/>
                  </a:cubicBezTo>
                  <a:cubicBezTo>
                    <a:pt x="462" y="676"/>
                    <a:pt x="462" y="676"/>
                    <a:pt x="462" y="676"/>
                  </a:cubicBezTo>
                  <a:cubicBezTo>
                    <a:pt x="462" y="672"/>
                    <a:pt x="462" y="672"/>
                    <a:pt x="462" y="672"/>
                  </a:cubicBezTo>
                  <a:cubicBezTo>
                    <a:pt x="462" y="671"/>
                    <a:pt x="462" y="671"/>
                    <a:pt x="462" y="671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4" y="671"/>
                    <a:pt x="464" y="671"/>
                    <a:pt x="464" y="671"/>
                  </a:cubicBezTo>
                  <a:cubicBezTo>
                    <a:pt x="465" y="673"/>
                    <a:pt x="465" y="673"/>
                    <a:pt x="465" y="673"/>
                  </a:cubicBezTo>
                  <a:cubicBezTo>
                    <a:pt x="466" y="672"/>
                    <a:pt x="466" y="672"/>
                    <a:pt x="466" y="672"/>
                  </a:cubicBezTo>
                  <a:cubicBezTo>
                    <a:pt x="467" y="670"/>
                    <a:pt x="467" y="670"/>
                    <a:pt x="467" y="670"/>
                  </a:cubicBezTo>
                  <a:cubicBezTo>
                    <a:pt x="468" y="665"/>
                    <a:pt x="468" y="665"/>
                    <a:pt x="468" y="665"/>
                  </a:cubicBezTo>
                  <a:cubicBezTo>
                    <a:pt x="470" y="663"/>
                    <a:pt x="470" y="663"/>
                    <a:pt x="470" y="663"/>
                  </a:cubicBezTo>
                  <a:cubicBezTo>
                    <a:pt x="468" y="663"/>
                    <a:pt x="468" y="663"/>
                    <a:pt x="468" y="663"/>
                  </a:cubicBezTo>
                  <a:cubicBezTo>
                    <a:pt x="469" y="662"/>
                    <a:pt x="469" y="662"/>
                    <a:pt x="469" y="662"/>
                  </a:cubicBezTo>
                  <a:cubicBezTo>
                    <a:pt x="469" y="660"/>
                    <a:pt x="469" y="660"/>
                    <a:pt x="469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9" y="659"/>
                    <a:pt x="469" y="659"/>
                    <a:pt x="469" y="659"/>
                  </a:cubicBezTo>
                  <a:cubicBezTo>
                    <a:pt x="469" y="657"/>
                    <a:pt x="469" y="657"/>
                    <a:pt x="469" y="657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72" y="653"/>
                    <a:pt x="472" y="653"/>
                    <a:pt x="472" y="653"/>
                  </a:cubicBezTo>
                  <a:cubicBezTo>
                    <a:pt x="476" y="649"/>
                    <a:pt x="476" y="649"/>
                    <a:pt x="476" y="649"/>
                  </a:cubicBezTo>
                  <a:cubicBezTo>
                    <a:pt x="475" y="647"/>
                    <a:pt x="475" y="647"/>
                    <a:pt x="475" y="647"/>
                  </a:cubicBezTo>
                  <a:cubicBezTo>
                    <a:pt x="473" y="644"/>
                    <a:pt x="473" y="644"/>
                    <a:pt x="473" y="644"/>
                  </a:cubicBezTo>
                  <a:cubicBezTo>
                    <a:pt x="470" y="644"/>
                    <a:pt x="470" y="644"/>
                    <a:pt x="470" y="644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67" y="644"/>
                    <a:pt x="467" y="644"/>
                    <a:pt x="467" y="644"/>
                  </a:cubicBezTo>
                  <a:cubicBezTo>
                    <a:pt x="464" y="644"/>
                    <a:pt x="464" y="644"/>
                    <a:pt x="464" y="644"/>
                  </a:cubicBezTo>
                  <a:cubicBezTo>
                    <a:pt x="464" y="645"/>
                    <a:pt x="464" y="645"/>
                    <a:pt x="464" y="645"/>
                  </a:cubicBezTo>
                  <a:cubicBezTo>
                    <a:pt x="463" y="646"/>
                    <a:pt x="463" y="646"/>
                    <a:pt x="463" y="646"/>
                  </a:cubicBezTo>
                  <a:cubicBezTo>
                    <a:pt x="462" y="645"/>
                    <a:pt x="462" y="645"/>
                    <a:pt x="462" y="645"/>
                  </a:cubicBezTo>
                  <a:cubicBezTo>
                    <a:pt x="460" y="645"/>
                    <a:pt x="460" y="645"/>
                    <a:pt x="460" y="645"/>
                  </a:cubicBezTo>
                  <a:cubicBezTo>
                    <a:pt x="459" y="647"/>
                    <a:pt x="459" y="647"/>
                    <a:pt x="459" y="647"/>
                  </a:cubicBezTo>
                  <a:cubicBezTo>
                    <a:pt x="453" y="647"/>
                    <a:pt x="453" y="647"/>
                    <a:pt x="453" y="647"/>
                  </a:cubicBezTo>
                  <a:cubicBezTo>
                    <a:pt x="447" y="648"/>
                    <a:pt x="447" y="648"/>
                    <a:pt x="447" y="648"/>
                  </a:cubicBezTo>
                  <a:cubicBezTo>
                    <a:pt x="447" y="650"/>
                    <a:pt x="447" y="650"/>
                    <a:pt x="447" y="650"/>
                  </a:cubicBezTo>
                  <a:cubicBezTo>
                    <a:pt x="448" y="650"/>
                    <a:pt x="448" y="650"/>
                    <a:pt x="448" y="650"/>
                  </a:cubicBezTo>
                  <a:cubicBezTo>
                    <a:pt x="446" y="652"/>
                    <a:pt x="446" y="652"/>
                    <a:pt x="446" y="652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3" y="660"/>
                    <a:pt x="443" y="660"/>
                    <a:pt x="443" y="660"/>
                  </a:cubicBezTo>
                  <a:cubicBezTo>
                    <a:pt x="443" y="663"/>
                    <a:pt x="443" y="663"/>
                    <a:pt x="443" y="663"/>
                  </a:cubicBezTo>
                  <a:cubicBezTo>
                    <a:pt x="442" y="664"/>
                    <a:pt x="442" y="664"/>
                    <a:pt x="442" y="664"/>
                  </a:cubicBezTo>
                  <a:cubicBezTo>
                    <a:pt x="441" y="664"/>
                    <a:pt x="441" y="664"/>
                    <a:pt x="441" y="664"/>
                  </a:cubicBezTo>
                  <a:cubicBezTo>
                    <a:pt x="437" y="666"/>
                    <a:pt x="437" y="666"/>
                    <a:pt x="437" y="666"/>
                  </a:cubicBezTo>
                  <a:cubicBezTo>
                    <a:pt x="438" y="668"/>
                    <a:pt x="438" y="668"/>
                    <a:pt x="438" y="668"/>
                  </a:cubicBezTo>
                  <a:cubicBezTo>
                    <a:pt x="439" y="667"/>
                    <a:pt x="439" y="667"/>
                    <a:pt x="439" y="667"/>
                  </a:cubicBezTo>
                  <a:cubicBezTo>
                    <a:pt x="438" y="669"/>
                    <a:pt x="438" y="669"/>
                    <a:pt x="438" y="669"/>
                  </a:cubicBezTo>
                  <a:cubicBezTo>
                    <a:pt x="437" y="670"/>
                    <a:pt x="437" y="670"/>
                    <a:pt x="437" y="670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6" y="671"/>
                    <a:pt x="436" y="671"/>
                    <a:pt x="436" y="671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7" y="668"/>
                    <a:pt x="437" y="668"/>
                    <a:pt x="437" y="668"/>
                  </a:cubicBezTo>
                  <a:cubicBezTo>
                    <a:pt x="433" y="667"/>
                    <a:pt x="433" y="667"/>
                    <a:pt x="433" y="667"/>
                  </a:cubicBezTo>
                  <a:cubicBezTo>
                    <a:pt x="433" y="668"/>
                    <a:pt x="433" y="668"/>
                    <a:pt x="433" y="668"/>
                  </a:cubicBezTo>
                  <a:cubicBezTo>
                    <a:pt x="431" y="668"/>
                    <a:pt x="431" y="668"/>
                    <a:pt x="431" y="668"/>
                  </a:cubicBezTo>
                  <a:cubicBezTo>
                    <a:pt x="429" y="668"/>
                    <a:pt x="429" y="668"/>
                    <a:pt x="429" y="668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3" y="669"/>
                    <a:pt x="423" y="669"/>
                    <a:pt x="423" y="669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19" y="671"/>
                    <a:pt x="419" y="671"/>
                    <a:pt x="419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5" y="672"/>
                    <a:pt x="415" y="672"/>
                    <a:pt x="415" y="672"/>
                  </a:cubicBezTo>
                  <a:cubicBezTo>
                    <a:pt x="414" y="671"/>
                    <a:pt x="414" y="671"/>
                    <a:pt x="414" y="671"/>
                  </a:cubicBezTo>
                  <a:cubicBezTo>
                    <a:pt x="412" y="668"/>
                    <a:pt x="412" y="668"/>
                    <a:pt x="412" y="668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07" y="666"/>
                    <a:pt x="407" y="666"/>
                    <a:pt x="407" y="666"/>
                  </a:cubicBezTo>
                  <a:cubicBezTo>
                    <a:pt x="407" y="667"/>
                    <a:pt x="407" y="667"/>
                    <a:pt x="407" y="667"/>
                  </a:cubicBezTo>
                  <a:cubicBezTo>
                    <a:pt x="403" y="662"/>
                    <a:pt x="403" y="662"/>
                    <a:pt x="403" y="662"/>
                  </a:cubicBezTo>
                  <a:cubicBezTo>
                    <a:pt x="403" y="661"/>
                    <a:pt x="403" y="661"/>
                    <a:pt x="403" y="661"/>
                  </a:cubicBezTo>
                  <a:cubicBezTo>
                    <a:pt x="403" y="660"/>
                    <a:pt x="403" y="660"/>
                    <a:pt x="403" y="660"/>
                  </a:cubicBezTo>
                  <a:cubicBezTo>
                    <a:pt x="402" y="658"/>
                    <a:pt x="402" y="658"/>
                    <a:pt x="402" y="658"/>
                  </a:cubicBezTo>
                  <a:cubicBezTo>
                    <a:pt x="401" y="657"/>
                    <a:pt x="401" y="657"/>
                    <a:pt x="401" y="657"/>
                  </a:cubicBezTo>
                  <a:cubicBezTo>
                    <a:pt x="397" y="652"/>
                    <a:pt x="397" y="652"/>
                    <a:pt x="397" y="652"/>
                  </a:cubicBezTo>
                  <a:cubicBezTo>
                    <a:pt x="396" y="651"/>
                    <a:pt x="396" y="651"/>
                    <a:pt x="396" y="651"/>
                  </a:cubicBezTo>
                  <a:cubicBezTo>
                    <a:pt x="396" y="650"/>
                    <a:pt x="396" y="650"/>
                    <a:pt x="396" y="650"/>
                  </a:cubicBezTo>
                  <a:cubicBezTo>
                    <a:pt x="396" y="649"/>
                    <a:pt x="396" y="649"/>
                    <a:pt x="396" y="649"/>
                  </a:cubicBezTo>
                  <a:cubicBezTo>
                    <a:pt x="396" y="648"/>
                    <a:pt x="396" y="648"/>
                    <a:pt x="396" y="648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4"/>
                    <a:pt x="396" y="644"/>
                    <a:pt x="396" y="644"/>
                  </a:cubicBezTo>
                  <a:cubicBezTo>
                    <a:pt x="394" y="641"/>
                    <a:pt x="394" y="641"/>
                    <a:pt x="394" y="641"/>
                  </a:cubicBezTo>
                  <a:cubicBezTo>
                    <a:pt x="395" y="640"/>
                    <a:pt x="395" y="640"/>
                    <a:pt x="395" y="640"/>
                  </a:cubicBezTo>
                  <a:cubicBezTo>
                    <a:pt x="394" y="637"/>
                    <a:pt x="394" y="637"/>
                    <a:pt x="394" y="637"/>
                  </a:cubicBezTo>
                  <a:cubicBezTo>
                    <a:pt x="394" y="636"/>
                    <a:pt x="394" y="636"/>
                    <a:pt x="394" y="636"/>
                  </a:cubicBezTo>
                  <a:cubicBezTo>
                    <a:pt x="395" y="635"/>
                    <a:pt x="395" y="635"/>
                    <a:pt x="395" y="635"/>
                  </a:cubicBezTo>
                  <a:cubicBezTo>
                    <a:pt x="395" y="631"/>
                    <a:pt x="395" y="631"/>
                    <a:pt x="395" y="631"/>
                  </a:cubicBezTo>
                  <a:cubicBezTo>
                    <a:pt x="395" y="629"/>
                    <a:pt x="395" y="629"/>
                    <a:pt x="395" y="629"/>
                  </a:cubicBezTo>
                  <a:cubicBezTo>
                    <a:pt x="396" y="625"/>
                    <a:pt x="396" y="625"/>
                    <a:pt x="396" y="625"/>
                  </a:cubicBezTo>
                  <a:cubicBezTo>
                    <a:pt x="396" y="624"/>
                    <a:pt x="396" y="624"/>
                    <a:pt x="396" y="624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7" y="621"/>
                    <a:pt x="397" y="621"/>
                    <a:pt x="397" y="621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6"/>
                    <a:pt x="398" y="616"/>
                    <a:pt x="398" y="616"/>
                  </a:cubicBezTo>
                  <a:cubicBezTo>
                    <a:pt x="399" y="616"/>
                    <a:pt x="399" y="616"/>
                    <a:pt x="399" y="616"/>
                  </a:cubicBezTo>
                  <a:cubicBezTo>
                    <a:pt x="399" y="614"/>
                    <a:pt x="399" y="614"/>
                    <a:pt x="399" y="614"/>
                  </a:cubicBezTo>
                  <a:cubicBezTo>
                    <a:pt x="400" y="613"/>
                    <a:pt x="400" y="613"/>
                    <a:pt x="400" y="613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09"/>
                    <a:pt x="401" y="609"/>
                    <a:pt x="401" y="609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1" y="604"/>
                    <a:pt x="401" y="604"/>
                    <a:pt x="401" y="604"/>
                  </a:cubicBezTo>
                  <a:cubicBezTo>
                    <a:pt x="401" y="601"/>
                    <a:pt x="401" y="601"/>
                    <a:pt x="401" y="601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3" y="597"/>
                    <a:pt x="403" y="597"/>
                    <a:pt x="403" y="597"/>
                  </a:cubicBezTo>
                  <a:cubicBezTo>
                    <a:pt x="404" y="595"/>
                    <a:pt x="404" y="595"/>
                    <a:pt x="404" y="595"/>
                  </a:cubicBezTo>
                  <a:cubicBezTo>
                    <a:pt x="404" y="594"/>
                    <a:pt x="404" y="594"/>
                    <a:pt x="404" y="594"/>
                  </a:cubicBezTo>
                  <a:cubicBezTo>
                    <a:pt x="405" y="593"/>
                    <a:pt x="405" y="593"/>
                    <a:pt x="405" y="593"/>
                  </a:cubicBezTo>
                  <a:cubicBezTo>
                    <a:pt x="406" y="591"/>
                    <a:pt x="406" y="591"/>
                    <a:pt x="406" y="591"/>
                  </a:cubicBezTo>
                  <a:cubicBezTo>
                    <a:pt x="409" y="589"/>
                    <a:pt x="409" y="589"/>
                    <a:pt x="409" y="589"/>
                  </a:cubicBezTo>
                  <a:cubicBezTo>
                    <a:pt x="411" y="588"/>
                    <a:pt x="411" y="588"/>
                    <a:pt x="411" y="588"/>
                  </a:cubicBezTo>
                  <a:cubicBezTo>
                    <a:pt x="413" y="587"/>
                    <a:pt x="413" y="587"/>
                    <a:pt x="413" y="587"/>
                  </a:cubicBezTo>
                  <a:cubicBezTo>
                    <a:pt x="414" y="587"/>
                    <a:pt x="414" y="587"/>
                    <a:pt x="414" y="587"/>
                  </a:cubicBezTo>
                  <a:cubicBezTo>
                    <a:pt x="417" y="586"/>
                    <a:pt x="417" y="586"/>
                    <a:pt x="417" y="586"/>
                  </a:cubicBezTo>
                  <a:cubicBezTo>
                    <a:pt x="419" y="584"/>
                    <a:pt x="419" y="584"/>
                    <a:pt x="419" y="584"/>
                  </a:cubicBezTo>
                  <a:cubicBezTo>
                    <a:pt x="420" y="584"/>
                    <a:pt x="420" y="584"/>
                    <a:pt x="420" y="584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1" y="581"/>
                    <a:pt x="421" y="581"/>
                    <a:pt x="421" y="581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78"/>
                    <a:pt x="422" y="578"/>
                    <a:pt x="422" y="578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80"/>
                    <a:pt x="422" y="580"/>
                    <a:pt x="422" y="580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5" y="581"/>
                    <a:pt x="425" y="581"/>
                    <a:pt x="425" y="581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427" y="580"/>
                    <a:pt x="427" y="580"/>
                    <a:pt x="427" y="580"/>
                  </a:cubicBezTo>
                  <a:cubicBezTo>
                    <a:pt x="428" y="579"/>
                    <a:pt x="428" y="579"/>
                    <a:pt x="428" y="579"/>
                  </a:cubicBezTo>
                  <a:cubicBezTo>
                    <a:pt x="430" y="578"/>
                    <a:pt x="430" y="578"/>
                    <a:pt x="430" y="578"/>
                  </a:cubicBezTo>
                  <a:cubicBezTo>
                    <a:pt x="432" y="578"/>
                    <a:pt x="432" y="578"/>
                    <a:pt x="432" y="578"/>
                  </a:cubicBezTo>
                  <a:cubicBezTo>
                    <a:pt x="435" y="579"/>
                    <a:pt x="435" y="579"/>
                    <a:pt x="435" y="579"/>
                  </a:cubicBezTo>
                  <a:cubicBezTo>
                    <a:pt x="436" y="580"/>
                    <a:pt x="436" y="580"/>
                    <a:pt x="436" y="580"/>
                  </a:cubicBezTo>
                  <a:cubicBezTo>
                    <a:pt x="441" y="580"/>
                    <a:pt x="441" y="580"/>
                    <a:pt x="441" y="580"/>
                  </a:cubicBezTo>
                  <a:cubicBezTo>
                    <a:pt x="443" y="580"/>
                    <a:pt x="443" y="580"/>
                    <a:pt x="443" y="580"/>
                  </a:cubicBezTo>
                  <a:cubicBezTo>
                    <a:pt x="442" y="579"/>
                    <a:pt x="442" y="579"/>
                    <a:pt x="442" y="579"/>
                  </a:cubicBezTo>
                  <a:cubicBezTo>
                    <a:pt x="442" y="578"/>
                    <a:pt x="442" y="578"/>
                    <a:pt x="442" y="578"/>
                  </a:cubicBezTo>
                  <a:cubicBezTo>
                    <a:pt x="443" y="578"/>
                    <a:pt x="443" y="578"/>
                    <a:pt x="443" y="578"/>
                  </a:cubicBezTo>
                  <a:cubicBezTo>
                    <a:pt x="443" y="579"/>
                    <a:pt x="443" y="579"/>
                    <a:pt x="443" y="579"/>
                  </a:cubicBezTo>
                  <a:cubicBezTo>
                    <a:pt x="444" y="580"/>
                    <a:pt x="444" y="580"/>
                    <a:pt x="444" y="580"/>
                  </a:cubicBezTo>
                  <a:cubicBezTo>
                    <a:pt x="445" y="579"/>
                    <a:pt x="445" y="579"/>
                    <a:pt x="445" y="579"/>
                  </a:cubicBezTo>
                  <a:cubicBezTo>
                    <a:pt x="445" y="580"/>
                    <a:pt x="445" y="580"/>
                    <a:pt x="445" y="580"/>
                  </a:cubicBezTo>
                  <a:cubicBezTo>
                    <a:pt x="446" y="581"/>
                    <a:pt x="446" y="581"/>
                    <a:pt x="446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2"/>
                    <a:pt x="447" y="582"/>
                    <a:pt x="447" y="582"/>
                  </a:cubicBezTo>
                  <a:cubicBezTo>
                    <a:pt x="446" y="583"/>
                    <a:pt x="446" y="583"/>
                    <a:pt x="446" y="583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52" y="585"/>
                    <a:pt x="452" y="585"/>
                    <a:pt x="452" y="585"/>
                  </a:cubicBezTo>
                  <a:cubicBezTo>
                    <a:pt x="453" y="584"/>
                    <a:pt x="453" y="584"/>
                    <a:pt x="453" y="584"/>
                  </a:cubicBezTo>
                  <a:cubicBezTo>
                    <a:pt x="453" y="583"/>
                    <a:pt x="453" y="583"/>
                    <a:pt x="453" y="583"/>
                  </a:cubicBezTo>
                  <a:cubicBezTo>
                    <a:pt x="454" y="584"/>
                    <a:pt x="454" y="584"/>
                    <a:pt x="454" y="584"/>
                  </a:cubicBezTo>
                  <a:cubicBezTo>
                    <a:pt x="455" y="585"/>
                    <a:pt x="455" y="585"/>
                    <a:pt x="455" y="585"/>
                  </a:cubicBezTo>
                  <a:cubicBezTo>
                    <a:pt x="457" y="584"/>
                    <a:pt x="457" y="584"/>
                    <a:pt x="457" y="584"/>
                  </a:cubicBezTo>
                  <a:cubicBezTo>
                    <a:pt x="457" y="582"/>
                    <a:pt x="457" y="582"/>
                    <a:pt x="457" y="582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8" y="583"/>
                    <a:pt x="458" y="583"/>
                    <a:pt x="458" y="583"/>
                  </a:cubicBezTo>
                  <a:cubicBezTo>
                    <a:pt x="459" y="583"/>
                    <a:pt x="459" y="583"/>
                    <a:pt x="459" y="583"/>
                  </a:cubicBezTo>
                  <a:cubicBezTo>
                    <a:pt x="460" y="584"/>
                    <a:pt x="460" y="584"/>
                    <a:pt x="460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8"/>
                    <a:pt x="461" y="588"/>
                    <a:pt x="461" y="588"/>
                  </a:cubicBezTo>
                  <a:cubicBezTo>
                    <a:pt x="463" y="585"/>
                    <a:pt x="463" y="585"/>
                    <a:pt x="463" y="585"/>
                  </a:cubicBezTo>
                  <a:cubicBezTo>
                    <a:pt x="464" y="585"/>
                    <a:pt x="464" y="585"/>
                    <a:pt x="464" y="585"/>
                  </a:cubicBezTo>
                  <a:cubicBezTo>
                    <a:pt x="464" y="583"/>
                    <a:pt x="464" y="583"/>
                    <a:pt x="464" y="583"/>
                  </a:cubicBezTo>
                  <a:cubicBezTo>
                    <a:pt x="462" y="582"/>
                    <a:pt x="462" y="582"/>
                    <a:pt x="462" y="582"/>
                  </a:cubicBezTo>
                  <a:cubicBezTo>
                    <a:pt x="460" y="581"/>
                    <a:pt x="460" y="581"/>
                    <a:pt x="460" y="581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61" y="579"/>
                    <a:pt x="461" y="579"/>
                    <a:pt x="461" y="579"/>
                  </a:cubicBezTo>
                  <a:cubicBezTo>
                    <a:pt x="463" y="578"/>
                    <a:pt x="463" y="578"/>
                    <a:pt x="463" y="578"/>
                  </a:cubicBezTo>
                  <a:cubicBezTo>
                    <a:pt x="461" y="577"/>
                    <a:pt x="461" y="577"/>
                    <a:pt x="461" y="577"/>
                  </a:cubicBezTo>
                  <a:cubicBezTo>
                    <a:pt x="460" y="576"/>
                    <a:pt x="460" y="576"/>
                    <a:pt x="460" y="576"/>
                  </a:cubicBezTo>
                  <a:cubicBezTo>
                    <a:pt x="459" y="576"/>
                    <a:pt x="459" y="576"/>
                    <a:pt x="459" y="576"/>
                  </a:cubicBezTo>
                  <a:cubicBezTo>
                    <a:pt x="461" y="575"/>
                    <a:pt x="461" y="575"/>
                    <a:pt x="461" y="575"/>
                  </a:cubicBezTo>
                  <a:cubicBezTo>
                    <a:pt x="463" y="574"/>
                    <a:pt x="463" y="574"/>
                    <a:pt x="463" y="574"/>
                  </a:cubicBezTo>
                  <a:cubicBezTo>
                    <a:pt x="467" y="573"/>
                    <a:pt x="467" y="573"/>
                    <a:pt x="467" y="573"/>
                  </a:cubicBezTo>
                  <a:cubicBezTo>
                    <a:pt x="469" y="573"/>
                    <a:pt x="469" y="573"/>
                    <a:pt x="469" y="573"/>
                  </a:cubicBezTo>
                  <a:cubicBezTo>
                    <a:pt x="470" y="573"/>
                    <a:pt x="470" y="573"/>
                    <a:pt x="470" y="573"/>
                  </a:cubicBezTo>
                  <a:cubicBezTo>
                    <a:pt x="471" y="573"/>
                    <a:pt x="471" y="573"/>
                    <a:pt x="471" y="573"/>
                  </a:cubicBezTo>
                  <a:cubicBezTo>
                    <a:pt x="472" y="572"/>
                    <a:pt x="472" y="572"/>
                    <a:pt x="472" y="572"/>
                  </a:cubicBezTo>
                  <a:cubicBezTo>
                    <a:pt x="472" y="571"/>
                    <a:pt x="472" y="571"/>
                    <a:pt x="472" y="571"/>
                  </a:cubicBezTo>
                  <a:cubicBezTo>
                    <a:pt x="472" y="573"/>
                    <a:pt x="472" y="573"/>
                    <a:pt x="472" y="573"/>
                  </a:cubicBezTo>
                  <a:cubicBezTo>
                    <a:pt x="474" y="574"/>
                    <a:pt x="474" y="574"/>
                    <a:pt x="474" y="574"/>
                  </a:cubicBezTo>
                  <a:cubicBezTo>
                    <a:pt x="475" y="574"/>
                    <a:pt x="475" y="574"/>
                    <a:pt x="475" y="574"/>
                  </a:cubicBezTo>
                  <a:cubicBezTo>
                    <a:pt x="477" y="574"/>
                    <a:pt x="477" y="574"/>
                    <a:pt x="477" y="574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9" y="574"/>
                    <a:pt x="479" y="574"/>
                    <a:pt x="479" y="574"/>
                  </a:cubicBezTo>
                  <a:cubicBezTo>
                    <a:pt x="481" y="574"/>
                    <a:pt x="481" y="574"/>
                    <a:pt x="481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5" y="574"/>
                    <a:pt x="485" y="574"/>
                    <a:pt x="485" y="574"/>
                  </a:cubicBezTo>
                  <a:cubicBezTo>
                    <a:pt x="486" y="574"/>
                    <a:pt x="486" y="574"/>
                    <a:pt x="486" y="574"/>
                  </a:cubicBezTo>
                  <a:cubicBezTo>
                    <a:pt x="488" y="575"/>
                    <a:pt x="488" y="575"/>
                    <a:pt x="488" y="575"/>
                  </a:cubicBezTo>
                  <a:cubicBezTo>
                    <a:pt x="491" y="577"/>
                    <a:pt x="491" y="577"/>
                    <a:pt x="491" y="577"/>
                  </a:cubicBezTo>
                  <a:cubicBezTo>
                    <a:pt x="491" y="578"/>
                    <a:pt x="491" y="578"/>
                    <a:pt x="491" y="578"/>
                  </a:cubicBezTo>
                  <a:cubicBezTo>
                    <a:pt x="491" y="579"/>
                    <a:pt x="491" y="579"/>
                    <a:pt x="491" y="579"/>
                  </a:cubicBezTo>
                  <a:cubicBezTo>
                    <a:pt x="492" y="580"/>
                    <a:pt x="492" y="580"/>
                    <a:pt x="492" y="580"/>
                  </a:cubicBezTo>
                  <a:cubicBezTo>
                    <a:pt x="496" y="579"/>
                    <a:pt x="496" y="579"/>
                    <a:pt x="496" y="579"/>
                  </a:cubicBezTo>
                  <a:cubicBezTo>
                    <a:pt x="497" y="577"/>
                    <a:pt x="497" y="577"/>
                    <a:pt x="497" y="577"/>
                  </a:cubicBezTo>
                  <a:cubicBezTo>
                    <a:pt x="498" y="578"/>
                    <a:pt x="498" y="578"/>
                    <a:pt x="498" y="578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6"/>
                    <a:pt x="499" y="576"/>
                    <a:pt x="499" y="576"/>
                  </a:cubicBezTo>
                  <a:cubicBezTo>
                    <a:pt x="500" y="576"/>
                    <a:pt x="500" y="576"/>
                    <a:pt x="500" y="576"/>
                  </a:cubicBezTo>
                  <a:cubicBezTo>
                    <a:pt x="501" y="577"/>
                    <a:pt x="501" y="577"/>
                    <a:pt x="501" y="577"/>
                  </a:cubicBezTo>
                  <a:cubicBezTo>
                    <a:pt x="503" y="577"/>
                    <a:pt x="503" y="577"/>
                    <a:pt x="503" y="577"/>
                  </a:cubicBezTo>
                  <a:cubicBezTo>
                    <a:pt x="503" y="579"/>
                    <a:pt x="503" y="579"/>
                    <a:pt x="503" y="579"/>
                  </a:cubicBezTo>
                  <a:cubicBezTo>
                    <a:pt x="504" y="580"/>
                    <a:pt x="504" y="580"/>
                    <a:pt x="504" y="580"/>
                  </a:cubicBezTo>
                  <a:cubicBezTo>
                    <a:pt x="505" y="580"/>
                    <a:pt x="505" y="580"/>
                    <a:pt x="505" y="580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9" y="585"/>
                    <a:pt x="509" y="585"/>
                    <a:pt x="509" y="585"/>
                  </a:cubicBezTo>
                  <a:cubicBezTo>
                    <a:pt x="509" y="586"/>
                    <a:pt x="509" y="586"/>
                    <a:pt x="509" y="586"/>
                  </a:cubicBezTo>
                  <a:cubicBezTo>
                    <a:pt x="509" y="587"/>
                    <a:pt x="509" y="587"/>
                    <a:pt x="509" y="587"/>
                  </a:cubicBezTo>
                  <a:cubicBezTo>
                    <a:pt x="508" y="591"/>
                    <a:pt x="508" y="591"/>
                    <a:pt x="508" y="591"/>
                  </a:cubicBezTo>
                  <a:cubicBezTo>
                    <a:pt x="507" y="593"/>
                    <a:pt x="507" y="593"/>
                    <a:pt x="507" y="593"/>
                  </a:cubicBezTo>
                  <a:cubicBezTo>
                    <a:pt x="507" y="595"/>
                    <a:pt x="507" y="595"/>
                    <a:pt x="507" y="595"/>
                  </a:cubicBezTo>
                  <a:cubicBezTo>
                    <a:pt x="508" y="597"/>
                    <a:pt x="508" y="597"/>
                    <a:pt x="508" y="597"/>
                  </a:cubicBezTo>
                  <a:cubicBezTo>
                    <a:pt x="509" y="596"/>
                    <a:pt x="509" y="596"/>
                    <a:pt x="509" y="596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08" y="598"/>
                    <a:pt x="508" y="598"/>
                    <a:pt x="508" y="598"/>
                  </a:cubicBezTo>
                  <a:cubicBezTo>
                    <a:pt x="509" y="599"/>
                    <a:pt x="509" y="599"/>
                    <a:pt x="509" y="599"/>
                  </a:cubicBezTo>
                  <a:cubicBezTo>
                    <a:pt x="509" y="600"/>
                    <a:pt x="509" y="600"/>
                    <a:pt x="509" y="600"/>
                  </a:cubicBezTo>
                  <a:cubicBezTo>
                    <a:pt x="510" y="601"/>
                    <a:pt x="510" y="601"/>
                    <a:pt x="510" y="601"/>
                  </a:cubicBezTo>
                  <a:cubicBezTo>
                    <a:pt x="510" y="603"/>
                    <a:pt x="510" y="603"/>
                    <a:pt x="510" y="603"/>
                  </a:cubicBezTo>
                  <a:cubicBezTo>
                    <a:pt x="511" y="602"/>
                    <a:pt x="511" y="602"/>
                    <a:pt x="511" y="602"/>
                  </a:cubicBezTo>
                  <a:cubicBezTo>
                    <a:pt x="511" y="604"/>
                    <a:pt x="511" y="604"/>
                    <a:pt x="511" y="604"/>
                  </a:cubicBezTo>
                  <a:cubicBezTo>
                    <a:pt x="512" y="603"/>
                    <a:pt x="512" y="603"/>
                    <a:pt x="512" y="603"/>
                  </a:cubicBezTo>
                  <a:cubicBezTo>
                    <a:pt x="512" y="604"/>
                    <a:pt x="512" y="604"/>
                    <a:pt x="512" y="604"/>
                  </a:cubicBezTo>
                  <a:cubicBezTo>
                    <a:pt x="512" y="605"/>
                    <a:pt x="512" y="605"/>
                    <a:pt x="512" y="605"/>
                  </a:cubicBezTo>
                  <a:cubicBezTo>
                    <a:pt x="512" y="606"/>
                    <a:pt x="512" y="606"/>
                    <a:pt x="512" y="606"/>
                  </a:cubicBezTo>
                  <a:cubicBezTo>
                    <a:pt x="514" y="607"/>
                    <a:pt x="514" y="607"/>
                    <a:pt x="514" y="607"/>
                  </a:cubicBezTo>
                  <a:cubicBezTo>
                    <a:pt x="514" y="608"/>
                    <a:pt x="514" y="608"/>
                    <a:pt x="514" y="608"/>
                  </a:cubicBezTo>
                  <a:cubicBezTo>
                    <a:pt x="514" y="611"/>
                    <a:pt x="514" y="611"/>
                    <a:pt x="514" y="611"/>
                  </a:cubicBezTo>
                  <a:cubicBezTo>
                    <a:pt x="515" y="611"/>
                    <a:pt x="515" y="611"/>
                    <a:pt x="515" y="611"/>
                  </a:cubicBezTo>
                  <a:cubicBezTo>
                    <a:pt x="516" y="611"/>
                    <a:pt x="516" y="611"/>
                    <a:pt x="516" y="611"/>
                  </a:cubicBezTo>
                  <a:cubicBezTo>
                    <a:pt x="516" y="612"/>
                    <a:pt x="516" y="612"/>
                    <a:pt x="516" y="612"/>
                  </a:cubicBezTo>
                  <a:cubicBezTo>
                    <a:pt x="516" y="613"/>
                    <a:pt x="516" y="613"/>
                    <a:pt x="516" y="613"/>
                  </a:cubicBezTo>
                  <a:cubicBezTo>
                    <a:pt x="517" y="614"/>
                    <a:pt x="517" y="614"/>
                    <a:pt x="517" y="614"/>
                  </a:cubicBezTo>
                  <a:cubicBezTo>
                    <a:pt x="516" y="615"/>
                    <a:pt x="516" y="615"/>
                    <a:pt x="516" y="615"/>
                  </a:cubicBezTo>
                  <a:cubicBezTo>
                    <a:pt x="519" y="616"/>
                    <a:pt x="519" y="616"/>
                    <a:pt x="519" y="616"/>
                  </a:cubicBezTo>
                  <a:cubicBezTo>
                    <a:pt x="519" y="617"/>
                    <a:pt x="519" y="617"/>
                    <a:pt x="519" y="617"/>
                  </a:cubicBezTo>
                  <a:cubicBezTo>
                    <a:pt x="521" y="617"/>
                    <a:pt x="521" y="617"/>
                    <a:pt x="521" y="617"/>
                  </a:cubicBezTo>
                  <a:cubicBezTo>
                    <a:pt x="524" y="616"/>
                    <a:pt x="524" y="616"/>
                    <a:pt x="524" y="616"/>
                  </a:cubicBezTo>
                  <a:cubicBezTo>
                    <a:pt x="524" y="614"/>
                    <a:pt x="524" y="614"/>
                    <a:pt x="524" y="614"/>
                  </a:cubicBezTo>
                  <a:cubicBezTo>
                    <a:pt x="525" y="613"/>
                    <a:pt x="525" y="613"/>
                    <a:pt x="525" y="613"/>
                  </a:cubicBezTo>
                  <a:cubicBezTo>
                    <a:pt x="526" y="611"/>
                    <a:pt x="526" y="611"/>
                    <a:pt x="526" y="611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27" y="607"/>
                    <a:pt x="527" y="607"/>
                    <a:pt x="527" y="607"/>
                  </a:cubicBezTo>
                  <a:cubicBezTo>
                    <a:pt x="528" y="607"/>
                    <a:pt x="528" y="607"/>
                    <a:pt x="528" y="607"/>
                  </a:cubicBezTo>
                  <a:cubicBezTo>
                    <a:pt x="528" y="604"/>
                    <a:pt x="528" y="604"/>
                    <a:pt x="528" y="604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0"/>
                    <a:pt x="528" y="600"/>
                    <a:pt x="528" y="600"/>
                  </a:cubicBezTo>
                  <a:cubicBezTo>
                    <a:pt x="526" y="599"/>
                    <a:pt x="526" y="599"/>
                    <a:pt x="526" y="599"/>
                  </a:cubicBezTo>
                  <a:cubicBezTo>
                    <a:pt x="526" y="595"/>
                    <a:pt x="526" y="595"/>
                    <a:pt x="526" y="595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6" y="590"/>
                    <a:pt x="526" y="590"/>
                    <a:pt x="526" y="590"/>
                  </a:cubicBezTo>
                  <a:cubicBezTo>
                    <a:pt x="525" y="589"/>
                    <a:pt x="525" y="589"/>
                    <a:pt x="525" y="589"/>
                  </a:cubicBezTo>
                  <a:cubicBezTo>
                    <a:pt x="524" y="587"/>
                    <a:pt x="524" y="587"/>
                    <a:pt x="524" y="587"/>
                  </a:cubicBezTo>
                  <a:cubicBezTo>
                    <a:pt x="524" y="584"/>
                    <a:pt x="524" y="584"/>
                    <a:pt x="524" y="584"/>
                  </a:cubicBezTo>
                  <a:cubicBezTo>
                    <a:pt x="523" y="583"/>
                    <a:pt x="523" y="583"/>
                    <a:pt x="523" y="583"/>
                  </a:cubicBezTo>
                  <a:cubicBezTo>
                    <a:pt x="523" y="579"/>
                    <a:pt x="523" y="579"/>
                    <a:pt x="523" y="579"/>
                  </a:cubicBezTo>
                  <a:cubicBezTo>
                    <a:pt x="522" y="577"/>
                    <a:pt x="522" y="577"/>
                    <a:pt x="522" y="577"/>
                  </a:cubicBezTo>
                  <a:cubicBezTo>
                    <a:pt x="522" y="574"/>
                    <a:pt x="522" y="574"/>
                    <a:pt x="522" y="574"/>
                  </a:cubicBezTo>
                  <a:cubicBezTo>
                    <a:pt x="522" y="572"/>
                    <a:pt x="522" y="572"/>
                    <a:pt x="522" y="572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2" y="566"/>
                    <a:pt x="522" y="566"/>
                    <a:pt x="522" y="566"/>
                  </a:cubicBezTo>
                  <a:cubicBezTo>
                    <a:pt x="523" y="564"/>
                    <a:pt x="523" y="564"/>
                    <a:pt x="523" y="564"/>
                  </a:cubicBezTo>
                  <a:cubicBezTo>
                    <a:pt x="525" y="562"/>
                    <a:pt x="525" y="562"/>
                    <a:pt x="525" y="562"/>
                  </a:cubicBezTo>
                  <a:cubicBezTo>
                    <a:pt x="526" y="562"/>
                    <a:pt x="526" y="562"/>
                    <a:pt x="526" y="562"/>
                  </a:cubicBezTo>
                  <a:cubicBezTo>
                    <a:pt x="526" y="561"/>
                    <a:pt x="526" y="561"/>
                    <a:pt x="526" y="561"/>
                  </a:cubicBezTo>
                  <a:cubicBezTo>
                    <a:pt x="527" y="561"/>
                    <a:pt x="527" y="561"/>
                    <a:pt x="527" y="561"/>
                  </a:cubicBezTo>
                  <a:cubicBezTo>
                    <a:pt x="528" y="559"/>
                    <a:pt x="528" y="559"/>
                    <a:pt x="528" y="559"/>
                  </a:cubicBezTo>
                  <a:cubicBezTo>
                    <a:pt x="529" y="557"/>
                    <a:pt x="529" y="557"/>
                    <a:pt x="529" y="557"/>
                  </a:cubicBezTo>
                  <a:cubicBezTo>
                    <a:pt x="530" y="557"/>
                    <a:pt x="530" y="557"/>
                    <a:pt x="530" y="557"/>
                  </a:cubicBezTo>
                  <a:cubicBezTo>
                    <a:pt x="530" y="556"/>
                    <a:pt x="530" y="556"/>
                    <a:pt x="530" y="556"/>
                  </a:cubicBezTo>
                  <a:cubicBezTo>
                    <a:pt x="532" y="557"/>
                    <a:pt x="532" y="557"/>
                    <a:pt x="532" y="557"/>
                  </a:cubicBezTo>
                  <a:cubicBezTo>
                    <a:pt x="532" y="556"/>
                    <a:pt x="532" y="556"/>
                    <a:pt x="532" y="556"/>
                  </a:cubicBezTo>
                  <a:cubicBezTo>
                    <a:pt x="534" y="555"/>
                    <a:pt x="534" y="555"/>
                    <a:pt x="534" y="555"/>
                  </a:cubicBezTo>
                  <a:cubicBezTo>
                    <a:pt x="535" y="554"/>
                    <a:pt x="535" y="554"/>
                    <a:pt x="535" y="554"/>
                  </a:cubicBezTo>
                  <a:cubicBezTo>
                    <a:pt x="537" y="555"/>
                    <a:pt x="537" y="555"/>
                    <a:pt x="537" y="555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8" y="554"/>
                    <a:pt x="538" y="554"/>
                    <a:pt x="538" y="554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1" y="552"/>
                    <a:pt x="541" y="552"/>
                    <a:pt x="541" y="552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5" y="546"/>
                    <a:pt x="545" y="546"/>
                    <a:pt x="545" y="546"/>
                  </a:cubicBezTo>
                  <a:cubicBezTo>
                    <a:pt x="546" y="545"/>
                    <a:pt x="546" y="545"/>
                    <a:pt x="546" y="545"/>
                  </a:cubicBezTo>
                  <a:cubicBezTo>
                    <a:pt x="548" y="545"/>
                    <a:pt x="548" y="545"/>
                    <a:pt x="548" y="545"/>
                  </a:cubicBezTo>
                  <a:cubicBezTo>
                    <a:pt x="549" y="545"/>
                    <a:pt x="549" y="545"/>
                    <a:pt x="549" y="545"/>
                  </a:cubicBezTo>
                  <a:cubicBezTo>
                    <a:pt x="550" y="545"/>
                    <a:pt x="550" y="545"/>
                    <a:pt x="550" y="545"/>
                  </a:cubicBezTo>
                  <a:cubicBezTo>
                    <a:pt x="551" y="543"/>
                    <a:pt x="551" y="543"/>
                    <a:pt x="551" y="543"/>
                  </a:cubicBezTo>
                  <a:cubicBezTo>
                    <a:pt x="555" y="540"/>
                    <a:pt x="555" y="540"/>
                    <a:pt x="555" y="540"/>
                  </a:cubicBezTo>
                  <a:cubicBezTo>
                    <a:pt x="558" y="538"/>
                    <a:pt x="558" y="538"/>
                    <a:pt x="558" y="538"/>
                  </a:cubicBezTo>
                  <a:cubicBezTo>
                    <a:pt x="560" y="538"/>
                    <a:pt x="560" y="538"/>
                    <a:pt x="560" y="538"/>
                  </a:cubicBezTo>
                  <a:cubicBezTo>
                    <a:pt x="560" y="537"/>
                    <a:pt x="560" y="537"/>
                    <a:pt x="560" y="537"/>
                  </a:cubicBezTo>
                  <a:cubicBezTo>
                    <a:pt x="561" y="537"/>
                    <a:pt x="561" y="537"/>
                    <a:pt x="561" y="537"/>
                  </a:cubicBezTo>
                  <a:cubicBezTo>
                    <a:pt x="561" y="538"/>
                    <a:pt x="561" y="538"/>
                    <a:pt x="561" y="538"/>
                  </a:cubicBezTo>
                  <a:cubicBezTo>
                    <a:pt x="563" y="538"/>
                    <a:pt x="563" y="538"/>
                    <a:pt x="563" y="538"/>
                  </a:cubicBezTo>
                  <a:cubicBezTo>
                    <a:pt x="565" y="535"/>
                    <a:pt x="565" y="535"/>
                    <a:pt x="565" y="535"/>
                  </a:cubicBezTo>
                  <a:cubicBezTo>
                    <a:pt x="564" y="535"/>
                    <a:pt x="564" y="535"/>
                    <a:pt x="564" y="535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2" y="532"/>
                    <a:pt x="562" y="532"/>
                    <a:pt x="562" y="532"/>
                  </a:cubicBezTo>
                  <a:cubicBezTo>
                    <a:pt x="563" y="532"/>
                    <a:pt x="563" y="532"/>
                    <a:pt x="563" y="532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4" y="532"/>
                    <a:pt x="564" y="532"/>
                    <a:pt x="564" y="532"/>
                  </a:cubicBezTo>
                  <a:cubicBezTo>
                    <a:pt x="565" y="533"/>
                    <a:pt x="565" y="533"/>
                    <a:pt x="565" y="533"/>
                  </a:cubicBezTo>
                  <a:cubicBezTo>
                    <a:pt x="566" y="532"/>
                    <a:pt x="566" y="532"/>
                    <a:pt x="566" y="532"/>
                  </a:cubicBezTo>
                  <a:cubicBezTo>
                    <a:pt x="567" y="531"/>
                    <a:pt x="567" y="531"/>
                    <a:pt x="567" y="531"/>
                  </a:cubicBezTo>
                  <a:cubicBezTo>
                    <a:pt x="568" y="530"/>
                    <a:pt x="568" y="530"/>
                    <a:pt x="568" y="530"/>
                  </a:cubicBezTo>
                  <a:cubicBezTo>
                    <a:pt x="569" y="530"/>
                    <a:pt x="569" y="530"/>
                    <a:pt x="569" y="530"/>
                  </a:cubicBezTo>
                  <a:cubicBezTo>
                    <a:pt x="569" y="528"/>
                    <a:pt x="569" y="528"/>
                    <a:pt x="569" y="528"/>
                  </a:cubicBezTo>
                  <a:cubicBezTo>
                    <a:pt x="569" y="526"/>
                    <a:pt x="569" y="526"/>
                    <a:pt x="569" y="526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7" y="528"/>
                    <a:pt x="567" y="528"/>
                    <a:pt x="567" y="528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6" y="526"/>
                    <a:pt x="566" y="526"/>
                    <a:pt x="566" y="526"/>
                  </a:cubicBezTo>
                  <a:cubicBezTo>
                    <a:pt x="564" y="526"/>
                    <a:pt x="564" y="526"/>
                    <a:pt x="564" y="526"/>
                  </a:cubicBezTo>
                  <a:cubicBezTo>
                    <a:pt x="565" y="526"/>
                    <a:pt x="565" y="526"/>
                    <a:pt x="565" y="526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8" y="525"/>
                    <a:pt x="568" y="525"/>
                    <a:pt x="568" y="525"/>
                  </a:cubicBezTo>
                  <a:cubicBezTo>
                    <a:pt x="569" y="524"/>
                    <a:pt x="569" y="524"/>
                    <a:pt x="569" y="524"/>
                  </a:cubicBezTo>
                  <a:cubicBezTo>
                    <a:pt x="568" y="522"/>
                    <a:pt x="568" y="522"/>
                    <a:pt x="568" y="522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8"/>
                    <a:pt x="569" y="518"/>
                    <a:pt x="569" y="518"/>
                  </a:cubicBezTo>
                  <a:cubicBezTo>
                    <a:pt x="568" y="517"/>
                    <a:pt x="568" y="517"/>
                    <a:pt x="568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8" y="516"/>
                    <a:pt x="568" y="516"/>
                    <a:pt x="568" y="516"/>
                  </a:cubicBezTo>
                  <a:cubicBezTo>
                    <a:pt x="567" y="515"/>
                    <a:pt x="567" y="515"/>
                    <a:pt x="567" y="515"/>
                  </a:cubicBezTo>
                  <a:cubicBezTo>
                    <a:pt x="567" y="514"/>
                    <a:pt x="567" y="514"/>
                    <a:pt x="567" y="514"/>
                  </a:cubicBezTo>
                  <a:cubicBezTo>
                    <a:pt x="568" y="513"/>
                    <a:pt x="568" y="513"/>
                    <a:pt x="568" y="513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8" y="510"/>
                    <a:pt x="568" y="510"/>
                    <a:pt x="568" y="510"/>
                  </a:cubicBezTo>
                  <a:cubicBezTo>
                    <a:pt x="567" y="508"/>
                    <a:pt x="567" y="508"/>
                    <a:pt x="567" y="508"/>
                  </a:cubicBezTo>
                  <a:cubicBezTo>
                    <a:pt x="566" y="507"/>
                    <a:pt x="566" y="507"/>
                    <a:pt x="566" y="507"/>
                  </a:cubicBezTo>
                  <a:cubicBezTo>
                    <a:pt x="567" y="507"/>
                    <a:pt x="567" y="507"/>
                    <a:pt x="567" y="507"/>
                  </a:cubicBezTo>
                  <a:cubicBezTo>
                    <a:pt x="567" y="504"/>
                    <a:pt x="567" y="504"/>
                    <a:pt x="567" y="504"/>
                  </a:cubicBezTo>
                  <a:cubicBezTo>
                    <a:pt x="567" y="505"/>
                    <a:pt x="567" y="505"/>
                    <a:pt x="567" y="505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70" y="508"/>
                    <a:pt x="570" y="508"/>
                    <a:pt x="570" y="508"/>
                  </a:cubicBezTo>
                  <a:cubicBezTo>
                    <a:pt x="570" y="509"/>
                    <a:pt x="570" y="509"/>
                    <a:pt x="570" y="509"/>
                  </a:cubicBezTo>
                  <a:cubicBezTo>
                    <a:pt x="570" y="510"/>
                    <a:pt x="570" y="510"/>
                    <a:pt x="570" y="510"/>
                  </a:cubicBezTo>
                  <a:cubicBezTo>
                    <a:pt x="570" y="511"/>
                    <a:pt x="570" y="511"/>
                    <a:pt x="570" y="511"/>
                  </a:cubicBezTo>
                  <a:cubicBezTo>
                    <a:pt x="569" y="512"/>
                    <a:pt x="569" y="512"/>
                    <a:pt x="569" y="512"/>
                  </a:cubicBezTo>
                  <a:cubicBezTo>
                    <a:pt x="569" y="514"/>
                    <a:pt x="569" y="514"/>
                    <a:pt x="569" y="514"/>
                  </a:cubicBezTo>
                  <a:cubicBezTo>
                    <a:pt x="569" y="517"/>
                    <a:pt x="569" y="517"/>
                    <a:pt x="569" y="517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571" y="515"/>
                    <a:pt x="571" y="515"/>
                    <a:pt x="571" y="515"/>
                  </a:cubicBezTo>
                  <a:cubicBezTo>
                    <a:pt x="571" y="513"/>
                    <a:pt x="571" y="513"/>
                    <a:pt x="571" y="513"/>
                  </a:cubicBezTo>
                  <a:cubicBezTo>
                    <a:pt x="571" y="514"/>
                    <a:pt x="571" y="514"/>
                    <a:pt x="571" y="514"/>
                  </a:cubicBezTo>
                  <a:cubicBezTo>
                    <a:pt x="573" y="513"/>
                    <a:pt x="573" y="513"/>
                    <a:pt x="573" y="513"/>
                  </a:cubicBezTo>
                  <a:cubicBezTo>
                    <a:pt x="573" y="512"/>
                    <a:pt x="573" y="512"/>
                    <a:pt x="573" y="512"/>
                  </a:cubicBezTo>
                  <a:cubicBezTo>
                    <a:pt x="574" y="510"/>
                    <a:pt x="574" y="510"/>
                    <a:pt x="574" y="510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6" y="507"/>
                    <a:pt x="576" y="507"/>
                    <a:pt x="576" y="507"/>
                  </a:cubicBezTo>
                  <a:cubicBezTo>
                    <a:pt x="578" y="504"/>
                    <a:pt x="578" y="504"/>
                    <a:pt x="578" y="504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81" y="498"/>
                    <a:pt x="581" y="498"/>
                    <a:pt x="581" y="498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3" y="497"/>
                    <a:pt x="583" y="497"/>
                    <a:pt x="583" y="497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4" y="494"/>
                    <a:pt x="584" y="494"/>
                    <a:pt x="584" y="494"/>
                  </a:cubicBezTo>
                  <a:cubicBezTo>
                    <a:pt x="585" y="493"/>
                    <a:pt x="585" y="493"/>
                    <a:pt x="585" y="493"/>
                  </a:cubicBezTo>
                  <a:cubicBezTo>
                    <a:pt x="586" y="493"/>
                    <a:pt x="586" y="493"/>
                    <a:pt x="586" y="493"/>
                  </a:cubicBezTo>
                  <a:cubicBezTo>
                    <a:pt x="586" y="492"/>
                    <a:pt x="586" y="492"/>
                    <a:pt x="586" y="492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8" y="487"/>
                    <a:pt x="588" y="487"/>
                    <a:pt x="588" y="487"/>
                  </a:cubicBezTo>
                  <a:cubicBezTo>
                    <a:pt x="588" y="486"/>
                    <a:pt x="588" y="486"/>
                    <a:pt x="588" y="486"/>
                  </a:cubicBezTo>
                  <a:cubicBezTo>
                    <a:pt x="588" y="485"/>
                    <a:pt x="588" y="485"/>
                    <a:pt x="588" y="485"/>
                  </a:cubicBezTo>
                  <a:cubicBezTo>
                    <a:pt x="590" y="484"/>
                    <a:pt x="590" y="484"/>
                    <a:pt x="590" y="484"/>
                  </a:cubicBezTo>
                  <a:cubicBezTo>
                    <a:pt x="591" y="484"/>
                    <a:pt x="591" y="484"/>
                    <a:pt x="591" y="484"/>
                  </a:cubicBezTo>
                  <a:cubicBezTo>
                    <a:pt x="592" y="484"/>
                    <a:pt x="592" y="484"/>
                    <a:pt x="592" y="484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6" y="483"/>
                    <a:pt x="596" y="483"/>
                    <a:pt x="596" y="483"/>
                  </a:cubicBezTo>
                  <a:cubicBezTo>
                    <a:pt x="598" y="483"/>
                    <a:pt x="598" y="483"/>
                    <a:pt x="598" y="483"/>
                  </a:cubicBezTo>
                  <a:cubicBezTo>
                    <a:pt x="600" y="483"/>
                    <a:pt x="600" y="483"/>
                    <a:pt x="600" y="483"/>
                  </a:cubicBezTo>
                  <a:cubicBezTo>
                    <a:pt x="600" y="482"/>
                    <a:pt x="600" y="482"/>
                    <a:pt x="600" y="482"/>
                  </a:cubicBezTo>
                  <a:cubicBezTo>
                    <a:pt x="601" y="482"/>
                    <a:pt x="601" y="482"/>
                    <a:pt x="601" y="482"/>
                  </a:cubicBezTo>
                  <a:cubicBezTo>
                    <a:pt x="603" y="482"/>
                    <a:pt x="603" y="482"/>
                    <a:pt x="603" y="482"/>
                  </a:cubicBezTo>
                  <a:cubicBezTo>
                    <a:pt x="606" y="479"/>
                    <a:pt x="606" y="479"/>
                    <a:pt x="606" y="479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4" y="479"/>
                    <a:pt x="604" y="479"/>
                    <a:pt x="604" y="479"/>
                  </a:cubicBezTo>
                  <a:cubicBezTo>
                    <a:pt x="607" y="478"/>
                    <a:pt x="607" y="478"/>
                    <a:pt x="607" y="478"/>
                  </a:cubicBezTo>
                  <a:cubicBezTo>
                    <a:pt x="609" y="478"/>
                    <a:pt x="609" y="478"/>
                    <a:pt x="609" y="478"/>
                  </a:cubicBezTo>
                  <a:cubicBezTo>
                    <a:pt x="610" y="478"/>
                    <a:pt x="610" y="478"/>
                    <a:pt x="610" y="478"/>
                  </a:cubicBezTo>
                  <a:cubicBezTo>
                    <a:pt x="612" y="476"/>
                    <a:pt x="612" y="476"/>
                    <a:pt x="612" y="476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2" y="477"/>
                    <a:pt x="612" y="477"/>
                    <a:pt x="612" y="477"/>
                  </a:cubicBezTo>
                  <a:cubicBezTo>
                    <a:pt x="611" y="477"/>
                    <a:pt x="611" y="477"/>
                    <a:pt x="611" y="477"/>
                  </a:cubicBezTo>
                  <a:cubicBezTo>
                    <a:pt x="612" y="479"/>
                    <a:pt x="612" y="479"/>
                    <a:pt x="612" y="479"/>
                  </a:cubicBezTo>
                  <a:cubicBezTo>
                    <a:pt x="614" y="479"/>
                    <a:pt x="614" y="479"/>
                    <a:pt x="614" y="479"/>
                  </a:cubicBezTo>
                  <a:cubicBezTo>
                    <a:pt x="614" y="478"/>
                    <a:pt x="614" y="478"/>
                    <a:pt x="614" y="478"/>
                  </a:cubicBezTo>
                  <a:cubicBezTo>
                    <a:pt x="617" y="478"/>
                    <a:pt x="617" y="478"/>
                    <a:pt x="617" y="478"/>
                  </a:cubicBezTo>
                  <a:cubicBezTo>
                    <a:pt x="615" y="477"/>
                    <a:pt x="615" y="477"/>
                    <a:pt x="615" y="477"/>
                  </a:cubicBezTo>
                  <a:cubicBezTo>
                    <a:pt x="618" y="475"/>
                    <a:pt x="618" y="475"/>
                    <a:pt x="618" y="475"/>
                  </a:cubicBezTo>
                  <a:cubicBezTo>
                    <a:pt x="620" y="473"/>
                    <a:pt x="620" y="473"/>
                    <a:pt x="620" y="473"/>
                  </a:cubicBezTo>
                  <a:cubicBezTo>
                    <a:pt x="619" y="470"/>
                    <a:pt x="619" y="470"/>
                    <a:pt x="619" y="470"/>
                  </a:cubicBezTo>
                  <a:cubicBezTo>
                    <a:pt x="617" y="470"/>
                    <a:pt x="617" y="470"/>
                    <a:pt x="617" y="470"/>
                  </a:cubicBezTo>
                  <a:cubicBezTo>
                    <a:pt x="617" y="472"/>
                    <a:pt x="617" y="472"/>
                    <a:pt x="617" y="472"/>
                  </a:cubicBezTo>
                  <a:cubicBezTo>
                    <a:pt x="617" y="473"/>
                    <a:pt x="617" y="473"/>
                    <a:pt x="617" y="473"/>
                  </a:cubicBezTo>
                  <a:cubicBezTo>
                    <a:pt x="615" y="473"/>
                    <a:pt x="615" y="473"/>
                    <a:pt x="615" y="473"/>
                  </a:cubicBezTo>
                  <a:cubicBezTo>
                    <a:pt x="615" y="472"/>
                    <a:pt x="615" y="472"/>
                    <a:pt x="615" y="472"/>
                  </a:cubicBezTo>
                  <a:cubicBezTo>
                    <a:pt x="614" y="470"/>
                    <a:pt x="614" y="470"/>
                    <a:pt x="614" y="470"/>
                  </a:cubicBezTo>
                  <a:cubicBezTo>
                    <a:pt x="613" y="469"/>
                    <a:pt x="613" y="469"/>
                    <a:pt x="613" y="469"/>
                  </a:cubicBezTo>
                  <a:cubicBezTo>
                    <a:pt x="615" y="466"/>
                    <a:pt x="615" y="466"/>
                    <a:pt x="615" y="466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4" y="464"/>
                    <a:pt x="614" y="464"/>
                    <a:pt x="614" y="464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5" y="463"/>
                    <a:pt x="615" y="463"/>
                    <a:pt x="615" y="463"/>
                  </a:cubicBezTo>
                  <a:cubicBezTo>
                    <a:pt x="616" y="462"/>
                    <a:pt x="616" y="462"/>
                    <a:pt x="616" y="462"/>
                  </a:cubicBezTo>
                  <a:cubicBezTo>
                    <a:pt x="617" y="459"/>
                    <a:pt x="617" y="459"/>
                    <a:pt x="617" y="459"/>
                  </a:cubicBezTo>
                  <a:cubicBezTo>
                    <a:pt x="620" y="457"/>
                    <a:pt x="620" y="457"/>
                    <a:pt x="620" y="457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2" y="455"/>
                    <a:pt x="622" y="455"/>
                    <a:pt x="622" y="455"/>
                  </a:cubicBezTo>
                  <a:cubicBezTo>
                    <a:pt x="623" y="455"/>
                    <a:pt x="623" y="455"/>
                    <a:pt x="623" y="455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6" y="454"/>
                    <a:pt x="626" y="454"/>
                    <a:pt x="626" y="454"/>
                  </a:cubicBezTo>
                  <a:cubicBezTo>
                    <a:pt x="627" y="453"/>
                    <a:pt x="627" y="453"/>
                    <a:pt x="627" y="453"/>
                  </a:cubicBezTo>
                  <a:cubicBezTo>
                    <a:pt x="627" y="454"/>
                    <a:pt x="627" y="454"/>
                    <a:pt x="627" y="454"/>
                  </a:cubicBezTo>
                  <a:cubicBezTo>
                    <a:pt x="628" y="453"/>
                    <a:pt x="628" y="453"/>
                    <a:pt x="628" y="453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1" y="451"/>
                    <a:pt x="631" y="451"/>
                    <a:pt x="631" y="451"/>
                  </a:cubicBezTo>
                  <a:cubicBezTo>
                    <a:pt x="633" y="451"/>
                    <a:pt x="633" y="451"/>
                    <a:pt x="633" y="451"/>
                  </a:cubicBezTo>
                  <a:cubicBezTo>
                    <a:pt x="634" y="449"/>
                    <a:pt x="634" y="449"/>
                    <a:pt x="634" y="449"/>
                  </a:cubicBezTo>
                  <a:cubicBezTo>
                    <a:pt x="635" y="449"/>
                    <a:pt x="635" y="449"/>
                    <a:pt x="635" y="449"/>
                  </a:cubicBezTo>
                  <a:cubicBezTo>
                    <a:pt x="635" y="451"/>
                    <a:pt x="635" y="451"/>
                    <a:pt x="635" y="451"/>
                  </a:cubicBezTo>
                  <a:cubicBezTo>
                    <a:pt x="637" y="451"/>
                    <a:pt x="637" y="451"/>
                    <a:pt x="637" y="451"/>
                  </a:cubicBezTo>
                  <a:cubicBezTo>
                    <a:pt x="638" y="449"/>
                    <a:pt x="638" y="449"/>
                    <a:pt x="638" y="449"/>
                  </a:cubicBezTo>
                  <a:cubicBezTo>
                    <a:pt x="639" y="450"/>
                    <a:pt x="639" y="450"/>
                    <a:pt x="639" y="450"/>
                  </a:cubicBezTo>
                  <a:cubicBezTo>
                    <a:pt x="640" y="449"/>
                    <a:pt x="640" y="449"/>
                    <a:pt x="640" y="449"/>
                  </a:cubicBezTo>
                  <a:cubicBezTo>
                    <a:pt x="642" y="448"/>
                    <a:pt x="642" y="448"/>
                    <a:pt x="642" y="448"/>
                  </a:cubicBezTo>
                  <a:cubicBezTo>
                    <a:pt x="643" y="449"/>
                    <a:pt x="643" y="449"/>
                    <a:pt x="643" y="449"/>
                  </a:cubicBezTo>
                  <a:cubicBezTo>
                    <a:pt x="644" y="448"/>
                    <a:pt x="644" y="448"/>
                    <a:pt x="644" y="448"/>
                  </a:cubicBezTo>
                  <a:cubicBezTo>
                    <a:pt x="645" y="448"/>
                    <a:pt x="645" y="448"/>
                    <a:pt x="645" y="448"/>
                  </a:cubicBezTo>
                  <a:cubicBezTo>
                    <a:pt x="646" y="448"/>
                    <a:pt x="646" y="448"/>
                    <a:pt x="646" y="448"/>
                  </a:cubicBezTo>
                  <a:cubicBezTo>
                    <a:pt x="648" y="446"/>
                    <a:pt x="648" y="446"/>
                    <a:pt x="648" y="446"/>
                  </a:cubicBezTo>
                  <a:cubicBezTo>
                    <a:pt x="646" y="445"/>
                    <a:pt x="646" y="445"/>
                    <a:pt x="646" y="445"/>
                  </a:cubicBezTo>
                  <a:cubicBezTo>
                    <a:pt x="645" y="446"/>
                    <a:pt x="645" y="446"/>
                    <a:pt x="645" y="446"/>
                  </a:cubicBezTo>
                  <a:cubicBezTo>
                    <a:pt x="645" y="445"/>
                    <a:pt x="645" y="445"/>
                    <a:pt x="645" y="445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7" y="444"/>
                    <a:pt x="647" y="444"/>
                    <a:pt x="647" y="444"/>
                  </a:cubicBezTo>
                  <a:cubicBezTo>
                    <a:pt x="648" y="444"/>
                    <a:pt x="648" y="444"/>
                    <a:pt x="648" y="444"/>
                  </a:cubicBezTo>
                  <a:cubicBezTo>
                    <a:pt x="649" y="444"/>
                    <a:pt x="649" y="444"/>
                    <a:pt x="649" y="444"/>
                  </a:cubicBezTo>
                  <a:cubicBezTo>
                    <a:pt x="651" y="444"/>
                    <a:pt x="651" y="444"/>
                    <a:pt x="651" y="444"/>
                  </a:cubicBezTo>
                  <a:cubicBezTo>
                    <a:pt x="651" y="443"/>
                    <a:pt x="651" y="443"/>
                    <a:pt x="651" y="443"/>
                  </a:cubicBezTo>
                  <a:cubicBezTo>
                    <a:pt x="652" y="444"/>
                    <a:pt x="652" y="444"/>
                    <a:pt x="652" y="444"/>
                  </a:cubicBezTo>
                  <a:cubicBezTo>
                    <a:pt x="656" y="443"/>
                    <a:pt x="656" y="443"/>
                    <a:pt x="656" y="443"/>
                  </a:cubicBezTo>
                  <a:cubicBezTo>
                    <a:pt x="657" y="442"/>
                    <a:pt x="657" y="442"/>
                    <a:pt x="657" y="442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2"/>
                    <a:pt x="659" y="442"/>
                    <a:pt x="659" y="442"/>
                  </a:cubicBezTo>
                  <a:cubicBezTo>
                    <a:pt x="657" y="444"/>
                    <a:pt x="657" y="444"/>
                    <a:pt x="657" y="444"/>
                  </a:cubicBezTo>
                  <a:cubicBezTo>
                    <a:pt x="654" y="445"/>
                    <a:pt x="654" y="445"/>
                    <a:pt x="654" y="445"/>
                  </a:cubicBezTo>
                  <a:cubicBezTo>
                    <a:pt x="651" y="446"/>
                    <a:pt x="651" y="446"/>
                    <a:pt x="651" y="446"/>
                  </a:cubicBezTo>
                  <a:cubicBezTo>
                    <a:pt x="651" y="448"/>
                    <a:pt x="651" y="448"/>
                    <a:pt x="651" y="448"/>
                  </a:cubicBezTo>
                  <a:cubicBezTo>
                    <a:pt x="649" y="449"/>
                    <a:pt x="649" y="449"/>
                    <a:pt x="649" y="449"/>
                  </a:cubicBezTo>
                  <a:cubicBezTo>
                    <a:pt x="648" y="451"/>
                    <a:pt x="648" y="451"/>
                    <a:pt x="648" y="451"/>
                  </a:cubicBezTo>
                  <a:cubicBezTo>
                    <a:pt x="648" y="453"/>
                    <a:pt x="648" y="453"/>
                    <a:pt x="648" y="453"/>
                  </a:cubicBezTo>
                  <a:cubicBezTo>
                    <a:pt x="648" y="455"/>
                    <a:pt x="648" y="455"/>
                    <a:pt x="648" y="455"/>
                  </a:cubicBezTo>
                  <a:cubicBezTo>
                    <a:pt x="648" y="457"/>
                    <a:pt x="648" y="457"/>
                    <a:pt x="648" y="457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8"/>
                    <a:pt x="650" y="458"/>
                    <a:pt x="650" y="458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3" y="460"/>
                    <a:pt x="653" y="460"/>
                    <a:pt x="653" y="460"/>
                  </a:cubicBezTo>
                  <a:cubicBezTo>
                    <a:pt x="655" y="458"/>
                    <a:pt x="655" y="458"/>
                    <a:pt x="655" y="458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6" y="457"/>
                    <a:pt x="656" y="457"/>
                    <a:pt x="656" y="457"/>
                  </a:cubicBezTo>
                  <a:cubicBezTo>
                    <a:pt x="657" y="456"/>
                    <a:pt x="657" y="456"/>
                    <a:pt x="657" y="456"/>
                  </a:cubicBezTo>
                  <a:cubicBezTo>
                    <a:pt x="659" y="456"/>
                    <a:pt x="659" y="456"/>
                    <a:pt x="659" y="456"/>
                  </a:cubicBezTo>
                  <a:cubicBezTo>
                    <a:pt x="661" y="453"/>
                    <a:pt x="661" y="453"/>
                    <a:pt x="661" y="453"/>
                  </a:cubicBezTo>
                  <a:cubicBezTo>
                    <a:pt x="664" y="451"/>
                    <a:pt x="664" y="451"/>
                    <a:pt x="664" y="451"/>
                  </a:cubicBezTo>
                  <a:cubicBezTo>
                    <a:pt x="663" y="450"/>
                    <a:pt x="663" y="450"/>
                    <a:pt x="663" y="450"/>
                  </a:cubicBezTo>
                  <a:cubicBezTo>
                    <a:pt x="664" y="449"/>
                    <a:pt x="664" y="449"/>
                    <a:pt x="664" y="449"/>
                  </a:cubicBezTo>
                  <a:cubicBezTo>
                    <a:pt x="665" y="449"/>
                    <a:pt x="665" y="449"/>
                    <a:pt x="665" y="449"/>
                  </a:cubicBezTo>
                  <a:cubicBezTo>
                    <a:pt x="665" y="448"/>
                    <a:pt x="665" y="448"/>
                    <a:pt x="665" y="448"/>
                  </a:cubicBezTo>
                  <a:cubicBezTo>
                    <a:pt x="666" y="450"/>
                    <a:pt x="666" y="450"/>
                    <a:pt x="666" y="450"/>
                  </a:cubicBezTo>
                  <a:cubicBezTo>
                    <a:pt x="669" y="450"/>
                    <a:pt x="669" y="450"/>
                    <a:pt x="669" y="450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72" y="448"/>
                    <a:pt x="672" y="448"/>
                    <a:pt x="672" y="448"/>
                  </a:cubicBezTo>
                  <a:cubicBezTo>
                    <a:pt x="674" y="448"/>
                    <a:pt x="674" y="448"/>
                    <a:pt x="674" y="448"/>
                  </a:cubicBezTo>
                  <a:cubicBezTo>
                    <a:pt x="676" y="447"/>
                    <a:pt x="676" y="447"/>
                    <a:pt x="676" y="447"/>
                  </a:cubicBezTo>
                  <a:cubicBezTo>
                    <a:pt x="678" y="447"/>
                    <a:pt x="678" y="447"/>
                    <a:pt x="678" y="447"/>
                  </a:cubicBezTo>
                  <a:cubicBezTo>
                    <a:pt x="681" y="445"/>
                    <a:pt x="681" y="445"/>
                    <a:pt x="681" y="445"/>
                  </a:cubicBezTo>
                  <a:cubicBezTo>
                    <a:pt x="683" y="444"/>
                    <a:pt x="683" y="444"/>
                    <a:pt x="683" y="444"/>
                  </a:cubicBezTo>
                  <a:cubicBezTo>
                    <a:pt x="685" y="444"/>
                    <a:pt x="685" y="444"/>
                    <a:pt x="685" y="444"/>
                  </a:cubicBezTo>
                  <a:cubicBezTo>
                    <a:pt x="686" y="445"/>
                    <a:pt x="686" y="445"/>
                    <a:pt x="686" y="445"/>
                  </a:cubicBezTo>
                  <a:cubicBezTo>
                    <a:pt x="688" y="444"/>
                    <a:pt x="688" y="444"/>
                    <a:pt x="688" y="444"/>
                  </a:cubicBezTo>
                  <a:cubicBezTo>
                    <a:pt x="686" y="442"/>
                    <a:pt x="686" y="442"/>
                    <a:pt x="686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1"/>
                    <a:pt x="685" y="441"/>
                    <a:pt x="685" y="441"/>
                  </a:cubicBezTo>
                  <a:cubicBezTo>
                    <a:pt x="686" y="441"/>
                    <a:pt x="686" y="441"/>
                    <a:pt x="686" y="441"/>
                  </a:cubicBezTo>
                  <a:cubicBezTo>
                    <a:pt x="687" y="443"/>
                    <a:pt x="687" y="443"/>
                    <a:pt x="687" y="443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688" y="441"/>
                    <a:pt x="688" y="441"/>
                    <a:pt x="688" y="441"/>
                  </a:cubicBezTo>
                  <a:cubicBezTo>
                    <a:pt x="689" y="441"/>
                    <a:pt x="689" y="441"/>
                    <a:pt x="689" y="441"/>
                  </a:cubicBezTo>
                  <a:cubicBezTo>
                    <a:pt x="690" y="441"/>
                    <a:pt x="690" y="441"/>
                    <a:pt x="690" y="441"/>
                  </a:cubicBezTo>
                  <a:cubicBezTo>
                    <a:pt x="693" y="440"/>
                    <a:pt x="693" y="440"/>
                    <a:pt x="693" y="440"/>
                  </a:cubicBezTo>
                  <a:cubicBezTo>
                    <a:pt x="695" y="439"/>
                    <a:pt x="695" y="439"/>
                    <a:pt x="695" y="439"/>
                  </a:cubicBezTo>
                  <a:cubicBezTo>
                    <a:pt x="696" y="439"/>
                    <a:pt x="696" y="439"/>
                    <a:pt x="696" y="439"/>
                  </a:cubicBezTo>
                  <a:cubicBezTo>
                    <a:pt x="698" y="438"/>
                    <a:pt x="698" y="438"/>
                    <a:pt x="698" y="438"/>
                  </a:cubicBezTo>
                  <a:cubicBezTo>
                    <a:pt x="697" y="437"/>
                    <a:pt x="697" y="437"/>
                    <a:pt x="697" y="437"/>
                  </a:cubicBezTo>
                  <a:cubicBezTo>
                    <a:pt x="697" y="435"/>
                    <a:pt x="697" y="435"/>
                    <a:pt x="697" y="435"/>
                  </a:cubicBezTo>
                  <a:cubicBezTo>
                    <a:pt x="695" y="434"/>
                    <a:pt x="695" y="434"/>
                    <a:pt x="695" y="434"/>
                  </a:cubicBezTo>
                  <a:cubicBezTo>
                    <a:pt x="693" y="435"/>
                    <a:pt x="693" y="435"/>
                    <a:pt x="693" y="435"/>
                  </a:cubicBezTo>
                  <a:cubicBezTo>
                    <a:pt x="693" y="434"/>
                    <a:pt x="693" y="434"/>
                    <a:pt x="693" y="434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4" y="430"/>
                    <a:pt x="694" y="430"/>
                    <a:pt x="694" y="430"/>
                  </a:cubicBezTo>
                  <a:cubicBezTo>
                    <a:pt x="694" y="429"/>
                    <a:pt x="694" y="429"/>
                    <a:pt x="694" y="429"/>
                  </a:cubicBezTo>
                  <a:cubicBezTo>
                    <a:pt x="693" y="429"/>
                    <a:pt x="693" y="429"/>
                    <a:pt x="693" y="429"/>
                  </a:cubicBezTo>
                  <a:cubicBezTo>
                    <a:pt x="694" y="428"/>
                    <a:pt x="694" y="428"/>
                    <a:pt x="694" y="428"/>
                  </a:cubicBezTo>
                  <a:cubicBezTo>
                    <a:pt x="693" y="427"/>
                    <a:pt x="693" y="427"/>
                    <a:pt x="693" y="427"/>
                  </a:cubicBezTo>
                  <a:cubicBezTo>
                    <a:pt x="691" y="427"/>
                    <a:pt x="691" y="427"/>
                    <a:pt x="691" y="427"/>
                  </a:cubicBezTo>
                  <a:cubicBezTo>
                    <a:pt x="691" y="428"/>
                    <a:pt x="691" y="428"/>
                    <a:pt x="691" y="428"/>
                  </a:cubicBezTo>
                  <a:cubicBezTo>
                    <a:pt x="689" y="430"/>
                    <a:pt x="689" y="430"/>
                    <a:pt x="689" y="430"/>
                  </a:cubicBezTo>
                  <a:cubicBezTo>
                    <a:pt x="688" y="431"/>
                    <a:pt x="688" y="431"/>
                    <a:pt x="688" y="431"/>
                  </a:cubicBezTo>
                  <a:cubicBezTo>
                    <a:pt x="687" y="432"/>
                    <a:pt x="687" y="432"/>
                    <a:pt x="687" y="432"/>
                  </a:cubicBezTo>
                  <a:cubicBezTo>
                    <a:pt x="686" y="434"/>
                    <a:pt x="686" y="434"/>
                    <a:pt x="686" y="434"/>
                  </a:cubicBezTo>
                  <a:cubicBezTo>
                    <a:pt x="684" y="435"/>
                    <a:pt x="684" y="435"/>
                    <a:pt x="684" y="435"/>
                  </a:cubicBezTo>
                  <a:cubicBezTo>
                    <a:pt x="683" y="437"/>
                    <a:pt x="683" y="437"/>
                    <a:pt x="683" y="437"/>
                  </a:cubicBezTo>
                  <a:cubicBezTo>
                    <a:pt x="684" y="438"/>
                    <a:pt x="684" y="438"/>
                    <a:pt x="684" y="438"/>
                  </a:cubicBezTo>
                  <a:cubicBezTo>
                    <a:pt x="684" y="440"/>
                    <a:pt x="684" y="440"/>
                    <a:pt x="684" y="440"/>
                  </a:cubicBezTo>
                  <a:cubicBezTo>
                    <a:pt x="683" y="439"/>
                    <a:pt x="683" y="439"/>
                    <a:pt x="683" y="439"/>
                  </a:cubicBezTo>
                  <a:cubicBezTo>
                    <a:pt x="681" y="439"/>
                    <a:pt x="681" y="439"/>
                    <a:pt x="681" y="439"/>
                  </a:cubicBezTo>
                  <a:cubicBezTo>
                    <a:pt x="681" y="437"/>
                    <a:pt x="681" y="437"/>
                    <a:pt x="681" y="437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6" y="439"/>
                    <a:pt x="676" y="439"/>
                    <a:pt x="676" y="439"/>
                  </a:cubicBezTo>
                  <a:cubicBezTo>
                    <a:pt x="676" y="438"/>
                    <a:pt x="676" y="438"/>
                    <a:pt x="676" y="438"/>
                  </a:cubicBezTo>
                  <a:cubicBezTo>
                    <a:pt x="673" y="437"/>
                    <a:pt x="673" y="437"/>
                    <a:pt x="673" y="437"/>
                  </a:cubicBezTo>
                  <a:cubicBezTo>
                    <a:pt x="672" y="438"/>
                    <a:pt x="672" y="438"/>
                    <a:pt x="672" y="438"/>
                  </a:cubicBezTo>
                  <a:cubicBezTo>
                    <a:pt x="671" y="437"/>
                    <a:pt x="671" y="437"/>
                    <a:pt x="671" y="437"/>
                  </a:cubicBezTo>
                  <a:cubicBezTo>
                    <a:pt x="669" y="437"/>
                    <a:pt x="669" y="437"/>
                    <a:pt x="669" y="437"/>
                  </a:cubicBezTo>
                  <a:cubicBezTo>
                    <a:pt x="668" y="436"/>
                    <a:pt x="668" y="436"/>
                    <a:pt x="668" y="436"/>
                  </a:cubicBezTo>
                  <a:cubicBezTo>
                    <a:pt x="669" y="436"/>
                    <a:pt x="669" y="436"/>
                    <a:pt x="669" y="436"/>
                  </a:cubicBezTo>
                  <a:cubicBezTo>
                    <a:pt x="670" y="434"/>
                    <a:pt x="670" y="434"/>
                    <a:pt x="670" y="434"/>
                  </a:cubicBezTo>
                  <a:cubicBezTo>
                    <a:pt x="671" y="435"/>
                    <a:pt x="671" y="435"/>
                    <a:pt x="671" y="435"/>
                  </a:cubicBezTo>
                  <a:cubicBezTo>
                    <a:pt x="674" y="435"/>
                    <a:pt x="674" y="435"/>
                    <a:pt x="674" y="435"/>
                  </a:cubicBezTo>
                  <a:cubicBezTo>
                    <a:pt x="674" y="436"/>
                    <a:pt x="674" y="436"/>
                    <a:pt x="674" y="436"/>
                  </a:cubicBezTo>
                  <a:cubicBezTo>
                    <a:pt x="676" y="437"/>
                    <a:pt x="676" y="437"/>
                    <a:pt x="676" y="437"/>
                  </a:cubicBezTo>
                  <a:cubicBezTo>
                    <a:pt x="678" y="437"/>
                    <a:pt x="678" y="437"/>
                    <a:pt x="678" y="437"/>
                  </a:cubicBezTo>
                  <a:cubicBezTo>
                    <a:pt x="679" y="435"/>
                    <a:pt x="679" y="435"/>
                    <a:pt x="679" y="435"/>
                  </a:cubicBezTo>
                  <a:cubicBezTo>
                    <a:pt x="678" y="434"/>
                    <a:pt x="678" y="434"/>
                    <a:pt x="678" y="434"/>
                  </a:cubicBezTo>
                  <a:cubicBezTo>
                    <a:pt x="679" y="433"/>
                    <a:pt x="679" y="433"/>
                    <a:pt x="679" y="433"/>
                  </a:cubicBezTo>
                  <a:cubicBezTo>
                    <a:pt x="680" y="433"/>
                    <a:pt x="680" y="433"/>
                    <a:pt x="680" y="433"/>
                  </a:cubicBezTo>
                  <a:cubicBezTo>
                    <a:pt x="682" y="431"/>
                    <a:pt x="682" y="431"/>
                    <a:pt x="682" y="431"/>
                  </a:cubicBezTo>
                  <a:cubicBezTo>
                    <a:pt x="678" y="431"/>
                    <a:pt x="678" y="431"/>
                    <a:pt x="678" y="431"/>
                  </a:cubicBezTo>
                  <a:cubicBezTo>
                    <a:pt x="677" y="431"/>
                    <a:pt x="677" y="431"/>
                    <a:pt x="677" y="431"/>
                  </a:cubicBezTo>
                  <a:cubicBezTo>
                    <a:pt x="676" y="432"/>
                    <a:pt x="676" y="432"/>
                    <a:pt x="676" y="432"/>
                  </a:cubicBezTo>
                  <a:cubicBezTo>
                    <a:pt x="675" y="432"/>
                    <a:pt x="675" y="432"/>
                    <a:pt x="675" y="432"/>
                  </a:cubicBezTo>
                  <a:cubicBezTo>
                    <a:pt x="674" y="431"/>
                    <a:pt x="674" y="431"/>
                    <a:pt x="674" y="431"/>
                  </a:cubicBezTo>
                  <a:cubicBezTo>
                    <a:pt x="673" y="431"/>
                    <a:pt x="673" y="431"/>
                    <a:pt x="673" y="431"/>
                  </a:cubicBezTo>
                  <a:cubicBezTo>
                    <a:pt x="671" y="430"/>
                    <a:pt x="671" y="430"/>
                    <a:pt x="671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29"/>
                    <a:pt x="669" y="429"/>
                    <a:pt x="669" y="429"/>
                  </a:cubicBezTo>
                  <a:cubicBezTo>
                    <a:pt x="668" y="428"/>
                    <a:pt x="668" y="428"/>
                    <a:pt x="668" y="428"/>
                  </a:cubicBezTo>
                  <a:cubicBezTo>
                    <a:pt x="670" y="427"/>
                    <a:pt x="670" y="427"/>
                    <a:pt x="670" y="427"/>
                  </a:cubicBezTo>
                  <a:cubicBezTo>
                    <a:pt x="669" y="425"/>
                    <a:pt x="669" y="425"/>
                    <a:pt x="669" y="425"/>
                  </a:cubicBezTo>
                  <a:cubicBezTo>
                    <a:pt x="665" y="427"/>
                    <a:pt x="665" y="427"/>
                    <a:pt x="665" y="427"/>
                  </a:cubicBezTo>
                  <a:cubicBezTo>
                    <a:pt x="665" y="429"/>
                    <a:pt x="665" y="429"/>
                    <a:pt x="665" y="429"/>
                  </a:cubicBezTo>
                  <a:cubicBezTo>
                    <a:pt x="665" y="430"/>
                    <a:pt x="665" y="430"/>
                    <a:pt x="665" y="430"/>
                  </a:cubicBezTo>
                  <a:cubicBezTo>
                    <a:pt x="666" y="430"/>
                    <a:pt x="666" y="430"/>
                    <a:pt x="666" y="430"/>
                  </a:cubicBezTo>
                  <a:cubicBezTo>
                    <a:pt x="667" y="430"/>
                    <a:pt x="667" y="430"/>
                    <a:pt x="667" y="430"/>
                  </a:cubicBezTo>
                  <a:cubicBezTo>
                    <a:pt x="667" y="431"/>
                    <a:pt x="667" y="431"/>
                    <a:pt x="667" y="431"/>
                  </a:cubicBezTo>
                  <a:cubicBezTo>
                    <a:pt x="668" y="432"/>
                    <a:pt x="668" y="432"/>
                    <a:pt x="668" y="432"/>
                  </a:cubicBezTo>
                  <a:cubicBezTo>
                    <a:pt x="668" y="433"/>
                    <a:pt x="668" y="433"/>
                    <a:pt x="668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4"/>
                    <a:pt x="669" y="434"/>
                    <a:pt x="669" y="434"/>
                  </a:cubicBezTo>
                  <a:cubicBezTo>
                    <a:pt x="667" y="434"/>
                    <a:pt x="667" y="434"/>
                    <a:pt x="667" y="434"/>
                  </a:cubicBezTo>
                  <a:cubicBezTo>
                    <a:pt x="666" y="433"/>
                    <a:pt x="666" y="433"/>
                    <a:pt x="666" y="433"/>
                  </a:cubicBezTo>
                  <a:cubicBezTo>
                    <a:pt x="665" y="433"/>
                    <a:pt x="665" y="433"/>
                    <a:pt x="665" y="433"/>
                  </a:cubicBezTo>
                  <a:cubicBezTo>
                    <a:pt x="664" y="432"/>
                    <a:pt x="664" y="432"/>
                    <a:pt x="664" y="432"/>
                  </a:cubicBezTo>
                  <a:cubicBezTo>
                    <a:pt x="664" y="431"/>
                    <a:pt x="664" y="431"/>
                    <a:pt x="664" y="431"/>
                  </a:cubicBezTo>
                  <a:cubicBezTo>
                    <a:pt x="663" y="430"/>
                    <a:pt x="663" y="430"/>
                    <a:pt x="663" y="430"/>
                  </a:cubicBezTo>
                  <a:cubicBezTo>
                    <a:pt x="664" y="428"/>
                    <a:pt x="664" y="428"/>
                    <a:pt x="664" y="428"/>
                  </a:cubicBezTo>
                  <a:cubicBezTo>
                    <a:pt x="663" y="427"/>
                    <a:pt x="663" y="427"/>
                    <a:pt x="663" y="427"/>
                  </a:cubicBezTo>
                  <a:cubicBezTo>
                    <a:pt x="663" y="426"/>
                    <a:pt x="663" y="426"/>
                    <a:pt x="663" y="426"/>
                  </a:cubicBezTo>
                  <a:cubicBezTo>
                    <a:pt x="663" y="425"/>
                    <a:pt x="663" y="425"/>
                    <a:pt x="663" y="425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4" y="421"/>
                    <a:pt x="664" y="421"/>
                    <a:pt x="664" y="421"/>
                  </a:cubicBezTo>
                  <a:cubicBezTo>
                    <a:pt x="666" y="420"/>
                    <a:pt x="666" y="420"/>
                    <a:pt x="666" y="420"/>
                  </a:cubicBezTo>
                  <a:cubicBezTo>
                    <a:pt x="665" y="418"/>
                    <a:pt x="665" y="418"/>
                    <a:pt x="665" y="418"/>
                  </a:cubicBezTo>
                  <a:cubicBezTo>
                    <a:pt x="664" y="418"/>
                    <a:pt x="664" y="418"/>
                    <a:pt x="664" y="418"/>
                  </a:cubicBezTo>
                  <a:cubicBezTo>
                    <a:pt x="664" y="417"/>
                    <a:pt x="664" y="417"/>
                    <a:pt x="664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0" y="418"/>
                    <a:pt x="660" y="418"/>
                    <a:pt x="660" y="418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8" y="417"/>
                    <a:pt x="658" y="417"/>
                    <a:pt x="658" y="417"/>
                  </a:cubicBezTo>
                  <a:cubicBezTo>
                    <a:pt x="656" y="416"/>
                    <a:pt x="656" y="416"/>
                    <a:pt x="656" y="416"/>
                  </a:cubicBezTo>
                  <a:cubicBezTo>
                    <a:pt x="657" y="416"/>
                    <a:pt x="657" y="416"/>
                    <a:pt x="657" y="416"/>
                  </a:cubicBezTo>
                  <a:cubicBezTo>
                    <a:pt x="658" y="416"/>
                    <a:pt x="658" y="416"/>
                    <a:pt x="658" y="416"/>
                  </a:cubicBezTo>
                  <a:cubicBezTo>
                    <a:pt x="660" y="417"/>
                    <a:pt x="660" y="417"/>
                    <a:pt x="660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65" y="416"/>
                    <a:pt x="665" y="416"/>
                    <a:pt x="665" y="416"/>
                  </a:cubicBezTo>
                  <a:cubicBezTo>
                    <a:pt x="666" y="414"/>
                    <a:pt x="666" y="414"/>
                    <a:pt x="666" y="414"/>
                  </a:cubicBezTo>
                  <a:cubicBezTo>
                    <a:pt x="668" y="414"/>
                    <a:pt x="668" y="414"/>
                    <a:pt x="668" y="414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69" y="411"/>
                    <a:pt x="669" y="411"/>
                    <a:pt x="669" y="411"/>
                  </a:cubicBezTo>
                  <a:cubicBezTo>
                    <a:pt x="670" y="410"/>
                    <a:pt x="670" y="410"/>
                    <a:pt x="670" y="410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7"/>
                    <a:pt x="669" y="407"/>
                    <a:pt x="669" y="407"/>
                  </a:cubicBezTo>
                  <a:cubicBezTo>
                    <a:pt x="665" y="405"/>
                    <a:pt x="665" y="405"/>
                    <a:pt x="665" y="405"/>
                  </a:cubicBezTo>
                  <a:cubicBezTo>
                    <a:pt x="663" y="404"/>
                    <a:pt x="663" y="404"/>
                    <a:pt x="663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6" y="405"/>
                    <a:pt x="656" y="405"/>
                    <a:pt x="656" y="405"/>
                  </a:cubicBezTo>
                  <a:cubicBezTo>
                    <a:pt x="654" y="405"/>
                    <a:pt x="654" y="405"/>
                    <a:pt x="654" y="405"/>
                  </a:cubicBezTo>
                  <a:cubicBezTo>
                    <a:pt x="650" y="407"/>
                    <a:pt x="650" y="407"/>
                    <a:pt x="650" y="407"/>
                  </a:cubicBezTo>
                  <a:cubicBezTo>
                    <a:pt x="646" y="407"/>
                    <a:pt x="646" y="407"/>
                    <a:pt x="646" y="407"/>
                  </a:cubicBezTo>
                  <a:cubicBezTo>
                    <a:pt x="644" y="408"/>
                    <a:pt x="644" y="408"/>
                    <a:pt x="644" y="408"/>
                  </a:cubicBezTo>
                  <a:cubicBezTo>
                    <a:pt x="642" y="409"/>
                    <a:pt x="642" y="409"/>
                    <a:pt x="642" y="409"/>
                  </a:cubicBezTo>
                  <a:cubicBezTo>
                    <a:pt x="638" y="411"/>
                    <a:pt x="638" y="411"/>
                    <a:pt x="638" y="411"/>
                  </a:cubicBezTo>
                  <a:cubicBezTo>
                    <a:pt x="633" y="414"/>
                    <a:pt x="633" y="414"/>
                    <a:pt x="633" y="414"/>
                  </a:cubicBezTo>
                  <a:cubicBezTo>
                    <a:pt x="629" y="418"/>
                    <a:pt x="629" y="418"/>
                    <a:pt x="629" y="418"/>
                  </a:cubicBezTo>
                  <a:cubicBezTo>
                    <a:pt x="628" y="418"/>
                    <a:pt x="628" y="418"/>
                    <a:pt x="628" y="418"/>
                  </a:cubicBezTo>
                  <a:cubicBezTo>
                    <a:pt x="626" y="420"/>
                    <a:pt x="626" y="420"/>
                    <a:pt x="626" y="420"/>
                  </a:cubicBezTo>
                  <a:cubicBezTo>
                    <a:pt x="625" y="422"/>
                    <a:pt x="625" y="422"/>
                    <a:pt x="625" y="422"/>
                  </a:cubicBezTo>
                  <a:cubicBezTo>
                    <a:pt x="622" y="424"/>
                    <a:pt x="622" y="424"/>
                    <a:pt x="622" y="424"/>
                  </a:cubicBezTo>
                  <a:cubicBezTo>
                    <a:pt x="620" y="425"/>
                    <a:pt x="620" y="425"/>
                    <a:pt x="620" y="425"/>
                  </a:cubicBezTo>
                  <a:cubicBezTo>
                    <a:pt x="624" y="423"/>
                    <a:pt x="624" y="423"/>
                    <a:pt x="624" y="423"/>
                  </a:cubicBezTo>
                  <a:cubicBezTo>
                    <a:pt x="625" y="421"/>
                    <a:pt x="625" y="421"/>
                    <a:pt x="625" y="421"/>
                  </a:cubicBezTo>
                  <a:cubicBezTo>
                    <a:pt x="625" y="419"/>
                    <a:pt x="625" y="419"/>
                    <a:pt x="625" y="419"/>
                  </a:cubicBezTo>
                  <a:cubicBezTo>
                    <a:pt x="627" y="419"/>
                    <a:pt x="627" y="419"/>
                    <a:pt x="627" y="419"/>
                  </a:cubicBezTo>
                  <a:cubicBezTo>
                    <a:pt x="628" y="417"/>
                    <a:pt x="628" y="417"/>
                    <a:pt x="628" y="417"/>
                  </a:cubicBezTo>
                  <a:cubicBezTo>
                    <a:pt x="630" y="416"/>
                    <a:pt x="630" y="416"/>
                    <a:pt x="630" y="416"/>
                  </a:cubicBezTo>
                  <a:cubicBezTo>
                    <a:pt x="631" y="414"/>
                    <a:pt x="631" y="414"/>
                    <a:pt x="631" y="414"/>
                  </a:cubicBezTo>
                  <a:cubicBezTo>
                    <a:pt x="634" y="412"/>
                    <a:pt x="634" y="412"/>
                    <a:pt x="634" y="412"/>
                  </a:cubicBezTo>
                  <a:cubicBezTo>
                    <a:pt x="636" y="410"/>
                    <a:pt x="636" y="410"/>
                    <a:pt x="636" y="410"/>
                  </a:cubicBezTo>
                  <a:cubicBezTo>
                    <a:pt x="637" y="410"/>
                    <a:pt x="637" y="410"/>
                    <a:pt x="637" y="410"/>
                  </a:cubicBezTo>
                  <a:cubicBezTo>
                    <a:pt x="637" y="409"/>
                    <a:pt x="637" y="409"/>
                    <a:pt x="637" y="409"/>
                  </a:cubicBezTo>
                  <a:cubicBezTo>
                    <a:pt x="638" y="408"/>
                    <a:pt x="638" y="408"/>
                    <a:pt x="638" y="408"/>
                  </a:cubicBezTo>
                  <a:cubicBezTo>
                    <a:pt x="640" y="407"/>
                    <a:pt x="640" y="407"/>
                    <a:pt x="640" y="407"/>
                  </a:cubicBezTo>
                  <a:cubicBezTo>
                    <a:pt x="641" y="406"/>
                    <a:pt x="641" y="406"/>
                    <a:pt x="641" y="406"/>
                  </a:cubicBezTo>
                  <a:cubicBezTo>
                    <a:pt x="641" y="405"/>
                    <a:pt x="641" y="405"/>
                    <a:pt x="641" y="405"/>
                  </a:cubicBezTo>
                  <a:cubicBezTo>
                    <a:pt x="642" y="406"/>
                    <a:pt x="642" y="406"/>
                    <a:pt x="642" y="406"/>
                  </a:cubicBezTo>
                  <a:cubicBezTo>
                    <a:pt x="643" y="406"/>
                    <a:pt x="643" y="406"/>
                    <a:pt x="643" y="406"/>
                  </a:cubicBezTo>
                  <a:cubicBezTo>
                    <a:pt x="644" y="404"/>
                    <a:pt x="644" y="404"/>
                    <a:pt x="644" y="404"/>
                  </a:cubicBezTo>
                  <a:cubicBezTo>
                    <a:pt x="647" y="404"/>
                    <a:pt x="647" y="404"/>
                    <a:pt x="647" y="404"/>
                  </a:cubicBezTo>
                  <a:cubicBezTo>
                    <a:pt x="648" y="403"/>
                    <a:pt x="648" y="403"/>
                    <a:pt x="648" y="403"/>
                  </a:cubicBezTo>
                  <a:cubicBezTo>
                    <a:pt x="650" y="403"/>
                    <a:pt x="650" y="403"/>
                    <a:pt x="650" y="403"/>
                  </a:cubicBezTo>
                  <a:cubicBezTo>
                    <a:pt x="652" y="402"/>
                    <a:pt x="652" y="402"/>
                    <a:pt x="652" y="402"/>
                  </a:cubicBezTo>
                  <a:cubicBezTo>
                    <a:pt x="652" y="400"/>
                    <a:pt x="652" y="400"/>
                    <a:pt x="652" y="400"/>
                  </a:cubicBezTo>
                  <a:cubicBezTo>
                    <a:pt x="652" y="399"/>
                    <a:pt x="652" y="399"/>
                    <a:pt x="652" y="399"/>
                  </a:cubicBezTo>
                  <a:cubicBezTo>
                    <a:pt x="653" y="398"/>
                    <a:pt x="653" y="398"/>
                    <a:pt x="653" y="398"/>
                  </a:cubicBezTo>
                  <a:cubicBezTo>
                    <a:pt x="654" y="398"/>
                    <a:pt x="654" y="398"/>
                    <a:pt x="654" y="398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58" y="395"/>
                    <a:pt x="658" y="395"/>
                    <a:pt x="658" y="395"/>
                  </a:cubicBezTo>
                  <a:cubicBezTo>
                    <a:pt x="659" y="394"/>
                    <a:pt x="659" y="394"/>
                    <a:pt x="659" y="394"/>
                  </a:cubicBezTo>
                  <a:cubicBezTo>
                    <a:pt x="658" y="393"/>
                    <a:pt x="658" y="393"/>
                    <a:pt x="658" y="393"/>
                  </a:cubicBezTo>
                  <a:cubicBezTo>
                    <a:pt x="659" y="393"/>
                    <a:pt x="659" y="393"/>
                    <a:pt x="659" y="393"/>
                  </a:cubicBezTo>
                  <a:cubicBezTo>
                    <a:pt x="659" y="392"/>
                    <a:pt x="659" y="392"/>
                    <a:pt x="659" y="392"/>
                  </a:cubicBezTo>
                  <a:cubicBezTo>
                    <a:pt x="660" y="393"/>
                    <a:pt x="660" y="393"/>
                    <a:pt x="660" y="393"/>
                  </a:cubicBezTo>
                  <a:cubicBezTo>
                    <a:pt x="663" y="394"/>
                    <a:pt x="663" y="394"/>
                    <a:pt x="663" y="394"/>
                  </a:cubicBezTo>
                  <a:cubicBezTo>
                    <a:pt x="666" y="394"/>
                    <a:pt x="666" y="394"/>
                    <a:pt x="666" y="394"/>
                  </a:cubicBezTo>
                  <a:cubicBezTo>
                    <a:pt x="668" y="395"/>
                    <a:pt x="668" y="395"/>
                    <a:pt x="668" y="395"/>
                  </a:cubicBezTo>
                  <a:cubicBezTo>
                    <a:pt x="669" y="394"/>
                    <a:pt x="669" y="394"/>
                    <a:pt x="669" y="394"/>
                  </a:cubicBezTo>
                  <a:cubicBezTo>
                    <a:pt x="670" y="395"/>
                    <a:pt x="670" y="395"/>
                    <a:pt x="670" y="395"/>
                  </a:cubicBezTo>
                  <a:cubicBezTo>
                    <a:pt x="671" y="394"/>
                    <a:pt x="671" y="394"/>
                    <a:pt x="671" y="394"/>
                  </a:cubicBezTo>
                  <a:cubicBezTo>
                    <a:pt x="672" y="395"/>
                    <a:pt x="672" y="395"/>
                    <a:pt x="672" y="395"/>
                  </a:cubicBezTo>
                  <a:cubicBezTo>
                    <a:pt x="674" y="395"/>
                    <a:pt x="674" y="395"/>
                    <a:pt x="674" y="395"/>
                  </a:cubicBezTo>
                  <a:cubicBezTo>
                    <a:pt x="675" y="394"/>
                    <a:pt x="675" y="394"/>
                    <a:pt x="675" y="394"/>
                  </a:cubicBezTo>
                  <a:cubicBezTo>
                    <a:pt x="677" y="395"/>
                    <a:pt x="677" y="395"/>
                    <a:pt x="677" y="395"/>
                  </a:cubicBezTo>
                  <a:cubicBezTo>
                    <a:pt x="679" y="395"/>
                    <a:pt x="679" y="395"/>
                    <a:pt x="679" y="395"/>
                  </a:cubicBezTo>
                  <a:cubicBezTo>
                    <a:pt x="680" y="394"/>
                    <a:pt x="680" y="394"/>
                    <a:pt x="680" y="394"/>
                  </a:cubicBezTo>
                  <a:cubicBezTo>
                    <a:pt x="681" y="394"/>
                    <a:pt x="681" y="394"/>
                    <a:pt x="681" y="394"/>
                  </a:cubicBezTo>
                  <a:cubicBezTo>
                    <a:pt x="682" y="395"/>
                    <a:pt x="682" y="395"/>
                    <a:pt x="682" y="395"/>
                  </a:cubicBezTo>
                  <a:cubicBezTo>
                    <a:pt x="684" y="396"/>
                    <a:pt x="684" y="396"/>
                    <a:pt x="684" y="396"/>
                  </a:cubicBezTo>
                  <a:cubicBezTo>
                    <a:pt x="684" y="395"/>
                    <a:pt x="684" y="395"/>
                    <a:pt x="684" y="395"/>
                  </a:cubicBezTo>
                  <a:cubicBezTo>
                    <a:pt x="687" y="396"/>
                    <a:pt x="687" y="396"/>
                    <a:pt x="687" y="396"/>
                  </a:cubicBezTo>
                  <a:cubicBezTo>
                    <a:pt x="688" y="396"/>
                    <a:pt x="688" y="396"/>
                    <a:pt x="688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7"/>
                    <a:pt x="689" y="397"/>
                    <a:pt x="689" y="397"/>
                  </a:cubicBezTo>
                  <a:cubicBezTo>
                    <a:pt x="691" y="397"/>
                    <a:pt x="691" y="397"/>
                    <a:pt x="691" y="397"/>
                  </a:cubicBezTo>
                  <a:cubicBezTo>
                    <a:pt x="695" y="396"/>
                    <a:pt x="695" y="396"/>
                    <a:pt x="695" y="396"/>
                  </a:cubicBezTo>
                  <a:cubicBezTo>
                    <a:pt x="696" y="396"/>
                    <a:pt x="696" y="396"/>
                    <a:pt x="696" y="396"/>
                  </a:cubicBezTo>
                  <a:cubicBezTo>
                    <a:pt x="697" y="396"/>
                    <a:pt x="697" y="396"/>
                    <a:pt x="697" y="396"/>
                  </a:cubicBezTo>
                  <a:cubicBezTo>
                    <a:pt x="698" y="396"/>
                    <a:pt x="698" y="396"/>
                    <a:pt x="698" y="396"/>
                  </a:cubicBezTo>
                  <a:cubicBezTo>
                    <a:pt x="700" y="396"/>
                    <a:pt x="700" y="396"/>
                    <a:pt x="700" y="396"/>
                  </a:cubicBezTo>
                  <a:cubicBezTo>
                    <a:pt x="701" y="397"/>
                    <a:pt x="701" y="397"/>
                    <a:pt x="701" y="397"/>
                  </a:cubicBezTo>
                  <a:cubicBezTo>
                    <a:pt x="703" y="396"/>
                    <a:pt x="703" y="396"/>
                    <a:pt x="703" y="396"/>
                  </a:cubicBezTo>
                  <a:cubicBezTo>
                    <a:pt x="703" y="395"/>
                    <a:pt x="703" y="395"/>
                    <a:pt x="703" y="395"/>
                  </a:cubicBezTo>
                  <a:cubicBezTo>
                    <a:pt x="704" y="395"/>
                    <a:pt x="704" y="395"/>
                    <a:pt x="704" y="395"/>
                  </a:cubicBezTo>
                  <a:cubicBezTo>
                    <a:pt x="705" y="395"/>
                    <a:pt x="705" y="395"/>
                    <a:pt x="705" y="395"/>
                  </a:cubicBezTo>
                  <a:cubicBezTo>
                    <a:pt x="706" y="395"/>
                    <a:pt x="706" y="395"/>
                    <a:pt x="706" y="395"/>
                  </a:cubicBezTo>
                  <a:cubicBezTo>
                    <a:pt x="707" y="393"/>
                    <a:pt x="707" y="393"/>
                    <a:pt x="707" y="393"/>
                  </a:cubicBezTo>
                  <a:cubicBezTo>
                    <a:pt x="708" y="393"/>
                    <a:pt x="708" y="393"/>
                    <a:pt x="708" y="393"/>
                  </a:cubicBezTo>
                  <a:cubicBezTo>
                    <a:pt x="709" y="392"/>
                    <a:pt x="709" y="392"/>
                    <a:pt x="709" y="392"/>
                  </a:cubicBezTo>
                  <a:cubicBezTo>
                    <a:pt x="710" y="392"/>
                    <a:pt x="710" y="392"/>
                    <a:pt x="710" y="392"/>
                  </a:cubicBezTo>
                  <a:cubicBezTo>
                    <a:pt x="711" y="390"/>
                    <a:pt x="711" y="390"/>
                    <a:pt x="711" y="390"/>
                  </a:cubicBezTo>
                  <a:cubicBezTo>
                    <a:pt x="711" y="389"/>
                    <a:pt x="711" y="389"/>
                    <a:pt x="711" y="389"/>
                  </a:cubicBezTo>
                  <a:cubicBezTo>
                    <a:pt x="712" y="389"/>
                    <a:pt x="712" y="389"/>
                    <a:pt x="712" y="389"/>
                  </a:cubicBezTo>
                  <a:cubicBezTo>
                    <a:pt x="713" y="388"/>
                    <a:pt x="713" y="388"/>
                    <a:pt x="713" y="388"/>
                  </a:cubicBezTo>
                  <a:cubicBezTo>
                    <a:pt x="713" y="387"/>
                    <a:pt x="713" y="387"/>
                    <a:pt x="713" y="387"/>
                  </a:cubicBezTo>
                  <a:cubicBezTo>
                    <a:pt x="714" y="387"/>
                    <a:pt x="714" y="387"/>
                    <a:pt x="714" y="387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8" y="386"/>
                    <a:pt x="718" y="386"/>
                    <a:pt x="718" y="386"/>
                  </a:cubicBezTo>
                  <a:cubicBezTo>
                    <a:pt x="720" y="385"/>
                    <a:pt x="720" y="385"/>
                    <a:pt x="720" y="385"/>
                  </a:cubicBezTo>
                  <a:cubicBezTo>
                    <a:pt x="720" y="386"/>
                    <a:pt x="720" y="386"/>
                    <a:pt x="720" y="386"/>
                  </a:cubicBezTo>
                  <a:cubicBezTo>
                    <a:pt x="721" y="386"/>
                    <a:pt x="721" y="386"/>
                    <a:pt x="721" y="386"/>
                  </a:cubicBezTo>
                  <a:cubicBezTo>
                    <a:pt x="722" y="385"/>
                    <a:pt x="722" y="385"/>
                    <a:pt x="722" y="385"/>
                  </a:cubicBezTo>
                  <a:cubicBezTo>
                    <a:pt x="723" y="386"/>
                    <a:pt x="723" y="386"/>
                    <a:pt x="723" y="386"/>
                  </a:cubicBezTo>
                  <a:cubicBezTo>
                    <a:pt x="725" y="386"/>
                    <a:pt x="725" y="386"/>
                    <a:pt x="725" y="386"/>
                  </a:cubicBezTo>
                  <a:cubicBezTo>
                    <a:pt x="725" y="385"/>
                    <a:pt x="725" y="385"/>
                    <a:pt x="725" y="385"/>
                  </a:cubicBezTo>
                  <a:cubicBezTo>
                    <a:pt x="726" y="385"/>
                    <a:pt x="726" y="385"/>
                    <a:pt x="726" y="385"/>
                  </a:cubicBezTo>
                  <a:cubicBezTo>
                    <a:pt x="727" y="384"/>
                    <a:pt x="727" y="384"/>
                    <a:pt x="727" y="384"/>
                  </a:cubicBezTo>
                  <a:cubicBezTo>
                    <a:pt x="728" y="384"/>
                    <a:pt x="728" y="384"/>
                    <a:pt x="728" y="384"/>
                  </a:cubicBezTo>
                  <a:cubicBezTo>
                    <a:pt x="729" y="383"/>
                    <a:pt x="729" y="383"/>
                    <a:pt x="729" y="383"/>
                  </a:cubicBezTo>
                  <a:cubicBezTo>
                    <a:pt x="731" y="383"/>
                    <a:pt x="731" y="383"/>
                    <a:pt x="731" y="383"/>
                  </a:cubicBezTo>
                  <a:cubicBezTo>
                    <a:pt x="733" y="381"/>
                    <a:pt x="733" y="381"/>
                    <a:pt x="733" y="381"/>
                  </a:cubicBezTo>
                  <a:cubicBezTo>
                    <a:pt x="734" y="380"/>
                    <a:pt x="734" y="380"/>
                    <a:pt x="734" y="380"/>
                  </a:cubicBezTo>
                  <a:cubicBezTo>
                    <a:pt x="735" y="380"/>
                    <a:pt x="735" y="380"/>
                    <a:pt x="735" y="380"/>
                  </a:cubicBezTo>
                  <a:cubicBezTo>
                    <a:pt x="735" y="378"/>
                    <a:pt x="735" y="378"/>
                    <a:pt x="735" y="378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5" y="376"/>
                    <a:pt x="735" y="376"/>
                    <a:pt x="735" y="376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4" y="374"/>
                    <a:pt x="734" y="374"/>
                    <a:pt x="734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4" y="373"/>
                    <a:pt x="734" y="373"/>
                    <a:pt x="734" y="373"/>
                  </a:cubicBezTo>
                  <a:cubicBezTo>
                    <a:pt x="734" y="372"/>
                    <a:pt x="734" y="372"/>
                    <a:pt x="734" y="372"/>
                  </a:cubicBezTo>
                  <a:cubicBezTo>
                    <a:pt x="735" y="372"/>
                    <a:pt x="735" y="372"/>
                    <a:pt x="735" y="372"/>
                  </a:cubicBezTo>
                  <a:cubicBezTo>
                    <a:pt x="736" y="370"/>
                    <a:pt x="736" y="370"/>
                    <a:pt x="736" y="370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5" y="369"/>
                    <a:pt x="735" y="369"/>
                    <a:pt x="735" y="369"/>
                  </a:cubicBezTo>
                  <a:cubicBezTo>
                    <a:pt x="737" y="368"/>
                    <a:pt x="737" y="368"/>
                    <a:pt x="737" y="368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6" y="364"/>
                    <a:pt x="736" y="364"/>
                    <a:pt x="736" y="364"/>
                  </a:cubicBezTo>
                  <a:cubicBezTo>
                    <a:pt x="734" y="363"/>
                    <a:pt x="734" y="363"/>
                    <a:pt x="734" y="363"/>
                  </a:cubicBezTo>
                  <a:cubicBezTo>
                    <a:pt x="732" y="363"/>
                    <a:pt x="732" y="363"/>
                    <a:pt x="732" y="363"/>
                  </a:cubicBezTo>
                  <a:cubicBezTo>
                    <a:pt x="733" y="362"/>
                    <a:pt x="733" y="362"/>
                    <a:pt x="733" y="362"/>
                  </a:cubicBezTo>
                  <a:cubicBezTo>
                    <a:pt x="732" y="361"/>
                    <a:pt x="732" y="361"/>
                    <a:pt x="732" y="361"/>
                  </a:cubicBezTo>
                  <a:cubicBezTo>
                    <a:pt x="730" y="361"/>
                    <a:pt x="730" y="361"/>
                    <a:pt x="730" y="361"/>
                  </a:cubicBezTo>
                  <a:cubicBezTo>
                    <a:pt x="728" y="362"/>
                    <a:pt x="728" y="362"/>
                    <a:pt x="728" y="362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7" y="364"/>
                    <a:pt x="727" y="364"/>
                    <a:pt x="727" y="364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6" y="363"/>
                    <a:pt x="726" y="363"/>
                    <a:pt x="726" y="363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9" y="361"/>
                    <a:pt x="729" y="361"/>
                    <a:pt x="729" y="361"/>
                  </a:cubicBezTo>
                  <a:cubicBezTo>
                    <a:pt x="729" y="359"/>
                    <a:pt x="729" y="359"/>
                    <a:pt x="729" y="359"/>
                  </a:cubicBezTo>
                  <a:cubicBezTo>
                    <a:pt x="728" y="356"/>
                    <a:pt x="728" y="356"/>
                    <a:pt x="728" y="356"/>
                  </a:cubicBezTo>
                  <a:cubicBezTo>
                    <a:pt x="725" y="356"/>
                    <a:pt x="725" y="356"/>
                    <a:pt x="725" y="356"/>
                  </a:cubicBezTo>
                  <a:cubicBezTo>
                    <a:pt x="721" y="356"/>
                    <a:pt x="721" y="356"/>
                    <a:pt x="721" y="356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7"/>
                    <a:pt x="720" y="357"/>
                    <a:pt x="720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5"/>
                    <a:pt x="720" y="355"/>
                    <a:pt x="720" y="355"/>
                  </a:cubicBezTo>
                  <a:cubicBezTo>
                    <a:pt x="722" y="355"/>
                    <a:pt x="722" y="355"/>
                    <a:pt x="722" y="355"/>
                  </a:cubicBezTo>
                  <a:cubicBezTo>
                    <a:pt x="723" y="355"/>
                    <a:pt x="723" y="355"/>
                    <a:pt x="723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4"/>
                    <a:pt x="726" y="354"/>
                    <a:pt x="726" y="354"/>
                  </a:cubicBezTo>
                  <a:cubicBezTo>
                    <a:pt x="730" y="354"/>
                    <a:pt x="730" y="354"/>
                    <a:pt x="730" y="354"/>
                  </a:cubicBezTo>
                  <a:cubicBezTo>
                    <a:pt x="727" y="352"/>
                    <a:pt x="727" y="352"/>
                    <a:pt x="727" y="352"/>
                  </a:cubicBezTo>
                  <a:cubicBezTo>
                    <a:pt x="725" y="351"/>
                    <a:pt x="725" y="351"/>
                    <a:pt x="725" y="351"/>
                  </a:cubicBezTo>
                  <a:cubicBezTo>
                    <a:pt x="726" y="349"/>
                    <a:pt x="726" y="349"/>
                    <a:pt x="726" y="349"/>
                  </a:cubicBezTo>
                  <a:cubicBezTo>
                    <a:pt x="724" y="348"/>
                    <a:pt x="724" y="348"/>
                    <a:pt x="724" y="348"/>
                  </a:cubicBezTo>
                  <a:cubicBezTo>
                    <a:pt x="722" y="349"/>
                    <a:pt x="722" y="349"/>
                    <a:pt x="722" y="349"/>
                  </a:cubicBezTo>
                  <a:cubicBezTo>
                    <a:pt x="721" y="350"/>
                    <a:pt x="721" y="350"/>
                    <a:pt x="721" y="350"/>
                  </a:cubicBezTo>
                  <a:cubicBezTo>
                    <a:pt x="720" y="349"/>
                    <a:pt x="720" y="349"/>
                    <a:pt x="720" y="349"/>
                  </a:cubicBezTo>
                  <a:cubicBezTo>
                    <a:pt x="719" y="349"/>
                    <a:pt x="719" y="349"/>
                    <a:pt x="719" y="349"/>
                  </a:cubicBezTo>
                  <a:cubicBezTo>
                    <a:pt x="719" y="346"/>
                    <a:pt x="719" y="346"/>
                    <a:pt x="719" y="346"/>
                  </a:cubicBezTo>
                  <a:cubicBezTo>
                    <a:pt x="720" y="344"/>
                    <a:pt x="720" y="344"/>
                    <a:pt x="720" y="344"/>
                  </a:cubicBezTo>
                  <a:cubicBezTo>
                    <a:pt x="718" y="345"/>
                    <a:pt x="718" y="345"/>
                    <a:pt x="718" y="345"/>
                  </a:cubicBezTo>
                  <a:cubicBezTo>
                    <a:pt x="717" y="345"/>
                    <a:pt x="717" y="345"/>
                    <a:pt x="717" y="345"/>
                  </a:cubicBezTo>
                  <a:cubicBezTo>
                    <a:pt x="716" y="345"/>
                    <a:pt x="716" y="345"/>
                    <a:pt x="716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3"/>
                    <a:pt x="715" y="343"/>
                    <a:pt x="715" y="343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1" y="343"/>
                    <a:pt x="711" y="343"/>
                    <a:pt x="711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2" y="342"/>
                    <a:pt x="712" y="342"/>
                    <a:pt x="712" y="342"/>
                  </a:cubicBezTo>
                  <a:cubicBezTo>
                    <a:pt x="711" y="340"/>
                    <a:pt x="711" y="340"/>
                    <a:pt x="711" y="340"/>
                  </a:cubicBezTo>
                  <a:cubicBezTo>
                    <a:pt x="711" y="339"/>
                    <a:pt x="711" y="339"/>
                    <a:pt x="711" y="339"/>
                  </a:cubicBezTo>
                  <a:cubicBezTo>
                    <a:pt x="710" y="338"/>
                    <a:pt x="710" y="338"/>
                    <a:pt x="710" y="338"/>
                  </a:cubicBezTo>
                  <a:cubicBezTo>
                    <a:pt x="709" y="340"/>
                    <a:pt x="709" y="340"/>
                    <a:pt x="709" y="340"/>
                  </a:cubicBezTo>
                  <a:cubicBezTo>
                    <a:pt x="709" y="337"/>
                    <a:pt x="709" y="337"/>
                    <a:pt x="709" y="337"/>
                  </a:cubicBezTo>
                  <a:cubicBezTo>
                    <a:pt x="708" y="337"/>
                    <a:pt x="708" y="337"/>
                    <a:pt x="708" y="337"/>
                  </a:cubicBezTo>
                  <a:cubicBezTo>
                    <a:pt x="707" y="337"/>
                    <a:pt x="707" y="337"/>
                    <a:pt x="707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5" y="335"/>
                    <a:pt x="705" y="335"/>
                    <a:pt x="705" y="335"/>
                  </a:cubicBezTo>
                  <a:cubicBezTo>
                    <a:pt x="705" y="333"/>
                    <a:pt x="705" y="333"/>
                    <a:pt x="705" y="333"/>
                  </a:cubicBezTo>
                  <a:cubicBezTo>
                    <a:pt x="704" y="333"/>
                    <a:pt x="704" y="333"/>
                    <a:pt x="704" y="333"/>
                  </a:cubicBezTo>
                  <a:cubicBezTo>
                    <a:pt x="703" y="333"/>
                    <a:pt x="703" y="333"/>
                    <a:pt x="703" y="333"/>
                  </a:cubicBezTo>
                  <a:cubicBezTo>
                    <a:pt x="703" y="332"/>
                    <a:pt x="703" y="332"/>
                    <a:pt x="703" y="332"/>
                  </a:cubicBezTo>
                  <a:cubicBezTo>
                    <a:pt x="702" y="331"/>
                    <a:pt x="702" y="331"/>
                    <a:pt x="702" y="331"/>
                  </a:cubicBezTo>
                  <a:cubicBezTo>
                    <a:pt x="701" y="330"/>
                    <a:pt x="701" y="330"/>
                    <a:pt x="701" y="330"/>
                  </a:cubicBezTo>
                  <a:cubicBezTo>
                    <a:pt x="701" y="329"/>
                    <a:pt x="701" y="329"/>
                    <a:pt x="701" y="329"/>
                  </a:cubicBezTo>
                  <a:cubicBezTo>
                    <a:pt x="702" y="330"/>
                    <a:pt x="702" y="330"/>
                    <a:pt x="702" y="330"/>
                  </a:cubicBezTo>
                  <a:cubicBezTo>
                    <a:pt x="705" y="329"/>
                    <a:pt x="705" y="329"/>
                    <a:pt x="705" y="329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706" y="326"/>
                    <a:pt x="706" y="326"/>
                    <a:pt x="706" y="326"/>
                  </a:cubicBezTo>
                  <a:cubicBezTo>
                    <a:pt x="708" y="326"/>
                    <a:pt x="708" y="326"/>
                    <a:pt x="708" y="326"/>
                  </a:cubicBezTo>
                  <a:cubicBezTo>
                    <a:pt x="708" y="324"/>
                    <a:pt x="708" y="324"/>
                    <a:pt x="708" y="324"/>
                  </a:cubicBezTo>
                  <a:cubicBezTo>
                    <a:pt x="706" y="322"/>
                    <a:pt x="706" y="322"/>
                    <a:pt x="706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6" y="320"/>
                    <a:pt x="706" y="320"/>
                    <a:pt x="706" y="320"/>
                  </a:cubicBezTo>
                  <a:cubicBezTo>
                    <a:pt x="705" y="319"/>
                    <a:pt x="705" y="319"/>
                    <a:pt x="705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5" y="318"/>
                    <a:pt x="705" y="318"/>
                    <a:pt x="705" y="318"/>
                  </a:cubicBezTo>
                  <a:cubicBezTo>
                    <a:pt x="705" y="315"/>
                    <a:pt x="705" y="315"/>
                    <a:pt x="705" y="315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1"/>
                    <a:pt x="703" y="311"/>
                    <a:pt x="703" y="311"/>
                  </a:cubicBezTo>
                  <a:cubicBezTo>
                    <a:pt x="701" y="310"/>
                    <a:pt x="701" y="310"/>
                    <a:pt x="701" y="310"/>
                  </a:cubicBezTo>
                  <a:cubicBezTo>
                    <a:pt x="700" y="311"/>
                    <a:pt x="700" y="311"/>
                    <a:pt x="700" y="311"/>
                  </a:cubicBezTo>
                  <a:cubicBezTo>
                    <a:pt x="698" y="311"/>
                    <a:pt x="698" y="311"/>
                    <a:pt x="698" y="311"/>
                  </a:cubicBezTo>
                  <a:cubicBezTo>
                    <a:pt x="699" y="310"/>
                    <a:pt x="699" y="310"/>
                    <a:pt x="699" y="310"/>
                  </a:cubicBezTo>
                  <a:cubicBezTo>
                    <a:pt x="700" y="310"/>
                    <a:pt x="700" y="310"/>
                    <a:pt x="700" y="310"/>
                  </a:cubicBezTo>
                  <a:cubicBezTo>
                    <a:pt x="702" y="309"/>
                    <a:pt x="702" y="309"/>
                    <a:pt x="702" y="309"/>
                  </a:cubicBezTo>
                  <a:cubicBezTo>
                    <a:pt x="702" y="308"/>
                    <a:pt x="702" y="308"/>
                    <a:pt x="702" y="308"/>
                  </a:cubicBezTo>
                  <a:cubicBezTo>
                    <a:pt x="703" y="307"/>
                    <a:pt x="703" y="307"/>
                    <a:pt x="703" y="307"/>
                  </a:cubicBezTo>
                  <a:cubicBezTo>
                    <a:pt x="702" y="306"/>
                    <a:pt x="702" y="306"/>
                    <a:pt x="702" y="306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698" y="307"/>
                    <a:pt x="698" y="307"/>
                    <a:pt x="698" y="307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702" y="305"/>
                    <a:pt x="702" y="305"/>
                    <a:pt x="702" y="305"/>
                  </a:cubicBezTo>
                  <a:cubicBezTo>
                    <a:pt x="702" y="302"/>
                    <a:pt x="702" y="302"/>
                    <a:pt x="702" y="302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1" y="302"/>
                    <a:pt x="701" y="302"/>
                    <a:pt x="701" y="302"/>
                  </a:cubicBezTo>
                  <a:cubicBezTo>
                    <a:pt x="701" y="300"/>
                    <a:pt x="701" y="300"/>
                    <a:pt x="701" y="300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700" y="297"/>
                    <a:pt x="700" y="297"/>
                    <a:pt x="700" y="297"/>
                  </a:cubicBezTo>
                  <a:cubicBezTo>
                    <a:pt x="699" y="297"/>
                    <a:pt x="699" y="297"/>
                    <a:pt x="699" y="297"/>
                  </a:cubicBezTo>
                  <a:cubicBezTo>
                    <a:pt x="699" y="295"/>
                    <a:pt x="699" y="295"/>
                    <a:pt x="699" y="295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8" y="295"/>
                    <a:pt x="698" y="295"/>
                    <a:pt x="698" y="295"/>
                  </a:cubicBezTo>
                  <a:cubicBezTo>
                    <a:pt x="698" y="293"/>
                    <a:pt x="698" y="293"/>
                    <a:pt x="698" y="293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8" y="290"/>
                    <a:pt x="698" y="290"/>
                    <a:pt x="698" y="290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6"/>
                    <a:pt x="697" y="286"/>
                    <a:pt x="697" y="286"/>
                  </a:cubicBezTo>
                  <a:cubicBezTo>
                    <a:pt x="696" y="286"/>
                    <a:pt x="696" y="286"/>
                    <a:pt x="696" y="286"/>
                  </a:cubicBezTo>
                  <a:cubicBezTo>
                    <a:pt x="697" y="285"/>
                    <a:pt x="697" y="285"/>
                    <a:pt x="697" y="285"/>
                  </a:cubicBezTo>
                  <a:cubicBezTo>
                    <a:pt x="696" y="284"/>
                    <a:pt x="696" y="284"/>
                    <a:pt x="696" y="284"/>
                  </a:cubicBezTo>
                  <a:cubicBezTo>
                    <a:pt x="696" y="283"/>
                    <a:pt x="696" y="283"/>
                    <a:pt x="696" y="283"/>
                  </a:cubicBezTo>
                  <a:cubicBezTo>
                    <a:pt x="698" y="283"/>
                    <a:pt x="698" y="283"/>
                    <a:pt x="698" y="283"/>
                  </a:cubicBezTo>
                  <a:cubicBezTo>
                    <a:pt x="697" y="282"/>
                    <a:pt x="697" y="282"/>
                    <a:pt x="697" y="282"/>
                  </a:cubicBezTo>
                  <a:cubicBezTo>
                    <a:pt x="697" y="281"/>
                    <a:pt x="697" y="281"/>
                    <a:pt x="697" y="281"/>
                  </a:cubicBezTo>
                  <a:cubicBezTo>
                    <a:pt x="696" y="280"/>
                    <a:pt x="696" y="280"/>
                    <a:pt x="696" y="280"/>
                  </a:cubicBezTo>
                  <a:cubicBezTo>
                    <a:pt x="694" y="281"/>
                    <a:pt x="694" y="281"/>
                    <a:pt x="694" y="281"/>
                  </a:cubicBezTo>
                  <a:cubicBezTo>
                    <a:pt x="692" y="283"/>
                    <a:pt x="692" y="283"/>
                    <a:pt x="692" y="283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5"/>
                    <a:pt x="692" y="285"/>
                    <a:pt x="692" y="285"/>
                  </a:cubicBezTo>
                  <a:cubicBezTo>
                    <a:pt x="690" y="287"/>
                    <a:pt x="690" y="287"/>
                    <a:pt x="690" y="287"/>
                  </a:cubicBezTo>
                  <a:cubicBezTo>
                    <a:pt x="690" y="288"/>
                    <a:pt x="690" y="288"/>
                    <a:pt x="690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8" y="289"/>
                    <a:pt x="688" y="289"/>
                    <a:pt x="688" y="289"/>
                  </a:cubicBezTo>
                  <a:cubicBezTo>
                    <a:pt x="687" y="291"/>
                    <a:pt x="687" y="291"/>
                    <a:pt x="687" y="291"/>
                  </a:cubicBezTo>
                  <a:cubicBezTo>
                    <a:pt x="687" y="293"/>
                    <a:pt x="687" y="293"/>
                    <a:pt x="687" y="293"/>
                  </a:cubicBezTo>
                  <a:cubicBezTo>
                    <a:pt x="686" y="294"/>
                    <a:pt x="686" y="294"/>
                    <a:pt x="686" y="294"/>
                  </a:cubicBezTo>
                  <a:cubicBezTo>
                    <a:pt x="685" y="295"/>
                    <a:pt x="685" y="295"/>
                    <a:pt x="685" y="295"/>
                  </a:cubicBezTo>
                  <a:cubicBezTo>
                    <a:pt x="684" y="296"/>
                    <a:pt x="684" y="296"/>
                    <a:pt x="684" y="296"/>
                  </a:cubicBezTo>
                  <a:cubicBezTo>
                    <a:pt x="684" y="298"/>
                    <a:pt x="684" y="298"/>
                    <a:pt x="684" y="298"/>
                  </a:cubicBezTo>
                  <a:cubicBezTo>
                    <a:pt x="683" y="298"/>
                    <a:pt x="683" y="298"/>
                    <a:pt x="683" y="298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1"/>
                    <a:pt x="681" y="301"/>
                    <a:pt x="681" y="301"/>
                  </a:cubicBezTo>
                  <a:cubicBezTo>
                    <a:pt x="680" y="300"/>
                    <a:pt x="680" y="300"/>
                    <a:pt x="680" y="300"/>
                  </a:cubicBezTo>
                  <a:cubicBezTo>
                    <a:pt x="677" y="301"/>
                    <a:pt x="677" y="301"/>
                    <a:pt x="677" y="301"/>
                  </a:cubicBezTo>
                  <a:cubicBezTo>
                    <a:pt x="676" y="303"/>
                    <a:pt x="676" y="303"/>
                    <a:pt x="676" y="303"/>
                  </a:cubicBezTo>
                  <a:cubicBezTo>
                    <a:pt x="676" y="304"/>
                    <a:pt x="676" y="304"/>
                    <a:pt x="676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3" y="304"/>
                    <a:pt x="673" y="304"/>
                    <a:pt x="673" y="304"/>
                  </a:cubicBezTo>
                  <a:cubicBezTo>
                    <a:pt x="672" y="305"/>
                    <a:pt x="672" y="305"/>
                    <a:pt x="672" y="305"/>
                  </a:cubicBezTo>
                  <a:cubicBezTo>
                    <a:pt x="670" y="305"/>
                    <a:pt x="670" y="305"/>
                    <a:pt x="670" y="305"/>
                  </a:cubicBezTo>
                  <a:cubicBezTo>
                    <a:pt x="668" y="307"/>
                    <a:pt x="668" y="307"/>
                    <a:pt x="668" y="307"/>
                  </a:cubicBezTo>
                  <a:cubicBezTo>
                    <a:pt x="668" y="305"/>
                    <a:pt x="668" y="305"/>
                    <a:pt x="668" y="305"/>
                  </a:cubicBezTo>
                  <a:cubicBezTo>
                    <a:pt x="669" y="303"/>
                    <a:pt x="669" y="303"/>
                    <a:pt x="669" y="303"/>
                  </a:cubicBezTo>
                  <a:cubicBezTo>
                    <a:pt x="667" y="302"/>
                    <a:pt x="667" y="302"/>
                    <a:pt x="667" y="302"/>
                  </a:cubicBezTo>
                  <a:cubicBezTo>
                    <a:pt x="666" y="304"/>
                    <a:pt x="666" y="304"/>
                    <a:pt x="666" y="304"/>
                  </a:cubicBezTo>
                  <a:cubicBezTo>
                    <a:pt x="666" y="303"/>
                    <a:pt x="666" y="303"/>
                    <a:pt x="666" y="303"/>
                  </a:cubicBezTo>
                  <a:cubicBezTo>
                    <a:pt x="666" y="301"/>
                    <a:pt x="666" y="301"/>
                    <a:pt x="666" y="301"/>
                  </a:cubicBezTo>
                  <a:cubicBezTo>
                    <a:pt x="665" y="299"/>
                    <a:pt x="665" y="299"/>
                    <a:pt x="665" y="299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4" y="297"/>
                    <a:pt x="664" y="297"/>
                    <a:pt x="664" y="297"/>
                  </a:cubicBezTo>
                  <a:cubicBezTo>
                    <a:pt x="662" y="297"/>
                    <a:pt x="662" y="297"/>
                    <a:pt x="662" y="297"/>
                  </a:cubicBezTo>
                  <a:cubicBezTo>
                    <a:pt x="662" y="296"/>
                    <a:pt x="662" y="296"/>
                    <a:pt x="662" y="296"/>
                  </a:cubicBezTo>
                  <a:cubicBezTo>
                    <a:pt x="663" y="295"/>
                    <a:pt x="663" y="295"/>
                    <a:pt x="663" y="295"/>
                  </a:cubicBezTo>
                  <a:cubicBezTo>
                    <a:pt x="661" y="292"/>
                    <a:pt x="661" y="292"/>
                    <a:pt x="661" y="292"/>
                  </a:cubicBezTo>
                  <a:cubicBezTo>
                    <a:pt x="661" y="293"/>
                    <a:pt x="661" y="293"/>
                    <a:pt x="661" y="293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2"/>
                    <a:pt x="660" y="292"/>
                    <a:pt x="660" y="292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2" y="289"/>
                    <a:pt x="662" y="289"/>
                    <a:pt x="662" y="289"/>
                  </a:cubicBezTo>
                  <a:cubicBezTo>
                    <a:pt x="662" y="286"/>
                    <a:pt x="662" y="286"/>
                    <a:pt x="662" y="286"/>
                  </a:cubicBezTo>
                  <a:cubicBezTo>
                    <a:pt x="660" y="285"/>
                    <a:pt x="660" y="285"/>
                    <a:pt x="660" y="285"/>
                  </a:cubicBezTo>
                  <a:cubicBezTo>
                    <a:pt x="661" y="285"/>
                    <a:pt x="661" y="285"/>
                    <a:pt x="661" y="285"/>
                  </a:cubicBezTo>
                  <a:cubicBezTo>
                    <a:pt x="661" y="283"/>
                    <a:pt x="661" y="283"/>
                    <a:pt x="661" y="283"/>
                  </a:cubicBezTo>
                  <a:cubicBezTo>
                    <a:pt x="662" y="285"/>
                    <a:pt x="662" y="285"/>
                    <a:pt x="662" y="285"/>
                  </a:cubicBezTo>
                  <a:cubicBezTo>
                    <a:pt x="663" y="282"/>
                    <a:pt x="663" y="282"/>
                    <a:pt x="663" y="282"/>
                  </a:cubicBezTo>
                  <a:cubicBezTo>
                    <a:pt x="663" y="278"/>
                    <a:pt x="663" y="278"/>
                    <a:pt x="663" y="278"/>
                  </a:cubicBezTo>
                  <a:cubicBezTo>
                    <a:pt x="664" y="277"/>
                    <a:pt x="664" y="277"/>
                    <a:pt x="664" y="277"/>
                  </a:cubicBezTo>
                  <a:cubicBezTo>
                    <a:pt x="666" y="276"/>
                    <a:pt x="666" y="276"/>
                    <a:pt x="666" y="276"/>
                  </a:cubicBezTo>
                  <a:cubicBezTo>
                    <a:pt x="667" y="273"/>
                    <a:pt x="667" y="273"/>
                    <a:pt x="667" y="273"/>
                  </a:cubicBezTo>
                  <a:cubicBezTo>
                    <a:pt x="666" y="270"/>
                    <a:pt x="666" y="270"/>
                    <a:pt x="666" y="270"/>
                  </a:cubicBezTo>
                  <a:cubicBezTo>
                    <a:pt x="664" y="270"/>
                    <a:pt x="664" y="270"/>
                    <a:pt x="664" y="270"/>
                  </a:cubicBezTo>
                  <a:cubicBezTo>
                    <a:pt x="664" y="273"/>
                    <a:pt x="664" y="273"/>
                    <a:pt x="664" y="273"/>
                  </a:cubicBezTo>
                  <a:cubicBezTo>
                    <a:pt x="663" y="274"/>
                    <a:pt x="663" y="274"/>
                    <a:pt x="663" y="274"/>
                  </a:cubicBezTo>
                  <a:cubicBezTo>
                    <a:pt x="663" y="273"/>
                    <a:pt x="663" y="273"/>
                    <a:pt x="663" y="273"/>
                  </a:cubicBezTo>
                  <a:cubicBezTo>
                    <a:pt x="663" y="270"/>
                    <a:pt x="663" y="270"/>
                    <a:pt x="663" y="270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59" y="270"/>
                    <a:pt x="659" y="270"/>
                    <a:pt x="659" y="270"/>
                  </a:cubicBezTo>
                  <a:cubicBezTo>
                    <a:pt x="658" y="269"/>
                    <a:pt x="658" y="269"/>
                    <a:pt x="658" y="269"/>
                  </a:cubicBezTo>
                  <a:cubicBezTo>
                    <a:pt x="657" y="270"/>
                    <a:pt x="657" y="270"/>
                    <a:pt x="657" y="270"/>
                  </a:cubicBezTo>
                  <a:cubicBezTo>
                    <a:pt x="655" y="268"/>
                    <a:pt x="655" y="268"/>
                    <a:pt x="655" y="268"/>
                  </a:cubicBezTo>
                  <a:cubicBezTo>
                    <a:pt x="654" y="268"/>
                    <a:pt x="654" y="268"/>
                    <a:pt x="654" y="268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3" y="266"/>
                    <a:pt x="653" y="266"/>
                    <a:pt x="653" y="266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5" y="265"/>
                    <a:pt x="655" y="265"/>
                    <a:pt x="655" y="265"/>
                  </a:cubicBezTo>
                  <a:cubicBezTo>
                    <a:pt x="653" y="262"/>
                    <a:pt x="653" y="262"/>
                    <a:pt x="653" y="262"/>
                  </a:cubicBezTo>
                  <a:cubicBezTo>
                    <a:pt x="652" y="263"/>
                    <a:pt x="652" y="263"/>
                    <a:pt x="652" y="263"/>
                  </a:cubicBezTo>
                  <a:cubicBezTo>
                    <a:pt x="651" y="261"/>
                    <a:pt x="651" y="261"/>
                    <a:pt x="651" y="261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50" y="258"/>
                    <a:pt x="650" y="258"/>
                    <a:pt x="650" y="258"/>
                  </a:cubicBezTo>
                  <a:cubicBezTo>
                    <a:pt x="650" y="255"/>
                    <a:pt x="650" y="255"/>
                    <a:pt x="650" y="255"/>
                  </a:cubicBezTo>
                  <a:cubicBezTo>
                    <a:pt x="648" y="255"/>
                    <a:pt x="648" y="255"/>
                    <a:pt x="648" y="255"/>
                  </a:cubicBezTo>
                  <a:cubicBezTo>
                    <a:pt x="647" y="254"/>
                    <a:pt x="647" y="254"/>
                    <a:pt x="647" y="254"/>
                  </a:cubicBezTo>
                  <a:cubicBezTo>
                    <a:pt x="647" y="253"/>
                    <a:pt x="647" y="253"/>
                    <a:pt x="647" y="253"/>
                  </a:cubicBezTo>
                  <a:cubicBezTo>
                    <a:pt x="644" y="250"/>
                    <a:pt x="644" y="250"/>
                    <a:pt x="644" y="250"/>
                  </a:cubicBezTo>
                  <a:cubicBezTo>
                    <a:pt x="641" y="251"/>
                    <a:pt x="641" y="251"/>
                    <a:pt x="641" y="251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6" y="252"/>
                    <a:pt x="636" y="252"/>
                    <a:pt x="636" y="252"/>
                  </a:cubicBezTo>
                  <a:cubicBezTo>
                    <a:pt x="635" y="251"/>
                    <a:pt x="635" y="251"/>
                    <a:pt x="635" y="251"/>
                  </a:cubicBezTo>
                  <a:cubicBezTo>
                    <a:pt x="633" y="251"/>
                    <a:pt x="633" y="251"/>
                    <a:pt x="633" y="251"/>
                  </a:cubicBezTo>
                  <a:cubicBezTo>
                    <a:pt x="632" y="252"/>
                    <a:pt x="632" y="252"/>
                    <a:pt x="632" y="252"/>
                  </a:cubicBezTo>
                  <a:cubicBezTo>
                    <a:pt x="632" y="250"/>
                    <a:pt x="632" y="250"/>
                    <a:pt x="632" y="250"/>
                  </a:cubicBezTo>
                  <a:cubicBezTo>
                    <a:pt x="630" y="250"/>
                    <a:pt x="630" y="250"/>
                    <a:pt x="630" y="250"/>
                  </a:cubicBezTo>
                  <a:cubicBezTo>
                    <a:pt x="624" y="247"/>
                    <a:pt x="624" y="247"/>
                    <a:pt x="624" y="247"/>
                  </a:cubicBezTo>
                  <a:cubicBezTo>
                    <a:pt x="622" y="247"/>
                    <a:pt x="622" y="247"/>
                    <a:pt x="622" y="247"/>
                  </a:cubicBezTo>
                  <a:cubicBezTo>
                    <a:pt x="621" y="246"/>
                    <a:pt x="621" y="246"/>
                    <a:pt x="621" y="246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20" y="247"/>
                    <a:pt x="620" y="247"/>
                  </a:cubicBezTo>
                  <a:cubicBezTo>
                    <a:pt x="620" y="246"/>
                    <a:pt x="620" y="246"/>
                    <a:pt x="620" y="246"/>
                  </a:cubicBezTo>
                  <a:cubicBezTo>
                    <a:pt x="617" y="245"/>
                    <a:pt x="617" y="245"/>
                    <a:pt x="617" y="245"/>
                  </a:cubicBezTo>
                  <a:cubicBezTo>
                    <a:pt x="616" y="246"/>
                    <a:pt x="616" y="246"/>
                    <a:pt x="616" y="246"/>
                  </a:cubicBezTo>
                  <a:cubicBezTo>
                    <a:pt x="617" y="247"/>
                    <a:pt x="617" y="247"/>
                    <a:pt x="617" y="247"/>
                  </a:cubicBezTo>
                  <a:cubicBezTo>
                    <a:pt x="618" y="247"/>
                    <a:pt x="618" y="247"/>
                    <a:pt x="618" y="247"/>
                  </a:cubicBezTo>
                  <a:cubicBezTo>
                    <a:pt x="617" y="248"/>
                    <a:pt x="617" y="248"/>
                    <a:pt x="617" y="248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6" y="248"/>
                    <a:pt x="616" y="248"/>
                    <a:pt x="616" y="248"/>
                  </a:cubicBezTo>
                  <a:cubicBezTo>
                    <a:pt x="614" y="249"/>
                    <a:pt x="614" y="249"/>
                    <a:pt x="614" y="249"/>
                  </a:cubicBezTo>
                  <a:cubicBezTo>
                    <a:pt x="614" y="251"/>
                    <a:pt x="614" y="251"/>
                    <a:pt x="614" y="251"/>
                  </a:cubicBezTo>
                  <a:cubicBezTo>
                    <a:pt x="613" y="253"/>
                    <a:pt x="613" y="253"/>
                    <a:pt x="613" y="253"/>
                  </a:cubicBezTo>
                  <a:cubicBezTo>
                    <a:pt x="613" y="257"/>
                    <a:pt x="613" y="257"/>
                    <a:pt x="613" y="257"/>
                  </a:cubicBezTo>
                  <a:cubicBezTo>
                    <a:pt x="614" y="258"/>
                    <a:pt x="614" y="258"/>
                    <a:pt x="614" y="258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6" y="259"/>
                    <a:pt x="616" y="259"/>
                    <a:pt x="616" y="259"/>
                  </a:cubicBezTo>
                  <a:cubicBezTo>
                    <a:pt x="616" y="260"/>
                    <a:pt x="616" y="260"/>
                    <a:pt x="616" y="260"/>
                  </a:cubicBezTo>
                  <a:cubicBezTo>
                    <a:pt x="616" y="261"/>
                    <a:pt x="616" y="261"/>
                    <a:pt x="616" y="261"/>
                  </a:cubicBezTo>
                  <a:cubicBezTo>
                    <a:pt x="614" y="261"/>
                    <a:pt x="614" y="261"/>
                    <a:pt x="614" y="261"/>
                  </a:cubicBezTo>
                  <a:cubicBezTo>
                    <a:pt x="614" y="263"/>
                    <a:pt x="614" y="263"/>
                    <a:pt x="614" y="263"/>
                  </a:cubicBezTo>
                  <a:cubicBezTo>
                    <a:pt x="612" y="265"/>
                    <a:pt x="612" y="265"/>
                    <a:pt x="612" y="265"/>
                  </a:cubicBezTo>
                  <a:cubicBezTo>
                    <a:pt x="609" y="268"/>
                    <a:pt x="609" y="268"/>
                    <a:pt x="609" y="268"/>
                  </a:cubicBezTo>
                  <a:cubicBezTo>
                    <a:pt x="609" y="270"/>
                    <a:pt x="609" y="270"/>
                    <a:pt x="609" y="270"/>
                  </a:cubicBezTo>
                  <a:cubicBezTo>
                    <a:pt x="610" y="270"/>
                    <a:pt x="610" y="270"/>
                    <a:pt x="610" y="270"/>
                  </a:cubicBezTo>
                  <a:cubicBezTo>
                    <a:pt x="612" y="270"/>
                    <a:pt x="612" y="270"/>
                    <a:pt x="612" y="270"/>
                  </a:cubicBezTo>
                  <a:cubicBezTo>
                    <a:pt x="611" y="272"/>
                    <a:pt x="611" y="272"/>
                    <a:pt x="611" y="272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0" y="275"/>
                    <a:pt x="610" y="275"/>
                    <a:pt x="610" y="275"/>
                  </a:cubicBezTo>
                  <a:cubicBezTo>
                    <a:pt x="611" y="276"/>
                    <a:pt x="611" y="276"/>
                    <a:pt x="611" y="276"/>
                  </a:cubicBezTo>
                  <a:cubicBezTo>
                    <a:pt x="611" y="277"/>
                    <a:pt x="611" y="277"/>
                    <a:pt x="611" y="277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9"/>
                    <a:pt x="610" y="279"/>
                    <a:pt x="610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3" y="280"/>
                    <a:pt x="613" y="280"/>
                    <a:pt x="613" y="280"/>
                  </a:cubicBezTo>
                  <a:cubicBezTo>
                    <a:pt x="611" y="282"/>
                    <a:pt x="611" y="282"/>
                    <a:pt x="611" y="282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9" y="284"/>
                    <a:pt x="609" y="284"/>
                    <a:pt x="609" y="284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7" y="283"/>
                    <a:pt x="607" y="283"/>
                    <a:pt x="607" y="283"/>
                  </a:cubicBezTo>
                  <a:cubicBezTo>
                    <a:pt x="606" y="285"/>
                    <a:pt x="606" y="285"/>
                    <a:pt x="606" y="285"/>
                  </a:cubicBezTo>
                  <a:cubicBezTo>
                    <a:pt x="606" y="286"/>
                    <a:pt x="606" y="286"/>
                    <a:pt x="606" y="286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8"/>
                    <a:pt x="606" y="288"/>
                    <a:pt x="606" y="288"/>
                  </a:cubicBezTo>
                  <a:cubicBezTo>
                    <a:pt x="604" y="288"/>
                    <a:pt x="604" y="288"/>
                    <a:pt x="604" y="288"/>
                  </a:cubicBezTo>
                  <a:cubicBezTo>
                    <a:pt x="600" y="292"/>
                    <a:pt x="600" y="292"/>
                    <a:pt x="600" y="292"/>
                  </a:cubicBezTo>
                  <a:cubicBezTo>
                    <a:pt x="599" y="293"/>
                    <a:pt x="599" y="293"/>
                    <a:pt x="599" y="293"/>
                  </a:cubicBezTo>
                  <a:cubicBezTo>
                    <a:pt x="598" y="296"/>
                    <a:pt x="598" y="296"/>
                    <a:pt x="598" y="296"/>
                  </a:cubicBezTo>
                  <a:cubicBezTo>
                    <a:pt x="598" y="298"/>
                    <a:pt x="598" y="298"/>
                    <a:pt x="598" y="298"/>
                  </a:cubicBezTo>
                  <a:cubicBezTo>
                    <a:pt x="600" y="298"/>
                    <a:pt x="600" y="298"/>
                    <a:pt x="600" y="298"/>
                  </a:cubicBezTo>
                  <a:cubicBezTo>
                    <a:pt x="600" y="299"/>
                    <a:pt x="600" y="299"/>
                    <a:pt x="600" y="299"/>
                  </a:cubicBezTo>
                  <a:cubicBezTo>
                    <a:pt x="602" y="301"/>
                    <a:pt x="602" y="301"/>
                    <a:pt x="602" y="301"/>
                  </a:cubicBezTo>
                  <a:cubicBezTo>
                    <a:pt x="604" y="304"/>
                    <a:pt x="604" y="304"/>
                    <a:pt x="604" y="304"/>
                  </a:cubicBezTo>
                  <a:cubicBezTo>
                    <a:pt x="605" y="307"/>
                    <a:pt x="605" y="307"/>
                    <a:pt x="605" y="307"/>
                  </a:cubicBezTo>
                  <a:cubicBezTo>
                    <a:pt x="604" y="312"/>
                    <a:pt x="604" y="312"/>
                    <a:pt x="604" y="312"/>
                  </a:cubicBezTo>
                  <a:cubicBezTo>
                    <a:pt x="606" y="314"/>
                    <a:pt x="606" y="314"/>
                    <a:pt x="606" y="314"/>
                  </a:cubicBezTo>
                  <a:cubicBezTo>
                    <a:pt x="605" y="316"/>
                    <a:pt x="605" y="316"/>
                    <a:pt x="605" y="316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3" y="322"/>
                    <a:pt x="603" y="322"/>
                    <a:pt x="603" y="322"/>
                  </a:cubicBezTo>
                  <a:cubicBezTo>
                    <a:pt x="603" y="325"/>
                    <a:pt x="603" y="325"/>
                    <a:pt x="603" y="325"/>
                  </a:cubicBezTo>
                  <a:cubicBezTo>
                    <a:pt x="605" y="325"/>
                    <a:pt x="605" y="325"/>
                    <a:pt x="605" y="325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6" y="325"/>
                    <a:pt x="606" y="325"/>
                    <a:pt x="606" y="325"/>
                  </a:cubicBezTo>
                  <a:cubicBezTo>
                    <a:pt x="605" y="326"/>
                    <a:pt x="605" y="326"/>
                    <a:pt x="605" y="326"/>
                  </a:cubicBezTo>
                  <a:cubicBezTo>
                    <a:pt x="604" y="326"/>
                    <a:pt x="604" y="326"/>
                    <a:pt x="604" y="326"/>
                  </a:cubicBezTo>
                  <a:cubicBezTo>
                    <a:pt x="604" y="325"/>
                    <a:pt x="604" y="325"/>
                    <a:pt x="604" y="325"/>
                  </a:cubicBezTo>
                  <a:cubicBezTo>
                    <a:pt x="602" y="325"/>
                    <a:pt x="602" y="325"/>
                    <a:pt x="602" y="325"/>
                  </a:cubicBezTo>
                  <a:cubicBezTo>
                    <a:pt x="600" y="329"/>
                    <a:pt x="600" y="329"/>
                    <a:pt x="600" y="329"/>
                  </a:cubicBezTo>
                  <a:cubicBezTo>
                    <a:pt x="598" y="329"/>
                    <a:pt x="598" y="329"/>
                    <a:pt x="598" y="329"/>
                  </a:cubicBezTo>
                  <a:cubicBezTo>
                    <a:pt x="598" y="331"/>
                    <a:pt x="598" y="331"/>
                    <a:pt x="598" y="331"/>
                  </a:cubicBezTo>
                  <a:cubicBezTo>
                    <a:pt x="595" y="332"/>
                    <a:pt x="595" y="332"/>
                    <a:pt x="595" y="332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89" y="335"/>
                    <a:pt x="589" y="335"/>
                    <a:pt x="589" y="335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4" y="337"/>
                    <a:pt x="584" y="337"/>
                    <a:pt x="584" y="337"/>
                  </a:cubicBezTo>
                  <a:cubicBezTo>
                    <a:pt x="582" y="338"/>
                    <a:pt x="582" y="338"/>
                    <a:pt x="582" y="338"/>
                  </a:cubicBezTo>
                  <a:cubicBezTo>
                    <a:pt x="580" y="339"/>
                    <a:pt x="580" y="339"/>
                    <a:pt x="580" y="339"/>
                  </a:cubicBezTo>
                  <a:cubicBezTo>
                    <a:pt x="577" y="340"/>
                    <a:pt x="577" y="340"/>
                    <a:pt x="577" y="340"/>
                  </a:cubicBezTo>
                  <a:cubicBezTo>
                    <a:pt x="578" y="341"/>
                    <a:pt x="578" y="341"/>
                    <a:pt x="578" y="341"/>
                  </a:cubicBezTo>
                  <a:cubicBezTo>
                    <a:pt x="578" y="342"/>
                    <a:pt x="578" y="342"/>
                    <a:pt x="578" y="342"/>
                  </a:cubicBezTo>
                  <a:cubicBezTo>
                    <a:pt x="578" y="344"/>
                    <a:pt x="578" y="344"/>
                    <a:pt x="578" y="344"/>
                  </a:cubicBezTo>
                  <a:cubicBezTo>
                    <a:pt x="578" y="345"/>
                    <a:pt x="578" y="345"/>
                    <a:pt x="578" y="345"/>
                  </a:cubicBezTo>
                  <a:cubicBezTo>
                    <a:pt x="579" y="346"/>
                    <a:pt x="579" y="346"/>
                    <a:pt x="579" y="346"/>
                  </a:cubicBezTo>
                  <a:cubicBezTo>
                    <a:pt x="578" y="346"/>
                    <a:pt x="578" y="346"/>
                    <a:pt x="578" y="346"/>
                  </a:cubicBezTo>
                  <a:cubicBezTo>
                    <a:pt x="579" y="348"/>
                    <a:pt x="579" y="348"/>
                    <a:pt x="579" y="348"/>
                  </a:cubicBezTo>
                  <a:cubicBezTo>
                    <a:pt x="578" y="348"/>
                    <a:pt x="578" y="348"/>
                    <a:pt x="578" y="348"/>
                  </a:cubicBezTo>
                  <a:cubicBezTo>
                    <a:pt x="579" y="349"/>
                    <a:pt x="579" y="349"/>
                    <a:pt x="579" y="349"/>
                  </a:cubicBezTo>
                  <a:cubicBezTo>
                    <a:pt x="578" y="349"/>
                    <a:pt x="578" y="349"/>
                    <a:pt x="578" y="349"/>
                  </a:cubicBezTo>
                  <a:cubicBezTo>
                    <a:pt x="579" y="351"/>
                    <a:pt x="579" y="351"/>
                    <a:pt x="579" y="351"/>
                  </a:cubicBezTo>
                  <a:cubicBezTo>
                    <a:pt x="578" y="352"/>
                    <a:pt x="578" y="352"/>
                    <a:pt x="578" y="352"/>
                  </a:cubicBezTo>
                  <a:cubicBezTo>
                    <a:pt x="578" y="354"/>
                    <a:pt x="578" y="354"/>
                    <a:pt x="578" y="354"/>
                  </a:cubicBezTo>
                  <a:cubicBezTo>
                    <a:pt x="578" y="356"/>
                    <a:pt x="578" y="356"/>
                    <a:pt x="578" y="356"/>
                  </a:cubicBezTo>
                  <a:cubicBezTo>
                    <a:pt x="577" y="359"/>
                    <a:pt x="577" y="359"/>
                    <a:pt x="577" y="359"/>
                  </a:cubicBezTo>
                  <a:cubicBezTo>
                    <a:pt x="577" y="361"/>
                    <a:pt x="577" y="361"/>
                    <a:pt x="577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2"/>
                    <a:pt x="578" y="362"/>
                    <a:pt x="578" y="362"/>
                  </a:cubicBezTo>
                  <a:cubicBezTo>
                    <a:pt x="577" y="363"/>
                    <a:pt x="577" y="363"/>
                    <a:pt x="577" y="363"/>
                  </a:cubicBezTo>
                  <a:cubicBezTo>
                    <a:pt x="577" y="366"/>
                    <a:pt x="577" y="366"/>
                    <a:pt x="577" y="366"/>
                  </a:cubicBezTo>
                  <a:cubicBezTo>
                    <a:pt x="578" y="366"/>
                    <a:pt x="578" y="366"/>
                    <a:pt x="578" y="366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7" y="370"/>
                    <a:pt x="577" y="370"/>
                    <a:pt x="577" y="370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5" y="371"/>
                    <a:pt x="575" y="371"/>
                    <a:pt x="575" y="371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5"/>
                    <a:pt x="575" y="375"/>
                    <a:pt x="575" y="375"/>
                  </a:cubicBezTo>
                  <a:cubicBezTo>
                    <a:pt x="574" y="377"/>
                    <a:pt x="574" y="377"/>
                    <a:pt x="574" y="377"/>
                  </a:cubicBezTo>
                  <a:cubicBezTo>
                    <a:pt x="574" y="375"/>
                    <a:pt x="574" y="375"/>
                    <a:pt x="574" y="375"/>
                  </a:cubicBezTo>
                  <a:cubicBezTo>
                    <a:pt x="573" y="375"/>
                    <a:pt x="573" y="375"/>
                    <a:pt x="573" y="375"/>
                  </a:cubicBezTo>
                  <a:cubicBezTo>
                    <a:pt x="573" y="374"/>
                    <a:pt x="573" y="374"/>
                    <a:pt x="573" y="374"/>
                  </a:cubicBezTo>
                  <a:cubicBezTo>
                    <a:pt x="574" y="373"/>
                    <a:pt x="574" y="373"/>
                    <a:pt x="574" y="373"/>
                  </a:cubicBezTo>
                  <a:cubicBezTo>
                    <a:pt x="572" y="373"/>
                    <a:pt x="572" y="373"/>
                    <a:pt x="572" y="373"/>
                  </a:cubicBezTo>
                  <a:cubicBezTo>
                    <a:pt x="569" y="376"/>
                    <a:pt x="569" y="376"/>
                    <a:pt x="569" y="376"/>
                  </a:cubicBezTo>
                  <a:cubicBezTo>
                    <a:pt x="569" y="377"/>
                    <a:pt x="569" y="377"/>
                    <a:pt x="569" y="377"/>
                  </a:cubicBezTo>
                  <a:cubicBezTo>
                    <a:pt x="569" y="378"/>
                    <a:pt x="569" y="378"/>
                    <a:pt x="569" y="378"/>
                  </a:cubicBezTo>
                  <a:cubicBezTo>
                    <a:pt x="568" y="378"/>
                    <a:pt x="568" y="378"/>
                    <a:pt x="568" y="378"/>
                  </a:cubicBezTo>
                  <a:cubicBezTo>
                    <a:pt x="567" y="377"/>
                    <a:pt x="567" y="377"/>
                    <a:pt x="567" y="377"/>
                  </a:cubicBezTo>
                  <a:cubicBezTo>
                    <a:pt x="565" y="376"/>
                    <a:pt x="565" y="376"/>
                    <a:pt x="565" y="376"/>
                  </a:cubicBezTo>
                  <a:cubicBezTo>
                    <a:pt x="564" y="376"/>
                    <a:pt x="564" y="376"/>
                    <a:pt x="564" y="376"/>
                  </a:cubicBezTo>
                  <a:cubicBezTo>
                    <a:pt x="565" y="375"/>
                    <a:pt x="565" y="375"/>
                    <a:pt x="565" y="375"/>
                  </a:cubicBezTo>
                  <a:cubicBezTo>
                    <a:pt x="564" y="374"/>
                    <a:pt x="564" y="374"/>
                    <a:pt x="564" y="374"/>
                  </a:cubicBezTo>
                  <a:cubicBezTo>
                    <a:pt x="564" y="371"/>
                    <a:pt x="564" y="371"/>
                    <a:pt x="564" y="371"/>
                  </a:cubicBezTo>
                  <a:cubicBezTo>
                    <a:pt x="563" y="370"/>
                    <a:pt x="563" y="370"/>
                    <a:pt x="563" y="370"/>
                  </a:cubicBezTo>
                  <a:cubicBezTo>
                    <a:pt x="563" y="369"/>
                    <a:pt x="563" y="369"/>
                    <a:pt x="563" y="369"/>
                  </a:cubicBezTo>
                  <a:cubicBezTo>
                    <a:pt x="562" y="369"/>
                    <a:pt x="562" y="369"/>
                    <a:pt x="562" y="369"/>
                  </a:cubicBezTo>
                  <a:cubicBezTo>
                    <a:pt x="561" y="368"/>
                    <a:pt x="561" y="368"/>
                    <a:pt x="561" y="368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59" y="366"/>
                    <a:pt x="559" y="366"/>
                    <a:pt x="559" y="366"/>
                  </a:cubicBezTo>
                  <a:cubicBezTo>
                    <a:pt x="560" y="365"/>
                    <a:pt x="560" y="365"/>
                    <a:pt x="560" y="365"/>
                  </a:cubicBezTo>
                  <a:cubicBezTo>
                    <a:pt x="559" y="363"/>
                    <a:pt x="559" y="363"/>
                    <a:pt x="559" y="363"/>
                  </a:cubicBezTo>
                  <a:cubicBezTo>
                    <a:pt x="558" y="363"/>
                    <a:pt x="558" y="363"/>
                    <a:pt x="558" y="363"/>
                  </a:cubicBezTo>
                  <a:cubicBezTo>
                    <a:pt x="558" y="361"/>
                    <a:pt x="558" y="361"/>
                    <a:pt x="558" y="361"/>
                  </a:cubicBezTo>
                  <a:cubicBezTo>
                    <a:pt x="556" y="360"/>
                    <a:pt x="556" y="360"/>
                    <a:pt x="556" y="360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556" y="357"/>
                    <a:pt x="556" y="357"/>
                    <a:pt x="556" y="357"/>
                  </a:cubicBezTo>
                  <a:cubicBezTo>
                    <a:pt x="558" y="355"/>
                    <a:pt x="558" y="355"/>
                    <a:pt x="558" y="355"/>
                  </a:cubicBezTo>
                  <a:cubicBezTo>
                    <a:pt x="558" y="353"/>
                    <a:pt x="558" y="353"/>
                    <a:pt x="558" y="353"/>
                  </a:cubicBezTo>
                  <a:cubicBezTo>
                    <a:pt x="558" y="352"/>
                    <a:pt x="558" y="352"/>
                    <a:pt x="558" y="352"/>
                  </a:cubicBezTo>
                  <a:cubicBezTo>
                    <a:pt x="560" y="349"/>
                    <a:pt x="560" y="349"/>
                    <a:pt x="560" y="349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4"/>
                    <a:pt x="560" y="344"/>
                    <a:pt x="560" y="344"/>
                  </a:cubicBezTo>
                  <a:cubicBezTo>
                    <a:pt x="561" y="342"/>
                    <a:pt x="561" y="342"/>
                    <a:pt x="561" y="342"/>
                  </a:cubicBezTo>
                  <a:cubicBezTo>
                    <a:pt x="562" y="341"/>
                    <a:pt x="562" y="341"/>
                    <a:pt x="562" y="341"/>
                  </a:cubicBezTo>
                  <a:cubicBezTo>
                    <a:pt x="562" y="339"/>
                    <a:pt x="562" y="339"/>
                    <a:pt x="562" y="339"/>
                  </a:cubicBezTo>
                  <a:cubicBezTo>
                    <a:pt x="564" y="336"/>
                    <a:pt x="564" y="336"/>
                    <a:pt x="564" y="336"/>
                  </a:cubicBezTo>
                  <a:cubicBezTo>
                    <a:pt x="563" y="333"/>
                    <a:pt x="563" y="333"/>
                    <a:pt x="563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1" y="333"/>
                    <a:pt x="561" y="333"/>
                    <a:pt x="561" y="333"/>
                  </a:cubicBezTo>
                  <a:cubicBezTo>
                    <a:pt x="559" y="333"/>
                    <a:pt x="559" y="333"/>
                    <a:pt x="559" y="333"/>
                  </a:cubicBezTo>
                  <a:cubicBezTo>
                    <a:pt x="556" y="333"/>
                    <a:pt x="556" y="333"/>
                    <a:pt x="556" y="333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3" y="331"/>
                    <a:pt x="553" y="331"/>
                    <a:pt x="553" y="331"/>
                  </a:cubicBezTo>
                  <a:cubicBezTo>
                    <a:pt x="549" y="331"/>
                    <a:pt x="549" y="331"/>
                    <a:pt x="549" y="331"/>
                  </a:cubicBezTo>
                  <a:cubicBezTo>
                    <a:pt x="548" y="332"/>
                    <a:pt x="548" y="332"/>
                    <a:pt x="548" y="332"/>
                  </a:cubicBezTo>
                  <a:cubicBezTo>
                    <a:pt x="547" y="331"/>
                    <a:pt x="547" y="331"/>
                    <a:pt x="547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3" y="329"/>
                    <a:pt x="543" y="329"/>
                    <a:pt x="543" y="329"/>
                  </a:cubicBezTo>
                  <a:cubicBezTo>
                    <a:pt x="543" y="328"/>
                    <a:pt x="543" y="328"/>
                    <a:pt x="543" y="328"/>
                  </a:cubicBezTo>
                  <a:cubicBezTo>
                    <a:pt x="540" y="325"/>
                    <a:pt x="540" y="325"/>
                    <a:pt x="540" y="325"/>
                  </a:cubicBezTo>
                  <a:cubicBezTo>
                    <a:pt x="539" y="325"/>
                    <a:pt x="539" y="325"/>
                    <a:pt x="539" y="325"/>
                  </a:cubicBezTo>
                  <a:cubicBezTo>
                    <a:pt x="537" y="323"/>
                    <a:pt x="537" y="323"/>
                    <a:pt x="537" y="323"/>
                  </a:cubicBezTo>
                  <a:cubicBezTo>
                    <a:pt x="536" y="323"/>
                    <a:pt x="536" y="323"/>
                    <a:pt x="536" y="323"/>
                  </a:cubicBezTo>
                  <a:cubicBezTo>
                    <a:pt x="533" y="321"/>
                    <a:pt x="533" y="321"/>
                    <a:pt x="533" y="321"/>
                  </a:cubicBezTo>
                  <a:cubicBezTo>
                    <a:pt x="532" y="320"/>
                    <a:pt x="532" y="320"/>
                    <a:pt x="532" y="320"/>
                  </a:cubicBezTo>
                  <a:cubicBezTo>
                    <a:pt x="531" y="320"/>
                    <a:pt x="531" y="320"/>
                    <a:pt x="531" y="320"/>
                  </a:cubicBezTo>
                  <a:cubicBezTo>
                    <a:pt x="530" y="318"/>
                    <a:pt x="530" y="318"/>
                    <a:pt x="530" y="318"/>
                  </a:cubicBezTo>
                  <a:cubicBezTo>
                    <a:pt x="529" y="317"/>
                    <a:pt x="529" y="317"/>
                    <a:pt x="529" y="317"/>
                  </a:cubicBezTo>
                  <a:cubicBezTo>
                    <a:pt x="529" y="315"/>
                    <a:pt x="529" y="315"/>
                    <a:pt x="529" y="315"/>
                  </a:cubicBezTo>
                  <a:cubicBezTo>
                    <a:pt x="528" y="315"/>
                    <a:pt x="528" y="315"/>
                    <a:pt x="528" y="315"/>
                  </a:cubicBezTo>
                  <a:cubicBezTo>
                    <a:pt x="527" y="312"/>
                    <a:pt x="527" y="312"/>
                    <a:pt x="527" y="312"/>
                  </a:cubicBezTo>
                  <a:cubicBezTo>
                    <a:pt x="525" y="312"/>
                    <a:pt x="525" y="312"/>
                    <a:pt x="525" y="312"/>
                  </a:cubicBezTo>
                  <a:cubicBezTo>
                    <a:pt x="523" y="310"/>
                    <a:pt x="523" y="310"/>
                    <a:pt x="523" y="310"/>
                  </a:cubicBezTo>
                  <a:cubicBezTo>
                    <a:pt x="522" y="309"/>
                    <a:pt x="522" y="309"/>
                    <a:pt x="522" y="309"/>
                  </a:cubicBezTo>
                  <a:cubicBezTo>
                    <a:pt x="521" y="309"/>
                    <a:pt x="521" y="309"/>
                    <a:pt x="521" y="309"/>
                  </a:cubicBezTo>
                  <a:cubicBezTo>
                    <a:pt x="518" y="308"/>
                    <a:pt x="518" y="308"/>
                    <a:pt x="518" y="308"/>
                  </a:cubicBezTo>
                  <a:cubicBezTo>
                    <a:pt x="515" y="306"/>
                    <a:pt x="515" y="306"/>
                    <a:pt x="515" y="306"/>
                  </a:cubicBezTo>
                  <a:cubicBezTo>
                    <a:pt x="512" y="303"/>
                    <a:pt x="512" y="303"/>
                    <a:pt x="512" y="303"/>
                  </a:cubicBezTo>
                  <a:cubicBezTo>
                    <a:pt x="509" y="304"/>
                    <a:pt x="509" y="304"/>
                    <a:pt x="509" y="304"/>
                  </a:cubicBezTo>
                  <a:cubicBezTo>
                    <a:pt x="499" y="307"/>
                    <a:pt x="499" y="307"/>
                    <a:pt x="499" y="307"/>
                  </a:cubicBezTo>
                  <a:cubicBezTo>
                    <a:pt x="503" y="303"/>
                    <a:pt x="503" y="303"/>
                    <a:pt x="503" y="303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504" y="298"/>
                    <a:pt x="504" y="298"/>
                    <a:pt x="504" y="298"/>
                  </a:cubicBezTo>
                  <a:cubicBezTo>
                    <a:pt x="503" y="297"/>
                    <a:pt x="503" y="297"/>
                    <a:pt x="503" y="297"/>
                  </a:cubicBezTo>
                  <a:cubicBezTo>
                    <a:pt x="504" y="294"/>
                    <a:pt x="504" y="294"/>
                    <a:pt x="504" y="294"/>
                  </a:cubicBezTo>
                  <a:cubicBezTo>
                    <a:pt x="504" y="291"/>
                    <a:pt x="504" y="291"/>
                    <a:pt x="504" y="291"/>
                  </a:cubicBezTo>
                  <a:cubicBezTo>
                    <a:pt x="503" y="289"/>
                    <a:pt x="503" y="289"/>
                    <a:pt x="503" y="289"/>
                  </a:cubicBezTo>
                  <a:cubicBezTo>
                    <a:pt x="503" y="287"/>
                    <a:pt x="503" y="287"/>
                    <a:pt x="503" y="287"/>
                  </a:cubicBezTo>
                  <a:cubicBezTo>
                    <a:pt x="503" y="286"/>
                    <a:pt x="503" y="286"/>
                    <a:pt x="503" y="286"/>
                  </a:cubicBezTo>
                  <a:cubicBezTo>
                    <a:pt x="504" y="284"/>
                    <a:pt x="504" y="284"/>
                    <a:pt x="504" y="284"/>
                  </a:cubicBezTo>
                  <a:cubicBezTo>
                    <a:pt x="502" y="283"/>
                    <a:pt x="502" y="283"/>
                    <a:pt x="502" y="283"/>
                  </a:cubicBezTo>
                  <a:cubicBezTo>
                    <a:pt x="497" y="283"/>
                    <a:pt x="497" y="283"/>
                    <a:pt x="497" y="283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5" y="284"/>
                    <a:pt x="495" y="284"/>
                    <a:pt x="495" y="284"/>
                  </a:cubicBezTo>
                  <a:cubicBezTo>
                    <a:pt x="495" y="283"/>
                    <a:pt x="495" y="283"/>
                    <a:pt x="495" y="283"/>
                  </a:cubicBezTo>
                  <a:cubicBezTo>
                    <a:pt x="495" y="282"/>
                    <a:pt x="495" y="282"/>
                    <a:pt x="495" y="282"/>
                  </a:cubicBezTo>
                  <a:cubicBezTo>
                    <a:pt x="495" y="281"/>
                    <a:pt x="495" y="281"/>
                    <a:pt x="495" y="281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4" y="279"/>
                    <a:pt x="494" y="279"/>
                    <a:pt x="494" y="279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6" y="277"/>
                    <a:pt x="496" y="277"/>
                    <a:pt x="496" y="277"/>
                  </a:cubicBezTo>
                  <a:cubicBezTo>
                    <a:pt x="497" y="275"/>
                    <a:pt x="497" y="275"/>
                    <a:pt x="497" y="275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69"/>
                    <a:pt x="497" y="269"/>
                    <a:pt x="497" y="269"/>
                  </a:cubicBezTo>
                  <a:cubicBezTo>
                    <a:pt x="499" y="269"/>
                    <a:pt x="499" y="269"/>
                    <a:pt x="499" y="269"/>
                  </a:cubicBezTo>
                  <a:cubicBezTo>
                    <a:pt x="499" y="267"/>
                    <a:pt x="499" y="267"/>
                    <a:pt x="499" y="267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1" y="263"/>
                    <a:pt x="501" y="263"/>
                    <a:pt x="501" y="263"/>
                  </a:cubicBezTo>
                  <a:cubicBezTo>
                    <a:pt x="502" y="261"/>
                    <a:pt x="502" y="261"/>
                    <a:pt x="502" y="261"/>
                  </a:cubicBezTo>
                  <a:cubicBezTo>
                    <a:pt x="502" y="260"/>
                    <a:pt x="502" y="260"/>
                    <a:pt x="502" y="260"/>
                  </a:cubicBezTo>
                  <a:cubicBezTo>
                    <a:pt x="503" y="260"/>
                    <a:pt x="503" y="260"/>
                    <a:pt x="503" y="260"/>
                  </a:cubicBezTo>
                  <a:cubicBezTo>
                    <a:pt x="505" y="259"/>
                    <a:pt x="505" y="259"/>
                    <a:pt x="505" y="259"/>
                  </a:cubicBezTo>
                  <a:cubicBezTo>
                    <a:pt x="505" y="258"/>
                    <a:pt x="505" y="258"/>
                    <a:pt x="505" y="258"/>
                  </a:cubicBezTo>
                  <a:cubicBezTo>
                    <a:pt x="506" y="257"/>
                    <a:pt x="506" y="257"/>
                    <a:pt x="506" y="257"/>
                  </a:cubicBezTo>
                  <a:cubicBezTo>
                    <a:pt x="508" y="255"/>
                    <a:pt x="508" y="255"/>
                    <a:pt x="508" y="255"/>
                  </a:cubicBezTo>
                  <a:cubicBezTo>
                    <a:pt x="510" y="254"/>
                    <a:pt x="510" y="254"/>
                    <a:pt x="510" y="254"/>
                  </a:cubicBezTo>
                  <a:cubicBezTo>
                    <a:pt x="510" y="253"/>
                    <a:pt x="510" y="253"/>
                    <a:pt x="510" y="253"/>
                  </a:cubicBezTo>
                  <a:cubicBezTo>
                    <a:pt x="510" y="252"/>
                    <a:pt x="510" y="252"/>
                    <a:pt x="510" y="252"/>
                  </a:cubicBezTo>
                  <a:cubicBezTo>
                    <a:pt x="511" y="252"/>
                    <a:pt x="511" y="252"/>
                    <a:pt x="511" y="252"/>
                  </a:cubicBezTo>
                  <a:cubicBezTo>
                    <a:pt x="512" y="251"/>
                    <a:pt x="512" y="251"/>
                    <a:pt x="512" y="251"/>
                  </a:cubicBezTo>
                  <a:cubicBezTo>
                    <a:pt x="511" y="250"/>
                    <a:pt x="511" y="250"/>
                    <a:pt x="511" y="250"/>
                  </a:cubicBezTo>
                  <a:cubicBezTo>
                    <a:pt x="513" y="249"/>
                    <a:pt x="513" y="249"/>
                    <a:pt x="513" y="249"/>
                  </a:cubicBezTo>
                  <a:cubicBezTo>
                    <a:pt x="514" y="247"/>
                    <a:pt x="514" y="247"/>
                    <a:pt x="514" y="247"/>
                  </a:cubicBezTo>
                  <a:cubicBezTo>
                    <a:pt x="515" y="248"/>
                    <a:pt x="515" y="248"/>
                    <a:pt x="515" y="248"/>
                  </a:cubicBezTo>
                  <a:cubicBezTo>
                    <a:pt x="515" y="246"/>
                    <a:pt x="515" y="246"/>
                    <a:pt x="515" y="246"/>
                  </a:cubicBezTo>
                  <a:cubicBezTo>
                    <a:pt x="516" y="245"/>
                    <a:pt x="516" y="245"/>
                    <a:pt x="516" y="245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3"/>
                    <a:pt x="515" y="243"/>
                    <a:pt x="515" y="243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7" y="245"/>
                    <a:pt x="517" y="245"/>
                    <a:pt x="517" y="245"/>
                  </a:cubicBezTo>
                  <a:cubicBezTo>
                    <a:pt x="517" y="246"/>
                    <a:pt x="517" y="246"/>
                    <a:pt x="517" y="246"/>
                  </a:cubicBezTo>
                  <a:cubicBezTo>
                    <a:pt x="519" y="245"/>
                    <a:pt x="519" y="245"/>
                    <a:pt x="519" y="245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9" y="242"/>
                    <a:pt x="519" y="242"/>
                    <a:pt x="519" y="242"/>
                  </a:cubicBezTo>
                  <a:cubicBezTo>
                    <a:pt x="520" y="242"/>
                    <a:pt x="520" y="242"/>
                    <a:pt x="520" y="242"/>
                  </a:cubicBezTo>
                  <a:cubicBezTo>
                    <a:pt x="521" y="242"/>
                    <a:pt x="521" y="242"/>
                    <a:pt x="521" y="242"/>
                  </a:cubicBezTo>
                  <a:cubicBezTo>
                    <a:pt x="522" y="243"/>
                    <a:pt x="522" y="243"/>
                    <a:pt x="522" y="243"/>
                  </a:cubicBezTo>
                  <a:cubicBezTo>
                    <a:pt x="522" y="242"/>
                    <a:pt x="522" y="242"/>
                    <a:pt x="522" y="242"/>
                  </a:cubicBezTo>
                  <a:cubicBezTo>
                    <a:pt x="523" y="243"/>
                    <a:pt x="523" y="243"/>
                    <a:pt x="523" y="243"/>
                  </a:cubicBezTo>
                  <a:cubicBezTo>
                    <a:pt x="525" y="240"/>
                    <a:pt x="525" y="240"/>
                    <a:pt x="525" y="240"/>
                  </a:cubicBezTo>
                  <a:cubicBezTo>
                    <a:pt x="525" y="239"/>
                    <a:pt x="525" y="239"/>
                    <a:pt x="525" y="239"/>
                  </a:cubicBezTo>
                  <a:cubicBezTo>
                    <a:pt x="524" y="238"/>
                    <a:pt x="524" y="238"/>
                    <a:pt x="524" y="238"/>
                  </a:cubicBezTo>
                  <a:cubicBezTo>
                    <a:pt x="528" y="239"/>
                    <a:pt x="528" y="239"/>
                    <a:pt x="528" y="239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8" y="237"/>
                    <a:pt x="528" y="237"/>
                    <a:pt x="528" y="237"/>
                  </a:cubicBezTo>
                  <a:cubicBezTo>
                    <a:pt x="530" y="236"/>
                    <a:pt x="530" y="236"/>
                    <a:pt x="530" y="236"/>
                  </a:cubicBezTo>
                  <a:cubicBezTo>
                    <a:pt x="528" y="233"/>
                    <a:pt x="528" y="233"/>
                    <a:pt x="528" y="233"/>
                  </a:cubicBezTo>
                  <a:cubicBezTo>
                    <a:pt x="527" y="230"/>
                    <a:pt x="527" y="230"/>
                    <a:pt x="527" y="230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9" y="232"/>
                    <a:pt x="529" y="232"/>
                    <a:pt x="529" y="232"/>
                  </a:cubicBezTo>
                  <a:cubicBezTo>
                    <a:pt x="532" y="233"/>
                    <a:pt x="532" y="233"/>
                    <a:pt x="532" y="233"/>
                  </a:cubicBezTo>
                  <a:cubicBezTo>
                    <a:pt x="533" y="234"/>
                    <a:pt x="533" y="234"/>
                    <a:pt x="533" y="234"/>
                  </a:cubicBezTo>
                  <a:cubicBezTo>
                    <a:pt x="535" y="234"/>
                    <a:pt x="535" y="234"/>
                    <a:pt x="535" y="234"/>
                  </a:cubicBezTo>
                  <a:cubicBezTo>
                    <a:pt x="536" y="233"/>
                    <a:pt x="536" y="233"/>
                    <a:pt x="536" y="233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40" y="231"/>
                    <a:pt x="540" y="231"/>
                    <a:pt x="540" y="231"/>
                  </a:cubicBezTo>
                  <a:cubicBezTo>
                    <a:pt x="540" y="227"/>
                    <a:pt x="540" y="227"/>
                    <a:pt x="540" y="227"/>
                  </a:cubicBezTo>
                  <a:cubicBezTo>
                    <a:pt x="537" y="224"/>
                    <a:pt x="537" y="224"/>
                    <a:pt x="537" y="224"/>
                  </a:cubicBezTo>
                  <a:cubicBezTo>
                    <a:pt x="537" y="222"/>
                    <a:pt x="537" y="222"/>
                    <a:pt x="537" y="222"/>
                  </a:cubicBezTo>
                  <a:cubicBezTo>
                    <a:pt x="536" y="221"/>
                    <a:pt x="536" y="221"/>
                    <a:pt x="536" y="221"/>
                  </a:cubicBezTo>
                  <a:cubicBezTo>
                    <a:pt x="537" y="221"/>
                    <a:pt x="537" y="221"/>
                    <a:pt x="537" y="221"/>
                  </a:cubicBezTo>
                  <a:cubicBezTo>
                    <a:pt x="538" y="223"/>
                    <a:pt x="538" y="223"/>
                    <a:pt x="538" y="223"/>
                  </a:cubicBezTo>
                  <a:cubicBezTo>
                    <a:pt x="539" y="224"/>
                    <a:pt x="539" y="224"/>
                    <a:pt x="539" y="224"/>
                  </a:cubicBezTo>
                  <a:cubicBezTo>
                    <a:pt x="539" y="225"/>
                    <a:pt x="539" y="225"/>
                    <a:pt x="539" y="225"/>
                  </a:cubicBezTo>
                  <a:cubicBezTo>
                    <a:pt x="541" y="225"/>
                    <a:pt x="541" y="225"/>
                    <a:pt x="541" y="225"/>
                  </a:cubicBezTo>
                  <a:cubicBezTo>
                    <a:pt x="542" y="227"/>
                    <a:pt x="542" y="227"/>
                    <a:pt x="542" y="227"/>
                  </a:cubicBezTo>
                  <a:cubicBezTo>
                    <a:pt x="543" y="224"/>
                    <a:pt x="543" y="224"/>
                    <a:pt x="543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6" y="225"/>
                    <a:pt x="546" y="225"/>
                    <a:pt x="546" y="225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1" y="217"/>
                    <a:pt x="551" y="217"/>
                    <a:pt x="551" y="217"/>
                  </a:cubicBezTo>
                  <a:cubicBezTo>
                    <a:pt x="549" y="219"/>
                    <a:pt x="549" y="219"/>
                    <a:pt x="549" y="219"/>
                  </a:cubicBezTo>
                  <a:cubicBezTo>
                    <a:pt x="551" y="219"/>
                    <a:pt x="551" y="219"/>
                    <a:pt x="551" y="219"/>
                  </a:cubicBezTo>
                  <a:cubicBezTo>
                    <a:pt x="551" y="221"/>
                    <a:pt x="551" y="221"/>
                    <a:pt x="551" y="221"/>
                  </a:cubicBezTo>
                  <a:cubicBezTo>
                    <a:pt x="552" y="219"/>
                    <a:pt x="552" y="219"/>
                    <a:pt x="552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5" y="222"/>
                    <a:pt x="555" y="222"/>
                    <a:pt x="555" y="222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7" y="221"/>
                    <a:pt x="557" y="221"/>
                    <a:pt x="557" y="221"/>
                  </a:cubicBezTo>
                  <a:cubicBezTo>
                    <a:pt x="559" y="221"/>
                    <a:pt x="559" y="221"/>
                    <a:pt x="559" y="221"/>
                  </a:cubicBezTo>
                  <a:cubicBezTo>
                    <a:pt x="560" y="219"/>
                    <a:pt x="560" y="219"/>
                    <a:pt x="560" y="219"/>
                  </a:cubicBezTo>
                  <a:cubicBezTo>
                    <a:pt x="562" y="218"/>
                    <a:pt x="562" y="218"/>
                    <a:pt x="562" y="218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67" y="212"/>
                    <a:pt x="567" y="212"/>
                    <a:pt x="567" y="212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70" y="210"/>
                    <a:pt x="570" y="210"/>
                    <a:pt x="570" y="210"/>
                  </a:cubicBezTo>
                  <a:cubicBezTo>
                    <a:pt x="571" y="209"/>
                    <a:pt x="571" y="209"/>
                    <a:pt x="571" y="209"/>
                  </a:cubicBezTo>
                  <a:cubicBezTo>
                    <a:pt x="573" y="208"/>
                    <a:pt x="573" y="208"/>
                    <a:pt x="573" y="208"/>
                  </a:cubicBezTo>
                  <a:cubicBezTo>
                    <a:pt x="574" y="207"/>
                    <a:pt x="574" y="207"/>
                    <a:pt x="574" y="207"/>
                  </a:cubicBezTo>
                  <a:cubicBezTo>
                    <a:pt x="574" y="205"/>
                    <a:pt x="574" y="205"/>
                    <a:pt x="574" y="205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65" y="203"/>
                    <a:pt x="565" y="203"/>
                    <a:pt x="565" y="203"/>
                  </a:cubicBezTo>
                  <a:cubicBezTo>
                    <a:pt x="563" y="202"/>
                    <a:pt x="563" y="202"/>
                    <a:pt x="563" y="202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0" y="197"/>
                    <a:pt x="560" y="197"/>
                    <a:pt x="560" y="197"/>
                  </a:cubicBezTo>
                  <a:cubicBezTo>
                    <a:pt x="559" y="196"/>
                    <a:pt x="559" y="196"/>
                    <a:pt x="559" y="196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60" y="194"/>
                    <a:pt x="560" y="194"/>
                    <a:pt x="560" y="194"/>
                  </a:cubicBezTo>
                  <a:cubicBezTo>
                    <a:pt x="560" y="193"/>
                    <a:pt x="560" y="193"/>
                    <a:pt x="560" y="193"/>
                  </a:cubicBezTo>
                  <a:cubicBezTo>
                    <a:pt x="561" y="194"/>
                    <a:pt x="561" y="194"/>
                    <a:pt x="561" y="194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3" y="199"/>
                    <a:pt x="563" y="199"/>
                    <a:pt x="563" y="199"/>
                  </a:cubicBezTo>
                  <a:cubicBezTo>
                    <a:pt x="566" y="200"/>
                    <a:pt x="566" y="200"/>
                    <a:pt x="566" y="200"/>
                  </a:cubicBezTo>
                  <a:cubicBezTo>
                    <a:pt x="566" y="201"/>
                    <a:pt x="566" y="201"/>
                    <a:pt x="566" y="201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73" y="204"/>
                    <a:pt x="573" y="204"/>
                    <a:pt x="573" y="204"/>
                  </a:cubicBezTo>
                  <a:cubicBezTo>
                    <a:pt x="574" y="203"/>
                    <a:pt x="574" y="203"/>
                    <a:pt x="574" y="203"/>
                  </a:cubicBezTo>
                  <a:cubicBezTo>
                    <a:pt x="575" y="202"/>
                    <a:pt x="575" y="202"/>
                    <a:pt x="575" y="202"/>
                  </a:cubicBezTo>
                  <a:cubicBezTo>
                    <a:pt x="576" y="201"/>
                    <a:pt x="576" y="201"/>
                    <a:pt x="576" y="201"/>
                  </a:cubicBezTo>
                  <a:cubicBezTo>
                    <a:pt x="577" y="202"/>
                    <a:pt x="577" y="202"/>
                    <a:pt x="577" y="202"/>
                  </a:cubicBezTo>
                  <a:cubicBezTo>
                    <a:pt x="580" y="197"/>
                    <a:pt x="580" y="197"/>
                    <a:pt x="580" y="197"/>
                  </a:cubicBezTo>
                  <a:cubicBezTo>
                    <a:pt x="584" y="195"/>
                    <a:pt x="584" y="195"/>
                    <a:pt x="584" y="195"/>
                  </a:cubicBezTo>
                  <a:cubicBezTo>
                    <a:pt x="585" y="195"/>
                    <a:pt x="585" y="195"/>
                    <a:pt x="585" y="195"/>
                  </a:cubicBezTo>
                  <a:cubicBezTo>
                    <a:pt x="586" y="192"/>
                    <a:pt x="586" y="192"/>
                    <a:pt x="586" y="192"/>
                  </a:cubicBezTo>
                  <a:cubicBezTo>
                    <a:pt x="585" y="190"/>
                    <a:pt x="585" y="190"/>
                    <a:pt x="585" y="190"/>
                  </a:cubicBezTo>
                  <a:cubicBezTo>
                    <a:pt x="583" y="190"/>
                    <a:pt x="583" y="190"/>
                    <a:pt x="583" y="190"/>
                  </a:cubicBezTo>
                  <a:cubicBezTo>
                    <a:pt x="583" y="189"/>
                    <a:pt x="583" y="189"/>
                    <a:pt x="583" y="189"/>
                  </a:cubicBezTo>
                  <a:cubicBezTo>
                    <a:pt x="583" y="188"/>
                    <a:pt x="583" y="188"/>
                    <a:pt x="583" y="188"/>
                  </a:cubicBezTo>
                  <a:cubicBezTo>
                    <a:pt x="584" y="188"/>
                    <a:pt x="584" y="188"/>
                    <a:pt x="584" y="188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4" y="187"/>
                    <a:pt x="584" y="187"/>
                    <a:pt x="584" y="187"/>
                  </a:cubicBezTo>
                  <a:cubicBezTo>
                    <a:pt x="585" y="187"/>
                    <a:pt x="585" y="187"/>
                    <a:pt x="585" y="187"/>
                  </a:cubicBezTo>
                  <a:cubicBezTo>
                    <a:pt x="587" y="188"/>
                    <a:pt x="587" y="188"/>
                    <a:pt x="587" y="188"/>
                  </a:cubicBezTo>
                  <a:cubicBezTo>
                    <a:pt x="588" y="188"/>
                    <a:pt x="588" y="188"/>
                    <a:pt x="588" y="188"/>
                  </a:cubicBezTo>
                  <a:cubicBezTo>
                    <a:pt x="590" y="187"/>
                    <a:pt x="590" y="187"/>
                    <a:pt x="590" y="187"/>
                  </a:cubicBezTo>
                  <a:cubicBezTo>
                    <a:pt x="590" y="188"/>
                    <a:pt x="590" y="188"/>
                    <a:pt x="590" y="188"/>
                  </a:cubicBezTo>
                  <a:cubicBezTo>
                    <a:pt x="591" y="188"/>
                    <a:pt x="591" y="188"/>
                    <a:pt x="591" y="188"/>
                  </a:cubicBezTo>
                  <a:cubicBezTo>
                    <a:pt x="590" y="190"/>
                    <a:pt x="590" y="190"/>
                    <a:pt x="590" y="190"/>
                  </a:cubicBezTo>
                  <a:cubicBezTo>
                    <a:pt x="590" y="192"/>
                    <a:pt x="590" y="192"/>
                    <a:pt x="590" y="192"/>
                  </a:cubicBezTo>
                  <a:cubicBezTo>
                    <a:pt x="591" y="191"/>
                    <a:pt x="591" y="191"/>
                    <a:pt x="591" y="191"/>
                  </a:cubicBezTo>
                  <a:cubicBezTo>
                    <a:pt x="591" y="192"/>
                    <a:pt x="591" y="192"/>
                    <a:pt x="591" y="192"/>
                  </a:cubicBezTo>
                  <a:cubicBezTo>
                    <a:pt x="593" y="192"/>
                    <a:pt x="593" y="192"/>
                    <a:pt x="593" y="192"/>
                  </a:cubicBezTo>
                  <a:cubicBezTo>
                    <a:pt x="594" y="193"/>
                    <a:pt x="594" y="193"/>
                    <a:pt x="594" y="193"/>
                  </a:cubicBezTo>
                  <a:cubicBezTo>
                    <a:pt x="594" y="194"/>
                    <a:pt x="594" y="194"/>
                    <a:pt x="594" y="194"/>
                  </a:cubicBezTo>
                  <a:cubicBezTo>
                    <a:pt x="594" y="196"/>
                    <a:pt x="594" y="196"/>
                    <a:pt x="594" y="196"/>
                  </a:cubicBezTo>
                  <a:cubicBezTo>
                    <a:pt x="595" y="197"/>
                    <a:pt x="595" y="197"/>
                    <a:pt x="595" y="197"/>
                  </a:cubicBezTo>
                  <a:cubicBezTo>
                    <a:pt x="595" y="198"/>
                    <a:pt x="595" y="198"/>
                    <a:pt x="595" y="198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6" y="200"/>
                    <a:pt x="596" y="200"/>
                    <a:pt x="596" y="200"/>
                  </a:cubicBezTo>
                  <a:cubicBezTo>
                    <a:pt x="597" y="200"/>
                    <a:pt x="597" y="200"/>
                    <a:pt x="597" y="200"/>
                  </a:cubicBezTo>
                  <a:cubicBezTo>
                    <a:pt x="597" y="202"/>
                    <a:pt x="597" y="202"/>
                    <a:pt x="597" y="202"/>
                  </a:cubicBezTo>
                  <a:cubicBezTo>
                    <a:pt x="599" y="202"/>
                    <a:pt x="599" y="202"/>
                    <a:pt x="599" y="202"/>
                  </a:cubicBezTo>
                  <a:cubicBezTo>
                    <a:pt x="600" y="202"/>
                    <a:pt x="600" y="202"/>
                    <a:pt x="600" y="202"/>
                  </a:cubicBezTo>
                  <a:cubicBezTo>
                    <a:pt x="601" y="199"/>
                    <a:pt x="601" y="199"/>
                    <a:pt x="601" y="199"/>
                  </a:cubicBezTo>
                  <a:cubicBezTo>
                    <a:pt x="599" y="199"/>
                    <a:pt x="599" y="199"/>
                    <a:pt x="599" y="199"/>
                  </a:cubicBezTo>
                  <a:cubicBezTo>
                    <a:pt x="598" y="199"/>
                    <a:pt x="598" y="199"/>
                    <a:pt x="598" y="199"/>
                  </a:cubicBezTo>
                  <a:cubicBezTo>
                    <a:pt x="598" y="197"/>
                    <a:pt x="598" y="197"/>
                    <a:pt x="598" y="197"/>
                  </a:cubicBezTo>
                  <a:cubicBezTo>
                    <a:pt x="597" y="196"/>
                    <a:pt x="597" y="196"/>
                    <a:pt x="597" y="196"/>
                  </a:cubicBezTo>
                  <a:cubicBezTo>
                    <a:pt x="597" y="195"/>
                    <a:pt x="597" y="195"/>
                    <a:pt x="597" y="195"/>
                  </a:cubicBezTo>
                  <a:cubicBezTo>
                    <a:pt x="596" y="194"/>
                    <a:pt x="596" y="194"/>
                    <a:pt x="596" y="194"/>
                  </a:cubicBezTo>
                  <a:cubicBezTo>
                    <a:pt x="595" y="193"/>
                    <a:pt x="595" y="193"/>
                    <a:pt x="595" y="193"/>
                  </a:cubicBezTo>
                  <a:cubicBezTo>
                    <a:pt x="595" y="192"/>
                    <a:pt x="595" y="192"/>
                    <a:pt x="595" y="192"/>
                  </a:cubicBezTo>
                  <a:cubicBezTo>
                    <a:pt x="598" y="194"/>
                    <a:pt x="598" y="194"/>
                    <a:pt x="598" y="194"/>
                  </a:cubicBezTo>
                  <a:cubicBezTo>
                    <a:pt x="600" y="194"/>
                    <a:pt x="600" y="194"/>
                    <a:pt x="600" y="194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599" y="192"/>
                    <a:pt x="599" y="192"/>
                    <a:pt x="599" y="192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2" y="193"/>
                    <a:pt x="602" y="193"/>
                    <a:pt x="602" y="193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3" y="194"/>
                    <a:pt x="603" y="194"/>
                    <a:pt x="603" y="194"/>
                  </a:cubicBezTo>
                  <a:cubicBezTo>
                    <a:pt x="605" y="195"/>
                    <a:pt x="605" y="195"/>
                    <a:pt x="605" y="195"/>
                  </a:cubicBezTo>
                  <a:cubicBezTo>
                    <a:pt x="605" y="193"/>
                    <a:pt x="605" y="193"/>
                    <a:pt x="605" y="193"/>
                  </a:cubicBezTo>
                  <a:cubicBezTo>
                    <a:pt x="604" y="192"/>
                    <a:pt x="604" y="192"/>
                    <a:pt x="604" y="192"/>
                  </a:cubicBezTo>
                  <a:cubicBezTo>
                    <a:pt x="603" y="192"/>
                    <a:pt x="603" y="192"/>
                    <a:pt x="603" y="192"/>
                  </a:cubicBezTo>
                  <a:cubicBezTo>
                    <a:pt x="605" y="192"/>
                    <a:pt x="605" y="192"/>
                    <a:pt x="605" y="192"/>
                  </a:cubicBezTo>
                  <a:cubicBezTo>
                    <a:pt x="606" y="190"/>
                    <a:pt x="606" y="190"/>
                    <a:pt x="606" y="190"/>
                  </a:cubicBezTo>
                  <a:cubicBezTo>
                    <a:pt x="607" y="190"/>
                    <a:pt x="607" y="190"/>
                    <a:pt x="607" y="190"/>
                  </a:cubicBezTo>
                  <a:cubicBezTo>
                    <a:pt x="608" y="191"/>
                    <a:pt x="608" y="191"/>
                    <a:pt x="608" y="191"/>
                  </a:cubicBezTo>
                  <a:cubicBezTo>
                    <a:pt x="610" y="188"/>
                    <a:pt x="610" y="188"/>
                    <a:pt x="610" y="188"/>
                  </a:cubicBezTo>
                  <a:cubicBezTo>
                    <a:pt x="611" y="188"/>
                    <a:pt x="611" y="188"/>
                    <a:pt x="611" y="188"/>
                  </a:cubicBezTo>
                  <a:cubicBezTo>
                    <a:pt x="612" y="187"/>
                    <a:pt x="612" y="187"/>
                    <a:pt x="612" y="187"/>
                  </a:cubicBezTo>
                  <a:cubicBezTo>
                    <a:pt x="613" y="186"/>
                    <a:pt x="613" y="186"/>
                    <a:pt x="613" y="186"/>
                  </a:cubicBezTo>
                  <a:cubicBezTo>
                    <a:pt x="614" y="185"/>
                    <a:pt x="614" y="185"/>
                    <a:pt x="614" y="185"/>
                  </a:cubicBezTo>
                  <a:cubicBezTo>
                    <a:pt x="614" y="184"/>
                    <a:pt x="614" y="184"/>
                    <a:pt x="614" y="184"/>
                  </a:cubicBezTo>
                  <a:cubicBezTo>
                    <a:pt x="616" y="184"/>
                    <a:pt x="616" y="184"/>
                    <a:pt x="616" y="184"/>
                  </a:cubicBezTo>
                  <a:cubicBezTo>
                    <a:pt x="618" y="185"/>
                    <a:pt x="618" y="185"/>
                    <a:pt x="618" y="18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2"/>
                    <a:pt x="619" y="182"/>
                    <a:pt x="619" y="182"/>
                  </a:cubicBezTo>
                  <a:cubicBezTo>
                    <a:pt x="621" y="181"/>
                    <a:pt x="621" y="181"/>
                    <a:pt x="621" y="181"/>
                  </a:cubicBezTo>
                  <a:cubicBezTo>
                    <a:pt x="621" y="180"/>
                    <a:pt x="621" y="180"/>
                    <a:pt x="621" y="180"/>
                  </a:cubicBezTo>
                  <a:cubicBezTo>
                    <a:pt x="621" y="179"/>
                    <a:pt x="621" y="179"/>
                    <a:pt x="621" y="179"/>
                  </a:cubicBezTo>
                  <a:cubicBezTo>
                    <a:pt x="622" y="177"/>
                    <a:pt x="622" y="177"/>
                    <a:pt x="622" y="177"/>
                  </a:cubicBezTo>
                  <a:cubicBezTo>
                    <a:pt x="620" y="174"/>
                    <a:pt x="620" y="174"/>
                    <a:pt x="620" y="174"/>
                  </a:cubicBezTo>
                  <a:cubicBezTo>
                    <a:pt x="620" y="173"/>
                    <a:pt x="620" y="173"/>
                    <a:pt x="620" y="173"/>
                  </a:cubicBezTo>
                  <a:cubicBezTo>
                    <a:pt x="619" y="171"/>
                    <a:pt x="619" y="171"/>
                    <a:pt x="619" y="171"/>
                  </a:cubicBezTo>
                  <a:cubicBezTo>
                    <a:pt x="618" y="170"/>
                    <a:pt x="618" y="170"/>
                    <a:pt x="618" y="170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21" y="169"/>
                    <a:pt x="621" y="169"/>
                    <a:pt x="621" y="169"/>
                  </a:cubicBezTo>
                  <a:cubicBezTo>
                    <a:pt x="621" y="167"/>
                    <a:pt x="621" y="167"/>
                    <a:pt x="621" y="167"/>
                  </a:cubicBezTo>
                  <a:cubicBezTo>
                    <a:pt x="620" y="166"/>
                    <a:pt x="620" y="166"/>
                    <a:pt x="620" y="166"/>
                  </a:cubicBezTo>
                  <a:cubicBezTo>
                    <a:pt x="619" y="167"/>
                    <a:pt x="619" y="167"/>
                    <a:pt x="619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19" y="165"/>
                    <a:pt x="619" y="165"/>
                    <a:pt x="619" y="165"/>
                  </a:cubicBezTo>
                  <a:cubicBezTo>
                    <a:pt x="620" y="164"/>
                    <a:pt x="620" y="164"/>
                    <a:pt x="620" y="164"/>
                  </a:cubicBezTo>
                  <a:cubicBezTo>
                    <a:pt x="619" y="163"/>
                    <a:pt x="619" y="163"/>
                    <a:pt x="619" y="163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20" y="162"/>
                    <a:pt x="620" y="162"/>
                    <a:pt x="620" y="162"/>
                  </a:cubicBezTo>
                  <a:cubicBezTo>
                    <a:pt x="622" y="164"/>
                    <a:pt x="622" y="164"/>
                    <a:pt x="622" y="164"/>
                  </a:cubicBezTo>
                  <a:cubicBezTo>
                    <a:pt x="623" y="164"/>
                    <a:pt x="623" y="164"/>
                    <a:pt x="623" y="164"/>
                  </a:cubicBezTo>
                  <a:cubicBezTo>
                    <a:pt x="624" y="163"/>
                    <a:pt x="624" y="163"/>
                    <a:pt x="624" y="163"/>
                  </a:cubicBezTo>
                  <a:cubicBezTo>
                    <a:pt x="625" y="164"/>
                    <a:pt x="625" y="164"/>
                    <a:pt x="625" y="164"/>
                  </a:cubicBezTo>
                  <a:cubicBezTo>
                    <a:pt x="627" y="163"/>
                    <a:pt x="627" y="163"/>
                    <a:pt x="627" y="163"/>
                  </a:cubicBezTo>
                  <a:cubicBezTo>
                    <a:pt x="630" y="161"/>
                    <a:pt x="630" y="161"/>
                    <a:pt x="630" y="161"/>
                  </a:cubicBezTo>
                  <a:cubicBezTo>
                    <a:pt x="629" y="160"/>
                    <a:pt x="629" y="160"/>
                    <a:pt x="629" y="160"/>
                  </a:cubicBezTo>
                  <a:cubicBezTo>
                    <a:pt x="630" y="159"/>
                    <a:pt x="630" y="159"/>
                    <a:pt x="630" y="159"/>
                  </a:cubicBezTo>
                  <a:cubicBezTo>
                    <a:pt x="629" y="158"/>
                    <a:pt x="629" y="158"/>
                    <a:pt x="629" y="158"/>
                  </a:cubicBezTo>
                  <a:cubicBezTo>
                    <a:pt x="628" y="158"/>
                    <a:pt x="628" y="158"/>
                    <a:pt x="628" y="158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30" y="155"/>
                    <a:pt x="630" y="155"/>
                    <a:pt x="630" y="155"/>
                  </a:cubicBezTo>
                  <a:cubicBezTo>
                    <a:pt x="631" y="153"/>
                    <a:pt x="631" y="153"/>
                    <a:pt x="631" y="153"/>
                  </a:cubicBezTo>
                  <a:cubicBezTo>
                    <a:pt x="631" y="152"/>
                    <a:pt x="631" y="152"/>
                    <a:pt x="631" y="152"/>
                  </a:cubicBezTo>
                  <a:cubicBezTo>
                    <a:pt x="630" y="152"/>
                    <a:pt x="630" y="152"/>
                    <a:pt x="630" y="152"/>
                  </a:cubicBezTo>
                  <a:cubicBezTo>
                    <a:pt x="630" y="151"/>
                    <a:pt x="630" y="151"/>
                    <a:pt x="630" y="151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5" y="148"/>
                    <a:pt x="625" y="148"/>
                    <a:pt x="625" y="148"/>
                  </a:cubicBezTo>
                  <a:cubicBezTo>
                    <a:pt x="626" y="147"/>
                    <a:pt x="626" y="147"/>
                    <a:pt x="626" y="147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8" y="150"/>
                    <a:pt x="628" y="150"/>
                    <a:pt x="628" y="150"/>
                  </a:cubicBezTo>
                  <a:cubicBezTo>
                    <a:pt x="629" y="150"/>
                    <a:pt x="629" y="150"/>
                    <a:pt x="629" y="150"/>
                  </a:cubicBezTo>
                  <a:cubicBezTo>
                    <a:pt x="631" y="151"/>
                    <a:pt x="631" y="151"/>
                    <a:pt x="631" y="151"/>
                  </a:cubicBezTo>
                  <a:cubicBezTo>
                    <a:pt x="631" y="149"/>
                    <a:pt x="631" y="149"/>
                    <a:pt x="631" y="149"/>
                  </a:cubicBezTo>
                  <a:cubicBezTo>
                    <a:pt x="630" y="148"/>
                    <a:pt x="630" y="148"/>
                    <a:pt x="630" y="148"/>
                  </a:cubicBezTo>
                  <a:cubicBezTo>
                    <a:pt x="631" y="147"/>
                    <a:pt x="631" y="147"/>
                    <a:pt x="631" y="147"/>
                  </a:cubicBezTo>
                  <a:cubicBezTo>
                    <a:pt x="628" y="146"/>
                    <a:pt x="628" y="146"/>
                    <a:pt x="628" y="146"/>
                  </a:cubicBezTo>
                  <a:cubicBezTo>
                    <a:pt x="628" y="147"/>
                    <a:pt x="628" y="147"/>
                    <a:pt x="628" y="147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27" y="142"/>
                    <a:pt x="627" y="142"/>
                    <a:pt x="627" y="142"/>
                  </a:cubicBezTo>
                  <a:cubicBezTo>
                    <a:pt x="626" y="142"/>
                    <a:pt x="626" y="142"/>
                    <a:pt x="626" y="142"/>
                  </a:cubicBezTo>
                  <a:cubicBezTo>
                    <a:pt x="626" y="141"/>
                    <a:pt x="626" y="141"/>
                    <a:pt x="626" y="141"/>
                  </a:cubicBezTo>
                  <a:cubicBezTo>
                    <a:pt x="624" y="141"/>
                    <a:pt x="624" y="141"/>
                    <a:pt x="624" y="141"/>
                  </a:cubicBezTo>
                  <a:cubicBezTo>
                    <a:pt x="623" y="142"/>
                    <a:pt x="623" y="142"/>
                    <a:pt x="623" y="142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621" y="142"/>
                    <a:pt x="621" y="142"/>
                    <a:pt x="621" y="142"/>
                  </a:cubicBezTo>
                  <a:cubicBezTo>
                    <a:pt x="621" y="140"/>
                    <a:pt x="621" y="140"/>
                    <a:pt x="621" y="140"/>
                  </a:cubicBezTo>
                  <a:cubicBezTo>
                    <a:pt x="620" y="140"/>
                    <a:pt x="620" y="140"/>
                    <a:pt x="620" y="140"/>
                  </a:cubicBezTo>
                  <a:cubicBezTo>
                    <a:pt x="617" y="139"/>
                    <a:pt x="617" y="139"/>
                    <a:pt x="617" y="139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8" y="141"/>
                    <a:pt x="618" y="141"/>
                    <a:pt x="618" y="141"/>
                  </a:cubicBezTo>
                  <a:cubicBezTo>
                    <a:pt x="618" y="140"/>
                    <a:pt x="618" y="140"/>
                    <a:pt x="618" y="140"/>
                  </a:cubicBezTo>
                  <a:cubicBezTo>
                    <a:pt x="616" y="139"/>
                    <a:pt x="616" y="139"/>
                    <a:pt x="616" y="139"/>
                  </a:cubicBezTo>
                  <a:cubicBezTo>
                    <a:pt x="613" y="139"/>
                    <a:pt x="613" y="139"/>
                    <a:pt x="613" y="139"/>
                  </a:cubicBezTo>
                  <a:cubicBezTo>
                    <a:pt x="612" y="139"/>
                    <a:pt x="612" y="139"/>
                    <a:pt x="612" y="139"/>
                  </a:cubicBezTo>
                  <a:cubicBezTo>
                    <a:pt x="611" y="139"/>
                    <a:pt x="611" y="139"/>
                    <a:pt x="611" y="139"/>
                  </a:cubicBezTo>
                  <a:cubicBezTo>
                    <a:pt x="611" y="138"/>
                    <a:pt x="611" y="138"/>
                    <a:pt x="611" y="138"/>
                  </a:cubicBezTo>
                  <a:cubicBezTo>
                    <a:pt x="608" y="138"/>
                    <a:pt x="608" y="138"/>
                    <a:pt x="608" y="138"/>
                  </a:cubicBezTo>
                  <a:cubicBezTo>
                    <a:pt x="609" y="140"/>
                    <a:pt x="609" y="140"/>
                    <a:pt x="609" y="140"/>
                  </a:cubicBezTo>
                  <a:cubicBezTo>
                    <a:pt x="610" y="140"/>
                    <a:pt x="610" y="140"/>
                    <a:pt x="610" y="140"/>
                  </a:cubicBezTo>
                  <a:cubicBezTo>
                    <a:pt x="609" y="141"/>
                    <a:pt x="609" y="141"/>
                    <a:pt x="609" y="141"/>
                  </a:cubicBezTo>
                  <a:cubicBezTo>
                    <a:pt x="608" y="141"/>
                    <a:pt x="608" y="141"/>
                    <a:pt x="608" y="141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7" y="143"/>
                    <a:pt x="607" y="143"/>
                    <a:pt x="607" y="143"/>
                  </a:cubicBezTo>
                  <a:cubicBezTo>
                    <a:pt x="607" y="144"/>
                    <a:pt x="607" y="144"/>
                    <a:pt x="607" y="144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6"/>
                    <a:pt x="607" y="146"/>
                    <a:pt x="607" y="146"/>
                  </a:cubicBezTo>
                  <a:cubicBezTo>
                    <a:pt x="606" y="147"/>
                    <a:pt x="606" y="147"/>
                    <a:pt x="606" y="147"/>
                  </a:cubicBezTo>
                  <a:cubicBezTo>
                    <a:pt x="606" y="150"/>
                    <a:pt x="606" y="150"/>
                    <a:pt x="606" y="150"/>
                  </a:cubicBezTo>
                  <a:cubicBezTo>
                    <a:pt x="607" y="150"/>
                    <a:pt x="607" y="150"/>
                    <a:pt x="607" y="150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7" y="152"/>
                    <a:pt x="607" y="152"/>
                    <a:pt x="607" y="152"/>
                  </a:cubicBezTo>
                  <a:cubicBezTo>
                    <a:pt x="607" y="153"/>
                    <a:pt x="607" y="153"/>
                    <a:pt x="607" y="153"/>
                  </a:cubicBezTo>
                  <a:cubicBezTo>
                    <a:pt x="606" y="152"/>
                    <a:pt x="606" y="152"/>
                    <a:pt x="606" y="152"/>
                  </a:cubicBezTo>
                  <a:cubicBezTo>
                    <a:pt x="604" y="152"/>
                    <a:pt x="604" y="152"/>
                    <a:pt x="604" y="152"/>
                  </a:cubicBezTo>
                  <a:cubicBezTo>
                    <a:pt x="603" y="154"/>
                    <a:pt x="603" y="154"/>
                    <a:pt x="603" y="154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4" y="155"/>
                    <a:pt x="604" y="155"/>
                    <a:pt x="604" y="155"/>
                  </a:cubicBezTo>
                  <a:cubicBezTo>
                    <a:pt x="603" y="155"/>
                    <a:pt x="603" y="155"/>
                    <a:pt x="603" y="155"/>
                  </a:cubicBezTo>
                  <a:cubicBezTo>
                    <a:pt x="602" y="154"/>
                    <a:pt x="602" y="154"/>
                    <a:pt x="602" y="154"/>
                  </a:cubicBezTo>
                  <a:cubicBezTo>
                    <a:pt x="600" y="155"/>
                    <a:pt x="600" y="155"/>
                    <a:pt x="600" y="155"/>
                  </a:cubicBezTo>
                  <a:cubicBezTo>
                    <a:pt x="599" y="158"/>
                    <a:pt x="599" y="158"/>
                    <a:pt x="599" y="158"/>
                  </a:cubicBezTo>
                  <a:cubicBezTo>
                    <a:pt x="597" y="161"/>
                    <a:pt x="597" y="161"/>
                    <a:pt x="597" y="161"/>
                  </a:cubicBezTo>
                  <a:cubicBezTo>
                    <a:pt x="596" y="164"/>
                    <a:pt x="596" y="164"/>
                    <a:pt x="596" y="164"/>
                  </a:cubicBezTo>
                  <a:cubicBezTo>
                    <a:pt x="593" y="166"/>
                    <a:pt x="593" y="166"/>
                    <a:pt x="593" y="166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1" y="166"/>
                    <a:pt x="591" y="166"/>
                    <a:pt x="591" y="166"/>
                  </a:cubicBezTo>
                  <a:cubicBezTo>
                    <a:pt x="592" y="166"/>
                    <a:pt x="592" y="166"/>
                    <a:pt x="592" y="166"/>
                  </a:cubicBezTo>
                  <a:cubicBezTo>
                    <a:pt x="592" y="164"/>
                    <a:pt x="592" y="164"/>
                    <a:pt x="592" y="164"/>
                  </a:cubicBezTo>
                  <a:cubicBezTo>
                    <a:pt x="593" y="163"/>
                    <a:pt x="593" y="163"/>
                    <a:pt x="593" y="163"/>
                  </a:cubicBezTo>
                  <a:cubicBezTo>
                    <a:pt x="593" y="161"/>
                    <a:pt x="593" y="161"/>
                    <a:pt x="593" y="161"/>
                  </a:cubicBezTo>
                  <a:cubicBezTo>
                    <a:pt x="592" y="160"/>
                    <a:pt x="592" y="160"/>
                    <a:pt x="592" y="160"/>
                  </a:cubicBezTo>
                  <a:cubicBezTo>
                    <a:pt x="589" y="163"/>
                    <a:pt x="589" y="163"/>
                    <a:pt x="589" y="163"/>
                  </a:cubicBezTo>
                  <a:cubicBezTo>
                    <a:pt x="589" y="164"/>
                    <a:pt x="589" y="164"/>
                    <a:pt x="589" y="164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7" y="168"/>
                    <a:pt x="587" y="168"/>
                    <a:pt x="587" y="168"/>
                  </a:cubicBezTo>
                  <a:cubicBezTo>
                    <a:pt x="588" y="169"/>
                    <a:pt x="588" y="169"/>
                    <a:pt x="588" y="169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91" y="168"/>
                    <a:pt x="591" y="168"/>
                    <a:pt x="591" y="168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89" y="170"/>
                    <a:pt x="589" y="170"/>
                    <a:pt x="589" y="170"/>
                  </a:cubicBezTo>
                  <a:cubicBezTo>
                    <a:pt x="589" y="172"/>
                    <a:pt x="589" y="172"/>
                    <a:pt x="589" y="172"/>
                  </a:cubicBezTo>
                  <a:cubicBezTo>
                    <a:pt x="588" y="173"/>
                    <a:pt x="588" y="173"/>
                    <a:pt x="588" y="173"/>
                  </a:cubicBezTo>
                  <a:cubicBezTo>
                    <a:pt x="587" y="174"/>
                    <a:pt x="587" y="174"/>
                    <a:pt x="587" y="174"/>
                  </a:cubicBezTo>
                  <a:cubicBezTo>
                    <a:pt x="587" y="173"/>
                    <a:pt x="587" y="173"/>
                    <a:pt x="587" y="173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3" y="172"/>
                    <a:pt x="583" y="172"/>
                    <a:pt x="583" y="172"/>
                  </a:cubicBezTo>
                  <a:cubicBezTo>
                    <a:pt x="582" y="167"/>
                    <a:pt x="582" y="167"/>
                    <a:pt x="582" y="167"/>
                  </a:cubicBezTo>
                  <a:cubicBezTo>
                    <a:pt x="582" y="165"/>
                    <a:pt x="582" y="165"/>
                    <a:pt x="582" y="165"/>
                  </a:cubicBezTo>
                  <a:cubicBezTo>
                    <a:pt x="581" y="164"/>
                    <a:pt x="581" y="164"/>
                    <a:pt x="581" y="164"/>
                  </a:cubicBezTo>
                  <a:cubicBezTo>
                    <a:pt x="582" y="162"/>
                    <a:pt x="582" y="162"/>
                    <a:pt x="582" y="162"/>
                  </a:cubicBezTo>
                  <a:cubicBezTo>
                    <a:pt x="583" y="161"/>
                    <a:pt x="583" y="161"/>
                    <a:pt x="583" y="161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4" y="159"/>
                    <a:pt x="584" y="159"/>
                    <a:pt x="584" y="159"/>
                  </a:cubicBezTo>
                  <a:cubicBezTo>
                    <a:pt x="586" y="158"/>
                    <a:pt x="586" y="158"/>
                    <a:pt x="586" y="158"/>
                  </a:cubicBezTo>
                  <a:cubicBezTo>
                    <a:pt x="587" y="156"/>
                    <a:pt x="587" y="156"/>
                    <a:pt x="587" y="156"/>
                  </a:cubicBezTo>
                  <a:cubicBezTo>
                    <a:pt x="586" y="153"/>
                    <a:pt x="586" y="153"/>
                    <a:pt x="586" y="153"/>
                  </a:cubicBezTo>
                  <a:cubicBezTo>
                    <a:pt x="587" y="152"/>
                    <a:pt x="587" y="152"/>
                    <a:pt x="587" y="152"/>
                  </a:cubicBezTo>
                  <a:cubicBezTo>
                    <a:pt x="587" y="150"/>
                    <a:pt x="587" y="150"/>
                    <a:pt x="587" y="150"/>
                  </a:cubicBezTo>
                  <a:cubicBezTo>
                    <a:pt x="586" y="148"/>
                    <a:pt x="586" y="148"/>
                    <a:pt x="586" y="148"/>
                  </a:cubicBezTo>
                  <a:cubicBezTo>
                    <a:pt x="585" y="147"/>
                    <a:pt x="585" y="147"/>
                    <a:pt x="585" y="147"/>
                  </a:cubicBezTo>
                  <a:cubicBezTo>
                    <a:pt x="584" y="144"/>
                    <a:pt x="584" y="144"/>
                    <a:pt x="584" y="144"/>
                  </a:cubicBezTo>
                  <a:cubicBezTo>
                    <a:pt x="584" y="143"/>
                    <a:pt x="584" y="143"/>
                    <a:pt x="584" y="143"/>
                  </a:cubicBezTo>
                  <a:cubicBezTo>
                    <a:pt x="583" y="142"/>
                    <a:pt x="583" y="142"/>
                    <a:pt x="583" y="142"/>
                  </a:cubicBezTo>
                  <a:cubicBezTo>
                    <a:pt x="582" y="142"/>
                    <a:pt x="582" y="142"/>
                    <a:pt x="582" y="142"/>
                  </a:cubicBezTo>
                  <a:cubicBezTo>
                    <a:pt x="581" y="144"/>
                    <a:pt x="581" y="144"/>
                    <a:pt x="581" y="144"/>
                  </a:cubicBezTo>
                  <a:cubicBezTo>
                    <a:pt x="579" y="146"/>
                    <a:pt x="579" y="146"/>
                    <a:pt x="579" y="146"/>
                  </a:cubicBezTo>
                  <a:cubicBezTo>
                    <a:pt x="577" y="148"/>
                    <a:pt x="577" y="148"/>
                    <a:pt x="577" y="148"/>
                  </a:cubicBezTo>
                  <a:cubicBezTo>
                    <a:pt x="577" y="149"/>
                    <a:pt x="577" y="149"/>
                    <a:pt x="577" y="149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6" y="151"/>
                    <a:pt x="576" y="151"/>
                    <a:pt x="576" y="151"/>
                  </a:cubicBezTo>
                  <a:cubicBezTo>
                    <a:pt x="574" y="153"/>
                    <a:pt x="574" y="153"/>
                    <a:pt x="574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3" y="154"/>
                    <a:pt x="573" y="154"/>
                    <a:pt x="573" y="154"/>
                  </a:cubicBezTo>
                  <a:cubicBezTo>
                    <a:pt x="572" y="155"/>
                    <a:pt x="572" y="155"/>
                    <a:pt x="572" y="155"/>
                  </a:cubicBezTo>
                  <a:cubicBezTo>
                    <a:pt x="572" y="156"/>
                    <a:pt x="572" y="156"/>
                    <a:pt x="572" y="156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3" y="152"/>
                    <a:pt x="573" y="152"/>
                    <a:pt x="573" y="152"/>
                  </a:cubicBezTo>
                  <a:cubicBezTo>
                    <a:pt x="573" y="150"/>
                    <a:pt x="573" y="150"/>
                    <a:pt x="573" y="150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4" y="149"/>
                    <a:pt x="574" y="149"/>
                    <a:pt x="574" y="149"/>
                  </a:cubicBezTo>
                  <a:cubicBezTo>
                    <a:pt x="574" y="147"/>
                    <a:pt x="574" y="147"/>
                    <a:pt x="574" y="147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73" y="143"/>
                    <a:pt x="573" y="143"/>
                    <a:pt x="573" y="143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2"/>
                    <a:pt x="574" y="142"/>
                    <a:pt x="574" y="142"/>
                  </a:cubicBezTo>
                  <a:cubicBezTo>
                    <a:pt x="575" y="142"/>
                    <a:pt x="575" y="142"/>
                    <a:pt x="575" y="142"/>
                  </a:cubicBezTo>
                  <a:cubicBezTo>
                    <a:pt x="575" y="143"/>
                    <a:pt x="575" y="143"/>
                    <a:pt x="575" y="143"/>
                  </a:cubicBezTo>
                  <a:cubicBezTo>
                    <a:pt x="576" y="144"/>
                    <a:pt x="576" y="144"/>
                    <a:pt x="576" y="144"/>
                  </a:cubicBezTo>
                  <a:cubicBezTo>
                    <a:pt x="577" y="143"/>
                    <a:pt x="577" y="143"/>
                    <a:pt x="577" y="143"/>
                  </a:cubicBezTo>
                  <a:cubicBezTo>
                    <a:pt x="578" y="142"/>
                    <a:pt x="578" y="142"/>
                    <a:pt x="578" y="142"/>
                  </a:cubicBezTo>
                  <a:cubicBezTo>
                    <a:pt x="579" y="142"/>
                    <a:pt x="579" y="142"/>
                    <a:pt x="579" y="142"/>
                  </a:cubicBezTo>
                  <a:cubicBezTo>
                    <a:pt x="579" y="140"/>
                    <a:pt x="579" y="140"/>
                    <a:pt x="579" y="140"/>
                  </a:cubicBezTo>
                  <a:cubicBezTo>
                    <a:pt x="578" y="139"/>
                    <a:pt x="578" y="139"/>
                    <a:pt x="578" y="139"/>
                  </a:cubicBezTo>
                  <a:cubicBezTo>
                    <a:pt x="579" y="138"/>
                    <a:pt x="579" y="138"/>
                    <a:pt x="579" y="138"/>
                  </a:cubicBezTo>
                  <a:cubicBezTo>
                    <a:pt x="577" y="137"/>
                    <a:pt x="577" y="137"/>
                    <a:pt x="577" y="137"/>
                  </a:cubicBezTo>
                  <a:cubicBezTo>
                    <a:pt x="575" y="138"/>
                    <a:pt x="575" y="138"/>
                    <a:pt x="575" y="138"/>
                  </a:cubicBezTo>
                  <a:cubicBezTo>
                    <a:pt x="575" y="137"/>
                    <a:pt x="575" y="137"/>
                    <a:pt x="575" y="137"/>
                  </a:cubicBezTo>
                  <a:cubicBezTo>
                    <a:pt x="574" y="137"/>
                    <a:pt x="574" y="137"/>
                    <a:pt x="574" y="137"/>
                  </a:cubicBezTo>
                  <a:cubicBezTo>
                    <a:pt x="575" y="136"/>
                    <a:pt x="575" y="136"/>
                    <a:pt x="575" y="136"/>
                  </a:cubicBezTo>
                  <a:cubicBezTo>
                    <a:pt x="574" y="135"/>
                    <a:pt x="574" y="135"/>
                    <a:pt x="574" y="135"/>
                  </a:cubicBezTo>
                  <a:cubicBezTo>
                    <a:pt x="572" y="136"/>
                    <a:pt x="572" y="136"/>
                    <a:pt x="572" y="136"/>
                  </a:cubicBezTo>
                  <a:cubicBezTo>
                    <a:pt x="571" y="137"/>
                    <a:pt x="571" y="137"/>
                    <a:pt x="571" y="137"/>
                  </a:cubicBezTo>
                  <a:cubicBezTo>
                    <a:pt x="570" y="137"/>
                    <a:pt x="570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9" y="135"/>
                    <a:pt x="569" y="135"/>
                    <a:pt x="569" y="135"/>
                  </a:cubicBezTo>
                  <a:cubicBezTo>
                    <a:pt x="568" y="134"/>
                    <a:pt x="568" y="134"/>
                    <a:pt x="568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8" y="132"/>
                    <a:pt x="568" y="132"/>
                    <a:pt x="568" y="132"/>
                  </a:cubicBezTo>
                  <a:cubicBezTo>
                    <a:pt x="572" y="129"/>
                    <a:pt x="572" y="129"/>
                    <a:pt x="572" y="129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6"/>
                    <a:pt x="572" y="126"/>
                    <a:pt x="572" y="126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4" y="127"/>
                    <a:pt x="574" y="127"/>
                    <a:pt x="574" y="127"/>
                  </a:cubicBezTo>
                  <a:cubicBezTo>
                    <a:pt x="576" y="128"/>
                    <a:pt x="576" y="128"/>
                    <a:pt x="576" y="128"/>
                  </a:cubicBezTo>
                  <a:cubicBezTo>
                    <a:pt x="577" y="127"/>
                    <a:pt x="577" y="127"/>
                    <a:pt x="577" y="127"/>
                  </a:cubicBezTo>
                  <a:cubicBezTo>
                    <a:pt x="577" y="125"/>
                    <a:pt x="577" y="125"/>
                    <a:pt x="577" y="125"/>
                  </a:cubicBezTo>
                  <a:cubicBezTo>
                    <a:pt x="576" y="123"/>
                    <a:pt x="576" y="123"/>
                    <a:pt x="576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6" y="121"/>
                    <a:pt x="576" y="121"/>
                    <a:pt x="576" y="121"/>
                  </a:cubicBezTo>
                  <a:cubicBezTo>
                    <a:pt x="575" y="120"/>
                    <a:pt x="575" y="120"/>
                    <a:pt x="575" y="120"/>
                  </a:cubicBezTo>
                  <a:cubicBezTo>
                    <a:pt x="576" y="120"/>
                    <a:pt x="576" y="120"/>
                    <a:pt x="576" y="120"/>
                  </a:cubicBezTo>
                  <a:cubicBezTo>
                    <a:pt x="576" y="118"/>
                    <a:pt x="576" y="118"/>
                    <a:pt x="576" y="118"/>
                  </a:cubicBezTo>
                  <a:cubicBezTo>
                    <a:pt x="574" y="117"/>
                    <a:pt x="574" y="117"/>
                    <a:pt x="574" y="117"/>
                  </a:cubicBezTo>
                  <a:cubicBezTo>
                    <a:pt x="575" y="115"/>
                    <a:pt x="575" y="115"/>
                    <a:pt x="575" y="115"/>
                  </a:cubicBezTo>
                  <a:cubicBezTo>
                    <a:pt x="574" y="114"/>
                    <a:pt x="574" y="114"/>
                    <a:pt x="574" y="114"/>
                  </a:cubicBezTo>
                  <a:cubicBezTo>
                    <a:pt x="575" y="114"/>
                    <a:pt x="575" y="114"/>
                    <a:pt x="575" y="114"/>
                  </a:cubicBezTo>
                  <a:cubicBezTo>
                    <a:pt x="575" y="112"/>
                    <a:pt x="575" y="112"/>
                    <a:pt x="575" y="112"/>
                  </a:cubicBezTo>
                  <a:cubicBezTo>
                    <a:pt x="576" y="110"/>
                    <a:pt x="576" y="110"/>
                    <a:pt x="576" y="110"/>
                  </a:cubicBezTo>
                  <a:cubicBezTo>
                    <a:pt x="576" y="109"/>
                    <a:pt x="576" y="109"/>
                    <a:pt x="576" y="109"/>
                  </a:cubicBezTo>
                  <a:cubicBezTo>
                    <a:pt x="577" y="108"/>
                    <a:pt x="577" y="108"/>
                    <a:pt x="577" y="108"/>
                  </a:cubicBezTo>
                  <a:cubicBezTo>
                    <a:pt x="577" y="106"/>
                    <a:pt x="577" y="106"/>
                    <a:pt x="577" y="106"/>
                  </a:cubicBezTo>
                  <a:cubicBezTo>
                    <a:pt x="576" y="106"/>
                    <a:pt x="576" y="106"/>
                    <a:pt x="576" y="106"/>
                  </a:cubicBezTo>
                  <a:cubicBezTo>
                    <a:pt x="577" y="104"/>
                    <a:pt x="577" y="104"/>
                    <a:pt x="577" y="104"/>
                  </a:cubicBezTo>
                  <a:cubicBezTo>
                    <a:pt x="576" y="102"/>
                    <a:pt x="576" y="102"/>
                    <a:pt x="576" y="102"/>
                  </a:cubicBezTo>
                  <a:cubicBezTo>
                    <a:pt x="575" y="101"/>
                    <a:pt x="575" y="101"/>
                    <a:pt x="575" y="101"/>
                  </a:cubicBezTo>
                  <a:cubicBezTo>
                    <a:pt x="575" y="100"/>
                    <a:pt x="575" y="100"/>
                    <a:pt x="575" y="100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6" y="97"/>
                    <a:pt x="576" y="97"/>
                    <a:pt x="576" y="97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4" y="95"/>
                    <a:pt x="574" y="95"/>
                    <a:pt x="574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3"/>
                    <a:pt x="573" y="93"/>
                    <a:pt x="573" y="93"/>
                  </a:cubicBezTo>
                  <a:cubicBezTo>
                    <a:pt x="570" y="92"/>
                    <a:pt x="570" y="92"/>
                    <a:pt x="570" y="92"/>
                  </a:cubicBezTo>
                  <a:cubicBezTo>
                    <a:pt x="569" y="92"/>
                    <a:pt x="569" y="92"/>
                    <a:pt x="569" y="92"/>
                  </a:cubicBezTo>
                  <a:cubicBezTo>
                    <a:pt x="572" y="92"/>
                    <a:pt x="572" y="92"/>
                    <a:pt x="572" y="92"/>
                  </a:cubicBezTo>
                  <a:cubicBezTo>
                    <a:pt x="573" y="92"/>
                    <a:pt x="573" y="92"/>
                    <a:pt x="573" y="92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9" y="90"/>
                    <a:pt x="579" y="90"/>
                    <a:pt x="579" y="90"/>
                  </a:cubicBezTo>
                  <a:cubicBezTo>
                    <a:pt x="579" y="89"/>
                    <a:pt x="579" y="89"/>
                    <a:pt x="579" y="89"/>
                  </a:cubicBezTo>
                  <a:cubicBezTo>
                    <a:pt x="580" y="88"/>
                    <a:pt x="580" y="88"/>
                    <a:pt x="580" y="88"/>
                  </a:cubicBezTo>
                  <a:cubicBezTo>
                    <a:pt x="581" y="89"/>
                    <a:pt x="581" y="89"/>
                    <a:pt x="581" y="89"/>
                  </a:cubicBezTo>
                  <a:cubicBezTo>
                    <a:pt x="582" y="87"/>
                    <a:pt x="582" y="87"/>
                    <a:pt x="582" y="87"/>
                  </a:cubicBezTo>
                  <a:cubicBezTo>
                    <a:pt x="583" y="87"/>
                    <a:pt x="583" y="87"/>
                    <a:pt x="583" y="87"/>
                  </a:cubicBezTo>
                  <a:cubicBezTo>
                    <a:pt x="584" y="85"/>
                    <a:pt x="584" y="85"/>
                    <a:pt x="584" y="85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5" y="80"/>
                    <a:pt x="585" y="80"/>
                    <a:pt x="585" y="80"/>
                  </a:cubicBezTo>
                  <a:cubicBezTo>
                    <a:pt x="586" y="80"/>
                    <a:pt x="586" y="80"/>
                    <a:pt x="586" y="80"/>
                  </a:cubicBezTo>
                  <a:cubicBezTo>
                    <a:pt x="587" y="80"/>
                    <a:pt x="587" y="80"/>
                    <a:pt x="587" y="80"/>
                  </a:cubicBezTo>
                  <a:cubicBezTo>
                    <a:pt x="588" y="80"/>
                    <a:pt x="588" y="80"/>
                    <a:pt x="588" y="80"/>
                  </a:cubicBezTo>
                  <a:cubicBezTo>
                    <a:pt x="588" y="81"/>
                    <a:pt x="588" y="81"/>
                    <a:pt x="588" y="81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2" y="84"/>
                    <a:pt x="592" y="84"/>
                    <a:pt x="592" y="84"/>
                  </a:cubicBezTo>
                  <a:cubicBezTo>
                    <a:pt x="594" y="83"/>
                    <a:pt x="594" y="83"/>
                    <a:pt x="594" y="83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9" y="80"/>
                    <a:pt x="599" y="80"/>
                    <a:pt x="599" y="80"/>
                  </a:cubicBezTo>
                  <a:cubicBezTo>
                    <a:pt x="601" y="78"/>
                    <a:pt x="601" y="78"/>
                    <a:pt x="601" y="78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3" y="76"/>
                    <a:pt x="603" y="76"/>
                    <a:pt x="603" y="76"/>
                  </a:cubicBezTo>
                  <a:cubicBezTo>
                    <a:pt x="605" y="74"/>
                    <a:pt x="605" y="74"/>
                    <a:pt x="605" y="74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9" y="71"/>
                    <a:pt x="609" y="71"/>
                    <a:pt x="609" y="71"/>
                  </a:cubicBezTo>
                  <a:cubicBezTo>
                    <a:pt x="610" y="69"/>
                    <a:pt x="610" y="69"/>
                    <a:pt x="610" y="69"/>
                  </a:cubicBezTo>
                  <a:cubicBezTo>
                    <a:pt x="612" y="67"/>
                    <a:pt x="612" y="67"/>
                    <a:pt x="612" y="67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5" y="67"/>
                    <a:pt x="615" y="67"/>
                    <a:pt x="615" y="67"/>
                  </a:cubicBezTo>
                  <a:cubicBezTo>
                    <a:pt x="614" y="64"/>
                    <a:pt x="614" y="64"/>
                    <a:pt x="614" y="64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3" y="62"/>
                    <a:pt x="613" y="62"/>
                    <a:pt x="613" y="62"/>
                  </a:cubicBezTo>
                  <a:cubicBezTo>
                    <a:pt x="611" y="60"/>
                    <a:pt x="611" y="60"/>
                    <a:pt x="611" y="60"/>
                  </a:cubicBezTo>
                  <a:cubicBezTo>
                    <a:pt x="607" y="60"/>
                    <a:pt x="607" y="60"/>
                    <a:pt x="607" y="60"/>
                  </a:cubicBezTo>
                  <a:cubicBezTo>
                    <a:pt x="605" y="60"/>
                    <a:pt x="605" y="60"/>
                    <a:pt x="605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59"/>
                    <a:pt x="604" y="59"/>
                    <a:pt x="604" y="59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2" y="57"/>
                    <a:pt x="602" y="57"/>
                    <a:pt x="602" y="57"/>
                  </a:cubicBezTo>
                  <a:cubicBezTo>
                    <a:pt x="601" y="57"/>
                    <a:pt x="601" y="57"/>
                    <a:pt x="601" y="57"/>
                  </a:cubicBezTo>
                  <a:cubicBezTo>
                    <a:pt x="600" y="55"/>
                    <a:pt x="600" y="55"/>
                    <a:pt x="600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5" y="55"/>
                    <a:pt x="595" y="55"/>
                    <a:pt x="595" y="55"/>
                  </a:cubicBezTo>
                  <a:cubicBezTo>
                    <a:pt x="594" y="54"/>
                    <a:pt x="594" y="54"/>
                    <a:pt x="594" y="54"/>
                  </a:cubicBezTo>
                  <a:cubicBezTo>
                    <a:pt x="593" y="55"/>
                    <a:pt x="593" y="55"/>
                    <a:pt x="593" y="55"/>
                  </a:cubicBezTo>
                  <a:cubicBezTo>
                    <a:pt x="591" y="55"/>
                    <a:pt x="591" y="55"/>
                    <a:pt x="591" y="55"/>
                  </a:cubicBezTo>
                  <a:cubicBezTo>
                    <a:pt x="587" y="55"/>
                    <a:pt x="587" y="55"/>
                    <a:pt x="587" y="55"/>
                  </a:cubicBezTo>
                  <a:cubicBezTo>
                    <a:pt x="586" y="58"/>
                    <a:pt x="586" y="58"/>
                    <a:pt x="586" y="58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5" y="60"/>
                    <a:pt x="585" y="60"/>
                    <a:pt x="585" y="60"/>
                  </a:cubicBezTo>
                  <a:cubicBezTo>
                    <a:pt x="585" y="59"/>
                    <a:pt x="585" y="59"/>
                    <a:pt x="585" y="59"/>
                  </a:cubicBezTo>
                  <a:cubicBezTo>
                    <a:pt x="583" y="59"/>
                    <a:pt x="583" y="59"/>
                    <a:pt x="583" y="59"/>
                  </a:cubicBezTo>
                  <a:cubicBezTo>
                    <a:pt x="582" y="61"/>
                    <a:pt x="582" y="61"/>
                    <a:pt x="582" y="61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1" y="63"/>
                    <a:pt x="581" y="63"/>
                    <a:pt x="581" y="63"/>
                  </a:cubicBezTo>
                  <a:cubicBezTo>
                    <a:pt x="580" y="65"/>
                    <a:pt x="580" y="65"/>
                    <a:pt x="580" y="65"/>
                  </a:cubicBezTo>
                  <a:cubicBezTo>
                    <a:pt x="579" y="67"/>
                    <a:pt x="579" y="67"/>
                    <a:pt x="579" y="67"/>
                  </a:cubicBezTo>
                  <a:cubicBezTo>
                    <a:pt x="578" y="68"/>
                    <a:pt x="578" y="68"/>
                    <a:pt x="578" y="68"/>
                  </a:cubicBezTo>
                  <a:cubicBezTo>
                    <a:pt x="577" y="71"/>
                    <a:pt x="577" y="71"/>
                    <a:pt x="577" y="71"/>
                  </a:cubicBezTo>
                  <a:cubicBezTo>
                    <a:pt x="576" y="72"/>
                    <a:pt x="576" y="72"/>
                    <a:pt x="576" y="72"/>
                  </a:cubicBezTo>
                  <a:cubicBezTo>
                    <a:pt x="576" y="73"/>
                    <a:pt x="576" y="73"/>
                    <a:pt x="576" y="73"/>
                  </a:cubicBezTo>
                  <a:cubicBezTo>
                    <a:pt x="575" y="74"/>
                    <a:pt x="575" y="74"/>
                    <a:pt x="575" y="74"/>
                  </a:cubicBezTo>
                  <a:cubicBezTo>
                    <a:pt x="574" y="77"/>
                    <a:pt x="574" y="77"/>
                    <a:pt x="574" y="77"/>
                  </a:cubicBezTo>
                  <a:cubicBezTo>
                    <a:pt x="574" y="78"/>
                    <a:pt x="574" y="78"/>
                    <a:pt x="574" y="78"/>
                  </a:cubicBezTo>
                  <a:cubicBezTo>
                    <a:pt x="573" y="80"/>
                    <a:pt x="573" y="80"/>
                    <a:pt x="573" y="80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3" y="83"/>
                    <a:pt x="573" y="83"/>
                    <a:pt x="573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0" y="88"/>
                    <a:pt x="570" y="88"/>
                    <a:pt x="570" y="88"/>
                  </a:cubicBezTo>
                  <a:cubicBezTo>
                    <a:pt x="571" y="89"/>
                    <a:pt x="571" y="89"/>
                    <a:pt x="571" y="89"/>
                  </a:cubicBezTo>
                  <a:cubicBezTo>
                    <a:pt x="570" y="89"/>
                    <a:pt x="570" y="89"/>
                    <a:pt x="570" y="89"/>
                  </a:cubicBezTo>
                  <a:cubicBezTo>
                    <a:pt x="569" y="91"/>
                    <a:pt x="569" y="91"/>
                    <a:pt x="569" y="91"/>
                  </a:cubicBezTo>
                  <a:cubicBezTo>
                    <a:pt x="568" y="91"/>
                    <a:pt x="568" y="91"/>
                    <a:pt x="568" y="91"/>
                  </a:cubicBezTo>
                  <a:cubicBezTo>
                    <a:pt x="567" y="92"/>
                    <a:pt x="567" y="92"/>
                    <a:pt x="567" y="92"/>
                  </a:cubicBezTo>
                  <a:cubicBezTo>
                    <a:pt x="567" y="93"/>
                    <a:pt x="567" y="93"/>
                    <a:pt x="567" y="93"/>
                  </a:cubicBezTo>
                  <a:cubicBezTo>
                    <a:pt x="565" y="94"/>
                    <a:pt x="565" y="94"/>
                    <a:pt x="565" y="94"/>
                  </a:cubicBezTo>
                  <a:cubicBezTo>
                    <a:pt x="564" y="95"/>
                    <a:pt x="564" y="95"/>
                    <a:pt x="564" y="95"/>
                  </a:cubicBezTo>
                  <a:cubicBezTo>
                    <a:pt x="563" y="95"/>
                    <a:pt x="563" y="95"/>
                    <a:pt x="563" y="95"/>
                  </a:cubicBezTo>
                  <a:cubicBezTo>
                    <a:pt x="561" y="97"/>
                    <a:pt x="561" y="97"/>
                    <a:pt x="561" y="97"/>
                  </a:cubicBezTo>
                  <a:cubicBezTo>
                    <a:pt x="562" y="99"/>
                    <a:pt x="562" y="99"/>
                    <a:pt x="562" y="99"/>
                  </a:cubicBezTo>
                  <a:cubicBezTo>
                    <a:pt x="563" y="99"/>
                    <a:pt x="563" y="99"/>
                    <a:pt x="563" y="99"/>
                  </a:cubicBezTo>
                  <a:cubicBezTo>
                    <a:pt x="564" y="99"/>
                    <a:pt x="564" y="99"/>
                    <a:pt x="564" y="99"/>
                  </a:cubicBezTo>
                  <a:cubicBezTo>
                    <a:pt x="563" y="102"/>
                    <a:pt x="563" y="102"/>
                    <a:pt x="563" y="102"/>
                  </a:cubicBezTo>
                  <a:cubicBezTo>
                    <a:pt x="562" y="103"/>
                    <a:pt x="562" y="103"/>
                    <a:pt x="562" y="103"/>
                  </a:cubicBezTo>
                  <a:cubicBezTo>
                    <a:pt x="562" y="102"/>
                    <a:pt x="562" y="102"/>
                    <a:pt x="562" y="102"/>
                  </a:cubicBezTo>
                  <a:cubicBezTo>
                    <a:pt x="562" y="100"/>
                    <a:pt x="562" y="100"/>
                    <a:pt x="562" y="100"/>
                  </a:cubicBezTo>
                  <a:cubicBezTo>
                    <a:pt x="561" y="99"/>
                    <a:pt x="561" y="99"/>
                    <a:pt x="561" y="99"/>
                  </a:cubicBezTo>
                  <a:cubicBezTo>
                    <a:pt x="558" y="100"/>
                    <a:pt x="558" y="100"/>
                    <a:pt x="558" y="100"/>
                  </a:cubicBezTo>
                  <a:cubicBezTo>
                    <a:pt x="557" y="101"/>
                    <a:pt x="557" y="101"/>
                    <a:pt x="557" y="101"/>
                  </a:cubicBezTo>
                  <a:cubicBezTo>
                    <a:pt x="556" y="101"/>
                    <a:pt x="556" y="101"/>
                    <a:pt x="556" y="101"/>
                  </a:cubicBezTo>
                  <a:cubicBezTo>
                    <a:pt x="556" y="100"/>
                    <a:pt x="556" y="100"/>
                    <a:pt x="556" y="100"/>
                  </a:cubicBezTo>
                  <a:cubicBezTo>
                    <a:pt x="555" y="100"/>
                    <a:pt x="555" y="100"/>
                    <a:pt x="555" y="100"/>
                  </a:cubicBezTo>
                  <a:cubicBezTo>
                    <a:pt x="554" y="102"/>
                    <a:pt x="554" y="102"/>
                    <a:pt x="554" y="102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6" y="103"/>
                    <a:pt x="556" y="103"/>
                    <a:pt x="556" y="103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4" y="104"/>
                    <a:pt x="554" y="104"/>
                    <a:pt x="554" y="104"/>
                  </a:cubicBezTo>
                  <a:cubicBezTo>
                    <a:pt x="553" y="106"/>
                    <a:pt x="553" y="106"/>
                    <a:pt x="553" y="106"/>
                  </a:cubicBezTo>
                  <a:cubicBezTo>
                    <a:pt x="551" y="109"/>
                    <a:pt x="551" y="109"/>
                    <a:pt x="551" y="109"/>
                  </a:cubicBezTo>
                  <a:cubicBezTo>
                    <a:pt x="551" y="110"/>
                    <a:pt x="551" y="110"/>
                    <a:pt x="551" y="110"/>
                  </a:cubicBezTo>
                  <a:cubicBezTo>
                    <a:pt x="551" y="112"/>
                    <a:pt x="551" y="112"/>
                    <a:pt x="551" y="112"/>
                  </a:cubicBezTo>
                  <a:cubicBezTo>
                    <a:pt x="551" y="113"/>
                    <a:pt x="551" y="113"/>
                    <a:pt x="551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3"/>
                    <a:pt x="553" y="113"/>
                    <a:pt x="553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2" y="114"/>
                    <a:pt x="552" y="114"/>
                    <a:pt x="552" y="114"/>
                  </a:cubicBezTo>
                  <a:cubicBezTo>
                    <a:pt x="550" y="115"/>
                    <a:pt x="550" y="115"/>
                    <a:pt x="550" y="115"/>
                  </a:cubicBezTo>
                  <a:cubicBezTo>
                    <a:pt x="548" y="117"/>
                    <a:pt x="548" y="117"/>
                    <a:pt x="548" y="117"/>
                  </a:cubicBezTo>
                  <a:cubicBezTo>
                    <a:pt x="547" y="118"/>
                    <a:pt x="547" y="118"/>
                    <a:pt x="547" y="118"/>
                  </a:cubicBezTo>
                  <a:cubicBezTo>
                    <a:pt x="546" y="122"/>
                    <a:pt x="546" y="122"/>
                    <a:pt x="546" y="122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6" y="126"/>
                    <a:pt x="546" y="126"/>
                    <a:pt x="546" y="126"/>
                  </a:cubicBezTo>
                  <a:cubicBezTo>
                    <a:pt x="547" y="127"/>
                    <a:pt x="547" y="127"/>
                    <a:pt x="547" y="127"/>
                  </a:cubicBezTo>
                  <a:cubicBezTo>
                    <a:pt x="547" y="128"/>
                    <a:pt x="547" y="128"/>
                    <a:pt x="547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30"/>
                    <a:pt x="549" y="130"/>
                    <a:pt x="549" y="130"/>
                  </a:cubicBezTo>
                  <a:cubicBezTo>
                    <a:pt x="551" y="130"/>
                    <a:pt x="551" y="130"/>
                    <a:pt x="551" y="130"/>
                  </a:cubicBezTo>
                  <a:cubicBezTo>
                    <a:pt x="551" y="132"/>
                    <a:pt x="551" y="132"/>
                    <a:pt x="551" y="132"/>
                  </a:cubicBezTo>
                  <a:cubicBezTo>
                    <a:pt x="553" y="132"/>
                    <a:pt x="553" y="132"/>
                    <a:pt x="553" y="132"/>
                  </a:cubicBezTo>
                  <a:cubicBezTo>
                    <a:pt x="554" y="134"/>
                    <a:pt x="554" y="134"/>
                    <a:pt x="554" y="134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7" y="135"/>
                    <a:pt x="557" y="135"/>
                    <a:pt x="557" y="135"/>
                  </a:cubicBezTo>
                  <a:cubicBezTo>
                    <a:pt x="558" y="135"/>
                    <a:pt x="558" y="135"/>
                    <a:pt x="558" y="135"/>
                  </a:cubicBezTo>
                  <a:cubicBezTo>
                    <a:pt x="559" y="135"/>
                    <a:pt x="559" y="135"/>
                    <a:pt x="559" y="135"/>
                  </a:cubicBezTo>
                  <a:cubicBezTo>
                    <a:pt x="559" y="136"/>
                    <a:pt x="559" y="136"/>
                    <a:pt x="559" y="136"/>
                  </a:cubicBezTo>
                  <a:cubicBezTo>
                    <a:pt x="559" y="137"/>
                    <a:pt x="559" y="137"/>
                    <a:pt x="559" y="137"/>
                  </a:cubicBezTo>
                  <a:cubicBezTo>
                    <a:pt x="556" y="136"/>
                    <a:pt x="556" y="136"/>
                    <a:pt x="556" y="136"/>
                  </a:cubicBezTo>
                  <a:cubicBezTo>
                    <a:pt x="554" y="136"/>
                    <a:pt x="554" y="136"/>
                    <a:pt x="554" y="136"/>
                  </a:cubicBezTo>
                  <a:cubicBezTo>
                    <a:pt x="553" y="138"/>
                    <a:pt x="553" y="138"/>
                    <a:pt x="553" y="138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2" y="140"/>
                    <a:pt x="552" y="140"/>
                    <a:pt x="552" y="140"/>
                  </a:cubicBezTo>
                  <a:cubicBezTo>
                    <a:pt x="551" y="141"/>
                    <a:pt x="551" y="141"/>
                    <a:pt x="551" y="141"/>
                  </a:cubicBezTo>
                  <a:cubicBezTo>
                    <a:pt x="550" y="141"/>
                    <a:pt x="550" y="141"/>
                    <a:pt x="550" y="141"/>
                  </a:cubicBezTo>
                  <a:cubicBezTo>
                    <a:pt x="549" y="144"/>
                    <a:pt x="549" y="144"/>
                    <a:pt x="549" y="144"/>
                  </a:cubicBezTo>
                  <a:cubicBezTo>
                    <a:pt x="549" y="145"/>
                    <a:pt x="549" y="145"/>
                    <a:pt x="549" y="145"/>
                  </a:cubicBezTo>
                  <a:cubicBezTo>
                    <a:pt x="551" y="145"/>
                    <a:pt x="551" y="145"/>
                    <a:pt x="551" y="145"/>
                  </a:cubicBezTo>
                  <a:cubicBezTo>
                    <a:pt x="551" y="146"/>
                    <a:pt x="551" y="146"/>
                    <a:pt x="551" y="146"/>
                  </a:cubicBezTo>
                  <a:cubicBezTo>
                    <a:pt x="553" y="145"/>
                    <a:pt x="553" y="145"/>
                    <a:pt x="553" y="145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4"/>
                    <a:pt x="555" y="144"/>
                    <a:pt x="555" y="144"/>
                  </a:cubicBezTo>
                  <a:cubicBezTo>
                    <a:pt x="554" y="145"/>
                    <a:pt x="554" y="145"/>
                    <a:pt x="554" y="145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3" y="149"/>
                    <a:pt x="553" y="149"/>
                    <a:pt x="553" y="149"/>
                  </a:cubicBezTo>
                  <a:cubicBezTo>
                    <a:pt x="551" y="149"/>
                    <a:pt x="551" y="149"/>
                    <a:pt x="551" y="149"/>
                  </a:cubicBezTo>
                  <a:cubicBezTo>
                    <a:pt x="550" y="151"/>
                    <a:pt x="550" y="151"/>
                    <a:pt x="550" y="151"/>
                  </a:cubicBezTo>
                  <a:cubicBezTo>
                    <a:pt x="548" y="151"/>
                    <a:pt x="548" y="151"/>
                    <a:pt x="548" y="151"/>
                  </a:cubicBezTo>
                  <a:cubicBezTo>
                    <a:pt x="548" y="152"/>
                    <a:pt x="548" y="152"/>
                    <a:pt x="548" y="152"/>
                  </a:cubicBezTo>
                  <a:cubicBezTo>
                    <a:pt x="548" y="153"/>
                    <a:pt x="548" y="153"/>
                    <a:pt x="548" y="153"/>
                  </a:cubicBezTo>
                  <a:cubicBezTo>
                    <a:pt x="545" y="154"/>
                    <a:pt x="545" y="154"/>
                    <a:pt x="545" y="154"/>
                  </a:cubicBezTo>
                  <a:cubicBezTo>
                    <a:pt x="544" y="156"/>
                    <a:pt x="544" y="156"/>
                    <a:pt x="544" y="156"/>
                  </a:cubicBezTo>
                  <a:cubicBezTo>
                    <a:pt x="543" y="156"/>
                    <a:pt x="543" y="156"/>
                    <a:pt x="543" y="156"/>
                  </a:cubicBezTo>
                  <a:cubicBezTo>
                    <a:pt x="543" y="155"/>
                    <a:pt x="543" y="155"/>
                    <a:pt x="543" y="155"/>
                  </a:cubicBezTo>
                  <a:cubicBezTo>
                    <a:pt x="542" y="155"/>
                    <a:pt x="542" y="155"/>
                    <a:pt x="542" y="155"/>
                  </a:cubicBezTo>
                  <a:cubicBezTo>
                    <a:pt x="541" y="154"/>
                    <a:pt x="541" y="154"/>
                    <a:pt x="541" y="154"/>
                  </a:cubicBezTo>
                  <a:cubicBezTo>
                    <a:pt x="540" y="155"/>
                    <a:pt x="540" y="155"/>
                    <a:pt x="540" y="155"/>
                  </a:cubicBezTo>
                  <a:cubicBezTo>
                    <a:pt x="540" y="154"/>
                    <a:pt x="540" y="154"/>
                    <a:pt x="540" y="154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7" y="158"/>
                    <a:pt x="537" y="158"/>
                    <a:pt x="537" y="158"/>
                  </a:cubicBezTo>
                  <a:cubicBezTo>
                    <a:pt x="536" y="160"/>
                    <a:pt x="536" y="160"/>
                    <a:pt x="536" y="160"/>
                  </a:cubicBezTo>
                  <a:cubicBezTo>
                    <a:pt x="535" y="161"/>
                    <a:pt x="535" y="161"/>
                    <a:pt x="535" y="161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5" y="164"/>
                    <a:pt x="535" y="164"/>
                    <a:pt x="535" y="164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6" y="166"/>
                    <a:pt x="536" y="166"/>
                    <a:pt x="536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70"/>
                    <a:pt x="534" y="170"/>
                    <a:pt x="534" y="170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3" y="167"/>
                    <a:pt x="533" y="167"/>
                    <a:pt x="533" y="167"/>
                  </a:cubicBezTo>
                  <a:cubicBezTo>
                    <a:pt x="535" y="165"/>
                    <a:pt x="535" y="165"/>
                    <a:pt x="535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3"/>
                    <a:pt x="532" y="163"/>
                    <a:pt x="532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1" y="162"/>
                    <a:pt x="531" y="162"/>
                    <a:pt x="531" y="162"/>
                  </a:cubicBezTo>
                  <a:cubicBezTo>
                    <a:pt x="532" y="160"/>
                    <a:pt x="532" y="160"/>
                    <a:pt x="532" y="160"/>
                  </a:cubicBezTo>
                  <a:cubicBezTo>
                    <a:pt x="532" y="159"/>
                    <a:pt x="532" y="159"/>
                    <a:pt x="532" y="159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7" y="155"/>
                    <a:pt x="537" y="155"/>
                    <a:pt x="537" y="155"/>
                  </a:cubicBezTo>
                  <a:cubicBezTo>
                    <a:pt x="537" y="154"/>
                    <a:pt x="537" y="154"/>
                    <a:pt x="537" y="154"/>
                  </a:cubicBezTo>
                  <a:cubicBezTo>
                    <a:pt x="537" y="153"/>
                    <a:pt x="537" y="153"/>
                    <a:pt x="537" y="153"/>
                  </a:cubicBezTo>
                  <a:cubicBezTo>
                    <a:pt x="539" y="153"/>
                    <a:pt x="539" y="153"/>
                    <a:pt x="539" y="153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37" y="151"/>
                    <a:pt x="537" y="151"/>
                    <a:pt x="537" y="151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4" y="152"/>
                    <a:pt x="534" y="152"/>
                    <a:pt x="534" y="152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2" y="151"/>
                    <a:pt x="532" y="151"/>
                    <a:pt x="532" y="151"/>
                  </a:cubicBezTo>
                  <a:cubicBezTo>
                    <a:pt x="531" y="150"/>
                    <a:pt x="531" y="150"/>
                    <a:pt x="531" y="150"/>
                  </a:cubicBezTo>
                  <a:cubicBezTo>
                    <a:pt x="532" y="150"/>
                    <a:pt x="532" y="150"/>
                    <a:pt x="532" y="150"/>
                  </a:cubicBezTo>
                  <a:cubicBezTo>
                    <a:pt x="532" y="148"/>
                    <a:pt x="532" y="148"/>
                    <a:pt x="532" y="148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27" y="145"/>
                    <a:pt x="527" y="145"/>
                    <a:pt x="527" y="145"/>
                  </a:cubicBezTo>
                  <a:cubicBezTo>
                    <a:pt x="527" y="146"/>
                    <a:pt x="527" y="146"/>
                    <a:pt x="527" y="146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4" y="145"/>
                    <a:pt x="524" y="145"/>
                    <a:pt x="524" y="145"/>
                  </a:cubicBezTo>
                  <a:cubicBezTo>
                    <a:pt x="522" y="145"/>
                    <a:pt x="522" y="145"/>
                    <a:pt x="522" y="145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8"/>
                    <a:pt x="522" y="148"/>
                    <a:pt x="522" y="148"/>
                  </a:cubicBezTo>
                  <a:cubicBezTo>
                    <a:pt x="522" y="149"/>
                    <a:pt x="522" y="149"/>
                    <a:pt x="522" y="149"/>
                  </a:cubicBezTo>
                  <a:cubicBezTo>
                    <a:pt x="521" y="149"/>
                    <a:pt x="521" y="149"/>
                    <a:pt x="521" y="149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49"/>
                    <a:pt x="519" y="149"/>
                    <a:pt x="519" y="149"/>
                  </a:cubicBezTo>
                  <a:cubicBezTo>
                    <a:pt x="516" y="149"/>
                    <a:pt x="516" y="149"/>
                    <a:pt x="516" y="149"/>
                  </a:cubicBezTo>
                  <a:cubicBezTo>
                    <a:pt x="516" y="151"/>
                    <a:pt x="516" y="151"/>
                    <a:pt x="516" y="151"/>
                  </a:cubicBezTo>
                  <a:cubicBezTo>
                    <a:pt x="517" y="152"/>
                    <a:pt x="517" y="152"/>
                    <a:pt x="517" y="152"/>
                  </a:cubicBezTo>
                  <a:cubicBezTo>
                    <a:pt x="518" y="152"/>
                    <a:pt x="518" y="152"/>
                    <a:pt x="518" y="152"/>
                  </a:cubicBezTo>
                  <a:cubicBezTo>
                    <a:pt x="518" y="154"/>
                    <a:pt x="518" y="154"/>
                    <a:pt x="518" y="154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20" y="156"/>
                    <a:pt x="520" y="156"/>
                    <a:pt x="520" y="156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16" y="155"/>
                    <a:pt x="516" y="155"/>
                    <a:pt x="516" y="155"/>
                  </a:cubicBezTo>
                  <a:cubicBezTo>
                    <a:pt x="515" y="156"/>
                    <a:pt x="515" y="156"/>
                    <a:pt x="515" y="156"/>
                  </a:cubicBezTo>
                  <a:cubicBezTo>
                    <a:pt x="514" y="155"/>
                    <a:pt x="514" y="155"/>
                    <a:pt x="514" y="155"/>
                  </a:cubicBezTo>
                  <a:cubicBezTo>
                    <a:pt x="513" y="155"/>
                    <a:pt x="513" y="155"/>
                    <a:pt x="513" y="155"/>
                  </a:cubicBezTo>
                  <a:cubicBezTo>
                    <a:pt x="511" y="153"/>
                    <a:pt x="511" y="153"/>
                    <a:pt x="511" y="153"/>
                  </a:cubicBezTo>
                  <a:cubicBezTo>
                    <a:pt x="508" y="153"/>
                    <a:pt x="508" y="153"/>
                    <a:pt x="508" y="153"/>
                  </a:cubicBezTo>
                  <a:cubicBezTo>
                    <a:pt x="508" y="152"/>
                    <a:pt x="508" y="152"/>
                    <a:pt x="508" y="152"/>
                  </a:cubicBezTo>
                  <a:cubicBezTo>
                    <a:pt x="507" y="152"/>
                    <a:pt x="507" y="152"/>
                    <a:pt x="507" y="152"/>
                  </a:cubicBezTo>
                  <a:cubicBezTo>
                    <a:pt x="504" y="153"/>
                    <a:pt x="504" y="153"/>
                    <a:pt x="504" y="153"/>
                  </a:cubicBezTo>
                  <a:cubicBezTo>
                    <a:pt x="504" y="154"/>
                    <a:pt x="504" y="154"/>
                    <a:pt x="504" y="154"/>
                  </a:cubicBezTo>
                  <a:cubicBezTo>
                    <a:pt x="501" y="154"/>
                    <a:pt x="501" y="154"/>
                    <a:pt x="501" y="154"/>
                  </a:cubicBezTo>
                  <a:cubicBezTo>
                    <a:pt x="500" y="155"/>
                    <a:pt x="500" y="155"/>
                    <a:pt x="500" y="155"/>
                  </a:cubicBezTo>
                  <a:cubicBezTo>
                    <a:pt x="499" y="154"/>
                    <a:pt x="499" y="154"/>
                    <a:pt x="499" y="154"/>
                  </a:cubicBezTo>
                  <a:cubicBezTo>
                    <a:pt x="498" y="153"/>
                    <a:pt x="498" y="153"/>
                    <a:pt x="498" y="153"/>
                  </a:cubicBezTo>
                  <a:cubicBezTo>
                    <a:pt x="497" y="152"/>
                    <a:pt x="497" y="152"/>
                    <a:pt x="497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4" y="150"/>
                    <a:pt x="494" y="150"/>
                    <a:pt x="494" y="150"/>
                  </a:cubicBezTo>
                  <a:cubicBezTo>
                    <a:pt x="494" y="149"/>
                    <a:pt x="494" y="149"/>
                    <a:pt x="494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4" y="148"/>
                    <a:pt x="494" y="148"/>
                    <a:pt x="494" y="148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2" y="147"/>
                    <a:pt x="492" y="147"/>
                    <a:pt x="492" y="147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1" y="145"/>
                    <a:pt x="491" y="145"/>
                    <a:pt x="491" y="145"/>
                  </a:cubicBezTo>
                  <a:cubicBezTo>
                    <a:pt x="489" y="146"/>
                    <a:pt x="489" y="146"/>
                    <a:pt x="489" y="146"/>
                  </a:cubicBezTo>
                  <a:cubicBezTo>
                    <a:pt x="488" y="146"/>
                    <a:pt x="488" y="146"/>
                    <a:pt x="488" y="146"/>
                  </a:cubicBezTo>
                  <a:cubicBezTo>
                    <a:pt x="487" y="144"/>
                    <a:pt x="487" y="144"/>
                    <a:pt x="487" y="144"/>
                  </a:cubicBezTo>
                  <a:cubicBezTo>
                    <a:pt x="487" y="145"/>
                    <a:pt x="487" y="145"/>
                    <a:pt x="487" y="145"/>
                  </a:cubicBezTo>
                  <a:cubicBezTo>
                    <a:pt x="486" y="144"/>
                    <a:pt x="486" y="144"/>
                    <a:pt x="486" y="144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4" y="144"/>
                    <a:pt x="484" y="144"/>
                    <a:pt x="484" y="144"/>
                  </a:cubicBezTo>
                  <a:cubicBezTo>
                    <a:pt x="485" y="143"/>
                    <a:pt x="485" y="143"/>
                    <a:pt x="485" y="143"/>
                  </a:cubicBezTo>
                  <a:cubicBezTo>
                    <a:pt x="486" y="142"/>
                    <a:pt x="486" y="142"/>
                    <a:pt x="486" y="142"/>
                  </a:cubicBezTo>
                  <a:cubicBezTo>
                    <a:pt x="486" y="140"/>
                    <a:pt x="486" y="140"/>
                    <a:pt x="486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4" y="136"/>
                    <a:pt x="484" y="136"/>
                    <a:pt x="484" y="136"/>
                  </a:cubicBezTo>
                  <a:cubicBezTo>
                    <a:pt x="484" y="135"/>
                    <a:pt x="484" y="135"/>
                    <a:pt x="484" y="135"/>
                  </a:cubicBezTo>
                  <a:cubicBezTo>
                    <a:pt x="483" y="134"/>
                    <a:pt x="483" y="134"/>
                    <a:pt x="483" y="134"/>
                  </a:cubicBezTo>
                  <a:cubicBezTo>
                    <a:pt x="484" y="134"/>
                    <a:pt x="484" y="134"/>
                    <a:pt x="484" y="134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83" y="129"/>
                    <a:pt x="483" y="129"/>
                    <a:pt x="483" y="129"/>
                  </a:cubicBezTo>
                  <a:cubicBezTo>
                    <a:pt x="482" y="129"/>
                    <a:pt x="482" y="129"/>
                    <a:pt x="482" y="12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481" y="127"/>
                    <a:pt x="481" y="127"/>
                    <a:pt x="481" y="127"/>
                  </a:cubicBezTo>
                  <a:cubicBezTo>
                    <a:pt x="479" y="128"/>
                    <a:pt x="479" y="128"/>
                    <a:pt x="479" y="128"/>
                  </a:cubicBezTo>
                  <a:cubicBezTo>
                    <a:pt x="478" y="128"/>
                    <a:pt x="478" y="128"/>
                    <a:pt x="478" y="128"/>
                  </a:cubicBezTo>
                  <a:cubicBezTo>
                    <a:pt x="474" y="129"/>
                    <a:pt x="474" y="129"/>
                    <a:pt x="474" y="129"/>
                  </a:cubicBezTo>
                  <a:cubicBezTo>
                    <a:pt x="469" y="129"/>
                    <a:pt x="469" y="129"/>
                    <a:pt x="469" y="129"/>
                  </a:cubicBezTo>
                  <a:cubicBezTo>
                    <a:pt x="467" y="129"/>
                    <a:pt x="467" y="129"/>
                    <a:pt x="467" y="129"/>
                  </a:cubicBezTo>
                  <a:cubicBezTo>
                    <a:pt x="465" y="129"/>
                    <a:pt x="465" y="129"/>
                    <a:pt x="465" y="129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62" y="132"/>
                    <a:pt x="462" y="132"/>
                    <a:pt x="462" y="132"/>
                  </a:cubicBezTo>
                  <a:cubicBezTo>
                    <a:pt x="461" y="134"/>
                    <a:pt x="461" y="134"/>
                    <a:pt x="461" y="134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3" y="137"/>
                    <a:pt x="463" y="137"/>
                    <a:pt x="463" y="137"/>
                  </a:cubicBezTo>
                  <a:cubicBezTo>
                    <a:pt x="465" y="137"/>
                    <a:pt x="465" y="137"/>
                    <a:pt x="465" y="137"/>
                  </a:cubicBezTo>
                  <a:cubicBezTo>
                    <a:pt x="465" y="138"/>
                    <a:pt x="465" y="138"/>
                    <a:pt x="465" y="138"/>
                  </a:cubicBezTo>
                  <a:cubicBezTo>
                    <a:pt x="468" y="138"/>
                    <a:pt x="468" y="138"/>
                    <a:pt x="468" y="138"/>
                  </a:cubicBezTo>
                  <a:cubicBezTo>
                    <a:pt x="468" y="136"/>
                    <a:pt x="468" y="136"/>
                    <a:pt x="468" y="136"/>
                  </a:cubicBezTo>
                  <a:cubicBezTo>
                    <a:pt x="467" y="135"/>
                    <a:pt x="467" y="135"/>
                    <a:pt x="467" y="135"/>
                  </a:cubicBezTo>
                  <a:cubicBezTo>
                    <a:pt x="468" y="135"/>
                    <a:pt x="468" y="135"/>
                    <a:pt x="468" y="135"/>
                  </a:cubicBezTo>
                  <a:cubicBezTo>
                    <a:pt x="470" y="136"/>
                    <a:pt x="470" y="136"/>
                    <a:pt x="470" y="136"/>
                  </a:cubicBezTo>
                  <a:cubicBezTo>
                    <a:pt x="472" y="136"/>
                    <a:pt x="472" y="136"/>
                    <a:pt x="472" y="136"/>
                  </a:cubicBezTo>
                  <a:cubicBezTo>
                    <a:pt x="472" y="135"/>
                    <a:pt x="472" y="135"/>
                    <a:pt x="472" y="135"/>
                  </a:cubicBezTo>
                  <a:cubicBezTo>
                    <a:pt x="473" y="137"/>
                    <a:pt x="473" y="137"/>
                    <a:pt x="473" y="137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4" y="135"/>
                    <a:pt x="474" y="135"/>
                    <a:pt x="474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9" y="133"/>
                    <a:pt x="479" y="133"/>
                    <a:pt x="479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1" y="133"/>
                    <a:pt x="481" y="133"/>
                    <a:pt x="481" y="133"/>
                  </a:cubicBezTo>
                  <a:cubicBezTo>
                    <a:pt x="480" y="134"/>
                    <a:pt x="480" y="134"/>
                    <a:pt x="480" y="134"/>
                  </a:cubicBezTo>
                  <a:cubicBezTo>
                    <a:pt x="481" y="135"/>
                    <a:pt x="481" y="135"/>
                    <a:pt x="481" y="135"/>
                  </a:cubicBezTo>
                  <a:cubicBezTo>
                    <a:pt x="480" y="136"/>
                    <a:pt x="480" y="136"/>
                    <a:pt x="480" y="136"/>
                  </a:cubicBezTo>
                  <a:cubicBezTo>
                    <a:pt x="479" y="135"/>
                    <a:pt x="479" y="135"/>
                    <a:pt x="479" y="135"/>
                  </a:cubicBezTo>
                  <a:cubicBezTo>
                    <a:pt x="478" y="136"/>
                    <a:pt x="478" y="136"/>
                    <a:pt x="478" y="136"/>
                  </a:cubicBezTo>
                  <a:cubicBezTo>
                    <a:pt x="477" y="136"/>
                    <a:pt x="477" y="136"/>
                    <a:pt x="477" y="136"/>
                  </a:cubicBezTo>
                  <a:cubicBezTo>
                    <a:pt x="476" y="135"/>
                    <a:pt x="476" y="135"/>
                    <a:pt x="476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1" y="139"/>
                    <a:pt x="471" y="139"/>
                    <a:pt x="471" y="139"/>
                  </a:cubicBezTo>
                  <a:cubicBezTo>
                    <a:pt x="470" y="140"/>
                    <a:pt x="470" y="140"/>
                    <a:pt x="470" y="140"/>
                  </a:cubicBezTo>
                  <a:cubicBezTo>
                    <a:pt x="470" y="139"/>
                    <a:pt x="470" y="139"/>
                    <a:pt x="470" y="139"/>
                  </a:cubicBezTo>
                  <a:cubicBezTo>
                    <a:pt x="468" y="139"/>
                    <a:pt x="468" y="139"/>
                    <a:pt x="468" y="139"/>
                  </a:cubicBezTo>
                  <a:cubicBezTo>
                    <a:pt x="467" y="140"/>
                    <a:pt x="467" y="140"/>
                    <a:pt x="467" y="140"/>
                  </a:cubicBezTo>
                  <a:cubicBezTo>
                    <a:pt x="466" y="141"/>
                    <a:pt x="466" y="141"/>
                    <a:pt x="466" y="141"/>
                  </a:cubicBezTo>
                  <a:cubicBezTo>
                    <a:pt x="466" y="140"/>
                    <a:pt x="466" y="140"/>
                    <a:pt x="466" y="140"/>
                  </a:cubicBezTo>
                  <a:cubicBezTo>
                    <a:pt x="464" y="140"/>
                    <a:pt x="464" y="140"/>
                    <a:pt x="464" y="140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2" y="142"/>
                    <a:pt x="462" y="142"/>
                    <a:pt x="462" y="142"/>
                  </a:cubicBezTo>
                  <a:cubicBezTo>
                    <a:pt x="460" y="143"/>
                    <a:pt x="460" y="143"/>
                    <a:pt x="460" y="143"/>
                  </a:cubicBezTo>
                  <a:cubicBezTo>
                    <a:pt x="460" y="144"/>
                    <a:pt x="460" y="144"/>
                    <a:pt x="460" y="144"/>
                  </a:cubicBezTo>
                  <a:cubicBezTo>
                    <a:pt x="460" y="145"/>
                    <a:pt x="460" y="145"/>
                    <a:pt x="460" y="145"/>
                  </a:cubicBezTo>
                  <a:cubicBezTo>
                    <a:pt x="459" y="149"/>
                    <a:pt x="459" y="149"/>
                    <a:pt x="459" y="149"/>
                  </a:cubicBezTo>
                  <a:cubicBezTo>
                    <a:pt x="459" y="152"/>
                    <a:pt x="459" y="152"/>
                    <a:pt x="459" y="152"/>
                  </a:cubicBezTo>
                  <a:cubicBezTo>
                    <a:pt x="458" y="153"/>
                    <a:pt x="458" y="153"/>
                    <a:pt x="458" y="153"/>
                  </a:cubicBezTo>
                  <a:cubicBezTo>
                    <a:pt x="460" y="154"/>
                    <a:pt x="460" y="154"/>
                    <a:pt x="460" y="154"/>
                  </a:cubicBezTo>
                  <a:cubicBezTo>
                    <a:pt x="458" y="154"/>
                    <a:pt x="458" y="154"/>
                    <a:pt x="458" y="154"/>
                  </a:cubicBezTo>
                  <a:cubicBezTo>
                    <a:pt x="458" y="155"/>
                    <a:pt x="458" y="155"/>
                    <a:pt x="458" y="155"/>
                  </a:cubicBezTo>
                  <a:cubicBezTo>
                    <a:pt x="456" y="155"/>
                    <a:pt x="456" y="155"/>
                    <a:pt x="456" y="155"/>
                  </a:cubicBezTo>
                  <a:cubicBezTo>
                    <a:pt x="454" y="159"/>
                    <a:pt x="454" y="159"/>
                    <a:pt x="454" y="159"/>
                  </a:cubicBezTo>
                  <a:cubicBezTo>
                    <a:pt x="454" y="160"/>
                    <a:pt x="454" y="160"/>
                    <a:pt x="454" y="160"/>
                  </a:cubicBezTo>
                  <a:cubicBezTo>
                    <a:pt x="453" y="159"/>
                    <a:pt x="453" y="159"/>
                    <a:pt x="453" y="159"/>
                  </a:cubicBezTo>
                  <a:cubicBezTo>
                    <a:pt x="454" y="158"/>
                    <a:pt x="454" y="158"/>
                    <a:pt x="454" y="158"/>
                  </a:cubicBezTo>
                  <a:cubicBezTo>
                    <a:pt x="454" y="156"/>
                    <a:pt x="454" y="156"/>
                    <a:pt x="454" y="156"/>
                  </a:cubicBezTo>
                  <a:cubicBezTo>
                    <a:pt x="455" y="155"/>
                    <a:pt x="455" y="155"/>
                    <a:pt x="455" y="155"/>
                  </a:cubicBezTo>
                  <a:cubicBezTo>
                    <a:pt x="455" y="154"/>
                    <a:pt x="455" y="154"/>
                    <a:pt x="455" y="154"/>
                  </a:cubicBezTo>
                  <a:cubicBezTo>
                    <a:pt x="457" y="153"/>
                    <a:pt x="457" y="153"/>
                    <a:pt x="457" y="153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7" y="151"/>
                    <a:pt x="457" y="151"/>
                    <a:pt x="457" y="151"/>
                  </a:cubicBezTo>
                  <a:cubicBezTo>
                    <a:pt x="456" y="151"/>
                    <a:pt x="456" y="151"/>
                    <a:pt x="456" y="151"/>
                  </a:cubicBezTo>
                  <a:cubicBezTo>
                    <a:pt x="456" y="150"/>
                    <a:pt x="456" y="150"/>
                    <a:pt x="456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4" y="151"/>
                    <a:pt x="454" y="151"/>
                    <a:pt x="454" y="151"/>
                  </a:cubicBezTo>
                  <a:cubicBezTo>
                    <a:pt x="453" y="152"/>
                    <a:pt x="453" y="152"/>
                    <a:pt x="453" y="152"/>
                  </a:cubicBezTo>
                  <a:cubicBezTo>
                    <a:pt x="453" y="151"/>
                    <a:pt x="453" y="151"/>
                    <a:pt x="453" y="151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5" y="145"/>
                    <a:pt x="455" y="145"/>
                    <a:pt x="455" y="145"/>
                  </a:cubicBezTo>
                  <a:cubicBezTo>
                    <a:pt x="454" y="145"/>
                    <a:pt x="454" y="145"/>
                    <a:pt x="454" y="145"/>
                  </a:cubicBezTo>
                  <a:cubicBezTo>
                    <a:pt x="453" y="146"/>
                    <a:pt x="453" y="146"/>
                    <a:pt x="453" y="146"/>
                  </a:cubicBezTo>
                  <a:cubicBezTo>
                    <a:pt x="453" y="148"/>
                    <a:pt x="453" y="148"/>
                    <a:pt x="453" y="148"/>
                  </a:cubicBezTo>
                  <a:cubicBezTo>
                    <a:pt x="452" y="148"/>
                    <a:pt x="452" y="148"/>
                    <a:pt x="452" y="148"/>
                  </a:cubicBezTo>
                  <a:cubicBezTo>
                    <a:pt x="452" y="147"/>
                    <a:pt x="452" y="147"/>
                    <a:pt x="452" y="147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144"/>
                    <a:pt x="453" y="144"/>
                    <a:pt x="453" y="144"/>
                  </a:cubicBezTo>
                  <a:cubicBezTo>
                    <a:pt x="452" y="142"/>
                    <a:pt x="452" y="142"/>
                    <a:pt x="452" y="142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2"/>
                    <a:pt x="451" y="142"/>
                    <a:pt x="451" y="142"/>
                  </a:cubicBezTo>
                  <a:cubicBezTo>
                    <a:pt x="451" y="140"/>
                    <a:pt x="451" y="140"/>
                    <a:pt x="451" y="140"/>
                  </a:cubicBezTo>
                  <a:cubicBezTo>
                    <a:pt x="450" y="140"/>
                    <a:pt x="450" y="140"/>
                    <a:pt x="450" y="140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138"/>
                    <a:pt x="450" y="138"/>
                    <a:pt x="450" y="138"/>
                  </a:cubicBezTo>
                  <a:cubicBezTo>
                    <a:pt x="454" y="137"/>
                    <a:pt x="454" y="137"/>
                    <a:pt x="454" y="137"/>
                  </a:cubicBezTo>
                  <a:cubicBezTo>
                    <a:pt x="453" y="136"/>
                    <a:pt x="453" y="136"/>
                    <a:pt x="453" y="136"/>
                  </a:cubicBezTo>
                  <a:cubicBezTo>
                    <a:pt x="451" y="135"/>
                    <a:pt x="451" y="135"/>
                    <a:pt x="451" y="135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48" y="137"/>
                    <a:pt x="448" y="137"/>
                    <a:pt x="448" y="137"/>
                  </a:cubicBezTo>
                  <a:cubicBezTo>
                    <a:pt x="444" y="139"/>
                    <a:pt x="444" y="139"/>
                    <a:pt x="444" y="139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39"/>
                    <a:pt x="442" y="139"/>
                    <a:pt x="442" y="139"/>
                  </a:cubicBezTo>
                  <a:cubicBezTo>
                    <a:pt x="441" y="139"/>
                    <a:pt x="441" y="139"/>
                    <a:pt x="441" y="139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8" y="139"/>
                    <a:pt x="438" y="139"/>
                    <a:pt x="438" y="139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5" y="139"/>
                    <a:pt x="435" y="139"/>
                    <a:pt x="435" y="139"/>
                  </a:cubicBezTo>
                  <a:cubicBezTo>
                    <a:pt x="433" y="139"/>
                    <a:pt x="433" y="139"/>
                    <a:pt x="433" y="139"/>
                  </a:cubicBezTo>
                  <a:cubicBezTo>
                    <a:pt x="433" y="140"/>
                    <a:pt x="433" y="140"/>
                    <a:pt x="433" y="140"/>
                  </a:cubicBezTo>
                  <a:cubicBezTo>
                    <a:pt x="432" y="140"/>
                    <a:pt x="432" y="140"/>
                    <a:pt x="432" y="140"/>
                  </a:cubicBezTo>
                  <a:cubicBezTo>
                    <a:pt x="429" y="138"/>
                    <a:pt x="429" y="138"/>
                    <a:pt x="429" y="138"/>
                  </a:cubicBezTo>
                  <a:cubicBezTo>
                    <a:pt x="427" y="138"/>
                    <a:pt x="427" y="138"/>
                    <a:pt x="427" y="138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6"/>
                    <a:pt x="423" y="136"/>
                    <a:pt x="423" y="136"/>
                  </a:cubicBezTo>
                  <a:cubicBezTo>
                    <a:pt x="420" y="134"/>
                    <a:pt x="420" y="134"/>
                    <a:pt x="420" y="134"/>
                  </a:cubicBezTo>
                  <a:cubicBezTo>
                    <a:pt x="419" y="135"/>
                    <a:pt x="419" y="135"/>
                    <a:pt x="419" y="135"/>
                  </a:cubicBezTo>
                  <a:cubicBezTo>
                    <a:pt x="419" y="134"/>
                    <a:pt x="419" y="134"/>
                    <a:pt x="419" y="134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9" y="132"/>
                    <a:pt x="419" y="132"/>
                    <a:pt x="419" y="132"/>
                  </a:cubicBezTo>
                  <a:cubicBezTo>
                    <a:pt x="419" y="130"/>
                    <a:pt x="419" y="130"/>
                    <a:pt x="419" y="130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3" y="129"/>
                    <a:pt x="423" y="129"/>
                    <a:pt x="423" y="129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5" y="128"/>
                    <a:pt x="425" y="128"/>
                    <a:pt x="425" y="128"/>
                  </a:cubicBezTo>
                  <a:cubicBezTo>
                    <a:pt x="429" y="129"/>
                    <a:pt x="429" y="129"/>
                    <a:pt x="429" y="129"/>
                  </a:cubicBezTo>
                  <a:cubicBezTo>
                    <a:pt x="430" y="128"/>
                    <a:pt x="430" y="128"/>
                    <a:pt x="430" y="128"/>
                  </a:cubicBezTo>
                  <a:cubicBezTo>
                    <a:pt x="431" y="126"/>
                    <a:pt x="431" y="126"/>
                    <a:pt x="431" y="126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1" y="122"/>
                    <a:pt x="431" y="122"/>
                    <a:pt x="431" y="122"/>
                  </a:cubicBezTo>
                  <a:cubicBezTo>
                    <a:pt x="430" y="121"/>
                    <a:pt x="430" y="121"/>
                    <a:pt x="430" y="121"/>
                  </a:cubicBezTo>
                  <a:cubicBezTo>
                    <a:pt x="430" y="119"/>
                    <a:pt x="430" y="119"/>
                    <a:pt x="430" y="119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8" y="117"/>
                    <a:pt x="428" y="117"/>
                    <a:pt x="428" y="117"/>
                  </a:cubicBezTo>
                  <a:cubicBezTo>
                    <a:pt x="428" y="116"/>
                    <a:pt x="428" y="116"/>
                    <a:pt x="428" y="116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4" y="114"/>
                    <a:pt x="424" y="114"/>
                    <a:pt x="424" y="114"/>
                  </a:cubicBezTo>
                  <a:cubicBezTo>
                    <a:pt x="424" y="115"/>
                    <a:pt x="424" y="115"/>
                    <a:pt x="424" y="115"/>
                  </a:cubicBezTo>
                  <a:cubicBezTo>
                    <a:pt x="423" y="114"/>
                    <a:pt x="423" y="114"/>
                    <a:pt x="423" y="114"/>
                  </a:cubicBezTo>
                  <a:cubicBezTo>
                    <a:pt x="420" y="113"/>
                    <a:pt x="420" y="113"/>
                    <a:pt x="420" y="113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21" y="115"/>
                    <a:pt x="421" y="115"/>
                    <a:pt x="421" y="115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18" y="114"/>
                    <a:pt x="418" y="114"/>
                    <a:pt x="418" y="114"/>
                  </a:cubicBezTo>
                  <a:cubicBezTo>
                    <a:pt x="417" y="112"/>
                    <a:pt x="417" y="112"/>
                    <a:pt x="417" y="112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5" y="112"/>
                    <a:pt x="415" y="112"/>
                    <a:pt x="415" y="112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1" y="109"/>
                    <a:pt x="411" y="109"/>
                    <a:pt x="411" y="109"/>
                  </a:cubicBezTo>
                  <a:cubicBezTo>
                    <a:pt x="409" y="108"/>
                    <a:pt x="409" y="108"/>
                    <a:pt x="409" y="108"/>
                  </a:cubicBezTo>
                  <a:cubicBezTo>
                    <a:pt x="408" y="106"/>
                    <a:pt x="408" y="106"/>
                    <a:pt x="408" y="106"/>
                  </a:cubicBezTo>
                  <a:cubicBezTo>
                    <a:pt x="402" y="103"/>
                    <a:pt x="402" y="103"/>
                    <a:pt x="402" y="103"/>
                  </a:cubicBezTo>
                  <a:cubicBezTo>
                    <a:pt x="401" y="100"/>
                    <a:pt x="401" y="100"/>
                    <a:pt x="401" y="100"/>
                  </a:cubicBezTo>
                  <a:cubicBezTo>
                    <a:pt x="401" y="99"/>
                    <a:pt x="401" y="99"/>
                    <a:pt x="401" y="99"/>
                  </a:cubicBezTo>
                  <a:cubicBezTo>
                    <a:pt x="399" y="95"/>
                    <a:pt x="399" y="95"/>
                    <a:pt x="399" y="95"/>
                  </a:cubicBezTo>
                  <a:cubicBezTo>
                    <a:pt x="399" y="93"/>
                    <a:pt x="399" y="93"/>
                    <a:pt x="399" y="93"/>
                  </a:cubicBezTo>
                  <a:cubicBezTo>
                    <a:pt x="398" y="93"/>
                    <a:pt x="398" y="93"/>
                    <a:pt x="398" y="93"/>
                  </a:cubicBezTo>
                  <a:cubicBezTo>
                    <a:pt x="396" y="92"/>
                    <a:pt x="396" y="92"/>
                    <a:pt x="396" y="92"/>
                  </a:cubicBezTo>
                  <a:cubicBezTo>
                    <a:pt x="395" y="92"/>
                    <a:pt x="395" y="92"/>
                    <a:pt x="395" y="92"/>
                  </a:cubicBezTo>
                  <a:cubicBezTo>
                    <a:pt x="393" y="91"/>
                    <a:pt x="393" y="91"/>
                    <a:pt x="393" y="91"/>
                  </a:cubicBezTo>
                  <a:cubicBezTo>
                    <a:pt x="392" y="91"/>
                    <a:pt x="392" y="91"/>
                    <a:pt x="392" y="91"/>
                  </a:cubicBezTo>
                  <a:cubicBezTo>
                    <a:pt x="391" y="90"/>
                    <a:pt x="391" y="90"/>
                    <a:pt x="391" y="90"/>
                  </a:cubicBezTo>
                  <a:cubicBezTo>
                    <a:pt x="389" y="90"/>
                    <a:pt x="389" y="90"/>
                    <a:pt x="389" y="90"/>
                  </a:cubicBezTo>
                  <a:cubicBezTo>
                    <a:pt x="387" y="92"/>
                    <a:pt x="387" y="92"/>
                    <a:pt x="387" y="92"/>
                  </a:cubicBezTo>
                  <a:cubicBezTo>
                    <a:pt x="386" y="95"/>
                    <a:pt x="386" y="95"/>
                    <a:pt x="386" y="95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3" y="96"/>
                    <a:pt x="383" y="96"/>
                    <a:pt x="383" y="96"/>
                  </a:cubicBezTo>
                  <a:cubicBezTo>
                    <a:pt x="382" y="96"/>
                    <a:pt x="382" y="96"/>
                    <a:pt x="382" y="96"/>
                  </a:cubicBezTo>
                  <a:cubicBezTo>
                    <a:pt x="381" y="95"/>
                    <a:pt x="381" y="95"/>
                    <a:pt x="381" y="95"/>
                  </a:cubicBezTo>
                  <a:cubicBezTo>
                    <a:pt x="379" y="95"/>
                    <a:pt x="379" y="95"/>
                    <a:pt x="379" y="95"/>
                  </a:cubicBezTo>
                  <a:cubicBezTo>
                    <a:pt x="378" y="95"/>
                    <a:pt x="378" y="95"/>
                    <a:pt x="378" y="95"/>
                  </a:cubicBezTo>
                  <a:cubicBezTo>
                    <a:pt x="379" y="93"/>
                    <a:pt x="379" y="93"/>
                    <a:pt x="379" y="93"/>
                  </a:cubicBezTo>
                  <a:cubicBezTo>
                    <a:pt x="380" y="93"/>
                    <a:pt x="380" y="93"/>
                    <a:pt x="380" y="93"/>
                  </a:cubicBezTo>
                  <a:cubicBezTo>
                    <a:pt x="382" y="92"/>
                    <a:pt x="382" y="92"/>
                    <a:pt x="382" y="92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3" y="90"/>
                    <a:pt x="383" y="90"/>
                    <a:pt x="383" y="90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82" y="89"/>
                    <a:pt x="382" y="89"/>
                    <a:pt x="382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4" y="85"/>
                    <a:pt x="384" y="85"/>
                    <a:pt x="384" y="85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384" y="82"/>
                    <a:pt x="384" y="82"/>
                    <a:pt x="384" y="82"/>
                  </a:cubicBezTo>
                  <a:cubicBezTo>
                    <a:pt x="385" y="82"/>
                    <a:pt x="385" y="82"/>
                    <a:pt x="385" y="82"/>
                  </a:cubicBezTo>
                  <a:cubicBezTo>
                    <a:pt x="385" y="81"/>
                    <a:pt x="385" y="81"/>
                    <a:pt x="385" y="81"/>
                  </a:cubicBezTo>
                  <a:cubicBezTo>
                    <a:pt x="387" y="80"/>
                    <a:pt x="387" y="80"/>
                    <a:pt x="387" y="80"/>
                  </a:cubicBezTo>
                  <a:cubicBezTo>
                    <a:pt x="383" y="80"/>
                    <a:pt x="383" y="80"/>
                    <a:pt x="383" y="80"/>
                  </a:cubicBezTo>
                  <a:cubicBezTo>
                    <a:pt x="382" y="81"/>
                    <a:pt x="382" y="81"/>
                    <a:pt x="382" y="81"/>
                  </a:cubicBezTo>
                  <a:cubicBezTo>
                    <a:pt x="383" y="82"/>
                    <a:pt x="383" y="82"/>
                    <a:pt x="383" y="82"/>
                  </a:cubicBezTo>
                  <a:cubicBezTo>
                    <a:pt x="381" y="82"/>
                    <a:pt x="381" y="82"/>
                    <a:pt x="381" y="82"/>
                  </a:cubicBezTo>
                  <a:cubicBezTo>
                    <a:pt x="381" y="84"/>
                    <a:pt x="381" y="84"/>
                    <a:pt x="381" y="84"/>
                  </a:cubicBezTo>
                  <a:cubicBezTo>
                    <a:pt x="379" y="85"/>
                    <a:pt x="379" y="85"/>
                    <a:pt x="379" y="85"/>
                  </a:cubicBezTo>
                  <a:cubicBezTo>
                    <a:pt x="376" y="85"/>
                    <a:pt x="376" y="85"/>
                    <a:pt x="376" y="85"/>
                  </a:cubicBezTo>
                  <a:cubicBezTo>
                    <a:pt x="378" y="88"/>
                    <a:pt x="378" y="88"/>
                    <a:pt x="378" y="88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3" y="89"/>
                    <a:pt x="373" y="89"/>
                    <a:pt x="373" y="89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3" y="90"/>
                    <a:pt x="373" y="90"/>
                    <a:pt x="373" y="90"/>
                  </a:cubicBezTo>
                  <a:cubicBezTo>
                    <a:pt x="371" y="91"/>
                    <a:pt x="371" y="91"/>
                    <a:pt x="371" y="91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0" y="92"/>
                    <a:pt x="370" y="92"/>
                    <a:pt x="370" y="92"/>
                  </a:cubicBezTo>
                  <a:cubicBezTo>
                    <a:pt x="369" y="90"/>
                    <a:pt x="369" y="90"/>
                    <a:pt x="369" y="90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71" y="81"/>
                    <a:pt x="371" y="81"/>
                    <a:pt x="371" y="81"/>
                  </a:cubicBezTo>
                  <a:cubicBezTo>
                    <a:pt x="371" y="77"/>
                    <a:pt x="371" y="77"/>
                    <a:pt x="371" y="77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1" y="70"/>
                    <a:pt x="371" y="70"/>
                    <a:pt x="371" y="70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4"/>
                    <a:pt x="371" y="64"/>
                    <a:pt x="371" y="64"/>
                  </a:cubicBezTo>
                  <a:cubicBezTo>
                    <a:pt x="369" y="65"/>
                    <a:pt x="369" y="65"/>
                    <a:pt x="369" y="65"/>
                  </a:cubicBezTo>
                  <a:cubicBezTo>
                    <a:pt x="367" y="67"/>
                    <a:pt x="367" y="67"/>
                    <a:pt x="367" y="67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6" y="70"/>
                    <a:pt x="366" y="70"/>
                    <a:pt x="366" y="70"/>
                  </a:cubicBezTo>
                  <a:cubicBezTo>
                    <a:pt x="367" y="71"/>
                    <a:pt x="367" y="71"/>
                    <a:pt x="367" y="71"/>
                  </a:cubicBezTo>
                  <a:cubicBezTo>
                    <a:pt x="366" y="72"/>
                    <a:pt x="366" y="72"/>
                    <a:pt x="366" y="72"/>
                  </a:cubicBezTo>
                  <a:cubicBezTo>
                    <a:pt x="367" y="74"/>
                    <a:pt x="367" y="74"/>
                    <a:pt x="367" y="74"/>
                  </a:cubicBezTo>
                  <a:cubicBezTo>
                    <a:pt x="367" y="75"/>
                    <a:pt x="367" y="75"/>
                    <a:pt x="367" y="75"/>
                  </a:cubicBezTo>
                  <a:cubicBezTo>
                    <a:pt x="366" y="75"/>
                    <a:pt x="366" y="75"/>
                    <a:pt x="366" y="75"/>
                  </a:cubicBezTo>
                  <a:cubicBezTo>
                    <a:pt x="365" y="74"/>
                    <a:pt x="365" y="74"/>
                    <a:pt x="365" y="74"/>
                  </a:cubicBezTo>
                  <a:cubicBezTo>
                    <a:pt x="364" y="75"/>
                    <a:pt x="364" y="75"/>
                    <a:pt x="364" y="75"/>
                  </a:cubicBezTo>
                  <a:cubicBezTo>
                    <a:pt x="364" y="76"/>
                    <a:pt x="364" y="76"/>
                    <a:pt x="364" y="76"/>
                  </a:cubicBezTo>
                  <a:cubicBezTo>
                    <a:pt x="363" y="75"/>
                    <a:pt x="363" y="75"/>
                    <a:pt x="363" y="75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62" y="77"/>
                    <a:pt x="362" y="77"/>
                    <a:pt x="362" y="77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58" y="79"/>
                    <a:pt x="358" y="79"/>
                    <a:pt x="358" y="79"/>
                  </a:cubicBezTo>
                  <a:cubicBezTo>
                    <a:pt x="357" y="79"/>
                    <a:pt x="357" y="79"/>
                    <a:pt x="357" y="79"/>
                  </a:cubicBezTo>
                  <a:cubicBezTo>
                    <a:pt x="358" y="77"/>
                    <a:pt x="358" y="77"/>
                    <a:pt x="358" y="77"/>
                  </a:cubicBezTo>
                  <a:cubicBezTo>
                    <a:pt x="356" y="77"/>
                    <a:pt x="356" y="77"/>
                    <a:pt x="356" y="77"/>
                  </a:cubicBezTo>
                  <a:cubicBezTo>
                    <a:pt x="355" y="78"/>
                    <a:pt x="355" y="78"/>
                    <a:pt x="355" y="78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79"/>
                    <a:pt x="350" y="79"/>
                    <a:pt x="350" y="79"/>
                  </a:cubicBezTo>
                  <a:cubicBezTo>
                    <a:pt x="348" y="79"/>
                    <a:pt x="348" y="79"/>
                    <a:pt x="348" y="79"/>
                  </a:cubicBezTo>
                  <a:cubicBezTo>
                    <a:pt x="349" y="78"/>
                    <a:pt x="349" y="78"/>
                    <a:pt x="349" y="78"/>
                  </a:cubicBezTo>
                  <a:cubicBezTo>
                    <a:pt x="351" y="77"/>
                    <a:pt x="351" y="77"/>
                    <a:pt x="351" y="77"/>
                  </a:cubicBezTo>
                  <a:cubicBezTo>
                    <a:pt x="355" y="76"/>
                    <a:pt x="355" y="76"/>
                    <a:pt x="355" y="76"/>
                  </a:cubicBezTo>
                  <a:cubicBezTo>
                    <a:pt x="355" y="75"/>
                    <a:pt x="355" y="75"/>
                    <a:pt x="355" y="75"/>
                  </a:cubicBezTo>
                  <a:cubicBezTo>
                    <a:pt x="356" y="75"/>
                    <a:pt x="356" y="75"/>
                    <a:pt x="356" y="75"/>
                  </a:cubicBezTo>
                  <a:cubicBezTo>
                    <a:pt x="357" y="74"/>
                    <a:pt x="357" y="74"/>
                    <a:pt x="357" y="74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6" y="71"/>
                    <a:pt x="356" y="71"/>
                    <a:pt x="356" y="71"/>
                  </a:cubicBezTo>
                  <a:cubicBezTo>
                    <a:pt x="354" y="70"/>
                    <a:pt x="354" y="70"/>
                    <a:pt x="354" y="70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351" y="71"/>
                    <a:pt x="351" y="71"/>
                    <a:pt x="351" y="71"/>
                  </a:cubicBezTo>
                  <a:cubicBezTo>
                    <a:pt x="349" y="71"/>
                    <a:pt x="349" y="71"/>
                    <a:pt x="349" y="71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4" y="73"/>
                    <a:pt x="344" y="73"/>
                    <a:pt x="344" y="73"/>
                  </a:cubicBezTo>
                  <a:cubicBezTo>
                    <a:pt x="343" y="74"/>
                    <a:pt x="343" y="74"/>
                    <a:pt x="343" y="74"/>
                  </a:cubicBezTo>
                  <a:cubicBezTo>
                    <a:pt x="339" y="75"/>
                    <a:pt x="339" y="75"/>
                    <a:pt x="339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2" y="75"/>
                    <a:pt x="332" y="75"/>
                    <a:pt x="332" y="75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0" y="76"/>
                    <a:pt x="330" y="76"/>
                    <a:pt x="330" y="76"/>
                  </a:cubicBezTo>
                  <a:cubicBezTo>
                    <a:pt x="329" y="77"/>
                    <a:pt x="329" y="77"/>
                    <a:pt x="329" y="77"/>
                  </a:cubicBezTo>
                  <a:cubicBezTo>
                    <a:pt x="328" y="79"/>
                    <a:pt x="328" y="79"/>
                    <a:pt x="328" y="79"/>
                  </a:cubicBezTo>
                  <a:cubicBezTo>
                    <a:pt x="327" y="79"/>
                    <a:pt x="327" y="79"/>
                    <a:pt x="327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4" y="78"/>
                    <a:pt x="324" y="78"/>
                    <a:pt x="324" y="78"/>
                  </a:cubicBezTo>
                  <a:cubicBezTo>
                    <a:pt x="322" y="79"/>
                    <a:pt x="322" y="79"/>
                    <a:pt x="322" y="79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0" y="80"/>
                    <a:pt x="320" y="80"/>
                    <a:pt x="320" y="80"/>
                  </a:cubicBezTo>
                  <a:cubicBezTo>
                    <a:pt x="319" y="80"/>
                    <a:pt x="319" y="80"/>
                    <a:pt x="319" y="80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4" y="77"/>
                    <a:pt x="324" y="77"/>
                    <a:pt x="324" y="77"/>
                  </a:cubicBezTo>
                  <a:cubicBezTo>
                    <a:pt x="326" y="74"/>
                    <a:pt x="326" y="74"/>
                    <a:pt x="326" y="74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2"/>
                    <a:pt x="323" y="72"/>
                    <a:pt x="323" y="72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0" y="74"/>
                    <a:pt x="320" y="74"/>
                    <a:pt x="320" y="74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6" y="74"/>
                    <a:pt x="316" y="74"/>
                    <a:pt x="316" y="74"/>
                  </a:cubicBezTo>
                  <a:cubicBezTo>
                    <a:pt x="317" y="74"/>
                    <a:pt x="317" y="74"/>
                    <a:pt x="317" y="74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7" y="73"/>
                    <a:pt x="317" y="73"/>
                    <a:pt x="317" y="73"/>
                  </a:cubicBezTo>
                  <a:cubicBezTo>
                    <a:pt x="318" y="70"/>
                    <a:pt x="318" y="70"/>
                    <a:pt x="318" y="70"/>
                  </a:cubicBezTo>
                  <a:cubicBezTo>
                    <a:pt x="317" y="70"/>
                    <a:pt x="317" y="70"/>
                    <a:pt x="317" y="70"/>
                  </a:cubicBezTo>
                  <a:cubicBezTo>
                    <a:pt x="316" y="70"/>
                    <a:pt x="316" y="70"/>
                    <a:pt x="316" y="70"/>
                  </a:cubicBezTo>
                  <a:cubicBezTo>
                    <a:pt x="316" y="70"/>
                    <a:pt x="316" y="71"/>
                    <a:pt x="315" y="71"/>
                  </a:cubicBezTo>
                  <a:cubicBezTo>
                    <a:pt x="316" y="71"/>
                    <a:pt x="316" y="71"/>
                    <a:pt x="316" y="71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4" y="75"/>
                    <a:pt x="314" y="75"/>
                    <a:pt x="314" y="75"/>
                  </a:cubicBezTo>
                  <a:cubicBezTo>
                    <a:pt x="313" y="77"/>
                    <a:pt x="313" y="77"/>
                    <a:pt x="313" y="77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2" y="75"/>
                    <a:pt x="312" y="75"/>
                    <a:pt x="312" y="75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09" y="77"/>
                    <a:pt x="309" y="77"/>
                    <a:pt x="309" y="77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6" y="81"/>
                    <a:pt x="306" y="81"/>
                    <a:pt x="306" y="81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1"/>
                    <a:pt x="303" y="81"/>
                    <a:pt x="303" y="81"/>
                  </a:cubicBezTo>
                  <a:cubicBezTo>
                    <a:pt x="301" y="80"/>
                    <a:pt x="301" y="80"/>
                    <a:pt x="301" y="80"/>
                  </a:cubicBezTo>
                  <a:cubicBezTo>
                    <a:pt x="301" y="81"/>
                    <a:pt x="301" y="81"/>
                    <a:pt x="301" y="81"/>
                  </a:cubicBezTo>
                  <a:cubicBezTo>
                    <a:pt x="300" y="80"/>
                    <a:pt x="300" y="80"/>
                    <a:pt x="300" y="80"/>
                  </a:cubicBezTo>
                  <a:cubicBezTo>
                    <a:pt x="298" y="78"/>
                    <a:pt x="298" y="78"/>
                    <a:pt x="298" y="78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3"/>
                    <a:pt x="297" y="73"/>
                    <a:pt x="297" y="73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295" y="72"/>
                    <a:pt x="295" y="72"/>
                    <a:pt x="295" y="72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5" y="70"/>
                    <a:pt x="295" y="70"/>
                    <a:pt x="295" y="70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8" y="67"/>
                    <a:pt x="298" y="67"/>
                    <a:pt x="298" y="67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4" y="63"/>
                    <a:pt x="294" y="63"/>
                    <a:pt x="294" y="63"/>
                  </a:cubicBezTo>
                  <a:cubicBezTo>
                    <a:pt x="293" y="65"/>
                    <a:pt x="293" y="65"/>
                    <a:pt x="293" y="65"/>
                  </a:cubicBezTo>
                  <a:cubicBezTo>
                    <a:pt x="293" y="66"/>
                    <a:pt x="293" y="66"/>
                    <a:pt x="293" y="66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1" y="64"/>
                    <a:pt x="291" y="64"/>
                    <a:pt x="291" y="64"/>
                  </a:cubicBezTo>
                  <a:cubicBezTo>
                    <a:pt x="290" y="63"/>
                    <a:pt x="290" y="63"/>
                    <a:pt x="290" y="63"/>
                  </a:cubicBezTo>
                  <a:cubicBezTo>
                    <a:pt x="288" y="62"/>
                    <a:pt x="288" y="62"/>
                    <a:pt x="288" y="62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7"/>
                    <a:pt x="281" y="57"/>
                    <a:pt x="281" y="57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79" y="57"/>
                    <a:pt x="279" y="57"/>
                    <a:pt x="279" y="57"/>
                  </a:cubicBezTo>
                  <a:cubicBezTo>
                    <a:pt x="279" y="54"/>
                    <a:pt x="279" y="54"/>
                    <a:pt x="279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5" y="48"/>
                    <a:pt x="275" y="48"/>
                    <a:pt x="275" y="48"/>
                  </a:cubicBezTo>
                  <a:cubicBezTo>
                    <a:pt x="272" y="48"/>
                    <a:pt x="272" y="48"/>
                    <a:pt x="272" y="48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8"/>
                    <a:pt x="266" y="48"/>
                    <a:pt x="266" y="48"/>
                  </a:cubicBezTo>
                  <a:cubicBezTo>
                    <a:pt x="265" y="47"/>
                    <a:pt x="265" y="47"/>
                    <a:pt x="265" y="47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3" y="46"/>
                    <a:pt x="263" y="46"/>
                    <a:pt x="263" y="46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0"/>
                    <a:pt x="255" y="40"/>
                    <a:pt x="255" y="40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3" y="40"/>
                    <a:pt x="253" y="40"/>
                    <a:pt x="253" y="40"/>
                  </a:cubicBezTo>
                  <a:cubicBezTo>
                    <a:pt x="252" y="39"/>
                    <a:pt x="252" y="39"/>
                    <a:pt x="252" y="39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7"/>
                    <a:pt x="251" y="37"/>
                    <a:pt x="251" y="37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6" y="34"/>
                    <a:pt x="246" y="34"/>
                    <a:pt x="246" y="34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7" y="33"/>
                    <a:pt x="247" y="33"/>
                    <a:pt x="247" y="33"/>
                  </a:cubicBezTo>
                  <a:cubicBezTo>
                    <a:pt x="247" y="31"/>
                    <a:pt x="247" y="31"/>
                    <a:pt x="247" y="31"/>
                  </a:cubicBezTo>
                  <a:cubicBezTo>
                    <a:pt x="244" y="29"/>
                    <a:pt x="244" y="29"/>
                    <a:pt x="244" y="29"/>
                  </a:cubicBezTo>
                  <a:cubicBezTo>
                    <a:pt x="242" y="29"/>
                    <a:pt x="242" y="29"/>
                    <a:pt x="242" y="29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4" y="32"/>
                    <a:pt x="234" y="32"/>
                    <a:pt x="234" y="32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4" y="29"/>
                    <a:pt x="234" y="29"/>
                    <a:pt x="234" y="29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2" y="26"/>
                    <a:pt x="232" y="26"/>
                    <a:pt x="232" y="26"/>
                  </a:cubicBezTo>
                  <a:cubicBezTo>
                    <a:pt x="233" y="26"/>
                    <a:pt x="233" y="26"/>
                    <a:pt x="233" y="26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4" y="24"/>
                    <a:pt x="234" y="24"/>
                    <a:pt x="234" y="24"/>
                  </a:cubicBezTo>
                  <a:cubicBezTo>
                    <a:pt x="231" y="22"/>
                    <a:pt x="231" y="22"/>
                    <a:pt x="231" y="22"/>
                  </a:cubicBezTo>
                  <a:cubicBezTo>
                    <a:pt x="230" y="22"/>
                    <a:pt x="230" y="22"/>
                    <a:pt x="230" y="22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0" y="15"/>
                    <a:pt x="230" y="15"/>
                    <a:pt x="230" y="15"/>
                  </a:cubicBezTo>
                  <a:cubicBezTo>
                    <a:pt x="229" y="15"/>
                    <a:pt x="229" y="15"/>
                    <a:pt x="229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5" y="14"/>
                    <a:pt x="225" y="14"/>
                    <a:pt x="225" y="14"/>
                  </a:cubicBezTo>
                  <a:cubicBezTo>
                    <a:pt x="224" y="14"/>
                    <a:pt x="224" y="14"/>
                    <a:pt x="224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3"/>
                    <a:pt x="222" y="13"/>
                    <a:pt x="222" y="13"/>
                  </a:cubicBezTo>
                  <a:cubicBezTo>
                    <a:pt x="222" y="12"/>
                    <a:pt x="222" y="12"/>
                    <a:pt x="222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2" y="7"/>
                    <a:pt x="222" y="7"/>
                    <a:pt x="222" y="7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16" y="11"/>
                    <a:pt x="216" y="11"/>
                    <a:pt x="216" y="11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4" y="11"/>
                    <a:pt x="214" y="11"/>
                    <a:pt x="214" y="11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7" y="9"/>
                    <a:pt x="217" y="9"/>
                    <a:pt x="217" y="9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3"/>
                    <a:pt x="218" y="3"/>
                    <a:pt x="218" y="3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198" y="5"/>
                    <a:pt x="198" y="5"/>
                    <a:pt x="198" y="5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7" y="8"/>
                    <a:pt x="187" y="8"/>
                    <a:pt x="187" y="8"/>
                  </a:cubicBezTo>
                  <a:cubicBezTo>
                    <a:pt x="187" y="10"/>
                    <a:pt x="187" y="10"/>
                    <a:pt x="187" y="10"/>
                  </a:cubicBezTo>
                  <a:cubicBezTo>
                    <a:pt x="188" y="10"/>
                    <a:pt x="188" y="10"/>
                    <a:pt x="188" y="10"/>
                  </a:cubicBezTo>
                  <a:cubicBezTo>
                    <a:pt x="186" y="10"/>
                    <a:pt x="186" y="10"/>
                    <a:pt x="186" y="10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6" y="9"/>
                    <a:pt x="176" y="9"/>
                    <a:pt x="176" y="9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1" y="11"/>
                    <a:pt x="171" y="11"/>
                    <a:pt x="171" y="11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6" y="20"/>
                    <a:pt x="156" y="20"/>
                    <a:pt x="156" y="20"/>
                  </a:cubicBezTo>
                  <a:cubicBezTo>
                    <a:pt x="150" y="26"/>
                    <a:pt x="150" y="26"/>
                    <a:pt x="150" y="26"/>
                  </a:cubicBezTo>
                  <a:cubicBezTo>
                    <a:pt x="147" y="27"/>
                    <a:pt x="147" y="27"/>
                    <a:pt x="147" y="27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3" y="80"/>
                    <a:pt x="123" y="80"/>
                    <a:pt x="123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3"/>
                    <a:pt x="126" y="83"/>
                    <a:pt x="126" y="83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0" y="72"/>
                    <a:pt x="110" y="72"/>
                    <a:pt x="110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7" y="71"/>
                    <a:pt x="107" y="71"/>
                    <a:pt x="107" y="71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7"/>
                    <a:pt x="106" y="107"/>
                    <a:pt x="106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0" y="108"/>
                    <a:pt x="110" y="108"/>
                    <a:pt x="110" y="108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6" y="110"/>
                    <a:pt x="106" y="110"/>
                    <a:pt x="106" y="110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3" y="120"/>
                    <a:pt x="103" y="120"/>
                    <a:pt x="103" y="120"/>
                  </a:cubicBezTo>
                  <a:cubicBezTo>
                    <a:pt x="102" y="122"/>
                    <a:pt x="102" y="122"/>
                    <a:pt x="102" y="122"/>
                  </a:cubicBezTo>
                  <a:cubicBezTo>
                    <a:pt x="103" y="122"/>
                    <a:pt x="103" y="122"/>
                    <a:pt x="103" y="122"/>
                  </a:cubicBezTo>
                  <a:cubicBezTo>
                    <a:pt x="103" y="123"/>
                    <a:pt x="103" y="123"/>
                    <a:pt x="103" y="123"/>
                  </a:cubicBezTo>
                  <a:cubicBezTo>
                    <a:pt x="103" y="124"/>
                    <a:pt x="103" y="124"/>
                    <a:pt x="103" y="124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0" y="127"/>
                    <a:pt x="100" y="127"/>
                    <a:pt x="100" y="127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2" y="127"/>
                    <a:pt x="92" y="127"/>
                    <a:pt x="92" y="127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7" y="128"/>
                    <a:pt x="87" y="128"/>
                    <a:pt x="87" y="128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78" y="132"/>
                    <a:pt x="78" y="132"/>
                    <a:pt x="78" y="132"/>
                  </a:cubicBezTo>
                  <a:cubicBezTo>
                    <a:pt x="76" y="132"/>
                    <a:pt x="76" y="132"/>
                    <a:pt x="76" y="132"/>
                  </a:cubicBezTo>
                  <a:cubicBezTo>
                    <a:pt x="76" y="131"/>
                    <a:pt x="76" y="131"/>
                    <a:pt x="76" y="131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3" y="137"/>
                    <a:pt x="63" y="137"/>
                    <a:pt x="63" y="137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6" y="162"/>
                    <a:pt x="46" y="162"/>
                    <a:pt x="46" y="162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6" y="165"/>
                    <a:pt x="46" y="165"/>
                    <a:pt x="46" y="165"/>
                  </a:cubicBezTo>
                  <a:cubicBezTo>
                    <a:pt x="46" y="167"/>
                    <a:pt x="46" y="167"/>
                    <a:pt x="46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3" y="167"/>
                    <a:pt x="43" y="167"/>
                    <a:pt x="43" y="167"/>
                  </a:cubicBezTo>
                  <a:cubicBezTo>
                    <a:pt x="43" y="169"/>
                    <a:pt x="43" y="169"/>
                    <a:pt x="43" y="169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3"/>
                    <a:pt x="43" y="173"/>
                    <a:pt x="43" y="173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4" y="181"/>
                    <a:pt x="44" y="181"/>
                    <a:pt x="44" y="181"/>
                  </a:cubicBezTo>
                  <a:cubicBezTo>
                    <a:pt x="50" y="184"/>
                    <a:pt x="50" y="184"/>
                    <a:pt x="50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9" y="180"/>
                    <a:pt x="59" y="180"/>
                    <a:pt x="59" y="180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7"/>
                    <a:pt x="59" y="177"/>
                    <a:pt x="59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0" y="181"/>
                    <a:pt x="60" y="181"/>
                    <a:pt x="60" y="181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6"/>
                    <a:pt x="58" y="186"/>
                    <a:pt x="58" y="186"/>
                  </a:cubicBezTo>
                  <a:cubicBezTo>
                    <a:pt x="58" y="187"/>
                    <a:pt x="58" y="187"/>
                    <a:pt x="58" y="187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90"/>
                    <a:pt x="58" y="190"/>
                    <a:pt x="58" y="190"/>
                  </a:cubicBezTo>
                  <a:cubicBezTo>
                    <a:pt x="56" y="191"/>
                    <a:pt x="56" y="191"/>
                    <a:pt x="56" y="191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4" y="192"/>
                    <a:pt x="54" y="192"/>
                    <a:pt x="54" y="192"/>
                  </a:cubicBezTo>
                  <a:cubicBezTo>
                    <a:pt x="53" y="193"/>
                    <a:pt x="53" y="193"/>
                    <a:pt x="53" y="193"/>
                  </a:cubicBezTo>
                  <a:cubicBezTo>
                    <a:pt x="54" y="195"/>
                    <a:pt x="54" y="195"/>
                    <a:pt x="54" y="195"/>
                  </a:cubicBezTo>
                  <a:cubicBezTo>
                    <a:pt x="54" y="197"/>
                    <a:pt x="54" y="197"/>
                    <a:pt x="54" y="197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54" y="198"/>
                    <a:pt x="54" y="198"/>
                    <a:pt x="54" y="198"/>
                  </a:cubicBezTo>
                  <a:cubicBezTo>
                    <a:pt x="54" y="199"/>
                    <a:pt x="54" y="199"/>
                    <a:pt x="54" y="199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55" y="201"/>
                    <a:pt x="55" y="201"/>
                    <a:pt x="55" y="201"/>
                  </a:cubicBezTo>
                  <a:cubicBezTo>
                    <a:pt x="54" y="201"/>
                    <a:pt x="54" y="201"/>
                    <a:pt x="54" y="201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51" y="202"/>
                    <a:pt x="51" y="202"/>
                    <a:pt x="51" y="202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54" y="205"/>
                    <a:pt x="54" y="205"/>
                    <a:pt x="54" y="205"/>
                  </a:cubicBezTo>
                  <a:cubicBezTo>
                    <a:pt x="55" y="203"/>
                    <a:pt x="55" y="203"/>
                    <a:pt x="55" y="203"/>
                  </a:cubicBezTo>
                  <a:cubicBezTo>
                    <a:pt x="58" y="201"/>
                    <a:pt x="58" y="201"/>
                    <a:pt x="58" y="201"/>
                  </a:cubicBezTo>
                  <a:cubicBezTo>
                    <a:pt x="59" y="202"/>
                    <a:pt x="59" y="202"/>
                    <a:pt x="59" y="202"/>
                  </a:cubicBezTo>
                  <a:cubicBezTo>
                    <a:pt x="56" y="203"/>
                    <a:pt x="56" y="203"/>
                    <a:pt x="56" y="203"/>
                  </a:cubicBezTo>
                  <a:cubicBezTo>
                    <a:pt x="56" y="205"/>
                    <a:pt x="56" y="205"/>
                    <a:pt x="56" y="205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1" y="201"/>
                    <a:pt x="61" y="201"/>
                    <a:pt x="61" y="201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3" y="203"/>
                    <a:pt x="63" y="203"/>
                    <a:pt x="63" y="203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4" y="205"/>
                    <a:pt x="64" y="205"/>
                    <a:pt x="64" y="205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8"/>
                    <a:pt x="67" y="208"/>
                    <a:pt x="67" y="208"/>
                  </a:cubicBezTo>
                  <a:cubicBezTo>
                    <a:pt x="67" y="209"/>
                    <a:pt x="67" y="209"/>
                    <a:pt x="67" y="209"/>
                  </a:cubicBezTo>
                  <a:cubicBezTo>
                    <a:pt x="68" y="211"/>
                    <a:pt x="68" y="211"/>
                    <a:pt x="68" y="211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70" y="209"/>
                    <a:pt x="70" y="209"/>
                    <a:pt x="70" y="209"/>
                  </a:cubicBezTo>
                  <a:cubicBezTo>
                    <a:pt x="70" y="208"/>
                    <a:pt x="70" y="208"/>
                    <a:pt x="70" y="208"/>
                  </a:cubicBezTo>
                  <a:cubicBezTo>
                    <a:pt x="71" y="206"/>
                    <a:pt x="71" y="206"/>
                    <a:pt x="71" y="206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8" y="208"/>
                    <a:pt x="78" y="208"/>
                    <a:pt x="78" y="208"/>
                  </a:cubicBezTo>
                  <a:cubicBezTo>
                    <a:pt x="81" y="207"/>
                    <a:pt x="81" y="207"/>
                    <a:pt x="81" y="207"/>
                  </a:cubicBezTo>
                  <a:cubicBezTo>
                    <a:pt x="82" y="206"/>
                    <a:pt x="82" y="206"/>
                    <a:pt x="82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4" y="206"/>
                    <a:pt x="84" y="206"/>
                    <a:pt x="84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3" y="207"/>
                    <a:pt x="83" y="207"/>
                    <a:pt x="83" y="207"/>
                  </a:cubicBezTo>
                  <a:cubicBezTo>
                    <a:pt x="82" y="208"/>
                    <a:pt x="82" y="208"/>
                    <a:pt x="82" y="208"/>
                  </a:cubicBezTo>
                  <a:cubicBezTo>
                    <a:pt x="78" y="210"/>
                    <a:pt x="78" y="210"/>
                    <a:pt x="78" y="210"/>
                  </a:cubicBezTo>
                  <a:cubicBezTo>
                    <a:pt x="76" y="212"/>
                    <a:pt x="76" y="212"/>
                    <a:pt x="76" y="212"/>
                  </a:cubicBezTo>
                  <a:cubicBezTo>
                    <a:pt x="75" y="214"/>
                    <a:pt x="75" y="214"/>
                    <a:pt x="75" y="214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2" y="229"/>
                    <a:pt x="62" y="229"/>
                    <a:pt x="62" y="229"/>
                  </a:cubicBezTo>
                  <a:cubicBezTo>
                    <a:pt x="59" y="232"/>
                    <a:pt x="59" y="232"/>
                    <a:pt x="59" y="232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7" y="232"/>
                    <a:pt x="57" y="232"/>
                    <a:pt x="57" y="232"/>
                  </a:cubicBezTo>
                  <a:cubicBezTo>
                    <a:pt x="54" y="234"/>
                    <a:pt x="54" y="234"/>
                    <a:pt x="54" y="234"/>
                  </a:cubicBezTo>
                  <a:cubicBezTo>
                    <a:pt x="53" y="235"/>
                    <a:pt x="53" y="235"/>
                    <a:pt x="53" y="235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7"/>
                    <a:pt x="50" y="237"/>
                    <a:pt x="50" y="237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46" y="239"/>
                    <a:pt x="46" y="239"/>
                    <a:pt x="46" y="239"/>
                  </a:cubicBezTo>
                  <a:cubicBezTo>
                    <a:pt x="42" y="240"/>
                    <a:pt x="42" y="240"/>
                    <a:pt x="42" y="240"/>
                  </a:cubicBezTo>
                  <a:cubicBezTo>
                    <a:pt x="40" y="242"/>
                    <a:pt x="40" y="242"/>
                    <a:pt x="40" y="242"/>
                  </a:cubicBezTo>
                  <a:cubicBezTo>
                    <a:pt x="39" y="244"/>
                    <a:pt x="39" y="244"/>
                    <a:pt x="39" y="244"/>
                  </a:cubicBezTo>
                  <a:cubicBezTo>
                    <a:pt x="39" y="245"/>
                    <a:pt x="39" y="245"/>
                    <a:pt x="39" y="245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5"/>
                    <a:pt x="37" y="245"/>
                    <a:pt x="37" y="245"/>
                  </a:cubicBezTo>
                  <a:cubicBezTo>
                    <a:pt x="36" y="244"/>
                    <a:pt x="36" y="244"/>
                    <a:pt x="36" y="244"/>
                  </a:cubicBezTo>
                  <a:cubicBezTo>
                    <a:pt x="34" y="244"/>
                    <a:pt x="34" y="244"/>
                    <a:pt x="34" y="244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6" y="253"/>
                    <a:pt x="16" y="253"/>
                    <a:pt x="16" y="253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5"/>
                    <a:pt x="9" y="255"/>
                    <a:pt x="9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3" y="257"/>
                    <a:pt x="3" y="257"/>
                    <a:pt x="3" y="257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1" y="257"/>
                    <a:pt x="1" y="257"/>
                    <a:pt x="1" y="257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8" y="261"/>
                    <a:pt x="8" y="261"/>
                    <a:pt x="8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5" y="260"/>
                    <a:pt x="15" y="260"/>
                    <a:pt x="15" y="260"/>
                  </a:cubicBezTo>
                  <a:cubicBezTo>
                    <a:pt x="15" y="259"/>
                    <a:pt x="15" y="259"/>
                    <a:pt x="15" y="259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6" y="258"/>
                    <a:pt x="16" y="258"/>
                    <a:pt x="16" y="258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7" y="257"/>
                    <a:pt x="17" y="257"/>
                    <a:pt x="17" y="257"/>
                  </a:cubicBezTo>
                  <a:cubicBezTo>
                    <a:pt x="19" y="257"/>
                    <a:pt x="19" y="257"/>
                    <a:pt x="19" y="257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0" y="260"/>
                    <a:pt x="20" y="260"/>
                    <a:pt x="20" y="260"/>
                  </a:cubicBezTo>
                  <a:cubicBezTo>
                    <a:pt x="22" y="258"/>
                    <a:pt x="22" y="258"/>
                    <a:pt x="22" y="258"/>
                  </a:cubicBezTo>
                  <a:cubicBezTo>
                    <a:pt x="21" y="257"/>
                    <a:pt x="21" y="257"/>
                    <a:pt x="21" y="257"/>
                  </a:cubicBezTo>
                  <a:cubicBezTo>
                    <a:pt x="22" y="257"/>
                    <a:pt x="22" y="257"/>
                    <a:pt x="22" y="257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4" y="257"/>
                    <a:pt x="24" y="257"/>
                    <a:pt x="24" y="257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30" y="251"/>
                    <a:pt x="30" y="251"/>
                    <a:pt x="30" y="251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50"/>
                    <a:pt x="31" y="250"/>
                    <a:pt x="31" y="250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31" y="254"/>
                    <a:pt x="31" y="254"/>
                    <a:pt x="31" y="254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1" y="256"/>
                    <a:pt x="31" y="256"/>
                    <a:pt x="31" y="256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34" y="257"/>
                    <a:pt x="34" y="257"/>
                    <a:pt x="34" y="257"/>
                  </a:cubicBezTo>
                  <a:cubicBezTo>
                    <a:pt x="34" y="256"/>
                    <a:pt x="34" y="256"/>
                    <a:pt x="34" y="256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9" y="255"/>
                    <a:pt x="39" y="255"/>
                    <a:pt x="39" y="255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6" y="253"/>
                    <a:pt x="36" y="254"/>
                    <a:pt x="36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3" y="253"/>
                    <a:pt x="33" y="253"/>
                    <a:pt x="33" y="253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2"/>
                    <a:pt x="34" y="252"/>
                    <a:pt x="34" y="252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5" y="251"/>
                    <a:pt x="35" y="251"/>
                    <a:pt x="35" y="251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7" y="252"/>
                    <a:pt x="37" y="252"/>
                    <a:pt x="37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1" y="251"/>
                    <a:pt x="41" y="251"/>
                    <a:pt x="41" y="251"/>
                  </a:cubicBezTo>
                  <a:cubicBezTo>
                    <a:pt x="42" y="249"/>
                    <a:pt x="42" y="249"/>
                    <a:pt x="42" y="249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4" y="248"/>
                    <a:pt x="44" y="248"/>
                    <a:pt x="44" y="248"/>
                  </a:cubicBezTo>
                  <a:cubicBezTo>
                    <a:pt x="44" y="249"/>
                    <a:pt x="44" y="249"/>
                    <a:pt x="44" y="249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42" y="252"/>
                    <a:pt x="42" y="252"/>
                    <a:pt x="42" y="252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3" y="253"/>
                    <a:pt x="43" y="253"/>
                    <a:pt x="43" y="253"/>
                  </a:cubicBezTo>
                  <a:cubicBezTo>
                    <a:pt x="46" y="251"/>
                    <a:pt x="46" y="251"/>
                    <a:pt x="46" y="251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7" y="249"/>
                    <a:pt x="47" y="249"/>
                    <a:pt x="47" y="249"/>
                  </a:cubicBezTo>
                  <a:cubicBezTo>
                    <a:pt x="48" y="249"/>
                    <a:pt x="48" y="249"/>
                    <a:pt x="48" y="249"/>
                  </a:cubicBezTo>
                  <a:cubicBezTo>
                    <a:pt x="50" y="249"/>
                    <a:pt x="50" y="249"/>
                    <a:pt x="50" y="249"/>
                  </a:cubicBezTo>
                  <a:cubicBezTo>
                    <a:pt x="51" y="247"/>
                    <a:pt x="51" y="247"/>
                    <a:pt x="51" y="247"/>
                  </a:cubicBezTo>
                  <a:cubicBezTo>
                    <a:pt x="52" y="248"/>
                    <a:pt x="52" y="248"/>
                    <a:pt x="52" y="248"/>
                  </a:cubicBezTo>
                  <a:cubicBezTo>
                    <a:pt x="53" y="246"/>
                    <a:pt x="53" y="246"/>
                    <a:pt x="53" y="246"/>
                  </a:cubicBezTo>
                  <a:cubicBezTo>
                    <a:pt x="53" y="248"/>
                    <a:pt x="53" y="248"/>
                    <a:pt x="53" y="248"/>
                  </a:cubicBezTo>
                  <a:cubicBezTo>
                    <a:pt x="55" y="247"/>
                    <a:pt x="55" y="247"/>
                    <a:pt x="55" y="247"/>
                  </a:cubicBezTo>
                  <a:cubicBezTo>
                    <a:pt x="56" y="246"/>
                    <a:pt x="56" y="246"/>
                    <a:pt x="56" y="246"/>
                  </a:cubicBezTo>
                  <a:cubicBezTo>
                    <a:pt x="56" y="245"/>
                    <a:pt x="56" y="245"/>
                    <a:pt x="56" y="245"/>
                  </a:cubicBezTo>
                  <a:cubicBezTo>
                    <a:pt x="57" y="245"/>
                    <a:pt x="57" y="245"/>
                    <a:pt x="57" y="245"/>
                  </a:cubicBezTo>
                  <a:cubicBezTo>
                    <a:pt x="57" y="243"/>
                    <a:pt x="57" y="243"/>
                    <a:pt x="57" y="243"/>
                  </a:cubicBezTo>
                  <a:cubicBezTo>
                    <a:pt x="56" y="243"/>
                    <a:pt x="56" y="243"/>
                    <a:pt x="56" y="243"/>
                  </a:cubicBezTo>
                  <a:cubicBezTo>
                    <a:pt x="58" y="242"/>
                    <a:pt x="58" y="242"/>
                    <a:pt x="58" y="242"/>
                  </a:cubicBezTo>
                  <a:cubicBezTo>
                    <a:pt x="61" y="242"/>
                    <a:pt x="61" y="242"/>
                    <a:pt x="61" y="242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62" y="240"/>
                    <a:pt x="62" y="240"/>
                    <a:pt x="62" y="240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7" y="243"/>
                    <a:pt x="67" y="243"/>
                    <a:pt x="67" y="243"/>
                  </a:cubicBezTo>
                  <a:cubicBezTo>
                    <a:pt x="69" y="242"/>
                    <a:pt x="69" y="242"/>
                    <a:pt x="69" y="242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5" y="240"/>
                    <a:pt x="65" y="240"/>
                    <a:pt x="65" y="240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8" y="239"/>
                    <a:pt x="68" y="239"/>
                    <a:pt x="68" y="239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1" y="236"/>
                    <a:pt x="71" y="236"/>
                    <a:pt x="71" y="236"/>
                  </a:cubicBezTo>
                  <a:cubicBezTo>
                    <a:pt x="72" y="237"/>
                    <a:pt x="72" y="237"/>
                    <a:pt x="72" y="237"/>
                  </a:cubicBezTo>
                  <a:cubicBezTo>
                    <a:pt x="73" y="235"/>
                    <a:pt x="73" y="235"/>
                    <a:pt x="73" y="235"/>
                  </a:cubicBezTo>
                  <a:cubicBezTo>
                    <a:pt x="73" y="236"/>
                    <a:pt x="73" y="236"/>
                    <a:pt x="73" y="236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7" y="233"/>
                    <a:pt x="77" y="233"/>
                    <a:pt x="77" y="233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0" y="230"/>
                    <a:pt x="80" y="230"/>
                    <a:pt x="80" y="230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4" y="227"/>
                    <a:pt x="84" y="227"/>
                    <a:pt x="84" y="227"/>
                  </a:cubicBezTo>
                  <a:cubicBezTo>
                    <a:pt x="84" y="226"/>
                    <a:pt x="84" y="226"/>
                    <a:pt x="84" y="226"/>
                  </a:cubicBezTo>
                  <a:cubicBezTo>
                    <a:pt x="85" y="226"/>
                    <a:pt x="85" y="226"/>
                    <a:pt x="85" y="226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7" y="227"/>
                    <a:pt x="87" y="227"/>
                    <a:pt x="87" y="227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4"/>
                    <a:pt x="90" y="224"/>
                    <a:pt x="90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4" y="224"/>
                    <a:pt x="94" y="224"/>
                    <a:pt x="94" y="224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9" y="220"/>
                    <a:pt x="99" y="220"/>
                    <a:pt x="99" y="220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99" y="219"/>
                    <a:pt x="99" y="219"/>
                    <a:pt x="99" y="219"/>
                  </a:cubicBezTo>
                  <a:cubicBezTo>
                    <a:pt x="100" y="220"/>
                    <a:pt x="100" y="220"/>
                    <a:pt x="100" y="220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1" y="218"/>
                    <a:pt x="101" y="218"/>
                    <a:pt x="101" y="218"/>
                  </a:cubicBezTo>
                  <a:cubicBezTo>
                    <a:pt x="102" y="216"/>
                    <a:pt x="102" y="216"/>
                    <a:pt x="102" y="216"/>
                  </a:cubicBezTo>
                  <a:cubicBezTo>
                    <a:pt x="104" y="216"/>
                    <a:pt x="104" y="216"/>
                    <a:pt x="104" y="216"/>
                  </a:cubicBezTo>
                  <a:cubicBezTo>
                    <a:pt x="106" y="215"/>
                    <a:pt x="106" y="215"/>
                    <a:pt x="106" y="215"/>
                  </a:cubicBezTo>
                  <a:cubicBezTo>
                    <a:pt x="107" y="215"/>
                    <a:pt x="107" y="215"/>
                    <a:pt x="107" y="215"/>
                  </a:cubicBezTo>
                  <a:cubicBezTo>
                    <a:pt x="109" y="213"/>
                    <a:pt x="109" y="213"/>
                    <a:pt x="109" y="213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7" y="208"/>
                    <a:pt x="107" y="208"/>
                    <a:pt x="107" y="208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6"/>
                    <a:pt x="105" y="206"/>
                    <a:pt x="105" y="206"/>
                  </a:cubicBezTo>
                  <a:cubicBezTo>
                    <a:pt x="106" y="205"/>
                    <a:pt x="106" y="205"/>
                    <a:pt x="106" y="205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10" y="203"/>
                    <a:pt x="110" y="203"/>
                    <a:pt x="110" y="203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13" y="203"/>
                    <a:pt x="113" y="203"/>
                    <a:pt x="113" y="203"/>
                  </a:cubicBezTo>
                  <a:cubicBezTo>
                    <a:pt x="114" y="202"/>
                    <a:pt x="114" y="202"/>
                    <a:pt x="114" y="202"/>
                  </a:cubicBezTo>
                  <a:cubicBezTo>
                    <a:pt x="115" y="204"/>
                    <a:pt x="115" y="204"/>
                    <a:pt x="115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7" y="200"/>
                    <a:pt x="117" y="200"/>
                    <a:pt x="117" y="200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21" y="199"/>
                    <a:pt x="121" y="199"/>
                    <a:pt x="121" y="199"/>
                  </a:cubicBezTo>
                  <a:cubicBezTo>
                    <a:pt x="122" y="197"/>
                    <a:pt x="122" y="197"/>
                    <a:pt x="122" y="197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3" y="195"/>
                    <a:pt x="123" y="195"/>
                    <a:pt x="123" y="195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7" y="191"/>
                    <a:pt x="127" y="191"/>
                    <a:pt x="127" y="191"/>
                  </a:cubicBezTo>
                  <a:cubicBezTo>
                    <a:pt x="124" y="194"/>
                    <a:pt x="124" y="194"/>
                    <a:pt x="124" y="194"/>
                  </a:cubicBezTo>
                  <a:cubicBezTo>
                    <a:pt x="127" y="194"/>
                    <a:pt x="127" y="194"/>
                    <a:pt x="127" y="194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9" y="191"/>
                    <a:pt x="129" y="191"/>
                    <a:pt x="129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30" y="189"/>
                    <a:pt x="130" y="189"/>
                    <a:pt x="130" y="189"/>
                  </a:cubicBezTo>
                  <a:cubicBezTo>
                    <a:pt x="131" y="189"/>
                    <a:pt x="131" y="189"/>
                    <a:pt x="131" y="189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8" y="185"/>
                    <a:pt x="138" y="185"/>
                    <a:pt x="138" y="185"/>
                  </a:cubicBezTo>
                  <a:cubicBezTo>
                    <a:pt x="141" y="183"/>
                    <a:pt x="141" y="183"/>
                    <a:pt x="141" y="183"/>
                  </a:cubicBezTo>
                  <a:cubicBezTo>
                    <a:pt x="143" y="182"/>
                    <a:pt x="143" y="182"/>
                    <a:pt x="143" y="182"/>
                  </a:cubicBezTo>
                  <a:cubicBezTo>
                    <a:pt x="144" y="181"/>
                    <a:pt x="144" y="181"/>
                    <a:pt x="144" y="181"/>
                  </a:cubicBezTo>
                  <a:cubicBezTo>
                    <a:pt x="144" y="183"/>
                    <a:pt x="144" y="183"/>
                    <a:pt x="144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6" y="183"/>
                    <a:pt x="146" y="183"/>
                    <a:pt x="146" y="183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5" y="187"/>
                    <a:pt x="145" y="187"/>
                    <a:pt x="145" y="187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2" y="188"/>
                    <a:pt x="142" y="188"/>
                    <a:pt x="142" y="188"/>
                  </a:cubicBezTo>
                  <a:cubicBezTo>
                    <a:pt x="142" y="186"/>
                    <a:pt x="142" y="186"/>
                    <a:pt x="142" y="186"/>
                  </a:cubicBezTo>
                  <a:cubicBezTo>
                    <a:pt x="139" y="187"/>
                    <a:pt x="139" y="187"/>
                    <a:pt x="139" y="187"/>
                  </a:cubicBezTo>
                  <a:cubicBezTo>
                    <a:pt x="138" y="187"/>
                    <a:pt x="138" y="187"/>
                    <a:pt x="138" y="187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2" y="190"/>
                    <a:pt x="132" y="190"/>
                    <a:pt x="132" y="190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2" y="193"/>
                    <a:pt x="132" y="193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9" y="196"/>
                    <a:pt x="129" y="196"/>
                    <a:pt x="129" y="196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23" y="203"/>
                    <a:pt x="123" y="203"/>
                    <a:pt x="123" y="203"/>
                  </a:cubicBezTo>
                  <a:cubicBezTo>
                    <a:pt x="123" y="204"/>
                    <a:pt x="123" y="204"/>
                    <a:pt x="123" y="204"/>
                  </a:cubicBezTo>
                  <a:cubicBezTo>
                    <a:pt x="125" y="207"/>
                    <a:pt x="125" y="207"/>
                    <a:pt x="125" y="207"/>
                  </a:cubicBezTo>
                  <a:cubicBezTo>
                    <a:pt x="124" y="208"/>
                    <a:pt x="124" y="208"/>
                    <a:pt x="124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7"/>
                    <a:pt x="122" y="207"/>
                    <a:pt x="122" y="207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18" y="209"/>
                    <a:pt x="118" y="209"/>
                    <a:pt x="118" y="209"/>
                  </a:cubicBezTo>
                  <a:cubicBezTo>
                    <a:pt x="118" y="211"/>
                    <a:pt x="118" y="211"/>
                    <a:pt x="118" y="211"/>
                  </a:cubicBezTo>
                  <a:cubicBezTo>
                    <a:pt x="121" y="214"/>
                    <a:pt x="121" y="214"/>
                    <a:pt x="121" y="214"/>
                  </a:cubicBezTo>
                  <a:cubicBezTo>
                    <a:pt x="122" y="214"/>
                    <a:pt x="122" y="214"/>
                    <a:pt x="122" y="214"/>
                  </a:cubicBezTo>
                  <a:cubicBezTo>
                    <a:pt x="122" y="213"/>
                    <a:pt x="122" y="213"/>
                    <a:pt x="122" y="213"/>
                  </a:cubicBezTo>
                  <a:cubicBezTo>
                    <a:pt x="123" y="214"/>
                    <a:pt x="123" y="214"/>
                    <a:pt x="123" y="214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4"/>
                    <a:pt x="124" y="214"/>
                    <a:pt x="124" y="214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7" y="211"/>
                    <a:pt x="127" y="211"/>
                    <a:pt x="127" y="211"/>
                  </a:cubicBezTo>
                  <a:cubicBezTo>
                    <a:pt x="129" y="210"/>
                    <a:pt x="129" y="210"/>
                    <a:pt x="129" y="210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2" y="210"/>
                    <a:pt x="132" y="210"/>
                    <a:pt x="132" y="210"/>
                  </a:cubicBezTo>
                  <a:cubicBezTo>
                    <a:pt x="134" y="208"/>
                    <a:pt x="134" y="208"/>
                    <a:pt x="134" y="208"/>
                  </a:cubicBezTo>
                  <a:cubicBezTo>
                    <a:pt x="135" y="208"/>
                    <a:pt x="135" y="208"/>
                    <a:pt x="135" y="208"/>
                  </a:cubicBezTo>
                  <a:cubicBezTo>
                    <a:pt x="136" y="209"/>
                    <a:pt x="136" y="209"/>
                    <a:pt x="136" y="209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7" y="207"/>
                    <a:pt x="137" y="207"/>
                    <a:pt x="137" y="207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9" y="207"/>
                    <a:pt x="139" y="207"/>
                    <a:pt x="139" y="207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1" y="206"/>
                    <a:pt x="141" y="206"/>
                    <a:pt x="141" y="206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5"/>
                    <a:pt x="143" y="205"/>
                    <a:pt x="143" y="205"/>
                  </a:cubicBezTo>
                  <a:cubicBezTo>
                    <a:pt x="145" y="206"/>
                    <a:pt x="145" y="206"/>
                    <a:pt x="145" y="206"/>
                  </a:cubicBezTo>
                  <a:cubicBezTo>
                    <a:pt x="146" y="206"/>
                    <a:pt x="146" y="206"/>
                    <a:pt x="146" y="206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4"/>
                    <a:pt x="148" y="204"/>
                    <a:pt x="148" y="204"/>
                  </a:cubicBezTo>
                  <a:cubicBezTo>
                    <a:pt x="150" y="204"/>
                    <a:pt x="150" y="204"/>
                    <a:pt x="150" y="204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54" y="204"/>
                    <a:pt x="154" y="204"/>
                    <a:pt x="154" y="204"/>
                  </a:cubicBezTo>
                  <a:cubicBezTo>
                    <a:pt x="155" y="202"/>
                    <a:pt x="155" y="202"/>
                    <a:pt x="155" y="202"/>
                  </a:cubicBezTo>
                  <a:cubicBezTo>
                    <a:pt x="156" y="201"/>
                    <a:pt x="156" y="201"/>
                    <a:pt x="156" y="201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7" y="198"/>
                    <a:pt x="157" y="198"/>
                    <a:pt x="157" y="198"/>
                  </a:cubicBezTo>
                  <a:cubicBezTo>
                    <a:pt x="156" y="198"/>
                    <a:pt x="156" y="198"/>
                    <a:pt x="156" y="198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4" y="198"/>
                    <a:pt x="154" y="198"/>
                    <a:pt x="154" y="198"/>
                  </a:cubicBezTo>
                  <a:cubicBezTo>
                    <a:pt x="155" y="196"/>
                    <a:pt x="155" y="196"/>
                    <a:pt x="155" y="196"/>
                  </a:cubicBezTo>
                  <a:cubicBezTo>
                    <a:pt x="153" y="196"/>
                    <a:pt x="153" y="196"/>
                    <a:pt x="153" y="196"/>
                  </a:cubicBezTo>
                  <a:cubicBezTo>
                    <a:pt x="154" y="195"/>
                    <a:pt x="154" y="195"/>
                    <a:pt x="154" y="195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2" y="193"/>
                    <a:pt x="152" y="193"/>
                    <a:pt x="152" y="193"/>
                  </a:cubicBezTo>
                  <a:cubicBezTo>
                    <a:pt x="151" y="193"/>
                    <a:pt x="151" y="193"/>
                    <a:pt x="151" y="193"/>
                  </a:cubicBezTo>
                  <a:cubicBezTo>
                    <a:pt x="151" y="192"/>
                    <a:pt x="151" y="192"/>
                    <a:pt x="151" y="192"/>
                  </a:cubicBezTo>
                  <a:cubicBezTo>
                    <a:pt x="153" y="192"/>
                    <a:pt x="153" y="192"/>
                    <a:pt x="153" y="192"/>
                  </a:cubicBezTo>
                  <a:cubicBezTo>
                    <a:pt x="154" y="192"/>
                    <a:pt x="154" y="192"/>
                    <a:pt x="154" y="192"/>
                  </a:cubicBezTo>
                  <a:cubicBezTo>
                    <a:pt x="155" y="192"/>
                    <a:pt x="155" y="192"/>
                    <a:pt x="155" y="192"/>
                  </a:cubicBezTo>
                  <a:cubicBezTo>
                    <a:pt x="155" y="191"/>
                    <a:pt x="155" y="191"/>
                    <a:pt x="155" y="191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2"/>
                    <a:pt x="157" y="192"/>
                    <a:pt x="157" y="192"/>
                  </a:cubicBezTo>
                  <a:cubicBezTo>
                    <a:pt x="156" y="191"/>
                    <a:pt x="156" y="191"/>
                    <a:pt x="156" y="191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6" y="196"/>
                    <a:pt x="156" y="196"/>
                    <a:pt x="156" y="196"/>
                  </a:cubicBezTo>
                  <a:cubicBezTo>
                    <a:pt x="158" y="194"/>
                    <a:pt x="158" y="194"/>
                    <a:pt x="158" y="194"/>
                  </a:cubicBezTo>
                  <a:cubicBezTo>
                    <a:pt x="157" y="193"/>
                    <a:pt x="157" y="193"/>
                    <a:pt x="157" y="193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8" y="195"/>
                    <a:pt x="158" y="195"/>
                    <a:pt x="158" y="195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60" y="193"/>
                    <a:pt x="160" y="193"/>
                    <a:pt x="160" y="193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1" y="194"/>
                    <a:pt x="161" y="194"/>
                    <a:pt x="161" y="194"/>
                  </a:cubicBezTo>
                  <a:cubicBezTo>
                    <a:pt x="163" y="195"/>
                    <a:pt x="163" y="195"/>
                    <a:pt x="163" y="195"/>
                  </a:cubicBezTo>
                  <a:cubicBezTo>
                    <a:pt x="165" y="194"/>
                    <a:pt x="165" y="194"/>
                    <a:pt x="165" y="194"/>
                  </a:cubicBezTo>
                  <a:cubicBezTo>
                    <a:pt x="165" y="195"/>
                    <a:pt x="165" y="195"/>
                    <a:pt x="165" y="195"/>
                  </a:cubicBezTo>
                  <a:cubicBezTo>
                    <a:pt x="164" y="195"/>
                    <a:pt x="164" y="195"/>
                    <a:pt x="164" y="195"/>
                  </a:cubicBezTo>
                  <a:cubicBezTo>
                    <a:pt x="164" y="197"/>
                    <a:pt x="164" y="197"/>
                    <a:pt x="164" y="197"/>
                  </a:cubicBezTo>
                  <a:cubicBezTo>
                    <a:pt x="165" y="198"/>
                    <a:pt x="165" y="198"/>
                    <a:pt x="165" y="198"/>
                  </a:cubicBezTo>
                  <a:cubicBezTo>
                    <a:pt x="165" y="199"/>
                    <a:pt x="165" y="199"/>
                    <a:pt x="165" y="199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6" y="201"/>
                    <a:pt x="166" y="201"/>
                    <a:pt x="166" y="201"/>
                  </a:cubicBezTo>
                  <a:cubicBezTo>
                    <a:pt x="166" y="202"/>
                    <a:pt x="166" y="202"/>
                    <a:pt x="166" y="202"/>
                  </a:cubicBezTo>
                  <a:cubicBezTo>
                    <a:pt x="168" y="202"/>
                    <a:pt x="168" y="202"/>
                    <a:pt x="168" y="202"/>
                  </a:cubicBezTo>
                  <a:cubicBezTo>
                    <a:pt x="169" y="202"/>
                    <a:pt x="169" y="202"/>
                    <a:pt x="169" y="202"/>
                  </a:cubicBezTo>
                  <a:cubicBezTo>
                    <a:pt x="170" y="203"/>
                    <a:pt x="170" y="203"/>
                    <a:pt x="170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3" y="204"/>
                    <a:pt x="173" y="204"/>
                    <a:pt x="173" y="204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7"/>
                    <a:pt x="174" y="207"/>
                    <a:pt x="174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8"/>
                    <a:pt x="175" y="208"/>
                    <a:pt x="175" y="208"/>
                  </a:cubicBezTo>
                  <a:cubicBezTo>
                    <a:pt x="176" y="209"/>
                    <a:pt x="176" y="209"/>
                    <a:pt x="176" y="209"/>
                  </a:cubicBezTo>
                  <a:cubicBezTo>
                    <a:pt x="174" y="209"/>
                    <a:pt x="174" y="209"/>
                    <a:pt x="174" y="209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3" y="210"/>
                    <a:pt x="173" y="210"/>
                    <a:pt x="173" y="210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1" y="214"/>
                    <a:pt x="171" y="214"/>
                    <a:pt x="171" y="214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9" y="212"/>
                    <a:pt x="179" y="212"/>
                    <a:pt x="179" y="212"/>
                  </a:cubicBezTo>
                  <a:cubicBezTo>
                    <a:pt x="180" y="212"/>
                    <a:pt x="180" y="212"/>
                    <a:pt x="180" y="212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5" y="212"/>
                    <a:pt x="185" y="212"/>
                    <a:pt x="185" y="212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3"/>
                    <a:pt x="186" y="213"/>
                    <a:pt x="186" y="213"/>
                  </a:cubicBezTo>
                  <a:cubicBezTo>
                    <a:pt x="188" y="213"/>
                    <a:pt x="188" y="213"/>
                    <a:pt x="188" y="213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90" y="216"/>
                    <a:pt x="190" y="216"/>
                    <a:pt x="190" y="216"/>
                  </a:cubicBezTo>
                  <a:cubicBezTo>
                    <a:pt x="192" y="216"/>
                    <a:pt x="192" y="216"/>
                    <a:pt x="192" y="216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4" y="214"/>
                    <a:pt x="194" y="214"/>
                    <a:pt x="194" y="214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3" y="215"/>
                    <a:pt x="193" y="215"/>
                    <a:pt x="193" y="215"/>
                  </a:cubicBezTo>
                  <a:cubicBezTo>
                    <a:pt x="191" y="216"/>
                    <a:pt x="191" y="216"/>
                    <a:pt x="191" y="216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4" y="218"/>
                    <a:pt x="194" y="218"/>
                    <a:pt x="194" y="218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8" y="221"/>
                    <a:pt x="198" y="221"/>
                    <a:pt x="198" y="221"/>
                  </a:cubicBezTo>
                  <a:cubicBezTo>
                    <a:pt x="201" y="220"/>
                    <a:pt x="201" y="220"/>
                    <a:pt x="201" y="220"/>
                  </a:cubicBezTo>
                  <a:cubicBezTo>
                    <a:pt x="202" y="220"/>
                    <a:pt x="202" y="220"/>
                    <a:pt x="202" y="220"/>
                  </a:cubicBezTo>
                  <a:cubicBezTo>
                    <a:pt x="202" y="221"/>
                    <a:pt x="202" y="221"/>
                    <a:pt x="202" y="221"/>
                  </a:cubicBezTo>
                  <a:cubicBezTo>
                    <a:pt x="203" y="220"/>
                    <a:pt x="203" y="220"/>
                    <a:pt x="203" y="220"/>
                  </a:cubicBezTo>
                  <a:cubicBezTo>
                    <a:pt x="203" y="222"/>
                    <a:pt x="203" y="222"/>
                    <a:pt x="203" y="222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02" y="223"/>
                    <a:pt x="202" y="223"/>
                    <a:pt x="202" y="223"/>
                  </a:cubicBezTo>
                  <a:cubicBezTo>
                    <a:pt x="201" y="222"/>
                    <a:pt x="201" y="222"/>
                    <a:pt x="201" y="222"/>
                  </a:cubicBezTo>
                  <a:cubicBezTo>
                    <a:pt x="199" y="223"/>
                    <a:pt x="199" y="223"/>
                    <a:pt x="199" y="223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6"/>
                    <a:pt x="201" y="226"/>
                    <a:pt x="201" y="226"/>
                  </a:cubicBezTo>
                  <a:cubicBezTo>
                    <a:pt x="202" y="227"/>
                    <a:pt x="202" y="227"/>
                    <a:pt x="202" y="227"/>
                  </a:cubicBezTo>
                  <a:cubicBezTo>
                    <a:pt x="203" y="227"/>
                    <a:pt x="203" y="227"/>
                    <a:pt x="203" y="227"/>
                  </a:cubicBezTo>
                  <a:cubicBezTo>
                    <a:pt x="203" y="229"/>
                    <a:pt x="203" y="229"/>
                    <a:pt x="203" y="229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6" y="231"/>
                    <a:pt x="206" y="231"/>
                    <a:pt x="206" y="231"/>
                  </a:cubicBezTo>
                  <a:cubicBezTo>
                    <a:pt x="208" y="231"/>
                    <a:pt x="208" y="231"/>
                    <a:pt x="208" y="231"/>
                  </a:cubicBezTo>
                  <a:cubicBezTo>
                    <a:pt x="206" y="232"/>
                    <a:pt x="206" y="232"/>
                    <a:pt x="206" y="232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07" y="235"/>
                    <a:pt x="207" y="235"/>
                    <a:pt x="207" y="235"/>
                  </a:cubicBezTo>
                  <a:cubicBezTo>
                    <a:pt x="207" y="238"/>
                    <a:pt x="207" y="238"/>
                    <a:pt x="207" y="238"/>
                  </a:cubicBezTo>
                  <a:cubicBezTo>
                    <a:pt x="208" y="239"/>
                    <a:pt x="208" y="239"/>
                    <a:pt x="208" y="239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9" y="241"/>
                    <a:pt x="209" y="241"/>
                    <a:pt x="209" y="241"/>
                  </a:cubicBezTo>
                  <a:cubicBezTo>
                    <a:pt x="211" y="244"/>
                    <a:pt x="211" y="244"/>
                    <a:pt x="211" y="244"/>
                  </a:cubicBezTo>
                  <a:cubicBezTo>
                    <a:pt x="212" y="244"/>
                    <a:pt x="212" y="244"/>
                    <a:pt x="212" y="244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4" y="245"/>
                    <a:pt x="214" y="245"/>
                    <a:pt x="214" y="245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2" y="253"/>
                    <a:pt x="212" y="253"/>
                    <a:pt x="212" y="253"/>
                  </a:cubicBezTo>
                  <a:cubicBezTo>
                    <a:pt x="213" y="255"/>
                    <a:pt x="213" y="255"/>
                    <a:pt x="213" y="255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2" y="258"/>
                    <a:pt x="212" y="258"/>
                    <a:pt x="212" y="258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2" y="260"/>
                    <a:pt x="212" y="260"/>
                    <a:pt x="212" y="260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1" y="263"/>
                    <a:pt x="211" y="263"/>
                    <a:pt x="211" y="263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214" y="264"/>
                    <a:pt x="214" y="264"/>
                    <a:pt x="214" y="264"/>
                  </a:cubicBezTo>
                  <a:cubicBezTo>
                    <a:pt x="214" y="262"/>
                    <a:pt x="214" y="262"/>
                    <a:pt x="214" y="262"/>
                  </a:cubicBezTo>
                  <a:cubicBezTo>
                    <a:pt x="215" y="261"/>
                    <a:pt x="215" y="261"/>
                    <a:pt x="215" y="261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2"/>
                    <a:pt x="215" y="262"/>
                    <a:pt x="215" y="262"/>
                  </a:cubicBezTo>
                  <a:cubicBezTo>
                    <a:pt x="216" y="262"/>
                    <a:pt x="216" y="262"/>
                    <a:pt x="216" y="262"/>
                  </a:cubicBezTo>
                  <a:cubicBezTo>
                    <a:pt x="215" y="263"/>
                    <a:pt x="215" y="263"/>
                    <a:pt x="215" y="263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15" y="265"/>
                    <a:pt x="215" y="265"/>
                    <a:pt x="215" y="265"/>
                  </a:cubicBezTo>
                  <a:cubicBezTo>
                    <a:pt x="213" y="265"/>
                    <a:pt x="213" y="265"/>
                    <a:pt x="213" y="265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4" y="267"/>
                    <a:pt x="214" y="267"/>
                    <a:pt x="214" y="267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3" y="271"/>
                    <a:pt x="213" y="271"/>
                    <a:pt x="213" y="271"/>
                  </a:cubicBezTo>
                  <a:cubicBezTo>
                    <a:pt x="214" y="273"/>
                    <a:pt x="214" y="273"/>
                    <a:pt x="214" y="273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6"/>
                    <a:pt x="214" y="276"/>
                    <a:pt x="214" y="276"/>
                  </a:cubicBezTo>
                  <a:cubicBezTo>
                    <a:pt x="216" y="276"/>
                    <a:pt x="216" y="276"/>
                    <a:pt x="216" y="276"/>
                  </a:cubicBezTo>
                  <a:cubicBezTo>
                    <a:pt x="216" y="274"/>
                    <a:pt x="216" y="274"/>
                    <a:pt x="216" y="274"/>
                  </a:cubicBezTo>
                  <a:cubicBezTo>
                    <a:pt x="217" y="272"/>
                    <a:pt x="217" y="272"/>
                    <a:pt x="217" y="272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67"/>
                    <a:pt x="218" y="267"/>
                    <a:pt x="218" y="267"/>
                  </a:cubicBezTo>
                  <a:cubicBezTo>
                    <a:pt x="219" y="267"/>
                    <a:pt x="219" y="267"/>
                    <a:pt x="219" y="267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19" y="268"/>
                    <a:pt x="219" y="268"/>
                    <a:pt x="219" y="268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9" y="271"/>
                    <a:pt x="219" y="271"/>
                    <a:pt x="219" y="271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4"/>
                    <a:pt x="219" y="274"/>
                    <a:pt x="219" y="274"/>
                  </a:cubicBez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6"/>
                    <a:pt x="217" y="276"/>
                    <a:pt x="217" y="276"/>
                  </a:cubicBezTo>
                  <a:cubicBezTo>
                    <a:pt x="216" y="278"/>
                    <a:pt x="216" y="278"/>
                    <a:pt x="216" y="278"/>
                  </a:cubicBezTo>
                  <a:cubicBezTo>
                    <a:pt x="218" y="280"/>
                    <a:pt x="218" y="280"/>
                    <a:pt x="218" y="280"/>
                  </a:cubicBezTo>
                  <a:cubicBezTo>
                    <a:pt x="218" y="279"/>
                    <a:pt x="218" y="279"/>
                    <a:pt x="218" y="279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21" y="277"/>
                    <a:pt x="221" y="277"/>
                    <a:pt x="221" y="277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23" y="273"/>
                    <a:pt x="223" y="273"/>
                    <a:pt x="223" y="273"/>
                  </a:cubicBezTo>
                  <a:cubicBezTo>
                    <a:pt x="223" y="275"/>
                    <a:pt x="223" y="275"/>
                    <a:pt x="223" y="275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19" y="280"/>
                    <a:pt x="219" y="280"/>
                    <a:pt x="219" y="280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18" y="282"/>
                    <a:pt x="218" y="282"/>
                    <a:pt x="218" y="282"/>
                  </a:cubicBezTo>
                  <a:cubicBezTo>
                    <a:pt x="220" y="284"/>
                    <a:pt x="220" y="284"/>
                    <a:pt x="220" y="284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222" y="281"/>
                    <a:pt x="222" y="281"/>
                    <a:pt x="222" y="281"/>
                  </a:cubicBezTo>
                  <a:cubicBezTo>
                    <a:pt x="223" y="282"/>
                    <a:pt x="223" y="282"/>
                    <a:pt x="223" y="282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0" y="285"/>
                    <a:pt x="220" y="285"/>
                    <a:pt x="220" y="285"/>
                  </a:cubicBezTo>
                  <a:cubicBezTo>
                    <a:pt x="221" y="286"/>
                    <a:pt x="221" y="286"/>
                    <a:pt x="221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19" y="289"/>
                    <a:pt x="219" y="289"/>
                    <a:pt x="219" y="289"/>
                  </a:cubicBezTo>
                  <a:cubicBezTo>
                    <a:pt x="220" y="291"/>
                    <a:pt x="220" y="291"/>
                    <a:pt x="220" y="291"/>
                  </a:cubicBezTo>
                  <a:cubicBezTo>
                    <a:pt x="221" y="291"/>
                    <a:pt x="221" y="291"/>
                    <a:pt x="221" y="291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9" y="290"/>
                    <a:pt x="219" y="290"/>
                    <a:pt x="219" y="290"/>
                  </a:cubicBezTo>
                  <a:cubicBezTo>
                    <a:pt x="219" y="287"/>
                    <a:pt x="219" y="287"/>
                    <a:pt x="219" y="287"/>
                  </a:cubicBezTo>
                  <a:cubicBezTo>
                    <a:pt x="218" y="287"/>
                    <a:pt x="218" y="287"/>
                    <a:pt x="218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5" y="291"/>
                    <a:pt x="215" y="291"/>
                    <a:pt x="215" y="291"/>
                  </a:cubicBezTo>
                  <a:cubicBezTo>
                    <a:pt x="216" y="290"/>
                    <a:pt x="216" y="290"/>
                    <a:pt x="216" y="290"/>
                  </a:cubicBezTo>
                  <a:cubicBezTo>
                    <a:pt x="218" y="290"/>
                    <a:pt x="218" y="290"/>
                    <a:pt x="218" y="290"/>
                  </a:cubicBezTo>
                  <a:cubicBezTo>
                    <a:pt x="217" y="291"/>
                    <a:pt x="217" y="291"/>
                    <a:pt x="217" y="291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4"/>
                    <a:pt x="217" y="294"/>
                    <a:pt x="217" y="294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8" y="297"/>
                    <a:pt x="218" y="297"/>
                    <a:pt x="218" y="297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21" y="296"/>
                    <a:pt x="221" y="296"/>
                    <a:pt x="221" y="296"/>
                  </a:cubicBezTo>
                  <a:cubicBezTo>
                    <a:pt x="220" y="294"/>
                    <a:pt x="220" y="294"/>
                    <a:pt x="220" y="294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19" y="293"/>
                    <a:pt x="219" y="293"/>
                    <a:pt x="219" y="293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21" y="294"/>
                    <a:pt x="221" y="294"/>
                    <a:pt x="221" y="294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3" y="293"/>
                    <a:pt x="223" y="293"/>
                    <a:pt x="223" y="293"/>
                  </a:cubicBezTo>
                  <a:cubicBezTo>
                    <a:pt x="222" y="293"/>
                    <a:pt x="222" y="293"/>
                    <a:pt x="222" y="293"/>
                  </a:cubicBezTo>
                  <a:cubicBezTo>
                    <a:pt x="222" y="295"/>
                    <a:pt x="222" y="295"/>
                    <a:pt x="222" y="295"/>
                  </a:cubicBezTo>
                  <a:cubicBezTo>
                    <a:pt x="223" y="296"/>
                    <a:pt x="223" y="296"/>
                    <a:pt x="223" y="296"/>
                  </a:cubicBezTo>
                  <a:cubicBezTo>
                    <a:pt x="222" y="297"/>
                    <a:pt x="222" y="297"/>
                    <a:pt x="222" y="297"/>
                  </a:cubicBezTo>
                  <a:cubicBezTo>
                    <a:pt x="224" y="298"/>
                    <a:pt x="224" y="298"/>
                    <a:pt x="224" y="298"/>
                  </a:cubicBezTo>
                  <a:cubicBezTo>
                    <a:pt x="225" y="298"/>
                    <a:pt x="225" y="298"/>
                    <a:pt x="225" y="298"/>
                  </a:cubicBezTo>
                  <a:cubicBezTo>
                    <a:pt x="227" y="297"/>
                    <a:pt x="227" y="297"/>
                    <a:pt x="227" y="297"/>
                  </a:cubicBezTo>
                  <a:cubicBezTo>
                    <a:pt x="226" y="296"/>
                    <a:pt x="226" y="296"/>
                    <a:pt x="226" y="296"/>
                  </a:cubicBezTo>
                  <a:cubicBezTo>
                    <a:pt x="227" y="295"/>
                    <a:pt x="227" y="295"/>
                    <a:pt x="227" y="295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91"/>
                    <a:pt x="228" y="291"/>
                    <a:pt x="228" y="291"/>
                  </a:cubicBezTo>
                  <a:cubicBezTo>
                    <a:pt x="227" y="290"/>
                    <a:pt x="227" y="290"/>
                    <a:pt x="227" y="290"/>
                  </a:cubicBezTo>
                  <a:cubicBezTo>
                    <a:pt x="228" y="290"/>
                    <a:pt x="228" y="290"/>
                    <a:pt x="228" y="290"/>
                  </a:cubicBezTo>
                  <a:cubicBezTo>
                    <a:pt x="229" y="290"/>
                    <a:pt x="229" y="290"/>
                    <a:pt x="229" y="290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8" y="294"/>
                    <a:pt x="228" y="294"/>
                    <a:pt x="228" y="294"/>
                  </a:cubicBezTo>
                  <a:cubicBezTo>
                    <a:pt x="230" y="295"/>
                    <a:pt x="230" y="295"/>
                    <a:pt x="230" y="295"/>
                  </a:cubicBezTo>
                  <a:cubicBezTo>
                    <a:pt x="228" y="296"/>
                    <a:pt x="228" y="296"/>
                    <a:pt x="228" y="296"/>
                  </a:cubicBezTo>
                  <a:cubicBezTo>
                    <a:pt x="231" y="298"/>
                    <a:pt x="231" y="298"/>
                    <a:pt x="231" y="298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2" y="297"/>
                    <a:pt x="232" y="297"/>
                    <a:pt x="232" y="297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6" y="298"/>
                    <a:pt x="236" y="298"/>
                    <a:pt x="236" y="298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8" y="296"/>
                    <a:pt x="238" y="296"/>
                    <a:pt x="238" y="296"/>
                  </a:cubicBezTo>
                  <a:cubicBezTo>
                    <a:pt x="238" y="297"/>
                    <a:pt x="238" y="297"/>
                    <a:pt x="238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39" y="297"/>
                    <a:pt x="239" y="297"/>
                    <a:pt x="239" y="297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6" y="299"/>
                    <a:pt x="236" y="299"/>
                    <a:pt x="236" y="299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4" y="301"/>
                    <a:pt x="234" y="301"/>
                    <a:pt x="234" y="301"/>
                  </a:cubicBezTo>
                  <a:cubicBezTo>
                    <a:pt x="233" y="302"/>
                    <a:pt x="233" y="302"/>
                    <a:pt x="233" y="302"/>
                  </a:cubicBezTo>
                  <a:cubicBezTo>
                    <a:pt x="233" y="305"/>
                    <a:pt x="233" y="305"/>
                    <a:pt x="233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8"/>
                    <a:pt x="234" y="308"/>
                    <a:pt x="234" y="308"/>
                  </a:cubicBezTo>
                  <a:cubicBezTo>
                    <a:pt x="233" y="311"/>
                    <a:pt x="233" y="311"/>
                    <a:pt x="233" y="311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08"/>
                    <a:pt x="233" y="308"/>
                    <a:pt x="233" y="308"/>
                  </a:cubicBezTo>
                  <a:cubicBezTo>
                    <a:pt x="231" y="306"/>
                    <a:pt x="231" y="306"/>
                    <a:pt x="231" y="306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7" y="309"/>
                    <a:pt x="227" y="309"/>
                    <a:pt x="227" y="309"/>
                  </a:cubicBezTo>
                  <a:cubicBezTo>
                    <a:pt x="230" y="309"/>
                    <a:pt x="230" y="309"/>
                    <a:pt x="230" y="309"/>
                  </a:cubicBezTo>
                  <a:cubicBezTo>
                    <a:pt x="230" y="310"/>
                    <a:pt x="230" y="310"/>
                    <a:pt x="230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3"/>
                    <a:pt x="231" y="313"/>
                    <a:pt x="231" y="313"/>
                  </a:cubicBezTo>
                  <a:cubicBezTo>
                    <a:pt x="232" y="314"/>
                    <a:pt x="232" y="314"/>
                    <a:pt x="232" y="314"/>
                  </a:cubicBezTo>
                  <a:cubicBezTo>
                    <a:pt x="232" y="316"/>
                    <a:pt x="232" y="316"/>
                    <a:pt x="232" y="316"/>
                  </a:cubicBezTo>
                  <a:cubicBezTo>
                    <a:pt x="232" y="315"/>
                    <a:pt x="232" y="315"/>
                    <a:pt x="232" y="315"/>
                  </a:cubicBezTo>
                  <a:cubicBezTo>
                    <a:pt x="229" y="312"/>
                    <a:pt x="229" y="312"/>
                    <a:pt x="229" y="312"/>
                  </a:cubicBezTo>
                  <a:cubicBezTo>
                    <a:pt x="228" y="311"/>
                    <a:pt x="228" y="311"/>
                    <a:pt x="228" y="311"/>
                  </a:cubicBezTo>
                  <a:cubicBezTo>
                    <a:pt x="228" y="312"/>
                    <a:pt x="228" y="312"/>
                    <a:pt x="228" y="312"/>
                  </a:cubicBezTo>
                  <a:cubicBezTo>
                    <a:pt x="228" y="312"/>
                    <a:pt x="228" y="312"/>
                    <a:pt x="227" y="313"/>
                  </a:cubicBezTo>
                  <a:cubicBezTo>
                    <a:pt x="227" y="313"/>
                    <a:pt x="227" y="313"/>
                    <a:pt x="227" y="313"/>
                  </a:cubicBezTo>
                  <a:cubicBezTo>
                    <a:pt x="228" y="315"/>
                    <a:pt x="228" y="315"/>
                    <a:pt x="228" y="315"/>
                  </a:cubicBezTo>
                  <a:cubicBezTo>
                    <a:pt x="230" y="317"/>
                    <a:pt x="230" y="317"/>
                    <a:pt x="230" y="317"/>
                  </a:cubicBezTo>
                  <a:cubicBezTo>
                    <a:pt x="230" y="319"/>
                    <a:pt x="230" y="319"/>
                    <a:pt x="230" y="319"/>
                  </a:cubicBezTo>
                  <a:cubicBezTo>
                    <a:pt x="232" y="320"/>
                    <a:pt x="232" y="320"/>
                    <a:pt x="232" y="320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4" y="327"/>
                    <a:pt x="234" y="327"/>
                    <a:pt x="234" y="327"/>
                  </a:cubicBezTo>
                  <a:cubicBezTo>
                    <a:pt x="234" y="329"/>
                    <a:pt x="234" y="329"/>
                    <a:pt x="234" y="329"/>
                  </a:cubicBezTo>
                  <a:cubicBezTo>
                    <a:pt x="235" y="328"/>
                    <a:pt x="235" y="328"/>
                    <a:pt x="235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8"/>
                    <a:pt x="238" y="328"/>
                    <a:pt x="238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1" y="333"/>
                    <a:pt x="241" y="333"/>
                    <a:pt x="241" y="333"/>
                  </a:cubicBezTo>
                  <a:cubicBezTo>
                    <a:pt x="240" y="335"/>
                    <a:pt x="240" y="335"/>
                    <a:pt x="240" y="335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37" y="333"/>
                    <a:pt x="237" y="333"/>
                    <a:pt x="237" y="333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6" y="338"/>
                    <a:pt x="236" y="338"/>
                    <a:pt x="236" y="338"/>
                  </a:cubicBezTo>
                  <a:cubicBezTo>
                    <a:pt x="237" y="338"/>
                    <a:pt x="237" y="338"/>
                    <a:pt x="237" y="338"/>
                  </a:cubicBezTo>
                  <a:cubicBezTo>
                    <a:pt x="237" y="338"/>
                    <a:pt x="238" y="338"/>
                    <a:pt x="238" y="338"/>
                  </a:cubicBezTo>
                  <a:cubicBezTo>
                    <a:pt x="236" y="340"/>
                    <a:pt x="236" y="340"/>
                    <a:pt x="236" y="340"/>
                  </a:cubicBezTo>
                  <a:cubicBezTo>
                    <a:pt x="236" y="341"/>
                    <a:pt x="236" y="341"/>
                    <a:pt x="236" y="341"/>
                  </a:cubicBezTo>
                  <a:cubicBezTo>
                    <a:pt x="238" y="343"/>
                    <a:pt x="238" y="343"/>
                    <a:pt x="238" y="343"/>
                  </a:cubicBezTo>
                  <a:cubicBezTo>
                    <a:pt x="238" y="340"/>
                    <a:pt x="238" y="340"/>
                    <a:pt x="238" y="340"/>
                  </a:cubicBezTo>
                  <a:cubicBezTo>
                    <a:pt x="238" y="338"/>
                    <a:pt x="238" y="338"/>
                    <a:pt x="238" y="338"/>
                  </a:cubicBezTo>
                  <a:cubicBezTo>
                    <a:pt x="238" y="338"/>
                    <a:pt x="238" y="338"/>
                    <a:pt x="239" y="338"/>
                  </a:cubicBezTo>
                  <a:cubicBezTo>
                    <a:pt x="239" y="338"/>
                    <a:pt x="239" y="338"/>
                    <a:pt x="239" y="338"/>
                  </a:cubicBezTo>
                  <a:cubicBezTo>
                    <a:pt x="238" y="339"/>
                    <a:pt x="238" y="339"/>
                    <a:pt x="238" y="339"/>
                  </a:cubicBezTo>
                  <a:cubicBezTo>
                    <a:pt x="239" y="340"/>
                    <a:pt x="239" y="340"/>
                    <a:pt x="239" y="340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38" y="342"/>
                    <a:pt x="238" y="342"/>
                    <a:pt x="238" y="342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6"/>
                    <a:pt x="237" y="346"/>
                    <a:pt x="237" y="346"/>
                  </a:cubicBezTo>
                  <a:cubicBezTo>
                    <a:pt x="238" y="347"/>
                    <a:pt x="238" y="347"/>
                    <a:pt x="238" y="347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40" y="346"/>
                    <a:pt x="240" y="346"/>
                    <a:pt x="240" y="346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39" y="347"/>
                    <a:pt x="239" y="347"/>
                    <a:pt x="239" y="347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9" y="350"/>
                    <a:pt x="239" y="350"/>
                    <a:pt x="239" y="350"/>
                  </a:cubicBezTo>
                  <a:cubicBezTo>
                    <a:pt x="241" y="351"/>
                    <a:pt x="241" y="351"/>
                    <a:pt x="241" y="351"/>
                  </a:cubicBezTo>
                  <a:cubicBezTo>
                    <a:pt x="241" y="352"/>
                    <a:pt x="241" y="352"/>
                    <a:pt x="241" y="352"/>
                  </a:cubicBezTo>
                  <a:cubicBezTo>
                    <a:pt x="243" y="352"/>
                    <a:pt x="243" y="352"/>
                    <a:pt x="243" y="352"/>
                  </a:cubicBezTo>
                  <a:cubicBezTo>
                    <a:pt x="243" y="354"/>
                    <a:pt x="243" y="354"/>
                    <a:pt x="243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39" y="353"/>
                    <a:pt x="239" y="353"/>
                    <a:pt x="239" y="353"/>
                  </a:cubicBezTo>
                  <a:cubicBezTo>
                    <a:pt x="238" y="352"/>
                    <a:pt x="238" y="352"/>
                    <a:pt x="238" y="352"/>
                  </a:cubicBezTo>
                  <a:cubicBezTo>
                    <a:pt x="237" y="350"/>
                    <a:pt x="237" y="350"/>
                    <a:pt x="237" y="350"/>
                  </a:cubicBezTo>
                  <a:cubicBezTo>
                    <a:pt x="236" y="350"/>
                    <a:pt x="236" y="350"/>
                    <a:pt x="236" y="350"/>
                  </a:cubicBezTo>
                  <a:cubicBezTo>
                    <a:pt x="235" y="349"/>
                    <a:pt x="235" y="349"/>
                    <a:pt x="235" y="349"/>
                  </a:cubicBezTo>
                  <a:cubicBezTo>
                    <a:pt x="233" y="348"/>
                    <a:pt x="233" y="348"/>
                    <a:pt x="233" y="348"/>
                  </a:cubicBezTo>
                  <a:cubicBezTo>
                    <a:pt x="232" y="349"/>
                    <a:pt x="232" y="349"/>
                    <a:pt x="232" y="349"/>
                  </a:cubicBezTo>
                  <a:cubicBezTo>
                    <a:pt x="229" y="349"/>
                    <a:pt x="229" y="349"/>
                    <a:pt x="229" y="349"/>
                  </a:cubicBezTo>
                  <a:cubicBezTo>
                    <a:pt x="230" y="352"/>
                    <a:pt x="230" y="352"/>
                    <a:pt x="230" y="352"/>
                  </a:cubicBezTo>
                  <a:cubicBezTo>
                    <a:pt x="231" y="352"/>
                    <a:pt x="231" y="352"/>
                    <a:pt x="231" y="352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0" y="356"/>
                    <a:pt x="230" y="356"/>
                    <a:pt x="230" y="356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60"/>
                    <a:pt x="233" y="360"/>
                    <a:pt x="233" y="360"/>
                  </a:cubicBezTo>
                  <a:cubicBezTo>
                    <a:pt x="235" y="360"/>
                    <a:pt x="235" y="360"/>
                    <a:pt x="235" y="360"/>
                  </a:cubicBezTo>
                  <a:cubicBezTo>
                    <a:pt x="235" y="361"/>
                    <a:pt x="235" y="361"/>
                    <a:pt x="235" y="361"/>
                  </a:cubicBezTo>
                  <a:cubicBezTo>
                    <a:pt x="236" y="362"/>
                    <a:pt x="236" y="362"/>
                    <a:pt x="236" y="362"/>
                  </a:cubicBezTo>
                  <a:cubicBezTo>
                    <a:pt x="236" y="363"/>
                    <a:pt x="236" y="363"/>
                    <a:pt x="236" y="363"/>
                  </a:cubicBezTo>
                  <a:cubicBezTo>
                    <a:pt x="237" y="366"/>
                    <a:pt x="237" y="366"/>
                    <a:pt x="237" y="366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8"/>
                    <a:pt x="238" y="368"/>
                    <a:pt x="238" y="368"/>
                  </a:cubicBezTo>
                  <a:cubicBezTo>
                    <a:pt x="239" y="367"/>
                    <a:pt x="239" y="367"/>
                    <a:pt x="239" y="367"/>
                  </a:cubicBezTo>
                  <a:cubicBezTo>
                    <a:pt x="240" y="369"/>
                    <a:pt x="240" y="369"/>
                    <a:pt x="240" y="369"/>
                  </a:cubicBezTo>
                  <a:cubicBezTo>
                    <a:pt x="242" y="369"/>
                    <a:pt x="242" y="369"/>
                    <a:pt x="242" y="369"/>
                  </a:cubicBezTo>
                  <a:cubicBezTo>
                    <a:pt x="242" y="370"/>
                    <a:pt x="242" y="370"/>
                    <a:pt x="242" y="370"/>
                  </a:cubicBezTo>
                  <a:cubicBezTo>
                    <a:pt x="243" y="370"/>
                    <a:pt x="243" y="370"/>
                    <a:pt x="243" y="370"/>
                  </a:cubicBezTo>
                  <a:cubicBezTo>
                    <a:pt x="243" y="371"/>
                    <a:pt x="243" y="371"/>
                    <a:pt x="243" y="371"/>
                  </a:cubicBezTo>
                  <a:cubicBezTo>
                    <a:pt x="243" y="372"/>
                    <a:pt x="243" y="372"/>
                    <a:pt x="243" y="372"/>
                  </a:cubicBezTo>
                  <a:cubicBezTo>
                    <a:pt x="245" y="374"/>
                    <a:pt x="245" y="374"/>
                    <a:pt x="245" y="374"/>
                  </a:cubicBezTo>
                  <a:cubicBezTo>
                    <a:pt x="246" y="373"/>
                    <a:pt x="246" y="373"/>
                    <a:pt x="246" y="373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5" y="375"/>
                    <a:pt x="245" y="375"/>
                    <a:pt x="245" y="375"/>
                  </a:cubicBezTo>
                  <a:cubicBezTo>
                    <a:pt x="249" y="379"/>
                    <a:pt x="249" y="379"/>
                    <a:pt x="249" y="379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0" y="380"/>
                    <a:pt x="250" y="380"/>
                    <a:pt x="250" y="380"/>
                  </a:cubicBezTo>
                  <a:cubicBezTo>
                    <a:pt x="255" y="383"/>
                    <a:pt x="255" y="383"/>
                    <a:pt x="255" y="383"/>
                  </a:cubicBezTo>
                  <a:cubicBezTo>
                    <a:pt x="256" y="382"/>
                    <a:pt x="256" y="382"/>
                    <a:pt x="256" y="382"/>
                  </a:cubicBezTo>
                  <a:cubicBezTo>
                    <a:pt x="258" y="382"/>
                    <a:pt x="258" y="382"/>
                    <a:pt x="258" y="382"/>
                  </a:cubicBezTo>
                  <a:cubicBezTo>
                    <a:pt x="257" y="378"/>
                    <a:pt x="257" y="378"/>
                    <a:pt x="257" y="378"/>
                  </a:cubicBezTo>
                  <a:cubicBezTo>
                    <a:pt x="257" y="376"/>
                    <a:pt x="257" y="376"/>
                    <a:pt x="257" y="376"/>
                  </a:cubicBezTo>
                  <a:cubicBezTo>
                    <a:pt x="257" y="375"/>
                    <a:pt x="257" y="375"/>
                    <a:pt x="257" y="375"/>
                  </a:cubicBezTo>
                  <a:cubicBezTo>
                    <a:pt x="257" y="372"/>
                    <a:pt x="257" y="372"/>
                    <a:pt x="257" y="372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2" y="368"/>
                    <a:pt x="252" y="368"/>
                    <a:pt x="252" y="368"/>
                  </a:cubicBezTo>
                  <a:cubicBezTo>
                    <a:pt x="252" y="364"/>
                    <a:pt x="252" y="364"/>
                    <a:pt x="252" y="364"/>
                  </a:cubicBezTo>
                  <a:cubicBezTo>
                    <a:pt x="251" y="363"/>
                    <a:pt x="251" y="363"/>
                    <a:pt x="251" y="363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7" y="357"/>
                    <a:pt x="247" y="357"/>
                    <a:pt x="247" y="35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7" y="356"/>
                    <a:pt x="247" y="356"/>
                    <a:pt x="247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9" y="356"/>
                    <a:pt x="249" y="356"/>
                    <a:pt x="249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1" y="357"/>
                    <a:pt x="251" y="357"/>
                    <a:pt x="251" y="357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3" y="357"/>
                    <a:pt x="253" y="357"/>
                    <a:pt x="253" y="357"/>
                  </a:cubicBezTo>
                  <a:cubicBezTo>
                    <a:pt x="253" y="358"/>
                    <a:pt x="253" y="358"/>
                    <a:pt x="253" y="358"/>
                  </a:cubicBezTo>
                  <a:cubicBezTo>
                    <a:pt x="255" y="358"/>
                    <a:pt x="255" y="358"/>
                    <a:pt x="255" y="358"/>
                  </a:cubicBezTo>
                  <a:cubicBezTo>
                    <a:pt x="256" y="358"/>
                    <a:pt x="256" y="358"/>
                    <a:pt x="256" y="358"/>
                  </a:cubicBezTo>
                  <a:cubicBezTo>
                    <a:pt x="255" y="360"/>
                    <a:pt x="255" y="360"/>
                    <a:pt x="255" y="360"/>
                  </a:cubicBezTo>
                  <a:cubicBezTo>
                    <a:pt x="253" y="361"/>
                    <a:pt x="253" y="361"/>
                    <a:pt x="253" y="361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4" y="364"/>
                    <a:pt x="254" y="364"/>
                    <a:pt x="254" y="364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3" y="367"/>
                    <a:pt x="253" y="367"/>
                    <a:pt x="253" y="367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58" y="370"/>
                    <a:pt x="258" y="370"/>
                    <a:pt x="258" y="370"/>
                  </a:cubicBezTo>
                  <a:cubicBezTo>
                    <a:pt x="260" y="369"/>
                    <a:pt x="260" y="369"/>
                    <a:pt x="260" y="369"/>
                  </a:cubicBezTo>
                  <a:cubicBezTo>
                    <a:pt x="262" y="369"/>
                    <a:pt x="262" y="369"/>
                    <a:pt x="262" y="369"/>
                  </a:cubicBezTo>
                  <a:cubicBezTo>
                    <a:pt x="260" y="372"/>
                    <a:pt x="260" y="372"/>
                    <a:pt x="260" y="372"/>
                  </a:cubicBezTo>
                  <a:cubicBezTo>
                    <a:pt x="261" y="375"/>
                    <a:pt x="261" y="375"/>
                    <a:pt x="261" y="375"/>
                  </a:cubicBezTo>
                  <a:cubicBezTo>
                    <a:pt x="262" y="375"/>
                    <a:pt x="262" y="375"/>
                    <a:pt x="262" y="375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3" y="380"/>
                    <a:pt x="263" y="380"/>
                    <a:pt x="263" y="380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1" y="383"/>
                    <a:pt x="261" y="383"/>
                    <a:pt x="261" y="383"/>
                  </a:cubicBezTo>
                  <a:cubicBezTo>
                    <a:pt x="261" y="385"/>
                    <a:pt x="261" y="385"/>
                    <a:pt x="261" y="385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0" y="385"/>
                    <a:pt x="260" y="385"/>
                    <a:pt x="260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8" y="384"/>
                    <a:pt x="258" y="384"/>
                    <a:pt x="258" y="384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4" y="383"/>
                    <a:pt x="254" y="383"/>
                    <a:pt x="254" y="383"/>
                  </a:cubicBezTo>
                  <a:cubicBezTo>
                    <a:pt x="252" y="382"/>
                    <a:pt x="252" y="382"/>
                    <a:pt x="252" y="382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7" y="380"/>
                    <a:pt x="247" y="380"/>
                    <a:pt x="247" y="380"/>
                  </a:cubicBezTo>
                  <a:cubicBezTo>
                    <a:pt x="247" y="381"/>
                    <a:pt x="247" y="381"/>
                    <a:pt x="247" y="381"/>
                  </a:cubicBezTo>
                  <a:cubicBezTo>
                    <a:pt x="246" y="384"/>
                    <a:pt x="246" y="384"/>
                    <a:pt x="246" y="384"/>
                  </a:cubicBezTo>
                  <a:cubicBezTo>
                    <a:pt x="246" y="385"/>
                    <a:pt x="246" y="385"/>
                    <a:pt x="246" y="385"/>
                  </a:cubicBezTo>
                  <a:cubicBezTo>
                    <a:pt x="246" y="388"/>
                    <a:pt x="246" y="388"/>
                    <a:pt x="246" y="388"/>
                  </a:cubicBezTo>
                  <a:cubicBezTo>
                    <a:pt x="246" y="392"/>
                    <a:pt x="246" y="392"/>
                    <a:pt x="246" y="392"/>
                  </a:cubicBezTo>
                  <a:cubicBezTo>
                    <a:pt x="246" y="394"/>
                    <a:pt x="246" y="394"/>
                    <a:pt x="246" y="394"/>
                  </a:cubicBezTo>
                  <a:cubicBezTo>
                    <a:pt x="246" y="395"/>
                    <a:pt x="246" y="395"/>
                    <a:pt x="246" y="395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400"/>
                    <a:pt x="246" y="400"/>
                    <a:pt x="246" y="400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3"/>
                    <a:pt x="247" y="403"/>
                    <a:pt x="247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5" y="404"/>
                    <a:pt x="245" y="404"/>
                    <a:pt x="245" y="404"/>
                  </a:cubicBezTo>
                  <a:cubicBezTo>
                    <a:pt x="245" y="405"/>
                    <a:pt x="245" y="405"/>
                    <a:pt x="245" y="405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7"/>
                    <a:pt x="245" y="407"/>
                    <a:pt x="245" y="407"/>
                  </a:cubicBezTo>
                  <a:cubicBezTo>
                    <a:pt x="243" y="409"/>
                    <a:pt x="243" y="409"/>
                    <a:pt x="243" y="409"/>
                  </a:cubicBezTo>
                  <a:cubicBezTo>
                    <a:pt x="243" y="410"/>
                    <a:pt x="243" y="410"/>
                    <a:pt x="243" y="410"/>
                  </a:cubicBezTo>
                  <a:cubicBezTo>
                    <a:pt x="243" y="411"/>
                    <a:pt x="243" y="411"/>
                    <a:pt x="243" y="411"/>
                  </a:cubicBezTo>
                  <a:cubicBezTo>
                    <a:pt x="242" y="413"/>
                    <a:pt x="242" y="413"/>
                    <a:pt x="242" y="413"/>
                  </a:cubicBezTo>
                  <a:cubicBezTo>
                    <a:pt x="240" y="419"/>
                    <a:pt x="240" y="419"/>
                    <a:pt x="240" y="419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37" y="426"/>
                    <a:pt x="237" y="426"/>
                    <a:pt x="237" y="426"/>
                  </a:cubicBezTo>
                  <a:cubicBezTo>
                    <a:pt x="237" y="430"/>
                    <a:pt x="237" y="430"/>
                    <a:pt x="237" y="430"/>
                  </a:cubicBezTo>
                  <a:cubicBezTo>
                    <a:pt x="236" y="431"/>
                    <a:pt x="236" y="431"/>
                    <a:pt x="236" y="431"/>
                  </a:cubicBezTo>
                  <a:cubicBezTo>
                    <a:pt x="235" y="433"/>
                    <a:pt x="235" y="433"/>
                    <a:pt x="235" y="433"/>
                  </a:cubicBezTo>
                  <a:cubicBezTo>
                    <a:pt x="234" y="435"/>
                    <a:pt x="234" y="435"/>
                    <a:pt x="234" y="435"/>
                  </a:cubicBezTo>
                  <a:cubicBezTo>
                    <a:pt x="233" y="436"/>
                    <a:pt x="233" y="436"/>
                    <a:pt x="233" y="436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0" y="442"/>
                    <a:pt x="230" y="442"/>
                    <a:pt x="230" y="442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29" y="447"/>
                    <a:pt x="229" y="447"/>
                    <a:pt x="229" y="447"/>
                  </a:cubicBezTo>
                  <a:cubicBezTo>
                    <a:pt x="229" y="449"/>
                    <a:pt x="229" y="449"/>
                    <a:pt x="229" y="449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4"/>
                    <a:pt x="230" y="454"/>
                    <a:pt x="230" y="454"/>
                  </a:cubicBezTo>
                  <a:cubicBezTo>
                    <a:pt x="230" y="457"/>
                    <a:pt x="230" y="457"/>
                    <a:pt x="230" y="457"/>
                  </a:cubicBezTo>
                  <a:cubicBezTo>
                    <a:pt x="229" y="459"/>
                    <a:pt x="229" y="459"/>
                    <a:pt x="229" y="459"/>
                  </a:cubicBezTo>
                  <a:cubicBezTo>
                    <a:pt x="228" y="460"/>
                    <a:pt x="228" y="460"/>
                    <a:pt x="228" y="460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8" y="463"/>
                    <a:pt x="228" y="463"/>
                    <a:pt x="228" y="463"/>
                  </a:cubicBezTo>
                  <a:cubicBezTo>
                    <a:pt x="226" y="464"/>
                    <a:pt x="226" y="464"/>
                    <a:pt x="226" y="464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5" y="468"/>
                    <a:pt x="225" y="468"/>
                    <a:pt x="225" y="468"/>
                  </a:cubicBezTo>
                  <a:cubicBezTo>
                    <a:pt x="227" y="470"/>
                    <a:pt x="227" y="470"/>
                    <a:pt x="227" y="470"/>
                  </a:cubicBezTo>
                  <a:cubicBezTo>
                    <a:pt x="228" y="472"/>
                    <a:pt x="228" y="472"/>
                    <a:pt x="228" y="472"/>
                  </a:cubicBezTo>
                  <a:cubicBezTo>
                    <a:pt x="228" y="475"/>
                    <a:pt x="228" y="475"/>
                    <a:pt x="228" y="475"/>
                  </a:cubicBezTo>
                  <a:cubicBezTo>
                    <a:pt x="228" y="476"/>
                    <a:pt x="228" y="476"/>
                    <a:pt x="228" y="476"/>
                  </a:cubicBezTo>
                  <a:cubicBezTo>
                    <a:pt x="227" y="478"/>
                    <a:pt x="227" y="478"/>
                    <a:pt x="227" y="478"/>
                  </a:cubicBezTo>
                  <a:cubicBezTo>
                    <a:pt x="227" y="479"/>
                    <a:pt x="227" y="479"/>
                    <a:pt x="227" y="479"/>
                  </a:cubicBezTo>
                  <a:cubicBezTo>
                    <a:pt x="227" y="480"/>
                    <a:pt x="227" y="480"/>
                    <a:pt x="227" y="480"/>
                  </a:cubicBezTo>
                  <a:cubicBezTo>
                    <a:pt x="227" y="481"/>
                    <a:pt x="227" y="481"/>
                    <a:pt x="227" y="481"/>
                  </a:cubicBezTo>
                  <a:cubicBezTo>
                    <a:pt x="227" y="482"/>
                    <a:pt x="227" y="482"/>
                    <a:pt x="227" y="482"/>
                  </a:cubicBezTo>
                  <a:cubicBezTo>
                    <a:pt x="227" y="483"/>
                    <a:pt x="227" y="483"/>
                    <a:pt x="227" y="483"/>
                  </a:cubicBezTo>
                  <a:cubicBezTo>
                    <a:pt x="227" y="485"/>
                    <a:pt x="227" y="485"/>
                    <a:pt x="227" y="485"/>
                  </a:cubicBezTo>
                  <a:cubicBezTo>
                    <a:pt x="230" y="489"/>
                    <a:pt x="230" y="489"/>
                    <a:pt x="230" y="489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1"/>
                    <a:pt x="230" y="491"/>
                    <a:pt x="230" y="491"/>
                  </a:cubicBezTo>
                  <a:cubicBezTo>
                    <a:pt x="230" y="492"/>
                    <a:pt x="230" y="492"/>
                    <a:pt x="230" y="492"/>
                  </a:cubicBezTo>
                  <a:cubicBezTo>
                    <a:pt x="232" y="494"/>
                    <a:pt x="232" y="494"/>
                    <a:pt x="232" y="494"/>
                  </a:cubicBezTo>
                  <a:cubicBezTo>
                    <a:pt x="232" y="495"/>
                    <a:pt x="232" y="495"/>
                    <a:pt x="232" y="495"/>
                  </a:cubicBezTo>
                  <a:cubicBezTo>
                    <a:pt x="233" y="495"/>
                    <a:pt x="233" y="495"/>
                    <a:pt x="233" y="495"/>
                  </a:cubicBezTo>
                  <a:cubicBezTo>
                    <a:pt x="234" y="495"/>
                    <a:pt x="234" y="495"/>
                    <a:pt x="234" y="495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2" y="498"/>
                    <a:pt x="232" y="498"/>
                    <a:pt x="232" y="498"/>
                  </a:cubicBezTo>
                  <a:cubicBezTo>
                    <a:pt x="232" y="499"/>
                    <a:pt x="232" y="499"/>
                    <a:pt x="232" y="499"/>
                  </a:cubicBezTo>
                  <a:cubicBezTo>
                    <a:pt x="232" y="500"/>
                    <a:pt x="232" y="500"/>
                    <a:pt x="232" y="500"/>
                  </a:cubicBezTo>
                  <a:cubicBezTo>
                    <a:pt x="232" y="502"/>
                    <a:pt x="232" y="502"/>
                    <a:pt x="232" y="502"/>
                  </a:cubicBezTo>
                  <a:cubicBezTo>
                    <a:pt x="233" y="502"/>
                    <a:pt x="233" y="502"/>
                    <a:pt x="233" y="502"/>
                  </a:cubicBezTo>
                  <a:cubicBezTo>
                    <a:pt x="233" y="504"/>
                    <a:pt x="233" y="504"/>
                    <a:pt x="233" y="504"/>
                  </a:cubicBezTo>
                  <a:cubicBezTo>
                    <a:pt x="235" y="504"/>
                    <a:pt x="235" y="504"/>
                    <a:pt x="235" y="504"/>
                  </a:cubicBezTo>
                  <a:cubicBezTo>
                    <a:pt x="235" y="505"/>
                    <a:pt x="235" y="505"/>
                    <a:pt x="235" y="505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4" y="506"/>
                    <a:pt x="234" y="506"/>
                    <a:pt x="234" y="506"/>
                  </a:cubicBezTo>
                  <a:cubicBezTo>
                    <a:pt x="234" y="507"/>
                    <a:pt x="234" y="507"/>
                    <a:pt x="234" y="507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10"/>
                    <a:pt x="234" y="510"/>
                    <a:pt x="234" y="510"/>
                  </a:cubicBezTo>
                  <a:cubicBezTo>
                    <a:pt x="234" y="512"/>
                    <a:pt x="234" y="512"/>
                    <a:pt x="234" y="512"/>
                  </a:cubicBezTo>
                  <a:cubicBezTo>
                    <a:pt x="235" y="512"/>
                    <a:pt x="235" y="512"/>
                    <a:pt x="235" y="512"/>
                  </a:cubicBezTo>
                  <a:cubicBezTo>
                    <a:pt x="236" y="515"/>
                    <a:pt x="236" y="515"/>
                    <a:pt x="236" y="515"/>
                  </a:cubicBezTo>
                  <a:cubicBezTo>
                    <a:pt x="237" y="518"/>
                    <a:pt x="237" y="518"/>
                    <a:pt x="237" y="518"/>
                  </a:cubicBezTo>
                  <a:cubicBezTo>
                    <a:pt x="238" y="520"/>
                    <a:pt x="238" y="520"/>
                    <a:pt x="238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1"/>
                    <a:pt x="239" y="521"/>
                    <a:pt x="239" y="521"/>
                  </a:cubicBezTo>
                  <a:cubicBezTo>
                    <a:pt x="240" y="522"/>
                    <a:pt x="240" y="522"/>
                    <a:pt x="240" y="522"/>
                  </a:cubicBezTo>
                  <a:cubicBezTo>
                    <a:pt x="240" y="523"/>
                    <a:pt x="240" y="523"/>
                    <a:pt x="240" y="523"/>
                  </a:cubicBezTo>
                  <a:cubicBezTo>
                    <a:pt x="240" y="525"/>
                    <a:pt x="240" y="525"/>
                    <a:pt x="240" y="525"/>
                  </a:cubicBezTo>
                  <a:cubicBezTo>
                    <a:pt x="240" y="526"/>
                    <a:pt x="240" y="526"/>
                    <a:pt x="240" y="526"/>
                  </a:cubicBezTo>
                  <a:cubicBezTo>
                    <a:pt x="239" y="527"/>
                    <a:pt x="239" y="527"/>
                    <a:pt x="239" y="527"/>
                  </a:cubicBezTo>
                  <a:cubicBezTo>
                    <a:pt x="240" y="529"/>
                    <a:pt x="240" y="529"/>
                    <a:pt x="240" y="529"/>
                  </a:cubicBezTo>
                  <a:cubicBezTo>
                    <a:pt x="241" y="529"/>
                    <a:pt x="241" y="529"/>
                    <a:pt x="241" y="529"/>
                  </a:cubicBezTo>
                  <a:cubicBezTo>
                    <a:pt x="243" y="529"/>
                    <a:pt x="243" y="529"/>
                    <a:pt x="243" y="529"/>
                  </a:cubicBezTo>
                  <a:cubicBezTo>
                    <a:pt x="245" y="530"/>
                    <a:pt x="245" y="530"/>
                    <a:pt x="245" y="530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47" y="531"/>
                    <a:pt x="247" y="531"/>
                    <a:pt x="247" y="531"/>
                  </a:cubicBezTo>
                  <a:cubicBezTo>
                    <a:pt x="249" y="531"/>
                    <a:pt x="249" y="531"/>
                    <a:pt x="249" y="531"/>
                  </a:cubicBezTo>
                  <a:cubicBezTo>
                    <a:pt x="250" y="531"/>
                    <a:pt x="250" y="531"/>
                    <a:pt x="250" y="531"/>
                  </a:cubicBezTo>
                  <a:cubicBezTo>
                    <a:pt x="250" y="533"/>
                    <a:pt x="250" y="533"/>
                    <a:pt x="250" y="533"/>
                  </a:cubicBezTo>
                  <a:cubicBezTo>
                    <a:pt x="252" y="534"/>
                    <a:pt x="252" y="534"/>
                    <a:pt x="252" y="534"/>
                  </a:cubicBezTo>
                  <a:cubicBezTo>
                    <a:pt x="253" y="534"/>
                    <a:pt x="253" y="534"/>
                    <a:pt x="253" y="534"/>
                  </a:cubicBezTo>
                  <a:cubicBezTo>
                    <a:pt x="255" y="534"/>
                    <a:pt x="255" y="534"/>
                    <a:pt x="255" y="534"/>
                  </a:cubicBezTo>
                  <a:cubicBezTo>
                    <a:pt x="255" y="535"/>
                    <a:pt x="255" y="535"/>
                    <a:pt x="255" y="535"/>
                  </a:cubicBezTo>
                  <a:cubicBezTo>
                    <a:pt x="255" y="536"/>
                    <a:pt x="255" y="536"/>
                    <a:pt x="255" y="536"/>
                  </a:cubicBezTo>
                  <a:cubicBezTo>
                    <a:pt x="256" y="537"/>
                    <a:pt x="256" y="537"/>
                    <a:pt x="256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9" y="538"/>
                    <a:pt x="259" y="538"/>
                    <a:pt x="259" y="538"/>
                  </a:cubicBezTo>
                  <a:cubicBezTo>
                    <a:pt x="261" y="542"/>
                    <a:pt x="261" y="542"/>
                    <a:pt x="261" y="542"/>
                  </a:cubicBezTo>
                  <a:cubicBezTo>
                    <a:pt x="262" y="544"/>
                    <a:pt x="262" y="544"/>
                    <a:pt x="262" y="544"/>
                  </a:cubicBezTo>
                  <a:cubicBezTo>
                    <a:pt x="261" y="545"/>
                    <a:pt x="261" y="545"/>
                    <a:pt x="261" y="545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2" y="549"/>
                    <a:pt x="262" y="549"/>
                    <a:pt x="262" y="549"/>
                  </a:cubicBezTo>
                  <a:cubicBezTo>
                    <a:pt x="263" y="552"/>
                    <a:pt x="263" y="552"/>
                    <a:pt x="263" y="552"/>
                  </a:cubicBezTo>
                  <a:cubicBezTo>
                    <a:pt x="264" y="554"/>
                    <a:pt x="264" y="554"/>
                    <a:pt x="264" y="554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3" y="556"/>
                    <a:pt x="263" y="556"/>
                    <a:pt x="263" y="556"/>
                  </a:cubicBezTo>
                  <a:cubicBezTo>
                    <a:pt x="264" y="558"/>
                    <a:pt x="264" y="558"/>
                    <a:pt x="264" y="558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6" y="562"/>
                    <a:pt x="266" y="562"/>
                    <a:pt x="266" y="562"/>
                  </a:cubicBezTo>
                  <a:cubicBezTo>
                    <a:pt x="267" y="564"/>
                    <a:pt x="267" y="564"/>
                    <a:pt x="267" y="564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7"/>
                    <a:pt x="267" y="567"/>
                    <a:pt x="267" y="567"/>
                  </a:cubicBezTo>
                  <a:cubicBezTo>
                    <a:pt x="268" y="568"/>
                    <a:pt x="268" y="568"/>
                    <a:pt x="268" y="568"/>
                  </a:cubicBezTo>
                  <a:cubicBezTo>
                    <a:pt x="268" y="569"/>
                    <a:pt x="268" y="569"/>
                    <a:pt x="268" y="569"/>
                  </a:cubicBezTo>
                  <a:cubicBezTo>
                    <a:pt x="268" y="571"/>
                    <a:pt x="268" y="571"/>
                    <a:pt x="268" y="571"/>
                  </a:cubicBezTo>
                  <a:cubicBezTo>
                    <a:pt x="269" y="573"/>
                    <a:pt x="269" y="573"/>
                    <a:pt x="269" y="573"/>
                  </a:cubicBezTo>
                  <a:cubicBezTo>
                    <a:pt x="271" y="575"/>
                    <a:pt x="271" y="575"/>
                    <a:pt x="271" y="575"/>
                  </a:cubicBezTo>
                  <a:cubicBezTo>
                    <a:pt x="272" y="575"/>
                    <a:pt x="272" y="575"/>
                    <a:pt x="272" y="575"/>
                  </a:cubicBezTo>
                  <a:cubicBezTo>
                    <a:pt x="273" y="577"/>
                    <a:pt x="273" y="577"/>
                    <a:pt x="273" y="577"/>
                  </a:cubicBezTo>
                  <a:cubicBezTo>
                    <a:pt x="274" y="578"/>
                    <a:pt x="274" y="578"/>
                    <a:pt x="274" y="578"/>
                  </a:cubicBezTo>
                  <a:cubicBezTo>
                    <a:pt x="275" y="579"/>
                    <a:pt x="275" y="579"/>
                    <a:pt x="275" y="579"/>
                  </a:cubicBezTo>
                  <a:cubicBezTo>
                    <a:pt x="277" y="581"/>
                    <a:pt x="277" y="581"/>
                    <a:pt x="277" y="581"/>
                  </a:cubicBezTo>
                  <a:cubicBezTo>
                    <a:pt x="277" y="583"/>
                    <a:pt x="277" y="583"/>
                    <a:pt x="277" y="583"/>
                  </a:cubicBezTo>
                  <a:cubicBezTo>
                    <a:pt x="278" y="584"/>
                    <a:pt x="278" y="584"/>
                    <a:pt x="278" y="584"/>
                  </a:cubicBezTo>
                  <a:cubicBezTo>
                    <a:pt x="279" y="585"/>
                    <a:pt x="279" y="585"/>
                    <a:pt x="279" y="585"/>
                  </a:cubicBezTo>
                  <a:cubicBezTo>
                    <a:pt x="278" y="586"/>
                    <a:pt x="278" y="586"/>
                    <a:pt x="278" y="586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8"/>
                    <a:pt x="278" y="588"/>
                    <a:pt x="278" y="588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6" y="589"/>
                    <a:pt x="276" y="589"/>
                    <a:pt x="276" y="589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5" y="590"/>
                    <a:pt x="275" y="590"/>
                    <a:pt x="275" y="590"/>
                  </a:cubicBezTo>
                  <a:cubicBezTo>
                    <a:pt x="274" y="589"/>
                    <a:pt x="274" y="589"/>
                    <a:pt x="274" y="589"/>
                  </a:cubicBezTo>
                  <a:cubicBezTo>
                    <a:pt x="272" y="589"/>
                    <a:pt x="272" y="589"/>
                    <a:pt x="272" y="589"/>
                  </a:cubicBezTo>
                  <a:cubicBezTo>
                    <a:pt x="271" y="590"/>
                    <a:pt x="271" y="590"/>
                    <a:pt x="271" y="590"/>
                  </a:cubicBezTo>
                  <a:cubicBezTo>
                    <a:pt x="272" y="593"/>
                    <a:pt x="272" y="593"/>
                    <a:pt x="272" y="593"/>
                  </a:cubicBezTo>
                  <a:cubicBezTo>
                    <a:pt x="274" y="593"/>
                    <a:pt x="274" y="593"/>
                    <a:pt x="274" y="593"/>
                  </a:cubicBezTo>
                  <a:cubicBezTo>
                    <a:pt x="274" y="594"/>
                    <a:pt x="274" y="594"/>
                    <a:pt x="274" y="594"/>
                  </a:cubicBezTo>
                  <a:cubicBezTo>
                    <a:pt x="275" y="596"/>
                    <a:pt x="275" y="596"/>
                    <a:pt x="275" y="596"/>
                  </a:cubicBezTo>
                  <a:cubicBezTo>
                    <a:pt x="276" y="597"/>
                    <a:pt x="276" y="597"/>
                    <a:pt x="276" y="597"/>
                  </a:cubicBezTo>
                  <a:cubicBezTo>
                    <a:pt x="278" y="597"/>
                    <a:pt x="278" y="597"/>
                    <a:pt x="278" y="597"/>
                  </a:cubicBezTo>
                  <a:cubicBezTo>
                    <a:pt x="278" y="598"/>
                    <a:pt x="278" y="598"/>
                    <a:pt x="278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80" y="600"/>
                    <a:pt x="280" y="600"/>
                    <a:pt x="280" y="600"/>
                  </a:cubicBezTo>
                  <a:cubicBezTo>
                    <a:pt x="281" y="600"/>
                    <a:pt x="281" y="600"/>
                    <a:pt x="281" y="600"/>
                  </a:cubicBezTo>
                  <a:cubicBezTo>
                    <a:pt x="283" y="600"/>
                    <a:pt x="283" y="600"/>
                    <a:pt x="283" y="600"/>
                  </a:cubicBezTo>
                  <a:cubicBezTo>
                    <a:pt x="283" y="599"/>
                    <a:pt x="283" y="599"/>
                    <a:pt x="283" y="599"/>
                  </a:cubicBezTo>
                  <a:cubicBezTo>
                    <a:pt x="284" y="601"/>
                    <a:pt x="284" y="601"/>
                    <a:pt x="284" y="601"/>
                  </a:cubicBezTo>
                  <a:cubicBezTo>
                    <a:pt x="286" y="604"/>
                    <a:pt x="286" y="604"/>
                    <a:pt x="286" y="604"/>
                  </a:cubicBezTo>
                  <a:cubicBezTo>
                    <a:pt x="288" y="605"/>
                    <a:pt x="288" y="605"/>
                    <a:pt x="288" y="605"/>
                  </a:cubicBezTo>
                  <a:cubicBezTo>
                    <a:pt x="288" y="604"/>
                    <a:pt x="288" y="604"/>
                    <a:pt x="288" y="604"/>
                  </a:cubicBezTo>
                  <a:cubicBezTo>
                    <a:pt x="289" y="605"/>
                    <a:pt x="289" y="605"/>
                    <a:pt x="289" y="605"/>
                  </a:cubicBezTo>
                  <a:cubicBezTo>
                    <a:pt x="290" y="608"/>
                    <a:pt x="290" y="608"/>
                    <a:pt x="290" y="608"/>
                  </a:cubicBezTo>
                  <a:cubicBezTo>
                    <a:pt x="290" y="611"/>
                    <a:pt x="290" y="611"/>
                    <a:pt x="290" y="611"/>
                  </a:cubicBezTo>
                  <a:cubicBezTo>
                    <a:pt x="289" y="613"/>
                    <a:pt x="289" y="613"/>
                    <a:pt x="289" y="613"/>
                  </a:cubicBezTo>
                  <a:cubicBezTo>
                    <a:pt x="288" y="615"/>
                    <a:pt x="288" y="615"/>
                    <a:pt x="288" y="615"/>
                  </a:cubicBezTo>
                  <a:cubicBezTo>
                    <a:pt x="288" y="617"/>
                    <a:pt x="288" y="617"/>
                    <a:pt x="288" y="617"/>
                  </a:cubicBezTo>
                  <a:cubicBezTo>
                    <a:pt x="290" y="618"/>
                    <a:pt x="290" y="618"/>
                    <a:pt x="290" y="618"/>
                  </a:cubicBezTo>
                  <a:cubicBezTo>
                    <a:pt x="291" y="618"/>
                    <a:pt x="291" y="618"/>
                    <a:pt x="291" y="618"/>
                  </a:cubicBezTo>
                  <a:cubicBezTo>
                    <a:pt x="291" y="619"/>
                    <a:pt x="291" y="619"/>
                    <a:pt x="291" y="619"/>
                  </a:cubicBezTo>
                  <a:cubicBezTo>
                    <a:pt x="292" y="619"/>
                    <a:pt x="292" y="619"/>
                    <a:pt x="292" y="619"/>
                  </a:cubicBezTo>
                  <a:cubicBezTo>
                    <a:pt x="293" y="620"/>
                    <a:pt x="293" y="620"/>
                    <a:pt x="293" y="620"/>
                  </a:cubicBezTo>
                  <a:cubicBezTo>
                    <a:pt x="296" y="624"/>
                    <a:pt x="296" y="624"/>
                    <a:pt x="296" y="624"/>
                  </a:cubicBezTo>
                  <a:cubicBezTo>
                    <a:pt x="297" y="624"/>
                    <a:pt x="297" y="624"/>
                    <a:pt x="297" y="624"/>
                  </a:cubicBezTo>
                  <a:cubicBezTo>
                    <a:pt x="298" y="625"/>
                    <a:pt x="298" y="625"/>
                    <a:pt x="298" y="625"/>
                  </a:cubicBezTo>
                  <a:cubicBezTo>
                    <a:pt x="299" y="627"/>
                    <a:pt x="299" y="627"/>
                    <a:pt x="299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9"/>
                    <a:pt x="301" y="629"/>
                    <a:pt x="301" y="629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1"/>
                    <a:pt x="302" y="631"/>
                    <a:pt x="302" y="631"/>
                  </a:cubicBezTo>
                  <a:cubicBezTo>
                    <a:pt x="303" y="633"/>
                    <a:pt x="303" y="633"/>
                    <a:pt x="303" y="633"/>
                  </a:cubicBezTo>
                  <a:cubicBezTo>
                    <a:pt x="304" y="633"/>
                    <a:pt x="304" y="633"/>
                    <a:pt x="304" y="633"/>
                  </a:cubicBezTo>
                  <a:cubicBezTo>
                    <a:pt x="307" y="632"/>
                    <a:pt x="307" y="632"/>
                    <a:pt x="307" y="632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7" y="626"/>
                    <a:pt x="307" y="626"/>
                    <a:pt x="307" y="626"/>
                  </a:cubicBezTo>
                  <a:cubicBezTo>
                    <a:pt x="307" y="625"/>
                    <a:pt x="307" y="625"/>
                    <a:pt x="307" y="625"/>
                  </a:cubicBezTo>
                  <a:cubicBezTo>
                    <a:pt x="306" y="623"/>
                    <a:pt x="306" y="623"/>
                    <a:pt x="306" y="623"/>
                  </a:cubicBezTo>
                  <a:cubicBezTo>
                    <a:pt x="305" y="623"/>
                    <a:pt x="305" y="623"/>
                    <a:pt x="305" y="623"/>
                  </a:cubicBezTo>
                  <a:cubicBezTo>
                    <a:pt x="304" y="622"/>
                    <a:pt x="304" y="622"/>
                    <a:pt x="304" y="622"/>
                  </a:cubicBezTo>
                  <a:cubicBezTo>
                    <a:pt x="304" y="621"/>
                    <a:pt x="304" y="621"/>
                    <a:pt x="304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3" y="619"/>
                    <a:pt x="303" y="619"/>
                    <a:pt x="303" y="619"/>
                  </a:cubicBezTo>
                  <a:cubicBezTo>
                    <a:pt x="301" y="619"/>
                    <a:pt x="301" y="619"/>
                    <a:pt x="301" y="619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0"/>
                    <a:pt x="301" y="620"/>
                    <a:pt x="301" y="620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2" y="616"/>
                    <a:pt x="302" y="616"/>
                    <a:pt x="302" y="616"/>
                  </a:cubicBezTo>
                  <a:cubicBezTo>
                    <a:pt x="302" y="615"/>
                    <a:pt x="302" y="615"/>
                    <a:pt x="302" y="615"/>
                  </a:cubicBezTo>
                  <a:cubicBezTo>
                    <a:pt x="300" y="612"/>
                    <a:pt x="300" y="612"/>
                    <a:pt x="300" y="612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3"/>
                    <a:pt x="299" y="613"/>
                    <a:pt x="299" y="613"/>
                  </a:cubicBezTo>
                  <a:cubicBezTo>
                    <a:pt x="299" y="612"/>
                    <a:pt x="299" y="612"/>
                    <a:pt x="299" y="612"/>
                  </a:cubicBezTo>
                  <a:cubicBezTo>
                    <a:pt x="298" y="611"/>
                    <a:pt x="298" y="611"/>
                    <a:pt x="298" y="611"/>
                  </a:cubicBezTo>
                  <a:cubicBezTo>
                    <a:pt x="299" y="610"/>
                    <a:pt x="299" y="610"/>
                    <a:pt x="299" y="610"/>
                  </a:cubicBezTo>
                  <a:cubicBezTo>
                    <a:pt x="298" y="609"/>
                    <a:pt x="298" y="609"/>
                    <a:pt x="298" y="609"/>
                  </a:cubicBezTo>
                  <a:cubicBezTo>
                    <a:pt x="298" y="608"/>
                    <a:pt x="298" y="608"/>
                    <a:pt x="298" y="608"/>
                  </a:cubicBezTo>
                  <a:cubicBezTo>
                    <a:pt x="297" y="607"/>
                    <a:pt x="297" y="607"/>
                    <a:pt x="297" y="607"/>
                  </a:cubicBezTo>
                  <a:cubicBezTo>
                    <a:pt x="297" y="605"/>
                    <a:pt x="297" y="605"/>
                    <a:pt x="297" y="605"/>
                  </a:cubicBezTo>
                  <a:cubicBezTo>
                    <a:pt x="297" y="604"/>
                    <a:pt x="297" y="604"/>
                    <a:pt x="297" y="604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96" y="600"/>
                    <a:pt x="296" y="600"/>
                    <a:pt x="296" y="600"/>
                  </a:cubicBezTo>
                  <a:cubicBezTo>
                    <a:pt x="295" y="599"/>
                    <a:pt x="295" y="599"/>
                    <a:pt x="295" y="599"/>
                  </a:cubicBezTo>
                  <a:cubicBezTo>
                    <a:pt x="294" y="598"/>
                    <a:pt x="294" y="598"/>
                    <a:pt x="294" y="598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3" y="599"/>
                    <a:pt x="293" y="599"/>
                    <a:pt x="293" y="599"/>
                  </a:cubicBezTo>
                  <a:cubicBezTo>
                    <a:pt x="293" y="598"/>
                    <a:pt x="293" y="598"/>
                    <a:pt x="293" y="598"/>
                  </a:cubicBezTo>
                  <a:cubicBezTo>
                    <a:pt x="294" y="597"/>
                    <a:pt x="294" y="597"/>
                    <a:pt x="294" y="597"/>
                  </a:cubicBezTo>
                  <a:cubicBezTo>
                    <a:pt x="293" y="596"/>
                    <a:pt x="293" y="596"/>
                    <a:pt x="293" y="596"/>
                  </a:cubicBezTo>
                  <a:cubicBezTo>
                    <a:pt x="292" y="596"/>
                    <a:pt x="292" y="596"/>
                    <a:pt x="292" y="596"/>
                  </a:cubicBezTo>
                  <a:cubicBezTo>
                    <a:pt x="292" y="593"/>
                    <a:pt x="292" y="593"/>
                    <a:pt x="292" y="593"/>
                  </a:cubicBezTo>
                  <a:cubicBezTo>
                    <a:pt x="291" y="591"/>
                    <a:pt x="291" y="591"/>
                    <a:pt x="291" y="591"/>
                  </a:cubicBezTo>
                  <a:cubicBezTo>
                    <a:pt x="290" y="591"/>
                    <a:pt x="290" y="591"/>
                    <a:pt x="290" y="591"/>
                  </a:cubicBezTo>
                  <a:cubicBezTo>
                    <a:pt x="289" y="590"/>
                    <a:pt x="289" y="590"/>
                    <a:pt x="289" y="590"/>
                  </a:cubicBezTo>
                  <a:cubicBezTo>
                    <a:pt x="289" y="588"/>
                    <a:pt x="289" y="588"/>
                    <a:pt x="289" y="588"/>
                  </a:cubicBezTo>
                  <a:cubicBezTo>
                    <a:pt x="289" y="586"/>
                    <a:pt x="289" y="586"/>
                    <a:pt x="289" y="586"/>
                  </a:cubicBezTo>
                  <a:cubicBezTo>
                    <a:pt x="288" y="584"/>
                    <a:pt x="288" y="584"/>
                    <a:pt x="288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2"/>
                    <a:pt x="286" y="582"/>
                    <a:pt x="286" y="582"/>
                  </a:cubicBezTo>
                  <a:cubicBezTo>
                    <a:pt x="285" y="581"/>
                    <a:pt x="285" y="581"/>
                    <a:pt x="285" y="581"/>
                  </a:cubicBezTo>
                  <a:cubicBezTo>
                    <a:pt x="284" y="580"/>
                    <a:pt x="284" y="580"/>
                    <a:pt x="284" y="580"/>
                  </a:cubicBezTo>
                  <a:cubicBezTo>
                    <a:pt x="283" y="579"/>
                    <a:pt x="283" y="579"/>
                    <a:pt x="283" y="579"/>
                  </a:cubicBezTo>
                  <a:cubicBezTo>
                    <a:pt x="284" y="578"/>
                    <a:pt x="284" y="578"/>
                    <a:pt x="284" y="578"/>
                  </a:cubicBezTo>
                  <a:cubicBezTo>
                    <a:pt x="283" y="576"/>
                    <a:pt x="283" y="576"/>
                    <a:pt x="283" y="576"/>
                  </a:cubicBezTo>
                  <a:cubicBezTo>
                    <a:pt x="281" y="575"/>
                    <a:pt x="281" y="575"/>
                    <a:pt x="281" y="575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3"/>
                    <a:pt x="280" y="573"/>
                    <a:pt x="280" y="573"/>
                  </a:cubicBezTo>
                  <a:cubicBezTo>
                    <a:pt x="279" y="570"/>
                    <a:pt x="279" y="570"/>
                    <a:pt x="279" y="570"/>
                  </a:cubicBezTo>
                  <a:cubicBezTo>
                    <a:pt x="278" y="570"/>
                    <a:pt x="278" y="570"/>
                    <a:pt x="278" y="570"/>
                  </a:cubicBezTo>
                  <a:cubicBezTo>
                    <a:pt x="279" y="569"/>
                    <a:pt x="279" y="569"/>
                    <a:pt x="279" y="569"/>
                  </a:cubicBezTo>
                  <a:cubicBezTo>
                    <a:pt x="278" y="563"/>
                    <a:pt x="278" y="563"/>
                    <a:pt x="278" y="563"/>
                  </a:cubicBezTo>
                  <a:cubicBezTo>
                    <a:pt x="278" y="560"/>
                    <a:pt x="278" y="560"/>
                    <a:pt x="278" y="560"/>
                  </a:cubicBezTo>
                  <a:cubicBezTo>
                    <a:pt x="279" y="559"/>
                    <a:pt x="279" y="559"/>
                    <a:pt x="279" y="559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81" y="556"/>
                    <a:pt x="281" y="556"/>
                    <a:pt x="281" y="556"/>
                  </a:cubicBezTo>
                  <a:cubicBezTo>
                    <a:pt x="282" y="558"/>
                    <a:pt x="282" y="558"/>
                    <a:pt x="282" y="558"/>
                  </a:cubicBezTo>
                  <a:cubicBezTo>
                    <a:pt x="283" y="559"/>
                    <a:pt x="283" y="559"/>
                    <a:pt x="283" y="559"/>
                  </a:cubicBezTo>
                  <a:cubicBezTo>
                    <a:pt x="284" y="559"/>
                    <a:pt x="284" y="559"/>
                    <a:pt x="284" y="559"/>
                  </a:cubicBezTo>
                  <a:cubicBezTo>
                    <a:pt x="285" y="559"/>
                    <a:pt x="285" y="559"/>
                    <a:pt x="285" y="559"/>
                  </a:cubicBezTo>
                  <a:cubicBezTo>
                    <a:pt x="286" y="559"/>
                    <a:pt x="286" y="559"/>
                    <a:pt x="286" y="559"/>
                  </a:cubicBezTo>
                  <a:cubicBezTo>
                    <a:pt x="286" y="560"/>
                    <a:pt x="286" y="560"/>
                    <a:pt x="286" y="560"/>
                  </a:cubicBezTo>
                  <a:cubicBezTo>
                    <a:pt x="288" y="560"/>
                    <a:pt x="288" y="560"/>
                    <a:pt x="288" y="560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8" y="562"/>
                    <a:pt x="288" y="562"/>
                    <a:pt x="288" y="562"/>
                  </a:cubicBezTo>
                  <a:cubicBezTo>
                    <a:pt x="288" y="564"/>
                    <a:pt x="288" y="564"/>
                    <a:pt x="288" y="564"/>
                  </a:cubicBezTo>
                  <a:cubicBezTo>
                    <a:pt x="289" y="566"/>
                    <a:pt x="289" y="566"/>
                    <a:pt x="289" y="566"/>
                  </a:cubicBezTo>
                  <a:cubicBezTo>
                    <a:pt x="289" y="568"/>
                    <a:pt x="289" y="568"/>
                    <a:pt x="289" y="568"/>
                  </a:cubicBezTo>
                  <a:cubicBezTo>
                    <a:pt x="290" y="569"/>
                    <a:pt x="290" y="569"/>
                    <a:pt x="290" y="569"/>
                  </a:cubicBezTo>
                  <a:cubicBezTo>
                    <a:pt x="290" y="571"/>
                    <a:pt x="290" y="571"/>
                    <a:pt x="290" y="571"/>
                  </a:cubicBezTo>
                  <a:cubicBezTo>
                    <a:pt x="290" y="572"/>
                    <a:pt x="290" y="572"/>
                    <a:pt x="290" y="572"/>
                  </a:cubicBezTo>
                  <a:cubicBezTo>
                    <a:pt x="291" y="573"/>
                    <a:pt x="291" y="573"/>
                    <a:pt x="291" y="573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7"/>
                    <a:pt x="292" y="577"/>
                    <a:pt x="292" y="577"/>
                  </a:cubicBezTo>
                  <a:cubicBezTo>
                    <a:pt x="292" y="579"/>
                    <a:pt x="292" y="579"/>
                    <a:pt x="292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5" y="582"/>
                    <a:pt x="295" y="582"/>
                    <a:pt x="295" y="582"/>
                  </a:cubicBezTo>
                  <a:cubicBezTo>
                    <a:pt x="296" y="583"/>
                    <a:pt x="296" y="583"/>
                    <a:pt x="296" y="583"/>
                  </a:cubicBezTo>
                  <a:cubicBezTo>
                    <a:pt x="296" y="585"/>
                    <a:pt x="296" y="585"/>
                    <a:pt x="296" y="585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8" y="587"/>
                    <a:pt x="298" y="587"/>
                    <a:pt x="298" y="587"/>
                  </a:cubicBezTo>
                  <a:cubicBezTo>
                    <a:pt x="299" y="589"/>
                    <a:pt x="299" y="589"/>
                    <a:pt x="299" y="589"/>
                  </a:cubicBezTo>
                  <a:cubicBezTo>
                    <a:pt x="300" y="589"/>
                    <a:pt x="300" y="589"/>
                    <a:pt x="300" y="589"/>
                  </a:cubicBezTo>
                  <a:cubicBezTo>
                    <a:pt x="300" y="590"/>
                    <a:pt x="300" y="590"/>
                    <a:pt x="300" y="590"/>
                  </a:cubicBezTo>
                  <a:cubicBezTo>
                    <a:pt x="301" y="590"/>
                    <a:pt x="301" y="590"/>
                    <a:pt x="301" y="590"/>
                  </a:cubicBezTo>
                  <a:cubicBezTo>
                    <a:pt x="302" y="591"/>
                    <a:pt x="302" y="591"/>
                    <a:pt x="302" y="591"/>
                  </a:cubicBezTo>
                  <a:cubicBezTo>
                    <a:pt x="303" y="590"/>
                    <a:pt x="303" y="590"/>
                    <a:pt x="303" y="590"/>
                  </a:cubicBezTo>
                  <a:cubicBezTo>
                    <a:pt x="303" y="591"/>
                    <a:pt x="303" y="591"/>
                    <a:pt x="303" y="591"/>
                  </a:cubicBezTo>
                  <a:cubicBezTo>
                    <a:pt x="303" y="592"/>
                    <a:pt x="303" y="592"/>
                    <a:pt x="303" y="592"/>
                  </a:cubicBezTo>
                  <a:cubicBezTo>
                    <a:pt x="302" y="593"/>
                    <a:pt x="302" y="593"/>
                    <a:pt x="302" y="593"/>
                  </a:cubicBezTo>
                  <a:cubicBezTo>
                    <a:pt x="303" y="595"/>
                    <a:pt x="303" y="595"/>
                    <a:pt x="303" y="595"/>
                  </a:cubicBezTo>
                  <a:cubicBezTo>
                    <a:pt x="306" y="598"/>
                    <a:pt x="306" y="598"/>
                    <a:pt x="306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9"/>
                    <a:pt x="307" y="599"/>
                    <a:pt x="307" y="599"/>
                  </a:cubicBezTo>
                  <a:cubicBezTo>
                    <a:pt x="308" y="600"/>
                    <a:pt x="308" y="600"/>
                    <a:pt x="308" y="600"/>
                  </a:cubicBezTo>
                  <a:cubicBezTo>
                    <a:pt x="309" y="601"/>
                    <a:pt x="309" y="601"/>
                    <a:pt x="309" y="601"/>
                  </a:cubicBezTo>
                  <a:cubicBezTo>
                    <a:pt x="310" y="601"/>
                    <a:pt x="310" y="601"/>
                    <a:pt x="310" y="601"/>
                  </a:cubicBezTo>
                  <a:cubicBezTo>
                    <a:pt x="311" y="602"/>
                    <a:pt x="311" y="602"/>
                    <a:pt x="311" y="602"/>
                  </a:cubicBezTo>
                  <a:cubicBezTo>
                    <a:pt x="311" y="603"/>
                    <a:pt x="311" y="603"/>
                    <a:pt x="311" y="603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0" y="605"/>
                    <a:pt x="310" y="605"/>
                    <a:pt x="310" y="605"/>
                  </a:cubicBezTo>
                  <a:cubicBezTo>
                    <a:pt x="309" y="608"/>
                    <a:pt x="309" y="608"/>
                    <a:pt x="309" y="608"/>
                  </a:cubicBezTo>
                  <a:cubicBezTo>
                    <a:pt x="309" y="610"/>
                    <a:pt x="309" y="610"/>
                    <a:pt x="309" y="610"/>
                  </a:cubicBezTo>
                  <a:cubicBezTo>
                    <a:pt x="311" y="611"/>
                    <a:pt x="311" y="611"/>
                    <a:pt x="311" y="611"/>
                  </a:cubicBezTo>
                  <a:cubicBezTo>
                    <a:pt x="312" y="611"/>
                    <a:pt x="312" y="611"/>
                    <a:pt x="312" y="611"/>
                  </a:cubicBezTo>
                  <a:cubicBezTo>
                    <a:pt x="316" y="614"/>
                    <a:pt x="316" y="614"/>
                    <a:pt x="316" y="614"/>
                  </a:cubicBezTo>
                  <a:cubicBezTo>
                    <a:pt x="318" y="614"/>
                    <a:pt x="318" y="614"/>
                    <a:pt x="318" y="614"/>
                  </a:cubicBezTo>
                  <a:cubicBezTo>
                    <a:pt x="319" y="614"/>
                    <a:pt x="319" y="614"/>
                    <a:pt x="319" y="614"/>
                  </a:cubicBezTo>
                  <a:cubicBezTo>
                    <a:pt x="319" y="616"/>
                    <a:pt x="319" y="616"/>
                    <a:pt x="319" y="616"/>
                  </a:cubicBezTo>
                  <a:cubicBezTo>
                    <a:pt x="320" y="617"/>
                    <a:pt x="320" y="617"/>
                    <a:pt x="320" y="617"/>
                  </a:cubicBezTo>
                  <a:cubicBezTo>
                    <a:pt x="319" y="617"/>
                    <a:pt x="319" y="617"/>
                    <a:pt x="319" y="617"/>
                  </a:cubicBezTo>
                  <a:cubicBezTo>
                    <a:pt x="318" y="618"/>
                    <a:pt x="318" y="618"/>
                    <a:pt x="318" y="618"/>
                  </a:cubicBezTo>
                  <a:cubicBezTo>
                    <a:pt x="319" y="619"/>
                    <a:pt x="319" y="619"/>
                    <a:pt x="319" y="619"/>
                  </a:cubicBezTo>
                  <a:cubicBezTo>
                    <a:pt x="320" y="620"/>
                    <a:pt x="320" y="620"/>
                    <a:pt x="320" y="620"/>
                  </a:cubicBezTo>
                  <a:cubicBezTo>
                    <a:pt x="322" y="621"/>
                    <a:pt x="322" y="621"/>
                    <a:pt x="322" y="621"/>
                  </a:cubicBezTo>
                  <a:cubicBezTo>
                    <a:pt x="322" y="622"/>
                    <a:pt x="322" y="622"/>
                    <a:pt x="322" y="622"/>
                  </a:cubicBezTo>
                  <a:cubicBezTo>
                    <a:pt x="323" y="622"/>
                    <a:pt x="323" y="622"/>
                    <a:pt x="323" y="622"/>
                  </a:cubicBezTo>
                  <a:cubicBezTo>
                    <a:pt x="325" y="624"/>
                    <a:pt x="325" y="624"/>
                    <a:pt x="325" y="624"/>
                  </a:cubicBezTo>
                  <a:cubicBezTo>
                    <a:pt x="327" y="627"/>
                    <a:pt x="327" y="627"/>
                    <a:pt x="327" y="627"/>
                  </a:cubicBezTo>
                  <a:cubicBezTo>
                    <a:pt x="329" y="630"/>
                    <a:pt x="329" y="630"/>
                    <a:pt x="329" y="630"/>
                  </a:cubicBezTo>
                  <a:cubicBezTo>
                    <a:pt x="331" y="632"/>
                    <a:pt x="331" y="632"/>
                    <a:pt x="331" y="632"/>
                  </a:cubicBezTo>
                  <a:cubicBezTo>
                    <a:pt x="331" y="633"/>
                    <a:pt x="331" y="633"/>
                    <a:pt x="331" y="633"/>
                  </a:cubicBezTo>
                  <a:cubicBezTo>
                    <a:pt x="334" y="637"/>
                    <a:pt x="334" y="637"/>
                    <a:pt x="334" y="637"/>
                  </a:cubicBezTo>
                  <a:cubicBezTo>
                    <a:pt x="334" y="638"/>
                    <a:pt x="334" y="638"/>
                    <a:pt x="334" y="638"/>
                  </a:cubicBezTo>
                  <a:cubicBezTo>
                    <a:pt x="333" y="639"/>
                    <a:pt x="333" y="639"/>
                    <a:pt x="333" y="639"/>
                  </a:cubicBezTo>
                  <a:cubicBezTo>
                    <a:pt x="334" y="640"/>
                    <a:pt x="334" y="640"/>
                    <a:pt x="334" y="640"/>
                  </a:cubicBezTo>
                  <a:cubicBezTo>
                    <a:pt x="336" y="646"/>
                    <a:pt x="336" y="646"/>
                    <a:pt x="336" y="646"/>
                  </a:cubicBezTo>
                  <a:cubicBezTo>
                    <a:pt x="337" y="648"/>
                    <a:pt x="337" y="648"/>
                    <a:pt x="337" y="648"/>
                  </a:cubicBezTo>
                  <a:cubicBezTo>
                    <a:pt x="336" y="649"/>
                    <a:pt x="336" y="649"/>
                    <a:pt x="336" y="649"/>
                  </a:cubicBezTo>
                  <a:cubicBezTo>
                    <a:pt x="334" y="650"/>
                    <a:pt x="334" y="650"/>
                    <a:pt x="334" y="650"/>
                  </a:cubicBezTo>
                  <a:cubicBezTo>
                    <a:pt x="334" y="652"/>
                    <a:pt x="334" y="652"/>
                    <a:pt x="334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3"/>
                    <a:pt x="335" y="653"/>
                    <a:pt x="335" y="653"/>
                  </a:cubicBezTo>
                  <a:cubicBezTo>
                    <a:pt x="334" y="653"/>
                    <a:pt x="334" y="653"/>
                    <a:pt x="334" y="653"/>
                  </a:cubicBezTo>
                  <a:cubicBezTo>
                    <a:pt x="332" y="653"/>
                    <a:pt x="332" y="653"/>
                    <a:pt x="332" y="653"/>
                  </a:cubicBezTo>
                  <a:cubicBezTo>
                    <a:pt x="332" y="654"/>
                    <a:pt x="332" y="654"/>
                    <a:pt x="332" y="654"/>
                  </a:cubicBezTo>
                  <a:cubicBezTo>
                    <a:pt x="333" y="657"/>
                    <a:pt x="333" y="657"/>
                    <a:pt x="333" y="657"/>
                  </a:cubicBezTo>
                  <a:cubicBezTo>
                    <a:pt x="334" y="658"/>
                    <a:pt x="334" y="658"/>
                    <a:pt x="334" y="658"/>
                  </a:cubicBezTo>
                  <a:cubicBezTo>
                    <a:pt x="334" y="659"/>
                    <a:pt x="334" y="659"/>
                    <a:pt x="334" y="659"/>
                  </a:cubicBezTo>
                  <a:cubicBezTo>
                    <a:pt x="336" y="661"/>
                    <a:pt x="336" y="661"/>
                    <a:pt x="336" y="661"/>
                  </a:cubicBezTo>
                  <a:cubicBezTo>
                    <a:pt x="336" y="663"/>
                    <a:pt x="336" y="663"/>
                    <a:pt x="336" y="663"/>
                  </a:cubicBezTo>
                  <a:cubicBezTo>
                    <a:pt x="337" y="664"/>
                    <a:pt x="337" y="664"/>
                    <a:pt x="337" y="664"/>
                  </a:cubicBezTo>
                  <a:cubicBezTo>
                    <a:pt x="338" y="664"/>
                    <a:pt x="338" y="664"/>
                    <a:pt x="338" y="664"/>
                  </a:cubicBezTo>
                  <a:cubicBezTo>
                    <a:pt x="339" y="664"/>
                    <a:pt x="339" y="664"/>
                    <a:pt x="339" y="664"/>
                  </a:cubicBezTo>
                  <a:cubicBezTo>
                    <a:pt x="341" y="665"/>
                    <a:pt x="341" y="665"/>
                    <a:pt x="341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6"/>
                    <a:pt x="343" y="666"/>
                    <a:pt x="343" y="666"/>
                  </a:cubicBezTo>
                  <a:cubicBezTo>
                    <a:pt x="345" y="667"/>
                    <a:pt x="345" y="667"/>
                    <a:pt x="345" y="667"/>
                  </a:cubicBezTo>
                  <a:cubicBezTo>
                    <a:pt x="346" y="668"/>
                    <a:pt x="346" y="668"/>
                    <a:pt x="346" y="668"/>
                  </a:cubicBezTo>
                  <a:cubicBezTo>
                    <a:pt x="349" y="672"/>
                    <a:pt x="349" y="672"/>
                    <a:pt x="349" y="672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3" y="673"/>
                    <a:pt x="353" y="673"/>
                    <a:pt x="353" y="673"/>
                  </a:cubicBezTo>
                  <a:cubicBezTo>
                    <a:pt x="354" y="673"/>
                    <a:pt x="354" y="673"/>
                    <a:pt x="354" y="673"/>
                  </a:cubicBezTo>
                  <a:cubicBezTo>
                    <a:pt x="356" y="674"/>
                    <a:pt x="356" y="674"/>
                    <a:pt x="356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9" y="674"/>
                    <a:pt x="359" y="674"/>
                    <a:pt x="359" y="674"/>
                  </a:cubicBezTo>
                  <a:cubicBezTo>
                    <a:pt x="359" y="675"/>
                    <a:pt x="359" y="675"/>
                    <a:pt x="359" y="675"/>
                  </a:cubicBezTo>
                  <a:cubicBezTo>
                    <a:pt x="363" y="678"/>
                    <a:pt x="363" y="678"/>
                    <a:pt x="363" y="678"/>
                  </a:cubicBezTo>
                  <a:cubicBezTo>
                    <a:pt x="364" y="678"/>
                    <a:pt x="364" y="678"/>
                    <a:pt x="364" y="678"/>
                  </a:cubicBezTo>
                  <a:cubicBezTo>
                    <a:pt x="366" y="680"/>
                    <a:pt x="366" y="680"/>
                    <a:pt x="366" y="680"/>
                  </a:cubicBezTo>
                  <a:cubicBezTo>
                    <a:pt x="369" y="682"/>
                    <a:pt x="369" y="682"/>
                    <a:pt x="369" y="682"/>
                  </a:cubicBezTo>
                  <a:cubicBezTo>
                    <a:pt x="373" y="682"/>
                    <a:pt x="373" y="682"/>
                    <a:pt x="373" y="682"/>
                  </a:cubicBezTo>
                  <a:cubicBezTo>
                    <a:pt x="375" y="683"/>
                    <a:pt x="375" y="683"/>
                    <a:pt x="375" y="683"/>
                  </a:cubicBezTo>
                  <a:cubicBezTo>
                    <a:pt x="376" y="685"/>
                    <a:pt x="376" y="685"/>
                    <a:pt x="376" y="685"/>
                  </a:cubicBezTo>
                  <a:cubicBezTo>
                    <a:pt x="378" y="685"/>
                    <a:pt x="378" y="685"/>
                    <a:pt x="378" y="685"/>
                  </a:cubicBezTo>
                  <a:cubicBezTo>
                    <a:pt x="380" y="686"/>
                    <a:pt x="380" y="686"/>
                    <a:pt x="380" y="686"/>
                  </a:cubicBezTo>
                  <a:cubicBezTo>
                    <a:pt x="381" y="685"/>
                    <a:pt x="381" y="685"/>
                    <a:pt x="381" y="685"/>
                  </a:cubicBezTo>
                  <a:cubicBezTo>
                    <a:pt x="382" y="687"/>
                    <a:pt x="382" y="687"/>
                    <a:pt x="382" y="687"/>
                  </a:cubicBezTo>
                  <a:cubicBezTo>
                    <a:pt x="384" y="688"/>
                    <a:pt x="384" y="688"/>
                    <a:pt x="384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7" y="689"/>
                    <a:pt x="387" y="689"/>
                    <a:pt x="387" y="689"/>
                  </a:cubicBezTo>
                  <a:cubicBezTo>
                    <a:pt x="390" y="690"/>
                    <a:pt x="390" y="690"/>
                    <a:pt x="390" y="690"/>
                  </a:cubicBezTo>
                  <a:cubicBezTo>
                    <a:pt x="393" y="690"/>
                    <a:pt x="393" y="690"/>
                    <a:pt x="393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8" y="692"/>
                    <a:pt x="398" y="692"/>
                    <a:pt x="398" y="692"/>
                  </a:cubicBezTo>
                  <a:cubicBezTo>
                    <a:pt x="400" y="692"/>
                    <a:pt x="400" y="692"/>
                    <a:pt x="400" y="692"/>
                  </a:cubicBezTo>
                  <a:cubicBezTo>
                    <a:pt x="404" y="690"/>
                    <a:pt x="404" y="690"/>
                    <a:pt x="404" y="690"/>
                  </a:cubicBezTo>
                  <a:cubicBezTo>
                    <a:pt x="406" y="690"/>
                    <a:pt x="406" y="690"/>
                    <a:pt x="406" y="690"/>
                  </a:cubicBezTo>
                  <a:cubicBezTo>
                    <a:pt x="408" y="689"/>
                    <a:pt x="408" y="689"/>
                    <a:pt x="408" y="689"/>
                  </a:cubicBezTo>
                  <a:cubicBezTo>
                    <a:pt x="409" y="689"/>
                    <a:pt x="409" y="689"/>
                    <a:pt x="409" y="689"/>
                  </a:cubicBezTo>
                  <a:cubicBezTo>
                    <a:pt x="411" y="689"/>
                    <a:pt x="411" y="689"/>
                    <a:pt x="411" y="689"/>
                  </a:cubicBezTo>
                  <a:cubicBezTo>
                    <a:pt x="412" y="689"/>
                    <a:pt x="412" y="689"/>
                    <a:pt x="412" y="689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4" y="688"/>
                    <a:pt x="414" y="688"/>
                    <a:pt x="414" y="688"/>
                  </a:cubicBezTo>
                  <a:cubicBezTo>
                    <a:pt x="415" y="689"/>
                    <a:pt x="415" y="689"/>
                    <a:pt x="415" y="689"/>
                  </a:cubicBezTo>
                  <a:cubicBezTo>
                    <a:pt x="417" y="690"/>
                    <a:pt x="417" y="690"/>
                    <a:pt x="417" y="690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24" y="696"/>
                    <a:pt x="424" y="696"/>
                    <a:pt x="424" y="696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8" y="699"/>
                    <a:pt x="428" y="699"/>
                    <a:pt x="428" y="699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2"/>
                    <a:pt x="430" y="702"/>
                    <a:pt x="430" y="702"/>
                  </a:cubicBezTo>
                  <a:cubicBezTo>
                    <a:pt x="431" y="703"/>
                    <a:pt x="431" y="703"/>
                    <a:pt x="431" y="703"/>
                  </a:cubicBezTo>
                  <a:cubicBezTo>
                    <a:pt x="433" y="704"/>
                    <a:pt x="433" y="704"/>
                    <a:pt x="433" y="704"/>
                  </a:cubicBezTo>
                  <a:cubicBezTo>
                    <a:pt x="434" y="705"/>
                    <a:pt x="434" y="705"/>
                    <a:pt x="434" y="705"/>
                  </a:cubicBezTo>
                  <a:cubicBezTo>
                    <a:pt x="438" y="706"/>
                    <a:pt x="438" y="706"/>
                    <a:pt x="438" y="706"/>
                  </a:cubicBezTo>
                  <a:cubicBezTo>
                    <a:pt x="440" y="706"/>
                    <a:pt x="440" y="706"/>
                    <a:pt x="440" y="706"/>
                  </a:cubicBezTo>
                  <a:cubicBezTo>
                    <a:pt x="442" y="706"/>
                    <a:pt x="442" y="706"/>
                    <a:pt x="442" y="706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7" y="707"/>
                    <a:pt x="447" y="707"/>
                    <a:pt x="447" y="707"/>
                  </a:cubicBezTo>
                  <a:cubicBezTo>
                    <a:pt x="448" y="708"/>
                    <a:pt x="448" y="708"/>
                    <a:pt x="448" y="708"/>
                  </a:cubicBezTo>
                  <a:cubicBezTo>
                    <a:pt x="450" y="709"/>
                    <a:pt x="450" y="709"/>
                    <a:pt x="450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3" y="710"/>
                    <a:pt x="453" y="710"/>
                    <a:pt x="453" y="710"/>
                  </a:cubicBezTo>
                  <a:cubicBezTo>
                    <a:pt x="456" y="711"/>
                    <a:pt x="456" y="711"/>
                    <a:pt x="456" y="711"/>
                  </a:cubicBezTo>
                  <a:cubicBezTo>
                    <a:pt x="457" y="710"/>
                    <a:pt x="457" y="710"/>
                    <a:pt x="457" y="710"/>
                  </a:cubicBezTo>
                  <a:cubicBezTo>
                    <a:pt x="457" y="711"/>
                    <a:pt x="457" y="711"/>
                    <a:pt x="457" y="711"/>
                  </a:cubicBezTo>
                  <a:cubicBezTo>
                    <a:pt x="458" y="712"/>
                    <a:pt x="458" y="712"/>
                    <a:pt x="458" y="712"/>
                  </a:cubicBezTo>
                  <a:cubicBezTo>
                    <a:pt x="462" y="712"/>
                    <a:pt x="462" y="712"/>
                    <a:pt x="462" y="712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5" y="710"/>
                    <a:pt x="465" y="710"/>
                    <a:pt x="465" y="710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4" y="711"/>
                    <a:pt x="464" y="711"/>
                    <a:pt x="464" y="711"/>
                  </a:cubicBezTo>
                  <a:cubicBezTo>
                    <a:pt x="463" y="712"/>
                    <a:pt x="463" y="712"/>
                    <a:pt x="463" y="712"/>
                  </a:cubicBezTo>
                  <a:cubicBezTo>
                    <a:pt x="466" y="716"/>
                    <a:pt x="466" y="716"/>
                    <a:pt x="466" y="716"/>
                  </a:cubicBezTo>
                  <a:cubicBezTo>
                    <a:pt x="467" y="716"/>
                    <a:pt x="467" y="716"/>
                    <a:pt x="467" y="716"/>
                  </a:cubicBezTo>
                  <a:cubicBezTo>
                    <a:pt x="467" y="717"/>
                    <a:pt x="467" y="717"/>
                    <a:pt x="467" y="717"/>
                  </a:cubicBezTo>
                  <a:cubicBezTo>
                    <a:pt x="469" y="719"/>
                    <a:pt x="469" y="719"/>
                    <a:pt x="469" y="719"/>
                  </a:cubicBezTo>
                  <a:cubicBezTo>
                    <a:pt x="471" y="722"/>
                    <a:pt x="471" y="722"/>
                    <a:pt x="471" y="722"/>
                  </a:cubicBezTo>
                  <a:cubicBezTo>
                    <a:pt x="475" y="726"/>
                    <a:pt x="475" y="726"/>
                    <a:pt x="475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7"/>
                    <a:pt x="476" y="727"/>
                    <a:pt x="476" y="727"/>
                  </a:cubicBezTo>
                  <a:cubicBezTo>
                    <a:pt x="475" y="728"/>
                    <a:pt x="475" y="728"/>
                    <a:pt x="475" y="728"/>
                  </a:cubicBezTo>
                  <a:cubicBezTo>
                    <a:pt x="476" y="728"/>
                    <a:pt x="476" y="728"/>
                    <a:pt x="476" y="728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6" y="730"/>
                    <a:pt x="476" y="730"/>
                    <a:pt x="476" y="730"/>
                  </a:cubicBezTo>
                  <a:cubicBezTo>
                    <a:pt x="475" y="732"/>
                    <a:pt x="475" y="732"/>
                    <a:pt x="475" y="732"/>
                  </a:cubicBezTo>
                  <a:cubicBezTo>
                    <a:pt x="476" y="734"/>
                    <a:pt x="476" y="734"/>
                    <a:pt x="476" y="734"/>
                  </a:cubicBezTo>
                  <a:cubicBezTo>
                    <a:pt x="478" y="736"/>
                    <a:pt x="478" y="736"/>
                    <a:pt x="478" y="736"/>
                  </a:cubicBezTo>
                  <a:cubicBezTo>
                    <a:pt x="480" y="736"/>
                    <a:pt x="480" y="736"/>
                    <a:pt x="480" y="736"/>
                  </a:cubicBezTo>
                  <a:cubicBezTo>
                    <a:pt x="481" y="736"/>
                    <a:pt x="481" y="736"/>
                    <a:pt x="481" y="736"/>
                  </a:cubicBezTo>
                  <a:cubicBezTo>
                    <a:pt x="482" y="738"/>
                    <a:pt x="482" y="738"/>
                    <a:pt x="482" y="738"/>
                  </a:cubicBezTo>
                  <a:cubicBezTo>
                    <a:pt x="483" y="738"/>
                    <a:pt x="483" y="738"/>
                    <a:pt x="483" y="738"/>
                  </a:cubicBezTo>
                  <a:cubicBezTo>
                    <a:pt x="484" y="736"/>
                    <a:pt x="484" y="736"/>
                    <a:pt x="484" y="736"/>
                  </a:cubicBezTo>
                  <a:cubicBezTo>
                    <a:pt x="484" y="735"/>
                    <a:pt x="484" y="735"/>
                    <a:pt x="484" y="735"/>
                  </a:cubicBezTo>
                  <a:cubicBezTo>
                    <a:pt x="485" y="736"/>
                    <a:pt x="485" y="736"/>
                    <a:pt x="485" y="736"/>
                  </a:cubicBezTo>
                  <a:cubicBezTo>
                    <a:pt x="486" y="737"/>
                    <a:pt x="486" y="737"/>
                    <a:pt x="486" y="737"/>
                  </a:cubicBezTo>
                  <a:cubicBezTo>
                    <a:pt x="487" y="738"/>
                    <a:pt x="487" y="738"/>
                    <a:pt x="487" y="738"/>
                  </a:cubicBezTo>
                  <a:cubicBezTo>
                    <a:pt x="489" y="740"/>
                    <a:pt x="489" y="740"/>
                    <a:pt x="489" y="740"/>
                  </a:cubicBezTo>
                  <a:cubicBezTo>
                    <a:pt x="490" y="740"/>
                    <a:pt x="490" y="740"/>
                    <a:pt x="490" y="740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0" y="743"/>
                    <a:pt x="490" y="743"/>
                    <a:pt x="490" y="743"/>
                  </a:cubicBezTo>
                  <a:cubicBezTo>
                    <a:pt x="490" y="745"/>
                    <a:pt x="490" y="745"/>
                    <a:pt x="490" y="745"/>
                  </a:cubicBezTo>
                  <a:cubicBezTo>
                    <a:pt x="491" y="746"/>
                    <a:pt x="491" y="746"/>
                    <a:pt x="491" y="746"/>
                  </a:cubicBezTo>
                  <a:cubicBezTo>
                    <a:pt x="493" y="747"/>
                    <a:pt x="493" y="747"/>
                    <a:pt x="493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6" y="748"/>
                    <a:pt x="496" y="748"/>
                    <a:pt x="496" y="748"/>
                  </a:cubicBezTo>
                  <a:cubicBezTo>
                    <a:pt x="497" y="748"/>
                    <a:pt x="497" y="748"/>
                    <a:pt x="497" y="748"/>
                  </a:cubicBezTo>
                  <a:cubicBezTo>
                    <a:pt x="499" y="748"/>
                    <a:pt x="499" y="748"/>
                    <a:pt x="499" y="748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500" y="747"/>
                    <a:pt x="500" y="747"/>
                    <a:pt x="500" y="747"/>
                  </a:cubicBezTo>
                  <a:cubicBezTo>
                    <a:pt x="501" y="747"/>
                    <a:pt x="501" y="747"/>
                    <a:pt x="501" y="747"/>
                  </a:cubicBezTo>
                  <a:cubicBezTo>
                    <a:pt x="502" y="747"/>
                    <a:pt x="502" y="747"/>
                    <a:pt x="502" y="747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7"/>
                    <a:pt x="503" y="747"/>
                    <a:pt x="503" y="747"/>
                  </a:cubicBezTo>
                  <a:cubicBezTo>
                    <a:pt x="504" y="747"/>
                    <a:pt x="504" y="747"/>
                    <a:pt x="504" y="747"/>
                  </a:cubicBezTo>
                  <a:cubicBezTo>
                    <a:pt x="507" y="748"/>
                    <a:pt x="507" y="748"/>
                    <a:pt x="507" y="748"/>
                  </a:cubicBezTo>
                  <a:cubicBezTo>
                    <a:pt x="507" y="749"/>
                    <a:pt x="507" y="749"/>
                    <a:pt x="507" y="749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9" y="752"/>
                    <a:pt x="509" y="752"/>
                    <a:pt x="509" y="752"/>
                  </a:cubicBezTo>
                  <a:cubicBezTo>
                    <a:pt x="511" y="752"/>
                    <a:pt x="511" y="752"/>
                    <a:pt x="511" y="752"/>
                  </a:cubicBezTo>
                  <a:cubicBezTo>
                    <a:pt x="512" y="751"/>
                    <a:pt x="512" y="751"/>
                    <a:pt x="512" y="751"/>
                  </a:cubicBezTo>
                  <a:cubicBezTo>
                    <a:pt x="512" y="752"/>
                    <a:pt x="512" y="752"/>
                    <a:pt x="512" y="752"/>
                  </a:cubicBezTo>
                  <a:cubicBezTo>
                    <a:pt x="512" y="754"/>
                    <a:pt x="512" y="754"/>
                    <a:pt x="512" y="754"/>
                  </a:cubicBezTo>
                  <a:cubicBezTo>
                    <a:pt x="513" y="755"/>
                    <a:pt x="513" y="755"/>
                    <a:pt x="513" y="755"/>
                  </a:cubicBezTo>
                  <a:cubicBezTo>
                    <a:pt x="515" y="755"/>
                    <a:pt x="515" y="755"/>
                    <a:pt x="515" y="755"/>
                  </a:cubicBezTo>
                  <a:cubicBezTo>
                    <a:pt x="516" y="754"/>
                    <a:pt x="516" y="754"/>
                    <a:pt x="516" y="754"/>
                  </a:cubicBezTo>
                  <a:cubicBezTo>
                    <a:pt x="517" y="753"/>
                    <a:pt x="517" y="753"/>
                    <a:pt x="517" y="753"/>
                  </a:cubicBezTo>
                  <a:cubicBezTo>
                    <a:pt x="518" y="753"/>
                    <a:pt x="518" y="753"/>
                    <a:pt x="518" y="753"/>
                  </a:cubicBezTo>
                  <a:cubicBezTo>
                    <a:pt x="520" y="753"/>
                    <a:pt x="520" y="753"/>
                    <a:pt x="520" y="753"/>
                  </a:cubicBezTo>
                  <a:cubicBezTo>
                    <a:pt x="520" y="750"/>
                    <a:pt x="520" y="750"/>
                    <a:pt x="520" y="750"/>
                  </a:cubicBezTo>
                  <a:cubicBezTo>
                    <a:pt x="518" y="749"/>
                    <a:pt x="518" y="749"/>
                    <a:pt x="518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7"/>
                    <a:pt x="517" y="747"/>
                    <a:pt x="517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20" y="746"/>
                    <a:pt x="520" y="746"/>
                    <a:pt x="520" y="746"/>
                  </a:cubicBezTo>
                  <a:cubicBezTo>
                    <a:pt x="523" y="744"/>
                    <a:pt x="523" y="744"/>
                    <a:pt x="523" y="744"/>
                  </a:cubicBezTo>
                  <a:cubicBezTo>
                    <a:pt x="523" y="743"/>
                    <a:pt x="523" y="743"/>
                    <a:pt x="523" y="743"/>
                  </a:cubicBezTo>
                  <a:cubicBezTo>
                    <a:pt x="522" y="743"/>
                    <a:pt x="522" y="743"/>
                    <a:pt x="522" y="743"/>
                  </a:cubicBezTo>
                  <a:cubicBezTo>
                    <a:pt x="522" y="742"/>
                    <a:pt x="522" y="742"/>
                    <a:pt x="522" y="742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8" y="743"/>
                    <a:pt x="528" y="743"/>
                    <a:pt x="528" y="743"/>
                  </a:cubicBezTo>
                  <a:cubicBezTo>
                    <a:pt x="529" y="743"/>
                    <a:pt x="529" y="743"/>
                    <a:pt x="529" y="743"/>
                  </a:cubicBezTo>
                  <a:cubicBezTo>
                    <a:pt x="530" y="744"/>
                    <a:pt x="530" y="744"/>
                    <a:pt x="530" y="744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2" y="747"/>
                    <a:pt x="532" y="747"/>
                    <a:pt x="532" y="747"/>
                  </a:cubicBezTo>
                  <a:cubicBezTo>
                    <a:pt x="532" y="746"/>
                    <a:pt x="532" y="746"/>
                    <a:pt x="532" y="746"/>
                  </a:cubicBezTo>
                  <a:cubicBezTo>
                    <a:pt x="531" y="747"/>
                    <a:pt x="531" y="747"/>
                    <a:pt x="531" y="747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1" y="750"/>
                    <a:pt x="531" y="750"/>
                    <a:pt x="531" y="750"/>
                  </a:cubicBezTo>
                  <a:cubicBezTo>
                    <a:pt x="533" y="753"/>
                    <a:pt x="533" y="753"/>
                    <a:pt x="533" y="753"/>
                  </a:cubicBezTo>
                  <a:cubicBezTo>
                    <a:pt x="534" y="754"/>
                    <a:pt x="534" y="754"/>
                    <a:pt x="534" y="754"/>
                  </a:cubicBezTo>
                  <a:cubicBezTo>
                    <a:pt x="535" y="754"/>
                    <a:pt x="535" y="754"/>
                    <a:pt x="535" y="754"/>
                  </a:cubicBezTo>
                  <a:cubicBezTo>
                    <a:pt x="535" y="756"/>
                    <a:pt x="535" y="756"/>
                    <a:pt x="535" y="756"/>
                  </a:cubicBezTo>
                  <a:cubicBezTo>
                    <a:pt x="535" y="758"/>
                    <a:pt x="535" y="758"/>
                    <a:pt x="535" y="758"/>
                  </a:cubicBezTo>
                  <a:cubicBezTo>
                    <a:pt x="537" y="760"/>
                    <a:pt x="537" y="760"/>
                    <a:pt x="537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1"/>
                    <a:pt x="538" y="761"/>
                    <a:pt x="538" y="761"/>
                  </a:cubicBezTo>
                  <a:cubicBezTo>
                    <a:pt x="538" y="762"/>
                    <a:pt x="538" y="762"/>
                    <a:pt x="538" y="762"/>
                  </a:cubicBezTo>
                  <a:cubicBezTo>
                    <a:pt x="537" y="763"/>
                    <a:pt x="537" y="763"/>
                    <a:pt x="537" y="763"/>
                  </a:cubicBezTo>
                  <a:cubicBezTo>
                    <a:pt x="538" y="764"/>
                    <a:pt x="538" y="764"/>
                    <a:pt x="538" y="764"/>
                  </a:cubicBezTo>
                  <a:cubicBezTo>
                    <a:pt x="538" y="765"/>
                    <a:pt x="538" y="765"/>
                    <a:pt x="538" y="765"/>
                  </a:cubicBezTo>
                  <a:cubicBezTo>
                    <a:pt x="538" y="766"/>
                    <a:pt x="538" y="766"/>
                    <a:pt x="538" y="766"/>
                  </a:cubicBezTo>
                  <a:cubicBezTo>
                    <a:pt x="537" y="768"/>
                    <a:pt x="537" y="768"/>
                    <a:pt x="537" y="768"/>
                  </a:cubicBezTo>
                  <a:cubicBezTo>
                    <a:pt x="538" y="768"/>
                    <a:pt x="538" y="768"/>
                    <a:pt x="538" y="768"/>
                  </a:cubicBezTo>
                  <a:cubicBezTo>
                    <a:pt x="538" y="769"/>
                    <a:pt x="538" y="769"/>
                    <a:pt x="538" y="769"/>
                  </a:cubicBezTo>
                  <a:cubicBezTo>
                    <a:pt x="538" y="771"/>
                    <a:pt x="538" y="771"/>
                    <a:pt x="538" y="771"/>
                  </a:cubicBezTo>
                  <a:cubicBezTo>
                    <a:pt x="538" y="775"/>
                    <a:pt x="538" y="775"/>
                    <a:pt x="538" y="775"/>
                  </a:cubicBezTo>
                  <a:cubicBezTo>
                    <a:pt x="537" y="776"/>
                    <a:pt x="537" y="776"/>
                    <a:pt x="537" y="776"/>
                  </a:cubicBezTo>
                  <a:cubicBezTo>
                    <a:pt x="537" y="777"/>
                    <a:pt x="537" y="777"/>
                    <a:pt x="537" y="777"/>
                  </a:cubicBezTo>
                  <a:cubicBezTo>
                    <a:pt x="538" y="779"/>
                    <a:pt x="538" y="779"/>
                    <a:pt x="538" y="779"/>
                  </a:cubicBezTo>
                  <a:cubicBezTo>
                    <a:pt x="539" y="779"/>
                    <a:pt x="539" y="779"/>
                    <a:pt x="539" y="779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1"/>
                    <a:pt x="540" y="781"/>
                    <a:pt x="540" y="781"/>
                  </a:cubicBezTo>
                  <a:cubicBezTo>
                    <a:pt x="539" y="782"/>
                    <a:pt x="539" y="782"/>
                    <a:pt x="539" y="782"/>
                  </a:cubicBezTo>
                  <a:cubicBezTo>
                    <a:pt x="536" y="785"/>
                    <a:pt x="536" y="785"/>
                    <a:pt x="536" y="785"/>
                  </a:cubicBezTo>
                  <a:cubicBezTo>
                    <a:pt x="536" y="787"/>
                    <a:pt x="536" y="787"/>
                    <a:pt x="536" y="787"/>
                  </a:cubicBezTo>
                  <a:cubicBezTo>
                    <a:pt x="534" y="788"/>
                    <a:pt x="534" y="788"/>
                    <a:pt x="534" y="788"/>
                  </a:cubicBezTo>
                  <a:cubicBezTo>
                    <a:pt x="531" y="789"/>
                    <a:pt x="531" y="789"/>
                    <a:pt x="531" y="789"/>
                  </a:cubicBezTo>
                  <a:cubicBezTo>
                    <a:pt x="529" y="791"/>
                    <a:pt x="529" y="791"/>
                    <a:pt x="529" y="791"/>
                  </a:cubicBezTo>
                  <a:cubicBezTo>
                    <a:pt x="526" y="794"/>
                    <a:pt x="526" y="794"/>
                    <a:pt x="526" y="794"/>
                  </a:cubicBezTo>
                  <a:cubicBezTo>
                    <a:pt x="526" y="796"/>
                    <a:pt x="526" y="796"/>
                    <a:pt x="526" y="796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5" y="799"/>
                    <a:pt x="525" y="799"/>
                    <a:pt x="525" y="799"/>
                  </a:cubicBezTo>
                  <a:cubicBezTo>
                    <a:pt x="524" y="799"/>
                    <a:pt x="524" y="799"/>
                    <a:pt x="524" y="799"/>
                  </a:cubicBezTo>
                  <a:cubicBezTo>
                    <a:pt x="520" y="801"/>
                    <a:pt x="520" y="801"/>
                    <a:pt x="520" y="801"/>
                  </a:cubicBezTo>
                  <a:cubicBezTo>
                    <a:pt x="518" y="802"/>
                    <a:pt x="518" y="802"/>
                    <a:pt x="518" y="802"/>
                  </a:cubicBezTo>
                  <a:cubicBezTo>
                    <a:pt x="516" y="803"/>
                    <a:pt x="516" y="803"/>
                    <a:pt x="516" y="803"/>
                  </a:cubicBezTo>
                  <a:cubicBezTo>
                    <a:pt x="517" y="805"/>
                    <a:pt x="517" y="805"/>
                    <a:pt x="517" y="805"/>
                  </a:cubicBezTo>
                  <a:cubicBezTo>
                    <a:pt x="517" y="806"/>
                    <a:pt x="517" y="806"/>
                    <a:pt x="517" y="806"/>
                  </a:cubicBezTo>
                  <a:cubicBezTo>
                    <a:pt x="518" y="807"/>
                    <a:pt x="518" y="807"/>
                    <a:pt x="518" y="807"/>
                  </a:cubicBezTo>
                  <a:cubicBezTo>
                    <a:pt x="517" y="809"/>
                    <a:pt x="517" y="809"/>
                    <a:pt x="517" y="809"/>
                  </a:cubicBezTo>
                  <a:cubicBezTo>
                    <a:pt x="514" y="811"/>
                    <a:pt x="514" y="811"/>
                    <a:pt x="514" y="811"/>
                  </a:cubicBezTo>
                  <a:cubicBezTo>
                    <a:pt x="514" y="813"/>
                    <a:pt x="514" y="813"/>
                    <a:pt x="514" y="813"/>
                  </a:cubicBezTo>
                  <a:cubicBezTo>
                    <a:pt x="515" y="814"/>
                    <a:pt x="515" y="814"/>
                    <a:pt x="515" y="814"/>
                  </a:cubicBezTo>
                  <a:cubicBezTo>
                    <a:pt x="514" y="815"/>
                    <a:pt x="514" y="815"/>
                    <a:pt x="514" y="815"/>
                  </a:cubicBezTo>
                  <a:cubicBezTo>
                    <a:pt x="512" y="816"/>
                    <a:pt x="512" y="816"/>
                    <a:pt x="512" y="816"/>
                  </a:cubicBezTo>
                  <a:cubicBezTo>
                    <a:pt x="510" y="818"/>
                    <a:pt x="510" y="818"/>
                    <a:pt x="510" y="818"/>
                  </a:cubicBezTo>
                  <a:cubicBezTo>
                    <a:pt x="511" y="819"/>
                    <a:pt x="511" y="819"/>
                    <a:pt x="511" y="819"/>
                  </a:cubicBezTo>
                  <a:cubicBezTo>
                    <a:pt x="512" y="821"/>
                    <a:pt x="512" y="821"/>
                    <a:pt x="512" y="821"/>
                  </a:cubicBezTo>
                  <a:cubicBezTo>
                    <a:pt x="511" y="822"/>
                    <a:pt x="511" y="822"/>
                    <a:pt x="511" y="822"/>
                  </a:cubicBezTo>
                  <a:cubicBezTo>
                    <a:pt x="512" y="824"/>
                    <a:pt x="512" y="824"/>
                    <a:pt x="512" y="824"/>
                  </a:cubicBezTo>
                  <a:cubicBezTo>
                    <a:pt x="511" y="825"/>
                    <a:pt x="511" y="825"/>
                    <a:pt x="511" y="825"/>
                  </a:cubicBezTo>
                  <a:cubicBezTo>
                    <a:pt x="510" y="826"/>
                    <a:pt x="510" y="826"/>
                    <a:pt x="510" y="826"/>
                  </a:cubicBezTo>
                  <a:cubicBezTo>
                    <a:pt x="511" y="827"/>
                    <a:pt x="511" y="827"/>
                    <a:pt x="511" y="827"/>
                  </a:cubicBezTo>
                  <a:cubicBezTo>
                    <a:pt x="513" y="828"/>
                    <a:pt x="513" y="828"/>
                    <a:pt x="513" y="828"/>
                  </a:cubicBezTo>
                  <a:cubicBezTo>
                    <a:pt x="514" y="830"/>
                    <a:pt x="514" y="830"/>
                    <a:pt x="514" y="830"/>
                  </a:cubicBezTo>
                  <a:cubicBezTo>
                    <a:pt x="516" y="830"/>
                    <a:pt x="516" y="830"/>
                    <a:pt x="516" y="830"/>
                  </a:cubicBezTo>
                  <a:cubicBezTo>
                    <a:pt x="515" y="831"/>
                    <a:pt x="515" y="831"/>
                    <a:pt x="515" y="831"/>
                  </a:cubicBezTo>
                  <a:cubicBezTo>
                    <a:pt x="515" y="832"/>
                    <a:pt x="515" y="832"/>
                    <a:pt x="515" y="832"/>
                  </a:cubicBezTo>
                  <a:cubicBezTo>
                    <a:pt x="516" y="833"/>
                    <a:pt x="516" y="833"/>
                    <a:pt x="516" y="833"/>
                  </a:cubicBezTo>
                  <a:cubicBezTo>
                    <a:pt x="518" y="833"/>
                    <a:pt x="518" y="833"/>
                    <a:pt x="518" y="833"/>
                  </a:cubicBezTo>
                  <a:cubicBezTo>
                    <a:pt x="518" y="831"/>
                    <a:pt x="518" y="831"/>
                    <a:pt x="518" y="831"/>
                  </a:cubicBezTo>
                  <a:cubicBezTo>
                    <a:pt x="518" y="830"/>
                    <a:pt x="518" y="830"/>
                    <a:pt x="518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29"/>
                    <a:pt x="519" y="829"/>
                    <a:pt x="519" y="829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1"/>
                    <a:pt x="519" y="831"/>
                    <a:pt x="519" y="831"/>
                  </a:cubicBezTo>
                  <a:cubicBezTo>
                    <a:pt x="519" y="833"/>
                    <a:pt x="519" y="833"/>
                    <a:pt x="519" y="833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3" y="836"/>
                    <a:pt x="513" y="836"/>
                    <a:pt x="513" y="836"/>
                  </a:cubicBezTo>
                  <a:cubicBezTo>
                    <a:pt x="509" y="840"/>
                    <a:pt x="509" y="840"/>
                    <a:pt x="509" y="840"/>
                  </a:cubicBezTo>
                  <a:cubicBezTo>
                    <a:pt x="508" y="842"/>
                    <a:pt x="508" y="842"/>
                    <a:pt x="508" y="842"/>
                  </a:cubicBezTo>
                  <a:cubicBezTo>
                    <a:pt x="508" y="843"/>
                    <a:pt x="508" y="843"/>
                    <a:pt x="508" y="843"/>
                  </a:cubicBezTo>
                  <a:cubicBezTo>
                    <a:pt x="508" y="844"/>
                    <a:pt x="508" y="844"/>
                    <a:pt x="508" y="844"/>
                  </a:cubicBezTo>
                  <a:cubicBezTo>
                    <a:pt x="509" y="845"/>
                    <a:pt x="509" y="845"/>
                    <a:pt x="509" y="845"/>
                  </a:cubicBezTo>
                  <a:cubicBezTo>
                    <a:pt x="509" y="846"/>
                    <a:pt x="509" y="846"/>
                    <a:pt x="509" y="846"/>
                  </a:cubicBezTo>
                  <a:cubicBezTo>
                    <a:pt x="508" y="846"/>
                    <a:pt x="508" y="846"/>
                    <a:pt x="508" y="846"/>
                  </a:cubicBezTo>
                  <a:cubicBezTo>
                    <a:pt x="508" y="848"/>
                    <a:pt x="508" y="848"/>
                    <a:pt x="508" y="848"/>
                  </a:cubicBezTo>
                  <a:cubicBezTo>
                    <a:pt x="510" y="849"/>
                    <a:pt x="510" y="849"/>
                    <a:pt x="510" y="849"/>
                  </a:cubicBezTo>
                  <a:cubicBezTo>
                    <a:pt x="511" y="851"/>
                    <a:pt x="511" y="851"/>
                    <a:pt x="511" y="851"/>
                  </a:cubicBezTo>
                  <a:cubicBezTo>
                    <a:pt x="511" y="852"/>
                    <a:pt x="511" y="852"/>
                    <a:pt x="511" y="852"/>
                  </a:cubicBezTo>
                  <a:cubicBezTo>
                    <a:pt x="510" y="852"/>
                    <a:pt x="510" y="852"/>
                    <a:pt x="510" y="852"/>
                  </a:cubicBezTo>
                  <a:cubicBezTo>
                    <a:pt x="509" y="852"/>
                    <a:pt x="509" y="852"/>
                    <a:pt x="509" y="852"/>
                  </a:cubicBezTo>
                  <a:cubicBezTo>
                    <a:pt x="508" y="854"/>
                    <a:pt x="508" y="854"/>
                    <a:pt x="508" y="854"/>
                  </a:cubicBezTo>
                  <a:cubicBezTo>
                    <a:pt x="510" y="855"/>
                    <a:pt x="510" y="855"/>
                    <a:pt x="510" y="855"/>
                  </a:cubicBezTo>
                  <a:cubicBezTo>
                    <a:pt x="511" y="856"/>
                    <a:pt x="511" y="856"/>
                    <a:pt x="511" y="856"/>
                  </a:cubicBezTo>
                  <a:cubicBezTo>
                    <a:pt x="513" y="858"/>
                    <a:pt x="513" y="858"/>
                    <a:pt x="513" y="858"/>
                  </a:cubicBezTo>
                  <a:cubicBezTo>
                    <a:pt x="515" y="858"/>
                    <a:pt x="515" y="858"/>
                    <a:pt x="515" y="858"/>
                  </a:cubicBezTo>
                  <a:cubicBezTo>
                    <a:pt x="518" y="860"/>
                    <a:pt x="518" y="860"/>
                    <a:pt x="518" y="860"/>
                  </a:cubicBezTo>
                  <a:cubicBezTo>
                    <a:pt x="520" y="860"/>
                    <a:pt x="520" y="860"/>
                    <a:pt x="520" y="860"/>
                  </a:cubicBezTo>
                  <a:cubicBezTo>
                    <a:pt x="520" y="861"/>
                    <a:pt x="520" y="861"/>
                    <a:pt x="520" y="861"/>
                  </a:cubicBezTo>
                  <a:cubicBezTo>
                    <a:pt x="522" y="864"/>
                    <a:pt x="522" y="864"/>
                    <a:pt x="522" y="864"/>
                  </a:cubicBezTo>
                  <a:cubicBezTo>
                    <a:pt x="522" y="866"/>
                    <a:pt x="522" y="866"/>
                    <a:pt x="522" y="866"/>
                  </a:cubicBezTo>
                  <a:cubicBezTo>
                    <a:pt x="523" y="867"/>
                    <a:pt x="523" y="867"/>
                    <a:pt x="523" y="867"/>
                  </a:cubicBezTo>
                  <a:cubicBezTo>
                    <a:pt x="526" y="869"/>
                    <a:pt x="526" y="869"/>
                    <a:pt x="526" y="869"/>
                  </a:cubicBezTo>
                  <a:cubicBezTo>
                    <a:pt x="527" y="871"/>
                    <a:pt x="527" y="871"/>
                    <a:pt x="527" y="871"/>
                  </a:cubicBezTo>
                  <a:cubicBezTo>
                    <a:pt x="528" y="873"/>
                    <a:pt x="528" y="873"/>
                    <a:pt x="528" y="873"/>
                  </a:cubicBezTo>
                  <a:cubicBezTo>
                    <a:pt x="528" y="874"/>
                    <a:pt x="528" y="874"/>
                    <a:pt x="528" y="874"/>
                  </a:cubicBezTo>
                  <a:cubicBezTo>
                    <a:pt x="529" y="877"/>
                    <a:pt x="529" y="877"/>
                    <a:pt x="529" y="877"/>
                  </a:cubicBezTo>
                  <a:cubicBezTo>
                    <a:pt x="530" y="878"/>
                    <a:pt x="530" y="878"/>
                    <a:pt x="530" y="878"/>
                  </a:cubicBezTo>
                  <a:cubicBezTo>
                    <a:pt x="531" y="879"/>
                    <a:pt x="531" y="879"/>
                    <a:pt x="531" y="879"/>
                  </a:cubicBezTo>
                  <a:cubicBezTo>
                    <a:pt x="532" y="881"/>
                    <a:pt x="532" y="881"/>
                    <a:pt x="532" y="881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3" y="886"/>
                    <a:pt x="533" y="886"/>
                    <a:pt x="533" y="886"/>
                  </a:cubicBezTo>
                  <a:cubicBezTo>
                    <a:pt x="536" y="889"/>
                    <a:pt x="536" y="889"/>
                    <a:pt x="536" y="889"/>
                  </a:cubicBezTo>
                  <a:cubicBezTo>
                    <a:pt x="536" y="890"/>
                    <a:pt x="536" y="890"/>
                    <a:pt x="536" y="890"/>
                  </a:cubicBezTo>
                  <a:cubicBezTo>
                    <a:pt x="536" y="891"/>
                    <a:pt x="536" y="891"/>
                    <a:pt x="536" y="891"/>
                  </a:cubicBezTo>
                  <a:cubicBezTo>
                    <a:pt x="536" y="893"/>
                    <a:pt x="536" y="893"/>
                    <a:pt x="536" y="893"/>
                  </a:cubicBezTo>
                  <a:cubicBezTo>
                    <a:pt x="538" y="893"/>
                    <a:pt x="538" y="893"/>
                    <a:pt x="538" y="893"/>
                  </a:cubicBezTo>
                  <a:cubicBezTo>
                    <a:pt x="540" y="895"/>
                    <a:pt x="540" y="895"/>
                    <a:pt x="540" y="895"/>
                  </a:cubicBezTo>
                  <a:cubicBezTo>
                    <a:pt x="540" y="896"/>
                    <a:pt x="540" y="896"/>
                    <a:pt x="540" y="896"/>
                  </a:cubicBezTo>
                  <a:cubicBezTo>
                    <a:pt x="541" y="899"/>
                    <a:pt x="541" y="899"/>
                    <a:pt x="541" y="899"/>
                  </a:cubicBezTo>
                  <a:cubicBezTo>
                    <a:pt x="542" y="900"/>
                    <a:pt x="542" y="900"/>
                    <a:pt x="542" y="900"/>
                  </a:cubicBezTo>
                  <a:cubicBezTo>
                    <a:pt x="543" y="900"/>
                    <a:pt x="543" y="900"/>
                    <a:pt x="543" y="900"/>
                  </a:cubicBezTo>
                  <a:cubicBezTo>
                    <a:pt x="544" y="902"/>
                    <a:pt x="544" y="902"/>
                    <a:pt x="544" y="902"/>
                  </a:cubicBezTo>
                  <a:cubicBezTo>
                    <a:pt x="546" y="905"/>
                    <a:pt x="546" y="905"/>
                    <a:pt x="546" y="905"/>
                  </a:cubicBezTo>
                  <a:cubicBezTo>
                    <a:pt x="546" y="907"/>
                    <a:pt x="546" y="907"/>
                    <a:pt x="546" y="907"/>
                  </a:cubicBezTo>
                  <a:cubicBezTo>
                    <a:pt x="549" y="910"/>
                    <a:pt x="549" y="910"/>
                    <a:pt x="549" y="910"/>
                  </a:cubicBezTo>
                  <a:cubicBezTo>
                    <a:pt x="549" y="911"/>
                    <a:pt x="549" y="911"/>
                    <a:pt x="549" y="911"/>
                  </a:cubicBezTo>
                  <a:cubicBezTo>
                    <a:pt x="548" y="910"/>
                    <a:pt x="548" y="910"/>
                    <a:pt x="548" y="910"/>
                  </a:cubicBezTo>
                  <a:cubicBezTo>
                    <a:pt x="548" y="912"/>
                    <a:pt x="548" y="912"/>
                    <a:pt x="548" y="912"/>
                  </a:cubicBezTo>
                  <a:cubicBezTo>
                    <a:pt x="548" y="913"/>
                    <a:pt x="548" y="913"/>
                    <a:pt x="548" y="913"/>
                  </a:cubicBezTo>
                  <a:cubicBezTo>
                    <a:pt x="548" y="915"/>
                    <a:pt x="548" y="915"/>
                    <a:pt x="548" y="915"/>
                  </a:cubicBezTo>
                  <a:cubicBezTo>
                    <a:pt x="549" y="915"/>
                    <a:pt x="549" y="915"/>
                    <a:pt x="549" y="915"/>
                  </a:cubicBezTo>
                  <a:cubicBezTo>
                    <a:pt x="550" y="915"/>
                    <a:pt x="550" y="915"/>
                    <a:pt x="550" y="915"/>
                  </a:cubicBezTo>
                  <a:cubicBezTo>
                    <a:pt x="550" y="916"/>
                    <a:pt x="550" y="916"/>
                    <a:pt x="550" y="916"/>
                  </a:cubicBezTo>
                  <a:cubicBezTo>
                    <a:pt x="549" y="917"/>
                    <a:pt x="549" y="917"/>
                    <a:pt x="549" y="917"/>
                  </a:cubicBezTo>
                  <a:cubicBezTo>
                    <a:pt x="552" y="919"/>
                    <a:pt x="552" y="919"/>
                    <a:pt x="552" y="919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6" y="922"/>
                    <a:pt x="556" y="922"/>
                    <a:pt x="556" y="922"/>
                  </a:cubicBezTo>
                  <a:cubicBezTo>
                    <a:pt x="557" y="922"/>
                    <a:pt x="557" y="922"/>
                    <a:pt x="557" y="922"/>
                  </a:cubicBezTo>
                  <a:cubicBezTo>
                    <a:pt x="558" y="923"/>
                    <a:pt x="558" y="923"/>
                    <a:pt x="558" y="923"/>
                  </a:cubicBezTo>
                  <a:cubicBezTo>
                    <a:pt x="558" y="924"/>
                    <a:pt x="558" y="924"/>
                    <a:pt x="558" y="924"/>
                  </a:cubicBezTo>
                  <a:cubicBezTo>
                    <a:pt x="559" y="925"/>
                    <a:pt x="559" y="925"/>
                    <a:pt x="559" y="925"/>
                  </a:cubicBezTo>
                  <a:cubicBezTo>
                    <a:pt x="562" y="925"/>
                    <a:pt x="562" y="925"/>
                    <a:pt x="562" y="925"/>
                  </a:cubicBezTo>
                  <a:cubicBezTo>
                    <a:pt x="563" y="926"/>
                    <a:pt x="563" y="926"/>
                    <a:pt x="563" y="926"/>
                  </a:cubicBezTo>
                  <a:cubicBezTo>
                    <a:pt x="565" y="928"/>
                    <a:pt x="565" y="928"/>
                    <a:pt x="565" y="928"/>
                  </a:cubicBezTo>
                  <a:cubicBezTo>
                    <a:pt x="566" y="928"/>
                    <a:pt x="566" y="928"/>
                    <a:pt x="566" y="928"/>
                  </a:cubicBezTo>
                  <a:cubicBezTo>
                    <a:pt x="567" y="930"/>
                    <a:pt x="567" y="930"/>
                    <a:pt x="567" y="930"/>
                  </a:cubicBezTo>
                  <a:cubicBezTo>
                    <a:pt x="568" y="930"/>
                    <a:pt x="568" y="930"/>
                    <a:pt x="568" y="930"/>
                  </a:cubicBezTo>
                  <a:cubicBezTo>
                    <a:pt x="570" y="931"/>
                    <a:pt x="570" y="931"/>
                    <a:pt x="570" y="931"/>
                  </a:cubicBezTo>
                  <a:cubicBezTo>
                    <a:pt x="571" y="931"/>
                    <a:pt x="571" y="931"/>
                    <a:pt x="571" y="931"/>
                  </a:cubicBezTo>
                  <a:cubicBezTo>
                    <a:pt x="572" y="931"/>
                    <a:pt x="572" y="931"/>
                    <a:pt x="572" y="931"/>
                  </a:cubicBezTo>
                  <a:cubicBezTo>
                    <a:pt x="575" y="933"/>
                    <a:pt x="575" y="933"/>
                    <a:pt x="575" y="933"/>
                  </a:cubicBezTo>
                  <a:cubicBezTo>
                    <a:pt x="577" y="934"/>
                    <a:pt x="577" y="934"/>
                    <a:pt x="577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9" y="935"/>
                    <a:pt x="579" y="935"/>
                    <a:pt x="579" y="935"/>
                  </a:cubicBezTo>
                  <a:cubicBezTo>
                    <a:pt x="581" y="936"/>
                    <a:pt x="581" y="936"/>
                    <a:pt x="581" y="936"/>
                  </a:cubicBezTo>
                  <a:cubicBezTo>
                    <a:pt x="582" y="937"/>
                    <a:pt x="582" y="937"/>
                    <a:pt x="582" y="937"/>
                  </a:cubicBezTo>
                  <a:cubicBezTo>
                    <a:pt x="584" y="939"/>
                    <a:pt x="584" y="939"/>
                    <a:pt x="584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40"/>
                    <a:pt x="585" y="940"/>
                    <a:pt x="585" y="940"/>
                  </a:cubicBezTo>
                  <a:cubicBezTo>
                    <a:pt x="585" y="942"/>
                    <a:pt x="585" y="942"/>
                    <a:pt x="585" y="942"/>
                  </a:cubicBezTo>
                  <a:cubicBezTo>
                    <a:pt x="587" y="942"/>
                    <a:pt x="587" y="942"/>
                    <a:pt x="587" y="942"/>
                  </a:cubicBezTo>
                  <a:cubicBezTo>
                    <a:pt x="588" y="943"/>
                    <a:pt x="588" y="943"/>
                    <a:pt x="588" y="943"/>
                  </a:cubicBezTo>
                  <a:cubicBezTo>
                    <a:pt x="590" y="945"/>
                    <a:pt x="590" y="945"/>
                    <a:pt x="590" y="945"/>
                  </a:cubicBezTo>
                  <a:cubicBezTo>
                    <a:pt x="592" y="946"/>
                    <a:pt x="592" y="946"/>
                    <a:pt x="592" y="946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9"/>
                    <a:pt x="594" y="949"/>
                    <a:pt x="594" y="949"/>
                  </a:cubicBezTo>
                  <a:cubicBezTo>
                    <a:pt x="594" y="951"/>
                    <a:pt x="594" y="951"/>
                    <a:pt x="594" y="951"/>
                  </a:cubicBezTo>
                  <a:cubicBezTo>
                    <a:pt x="595" y="953"/>
                    <a:pt x="595" y="953"/>
                    <a:pt x="595" y="953"/>
                  </a:cubicBezTo>
                  <a:cubicBezTo>
                    <a:pt x="596" y="958"/>
                    <a:pt x="596" y="958"/>
                    <a:pt x="596" y="958"/>
                  </a:cubicBezTo>
                  <a:cubicBezTo>
                    <a:pt x="596" y="960"/>
                    <a:pt x="596" y="960"/>
                    <a:pt x="596" y="960"/>
                  </a:cubicBezTo>
                  <a:cubicBezTo>
                    <a:pt x="595" y="961"/>
                    <a:pt x="595" y="961"/>
                    <a:pt x="595" y="961"/>
                  </a:cubicBezTo>
                  <a:cubicBezTo>
                    <a:pt x="595" y="962"/>
                    <a:pt x="595" y="962"/>
                    <a:pt x="595" y="962"/>
                  </a:cubicBezTo>
                  <a:cubicBezTo>
                    <a:pt x="595" y="965"/>
                    <a:pt x="595" y="965"/>
                    <a:pt x="595" y="965"/>
                  </a:cubicBezTo>
                  <a:cubicBezTo>
                    <a:pt x="596" y="968"/>
                    <a:pt x="596" y="968"/>
                    <a:pt x="596" y="968"/>
                  </a:cubicBezTo>
                  <a:cubicBezTo>
                    <a:pt x="597" y="970"/>
                    <a:pt x="597" y="970"/>
                    <a:pt x="597" y="970"/>
                  </a:cubicBezTo>
                  <a:cubicBezTo>
                    <a:pt x="597" y="974"/>
                    <a:pt x="597" y="974"/>
                    <a:pt x="597" y="974"/>
                  </a:cubicBezTo>
                  <a:cubicBezTo>
                    <a:pt x="596" y="976"/>
                    <a:pt x="596" y="976"/>
                    <a:pt x="596" y="976"/>
                  </a:cubicBezTo>
                  <a:cubicBezTo>
                    <a:pt x="597" y="981"/>
                    <a:pt x="597" y="981"/>
                    <a:pt x="597" y="981"/>
                  </a:cubicBezTo>
                  <a:cubicBezTo>
                    <a:pt x="597" y="982"/>
                    <a:pt x="597" y="982"/>
                    <a:pt x="597" y="982"/>
                  </a:cubicBezTo>
                  <a:cubicBezTo>
                    <a:pt x="594" y="983"/>
                    <a:pt x="594" y="983"/>
                    <a:pt x="594" y="983"/>
                  </a:cubicBezTo>
                  <a:cubicBezTo>
                    <a:pt x="595" y="987"/>
                    <a:pt x="595" y="987"/>
                    <a:pt x="595" y="987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95"/>
                    <a:pt x="596" y="995"/>
                    <a:pt x="596" y="995"/>
                  </a:cubicBezTo>
                  <a:cubicBezTo>
                    <a:pt x="597" y="998"/>
                    <a:pt x="597" y="998"/>
                    <a:pt x="597" y="998"/>
                  </a:cubicBezTo>
                  <a:cubicBezTo>
                    <a:pt x="597" y="1000"/>
                    <a:pt x="597" y="1000"/>
                    <a:pt x="597" y="1000"/>
                  </a:cubicBezTo>
                  <a:cubicBezTo>
                    <a:pt x="597" y="1002"/>
                    <a:pt x="597" y="1002"/>
                    <a:pt x="597" y="1002"/>
                  </a:cubicBezTo>
                  <a:cubicBezTo>
                    <a:pt x="596" y="1004"/>
                    <a:pt x="596" y="1004"/>
                    <a:pt x="596" y="1004"/>
                  </a:cubicBezTo>
                  <a:cubicBezTo>
                    <a:pt x="596" y="1006"/>
                    <a:pt x="596" y="1006"/>
                    <a:pt x="596" y="1006"/>
                  </a:cubicBezTo>
                  <a:cubicBezTo>
                    <a:pt x="597" y="1009"/>
                    <a:pt x="597" y="1009"/>
                    <a:pt x="597" y="1009"/>
                  </a:cubicBezTo>
                  <a:cubicBezTo>
                    <a:pt x="597" y="1010"/>
                    <a:pt x="597" y="1010"/>
                    <a:pt x="597" y="1010"/>
                  </a:cubicBezTo>
                  <a:cubicBezTo>
                    <a:pt x="597" y="1014"/>
                    <a:pt x="597" y="1014"/>
                    <a:pt x="597" y="1014"/>
                  </a:cubicBezTo>
                  <a:cubicBezTo>
                    <a:pt x="596" y="1015"/>
                    <a:pt x="596" y="1015"/>
                    <a:pt x="596" y="1015"/>
                  </a:cubicBezTo>
                  <a:cubicBezTo>
                    <a:pt x="596" y="1017"/>
                    <a:pt x="596" y="1017"/>
                    <a:pt x="596" y="1017"/>
                  </a:cubicBezTo>
                  <a:cubicBezTo>
                    <a:pt x="596" y="1018"/>
                    <a:pt x="596" y="1018"/>
                    <a:pt x="596" y="1018"/>
                  </a:cubicBezTo>
                  <a:cubicBezTo>
                    <a:pt x="596" y="1019"/>
                    <a:pt x="596" y="1019"/>
                    <a:pt x="596" y="1019"/>
                  </a:cubicBezTo>
                  <a:cubicBezTo>
                    <a:pt x="595" y="1021"/>
                    <a:pt x="595" y="1021"/>
                    <a:pt x="595" y="1021"/>
                  </a:cubicBezTo>
                  <a:cubicBezTo>
                    <a:pt x="595" y="1023"/>
                    <a:pt x="595" y="1023"/>
                    <a:pt x="595" y="1023"/>
                  </a:cubicBezTo>
                  <a:cubicBezTo>
                    <a:pt x="594" y="1024"/>
                    <a:pt x="594" y="1024"/>
                    <a:pt x="594" y="1024"/>
                  </a:cubicBezTo>
                  <a:cubicBezTo>
                    <a:pt x="594" y="1026"/>
                    <a:pt x="594" y="1026"/>
                    <a:pt x="594" y="1026"/>
                  </a:cubicBezTo>
                  <a:cubicBezTo>
                    <a:pt x="594" y="1027"/>
                    <a:pt x="594" y="1027"/>
                    <a:pt x="594" y="1027"/>
                  </a:cubicBezTo>
                  <a:cubicBezTo>
                    <a:pt x="593" y="1030"/>
                    <a:pt x="593" y="1030"/>
                    <a:pt x="593" y="1030"/>
                  </a:cubicBezTo>
                  <a:cubicBezTo>
                    <a:pt x="593" y="1031"/>
                    <a:pt x="593" y="1031"/>
                    <a:pt x="593" y="1031"/>
                  </a:cubicBezTo>
                  <a:cubicBezTo>
                    <a:pt x="594" y="1033"/>
                    <a:pt x="594" y="1033"/>
                    <a:pt x="594" y="1033"/>
                  </a:cubicBezTo>
                  <a:cubicBezTo>
                    <a:pt x="595" y="1035"/>
                    <a:pt x="595" y="1035"/>
                    <a:pt x="595" y="1035"/>
                  </a:cubicBezTo>
                  <a:cubicBezTo>
                    <a:pt x="595" y="1036"/>
                    <a:pt x="595" y="1036"/>
                    <a:pt x="595" y="1036"/>
                  </a:cubicBezTo>
                  <a:cubicBezTo>
                    <a:pt x="594" y="1037"/>
                    <a:pt x="594" y="1037"/>
                    <a:pt x="594" y="1037"/>
                  </a:cubicBezTo>
                  <a:cubicBezTo>
                    <a:pt x="594" y="1039"/>
                    <a:pt x="594" y="1039"/>
                    <a:pt x="594" y="1039"/>
                  </a:cubicBezTo>
                  <a:cubicBezTo>
                    <a:pt x="595" y="1040"/>
                    <a:pt x="595" y="1040"/>
                    <a:pt x="595" y="1040"/>
                  </a:cubicBezTo>
                  <a:cubicBezTo>
                    <a:pt x="594" y="1041"/>
                    <a:pt x="594" y="1041"/>
                    <a:pt x="594" y="1041"/>
                  </a:cubicBezTo>
                  <a:cubicBezTo>
                    <a:pt x="593" y="1041"/>
                    <a:pt x="593" y="1041"/>
                    <a:pt x="593" y="1041"/>
                  </a:cubicBezTo>
                  <a:cubicBezTo>
                    <a:pt x="593" y="1044"/>
                    <a:pt x="593" y="1044"/>
                    <a:pt x="593" y="1044"/>
                  </a:cubicBezTo>
                  <a:cubicBezTo>
                    <a:pt x="593" y="1045"/>
                    <a:pt x="593" y="1045"/>
                    <a:pt x="593" y="1045"/>
                  </a:cubicBezTo>
                  <a:cubicBezTo>
                    <a:pt x="593" y="1047"/>
                    <a:pt x="593" y="1047"/>
                    <a:pt x="593" y="1047"/>
                  </a:cubicBezTo>
                  <a:cubicBezTo>
                    <a:pt x="595" y="1051"/>
                    <a:pt x="595" y="1051"/>
                    <a:pt x="595" y="1051"/>
                  </a:cubicBezTo>
                  <a:cubicBezTo>
                    <a:pt x="595" y="1053"/>
                    <a:pt x="595" y="1053"/>
                    <a:pt x="595" y="1053"/>
                  </a:cubicBezTo>
                  <a:cubicBezTo>
                    <a:pt x="594" y="1054"/>
                    <a:pt x="594" y="1054"/>
                    <a:pt x="594" y="1054"/>
                  </a:cubicBezTo>
                  <a:cubicBezTo>
                    <a:pt x="594" y="1056"/>
                    <a:pt x="594" y="1056"/>
                    <a:pt x="594" y="1056"/>
                  </a:cubicBezTo>
                  <a:cubicBezTo>
                    <a:pt x="596" y="1058"/>
                    <a:pt x="596" y="1058"/>
                    <a:pt x="596" y="1058"/>
                  </a:cubicBezTo>
                  <a:cubicBezTo>
                    <a:pt x="596" y="1060"/>
                    <a:pt x="596" y="1060"/>
                    <a:pt x="596" y="1060"/>
                  </a:cubicBezTo>
                  <a:cubicBezTo>
                    <a:pt x="595" y="1062"/>
                    <a:pt x="595" y="1062"/>
                    <a:pt x="595" y="1062"/>
                  </a:cubicBezTo>
                  <a:cubicBezTo>
                    <a:pt x="595" y="1063"/>
                    <a:pt x="595" y="1063"/>
                    <a:pt x="595" y="1063"/>
                  </a:cubicBezTo>
                  <a:cubicBezTo>
                    <a:pt x="596" y="1064"/>
                    <a:pt x="596" y="1064"/>
                    <a:pt x="596" y="1064"/>
                  </a:cubicBezTo>
                  <a:cubicBezTo>
                    <a:pt x="596" y="1065"/>
                    <a:pt x="596" y="1065"/>
                    <a:pt x="596" y="1065"/>
                  </a:cubicBezTo>
                  <a:cubicBezTo>
                    <a:pt x="595" y="1067"/>
                    <a:pt x="595" y="1067"/>
                    <a:pt x="595" y="1067"/>
                  </a:cubicBezTo>
                  <a:cubicBezTo>
                    <a:pt x="596" y="1068"/>
                    <a:pt x="596" y="1068"/>
                    <a:pt x="596" y="1068"/>
                  </a:cubicBezTo>
                  <a:cubicBezTo>
                    <a:pt x="597" y="1070"/>
                    <a:pt x="597" y="1070"/>
                    <a:pt x="597" y="1070"/>
                  </a:cubicBezTo>
                  <a:cubicBezTo>
                    <a:pt x="598" y="1071"/>
                    <a:pt x="598" y="1071"/>
                    <a:pt x="598" y="1071"/>
                  </a:cubicBezTo>
                  <a:cubicBezTo>
                    <a:pt x="597" y="1072"/>
                    <a:pt x="597" y="1072"/>
                    <a:pt x="597" y="1072"/>
                  </a:cubicBezTo>
                  <a:cubicBezTo>
                    <a:pt x="596" y="1072"/>
                    <a:pt x="596" y="1072"/>
                    <a:pt x="596" y="1072"/>
                  </a:cubicBezTo>
                  <a:cubicBezTo>
                    <a:pt x="595" y="1074"/>
                    <a:pt x="595" y="1074"/>
                    <a:pt x="595" y="1074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7"/>
                    <a:pt x="595" y="1077"/>
                    <a:pt x="595" y="1077"/>
                  </a:cubicBezTo>
                  <a:cubicBezTo>
                    <a:pt x="594" y="1078"/>
                    <a:pt x="594" y="1078"/>
                    <a:pt x="594" y="1078"/>
                  </a:cubicBezTo>
                  <a:cubicBezTo>
                    <a:pt x="594" y="1080"/>
                    <a:pt x="594" y="1080"/>
                    <a:pt x="594" y="1080"/>
                  </a:cubicBezTo>
                  <a:cubicBezTo>
                    <a:pt x="594" y="1082"/>
                    <a:pt x="594" y="1082"/>
                    <a:pt x="594" y="1082"/>
                  </a:cubicBezTo>
                  <a:cubicBezTo>
                    <a:pt x="593" y="1083"/>
                    <a:pt x="593" y="1083"/>
                    <a:pt x="593" y="1083"/>
                  </a:cubicBezTo>
                  <a:cubicBezTo>
                    <a:pt x="593" y="1084"/>
                    <a:pt x="593" y="1084"/>
                    <a:pt x="593" y="1084"/>
                  </a:cubicBezTo>
                  <a:cubicBezTo>
                    <a:pt x="593" y="1085"/>
                    <a:pt x="593" y="1085"/>
                    <a:pt x="593" y="1085"/>
                  </a:cubicBezTo>
                  <a:cubicBezTo>
                    <a:pt x="593" y="1087"/>
                    <a:pt x="593" y="1087"/>
                    <a:pt x="593" y="1087"/>
                  </a:cubicBezTo>
                  <a:cubicBezTo>
                    <a:pt x="592" y="1088"/>
                    <a:pt x="592" y="1088"/>
                    <a:pt x="592" y="1088"/>
                  </a:cubicBezTo>
                  <a:cubicBezTo>
                    <a:pt x="592" y="1089"/>
                    <a:pt x="592" y="1089"/>
                    <a:pt x="592" y="1089"/>
                  </a:cubicBezTo>
                  <a:cubicBezTo>
                    <a:pt x="592" y="1090"/>
                    <a:pt x="592" y="1090"/>
                    <a:pt x="592" y="1090"/>
                  </a:cubicBezTo>
                  <a:cubicBezTo>
                    <a:pt x="591" y="1091"/>
                    <a:pt x="591" y="1091"/>
                    <a:pt x="591" y="1091"/>
                  </a:cubicBezTo>
                  <a:cubicBezTo>
                    <a:pt x="591" y="1093"/>
                    <a:pt x="591" y="1093"/>
                    <a:pt x="591" y="1093"/>
                  </a:cubicBezTo>
                  <a:cubicBezTo>
                    <a:pt x="591" y="1094"/>
                    <a:pt x="591" y="1094"/>
                    <a:pt x="591" y="1094"/>
                  </a:cubicBezTo>
                  <a:cubicBezTo>
                    <a:pt x="590" y="1094"/>
                    <a:pt x="590" y="1094"/>
                    <a:pt x="590" y="1094"/>
                  </a:cubicBezTo>
                  <a:cubicBezTo>
                    <a:pt x="590" y="1096"/>
                    <a:pt x="590" y="1096"/>
                    <a:pt x="590" y="1096"/>
                  </a:cubicBezTo>
                  <a:cubicBezTo>
                    <a:pt x="590" y="1097"/>
                    <a:pt x="590" y="1097"/>
                    <a:pt x="590" y="1097"/>
                  </a:cubicBezTo>
                  <a:cubicBezTo>
                    <a:pt x="590" y="1098"/>
                    <a:pt x="590" y="1098"/>
                    <a:pt x="590" y="1098"/>
                  </a:cubicBezTo>
                  <a:cubicBezTo>
                    <a:pt x="590" y="1099"/>
                    <a:pt x="590" y="1099"/>
                    <a:pt x="590" y="1099"/>
                  </a:cubicBezTo>
                  <a:cubicBezTo>
                    <a:pt x="590" y="1100"/>
                    <a:pt x="590" y="1100"/>
                    <a:pt x="590" y="1100"/>
                  </a:cubicBezTo>
                  <a:cubicBezTo>
                    <a:pt x="590" y="1101"/>
                    <a:pt x="590" y="1101"/>
                    <a:pt x="590" y="1101"/>
                  </a:cubicBezTo>
                  <a:cubicBezTo>
                    <a:pt x="589" y="1101"/>
                    <a:pt x="589" y="1101"/>
                    <a:pt x="589" y="1101"/>
                  </a:cubicBezTo>
                  <a:cubicBezTo>
                    <a:pt x="588" y="1101"/>
                    <a:pt x="588" y="1101"/>
                    <a:pt x="588" y="1101"/>
                  </a:cubicBezTo>
                  <a:cubicBezTo>
                    <a:pt x="586" y="1101"/>
                    <a:pt x="586" y="1101"/>
                    <a:pt x="586" y="1101"/>
                  </a:cubicBezTo>
                  <a:cubicBezTo>
                    <a:pt x="586" y="1102"/>
                    <a:pt x="586" y="1102"/>
                    <a:pt x="586" y="1102"/>
                  </a:cubicBezTo>
                  <a:cubicBezTo>
                    <a:pt x="587" y="1104"/>
                    <a:pt x="587" y="1104"/>
                    <a:pt x="587" y="1104"/>
                  </a:cubicBezTo>
                  <a:cubicBezTo>
                    <a:pt x="587" y="1106"/>
                    <a:pt x="587" y="1106"/>
                    <a:pt x="587" y="1106"/>
                  </a:cubicBezTo>
                  <a:cubicBezTo>
                    <a:pt x="588" y="1108"/>
                    <a:pt x="588" y="1108"/>
                    <a:pt x="588" y="1108"/>
                  </a:cubicBezTo>
                  <a:cubicBezTo>
                    <a:pt x="589" y="1109"/>
                    <a:pt x="589" y="1109"/>
                    <a:pt x="589" y="1109"/>
                  </a:cubicBezTo>
                  <a:cubicBezTo>
                    <a:pt x="589" y="1110"/>
                    <a:pt x="589" y="1110"/>
                    <a:pt x="589" y="1110"/>
                  </a:cubicBezTo>
                  <a:cubicBezTo>
                    <a:pt x="589" y="1113"/>
                    <a:pt x="589" y="1113"/>
                    <a:pt x="589" y="1113"/>
                  </a:cubicBezTo>
                  <a:cubicBezTo>
                    <a:pt x="591" y="1116"/>
                    <a:pt x="591" y="1116"/>
                    <a:pt x="591" y="1116"/>
                  </a:cubicBezTo>
                  <a:cubicBezTo>
                    <a:pt x="592" y="1117"/>
                    <a:pt x="592" y="1117"/>
                    <a:pt x="592" y="1117"/>
                  </a:cubicBezTo>
                  <a:cubicBezTo>
                    <a:pt x="593" y="1118"/>
                    <a:pt x="593" y="1118"/>
                    <a:pt x="593" y="1118"/>
                  </a:cubicBezTo>
                  <a:cubicBezTo>
                    <a:pt x="593" y="1120"/>
                    <a:pt x="593" y="1120"/>
                    <a:pt x="593" y="1120"/>
                  </a:cubicBezTo>
                  <a:cubicBezTo>
                    <a:pt x="592" y="1123"/>
                    <a:pt x="592" y="1123"/>
                    <a:pt x="592" y="1123"/>
                  </a:cubicBezTo>
                  <a:cubicBezTo>
                    <a:pt x="591" y="1124"/>
                    <a:pt x="591" y="1124"/>
                    <a:pt x="591" y="1124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0" y="1125"/>
                    <a:pt x="590" y="1125"/>
                    <a:pt x="590" y="1125"/>
                  </a:cubicBezTo>
                  <a:cubicBezTo>
                    <a:pt x="590" y="1127"/>
                    <a:pt x="590" y="1127"/>
                    <a:pt x="590" y="1127"/>
                  </a:cubicBezTo>
                  <a:cubicBezTo>
                    <a:pt x="590" y="1129"/>
                    <a:pt x="590" y="1129"/>
                    <a:pt x="590" y="1129"/>
                  </a:cubicBezTo>
                  <a:cubicBezTo>
                    <a:pt x="591" y="1130"/>
                    <a:pt x="591" y="1130"/>
                    <a:pt x="591" y="1130"/>
                  </a:cubicBezTo>
                  <a:cubicBezTo>
                    <a:pt x="590" y="1132"/>
                    <a:pt x="590" y="1132"/>
                    <a:pt x="590" y="1132"/>
                  </a:cubicBezTo>
                  <a:cubicBezTo>
                    <a:pt x="590" y="1134"/>
                    <a:pt x="590" y="1134"/>
                    <a:pt x="590" y="1134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6"/>
                    <a:pt x="590" y="1136"/>
                    <a:pt x="590" y="1136"/>
                  </a:cubicBezTo>
                  <a:cubicBezTo>
                    <a:pt x="590" y="1137"/>
                    <a:pt x="590" y="1137"/>
                    <a:pt x="590" y="1137"/>
                  </a:cubicBezTo>
                  <a:cubicBezTo>
                    <a:pt x="593" y="1141"/>
                    <a:pt x="593" y="1141"/>
                    <a:pt x="593" y="1141"/>
                  </a:cubicBezTo>
                  <a:cubicBezTo>
                    <a:pt x="594" y="1142"/>
                    <a:pt x="594" y="1142"/>
                    <a:pt x="594" y="1142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1" y="1143"/>
                    <a:pt x="591" y="1143"/>
                    <a:pt x="591" y="1143"/>
                  </a:cubicBezTo>
                  <a:cubicBezTo>
                    <a:pt x="590" y="1144"/>
                    <a:pt x="590" y="1144"/>
                    <a:pt x="590" y="1144"/>
                  </a:cubicBezTo>
                  <a:cubicBezTo>
                    <a:pt x="590" y="1145"/>
                    <a:pt x="590" y="1145"/>
                    <a:pt x="590" y="1145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7"/>
                    <a:pt x="590" y="1147"/>
                    <a:pt x="590" y="1147"/>
                  </a:cubicBezTo>
                  <a:cubicBezTo>
                    <a:pt x="589" y="1149"/>
                    <a:pt x="589" y="1149"/>
                    <a:pt x="589" y="1149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1" y="1152"/>
                    <a:pt x="591" y="1152"/>
                    <a:pt x="591" y="1152"/>
                  </a:cubicBezTo>
                  <a:cubicBezTo>
                    <a:pt x="591" y="1156"/>
                    <a:pt x="591" y="1156"/>
                    <a:pt x="591" y="1156"/>
                  </a:cubicBezTo>
                  <a:cubicBezTo>
                    <a:pt x="590" y="1158"/>
                    <a:pt x="590" y="1158"/>
                    <a:pt x="590" y="1158"/>
                  </a:cubicBezTo>
                  <a:cubicBezTo>
                    <a:pt x="592" y="1159"/>
                    <a:pt x="592" y="1159"/>
                    <a:pt x="592" y="1159"/>
                  </a:cubicBezTo>
                  <a:cubicBezTo>
                    <a:pt x="596" y="1159"/>
                    <a:pt x="596" y="1159"/>
                    <a:pt x="596" y="1159"/>
                  </a:cubicBezTo>
                  <a:cubicBezTo>
                    <a:pt x="596" y="1157"/>
                    <a:pt x="596" y="1157"/>
                    <a:pt x="596" y="1157"/>
                  </a:cubicBezTo>
                  <a:cubicBezTo>
                    <a:pt x="595" y="1156"/>
                    <a:pt x="595" y="1156"/>
                    <a:pt x="595" y="1156"/>
                  </a:cubicBezTo>
                  <a:cubicBezTo>
                    <a:pt x="596" y="1156"/>
                    <a:pt x="596" y="1156"/>
                    <a:pt x="596" y="1156"/>
                  </a:cubicBezTo>
                  <a:cubicBezTo>
                    <a:pt x="597" y="1156"/>
                    <a:pt x="597" y="1156"/>
                    <a:pt x="597" y="1156"/>
                  </a:cubicBezTo>
                  <a:cubicBezTo>
                    <a:pt x="598" y="1155"/>
                    <a:pt x="598" y="1155"/>
                    <a:pt x="598" y="1155"/>
                  </a:cubicBezTo>
                  <a:cubicBezTo>
                    <a:pt x="596" y="1154"/>
                    <a:pt x="596" y="1154"/>
                    <a:pt x="596" y="1154"/>
                  </a:cubicBezTo>
                  <a:cubicBezTo>
                    <a:pt x="597" y="1153"/>
                    <a:pt x="597" y="1153"/>
                    <a:pt x="597" y="1153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7" y="1152"/>
                    <a:pt x="597" y="1152"/>
                    <a:pt x="597" y="1152"/>
                  </a:cubicBezTo>
                  <a:cubicBezTo>
                    <a:pt x="597" y="1151"/>
                    <a:pt x="597" y="1151"/>
                    <a:pt x="597" y="1151"/>
                  </a:cubicBezTo>
                  <a:cubicBezTo>
                    <a:pt x="597" y="1150"/>
                    <a:pt x="597" y="1150"/>
                    <a:pt x="597" y="1150"/>
                  </a:cubicBezTo>
                  <a:cubicBezTo>
                    <a:pt x="597" y="1148"/>
                    <a:pt x="597" y="1148"/>
                    <a:pt x="597" y="1148"/>
                  </a:cubicBezTo>
                  <a:cubicBezTo>
                    <a:pt x="596" y="1147"/>
                    <a:pt x="596" y="1147"/>
                    <a:pt x="596" y="1147"/>
                  </a:cubicBezTo>
                  <a:cubicBezTo>
                    <a:pt x="597" y="1145"/>
                    <a:pt x="597" y="1145"/>
                    <a:pt x="597" y="1145"/>
                  </a:cubicBezTo>
                  <a:cubicBezTo>
                    <a:pt x="595" y="1144"/>
                    <a:pt x="595" y="1144"/>
                    <a:pt x="595" y="1144"/>
                  </a:cubicBezTo>
                  <a:cubicBezTo>
                    <a:pt x="597" y="1144"/>
                    <a:pt x="597" y="1144"/>
                    <a:pt x="597" y="1144"/>
                  </a:cubicBezTo>
                  <a:cubicBezTo>
                    <a:pt x="599" y="1144"/>
                    <a:pt x="599" y="1144"/>
                    <a:pt x="599" y="1144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600" y="1141"/>
                    <a:pt x="600" y="1141"/>
                    <a:pt x="600" y="1141"/>
                  </a:cubicBezTo>
                  <a:cubicBezTo>
                    <a:pt x="601" y="1143"/>
                    <a:pt x="601" y="1143"/>
                    <a:pt x="601" y="1143"/>
                  </a:cubicBezTo>
                  <a:cubicBezTo>
                    <a:pt x="600" y="1144"/>
                    <a:pt x="600" y="1144"/>
                    <a:pt x="600" y="1144"/>
                  </a:cubicBezTo>
                  <a:cubicBezTo>
                    <a:pt x="600" y="1145"/>
                    <a:pt x="600" y="1145"/>
                    <a:pt x="600" y="1145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7"/>
                    <a:pt x="602" y="1147"/>
                    <a:pt x="602" y="1147"/>
                  </a:cubicBezTo>
                  <a:cubicBezTo>
                    <a:pt x="601" y="1147"/>
                    <a:pt x="601" y="1147"/>
                    <a:pt x="601" y="1147"/>
                  </a:cubicBezTo>
                  <a:cubicBezTo>
                    <a:pt x="600" y="1148"/>
                    <a:pt x="600" y="1148"/>
                    <a:pt x="600" y="1148"/>
                  </a:cubicBezTo>
                  <a:cubicBezTo>
                    <a:pt x="601" y="1149"/>
                    <a:pt x="601" y="1149"/>
                    <a:pt x="601" y="1149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1" y="1151"/>
                    <a:pt x="601" y="1151"/>
                    <a:pt x="601" y="1151"/>
                  </a:cubicBezTo>
                  <a:cubicBezTo>
                    <a:pt x="601" y="1154"/>
                    <a:pt x="601" y="1154"/>
                    <a:pt x="601" y="1154"/>
                  </a:cubicBezTo>
                  <a:cubicBezTo>
                    <a:pt x="602" y="1154"/>
                    <a:pt x="602" y="1154"/>
                    <a:pt x="602" y="1154"/>
                  </a:cubicBezTo>
                  <a:cubicBezTo>
                    <a:pt x="601" y="1155"/>
                    <a:pt x="601" y="1155"/>
                    <a:pt x="601" y="1155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0" y="1158"/>
                    <a:pt x="600" y="1158"/>
                    <a:pt x="600" y="1158"/>
                  </a:cubicBezTo>
                  <a:cubicBezTo>
                    <a:pt x="600" y="1160"/>
                    <a:pt x="600" y="1160"/>
                    <a:pt x="600" y="1160"/>
                  </a:cubicBezTo>
                  <a:cubicBezTo>
                    <a:pt x="602" y="1160"/>
                    <a:pt x="602" y="1160"/>
                    <a:pt x="602" y="1160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7" y="1162"/>
                    <a:pt x="597" y="1162"/>
                    <a:pt x="597" y="1162"/>
                  </a:cubicBezTo>
                  <a:cubicBezTo>
                    <a:pt x="598" y="1162"/>
                    <a:pt x="598" y="1162"/>
                    <a:pt x="598" y="1162"/>
                  </a:cubicBezTo>
                  <a:cubicBezTo>
                    <a:pt x="594" y="1161"/>
                    <a:pt x="594" y="1161"/>
                    <a:pt x="594" y="1161"/>
                  </a:cubicBezTo>
                  <a:cubicBezTo>
                    <a:pt x="593" y="1162"/>
                    <a:pt x="593" y="1162"/>
                    <a:pt x="593" y="1162"/>
                  </a:cubicBezTo>
                  <a:cubicBezTo>
                    <a:pt x="594" y="1164"/>
                    <a:pt x="594" y="1164"/>
                    <a:pt x="594" y="1164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3" y="1165"/>
                    <a:pt x="593" y="1165"/>
                    <a:pt x="593" y="1165"/>
                  </a:cubicBezTo>
                  <a:cubicBezTo>
                    <a:pt x="592" y="1167"/>
                    <a:pt x="592" y="1167"/>
                    <a:pt x="592" y="1167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1" y="1168"/>
                    <a:pt x="591" y="1168"/>
                    <a:pt x="591" y="1168"/>
                  </a:cubicBezTo>
                  <a:cubicBezTo>
                    <a:pt x="590" y="1170"/>
                    <a:pt x="590" y="1170"/>
                    <a:pt x="590" y="1170"/>
                  </a:cubicBezTo>
                  <a:cubicBezTo>
                    <a:pt x="591" y="1172"/>
                    <a:pt x="591" y="1172"/>
                    <a:pt x="591" y="1172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3" y="1171"/>
                    <a:pt x="593" y="1171"/>
                    <a:pt x="593" y="1171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4" y="1173"/>
                  </a:cubicBezTo>
                  <a:cubicBezTo>
                    <a:pt x="595" y="1173"/>
                    <a:pt x="595" y="1173"/>
                    <a:pt x="595" y="1173"/>
                  </a:cubicBezTo>
                  <a:cubicBezTo>
                    <a:pt x="595" y="1172"/>
                    <a:pt x="595" y="1172"/>
                    <a:pt x="595" y="1172"/>
                  </a:cubicBezTo>
                  <a:cubicBezTo>
                    <a:pt x="597" y="1172"/>
                    <a:pt x="597" y="1172"/>
                    <a:pt x="597" y="1172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9" y="1171"/>
                    <a:pt x="599" y="1171"/>
                    <a:pt x="599" y="1171"/>
                  </a:cubicBezTo>
                  <a:cubicBezTo>
                    <a:pt x="599" y="1172"/>
                    <a:pt x="599" y="1172"/>
                    <a:pt x="599" y="1172"/>
                  </a:cubicBezTo>
                  <a:cubicBezTo>
                    <a:pt x="600" y="1174"/>
                    <a:pt x="600" y="1174"/>
                    <a:pt x="600" y="1174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1" y="1175"/>
                    <a:pt x="601" y="1175"/>
                    <a:pt x="601" y="1175"/>
                  </a:cubicBezTo>
                  <a:cubicBezTo>
                    <a:pt x="602" y="1177"/>
                    <a:pt x="602" y="1177"/>
                    <a:pt x="602" y="1177"/>
                  </a:cubicBezTo>
                  <a:cubicBezTo>
                    <a:pt x="601" y="1177"/>
                    <a:pt x="601" y="1177"/>
                    <a:pt x="601" y="1177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80"/>
                    <a:pt x="601" y="1180"/>
                    <a:pt x="601" y="1180"/>
                  </a:cubicBezTo>
                  <a:cubicBezTo>
                    <a:pt x="600" y="1182"/>
                    <a:pt x="600" y="1182"/>
                    <a:pt x="600" y="1182"/>
                  </a:cubicBezTo>
                  <a:cubicBezTo>
                    <a:pt x="600" y="1183"/>
                    <a:pt x="600" y="1183"/>
                    <a:pt x="600" y="1183"/>
                  </a:cubicBezTo>
                  <a:cubicBezTo>
                    <a:pt x="599" y="1183"/>
                    <a:pt x="599" y="1183"/>
                    <a:pt x="599" y="1183"/>
                  </a:cubicBezTo>
                  <a:cubicBezTo>
                    <a:pt x="598" y="1184"/>
                    <a:pt x="598" y="1184"/>
                    <a:pt x="598" y="1184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600" y="1178"/>
                    <a:pt x="600" y="1178"/>
                    <a:pt x="600" y="1178"/>
                  </a:cubicBezTo>
                  <a:cubicBezTo>
                    <a:pt x="599" y="1178"/>
                    <a:pt x="599" y="1178"/>
                    <a:pt x="599" y="1178"/>
                  </a:cubicBezTo>
                  <a:cubicBezTo>
                    <a:pt x="600" y="1177"/>
                    <a:pt x="600" y="1177"/>
                    <a:pt x="600" y="1177"/>
                  </a:cubicBezTo>
                  <a:cubicBezTo>
                    <a:pt x="599" y="1174"/>
                    <a:pt x="599" y="1174"/>
                    <a:pt x="599" y="1174"/>
                  </a:cubicBezTo>
                  <a:cubicBezTo>
                    <a:pt x="598" y="1174"/>
                    <a:pt x="598" y="1174"/>
                    <a:pt x="598" y="1174"/>
                  </a:cubicBezTo>
                  <a:cubicBezTo>
                    <a:pt x="598" y="1173"/>
                    <a:pt x="598" y="1173"/>
                    <a:pt x="598" y="1173"/>
                  </a:cubicBezTo>
                  <a:cubicBezTo>
                    <a:pt x="596" y="1173"/>
                    <a:pt x="596" y="1173"/>
                    <a:pt x="596" y="1173"/>
                  </a:cubicBezTo>
                  <a:cubicBezTo>
                    <a:pt x="593" y="1174"/>
                    <a:pt x="593" y="1174"/>
                    <a:pt x="593" y="1174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6"/>
                    <a:pt x="595" y="1176"/>
                    <a:pt x="595" y="1176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4" y="1177"/>
                    <a:pt x="594" y="1177"/>
                    <a:pt x="594" y="1177"/>
                  </a:cubicBezTo>
                  <a:cubicBezTo>
                    <a:pt x="594" y="1178"/>
                    <a:pt x="594" y="1178"/>
                    <a:pt x="594" y="1178"/>
                  </a:cubicBezTo>
                  <a:cubicBezTo>
                    <a:pt x="594" y="1179"/>
                    <a:pt x="594" y="1179"/>
                    <a:pt x="594" y="1179"/>
                  </a:cubicBezTo>
                  <a:cubicBezTo>
                    <a:pt x="592" y="1179"/>
                    <a:pt x="592" y="1179"/>
                    <a:pt x="592" y="1179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0" y="1181"/>
                    <a:pt x="590" y="1181"/>
                    <a:pt x="590" y="1181"/>
                  </a:cubicBezTo>
                  <a:cubicBezTo>
                    <a:pt x="590" y="1183"/>
                    <a:pt x="590" y="1183"/>
                    <a:pt x="590" y="1183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1" y="1187"/>
                    <a:pt x="591" y="1187"/>
                    <a:pt x="591" y="1187"/>
                  </a:cubicBezTo>
                  <a:cubicBezTo>
                    <a:pt x="590" y="1187"/>
                    <a:pt x="590" y="1187"/>
                    <a:pt x="590" y="1187"/>
                  </a:cubicBezTo>
                  <a:cubicBezTo>
                    <a:pt x="589" y="1188"/>
                    <a:pt x="589" y="1188"/>
                    <a:pt x="589" y="1188"/>
                  </a:cubicBezTo>
                  <a:cubicBezTo>
                    <a:pt x="587" y="1190"/>
                    <a:pt x="587" y="1190"/>
                    <a:pt x="587" y="1190"/>
                  </a:cubicBezTo>
                  <a:cubicBezTo>
                    <a:pt x="587" y="1191"/>
                    <a:pt x="587" y="1191"/>
                    <a:pt x="587" y="1191"/>
                  </a:cubicBezTo>
                  <a:cubicBezTo>
                    <a:pt x="589" y="1194"/>
                    <a:pt x="589" y="1194"/>
                    <a:pt x="589" y="1194"/>
                  </a:cubicBezTo>
                  <a:cubicBezTo>
                    <a:pt x="591" y="1194"/>
                    <a:pt x="591" y="1194"/>
                    <a:pt x="591" y="1194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1" y="1190"/>
                    <a:pt x="591" y="1190"/>
                    <a:pt x="591" y="1190"/>
                  </a:cubicBezTo>
                  <a:cubicBezTo>
                    <a:pt x="592" y="1190"/>
                    <a:pt x="592" y="1190"/>
                    <a:pt x="592" y="1190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4" y="1192"/>
                    <a:pt x="594" y="1192"/>
                    <a:pt x="594" y="1192"/>
                  </a:cubicBezTo>
                  <a:cubicBezTo>
                    <a:pt x="596" y="1192"/>
                    <a:pt x="596" y="1192"/>
                    <a:pt x="596" y="1192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8" y="1192"/>
                    <a:pt x="598" y="1192"/>
                    <a:pt x="598" y="1192"/>
                  </a:cubicBezTo>
                  <a:cubicBezTo>
                    <a:pt x="600" y="1193"/>
                    <a:pt x="600" y="1193"/>
                    <a:pt x="600" y="1193"/>
                  </a:cubicBezTo>
                  <a:cubicBezTo>
                    <a:pt x="599" y="1194"/>
                    <a:pt x="599" y="1194"/>
                    <a:pt x="599" y="1194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7" y="1197"/>
                    <a:pt x="597" y="1197"/>
                    <a:pt x="597" y="1197"/>
                  </a:cubicBezTo>
                  <a:cubicBezTo>
                    <a:pt x="597" y="1199"/>
                    <a:pt x="597" y="1199"/>
                    <a:pt x="597" y="1199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9" y="1201"/>
                    <a:pt x="599" y="1201"/>
                    <a:pt x="599" y="1201"/>
                  </a:cubicBezTo>
                  <a:cubicBezTo>
                    <a:pt x="601" y="1202"/>
                    <a:pt x="601" y="1202"/>
                    <a:pt x="601" y="1202"/>
                  </a:cubicBezTo>
                  <a:cubicBezTo>
                    <a:pt x="600" y="1202"/>
                    <a:pt x="600" y="1202"/>
                    <a:pt x="600" y="1202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8" y="1203"/>
                    <a:pt x="598" y="1203"/>
                    <a:pt x="598" y="1203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6" y="1201"/>
                    <a:pt x="596" y="1201"/>
                    <a:pt x="596" y="1201"/>
                  </a:cubicBezTo>
                  <a:cubicBezTo>
                    <a:pt x="595" y="1202"/>
                    <a:pt x="595" y="1202"/>
                    <a:pt x="595" y="1202"/>
                  </a:cubicBezTo>
                  <a:cubicBezTo>
                    <a:pt x="594" y="1203"/>
                    <a:pt x="594" y="1203"/>
                    <a:pt x="594" y="1203"/>
                  </a:cubicBezTo>
                  <a:cubicBezTo>
                    <a:pt x="593" y="1203"/>
                    <a:pt x="593" y="1203"/>
                    <a:pt x="593" y="1203"/>
                  </a:cubicBezTo>
                  <a:cubicBezTo>
                    <a:pt x="592" y="1204"/>
                    <a:pt x="592" y="1204"/>
                    <a:pt x="592" y="1204"/>
                  </a:cubicBezTo>
                  <a:cubicBezTo>
                    <a:pt x="592" y="1205"/>
                    <a:pt x="592" y="1205"/>
                    <a:pt x="592" y="1205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10"/>
                    <a:pt x="592" y="1210"/>
                    <a:pt x="592" y="1210"/>
                  </a:cubicBezTo>
                  <a:cubicBezTo>
                    <a:pt x="593" y="1210"/>
                    <a:pt x="593" y="1210"/>
                    <a:pt x="593" y="1210"/>
                  </a:cubicBezTo>
                  <a:cubicBezTo>
                    <a:pt x="593" y="1211"/>
                    <a:pt x="593" y="1211"/>
                    <a:pt x="593" y="1211"/>
                  </a:cubicBezTo>
                  <a:cubicBezTo>
                    <a:pt x="594" y="1211"/>
                    <a:pt x="594" y="1211"/>
                    <a:pt x="594" y="1211"/>
                  </a:cubicBezTo>
                  <a:cubicBezTo>
                    <a:pt x="593" y="1212"/>
                    <a:pt x="593" y="1212"/>
                    <a:pt x="593" y="1212"/>
                  </a:cubicBezTo>
                  <a:cubicBezTo>
                    <a:pt x="594" y="1215"/>
                    <a:pt x="594" y="1215"/>
                    <a:pt x="594" y="1215"/>
                  </a:cubicBezTo>
                  <a:cubicBezTo>
                    <a:pt x="594" y="1216"/>
                    <a:pt x="594" y="1216"/>
                    <a:pt x="594" y="1216"/>
                  </a:cubicBezTo>
                  <a:cubicBezTo>
                    <a:pt x="596" y="1217"/>
                    <a:pt x="596" y="1217"/>
                    <a:pt x="596" y="1217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5"/>
                    <a:pt x="597" y="1215"/>
                    <a:pt x="597" y="1215"/>
                  </a:cubicBezTo>
                  <a:cubicBezTo>
                    <a:pt x="598" y="1216"/>
                    <a:pt x="598" y="1216"/>
                    <a:pt x="598" y="1216"/>
                  </a:cubicBezTo>
                  <a:cubicBezTo>
                    <a:pt x="596" y="1216"/>
                    <a:pt x="596" y="1216"/>
                    <a:pt x="596" y="1216"/>
                  </a:cubicBezTo>
                  <a:cubicBezTo>
                    <a:pt x="597" y="1218"/>
                    <a:pt x="597" y="1218"/>
                    <a:pt x="597" y="1218"/>
                  </a:cubicBezTo>
                  <a:cubicBezTo>
                    <a:pt x="594" y="1219"/>
                    <a:pt x="594" y="1219"/>
                    <a:pt x="594" y="1219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6" y="1223"/>
                    <a:pt x="596" y="1223"/>
                    <a:pt x="596" y="1223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598" y="1221"/>
                    <a:pt x="598" y="1221"/>
                    <a:pt x="598" y="1221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600" y="1223"/>
                    <a:pt x="600" y="1223"/>
                    <a:pt x="600" y="1223"/>
                  </a:cubicBezTo>
                  <a:cubicBezTo>
                    <a:pt x="601" y="1223"/>
                    <a:pt x="601" y="1223"/>
                    <a:pt x="601" y="1223"/>
                  </a:cubicBezTo>
                  <a:cubicBezTo>
                    <a:pt x="601" y="1224"/>
                    <a:pt x="601" y="1224"/>
                    <a:pt x="601" y="1224"/>
                  </a:cubicBezTo>
                  <a:cubicBezTo>
                    <a:pt x="602" y="1224"/>
                    <a:pt x="602" y="1224"/>
                    <a:pt x="602" y="1224"/>
                  </a:cubicBezTo>
                  <a:cubicBezTo>
                    <a:pt x="600" y="1224"/>
                    <a:pt x="600" y="1224"/>
                    <a:pt x="600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5"/>
                    <a:pt x="599" y="1225"/>
                    <a:pt x="599" y="1225"/>
                  </a:cubicBezTo>
                  <a:cubicBezTo>
                    <a:pt x="598" y="1226"/>
                    <a:pt x="598" y="1226"/>
                    <a:pt x="598" y="1226"/>
                  </a:cubicBezTo>
                  <a:cubicBezTo>
                    <a:pt x="599" y="1227"/>
                    <a:pt x="599" y="1227"/>
                    <a:pt x="599" y="1227"/>
                  </a:cubicBezTo>
                  <a:cubicBezTo>
                    <a:pt x="599" y="1228"/>
                    <a:pt x="599" y="1228"/>
                    <a:pt x="599" y="1228"/>
                  </a:cubicBezTo>
                  <a:cubicBezTo>
                    <a:pt x="598" y="1228"/>
                    <a:pt x="598" y="1228"/>
                    <a:pt x="598" y="1228"/>
                  </a:cubicBezTo>
                  <a:cubicBezTo>
                    <a:pt x="598" y="1231"/>
                    <a:pt x="598" y="1231"/>
                    <a:pt x="598" y="1231"/>
                  </a:cubicBezTo>
                  <a:cubicBezTo>
                    <a:pt x="601" y="1229"/>
                    <a:pt x="601" y="1229"/>
                    <a:pt x="601" y="1229"/>
                  </a:cubicBezTo>
                  <a:cubicBezTo>
                    <a:pt x="601" y="1230"/>
                    <a:pt x="601" y="1230"/>
                    <a:pt x="601" y="1230"/>
                  </a:cubicBezTo>
                  <a:cubicBezTo>
                    <a:pt x="602" y="1233"/>
                    <a:pt x="602" y="1233"/>
                    <a:pt x="602" y="1233"/>
                  </a:cubicBezTo>
                  <a:cubicBezTo>
                    <a:pt x="603" y="1232"/>
                    <a:pt x="603" y="1232"/>
                    <a:pt x="603" y="1232"/>
                  </a:cubicBezTo>
                  <a:cubicBezTo>
                    <a:pt x="603" y="1233"/>
                    <a:pt x="603" y="1233"/>
                    <a:pt x="603" y="1233"/>
                  </a:cubicBezTo>
                  <a:cubicBezTo>
                    <a:pt x="604" y="1234"/>
                    <a:pt x="604" y="1234"/>
                    <a:pt x="604" y="1234"/>
                  </a:cubicBezTo>
                  <a:cubicBezTo>
                    <a:pt x="603" y="1234"/>
                    <a:pt x="603" y="1234"/>
                    <a:pt x="603" y="1234"/>
                  </a:cubicBezTo>
                  <a:cubicBezTo>
                    <a:pt x="601" y="1235"/>
                    <a:pt x="601" y="1235"/>
                    <a:pt x="601" y="1235"/>
                  </a:cubicBezTo>
                  <a:cubicBezTo>
                    <a:pt x="602" y="1236"/>
                    <a:pt x="602" y="1236"/>
                    <a:pt x="602" y="1236"/>
                  </a:cubicBezTo>
                  <a:cubicBezTo>
                    <a:pt x="602" y="1237"/>
                    <a:pt x="602" y="1237"/>
                    <a:pt x="602" y="1237"/>
                  </a:cubicBezTo>
                  <a:cubicBezTo>
                    <a:pt x="601" y="1238"/>
                    <a:pt x="601" y="1238"/>
                    <a:pt x="601" y="1238"/>
                  </a:cubicBezTo>
                  <a:cubicBezTo>
                    <a:pt x="602" y="1239"/>
                    <a:pt x="602" y="1239"/>
                    <a:pt x="602" y="1239"/>
                  </a:cubicBezTo>
                  <a:cubicBezTo>
                    <a:pt x="604" y="1239"/>
                    <a:pt x="604" y="1239"/>
                    <a:pt x="604" y="1239"/>
                  </a:cubicBezTo>
                  <a:cubicBezTo>
                    <a:pt x="606" y="1239"/>
                    <a:pt x="606" y="1239"/>
                    <a:pt x="606" y="1239"/>
                  </a:cubicBezTo>
                  <a:cubicBezTo>
                    <a:pt x="606" y="1238"/>
                    <a:pt x="606" y="1238"/>
                    <a:pt x="606" y="1238"/>
                  </a:cubicBezTo>
                  <a:cubicBezTo>
                    <a:pt x="608" y="1238"/>
                    <a:pt x="608" y="1238"/>
                    <a:pt x="608" y="1238"/>
                  </a:cubicBezTo>
                  <a:cubicBezTo>
                    <a:pt x="608" y="1237"/>
                    <a:pt x="608" y="1237"/>
                    <a:pt x="608" y="1237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7" y="1234"/>
                    <a:pt x="607" y="1234"/>
                    <a:pt x="607" y="1234"/>
                  </a:cubicBezTo>
                  <a:cubicBezTo>
                    <a:pt x="606" y="1233"/>
                    <a:pt x="606" y="1233"/>
                    <a:pt x="606" y="1233"/>
                  </a:cubicBezTo>
                  <a:cubicBezTo>
                    <a:pt x="608" y="1234"/>
                    <a:pt x="608" y="1234"/>
                    <a:pt x="608" y="1234"/>
                  </a:cubicBezTo>
                  <a:cubicBezTo>
                    <a:pt x="608" y="1235"/>
                    <a:pt x="608" y="1235"/>
                    <a:pt x="608" y="1235"/>
                  </a:cubicBezTo>
                  <a:cubicBezTo>
                    <a:pt x="609" y="1235"/>
                    <a:pt x="609" y="1235"/>
                    <a:pt x="609" y="1235"/>
                  </a:cubicBezTo>
                  <a:cubicBezTo>
                    <a:pt x="610" y="1235"/>
                    <a:pt x="610" y="1235"/>
                    <a:pt x="610" y="1235"/>
                  </a:cubicBezTo>
                  <a:cubicBezTo>
                    <a:pt x="610" y="1236"/>
                    <a:pt x="610" y="1236"/>
                    <a:pt x="610" y="1236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0" y="1239"/>
                    <a:pt x="610" y="1239"/>
                    <a:pt x="610" y="1239"/>
                  </a:cubicBezTo>
                  <a:cubicBezTo>
                    <a:pt x="609" y="1239"/>
                    <a:pt x="609" y="1239"/>
                    <a:pt x="609" y="1239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7" y="1240"/>
                    <a:pt x="607" y="1240"/>
                    <a:pt x="607" y="1240"/>
                  </a:cubicBezTo>
                  <a:cubicBezTo>
                    <a:pt x="607" y="1241"/>
                    <a:pt x="607" y="1241"/>
                    <a:pt x="607" y="1241"/>
                  </a:cubicBezTo>
                  <a:cubicBezTo>
                    <a:pt x="606" y="1240"/>
                    <a:pt x="606" y="1240"/>
                    <a:pt x="606" y="1240"/>
                  </a:cubicBezTo>
                  <a:cubicBezTo>
                    <a:pt x="604" y="1240"/>
                    <a:pt x="604" y="1240"/>
                    <a:pt x="604" y="1240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3"/>
                    <a:pt x="604" y="1243"/>
                    <a:pt x="604" y="1243"/>
                  </a:cubicBezTo>
                  <a:cubicBezTo>
                    <a:pt x="604" y="1244"/>
                    <a:pt x="604" y="1244"/>
                    <a:pt x="604" y="1244"/>
                  </a:cubicBezTo>
                  <a:cubicBezTo>
                    <a:pt x="605" y="1245"/>
                    <a:pt x="605" y="1245"/>
                    <a:pt x="605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9"/>
                    <a:pt x="607" y="1249"/>
                    <a:pt x="607" y="1249"/>
                  </a:cubicBezTo>
                  <a:cubicBezTo>
                    <a:pt x="609" y="1248"/>
                    <a:pt x="609" y="1248"/>
                    <a:pt x="609" y="1248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08" y="1245"/>
                    <a:pt x="608" y="1245"/>
                    <a:pt x="608" y="1245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1" y="1245"/>
                    <a:pt x="611" y="1245"/>
                    <a:pt x="611" y="1245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11" y="1247"/>
                    <a:pt x="611" y="1247"/>
                    <a:pt x="611" y="1247"/>
                  </a:cubicBezTo>
                  <a:cubicBezTo>
                    <a:pt x="613" y="1249"/>
                    <a:pt x="613" y="1249"/>
                    <a:pt x="613" y="1249"/>
                  </a:cubicBezTo>
                  <a:cubicBezTo>
                    <a:pt x="612" y="1249"/>
                    <a:pt x="612" y="1249"/>
                    <a:pt x="612" y="1249"/>
                  </a:cubicBezTo>
                  <a:cubicBezTo>
                    <a:pt x="610" y="1250"/>
                    <a:pt x="610" y="1250"/>
                    <a:pt x="610" y="1250"/>
                  </a:cubicBezTo>
                  <a:cubicBezTo>
                    <a:pt x="611" y="1251"/>
                    <a:pt x="611" y="1251"/>
                    <a:pt x="611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4" y="1252"/>
                    <a:pt x="614" y="1252"/>
                    <a:pt x="614" y="1252"/>
                  </a:cubicBezTo>
                  <a:cubicBezTo>
                    <a:pt x="615" y="1253"/>
                    <a:pt x="615" y="1253"/>
                    <a:pt x="615" y="1253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7" y="1253"/>
                    <a:pt x="617" y="1253"/>
                    <a:pt x="617" y="1253"/>
                  </a:cubicBezTo>
                  <a:cubicBezTo>
                    <a:pt x="616" y="1253"/>
                    <a:pt x="616" y="1253"/>
                    <a:pt x="616" y="1253"/>
                  </a:cubicBezTo>
                  <a:cubicBezTo>
                    <a:pt x="617" y="1255"/>
                    <a:pt x="617" y="1255"/>
                    <a:pt x="617" y="1255"/>
                  </a:cubicBezTo>
                  <a:cubicBezTo>
                    <a:pt x="619" y="1255"/>
                    <a:pt x="619" y="1255"/>
                    <a:pt x="619" y="1255"/>
                  </a:cubicBezTo>
                  <a:cubicBezTo>
                    <a:pt x="621" y="1256"/>
                    <a:pt x="621" y="1256"/>
                    <a:pt x="621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4" y="1259"/>
                    <a:pt x="624" y="1259"/>
                    <a:pt x="624" y="1259"/>
                  </a:cubicBezTo>
                  <a:cubicBezTo>
                    <a:pt x="626" y="1260"/>
                    <a:pt x="626" y="1260"/>
                    <a:pt x="626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8" y="1260"/>
                    <a:pt x="628" y="1260"/>
                    <a:pt x="628" y="1260"/>
                  </a:cubicBezTo>
                  <a:cubicBezTo>
                    <a:pt x="630" y="1262"/>
                    <a:pt x="630" y="1262"/>
                    <a:pt x="630" y="1262"/>
                  </a:cubicBezTo>
                  <a:cubicBezTo>
                    <a:pt x="629" y="1262"/>
                    <a:pt x="629" y="1262"/>
                    <a:pt x="629" y="1262"/>
                  </a:cubicBezTo>
                  <a:cubicBezTo>
                    <a:pt x="628" y="1262"/>
                    <a:pt x="628" y="1262"/>
                    <a:pt x="628" y="1262"/>
                  </a:cubicBezTo>
                  <a:cubicBezTo>
                    <a:pt x="627" y="1262"/>
                    <a:pt x="627" y="1262"/>
                    <a:pt x="627" y="1262"/>
                  </a:cubicBezTo>
                  <a:cubicBezTo>
                    <a:pt x="626" y="1261"/>
                    <a:pt x="626" y="1261"/>
                    <a:pt x="626" y="1261"/>
                  </a:cubicBezTo>
                  <a:cubicBezTo>
                    <a:pt x="624" y="1260"/>
                    <a:pt x="624" y="1260"/>
                    <a:pt x="624" y="1260"/>
                  </a:cubicBezTo>
                  <a:cubicBezTo>
                    <a:pt x="623" y="1260"/>
                    <a:pt x="623" y="1260"/>
                    <a:pt x="623" y="1260"/>
                  </a:cubicBezTo>
                  <a:cubicBezTo>
                    <a:pt x="623" y="1259"/>
                    <a:pt x="623" y="1259"/>
                    <a:pt x="623" y="1259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1" y="1258"/>
                    <a:pt x="621" y="1258"/>
                    <a:pt x="621" y="1258"/>
                  </a:cubicBezTo>
                  <a:cubicBezTo>
                    <a:pt x="620" y="1257"/>
                    <a:pt x="620" y="1257"/>
                    <a:pt x="620" y="1257"/>
                  </a:cubicBezTo>
                  <a:cubicBezTo>
                    <a:pt x="619" y="1257"/>
                    <a:pt x="619" y="1257"/>
                    <a:pt x="619" y="1257"/>
                  </a:cubicBezTo>
                  <a:cubicBezTo>
                    <a:pt x="618" y="1257"/>
                    <a:pt x="618" y="1257"/>
                    <a:pt x="618" y="1257"/>
                  </a:cubicBezTo>
                  <a:cubicBezTo>
                    <a:pt x="616" y="1256"/>
                    <a:pt x="616" y="1256"/>
                    <a:pt x="616" y="1256"/>
                  </a:cubicBezTo>
                  <a:cubicBezTo>
                    <a:pt x="615" y="1255"/>
                    <a:pt x="615" y="1255"/>
                    <a:pt x="615" y="1255"/>
                  </a:cubicBezTo>
                  <a:cubicBezTo>
                    <a:pt x="614" y="1255"/>
                    <a:pt x="614" y="1255"/>
                    <a:pt x="614" y="1255"/>
                  </a:cubicBezTo>
                  <a:cubicBezTo>
                    <a:pt x="613" y="1255"/>
                    <a:pt x="613" y="1255"/>
                    <a:pt x="613" y="1255"/>
                  </a:cubicBezTo>
                  <a:cubicBezTo>
                    <a:pt x="612" y="1253"/>
                    <a:pt x="612" y="1253"/>
                    <a:pt x="612" y="1253"/>
                  </a:cubicBezTo>
                  <a:cubicBezTo>
                    <a:pt x="610" y="1252"/>
                    <a:pt x="610" y="1252"/>
                    <a:pt x="610" y="1252"/>
                  </a:cubicBezTo>
                  <a:cubicBezTo>
                    <a:pt x="609" y="1254"/>
                    <a:pt x="609" y="1254"/>
                    <a:pt x="609" y="1254"/>
                  </a:cubicBezTo>
                  <a:cubicBezTo>
                    <a:pt x="610" y="1255"/>
                    <a:pt x="610" y="1255"/>
                    <a:pt x="610" y="1255"/>
                  </a:cubicBezTo>
                  <a:cubicBezTo>
                    <a:pt x="611" y="1257"/>
                    <a:pt x="611" y="1257"/>
                    <a:pt x="611" y="1257"/>
                  </a:cubicBezTo>
                  <a:cubicBezTo>
                    <a:pt x="613" y="1258"/>
                    <a:pt x="613" y="1258"/>
                    <a:pt x="613" y="1258"/>
                  </a:cubicBezTo>
                  <a:cubicBezTo>
                    <a:pt x="614" y="1258"/>
                    <a:pt x="614" y="1258"/>
                    <a:pt x="614" y="1258"/>
                  </a:cubicBezTo>
                  <a:cubicBezTo>
                    <a:pt x="615" y="1260"/>
                    <a:pt x="615" y="1260"/>
                    <a:pt x="615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59"/>
                    <a:pt x="617" y="1259"/>
                    <a:pt x="617" y="1259"/>
                  </a:cubicBezTo>
                  <a:cubicBezTo>
                    <a:pt x="618" y="1260"/>
                    <a:pt x="618" y="1260"/>
                    <a:pt x="618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62"/>
                    <a:pt x="617" y="1262"/>
                    <a:pt x="617" y="1262"/>
                  </a:cubicBezTo>
                  <a:cubicBezTo>
                    <a:pt x="619" y="1262"/>
                    <a:pt x="619" y="1262"/>
                    <a:pt x="619" y="1262"/>
                  </a:cubicBezTo>
                  <a:cubicBezTo>
                    <a:pt x="620" y="1264"/>
                    <a:pt x="620" y="1264"/>
                    <a:pt x="620" y="1264"/>
                  </a:cubicBezTo>
                  <a:cubicBezTo>
                    <a:pt x="621" y="1264"/>
                    <a:pt x="621" y="1264"/>
                    <a:pt x="621" y="1264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4" y="1266"/>
                    <a:pt x="624" y="1266"/>
                    <a:pt x="624" y="1266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5" y="1268"/>
                    <a:pt x="625" y="1268"/>
                    <a:pt x="625" y="1268"/>
                  </a:cubicBezTo>
                  <a:cubicBezTo>
                    <a:pt x="626" y="1267"/>
                    <a:pt x="626" y="1267"/>
                    <a:pt x="626" y="1267"/>
                  </a:cubicBezTo>
                  <a:cubicBezTo>
                    <a:pt x="627" y="1268"/>
                    <a:pt x="627" y="1268"/>
                    <a:pt x="627" y="1268"/>
                  </a:cubicBezTo>
                  <a:cubicBezTo>
                    <a:pt x="629" y="1268"/>
                    <a:pt x="629" y="1268"/>
                    <a:pt x="629" y="1268"/>
                  </a:cubicBezTo>
                  <a:cubicBezTo>
                    <a:pt x="629" y="1269"/>
                    <a:pt x="629" y="1269"/>
                    <a:pt x="629" y="1269"/>
                  </a:cubicBezTo>
                  <a:cubicBezTo>
                    <a:pt x="631" y="1269"/>
                    <a:pt x="631" y="1269"/>
                    <a:pt x="631" y="1269"/>
                  </a:cubicBezTo>
                  <a:cubicBezTo>
                    <a:pt x="632" y="1267"/>
                    <a:pt x="632" y="1267"/>
                    <a:pt x="632" y="1267"/>
                  </a:cubicBezTo>
                  <a:cubicBezTo>
                    <a:pt x="632" y="1268"/>
                    <a:pt x="632" y="1268"/>
                    <a:pt x="632" y="1268"/>
                  </a:cubicBezTo>
                  <a:cubicBezTo>
                    <a:pt x="633" y="1267"/>
                    <a:pt x="633" y="1267"/>
                    <a:pt x="633" y="1267"/>
                  </a:cubicBezTo>
                  <a:cubicBezTo>
                    <a:pt x="634" y="1267"/>
                    <a:pt x="634" y="1267"/>
                    <a:pt x="634" y="1267"/>
                  </a:cubicBezTo>
                  <a:cubicBezTo>
                    <a:pt x="635" y="1268"/>
                    <a:pt x="635" y="1268"/>
                    <a:pt x="635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8" y="1269"/>
                    <a:pt x="638" y="1269"/>
                    <a:pt x="638" y="1269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7"/>
                    <a:pt x="639" y="1267"/>
                    <a:pt x="639" y="1267"/>
                  </a:cubicBezTo>
                  <a:cubicBezTo>
                    <a:pt x="639" y="1265"/>
                    <a:pt x="639" y="1265"/>
                    <a:pt x="639" y="1265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7" y="1264"/>
                    <a:pt x="637" y="1264"/>
                    <a:pt x="637" y="1264"/>
                  </a:cubicBezTo>
                  <a:cubicBezTo>
                    <a:pt x="638" y="1262"/>
                    <a:pt x="638" y="1262"/>
                    <a:pt x="638" y="1262"/>
                  </a:cubicBezTo>
                  <a:cubicBezTo>
                    <a:pt x="637" y="1259"/>
                    <a:pt x="637" y="1259"/>
                    <a:pt x="637" y="1259"/>
                  </a:cubicBezTo>
                  <a:cubicBezTo>
                    <a:pt x="638" y="1258"/>
                    <a:pt x="638" y="1258"/>
                    <a:pt x="638" y="1258"/>
                  </a:cubicBezTo>
                  <a:cubicBezTo>
                    <a:pt x="638" y="1257"/>
                    <a:pt x="638" y="1257"/>
                    <a:pt x="638" y="1257"/>
                  </a:cubicBezTo>
                  <a:cubicBezTo>
                    <a:pt x="638" y="1255"/>
                    <a:pt x="638" y="1255"/>
                    <a:pt x="638" y="1255"/>
                  </a:cubicBezTo>
                  <a:cubicBezTo>
                    <a:pt x="638" y="1253"/>
                    <a:pt x="638" y="1253"/>
                    <a:pt x="638" y="1253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38" y="1251"/>
                    <a:pt x="638" y="1251"/>
                    <a:pt x="638" y="1251"/>
                  </a:cubicBezTo>
                  <a:cubicBezTo>
                    <a:pt x="639" y="1250"/>
                    <a:pt x="639" y="1250"/>
                    <a:pt x="639" y="1250"/>
                  </a:cubicBezTo>
                  <a:cubicBezTo>
                    <a:pt x="641" y="1248"/>
                    <a:pt x="641" y="1248"/>
                    <a:pt x="641" y="1248"/>
                  </a:cubicBezTo>
                  <a:cubicBezTo>
                    <a:pt x="642" y="1248"/>
                    <a:pt x="642" y="1248"/>
                    <a:pt x="642" y="1248"/>
                  </a:cubicBezTo>
                  <a:cubicBezTo>
                    <a:pt x="643" y="1248"/>
                    <a:pt x="643" y="1248"/>
                    <a:pt x="643" y="1248"/>
                  </a:cubicBezTo>
                  <a:cubicBezTo>
                    <a:pt x="644" y="1249"/>
                    <a:pt x="644" y="1249"/>
                    <a:pt x="644" y="1249"/>
                  </a:cubicBezTo>
                  <a:cubicBezTo>
                    <a:pt x="644" y="1250"/>
                    <a:pt x="644" y="1250"/>
                    <a:pt x="644" y="1250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1" y="1250"/>
                    <a:pt x="641" y="1250"/>
                    <a:pt x="641" y="1250"/>
                  </a:cubicBezTo>
                  <a:cubicBezTo>
                    <a:pt x="640" y="1250"/>
                    <a:pt x="640" y="1250"/>
                    <a:pt x="640" y="1250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39" y="1255"/>
                    <a:pt x="639" y="1255"/>
                    <a:pt x="639" y="1255"/>
                  </a:cubicBezTo>
                  <a:cubicBezTo>
                    <a:pt x="640" y="1256"/>
                    <a:pt x="640" y="1256"/>
                    <a:pt x="640" y="1256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39" y="1257"/>
                    <a:pt x="639" y="1257"/>
                    <a:pt x="639" y="1257"/>
                  </a:cubicBezTo>
                  <a:cubicBezTo>
                    <a:pt x="639" y="1259"/>
                    <a:pt x="639" y="1259"/>
                    <a:pt x="639" y="1259"/>
                  </a:cubicBezTo>
                  <a:cubicBezTo>
                    <a:pt x="638" y="1261"/>
                    <a:pt x="638" y="1261"/>
                    <a:pt x="638" y="1261"/>
                  </a:cubicBezTo>
                  <a:cubicBezTo>
                    <a:pt x="639" y="1262"/>
                    <a:pt x="639" y="1262"/>
                    <a:pt x="639" y="1262"/>
                  </a:cubicBezTo>
                  <a:cubicBezTo>
                    <a:pt x="638" y="1263"/>
                    <a:pt x="638" y="1263"/>
                    <a:pt x="638" y="1263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39" y="1266"/>
                    <a:pt x="639" y="1266"/>
                    <a:pt x="639" y="1266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9"/>
                    <a:pt x="639" y="1269"/>
                    <a:pt x="639" y="1269"/>
                  </a:cubicBezTo>
                  <a:cubicBezTo>
                    <a:pt x="636" y="1269"/>
                    <a:pt x="636" y="1269"/>
                    <a:pt x="636" y="1269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3" y="1271"/>
                    <a:pt x="633" y="1271"/>
                    <a:pt x="633" y="1271"/>
                  </a:cubicBezTo>
                  <a:cubicBezTo>
                    <a:pt x="633" y="1272"/>
                    <a:pt x="633" y="1272"/>
                    <a:pt x="633" y="1272"/>
                  </a:cubicBezTo>
                  <a:cubicBezTo>
                    <a:pt x="635" y="1273"/>
                    <a:pt x="635" y="1273"/>
                    <a:pt x="635" y="1273"/>
                  </a:cubicBezTo>
                  <a:cubicBezTo>
                    <a:pt x="637" y="1273"/>
                    <a:pt x="637" y="1273"/>
                    <a:pt x="637" y="1273"/>
                  </a:cubicBezTo>
                  <a:cubicBezTo>
                    <a:pt x="636" y="1274"/>
                    <a:pt x="636" y="1274"/>
                    <a:pt x="636" y="1274"/>
                  </a:cubicBezTo>
                  <a:cubicBezTo>
                    <a:pt x="637" y="1275"/>
                    <a:pt x="637" y="1275"/>
                    <a:pt x="637" y="1275"/>
                  </a:cubicBezTo>
                  <a:cubicBezTo>
                    <a:pt x="636" y="1276"/>
                    <a:pt x="636" y="1276"/>
                    <a:pt x="636" y="1276"/>
                  </a:cubicBezTo>
                  <a:cubicBezTo>
                    <a:pt x="638" y="1278"/>
                    <a:pt x="638" y="1278"/>
                    <a:pt x="638" y="1278"/>
                  </a:cubicBezTo>
                  <a:cubicBezTo>
                    <a:pt x="640" y="1276"/>
                    <a:pt x="640" y="1276"/>
                    <a:pt x="640" y="1276"/>
                  </a:cubicBezTo>
                  <a:cubicBezTo>
                    <a:pt x="641" y="1277"/>
                    <a:pt x="641" y="1277"/>
                    <a:pt x="641" y="1277"/>
                  </a:cubicBezTo>
                  <a:cubicBezTo>
                    <a:pt x="642" y="1277"/>
                    <a:pt x="642" y="1277"/>
                    <a:pt x="642" y="1277"/>
                  </a:cubicBezTo>
                  <a:cubicBezTo>
                    <a:pt x="643" y="1278"/>
                    <a:pt x="643" y="1278"/>
                    <a:pt x="643" y="1278"/>
                  </a:cubicBezTo>
                  <a:cubicBezTo>
                    <a:pt x="644" y="1279"/>
                    <a:pt x="644" y="1279"/>
                    <a:pt x="644" y="1279"/>
                  </a:cubicBezTo>
                  <a:cubicBezTo>
                    <a:pt x="645" y="1279"/>
                    <a:pt x="645" y="1279"/>
                    <a:pt x="645" y="1279"/>
                  </a:cubicBezTo>
                  <a:cubicBezTo>
                    <a:pt x="646" y="1278"/>
                    <a:pt x="646" y="1278"/>
                    <a:pt x="646" y="1278"/>
                  </a:cubicBezTo>
                  <a:cubicBezTo>
                    <a:pt x="645" y="1277"/>
                    <a:pt x="645" y="1277"/>
                    <a:pt x="645" y="1277"/>
                  </a:cubicBezTo>
                  <a:cubicBezTo>
                    <a:pt x="644" y="1277"/>
                    <a:pt x="644" y="1277"/>
                    <a:pt x="644" y="1277"/>
                  </a:cubicBezTo>
                  <a:cubicBezTo>
                    <a:pt x="645" y="1276"/>
                    <a:pt x="645" y="1276"/>
                    <a:pt x="645" y="1276"/>
                  </a:cubicBezTo>
                  <a:cubicBezTo>
                    <a:pt x="646" y="1274"/>
                    <a:pt x="646" y="1274"/>
                    <a:pt x="646" y="1274"/>
                  </a:cubicBezTo>
                  <a:cubicBezTo>
                    <a:pt x="645" y="1274"/>
                    <a:pt x="645" y="1274"/>
                    <a:pt x="645" y="1274"/>
                  </a:cubicBezTo>
                  <a:cubicBezTo>
                    <a:pt x="647" y="1273"/>
                    <a:pt x="647" y="1273"/>
                    <a:pt x="647" y="1273"/>
                  </a:cubicBezTo>
                  <a:cubicBezTo>
                    <a:pt x="648" y="1273"/>
                    <a:pt x="648" y="1273"/>
                    <a:pt x="648" y="1273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49" y="1274"/>
                    <a:pt x="649" y="1274"/>
                    <a:pt x="649" y="1274"/>
                  </a:cubicBezTo>
                  <a:cubicBezTo>
                    <a:pt x="647" y="1275"/>
                    <a:pt x="647" y="1275"/>
                    <a:pt x="647" y="1275"/>
                  </a:cubicBezTo>
                  <a:cubicBezTo>
                    <a:pt x="649" y="1276"/>
                    <a:pt x="649" y="1276"/>
                    <a:pt x="649" y="1276"/>
                  </a:cubicBezTo>
                  <a:cubicBezTo>
                    <a:pt x="647" y="1277"/>
                    <a:pt x="647" y="1277"/>
                    <a:pt x="647" y="1277"/>
                  </a:cubicBezTo>
                  <a:cubicBezTo>
                    <a:pt x="647" y="1278"/>
                    <a:pt x="647" y="1278"/>
                    <a:pt x="647" y="1278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50" y="1280"/>
                    <a:pt x="650" y="1280"/>
                    <a:pt x="650" y="1280"/>
                  </a:cubicBezTo>
                  <a:cubicBezTo>
                    <a:pt x="651" y="1281"/>
                    <a:pt x="651" y="1281"/>
                    <a:pt x="651" y="1281"/>
                  </a:cubicBezTo>
                  <a:cubicBezTo>
                    <a:pt x="652" y="1280"/>
                    <a:pt x="652" y="1280"/>
                    <a:pt x="652" y="1280"/>
                  </a:cubicBezTo>
                  <a:cubicBezTo>
                    <a:pt x="654" y="1281"/>
                    <a:pt x="654" y="1281"/>
                    <a:pt x="654" y="1281"/>
                  </a:cubicBezTo>
                  <a:cubicBezTo>
                    <a:pt x="655" y="1281"/>
                    <a:pt x="655" y="1281"/>
                    <a:pt x="655" y="1281"/>
                  </a:cubicBezTo>
                  <a:cubicBezTo>
                    <a:pt x="655" y="1279"/>
                    <a:pt x="655" y="1279"/>
                    <a:pt x="655" y="1279"/>
                  </a:cubicBezTo>
                  <a:cubicBezTo>
                    <a:pt x="657" y="1280"/>
                    <a:pt x="657" y="1280"/>
                    <a:pt x="657" y="1280"/>
                  </a:cubicBezTo>
                  <a:cubicBezTo>
                    <a:pt x="658" y="1280"/>
                    <a:pt x="658" y="1280"/>
                    <a:pt x="658" y="1280"/>
                  </a:cubicBezTo>
                  <a:cubicBezTo>
                    <a:pt x="659" y="1280"/>
                    <a:pt x="659" y="1280"/>
                    <a:pt x="659" y="1280"/>
                  </a:cubicBezTo>
                  <a:cubicBezTo>
                    <a:pt x="660" y="1281"/>
                    <a:pt x="660" y="1281"/>
                    <a:pt x="660" y="1281"/>
                  </a:cubicBezTo>
                  <a:cubicBezTo>
                    <a:pt x="662" y="1282"/>
                    <a:pt x="662" y="1282"/>
                    <a:pt x="662" y="1282"/>
                  </a:cubicBezTo>
                  <a:cubicBezTo>
                    <a:pt x="662" y="1279"/>
                    <a:pt x="662" y="1279"/>
                    <a:pt x="662" y="1279"/>
                  </a:cubicBezTo>
                  <a:cubicBezTo>
                    <a:pt x="660" y="1278"/>
                    <a:pt x="660" y="1278"/>
                    <a:pt x="660" y="1278"/>
                  </a:cubicBezTo>
                  <a:cubicBezTo>
                    <a:pt x="659" y="1278"/>
                    <a:pt x="659" y="1278"/>
                    <a:pt x="659" y="1278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58" y="1276"/>
                    <a:pt x="658" y="1276"/>
                    <a:pt x="658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60" y="1276"/>
                    <a:pt x="660" y="1276"/>
                    <a:pt x="660" y="1276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63" y="1277"/>
                    <a:pt x="663" y="1277"/>
                    <a:pt x="663" y="1277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5" y="1277"/>
                    <a:pt x="665" y="1277"/>
                    <a:pt x="665" y="1277"/>
                  </a:cubicBezTo>
                  <a:cubicBezTo>
                    <a:pt x="667" y="1276"/>
                    <a:pt x="667" y="1276"/>
                    <a:pt x="667" y="1276"/>
                  </a:cubicBezTo>
                  <a:cubicBezTo>
                    <a:pt x="668" y="1275"/>
                    <a:pt x="668" y="1275"/>
                    <a:pt x="668" y="1275"/>
                  </a:cubicBezTo>
                  <a:cubicBezTo>
                    <a:pt x="667" y="1274"/>
                    <a:pt x="667" y="1274"/>
                    <a:pt x="667" y="1274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5" y="1272"/>
                    <a:pt x="665" y="1272"/>
                    <a:pt x="665" y="1272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9" y="1273"/>
                    <a:pt x="669" y="1273"/>
                    <a:pt x="669" y="1273"/>
                  </a:cubicBezTo>
                  <a:cubicBezTo>
                    <a:pt x="671" y="1274"/>
                    <a:pt x="671" y="1274"/>
                    <a:pt x="671" y="1274"/>
                  </a:cubicBezTo>
                  <a:cubicBezTo>
                    <a:pt x="673" y="1274"/>
                    <a:pt x="673" y="1274"/>
                    <a:pt x="673" y="1274"/>
                  </a:cubicBezTo>
                  <a:cubicBezTo>
                    <a:pt x="675" y="1272"/>
                    <a:pt x="675" y="1272"/>
                    <a:pt x="675" y="1272"/>
                  </a:cubicBezTo>
                  <a:cubicBezTo>
                    <a:pt x="675" y="1271"/>
                    <a:pt x="675" y="1271"/>
                    <a:pt x="675" y="1271"/>
                  </a:cubicBezTo>
                  <a:cubicBezTo>
                    <a:pt x="676" y="1271"/>
                    <a:pt x="676" y="1271"/>
                    <a:pt x="676" y="1271"/>
                  </a:cubicBezTo>
                  <a:cubicBezTo>
                    <a:pt x="677" y="1271"/>
                    <a:pt x="677" y="1271"/>
                    <a:pt x="677" y="1271"/>
                  </a:cubicBezTo>
                  <a:cubicBezTo>
                    <a:pt x="679" y="1270"/>
                    <a:pt x="679" y="1270"/>
                    <a:pt x="679" y="1270"/>
                  </a:cubicBezTo>
                  <a:cubicBezTo>
                    <a:pt x="679" y="1268"/>
                    <a:pt x="679" y="1268"/>
                    <a:pt x="679" y="1268"/>
                  </a:cubicBezTo>
                  <a:cubicBezTo>
                    <a:pt x="677" y="1267"/>
                    <a:pt x="677" y="1267"/>
                    <a:pt x="677" y="1267"/>
                  </a:cubicBezTo>
                  <a:cubicBezTo>
                    <a:pt x="674" y="1268"/>
                    <a:pt x="674" y="1268"/>
                    <a:pt x="674" y="1268"/>
                  </a:cubicBezTo>
                  <a:cubicBezTo>
                    <a:pt x="673" y="1268"/>
                    <a:pt x="673" y="1268"/>
                    <a:pt x="673" y="1268"/>
                  </a:cubicBezTo>
                  <a:cubicBezTo>
                    <a:pt x="671" y="1266"/>
                    <a:pt x="671" y="1266"/>
                    <a:pt x="671" y="1266"/>
                  </a:cubicBezTo>
                  <a:cubicBezTo>
                    <a:pt x="669" y="1265"/>
                    <a:pt x="669" y="1265"/>
                    <a:pt x="669" y="1265"/>
                  </a:cubicBezTo>
                  <a:cubicBezTo>
                    <a:pt x="668" y="1265"/>
                    <a:pt x="668" y="1265"/>
                    <a:pt x="668" y="1265"/>
                  </a:cubicBezTo>
                  <a:cubicBezTo>
                    <a:pt x="661" y="1262"/>
                    <a:pt x="661" y="1262"/>
                    <a:pt x="661" y="1262"/>
                  </a:cubicBezTo>
                  <a:cubicBezTo>
                    <a:pt x="661" y="1261"/>
                    <a:pt x="661" y="1261"/>
                    <a:pt x="661" y="1261"/>
                  </a:cubicBezTo>
                  <a:cubicBezTo>
                    <a:pt x="659" y="1259"/>
                    <a:pt x="659" y="1259"/>
                    <a:pt x="659" y="1259"/>
                  </a:cubicBezTo>
                  <a:cubicBezTo>
                    <a:pt x="657" y="1259"/>
                    <a:pt x="657" y="1259"/>
                    <a:pt x="657" y="1259"/>
                  </a:cubicBezTo>
                  <a:cubicBezTo>
                    <a:pt x="656" y="1257"/>
                    <a:pt x="656" y="1257"/>
                    <a:pt x="656" y="1257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4" y="1250"/>
                    <a:pt x="654" y="1250"/>
                    <a:pt x="654" y="1250"/>
                  </a:cubicBezTo>
                  <a:cubicBezTo>
                    <a:pt x="651" y="1248"/>
                    <a:pt x="651" y="1248"/>
                    <a:pt x="651" y="1248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6" y="1247"/>
                    <a:pt x="646" y="1247"/>
                    <a:pt x="646" y="1247"/>
                  </a:cubicBezTo>
                  <a:cubicBezTo>
                    <a:pt x="644" y="1246"/>
                    <a:pt x="644" y="1246"/>
                    <a:pt x="644" y="1246"/>
                  </a:cubicBezTo>
                  <a:cubicBezTo>
                    <a:pt x="644" y="1245"/>
                    <a:pt x="644" y="1245"/>
                    <a:pt x="644" y="1245"/>
                  </a:cubicBezTo>
                  <a:cubicBezTo>
                    <a:pt x="645" y="1245"/>
                    <a:pt x="645" y="1245"/>
                    <a:pt x="645" y="1245"/>
                  </a:cubicBezTo>
                  <a:cubicBezTo>
                    <a:pt x="646" y="1244"/>
                    <a:pt x="646" y="1244"/>
                    <a:pt x="646" y="1244"/>
                  </a:cubicBezTo>
                  <a:cubicBezTo>
                    <a:pt x="648" y="1245"/>
                    <a:pt x="648" y="1245"/>
                    <a:pt x="648" y="1245"/>
                  </a:cubicBezTo>
                  <a:cubicBezTo>
                    <a:pt x="649" y="1245"/>
                    <a:pt x="649" y="1245"/>
                    <a:pt x="649" y="1245"/>
                  </a:cubicBezTo>
                  <a:cubicBezTo>
                    <a:pt x="650" y="1245"/>
                    <a:pt x="650" y="1245"/>
                    <a:pt x="650" y="1245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3"/>
                    <a:pt x="652" y="1243"/>
                    <a:pt x="652" y="1243"/>
                  </a:cubicBezTo>
                  <a:cubicBezTo>
                    <a:pt x="650" y="1242"/>
                    <a:pt x="650" y="1242"/>
                    <a:pt x="650" y="1242"/>
                  </a:cubicBezTo>
                  <a:cubicBezTo>
                    <a:pt x="648" y="1241"/>
                    <a:pt x="648" y="1241"/>
                    <a:pt x="648" y="1241"/>
                  </a:cubicBezTo>
                  <a:cubicBezTo>
                    <a:pt x="648" y="1239"/>
                    <a:pt x="648" y="1239"/>
                    <a:pt x="648" y="1239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5" y="1238"/>
                    <a:pt x="645" y="1238"/>
                    <a:pt x="645" y="1238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5"/>
                    <a:pt x="646" y="1235"/>
                    <a:pt x="646" y="1235"/>
                  </a:cubicBezTo>
                  <a:cubicBezTo>
                    <a:pt x="644" y="1232"/>
                    <a:pt x="644" y="1232"/>
                    <a:pt x="644" y="1232"/>
                  </a:cubicBezTo>
                  <a:cubicBezTo>
                    <a:pt x="643" y="1229"/>
                    <a:pt x="643" y="1229"/>
                    <a:pt x="643" y="1229"/>
                  </a:cubicBezTo>
                  <a:cubicBezTo>
                    <a:pt x="643" y="1228"/>
                    <a:pt x="643" y="1228"/>
                    <a:pt x="643" y="1228"/>
                  </a:cubicBezTo>
                  <a:cubicBezTo>
                    <a:pt x="644" y="1225"/>
                    <a:pt x="644" y="1225"/>
                    <a:pt x="644" y="1225"/>
                  </a:cubicBezTo>
                  <a:cubicBezTo>
                    <a:pt x="645" y="1224"/>
                    <a:pt x="645" y="1224"/>
                    <a:pt x="645" y="1224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1"/>
                    <a:pt x="646" y="1221"/>
                    <a:pt x="646" y="1221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8" y="1222"/>
                    <a:pt x="648" y="1222"/>
                    <a:pt x="648" y="1222"/>
                  </a:cubicBezTo>
                  <a:cubicBezTo>
                    <a:pt x="649" y="1221"/>
                    <a:pt x="649" y="1221"/>
                    <a:pt x="649" y="1221"/>
                  </a:cubicBezTo>
                  <a:cubicBezTo>
                    <a:pt x="650" y="1220"/>
                    <a:pt x="650" y="1220"/>
                    <a:pt x="650" y="1220"/>
                  </a:cubicBezTo>
                  <a:cubicBezTo>
                    <a:pt x="651" y="1218"/>
                    <a:pt x="651" y="1218"/>
                    <a:pt x="651" y="1218"/>
                  </a:cubicBezTo>
                  <a:cubicBezTo>
                    <a:pt x="652" y="1217"/>
                    <a:pt x="652" y="1217"/>
                    <a:pt x="652" y="1217"/>
                  </a:cubicBezTo>
                  <a:cubicBezTo>
                    <a:pt x="651" y="1214"/>
                    <a:pt x="651" y="1214"/>
                    <a:pt x="651" y="1214"/>
                  </a:cubicBezTo>
                  <a:cubicBezTo>
                    <a:pt x="650" y="1214"/>
                    <a:pt x="650" y="1214"/>
                    <a:pt x="650" y="1214"/>
                  </a:cubicBezTo>
                  <a:cubicBezTo>
                    <a:pt x="651" y="1213"/>
                    <a:pt x="651" y="1213"/>
                    <a:pt x="651" y="1213"/>
                  </a:cubicBezTo>
                  <a:cubicBezTo>
                    <a:pt x="651" y="1211"/>
                    <a:pt x="651" y="1211"/>
                    <a:pt x="651" y="1211"/>
                  </a:cubicBezTo>
                  <a:cubicBezTo>
                    <a:pt x="652" y="1210"/>
                    <a:pt x="652" y="1210"/>
                    <a:pt x="652" y="1210"/>
                  </a:cubicBezTo>
                  <a:cubicBezTo>
                    <a:pt x="653" y="1208"/>
                    <a:pt x="653" y="1208"/>
                    <a:pt x="653" y="1208"/>
                  </a:cubicBezTo>
                  <a:cubicBezTo>
                    <a:pt x="655" y="1208"/>
                    <a:pt x="655" y="1208"/>
                    <a:pt x="655" y="1208"/>
                  </a:cubicBezTo>
                  <a:cubicBezTo>
                    <a:pt x="655" y="1206"/>
                    <a:pt x="655" y="1206"/>
                    <a:pt x="655" y="1206"/>
                  </a:cubicBezTo>
                  <a:cubicBezTo>
                    <a:pt x="656" y="1205"/>
                    <a:pt x="656" y="1205"/>
                    <a:pt x="656" y="1205"/>
                  </a:cubicBezTo>
                  <a:cubicBezTo>
                    <a:pt x="657" y="1205"/>
                    <a:pt x="657" y="1205"/>
                    <a:pt x="657" y="1205"/>
                  </a:cubicBezTo>
                  <a:cubicBezTo>
                    <a:pt x="657" y="1204"/>
                    <a:pt x="657" y="1204"/>
                    <a:pt x="657" y="1204"/>
                  </a:cubicBezTo>
                  <a:cubicBezTo>
                    <a:pt x="658" y="1203"/>
                    <a:pt x="658" y="1203"/>
                    <a:pt x="658" y="1203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0"/>
                    <a:pt x="660" y="1200"/>
                    <a:pt x="660" y="1200"/>
                  </a:cubicBezTo>
                  <a:cubicBezTo>
                    <a:pt x="661" y="1199"/>
                    <a:pt x="661" y="1199"/>
                    <a:pt x="661" y="1199"/>
                  </a:cubicBezTo>
                  <a:cubicBezTo>
                    <a:pt x="659" y="1198"/>
                    <a:pt x="659" y="1198"/>
                    <a:pt x="659" y="1198"/>
                  </a:cubicBezTo>
                  <a:cubicBezTo>
                    <a:pt x="660" y="1197"/>
                    <a:pt x="660" y="1197"/>
                    <a:pt x="660" y="1197"/>
                  </a:cubicBezTo>
                  <a:cubicBezTo>
                    <a:pt x="660" y="1196"/>
                    <a:pt x="660" y="1196"/>
                    <a:pt x="660" y="1196"/>
                  </a:cubicBezTo>
                  <a:cubicBezTo>
                    <a:pt x="659" y="1194"/>
                    <a:pt x="659" y="1194"/>
                    <a:pt x="659" y="1194"/>
                  </a:cubicBezTo>
                  <a:cubicBezTo>
                    <a:pt x="659" y="1193"/>
                    <a:pt x="659" y="1193"/>
                    <a:pt x="659" y="1193"/>
                  </a:cubicBezTo>
                  <a:cubicBezTo>
                    <a:pt x="660" y="1193"/>
                    <a:pt x="660" y="1193"/>
                    <a:pt x="660" y="1193"/>
                  </a:cubicBezTo>
                  <a:cubicBezTo>
                    <a:pt x="659" y="1191"/>
                    <a:pt x="659" y="1191"/>
                    <a:pt x="659" y="1191"/>
                  </a:cubicBezTo>
                  <a:cubicBezTo>
                    <a:pt x="657" y="1191"/>
                    <a:pt x="657" y="1191"/>
                    <a:pt x="657" y="1191"/>
                  </a:cubicBezTo>
                  <a:cubicBezTo>
                    <a:pt x="656" y="1191"/>
                    <a:pt x="656" y="1191"/>
                    <a:pt x="656" y="1191"/>
                  </a:cubicBezTo>
                  <a:cubicBezTo>
                    <a:pt x="655" y="1191"/>
                    <a:pt x="655" y="1191"/>
                    <a:pt x="655" y="1191"/>
                  </a:cubicBezTo>
                  <a:cubicBezTo>
                    <a:pt x="653" y="1191"/>
                    <a:pt x="653" y="1191"/>
                    <a:pt x="653" y="1191"/>
                  </a:cubicBezTo>
                  <a:cubicBezTo>
                    <a:pt x="650" y="1189"/>
                    <a:pt x="650" y="1189"/>
                    <a:pt x="650" y="1189"/>
                  </a:cubicBezTo>
                  <a:cubicBezTo>
                    <a:pt x="648" y="1187"/>
                    <a:pt x="648" y="1187"/>
                    <a:pt x="648" y="1187"/>
                  </a:cubicBezTo>
                  <a:cubicBezTo>
                    <a:pt x="647" y="1187"/>
                    <a:pt x="647" y="1187"/>
                    <a:pt x="647" y="1187"/>
                  </a:cubicBezTo>
                  <a:cubicBezTo>
                    <a:pt x="646" y="1186"/>
                    <a:pt x="646" y="1186"/>
                    <a:pt x="646" y="1186"/>
                  </a:cubicBezTo>
                  <a:cubicBezTo>
                    <a:pt x="644" y="1183"/>
                    <a:pt x="644" y="1183"/>
                    <a:pt x="644" y="1183"/>
                  </a:cubicBezTo>
                  <a:cubicBezTo>
                    <a:pt x="644" y="1182"/>
                    <a:pt x="644" y="1182"/>
                    <a:pt x="644" y="1182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5" y="1179"/>
                    <a:pt x="645" y="1179"/>
                    <a:pt x="645" y="1179"/>
                  </a:cubicBezTo>
                  <a:cubicBezTo>
                    <a:pt x="646" y="1177"/>
                    <a:pt x="646" y="1177"/>
                    <a:pt x="646" y="1177"/>
                  </a:cubicBezTo>
                  <a:cubicBezTo>
                    <a:pt x="646" y="1176"/>
                    <a:pt x="646" y="1176"/>
                    <a:pt x="646" y="1176"/>
                  </a:cubicBezTo>
                  <a:cubicBezTo>
                    <a:pt x="647" y="1176"/>
                    <a:pt x="647" y="1176"/>
                    <a:pt x="647" y="1176"/>
                  </a:cubicBezTo>
                  <a:cubicBezTo>
                    <a:pt x="648" y="1175"/>
                    <a:pt x="648" y="1175"/>
                    <a:pt x="648" y="1175"/>
                  </a:cubicBezTo>
                  <a:cubicBezTo>
                    <a:pt x="650" y="1174"/>
                    <a:pt x="650" y="1174"/>
                    <a:pt x="650" y="1174"/>
                  </a:cubicBezTo>
                  <a:cubicBezTo>
                    <a:pt x="651" y="1173"/>
                    <a:pt x="651" y="1173"/>
                    <a:pt x="651" y="1173"/>
                  </a:cubicBezTo>
                  <a:cubicBezTo>
                    <a:pt x="653" y="1173"/>
                    <a:pt x="653" y="1173"/>
                    <a:pt x="653" y="1173"/>
                  </a:cubicBezTo>
                  <a:cubicBezTo>
                    <a:pt x="654" y="1173"/>
                    <a:pt x="654" y="1173"/>
                    <a:pt x="654" y="1173"/>
                  </a:cubicBezTo>
                  <a:cubicBezTo>
                    <a:pt x="657" y="1172"/>
                    <a:pt x="657" y="1172"/>
                    <a:pt x="657" y="1172"/>
                  </a:cubicBezTo>
                  <a:cubicBezTo>
                    <a:pt x="657" y="1171"/>
                    <a:pt x="657" y="1171"/>
                    <a:pt x="657" y="1171"/>
                  </a:cubicBezTo>
                  <a:cubicBezTo>
                    <a:pt x="657" y="1170"/>
                    <a:pt x="657" y="1170"/>
                    <a:pt x="657" y="1170"/>
                  </a:cubicBezTo>
                  <a:cubicBezTo>
                    <a:pt x="655" y="1170"/>
                    <a:pt x="655" y="1170"/>
                    <a:pt x="655" y="1170"/>
                  </a:cubicBezTo>
                  <a:cubicBezTo>
                    <a:pt x="656" y="1169"/>
                    <a:pt x="656" y="1169"/>
                    <a:pt x="656" y="1169"/>
                  </a:cubicBezTo>
                  <a:cubicBezTo>
                    <a:pt x="658" y="1167"/>
                    <a:pt x="658" y="1167"/>
                    <a:pt x="658" y="1167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5"/>
                    <a:pt x="658" y="1165"/>
                    <a:pt x="658" y="1165"/>
                  </a:cubicBezTo>
                  <a:cubicBezTo>
                    <a:pt x="656" y="1163"/>
                    <a:pt x="656" y="1163"/>
                    <a:pt x="656" y="1163"/>
                  </a:cubicBezTo>
                  <a:cubicBezTo>
                    <a:pt x="657" y="1162"/>
                    <a:pt x="657" y="1162"/>
                    <a:pt x="657" y="1162"/>
                  </a:cubicBezTo>
                  <a:cubicBezTo>
                    <a:pt x="657" y="1161"/>
                    <a:pt x="657" y="1161"/>
                    <a:pt x="657" y="1161"/>
                  </a:cubicBezTo>
                  <a:cubicBezTo>
                    <a:pt x="656" y="1160"/>
                    <a:pt x="656" y="1160"/>
                    <a:pt x="656" y="1160"/>
                  </a:cubicBezTo>
                  <a:cubicBezTo>
                    <a:pt x="656" y="1159"/>
                    <a:pt x="656" y="1159"/>
                    <a:pt x="656" y="1159"/>
                  </a:cubicBezTo>
                  <a:cubicBezTo>
                    <a:pt x="657" y="1158"/>
                    <a:pt x="657" y="1158"/>
                    <a:pt x="657" y="1158"/>
                  </a:cubicBezTo>
                  <a:cubicBezTo>
                    <a:pt x="658" y="1156"/>
                    <a:pt x="658" y="1156"/>
                    <a:pt x="658" y="1156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60" y="1154"/>
                    <a:pt x="660" y="1154"/>
                    <a:pt x="660" y="1154"/>
                  </a:cubicBezTo>
                  <a:cubicBezTo>
                    <a:pt x="662" y="1152"/>
                    <a:pt x="662" y="1152"/>
                    <a:pt x="662" y="1152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59" y="1150"/>
                    <a:pt x="659" y="1150"/>
                    <a:pt x="659" y="1150"/>
                  </a:cubicBezTo>
                  <a:cubicBezTo>
                    <a:pt x="658" y="1150"/>
                    <a:pt x="658" y="1150"/>
                    <a:pt x="658" y="1150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9" y="1148"/>
                    <a:pt x="659" y="1148"/>
                    <a:pt x="659" y="1148"/>
                  </a:cubicBezTo>
                  <a:cubicBezTo>
                    <a:pt x="660" y="1148"/>
                    <a:pt x="660" y="1148"/>
                    <a:pt x="660" y="1148"/>
                  </a:cubicBezTo>
                  <a:cubicBezTo>
                    <a:pt x="661" y="1148"/>
                    <a:pt x="661" y="1148"/>
                    <a:pt x="661" y="1148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64" y="1152"/>
                    <a:pt x="664" y="1152"/>
                    <a:pt x="664" y="1152"/>
                  </a:cubicBezTo>
                  <a:cubicBezTo>
                    <a:pt x="667" y="1150"/>
                    <a:pt x="667" y="1150"/>
                    <a:pt x="667" y="1150"/>
                  </a:cubicBezTo>
                  <a:cubicBezTo>
                    <a:pt x="667" y="1148"/>
                    <a:pt x="667" y="1148"/>
                    <a:pt x="667" y="1148"/>
                  </a:cubicBezTo>
                  <a:cubicBezTo>
                    <a:pt x="667" y="1146"/>
                    <a:pt x="667" y="1146"/>
                    <a:pt x="667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7" y="1144"/>
                    <a:pt x="667" y="1144"/>
                    <a:pt x="667" y="1144"/>
                  </a:cubicBezTo>
                  <a:cubicBezTo>
                    <a:pt x="665" y="1142"/>
                    <a:pt x="665" y="1142"/>
                    <a:pt x="665" y="1142"/>
                  </a:cubicBezTo>
                  <a:cubicBezTo>
                    <a:pt x="664" y="1142"/>
                    <a:pt x="664" y="1142"/>
                    <a:pt x="664" y="1142"/>
                  </a:cubicBezTo>
                  <a:cubicBezTo>
                    <a:pt x="662" y="1143"/>
                    <a:pt x="662" y="1143"/>
                    <a:pt x="662" y="1143"/>
                  </a:cubicBezTo>
                  <a:cubicBezTo>
                    <a:pt x="661" y="1143"/>
                    <a:pt x="661" y="1143"/>
                    <a:pt x="661" y="1143"/>
                  </a:cubicBezTo>
                  <a:cubicBezTo>
                    <a:pt x="660" y="1144"/>
                    <a:pt x="660" y="1144"/>
                    <a:pt x="660" y="1144"/>
                  </a:cubicBezTo>
                  <a:cubicBezTo>
                    <a:pt x="659" y="1143"/>
                    <a:pt x="659" y="1143"/>
                    <a:pt x="659" y="1143"/>
                  </a:cubicBezTo>
                  <a:cubicBezTo>
                    <a:pt x="657" y="1143"/>
                    <a:pt x="657" y="1143"/>
                    <a:pt x="657" y="1143"/>
                  </a:cubicBezTo>
                  <a:cubicBezTo>
                    <a:pt x="656" y="1143"/>
                    <a:pt x="656" y="1143"/>
                    <a:pt x="656" y="1143"/>
                  </a:cubicBezTo>
                  <a:cubicBezTo>
                    <a:pt x="655" y="1142"/>
                    <a:pt x="655" y="1142"/>
                    <a:pt x="655" y="1142"/>
                  </a:cubicBezTo>
                  <a:cubicBezTo>
                    <a:pt x="655" y="1138"/>
                    <a:pt x="655" y="1138"/>
                    <a:pt x="655" y="1138"/>
                  </a:cubicBezTo>
                  <a:cubicBezTo>
                    <a:pt x="655" y="1135"/>
                    <a:pt x="655" y="1135"/>
                    <a:pt x="655" y="1135"/>
                  </a:cubicBezTo>
                  <a:cubicBezTo>
                    <a:pt x="653" y="1134"/>
                    <a:pt x="653" y="1134"/>
                    <a:pt x="653" y="1134"/>
                  </a:cubicBezTo>
                  <a:cubicBezTo>
                    <a:pt x="653" y="1132"/>
                    <a:pt x="653" y="1132"/>
                    <a:pt x="653" y="1132"/>
                  </a:cubicBezTo>
                  <a:cubicBezTo>
                    <a:pt x="654" y="1131"/>
                    <a:pt x="654" y="1131"/>
                    <a:pt x="654" y="1131"/>
                  </a:cubicBezTo>
                  <a:cubicBezTo>
                    <a:pt x="655" y="1132"/>
                    <a:pt x="655" y="1132"/>
                    <a:pt x="655" y="1132"/>
                  </a:cubicBezTo>
                  <a:cubicBezTo>
                    <a:pt x="657" y="1132"/>
                    <a:pt x="657" y="1132"/>
                    <a:pt x="657" y="1132"/>
                  </a:cubicBezTo>
                  <a:cubicBezTo>
                    <a:pt x="660" y="1133"/>
                    <a:pt x="660" y="1133"/>
                    <a:pt x="660" y="1133"/>
                  </a:cubicBezTo>
                  <a:cubicBezTo>
                    <a:pt x="662" y="1135"/>
                    <a:pt x="662" y="1135"/>
                    <a:pt x="662" y="1135"/>
                  </a:cubicBezTo>
                  <a:cubicBezTo>
                    <a:pt x="665" y="1135"/>
                    <a:pt x="665" y="1135"/>
                    <a:pt x="665" y="1135"/>
                  </a:cubicBezTo>
                  <a:cubicBezTo>
                    <a:pt x="669" y="1135"/>
                    <a:pt x="669" y="1135"/>
                    <a:pt x="669" y="1135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3" y="1132"/>
                    <a:pt x="673" y="1132"/>
                    <a:pt x="673" y="1132"/>
                  </a:cubicBezTo>
                  <a:cubicBezTo>
                    <a:pt x="674" y="1130"/>
                    <a:pt x="674" y="1130"/>
                    <a:pt x="674" y="1130"/>
                  </a:cubicBezTo>
                  <a:cubicBezTo>
                    <a:pt x="674" y="1129"/>
                    <a:pt x="674" y="1129"/>
                    <a:pt x="674" y="1129"/>
                  </a:cubicBezTo>
                  <a:cubicBezTo>
                    <a:pt x="674" y="1128"/>
                    <a:pt x="674" y="1128"/>
                    <a:pt x="674" y="1128"/>
                  </a:cubicBezTo>
                  <a:cubicBezTo>
                    <a:pt x="674" y="1127"/>
                    <a:pt x="674" y="1127"/>
                    <a:pt x="674" y="1127"/>
                  </a:cubicBezTo>
                  <a:cubicBezTo>
                    <a:pt x="673" y="1126"/>
                    <a:pt x="673" y="1126"/>
                    <a:pt x="673" y="1126"/>
                  </a:cubicBezTo>
                  <a:cubicBezTo>
                    <a:pt x="672" y="1125"/>
                    <a:pt x="672" y="1125"/>
                    <a:pt x="672" y="1125"/>
                  </a:cubicBezTo>
                  <a:cubicBezTo>
                    <a:pt x="672" y="1124"/>
                    <a:pt x="672" y="1124"/>
                    <a:pt x="672" y="1124"/>
                  </a:cubicBezTo>
                  <a:cubicBezTo>
                    <a:pt x="673" y="1123"/>
                    <a:pt x="673" y="1123"/>
                    <a:pt x="673" y="1123"/>
                  </a:cubicBezTo>
                  <a:cubicBezTo>
                    <a:pt x="672" y="1122"/>
                    <a:pt x="672" y="1122"/>
                    <a:pt x="672" y="1122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19"/>
                    <a:pt x="674" y="1119"/>
                    <a:pt x="674" y="1119"/>
                  </a:cubicBezTo>
                  <a:cubicBezTo>
                    <a:pt x="674" y="1117"/>
                    <a:pt x="674" y="1117"/>
                    <a:pt x="674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2" y="1116"/>
                    <a:pt x="672" y="1116"/>
                    <a:pt x="672" y="1116"/>
                  </a:cubicBezTo>
                  <a:cubicBezTo>
                    <a:pt x="672" y="1114"/>
                    <a:pt x="672" y="1114"/>
                    <a:pt x="672" y="1114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2" y="1112"/>
                    <a:pt x="672" y="1112"/>
                    <a:pt x="672" y="1112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3" y="1113"/>
                    <a:pt x="673" y="1113"/>
                    <a:pt x="673" y="1113"/>
                  </a:cubicBezTo>
                  <a:cubicBezTo>
                    <a:pt x="675" y="1113"/>
                    <a:pt x="675" y="1113"/>
                    <a:pt x="675" y="1113"/>
                  </a:cubicBezTo>
                  <a:cubicBezTo>
                    <a:pt x="677" y="1114"/>
                    <a:pt x="677" y="1114"/>
                    <a:pt x="677" y="1114"/>
                  </a:cubicBezTo>
                  <a:cubicBezTo>
                    <a:pt x="679" y="1114"/>
                    <a:pt x="679" y="1114"/>
                    <a:pt x="679" y="1114"/>
                  </a:cubicBezTo>
                  <a:cubicBezTo>
                    <a:pt x="681" y="1114"/>
                    <a:pt x="681" y="1114"/>
                    <a:pt x="681" y="1114"/>
                  </a:cubicBezTo>
                  <a:cubicBezTo>
                    <a:pt x="683" y="1114"/>
                    <a:pt x="683" y="1114"/>
                    <a:pt x="683" y="1114"/>
                  </a:cubicBezTo>
                  <a:cubicBezTo>
                    <a:pt x="687" y="1114"/>
                    <a:pt x="687" y="1114"/>
                    <a:pt x="687" y="1114"/>
                  </a:cubicBezTo>
                  <a:cubicBezTo>
                    <a:pt x="692" y="1113"/>
                    <a:pt x="692" y="1113"/>
                    <a:pt x="692" y="1113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701" y="1110"/>
                    <a:pt x="701" y="1110"/>
                    <a:pt x="701" y="1110"/>
                  </a:cubicBezTo>
                  <a:cubicBezTo>
                    <a:pt x="705" y="1107"/>
                    <a:pt x="705" y="1107"/>
                    <a:pt x="705" y="1107"/>
                  </a:cubicBezTo>
                  <a:cubicBezTo>
                    <a:pt x="706" y="1105"/>
                    <a:pt x="706" y="1105"/>
                    <a:pt x="706" y="1105"/>
                  </a:cubicBezTo>
                  <a:cubicBezTo>
                    <a:pt x="705" y="1104"/>
                    <a:pt x="705" y="1104"/>
                    <a:pt x="705" y="1104"/>
                  </a:cubicBezTo>
                  <a:cubicBezTo>
                    <a:pt x="706" y="1102"/>
                    <a:pt x="706" y="1102"/>
                    <a:pt x="706" y="1102"/>
                  </a:cubicBezTo>
                  <a:cubicBezTo>
                    <a:pt x="706" y="1103"/>
                    <a:pt x="706" y="1103"/>
                    <a:pt x="706" y="1103"/>
                  </a:cubicBezTo>
                  <a:cubicBezTo>
                    <a:pt x="707" y="1101"/>
                    <a:pt x="707" y="1101"/>
                    <a:pt x="707" y="1101"/>
                  </a:cubicBezTo>
                  <a:cubicBezTo>
                    <a:pt x="708" y="1099"/>
                    <a:pt x="708" y="1099"/>
                    <a:pt x="708" y="1099"/>
                  </a:cubicBezTo>
                  <a:cubicBezTo>
                    <a:pt x="709" y="1097"/>
                    <a:pt x="709" y="1097"/>
                    <a:pt x="709" y="1097"/>
                  </a:cubicBezTo>
                  <a:cubicBezTo>
                    <a:pt x="709" y="1095"/>
                    <a:pt x="709" y="1095"/>
                    <a:pt x="709" y="1095"/>
                  </a:cubicBezTo>
                  <a:cubicBezTo>
                    <a:pt x="709" y="1092"/>
                    <a:pt x="709" y="1092"/>
                    <a:pt x="709" y="1092"/>
                  </a:cubicBezTo>
                  <a:cubicBezTo>
                    <a:pt x="709" y="1090"/>
                    <a:pt x="709" y="1090"/>
                    <a:pt x="709" y="1090"/>
                  </a:cubicBezTo>
                  <a:cubicBezTo>
                    <a:pt x="708" y="1090"/>
                    <a:pt x="708" y="1090"/>
                    <a:pt x="708" y="1090"/>
                  </a:cubicBezTo>
                  <a:cubicBezTo>
                    <a:pt x="707" y="1091"/>
                    <a:pt x="707" y="1091"/>
                    <a:pt x="707" y="1091"/>
                  </a:cubicBezTo>
                  <a:cubicBezTo>
                    <a:pt x="706" y="1091"/>
                    <a:pt x="706" y="1091"/>
                    <a:pt x="706" y="1091"/>
                  </a:cubicBezTo>
                  <a:cubicBezTo>
                    <a:pt x="704" y="1090"/>
                    <a:pt x="704" y="1090"/>
                    <a:pt x="704" y="1090"/>
                  </a:cubicBezTo>
                  <a:cubicBezTo>
                    <a:pt x="703" y="1088"/>
                    <a:pt x="703" y="1088"/>
                    <a:pt x="703" y="1088"/>
                  </a:cubicBezTo>
                  <a:cubicBezTo>
                    <a:pt x="703" y="1087"/>
                    <a:pt x="703" y="1087"/>
                    <a:pt x="703" y="1087"/>
                  </a:cubicBezTo>
                  <a:cubicBezTo>
                    <a:pt x="705" y="1084"/>
                    <a:pt x="705" y="1084"/>
                    <a:pt x="705" y="1084"/>
                  </a:cubicBezTo>
                  <a:cubicBezTo>
                    <a:pt x="705" y="1082"/>
                    <a:pt x="705" y="1082"/>
                    <a:pt x="705" y="1082"/>
                  </a:cubicBezTo>
                  <a:cubicBezTo>
                    <a:pt x="704" y="1081"/>
                    <a:pt x="704" y="1081"/>
                    <a:pt x="704" y="1081"/>
                  </a:cubicBezTo>
                  <a:cubicBezTo>
                    <a:pt x="700" y="1078"/>
                    <a:pt x="700" y="1078"/>
                    <a:pt x="700" y="1078"/>
                  </a:cubicBezTo>
                  <a:cubicBezTo>
                    <a:pt x="697" y="1076"/>
                    <a:pt x="697" y="1076"/>
                    <a:pt x="697" y="1076"/>
                  </a:cubicBezTo>
                  <a:cubicBezTo>
                    <a:pt x="694" y="1074"/>
                    <a:pt x="694" y="1074"/>
                    <a:pt x="694" y="1074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1"/>
                    <a:pt x="694" y="1071"/>
                    <a:pt x="694" y="1071"/>
                  </a:cubicBezTo>
                  <a:cubicBezTo>
                    <a:pt x="695" y="1074"/>
                    <a:pt x="695" y="1074"/>
                    <a:pt x="695" y="1074"/>
                  </a:cubicBezTo>
                  <a:cubicBezTo>
                    <a:pt x="696" y="1074"/>
                    <a:pt x="696" y="1074"/>
                    <a:pt x="696" y="1074"/>
                  </a:cubicBezTo>
                  <a:cubicBezTo>
                    <a:pt x="698" y="1076"/>
                    <a:pt x="698" y="1076"/>
                    <a:pt x="698" y="1076"/>
                  </a:cubicBezTo>
                  <a:cubicBezTo>
                    <a:pt x="700" y="1076"/>
                    <a:pt x="700" y="1076"/>
                    <a:pt x="700" y="1076"/>
                  </a:cubicBezTo>
                  <a:cubicBezTo>
                    <a:pt x="703" y="1076"/>
                    <a:pt x="703" y="1076"/>
                    <a:pt x="703" y="1076"/>
                  </a:cubicBezTo>
                  <a:cubicBezTo>
                    <a:pt x="705" y="1076"/>
                    <a:pt x="705" y="1076"/>
                    <a:pt x="705" y="1076"/>
                  </a:cubicBezTo>
                  <a:cubicBezTo>
                    <a:pt x="706" y="1077"/>
                    <a:pt x="706" y="1077"/>
                    <a:pt x="706" y="1077"/>
                  </a:cubicBezTo>
                  <a:cubicBezTo>
                    <a:pt x="708" y="1077"/>
                    <a:pt x="708" y="1077"/>
                    <a:pt x="708" y="1077"/>
                  </a:cubicBezTo>
                  <a:cubicBezTo>
                    <a:pt x="709" y="1077"/>
                    <a:pt x="709" y="1077"/>
                    <a:pt x="709" y="1077"/>
                  </a:cubicBezTo>
                  <a:cubicBezTo>
                    <a:pt x="708" y="1079"/>
                    <a:pt x="708" y="1079"/>
                    <a:pt x="708" y="1079"/>
                  </a:cubicBezTo>
                  <a:cubicBezTo>
                    <a:pt x="711" y="1079"/>
                    <a:pt x="711" y="1079"/>
                    <a:pt x="711" y="1079"/>
                  </a:cubicBezTo>
                  <a:cubicBezTo>
                    <a:pt x="712" y="1078"/>
                    <a:pt x="712" y="1078"/>
                    <a:pt x="712" y="1078"/>
                  </a:cubicBezTo>
                  <a:cubicBezTo>
                    <a:pt x="714" y="1078"/>
                    <a:pt x="714" y="1078"/>
                    <a:pt x="714" y="1078"/>
                  </a:cubicBezTo>
                  <a:cubicBezTo>
                    <a:pt x="715" y="1078"/>
                    <a:pt x="715" y="1078"/>
                    <a:pt x="715" y="1078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8" y="1079"/>
                    <a:pt x="718" y="1079"/>
                    <a:pt x="718" y="1079"/>
                  </a:cubicBezTo>
                  <a:cubicBezTo>
                    <a:pt x="720" y="1079"/>
                    <a:pt x="720" y="1079"/>
                    <a:pt x="720" y="1079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5" y="1077"/>
                    <a:pt x="725" y="1077"/>
                    <a:pt x="725" y="1077"/>
                  </a:cubicBezTo>
                  <a:cubicBezTo>
                    <a:pt x="727" y="1075"/>
                    <a:pt x="727" y="1075"/>
                    <a:pt x="727" y="1075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8" y="1073"/>
                    <a:pt x="728" y="1073"/>
                    <a:pt x="728" y="1073"/>
                  </a:cubicBezTo>
                  <a:cubicBezTo>
                    <a:pt x="729" y="1071"/>
                    <a:pt x="729" y="1071"/>
                    <a:pt x="729" y="1071"/>
                  </a:cubicBezTo>
                  <a:cubicBezTo>
                    <a:pt x="729" y="1069"/>
                    <a:pt x="729" y="1069"/>
                    <a:pt x="729" y="1069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1" y="1068"/>
                    <a:pt x="731" y="1068"/>
                    <a:pt x="731" y="1068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4" y="1065"/>
                    <a:pt x="734" y="1065"/>
                    <a:pt x="734" y="1065"/>
                  </a:cubicBezTo>
                  <a:cubicBezTo>
                    <a:pt x="735" y="1063"/>
                    <a:pt x="735" y="1063"/>
                    <a:pt x="735" y="1063"/>
                  </a:cubicBezTo>
                  <a:cubicBezTo>
                    <a:pt x="736" y="1058"/>
                    <a:pt x="736" y="1058"/>
                    <a:pt x="736" y="1058"/>
                  </a:cubicBezTo>
                  <a:cubicBezTo>
                    <a:pt x="737" y="1054"/>
                    <a:pt x="737" y="1054"/>
                    <a:pt x="737" y="1054"/>
                  </a:cubicBezTo>
                  <a:cubicBezTo>
                    <a:pt x="738" y="1053"/>
                    <a:pt x="738" y="1053"/>
                    <a:pt x="738" y="1053"/>
                  </a:cubicBezTo>
                  <a:cubicBezTo>
                    <a:pt x="737" y="1053"/>
                    <a:pt x="737" y="1053"/>
                    <a:pt x="737" y="1053"/>
                  </a:cubicBezTo>
                  <a:cubicBezTo>
                    <a:pt x="739" y="1053"/>
                    <a:pt x="739" y="1053"/>
                    <a:pt x="739" y="1053"/>
                  </a:cubicBezTo>
                  <a:cubicBezTo>
                    <a:pt x="744" y="1049"/>
                    <a:pt x="744" y="1049"/>
                    <a:pt x="744" y="1049"/>
                  </a:cubicBezTo>
                  <a:cubicBezTo>
                    <a:pt x="746" y="1046"/>
                    <a:pt x="746" y="1046"/>
                    <a:pt x="746" y="1046"/>
                  </a:cubicBezTo>
                  <a:cubicBezTo>
                    <a:pt x="750" y="1041"/>
                    <a:pt x="750" y="1041"/>
                    <a:pt x="750" y="1041"/>
                  </a:cubicBezTo>
                  <a:cubicBezTo>
                    <a:pt x="751" y="1038"/>
                    <a:pt x="751" y="1038"/>
                    <a:pt x="751" y="1038"/>
                  </a:cubicBezTo>
                  <a:cubicBezTo>
                    <a:pt x="752" y="1034"/>
                    <a:pt x="752" y="1034"/>
                    <a:pt x="752" y="1034"/>
                  </a:cubicBezTo>
                  <a:cubicBezTo>
                    <a:pt x="756" y="1028"/>
                    <a:pt x="756" y="1028"/>
                    <a:pt x="756" y="1028"/>
                  </a:cubicBezTo>
                  <a:cubicBezTo>
                    <a:pt x="759" y="1024"/>
                    <a:pt x="759" y="1024"/>
                    <a:pt x="759" y="1024"/>
                  </a:cubicBezTo>
                  <a:cubicBezTo>
                    <a:pt x="760" y="1022"/>
                    <a:pt x="760" y="1022"/>
                    <a:pt x="760" y="1022"/>
                  </a:cubicBezTo>
                  <a:cubicBezTo>
                    <a:pt x="759" y="1022"/>
                    <a:pt x="759" y="1022"/>
                    <a:pt x="759" y="1022"/>
                  </a:cubicBezTo>
                  <a:cubicBezTo>
                    <a:pt x="759" y="1021"/>
                    <a:pt x="759" y="1021"/>
                    <a:pt x="759" y="1021"/>
                  </a:cubicBezTo>
                  <a:cubicBezTo>
                    <a:pt x="760" y="1021"/>
                    <a:pt x="760" y="1021"/>
                    <a:pt x="760" y="1021"/>
                  </a:cubicBezTo>
                  <a:cubicBezTo>
                    <a:pt x="761" y="1020"/>
                    <a:pt x="761" y="1020"/>
                    <a:pt x="761" y="1020"/>
                  </a:cubicBezTo>
                  <a:cubicBezTo>
                    <a:pt x="762" y="1019"/>
                    <a:pt x="762" y="1019"/>
                    <a:pt x="762" y="1019"/>
                  </a:cubicBezTo>
                  <a:cubicBezTo>
                    <a:pt x="761" y="1017"/>
                    <a:pt x="761" y="1017"/>
                    <a:pt x="761" y="1017"/>
                  </a:cubicBezTo>
                  <a:cubicBezTo>
                    <a:pt x="762" y="1016"/>
                    <a:pt x="762" y="1016"/>
                    <a:pt x="762" y="1016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4"/>
                    <a:pt x="761" y="1014"/>
                    <a:pt x="761" y="1014"/>
                  </a:cubicBezTo>
                  <a:cubicBezTo>
                    <a:pt x="759" y="1012"/>
                    <a:pt x="759" y="1012"/>
                    <a:pt x="759" y="1012"/>
                  </a:cubicBezTo>
                  <a:cubicBezTo>
                    <a:pt x="759" y="1011"/>
                    <a:pt x="759" y="1011"/>
                    <a:pt x="759" y="1011"/>
                  </a:cubicBezTo>
                  <a:cubicBezTo>
                    <a:pt x="760" y="1010"/>
                    <a:pt x="760" y="1010"/>
                    <a:pt x="760" y="1010"/>
                  </a:cubicBezTo>
                  <a:cubicBezTo>
                    <a:pt x="759" y="1007"/>
                    <a:pt x="759" y="1007"/>
                    <a:pt x="759" y="1007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61" y="1005"/>
                    <a:pt x="761" y="1005"/>
                    <a:pt x="761" y="1005"/>
                  </a:cubicBezTo>
                  <a:cubicBezTo>
                    <a:pt x="760" y="1003"/>
                    <a:pt x="760" y="1003"/>
                    <a:pt x="760" y="1003"/>
                  </a:cubicBezTo>
                  <a:cubicBezTo>
                    <a:pt x="761" y="1002"/>
                    <a:pt x="761" y="1002"/>
                    <a:pt x="761" y="1002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999"/>
                    <a:pt x="761" y="999"/>
                    <a:pt x="761" y="999"/>
                  </a:cubicBezTo>
                  <a:cubicBezTo>
                    <a:pt x="762" y="999"/>
                    <a:pt x="762" y="999"/>
                    <a:pt x="762" y="999"/>
                  </a:cubicBezTo>
                  <a:cubicBezTo>
                    <a:pt x="765" y="997"/>
                    <a:pt x="765" y="997"/>
                    <a:pt x="765" y="997"/>
                  </a:cubicBezTo>
                  <a:cubicBezTo>
                    <a:pt x="766" y="996"/>
                    <a:pt x="766" y="996"/>
                    <a:pt x="766" y="996"/>
                  </a:cubicBezTo>
                  <a:cubicBezTo>
                    <a:pt x="766" y="995"/>
                    <a:pt x="766" y="995"/>
                    <a:pt x="766" y="995"/>
                  </a:cubicBezTo>
                  <a:cubicBezTo>
                    <a:pt x="768" y="994"/>
                    <a:pt x="768" y="994"/>
                    <a:pt x="768" y="994"/>
                  </a:cubicBezTo>
                  <a:cubicBezTo>
                    <a:pt x="770" y="992"/>
                    <a:pt x="770" y="992"/>
                    <a:pt x="770" y="992"/>
                  </a:cubicBezTo>
                  <a:cubicBezTo>
                    <a:pt x="773" y="989"/>
                    <a:pt x="773" y="989"/>
                    <a:pt x="773" y="989"/>
                  </a:cubicBezTo>
                  <a:cubicBezTo>
                    <a:pt x="776" y="989"/>
                    <a:pt x="776" y="989"/>
                    <a:pt x="776" y="989"/>
                  </a:cubicBezTo>
                  <a:cubicBezTo>
                    <a:pt x="777" y="987"/>
                    <a:pt x="777" y="987"/>
                    <a:pt x="777" y="987"/>
                  </a:cubicBezTo>
                  <a:cubicBezTo>
                    <a:pt x="779" y="986"/>
                    <a:pt x="779" y="986"/>
                    <a:pt x="779" y="986"/>
                  </a:cubicBezTo>
                  <a:cubicBezTo>
                    <a:pt x="780" y="986"/>
                    <a:pt x="780" y="986"/>
                    <a:pt x="780" y="986"/>
                  </a:cubicBezTo>
                  <a:cubicBezTo>
                    <a:pt x="781" y="987"/>
                    <a:pt x="781" y="987"/>
                    <a:pt x="781" y="987"/>
                  </a:cubicBezTo>
                  <a:cubicBezTo>
                    <a:pt x="783" y="987"/>
                    <a:pt x="783" y="987"/>
                    <a:pt x="783" y="987"/>
                  </a:cubicBezTo>
                  <a:cubicBezTo>
                    <a:pt x="783" y="986"/>
                    <a:pt x="783" y="986"/>
                    <a:pt x="783" y="986"/>
                  </a:cubicBezTo>
                  <a:cubicBezTo>
                    <a:pt x="784" y="984"/>
                    <a:pt x="784" y="984"/>
                    <a:pt x="784" y="984"/>
                  </a:cubicBezTo>
                  <a:cubicBezTo>
                    <a:pt x="787" y="982"/>
                    <a:pt x="787" y="982"/>
                    <a:pt x="787" y="982"/>
                  </a:cubicBezTo>
                  <a:cubicBezTo>
                    <a:pt x="788" y="982"/>
                    <a:pt x="788" y="982"/>
                    <a:pt x="788" y="982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87" y="980"/>
                    <a:pt x="787" y="980"/>
                    <a:pt x="787" y="980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9" y="978"/>
                    <a:pt x="789" y="978"/>
                    <a:pt x="789" y="978"/>
                  </a:cubicBezTo>
                  <a:cubicBezTo>
                    <a:pt x="790" y="978"/>
                    <a:pt x="790" y="978"/>
                    <a:pt x="790" y="978"/>
                  </a:cubicBezTo>
                  <a:cubicBezTo>
                    <a:pt x="789" y="979"/>
                    <a:pt x="789" y="979"/>
                    <a:pt x="789" y="979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90" y="981"/>
                    <a:pt x="790" y="981"/>
                    <a:pt x="790" y="981"/>
                  </a:cubicBezTo>
                  <a:cubicBezTo>
                    <a:pt x="797" y="978"/>
                    <a:pt x="797" y="978"/>
                    <a:pt x="797" y="978"/>
                  </a:cubicBezTo>
                  <a:cubicBezTo>
                    <a:pt x="797" y="979"/>
                    <a:pt x="797" y="979"/>
                    <a:pt x="797" y="979"/>
                  </a:cubicBezTo>
                  <a:cubicBezTo>
                    <a:pt x="797" y="979"/>
                    <a:pt x="797" y="979"/>
                    <a:pt x="800" y="979"/>
                  </a:cubicBezTo>
                  <a:cubicBezTo>
                    <a:pt x="800" y="979"/>
                    <a:pt x="800" y="979"/>
                    <a:pt x="800" y="979"/>
                  </a:cubicBezTo>
                  <a:cubicBezTo>
                    <a:pt x="801" y="979"/>
                    <a:pt x="801" y="979"/>
                    <a:pt x="801" y="979"/>
                  </a:cubicBezTo>
                  <a:cubicBezTo>
                    <a:pt x="803" y="979"/>
                    <a:pt x="803" y="979"/>
                    <a:pt x="803" y="979"/>
                  </a:cubicBezTo>
                  <a:cubicBezTo>
                    <a:pt x="805" y="979"/>
                    <a:pt x="805" y="979"/>
                    <a:pt x="805" y="979"/>
                  </a:cubicBezTo>
                  <a:cubicBezTo>
                    <a:pt x="807" y="978"/>
                    <a:pt x="807" y="978"/>
                    <a:pt x="807" y="978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10" y="974"/>
                    <a:pt x="810" y="974"/>
                    <a:pt x="810" y="974"/>
                  </a:cubicBezTo>
                  <a:cubicBezTo>
                    <a:pt x="813" y="973"/>
                    <a:pt x="813" y="973"/>
                    <a:pt x="813" y="973"/>
                  </a:cubicBezTo>
                  <a:cubicBezTo>
                    <a:pt x="815" y="972"/>
                    <a:pt x="815" y="972"/>
                    <a:pt x="815" y="972"/>
                  </a:cubicBezTo>
                  <a:cubicBezTo>
                    <a:pt x="815" y="971"/>
                    <a:pt x="815" y="971"/>
                    <a:pt x="815" y="971"/>
                  </a:cubicBezTo>
                  <a:cubicBezTo>
                    <a:pt x="815" y="970"/>
                    <a:pt x="815" y="970"/>
                    <a:pt x="815" y="970"/>
                  </a:cubicBezTo>
                  <a:cubicBezTo>
                    <a:pt x="814" y="967"/>
                    <a:pt x="814" y="967"/>
                    <a:pt x="814" y="967"/>
                  </a:cubicBezTo>
                  <a:cubicBezTo>
                    <a:pt x="815" y="966"/>
                    <a:pt x="815" y="966"/>
                    <a:pt x="815" y="966"/>
                  </a:cubicBezTo>
                  <a:cubicBezTo>
                    <a:pt x="816" y="964"/>
                    <a:pt x="816" y="964"/>
                    <a:pt x="816" y="964"/>
                  </a:cubicBezTo>
                  <a:cubicBezTo>
                    <a:pt x="816" y="963"/>
                    <a:pt x="816" y="963"/>
                    <a:pt x="816" y="963"/>
                  </a:cubicBezTo>
                  <a:cubicBezTo>
                    <a:pt x="818" y="962"/>
                    <a:pt x="818" y="962"/>
                    <a:pt x="818" y="962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20" y="957"/>
                    <a:pt x="820" y="957"/>
                    <a:pt x="820" y="957"/>
                  </a:cubicBezTo>
                  <a:cubicBezTo>
                    <a:pt x="822" y="953"/>
                    <a:pt x="822" y="953"/>
                    <a:pt x="822" y="953"/>
                  </a:cubicBezTo>
                  <a:cubicBezTo>
                    <a:pt x="823" y="952"/>
                    <a:pt x="823" y="952"/>
                    <a:pt x="823" y="952"/>
                  </a:cubicBezTo>
                  <a:cubicBezTo>
                    <a:pt x="822" y="947"/>
                    <a:pt x="822" y="947"/>
                    <a:pt x="822" y="947"/>
                  </a:cubicBezTo>
                  <a:cubicBezTo>
                    <a:pt x="822" y="946"/>
                    <a:pt x="822" y="946"/>
                    <a:pt x="822" y="946"/>
                  </a:cubicBezTo>
                  <a:cubicBezTo>
                    <a:pt x="822" y="944"/>
                    <a:pt x="822" y="944"/>
                    <a:pt x="822" y="944"/>
                  </a:cubicBezTo>
                  <a:cubicBezTo>
                    <a:pt x="823" y="943"/>
                    <a:pt x="823" y="943"/>
                    <a:pt x="823" y="943"/>
                  </a:cubicBezTo>
                  <a:cubicBezTo>
                    <a:pt x="823" y="942"/>
                    <a:pt x="823" y="942"/>
                    <a:pt x="823" y="942"/>
                  </a:cubicBezTo>
                  <a:cubicBezTo>
                    <a:pt x="825" y="940"/>
                    <a:pt x="825" y="940"/>
                    <a:pt x="825" y="940"/>
                  </a:cubicBezTo>
                  <a:cubicBezTo>
                    <a:pt x="826" y="939"/>
                    <a:pt x="826" y="939"/>
                    <a:pt x="826" y="939"/>
                  </a:cubicBezTo>
                  <a:cubicBezTo>
                    <a:pt x="825" y="936"/>
                    <a:pt x="825" y="936"/>
                    <a:pt x="825" y="936"/>
                  </a:cubicBezTo>
                  <a:cubicBezTo>
                    <a:pt x="826" y="933"/>
                    <a:pt x="826" y="933"/>
                    <a:pt x="826" y="933"/>
                  </a:cubicBezTo>
                  <a:cubicBezTo>
                    <a:pt x="826" y="930"/>
                    <a:pt x="826" y="930"/>
                    <a:pt x="826" y="930"/>
                  </a:cubicBezTo>
                  <a:cubicBezTo>
                    <a:pt x="827" y="929"/>
                    <a:pt x="827" y="929"/>
                    <a:pt x="827" y="929"/>
                  </a:cubicBezTo>
                  <a:cubicBezTo>
                    <a:pt x="826" y="928"/>
                    <a:pt x="826" y="928"/>
                    <a:pt x="826" y="928"/>
                  </a:cubicBezTo>
                  <a:cubicBezTo>
                    <a:pt x="827" y="925"/>
                    <a:pt x="827" y="925"/>
                    <a:pt x="827" y="925"/>
                  </a:cubicBezTo>
                  <a:cubicBezTo>
                    <a:pt x="826" y="915"/>
                    <a:pt x="826" y="915"/>
                    <a:pt x="826" y="915"/>
                  </a:cubicBezTo>
                  <a:cubicBezTo>
                    <a:pt x="826" y="913"/>
                    <a:pt x="826" y="913"/>
                    <a:pt x="826" y="913"/>
                  </a:cubicBezTo>
                  <a:cubicBezTo>
                    <a:pt x="827" y="912"/>
                    <a:pt x="827" y="912"/>
                    <a:pt x="827" y="912"/>
                  </a:cubicBezTo>
                  <a:cubicBezTo>
                    <a:pt x="827" y="909"/>
                    <a:pt x="827" y="909"/>
                    <a:pt x="827" y="909"/>
                  </a:cubicBezTo>
                  <a:cubicBezTo>
                    <a:pt x="826" y="910"/>
                    <a:pt x="826" y="910"/>
                    <a:pt x="826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6" y="908"/>
                    <a:pt x="826" y="908"/>
                    <a:pt x="826" y="908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9" y="905"/>
                    <a:pt x="829" y="905"/>
                    <a:pt x="829" y="905"/>
                  </a:cubicBezTo>
                  <a:cubicBezTo>
                    <a:pt x="830" y="903"/>
                    <a:pt x="830" y="903"/>
                    <a:pt x="830" y="903"/>
                  </a:cubicBezTo>
                  <a:cubicBezTo>
                    <a:pt x="832" y="902"/>
                    <a:pt x="832" y="902"/>
                    <a:pt x="832" y="902"/>
                  </a:cubicBezTo>
                  <a:cubicBezTo>
                    <a:pt x="835" y="898"/>
                    <a:pt x="835" y="898"/>
                    <a:pt x="835" y="898"/>
                  </a:cubicBezTo>
                  <a:cubicBezTo>
                    <a:pt x="836" y="895"/>
                    <a:pt x="836" y="895"/>
                    <a:pt x="836" y="895"/>
                  </a:cubicBezTo>
                  <a:cubicBezTo>
                    <a:pt x="836" y="894"/>
                    <a:pt x="836" y="894"/>
                    <a:pt x="836" y="894"/>
                  </a:cubicBezTo>
                  <a:cubicBezTo>
                    <a:pt x="837" y="893"/>
                    <a:pt x="837" y="893"/>
                    <a:pt x="837" y="893"/>
                  </a:cubicBezTo>
                  <a:cubicBezTo>
                    <a:pt x="838" y="891"/>
                    <a:pt x="838" y="891"/>
                    <a:pt x="838" y="891"/>
                  </a:cubicBezTo>
                  <a:cubicBezTo>
                    <a:pt x="839" y="889"/>
                    <a:pt x="839" y="889"/>
                    <a:pt x="839" y="889"/>
                  </a:cubicBezTo>
                  <a:cubicBezTo>
                    <a:pt x="843" y="886"/>
                    <a:pt x="843" y="886"/>
                    <a:pt x="843" y="886"/>
                  </a:cubicBezTo>
                  <a:cubicBezTo>
                    <a:pt x="844" y="885"/>
                    <a:pt x="844" y="885"/>
                    <a:pt x="844" y="885"/>
                  </a:cubicBezTo>
                  <a:cubicBezTo>
                    <a:pt x="845" y="884"/>
                    <a:pt x="845" y="884"/>
                    <a:pt x="845" y="884"/>
                  </a:cubicBezTo>
                  <a:cubicBezTo>
                    <a:pt x="846" y="883"/>
                    <a:pt x="846" y="883"/>
                    <a:pt x="846" y="883"/>
                  </a:cubicBezTo>
                  <a:cubicBezTo>
                    <a:pt x="849" y="880"/>
                    <a:pt x="849" y="880"/>
                    <a:pt x="849" y="880"/>
                  </a:cubicBezTo>
                  <a:cubicBezTo>
                    <a:pt x="852" y="876"/>
                    <a:pt x="852" y="876"/>
                    <a:pt x="852" y="876"/>
                  </a:cubicBezTo>
                  <a:cubicBezTo>
                    <a:pt x="853" y="875"/>
                    <a:pt x="853" y="875"/>
                    <a:pt x="853" y="875"/>
                  </a:cubicBezTo>
                  <a:cubicBezTo>
                    <a:pt x="855" y="871"/>
                    <a:pt x="855" y="871"/>
                    <a:pt x="855" y="871"/>
                  </a:cubicBezTo>
                  <a:cubicBezTo>
                    <a:pt x="855" y="869"/>
                    <a:pt x="855" y="869"/>
                    <a:pt x="855" y="869"/>
                  </a:cubicBezTo>
                  <a:cubicBezTo>
                    <a:pt x="856" y="868"/>
                    <a:pt x="856" y="868"/>
                    <a:pt x="856" y="868"/>
                  </a:cubicBezTo>
                  <a:cubicBezTo>
                    <a:pt x="856" y="866"/>
                    <a:pt x="856" y="866"/>
                    <a:pt x="856" y="866"/>
                  </a:cubicBezTo>
                  <a:cubicBezTo>
                    <a:pt x="855" y="865"/>
                    <a:pt x="855" y="865"/>
                    <a:pt x="855" y="865"/>
                  </a:cubicBezTo>
                  <a:cubicBezTo>
                    <a:pt x="855" y="864"/>
                    <a:pt x="855" y="864"/>
                    <a:pt x="855" y="864"/>
                  </a:cubicBezTo>
                  <a:lnTo>
                    <a:pt x="856" y="863"/>
                  </a:lnTo>
                  <a:close/>
                  <a:moveTo>
                    <a:pt x="461" y="670"/>
                  </a:moveTo>
                  <a:cubicBezTo>
                    <a:pt x="463" y="668"/>
                    <a:pt x="463" y="668"/>
                    <a:pt x="463" y="668"/>
                  </a:cubicBezTo>
                  <a:cubicBezTo>
                    <a:pt x="463" y="669"/>
                    <a:pt x="463" y="669"/>
                    <a:pt x="463" y="669"/>
                  </a:cubicBezTo>
                  <a:cubicBezTo>
                    <a:pt x="462" y="669"/>
                    <a:pt x="462" y="669"/>
                    <a:pt x="462" y="669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1" y="670"/>
                    <a:pt x="461" y="670"/>
                    <a:pt x="461" y="670"/>
                  </a:cubicBezTo>
                  <a:close/>
                  <a:moveTo>
                    <a:pt x="662" y="442"/>
                  </a:moveTo>
                  <a:cubicBezTo>
                    <a:pt x="663" y="442"/>
                    <a:pt x="663" y="442"/>
                    <a:pt x="663" y="442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5" y="442"/>
                    <a:pt x="665" y="442"/>
                    <a:pt x="665" y="442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2" y="442"/>
                    <a:pt x="662" y="442"/>
                    <a:pt x="662" y="442"/>
                  </a:cubicBezTo>
                  <a:cubicBezTo>
                    <a:pt x="662" y="442"/>
                    <a:pt x="662" y="442"/>
                    <a:pt x="662" y="442"/>
                  </a:cubicBezTo>
                  <a:close/>
                  <a:moveTo>
                    <a:pt x="708" y="364"/>
                  </a:moveTo>
                  <a:cubicBezTo>
                    <a:pt x="707" y="363"/>
                    <a:pt x="707" y="363"/>
                    <a:pt x="707" y="363"/>
                  </a:cubicBezTo>
                  <a:cubicBezTo>
                    <a:pt x="708" y="362"/>
                    <a:pt x="708" y="362"/>
                    <a:pt x="708" y="362"/>
                  </a:cubicBezTo>
                  <a:cubicBezTo>
                    <a:pt x="709" y="361"/>
                    <a:pt x="709" y="361"/>
                    <a:pt x="709" y="361"/>
                  </a:cubicBezTo>
                  <a:cubicBezTo>
                    <a:pt x="710" y="361"/>
                    <a:pt x="710" y="361"/>
                    <a:pt x="710" y="361"/>
                  </a:cubicBezTo>
                  <a:cubicBezTo>
                    <a:pt x="711" y="360"/>
                    <a:pt x="711" y="360"/>
                    <a:pt x="711" y="360"/>
                  </a:cubicBezTo>
                  <a:cubicBezTo>
                    <a:pt x="713" y="359"/>
                    <a:pt x="713" y="359"/>
                    <a:pt x="713" y="359"/>
                  </a:cubicBezTo>
                  <a:cubicBezTo>
                    <a:pt x="716" y="358"/>
                    <a:pt x="716" y="358"/>
                    <a:pt x="716" y="358"/>
                  </a:cubicBezTo>
                  <a:cubicBezTo>
                    <a:pt x="718" y="358"/>
                    <a:pt x="718" y="358"/>
                    <a:pt x="718" y="358"/>
                  </a:cubicBezTo>
                  <a:cubicBezTo>
                    <a:pt x="717" y="358"/>
                    <a:pt x="717" y="358"/>
                    <a:pt x="717" y="358"/>
                  </a:cubicBezTo>
                  <a:cubicBezTo>
                    <a:pt x="715" y="359"/>
                    <a:pt x="715" y="359"/>
                    <a:pt x="715" y="359"/>
                  </a:cubicBezTo>
                  <a:cubicBezTo>
                    <a:pt x="714" y="360"/>
                    <a:pt x="714" y="360"/>
                    <a:pt x="714" y="360"/>
                  </a:cubicBezTo>
                  <a:cubicBezTo>
                    <a:pt x="713" y="361"/>
                    <a:pt x="713" y="361"/>
                    <a:pt x="713" y="361"/>
                  </a:cubicBezTo>
                  <a:cubicBezTo>
                    <a:pt x="712" y="362"/>
                    <a:pt x="712" y="362"/>
                    <a:pt x="712" y="362"/>
                  </a:cubicBezTo>
                  <a:cubicBezTo>
                    <a:pt x="711" y="363"/>
                    <a:pt x="711" y="363"/>
                    <a:pt x="711" y="363"/>
                  </a:cubicBezTo>
                  <a:cubicBezTo>
                    <a:pt x="708" y="363"/>
                    <a:pt x="708" y="363"/>
                    <a:pt x="708" y="363"/>
                  </a:cubicBezTo>
                  <a:cubicBezTo>
                    <a:pt x="707" y="365"/>
                    <a:pt x="707" y="365"/>
                    <a:pt x="707" y="365"/>
                  </a:cubicBezTo>
                  <a:cubicBezTo>
                    <a:pt x="707" y="365"/>
                    <a:pt x="707" y="365"/>
                    <a:pt x="707" y="365"/>
                  </a:cubicBezTo>
                  <a:lnTo>
                    <a:pt x="708" y="364"/>
                  </a:lnTo>
                  <a:close/>
                  <a:moveTo>
                    <a:pt x="661" y="295"/>
                  </a:moveTo>
                  <a:cubicBezTo>
                    <a:pt x="661" y="295"/>
                    <a:pt x="661" y="295"/>
                    <a:pt x="661" y="295"/>
                  </a:cubicBezTo>
                  <a:cubicBezTo>
                    <a:pt x="661" y="296"/>
                    <a:pt x="661" y="296"/>
                    <a:pt x="661" y="296"/>
                  </a:cubicBezTo>
                  <a:cubicBezTo>
                    <a:pt x="660" y="295"/>
                    <a:pt x="660" y="295"/>
                    <a:pt x="660" y="295"/>
                  </a:cubicBezTo>
                  <a:lnTo>
                    <a:pt x="661" y="295"/>
                  </a:lnTo>
                  <a:close/>
                  <a:moveTo>
                    <a:pt x="619" y="247"/>
                  </a:move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lose/>
                  <a:moveTo>
                    <a:pt x="593" y="480"/>
                  </a:moveTo>
                  <a:cubicBezTo>
                    <a:pt x="595" y="480"/>
                    <a:pt x="595" y="480"/>
                    <a:pt x="595" y="480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8" y="479"/>
                    <a:pt x="598" y="479"/>
                    <a:pt x="598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599" y="480"/>
                    <a:pt x="599" y="480"/>
                    <a:pt x="599" y="480"/>
                  </a:cubicBezTo>
                  <a:cubicBezTo>
                    <a:pt x="597" y="480"/>
                    <a:pt x="597" y="480"/>
                    <a:pt x="597" y="480"/>
                  </a:cubicBezTo>
                  <a:cubicBezTo>
                    <a:pt x="595" y="481"/>
                    <a:pt x="595" y="481"/>
                    <a:pt x="595" y="481"/>
                  </a:cubicBezTo>
                  <a:cubicBezTo>
                    <a:pt x="593" y="480"/>
                    <a:pt x="593" y="480"/>
                    <a:pt x="593" y="480"/>
                  </a:cubicBezTo>
                  <a:cubicBezTo>
                    <a:pt x="591" y="481"/>
                    <a:pt x="591" y="481"/>
                    <a:pt x="591" y="481"/>
                  </a:cubicBezTo>
                  <a:lnTo>
                    <a:pt x="593" y="480"/>
                  </a:lnTo>
                  <a:close/>
                  <a:moveTo>
                    <a:pt x="588" y="484"/>
                  </a:moveTo>
                  <a:cubicBezTo>
                    <a:pt x="588" y="484"/>
                    <a:pt x="588" y="484"/>
                    <a:pt x="588" y="484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4"/>
                    <a:pt x="587" y="484"/>
                    <a:pt x="587" y="484"/>
                  </a:cubicBezTo>
                  <a:lnTo>
                    <a:pt x="588" y="484"/>
                  </a:lnTo>
                  <a:close/>
                  <a:moveTo>
                    <a:pt x="577" y="498"/>
                  </a:moveTo>
                  <a:cubicBezTo>
                    <a:pt x="578" y="498"/>
                    <a:pt x="578" y="498"/>
                    <a:pt x="578" y="498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77" y="501"/>
                    <a:pt x="577" y="501"/>
                    <a:pt x="577" y="501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6" y="498"/>
                    <a:pt x="576" y="498"/>
                    <a:pt x="576" y="498"/>
                  </a:cubicBezTo>
                  <a:cubicBezTo>
                    <a:pt x="576" y="496"/>
                    <a:pt x="576" y="496"/>
                    <a:pt x="576" y="496"/>
                  </a:cubicBezTo>
                  <a:lnTo>
                    <a:pt x="577" y="498"/>
                  </a:lnTo>
                  <a:close/>
                  <a:moveTo>
                    <a:pt x="567" y="499"/>
                  </a:moveTo>
                  <a:cubicBezTo>
                    <a:pt x="567" y="498"/>
                    <a:pt x="567" y="498"/>
                    <a:pt x="567" y="498"/>
                  </a:cubicBezTo>
                  <a:cubicBezTo>
                    <a:pt x="569" y="500"/>
                    <a:pt x="569" y="500"/>
                    <a:pt x="569" y="500"/>
                  </a:cubicBezTo>
                  <a:cubicBezTo>
                    <a:pt x="568" y="502"/>
                    <a:pt x="568" y="502"/>
                    <a:pt x="568" y="502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2"/>
                    <a:pt x="567" y="502"/>
                    <a:pt x="567" y="502"/>
                  </a:cubicBezTo>
                  <a:cubicBezTo>
                    <a:pt x="567" y="501"/>
                    <a:pt x="567" y="501"/>
                    <a:pt x="567" y="501"/>
                  </a:cubicBezTo>
                  <a:lnTo>
                    <a:pt x="567" y="499"/>
                  </a:lnTo>
                  <a:close/>
                  <a:moveTo>
                    <a:pt x="629" y="148"/>
                  </a:moveTo>
                  <a:cubicBezTo>
                    <a:pt x="628" y="148"/>
                    <a:pt x="628" y="148"/>
                    <a:pt x="628" y="148"/>
                  </a:cubicBezTo>
                  <a:cubicBezTo>
                    <a:pt x="629" y="148"/>
                    <a:pt x="629" y="148"/>
                    <a:pt x="629" y="148"/>
                  </a:cubicBezTo>
                  <a:cubicBezTo>
                    <a:pt x="628" y="147"/>
                    <a:pt x="628" y="147"/>
                    <a:pt x="628" y="147"/>
                  </a:cubicBezTo>
                  <a:lnTo>
                    <a:pt x="629" y="148"/>
                  </a:lnTo>
                  <a:close/>
                  <a:moveTo>
                    <a:pt x="626" y="146"/>
                  </a:move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lose/>
                  <a:moveTo>
                    <a:pt x="624" y="143"/>
                  </a:move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lose/>
                  <a:moveTo>
                    <a:pt x="620" y="143"/>
                  </a:moveTo>
                  <a:cubicBezTo>
                    <a:pt x="621" y="142"/>
                    <a:pt x="621" y="142"/>
                    <a:pt x="621" y="142"/>
                  </a:cubicBezTo>
                  <a:cubicBezTo>
                    <a:pt x="622" y="143"/>
                    <a:pt x="622" y="143"/>
                    <a:pt x="622" y="143"/>
                  </a:cubicBezTo>
                  <a:cubicBezTo>
                    <a:pt x="621" y="143"/>
                    <a:pt x="621" y="143"/>
                    <a:pt x="621" y="143"/>
                  </a:cubicBezTo>
                  <a:cubicBezTo>
                    <a:pt x="620" y="142"/>
                    <a:pt x="620" y="142"/>
                    <a:pt x="620" y="142"/>
                  </a:cubicBezTo>
                  <a:lnTo>
                    <a:pt x="620" y="143"/>
                  </a:lnTo>
                  <a:close/>
                  <a:moveTo>
                    <a:pt x="598" y="181"/>
                  </a:moveTo>
                  <a:cubicBezTo>
                    <a:pt x="598" y="183"/>
                    <a:pt x="598" y="183"/>
                    <a:pt x="598" y="183"/>
                  </a:cubicBezTo>
                  <a:cubicBezTo>
                    <a:pt x="599" y="183"/>
                    <a:pt x="599" y="183"/>
                    <a:pt x="599" y="183"/>
                  </a:cubicBezTo>
                  <a:cubicBezTo>
                    <a:pt x="599" y="185"/>
                    <a:pt x="599" y="185"/>
                    <a:pt x="599" y="185"/>
                  </a:cubicBezTo>
                  <a:cubicBezTo>
                    <a:pt x="598" y="184"/>
                    <a:pt x="598" y="184"/>
                    <a:pt x="598" y="184"/>
                  </a:cubicBezTo>
                  <a:cubicBezTo>
                    <a:pt x="597" y="183"/>
                    <a:pt x="597" y="183"/>
                    <a:pt x="597" y="183"/>
                  </a:cubicBezTo>
                  <a:cubicBezTo>
                    <a:pt x="597" y="182"/>
                    <a:pt x="597" y="182"/>
                    <a:pt x="597" y="182"/>
                  </a:cubicBezTo>
                  <a:cubicBezTo>
                    <a:pt x="597" y="182"/>
                    <a:pt x="597" y="182"/>
                    <a:pt x="597" y="182"/>
                  </a:cubicBezTo>
                  <a:lnTo>
                    <a:pt x="598" y="181"/>
                  </a:lnTo>
                  <a:close/>
                  <a:moveTo>
                    <a:pt x="576" y="140"/>
                  </a:moveTo>
                  <a:cubicBezTo>
                    <a:pt x="576" y="140"/>
                    <a:pt x="576" y="140"/>
                    <a:pt x="576" y="140"/>
                  </a:cubicBezTo>
                  <a:cubicBezTo>
                    <a:pt x="576" y="140"/>
                    <a:pt x="576" y="140"/>
                    <a:pt x="576" y="140"/>
                  </a:cubicBezTo>
                  <a:close/>
                  <a:moveTo>
                    <a:pt x="527" y="169"/>
                  </a:move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7" y="170"/>
                    <a:pt x="527" y="170"/>
                    <a:pt x="527" y="170"/>
                  </a:cubicBezTo>
                  <a:lnTo>
                    <a:pt x="527" y="169"/>
                  </a:lnTo>
                  <a:close/>
                  <a:moveTo>
                    <a:pt x="458" y="158"/>
                  </a:moveTo>
                  <a:cubicBezTo>
                    <a:pt x="458" y="158"/>
                    <a:pt x="458" y="158"/>
                    <a:pt x="458" y="158"/>
                  </a:cubicBezTo>
                  <a:cubicBezTo>
                    <a:pt x="458" y="156"/>
                    <a:pt x="458" y="156"/>
                    <a:pt x="458" y="156"/>
                  </a:cubicBezTo>
                  <a:cubicBezTo>
                    <a:pt x="459" y="157"/>
                    <a:pt x="459" y="157"/>
                    <a:pt x="459" y="157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8" y="158"/>
                    <a:pt x="458" y="158"/>
                    <a:pt x="458" y="158"/>
                  </a:cubicBezTo>
                  <a:close/>
                  <a:moveTo>
                    <a:pt x="453" y="152"/>
                  </a:moveTo>
                  <a:cubicBezTo>
                    <a:pt x="453" y="154"/>
                    <a:pt x="453" y="154"/>
                    <a:pt x="453" y="154"/>
                  </a:cubicBezTo>
                  <a:cubicBezTo>
                    <a:pt x="453" y="154"/>
                    <a:pt x="453" y="154"/>
                    <a:pt x="453" y="154"/>
                  </a:cubicBezTo>
                  <a:lnTo>
                    <a:pt x="453" y="152"/>
                  </a:lnTo>
                  <a:close/>
                  <a:moveTo>
                    <a:pt x="409" y="588"/>
                  </a:moveTo>
                  <a:cubicBezTo>
                    <a:pt x="409" y="588"/>
                    <a:pt x="409" y="588"/>
                    <a:pt x="409" y="588"/>
                  </a:cubicBezTo>
                  <a:cubicBezTo>
                    <a:pt x="409" y="588"/>
                    <a:pt x="409" y="588"/>
                    <a:pt x="409" y="588"/>
                  </a:cubicBezTo>
                  <a:close/>
                  <a:moveTo>
                    <a:pt x="407" y="589"/>
                  </a:moveTo>
                  <a:cubicBezTo>
                    <a:pt x="408" y="588"/>
                    <a:pt x="408" y="588"/>
                    <a:pt x="408" y="588"/>
                  </a:cubicBezTo>
                  <a:cubicBezTo>
                    <a:pt x="407" y="589"/>
                    <a:pt x="407" y="589"/>
                    <a:pt x="407" y="589"/>
                  </a:cubicBezTo>
                  <a:cubicBezTo>
                    <a:pt x="407" y="589"/>
                    <a:pt x="407" y="589"/>
                    <a:pt x="407" y="589"/>
                  </a:cubicBezTo>
                  <a:close/>
                  <a:moveTo>
                    <a:pt x="404" y="590"/>
                  </a:moveTo>
                  <a:cubicBezTo>
                    <a:pt x="405" y="590"/>
                    <a:pt x="405" y="590"/>
                    <a:pt x="405" y="590"/>
                  </a:cubicBezTo>
                  <a:cubicBezTo>
                    <a:pt x="405" y="590"/>
                    <a:pt x="405" y="590"/>
                    <a:pt x="405" y="590"/>
                  </a:cubicBezTo>
                  <a:cubicBezTo>
                    <a:pt x="404" y="592"/>
                    <a:pt x="404" y="592"/>
                    <a:pt x="404" y="592"/>
                  </a:cubicBezTo>
                  <a:cubicBezTo>
                    <a:pt x="404" y="591"/>
                    <a:pt x="404" y="591"/>
                    <a:pt x="404" y="591"/>
                  </a:cubicBezTo>
                  <a:lnTo>
                    <a:pt x="404" y="590"/>
                  </a:lnTo>
                  <a:close/>
                  <a:moveTo>
                    <a:pt x="402" y="595"/>
                  </a:moveTo>
                  <a:cubicBezTo>
                    <a:pt x="402" y="595"/>
                    <a:pt x="402" y="595"/>
                    <a:pt x="402" y="595"/>
                  </a:cubicBezTo>
                  <a:cubicBezTo>
                    <a:pt x="402" y="595"/>
                    <a:pt x="402" y="595"/>
                    <a:pt x="402" y="595"/>
                  </a:cubicBezTo>
                  <a:close/>
                  <a:moveTo>
                    <a:pt x="403" y="594"/>
                  </a:moveTo>
                  <a:cubicBezTo>
                    <a:pt x="403" y="593"/>
                    <a:pt x="403" y="593"/>
                    <a:pt x="403" y="593"/>
                  </a:cubicBezTo>
                  <a:cubicBezTo>
                    <a:pt x="403" y="594"/>
                    <a:pt x="403" y="594"/>
                    <a:pt x="403" y="594"/>
                  </a:cubicBezTo>
                  <a:cubicBezTo>
                    <a:pt x="402" y="595"/>
                    <a:pt x="402" y="595"/>
                    <a:pt x="402" y="595"/>
                  </a:cubicBezTo>
                  <a:cubicBezTo>
                    <a:pt x="402" y="594"/>
                    <a:pt x="402" y="594"/>
                    <a:pt x="402" y="594"/>
                  </a:cubicBezTo>
                  <a:lnTo>
                    <a:pt x="403" y="594"/>
                  </a:lnTo>
                  <a:close/>
                  <a:moveTo>
                    <a:pt x="400" y="606"/>
                  </a:moveTo>
                  <a:cubicBezTo>
                    <a:pt x="400" y="606"/>
                    <a:pt x="401" y="607"/>
                    <a:pt x="401" y="607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8"/>
                    <a:pt x="400" y="608"/>
                    <a:pt x="400" y="608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6"/>
                    <a:pt x="400" y="606"/>
                    <a:pt x="400" y="606"/>
                  </a:cubicBezTo>
                  <a:close/>
                  <a:moveTo>
                    <a:pt x="400" y="601"/>
                  </a:moveTo>
                  <a:cubicBezTo>
                    <a:pt x="400" y="602"/>
                    <a:pt x="400" y="602"/>
                    <a:pt x="400" y="602"/>
                  </a:cubicBezTo>
                  <a:cubicBezTo>
                    <a:pt x="400" y="602"/>
                    <a:pt x="400" y="602"/>
                    <a:pt x="400" y="602"/>
                  </a:cubicBezTo>
                  <a:lnTo>
                    <a:pt x="400" y="601"/>
                  </a:lnTo>
                  <a:close/>
                  <a:moveTo>
                    <a:pt x="397" y="616"/>
                  </a:moveTo>
                  <a:cubicBezTo>
                    <a:pt x="397" y="616"/>
                    <a:pt x="397" y="616"/>
                    <a:pt x="397" y="616"/>
                  </a:cubicBezTo>
                  <a:cubicBezTo>
                    <a:pt x="397" y="616"/>
                    <a:pt x="397" y="616"/>
                    <a:pt x="397" y="616"/>
                  </a:cubicBezTo>
                  <a:close/>
                  <a:moveTo>
                    <a:pt x="55" y="169"/>
                  </a:moveTo>
                  <a:cubicBezTo>
                    <a:pt x="55" y="169"/>
                    <a:pt x="55" y="169"/>
                    <a:pt x="55" y="169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7"/>
                    <a:pt x="54" y="167"/>
                    <a:pt x="54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2" y="165"/>
                    <a:pt x="52" y="165"/>
                    <a:pt x="52" y="165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4" y="166"/>
                    <a:pt x="54" y="166"/>
                    <a:pt x="54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7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7" y="168"/>
                  </a:cubicBezTo>
                  <a:lnTo>
                    <a:pt x="55" y="169"/>
                  </a:ln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0" y="139"/>
                  </a:moveTo>
                  <a:cubicBezTo>
                    <a:pt x="69" y="138"/>
                    <a:pt x="69" y="138"/>
                    <a:pt x="69" y="138"/>
                  </a:cubicBezTo>
                  <a:cubicBezTo>
                    <a:pt x="70" y="139"/>
                    <a:pt x="70" y="139"/>
                    <a:pt x="70" y="139"/>
                  </a:cubicBezTo>
                  <a:close/>
                  <a:moveTo>
                    <a:pt x="71" y="136"/>
                  </a:moveTo>
                  <a:cubicBezTo>
                    <a:pt x="70" y="137"/>
                    <a:pt x="70" y="137"/>
                    <a:pt x="70" y="137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5"/>
                    <a:pt x="71" y="135"/>
                    <a:pt x="71" y="135"/>
                  </a:cubicBezTo>
                  <a:lnTo>
                    <a:pt x="71" y="136"/>
                  </a:lnTo>
                  <a:close/>
                  <a:moveTo>
                    <a:pt x="72" y="132"/>
                  </a:moveTo>
                  <a:cubicBezTo>
                    <a:pt x="72" y="132"/>
                    <a:pt x="71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1"/>
                    <a:pt x="72" y="131"/>
                    <a:pt x="72" y="131"/>
                  </a:cubicBezTo>
                  <a:cubicBezTo>
                    <a:pt x="72" y="132"/>
                    <a:pt x="72" y="132"/>
                    <a:pt x="72" y="132"/>
                  </a:cubicBezTo>
                  <a:close/>
                  <a:moveTo>
                    <a:pt x="14" y="257"/>
                  </a:move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lose/>
                  <a:moveTo>
                    <a:pt x="126" y="78"/>
                  </a:moveTo>
                  <a:cubicBezTo>
                    <a:pt x="125" y="77"/>
                    <a:pt x="125" y="77"/>
                    <a:pt x="125" y="7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7" y="78"/>
                    <a:pt x="127" y="78"/>
                  </a:cubicBezTo>
                  <a:lnTo>
                    <a:pt x="126" y="78"/>
                  </a:lnTo>
                  <a:close/>
                  <a:moveTo>
                    <a:pt x="136" y="82"/>
                  </a:moveTo>
                  <a:cubicBezTo>
                    <a:pt x="136" y="83"/>
                    <a:pt x="136" y="83"/>
                    <a:pt x="136" y="83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6" y="79"/>
                    <a:pt x="136" y="79"/>
                    <a:pt x="136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5" y="80"/>
                    <a:pt x="135" y="80"/>
                    <a:pt x="135" y="80"/>
                  </a:cubicBezTo>
                  <a:lnTo>
                    <a:pt x="136" y="82"/>
                  </a:lnTo>
                  <a:close/>
                  <a:moveTo>
                    <a:pt x="126" y="206"/>
                  </a:move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29" y="205"/>
                    <a:pt x="129" y="205"/>
                    <a:pt x="129" y="205"/>
                  </a:cubicBezTo>
                  <a:lnTo>
                    <a:pt x="126" y="206"/>
                  </a:lnTo>
                  <a:close/>
                  <a:moveTo>
                    <a:pt x="163" y="192"/>
                  </a:moveTo>
                  <a:cubicBezTo>
                    <a:pt x="163" y="192"/>
                    <a:pt x="163" y="192"/>
                    <a:pt x="163" y="192"/>
                  </a:cubicBezTo>
                  <a:cubicBezTo>
                    <a:pt x="163" y="193"/>
                    <a:pt x="163" y="193"/>
                    <a:pt x="163" y="193"/>
                  </a:cubicBezTo>
                  <a:lnTo>
                    <a:pt x="163" y="192"/>
                  </a:lnTo>
                  <a:close/>
                  <a:moveTo>
                    <a:pt x="167" y="192"/>
                  </a:moveTo>
                  <a:cubicBezTo>
                    <a:pt x="166" y="192"/>
                    <a:pt x="166" y="192"/>
                    <a:pt x="166" y="192"/>
                  </a:cubicBezTo>
                  <a:cubicBezTo>
                    <a:pt x="165" y="193"/>
                    <a:pt x="165" y="193"/>
                    <a:pt x="165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8" y="191"/>
                    <a:pt x="168" y="191"/>
                    <a:pt x="168" y="191"/>
                  </a:cubicBezTo>
                  <a:lnTo>
                    <a:pt x="167" y="192"/>
                  </a:lnTo>
                  <a:close/>
                  <a:moveTo>
                    <a:pt x="182" y="15"/>
                  </a:moveTo>
                  <a:cubicBezTo>
                    <a:pt x="182" y="16"/>
                    <a:pt x="182" y="16"/>
                    <a:pt x="182" y="16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3" y="14"/>
                    <a:pt x="183" y="14"/>
                    <a:pt x="183" y="14"/>
                  </a:cubicBezTo>
                  <a:lnTo>
                    <a:pt x="182" y="15"/>
                  </a:lnTo>
                  <a:close/>
                  <a:moveTo>
                    <a:pt x="222" y="292"/>
                  </a:moveTo>
                  <a:cubicBezTo>
                    <a:pt x="221" y="291"/>
                    <a:pt x="221" y="291"/>
                    <a:pt x="221" y="291"/>
                  </a:cubicBezTo>
                  <a:cubicBezTo>
                    <a:pt x="222" y="292"/>
                    <a:pt x="222" y="292"/>
                    <a:pt x="222" y="292"/>
                  </a:cubicBezTo>
                  <a:close/>
                  <a:moveTo>
                    <a:pt x="234" y="278"/>
                  </a:moveTo>
                  <a:cubicBezTo>
                    <a:pt x="233" y="278"/>
                    <a:pt x="233" y="278"/>
                    <a:pt x="233" y="278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4" y="278"/>
                    <a:pt x="234" y="278"/>
                    <a:pt x="234" y="278"/>
                  </a:cubicBezTo>
                  <a:close/>
                  <a:moveTo>
                    <a:pt x="229" y="250"/>
                  </a:moveTo>
                  <a:cubicBezTo>
                    <a:pt x="229" y="251"/>
                    <a:pt x="229" y="251"/>
                    <a:pt x="229" y="251"/>
                  </a:cubicBezTo>
                  <a:cubicBezTo>
                    <a:pt x="228" y="250"/>
                    <a:pt x="228" y="250"/>
                    <a:pt x="228" y="250"/>
                  </a:cubicBezTo>
                  <a:lnTo>
                    <a:pt x="229" y="250"/>
                  </a:lnTo>
                  <a:close/>
                  <a:moveTo>
                    <a:pt x="225" y="244"/>
                  </a:moveTo>
                  <a:cubicBezTo>
                    <a:pt x="226" y="243"/>
                    <a:pt x="226" y="243"/>
                    <a:pt x="226" y="243"/>
                  </a:cubicBezTo>
                  <a:cubicBezTo>
                    <a:pt x="226" y="240"/>
                    <a:pt x="226" y="240"/>
                    <a:pt x="226" y="240"/>
                  </a:cubicBezTo>
                  <a:cubicBezTo>
                    <a:pt x="227" y="237"/>
                    <a:pt x="227" y="237"/>
                    <a:pt x="227" y="237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8" y="233"/>
                    <a:pt x="228" y="233"/>
                    <a:pt x="228" y="233"/>
                  </a:cubicBezTo>
                  <a:cubicBezTo>
                    <a:pt x="228" y="234"/>
                    <a:pt x="228" y="234"/>
                    <a:pt x="228" y="234"/>
                  </a:cubicBezTo>
                  <a:cubicBezTo>
                    <a:pt x="228" y="236"/>
                    <a:pt x="228" y="236"/>
                    <a:pt x="228" y="236"/>
                  </a:cubicBezTo>
                  <a:cubicBezTo>
                    <a:pt x="227" y="238"/>
                    <a:pt x="227" y="238"/>
                    <a:pt x="227" y="238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6" y="244"/>
                    <a:pt x="226" y="244"/>
                    <a:pt x="226" y="244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6" y="249"/>
                    <a:pt x="226" y="249"/>
                    <a:pt x="226" y="249"/>
                  </a:cubicBezTo>
                  <a:cubicBezTo>
                    <a:pt x="226" y="248"/>
                    <a:pt x="226" y="248"/>
                    <a:pt x="226" y="248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5" y="246"/>
                    <a:pt x="225" y="246"/>
                    <a:pt x="225" y="246"/>
                  </a:cubicBezTo>
                  <a:lnTo>
                    <a:pt x="225" y="244"/>
                  </a:lnTo>
                  <a:close/>
                  <a:moveTo>
                    <a:pt x="217" y="247"/>
                  </a:moveTo>
                  <a:cubicBezTo>
                    <a:pt x="216" y="247"/>
                    <a:pt x="216" y="247"/>
                    <a:pt x="216" y="247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7" y="245"/>
                    <a:pt x="217" y="245"/>
                    <a:pt x="217" y="245"/>
                  </a:cubicBezTo>
                  <a:cubicBezTo>
                    <a:pt x="215" y="246"/>
                    <a:pt x="215" y="246"/>
                    <a:pt x="215" y="246"/>
                  </a:cubicBezTo>
                  <a:lnTo>
                    <a:pt x="217" y="247"/>
                  </a:lnTo>
                  <a:close/>
                  <a:moveTo>
                    <a:pt x="217" y="259"/>
                  </a:moveTo>
                  <a:cubicBezTo>
                    <a:pt x="217" y="258"/>
                    <a:pt x="217" y="258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8" y="259"/>
                    <a:pt x="218" y="259"/>
                    <a:pt x="218" y="259"/>
                  </a:cubicBezTo>
                  <a:lnTo>
                    <a:pt x="217" y="259"/>
                  </a:lnTo>
                  <a:close/>
                  <a:moveTo>
                    <a:pt x="219" y="260"/>
                  </a:moveTo>
                  <a:cubicBezTo>
                    <a:pt x="219" y="259"/>
                    <a:pt x="219" y="259"/>
                    <a:pt x="219" y="259"/>
                  </a:cubicBezTo>
                  <a:cubicBezTo>
                    <a:pt x="219" y="260"/>
                    <a:pt x="219" y="260"/>
                    <a:pt x="219" y="260"/>
                  </a:cubicBezTo>
                  <a:close/>
                  <a:moveTo>
                    <a:pt x="220" y="262"/>
                  </a:moveTo>
                  <a:cubicBezTo>
                    <a:pt x="219" y="263"/>
                    <a:pt x="219" y="263"/>
                    <a:pt x="219" y="263"/>
                  </a:cubicBezTo>
                  <a:cubicBezTo>
                    <a:pt x="219" y="262"/>
                    <a:pt x="219" y="262"/>
                    <a:pt x="219" y="262"/>
                  </a:cubicBezTo>
                  <a:cubicBezTo>
                    <a:pt x="220" y="263"/>
                    <a:pt x="220" y="263"/>
                    <a:pt x="220" y="263"/>
                  </a:cubicBezTo>
                  <a:cubicBezTo>
                    <a:pt x="220" y="262"/>
                    <a:pt x="220" y="262"/>
                    <a:pt x="220" y="262"/>
                  </a:cubicBezTo>
                  <a:close/>
                  <a:moveTo>
                    <a:pt x="219" y="254"/>
                  </a:moveTo>
                  <a:cubicBezTo>
                    <a:pt x="219" y="254"/>
                    <a:pt x="219" y="254"/>
                    <a:pt x="219" y="254"/>
                  </a:cubicBezTo>
                  <a:cubicBezTo>
                    <a:pt x="219" y="254"/>
                    <a:pt x="219" y="254"/>
                    <a:pt x="219" y="254"/>
                  </a:cubicBezTo>
                  <a:cubicBezTo>
                    <a:pt x="221" y="255"/>
                    <a:pt x="221" y="255"/>
                    <a:pt x="221" y="255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8"/>
                    <a:pt x="220" y="248"/>
                    <a:pt x="220" y="248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3"/>
                    <a:pt x="218" y="243"/>
                    <a:pt x="218" y="243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16" y="241"/>
                    <a:pt x="216" y="241"/>
                    <a:pt x="216" y="241"/>
                  </a:cubicBezTo>
                  <a:cubicBezTo>
                    <a:pt x="216" y="240"/>
                    <a:pt x="216" y="240"/>
                    <a:pt x="216" y="240"/>
                  </a:cubicBezTo>
                  <a:cubicBezTo>
                    <a:pt x="216" y="239"/>
                    <a:pt x="216" y="239"/>
                    <a:pt x="216" y="239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6" y="238"/>
                    <a:pt x="216" y="238"/>
                    <a:pt x="216" y="238"/>
                  </a:cubicBezTo>
                  <a:cubicBezTo>
                    <a:pt x="217" y="237"/>
                    <a:pt x="217" y="237"/>
                    <a:pt x="217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7" y="239"/>
                    <a:pt x="217" y="239"/>
                    <a:pt x="217" y="239"/>
                  </a:cubicBezTo>
                  <a:cubicBezTo>
                    <a:pt x="217" y="240"/>
                    <a:pt x="217" y="240"/>
                    <a:pt x="217" y="240"/>
                  </a:cubicBezTo>
                  <a:cubicBezTo>
                    <a:pt x="219" y="241"/>
                    <a:pt x="219" y="241"/>
                    <a:pt x="219" y="241"/>
                  </a:cubicBezTo>
                  <a:cubicBezTo>
                    <a:pt x="219" y="242"/>
                    <a:pt x="219" y="242"/>
                    <a:pt x="219" y="242"/>
                  </a:cubicBezTo>
                  <a:cubicBezTo>
                    <a:pt x="219" y="243"/>
                    <a:pt x="219" y="243"/>
                    <a:pt x="219" y="243"/>
                  </a:cubicBezTo>
                  <a:cubicBezTo>
                    <a:pt x="218" y="245"/>
                    <a:pt x="218" y="245"/>
                    <a:pt x="218" y="245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21" y="247"/>
                    <a:pt x="221" y="247"/>
                    <a:pt x="221" y="247"/>
                  </a:cubicBezTo>
                  <a:cubicBezTo>
                    <a:pt x="222" y="248"/>
                    <a:pt x="222" y="248"/>
                    <a:pt x="222" y="248"/>
                  </a:cubicBezTo>
                  <a:cubicBezTo>
                    <a:pt x="223" y="249"/>
                    <a:pt x="223" y="249"/>
                    <a:pt x="223" y="249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4" y="249"/>
                    <a:pt x="224" y="249"/>
                    <a:pt x="224" y="249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2" y="255"/>
                    <a:pt x="222" y="255"/>
                    <a:pt x="222" y="255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21" y="255"/>
                    <a:pt x="221" y="255"/>
                    <a:pt x="221" y="255"/>
                  </a:cubicBezTo>
                  <a:lnTo>
                    <a:pt x="219" y="254"/>
                  </a:lnTo>
                  <a:close/>
                  <a:moveTo>
                    <a:pt x="222" y="260"/>
                  </a:move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57"/>
                    <a:pt x="221" y="257"/>
                    <a:pt x="221" y="257"/>
                  </a:cubicBezTo>
                  <a:cubicBezTo>
                    <a:pt x="222" y="257"/>
                    <a:pt x="222" y="257"/>
                    <a:pt x="222" y="257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22" y="259"/>
                    <a:pt x="222" y="259"/>
                    <a:pt x="222" y="259"/>
                  </a:cubicBezTo>
                  <a:cubicBezTo>
                    <a:pt x="222" y="259"/>
                    <a:pt x="222" y="259"/>
                    <a:pt x="222" y="259"/>
                  </a:cubicBezTo>
                  <a:lnTo>
                    <a:pt x="222" y="260"/>
                  </a:lnTo>
                  <a:close/>
                  <a:moveTo>
                    <a:pt x="222" y="266"/>
                  </a:moveTo>
                  <a:cubicBezTo>
                    <a:pt x="221" y="266"/>
                    <a:pt x="221" y="266"/>
                    <a:pt x="221" y="266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4" y="263"/>
                    <a:pt x="224" y="263"/>
                    <a:pt x="224" y="263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0"/>
                    <a:pt x="227" y="260"/>
                    <a:pt x="227" y="260"/>
                  </a:cubicBezTo>
                  <a:cubicBezTo>
                    <a:pt x="227" y="259"/>
                    <a:pt x="227" y="259"/>
                    <a:pt x="227" y="259"/>
                  </a:cubicBezTo>
                  <a:cubicBezTo>
                    <a:pt x="228" y="260"/>
                    <a:pt x="228" y="260"/>
                    <a:pt x="228" y="260"/>
                  </a:cubicBezTo>
                  <a:cubicBezTo>
                    <a:pt x="229" y="257"/>
                    <a:pt x="229" y="257"/>
                    <a:pt x="229" y="257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231" y="253"/>
                    <a:pt x="231" y="253"/>
                    <a:pt x="231" y="253"/>
                  </a:cubicBezTo>
                  <a:cubicBezTo>
                    <a:pt x="232" y="252"/>
                    <a:pt x="232" y="252"/>
                    <a:pt x="232" y="252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2" y="254"/>
                    <a:pt x="232" y="254"/>
                    <a:pt x="232" y="254"/>
                  </a:cubicBezTo>
                  <a:cubicBezTo>
                    <a:pt x="233" y="255"/>
                    <a:pt x="233" y="255"/>
                    <a:pt x="233" y="255"/>
                  </a:cubicBezTo>
                  <a:cubicBezTo>
                    <a:pt x="231" y="255"/>
                    <a:pt x="231" y="255"/>
                    <a:pt x="231" y="255"/>
                  </a:cubicBezTo>
                  <a:cubicBezTo>
                    <a:pt x="231" y="256"/>
                    <a:pt x="231" y="256"/>
                    <a:pt x="231" y="256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2" y="259"/>
                    <a:pt x="232" y="259"/>
                    <a:pt x="232" y="259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1" y="257"/>
                    <a:pt x="231" y="257"/>
                    <a:pt x="231" y="257"/>
                  </a:cubicBezTo>
                  <a:cubicBezTo>
                    <a:pt x="230" y="258"/>
                    <a:pt x="230" y="258"/>
                    <a:pt x="230" y="258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29" y="260"/>
                    <a:pt x="229" y="260"/>
                    <a:pt x="229" y="260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63"/>
                    <a:pt x="228" y="263"/>
                    <a:pt x="228" y="263"/>
                  </a:cubicBezTo>
                  <a:cubicBezTo>
                    <a:pt x="228" y="264"/>
                    <a:pt x="228" y="264"/>
                    <a:pt x="228" y="264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29" y="265"/>
                    <a:pt x="229" y="265"/>
                    <a:pt x="229" y="265"/>
                  </a:cubicBezTo>
                  <a:cubicBezTo>
                    <a:pt x="230" y="265"/>
                    <a:pt x="230" y="265"/>
                    <a:pt x="230" y="265"/>
                  </a:cubicBezTo>
                  <a:cubicBezTo>
                    <a:pt x="230" y="266"/>
                    <a:pt x="230" y="266"/>
                    <a:pt x="230" y="266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2" y="270"/>
                    <a:pt x="232" y="270"/>
                    <a:pt x="232" y="270"/>
                  </a:cubicBezTo>
                  <a:cubicBezTo>
                    <a:pt x="233" y="271"/>
                    <a:pt x="233" y="271"/>
                    <a:pt x="233" y="271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2" y="275"/>
                    <a:pt x="232" y="275"/>
                    <a:pt x="232" y="275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2" y="276"/>
                    <a:pt x="232" y="276"/>
                    <a:pt x="232" y="276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1" y="276"/>
                    <a:pt x="231" y="276"/>
                    <a:pt x="231" y="276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1" y="275"/>
                    <a:pt x="231" y="275"/>
                    <a:pt x="231" y="275"/>
                  </a:cubicBezTo>
                  <a:cubicBezTo>
                    <a:pt x="230" y="275"/>
                    <a:pt x="230" y="275"/>
                    <a:pt x="230" y="275"/>
                  </a:cubicBezTo>
                  <a:cubicBezTo>
                    <a:pt x="231" y="274"/>
                    <a:pt x="231" y="274"/>
                    <a:pt x="231" y="274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0" y="270"/>
                    <a:pt x="230" y="270"/>
                    <a:pt x="230" y="270"/>
                  </a:cubicBezTo>
                  <a:cubicBezTo>
                    <a:pt x="230" y="268"/>
                    <a:pt x="230" y="268"/>
                    <a:pt x="230" y="268"/>
                  </a:cubicBezTo>
                  <a:cubicBezTo>
                    <a:pt x="229" y="266"/>
                    <a:pt x="229" y="266"/>
                    <a:pt x="229" y="266"/>
                  </a:cubicBezTo>
                  <a:cubicBezTo>
                    <a:pt x="227" y="266"/>
                    <a:pt x="227" y="266"/>
                    <a:pt x="227" y="266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23" y="265"/>
                    <a:pt x="223" y="265"/>
                    <a:pt x="223" y="265"/>
                  </a:cubicBezTo>
                  <a:cubicBezTo>
                    <a:pt x="223" y="266"/>
                    <a:pt x="223" y="266"/>
                    <a:pt x="223" y="266"/>
                  </a:cubicBezTo>
                  <a:cubicBezTo>
                    <a:pt x="224" y="267"/>
                    <a:pt x="224" y="267"/>
                    <a:pt x="224" y="267"/>
                  </a:cubicBezTo>
                  <a:cubicBezTo>
                    <a:pt x="223" y="268"/>
                    <a:pt x="223" y="268"/>
                    <a:pt x="223" y="268"/>
                  </a:cubicBezTo>
                  <a:lnTo>
                    <a:pt x="222" y="266"/>
                  </a:lnTo>
                  <a:close/>
                  <a:moveTo>
                    <a:pt x="232" y="281"/>
                  </a:moveTo>
                  <a:cubicBezTo>
                    <a:pt x="231" y="281"/>
                    <a:pt x="231" y="281"/>
                    <a:pt x="231" y="281"/>
                  </a:cubicBezTo>
                  <a:cubicBezTo>
                    <a:pt x="231" y="280"/>
                    <a:pt x="231" y="280"/>
                    <a:pt x="231" y="280"/>
                  </a:cubicBezTo>
                  <a:lnTo>
                    <a:pt x="232" y="281"/>
                  </a:lnTo>
                  <a:close/>
                  <a:moveTo>
                    <a:pt x="224" y="269"/>
                  </a:move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lose/>
                  <a:moveTo>
                    <a:pt x="229" y="288"/>
                  </a:moveTo>
                  <a:cubicBezTo>
                    <a:pt x="229" y="288"/>
                    <a:pt x="229" y="288"/>
                    <a:pt x="229" y="288"/>
                  </a:cubicBezTo>
                  <a:cubicBezTo>
                    <a:pt x="228" y="289"/>
                    <a:pt x="228" y="289"/>
                    <a:pt x="228" y="289"/>
                  </a:cubicBezTo>
                  <a:cubicBezTo>
                    <a:pt x="227" y="288"/>
                    <a:pt x="227" y="288"/>
                    <a:pt x="227" y="288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8" y="287"/>
                    <a:pt x="228" y="287"/>
                    <a:pt x="228" y="287"/>
                  </a:cubicBezTo>
                  <a:cubicBezTo>
                    <a:pt x="228" y="285"/>
                    <a:pt x="228" y="285"/>
                    <a:pt x="228" y="285"/>
                  </a:cubicBezTo>
                  <a:cubicBezTo>
                    <a:pt x="227" y="284"/>
                    <a:pt x="227" y="284"/>
                    <a:pt x="227" y="284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1"/>
                    <a:pt x="228" y="281"/>
                    <a:pt x="228" y="281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79"/>
                    <a:pt x="225" y="279"/>
                    <a:pt x="225" y="279"/>
                  </a:cubicBezTo>
                  <a:cubicBezTo>
                    <a:pt x="226" y="278"/>
                    <a:pt x="226" y="278"/>
                    <a:pt x="226" y="278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4" y="276"/>
                    <a:pt x="224" y="276"/>
                    <a:pt x="224" y="276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7" y="272"/>
                    <a:pt x="227" y="272"/>
                    <a:pt x="227" y="272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8" y="275"/>
                    <a:pt x="228" y="275"/>
                    <a:pt x="228" y="275"/>
                  </a:cubicBezTo>
                  <a:cubicBezTo>
                    <a:pt x="227" y="275"/>
                    <a:pt x="227" y="275"/>
                    <a:pt x="227" y="275"/>
                  </a:cubicBezTo>
                  <a:cubicBezTo>
                    <a:pt x="226" y="276"/>
                    <a:pt x="226" y="276"/>
                    <a:pt x="226" y="276"/>
                  </a:cubicBezTo>
                  <a:cubicBezTo>
                    <a:pt x="227" y="278"/>
                    <a:pt x="227" y="278"/>
                    <a:pt x="227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9" y="281"/>
                    <a:pt x="229" y="281"/>
                    <a:pt x="229" y="281"/>
                  </a:cubicBezTo>
                  <a:cubicBezTo>
                    <a:pt x="228" y="282"/>
                    <a:pt x="228" y="282"/>
                    <a:pt x="228" y="282"/>
                  </a:cubicBezTo>
                  <a:cubicBezTo>
                    <a:pt x="230" y="282"/>
                    <a:pt x="230" y="282"/>
                    <a:pt x="230" y="282"/>
                  </a:cubicBezTo>
                  <a:cubicBezTo>
                    <a:pt x="231" y="282"/>
                    <a:pt x="231" y="282"/>
                    <a:pt x="231" y="282"/>
                  </a:cubicBezTo>
                  <a:cubicBezTo>
                    <a:pt x="230" y="283"/>
                    <a:pt x="230" y="283"/>
                    <a:pt x="230" y="283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6"/>
                    <a:pt x="228" y="286"/>
                    <a:pt x="228" y="286"/>
                  </a:cubicBezTo>
                  <a:lnTo>
                    <a:pt x="229" y="288"/>
                  </a:lnTo>
                  <a:close/>
                  <a:moveTo>
                    <a:pt x="230" y="288"/>
                  </a:moveTo>
                  <a:cubicBezTo>
                    <a:pt x="231" y="286"/>
                    <a:pt x="231" y="286"/>
                    <a:pt x="231" y="286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3" y="284"/>
                    <a:pt x="233" y="284"/>
                    <a:pt x="233" y="284"/>
                  </a:cubicBezTo>
                  <a:cubicBezTo>
                    <a:pt x="234" y="283"/>
                    <a:pt x="234" y="283"/>
                    <a:pt x="234" y="283"/>
                  </a:cubicBezTo>
                  <a:cubicBezTo>
                    <a:pt x="234" y="284"/>
                    <a:pt x="234" y="284"/>
                    <a:pt x="234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0" y="288"/>
                    <a:pt x="230" y="288"/>
                    <a:pt x="230" y="288"/>
                  </a:cubicBezTo>
                  <a:cubicBezTo>
                    <a:pt x="231" y="289"/>
                    <a:pt x="231" y="289"/>
                    <a:pt x="231" y="289"/>
                  </a:cubicBezTo>
                  <a:lnTo>
                    <a:pt x="230" y="288"/>
                  </a:lnTo>
                  <a:close/>
                  <a:moveTo>
                    <a:pt x="231" y="290"/>
                  </a:moveTo>
                  <a:cubicBezTo>
                    <a:pt x="232" y="290"/>
                    <a:pt x="232" y="290"/>
                    <a:pt x="232" y="290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0"/>
                    <a:pt x="231" y="290"/>
                    <a:pt x="231" y="290"/>
                  </a:cubicBezTo>
                  <a:close/>
                  <a:moveTo>
                    <a:pt x="234" y="294"/>
                  </a:moveTo>
                  <a:cubicBezTo>
                    <a:pt x="232" y="295"/>
                    <a:pt x="232" y="295"/>
                    <a:pt x="232" y="295"/>
                  </a:cubicBezTo>
                  <a:cubicBezTo>
                    <a:pt x="232" y="295"/>
                    <a:pt x="232" y="295"/>
                    <a:pt x="232" y="295"/>
                  </a:cubicBezTo>
                  <a:cubicBezTo>
                    <a:pt x="231" y="295"/>
                    <a:pt x="231" y="295"/>
                    <a:pt x="231" y="295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3" y="292"/>
                    <a:pt x="233" y="292"/>
                    <a:pt x="233" y="292"/>
                  </a:cubicBezTo>
                  <a:cubicBezTo>
                    <a:pt x="233" y="293"/>
                    <a:pt x="233" y="293"/>
                    <a:pt x="233" y="293"/>
                  </a:cubicBezTo>
                  <a:cubicBezTo>
                    <a:pt x="233" y="294"/>
                    <a:pt x="233" y="294"/>
                    <a:pt x="233" y="294"/>
                  </a:cubicBezTo>
                  <a:cubicBezTo>
                    <a:pt x="234" y="294"/>
                    <a:pt x="234" y="294"/>
                    <a:pt x="234" y="294"/>
                  </a:cubicBezTo>
                  <a:close/>
                  <a:moveTo>
                    <a:pt x="236" y="291"/>
                  </a:moveTo>
                  <a:cubicBezTo>
                    <a:pt x="234" y="291"/>
                    <a:pt x="234" y="291"/>
                    <a:pt x="234" y="291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6" y="290"/>
                    <a:pt x="236" y="290"/>
                    <a:pt x="236" y="290"/>
                  </a:cubicBezTo>
                  <a:cubicBezTo>
                    <a:pt x="235" y="290"/>
                    <a:pt x="235" y="290"/>
                    <a:pt x="235" y="290"/>
                  </a:cubicBezTo>
                  <a:cubicBezTo>
                    <a:pt x="236" y="291"/>
                    <a:pt x="236" y="291"/>
                    <a:pt x="236" y="291"/>
                  </a:cubicBezTo>
                  <a:close/>
                  <a:moveTo>
                    <a:pt x="236" y="283"/>
                  </a:moveTo>
                  <a:cubicBezTo>
                    <a:pt x="234" y="283"/>
                    <a:pt x="234" y="283"/>
                    <a:pt x="234" y="283"/>
                  </a:cubicBezTo>
                  <a:cubicBezTo>
                    <a:pt x="235" y="282"/>
                    <a:pt x="235" y="282"/>
                    <a:pt x="235" y="282"/>
                  </a:cubicBezTo>
                  <a:cubicBezTo>
                    <a:pt x="235" y="283"/>
                    <a:pt x="235" y="283"/>
                    <a:pt x="235" y="283"/>
                  </a:cubicBezTo>
                  <a:cubicBezTo>
                    <a:pt x="236" y="282"/>
                    <a:pt x="236" y="282"/>
                    <a:pt x="236" y="282"/>
                  </a:cubicBezTo>
                  <a:lnTo>
                    <a:pt x="236" y="283"/>
                  </a:lnTo>
                  <a:close/>
                  <a:moveTo>
                    <a:pt x="237" y="285"/>
                  </a:moveTo>
                  <a:cubicBezTo>
                    <a:pt x="237" y="284"/>
                    <a:pt x="237" y="284"/>
                    <a:pt x="237" y="284"/>
                  </a:cubicBezTo>
                  <a:cubicBezTo>
                    <a:pt x="238" y="284"/>
                    <a:pt x="238" y="284"/>
                    <a:pt x="238" y="284"/>
                  </a:cubicBezTo>
                  <a:lnTo>
                    <a:pt x="237" y="285"/>
                  </a:lnTo>
                  <a:close/>
                  <a:moveTo>
                    <a:pt x="233" y="317"/>
                  </a:moveTo>
                  <a:cubicBezTo>
                    <a:pt x="233" y="317"/>
                    <a:pt x="233" y="317"/>
                    <a:pt x="233" y="317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3" y="317"/>
                    <a:pt x="233" y="317"/>
                    <a:pt x="233" y="317"/>
                  </a:cubicBezTo>
                  <a:close/>
                  <a:moveTo>
                    <a:pt x="234" y="322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4" y="322"/>
                    <a:pt x="234" y="322"/>
                    <a:pt x="234" y="322"/>
                  </a:cubicBezTo>
                  <a:close/>
                  <a:moveTo>
                    <a:pt x="235" y="324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5" y="323"/>
                    <a:pt x="235" y="323"/>
                    <a:pt x="235" y="323"/>
                  </a:cubicBezTo>
                  <a:cubicBezTo>
                    <a:pt x="235" y="323"/>
                    <a:pt x="235" y="323"/>
                    <a:pt x="235" y="323"/>
                  </a:cubicBezTo>
                  <a:lnTo>
                    <a:pt x="235" y="324"/>
                  </a:lnTo>
                  <a:close/>
                  <a:moveTo>
                    <a:pt x="234" y="319"/>
                  </a:moveTo>
                  <a:cubicBezTo>
                    <a:pt x="235" y="320"/>
                    <a:pt x="235" y="320"/>
                    <a:pt x="235" y="320"/>
                  </a:cubicBezTo>
                  <a:cubicBezTo>
                    <a:pt x="235" y="321"/>
                    <a:pt x="235" y="321"/>
                    <a:pt x="235" y="321"/>
                  </a:cubicBezTo>
                  <a:lnTo>
                    <a:pt x="234" y="319"/>
                  </a:lnTo>
                  <a:close/>
                  <a:moveTo>
                    <a:pt x="235" y="327"/>
                  </a:moveTo>
                  <a:cubicBezTo>
                    <a:pt x="236" y="326"/>
                    <a:pt x="236" y="326"/>
                    <a:pt x="236" y="326"/>
                  </a:cubicBezTo>
                  <a:cubicBezTo>
                    <a:pt x="235" y="325"/>
                    <a:pt x="235" y="325"/>
                    <a:pt x="235" y="325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7" y="326"/>
                    <a:pt x="237" y="326"/>
                    <a:pt x="237" y="326"/>
                  </a:cubicBezTo>
                  <a:lnTo>
                    <a:pt x="235" y="327"/>
                  </a:lnTo>
                  <a:close/>
                  <a:moveTo>
                    <a:pt x="238" y="327"/>
                  </a:moveTo>
                  <a:cubicBezTo>
                    <a:pt x="238" y="326"/>
                    <a:pt x="238" y="326"/>
                    <a:pt x="238" y="326"/>
                  </a:cubicBezTo>
                  <a:cubicBezTo>
                    <a:pt x="238" y="326"/>
                    <a:pt x="238" y="326"/>
                    <a:pt x="238" y="326"/>
                  </a:cubicBezTo>
                  <a:lnTo>
                    <a:pt x="238" y="327"/>
                  </a:lnTo>
                  <a:close/>
                  <a:moveTo>
                    <a:pt x="240" y="324"/>
                  </a:moveTo>
                  <a:cubicBezTo>
                    <a:pt x="240" y="324"/>
                    <a:pt x="240" y="324"/>
                    <a:pt x="240" y="324"/>
                  </a:cubicBezTo>
                  <a:cubicBezTo>
                    <a:pt x="240" y="324"/>
                    <a:pt x="240" y="324"/>
                    <a:pt x="240" y="324"/>
                  </a:cubicBezTo>
                  <a:close/>
                  <a:moveTo>
                    <a:pt x="239" y="317"/>
                  </a:moveTo>
                  <a:cubicBezTo>
                    <a:pt x="239" y="318"/>
                    <a:pt x="239" y="318"/>
                    <a:pt x="239" y="318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8" y="319"/>
                    <a:pt x="238" y="319"/>
                    <a:pt x="238" y="319"/>
                  </a:cubicBezTo>
                  <a:cubicBezTo>
                    <a:pt x="236" y="320"/>
                    <a:pt x="236" y="320"/>
                    <a:pt x="236" y="320"/>
                  </a:cubicBezTo>
                  <a:cubicBezTo>
                    <a:pt x="237" y="319"/>
                    <a:pt x="237" y="319"/>
                    <a:pt x="237" y="319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7" y="316"/>
                    <a:pt x="237" y="316"/>
                    <a:pt x="237" y="316"/>
                  </a:cubicBezTo>
                  <a:cubicBezTo>
                    <a:pt x="236" y="318"/>
                    <a:pt x="236" y="318"/>
                    <a:pt x="236" y="318"/>
                  </a:cubicBezTo>
                  <a:cubicBezTo>
                    <a:pt x="239" y="316"/>
                    <a:pt x="239" y="316"/>
                    <a:pt x="239" y="316"/>
                  </a:cubicBezTo>
                  <a:cubicBezTo>
                    <a:pt x="240" y="316"/>
                    <a:pt x="240" y="316"/>
                    <a:pt x="240" y="316"/>
                  </a:cubicBezTo>
                  <a:cubicBezTo>
                    <a:pt x="240" y="315"/>
                    <a:pt x="240" y="315"/>
                    <a:pt x="240" y="315"/>
                  </a:cubicBezTo>
                  <a:cubicBezTo>
                    <a:pt x="241" y="316"/>
                    <a:pt x="241" y="316"/>
                    <a:pt x="241" y="316"/>
                  </a:cubicBezTo>
                  <a:cubicBezTo>
                    <a:pt x="242" y="317"/>
                    <a:pt x="242" y="317"/>
                    <a:pt x="242" y="317"/>
                  </a:cubicBezTo>
                  <a:lnTo>
                    <a:pt x="239" y="317"/>
                  </a:lnTo>
                  <a:close/>
                  <a:moveTo>
                    <a:pt x="240" y="327"/>
                  </a:moveTo>
                  <a:cubicBezTo>
                    <a:pt x="240" y="327"/>
                    <a:pt x="240" y="327"/>
                    <a:pt x="240" y="327"/>
                  </a:cubicBezTo>
                  <a:cubicBezTo>
                    <a:pt x="241" y="327"/>
                    <a:pt x="241" y="327"/>
                    <a:pt x="241" y="327"/>
                  </a:cubicBezTo>
                  <a:cubicBezTo>
                    <a:pt x="240" y="325"/>
                    <a:pt x="240" y="325"/>
                    <a:pt x="240" y="325"/>
                  </a:cubicBezTo>
                  <a:cubicBezTo>
                    <a:pt x="241" y="325"/>
                    <a:pt x="241" y="325"/>
                    <a:pt x="241" y="325"/>
                  </a:cubicBezTo>
                  <a:cubicBezTo>
                    <a:pt x="242" y="325"/>
                    <a:pt x="242" y="325"/>
                    <a:pt x="242" y="325"/>
                  </a:cubicBezTo>
                  <a:cubicBezTo>
                    <a:pt x="242" y="326"/>
                    <a:pt x="242" y="326"/>
                    <a:pt x="242" y="326"/>
                  </a:cubicBezTo>
                  <a:cubicBezTo>
                    <a:pt x="243" y="327"/>
                    <a:pt x="243" y="327"/>
                    <a:pt x="243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1" y="327"/>
                    <a:pt x="241" y="327"/>
                    <a:pt x="241" y="327"/>
                  </a:cubicBezTo>
                  <a:lnTo>
                    <a:pt x="240" y="327"/>
                  </a:lnTo>
                  <a:close/>
                  <a:moveTo>
                    <a:pt x="239" y="337"/>
                  </a:moveTo>
                  <a:cubicBezTo>
                    <a:pt x="240" y="336"/>
                    <a:pt x="240" y="336"/>
                    <a:pt x="240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lnTo>
                    <a:pt x="239" y="337"/>
                  </a:lnTo>
                  <a:close/>
                  <a:moveTo>
                    <a:pt x="241" y="342"/>
                  </a:moveTo>
                  <a:cubicBezTo>
                    <a:pt x="241" y="342"/>
                    <a:pt x="241" y="342"/>
                    <a:pt x="241" y="342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2"/>
                    <a:pt x="241" y="342"/>
                    <a:pt x="241" y="342"/>
                  </a:cubicBezTo>
                  <a:cubicBezTo>
                    <a:pt x="241" y="342"/>
                    <a:pt x="241" y="342"/>
                    <a:pt x="241" y="342"/>
                  </a:cubicBezTo>
                  <a:close/>
                  <a:moveTo>
                    <a:pt x="242" y="351"/>
                  </a:moveTo>
                  <a:cubicBezTo>
                    <a:pt x="242" y="350"/>
                    <a:pt x="242" y="350"/>
                    <a:pt x="242" y="350"/>
                  </a:cubicBezTo>
                  <a:cubicBezTo>
                    <a:pt x="242" y="350"/>
                    <a:pt x="242" y="350"/>
                    <a:pt x="242" y="350"/>
                  </a:cubicBezTo>
                  <a:cubicBezTo>
                    <a:pt x="243" y="350"/>
                    <a:pt x="243" y="350"/>
                    <a:pt x="243" y="350"/>
                  </a:cubicBezTo>
                  <a:lnTo>
                    <a:pt x="242" y="351"/>
                  </a:lnTo>
                  <a:close/>
                  <a:moveTo>
                    <a:pt x="243" y="333"/>
                  </a:moveTo>
                  <a:cubicBezTo>
                    <a:pt x="242" y="333"/>
                    <a:pt x="242" y="333"/>
                    <a:pt x="242" y="333"/>
                  </a:cubicBezTo>
                  <a:cubicBezTo>
                    <a:pt x="243" y="333"/>
                    <a:pt x="243" y="333"/>
                    <a:pt x="243" y="333"/>
                  </a:cubicBezTo>
                  <a:close/>
                  <a:moveTo>
                    <a:pt x="242" y="313"/>
                  </a:moveTo>
                  <a:cubicBezTo>
                    <a:pt x="242" y="313"/>
                    <a:pt x="242" y="313"/>
                    <a:pt x="242" y="313"/>
                  </a:cubicBezTo>
                  <a:cubicBezTo>
                    <a:pt x="241" y="314"/>
                    <a:pt x="241" y="314"/>
                    <a:pt x="241" y="314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40" y="313"/>
                    <a:pt x="240" y="313"/>
                    <a:pt x="240" y="313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3" y="311"/>
                    <a:pt x="243" y="311"/>
                    <a:pt x="243" y="311"/>
                  </a:cubicBezTo>
                  <a:cubicBezTo>
                    <a:pt x="243" y="312"/>
                    <a:pt x="243" y="312"/>
                    <a:pt x="243" y="312"/>
                  </a:cubicBezTo>
                  <a:lnTo>
                    <a:pt x="242" y="313"/>
                  </a:lnTo>
                  <a:close/>
                  <a:moveTo>
                    <a:pt x="246" y="332"/>
                  </a:moveTo>
                  <a:cubicBezTo>
                    <a:pt x="247" y="332"/>
                    <a:pt x="247" y="332"/>
                    <a:pt x="247" y="332"/>
                  </a:cubicBezTo>
                  <a:cubicBezTo>
                    <a:pt x="246" y="332"/>
                    <a:pt x="246" y="332"/>
                    <a:pt x="246" y="332"/>
                  </a:cubicBezTo>
                  <a:close/>
                  <a:moveTo>
                    <a:pt x="246" y="352"/>
                  </a:moveTo>
                  <a:cubicBezTo>
                    <a:pt x="246" y="352"/>
                    <a:pt x="246" y="352"/>
                    <a:pt x="246" y="352"/>
                  </a:cubicBezTo>
                  <a:cubicBezTo>
                    <a:pt x="246" y="352"/>
                    <a:pt x="246" y="352"/>
                    <a:pt x="246" y="352"/>
                  </a:cubicBezTo>
                  <a:close/>
                  <a:moveTo>
                    <a:pt x="246" y="331"/>
                  </a:move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lose/>
                  <a:moveTo>
                    <a:pt x="243" y="356"/>
                  </a:moveTo>
                  <a:cubicBezTo>
                    <a:pt x="242" y="355"/>
                    <a:pt x="242" y="355"/>
                    <a:pt x="242" y="355"/>
                  </a:cubicBezTo>
                  <a:cubicBezTo>
                    <a:pt x="242" y="355"/>
                    <a:pt x="242" y="355"/>
                    <a:pt x="242" y="355"/>
                  </a:cubicBezTo>
                  <a:cubicBezTo>
                    <a:pt x="244" y="356"/>
                    <a:pt x="244" y="356"/>
                    <a:pt x="244" y="356"/>
                  </a:cubicBezTo>
                  <a:lnTo>
                    <a:pt x="243" y="356"/>
                  </a:lnTo>
                  <a:close/>
                  <a:moveTo>
                    <a:pt x="245" y="351"/>
                  </a:moveTo>
                  <a:cubicBezTo>
                    <a:pt x="244" y="352"/>
                    <a:pt x="244" y="352"/>
                    <a:pt x="244" y="352"/>
                  </a:cubicBezTo>
                  <a:cubicBezTo>
                    <a:pt x="244" y="351"/>
                    <a:pt x="244" y="351"/>
                    <a:pt x="244" y="351"/>
                  </a:cubicBezTo>
                  <a:cubicBezTo>
                    <a:pt x="245" y="350"/>
                    <a:pt x="245" y="350"/>
                    <a:pt x="245" y="350"/>
                  </a:cubicBezTo>
                  <a:lnTo>
                    <a:pt x="245" y="351"/>
                  </a:lnTo>
                  <a:close/>
                  <a:moveTo>
                    <a:pt x="246" y="353"/>
                  </a:moveTo>
                  <a:cubicBezTo>
                    <a:pt x="245" y="354"/>
                    <a:pt x="245" y="354"/>
                    <a:pt x="245" y="354"/>
                  </a:cubicBezTo>
                  <a:cubicBezTo>
                    <a:pt x="245" y="354"/>
                    <a:pt x="245" y="354"/>
                    <a:pt x="245" y="354"/>
                  </a:cubicBezTo>
                  <a:cubicBezTo>
                    <a:pt x="246" y="353"/>
                    <a:pt x="246" y="353"/>
                    <a:pt x="246" y="353"/>
                  </a:cubicBezTo>
                  <a:cubicBezTo>
                    <a:pt x="247" y="353"/>
                    <a:pt x="247" y="353"/>
                    <a:pt x="247" y="353"/>
                  </a:cubicBezTo>
                  <a:lnTo>
                    <a:pt x="246" y="353"/>
                  </a:lnTo>
                  <a:close/>
                  <a:moveTo>
                    <a:pt x="256" y="367"/>
                  </a:moveTo>
                  <a:cubicBezTo>
                    <a:pt x="256" y="366"/>
                    <a:pt x="256" y="366"/>
                    <a:pt x="256" y="366"/>
                  </a:cubicBezTo>
                  <a:cubicBezTo>
                    <a:pt x="255" y="365"/>
                    <a:pt x="255" y="365"/>
                    <a:pt x="255" y="365"/>
                  </a:cubicBezTo>
                  <a:cubicBezTo>
                    <a:pt x="256" y="366"/>
                    <a:pt x="256" y="366"/>
                    <a:pt x="256" y="366"/>
                  </a:cubicBezTo>
                  <a:cubicBezTo>
                    <a:pt x="256" y="366"/>
                    <a:pt x="256" y="366"/>
                    <a:pt x="256" y="366"/>
                  </a:cubicBezTo>
                  <a:lnTo>
                    <a:pt x="256" y="367"/>
                  </a:lnTo>
                  <a:close/>
                  <a:moveTo>
                    <a:pt x="258" y="395"/>
                  </a:moveTo>
                  <a:cubicBezTo>
                    <a:pt x="257" y="395"/>
                    <a:pt x="257" y="395"/>
                    <a:pt x="257" y="395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5"/>
                    <a:pt x="257" y="395"/>
                    <a:pt x="257" y="395"/>
                  </a:cubicBezTo>
                  <a:cubicBezTo>
                    <a:pt x="258" y="394"/>
                    <a:pt x="258" y="394"/>
                    <a:pt x="258" y="394"/>
                  </a:cubicBezTo>
                  <a:cubicBezTo>
                    <a:pt x="258" y="395"/>
                    <a:pt x="258" y="395"/>
                    <a:pt x="258" y="395"/>
                  </a:cubicBezTo>
                  <a:close/>
                  <a:moveTo>
                    <a:pt x="264" y="382"/>
                  </a:moveTo>
                  <a:cubicBezTo>
                    <a:pt x="264" y="382"/>
                    <a:pt x="264" y="382"/>
                    <a:pt x="264" y="382"/>
                  </a:cubicBezTo>
                  <a:cubicBezTo>
                    <a:pt x="264" y="382"/>
                    <a:pt x="264" y="382"/>
                    <a:pt x="264" y="382"/>
                  </a:cubicBezTo>
                  <a:close/>
                  <a:moveTo>
                    <a:pt x="263" y="383"/>
                  </a:moveTo>
                  <a:cubicBezTo>
                    <a:pt x="263" y="383"/>
                    <a:pt x="263" y="383"/>
                    <a:pt x="263" y="383"/>
                  </a:cubicBezTo>
                  <a:cubicBezTo>
                    <a:pt x="263" y="384"/>
                    <a:pt x="263" y="384"/>
                    <a:pt x="263" y="384"/>
                  </a:cubicBezTo>
                  <a:lnTo>
                    <a:pt x="263" y="383"/>
                  </a:lnTo>
                  <a:close/>
                  <a:moveTo>
                    <a:pt x="262" y="388"/>
                  </a:moveTo>
                  <a:cubicBezTo>
                    <a:pt x="262" y="387"/>
                    <a:pt x="262" y="387"/>
                    <a:pt x="262" y="387"/>
                  </a:cubicBezTo>
                  <a:cubicBezTo>
                    <a:pt x="262" y="388"/>
                    <a:pt x="262" y="388"/>
                    <a:pt x="262" y="388"/>
                  </a:cubicBezTo>
                  <a:close/>
                  <a:moveTo>
                    <a:pt x="263" y="387"/>
                  </a:moveTo>
                  <a:cubicBezTo>
                    <a:pt x="263" y="384"/>
                    <a:pt x="263" y="384"/>
                    <a:pt x="263" y="384"/>
                  </a:cubicBezTo>
                  <a:cubicBezTo>
                    <a:pt x="263" y="385"/>
                    <a:pt x="263" y="385"/>
                    <a:pt x="263" y="385"/>
                  </a:cubicBezTo>
                  <a:cubicBezTo>
                    <a:pt x="263" y="386"/>
                    <a:pt x="263" y="386"/>
                    <a:pt x="263" y="386"/>
                  </a:cubicBezTo>
                  <a:cubicBezTo>
                    <a:pt x="264" y="386"/>
                    <a:pt x="264" y="386"/>
                    <a:pt x="264" y="386"/>
                  </a:cubicBezTo>
                  <a:lnTo>
                    <a:pt x="263" y="387"/>
                  </a:lnTo>
                  <a:close/>
                  <a:moveTo>
                    <a:pt x="302" y="621"/>
                  </a:move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lnTo>
                    <a:pt x="302" y="621"/>
                  </a:lnTo>
                  <a:close/>
                  <a:moveTo>
                    <a:pt x="306" y="86"/>
                  </a:moveTo>
                  <a:cubicBezTo>
                    <a:pt x="306" y="85"/>
                    <a:pt x="306" y="85"/>
                    <a:pt x="306" y="85"/>
                  </a:cubicBezTo>
                  <a:cubicBezTo>
                    <a:pt x="306" y="86"/>
                    <a:pt x="306" y="86"/>
                    <a:pt x="306" y="86"/>
                  </a:cubicBezTo>
                  <a:close/>
                  <a:moveTo>
                    <a:pt x="308" y="83"/>
                  </a:moveTo>
                  <a:cubicBezTo>
                    <a:pt x="308" y="83"/>
                    <a:pt x="308" y="83"/>
                    <a:pt x="308" y="83"/>
                  </a:cubicBezTo>
                  <a:cubicBezTo>
                    <a:pt x="309" y="82"/>
                    <a:pt x="309" y="82"/>
                    <a:pt x="309" y="82"/>
                  </a:cubicBezTo>
                  <a:cubicBezTo>
                    <a:pt x="309" y="82"/>
                    <a:pt x="309" y="82"/>
                    <a:pt x="309" y="82"/>
                  </a:cubicBezTo>
                  <a:lnTo>
                    <a:pt x="308" y="83"/>
                  </a:lnTo>
                  <a:close/>
                  <a:moveTo>
                    <a:pt x="313" y="92"/>
                  </a:moveTo>
                  <a:cubicBezTo>
                    <a:pt x="312" y="93"/>
                    <a:pt x="312" y="93"/>
                    <a:pt x="312" y="93"/>
                  </a:cubicBezTo>
                  <a:cubicBezTo>
                    <a:pt x="312" y="93"/>
                    <a:pt x="312" y="93"/>
                    <a:pt x="312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12" y="90"/>
                    <a:pt x="312" y="90"/>
                    <a:pt x="312" y="90"/>
                  </a:cubicBezTo>
                  <a:cubicBezTo>
                    <a:pt x="311" y="87"/>
                    <a:pt x="311" y="87"/>
                    <a:pt x="311" y="87"/>
                  </a:cubicBezTo>
                  <a:cubicBezTo>
                    <a:pt x="311" y="85"/>
                    <a:pt x="311" y="85"/>
                    <a:pt x="311" y="85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2" y="84"/>
                    <a:pt x="312" y="84"/>
                    <a:pt x="312" y="84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3" y="85"/>
                    <a:pt x="313" y="85"/>
                    <a:pt x="313" y="85"/>
                  </a:cubicBezTo>
                  <a:cubicBezTo>
                    <a:pt x="312" y="88"/>
                    <a:pt x="312" y="88"/>
                    <a:pt x="312" y="88"/>
                  </a:cubicBezTo>
                  <a:lnTo>
                    <a:pt x="313" y="92"/>
                  </a:lnTo>
                  <a:close/>
                  <a:moveTo>
                    <a:pt x="315" y="83"/>
                  </a:moveTo>
                  <a:cubicBezTo>
                    <a:pt x="315" y="83"/>
                    <a:pt x="315" y="83"/>
                    <a:pt x="315" y="83"/>
                  </a:cubicBezTo>
                  <a:cubicBezTo>
                    <a:pt x="315" y="83"/>
                    <a:pt x="315" y="83"/>
                    <a:pt x="315" y="83"/>
                  </a:cubicBezTo>
                  <a:close/>
                  <a:moveTo>
                    <a:pt x="324" y="88"/>
                  </a:moveTo>
                  <a:cubicBezTo>
                    <a:pt x="324" y="89"/>
                    <a:pt x="324" y="89"/>
                    <a:pt x="324" y="89"/>
                  </a:cubicBezTo>
                  <a:cubicBezTo>
                    <a:pt x="324" y="89"/>
                    <a:pt x="324" y="89"/>
                    <a:pt x="324" y="89"/>
                  </a:cubicBezTo>
                  <a:cubicBezTo>
                    <a:pt x="323" y="89"/>
                    <a:pt x="323" y="89"/>
                    <a:pt x="323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2" y="89"/>
                    <a:pt x="322" y="89"/>
                    <a:pt x="322" y="89"/>
                  </a:cubicBezTo>
                  <a:cubicBezTo>
                    <a:pt x="323" y="87"/>
                    <a:pt x="323" y="87"/>
                    <a:pt x="323" y="87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5" y="87"/>
                    <a:pt x="325" y="87"/>
                    <a:pt x="325" y="87"/>
                  </a:cubicBezTo>
                  <a:cubicBezTo>
                    <a:pt x="325" y="87"/>
                    <a:pt x="325" y="87"/>
                    <a:pt x="325" y="87"/>
                  </a:cubicBezTo>
                  <a:lnTo>
                    <a:pt x="324" y="88"/>
                  </a:lnTo>
                  <a:close/>
                  <a:moveTo>
                    <a:pt x="344" y="82"/>
                  </a:moveTo>
                  <a:cubicBezTo>
                    <a:pt x="342" y="82"/>
                    <a:pt x="342" y="82"/>
                    <a:pt x="342" y="82"/>
                  </a:cubicBezTo>
                  <a:cubicBezTo>
                    <a:pt x="342" y="82"/>
                    <a:pt x="342" y="82"/>
                    <a:pt x="342" y="82"/>
                  </a:cubicBezTo>
                  <a:cubicBezTo>
                    <a:pt x="341" y="80"/>
                    <a:pt x="341" y="80"/>
                    <a:pt x="341" y="80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39" y="81"/>
                    <a:pt x="339" y="81"/>
                    <a:pt x="339" y="81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6" y="81"/>
                    <a:pt x="336" y="81"/>
                    <a:pt x="336" y="81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3" y="83"/>
                    <a:pt x="333" y="83"/>
                    <a:pt x="333" y="83"/>
                  </a:cubicBezTo>
                  <a:cubicBezTo>
                    <a:pt x="330" y="85"/>
                    <a:pt x="330" y="85"/>
                    <a:pt x="330" y="85"/>
                  </a:cubicBezTo>
                  <a:cubicBezTo>
                    <a:pt x="329" y="85"/>
                    <a:pt x="329" y="85"/>
                    <a:pt x="329" y="85"/>
                  </a:cubicBezTo>
                  <a:cubicBezTo>
                    <a:pt x="327" y="86"/>
                    <a:pt x="327" y="86"/>
                    <a:pt x="327" y="86"/>
                  </a:cubicBezTo>
                  <a:cubicBezTo>
                    <a:pt x="327" y="85"/>
                    <a:pt x="327" y="85"/>
                    <a:pt x="327" y="85"/>
                  </a:cubicBezTo>
                  <a:cubicBezTo>
                    <a:pt x="328" y="84"/>
                    <a:pt x="328" y="84"/>
                    <a:pt x="328" y="84"/>
                  </a:cubicBezTo>
                  <a:cubicBezTo>
                    <a:pt x="328" y="85"/>
                    <a:pt x="328" y="85"/>
                    <a:pt x="328" y="85"/>
                  </a:cubicBezTo>
                  <a:cubicBezTo>
                    <a:pt x="332" y="83"/>
                    <a:pt x="332" y="83"/>
                    <a:pt x="332" y="83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4" y="81"/>
                    <a:pt x="334" y="81"/>
                    <a:pt x="334" y="81"/>
                  </a:cubicBezTo>
                  <a:cubicBezTo>
                    <a:pt x="337" y="81"/>
                    <a:pt x="337" y="81"/>
                    <a:pt x="337" y="81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40" y="81"/>
                    <a:pt x="340" y="81"/>
                    <a:pt x="340" y="81"/>
                  </a:cubicBezTo>
                  <a:cubicBezTo>
                    <a:pt x="342" y="80"/>
                    <a:pt x="342" y="80"/>
                    <a:pt x="342" y="80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6" y="80"/>
                    <a:pt x="346" y="80"/>
                    <a:pt x="346" y="80"/>
                  </a:cubicBezTo>
                  <a:cubicBezTo>
                    <a:pt x="347" y="80"/>
                    <a:pt x="347" y="80"/>
                    <a:pt x="347" y="80"/>
                  </a:cubicBezTo>
                  <a:lnTo>
                    <a:pt x="344" y="82"/>
                  </a:lnTo>
                  <a:close/>
                  <a:moveTo>
                    <a:pt x="356" y="81"/>
                  </a:moveTo>
                  <a:cubicBezTo>
                    <a:pt x="356" y="80"/>
                    <a:pt x="356" y="80"/>
                    <a:pt x="356" y="80"/>
                  </a:cubicBezTo>
                  <a:cubicBezTo>
                    <a:pt x="356" y="80"/>
                    <a:pt x="356" y="80"/>
                    <a:pt x="356" y="80"/>
                  </a:cubicBezTo>
                  <a:cubicBezTo>
                    <a:pt x="357" y="80"/>
                    <a:pt x="357" y="80"/>
                    <a:pt x="357" y="80"/>
                  </a:cubicBezTo>
                  <a:lnTo>
                    <a:pt x="356" y="81"/>
                  </a:lnTo>
                  <a:close/>
                  <a:moveTo>
                    <a:pt x="490" y="693"/>
                  </a:moveTo>
                  <a:cubicBezTo>
                    <a:pt x="490" y="692"/>
                    <a:pt x="490" y="692"/>
                    <a:pt x="490" y="692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4"/>
                    <a:pt x="494" y="694"/>
                    <a:pt x="494" y="694"/>
                  </a:cubicBezTo>
                  <a:cubicBezTo>
                    <a:pt x="492" y="694"/>
                    <a:pt x="492" y="694"/>
                    <a:pt x="492" y="694"/>
                  </a:cubicBezTo>
                  <a:cubicBezTo>
                    <a:pt x="491" y="693"/>
                    <a:pt x="491" y="693"/>
                    <a:pt x="491" y="693"/>
                  </a:cubicBezTo>
                  <a:lnTo>
                    <a:pt x="490" y="693"/>
                  </a:lnTo>
                  <a:close/>
                  <a:moveTo>
                    <a:pt x="517" y="829"/>
                  </a:moveTo>
                  <a:cubicBezTo>
                    <a:pt x="518" y="828"/>
                    <a:pt x="518" y="828"/>
                    <a:pt x="518" y="828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8"/>
                    <a:pt x="518" y="828"/>
                    <a:pt x="518" y="828"/>
                  </a:cubicBezTo>
                  <a:lnTo>
                    <a:pt x="517" y="829"/>
                  </a:lnTo>
                  <a:close/>
                  <a:moveTo>
                    <a:pt x="584" y="739"/>
                  </a:moveTo>
                  <a:cubicBezTo>
                    <a:pt x="581" y="740"/>
                    <a:pt x="581" y="740"/>
                    <a:pt x="581" y="740"/>
                  </a:cubicBezTo>
                  <a:cubicBezTo>
                    <a:pt x="581" y="740"/>
                    <a:pt x="581" y="740"/>
                    <a:pt x="581" y="740"/>
                  </a:cubicBezTo>
                  <a:cubicBezTo>
                    <a:pt x="581" y="738"/>
                    <a:pt x="581" y="738"/>
                    <a:pt x="581" y="738"/>
                  </a:cubicBezTo>
                  <a:cubicBezTo>
                    <a:pt x="579" y="737"/>
                    <a:pt x="579" y="737"/>
                    <a:pt x="579" y="737"/>
                  </a:cubicBezTo>
                  <a:cubicBezTo>
                    <a:pt x="579" y="736"/>
                    <a:pt x="579" y="736"/>
                    <a:pt x="579" y="736"/>
                  </a:cubicBezTo>
                  <a:cubicBezTo>
                    <a:pt x="580" y="735"/>
                    <a:pt x="580" y="735"/>
                    <a:pt x="580" y="735"/>
                  </a:cubicBezTo>
                  <a:cubicBezTo>
                    <a:pt x="580" y="734"/>
                    <a:pt x="580" y="734"/>
                    <a:pt x="580" y="734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0"/>
                    <a:pt x="583" y="730"/>
                    <a:pt x="583" y="730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4"/>
                    <a:pt x="583" y="734"/>
                    <a:pt x="583" y="734"/>
                  </a:cubicBezTo>
                  <a:cubicBezTo>
                    <a:pt x="584" y="736"/>
                    <a:pt x="584" y="736"/>
                    <a:pt x="584" y="736"/>
                  </a:cubicBezTo>
                  <a:cubicBezTo>
                    <a:pt x="584" y="737"/>
                    <a:pt x="584" y="737"/>
                    <a:pt x="584" y="737"/>
                  </a:cubicBezTo>
                  <a:lnTo>
                    <a:pt x="584" y="739"/>
                  </a:lnTo>
                  <a:close/>
                  <a:moveTo>
                    <a:pt x="596" y="723"/>
                  </a:moveTo>
                  <a:cubicBezTo>
                    <a:pt x="595" y="723"/>
                    <a:pt x="595" y="723"/>
                    <a:pt x="595" y="723"/>
                  </a:cubicBezTo>
                  <a:cubicBezTo>
                    <a:pt x="594" y="723"/>
                    <a:pt x="594" y="723"/>
                    <a:pt x="594" y="723"/>
                  </a:cubicBezTo>
                  <a:cubicBezTo>
                    <a:pt x="593" y="722"/>
                    <a:pt x="593" y="722"/>
                    <a:pt x="593" y="722"/>
                  </a:cubicBezTo>
                  <a:cubicBezTo>
                    <a:pt x="594" y="722"/>
                    <a:pt x="594" y="722"/>
                    <a:pt x="594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3"/>
                    <a:pt x="596" y="723"/>
                    <a:pt x="596" y="723"/>
                  </a:cubicBezTo>
                  <a:close/>
                  <a:moveTo>
                    <a:pt x="595" y="1170"/>
                  </a:moveTo>
                  <a:cubicBezTo>
                    <a:pt x="596" y="1170"/>
                    <a:pt x="596" y="1170"/>
                    <a:pt x="596" y="1170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7" y="1170"/>
                    <a:pt x="597" y="1170"/>
                    <a:pt x="597" y="1170"/>
                  </a:cubicBezTo>
                  <a:lnTo>
                    <a:pt x="595" y="1170"/>
                  </a:lnTo>
                  <a:close/>
                  <a:moveTo>
                    <a:pt x="600" y="1168"/>
                  </a:moveTo>
                  <a:cubicBezTo>
                    <a:pt x="600" y="1168"/>
                    <a:pt x="600" y="1168"/>
                    <a:pt x="600" y="1168"/>
                  </a:cubicBezTo>
                  <a:cubicBezTo>
                    <a:pt x="599" y="1170"/>
                    <a:pt x="599" y="1170"/>
                    <a:pt x="599" y="1170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8" y="1169"/>
                    <a:pt x="598" y="1169"/>
                    <a:pt x="598" y="1169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6" y="1165"/>
                    <a:pt x="596" y="1165"/>
                    <a:pt x="596" y="1165"/>
                  </a:cubicBezTo>
                  <a:cubicBezTo>
                    <a:pt x="595" y="1164"/>
                    <a:pt x="595" y="1164"/>
                    <a:pt x="595" y="1164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7" y="1164"/>
                    <a:pt x="597" y="1164"/>
                    <a:pt x="597" y="1164"/>
                  </a:cubicBezTo>
                  <a:cubicBezTo>
                    <a:pt x="597" y="1166"/>
                    <a:pt x="597" y="1166"/>
                    <a:pt x="597" y="1166"/>
                  </a:cubicBezTo>
                  <a:cubicBezTo>
                    <a:pt x="599" y="1165"/>
                    <a:pt x="599" y="1165"/>
                    <a:pt x="599" y="1165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4"/>
                    <a:pt x="600" y="1164"/>
                    <a:pt x="600" y="1164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599" y="1166"/>
                    <a:pt x="599" y="1166"/>
                    <a:pt x="599" y="1166"/>
                  </a:cubicBezTo>
                  <a:lnTo>
                    <a:pt x="600" y="1168"/>
                  </a:lnTo>
                  <a:close/>
                  <a:moveTo>
                    <a:pt x="594" y="1181"/>
                  </a:moveTo>
                  <a:cubicBezTo>
                    <a:pt x="594" y="1181"/>
                    <a:pt x="594" y="1181"/>
                    <a:pt x="594" y="1181"/>
                  </a:cubicBezTo>
                  <a:cubicBezTo>
                    <a:pt x="595" y="1181"/>
                    <a:pt x="595" y="1181"/>
                    <a:pt x="595" y="1181"/>
                  </a:cubicBezTo>
                  <a:lnTo>
                    <a:pt x="594" y="1181"/>
                  </a:lnTo>
                  <a:close/>
                  <a:moveTo>
                    <a:pt x="595" y="1179"/>
                  </a:moveTo>
                  <a:cubicBezTo>
                    <a:pt x="595" y="1178"/>
                    <a:pt x="595" y="1178"/>
                    <a:pt x="595" y="1178"/>
                  </a:cubicBezTo>
                  <a:cubicBezTo>
                    <a:pt x="595" y="1179"/>
                    <a:pt x="595" y="1179"/>
                    <a:pt x="595" y="1179"/>
                  </a:cubicBezTo>
                  <a:close/>
                  <a:moveTo>
                    <a:pt x="597" y="1179"/>
                  </a:moveTo>
                  <a:cubicBezTo>
                    <a:pt x="597" y="1178"/>
                    <a:pt x="597" y="1178"/>
                    <a:pt x="597" y="1178"/>
                  </a:cubicBezTo>
                  <a:cubicBezTo>
                    <a:pt x="597" y="1178"/>
                    <a:pt x="597" y="1178"/>
                    <a:pt x="597" y="1178"/>
                  </a:cubicBezTo>
                  <a:cubicBezTo>
                    <a:pt x="597" y="1179"/>
                    <a:pt x="597" y="1179"/>
                    <a:pt x="597" y="1179"/>
                  </a:cubicBezTo>
                  <a:close/>
                  <a:moveTo>
                    <a:pt x="596" y="1211"/>
                  </a:moveTo>
                  <a:cubicBezTo>
                    <a:pt x="595" y="1211"/>
                    <a:pt x="595" y="1211"/>
                    <a:pt x="595" y="1211"/>
                  </a:cubicBezTo>
                  <a:cubicBezTo>
                    <a:pt x="597" y="1212"/>
                    <a:pt x="597" y="1212"/>
                    <a:pt x="597" y="1212"/>
                  </a:cubicBezTo>
                  <a:lnTo>
                    <a:pt x="596" y="1211"/>
                  </a:lnTo>
                  <a:close/>
                  <a:moveTo>
                    <a:pt x="597" y="1207"/>
                  </a:moveTo>
                  <a:cubicBezTo>
                    <a:pt x="595" y="1204"/>
                    <a:pt x="595" y="1204"/>
                    <a:pt x="595" y="1204"/>
                  </a:cubicBezTo>
                  <a:cubicBezTo>
                    <a:pt x="595" y="1205"/>
                    <a:pt x="595" y="1205"/>
                    <a:pt x="595" y="1205"/>
                  </a:cubicBezTo>
                  <a:cubicBezTo>
                    <a:pt x="597" y="1207"/>
                    <a:pt x="597" y="1207"/>
                    <a:pt x="597" y="1207"/>
                  </a:cubicBezTo>
                  <a:close/>
                  <a:moveTo>
                    <a:pt x="598" y="1210"/>
                  </a:moveTo>
                  <a:cubicBezTo>
                    <a:pt x="598" y="1210"/>
                    <a:pt x="598" y="1210"/>
                    <a:pt x="598" y="1210"/>
                  </a:cubicBezTo>
                  <a:cubicBezTo>
                    <a:pt x="598" y="1210"/>
                    <a:pt x="598" y="1210"/>
                    <a:pt x="598" y="1210"/>
                  </a:cubicBezTo>
                  <a:close/>
                  <a:moveTo>
                    <a:pt x="605" y="1169"/>
                  </a:moveTo>
                  <a:cubicBezTo>
                    <a:pt x="605" y="1169"/>
                    <a:pt x="605" y="1169"/>
                    <a:pt x="605" y="1169"/>
                  </a:cubicBezTo>
                  <a:cubicBezTo>
                    <a:pt x="605" y="1170"/>
                    <a:pt x="605" y="1170"/>
                    <a:pt x="605" y="1170"/>
                  </a:cubicBezTo>
                  <a:cubicBezTo>
                    <a:pt x="604" y="1169"/>
                    <a:pt x="604" y="1169"/>
                    <a:pt x="604" y="1169"/>
                  </a:cubicBezTo>
                  <a:cubicBezTo>
                    <a:pt x="604" y="1168"/>
                    <a:pt x="604" y="1168"/>
                    <a:pt x="604" y="1168"/>
                  </a:cubicBezTo>
                  <a:lnTo>
                    <a:pt x="605" y="1169"/>
                  </a:lnTo>
                  <a:close/>
                  <a:moveTo>
                    <a:pt x="605" y="1171"/>
                  </a:moveTo>
                  <a:cubicBezTo>
                    <a:pt x="605" y="1171"/>
                    <a:pt x="605" y="1171"/>
                    <a:pt x="605" y="1171"/>
                  </a:cubicBezTo>
                  <a:cubicBezTo>
                    <a:pt x="604" y="1172"/>
                    <a:pt x="604" y="1172"/>
                    <a:pt x="604" y="1172"/>
                  </a:cubicBezTo>
                  <a:cubicBezTo>
                    <a:pt x="605" y="1172"/>
                    <a:pt x="605" y="1172"/>
                    <a:pt x="605" y="1172"/>
                  </a:cubicBezTo>
                  <a:lnTo>
                    <a:pt x="605" y="1171"/>
                  </a:lnTo>
                  <a:close/>
                  <a:moveTo>
                    <a:pt x="602" y="1167"/>
                  </a:moveTo>
                  <a:cubicBezTo>
                    <a:pt x="602" y="1166"/>
                    <a:pt x="602" y="1166"/>
                    <a:pt x="602" y="1166"/>
                  </a:cubicBezTo>
                  <a:cubicBezTo>
                    <a:pt x="603" y="1166"/>
                    <a:pt x="603" y="1166"/>
                    <a:pt x="603" y="1166"/>
                  </a:cubicBezTo>
                  <a:cubicBezTo>
                    <a:pt x="603" y="1167"/>
                    <a:pt x="603" y="1167"/>
                    <a:pt x="603" y="1167"/>
                  </a:cubicBezTo>
                  <a:cubicBezTo>
                    <a:pt x="603" y="1167"/>
                    <a:pt x="603" y="1167"/>
                    <a:pt x="603" y="1167"/>
                  </a:cubicBezTo>
                  <a:lnTo>
                    <a:pt x="602" y="1167"/>
                  </a:lnTo>
                  <a:close/>
                  <a:moveTo>
                    <a:pt x="603" y="1201"/>
                  </a:moveTo>
                  <a:cubicBezTo>
                    <a:pt x="604" y="1202"/>
                    <a:pt x="604" y="1202"/>
                    <a:pt x="604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3" y="1201"/>
                    <a:pt x="603" y="1201"/>
                    <a:pt x="603" y="1201"/>
                  </a:cubicBezTo>
                  <a:cubicBezTo>
                    <a:pt x="602" y="1201"/>
                    <a:pt x="602" y="1201"/>
                    <a:pt x="602" y="1201"/>
                  </a:cubicBezTo>
                  <a:lnTo>
                    <a:pt x="603" y="1201"/>
                  </a:lnTo>
                  <a:close/>
                  <a:moveTo>
                    <a:pt x="604" y="1221"/>
                  </a:moveTo>
                  <a:cubicBezTo>
                    <a:pt x="604" y="1222"/>
                    <a:pt x="604" y="1222"/>
                    <a:pt x="604" y="1222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1"/>
                    <a:pt x="604" y="1221"/>
                    <a:pt x="604" y="1221"/>
                  </a:cubicBezTo>
                  <a:cubicBezTo>
                    <a:pt x="603" y="1219"/>
                    <a:pt x="603" y="1219"/>
                    <a:pt x="603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5" y="1220"/>
                    <a:pt x="605" y="1220"/>
                    <a:pt x="605" y="1220"/>
                  </a:cubicBezTo>
                  <a:cubicBezTo>
                    <a:pt x="604" y="1220"/>
                    <a:pt x="604" y="1220"/>
                    <a:pt x="604" y="1220"/>
                  </a:cubicBezTo>
                  <a:lnTo>
                    <a:pt x="604" y="1221"/>
                  </a:lnTo>
                  <a:close/>
                  <a:moveTo>
                    <a:pt x="601" y="1210"/>
                  </a:moveTo>
                  <a:cubicBezTo>
                    <a:pt x="601" y="1210"/>
                    <a:pt x="601" y="1210"/>
                    <a:pt x="601" y="1210"/>
                  </a:cubicBezTo>
                  <a:cubicBezTo>
                    <a:pt x="599" y="1210"/>
                    <a:pt x="599" y="1210"/>
                    <a:pt x="599" y="1210"/>
                  </a:cubicBezTo>
                  <a:cubicBezTo>
                    <a:pt x="600" y="1210"/>
                    <a:pt x="600" y="1210"/>
                    <a:pt x="600" y="1210"/>
                  </a:cubicBezTo>
                  <a:cubicBezTo>
                    <a:pt x="601" y="1210"/>
                    <a:pt x="601" y="1210"/>
                    <a:pt x="601" y="1210"/>
                  </a:cubicBezTo>
                  <a:close/>
                  <a:moveTo>
                    <a:pt x="602" y="1210"/>
                  </a:moveTo>
                  <a:cubicBezTo>
                    <a:pt x="601" y="1207"/>
                    <a:pt x="601" y="1207"/>
                    <a:pt x="601" y="1207"/>
                  </a:cubicBezTo>
                  <a:cubicBezTo>
                    <a:pt x="600" y="1206"/>
                    <a:pt x="600" y="1206"/>
                    <a:pt x="600" y="1206"/>
                  </a:cubicBezTo>
                  <a:cubicBezTo>
                    <a:pt x="600" y="1205"/>
                    <a:pt x="600" y="1205"/>
                    <a:pt x="600" y="1205"/>
                  </a:cubicBezTo>
                  <a:cubicBezTo>
                    <a:pt x="601" y="1206"/>
                    <a:pt x="601" y="1206"/>
                    <a:pt x="601" y="1206"/>
                  </a:cubicBezTo>
                  <a:cubicBezTo>
                    <a:pt x="601" y="1207"/>
                    <a:pt x="601" y="1207"/>
                    <a:pt x="601" y="1207"/>
                  </a:cubicBezTo>
                  <a:cubicBezTo>
                    <a:pt x="603" y="1207"/>
                    <a:pt x="603" y="1207"/>
                    <a:pt x="603" y="1207"/>
                  </a:cubicBezTo>
                  <a:cubicBezTo>
                    <a:pt x="602" y="1208"/>
                    <a:pt x="602" y="1208"/>
                    <a:pt x="602" y="1208"/>
                  </a:cubicBezTo>
                  <a:cubicBezTo>
                    <a:pt x="602" y="1209"/>
                    <a:pt x="602" y="1209"/>
                    <a:pt x="602" y="1209"/>
                  </a:cubicBezTo>
                  <a:cubicBezTo>
                    <a:pt x="603" y="1209"/>
                    <a:pt x="603" y="1209"/>
                    <a:pt x="603" y="1209"/>
                  </a:cubicBezTo>
                  <a:cubicBezTo>
                    <a:pt x="602" y="1210"/>
                    <a:pt x="602" y="1210"/>
                    <a:pt x="602" y="1210"/>
                  </a:cubicBezTo>
                  <a:close/>
                  <a:moveTo>
                    <a:pt x="603" y="1231"/>
                  </a:moveTo>
                  <a:cubicBezTo>
                    <a:pt x="603" y="1230"/>
                    <a:pt x="603" y="1230"/>
                    <a:pt x="603" y="1230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3" y="1230"/>
                    <a:pt x="603" y="1230"/>
                    <a:pt x="603" y="1230"/>
                  </a:cubicBezTo>
                  <a:lnTo>
                    <a:pt x="603" y="1231"/>
                  </a:lnTo>
                  <a:close/>
                  <a:moveTo>
                    <a:pt x="605" y="1228"/>
                  </a:moveTo>
                  <a:cubicBezTo>
                    <a:pt x="604" y="1228"/>
                    <a:pt x="604" y="1228"/>
                    <a:pt x="604" y="1228"/>
                  </a:cubicBezTo>
                  <a:cubicBezTo>
                    <a:pt x="603" y="1228"/>
                    <a:pt x="603" y="1228"/>
                    <a:pt x="603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1" y="1228"/>
                    <a:pt x="601" y="1228"/>
                    <a:pt x="601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6"/>
                    <a:pt x="602" y="1226"/>
                    <a:pt x="602" y="1226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4"/>
                    <a:pt x="603" y="1224"/>
                    <a:pt x="603" y="1224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7"/>
                    <a:pt x="603" y="1227"/>
                    <a:pt x="603" y="1227"/>
                  </a:cubicBezTo>
                  <a:cubicBezTo>
                    <a:pt x="605" y="1228"/>
                    <a:pt x="605" y="1228"/>
                    <a:pt x="605" y="1228"/>
                  </a:cubicBezTo>
                  <a:cubicBezTo>
                    <a:pt x="605" y="1228"/>
                    <a:pt x="605" y="1228"/>
                    <a:pt x="605" y="1228"/>
                  </a:cubicBezTo>
                  <a:close/>
                  <a:moveTo>
                    <a:pt x="609" y="1233"/>
                  </a:moveTo>
                  <a:cubicBezTo>
                    <a:pt x="608" y="1233"/>
                    <a:pt x="608" y="1233"/>
                    <a:pt x="608" y="1233"/>
                  </a:cubicBezTo>
                  <a:cubicBezTo>
                    <a:pt x="607" y="1231"/>
                    <a:pt x="607" y="1231"/>
                    <a:pt x="607" y="1231"/>
                  </a:cubicBezTo>
                  <a:cubicBezTo>
                    <a:pt x="606" y="1229"/>
                    <a:pt x="606" y="1229"/>
                    <a:pt x="606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29"/>
                    <a:pt x="609" y="1229"/>
                    <a:pt x="609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32"/>
                    <a:pt x="609" y="1232"/>
                    <a:pt x="609" y="1232"/>
                  </a:cubicBezTo>
                  <a:cubicBezTo>
                    <a:pt x="609" y="1233"/>
                    <a:pt x="609" y="1233"/>
                    <a:pt x="609" y="1233"/>
                  </a:cubicBezTo>
                  <a:close/>
                  <a:moveTo>
                    <a:pt x="606" y="1243"/>
                  </a:moveTo>
                  <a:cubicBezTo>
                    <a:pt x="606" y="1243"/>
                    <a:pt x="606" y="1243"/>
                    <a:pt x="606" y="1243"/>
                  </a:cubicBezTo>
                  <a:cubicBezTo>
                    <a:pt x="606" y="1244"/>
                    <a:pt x="606" y="1244"/>
                    <a:pt x="606" y="1244"/>
                  </a:cubicBezTo>
                  <a:lnTo>
                    <a:pt x="606" y="1243"/>
                  </a:lnTo>
                  <a:close/>
                  <a:moveTo>
                    <a:pt x="607" y="1245"/>
                  </a:moveTo>
                  <a:cubicBezTo>
                    <a:pt x="607" y="1245"/>
                    <a:pt x="607" y="1245"/>
                    <a:pt x="607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8" y="1245"/>
                    <a:pt x="608" y="1245"/>
                    <a:pt x="608" y="1245"/>
                  </a:cubicBezTo>
                  <a:lnTo>
                    <a:pt x="607" y="1245"/>
                  </a:lnTo>
                  <a:close/>
                  <a:moveTo>
                    <a:pt x="611" y="1244"/>
                  </a:moveTo>
                  <a:cubicBezTo>
                    <a:pt x="611" y="1244"/>
                    <a:pt x="611" y="1244"/>
                    <a:pt x="611" y="1244"/>
                  </a:cubicBezTo>
                  <a:cubicBezTo>
                    <a:pt x="612" y="1244"/>
                    <a:pt x="612" y="1244"/>
                    <a:pt x="612" y="1244"/>
                  </a:cubicBezTo>
                  <a:lnTo>
                    <a:pt x="611" y="1244"/>
                  </a:lnTo>
                  <a:close/>
                  <a:moveTo>
                    <a:pt x="613" y="1244"/>
                  </a:moveTo>
                  <a:cubicBezTo>
                    <a:pt x="614" y="1244"/>
                    <a:pt x="614" y="1244"/>
                    <a:pt x="614" y="1244"/>
                  </a:cubicBezTo>
                  <a:cubicBezTo>
                    <a:pt x="615" y="1245"/>
                    <a:pt x="615" y="1245"/>
                    <a:pt x="615" y="1245"/>
                  </a:cubicBezTo>
                  <a:cubicBezTo>
                    <a:pt x="614" y="1245"/>
                    <a:pt x="614" y="1245"/>
                    <a:pt x="614" y="1245"/>
                  </a:cubicBezTo>
                  <a:lnTo>
                    <a:pt x="613" y="1244"/>
                  </a:lnTo>
                  <a:close/>
                  <a:moveTo>
                    <a:pt x="614" y="1249"/>
                  </a:moveTo>
                  <a:cubicBezTo>
                    <a:pt x="614" y="1249"/>
                    <a:pt x="614" y="1249"/>
                    <a:pt x="614" y="1249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5" y="1249"/>
                    <a:pt x="615" y="1249"/>
                    <a:pt x="615" y="1249"/>
                  </a:cubicBezTo>
                  <a:cubicBezTo>
                    <a:pt x="615" y="1249"/>
                    <a:pt x="615" y="1249"/>
                    <a:pt x="615" y="1249"/>
                  </a:cubicBezTo>
                  <a:lnTo>
                    <a:pt x="614" y="1249"/>
                  </a:lnTo>
                  <a:close/>
                  <a:moveTo>
                    <a:pt x="617" y="1245"/>
                  </a:moveTo>
                  <a:cubicBezTo>
                    <a:pt x="616" y="1243"/>
                    <a:pt x="616" y="1243"/>
                    <a:pt x="616" y="1243"/>
                  </a:cubicBezTo>
                  <a:cubicBezTo>
                    <a:pt x="616" y="1242"/>
                    <a:pt x="616" y="1242"/>
                    <a:pt x="616" y="1242"/>
                  </a:cubicBezTo>
                  <a:cubicBezTo>
                    <a:pt x="616" y="1243"/>
                    <a:pt x="616" y="1243"/>
                    <a:pt x="616" y="1243"/>
                  </a:cubicBezTo>
                  <a:cubicBezTo>
                    <a:pt x="617" y="1244"/>
                    <a:pt x="617" y="1244"/>
                    <a:pt x="617" y="1244"/>
                  </a:cubicBezTo>
                  <a:lnTo>
                    <a:pt x="617" y="1245"/>
                  </a:lnTo>
                  <a:close/>
                  <a:moveTo>
                    <a:pt x="621" y="1242"/>
                  </a:moveTo>
                  <a:cubicBezTo>
                    <a:pt x="621" y="1243"/>
                    <a:pt x="621" y="1243"/>
                    <a:pt x="621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19" y="1244"/>
                    <a:pt x="619" y="1244"/>
                    <a:pt x="619" y="1244"/>
                  </a:cubicBezTo>
                  <a:cubicBezTo>
                    <a:pt x="618" y="1244"/>
                    <a:pt x="618" y="1244"/>
                    <a:pt x="618" y="1244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2" y="1241"/>
                    <a:pt x="622" y="1241"/>
                    <a:pt x="622" y="1241"/>
                  </a:cubicBezTo>
                  <a:cubicBezTo>
                    <a:pt x="622" y="1241"/>
                    <a:pt x="622" y="1241"/>
                    <a:pt x="622" y="1241"/>
                  </a:cubicBezTo>
                  <a:lnTo>
                    <a:pt x="621" y="1242"/>
                  </a:lnTo>
                  <a:close/>
                  <a:moveTo>
                    <a:pt x="625" y="1252"/>
                  </a:moveTo>
                  <a:cubicBezTo>
                    <a:pt x="624" y="1252"/>
                    <a:pt x="624" y="1252"/>
                    <a:pt x="624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6" y="1251"/>
                    <a:pt x="626" y="1251"/>
                    <a:pt x="626" y="1251"/>
                  </a:cubicBezTo>
                  <a:cubicBezTo>
                    <a:pt x="626" y="1250"/>
                    <a:pt x="626" y="1250"/>
                    <a:pt x="626" y="1250"/>
                  </a:cubicBezTo>
                  <a:cubicBezTo>
                    <a:pt x="627" y="1249"/>
                    <a:pt x="627" y="1249"/>
                    <a:pt x="627" y="1249"/>
                  </a:cubicBezTo>
                  <a:cubicBezTo>
                    <a:pt x="628" y="1250"/>
                    <a:pt x="628" y="1250"/>
                    <a:pt x="628" y="1250"/>
                  </a:cubicBezTo>
                  <a:cubicBezTo>
                    <a:pt x="627" y="1250"/>
                    <a:pt x="627" y="1250"/>
                    <a:pt x="627" y="1250"/>
                  </a:cubicBezTo>
                  <a:lnTo>
                    <a:pt x="625" y="1252"/>
                  </a:lnTo>
                  <a:close/>
                  <a:moveTo>
                    <a:pt x="629" y="1257"/>
                  </a:moveTo>
                  <a:cubicBezTo>
                    <a:pt x="629" y="1257"/>
                    <a:pt x="629" y="1257"/>
                    <a:pt x="629" y="1257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9" y="1256"/>
                    <a:pt x="629" y="1256"/>
                    <a:pt x="629" y="1256"/>
                  </a:cubicBezTo>
                  <a:cubicBezTo>
                    <a:pt x="628" y="1255"/>
                    <a:pt x="628" y="1255"/>
                    <a:pt x="628" y="1255"/>
                  </a:cubicBezTo>
                  <a:cubicBezTo>
                    <a:pt x="630" y="1255"/>
                    <a:pt x="630" y="1255"/>
                    <a:pt x="630" y="1255"/>
                  </a:cubicBezTo>
                  <a:cubicBezTo>
                    <a:pt x="631" y="1254"/>
                    <a:pt x="631" y="1254"/>
                    <a:pt x="631" y="1254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3" y="1252"/>
                    <a:pt x="633" y="1252"/>
                    <a:pt x="633" y="1252"/>
                  </a:cubicBezTo>
                  <a:cubicBezTo>
                    <a:pt x="633" y="1254"/>
                    <a:pt x="633" y="1254"/>
                    <a:pt x="633" y="1254"/>
                  </a:cubicBezTo>
                  <a:cubicBezTo>
                    <a:pt x="632" y="1255"/>
                    <a:pt x="632" y="1255"/>
                    <a:pt x="632" y="1255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0" y="1256"/>
                    <a:pt x="630" y="1256"/>
                    <a:pt x="630" y="1256"/>
                  </a:cubicBezTo>
                  <a:lnTo>
                    <a:pt x="629" y="1257"/>
                  </a:lnTo>
                  <a:close/>
                  <a:moveTo>
                    <a:pt x="630" y="1266"/>
                  </a:moveTo>
                  <a:cubicBezTo>
                    <a:pt x="629" y="1267"/>
                    <a:pt x="629" y="1267"/>
                    <a:pt x="629" y="1267"/>
                  </a:cubicBezTo>
                  <a:cubicBezTo>
                    <a:pt x="629" y="1267"/>
                    <a:pt x="629" y="1267"/>
                    <a:pt x="629" y="1267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6"/>
                    <a:pt x="630" y="1266"/>
                    <a:pt x="630" y="1266"/>
                  </a:cubicBezTo>
                  <a:close/>
                  <a:moveTo>
                    <a:pt x="633" y="1264"/>
                  </a:moveTo>
                  <a:cubicBezTo>
                    <a:pt x="633" y="1264"/>
                    <a:pt x="633" y="1264"/>
                    <a:pt x="633" y="1264"/>
                  </a:cubicBezTo>
                  <a:cubicBezTo>
                    <a:pt x="631" y="1264"/>
                    <a:pt x="631" y="1264"/>
                    <a:pt x="631" y="1264"/>
                  </a:cubicBezTo>
                  <a:cubicBezTo>
                    <a:pt x="630" y="1263"/>
                    <a:pt x="630" y="1263"/>
                    <a:pt x="630" y="1263"/>
                  </a:cubicBezTo>
                  <a:cubicBezTo>
                    <a:pt x="633" y="1263"/>
                    <a:pt x="633" y="1263"/>
                    <a:pt x="633" y="1263"/>
                  </a:cubicBezTo>
                  <a:cubicBezTo>
                    <a:pt x="634" y="1264"/>
                    <a:pt x="634" y="1264"/>
                    <a:pt x="634" y="1264"/>
                  </a:cubicBezTo>
                  <a:lnTo>
                    <a:pt x="633" y="1264"/>
                  </a:lnTo>
                  <a:close/>
                  <a:moveTo>
                    <a:pt x="634" y="1264"/>
                  </a:moveTo>
                  <a:cubicBezTo>
                    <a:pt x="635" y="1264"/>
                    <a:pt x="635" y="1264"/>
                    <a:pt x="635" y="1264"/>
                  </a:cubicBezTo>
                  <a:cubicBezTo>
                    <a:pt x="636" y="1264"/>
                    <a:pt x="636" y="1264"/>
                    <a:pt x="636" y="1264"/>
                  </a:cubicBezTo>
                  <a:lnTo>
                    <a:pt x="634" y="1264"/>
                  </a:lnTo>
                  <a:close/>
                  <a:moveTo>
                    <a:pt x="640" y="1274"/>
                  </a:moveTo>
                  <a:cubicBezTo>
                    <a:pt x="640" y="1276"/>
                    <a:pt x="640" y="1276"/>
                    <a:pt x="640" y="1276"/>
                  </a:cubicBezTo>
                  <a:cubicBezTo>
                    <a:pt x="639" y="1275"/>
                    <a:pt x="639" y="1275"/>
                    <a:pt x="639" y="1275"/>
                  </a:cubicBezTo>
                  <a:cubicBezTo>
                    <a:pt x="639" y="1273"/>
                    <a:pt x="639" y="1273"/>
                    <a:pt x="639" y="1273"/>
                  </a:cubicBezTo>
                  <a:cubicBezTo>
                    <a:pt x="637" y="1272"/>
                    <a:pt x="637" y="1272"/>
                    <a:pt x="637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4"/>
                    <a:pt x="640" y="1274"/>
                    <a:pt x="640" y="1274"/>
                  </a:cubicBezTo>
                  <a:cubicBezTo>
                    <a:pt x="641" y="1274"/>
                    <a:pt x="641" y="1274"/>
                    <a:pt x="641" y="1274"/>
                  </a:cubicBezTo>
                  <a:lnTo>
                    <a:pt x="640" y="1274"/>
                  </a:lnTo>
                  <a:close/>
                  <a:moveTo>
                    <a:pt x="659" y="1272"/>
                  </a:moveTo>
                  <a:cubicBezTo>
                    <a:pt x="662" y="1272"/>
                    <a:pt x="662" y="1272"/>
                    <a:pt x="662" y="1272"/>
                  </a:cubicBezTo>
                  <a:cubicBezTo>
                    <a:pt x="661" y="1272"/>
                    <a:pt x="661" y="1272"/>
                    <a:pt x="661" y="1272"/>
                  </a:cubicBezTo>
                  <a:cubicBezTo>
                    <a:pt x="659" y="1272"/>
                    <a:pt x="659" y="1272"/>
                    <a:pt x="659" y="1272"/>
                  </a:cubicBezTo>
                  <a:close/>
                  <a:moveTo>
                    <a:pt x="656" y="1273"/>
                  </a:moveTo>
                  <a:cubicBezTo>
                    <a:pt x="657" y="1273"/>
                    <a:pt x="657" y="1273"/>
                    <a:pt x="657" y="1273"/>
                  </a:cubicBezTo>
                  <a:cubicBezTo>
                    <a:pt x="656" y="1273"/>
                    <a:pt x="656" y="1273"/>
                    <a:pt x="656" y="1273"/>
                  </a:cubicBezTo>
                  <a:cubicBezTo>
                    <a:pt x="655" y="1273"/>
                    <a:pt x="655" y="1273"/>
                    <a:pt x="655" y="1273"/>
                  </a:cubicBezTo>
                  <a:cubicBezTo>
                    <a:pt x="655" y="1273"/>
                    <a:pt x="655" y="1273"/>
                    <a:pt x="655" y="1273"/>
                  </a:cubicBezTo>
                  <a:lnTo>
                    <a:pt x="656" y="1273"/>
                  </a:lnTo>
                  <a:close/>
                  <a:moveTo>
                    <a:pt x="653" y="1254"/>
                  </a:moveTo>
                  <a:cubicBezTo>
                    <a:pt x="653" y="1254"/>
                    <a:pt x="653" y="1254"/>
                    <a:pt x="653" y="1254"/>
                  </a:cubicBezTo>
                  <a:cubicBezTo>
                    <a:pt x="654" y="1255"/>
                    <a:pt x="654" y="1255"/>
                    <a:pt x="654" y="1255"/>
                  </a:cubicBezTo>
                  <a:cubicBezTo>
                    <a:pt x="653" y="1255"/>
                    <a:pt x="653" y="1255"/>
                    <a:pt x="653" y="1255"/>
                  </a:cubicBezTo>
                  <a:cubicBezTo>
                    <a:pt x="652" y="1255"/>
                    <a:pt x="652" y="1255"/>
                    <a:pt x="652" y="1255"/>
                  </a:cubicBezTo>
                  <a:lnTo>
                    <a:pt x="653" y="1254"/>
                  </a:lnTo>
                  <a:close/>
                  <a:moveTo>
                    <a:pt x="645" y="1265"/>
                  </a:moveTo>
                  <a:cubicBezTo>
                    <a:pt x="644" y="1267"/>
                    <a:pt x="644" y="1267"/>
                    <a:pt x="644" y="1267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42" y="1266"/>
                    <a:pt x="642" y="1266"/>
                    <a:pt x="642" y="1266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2" y="1264"/>
                    <a:pt x="642" y="1264"/>
                    <a:pt x="642" y="1264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5" y="1266"/>
                    <a:pt x="645" y="1266"/>
                    <a:pt x="645" y="1266"/>
                  </a:cubicBezTo>
                  <a:lnTo>
                    <a:pt x="645" y="1265"/>
                  </a:lnTo>
                  <a:close/>
                  <a:moveTo>
                    <a:pt x="650" y="1267"/>
                  </a:moveTo>
                  <a:cubicBezTo>
                    <a:pt x="650" y="1267"/>
                    <a:pt x="650" y="1267"/>
                    <a:pt x="650" y="1267"/>
                  </a:cubicBezTo>
                  <a:cubicBezTo>
                    <a:pt x="647" y="1266"/>
                    <a:pt x="647" y="1266"/>
                    <a:pt x="647" y="1266"/>
                  </a:cubicBezTo>
                  <a:cubicBezTo>
                    <a:pt x="646" y="1266"/>
                    <a:pt x="646" y="1266"/>
                    <a:pt x="646" y="1266"/>
                  </a:cubicBezTo>
                  <a:cubicBezTo>
                    <a:pt x="647" y="1266"/>
                    <a:pt x="647" y="1266"/>
                    <a:pt x="647" y="1266"/>
                  </a:cubicBezTo>
                  <a:lnTo>
                    <a:pt x="650" y="1267"/>
                  </a:lnTo>
                  <a:close/>
                  <a:moveTo>
                    <a:pt x="646" y="1257"/>
                  </a:moveTo>
                  <a:cubicBezTo>
                    <a:pt x="647" y="1257"/>
                    <a:pt x="647" y="1257"/>
                    <a:pt x="647" y="1257"/>
                  </a:cubicBezTo>
                  <a:cubicBezTo>
                    <a:pt x="647" y="1258"/>
                    <a:pt x="647" y="1258"/>
                    <a:pt x="647" y="1258"/>
                  </a:cubicBezTo>
                  <a:cubicBezTo>
                    <a:pt x="647" y="1259"/>
                    <a:pt x="647" y="1259"/>
                    <a:pt x="647" y="1259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1" y="1259"/>
                    <a:pt x="641" y="1259"/>
                    <a:pt x="641" y="1259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3" y="1260"/>
                    <a:pt x="643" y="1260"/>
                    <a:pt x="643" y="1260"/>
                  </a:cubicBezTo>
                  <a:cubicBezTo>
                    <a:pt x="644" y="1258"/>
                    <a:pt x="644" y="1258"/>
                    <a:pt x="644" y="1258"/>
                  </a:cubicBezTo>
                  <a:lnTo>
                    <a:pt x="646" y="1257"/>
                  </a:lnTo>
                  <a:close/>
                  <a:moveTo>
                    <a:pt x="693" y="1070"/>
                  </a:moveTo>
                  <a:cubicBezTo>
                    <a:pt x="693" y="1070"/>
                    <a:pt x="693" y="1070"/>
                    <a:pt x="693" y="1070"/>
                  </a:cubicBezTo>
                  <a:cubicBezTo>
                    <a:pt x="694" y="1071"/>
                    <a:pt x="694" y="1071"/>
                    <a:pt x="694" y="1071"/>
                  </a:cubicBezTo>
                  <a:lnTo>
                    <a:pt x="693" y="1070"/>
                  </a:lnTo>
                  <a:close/>
                  <a:moveTo>
                    <a:pt x="734" y="814"/>
                  </a:moveTo>
                  <a:cubicBezTo>
                    <a:pt x="732" y="816"/>
                    <a:pt x="732" y="816"/>
                    <a:pt x="732" y="816"/>
                  </a:cubicBezTo>
                  <a:cubicBezTo>
                    <a:pt x="732" y="815"/>
                    <a:pt x="732" y="815"/>
                    <a:pt x="732" y="815"/>
                  </a:cubicBezTo>
                  <a:cubicBezTo>
                    <a:pt x="733" y="815"/>
                    <a:pt x="733" y="815"/>
                    <a:pt x="733" y="815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4" y="813"/>
                    <a:pt x="734" y="813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lnTo>
                    <a:pt x="734" y="814"/>
                  </a:lnTo>
                  <a:close/>
                  <a:moveTo>
                    <a:pt x="737" y="813"/>
                  </a:moveTo>
                  <a:cubicBezTo>
                    <a:pt x="737" y="812"/>
                    <a:pt x="737" y="812"/>
                    <a:pt x="737" y="812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8" y="813"/>
                    <a:pt x="738" y="813"/>
                    <a:pt x="738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6" y="813"/>
                    <a:pt x="736" y="813"/>
                    <a:pt x="736" y="813"/>
                  </a:cubicBezTo>
                  <a:lnTo>
                    <a:pt x="737" y="813"/>
                  </a:lnTo>
                  <a:close/>
                  <a:moveTo>
                    <a:pt x="746" y="1039"/>
                  </a:moveTo>
                  <a:cubicBezTo>
                    <a:pt x="746" y="1042"/>
                    <a:pt x="746" y="1042"/>
                    <a:pt x="746" y="1042"/>
                  </a:cubicBezTo>
                  <a:cubicBezTo>
                    <a:pt x="744" y="1045"/>
                    <a:pt x="744" y="1045"/>
                    <a:pt x="744" y="1045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0" y="1048"/>
                    <a:pt x="740" y="1048"/>
                    <a:pt x="740" y="1048"/>
                  </a:cubicBezTo>
                  <a:cubicBezTo>
                    <a:pt x="738" y="1049"/>
                    <a:pt x="738" y="1049"/>
                    <a:pt x="738" y="1049"/>
                  </a:cubicBezTo>
                  <a:cubicBezTo>
                    <a:pt x="738" y="1050"/>
                    <a:pt x="738" y="1050"/>
                    <a:pt x="738" y="1050"/>
                  </a:cubicBezTo>
                  <a:cubicBezTo>
                    <a:pt x="737" y="1050"/>
                    <a:pt x="737" y="1050"/>
                    <a:pt x="737" y="1050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2"/>
                    <a:pt x="736" y="1052"/>
                    <a:pt x="736" y="1052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0"/>
                    <a:pt x="736" y="1050"/>
                    <a:pt x="736" y="1050"/>
                  </a:cubicBezTo>
                  <a:cubicBezTo>
                    <a:pt x="737" y="1049"/>
                    <a:pt x="737" y="1049"/>
                    <a:pt x="737" y="1049"/>
                  </a:cubicBezTo>
                  <a:cubicBezTo>
                    <a:pt x="737" y="1048"/>
                    <a:pt x="737" y="1048"/>
                    <a:pt x="737" y="1048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40" y="1047"/>
                    <a:pt x="740" y="1047"/>
                    <a:pt x="740" y="1047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4"/>
                    <a:pt x="742" y="1044"/>
                    <a:pt x="742" y="1044"/>
                  </a:cubicBezTo>
                  <a:cubicBezTo>
                    <a:pt x="742" y="1043"/>
                    <a:pt x="742" y="1043"/>
                    <a:pt x="742" y="1043"/>
                  </a:cubicBezTo>
                  <a:cubicBezTo>
                    <a:pt x="742" y="1041"/>
                    <a:pt x="742" y="1041"/>
                    <a:pt x="742" y="1041"/>
                  </a:cubicBezTo>
                  <a:cubicBezTo>
                    <a:pt x="743" y="1041"/>
                    <a:pt x="743" y="1041"/>
                    <a:pt x="743" y="1041"/>
                  </a:cubicBezTo>
                  <a:cubicBezTo>
                    <a:pt x="744" y="1041"/>
                    <a:pt x="744" y="1041"/>
                    <a:pt x="744" y="1041"/>
                  </a:cubicBezTo>
                  <a:cubicBezTo>
                    <a:pt x="744" y="1039"/>
                    <a:pt x="744" y="1039"/>
                    <a:pt x="744" y="1039"/>
                  </a:cubicBezTo>
                  <a:cubicBezTo>
                    <a:pt x="744" y="1038"/>
                    <a:pt x="744" y="1038"/>
                    <a:pt x="744" y="1038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5" y="1039"/>
                    <a:pt x="745" y="1039"/>
                    <a:pt x="745" y="1039"/>
                  </a:cubicBezTo>
                  <a:cubicBezTo>
                    <a:pt x="746" y="1039"/>
                    <a:pt x="746" y="1039"/>
                    <a:pt x="746" y="1039"/>
                  </a:cubicBezTo>
                  <a:cubicBezTo>
                    <a:pt x="747" y="1039"/>
                    <a:pt x="747" y="1039"/>
                    <a:pt x="747" y="1039"/>
                  </a:cubicBezTo>
                  <a:cubicBezTo>
                    <a:pt x="747" y="1039"/>
                    <a:pt x="747" y="1039"/>
                    <a:pt x="747" y="1039"/>
                  </a:cubicBezTo>
                  <a:lnTo>
                    <a:pt x="746" y="1039"/>
                  </a:lnTo>
                  <a:close/>
                  <a:moveTo>
                    <a:pt x="749" y="820"/>
                  </a:moveTo>
                  <a:cubicBezTo>
                    <a:pt x="748" y="822"/>
                    <a:pt x="748" y="822"/>
                    <a:pt x="748" y="822"/>
                  </a:cubicBezTo>
                  <a:cubicBezTo>
                    <a:pt x="747" y="824"/>
                    <a:pt x="747" y="824"/>
                    <a:pt x="747" y="824"/>
                  </a:cubicBezTo>
                  <a:cubicBezTo>
                    <a:pt x="746" y="826"/>
                    <a:pt x="746" y="826"/>
                    <a:pt x="746" y="826"/>
                  </a:cubicBezTo>
                  <a:cubicBezTo>
                    <a:pt x="746" y="825"/>
                    <a:pt x="746" y="825"/>
                    <a:pt x="746" y="825"/>
                  </a:cubicBezTo>
                  <a:cubicBezTo>
                    <a:pt x="747" y="823"/>
                    <a:pt x="747" y="823"/>
                    <a:pt x="747" y="823"/>
                  </a:cubicBezTo>
                  <a:cubicBezTo>
                    <a:pt x="747" y="822"/>
                    <a:pt x="747" y="822"/>
                    <a:pt x="747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2" y="822"/>
                    <a:pt x="742" y="822"/>
                    <a:pt x="742" y="822"/>
                  </a:cubicBezTo>
                  <a:cubicBezTo>
                    <a:pt x="740" y="822"/>
                    <a:pt x="740" y="822"/>
                    <a:pt x="740" y="822"/>
                  </a:cubicBezTo>
                  <a:cubicBezTo>
                    <a:pt x="741" y="822"/>
                    <a:pt x="741" y="822"/>
                    <a:pt x="741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6" y="820"/>
                    <a:pt x="746" y="820"/>
                    <a:pt x="746" y="820"/>
                  </a:cubicBezTo>
                  <a:cubicBezTo>
                    <a:pt x="747" y="821"/>
                    <a:pt x="747" y="821"/>
                    <a:pt x="747" y="821"/>
                  </a:cubicBezTo>
                  <a:cubicBezTo>
                    <a:pt x="748" y="821"/>
                    <a:pt x="748" y="821"/>
                    <a:pt x="748" y="821"/>
                  </a:cubicBezTo>
                  <a:cubicBezTo>
                    <a:pt x="750" y="820"/>
                    <a:pt x="750" y="820"/>
                    <a:pt x="750" y="820"/>
                  </a:cubicBezTo>
                  <a:cubicBezTo>
                    <a:pt x="750" y="820"/>
                    <a:pt x="750" y="820"/>
                    <a:pt x="750" y="820"/>
                  </a:cubicBezTo>
                  <a:lnTo>
                    <a:pt x="749" y="820"/>
                  </a:lnTo>
                  <a:close/>
                  <a:moveTo>
                    <a:pt x="829" y="902"/>
                  </a:move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2"/>
                    <a:pt x="827" y="902"/>
                    <a:pt x="827" y="902"/>
                  </a:cubicBezTo>
                  <a:cubicBezTo>
                    <a:pt x="828" y="902"/>
                    <a:pt x="828" y="902"/>
                    <a:pt x="828" y="902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9" y="901"/>
                    <a:pt x="829" y="901"/>
                    <a:pt x="829" y="901"/>
                  </a:cubicBezTo>
                  <a:cubicBezTo>
                    <a:pt x="829" y="902"/>
                    <a:pt x="829" y="902"/>
                    <a:pt x="829" y="902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1" name="Freeform 6528">
              <a:extLst>
                <a:ext uri="{FF2B5EF4-FFF2-40B4-BE49-F238E27FC236}">
                  <a16:creationId xmlns:a16="http://schemas.microsoft.com/office/drawing/2014/main" id="{2916BE1E-4369-46B1-954E-5555BCFA7C3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20" y="2696"/>
              <a:ext cx="7" cy="8"/>
            </a:xfrm>
            <a:custGeom>
              <a:avLst/>
              <a:gdLst>
                <a:gd name="T0" fmla="*/ 0 w 7"/>
                <a:gd name="T1" fmla="*/ 0 h 8"/>
                <a:gd name="T2" fmla="*/ 2 w 7"/>
                <a:gd name="T3" fmla="*/ 4 h 8"/>
                <a:gd name="T4" fmla="*/ 4 w 7"/>
                <a:gd name="T5" fmla="*/ 4 h 8"/>
                <a:gd name="T6" fmla="*/ 6 w 7"/>
                <a:gd name="T7" fmla="*/ 8 h 8"/>
                <a:gd name="T8" fmla="*/ 7 w 7"/>
                <a:gd name="T9" fmla="*/ 2 h 8"/>
                <a:gd name="T10" fmla="*/ 4 w 7"/>
                <a:gd name="T11" fmla="*/ 0 h 8"/>
                <a:gd name="T12" fmla="*/ 0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8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2" name="Freeform 6529">
              <a:extLst>
                <a:ext uri="{FF2B5EF4-FFF2-40B4-BE49-F238E27FC236}">
                  <a16:creationId xmlns:a16="http://schemas.microsoft.com/office/drawing/2014/main" id="{8FF0A43B-183F-4320-ABE5-252AB6B15B9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2691"/>
              <a:ext cx="11" cy="5"/>
            </a:xfrm>
            <a:custGeom>
              <a:avLst/>
              <a:gdLst>
                <a:gd name="T0" fmla="*/ 0 w 11"/>
                <a:gd name="T1" fmla="*/ 0 h 5"/>
                <a:gd name="T2" fmla="*/ 4 w 11"/>
                <a:gd name="T3" fmla="*/ 5 h 5"/>
                <a:gd name="T4" fmla="*/ 11 w 11"/>
                <a:gd name="T5" fmla="*/ 5 h 5"/>
                <a:gd name="T6" fmla="*/ 5 w 11"/>
                <a:gd name="T7" fmla="*/ 1 h 5"/>
                <a:gd name="T8" fmla="*/ 0 w 1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lnTo>
                    <a:pt x="4" y="5"/>
                  </a:lnTo>
                  <a:lnTo>
                    <a:pt x="11" y="5"/>
                  </a:lnTo>
                  <a:lnTo>
                    <a:pt x="5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3" name="Freeform 6530">
              <a:extLst>
                <a:ext uri="{FF2B5EF4-FFF2-40B4-BE49-F238E27FC236}">
                  <a16:creationId xmlns:a16="http://schemas.microsoft.com/office/drawing/2014/main" id="{AB990FD7-0991-4263-8CC1-9EE386435DDC}"/>
                </a:ext>
              </a:extLst>
            </p:cNvPr>
            <p:cNvSpPr>
              <a:spLocks/>
            </p:cNvSpPr>
            <p:nvPr/>
          </p:nvSpPr>
          <p:spPr bwMode="gray">
            <a:xfrm>
              <a:off x="2676" y="2711"/>
              <a:ext cx="11" cy="8"/>
            </a:xfrm>
            <a:custGeom>
              <a:avLst/>
              <a:gdLst>
                <a:gd name="T0" fmla="*/ 1 w 6"/>
                <a:gd name="T1" fmla="*/ 4 h 4"/>
                <a:gd name="T2" fmla="*/ 1 w 6"/>
                <a:gd name="T3" fmla="*/ 4 h 4"/>
                <a:gd name="T4" fmla="*/ 3 w 6"/>
                <a:gd name="T5" fmla="*/ 3 h 4"/>
                <a:gd name="T6" fmla="*/ 5 w 6"/>
                <a:gd name="T7" fmla="*/ 4 h 4"/>
                <a:gd name="T8" fmla="*/ 6 w 6"/>
                <a:gd name="T9" fmla="*/ 2 h 4"/>
                <a:gd name="T10" fmla="*/ 5 w 6"/>
                <a:gd name="T11" fmla="*/ 0 h 4"/>
                <a:gd name="T12" fmla="*/ 3 w 6"/>
                <a:gd name="T13" fmla="*/ 2 h 4"/>
                <a:gd name="T14" fmla="*/ 2 w 6"/>
                <a:gd name="T15" fmla="*/ 1 h 4"/>
                <a:gd name="T16" fmla="*/ 0 w 6"/>
                <a:gd name="T17" fmla="*/ 2 h 4"/>
                <a:gd name="T18" fmla="*/ 0 w 6"/>
                <a:gd name="T19" fmla="*/ 2 h 4"/>
                <a:gd name="T20" fmla="*/ 1 w 6"/>
                <a:gd name="T21" fmla="*/ 3 h 4"/>
                <a:gd name="T22" fmla="*/ 0 w 6"/>
                <a:gd name="T23" fmla="*/ 3 h 4"/>
                <a:gd name="T24" fmla="*/ 1 w 6"/>
                <a:gd name="T2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4" name="Freeform 6531">
              <a:extLst>
                <a:ext uri="{FF2B5EF4-FFF2-40B4-BE49-F238E27FC236}">
                  <a16:creationId xmlns:a16="http://schemas.microsoft.com/office/drawing/2014/main" id="{A6BF13BD-EBCC-4186-89AD-50C8901485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611" y="2694"/>
              <a:ext cx="9" cy="8"/>
            </a:xfrm>
            <a:custGeom>
              <a:avLst/>
              <a:gdLst>
                <a:gd name="T0" fmla="*/ 2 w 9"/>
                <a:gd name="T1" fmla="*/ 0 h 8"/>
                <a:gd name="T2" fmla="*/ 0 w 9"/>
                <a:gd name="T3" fmla="*/ 2 h 8"/>
                <a:gd name="T4" fmla="*/ 2 w 9"/>
                <a:gd name="T5" fmla="*/ 6 h 8"/>
                <a:gd name="T6" fmla="*/ 5 w 9"/>
                <a:gd name="T7" fmla="*/ 8 h 8"/>
                <a:gd name="T8" fmla="*/ 9 w 9"/>
                <a:gd name="T9" fmla="*/ 4 h 8"/>
                <a:gd name="T10" fmla="*/ 3 w 9"/>
                <a:gd name="T11" fmla="*/ 4 h 8"/>
                <a:gd name="T12" fmla="*/ 2 w 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5" y="8"/>
                  </a:lnTo>
                  <a:lnTo>
                    <a:pt x="9" y="4"/>
                  </a:lnTo>
                  <a:lnTo>
                    <a:pt x="3" y="4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5" name="Freeform 6532">
              <a:extLst>
                <a:ext uri="{FF2B5EF4-FFF2-40B4-BE49-F238E27FC236}">
                  <a16:creationId xmlns:a16="http://schemas.microsoft.com/office/drawing/2014/main" id="{3AA0F5A6-1EE5-4FB1-AC9B-1A82B153CC1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3725"/>
              <a:ext cx="15" cy="8"/>
            </a:xfrm>
            <a:custGeom>
              <a:avLst/>
              <a:gdLst>
                <a:gd name="T0" fmla="*/ 6 w 15"/>
                <a:gd name="T1" fmla="*/ 2 h 8"/>
                <a:gd name="T2" fmla="*/ 4 w 15"/>
                <a:gd name="T3" fmla="*/ 2 h 8"/>
                <a:gd name="T4" fmla="*/ 0 w 15"/>
                <a:gd name="T5" fmla="*/ 4 h 8"/>
                <a:gd name="T6" fmla="*/ 4 w 15"/>
                <a:gd name="T7" fmla="*/ 8 h 8"/>
                <a:gd name="T8" fmla="*/ 8 w 15"/>
                <a:gd name="T9" fmla="*/ 4 h 8"/>
                <a:gd name="T10" fmla="*/ 10 w 15"/>
                <a:gd name="T11" fmla="*/ 4 h 8"/>
                <a:gd name="T12" fmla="*/ 15 w 15"/>
                <a:gd name="T13" fmla="*/ 0 h 8"/>
                <a:gd name="T14" fmla="*/ 8 w 15"/>
                <a:gd name="T15" fmla="*/ 0 h 8"/>
                <a:gd name="T16" fmla="*/ 6 w 15"/>
                <a:gd name="T1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2"/>
                  </a:moveTo>
                  <a:lnTo>
                    <a:pt x="4" y="2"/>
                  </a:lnTo>
                  <a:lnTo>
                    <a:pt x="0" y="4"/>
                  </a:lnTo>
                  <a:lnTo>
                    <a:pt x="4" y="8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5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6" name="Freeform 6533">
              <a:extLst>
                <a:ext uri="{FF2B5EF4-FFF2-40B4-BE49-F238E27FC236}">
                  <a16:creationId xmlns:a16="http://schemas.microsoft.com/office/drawing/2014/main" id="{1EC5E428-687F-4D66-9A35-E2F9A1AFFF1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3524"/>
              <a:ext cx="10" cy="5"/>
            </a:xfrm>
            <a:custGeom>
              <a:avLst/>
              <a:gdLst>
                <a:gd name="T0" fmla="*/ 10 w 10"/>
                <a:gd name="T1" fmla="*/ 4 h 5"/>
                <a:gd name="T2" fmla="*/ 6 w 10"/>
                <a:gd name="T3" fmla="*/ 0 h 5"/>
                <a:gd name="T4" fmla="*/ 2 w 10"/>
                <a:gd name="T5" fmla="*/ 0 h 5"/>
                <a:gd name="T6" fmla="*/ 0 w 10"/>
                <a:gd name="T7" fmla="*/ 2 h 5"/>
                <a:gd name="T8" fmla="*/ 4 w 10"/>
                <a:gd name="T9" fmla="*/ 5 h 5"/>
                <a:gd name="T10" fmla="*/ 10 w 10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7" name="Freeform 6534">
              <a:extLst>
                <a:ext uri="{FF2B5EF4-FFF2-40B4-BE49-F238E27FC236}">
                  <a16:creationId xmlns:a16="http://schemas.microsoft.com/office/drawing/2014/main" id="{FD8516ED-A8D4-482A-81A1-59595BA6F92D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" y="3543"/>
              <a:ext cx="8" cy="5"/>
            </a:xfrm>
            <a:custGeom>
              <a:avLst/>
              <a:gdLst>
                <a:gd name="T0" fmla="*/ 0 w 8"/>
                <a:gd name="T1" fmla="*/ 3 h 5"/>
                <a:gd name="T2" fmla="*/ 6 w 8"/>
                <a:gd name="T3" fmla="*/ 5 h 5"/>
                <a:gd name="T4" fmla="*/ 8 w 8"/>
                <a:gd name="T5" fmla="*/ 3 h 5"/>
                <a:gd name="T6" fmla="*/ 6 w 8"/>
                <a:gd name="T7" fmla="*/ 0 h 5"/>
                <a:gd name="T8" fmla="*/ 0 w 8"/>
                <a:gd name="T9" fmla="*/ 0 h 5"/>
                <a:gd name="T10" fmla="*/ 0 w 8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lnTo>
                    <a:pt x="6" y="5"/>
                  </a:lnTo>
                  <a:lnTo>
                    <a:pt x="8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8" name="Freeform 6535">
              <a:extLst>
                <a:ext uri="{FF2B5EF4-FFF2-40B4-BE49-F238E27FC236}">
                  <a16:creationId xmlns:a16="http://schemas.microsoft.com/office/drawing/2014/main" id="{F8AC6C2A-82BD-4689-8EEE-DC63E5993C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3" y="3708"/>
              <a:ext cx="11" cy="6"/>
            </a:xfrm>
            <a:custGeom>
              <a:avLst/>
              <a:gdLst>
                <a:gd name="T0" fmla="*/ 3 w 6"/>
                <a:gd name="T1" fmla="*/ 1 h 3"/>
                <a:gd name="T2" fmla="*/ 2 w 6"/>
                <a:gd name="T3" fmla="*/ 1 h 3"/>
                <a:gd name="T4" fmla="*/ 2 w 6"/>
                <a:gd name="T5" fmla="*/ 0 h 3"/>
                <a:gd name="T6" fmla="*/ 0 w 6"/>
                <a:gd name="T7" fmla="*/ 2 h 3"/>
                <a:gd name="T8" fmla="*/ 6 w 6"/>
                <a:gd name="T9" fmla="*/ 3 h 3"/>
                <a:gd name="T10" fmla="*/ 4 w 6"/>
                <a:gd name="T11" fmla="*/ 1 h 3"/>
                <a:gd name="T12" fmla="*/ 3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9" name="Freeform 6536">
              <a:extLst>
                <a:ext uri="{FF2B5EF4-FFF2-40B4-BE49-F238E27FC236}">
                  <a16:creationId xmlns:a16="http://schemas.microsoft.com/office/drawing/2014/main" id="{4B70B206-B871-4DBF-B261-9598E9CC0D7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8" y="3744"/>
              <a:ext cx="9" cy="11"/>
            </a:xfrm>
            <a:custGeom>
              <a:avLst/>
              <a:gdLst>
                <a:gd name="T0" fmla="*/ 2 w 5"/>
                <a:gd name="T1" fmla="*/ 0 h 6"/>
                <a:gd name="T2" fmla="*/ 3 w 5"/>
                <a:gd name="T3" fmla="*/ 2 h 6"/>
                <a:gd name="T4" fmla="*/ 2 w 5"/>
                <a:gd name="T5" fmla="*/ 3 h 6"/>
                <a:gd name="T6" fmla="*/ 3 w 5"/>
                <a:gd name="T7" fmla="*/ 4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4 h 6"/>
                <a:gd name="T14" fmla="*/ 0 w 5"/>
                <a:gd name="T15" fmla="*/ 3 h 6"/>
                <a:gd name="T16" fmla="*/ 1 w 5"/>
                <a:gd name="T17" fmla="*/ 5 h 6"/>
                <a:gd name="T18" fmla="*/ 2 w 5"/>
                <a:gd name="T19" fmla="*/ 6 h 6"/>
                <a:gd name="T20" fmla="*/ 3 w 5"/>
                <a:gd name="T21" fmla="*/ 5 h 6"/>
                <a:gd name="T22" fmla="*/ 3 w 5"/>
                <a:gd name="T23" fmla="*/ 5 h 6"/>
                <a:gd name="T24" fmla="*/ 5 w 5"/>
                <a:gd name="T25" fmla="*/ 5 h 6"/>
                <a:gd name="T26" fmla="*/ 5 w 5"/>
                <a:gd name="T27" fmla="*/ 3 h 6"/>
                <a:gd name="T28" fmla="*/ 5 w 5"/>
                <a:gd name="T29" fmla="*/ 1 h 6"/>
                <a:gd name="T30" fmla="*/ 2 w 5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0" name="Freeform 6537">
              <a:extLst>
                <a:ext uri="{FF2B5EF4-FFF2-40B4-BE49-F238E27FC236}">
                  <a16:creationId xmlns:a16="http://schemas.microsoft.com/office/drawing/2014/main" id="{16ECDCE9-B91F-4B38-9FD8-75D29C2465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5" y="3500"/>
              <a:ext cx="6" cy="5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0 h 5"/>
                <a:gd name="T4" fmla="*/ 0 w 6"/>
                <a:gd name="T5" fmla="*/ 2 h 5"/>
                <a:gd name="T6" fmla="*/ 4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1" name="Freeform 6538">
              <a:extLst>
                <a:ext uri="{FF2B5EF4-FFF2-40B4-BE49-F238E27FC236}">
                  <a16:creationId xmlns:a16="http://schemas.microsoft.com/office/drawing/2014/main" id="{6C0F5C9C-CB6C-450A-8242-00916B2DD10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631"/>
              <a:ext cx="6" cy="5"/>
            </a:xfrm>
            <a:custGeom>
              <a:avLst/>
              <a:gdLst>
                <a:gd name="T0" fmla="*/ 0 w 6"/>
                <a:gd name="T1" fmla="*/ 5 h 5"/>
                <a:gd name="T2" fmla="*/ 6 w 6"/>
                <a:gd name="T3" fmla="*/ 5 h 5"/>
                <a:gd name="T4" fmla="*/ 2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5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2" name="Freeform 6539">
              <a:extLst>
                <a:ext uri="{FF2B5EF4-FFF2-40B4-BE49-F238E27FC236}">
                  <a16:creationId xmlns:a16="http://schemas.microsoft.com/office/drawing/2014/main" id="{E437B6AE-ED43-45DB-B2B7-E6E611C9FB5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13" y="2635"/>
              <a:ext cx="13" cy="15"/>
            </a:xfrm>
            <a:custGeom>
              <a:avLst/>
              <a:gdLst>
                <a:gd name="T0" fmla="*/ 13 w 13"/>
                <a:gd name="T1" fmla="*/ 7 h 15"/>
                <a:gd name="T2" fmla="*/ 13 w 13"/>
                <a:gd name="T3" fmla="*/ 7 h 15"/>
                <a:gd name="T4" fmla="*/ 9 w 13"/>
                <a:gd name="T5" fmla="*/ 0 h 15"/>
                <a:gd name="T6" fmla="*/ 6 w 13"/>
                <a:gd name="T7" fmla="*/ 3 h 15"/>
                <a:gd name="T8" fmla="*/ 6 w 13"/>
                <a:gd name="T9" fmla="*/ 3 h 15"/>
                <a:gd name="T10" fmla="*/ 2 w 13"/>
                <a:gd name="T11" fmla="*/ 3 h 15"/>
                <a:gd name="T12" fmla="*/ 0 w 13"/>
                <a:gd name="T13" fmla="*/ 7 h 15"/>
                <a:gd name="T14" fmla="*/ 6 w 13"/>
                <a:gd name="T15" fmla="*/ 15 h 15"/>
                <a:gd name="T16" fmla="*/ 6 w 13"/>
                <a:gd name="T17" fmla="*/ 11 h 15"/>
                <a:gd name="T18" fmla="*/ 11 w 13"/>
                <a:gd name="T19" fmla="*/ 15 h 15"/>
                <a:gd name="T20" fmla="*/ 13 w 13"/>
                <a:gd name="T21" fmla="*/ 7 h 15"/>
                <a:gd name="T22" fmla="*/ 8 w 13"/>
                <a:gd name="T23" fmla="*/ 7 h 15"/>
                <a:gd name="T24" fmla="*/ 11 w 13"/>
                <a:gd name="T25" fmla="*/ 7 h 15"/>
                <a:gd name="T26" fmla="*/ 6 w 13"/>
                <a:gd name="T27" fmla="*/ 11 h 15"/>
                <a:gd name="T28" fmla="*/ 8 w 13"/>
                <a:gd name="T2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lnTo>
                    <a:pt x="13" y="7"/>
                  </a:lnTo>
                  <a:lnTo>
                    <a:pt x="9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2" y="3"/>
                  </a:lnTo>
                  <a:lnTo>
                    <a:pt x="0" y="7"/>
                  </a:lnTo>
                  <a:lnTo>
                    <a:pt x="6" y="15"/>
                  </a:lnTo>
                  <a:lnTo>
                    <a:pt x="6" y="11"/>
                  </a:lnTo>
                  <a:lnTo>
                    <a:pt x="11" y="15"/>
                  </a:lnTo>
                  <a:lnTo>
                    <a:pt x="13" y="7"/>
                  </a:lnTo>
                  <a:close/>
                  <a:moveTo>
                    <a:pt x="8" y="7"/>
                  </a:moveTo>
                  <a:lnTo>
                    <a:pt x="11" y="7"/>
                  </a:lnTo>
                  <a:lnTo>
                    <a:pt x="6" y="11"/>
                  </a:lnTo>
                  <a:lnTo>
                    <a:pt x="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3" name="Freeform 6540">
              <a:extLst>
                <a:ext uri="{FF2B5EF4-FFF2-40B4-BE49-F238E27FC236}">
                  <a16:creationId xmlns:a16="http://schemas.microsoft.com/office/drawing/2014/main" id="{1DADB7A5-CAA5-4414-A1A9-0A9A123452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9" y="2648"/>
              <a:ext cx="5" cy="11"/>
            </a:xfrm>
            <a:custGeom>
              <a:avLst/>
              <a:gdLst>
                <a:gd name="T0" fmla="*/ 1 w 3"/>
                <a:gd name="T1" fmla="*/ 1 h 6"/>
                <a:gd name="T2" fmla="*/ 0 w 3"/>
                <a:gd name="T3" fmla="*/ 2 h 6"/>
                <a:gd name="T4" fmla="*/ 0 w 3"/>
                <a:gd name="T5" fmla="*/ 3 h 6"/>
                <a:gd name="T6" fmla="*/ 0 w 3"/>
                <a:gd name="T7" fmla="*/ 6 h 6"/>
                <a:gd name="T8" fmla="*/ 3 w 3"/>
                <a:gd name="T9" fmla="*/ 5 h 6"/>
                <a:gd name="T10" fmla="*/ 3 w 3"/>
                <a:gd name="T11" fmla="*/ 2 h 6"/>
                <a:gd name="T12" fmla="*/ 1 w 3"/>
                <a:gd name="T13" fmla="*/ 0 h 6"/>
                <a:gd name="T14" fmla="*/ 1 w 3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4" name="Freeform 6541">
              <a:extLst>
                <a:ext uri="{FF2B5EF4-FFF2-40B4-BE49-F238E27FC236}">
                  <a16:creationId xmlns:a16="http://schemas.microsoft.com/office/drawing/2014/main" id="{3050B722-0397-446C-AA64-F5C77642AC1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3" y="2681"/>
              <a:ext cx="7" cy="8"/>
            </a:xfrm>
            <a:custGeom>
              <a:avLst/>
              <a:gdLst>
                <a:gd name="T0" fmla="*/ 0 w 7"/>
                <a:gd name="T1" fmla="*/ 4 h 8"/>
                <a:gd name="T2" fmla="*/ 2 w 7"/>
                <a:gd name="T3" fmla="*/ 8 h 8"/>
                <a:gd name="T4" fmla="*/ 7 w 7"/>
                <a:gd name="T5" fmla="*/ 8 h 8"/>
                <a:gd name="T6" fmla="*/ 7 w 7"/>
                <a:gd name="T7" fmla="*/ 4 h 8"/>
                <a:gd name="T8" fmla="*/ 4 w 7"/>
                <a:gd name="T9" fmla="*/ 0 h 8"/>
                <a:gd name="T10" fmla="*/ 0 w 7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lnTo>
                    <a:pt x="2" y="8"/>
                  </a:lnTo>
                  <a:lnTo>
                    <a:pt x="7" y="8"/>
                  </a:lnTo>
                  <a:lnTo>
                    <a:pt x="7" y="4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5" name="Freeform 6542">
              <a:extLst>
                <a:ext uri="{FF2B5EF4-FFF2-40B4-BE49-F238E27FC236}">
                  <a16:creationId xmlns:a16="http://schemas.microsoft.com/office/drawing/2014/main" id="{2A2E0AAA-0BED-4C07-B77C-25407D0C27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3" y="2659"/>
              <a:ext cx="15" cy="45"/>
            </a:xfrm>
            <a:custGeom>
              <a:avLst/>
              <a:gdLst>
                <a:gd name="T0" fmla="*/ 4 w 8"/>
                <a:gd name="T1" fmla="*/ 22 h 24"/>
                <a:gd name="T2" fmla="*/ 3 w 8"/>
                <a:gd name="T3" fmla="*/ 21 h 24"/>
                <a:gd name="T4" fmla="*/ 5 w 8"/>
                <a:gd name="T5" fmla="*/ 21 h 24"/>
                <a:gd name="T6" fmla="*/ 4 w 8"/>
                <a:gd name="T7" fmla="*/ 18 h 24"/>
                <a:gd name="T8" fmla="*/ 6 w 8"/>
                <a:gd name="T9" fmla="*/ 14 h 24"/>
                <a:gd name="T10" fmla="*/ 5 w 8"/>
                <a:gd name="T11" fmla="*/ 11 h 24"/>
                <a:gd name="T12" fmla="*/ 7 w 8"/>
                <a:gd name="T13" fmla="*/ 12 h 24"/>
                <a:gd name="T14" fmla="*/ 8 w 8"/>
                <a:gd name="T15" fmla="*/ 9 h 24"/>
                <a:gd name="T16" fmla="*/ 7 w 8"/>
                <a:gd name="T17" fmla="*/ 6 h 24"/>
                <a:gd name="T18" fmla="*/ 8 w 8"/>
                <a:gd name="T19" fmla="*/ 6 h 24"/>
                <a:gd name="T20" fmla="*/ 8 w 8"/>
                <a:gd name="T21" fmla="*/ 4 h 24"/>
                <a:gd name="T22" fmla="*/ 7 w 8"/>
                <a:gd name="T23" fmla="*/ 1 h 24"/>
                <a:gd name="T24" fmla="*/ 3 w 8"/>
                <a:gd name="T25" fmla="*/ 0 h 24"/>
                <a:gd name="T26" fmla="*/ 3 w 8"/>
                <a:gd name="T27" fmla="*/ 2 h 24"/>
                <a:gd name="T28" fmla="*/ 5 w 8"/>
                <a:gd name="T29" fmla="*/ 4 h 24"/>
                <a:gd name="T30" fmla="*/ 5 w 8"/>
                <a:gd name="T31" fmla="*/ 5 h 24"/>
                <a:gd name="T32" fmla="*/ 6 w 8"/>
                <a:gd name="T33" fmla="*/ 6 h 24"/>
                <a:gd name="T34" fmla="*/ 7 w 8"/>
                <a:gd name="T35" fmla="*/ 6 h 24"/>
                <a:gd name="T36" fmla="*/ 5 w 8"/>
                <a:gd name="T37" fmla="*/ 9 h 24"/>
                <a:gd name="T38" fmla="*/ 5 w 8"/>
                <a:gd name="T39" fmla="*/ 10 h 24"/>
                <a:gd name="T40" fmla="*/ 5 w 8"/>
                <a:gd name="T41" fmla="*/ 10 h 24"/>
                <a:gd name="T42" fmla="*/ 4 w 8"/>
                <a:gd name="T43" fmla="*/ 17 h 24"/>
                <a:gd name="T44" fmla="*/ 3 w 8"/>
                <a:gd name="T45" fmla="*/ 16 h 24"/>
                <a:gd name="T46" fmla="*/ 3 w 8"/>
                <a:gd name="T47" fmla="*/ 19 h 24"/>
                <a:gd name="T48" fmla="*/ 3 w 8"/>
                <a:gd name="T49" fmla="*/ 20 h 24"/>
                <a:gd name="T50" fmla="*/ 3 w 8"/>
                <a:gd name="T51" fmla="*/ 20 h 24"/>
                <a:gd name="T52" fmla="*/ 0 w 8"/>
                <a:gd name="T53" fmla="*/ 21 h 24"/>
                <a:gd name="T54" fmla="*/ 0 w 8"/>
                <a:gd name="T55" fmla="*/ 24 h 24"/>
                <a:gd name="T56" fmla="*/ 2 w 8"/>
                <a:gd name="T57" fmla="*/ 24 h 24"/>
                <a:gd name="T58" fmla="*/ 4 w 8"/>
                <a:gd name="T5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" h="24">
                  <a:moveTo>
                    <a:pt x="4" y="22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2" y="24"/>
                    <a:pt x="2" y="24"/>
                  </a:cubicBezTo>
                  <a:lnTo>
                    <a:pt x="4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6" name="Freeform 6543">
              <a:extLst>
                <a:ext uri="{FF2B5EF4-FFF2-40B4-BE49-F238E27FC236}">
                  <a16:creationId xmlns:a16="http://schemas.microsoft.com/office/drawing/2014/main" id="{AFFC33EB-761E-48D9-852B-394D2359D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711"/>
              <a:ext cx="25" cy="21"/>
            </a:xfrm>
            <a:custGeom>
              <a:avLst/>
              <a:gdLst>
                <a:gd name="T0" fmla="*/ 25 w 25"/>
                <a:gd name="T1" fmla="*/ 0 h 21"/>
                <a:gd name="T2" fmla="*/ 17 w 25"/>
                <a:gd name="T3" fmla="*/ 4 h 21"/>
                <a:gd name="T4" fmla="*/ 19 w 25"/>
                <a:gd name="T5" fmla="*/ 4 h 21"/>
                <a:gd name="T6" fmla="*/ 14 w 25"/>
                <a:gd name="T7" fmla="*/ 6 h 21"/>
                <a:gd name="T8" fmla="*/ 12 w 25"/>
                <a:gd name="T9" fmla="*/ 6 h 21"/>
                <a:gd name="T10" fmla="*/ 8 w 25"/>
                <a:gd name="T11" fmla="*/ 8 h 21"/>
                <a:gd name="T12" fmla="*/ 6 w 25"/>
                <a:gd name="T13" fmla="*/ 9 h 21"/>
                <a:gd name="T14" fmla="*/ 8 w 25"/>
                <a:gd name="T15" fmla="*/ 11 h 21"/>
                <a:gd name="T16" fmla="*/ 8 w 25"/>
                <a:gd name="T17" fmla="*/ 13 h 21"/>
                <a:gd name="T18" fmla="*/ 6 w 25"/>
                <a:gd name="T19" fmla="*/ 15 h 21"/>
                <a:gd name="T20" fmla="*/ 0 w 25"/>
                <a:gd name="T21" fmla="*/ 17 h 21"/>
                <a:gd name="T22" fmla="*/ 8 w 25"/>
                <a:gd name="T23" fmla="*/ 21 h 21"/>
                <a:gd name="T24" fmla="*/ 15 w 25"/>
                <a:gd name="T25" fmla="*/ 19 h 21"/>
                <a:gd name="T26" fmla="*/ 19 w 25"/>
                <a:gd name="T27" fmla="*/ 15 h 21"/>
                <a:gd name="T28" fmla="*/ 19 w 25"/>
                <a:gd name="T29" fmla="*/ 11 h 21"/>
                <a:gd name="T30" fmla="*/ 17 w 25"/>
                <a:gd name="T31" fmla="*/ 9 h 21"/>
                <a:gd name="T32" fmla="*/ 19 w 25"/>
                <a:gd name="T33" fmla="*/ 8 h 21"/>
                <a:gd name="T34" fmla="*/ 19 w 25"/>
                <a:gd name="T35" fmla="*/ 4 h 21"/>
                <a:gd name="T36" fmla="*/ 23 w 25"/>
                <a:gd name="T37" fmla="*/ 6 h 21"/>
                <a:gd name="T38" fmla="*/ 25 w 25"/>
                <a:gd name="T3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lnTo>
                    <a:pt x="17" y="4"/>
                  </a:lnTo>
                  <a:lnTo>
                    <a:pt x="19" y="4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8" y="8"/>
                  </a:lnTo>
                  <a:lnTo>
                    <a:pt x="6" y="9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6" y="15"/>
                  </a:lnTo>
                  <a:lnTo>
                    <a:pt x="0" y="17"/>
                  </a:lnTo>
                  <a:lnTo>
                    <a:pt x="8" y="21"/>
                  </a:lnTo>
                  <a:lnTo>
                    <a:pt x="15" y="19"/>
                  </a:lnTo>
                  <a:lnTo>
                    <a:pt x="19" y="15"/>
                  </a:lnTo>
                  <a:lnTo>
                    <a:pt x="19" y="11"/>
                  </a:lnTo>
                  <a:lnTo>
                    <a:pt x="17" y="9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23" y="6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09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</p:grpSp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02447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921055CA-2CAD-4AE8-BA8E-0837FA58624D}"/>
              </a:ext>
            </a:extLst>
          </p:cNvPr>
          <p:cNvGrpSpPr/>
          <p:nvPr userDrawn="1"/>
        </p:nvGrpSpPr>
        <p:grpSpPr>
          <a:xfrm>
            <a:off x="0" y="-1"/>
            <a:ext cx="12192000" cy="6858001"/>
            <a:chOff x="-2377440" y="-1"/>
            <a:chExt cx="9144000" cy="5143501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6C063006-C35C-4135-8D5C-5FA5C64D54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4CD0C11-5656-49A9-9905-F61686A5F88F}"/>
                </a:ext>
              </a:extLst>
            </p:cNvPr>
            <p:cNvSpPr/>
            <p:nvPr userDrawn="1"/>
          </p:nvSpPr>
          <p:spPr>
            <a:xfrm>
              <a:off x="-2377440" y="1"/>
              <a:ext cx="9144000" cy="5143499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alpha val="85000"/>
                  </a:schemeClr>
                </a:gs>
                <a:gs pos="65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3FAB58F-F429-4EC9-8F50-D8342B8FFF15}"/>
                </a:ext>
              </a:extLst>
            </p:cNvPr>
            <p:cNvSpPr/>
            <p:nvPr userDrawn="1"/>
          </p:nvSpPr>
          <p:spPr>
            <a:xfrm>
              <a:off x="-2377440" y="-1"/>
              <a:ext cx="9144000" cy="5143499"/>
            </a:xfrm>
            <a:prstGeom prst="rect">
              <a:avLst/>
            </a:prstGeom>
            <a:gradFill>
              <a:gsLst>
                <a:gs pos="0">
                  <a:schemeClr val="accent6">
                    <a:alpha val="35000"/>
                  </a:schemeClr>
                </a:gs>
                <a:gs pos="35000">
                  <a:schemeClr val="bg1">
                    <a:alpha val="63000"/>
                  </a:schemeClr>
                </a:gs>
                <a:gs pos="100000">
                  <a:srgbClr val="6E2486"/>
                </a:gs>
              </a:gsLst>
              <a:lin ang="2700000" scaled="0"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4637A5AC-125D-4036-A781-78E4237F47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pic>
          <p:nvPicPr>
            <p:cNvPr id="6" name="sparkles">
              <a:extLst>
                <a:ext uri="{FF2B5EF4-FFF2-40B4-BE49-F238E27FC236}">
                  <a16:creationId xmlns:a16="http://schemas.microsoft.com/office/drawing/2014/main" id="{436250BB-89BF-7A4B-92CB-0C29E13BF42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email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279DA7D-7FE5-4043-A0FD-F6B0A8546FC5}"/>
              </a:ext>
            </a:extLst>
          </p:cNvPr>
          <p:cNvSpPr txBox="1"/>
          <p:nvPr userDrawn="1"/>
        </p:nvSpPr>
        <p:spPr>
          <a:xfrm>
            <a:off x="5600137" y="6696353"/>
            <a:ext cx="1009892" cy="92398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l" defTabSz="121914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67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© Copyright 2022 Dell Inc.</a:t>
            </a:r>
          </a:p>
        </p:txBody>
      </p:sp>
    </p:spTree>
    <p:extLst>
      <p:ext uri="{BB962C8B-B14F-4D97-AF65-F5344CB8AC3E}">
        <p14:creationId xmlns:p14="http://schemas.microsoft.com/office/powerpoint/2010/main" val="27872291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38621BF5-BE9E-704D-86E5-F9FA468FB5F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F7699C45-1F20-5748-9D42-998F4EC9551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574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620539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on blue gradient bkgd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3E6BA4F8-95D2-4AA1-B8CE-7B7D13FADEC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3820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accent6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B2D34198-AED4-4D80-9035-E654A42FC329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89" indent="-228589">
              <a:lnSpc>
                <a:spcPct val="100000"/>
              </a:lnSpc>
              <a:spcBef>
                <a:spcPts val="16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24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685766" indent="-228589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–"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066747" indent="-152392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▪"/>
              <a:defRPr sz="1467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120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98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5680177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Full Fa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7DF3775-FCED-4931-9BAC-0E7136464C5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99000">
                <a:schemeClr val="accent1">
                  <a:lumMod val="100000"/>
                </a:schemeClr>
              </a:gs>
              <a:gs pos="0">
                <a:schemeClr val="bg1"/>
              </a:gs>
            </a:gsLst>
            <a:lin ang="540000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AD0407AE-1928-433A-9C43-DB03FD3D125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5600700" y="6696443"/>
            <a:ext cx="1009892" cy="9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1219140" eaLnBrk="1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</a:pPr>
            <a:r>
              <a:rPr lang="en-US" altLang="en-US" sz="667">
                <a:solidFill>
                  <a:schemeClr val="tx2"/>
                </a:solidFill>
              </a:rPr>
              <a:t>© Copyright 2022 Dell Inc.</a:t>
            </a:r>
          </a:p>
        </p:txBody>
      </p:sp>
      <p:sp>
        <p:nvSpPr>
          <p:cNvPr id="6" name="TextBox 16">
            <a:extLst>
              <a:ext uri="{FF2B5EF4-FFF2-40B4-BE49-F238E27FC236}">
                <a16:creationId xmlns:a16="http://schemas.microsoft.com/office/drawing/2014/main" id="{94282260-E62A-4090-8B26-8A9234628739}"/>
              </a:ext>
            </a:extLst>
          </p:cNvPr>
          <p:cNvSpPr txBox="1"/>
          <p:nvPr userDrawn="1"/>
        </p:nvSpPr>
        <p:spPr>
          <a:xfrm>
            <a:off x="5276851" y="6697501"/>
            <a:ext cx="192360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bg1"/>
              </a:buClr>
              <a:defRPr/>
            </a:pPr>
            <a:r>
              <a:rPr lang="en-US" sz="667">
                <a:solidFill>
                  <a:schemeClr val="tx2"/>
                </a:solidFill>
                <a:latin typeface="Arial" panose="020B0604020202020204" pitchFamily="34" charset="0"/>
              </a:rPr>
              <a:t>of 20</a:t>
            </a:r>
          </a:p>
        </p:txBody>
      </p:sp>
      <p:pic>
        <p:nvPicPr>
          <p:cNvPr id="8" name="Picture 12" descr="A picture containing drawing, food&#10;&#10;Description automatically generated">
            <a:extLst>
              <a:ext uri="{FF2B5EF4-FFF2-40B4-BE49-F238E27FC236}">
                <a16:creationId xmlns:a16="http://schemas.microsoft.com/office/drawing/2014/main" id="{2BE83EB4-2971-49B5-BF57-BCC742C1591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99186" y="6449485"/>
            <a:ext cx="1441449" cy="1862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Box 19">
            <a:extLst>
              <a:ext uri="{FF2B5EF4-FFF2-40B4-BE49-F238E27FC236}">
                <a16:creationId xmlns:a16="http://schemas.microsoft.com/office/drawing/2014/main" id="{AFABFD45-DED9-483F-8FA1-0556431FCBFA}"/>
              </a:ext>
            </a:extLst>
          </p:cNvPr>
          <p:cNvSpPr txBox="1"/>
          <p:nvPr userDrawn="1"/>
        </p:nvSpPr>
        <p:spPr>
          <a:xfrm>
            <a:off x="5139302" y="6697501"/>
            <a:ext cx="105798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eaLnBrk="1" hangingPunct="1">
              <a:lnSpc>
                <a:spcPct val="90000"/>
              </a:lnSpc>
              <a:buClr>
                <a:schemeClr val="bg1"/>
              </a:buClr>
              <a:defRPr/>
            </a:pPr>
            <a:fld id="{A3EBEA3C-A547-440F-8D8E-B11EDE1F5773}" type="slidenum">
              <a:rPr lang="en-US" sz="667" smtClean="0">
                <a:solidFill>
                  <a:schemeClr val="tx2"/>
                </a:solidFill>
                <a:latin typeface="Arial" panose="020B0604020202020204" pitchFamily="34" charset="0"/>
              </a:rPr>
              <a:pPr algn="r" eaLnBrk="1" hangingPunct="1">
                <a:lnSpc>
                  <a:spcPct val="90000"/>
                </a:lnSpc>
                <a:buClr>
                  <a:schemeClr val="bg1"/>
                </a:buClr>
                <a:defRPr/>
              </a:pPr>
              <a:t>‹#›</a:t>
            </a:fld>
            <a:endParaRPr lang="en-US" sz="667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3820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27317000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nd logo slide blu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>
            <a:extLst>
              <a:ext uri="{FF2B5EF4-FFF2-40B4-BE49-F238E27FC236}">
                <a16:creationId xmlns:a16="http://schemas.microsoft.com/office/drawing/2014/main" id="{D12DCCB9-51A4-4332-A79A-268EDAD93A2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700867" y="3005668"/>
            <a:ext cx="6792384" cy="880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46597239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2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7824704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2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1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5130860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2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89" y="857251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89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84" indent="-22858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50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20" indent="-15238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080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47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5036705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2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0"/>
          </p:nvPr>
        </p:nvSpPr>
        <p:spPr>
          <a:xfrm>
            <a:off x="3810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50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14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1"/>
          </p:nvPr>
        </p:nvSpPr>
        <p:spPr>
          <a:xfrm>
            <a:off x="63246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50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14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41961030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2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01" indent="-230701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50" indent="-230701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798" indent="-224350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6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01" indent="-230701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50" indent="-230701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798" indent="-224350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22040580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0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2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3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Content Placeholder 9">
            <a:extLst>
              <a:ext uri="{FF2B5EF4-FFF2-40B4-BE49-F238E27FC236}">
                <a16:creationId xmlns:a16="http://schemas.microsoft.com/office/drawing/2014/main" id="{3C9CA1AB-E8E8-4338-8BB5-4C9F95D3899A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332839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9">
            <a:extLst>
              <a:ext uri="{FF2B5EF4-FFF2-40B4-BE49-F238E27FC236}">
                <a16:creationId xmlns:a16="http://schemas.microsoft.com/office/drawing/2014/main" id="{B6586213-13AB-4801-9939-C1924B01D7D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284233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6404680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96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28224884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nd logo slide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Graphic 16">
            <a:extLst>
              <a:ext uri="{FF2B5EF4-FFF2-40B4-BE49-F238E27FC236}">
                <a16:creationId xmlns:a16="http://schemas.microsoft.com/office/drawing/2014/main" id="{FDF42412-CEEF-D64D-9A05-AE0E11DA5E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-3691" t="1935" r="22546" b="80009"/>
          <a:stretch/>
        </p:blipFill>
        <p:spPr>
          <a:xfrm rot="5400000">
            <a:off x="-2311595" y="3308161"/>
            <a:ext cx="5861437" cy="1238249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4EDF16E9-3B3A-AE4F-B20F-AE31B13D850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0">
            <a:gsLst>
              <a:gs pos="72000">
                <a:srgbClr val="363886">
                  <a:alpha val="39750"/>
                </a:srgbClr>
              </a:gs>
              <a:gs pos="0">
                <a:schemeClr val="accent1">
                  <a:lumMod val="97227"/>
                  <a:lumOff val="2773"/>
                  <a:alpha val="98109"/>
                </a:schemeClr>
              </a:gs>
              <a:gs pos="99000">
                <a:srgbClr val="6E2585">
                  <a:alpha val="90719"/>
                </a:srgbClr>
              </a:gs>
            </a:gsLst>
            <a:lin ang="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pic>
        <p:nvPicPr>
          <p:cNvPr id="19" name="Graphic 18">
            <a:extLst>
              <a:ext uri="{FF2B5EF4-FFF2-40B4-BE49-F238E27FC236}">
                <a16:creationId xmlns:a16="http://schemas.microsoft.com/office/drawing/2014/main" id="{85A4F386-9083-7444-A632-ECFF2255000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screen">
            <a:alphaModFix amt="27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5724"/>
          <a:stretch/>
        </p:blipFill>
        <p:spPr>
          <a:xfrm rot="19489289">
            <a:off x="3505454" y="3125108"/>
            <a:ext cx="10679865" cy="2980267"/>
          </a:xfrm>
          <a:custGeom>
            <a:avLst/>
            <a:gdLst>
              <a:gd name="connsiteX0" fmla="*/ 0 w 8009899"/>
              <a:gd name="connsiteY0" fmla="*/ 1639838 h 2235200"/>
              <a:gd name="connsiteX1" fmla="*/ 844652 w 8009899"/>
              <a:gd name="connsiteY1" fmla="*/ 2235200 h 2235200"/>
              <a:gd name="connsiteX2" fmla="*/ 0 w 8009899"/>
              <a:gd name="connsiteY2" fmla="*/ 2235200 h 2235200"/>
              <a:gd name="connsiteX3" fmla="*/ 7757358 w 8009899"/>
              <a:gd name="connsiteY3" fmla="*/ 0 h 2235200"/>
              <a:gd name="connsiteX4" fmla="*/ 6455842 w 8009899"/>
              <a:gd name="connsiteY4" fmla="*/ 1846486 h 2235200"/>
              <a:gd name="connsiteX5" fmla="*/ 6962771 w 8009899"/>
              <a:gd name="connsiteY5" fmla="*/ 2203801 h 2235200"/>
              <a:gd name="connsiteX6" fmla="*/ 8009899 w 8009899"/>
              <a:gd name="connsiteY6" fmla="*/ 718220 h 2235200"/>
              <a:gd name="connsiteX7" fmla="*/ 8009899 w 8009899"/>
              <a:gd name="connsiteY7" fmla="*/ 2235200 h 2235200"/>
              <a:gd name="connsiteX8" fmla="*/ 2543450 w 8009899"/>
              <a:gd name="connsiteY8" fmla="*/ 2235200 h 2235200"/>
              <a:gd name="connsiteX9" fmla="*/ 0 w 8009899"/>
              <a:gd name="connsiteY9" fmla="*/ 442421 h 2235200"/>
              <a:gd name="connsiteX10" fmla="*/ 0 w 8009899"/>
              <a:gd name="connsiteY10" fmla="*/ 0 h 223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009899" h="2235200">
                <a:moveTo>
                  <a:pt x="0" y="1639838"/>
                </a:moveTo>
                <a:lnTo>
                  <a:pt x="844652" y="2235200"/>
                </a:lnTo>
                <a:lnTo>
                  <a:pt x="0" y="2235200"/>
                </a:lnTo>
                <a:close/>
                <a:moveTo>
                  <a:pt x="7757358" y="0"/>
                </a:moveTo>
                <a:lnTo>
                  <a:pt x="6455842" y="1846486"/>
                </a:lnTo>
                <a:lnTo>
                  <a:pt x="6962771" y="2203801"/>
                </a:lnTo>
                <a:lnTo>
                  <a:pt x="8009899" y="718220"/>
                </a:lnTo>
                <a:lnTo>
                  <a:pt x="8009899" y="2235200"/>
                </a:lnTo>
                <a:lnTo>
                  <a:pt x="2543450" y="2235200"/>
                </a:lnTo>
                <a:lnTo>
                  <a:pt x="0" y="442421"/>
                </a:lnTo>
                <a:lnTo>
                  <a:pt x="0" y="0"/>
                </a:lnTo>
                <a:close/>
              </a:path>
            </a:pathLst>
          </a:custGeom>
        </p:spPr>
      </p:pic>
      <p:grpSp>
        <p:nvGrpSpPr>
          <p:cNvPr id="20" name="Graphic 9">
            <a:extLst>
              <a:ext uri="{FF2B5EF4-FFF2-40B4-BE49-F238E27FC236}">
                <a16:creationId xmlns:a16="http://schemas.microsoft.com/office/drawing/2014/main" id="{598D8224-70E9-514F-BC49-9A6F369ED2C2}"/>
              </a:ext>
            </a:extLst>
          </p:cNvPr>
          <p:cNvGrpSpPr/>
          <p:nvPr userDrawn="1"/>
        </p:nvGrpSpPr>
        <p:grpSpPr>
          <a:xfrm>
            <a:off x="2366983" y="2955103"/>
            <a:ext cx="7458036" cy="947799"/>
            <a:chOff x="7771713" y="4862293"/>
            <a:chExt cx="1091472" cy="138709"/>
          </a:xfrm>
          <a:solidFill>
            <a:schemeClr val="tx2"/>
          </a:solidFill>
        </p:grpSpPr>
        <p:sp>
          <p:nvSpPr>
            <p:cNvPr id="21" name="Graphic 9">
              <a:extLst>
                <a:ext uri="{FF2B5EF4-FFF2-40B4-BE49-F238E27FC236}">
                  <a16:creationId xmlns:a16="http://schemas.microsoft.com/office/drawing/2014/main" id="{116C1B94-2CB7-D346-B49A-3DF49D784EE3}"/>
                </a:ext>
              </a:extLst>
            </p:cNvPr>
            <p:cNvSpPr/>
            <p:nvPr/>
          </p:nvSpPr>
          <p:spPr>
            <a:xfrm>
              <a:off x="8118262" y="4869046"/>
              <a:ext cx="744923" cy="131955"/>
            </a:xfrm>
            <a:custGeom>
              <a:avLst/>
              <a:gdLst>
                <a:gd name="connsiteX0" fmla="*/ 744924 w 744923"/>
                <a:gd name="connsiteY0" fmla="*/ 82602 h 131955"/>
                <a:gd name="connsiteX1" fmla="*/ 722937 w 744923"/>
                <a:gd name="connsiteY1" fmla="*/ 60783 h 131955"/>
                <a:gd name="connsiteX2" fmla="*/ 699380 w 744923"/>
                <a:gd name="connsiteY2" fmla="*/ 46236 h 131955"/>
                <a:gd name="connsiteX3" fmla="*/ 715608 w 744923"/>
                <a:gd name="connsiteY3" fmla="*/ 34807 h 131955"/>
                <a:gd name="connsiteX4" fmla="*/ 732883 w 744923"/>
                <a:gd name="connsiteY4" fmla="*/ 47795 h 131955"/>
                <a:gd name="connsiteX5" fmla="*/ 734454 w 744923"/>
                <a:gd name="connsiteY5" fmla="*/ 49354 h 131955"/>
                <a:gd name="connsiteX6" fmla="*/ 740212 w 744923"/>
                <a:gd name="connsiteY6" fmla="*/ 49354 h 131955"/>
                <a:gd name="connsiteX7" fmla="*/ 741783 w 744923"/>
                <a:gd name="connsiteY7" fmla="*/ 47795 h 131955"/>
                <a:gd name="connsiteX8" fmla="*/ 715608 w 744923"/>
                <a:gd name="connsiteY8" fmla="*/ 27534 h 131955"/>
                <a:gd name="connsiteX9" fmla="*/ 691004 w 744923"/>
                <a:gd name="connsiteY9" fmla="*/ 46236 h 131955"/>
                <a:gd name="connsiteX10" fmla="*/ 714561 w 744923"/>
                <a:gd name="connsiteY10" fmla="*/ 66497 h 131955"/>
                <a:gd name="connsiteX11" fmla="*/ 736548 w 744923"/>
                <a:gd name="connsiteY11" fmla="*/ 82602 h 131955"/>
                <a:gd name="connsiteX12" fmla="*/ 717702 w 744923"/>
                <a:gd name="connsiteY12" fmla="*/ 95590 h 131955"/>
                <a:gd name="connsiteX13" fmla="*/ 698857 w 744923"/>
                <a:gd name="connsiteY13" fmla="*/ 79485 h 131955"/>
                <a:gd name="connsiteX14" fmla="*/ 697286 w 744923"/>
                <a:gd name="connsiteY14" fmla="*/ 77927 h 131955"/>
                <a:gd name="connsiteX15" fmla="*/ 691528 w 744923"/>
                <a:gd name="connsiteY15" fmla="*/ 77927 h 131955"/>
                <a:gd name="connsiteX16" fmla="*/ 689957 w 744923"/>
                <a:gd name="connsiteY16" fmla="*/ 79485 h 131955"/>
                <a:gd name="connsiteX17" fmla="*/ 717702 w 744923"/>
                <a:gd name="connsiteY17" fmla="*/ 102863 h 131955"/>
                <a:gd name="connsiteX18" fmla="*/ 744924 w 744923"/>
                <a:gd name="connsiteY18" fmla="*/ 82602 h 131955"/>
                <a:gd name="connsiteX19" fmla="*/ 682105 w 744923"/>
                <a:gd name="connsiteY19" fmla="*/ 68056 h 131955"/>
                <a:gd name="connsiteX20" fmla="*/ 683675 w 744923"/>
                <a:gd name="connsiteY20" fmla="*/ 66497 h 131955"/>
                <a:gd name="connsiteX21" fmla="*/ 683675 w 744923"/>
                <a:gd name="connsiteY21" fmla="*/ 62341 h 131955"/>
                <a:gd name="connsiteX22" fmla="*/ 651743 w 744923"/>
                <a:gd name="connsiteY22" fmla="*/ 27534 h 131955"/>
                <a:gd name="connsiteX23" fmla="*/ 619810 w 744923"/>
                <a:gd name="connsiteY23" fmla="*/ 62341 h 131955"/>
                <a:gd name="connsiteX24" fmla="*/ 619810 w 744923"/>
                <a:gd name="connsiteY24" fmla="*/ 65458 h 131955"/>
                <a:gd name="connsiteX25" fmla="*/ 653313 w 744923"/>
                <a:gd name="connsiteY25" fmla="*/ 103383 h 131955"/>
                <a:gd name="connsiteX26" fmla="*/ 682628 w 744923"/>
                <a:gd name="connsiteY26" fmla="*/ 81563 h 131955"/>
                <a:gd name="connsiteX27" fmla="*/ 681058 w 744923"/>
                <a:gd name="connsiteY27" fmla="*/ 80005 h 131955"/>
                <a:gd name="connsiteX28" fmla="*/ 675300 w 744923"/>
                <a:gd name="connsiteY28" fmla="*/ 80005 h 131955"/>
                <a:gd name="connsiteX29" fmla="*/ 673729 w 744923"/>
                <a:gd name="connsiteY29" fmla="*/ 81563 h 131955"/>
                <a:gd name="connsiteX30" fmla="*/ 653313 w 744923"/>
                <a:gd name="connsiteY30" fmla="*/ 96110 h 131955"/>
                <a:gd name="connsiteX31" fmla="*/ 628709 w 744923"/>
                <a:gd name="connsiteY31" fmla="*/ 70134 h 131955"/>
                <a:gd name="connsiteX32" fmla="*/ 630280 w 744923"/>
                <a:gd name="connsiteY32" fmla="*/ 68575 h 131955"/>
                <a:gd name="connsiteX33" fmla="*/ 682105 w 744923"/>
                <a:gd name="connsiteY33" fmla="*/ 68575 h 131955"/>
                <a:gd name="connsiteX34" fmla="*/ 673206 w 744923"/>
                <a:gd name="connsiteY34" fmla="*/ 60783 h 131955"/>
                <a:gd name="connsiteX35" fmla="*/ 629233 w 744923"/>
                <a:gd name="connsiteY35" fmla="*/ 60783 h 131955"/>
                <a:gd name="connsiteX36" fmla="*/ 627662 w 744923"/>
                <a:gd name="connsiteY36" fmla="*/ 59224 h 131955"/>
                <a:gd name="connsiteX37" fmla="*/ 651219 w 744923"/>
                <a:gd name="connsiteY37" fmla="*/ 34807 h 131955"/>
                <a:gd name="connsiteX38" fmla="*/ 674776 w 744923"/>
                <a:gd name="connsiteY38" fmla="*/ 59224 h 131955"/>
                <a:gd name="connsiteX39" fmla="*/ 673206 w 744923"/>
                <a:gd name="connsiteY39" fmla="*/ 60783 h 131955"/>
                <a:gd name="connsiteX40" fmla="*/ 608817 w 744923"/>
                <a:gd name="connsiteY40" fmla="*/ 100266 h 131955"/>
                <a:gd name="connsiteX41" fmla="*/ 608817 w 744923"/>
                <a:gd name="connsiteY41" fmla="*/ 30651 h 131955"/>
                <a:gd name="connsiteX42" fmla="*/ 607246 w 744923"/>
                <a:gd name="connsiteY42" fmla="*/ 29093 h 131955"/>
                <a:gd name="connsiteX43" fmla="*/ 601488 w 744923"/>
                <a:gd name="connsiteY43" fmla="*/ 29093 h 131955"/>
                <a:gd name="connsiteX44" fmla="*/ 599917 w 744923"/>
                <a:gd name="connsiteY44" fmla="*/ 30651 h 131955"/>
                <a:gd name="connsiteX45" fmla="*/ 599917 w 744923"/>
                <a:gd name="connsiteY45" fmla="*/ 100266 h 131955"/>
                <a:gd name="connsiteX46" fmla="*/ 601488 w 744923"/>
                <a:gd name="connsiteY46" fmla="*/ 101824 h 131955"/>
                <a:gd name="connsiteX47" fmla="*/ 607246 w 744923"/>
                <a:gd name="connsiteY47" fmla="*/ 101824 h 131955"/>
                <a:gd name="connsiteX48" fmla="*/ 608817 w 744923"/>
                <a:gd name="connsiteY48" fmla="*/ 100266 h 131955"/>
                <a:gd name="connsiteX49" fmla="*/ 608817 w 744923"/>
                <a:gd name="connsiteY49" fmla="*/ 16105 h 131955"/>
                <a:gd name="connsiteX50" fmla="*/ 608817 w 744923"/>
                <a:gd name="connsiteY50" fmla="*/ 7273 h 131955"/>
                <a:gd name="connsiteX51" fmla="*/ 607246 w 744923"/>
                <a:gd name="connsiteY51" fmla="*/ 5715 h 131955"/>
                <a:gd name="connsiteX52" fmla="*/ 601488 w 744923"/>
                <a:gd name="connsiteY52" fmla="*/ 5715 h 131955"/>
                <a:gd name="connsiteX53" fmla="*/ 599917 w 744923"/>
                <a:gd name="connsiteY53" fmla="*/ 7273 h 131955"/>
                <a:gd name="connsiteX54" fmla="*/ 599917 w 744923"/>
                <a:gd name="connsiteY54" fmla="*/ 16105 h 131955"/>
                <a:gd name="connsiteX55" fmla="*/ 601488 w 744923"/>
                <a:gd name="connsiteY55" fmla="*/ 17663 h 131955"/>
                <a:gd name="connsiteX56" fmla="*/ 607246 w 744923"/>
                <a:gd name="connsiteY56" fmla="*/ 17663 h 131955"/>
                <a:gd name="connsiteX57" fmla="*/ 608817 w 744923"/>
                <a:gd name="connsiteY57" fmla="*/ 16105 h 131955"/>
                <a:gd name="connsiteX58" fmla="*/ 553327 w 744923"/>
                <a:gd name="connsiteY58" fmla="*/ 95590 h 131955"/>
                <a:gd name="connsiteX59" fmla="*/ 529770 w 744923"/>
                <a:gd name="connsiteY59" fmla="*/ 64939 h 131955"/>
                <a:gd name="connsiteX60" fmla="*/ 553327 w 744923"/>
                <a:gd name="connsiteY60" fmla="*/ 34288 h 131955"/>
                <a:gd name="connsiteX61" fmla="*/ 576884 w 744923"/>
                <a:gd name="connsiteY61" fmla="*/ 64939 h 131955"/>
                <a:gd name="connsiteX62" fmla="*/ 553327 w 744923"/>
                <a:gd name="connsiteY62" fmla="*/ 95590 h 131955"/>
                <a:gd name="connsiteX63" fmla="*/ 576884 w 744923"/>
                <a:gd name="connsiteY63" fmla="*/ 91434 h 131955"/>
                <a:gd name="connsiteX64" fmla="*/ 554897 w 744923"/>
                <a:gd name="connsiteY64" fmla="*/ 124683 h 131955"/>
                <a:gd name="connsiteX65" fmla="*/ 536052 w 744923"/>
                <a:gd name="connsiteY65" fmla="*/ 111695 h 131955"/>
                <a:gd name="connsiteX66" fmla="*/ 534481 w 744923"/>
                <a:gd name="connsiteY66" fmla="*/ 110136 h 131955"/>
                <a:gd name="connsiteX67" fmla="*/ 528723 w 744923"/>
                <a:gd name="connsiteY67" fmla="*/ 110136 h 131955"/>
                <a:gd name="connsiteX68" fmla="*/ 527152 w 744923"/>
                <a:gd name="connsiteY68" fmla="*/ 111695 h 131955"/>
                <a:gd name="connsiteX69" fmla="*/ 554897 w 744923"/>
                <a:gd name="connsiteY69" fmla="*/ 131956 h 131955"/>
                <a:gd name="connsiteX70" fmla="*/ 585783 w 744923"/>
                <a:gd name="connsiteY70" fmla="*/ 91434 h 131955"/>
                <a:gd name="connsiteX71" fmla="*/ 585783 w 744923"/>
                <a:gd name="connsiteY71" fmla="*/ 30651 h 131955"/>
                <a:gd name="connsiteX72" fmla="*/ 584213 w 744923"/>
                <a:gd name="connsiteY72" fmla="*/ 29093 h 131955"/>
                <a:gd name="connsiteX73" fmla="*/ 580025 w 744923"/>
                <a:gd name="connsiteY73" fmla="*/ 29093 h 131955"/>
                <a:gd name="connsiteX74" fmla="*/ 578454 w 744923"/>
                <a:gd name="connsiteY74" fmla="*/ 30651 h 131955"/>
                <a:gd name="connsiteX75" fmla="*/ 576884 w 744923"/>
                <a:gd name="connsiteY75" fmla="*/ 39483 h 131955"/>
                <a:gd name="connsiteX76" fmla="*/ 575313 w 744923"/>
                <a:gd name="connsiteY76" fmla="*/ 39483 h 131955"/>
                <a:gd name="connsiteX77" fmla="*/ 551756 w 744923"/>
                <a:gd name="connsiteY77" fmla="*/ 28054 h 131955"/>
                <a:gd name="connsiteX78" fmla="*/ 520871 w 744923"/>
                <a:gd name="connsiteY78" fmla="*/ 65978 h 131955"/>
                <a:gd name="connsiteX79" fmla="*/ 551756 w 744923"/>
                <a:gd name="connsiteY79" fmla="*/ 103902 h 131955"/>
                <a:gd name="connsiteX80" fmla="*/ 575313 w 744923"/>
                <a:gd name="connsiteY80" fmla="*/ 92473 h 131955"/>
                <a:gd name="connsiteX81" fmla="*/ 576884 w 744923"/>
                <a:gd name="connsiteY81" fmla="*/ 92473 h 131955"/>
                <a:gd name="connsiteX82" fmla="*/ 481609 w 744923"/>
                <a:gd name="connsiteY82" fmla="*/ 34807 h 131955"/>
                <a:gd name="connsiteX83" fmla="*/ 506213 w 744923"/>
                <a:gd name="connsiteY83" fmla="*/ 65458 h 131955"/>
                <a:gd name="connsiteX84" fmla="*/ 481609 w 744923"/>
                <a:gd name="connsiteY84" fmla="*/ 96110 h 131955"/>
                <a:gd name="connsiteX85" fmla="*/ 457005 w 744923"/>
                <a:gd name="connsiteY85" fmla="*/ 65458 h 131955"/>
                <a:gd name="connsiteX86" fmla="*/ 481609 w 744923"/>
                <a:gd name="connsiteY86" fmla="*/ 34807 h 131955"/>
                <a:gd name="connsiteX87" fmla="*/ 481609 w 744923"/>
                <a:gd name="connsiteY87" fmla="*/ 102863 h 131955"/>
                <a:gd name="connsiteX88" fmla="*/ 515112 w 744923"/>
                <a:gd name="connsiteY88" fmla="*/ 64939 h 131955"/>
                <a:gd name="connsiteX89" fmla="*/ 481609 w 744923"/>
                <a:gd name="connsiteY89" fmla="*/ 27015 h 131955"/>
                <a:gd name="connsiteX90" fmla="*/ 448106 w 744923"/>
                <a:gd name="connsiteY90" fmla="*/ 64939 h 131955"/>
                <a:gd name="connsiteX91" fmla="*/ 481609 w 744923"/>
                <a:gd name="connsiteY91" fmla="*/ 102863 h 131955"/>
                <a:gd name="connsiteX92" fmla="*/ 438159 w 744923"/>
                <a:gd name="connsiteY92" fmla="*/ 100266 h 131955"/>
                <a:gd name="connsiteX93" fmla="*/ 438159 w 744923"/>
                <a:gd name="connsiteY93" fmla="*/ 1559 h 131955"/>
                <a:gd name="connsiteX94" fmla="*/ 436589 w 744923"/>
                <a:gd name="connsiteY94" fmla="*/ 0 h 131955"/>
                <a:gd name="connsiteX95" fmla="*/ 430831 w 744923"/>
                <a:gd name="connsiteY95" fmla="*/ 0 h 131955"/>
                <a:gd name="connsiteX96" fmla="*/ 429260 w 744923"/>
                <a:gd name="connsiteY96" fmla="*/ 1559 h 131955"/>
                <a:gd name="connsiteX97" fmla="*/ 429260 w 744923"/>
                <a:gd name="connsiteY97" fmla="*/ 100266 h 131955"/>
                <a:gd name="connsiteX98" fmla="*/ 430831 w 744923"/>
                <a:gd name="connsiteY98" fmla="*/ 101824 h 131955"/>
                <a:gd name="connsiteX99" fmla="*/ 436589 w 744923"/>
                <a:gd name="connsiteY99" fmla="*/ 101824 h 131955"/>
                <a:gd name="connsiteX100" fmla="*/ 438159 w 744923"/>
                <a:gd name="connsiteY100" fmla="*/ 100266 h 131955"/>
                <a:gd name="connsiteX101" fmla="*/ 385287 w 744923"/>
                <a:gd name="connsiteY101" fmla="*/ 34807 h 131955"/>
                <a:gd name="connsiteX102" fmla="*/ 409891 w 744923"/>
                <a:gd name="connsiteY102" fmla="*/ 65458 h 131955"/>
                <a:gd name="connsiteX103" fmla="*/ 385287 w 744923"/>
                <a:gd name="connsiteY103" fmla="*/ 96110 h 131955"/>
                <a:gd name="connsiteX104" fmla="*/ 360683 w 744923"/>
                <a:gd name="connsiteY104" fmla="*/ 65458 h 131955"/>
                <a:gd name="connsiteX105" fmla="*/ 385287 w 744923"/>
                <a:gd name="connsiteY105" fmla="*/ 34807 h 131955"/>
                <a:gd name="connsiteX106" fmla="*/ 385287 w 744923"/>
                <a:gd name="connsiteY106" fmla="*/ 102863 h 131955"/>
                <a:gd name="connsiteX107" fmla="*/ 418790 w 744923"/>
                <a:gd name="connsiteY107" fmla="*/ 64939 h 131955"/>
                <a:gd name="connsiteX108" fmla="*/ 385287 w 744923"/>
                <a:gd name="connsiteY108" fmla="*/ 27015 h 131955"/>
                <a:gd name="connsiteX109" fmla="*/ 351784 w 744923"/>
                <a:gd name="connsiteY109" fmla="*/ 64939 h 131955"/>
                <a:gd name="connsiteX110" fmla="*/ 385287 w 744923"/>
                <a:gd name="connsiteY110" fmla="*/ 102863 h 131955"/>
                <a:gd name="connsiteX111" fmla="*/ 342885 w 744923"/>
                <a:gd name="connsiteY111" fmla="*/ 100266 h 131955"/>
                <a:gd name="connsiteX112" fmla="*/ 342885 w 744923"/>
                <a:gd name="connsiteY112" fmla="*/ 56627 h 131955"/>
                <a:gd name="connsiteX113" fmla="*/ 316710 w 744923"/>
                <a:gd name="connsiteY113" fmla="*/ 27534 h 131955"/>
                <a:gd name="connsiteX114" fmla="*/ 293153 w 744923"/>
                <a:gd name="connsiteY114" fmla="*/ 38963 h 131955"/>
                <a:gd name="connsiteX115" fmla="*/ 292106 w 744923"/>
                <a:gd name="connsiteY115" fmla="*/ 38963 h 131955"/>
                <a:gd name="connsiteX116" fmla="*/ 290536 w 744923"/>
                <a:gd name="connsiteY116" fmla="*/ 30132 h 131955"/>
                <a:gd name="connsiteX117" fmla="*/ 288965 w 744923"/>
                <a:gd name="connsiteY117" fmla="*/ 28573 h 131955"/>
                <a:gd name="connsiteX118" fmla="*/ 284778 w 744923"/>
                <a:gd name="connsiteY118" fmla="*/ 28573 h 131955"/>
                <a:gd name="connsiteX119" fmla="*/ 283207 w 744923"/>
                <a:gd name="connsiteY119" fmla="*/ 30132 h 131955"/>
                <a:gd name="connsiteX120" fmla="*/ 283207 w 744923"/>
                <a:gd name="connsiteY120" fmla="*/ 99746 h 131955"/>
                <a:gd name="connsiteX121" fmla="*/ 284778 w 744923"/>
                <a:gd name="connsiteY121" fmla="*/ 101305 h 131955"/>
                <a:gd name="connsiteX122" fmla="*/ 290536 w 744923"/>
                <a:gd name="connsiteY122" fmla="*/ 101305 h 131955"/>
                <a:gd name="connsiteX123" fmla="*/ 292106 w 744923"/>
                <a:gd name="connsiteY123" fmla="*/ 99746 h 131955"/>
                <a:gd name="connsiteX124" fmla="*/ 292106 w 744923"/>
                <a:gd name="connsiteY124" fmla="*/ 60783 h 131955"/>
                <a:gd name="connsiteX125" fmla="*/ 315663 w 744923"/>
                <a:gd name="connsiteY125" fmla="*/ 34807 h 131955"/>
                <a:gd name="connsiteX126" fmla="*/ 334509 w 744923"/>
                <a:gd name="connsiteY126" fmla="*/ 56627 h 131955"/>
                <a:gd name="connsiteX127" fmla="*/ 334509 w 744923"/>
                <a:gd name="connsiteY127" fmla="*/ 100266 h 131955"/>
                <a:gd name="connsiteX128" fmla="*/ 336079 w 744923"/>
                <a:gd name="connsiteY128" fmla="*/ 101824 h 131955"/>
                <a:gd name="connsiteX129" fmla="*/ 341838 w 744923"/>
                <a:gd name="connsiteY129" fmla="*/ 101824 h 131955"/>
                <a:gd name="connsiteX130" fmla="*/ 342885 w 744923"/>
                <a:gd name="connsiteY130" fmla="*/ 100266 h 131955"/>
                <a:gd name="connsiteX131" fmla="*/ 268549 w 744923"/>
                <a:gd name="connsiteY131" fmla="*/ 100266 h 131955"/>
                <a:gd name="connsiteX132" fmla="*/ 268549 w 744923"/>
                <a:gd name="connsiteY132" fmla="*/ 56627 h 131955"/>
                <a:gd name="connsiteX133" fmla="*/ 242375 w 744923"/>
                <a:gd name="connsiteY133" fmla="*/ 27534 h 131955"/>
                <a:gd name="connsiteX134" fmla="*/ 218818 w 744923"/>
                <a:gd name="connsiteY134" fmla="*/ 38963 h 131955"/>
                <a:gd name="connsiteX135" fmla="*/ 217248 w 744923"/>
                <a:gd name="connsiteY135" fmla="*/ 38963 h 131955"/>
                <a:gd name="connsiteX136" fmla="*/ 217248 w 744923"/>
                <a:gd name="connsiteY136" fmla="*/ 1559 h 131955"/>
                <a:gd name="connsiteX137" fmla="*/ 215677 w 744923"/>
                <a:gd name="connsiteY137" fmla="*/ 0 h 131955"/>
                <a:gd name="connsiteX138" fmla="*/ 209919 w 744923"/>
                <a:gd name="connsiteY138" fmla="*/ 0 h 131955"/>
                <a:gd name="connsiteX139" fmla="*/ 208348 w 744923"/>
                <a:gd name="connsiteY139" fmla="*/ 1559 h 131955"/>
                <a:gd name="connsiteX140" fmla="*/ 208348 w 744923"/>
                <a:gd name="connsiteY140" fmla="*/ 100266 h 131955"/>
                <a:gd name="connsiteX141" fmla="*/ 209919 w 744923"/>
                <a:gd name="connsiteY141" fmla="*/ 101824 h 131955"/>
                <a:gd name="connsiteX142" fmla="*/ 215677 w 744923"/>
                <a:gd name="connsiteY142" fmla="*/ 101824 h 131955"/>
                <a:gd name="connsiteX143" fmla="*/ 217248 w 744923"/>
                <a:gd name="connsiteY143" fmla="*/ 100266 h 131955"/>
                <a:gd name="connsiteX144" fmla="*/ 217248 w 744923"/>
                <a:gd name="connsiteY144" fmla="*/ 60783 h 131955"/>
                <a:gd name="connsiteX145" fmla="*/ 240805 w 744923"/>
                <a:gd name="connsiteY145" fmla="*/ 34807 h 131955"/>
                <a:gd name="connsiteX146" fmla="*/ 259650 w 744923"/>
                <a:gd name="connsiteY146" fmla="*/ 56627 h 131955"/>
                <a:gd name="connsiteX147" fmla="*/ 259650 w 744923"/>
                <a:gd name="connsiteY147" fmla="*/ 100266 h 131955"/>
                <a:gd name="connsiteX148" fmla="*/ 261221 w 744923"/>
                <a:gd name="connsiteY148" fmla="*/ 101824 h 131955"/>
                <a:gd name="connsiteX149" fmla="*/ 266979 w 744923"/>
                <a:gd name="connsiteY149" fmla="*/ 101824 h 131955"/>
                <a:gd name="connsiteX150" fmla="*/ 268549 w 744923"/>
                <a:gd name="connsiteY150" fmla="*/ 100266 h 131955"/>
                <a:gd name="connsiteX151" fmla="*/ 142912 w 744923"/>
                <a:gd name="connsiteY151" fmla="*/ 65458 h 131955"/>
                <a:gd name="connsiteX152" fmla="*/ 167516 w 744923"/>
                <a:gd name="connsiteY152" fmla="*/ 34807 h 131955"/>
                <a:gd name="connsiteX153" fmla="*/ 189503 w 744923"/>
                <a:gd name="connsiteY153" fmla="*/ 51951 h 131955"/>
                <a:gd name="connsiteX154" fmla="*/ 191073 w 744923"/>
                <a:gd name="connsiteY154" fmla="*/ 53510 h 131955"/>
                <a:gd name="connsiteX155" fmla="*/ 196832 w 744923"/>
                <a:gd name="connsiteY155" fmla="*/ 53510 h 131955"/>
                <a:gd name="connsiteX156" fmla="*/ 198402 w 744923"/>
                <a:gd name="connsiteY156" fmla="*/ 51951 h 131955"/>
                <a:gd name="connsiteX157" fmla="*/ 167516 w 744923"/>
                <a:gd name="connsiteY157" fmla="*/ 27534 h 131955"/>
                <a:gd name="connsiteX158" fmla="*/ 134013 w 744923"/>
                <a:gd name="connsiteY158" fmla="*/ 65458 h 131955"/>
                <a:gd name="connsiteX159" fmla="*/ 167516 w 744923"/>
                <a:gd name="connsiteY159" fmla="*/ 103383 h 131955"/>
                <a:gd name="connsiteX160" fmla="*/ 198402 w 744923"/>
                <a:gd name="connsiteY160" fmla="*/ 78966 h 131955"/>
                <a:gd name="connsiteX161" fmla="*/ 196832 w 744923"/>
                <a:gd name="connsiteY161" fmla="*/ 77407 h 131955"/>
                <a:gd name="connsiteX162" fmla="*/ 191073 w 744923"/>
                <a:gd name="connsiteY162" fmla="*/ 77407 h 131955"/>
                <a:gd name="connsiteX163" fmla="*/ 189503 w 744923"/>
                <a:gd name="connsiteY163" fmla="*/ 78966 h 131955"/>
                <a:gd name="connsiteX164" fmla="*/ 167516 w 744923"/>
                <a:gd name="connsiteY164" fmla="*/ 96110 h 131955"/>
                <a:gd name="connsiteX165" fmla="*/ 142912 w 744923"/>
                <a:gd name="connsiteY165" fmla="*/ 65458 h 131955"/>
                <a:gd name="connsiteX166" fmla="*/ 126684 w 744923"/>
                <a:gd name="connsiteY166" fmla="*/ 68056 h 131955"/>
                <a:gd name="connsiteX167" fmla="*/ 128255 w 744923"/>
                <a:gd name="connsiteY167" fmla="*/ 66497 h 131955"/>
                <a:gd name="connsiteX168" fmla="*/ 128255 w 744923"/>
                <a:gd name="connsiteY168" fmla="*/ 62341 h 131955"/>
                <a:gd name="connsiteX169" fmla="*/ 96322 w 744923"/>
                <a:gd name="connsiteY169" fmla="*/ 27534 h 131955"/>
                <a:gd name="connsiteX170" fmla="*/ 64389 w 744923"/>
                <a:gd name="connsiteY170" fmla="*/ 62341 h 131955"/>
                <a:gd name="connsiteX171" fmla="*/ 64389 w 744923"/>
                <a:gd name="connsiteY171" fmla="*/ 65458 h 131955"/>
                <a:gd name="connsiteX172" fmla="*/ 97892 w 744923"/>
                <a:gd name="connsiteY172" fmla="*/ 103383 h 131955"/>
                <a:gd name="connsiteX173" fmla="*/ 127208 w 744923"/>
                <a:gd name="connsiteY173" fmla="*/ 81563 h 131955"/>
                <a:gd name="connsiteX174" fmla="*/ 125637 w 744923"/>
                <a:gd name="connsiteY174" fmla="*/ 80005 h 131955"/>
                <a:gd name="connsiteX175" fmla="*/ 119355 w 744923"/>
                <a:gd name="connsiteY175" fmla="*/ 80005 h 131955"/>
                <a:gd name="connsiteX176" fmla="*/ 118308 w 744923"/>
                <a:gd name="connsiteY176" fmla="*/ 81563 h 131955"/>
                <a:gd name="connsiteX177" fmla="*/ 97892 w 744923"/>
                <a:gd name="connsiteY177" fmla="*/ 96110 h 131955"/>
                <a:gd name="connsiteX178" fmla="*/ 73288 w 744923"/>
                <a:gd name="connsiteY178" fmla="*/ 70134 h 131955"/>
                <a:gd name="connsiteX179" fmla="*/ 74859 w 744923"/>
                <a:gd name="connsiteY179" fmla="*/ 68575 h 131955"/>
                <a:gd name="connsiteX180" fmla="*/ 126684 w 744923"/>
                <a:gd name="connsiteY180" fmla="*/ 68575 h 131955"/>
                <a:gd name="connsiteX181" fmla="*/ 118308 w 744923"/>
                <a:gd name="connsiteY181" fmla="*/ 60783 h 131955"/>
                <a:gd name="connsiteX182" fmla="*/ 74335 w 744923"/>
                <a:gd name="connsiteY182" fmla="*/ 60783 h 131955"/>
                <a:gd name="connsiteX183" fmla="*/ 72765 w 744923"/>
                <a:gd name="connsiteY183" fmla="*/ 59224 h 131955"/>
                <a:gd name="connsiteX184" fmla="*/ 96322 w 744923"/>
                <a:gd name="connsiteY184" fmla="*/ 34807 h 131955"/>
                <a:gd name="connsiteX185" fmla="*/ 119879 w 744923"/>
                <a:gd name="connsiteY185" fmla="*/ 59224 h 131955"/>
                <a:gd name="connsiteX186" fmla="*/ 118308 w 744923"/>
                <a:gd name="connsiteY186" fmla="*/ 60783 h 131955"/>
                <a:gd name="connsiteX187" fmla="*/ 78523 w 744923"/>
                <a:gd name="connsiteY187" fmla="*/ 5715 h 131955"/>
                <a:gd name="connsiteX188" fmla="*/ 78523 w 744923"/>
                <a:gd name="connsiteY188" fmla="*/ 1559 h 131955"/>
                <a:gd name="connsiteX189" fmla="*/ 77476 w 744923"/>
                <a:gd name="connsiteY189" fmla="*/ 0 h 131955"/>
                <a:gd name="connsiteX190" fmla="*/ 1570 w 744923"/>
                <a:gd name="connsiteY190" fmla="*/ 0 h 131955"/>
                <a:gd name="connsiteX191" fmla="*/ 0 w 744923"/>
                <a:gd name="connsiteY191" fmla="*/ 1559 h 131955"/>
                <a:gd name="connsiteX192" fmla="*/ 0 w 744923"/>
                <a:gd name="connsiteY192" fmla="*/ 5715 h 131955"/>
                <a:gd name="connsiteX193" fmla="*/ 1570 w 744923"/>
                <a:gd name="connsiteY193" fmla="*/ 7273 h 131955"/>
                <a:gd name="connsiteX194" fmla="*/ 33503 w 744923"/>
                <a:gd name="connsiteY194" fmla="*/ 7273 h 131955"/>
                <a:gd name="connsiteX195" fmla="*/ 35074 w 744923"/>
                <a:gd name="connsiteY195" fmla="*/ 8832 h 131955"/>
                <a:gd name="connsiteX196" fmla="*/ 35074 w 744923"/>
                <a:gd name="connsiteY196" fmla="*/ 100266 h 131955"/>
                <a:gd name="connsiteX197" fmla="*/ 36644 w 744923"/>
                <a:gd name="connsiteY197" fmla="*/ 101824 h 131955"/>
                <a:gd name="connsiteX198" fmla="*/ 42403 w 744923"/>
                <a:gd name="connsiteY198" fmla="*/ 101824 h 131955"/>
                <a:gd name="connsiteX199" fmla="*/ 43973 w 744923"/>
                <a:gd name="connsiteY199" fmla="*/ 100266 h 131955"/>
                <a:gd name="connsiteX200" fmla="*/ 43973 w 744923"/>
                <a:gd name="connsiteY200" fmla="*/ 8832 h 131955"/>
                <a:gd name="connsiteX201" fmla="*/ 45543 w 744923"/>
                <a:gd name="connsiteY201" fmla="*/ 7273 h 131955"/>
                <a:gd name="connsiteX202" fmla="*/ 77476 w 744923"/>
                <a:gd name="connsiteY202" fmla="*/ 7273 h 131955"/>
                <a:gd name="connsiteX203" fmla="*/ 78523 w 744923"/>
                <a:gd name="connsiteY203" fmla="*/ 5715 h 13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</a:cxnLst>
              <a:rect l="l" t="t" r="r" b="b"/>
              <a:pathLst>
                <a:path w="744923" h="131955">
                  <a:moveTo>
                    <a:pt x="744924" y="82602"/>
                  </a:moveTo>
                  <a:cubicBezTo>
                    <a:pt x="744924" y="69614"/>
                    <a:pt x="737595" y="63900"/>
                    <a:pt x="722937" y="60783"/>
                  </a:cubicBezTo>
                  <a:cubicBezTo>
                    <a:pt x="708279" y="57666"/>
                    <a:pt x="699380" y="56627"/>
                    <a:pt x="699380" y="46236"/>
                  </a:cubicBezTo>
                  <a:cubicBezTo>
                    <a:pt x="699380" y="38963"/>
                    <a:pt x="705138" y="34807"/>
                    <a:pt x="715608" y="34807"/>
                  </a:cubicBezTo>
                  <a:cubicBezTo>
                    <a:pt x="728695" y="34807"/>
                    <a:pt x="732883" y="40522"/>
                    <a:pt x="732883" y="47795"/>
                  </a:cubicBezTo>
                  <a:lnTo>
                    <a:pt x="734454" y="49354"/>
                  </a:lnTo>
                  <a:lnTo>
                    <a:pt x="740212" y="49354"/>
                  </a:lnTo>
                  <a:lnTo>
                    <a:pt x="741783" y="47795"/>
                  </a:lnTo>
                  <a:cubicBezTo>
                    <a:pt x="741783" y="33249"/>
                    <a:pt x="730266" y="27534"/>
                    <a:pt x="715608" y="27534"/>
                  </a:cubicBezTo>
                  <a:cubicBezTo>
                    <a:pt x="699380" y="27534"/>
                    <a:pt x="691004" y="36366"/>
                    <a:pt x="691004" y="46236"/>
                  </a:cubicBezTo>
                  <a:cubicBezTo>
                    <a:pt x="691004" y="57666"/>
                    <a:pt x="699904" y="63380"/>
                    <a:pt x="714561" y="66497"/>
                  </a:cubicBezTo>
                  <a:cubicBezTo>
                    <a:pt x="729219" y="69614"/>
                    <a:pt x="736548" y="70654"/>
                    <a:pt x="736548" y="82602"/>
                  </a:cubicBezTo>
                  <a:cubicBezTo>
                    <a:pt x="736548" y="89875"/>
                    <a:pt x="732360" y="95590"/>
                    <a:pt x="717702" y="95590"/>
                  </a:cubicBezTo>
                  <a:cubicBezTo>
                    <a:pt x="704615" y="95590"/>
                    <a:pt x="698857" y="88317"/>
                    <a:pt x="698857" y="79485"/>
                  </a:cubicBezTo>
                  <a:lnTo>
                    <a:pt x="697286" y="77927"/>
                  </a:lnTo>
                  <a:lnTo>
                    <a:pt x="691528" y="77927"/>
                  </a:lnTo>
                  <a:lnTo>
                    <a:pt x="689957" y="79485"/>
                  </a:lnTo>
                  <a:cubicBezTo>
                    <a:pt x="689957" y="92473"/>
                    <a:pt x="700427" y="102863"/>
                    <a:pt x="717702" y="102863"/>
                  </a:cubicBezTo>
                  <a:cubicBezTo>
                    <a:pt x="736024" y="102863"/>
                    <a:pt x="744924" y="94551"/>
                    <a:pt x="744924" y="82602"/>
                  </a:cubicBezTo>
                  <a:moveTo>
                    <a:pt x="682105" y="68056"/>
                  </a:moveTo>
                  <a:lnTo>
                    <a:pt x="683675" y="66497"/>
                  </a:lnTo>
                  <a:lnTo>
                    <a:pt x="683675" y="62341"/>
                  </a:lnTo>
                  <a:cubicBezTo>
                    <a:pt x="683675" y="42080"/>
                    <a:pt x="672159" y="27534"/>
                    <a:pt x="651743" y="27534"/>
                  </a:cubicBezTo>
                  <a:cubicBezTo>
                    <a:pt x="631327" y="27534"/>
                    <a:pt x="619810" y="42080"/>
                    <a:pt x="619810" y="62341"/>
                  </a:cubicBezTo>
                  <a:lnTo>
                    <a:pt x="619810" y="65458"/>
                  </a:lnTo>
                  <a:cubicBezTo>
                    <a:pt x="619810" y="85719"/>
                    <a:pt x="630280" y="103383"/>
                    <a:pt x="653313" y="103383"/>
                  </a:cubicBezTo>
                  <a:cubicBezTo>
                    <a:pt x="673729" y="103383"/>
                    <a:pt x="681058" y="90395"/>
                    <a:pt x="682628" y="81563"/>
                  </a:cubicBezTo>
                  <a:lnTo>
                    <a:pt x="681058" y="80005"/>
                  </a:lnTo>
                  <a:lnTo>
                    <a:pt x="675300" y="80005"/>
                  </a:lnTo>
                  <a:lnTo>
                    <a:pt x="673729" y="81563"/>
                  </a:lnTo>
                  <a:cubicBezTo>
                    <a:pt x="670588" y="90395"/>
                    <a:pt x="664830" y="96110"/>
                    <a:pt x="653313" y="96110"/>
                  </a:cubicBezTo>
                  <a:cubicBezTo>
                    <a:pt x="634468" y="96110"/>
                    <a:pt x="628709" y="78966"/>
                    <a:pt x="628709" y="70134"/>
                  </a:cubicBezTo>
                  <a:lnTo>
                    <a:pt x="630280" y="68575"/>
                  </a:lnTo>
                  <a:lnTo>
                    <a:pt x="682105" y="68575"/>
                  </a:lnTo>
                  <a:close/>
                  <a:moveTo>
                    <a:pt x="673206" y="60783"/>
                  </a:moveTo>
                  <a:lnTo>
                    <a:pt x="629233" y="60783"/>
                  </a:lnTo>
                  <a:lnTo>
                    <a:pt x="627662" y="59224"/>
                  </a:lnTo>
                  <a:cubicBezTo>
                    <a:pt x="627662" y="48834"/>
                    <a:pt x="633421" y="34807"/>
                    <a:pt x="651219" y="34807"/>
                  </a:cubicBezTo>
                  <a:cubicBezTo>
                    <a:pt x="668494" y="34807"/>
                    <a:pt x="674776" y="49354"/>
                    <a:pt x="674776" y="59224"/>
                  </a:cubicBezTo>
                  <a:lnTo>
                    <a:pt x="673206" y="60783"/>
                  </a:lnTo>
                  <a:close/>
                  <a:moveTo>
                    <a:pt x="608817" y="100266"/>
                  </a:moveTo>
                  <a:lnTo>
                    <a:pt x="608817" y="30651"/>
                  </a:lnTo>
                  <a:lnTo>
                    <a:pt x="607246" y="29093"/>
                  </a:lnTo>
                  <a:lnTo>
                    <a:pt x="601488" y="29093"/>
                  </a:lnTo>
                  <a:lnTo>
                    <a:pt x="599917" y="30651"/>
                  </a:lnTo>
                  <a:lnTo>
                    <a:pt x="599917" y="100266"/>
                  </a:lnTo>
                  <a:lnTo>
                    <a:pt x="601488" y="101824"/>
                  </a:lnTo>
                  <a:lnTo>
                    <a:pt x="607246" y="101824"/>
                  </a:lnTo>
                  <a:lnTo>
                    <a:pt x="608817" y="100266"/>
                  </a:lnTo>
                  <a:close/>
                  <a:moveTo>
                    <a:pt x="608817" y="16105"/>
                  </a:moveTo>
                  <a:lnTo>
                    <a:pt x="608817" y="7273"/>
                  </a:lnTo>
                  <a:lnTo>
                    <a:pt x="607246" y="5715"/>
                  </a:lnTo>
                  <a:lnTo>
                    <a:pt x="601488" y="5715"/>
                  </a:lnTo>
                  <a:lnTo>
                    <a:pt x="599917" y="7273"/>
                  </a:lnTo>
                  <a:lnTo>
                    <a:pt x="599917" y="16105"/>
                  </a:lnTo>
                  <a:lnTo>
                    <a:pt x="601488" y="17663"/>
                  </a:lnTo>
                  <a:lnTo>
                    <a:pt x="607246" y="17663"/>
                  </a:lnTo>
                  <a:lnTo>
                    <a:pt x="608817" y="16105"/>
                  </a:lnTo>
                  <a:close/>
                  <a:moveTo>
                    <a:pt x="553327" y="95590"/>
                  </a:moveTo>
                  <a:cubicBezTo>
                    <a:pt x="538669" y="95590"/>
                    <a:pt x="529770" y="85200"/>
                    <a:pt x="529770" y="64939"/>
                  </a:cubicBezTo>
                  <a:cubicBezTo>
                    <a:pt x="529770" y="44678"/>
                    <a:pt x="538669" y="34288"/>
                    <a:pt x="553327" y="34288"/>
                  </a:cubicBezTo>
                  <a:cubicBezTo>
                    <a:pt x="567985" y="34288"/>
                    <a:pt x="576884" y="44678"/>
                    <a:pt x="576884" y="64939"/>
                  </a:cubicBezTo>
                  <a:cubicBezTo>
                    <a:pt x="576884" y="85719"/>
                    <a:pt x="567985" y="95590"/>
                    <a:pt x="553327" y="95590"/>
                  </a:cubicBezTo>
                  <a:moveTo>
                    <a:pt x="576884" y="91434"/>
                  </a:moveTo>
                  <a:cubicBezTo>
                    <a:pt x="576884" y="110136"/>
                    <a:pt x="572696" y="124683"/>
                    <a:pt x="554897" y="124683"/>
                  </a:cubicBezTo>
                  <a:cubicBezTo>
                    <a:pt x="541810" y="124683"/>
                    <a:pt x="537622" y="118968"/>
                    <a:pt x="536052" y="111695"/>
                  </a:cubicBezTo>
                  <a:lnTo>
                    <a:pt x="534481" y="110136"/>
                  </a:lnTo>
                  <a:lnTo>
                    <a:pt x="528723" y="110136"/>
                  </a:lnTo>
                  <a:lnTo>
                    <a:pt x="527152" y="111695"/>
                  </a:lnTo>
                  <a:cubicBezTo>
                    <a:pt x="528723" y="123124"/>
                    <a:pt x="537622" y="131956"/>
                    <a:pt x="554897" y="131956"/>
                  </a:cubicBezTo>
                  <a:cubicBezTo>
                    <a:pt x="573743" y="131956"/>
                    <a:pt x="585783" y="120527"/>
                    <a:pt x="585783" y="91434"/>
                  </a:cubicBezTo>
                  <a:lnTo>
                    <a:pt x="585783" y="30651"/>
                  </a:lnTo>
                  <a:lnTo>
                    <a:pt x="584213" y="29093"/>
                  </a:lnTo>
                  <a:lnTo>
                    <a:pt x="580025" y="29093"/>
                  </a:lnTo>
                  <a:lnTo>
                    <a:pt x="578454" y="30651"/>
                  </a:lnTo>
                  <a:lnTo>
                    <a:pt x="576884" y="39483"/>
                  </a:lnTo>
                  <a:lnTo>
                    <a:pt x="575313" y="39483"/>
                  </a:lnTo>
                  <a:cubicBezTo>
                    <a:pt x="572172" y="33768"/>
                    <a:pt x="564844" y="28054"/>
                    <a:pt x="551756" y="28054"/>
                  </a:cubicBezTo>
                  <a:cubicBezTo>
                    <a:pt x="531340" y="28054"/>
                    <a:pt x="520871" y="44158"/>
                    <a:pt x="520871" y="65978"/>
                  </a:cubicBezTo>
                  <a:cubicBezTo>
                    <a:pt x="520871" y="87797"/>
                    <a:pt x="531340" y="103902"/>
                    <a:pt x="551756" y="103902"/>
                  </a:cubicBezTo>
                  <a:cubicBezTo>
                    <a:pt x="564844" y="103902"/>
                    <a:pt x="572172" y="98188"/>
                    <a:pt x="575313" y="92473"/>
                  </a:cubicBezTo>
                  <a:lnTo>
                    <a:pt x="576884" y="92473"/>
                  </a:lnTo>
                  <a:close/>
                  <a:moveTo>
                    <a:pt x="481609" y="34807"/>
                  </a:moveTo>
                  <a:cubicBezTo>
                    <a:pt x="496267" y="34807"/>
                    <a:pt x="506213" y="46236"/>
                    <a:pt x="506213" y="65458"/>
                  </a:cubicBezTo>
                  <a:cubicBezTo>
                    <a:pt x="506213" y="84161"/>
                    <a:pt x="495743" y="96110"/>
                    <a:pt x="481609" y="96110"/>
                  </a:cubicBezTo>
                  <a:cubicBezTo>
                    <a:pt x="466951" y="96110"/>
                    <a:pt x="457005" y="84680"/>
                    <a:pt x="457005" y="65458"/>
                  </a:cubicBezTo>
                  <a:cubicBezTo>
                    <a:pt x="457005" y="46756"/>
                    <a:pt x="467475" y="34807"/>
                    <a:pt x="481609" y="34807"/>
                  </a:cubicBezTo>
                  <a:moveTo>
                    <a:pt x="481609" y="102863"/>
                  </a:moveTo>
                  <a:cubicBezTo>
                    <a:pt x="500455" y="102863"/>
                    <a:pt x="515112" y="89875"/>
                    <a:pt x="515112" y="64939"/>
                  </a:cubicBezTo>
                  <a:cubicBezTo>
                    <a:pt x="515112" y="40522"/>
                    <a:pt x="500455" y="27015"/>
                    <a:pt x="481609" y="27015"/>
                  </a:cubicBezTo>
                  <a:cubicBezTo>
                    <a:pt x="462763" y="27015"/>
                    <a:pt x="448106" y="40002"/>
                    <a:pt x="448106" y="64939"/>
                  </a:cubicBezTo>
                  <a:cubicBezTo>
                    <a:pt x="448106" y="89875"/>
                    <a:pt x="462763" y="102863"/>
                    <a:pt x="481609" y="102863"/>
                  </a:cubicBezTo>
                  <a:moveTo>
                    <a:pt x="438159" y="100266"/>
                  </a:moveTo>
                  <a:lnTo>
                    <a:pt x="438159" y="1559"/>
                  </a:lnTo>
                  <a:lnTo>
                    <a:pt x="436589" y="0"/>
                  </a:lnTo>
                  <a:lnTo>
                    <a:pt x="430831" y="0"/>
                  </a:lnTo>
                  <a:lnTo>
                    <a:pt x="429260" y="1559"/>
                  </a:lnTo>
                  <a:lnTo>
                    <a:pt x="429260" y="100266"/>
                  </a:lnTo>
                  <a:lnTo>
                    <a:pt x="430831" y="101824"/>
                  </a:lnTo>
                  <a:lnTo>
                    <a:pt x="436589" y="101824"/>
                  </a:lnTo>
                  <a:lnTo>
                    <a:pt x="438159" y="100266"/>
                  </a:lnTo>
                  <a:close/>
                  <a:moveTo>
                    <a:pt x="385287" y="34807"/>
                  </a:moveTo>
                  <a:cubicBezTo>
                    <a:pt x="399945" y="34807"/>
                    <a:pt x="409891" y="46236"/>
                    <a:pt x="409891" y="65458"/>
                  </a:cubicBezTo>
                  <a:cubicBezTo>
                    <a:pt x="409891" y="84161"/>
                    <a:pt x="399421" y="96110"/>
                    <a:pt x="385287" y="96110"/>
                  </a:cubicBezTo>
                  <a:cubicBezTo>
                    <a:pt x="370630" y="96110"/>
                    <a:pt x="360683" y="84680"/>
                    <a:pt x="360683" y="65458"/>
                  </a:cubicBezTo>
                  <a:cubicBezTo>
                    <a:pt x="360683" y="46756"/>
                    <a:pt x="370630" y="34807"/>
                    <a:pt x="385287" y="34807"/>
                  </a:cubicBezTo>
                  <a:moveTo>
                    <a:pt x="385287" y="102863"/>
                  </a:moveTo>
                  <a:cubicBezTo>
                    <a:pt x="404133" y="102863"/>
                    <a:pt x="418790" y="89875"/>
                    <a:pt x="418790" y="64939"/>
                  </a:cubicBezTo>
                  <a:cubicBezTo>
                    <a:pt x="418790" y="40522"/>
                    <a:pt x="404133" y="27015"/>
                    <a:pt x="385287" y="27015"/>
                  </a:cubicBezTo>
                  <a:cubicBezTo>
                    <a:pt x="366442" y="27015"/>
                    <a:pt x="351784" y="40002"/>
                    <a:pt x="351784" y="64939"/>
                  </a:cubicBezTo>
                  <a:cubicBezTo>
                    <a:pt x="351784" y="89875"/>
                    <a:pt x="366442" y="102863"/>
                    <a:pt x="385287" y="102863"/>
                  </a:cubicBezTo>
                  <a:moveTo>
                    <a:pt x="342885" y="100266"/>
                  </a:moveTo>
                  <a:lnTo>
                    <a:pt x="342885" y="56627"/>
                  </a:lnTo>
                  <a:cubicBezTo>
                    <a:pt x="342885" y="37924"/>
                    <a:pt x="332415" y="27534"/>
                    <a:pt x="316710" y="27534"/>
                  </a:cubicBezTo>
                  <a:cubicBezTo>
                    <a:pt x="306241" y="27534"/>
                    <a:pt x="297865" y="31690"/>
                    <a:pt x="293153" y="38963"/>
                  </a:cubicBezTo>
                  <a:lnTo>
                    <a:pt x="292106" y="38963"/>
                  </a:lnTo>
                  <a:lnTo>
                    <a:pt x="290536" y="30132"/>
                  </a:lnTo>
                  <a:lnTo>
                    <a:pt x="288965" y="28573"/>
                  </a:lnTo>
                  <a:lnTo>
                    <a:pt x="284778" y="28573"/>
                  </a:lnTo>
                  <a:lnTo>
                    <a:pt x="283207" y="30132"/>
                  </a:lnTo>
                  <a:lnTo>
                    <a:pt x="283207" y="99746"/>
                  </a:lnTo>
                  <a:lnTo>
                    <a:pt x="284778" y="101305"/>
                  </a:lnTo>
                  <a:lnTo>
                    <a:pt x="290536" y="101305"/>
                  </a:lnTo>
                  <a:lnTo>
                    <a:pt x="292106" y="99746"/>
                  </a:lnTo>
                  <a:lnTo>
                    <a:pt x="292106" y="60783"/>
                  </a:lnTo>
                  <a:cubicBezTo>
                    <a:pt x="292106" y="44678"/>
                    <a:pt x="299435" y="34807"/>
                    <a:pt x="315663" y="34807"/>
                  </a:cubicBezTo>
                  <a:cubicBezTo>
                    <a:pt x="327180" y="34807"/>
                    <a:pt x="334509" y="42080"/>
                    <a:pt x="334509" y="56627"/>
                  </a:cubicBezTo>
                  <a:lnTo>
                    <a:pt x="334509" y="100266"/>
                  </a:lnTo>
                  <a:lnTo>
                    <a:pt x="336079" y="101824"/>
                  </a:lnTo>
                  <a:lnTo>
                    <a:pt x="341838" y="101824"/>
                  </a:lnTo>
                  <a:lnTo>
                    <a:pt x="342885" y="100266"/>
                  </a:lnTo>
                  <a:close/>
                  <a:moveTo>
                    <a:pt x="268549" y="100266"/>
                  </a:moveTo>
                  <a:lnTo>
                    <a:pt x="268549" y="56627"/>
                  </a:lnTo>
                  <a:cubicBezTo>
                    <a:pt x="268549" y="37924"/>
                    <a:pt x="258080" y="27534"/>
                    <a:pt x="242375" y="27534"/>
                  </a:cubicBezTo>
                  <a:cubicBezTo>
                    <a:pt x="231905" y="27534"/>
                    <a:pt x="223529" y="31690"/>
                    <a:pt x="218818" y="38963"/>
                  </a:cubicBezTo>
                  <a:lnTo>
                    <a:pt x="217248" y="38963"/>
                  </a:lnTo>
                  <a:lnTo>
                    <a:pt x="217248" y="1559"/>
                  </a:lnTo>
                  <a:lnTo>
                    <a:pt x="215677" y="0"/>
                  </a:lnTo>
                  <a:lnTo>
                    <a:pt x="209919" y="0"/>
                  </a:lnTo>
                  <a:lnTo>
                    <a:pt x="208348" y="1559"/>
                  </a:lnTo>
                  <a:lnTo>
                    <a:pt x="208348" y="100266"/>
                  </a:lnTo>
                  <a:lnTo>
                    <a:pt x="209919" y="101824"/>
                  </a:lnTo>
                  <a:lnTo>
                    <a:pt x="215677" y="101824"/>
                  </a:lnTo>
                  <a:lnTo>
                    <a:pt x="217248" y="100266"/>
                  </a:lnTo>
                  <a:lnTo>
                    <a:pt x="217248" y="60783"/>
                  </a:lnTo>
                  <a:cubicBezTo>
                    <a:pt x="217248" y="44678"/>
                    <a:pt x="224576" y="34807"/>
                    <a:pt x="240805" y="34807"/>
                  </a:cubicBezTo>
                  <a:cubicBezTo>
                    <a:pt x="252321" y="34807"/>
                    <a:pt x="259650" y="42080"/>
                    <a:pt x="259650" y="56627"/>
                  </a:cubicBezTo>
                  <a:lnTo>
                    <a:pt x="259650" y="100266"/>
                  </a:lnTo>
                  <a:lnTo>
                    <a:pt x="261221" y="101824"/>
                  </a:lnTo>
                  <a:lnTo>
                    <a:pt x="266979" y="101824"/>
                  </a:lnTo>
                  <a:lnTo>
                    <a:pt x="268549" y="100266"/>
                  </a:lnTo>
                  <a:close/>
                  <a:moveTo>
                    <a:pt x="142912" y="65458"/>
                  </a:moveTo>
                  <a:cubicBezTo>
                    <a:pt x="142912" y="45197"/>
                    <a:pt x="153382" y="34807"/>
                    <a:pt x="167516" y="34807"/>
                  </a:cubicBezTo>
                  <a:cubicBezTo>
                    <a:pt x="182174" y="34807"/>
                    <a:pt x="187932" y="43639"/>
                    <a:pt x="189503" y="51951"/>
                  </a:cubicBezTo>
                  <a:lnTo>
                    <a:pt x="191073" y="53510"/>
                  </a:lnTo>
                  <a:lnTo>
                    <a:pt x="196832" y="53510"/>
                  </a:lnTo>
                  <a:lnTo>
                    <a:pt x="198402" y="51951"/>
                  </a:lnTo>
                  <a:cubicBezTo>
                    <a:pt x="196832" y="37405"/>
                    <a:pt x="185315" y="27534"/>
                    <a:pt x="167516" y="27534"/>
                  </a:cubicBezTo>
                  <a:cubicBezTo>
                    <a:pt x="148671" y="27534"/>
                    <a:pt x="134013" y="38963"/>
                    <a:pt x="134013" y="65458"/>
                  </a:cubicBezTo>
                  <a:cubicBezTo>
                    <a:pt x="134013" y="91434"/>
                    <a:pt x="148671" y="103383"/>
                    <a:pt x="167516" y="103383"/>
                  </a:cubicBezTo>
                  <a:cubicBezTo>
                    <a:pt x="184791" y="103383"/>
                    <a:pt x="196832" y="92992"/>
                    <a:pt x="198402" y="78966"/>
                  </a:cubicBezTo>
                  <a:lnTo>
                    <a:pt x="196832" y="77407"/>
                  </a:lnTo>
                  <a:lnTo>
                    <a:pt x="191073" y="77407"/>
                  </a:lnTo>
                  <a:lnTo>
                    <a:pt x="189503" y="78966"/>
                  </a:lnTo>
                  <a:cubicBezTo>
                    <a:pt x="187932" y="87797"/>
                    <a:pt x="182174" y="96110"/>
                    <a:pt x="167516" y="96110"/>
                  </a:cubicBezTo>
                  <a:cubicBezTo>
                    <a:pt x="153382" y="95590"/>
                    <a:pt x="142912" y="85719"/>
                    <a:pt x="142912" y="65458"/>
                  </a:cubicBezTo>
                  <a:moveTo>
                    <a:pt x="126684" y="68056"/>
                  </a:moveTo>
                  <a:lnTo>
                    <a:pt x="128255" y="66497"/>
                  </a:lnTo>
                  <a:lnTo>
                    <a:pt x="128255" y="62341"/>
                  </a:lnTo>
                  <a:cubicBezTo>
                    <a:pt x="128255" y="42080"/>
                    <a:pt x="116738" y="27534"/>
                    <a:pt x="96322" y="27534"/>
                  </a:cubicBezTo>
                  <a:cubicBezTo>
                    <a:pt x="75906" y="27534"/>
                    <a:pt x="64389" y="42080"/>
                    <a:pt x="64389" y="62341"/>
                  </a:cubicBezTo>
                  <a:lnTo>
                    <a:pt x="64389" y="65458"/>
                  </a:lnTo>
                  <a:cubicBezTo>
                    <a:pt x="64389" y="85719"/>
                    <a:pt x="74859" y="103383"/>
                    <a:pt x="97892" y="103383"/>
                  </a:cubicBezTo>
                  <a:cubicBezTo>
                    <a:pt x="118308" y="103383"/>
                    <a:pt x="125637" y="90395"/>
                    <a:pt x="127208" y="81563"/>
                  </a:cubicBezTo>
                  <a:lnTo>
                    <a:pt x="125637" y="80005"/>
                  </a:lnTo>
                  <a:lnTo>
                    <a:pt x="119355" y="80005"/>
                  </a:lnTo>
                  <a:lnTo>
                    <a:pt x="118308" y="81563"/>
                  </a:lnTo>
                  <a:cubicBezTo>
                    <a:pt x="115167" y="90395"/>
                    <a:pt x="109409" y="96110"/>
                    <a:pt x="97892" y="96110"/>
                  </a:cubicBezTo>
                  <a:cubicBezTo>
                    <a:pt x="79047" y="96110"/>
                    <a:pt x="73288" y="78966"/>
                    <a:pt x="73288" y="70134"/>
                  </a:cubicBezTo>
                  <a:lnTo>
                    <a:pt x="74859" y="68575"/>
                  </a:lnTo>
                  <a:lnTo>
                    <a:pt x="126684" y="68575"/>
                  </a:lnTo>
                  <a:close/>
                  <a:moveTo>
                    <a:pt x="118308" y="60783"/>
                  </a:moveTo>
                  <a:lnTo>
                    <a:pt x="74335" y="60783"/>
                  </a:lnTo>
                  <a:lnTo>
                    <a:pt x="72765" y="59224"/>
                  </a:lnTo>
                  <a:cubicBezTo>
                    <a:pt x="72765" y="48834"/>
                    <a:pt x="78523" y="34807"/>
                    <a:pt x="96322" y="34807"/>
                  </a:cubicBezTo>
                  <a:cubicBezTo>
                    <a:pt x="113597" y="34807"/>
                    <a:pt x="119879" y="49354"/>
                    <a:pt x="119879" y="59224"/>
                  </a:cubicBezTo>
                  <a:lnTo>
                    <a:pt x="118308" y="60783"/>
                  </a:lnTo>
                  <a:close/>
                  <a:moveTo>
                    <a:pt x="78523" y="5715"/>
                  </a:moveTo>
                  <a:lnTo>
                    <a:pt x="78523" y="1559"/>
                  </a:lnTo>
                  <a:lnTo>
                    <a:pt x="77476" y="0"/>
                  </a:lnTo>
                  <a:lnTo>
                    <a:pt x="1570" y="0"/>
                  </a:lnTo>
                  <a:lnTo>
                    <a:pt x="0" y="1559"/>
                  </a:lnTo>
                  <a:lnTo>
                    <a:pt x="0" y="5715"/>
                  </a:lnTo>
                  <a:lnTo>
                    <a:pt x="1570" y="7273"/>
                  </a:lnTo>
                  <a:lnTo>
                    <a:pt x="33503" y="7273"/>
                  </a:lnTo>
                  <a:lnTo>
                    <a:pt x="35074" y="8832"/>
                  </a:lnTo>
                  <a:lnTo>
                    <a:pt x="35074" y="100266"/>
                  </a:lnTo>
                  <a:lnTo>
                    <a:pt x="36644" y="101824"/>
                  </a:lnTo>
                  <a:lnTo>
                    <a:pt x="42403" y="101824"/>
                  </a:lnTo>
                  <a:lnTo>
                    <a:pt x="43973" y="100266"/>
                  </a:lnTo>
                  <a:lnTo>
                    <a:pt x="43973" y="8832"/>
                  </a:lnTo>
                  <a:lnTo>
                    <a:pt x="45543" y="7273"/>
                  </a:lnTo>
                  <a:lnTo>
                    <a:pt x="77476" y="7273"/>
                  </a:lnTo>
                  <a:lnTo>
                    <a:pt x="78523" y="5715"/>
                  </a:lnTo>
                  <a:close/>
                </a:path>
              </a:pathLst>
            </a:custGeom>
            <a:grpFill/>
            <a:ln w="51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2400"/>
            </a:p>
          </p:txBody>
        </p:sp>
        <p:sp>
          <p:nvSpPr>
            <p:cNvPr id="22" name="Graphic 9">
              <a:extLst>
                <a:ext uri="{FF2B5EF4-FFF2-40B4-BE49-F238E27FC236}">
                  <a16:creationId xmlns:a16="http://schemas.microsoft.com/office/drawing/2014/main" id="{1CE55279-4711-E448-9618-334C78BE37EB}"/>
                </a:ext>
              </a:extLst>
            </p:cNvPr>
            <p:cNvSpPr/>
            <p:nvPr/>
          </p:nvSpPr>
          <p:spPr>
            <a:xfrm>
              <a:off x="7771713" y="4862293"/>
              <a:ext cx="346549" cy="115331"/>
            </a:xfrm>
            <a:custGeom>
              <a:avLst/>
              <a:gdLst>
                <a:gd name="connsiteX0" fmla="*/ 346549 w 346549"/>
                <a:gd name="connsiteY0" fmla="*/ 88317 h 115331"/>
                <a:gd name="connsiteX1" fmla="*/ 346549 w 346549"/>
                <a:gd name="connsiteY1" fmla="*/ 108578 h 115331"/>
                <a:gd name="connsiteX2" fmla="*/ 280590 w 346549"/>
                <a:gd name="connsiteY2" fmla="*/ 108578 h 115331"/>
                <a:gd name="connsiteX3" fmla="*/ 280590 w 346549"/>
                <a:gd name="connsiteY3" fmla="*/ 6754 h 115331"/>
                <a:gd name="connsiteX4" fmla="*/ 303623 w 346549"/>
                <a:gd name="connsiteY4" fmla="*/ 6754 h 115331"/>
                <a:gd name="connsiteX5" fmla="*/ 303623 w 346549"/>
                <a:gd name="connsiteY5" fmla="*/ 88317 h 115331"/>
                <a:gd name="connsiteX6" fmla="*/ 346549 w 346549"/>
                <a:gd name="connsiteY6" fmla="*/ 88317 h 115331"/>
                <a:gd name="connsiteX7" fmla="*/ 41356 w 346549"/>
                <a:gd name="connsiteY7" fmla="*/ 108578 h 115331"/>
                <a:gd name="connsiteX8" fmla="*/ 91087 w 346549"/>
                <a:gd name="connsiteY8" fmla="*/ 70654 h 115331"/>
                <a:gd name="connsiteX9" fmla="*/ 149194 w 346549"/>
                <a:gd name="connsiteY9" fmla="*/ 115331 h 115331"/>
                <a:gd name="connsiteX10" fmla="*/ 206778 w 346549"/>
                <a:gd name="connsiteY10" fmla="*/ 70654 h 115331"/>
                <a:gd name="connsiteX11" fmla="*/ 206778 w 346549"/>
                <a:gd name="connsiteY11" fmla="*/ 108578 h 115331"/>
                <a:gd name="connsiteX12" fmla="*/ 272737 w 346549"/>
                <a:gd name="connsiteY12" fmla="*/ 108578 h 115331"/>
                <a:gd name="connsiteX13" fmla="*/ 272737 w 346549"/>
                <a:gd name="connsiteY13" fmla="*/ 88317 h 115331"/>
                <a:gd name="connsiteX14" fmla="*/ 229811 w 346549"/>
                <a:gd name="connsiteY14" fmla="*/ 88317 h 115331"/>
                <a:gd name="connsiteX15" fmla="*/ 229811 w 346549"/>
                <a:gd name="connsiteY15" fmla="*/ 6754 h 115331"/>
                <a:gd name="connsiteX16" fmla="*/ 206778 w 346549"/>
                <a:gd name="connsiteY16" fmla="*/ 6754 h 115331"/>
                <a:gd name="connsiteX17" fmla="*/ 206778 w 346549"/>
                <a:gd name="connsiteY17" fmla="*/ 44678 h 115331"/>
                <a:gd name="connsiteX18" fmla="*/ 151288 w 346549"/>
                <a:gd name="connsiteY18" fmla="*/ 87797 h 115331"/>
                <a:gd name="connsiteX19" fmla="*/ 138724 w 346549"/>
                <a:gd name="connsiteY19" fmla="*/ 77927 h 115331"/>
                <a:gd name="connsiteX20" fmla="*/ 165422 w 346549"/>
                <a:gd name="connsiteY20" fmla="*/ 57146 h 115331"/>
                <a:gd name="connsiteX21" fmla="*/ 194214 w 346549"/>
                <a:gd name="connsiteY21" fmla="*/ 34807 h 115331"/>
                <a:gd name="connsiteX22" fmla="*/ 177462 w 346549"/>
                <a:gd name="connsiteY22" fmla="*/ 21819 h 115331"/>
                <a:gd name="connsiteX23" fmla="*/ 121973 w 346549"/>
                <a:gd name="connsiteY23" fmla="*/ 64939 h 115331"/>
                <a:gd name="connsiteX24" fmla="*/ 109932 w 346549"/>
                <a:gd name="connsiteY24" fmla="*/ 55588 h 115331"/>
                <a:gd name="connsiteX25" fmla="*/ 165422 w 346549"/>
                <a:gd name="connsiteY25" fmla="*/ 12468 h 115331"/>
                <a:gd name="connsiteX26" fmla="*/ 148671 w 346549"/>
                <a:gd name="connsiteY26" fmla="*/ 0 h 115331"/>
                <a:gd name="connsiteX27" fmla="*/ 91087 w 346549"/>
                <a:gd name="connsiteY27" fmla="*/ 44678 h 115331"/>
                <a:gd name="connsiteX28" fmla="*/ 41356 w 346549"/>
                <a:gd name="connsiteY28" fmla="*/ 6754 h 115331"/>
                <a:gd name="connsiteX29" fmla="*/ 0 w 346549"/>
                <a:gd name="connsiteY29" fmla="*/ 6754 h 115331"/>
                <a:gd name="connsiteX30" fmla="*/ 0 w 346549"/>
                <a:gd name="connsiteY30" fmla="*/ 108058 h 115331"/>
                <a:gd name="connsiteX31" fmla="*/ 41356 w 346549"/>
                <a:gd name="connsiteY31" fmla="*/ 108058 h 115331"/>
                <a:gd name="connsiteX32" fmla="*/ 23033 w 346549"/>
                <a:gd name="connsiteY32" fmla="*/ 88317 h 115331"/>
                <a:gd name="connsiteX33" fmla="*/ 23033 w 346549"/>
                <a:gd name="connsiteY33" fmla="*/ 27015 h 115331"/>
                <a:gd name="connsiteX34" fmla="*/ 41356 w 346549"/>
                <a:gd name="connsiteY34" fmla="*/ 27015 h 115331"/>
                <a:gd name="connsiteX35" fmla="*/ 69100 w 346549"/>
                <a:gd name="connsiteY35" fmla="*/ 57666 h 115331"/>
                <a:gd name="connsiteX36" fmla="*/ 41356 w 346549"/>
                <a:gd name="connsiteY36" fmla="*/ 88317 h 115331"/>
                <a:gd name="connsiteX37" fmla="*/ 23033 w 346549"/>
                <a:gd name="connsiteY37" fmla="*/ 88317 h 11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6549" h="115331">
                  <a:moveTo>
                    <a:pt x="346549" y="88317"/>
                  </a:moveTo>
                  <a:lnTo>
                    <a:pt x="346549" y="108578"/>
                  </a:lnTo>
                  <a:lnTo>
                    <a:pt x="280590" y="108578"/>
                  </a:lnTo>
                  <a:lnTo>
                    <a:pt x="280590" y="6754"/>
                  </a:lnTo>
                  <a:lnTo>
                    <a:pt x="303623" y="6754"/>
                  </a:lnTo>
                  <a:lnTo>
                    <a:pt x="303623" y="88317"/>
                  </a:lnTo>
                  <a:lnTo>
                    <a:pt x="346549" y="88317"/>
                  </a:lnTo>
                  <a:close/>
                  <a:moveTo>
                    <a:pt x="41356" y="108578"/>
                  </a:moveTo>
                  <a:cubicBezTo>
                    <a:pt x="64913" y="108578"/>
                    <a:pt x="85329" y="92473"/>
                    <a:pt x="91087" y="70654"/>
                  </a:cubicBezTo>
                  <a:lnTo>
                    <a:pt x="149194" y="115331"/>
                  </a:lnTo>
                  <a:lnTo>
                    <a:pt x="206778" y="70654"/>
                  </a:lnTo>
                  <a:lnTo>
                    <a:pt x="206778" y="108578"/>
                  </a:lnTo>
                  <a:lnTo>
                    <a:pt x="272737" y="108578"/>
                  </a:lnTo>
                  <a:lnTo>
                    <a:pt x="272737" y="88317"/>
                  </a:lnTo>
                  <a:lnTo>
                    <a:pt x="229811" y="88317"/>
                  </a:lnTo>
                  <a:lnTo>
                    <a:pt x="229811" y="6754"/>
                  </a:lnTo>
                  <a:lnTo>
                    <a:pt x="206778" y="6754"/>
                  </a:lnTo>
                  <a:lnTo>
                    <a:pt x="206778" y="44678"/>
                  </a:lnTo>
                  <a:lnTo>
                    <a:pt x="151288" y="87797"/>
                  </a:lnTo>
                  <a:lnTo>
                    <a:pt x="138724" y="77927"/>
                  </a:lnTo>
                  <a:lnTo>
                    <a:pt x="165422" y="57146"/>
                  </a:lnTo>
                  <a:lnTo>
                    <a:pt x="194214" y="34807"/>
                  </a:lnTo>
                  <a:lnTo>
                    <a:pt x="177462" y="21819"/>
                  </a:lnTo>
                  <a:lnTo>
                    <a:pt x="121973" y="64939"/>
                  </a:lnTo>
                  <a:lnTo>
                    <a:pt x="109932" y="55588"/>
                  </a:lnTo>
                  <a:lnTo>
                    <a:pt x="165422" y="12468"/>
                  </a:lnTo>
                  <a:lnTo>
                    <a:pt x="148671" y="0"/>
                  </a:lnTo>
                  <a:lnTo>
                    <a:pt x="91087" y="44678"/>
                  </a:lnTo>
                  <a:cubicBezTo>
                    <a:pt x="85329" y="22858"/>
                    <a:pt x="65436" y="6754"/>
                    <a:pt x="41356" y="6754"/>
                  </a:cubicBezTo>
                  <a:lnTo>
                    <a:pt x="0" y="6754"/>
                  </a:lnTo>
                  <a:lnTo>
                    <a:pt x="0" y="108058"/>
                  </a:lnTo>
                  <a:lnTo>
                    <a:pt x="41356" y="108058"/>
                  </a:lnTo>
                  <a:close/>
                  <a:moveTo>
                    <a:pt x="23033" y="88317"/>
                  </a:moveTo>
                  <a:lnTo>
                    <a:pt x="23033" y="27015"/>
                  </a:lnTo>
                  <a:lnTo>
                    <a:pt x="41356" y="27015"/>
                  </a:lnTo>
                  <a:cubicBezTo>
                    <a:pt x="56537" y="27015"/>
                    <a:pt x="69100" y="40522"/>
                    <a:pt x="69100" y="57666"/>
                  </a:cubicBezTo>
                  <a:cubicBezTo>
                    <a:pt x="69100" y="74290"/>
                    <a:pt x="56537" y="88317"/>
                    <a:pt x="41356" y="88317"/>
                  </a:cubicBezTo>
                  <a:lnTo>
                    <a:pt x="23033" y="88317"/>
                  </a:lnTo>
                  <a:close/>
                </a:path>
              </a:pathLst>
            </a:custGeom>
            <a:grpFill/>
            <a:ln w="51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4566090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2200"/>
            <a:ext cx="2743200" cy="356618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381000" y="4204926"/>
            <a:ext cx="79711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42900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738312"/>
            <a:ext cx="7969282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4300697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2200"/>
            <a:ext cx="2743200" cy="356618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381000" y="4204926"/>
            <a:ext cx="79711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42900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738312"/>
            <a:ext cx="7969282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effectLst>
                  <a:glow rad="127000">
                    <a:srgbClr val="0D32A4"/>
                  </a:glow>
                </a:effectLst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7413644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3D95DA-6F2D-4DB9-A4B6-50D3D1C658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759" y="5090333"/>
            <a:ext cx="9715500" cy="747897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lnSpc>
                <a:spcPct val="90000"/>
              </a:lnSpc>
              <a:defRPr sz="540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C487A85-65B5-4371-833A-AD6EFF69F55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1E00A8F-8F29-4705-8469-E9075A8C1B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343900" y="914400"/>
            <a:ext cx="3467100" cy="25146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chemeClr val="bg1"/>
              </a:buClr>
              <a:defRPr sz="2000">
                <a:solidFill>
                  <a:schemeClr val="tx2"/>
                </a:solidFill>
              </a:defRPr>
            </a:lvl1pPr>
            <a:lvl2pPr marL="741363" indent="-284163">
              <a:lnSpc>
                <a:spcPct val="100000"/>
              </a:lnSpc>
              <a:spcBef>
                <a:spcPts val="600"/>
              </a:spcBef>
              <a:buClr>
                <a:schemeClr val="bg1"/>
              </a:buClr>
              <a:buFont typeface="Arial" panose="020B0604020202020204" pitchFamily="34" charset="0"/>
              <a:buChar char="–"/>
              <a:defRPr sz="1800">
                <a:solidFill>
                  <a:schemeClr val="tx2"/>
                </a:solidFill>
              </a:defRPr>
            </a:lvl2pPr>
            <a:lvl3pPr marL="1142971" indent="-228594">
              <a:lnSpc>
                <a:spcPct val="100000"/>
              </a:lnSpc>
              <a:spcBef>
                <a:spcPts val="6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</a:defRPr>
            </a:lvl3pPr>
            <a:lvl4pPr>
              <a:defRPr sz="1600">
                <a:solidFill>
                  <a:schemeClr val="tx2"/>
                </a:solidFill>
              </a:defRPr>
            </a:lvl4pPr>
            <a:lvl5pPr>
              <a:defRPr sz="16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85175989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D7D3C83F-1685-4A4A-8993-74D3219027D6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4343400"/>
            <a:ext cx="8027894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5B0BFDB-C4BC-4E6F-8090-A00E82B41E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AF30D4F-5FE4-4AA6-812B-A00AFC98112E}"/>
              </a:ext>
            </a:extLst>
          </p:cNvPr>
          <p:cNvSpPr>
            <a:spLocks noGrp="1"/>
          </p:cNvSpPr>
          <p:nvPr userDrawn="1">
            <p:ph type="body" sz="quarter" idx="10"/>
          </p:nvPr>
        </p:nvSpPr>
        <p:spPr>
          <a:xfrm>
            <a:off x="1066799" y="349478"/>
            <a:ext cx="7315201" cy="215444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 marL="0" indent="0">
              <a:lnSpc>
                <a:spcPct val="100000"/>
              </a:lnSpc>
              <a:buNone/>
              <a:defRPr sz="1400" cap="all" spc="300" baseline="0">
                <a:solidFill>
                  <a:schemeClr val="tx2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5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249407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88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blue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D7D3C83F-1685-4A4A-8993-74D3219027D6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3595503"/>
            <a:ext cx="4457700" cy="2243691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5B0BFDB-C4BC-4E6F-8090-A00E82B41E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AF30D4F-5FE4-4AA6-812B-A00AFC98112E}"/>
              </a:ext>
            </a:extLst>
          </p:cNvPr>
          <p:cNvSpPr>
            <a:spLocks noGrp="1"/>
          </p:cNvSpPr>
          <p:nvPr userDrawn="1">
            <p:ph type="body" sz="quarter" idx="10"/>
          </p:nvPr>
        </p:nvSpPr>
        <p:spPr>
          <a:xfrm>
            <a:off x="1066799" y="349478"/>
            <a:ext cx="3771901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>
              <a:lnSpc>
                <a:spcPct val="100000"/>
              </a:lnSpc>
              <a:buNone/>
              <a:defRPr sz="1400" cap="all" spc="300" baseline="0">
                <a:solidFill>
                  <a:schemeClr val="tx2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5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576021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88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bar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1183"/>
            <a:ext cx="2286000" cy="13295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E5F8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67100" y="400050"/>
            <a:ext cx="8343900" cy="5829300"/>
          </a:xfrm>
          <a:prstGeom prst="rect">
            <a:avLst/>
          </a:prstGeom>
        </p:spPr>
        <p:txBody>
          <a:bodyPr lIns="0" tIns="0" rIns="0" bIns="0" anchor="ctr" anchorCtr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DD84B0B8-7C41-4C04-9E5E-65F066217219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2514600"/>
            <a:ext cx="2286000" cy="371475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6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5957666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bar blue w photo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1183"/>
            <a:ext cx="2286000" cy="13295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E5F8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rgbClr val="80C7FB"/>
              </a:solidFill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DD84B0B8-7C41-4C04-9E5E-65F066217219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2514600"/>
            <a:ext cx="2286000" cy="371475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6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8FAF2F2-81F0-496C-EB9C-AD35CB49960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009900" y="0"/>
            <a:ext cx="9182100" cy="68580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 anchorCtr="1"/>
          <a:lstStyle>
            <a:lvl1pPr marL="0" indent="0">
              <a:buNone/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9503406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0"/>
            <a:ext cx="3999017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14606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5" name="Picture 4" descr="A person climbing up a hill&#10;&#10;Description automatically generated">
            <a:extLst>
              <a:ext uri="{FF2B5EF4-FFF2-40B4-BE49-F238E27FC236}">
                <a16:creationId xmlns:a16="http://schemas.microsoft.com/office/drawing/2014/main" id="{9DE7DF80-32BB-8AD2-E825-59220CF9FCA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alphaModFix amt="37000"/>
          </a:blip>
          <a:srcRect t="42734" b="14893"/>
          <a:stretch/>
        </p:blipFill>
        <p:spPr>
          <a:xfrm>
            <a:off x="0" y="0"/>
            <a:ext cx="12192000" cy="3429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0"/>
            <a:ext cx="3999017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5443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1"/>
            <a:ext cx="12192000" cy="156754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82483" y="342900"/>
            <a:ext cx="8108374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br>
              <a:rPr lang="en-US"/>
            </a:br>
            <a:r>
              <a:rPr lang="en-US" err="1"/>
              <a:t>dsfgsdfgdfg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04286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0"/>
            <a:ext cx="72375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>
              <a:solidFill>
                <a:schemeClr val="tx2"/>
              </a:solidFill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DA8A050-048C-CFC3-6C46-F2D6838033F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A3B1B31-3139-2F42-550C-BC67A0DCE01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9B63BCBE-1E58-B204-A01E-CA77F258FC7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4E61B7FC-61E9-4C41-B23F-DECAA8A84BC8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12782704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op bar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342900"/>
            <a:ext cx="72375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DA8A050-048C-CFC3-6C46-F2D6838033F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A3B1B31-3139-2F42-550C-BC67A0DCE01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9B63BCBE-1E58-B204-A01E-CA77F258FC7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390F32B0-C623-16E8-3DD6-16DC74CF1AEB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22579149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op bar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342900"/>
            <a:ext cx="72375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DA8A050-048C-CFC3-6C46-F2D6838033F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A3B1B31-3139-2F42-550C-BC67A0DCE01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9B63BCBE-1E58-B204-A01E-CA77F258FC7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4862BA-3D84-0CAF-981B-1AE73AE0F10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7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D60ACA33-68C1-A9CB-E2A3-9DE50358CE01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40279200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0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961E767C-1F50-4D42-AF6A-E15CED75F7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0283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106150" cy="443198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67802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FE1117A-62A0-DDBC-086F-96787F8F7C8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alphaModFix amt="3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1761" y="3429000"/>
            <a:ext cx="12185230" cy="3429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0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61E767C-1F50-4D42-AF6A-E15CED75F7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8795423-C9B2-8C2C-60A7-353E3933C131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E949DA17-53FE-C98F-8CEF-727E8BC9608C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96353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w/photo half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BEADD02D-4E86-18B9-EC0D-5EFAF43C6BBB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0D32A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96F27EC7-A1F5-878A-4E9C-42D9EE7F3BF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4290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 anchorCtr="1"/>
          <a:lstStyle>
            <a:lvl1pPr marL="0" indent="0">
              <a:buNone/>
              <a:defRPr>
                <a:solidFill>
                  <a:schemeClr val="tx2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8033FDC-55EF-42E8-40A1-2BDB05C183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829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569" y="4229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sp>
        <p:nvSpPr>
          <p:cNvPr id="9" name="Content Placeholder 9">
            <a:extLst>
              <a:ext uri="{FF2B5EF4-FFF2-40B4-BE49-F238E27FC236}">
                <a16:creationId xmlns:a16="http://schemas.microsoft.com/office/drawing/2014/main" id="{22707C3E-AA17-F74E-2CC0-F61663C5E36B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096000" y="3829050"/>
            <a:ext cx="5715000" cy="2343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0">
                <a:solidFill>
                  <a:schemeClr val="tx2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200"/>
              </a:spcBef>
              <a:buClr>
                <a:srgbClr val="80C7FB"/>
              </a:buClr>
              <a:buFont typeface="Arial" panose="020B0604020202020204" pitchFamily="34" charset="0"/>
              <a:buChar char="•"/>
              <a:defRPr sz="1600" b="0">
                <a:solidFill>
                  <a:schemeClr val="tx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600"/>
              </a:spcBef>
              <a:buClr>
                <a:srgbClr val="80C7FB"/>
              </a:buClr>
              <a:buFont typeface="Arial" panose="020B0604020202020204" pitchFamily="34" charset="0"/>
              <a:buChar char="–"/>
              <a:defRPr sz="1200" b="0">
                <a:solidFill>
                  <a:schemeClr val="tx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EC10F5B-4C21-AEA3-115E-942A040690DC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5600700"/>
            <a:ext cx="4800600" cy="571500"/>
          </a:xfrm>
          <a:prstGeom prst="rect">
            <a:avLst/>
          </a:prstGeom>
        </p:spPr>
        <p:txBody>
          <a:bodyPr wrap="square" lIns="0" tIns="0" rIns="0" bIns="0" anchor="t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8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286355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729022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5483711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4400440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86" y="857250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86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42882050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itle Only Dark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306F2B36-31F6-28C9-9358-7A3DB358C4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sp>
        <p:nvSpPr>
          <p:cNvPr id="6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0E6938BD-ED0E-6E86-6FD9-E84CE45FA6F8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lvl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Copyright © Dell Inc. All Rights Reserved.</a:t>
            </a:r>
          </a:p>
        </p:txBody>
      </p:sp>
      <p:sp>
        <p:nvSpPr>
          <p:cNvPr id="7" name="TextBox 19">
            <a:extLst>
              <a:ext uri="{FF2B5EF4-FFF2-40B4-BE49-F238E27FC236}">
                <a16:creationId xmlns:a16="http://schemas.microsoft.com/office/drawing/2014/main" id="{1FE4647A-59C7-B887-23D7-133E9A3A6E1E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lvl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/>
            <a:fld id="{58EC7406-F4CC-4ABF-902E-2AF4E70E5C0F}" type="slidenum">
              <a:rPr lang="en-US" smtClean="0"/>
              <a:pPr lvl="0"/>
              <a:t>‹#›</a:t>
            </a:fld>
            <a:endParaRPr lang="en-US" err="1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749694E-603F-9892-04D7-6E42E300B91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1" y="857251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>
              <a:buNone/>
              <a:defRPr lang="en-US" sz="1600">
                <a:solidFill>
                  <a:schemeClr val="bg1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 marL="228597" lvl="0" indent="-228597">
              <a:lnSpc>
                <a:spcPct val="100000"/>
              </a:lnSpc>
              <a:spcBef>
                <a:spcPts val="0"/>
              </a:spcBef>
            </a:pPr>
            <a:r>
              <a:rPr lang="en-US"/>
              <a:t>Click to edit Master subtitle style</a:t>
            </a:r>
          </a:p>
        </p:txBody>
      </p:sp>
      <p:sp>
        <p:nvSpPr>
          <p:cNvPr id="4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F7D73363-0C24-E840-3A23-5ADB1AF1F4FC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35138860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&amp; Subtitle _ Midnigh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B4486F91-0AF7-FFB5-8E00-CB3EAC99FD6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-899160" y="-68580"/>
            <a:ext cx="13990320" cy="6995160"/>
            <a:chOff x="-899160" y="-68580"/>
            <a:chExt cx="13990320" cy="699516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6FB31B2-E9D7-1F44-F8E8-06E448CC79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rgbClr val="0D215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bg2"/>
                </a:solidFill>
              </a:endParaRPr>
            </a:p>
          </p:txBody>
        </p:sp>
        <p:pic>
          <p:nvPicPr>
            <p:cNvPr id="8" name="Graphic 7">
              <a:extLst>
                <a:ext uri="{FF2B5EF4-FFF2-40B4-BE49-F238E27FC236}">
                  <a16:creationId xmlns:a16="http://schemas.microsoft.com/office/drawing/2014/main" id="{45DF815B-F312-C131-92E7-13FD0D68FA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899160" y="-68580"/>
              <a:ext cx="13990320" cy="6995160"/>
            </a:xfrm>
            <a:prstGeom prst="rect">
              <a:avLst/>
            </a:prstGeom>
          </p:spPr>
        </p:pic>
      </p:grpSp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5F221373-287C-A40E-5287-DB22F305B66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5380716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F221373-287C-A40E-5287-DB22F305B66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5" name="Graphic 4" hidden="1">
            <a:extLst>
              <a:ext uri="{FF2B5EF4-FFF2-40B4-BE49-F238E27FC236}">
                <a16:creationId xmlns:a16="http://schemas.microsoft.com/office/drawing/2014/main" id="{BAFC08A4-7762-57DA-2AE3-07706608D86C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341270" y="6422091"/>
            <a:ext cx="1562274" cy="261206"/>
          </a:xfrm>
          <a:prstGeom prst="rect">
            <a:avLst/>
          </a:prstGeom>
        </p:spPr>
      </p:pic>
      <p:sp>
        <p:nvSpPr>
          <p:cNvPr id="6" name="fl" descr="                              Dell - Internal Use - Confidential&#10;" hidden="1">
            <a:extLst>
              <a:ext uri="{FF2B5EF4-FFF2-40B4-BE49-F238E27FC236}">
                <a16:creationId xmlns:a16="http://schemas.microsoft.com/office/drawing/2014/main" id="{35F761BB-2891-A6AE-74E2-746CB6FD7EDE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chemeClr val="tx2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7" name="TextBox 19" hidden="1">
            <a:extLst>
              <a:ext uri="{FF2B5EF4-FFF2-40B4-BE49-F238E27FC236}">
                <a16:creationId xmlns:a16="http://schemas.microsoft.com/office/drawing/2014/main" id="{28F33F1C-2D57-143C-5D3E-2FA1E2600ADB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chemeClr val="tx2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>
              <a:solidFill>
                <a:schemeClr val="tx2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83E83B3-3D53-69CD-F3CB-3F007FB8091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accent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989852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&amp; Subtitle dark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rgbClr val="9FDDFF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5F47BF1-E8F3-128F-B5E5-89791A7524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2507A2F-675B-8174-CF75-DEE21B7BE36F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C8C9C7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299758E2-027C-59BE-41B9-F83F881B093C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C8C9C7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>
              <a:solidFill>
                <a:srgbClr val="C8C9C7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2381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ver DAP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Graphic 19">
            <a:extLst>
              <a:ext uri="{FF2B5EF4-FFF2-40B4-BE49-F238E27FC236}">
                <a16:creationId xmlns:a16="http://schemas.microsoft.com/office/drawing/2014/main" id="{FECEFEE6-BFCC-6789-04C2-FA8CD69B62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293614" y="1378342"/>
            <a:ext cx="5755386" cy="5768928"/>
          </a:xfrm>
          <a:prstGeom prst="rect">
            <a:avLst/>
          </a:prstGeom>
        </p:spPr>
      </p:pic>
      <p:pic>
        <p:nvPicPr>
          <p:cNvPr id="28" name="Graphic 27">
            <a:extLst>
              <a:ext uri="{FF2B5EF4-FFF2-40B4-BE49-F238E27FC236}">
                <a16:creationId xmlns:a16="http://schemas.microsoft.com/office/drawing/2014/main" id="{B21CB1F7-DE4B-D9DD-F8FB-E10183863E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908501" y="0"/>
            <a:ext cx="8525612" cy="8525612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A19A01FB-BCDB-01D0-09CF-5EF28188FF8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589014" y="2680513"/>
            <a:ext cx="3164586" cy="3164586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 hasCustomPrompt="1"/>
          </p:nvPr>
        </p:nvSpPr>
        <p:spPr>
          <a:xfrm>
            <a:off x="381001" y="3308456"/>
            <a:ext cx="43527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 b="0" i="0">
                <a:solidFill>
                  <a:srgbClr val="9FDDFF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First Last</a:t>
            </a:r>
          </a:p>
          <a:p>
            <a:r>
              <a:rPr lang="en-US"/>
              <a:t>Title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2905252"/>
            <a:ext cx="457200" cy="114300"/>
          </a:xfrm>
          <a:prstGeom prst="rect">
            <a:avLst/>
          </a:prstGeom>
          <a:solidFill>
            <a:srgbClr val="58A5E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382351"/>
            <a:ext cx="4351711" cy="1329595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4800" dirty="0">
                <a:solidFill>
                  <a:schemeClr val="tx2"/>
                </a:solidFill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4E4E1C7-BEEF-F86B-B6A4-D4C502900CF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524" y="5641848"/>
            <a:ext cx="12188952" cy="1216152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B64B15B-9ADE-4891-9B38-13300878F8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524" y="5208959"/>
            <a:ext cx="12188952" cy="432889"/>
          </a:xfrm>
          <a:prstGeom prst="rect">
            <a:avLst/>
          </a:prstGeom>
          <a:solidFill>
            <a:srgbClr val="EEEEEE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37704AB-F094-06FF-4B7A-9A45347B1E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524" y="4935559"/>
            <a:ext cx="12188952" cy="273401"/>
          </a:xfrm>
          <a:prstGeom prst="rect">
            <a:avLst/>
          </a:prstGeom>
          <a:solidFill>
            <a:srgbClr val="C8C9C7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C3C08E67-95F0-C45D-DAF6-BED3C2BD40C6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7126"/>
            <a:ext cx="2743200" cy="351692"/>
          </a:xfrm>
          <a:prstGeom prst="rect">
            <a:avLst/>
          </a:prstGeom>
        </p:spPr>
      </p:pic>
      <p:grpSp>
        <p:nvGrpSpPr>
          <p:cNvPr id="168" name="Group 167">
            <a:extLst>
              <a:ext uri="{FF2B5EF4-FFF2-40B4-BE49-F238E27FC236}">
                <a16:creationId xmlns:a16="http://schemas.microsoft.com/office/drawing/2014/main" id="{18E0DDAF-43B4-DF2B-872A-3CBE7934DF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8763000" y="3578843"/>
            <a:ext cx="2776701" cy="1371600"/>
            <a:chOff x="8763000" y="3578843"/>
            <a:chExt cx="2776701" cy="1371600"/>
          </a:xfrm>
        </p:grpSpPr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F3DBAF5-9250-3DBC-1B0E-2FB5BCC61DF4}"/>
                </a:ext>
              </a:extLst>
            </p:cNvPr>
            <p:cNvSpPr/>
            <p:nvPr userDrawn="1"/>
          </p:nvSpPr>
          <p:spPr>
            <a:xfrm flipV="1">
              <a:off x="9898504" y="4532149"/>
              <a:ext cx="418915" cy="418294"/>
            </a:xfrm>
            <a:custGeom>
              <a:avLst/>
              <a:gdLst>
                <a:gd name="connsiteX0" fmla="*/ 329226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6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953C9AF-C8F7-A902-B9A8-5E9EEF98AA1D}"/>
                </a:ext>
              </a:extLst>
            </p:cNvPr>
            <p:cNvSpPr/>
            <p:nvPr userDrawn="1"/>
          </p:nvSpPr>
          <p:spPr>
            <a:xfrm flipV="1">
              <a:off x="10374389" y="4307201"/>
              <a:ext cx="201682" cy="201845"/>
            </a:xfrm>
            <a:custGeom>
              <a:avLst/>
              <a:gdLst>
                <a:gd name="connsiteX0" fmla="*/ 320022 w 320021"/>
                <a:gd name="connsiteY0" fmla="*/ 0 h 320279"/>
                <a:gd name="connsiteX1" fmla="*/ 0 w 320021"/>
                <a:gd name="connsiteY1" fmla="*/ 320280 h 32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20279">
                  <a:moveTo>
                    <a:pt x="320022" y="0"/>
                  </a:moveTo>
                  <a:lnTo>
                    <a:pt x="0" y="320280"/>
                  </a:lnTo>
                </a:path>
              </a:pathLst>
            </a:custGeom>
            <a:ln w="6350" cap="rnd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754399FA-B052-F664-21C2-0AD5BCE1E1FF}"/>
                </a:ext>
              </a:extLst>
            </p:cNvPr>
            <p:cNvSpPr/>
            <p:nvPr userDrawn="1"/>
          </p:nvSpPr>
          <p:spPr>
            <a:xfrm flipV="1">
              <a:off x="10515433" y="4446730"/>
              <a:ext cx="418915" cy="418293"/>
            </a:xfrm>
            <a:custGeom>
              <a:avLst/>
              <a:gdLst>
                <a:gd name="connsiteX0" fmla="*/ 329226 w 664716"/>
                <a:gd name="connsiteY0" fmla="*/ 663249 h 663730"/>
                <a:gd name="connsiteX1" fmla="*/ 19 w 664716"/>
                <a:gd name="connsiteY1" fmla="*/ 328498 h 663730"/>
                <a:gd name="connsiteX2" fmla="*/ 335510 w 664716"/>
                <a:gd name="connsiteY2" fmla="*/ 19 h 663730"/>
                <a:gd name="connsiteX3" fmla="*/ 664716 w 664716"/>
                <a:gd name="connsiteY3" fmla="*/ 331875 h 663730"/>
                <a:gd name="connsiteX4" fmla="*/ 332126 w 664716"/>
                <a:gd name="connsiteY4" fmla="*/ 663731 h 663730"/>
                <a:gd name="connsiteX5" fmla="*/ 329226 w 664716"/>
                <a:gd name="connsiteY5" fmla="*/ 663731 h 66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0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7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F48F3F7-2CAE-BCCD-97AE-175B752E0980}"/>
                </a:ext>
              </a:extLst>
            </p:cNvPr>
            <p:cNvSpPr/>
            <p:nvPr userDrawn="1"/>
          </p:nvSpPr>
          <p:spPr>
            <a:xfrm flipV="1">
              <a:off x="10374389" y="3935125"/>
              <a:ext cx="201682" cy="201541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D363B74C-6207-5A90-644F-9B693F7BF556}"/>
                </a:ext>
              </a:extLst>
            </p:cNvPr>
            <p:cNvSpPr/>
            <p:nvPr userDrawn="1"/>
          </p:nvSpPr>
          <p:spPr>
            <a:xfrm flipV="1">
              <a:off x="10515433" y="3578843"/>
              <a:ext cx="418915" cy="418294"/>
            </a:xfrm>
            <a:custGeom>
              <a:avLst/>
              <a:gdLst>
                <a:gd name="connsiteX0" fmla="*/ 329226 w 664716"/>
                <a:gd name="connsiteY0" fmla="*/ 482 h 663731"/>
                <a:gd name="connsiteX1" fmla="*/ 19 w 664716"/>
                <a:gd name="connsiteY1" fmla="*/ 335233 h 663731"/>
                <a:gd name="connsiteX2" fmla="*/ 335510 w 664716"/>
                <a:gd name="connsiteY2" fmla="*/ 663712 h 663731"/>
                <a:gd name="connsiteX3" fmla="*/ 664716 w 664716"/>
                <a:gd name="connsiteY3" fmla="*/ 331856 h 663731"/>
                <a:gd name="connsiteX4" fmla="*/ 332126 w 664716"/>
                <a:gd name="connsiteY4" fmla="*/ 0 h 663731"/>
                <a:gd name="connsiteX5" fmla="*/ 329226 w 664716"/>
                <a:gd name="connsiteY5" fmla="*/ 0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482"/>
                  </a:moveTo>
                  <a:cubicBezTo>
                    <a:pt x="145527" y="2412"/>
                    <a:pt x="-1915" y="151940"/>
                    <a:pt x="19" y="335233"/>
                  </a:cubicBezTo>
                  <a:cubicBezTo>
                    <a:pt x="1953" y="518525"/>
                    <a:pt x="151812" y="665642"/>
                    <a:pt x="335510" y="663712"/>
                  </a:cubicBezTo>
                  <a:cubicBezTo>
                    <a:pt x="517758" y="661783"/>
                    <a:pt x="664716" y="514184"/>
                    <a:pt x="664716" y="331856"/>
                  </a:cubicBezTo>
                  <a:cubicBezTo>
                    <a:pt x="664716" y="148563"/>
                    <a:pt x="515824" y="0"/>
                    <a:pt x="332126" y="0"/>
                  </a:cubicBezTo>
                  <a:cubicBezTo>
                    <a:pt x="331159" y="0"/>
                    <a:pt x="330192" y="0"/>
                    <a:pt x="329226" y="0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1A58F05-00DA-FCB7-0AB7-56AB73EA90DF}"/>
                </a:ext>
              </a:extLst>
            </p:cNvPr>
            <p:cNvSpPr/>
            <p:nvPr userDrawn="1"/>
          </p:nvSpPr>
          <p:spPr>
            <a:xfrm flipV="1">
              <a:off x="11120786" y="4012640"/>
              <a:ext cx="418915" cy="418294"/>
            </a:xfrm>
            <a:custGeom>
              <a:avLst/>
              <a:gdLst>
                <a:gd name="connsiteX0" fmla="*/ 329225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5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5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5" y="663731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52403E1-ADEF-4087-541B-9729BB605214}"/>
                </a:ext>
              </a:extLst>
            </p:cNvPr>
            <p:cNvSpPr/>
            <p:nvPr userDrawn="1"/>
          </p:nvSpPr>
          <p:spPr>
            <a:xfrm>
              <a:off x="9757459" y="4392621"/>
              <a:ext cx="201682" cy="201541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228EC3F-DA0B-4B37-B885-50C540639AAA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763000" y="4392621"/>
              <a:ext cx="994459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8A1750FE-3176-526D-8726-5ADD2D5206A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991600" y="4304162"/>
              <a:ext cx="1382789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ADAECE6C-253B-E692-8BB2-9C17B05C8E8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991600" y="4219046"/>
              <a:ext cx="2128893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CEEFC79D-E92D-31E4-93CF-038E04BDE34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915400" y="4133626"/>
              <a:ext cx="1458989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Graphic 158">
              <a:extLst>
                <a:ext uri="{FF2B5EF4-FFF2-40B4-BE49-F238E27FC236}">
                  <a16:creationId xmlns:a16="http://schemas.microsoft.com/office/drawing/2014/main" id="{F78AF3F5-46A2-F769-8A93-538E83B32F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025994" y="4627989"/>
              <a:ext cx="163934" cy="226614"/>
            </a:xfrm>
            <a:prstGeom prst="rect">
              <a:avLst/>
            </a:prstGeom>
          </p:spPr>
        </p:pic>
        <p:pic>
          <p:nvPicPr>
            <p:cNvPr id="161" name="Graphic 160">
              <a:extLst>
                <a:ext uri="{FF2B5EF4-FFF2-40B4-BE49-F238E27FC236}">
                  <a16:creationId xmlns:a16="http://schemas.microsoft.com/office/drawing/2014/main" id="{C82FF560-26E4-BF17-F784-E1DA2D4134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0638102" y="3672272"/>
              <a:ext cx="173577" cy="231436"/>
            </a:xfrm>
            <a:prstGeom prst="rect">
              <a:avLst/>
            </a:prstGeom>
          </p:spPr>
        </p:pic>
        <p:pic>
          <p:nvPicPr>
            <p:cNvPr id="163" name="Graphic 162">
              <a:extLst>
                <a:ext uri="{FF2B5EF4-FFF2-40B4-BE49-F238E27FC236}">
                  <a16:creationId xmlns:a16="http://schemas.microsoft.com/office/drawing/2014/main" id="{82A87777-585E-6C39-CADC-82D6702160A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0611583" y="4542569"/>
              <a:ext cx="226614" cy="226614"/>
            </a:xfrm>
            <a:prstGeom prst="rect">
              <a:avLst/>
            </a:prstGeom>
          </p:spPr>
        </p:pic>
        <p:pic>
          <p:nvPicPr>
            <p:cNvPr id="165" name="Graphic 164">
              <a:extLst>
                <a:ext uri="{FF2B5EF4-FFF2-40B4-BE49-F238E27FC236}">
                  <a16:creationId xmlns:a16="http://schemas.microsoft.com/office/drawing/2014/main" id="{D4F5DAEC-8EF3-9638-3F28-BFD95A3BDB2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1216936" y="4134999"/>
              <a:ext cx="226614" cy="173577"/>
            </a:xfrm>
            <a:prstGeom prst="rect">
              <a:avLst/>
            </a:prstGeom>
          </p:spPr>
        </p:pic>
      </p:grpSp>
      <p:pic>
        <p:nvPicPr>
          <p:cNvPr id="16" name="Graphic 15">
            <a:extLst>
              <a:ext uri="{FF2B5EF4-FFF2-40B4-BE49-F238E27FC236}">
                <a16:creationId xmlns:a16="http://schemas.microsoft.com/office/drawing/2014/main" id="{3E8C4B6D-EAAD-CB32-7FD1-A6D38072DBA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5903214" y="3810000"/>
            <a:ext cx="4536187" cy="2411644"/>
          </a:xfrm>
          <a:prstGeom prst="rect">
            <a:avLst/>
          </a:prstGeom>
        </p:spPr>
      </p:pic>
      <p:grpSp>
        <p:nvGrpSpPr>
          <p:cNvPr id="167" name="Group 166">
            <a:extLst>
              <a:ext uri="{FF2B5EF4-FFF2-40B4-BE49-F238E27FC236}">
                <a16:creationId xmlns:a16="http://schemas.microsoft.com/office/drawing/2014/main" id="{FF5A4411-594D-24D9-68B3-FF56CB6AB1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3772163" y="3196060"/>
            <a:ext cx="3847837" cy="2176397"/>
            <a:chOff x="3772163" y="3196060"/>
            <a:chExt cx="3847837" cy="2176397"/>
          </a:xfrm>
        </p:grpSpPr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35CE92CC-5082-4CAE-0C1B-36FA4BE49628}"/>
                </a:ext>
              </a:extLst>
            </p:cNvPr>
            <p:cNvSpPr/>
            <p:nvPr/>
          </p:nvSpPr>
          <p:spPr>
            <a:xfrm flipH="1">
              <a:off x="5711629" y="3196060"/>
              <a:ext cx="664716" cy="663731"/>
            </a:xfrm>
            <a:custGeom>
              <a:avLst/>
              <a:gdLst>
                <a:gd name="connsiteX0" fmla="*/ 329226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6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87BF0FA-137C-18A2-B828-C07ABF114A7B}"/>
                </a:ext>
              </a:extLst>
            </p:cNvPr>
            <p:cNvSpPr/>
            <p:nvPr/>
          </p:nvSpPr>
          <p:spPr>
            <a:xfrm flipH="1">
              <a:off x="5301209" y="3896450"/>
              <a:ext cx="320021" cy="320279"/>
            </a:xfrm>
            <a:custGeom>
              <a:avLst/>
              <a:gdLst>
                <a:gd name="connsiteX0" fmla="*/ 320022 w 320021"/>
                <a:gd name="connsiteY0" fmla="*/ 0 h 320279"/>
                <a:gd name="connsiteX1" fmla="*/ 0 w 320021"/>
                <a:gd name="connsiteY1" fmla="*/ 320280 h 32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20279">
                  <a:moveTo>
                    <a:pt x="320022" y="0"/>
                  </a:moveTo>
                  <a:lnTo>
                    <a:pt x="0" y="320280"/>
                  </a:lnTo>
                </a:path>
              </a:pathLst>
            </a:custGeom>
            <a:ln w="12700" cap="rnd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C8684A65-6209-86E1-3D22-59B0750D2549}"/>
                </a:ext>
              </a:extLst>
            </p:cNvPr>
            <p:cNvSpPr/>
            <p:nvPr/>
          </p:nvSpPr>
          <p:spPr>
            <a:xfrm flipH="1">
              <a:off x="4732711" y="3331600"/>
              <a:ext cx="664716" cy="663730"/>
            </a:xfrm>
            <a:custGeom>
              <a:avLst/>
              <a:gdLst>
                <a:gd name="connsiteX0" fmla="*/ 329226 w 664716"/>
                <a:gd name="connsiteY0" fmla="*/ 663249 h 663730"/>
                <a:gd name="connsiteX1" fmla="*/ 19 w 664716"/>
                <a:gd name="connsiteY1" fmla="*/ 328498 h 663730"/>
                <a:gd name="connsiteX2" fmla="*/ 335510 w 664716"/>
                <a:gd name="connsiteY2" fmla="*/ 19 h 663730"/>
                <a:gd name="connsiteX3" fmla="*/ 664716 w 664716"/>
                <a:gd name="connsiteY3" fmla="*/ 331875 h 663730"/>
                <a:gd name="connsiteX4" fmla="*/ 332126 w 664716"/>
                <a:gd name="connsiteY4" fmla="*/ 663731 h 663730"/>
                <a:gd name="connsiteX5" fmla="*/ 329226 w 664716"/>
                <a:gd name="connsiteY5" fmla="*/ 663731 h 66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0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7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D1669DA-6B39-01A0-C40D-8E11B0B45BDF}"/>
                </a:ext>
              </a:extLst>
            </p:cNvPr>
            <p:cNvSpPr/>
            <p:nvPr/>
          </p:nvSpPr>
          <p:spPr>
            <a:xfrm flipH="1">
              <a:off x="5301209" y="4487327"/>
              <a:ext cx="320021" cy="319797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12700" cap="rnd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E3BE7D5E-B5FD-6094-CE35-189036BE5243}"/>
                </a:ext>
              </a:extLst>
            </p:cNvPr>
            <p:cNvSpPr/>
            <p:nvPr/>
          </p:nvSpPr>
          <p:spPr>
            <a:xfrm flipH="1">
              <a:off x="4732711" y="4708726"/>
              <a:ext cx="664716" cy="663731"/>
            </a:xfrm>
            <a:custGeom>
              <a:avLst/>
              <a:gdLst>
                <a:gd name="connsiteX0" fmla="*/ 329226 w 664716"/>
                <a:gd name="connsiteY0" fmla="*/ 482 h 663731"/>
                <a:gd name="connsiteX1" fmla="*/ 19 w 664716"/>
                <a:gd name="connsiteY1" fmla="*/ 335233 h 663731"/>
                <a:gd name="connsiteX2" fmla="*/ 335510 w 664716"/>
                <a:gd name="connsiteY2" fmla="*/ 663712 h 663731"/>
                <a:gd name="connsiteX3" fmla="*/ 664716 w 664716"/>
                <a:gd name="connsiteY3" fmla="*/ 331856 h 663731"/>
                <a:gd name="connsiteX4" fmla="*/ 332126 w 664716"/>
                <a:gd name="connsiteY4" fmla="*/ 0 h 663731"/>
                <a:gd name="connsiteX5" fmla="*/ 329226 w 664716"/>
                <a:gd name="connsiteY5" fmla="*/ 0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482"/>
                  </a:moveTo>
                  <a:cubicBezTo>
                    <a:pt x="145527" y="2412"/>
                    <a:pt x="-1915" y="151940"/>
                    <a:pt x="19" y="335233"/>
                  </a:cubicBezTo>
                  <a:cubicBezTo>
                    <a:pt x="1953" y="518525"/>
                    <a:pt x="151812" y="665642"/>
                    <a:pt x="335510" y="663712"/>
                  </a:cubicBezTo>
                  <a:cubicBezTo>
                    <a:pt x="517758" y="661783"/>
                    <a:pt x="664716" y="514184"/>
                    <a:pt x="664716" y="331856"/>
                  </a:cubicBezTo>
                  <a:cubicBezTo>
                    <a:pt x="664716" y="148563"/>
                    <a:pt x="515824" y="0"/>
                    <a:pt x="332126" y="0"/>
                  </a:cubicBezTo>
                  <a:cubicBezTo>
                    <a:pt x="331159" y="0"/>
                    <a:pt x="330192" y="0"/>
                    <a:pt x="329226" y="0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6778444E-3CB3-B57A-1D13-1746A735C30E}"/>
                </a:ext>
              </a:extLst>
            </p:cNvPr>
            <p:cNvSpPr/>
            <p:nvPr/>
          </p:nvSpPr>
          <p:spPr>
            <a:xfrm flipH="1">
              <a:off x="3772163" y="4020395"/>
              <a:ext cx="664716" cy="663731"/>
            </a:xfrm>
            <a:custGeom>
              <a:avLst/>
              <a:gdLst>
                <a:gd name="connsiteX0" fmla="*/ 329225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5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5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5" y="66373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8F1FEE9-1CC2-E166-5236-F26B356638EB}"/>
                </a:ext>
              </a:extLst>
            </p:cNvPr>
            <p:cNvSpPr/>
            <p:nvPr/>
          </p:nvSpPr>
          <p:spPr>
            <a:xfrm flipH="1" flipV="1">
              <a:off x="6280127" y="3761392"/>
              <a:ext cx="320021" cy="319797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12700" cap="rnd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673C9DB9-7295-9743-A524-B6D6099BA84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600148" y="4081189"/>
              <a:ext cx="1019852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1A34BB84-D94A-00E8-7BC5-9323B493D3F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621230" y="4221552"/>
              <a:ext cx="1770170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AB0CC4C6-E38B-1AC8-55F1-08DDFEE4BEC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437344" y="4356610"/>
              <a:ext cx="2819400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F02695A0-01D9-4D7E-0F8A-EDB46530CC0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621230" y="4492150"/>
              <a:ext cx="1911095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4" name="Graphic 143">
              <a:extLst>
                <a:ext uri="{FF2B5EF4-FFF2-40B4-BE49-F238E27FC236}">
                  <a16:creationId xmlns:a16="http://schemas.microsoft.com/office/drawing/2014/main" id="{4F56A08F-37D9-4C93-8894-DB7D2FA465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3951824" y="4155935"/>
              <a:ext cx="305394" cy="392650"/>
            </a:xfrm>
            <a:prstGeom prst="rect">
              <a:avLst/>
            </a:prstGeom>
          </p:spPr>
        </p:pic>
        <p:pic>
          <p:nvPicPr>
            <p:cNvPr id="146" name="Graphic 145">
              <a:extLst>
                <a:ext uri="{FF2B5EF4-FFF2-40B4-BE49-F238E27FC236}">
                  <a16:creationId xmlns:a16="http://schemas.microsoft.com/office/drawing/2014/main" id="{083EB209-FF1D-6376-6769-D93FBB4B4C3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890558" y="4844266"/>
              <a:ext cx="349022" cy="392650"/>
            </a:xfrm>
            <a:prstGeom prst="rect">
              <a:avLst/>
            </a:prstGeom>
          </p:spPr>
        </p:pic>
        <p:pic>
          <p:nvPicPr>
            <p:cNvPr id="148" name="Graphic 147">
              <a:extLst>
                <a:ext uri="{FF2B5EF4-FFF2-40B4-BE49-F238E27FC236}">
                  <a16:creationId xmlns:a16="http://schemas.microsoft.com/office/drawing/2014/main" id="{337CBD6F-643D-3B10-42E2-29D7011A06D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4868744" y="3481683"/>
              <a:ext cx="392650" cy="363564"/>
            </a:xfrm>
            <a:prstGeom prst="rect">
              <a:avLst/>
            </a:prstGeom>
          </p:spPr>
        </p:pic>
        <p:pic>
          <p:nvPicPr>
            <p:cNvPr id="152" name="Graphic 151">
              <a:extLst>
                <a:ext uri="{FF2B5EF4-FFF2-40B4-BE49-F238E27FC236}">
                  <a16:creationId xmlns:a16="http://schemas.microsoft.com/office/drawing/2014/main" id="{11CAB691-E024-17A8-5670-1F5A6C73141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5"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5847662" y="3331600"/>
              <a:ext cx="392650" cy="392650"/>
            </a:xfrm>
            <a:prstGeom prst="rect">
              <a:avLst/>
            </a:prstGeom>
          </p:spPr>
        </p:pic>
      </p:grpSp>
      <p:sp>
        <p:nvSpPr>
          <p:cNvPr id="169" name="Rectangle 168">
            <a:extLst>
              <a:ext uri="{FF2B5EF4-FFF2-40B4-BE49-F238E27FC236}">
                <a16:creationId xmlns:a16="http://schemas.microsoft.com/office/drawing/2014/main" id="{D6536FC5-528B-3064-5E54-FDBDEDB74F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229600" y="3761392"/>
            <a:ext cx="228600" cy="142316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pic>
        <p:nvPicPr>
          <p:cNvPr id="137" name="Graphic 136">
            <a:extLst>
              <a:ext uri="{FF2B5EF4-FFF2-40B4-BE49-F238E27FC236}">
                <a16:creationId xmlns:a16="http://schemas.microsoft.com/office/drawing/2014/main" id="{0A98765B-1BBD-C69A-19A7-C5750A3A23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176448" y="3267947"/>
            <a:ext cx="1993392" cy="19933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3136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2">
            <a:extLst>
              <a:ext uri="{FF2B5EF4-FFF2-40B4-BE49-F238E27FC236}">
                <a16:creationId xmlns:a16="http://schemas.microsoft.com/office/drawing/2014/main" id="{1FCC1C7B-0630-0830-4A08-840519B8F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flipH="1">
            <a:off x="0" y="47662"/>
            <a:ext cx="12192000" cy="6850188"/>
          </a:xfrm>
          <a:custGeom>
            <a:avLst/>
            <a:gdLst>
              <a:gd name="connsiteX0" fmla="*/ 10986103 w 15732060"/>
              <a:gd name="connsiteY0" fmla="*/ 8468534 h 8839200"/>
              <a:gd name="connsiteX1" fmla="*/ 10972932 w 15732060"/>
              <a:gd name="connsiteY1" fmla="*/ 8473884 h 8839200"/>
              <a:gd name="connsiteX2" fmla="*/ 10972932 w 15732060"/>
              <a:gd name="connsiteY2" fmla="*/ 8500223 h 8839200"/>
              <a:gd name="connsiteX3" fmla="*/ 10997626 w 15732060"/>
              <a:gd name="connsiteY3" fmla="*/ 8501870 h 8839200"/>
              <a:gd name="connsiteX4" fmla="*/ 11103530 w 15732060"/>
              <a:gd name="connsiteY4" fmla="*/ 8607774 h 8839200"/>
              <a:gd name="connsiteX5" fmla="*/ 11103530 w 15732060"/>
              <a:gd name="connsiteY5" fmla="*/ 8765808 h 8839200"/>
              <a:gd name="connsiteX6" fmla="*/ 11087069 w 15732060"/>
              <a:gd name="connsiteY6" fmla="*/ 8784465 h 8839200"/>
              <a:gd name="connsiteX7" fmla="*/ 11105724 w 15732060"/>
              <a:gd name="connsiteY7" fmla="*/ 8803121 h 8839200"/>
              <a:gd name="connsiteX8" fmla="*/ 11124382 w 15732060"/>
              <a:gd name="connsiteY8" fmla="*/ 8784465 h 8839200"/>
              <a:gd name="connsiteX9" fmla="*/ 11119649 w 15732060"/>
              <a:gd name="connsiteY9" fmla="*/ 8771639 h 8839200"/>
              <a:gd name="connsiteX10" fmla="*/ 11108468 w 15732060"/>
              <a:gd name="connsiteY10" fmla="*/ 8766081 h 8839200"/>
              <a:gd name="connsiteX11" fmla="*/ 11108468 w 15732060"/>
              <a:gd name="connsiteY11" fmla="*/ 8766357 h 8839200"/>
              <a:gd name="connsiteX12" fmla="*/ 11107920 w 15732060"/>
              <a:gd name="connsiteY12" fmla="*/ 8765808 h 8839200"/>
              <a:gd name="connsiteX13" fmla="*/ 11108468 w 15732060"/>
              <a:gd name="connsiteY13" fmla="*/ 8766081 h 8839200"/>
              <a:gd name="connsiteX14" fmla="*/ 11108468 w 15732060"/>
              <a:gd name="connsiteY14" fmla="*/ 8606128 h 8839200"/>
              <a:gd name="connsiteX15" fmla="*/ 11000918 w 15732060"/>
              <a:gd name="connsiteY15" fmla="*/ 8498577 h 8839200"/>
              <a:gd name="connsiteX16" fmla="*/ 10999272 w 15732060"/>
              <a:gd name="connsiteY16" fmla="*/ 8473884 h 8839200"/>
              <a:gd name="connsiteX17" fmla="*/ 10986103 w 15732060"/>
              <a:gd name="connsiteY17" fmla="*/ 8468534 h 8839200"/>
              <a:gd name="connsiteX18" fmla="*/ 8224898 w 15732060"/>
              <a:gd name="connsiteY18" fmla="*/ 8413113 h 8839200"/>
              <a:gd name="connsiteX19" fmla="*/ 8211729 w 15732060"/>
              <a:gd name="connsiteY19" fmla="*/ 8418462 h 8839200"/>
              <a:gd name="connsiteX20" fmla="*/ 8211729 w 15732060"/>
              <a:gd name="connsiteY20" fmla="*/ 8444801 h 8839200"/>
              <a:gd name="connsiteX21" fmla="*/ 8236421 w 15732060"/>
              <a:gd name="connsiteY21" fmla="*/ 8446447 h 8839200"/>
              <a:gd name="connsiteX22" fmla="*/ 8332998 w 15732060"/>
              <a:gd name="connsiteY22" fmla="*/ 8543025 h 8839200"/>
              <a:gd name="connsiteX23" fmla="*/ 8332998 w 15732060"/>
              <a:gd name="connsiteY23" fmla="*/ 8766906 h 8839200"/>
              <a:gd name="connsiteX24" fmla="*/ 8316536 w 15732060"/>
              <a:gd name="connsiteY24" fmla="*/ 8785562 h 8839200"/>
              <a:gd name="connsiteX25" fmla="*/ 8335193 w 15732060"/>
              <a:gd name="connsiteY25" fmla="*/ 8804219 h 8839200"/>
              <a:gd name="connsiteX26" fmla="*/ 8353849 w 15732060"/>
              <a:gd name="connsiteY26" fmla="*/ 8785562 h 8839200"/>
              <a:gd name="connsiteX27" fmla="*/ 8337388 w 15732060"/>
              <a:gd name="connsiteY27" fmla="*/ 8766906 h 8839200"/>
              <a:gd name="connsiteX28" fmla="*/ 8337388 w 15732060"/>
              <a:gd name="connsiteY28" fmla="*/ 8766357 h 8839200"/>
              <a:gd name="connsiteX29" fmla="*/ 8337388 w 15732060"/>
              <a:gd name="connsiteY29" fmla="*/ 8540829 h 8839200"/>
              <a:gd name="connsiteX30" fmla="*/ 8239714 w 15732060"/>
              <a:gd name="connsiteY30" fmla="*/ 8443156 h 8839200"/>
              <a:gd name="connsiteX31" fmla="*/ 8238067 w 15732060"/>
              <a:gd name="connsiteY31" fmla="*/ 8418462 h 8839200"/>
              <a:gd name="connsiteX32" fmla="*/ 8224898 w 15732060"/>
              <a:gd name="connsiteY32" fmla="*/ 8413113 h 8839200"/>
              <a:gd name="connsiteX33" fmla="*/ 3962920 w 15732060"/>
              <a:gd name="connsiteY33" fmla="*/ 8307757 h 8839200"/>
              <a:gd name="connsiteX34" fmla="*/ 3949750 w 15732060"/>
              <a:gd name="connsiteY34" fmla="*/ 8313107 h 8839200"/>
              <a:gd name="connsiteX35" fmla="*/ 3948105 w 15732060"/>
              <a:gd name="connsiteY35" fmla="*/ 8337800 h 8839200"/>
              <a:gd name="connsiteX36" fmla="*/ 3837261 w 15732060"/>
              <a:gd name="connsiteY36" fmla="*/ 8448642 h 8839200"/>
              <a:gd name="connsiteX37" fmla="*/ 3672642 w 15732060"/>
              <a:gd name="connsiteY37" fmla="*/ 8448642 h 8839200"/>
              <a:gd name="connsiteX38" fmla="*/ 3363708 w 15732060"/>
              <a:gd name="connsiteY38" fmla="*/ 8757578 h 8839200"/>
              <a:gd name="connsiteX39" fmla="*/ 3339016 w 15732060"/>
              <a:gd name="connsiteY39" fmla="*/ 8759223 h 8839200"/>
              <a:gd name="connsiteX40" fmla="*/ 3339016 w 15732060"/>
              <a:gd name="connsiteY40" fmla="*/ 8785562 h 8839200"/>
              <a:gd name="connsiteX41" fmla="*/ 3365354 w 15732060"/>
              <a:gd name="connsiteY41" fmla="*/ 8785562 h 8839200"/>
              <a:gd name="connsiteX42" fmla="*/ 3367000 w 15732060"/>
              <a:gd name="connsiteY42" fmla="*/ 8760869 h 8839200"/>
              <a:gd name="connsiteX43" fmla="*/ 3674289 w 15732060"/>
              <a:gd name="connsiteY43" fmla="*/ 8453582 h 8839200"/>
              <a:gd name="connsiteX44" fmla="*/ 3838908 w 15732060"/>
              <a:gd name="connsiteY44" fmla="*/ 8453582 h 8839200"/>
              <a:gd name="connsiteX45" fmla="*/ 3951397 w 15732060"/>
              <a:gd name="connsiteY45" fmla="*/ 8341092 h 8839200"/>
              <a:gd name="connsiteX46" fmla="*/ 3976090 w 15732060"/>
              <a:gd name="connsiteY46" fmla="*/ 8339446 h 8839200"/>
              <a:gd name="connsiteX47" fmla="*/ 3976090 w 15732060"/>
              <a:gd name="connsiteY47" fmla="*/ 8313107 h 8839200"/>
              <a:gd name="connsiteX48" fmla="*/ 3962920 w 15732060"/>
              <a:gd name="connsiteY48" fmla="*/ 8307757 h 8839200"/>
              <a:gd name="connsiteX49" fmla="*/ 9268031 w 15732060"/>
              <a:gd name="connsiteY49" fmla="*/ 8282516 h 8839200"/>
              <a:gd name="connsiteX50" fmla="*/ 9254862 w 15732060"/>
              <a:gd name="connsiteY50" fmla="*/ 8287866 h 8839200"/>
              <a:gd name="connsiteX51" fmla="*/ 9254862 w 15732060"/>
              <a:gd name="connsiteY51" fmla="*/ 8314204 h 8839200"/>
              <a:gd name="connsiteX52" fmla="*/ 9279556 w 15732060"/>
              <a:gd name="connsiteY52" fmla="*/ 8315851 h 8839200"/>
              <a:gd name="connsiteX53" fmla="*/ 9328941 w 15732060"/>
              <a:gd name="connsiteY53" fmla="*/ 8365236 h 8839200"/>
              <a:gd name="connsiteX54" fmla="*/ 9328941 w 15732060"/>
              <a:gd name="connsiteY54" fmla="*/ 8753736 h 8839200"/>
              <a:gd name="connsiteX55" fmla="*/ 9312479 w 15732060"/>
              <a:gd name="connsiteY55" fmla="*/ 8772392 h 8839200"/>
              <a:gd name="connsiteX56" fmla="*/ 9331135 w 15732060"/>
              <a:gd name="connsiteY56" fmla="*/ 8791049 h 8839200"/>
              <a:gd name="connsiteX57" fmla="*/ 9349792 w 15732060"/>
              <a:gd name="connsiteY57" fmla="*/ 8772392 h 8839200"/>
              <a:gd name="connsiteX58" fmla="*/ 9333330 w 15732060"/>
              <a:gd name="connsiteY58" fmla="*/ 8753736 h 8839200"/>
              <a:gd name="connsiteX59" fmla="*/ 9333330 w 15732060"/>
              <a:gd name="connsiteY59" fmla="*/ 8363042 h 8839200"/>
              <a:gd name="connsiteX60" fmla="*/ 9282847 w 15732060"/>
              <a:gd name="connsiteY60" fmla="*/ 8312558 h 8839200"/>
              <a:gd name="connsiteX61" fmla="*/ 9281201 w 15732060"/>
              <a:gd name="connsiteY61" fmla="*/ 8287866 h 8839200"/>
              <a:gd name="connsiteX62" fmla="*/ 9268031 w 15732060"/>
              <a:gd name="connsiteY62" fmla="*/ 8282516 h 8839200"/>
              <a:gd name="connsiteX63" fmla="*/ 13399413 w 15732060"/>
              <a:gd name="connsiteY63" fmla="*/ 8163990 h 8839200"/>
              <a:gd name="connsiteX64" fmla="*/ 13386243 w 15732060"/>
              <a:gd name="connsiteY64" fmla="*/ 8169340 h 8839200"/>
              <a:gd name="connsiteX65" fmla="*/ 13386243 w 15732060"/>
              <a:gd name="connsiteY65" fmla="*/ 8195679 h 8839200"/>
              <a:gd name="connsiteX66" fmla="*/ 13410936 w 15732060"/>
              <a:gd name="connsiteY66" fmla="*/ 8197326 h 8839200"/>
              <a:gd name="connsiteX67" fmla="*/ 13824129 w 15732060"/>
              <a:gd name="connsiteY67" fmla="*/ 8610517 h 8839200"/>
              <a:gd name="connsiteX68" fmla="*/ 13824677 w 15732060"/>
              <a:gd name="connsiteY68" fmla="*/ 8610517 h 8839200"/>
              <a:gd name="connsiteX69" fmla="*/ 14476568 w 15732060"/>
              <a:gd name="connsiteY69" fmla="*/ 8611066 h 8839200"/>
              <a:gd name="connsiteX70" fmla="*/ 14643380 w 15732060"/>
              <a:gd name="connsiteY70" fmla="*/ 8777880 h 8839200"/>
              <a:gd name="connsiteX71" fmla="*/ 14645027 w 15732060"/>
              <a:gd name="connsiteY71" fmla="*/ 8802573 h 8839200"/>
              <a:gd name="connsiteX72" fmla="*/ 14671366 w 15732060"/>
              <a:gd name="connsiteY72" fmla="*/ 8802573 h 8839200"/>
              <a:gd name="connsiteX73" fmla="*/ 14671366 w 15732060"/>
              <a:gd name="connsiteY73" fmla="*/ 8776235 h 8839200"/>
              <a:gd name="connsiteX74" fmla="*/ 14646673 w 15732060"/>
              <a:gd name="connsiteY74" fmla="*/ 8774588 h 8839200"/>
              <a:gd name="connsiteX75" fmla="*/ 14479311 w 15732060"/>
              <a:gd name="connsiteY75" fmla="*/ 8607225 h 8839200"/>
              <a:gd name="connsiteX76" fmla="*/ 14478762 w 15732060"/>
              <a:gd name="connsiteY76" fmla="*/ 8607225 h 8839200"/>
              <a:gd name="connsiteX77" fmla="*/ 13826872 w 15732060"/>
              <a:gd name="connsiteY77" fmla="*/ 8606676 h 8839200"/>
              <a:gd name="connsiteX78" fmla="*/ 13414228 w 15732060"/>
              <a:gd name="connsiteY78" fmla="*/ 8194032 h 8839200"/>
              <a:gd name="connsiteX79" fmla="*/ 13412582 w 15732060"/>
              <a:gd name="connsiteY79" fmla="*/ 8169340 h 8839200"/>
              <a:gd name="connsiteX80" fmla="*/ 13399413 w 15732060"/>
              <a:gd name="connsiteY80" fmla="*/ 8163990 h 8839200"/>
              <a:gd name="connsiteX81" fmla="*/ 8317084 w 15732060"/>
              <a:gd name="connsiteY81" fmla="*/ 8068511 h 8839200"/>
              <a:gd name="connsiteX82" fmla="*/ 8303915 w 15732060"/>
              <a:gd name="connsiteY82" fmla="*/ 8073861 h 8839200"/>
              <a:gd name="connsiteX83" fmla="*/ 8303915 w 15732060"/>
              <a:gd name="connsiteY83" fmla="*/ 8100200 h 8839200"/>
              <a:gd name="connsiteX84" fmla="*/ 8328608 w 15732060"/>
              <a:gd name="connsiteY84" fmla="*/ 8101846 h 8839200"/>
              <a:gd name="connsiteX85" fmla="*/ 8425733 w 15732060"/>
              <a:gd name="connsiteY85" fmla="*/ 8198971 h 8839200"/>
              <a:gd name="connsiteX86" fmla="*/ 8426282 w 15732060"/>
              <a:gd name="connsiteY86" fmla="*/ 8198971 h 8839200"/>
              <a:gd name="connsiteX87" fmla="*/ 8649614 w 15732060"/>
              <a:gd name="connsiteY87" fmla="*/ 8199520 h 8839200"/>
              <a:gd name="connsiteX88" fmla="*/ 8891603 w 15732060"/>
              <a:gd name="connsiteY88" fmla="*/ 8441510 h 8839200"/>
              <a:gd name="connsiteX89" fmla="*/ 8891603 w 15732060"/>
              <a:gd name="connsiteY89" fmla="*/ 8753187 h 8839200"/>
              <a:gd name="connsiteX90" fmla="*/ 8875142 w 15732060"/>
              <a:gd name="connsiteY90" fmla="*/ 8771844 h 8839200"/>
              <a:gd name="connsiteX91" fmla="*/ 8893799 w 15732060"/>
              <a:gd name="connsiteY91" fmla="*/ 8790501 h 8839200"/>
              <a:gd name="connsiteX92" fmla="*/ 8912456 w 15732060"/>
              <a:gd name="connsiteY92" fmla="*/ 8771844 h 8839200"/>
              <a:gd name="connsiteX93" fmla="*/ 8907723 w 15732060"/>
              <a:gd name="connsiteY93" fmla="*/ 8759018 h 8839200"/>
              <a:gd name="connsiteX94" fmla="*/ 8896542 w 15732060"/>
              <a:gd name="connsiteY94" fmla="*/ 8753460 h 8839200"/>
              <a:gd name="connsiteX95" fmla="*/ 8896542 w 15732060"/>
              <a:gd name="connsiteY95" fmla="*/ 8753736 h 8839200"/>
              <a:gd name="connsiteX96" fmla="*/ 8895993 w 15732060"/>
              <a:gd name="connsiteY96" fmla="*/ 8753187 h 8839200"/>
              <a:gd name="connsiteX97" fmla="*/ 8896542 w 15732060"/>
              <a:gd name="connsiteY97" fmla="*/ 8753460 h 8839200"/>
              <a:gd name="connsiteX98" fmla="*/ 8896542 w 15732060"/>
              <a:gd name="connsiteY98" fmla="*/ 8439863 h 8839200"/>
              <a:gd name="connsiteX99" fmla="*/ 8652358 w 15732060"/>
              <a:gd name="connsiteY99" fmla="*/ 8195679 h 8839200"/>
              <a:gd name="connsiteX100" fmla="*/ 8651810 w 15732060"/>
              <a:gd name="connsiteY100" fmla="*/ 8195679 h 8839200"/>
              <a:gd name="connsiteX101" fmla="*/ 8428477 w 15732060"/>
              <a:gd name="connsiteY101" fmla="*/ 8195130 h 8839200"/>
              <a:gd name="connsiteX102" fmla="*/ 8331900 w 15732060"/>
              <a:gd name="connsiteY102" fmla="*/ 8098555 h 8839200"/>
              <a:gd name="connsiteX103" fmla="*/ 8330254 w 15732060"/>
              <a:gd name="connsiteY103" fmla="*/ 8073861 h 8839200"/>
              <a:gd name="connsiteX104" fmla="*/ 8317084 w 15732060"/>
              <a:gd name="connsiteY104" fmla="*/ 8068511 h 8839200"/>
              <a:gd name="connsiteX105" fmla="*/ 903206 w 15732060"/>
              <a:gd name="connsiteY105" fmla="*/ 7993746 h 8839200"/>
              <a:gd name="connsiteX106" fmla="*/ 884550 w 15732060"/>
              <a:gd name="connsiteY106" fmla="*/ 8010209 h 8839200"/>
              <a:gd name="connsiteX107" fmla="*/ 260646 w 15732060"/>
              <a:gd name="connsiteY107" fmla="*/ 8010209 h 8839200"/>
              <a:gd name="connsiteX108" fmla="*/ 133340 w 15732060"/>
              <a:gd name="connsiteY108" fmla="*/ 8137514 h 8839200"/>
              <a:gd name="connsiteX109" fmla="*/ 108648 w 15732060"/>
              <a:gd name="connsiteY109" fmla="*/ 8139160 h 8839200"/>
              <a:gd name="connsiteX110" fmla="*/ 108648 w 15732060"/>
              <a:gd name="connsiteY110" fmla="*/ 8165499 h 8839200"/>
              <a:gd name="connsiteX111" fmla="*/ 134986 w 15732060"/>
              <a:gd name="connsiteY111" fmla="*/ 8165499 h 8839200"/>
              <a:gd name="connsiteX112" fmla="*/ 136634 w 15732060"/>
              <a:gd name="connsiteY112" fmla="*/ 8140807 h 8839200"/>
              <a:gd name="connsiteX113" fmla="*/ 262840 w 15732060"/>
              <a:gd name="connsiteY113" fmla="*/ 8014598 h 8839200"/>
              <a:gd name="connsiteX114" fmla="*/ 884550 w 15732060"/>
              <a:gd name="connsiteY114" fmla="*/ 8014598 h 8839200"/>
              <a:gd name="connsiteX115" fmla="*/ 903206 w 15732060"/>
              <a:gd name="connsiteY115" fmla="*/ 8031060 h 8839200"/>
              <a:gd name="connsiteX116" fmla="*/ 921864 w 15732060"/>
              <a:gd name="connsiteY116" fmla="*/ 8012403 h 8839200"/>
              <a:gd name="connsiteX117" fmla="*/ 903206 w 15732060"/>
              <a:gd name="connsiteY117" fmla="*/ 7993746 h 8839200"/>
              <a:gd name="connsiteX118" fmla="*/ 4129185 w 15732060"/>
              <a:gd name="connsiteY118" fmla="*/ 7974541 h 8839200"/>
              <a:gd name="connsiteX119" fmla="*/ 4110528 w 15732060"/>
              <a:gd name="connsiteY119" fmla="*/ 7993198 h 8839200"/>
              <a:gd name="connsiteX120" fmla="*/ 4126990 w 15732060"/>
              <a:gd name="connsiteY120" fmla="*/ 8011855 h 8839200"/>
              <a:gd name="connsiteX121" fmla="*/ 4126990 w 15732060"/>
              <a:gd name="connsiteY121" fmla="*/ 8401452 h 8839200"/>
              <a:gd name="connsiteX122" fmla="*/ 3920119 w 15732060"/>
              <a:gd name="connsiteY122" fmla="*/ 8608323 h 8839200"/>
              <a:gd name="connsiteX123" fmla="*/ 3804337 w 15732060"/>
              <a:gd name="connsiteY123" fmla="*/ 8608323 h 8839200"/>
              <a:gd name="connsiteX124" fmla="*/ 3646852 w 15732060"/>
              <a:gd name="connsiteY124" fmla="*/ 8765808 h 8839200"/>
              <a:gd name="connsiteX125" fmla="*/ 3622159 w 15732060"/>
              <a:gd name="connsiteY125" fmla="*/ 8767454 h 8839200"/>
              <a:gd name="connsiteX126" fmla="*/ 3622159 w 15732060"/>
              <a:gd name="connsiteY126" fmla="*/ 8793793 h 8839200"/>
              <a:gd name="connsiteX127" fmla="*/ 3648498 w 15732060"/>
              <a:gd name="connsiteY127" fmla="*/ 8793793 h 8839200"/>
              <a:gd name="connsiteX128" fmla="*/ 3650144 w 15732060"/>
              <a:gd name="connsiteY128" fmla="*/ 8769101 h 8839200"/>
              <a:gd name="connsiteX129" fmla="*/ 3805984 w 15732060"/>
              <a:gd name="connsiteY129" fmla="*/ 8613261 h 8839200"/>
              <a:gd name="connsiteX130" fmla="*/ 3921766 w 15732060"/>
              <a:gd name="connsiteY130" fmla="*/ 8613261 h 8839200"/>
              <a:gd name="connsiteX131" fmla="*/ 4131380 w 15732060"/>
              <a:gd name="connsiteY131" fmla="*/ 8403648 h 8839200"/>
              <a:gd name="connsiteX132" fmla="*/ 4131380 w 15732060"/>
              <a:gd name="connsiteY132" fmla="*/ 8011855 h 8839200"/>
              <a:gd name="connsiteX133" fmla="*/ 4147842 w 15732060"/>
              <a:gd name="connsiteY133" fmla="*/ 7993198 h 8839200"/>
              <a:gd name="connsiteX134" fmla="*/ 4129185 w 15732060"/>
              <a:gd name="connsiteY134" fmla="*/ 7974541 h 8839200"/>
              <a:gd name="connsiteX135" fmla="*/ 9336828 w 15732060"/>
              <a:gd name="connsiteY135" fmla="*/ 7947997 h 8839200"/>
              <a:gd name="connsiteX136" fmla="*/ 9323453 w 15732060"/>
              <a:gd name="connsiteY136" fmla="*/ 7953141 h 8839200"/>
              <a:gd name="connsiteX137" fmla="*/ 9323453 w 15732060"/>
              <a:gd name="connsiteY137" fmla="*/ 7979480 h 8839200"/>
              <a:gd name="connsiteX138" fmla="*/ 9348147 w 15732060"/>
              <a:gd name="connsiteY138" fmla="*/ 7981126 h 8839200"/>
              <a:gd name="connsiteX139" fmla="*/ 9667506 w 15732060"/>
              <a:gd name="connsiteY139" fmla="*/ 8300486 h 8839200"/>
              <a:gd name="connsiteX140" fmla="*/ 9667506 w 15732060"/>
              <a:gd name="connsiteY140" fmla="*/ 8759772 h 8839200"/>
              <a:gd name="connsiteX141" fmla="*/ 9651044 w 15732060"/>
              <a:gd name="connsiteY141" fmla="*/ 8778429 h 8839200"/>
              <a:gd name="connsiteX142" fmla="*/ 9669701 w 15732060"/>
              <a:gd name="connsiteY142" fmla="*/ 8797086 h 8839200"/>
              <a:gd name="connsiteX143" fmla="*/ 9688358 w 15732060"/>
              <a:gd name="connsiteY143" fmla="*/ 8778429 h 8839200"/>
              <a:gd name="connsiteX144" fmla="*/ 9683626 w 15732060"/>
              <a:gd name="connsiteY144" fmla="*/ 8765603 h 8839200"/>
              <a:gd name="connsiteX145" fmla="*/ 9672445 w 15732060"/>
              <a:gd name="connsiteY145" fmla="*/ 8760045 h 8839200"/>
              <a:gd name="connsiteX146" fmla="*/ 9672445 w 15732060"/>
              <a:gd name="connsiteY146" fmla="*/ 8760321 h 8839200"/>
              <a:gd name="connsiteX147" fmla="*/ 9671897 w 15732060"/>
              <a:gd name="connsiteY147" fmla="*/ 8759772 h 8839200"/>
              <a:gd name="connsiteX148" fmla="*/ 9672445 w 15732060"/>
              <a:gd name="connsiteY148" fmla="*/ 8760045 h 8839200"/>
              <a:gd name="connsiteX149" fmla="*/ 9672445 w 15732060"/>
              <a:gd name="connsiteY149" fmla="*/ 8298840 h 8839200"/>
              <a:gd name="connsiteX150" fmla="*/ 9351439 w 15732060"/>
              <a:gd name="connsiteY150" fmla="*/ 7977834 h 8839200"/>
              <a:gd name="connsiteX151" fmla="*/ 9349792 w 15732060"/>
              <a:gd name="connsiteY151" fmla="*/ 7953141 h 8839200"/>
              <a:gd name="connsiteX152" fmla="*/ 9336828 w 15732060"/>
              <a:gd name="connsiteY152" fmla="*/ 7947997 h 8839200"/>
              <a:gd name="connsiteX153" fmla="*/ 7968642 w 15732060"/>
              <a:gd name="connsiteY153" fmla="*/ 7870832 h 8839200"/>
              <a:gd name="connsiteX154" fmla="*/ 7949984 w 15732060"/>
              <a:gd name="connsiteY154" fmla="*/ 7889488 h 8839200"/>
              <a:gd name="connsiteX155" fmla="*/ 7966447 w 15732060"/>
              <a:gd name="connsiteY155" fmla="*/ 7908145 h 8839200"/>
              <a:gd name="connsiteX156" fmla="*/ 7966447 w 15732060"/>
              <a:gd name="connsiteY156" fmla="*/ 8525465 h 8839200"/>
              <a:gd name="connsiteX157" fmla="*/ 7949984 w 15732060"/>
              <a:gd name="connsiteY157" fmla="*/ 8544122 h 8839200"/>
              <a:gd name="connsiteX158" fmla="*/ 7968642 w 15732060"/>
              <a:gd name="connsiteY158" fmla="*/ 8562779 h 8839200"/>
              <a:gd name="connsiteX159" fmla="*/ 7987298 w 15732060"/>
              <a:gd name="connsiteY159" fmla="*/ 8544122 h 8839200"/>
              <a:gd name="connsiteX160" fmla="*/ 7970837 w 15732060"/>
              <a:gd name="connsiteY160" fmla="*/ 8525465 h 8839200"/>
              <a:gd name="connsiteX161" fmla="*/ 7970837 w 15732060"/>
              <a:gd name="connsiteY161" fmla="*/ 7908145 h 8839200"/>
              <a:gd name="connsiteX162" fmla="*/ 7987298 w 15732060"/>
              <a:gd name="connsiteY162" fmla="*/ 7889488 h 8839200"/>
              <a:gd name="connsiteX163" fmla="*/ 7968642 w 15732060"/>
              <a:gd name="connsiteY163" fmla="*/ 7870832 h 8839200"/>
              <a:gd name="connsiteX164" fmla="*/ 4137965 w 15732060"/>
              <a:gd name="connsiteY164" fmla="*/ 7810060 h 8839200"/>
              <a:gd name="connsiteX165" fmla="*/ 4124796 w 15732060"/>
              <a:gd name="connsiteY165" fmla="*/ 7815410 h 8839200"/>
              <a:gd name="connsiteX166" fmla="*/ 4123149 w 15732060"/>
              <a:gd name="connsiteY166" fmla="*/ 7840103 h 8839200"/>
              <a:gd name="connsiteX167" fmla="*/ 4026024 w 15732060"/>
              <a:gd name="connsiteY167" fmla="*/ 7937228 h 8839200"/>
              <a:gd name="connsiteX168" fmla="*/ 4026024 w 15732060"/>
              <a:gd name="connsiteY168" fmla="*/ 8023926 h 8839200"/>
              <a:gd name="connsiteX169" fmla="*/ 3871282 w 15732060"/>
              <a:gd name="connsiteY169" fmla="*/ 8178669 h 8839200"/>
              <a:gd name="connsiteX170" fmla="*/ 3769218 w 15732060"/>
              <a:gd name="connsiteY170" fmla="*/ 8178669 h 8839200"/>
              <a:gd name="connsiteX171" fmla="*/ 3176592 w 15732060"/>
              <a:gd name="connsiteY171" fmla="*/ 8771295 h 8839200"/>
              <a:gd name="connsiteX172" fmla="*/ 3151898 w 15732060"/>
              <a:gd name="connsiteY172" fmla="*/ 8772941 h 8839200"/>
              <a:gd name="connsiteX173" fmla="*/ 3151898 w 15732060"/>
              <a:gd name="connsiteY173" fmla="*/ 8799281 h 8839200"/>
              <a:gd name="connsiteX174" fmla="*/ 3178238 w 15732060"/>
              <a:gd name="connsiteY174" fmla="*/ 8799281 h 8839200"/>
              <a:gd name="connsiteX175" fmla="*/ 3179883 w 15732060"/>
              <a:gd name="connsiteY175" fmla="*/ 8774588 h 8839200"/>
              <a:gd name="connsiteX176" fmla="*/ 3770865 w 15732060"/>
              <a:gd name="connsiteY176" fmla="*/ 8183607 h 8839200"/>
              <a:gd name="connsiteX177" fmla="*/ 3771414 w 15732060"/>
              <a:gd name="connsiteY177" fmla="*/ 8183058 h 8839200"/>
              <a:gd name="connsiteX178" fmla="*/ 3873478 w 15732060"/>
              <a:gd name="connsiteY178" fmla="*/ 8183058 h 8839200"/>
              <a:gd name="connsiteX179" fmla="*/ 4030963 w 15732060"/>
              <a:gd name="connsiteY179" fmla="*/ 8025573 h 8839200"/>
              <a:gd name="connsiteX180" fmla="*/ 4030963 w 15732060"/>
              <a:gd name="connsiteY180" fmla="*/ 7938874 h 8839200"/>
              <a:gd name="connsiteX181" fmla="*/ 4126441 w 15732060"/>
              <a:gd name="connsiteY181" fmla="*/ 7843396 h 8839200"/>
              <a:gd name="connsiteX182" fmla="*/ 4151134 w 15732060"/>
              <a:gd name="connsiteY182" fmla="*/ 7841749 h 8839200"/>
              <a:gd name="connsiteX183" fmla="*/ 4151134 w 15732060"/>
              <a:gd name="connsiteY183" fmla="*/ 7815410 h 8839200"/>
              <a:gd name="connsiteX184" fmla="*/ 4137965 w 15732060"/>
              <a:gd name="connsiteY184" fmla="*/ 7810060 h 8839200"/>
              <a:gd name="connsiteX185" fmla="*/ 6214904 w 15732060"/>
              <a:gd name="connsiteY185" fmla="*/ 7796754 h 8839200"/>
              <a:gd name="connsiteX186" fmla="*/ 6196247 w 15732060"/>
              <a:gd name="connsiteY186" fmla="*/ 7815410 h 8839200"/>
              <a:gd name="connsiteX187" fmla="*/ 6212710 w 15732060"/>
              <a:gd name="connsiteY187" fmla="*/ 7834067 h 8839200"/>
              <a:gd name="connsiteX188" fmla="*/ 6212710 w 15732060"/>
              <a:gd name="connsiteY188" fmla="*/ 8451386 h 8839200"/>
              <a:gd name="connsiteX189" fmla="*/ 6196247 w 15732060"/>
              <a:gd name="connsiteY189" fmla="*/ 8470043 h 8839200"/>
              <a:gd name="connsiteX190" fmla="*/ 6214904 w 15732060"/>
              <a:gd name="connsiteY190" fmla="*/ 8488700 h 8839200"/>
              <a:gd name="connsiteX191" fmla="*/ 6233560 w 15732060"/>
              <a:gd name="connsiteY191" fmla="*/ 8470043 h 8839200"/>
              <a:gd name="connsiteX192" fmla="*/ 6217099 w 15732060"/>
              <a:gd name="connsiteY192" fmla="*/ 8451386 h 8839200"/>
              <a:gd name="connsiteX193" fmla="*/ 6217099 w 15732060"/>
              <a:gd name="connsiteY193" fmla="*/ 7834067 h 8839200"/>
              <a:gd name="connsiteX194" fmla="*/ 6233560 w 15732060"/>
              <a:gd name="connsiteY194" fmla="*/ 7815410 h 8839200"/>
              <a:gd name="connsiteX195" fmla="*/ 6214904 w 15732060"/>
              <a:gd name="connsiteY195" fmla="*/ 7796754 h 8839200"/>
              <a:gd name="connsiteX196" fmla="*/ 2332097 w 15732060"/>
              <a:gd name="connsiteY196" fmla="*/ 7787974 h 8839200"/>
              <a:gd name="connsiteX197" fmla="*/ 2313440 w 15732060"/>
              <a:gd name="connsiteY197" fmla="*/ 7804435 h 8839200"/>
              <a:gd name="connsiteX198" fmla="*/ 1924392 w 15732060"/>
              <a:gd name="connsiteY198" fmla="*/ 7804435 h 8839200"/>
              <a:gd name="connsiteX199" fmla="*/ 1688987 w 15732060"/>
              <a:gd name="connsiteY199" fmla="*/ 8039840 h 8839200"/>
              <a:gd name="connsiteX200" fmla="*/ 1327375 w 15732060"/>
              <a:gd name="connsiteY200" fmla="*/ 8039840 h 8839200"/>
              <a:gd name="connsiteX201" fmla="*/ 596468 w 15732060"/>
              <a:gd name="connsiteY201" fmla="*/ 8770747 h 8839200"/>
              <a:gd name="connsiteX202" fmla="*/ 571774 w 15732060"/>
              <a:gd name="connsiteY202" fmla="*/ 8772392 h 8839200"/>
              <a:gd name="connsiteX203" fmla="*/ 571774 w 15732060"/>
              <a:gd name="connsiteY203" fmla="*/ 8798732 h 8839200"/>
              <a:gd name="connsiteX204" fmla="*/ 598114 w 15732060"/>
              <a:gd name="connsiteY204" fmla="*/ 8798732 h 8839200"/>
              <a:gd name="connsiteX205" fmla="*/ 599760 w 15732060"/>
              <a:gd name="connsiteY205" fmla="*/ 8774039 h 8839200"/>
              <a:gd name="connsiteX206" fmla="*/ 1329570 w 15732060"/>
              <a:gd name="connsiteY206" fmla="*/ 8044230 h 8839200"/>
              <a:gd name="connsiteX207" fmla="*/ 1691182 w 15732060"/>
              <a:gd name="connsiteY207" fmla="*/ 8044230 h 8839200"/>
              <a:gd name="connsiteX208" fmla="*/ 1926586 w 15732060"/>
              <a:gd name="connsiteY208" fmla="*/ 7808826 h 8839200"/>
              <a:gd name="connsiteX209" fmla="*/ 2313440 w 15732060"/>
              <a:gd name="connsiteY209" fmla="*/ 7808826 h 8839200"/>
              <a:gd name="connsiteX210" fmla="*/ 2332097 w 15732060"/>
              <a:gd name="connsiteY210" fmla="*/ 7825287 h 8839200"/>
              <a:gd name="connsiteX211" fmla="*/ 2350754 w 15732060"/>
              <a:gd name="connsiteY211" fmla="*/ 7806630 h 8839200"/>
              <a:gd name="connsiteX212" fmla="*/ 2332097 w 15732060"/>
              <a:gd name="connsiteY212" fmla="*/ 7787974 h 8839200"/>
              <a:gd name="connsiteX213" fmla="*/ 5800614 w 15732060"/>
              <a:gd name="connsiteY213" fmla="*/ 7665744 h 8839200"/>
              <a:gd name="connsiteX214" fmla="*/ 5787444 w 15732060"/>
              <a:gd name="connsiteY214" fmla="*/ 7671094 h 8839200"/>
              <a:gd name="connsiteX215" fmla="*/ 5785798 w 15732060"/>
              <a:gd name="connsiteY215" fmla="*/ 7695788 h 8839200"/>
              <a:gd name="connsiteX216" fmla="*/ 5719401 w 15732060"/>
              <a:gd name="connsiteY216" fmla="*/ 7762183 h 8839200"/>
              <a:gd name="connsiteX217" fmla="*/ 5719401 w 15732060"/>
              <a:gd name="connsiteY217" fmla="*/ 8747700 h 8839200"/>
              <a:gd name="connsiteX218" fmla="*/ 5702940 w 15732060"/>
              <a:gd name="connsiteY218" fmla="*/ 8766357 h 8839200"/>
              <a:gd name="connsiteX219" fmla="*/ 5721596 w 15732060"/>
              <a:gd name="connsiteY219" fmla="*/ 8785014 h 8839200"/>
              <a:gd name="connsiteX220" fmla="*/ 5740254 w 15732060"/>
              <a:gd name="connsiteY220" fmla="*/ 8766357 h 8839200"/>
              <a:gd name="connsiteX221" fmla="*/ 5723792 w 15732060"/>
              <a:gd name="connsiteY221" fmla="*/ 8747700 h 8839200"/>
              <a:gd name="connsiteX222" fmla="*/ 5723792 w 15732060"/>
              <a:gd name="connsiteY222" fmla="*/ 7764379 h 8839200"/>
              <a:gd name="connsiteX223" fmla="*/ 5789090 w 15732060"/>
              <a:gd name="connsiteY223" fmla="*/ 7699079 h 8839200"/>
              <a:gd name="connsiteX224" fmla="*/ 5813784 w 15732060"/>
              <a:gd name="connsiteY224" fmla="*/ 7697433 h 8839200"/>
              <a:gd name="connsiteX225" fmla="*/ 5813784 w 15732060"/>
              <a:gd name="connsiteY225" fmla="*/ 7671094 h 8839200"/>
              <a:gd name="connsiteX226" fmla="*/ 5800614 w 15732060"/>
              <a:gd name="connsiteY226" fmla="*/ 7665744 h 8839200"/>
              <a:gd name="connsiteX227" fmla="*/ 14789891 w 15732060"/>
              <a:gd name="connsiteY227" fmla="*/ 7554901 h 8839200"/>
              <a:gd name="connsiteX228" fmla="*/ 14776722 w 15732060"/>
              <a:gd name="connsiteY228" fmla="*/ 7560251 h 8839200"/>
              <a:gd name="connsiteX229" fmla="*/ 14776722 w 15732060"/>
              <a:gd name="connsiteY229" fmla="*/ 7586590 h 8839200"/>
              <a:gd name="connsiteX230" fmla="*/ 14801415 w 15732060"/>
              <a:gd name="connsiteY230" fmla="*/ 7588236 h 8839200"/>
              <a:gd name="connsiteX231" fmla="*/ 14851349 w 15732060"/>
              <a:gd name="connsiteY231" fmla="*/ 7638170 h 8839200"/>
              <a:gd name="connsiteX232" fmla="*/ 14851898 w 15732060"/>
              <a:gd name="connsiteY232" fmla="*/ 7638170 h 8839200"/>
              <a:gd name="connsiteX233" fmla="*/ 15503787 w 15732060"/>
              <a:gd name="connsiteY233" fmla="*/ 7638719 h 8839200"/>
              <a:gd name="connsiteX234" fmla="*/ 15670602 w 15732060"/>
              <a:gd name="connsiteY234" fmla="*/ 7805533 h 8839200"/>
              <a:gd name="connsiteX235" fmla="*/ 15672247 w 15732060"/>
              <a:gd name="connsiteY235" fmla="*/ 7830226 h 8839200"/>
              <a:gd name="connsiteX236" fmla="*/ 15698586 w 15732060"/>
              <a:gd name="connsiteY236" fmla="*/ 7830226 h 8839200"/>
              <a:gd name="connsiteX237" fmla="*/ 15698586 w 15732060"/>
              <a:gd name="connsiteY237" fmla="*/ 7803887 h 8839200"/>
              <a:gd name="connsiteX238" fmla="*/ 15673894 w 15732060"/>
              <a:gd name="connsiteY238" fmla="*/ 7802241 h 8839200"/>
              <a:gd name="connsiteX239" fmla="*/ 15506531 w 15732060"/>
              <a:gd name="connsiteY239" fmla="*/ 7634879 h 8839200"/>
              <a:gd name="connsiteX240" fmla="*/ 15505984 w 15732060"/>
              <a:gd name="connsiteY240" fmla="*/ 7634879 h 8839200"/>
              <a:gd name="connsiteX241" fmla="*/ 14854093 w 15732060"/>
              <a:gd name="connsiteY241" fmla="*/ 7634329 h 8839200"/>
              <a:gd name="connsiteX242" fmla="*/ 14804707 w 15732060"/>
              <a:gd name="connsiteY242" fmla="*/ 7584944 h 8839200"/>
              <a:gd name="connsiteX243" fmla="*/ 14803061 w 15732060"/>
              <a:gd name="connsiteY243" fmla="*/ 7560251 h 8839200"/>
              <a:gd name="connsiteX244" fmla="*/ 14789891 w 15732060"/>
              <a:gd name="connsiteY244" fmla="*/ 7554901 h 8839200"/>
              <a:gd name="connsiteX245" fmla="*/ 9237851 w 15732060"/>
              <a:gd name="connsiteY245" fmla="*/ 7538988 h 8839200"/>
              <a:gd name="connsiteX246" fmla="*/ 9224682 w 15732060"/>
              <a:gd name="connsiteY246" fmla="*/ 7544338 h 8839200"/>
              <a:gd name="connsiteX247" fmla="*/ 9224682 w 15732060"/>
              <a:gd name="connsiteY247" fmla="*/ 7570677 h 8839200"/>
              <a:gd name="connsiteX248" fmla="*/ 9249376 w 15732060"/>
              <a:gd name="connsiteY248" fmla="*/ 7572323 h 8839200"/>
              <a:gd name="connsiteX249" fmla="*/ 9346500 w 15732060"/>
              <a:gd name="connsiteY249" fmla="*/ 7669448 h 8839200"/>
              <a:gd name="connsiteX250" fmla="*/ 9347048 w 15732060"/>
              <a:gd name="connsiteY250" fmla="*/ 7669448 h 8839200"/>
              <a:gd name="connsiteX251" fmla="*/ 9570382 w 15732060"/>
              <a:gd name="connsiteY251" fmla="*/ 7669996 h 8839200"/>
              <a:gd name="connsiteX252" fmla="*/ 9755303 w 15732060"/>
              <a:gd name="connsiteY252" fmla="*/ 7854919 h 8839200"/>
              <a:gd name="connsiteX253" fmla="*/ 9756949 w 15732060"/>
              <a:gd name="connsiteY253" fmla="*/ 7879611 h 8839200"/>
              <a:gd name="connsiteX254" fmla="*/ 9783288 w 15732060"/>
              <a:gd name="connsiteY254" fmla="*/ 7879611 h 8839200"/>
              <a:gd name="connsiteX255" fmla="*/ 9783288 w 15732060"/>
              <a:gd name="connsiteY255" fmla="*/ 7853272 h 8839200"/>
              <a:gd name="connsiteX256" fmla="*/ 9758595 w 15732060"/>
              <a:gd name="connsiteY256" fmla="*/ 7851626 h 8839200"/>
              <a:gd name="connsiteX257" fmla="*/ 9573126 w 15732060"/>
              <a:gd name="connsiteY257" fmla="*/ 7666156 h 8839200"/>
              <a:gd name="connsiteX258" fmla="*/ 9572577 w 15732060"/>
              <a:gd name="connsiteY258" fmla="*/ 7666156 h 8839200"/>
              <a:gd name="connsiteX259" fmla="*/ 9349244 w 15732060"/>
              <a:gd name="connsiteY259" fmla="*/ 7665608 h 8839200"/>
              <a:gd name="connsiteX260" fmla="*/ 9252667 w 15732060"/>
              <a:gd name="connsiteY260" fmla="*/ 7569031 h 8839200"/>
              <a:gd name="connsiteX261" fmla="*/ 9251021 w 15732060"/>
              <a:gd name="connsiteY261" fmla="*/ 7544338 h 8839200"/>
              <a:gd name="connsiteX262" fmla="*/ 9237851 w 15732060"/>
              <a:gd name="connsiteY262" fmla="*/ 7538988 h 8839200"/>
              <a:gd name="connsiteX263" fmla="*/ 4765711 w 15732060"/>
              <a:gd name="connsiteY263" fmla="*/ 7500028 h 8839200"/>
              <a:gd name="connsiteX264" fmla="*/ 4752542 w 15732060"/>
              <a:gd name="connsiteY264" fmla="*/ 7505378 h 8839200"/>
              <a:gd name="connsiteX265" fmla="*/ 4750895 w 15732060"/>
              <a:gd name="connsiteY265" fmla="*/ 7530071 h 8839200"/>
              <a:gd name="connsiteX266" fmla="*/ 4653770 w 15732060"/>
              <a:gd name="connsiteY266" fmla="*/ 7627196 h 8839200"/>
              <a:gd name="connsiteX267" fmla="*/ 4653770 w 15732060"/>
              <a:gd name="connsiteY267" fmla="*/ 8470043 h 8839200"/>
              <a:gd name="connsiteX268" fmla="*/ 4499028 w 15732060"/>
              <a:gd name="connsiteY268" fmla="*/ 8624785 h 8839200"/>
              <a:gd name="connsiteX269" fmla="*/ 4302584 w 15732060"/>
              <a:gd name="connsiteY269" fmla="*/ 8624785 h 8839200"/>
              <a:gd name="connsiteX270" fmla="*/ 4153878 w 15732060"/>
              <a:gd name="connsiteY270" fmla="*/ 8773491 h 8839200"/>
              <a:gd name="connsiteX271" fmla="*/ 4129185 w 15732060"/>
              <a:gd name="connsiteY271" fmla="*/ 8775136 h 8839200"/>
              <a:gd name="connsiteX272" fmla="*/ 4129185 w 15732060"/>
              <a:gd name="connsiteY272" fmla="*/ 8801475 h 8839200"/>
              <a:gd name="connsiteX273" fmla="*/ 4155524 w 15732060"/>
              <a:gd name="connsiteY273" fmla="*/ 8801475 h 8839200"/>
              <a:gd name="connsiteX274" fmla="*/ 4157170 w 15732060"/>
              <a:gd name="connsiteY274" fmla="*/ 8776783 h 8839200"/>
              <a:gd name="connsiteX275" fmla="*/ 4304778 w 15732060"/>
              <a:gd name="connsiteY275" fmla="*/ 8629174 h 8839200"/>
              <a:gd name="connsiteX276" fmla="*/ 4501224 w 15732060"/>
              <a:gd name="connsiteY276" fmla="*/ 8629174 h 8839200"/>
              <a:gd name="connsiteX277" fmla="*/ 4658709 w 15732060"/>
              <a:gd name="connsiteY277" fmla="*/ 8471690 h 8839200"/>
              <a:gd name="connsiteX278" fmla="*/ 4658709 w 15732060"/>
              <a:gd name="connsiteY278" fmla="*/ 7628842 h 8839200"/>
              <a:gd name="connsiteX279" fmla="*/ 4754188 w 15732060"/>
              <a:gd name="connsiteY279" fmla="*/ 7533364 h 8839200"/>
              <a:gd name="connsiteX280" fmla="*/ 4778880 w 15732060"/>
              <a:gd name="connsiteY280" fmla="*/ 7531717 h 8839200"/>
              <a:gd name="connsiteX281" fmla="*/ 4778880 w 15732060"/>
              <a:gd name="connsiteY281" fmla="*/ 7505378 h 8839200"/>
              <a:gd name="connsiteX282" fmla="*/ 4765711 w 15732060"/>
              <a:gd name="connsiteY282" fmla="*/ 7500028 h 8839200"/>
              <a:gd name="connsiteX283" fmla="*/ 7883040 w 15732060"/>
              <a:gd name="connsiteY283" fmla="*/ 7437473 h 8839200"/>
              <a:gd name="connsiteX284" fmla="*/ 7869870 w 15732060"/>
              <a:gd name="connsiteY284" fmla="*/ 7442823 h 8839200"/>
              <a:gd name="connsiteX285" fmla="*/ 7869870 w 15732060"/>
              <a:gd name="connsiteY285" fmla="*/ 7443372 h 8839200"/>
              <a:gd name="connsiteX286" fmla="*/ 7868224 w 15732060"/>
              <a:gd name="connsiteY286" fmla="*/ 7468065 h 8839200"/>
              <a:gd name="connsiteX287" fmla="*/ 7801828 w 15732060"/>
              <a:gd name="connsiteY287" fmla="*/ 7534461 h 8839200"/>
              <a:gd name="connsiteX288" fmla="*/ 7801828 w 15732060"/>
              <a:gd name="connsiteY288" fmla="*/ 8728495 h 8839200"/>
              <a:gd name="connsiteX289" fmla="*/ 7785366 w 15732060"/>
              <a:gd name="connsiteY289" fmla="*/ 8747152 h 8839200"/>
              <a:gd name="connsiteX290" fmla="*/ 7804024 w 15732060"/>
              <a:gd name="connsiteY290" fmla="*/ 8765808 h 8839200"/>
              <a:gd name="connsiteX291" fmla="*/ 7822680 w 15732060"/>
              <a:gd name="connsiteY291" fmla="*/ 8747152 h 8839200"/>
              <a:gd name="connsiteX292" fmla="*/ 7806218 w 15732060"/>
              <a:gd name="connsiteY292" fmla="*/ 8728495 h 8839200"/>
              <a:gd name="connsiteX293" fmla="*/ 7806218 w 15732060"/>
              <a:gd name="connsiteY293" fmla="*/ 7536107 h 8839200"/>
              <a:gd name="connsiteX294" fmla="*/ 7871518 w 15732060"/>
              <a:gd name="connsiteY294" fmla="*/ 7470809 h 8839200"/>
              <a:gd name="connsiteX295" fmla="*/ 7896210 w 15732060"/>
              <a:gd name="connsiteY295" fmla="*/ 7469162 h 8839200"/>
              <a:gd name="connsiteX296" fmla="*/ 7896210 w 15732060"/>
              <a:gd name="connsiteY296" fmla="*/ 7442823 h 8839200"/>
              <a:gd name="connsiteX297" fmla="*/ 7883040 w 15732060"/>
              <a:gd name="connsiteY297" fmla="*/ 7437473 h 8839200"/>
              <a:gd name="connsiteX298" fmla="*/ 4495736 w 15732060"/>
              <a:gd name="connsiteY298" fmla="*/ 7399062 h 8839200"/>
              <a:gd name="connsiteX299" fmla="*/ 4482566 w 15732060"/>
              <a:gd name="connsiteY299" fmla="*/ 7404412 h 8839200"/>
              <a:gd name="connsiteX300" fmla="*/ 4480920 w 15732060"/>
              <a:gd name="connsiteY300" fmla="*/ 7429105 h 8839200"/>
              <a:gd name="connsiteX301" fmla="*/ 4359651 w 15732060"/>
              <a:gd name="connsiteY301" fmla="*/ 7550374 h 8839200"/>
              <a:gd name="connsiteX302" fmla="*/ 4359651 w 15732060"/>
              <a:gd name="connsiteY302" fmla="*/ 8397062 h 8839200"/>
              <a:gd name="connsiteX303" fmla="*/ 4343190 w 15732060"/>
              <a:gd name="connsiteY303" fmla="*/ 8415718 h 8839200"/>
              <a:gd name="connsiteX304" fmla="*/ 4361846 w 15732060"/>
              <a:gd name="connsiteY304" fmla="*/ 8434376 h 8839200"/>
              <a:gd name="connsiteX305" fmla="*/ 4380503 w 15732060"/>
              <a:gd name="connsiteY305" fmla="*/ 8415718 h 8839200"/>
              <a:gd name="connsiteX306" fmla="*/ 4364041 w 15732060"/>
              <a:gd name="connsiteY306" fmla="*/ 8397062 h 8839200"/>
              <a:gd name="connsiteX307" fmla="*/ 4364041 w 15732060"/>
              <a:gd name="connsiteY307" fmla="*/ 7552569 h 8839200"/>
              <a:gd name="connsiteX308" fmla="*/ 4484212 w 15732060"/>
              <a:gd name="connsiteY308" fmla="*/ 7432398 h 8839200"/>
              <a:gd name="connsiteX309" fmla="*/ 4508906 w 15732060"/>
              <a:gd name="connsiteY309" fmla="*/ 7430751 h 8839200"/>
              <a:gd name="connsiteX310" fmla="*/ 4508906 w 15732060"/>
              <a:gd name="connsiteY310" fmla="*/ 7404412 h 8839200"/>
              <a:gd name="connsiteX311" fmla="*/ 4495736 w 15732060"/>
              <a:gd name="connsiteY311" fmla="*/ 7399062 h 8839200"/>
              <a:gd name="connsiteX312" fmla="*/ 13091026 w 15732060"/>
              <a:gd name="connsiteY312" fmla="*/ 7353928 h 8839200"/>
              <a:gd name="connsiteX313" fmla="*/ 13072370 w 15732060"/>
              <a:gd name="connsiteY313" fmla="*/ 7372586 h 8839200"/>
              <a:gd name="connsiteX314" fmla="*/ 13091026 w 15732060"/>
              <a:gd name="connsiteY314" fmla="*/ 7391243 h 8839200"/>
              <a:gd name="connsiteX315" fmla="*/ 13109683 w 15732060"/>
              <a:gd name="connsiteY315" fmla="*/ 7374781 h 8839200"/>
              <a:gd name="connsiteX316" fmla="*/ 13554153 w 15732060"/>
              <a:gd name="connsiteY316" fmla="*/ 7374781 h 8839200"/>
              <a:gd name="connsiteX317" fmla="*/ 13897658 w 15732060"/>
              <a:gd name="connsiteY317" fmla="*/ 7718285 h 8839200"/>
              <a:gd name="connsiteX318" fmla="*/ 13898207 w 15732060"/>
              <a:gd name="connsiteY318" fmla="*/ 7718285 h 8839200"/>
              <a:gd name="connsiteX319" fmla="*/ 14586862 w 15732060"/>
              <a:gd name="connsiteY319" fmla="*/ 7718833 h 8839200"/>
              <a:gd name="connsiteX320" fmla="*/ 15130652 w 15732060"/>
              <a:gd name="connsiteY320" fmla="*/ 8262624 h 8839200"/>
              <a:gd name="connsiteX321" fmla="*/ 15131201 w 15732060"/>
              <a:gd name="connsiteY321" fmla="*/ 8262624 h 8839200"/>
              <a:gd name="connsiteX322" fmla="*/ 15676637 w 15732060"/>
              <a:gd name="connsiteY322" fmla="*/ 8263173 h 8839200"/>
              <a:gd name="connsiteX323" fmla="*/ 15695295 w 15732060"/>
              <a:gd name="connsiteY323" fmla="*/ 8279635 h 8839200"/>
              <a:gd name="connsiteX324" fmla="*/ 15713951 w 15732060"/>
              <a:gd name="connsiteY324" fmla="*/ 8260978 h 8839200"/>
              <a:gd name="connsiteX325" fmla="*/ 15695295 w 15732060"/>
              <a:gd name="connsiteY325" fmla="*/ 8242320 h 8839200"/>
              <a:gd name="connsiteX326" fmla="*/ 15676637 w 15732060"/>
              <a:gd name="connsiteY326" fmla="*/ 8258783 h 8839200"/>
              <a:gd name="connsiteX327" fmla="*/ 15133396 w 15732060"/>
              <a:gd name="connsiteY327" fmla="*/ 8258783 h 8839200"/>
              <a:gd name="connsiteX328" fmla="*/ 14589606 w 15732060"/>
              <a:gd name="connsiteY328" fmla="*/ 7714993 h 8839200"/>
              <a:gd name="connsiteX329" fmla="*/ 14589057 w 15732060"/>
              <a:gd name="connsiteY329" fmla="*/ 7714993 h 8839200"/>
              <a:gd name="connsiteX330" fmla="*/ 13900401 w 15732060"/>
              <a:gd name="connsiteY330" fmla="*/ 7714444 h 8839200"/>
              <a:gd name="connsiteX331" fmla="*/ 13556897 w 15732060"/>
              <a:gd name="connsiteY331" fmla="*/ 7370939 h 8839200"/>
              <a:gd name="connsiteX332" fmla="*/ 13556349 w 15732060"/>
              <a:gd name="connsiteY332" fmla="*/ 7370939 h 8839200"/>
              <a:gd name="connsiteX333" fmla="*/ 13109683 w 15732060"/>
              <a:gd name="connsiteY333" fmla="*/ 7370391 h 8839200"/>
              <a:gd name="connsiteX334" fmla="*/ 13091026 w 15732060"/>
              <a:gd name="connsiteY334" fmla="*/ 7353928 h 8839200"/>
              <a:gd name="connsiteX335" fmla="*/ 5186037 w 15732060"/>
              <a:gd name="connsiteY335" fmla="*/ 7283829 h 8839200"/>
              <a:gd name="connsiteX336" fmla="*/ 5172868 w 15732060"/>
              <a:gd name="connsiteY336" fmla="*/ 7289180 h 8839200"/>
              <a:gd name="connsiteX337" fmla="*/ 5171222 w 15732060"/>
              <a:gd name="connsiteY337" fmla="*/ 7313872 h 8839200"/>
              <a:gd name="connsiteX338" fmla="*/ 5074096 w 15732060"/>
              <a:gd name="connsiteY338" fmla="*/ 7410997 h 8839200"/>
              <a:gd name="connsiteX339" fmla="*/ 5074096 w 15732060"/>
              <a:gd name="connsiteY339" fmla="*/ 8546316 h 8839200"/>
              <a:gd name="connsiteX340" fmla="*/ 4859544 w 15732060"/>
              <a:gd name="connsiteY340" fmla="*/ 8760869 h 8839200"/>
              <a:gd name="connsiteX341" fmla="*/ 4834851 w 15732060"/>
              <a:gd name="connsiteY341" fmla="*/ 8762516 h 8839200"/>
              <a:gd name="connsiteX342" fmla="*/ 4834851 w 15732060"/>
              <a:gd name="connsiteY342" fmla="*/ 8788855 h 8839200"/>
              <a:gd name="connsiteX343" fmla="*/ 4861189 w 15732060"/>
              <a:gd name="connsiteY343" fmla="*/ 8788855 h 8839200"/>
              <a:gd name="connsiteX344" fmla="*/ 4862836 w 15732060"/>
              <a:gd name="connsiteY344" fmla="*/ 8764162 h 8839200"/>
              <a:gd name="connsiteX345" fmla="*/ 5079034 w 15732060"/>
              <a:gd name="connsiteY345" fmla="*/ 8547962 h 8839200"/>
              <a:gd name="connsiteX346" fmla="*/ 5079034 w 15732060"/>
              <a:gd name="connsiteY346" fmla="*/ 7412643 h 8839200"/>
              <a:gd name="connsiteX347" fmla="*/ 5174514 w 15732060"/>
              <a:gd name="connsiteY347" fmla="*/ 7317164 h 8839200"/>
              <a:gd name="connsiteX348" fmla="*/ 5199206 w 15732060"/>
              <a:gd name="connsiteY348" fmla="*/ 7315518 h 8839200"/>
              <a:gd name="connsiteX349" fmla="*/ 5199206 w 15732060"/>
              <a:gd name="connsiteY349" fmla="*/ 7289180 h 8839200"/>
              <a:gd name="connsiteX350" fmla="*/ 5186037 w 15732060"/>
              <a:gd name="connsiteY350" fmla="*/ 7283829 h 8839200"/>
              <a:gd name="connsiteX351" fmla="*/ 11921685 w 15732060"/>
              <a:gd name="connsiteY351" fmla="*/ 7261331 h 8839200"/>
              <a:gd name="connsiteX352" fmla="*/ 11908516 w 15732060"/>
              <a:gd name="connsiteY352" fmla="*/ 7266681 h 8839200"/>
              <a:gd name="connsiteX353" fmla="*/ 11908516 w 15732060"/>
              <a:gd name="connsiteY353" fmla="*/ 7293020 h 8839200"/>
              <a:gd name="connsiteX354" fmla="*/ 11933209 w 15732060"/>
              <a:gd name="connsiteY354" fmla="*/ 7294666 h 8839200"/>
              <a:gd name="connsiteX355" fmla="*/ 12029785 w 15732060"/>
              <a:gd name="connsiteY355" fmla="*/ 7391243 h 8839200"/>
              <a:gd name="connsiteX356" fmla="*/ 12029785 w 15732060"/>
              <a:gd name="connsiteY356" fmla="*/ 7614575 h 8839200"/>
              <a:gd name="connsiteX357" fmla="*/ 12427614 w 15732060"/>
              <a:gd name="connsiteY357" fmla="*/ 8012403 h 8839200"/>
              <a:gd name="connsiteX358" fmla="*/ 12428162 w 15732060"/>
              <a:gd name="connsiteY358" fmla="*/ 8012403 h 8839200"/>
              <a:gd name="connsiteX359" fmla="*/ 12693747 w 15732060"/>
              <a:gd name="connsiteY359" fmla="*/ 8012952 h 8839200"/>
              <a:gd name="connsiteX360" fmla="*/ 13437823 w 15732060"/>
              <a:gd name="connsiteY360" fmla="*/ 8757029 h 8839200"/>
              <a:gd name="connsiteX361" fmla="*/ 13439470 w 15732060"/>
              <a:gd name="connsiteY361" fmla="*/ 8781721 h 8839200"/>
              <a:gd name="connsiteX362" fmla="*/ 13465809 w 15732060"/>
              <a:gd name="connsiteY362" fmla="*/ 8781721 h 8839200"/>
              <a:gd name="connsiteX363" fmla="*/ 13465809 w 15732060"/>
              <a:gd name="connsiteY363" fmla="*/ 8755382 h 8839200"/>
              <a:gd name="connsiteX364" fmla="*/ 13441116 w 15732060"/>
              <a:gd name="connsiteY364" fmla="*/ 8753736 h 8839200"/>
              <a:gd name="connsiteX365" fmla="*/ 13440567 w 15732060"/>
              <a:gd name="connsiteY365" fmla="*/ 8753187 h 8839200"/>
              <a:gd name="connsiteX366" fmla="*/ 12695941 w 15732060"/>
              <a:gd name="connsiteY366" fmla="*/ 8008563 h 8839200"/>
              <a:gd name="connsiteX367" fmla="*/ 12695393 w 15732060"/>
              <a:gd name="connsiteY367" fmla="*/ 8008563 h 8839200"/>
              <a:gd name="connsiteX368" fmla="*/ 12429809 w 15732060"/>
              <a:gd name="connsiteY368" fmla="*/ 8008014 h 8839200"/>
              <a:gd name="connsiteX369" fmla="*/ 12034174 w 15732060"/>
              <a:gd name="connsiteY369" fmla="*/ 7612380 h 8839200"/>
              <a:gd name="connsiteX370" fmla="*/ 12034174 w 15732060"/>
              <a:gd name="connsiteY370" fmla="*/ 7389048 h 8839200"/>
              <a:gd name="connsiteX371" fmla="*/ 11936501 w 15732060"/>
              <a:gd name="connsiteY371" fmla="*/ 7291374 h 8839200"/>
              <a:gd name="connsiteX372" fmla="*/ 11934855 w 15732060"/>
              <a:gd name="connsiteY372" fmla="*/ 7266681 h 8839200"/>
              <a:gd name="connsiteX373" fmla="*/ 11921685 w 15732060"/>
              <a:gd name="connsiteY373" fmla="*/ 7261331 h 8839200"/>
              <a:gd name="connsiteX374" fmla="*/ 10926291 w 15732060"/>
              <a:gd name="connsiteY374" fmla="*/ 7069825 h 8839200"/>
              <a:gd name="connsiteX375" fmla="*/ 10913121 w 15732060"/>
              <a:gd name="connsiteY375" fmla="*/ 7075175 h 8839200"/>
              <a:gd name="connsiteX376" fmla="*/ 10913121 w 15732060"/>
              <a:gd name="connsiteY376" fmla="*/ 7101513 h 8839200"/>
              <a:gd name="connsiteX377" fmla="*/ 10937814 w 15732060"/>
              <a:gd name="connsiteY377" fmla="*/ 7103160 h 8839200"/>
              <a:gd name="connsiteX378" fmla="*/ 11034391 w 15732060"/>
              <a:gd name="connsiteY378" fmla="*/ 7199737 h 8839200"/>
              <a:gd name="connsiteX379" fmla="*/ 11034391 w 15732060"/>
              <a:gd name="connsiteY379" fmla="*/ 7423069 h 8839200"/>
              <a:gd name="connsiteX380" fmla="*/ 11431671 w 15732060"/>
              <a:gd name="connsiteY380" fmla="*/ 7820348 h 8839200"/>
              <a:gd name="connsiteX381" fmla="*/ 11431671 w 15732060"/>
              <a:gd name="connsiteY381" fmla="*/ 7986614 h 8839200"/>
              <a:gd name="connsiteX382" fmla="*/ 12207024 w 15732060"/>
              <a:gd name="connsiteY382" fmla="*/ 8761966 h 8839200"/>
              <a:gd name="connsiteX383" fmla="*/ 12208671 w 15732060"/>
              <a:gd name="connsiteY383" fmla="*/ 8786660 h 8839200"/>
              <a:gd name="connsiteX384" fmla="*/ 12235010 w 15732060"/>
              <a:gd name="connsiteY384" fmla="*/ 8786660 h 8839200"/>
              <a:gd name="connsiteX385" fmla="*/ 12235010 w 15732060"/>
              <a:gd name="connsiteY385" fmla="*/ 8760321 h 8839200"/>
              <a:gd name="connsiteX386" fmla="*/ 12210316 w 15732060"/>
              <a:gd name="connsiteY386" fmla="*/ 8758675 h 8839200"/>
              <a:gd name="connsiteX387" fmla="*/ 12209768 w 15732060"/>
              <a:gd name="connsiteY387" fmla="*/ 8758126 h 8839200"/>
              <a:gd name="connsiteX388" fmla="*/ 11436059 w 15732060"/>
              <a:gd name="connsiteY388" fmla="*/ 7984418 h 8839200"/>
              <a:gd name="connsiteX389" fmla="*/ 11436059 w 15732060"/>
              <a:gd name="connsiteY389" fmla="*/ 7818154 h 8839200"/>
              <a:gd name="connsiteX390" fmla="*/ 11038780 w 15732060"/>
              <a:gd name="connsiteY390" fmla="*/ 7420874 h 8839200"/>
              <a:gd name="connsiteX391" fmla="*/ 11038780 w 15732060"/>
              <a:gd name="connsiteY391" fmla="*/ 7197541 h 8839200"/>
              <a:gd name="connsiteX392" fmla="*/ 10941106 w 15732060"/>
              <a:gd name="connsiteY392" fmla="*/ 7099867 h 8839200"/>
              <a:gd name="connsiteX393" fmla="*/ 10939461 w 15732060"/>
              <a:gd name="connsiteY393" fmla="*/ 7075175 h 8839200"/>
              <a:gd name="connsiteX394" fmla="*/ 10926291 w 15732060"/>
              <a:gd name="connsiteY394" fmla="*/ 7069825 h 8839200"/>
              <a:gd name="connsiteX395" fmla="*/ 1211592 w 15732060"/>
              <a:gd name="connsiteY395" fmla="*/ 7065298 h 8839200"/>
              <a:gd name="connsiteX396" fmla="*/ 1192936 w 15732060"/>
              <a:gd name="connsiteY396" fmla="*/ 7081759 h 8839200"/>
              <a:gd name="connsiteX397" fmla="*/ 568482 w 15732060"/>
              <a:gd name="connsiteY397" fmla="*/ 7081759 h 8839200"/>
              <a:gd name="connsiteX398" fmla="*/ 427460 w 15732060"/>
              <a:gd name="connsiteY398" fmla="*/ 7222782 h 8839200"/>
              <a:gd name="connsiteX399" fmla="*/ 427460 w 15732060"/>
              <a:gd name="connsiteY399" fmla="*/ 7362709 h 8839200"/>
              <a:gd name="connsiteX400" fmla="*/ 317164 w 15732060"/>
              <a:gd name="connsiteY400" fmla="*/ 7473004 h 8839200"/>
              <a:gd name="connsiteX401" fmla="*/ 292472 w 15732060"/>
              <a:gd name="connsiteY401" fmla="*/ 7474650 h 8839200"/>
              <a:gd name="connsiteX402" fmla="*/ 292472 w 15732060"/>
              <a:gd name="connsiteY402" fmla="*/ 7500989 h 8839200"/>
              <a:gd name="connsiteX403" fmla="*/ 318810 w 15732060"/>
              <a:gd name="connsiteY403" fmla="*/ 7500989 h 8839200"/>
              <a:gd name="connsiteX404" fmla="*/ 320456 w 15732060"/>
              <a:gd name="connsiteY404" fmla="*/ 7476295 h 8839200"/>
              <a:gd name="connsiteX405" fmla="*/ 431848 w 15732060"/>
              <a:gd name="connsiteY405" fmla="*/ 7364903 h 8839200"/>
              <a:gd name="connsiteX406" fmla="*/ 431848 w 15732060"/>
              <a:gd name="connsiteY406" fmla="*/ 7224977 h 8839200"/>
              <a:gd name="connsiteX407" fmla="*/ 432398 w 15732060"/>
              <a:gd name="connsiteY407" fmla="*/ 7224429 h 8839200"/>
              <a:gd name="connsiteX408" fmla="*/ 570678 w 15732060"/>
              <a:gd name="connsiteY408" fmla="*/ 7086150 h 8839200"/>
              <a:gd name="connsiteX409" fmla="*/ 1192936 w 15732060"/>
              <a:gd name="connsiteY409" fmla="*/ 7086150 h 8839200"/>
              <a:gd name="connsiteX410" fmla="*/ 1211592 w 15732060"/>
              <a:gd name="connsiteY410" fmla="*/ 7102611 h 8839200"/>
              <a:gd name="connsiteX411" fmla="*/ 1230249 w 15732060"/>
              <a:gd name="connsiteY411" fmla="*/ 7083954 h 8839200"/>
              <a:gd name="connsiteX412" fmla="*/ 1211592 w 15732060"/>
              <a:gd name="connsiteY412" fmla="*/ 7065298 h 8839200"/>
              <a:gd name="connsiteX413" fmla="*/ 10149290 w 15732060"/>
              <a:gd name="connsiteY413" fmla="*/ 7048973 h 8839200"/>
              <a:gd name="connsiteX414" fmla="*/ 10136121 w 15732060"/>
              <a:gd name="connsiteY414" fmla="*/ 7054323 h 8839200"/>
              <a:gd name="connsiteX415" fmla="*/ 10136121 w 15732060"/>
              <a:gd name="connsiteY415" fmla="*/ 7080662 h 8839200"/>
              <a:gd name="connsiteX416" fmla="*/ 10160814 w 15732060"/>
              <a:gd name="connsiteY416" fmla="*/ 7082308 h 8839200"/>
              <a:gd name="connsiteX417" fmla="*/ 10562483 w 15732060"/>
              <a:gd name="connsiteY417" fmla="*/ 7483978 h 8839200"/>
              <a:gd name="connsiteX418" fmla="*/ 10562483 w 15732060"/>
              <a:gd name="connsiteY418" fmla="*/ 7778645 h 8839200"/>
              <a:gd name="connsiteX419" fmla="*/ 10879101 w 15732060"/>
              <a:gd name="connsiteY419" fmla="*/ 8095261 h 8839200"/>
              <a:gd name="connsiteX420" fmla="*/ 10880746 w 15732060"/>
              <a:gd name="connsiteY420" fmla="*/ 8119954 h 8839200"/>
              <a:gd name="connsiteX421" fmla="*/ 10907085 w 15732060"/>
              <a:gd name="connsiteY421" fmla="*/ 8119954 h 8839200"/>
              <a:gd name="connsiteX422" fmla="*/ 10907085 w 15732060"/>
              <a:gd name="connsiteY422" fmla="*/ 8093615 h 8839200"/>
              <a:gd name="connsiteX423" fmla="*/ 10882392 w 15732060"/>
              <a:gd name="connsiteY423" fmla="*/ 8091969 h 8839200"/>
              <a:gd name="connsiteX424" fmla="*/ 10566874 w 15732060"/>
              <a:gd name="connsiteY424" fmla="*/ 7776999 h 8839200"/>
              <a:gd name="connsiteX425" fmla="*/ 10566874 w 15732060"/>
              <a:gd name="connsiteY425" fmla="*/ 7482332 h 8839200"/>
              <a:gd name="connsiteX426" fmla="*/ 10164106 w 15732060"/>
              <a:gd name="connsiteY426" fmla="*/ 7079565 h 8839200"/>
              <a:gd name="connsiteX427" fmla="*/ 10162460 w 15732060"/>
              <a:gd name="connsiteY427" fmla="*/ 7054872 h 8839200"/>
              <a:gd name="connsiteX428" fmla="*/ 10162460 w 15732060"/>
              <a:gd name="connsiteY428" fmla="*/ 7054323 h 8839200"/>
              <a:gd name="connsiteX429" fmla="*/ 10149290 w 15732060"/>
              <a:gd name="connsiteY429" fmla="*/ 7048973 h 8839200"/>
              <a:gd name="connsiteX430" fmla="*/ 3696238 w 15732060"/>
              <a:gd name="connsiteY430" fmla="*/ 6827149 h 8839200"/>
              <a:gd name="connsiteX431" fmla="*/ 3677581 w 15732060"/>
              <a:gd name="connsiteY431" fmla="*/ 6843611 h 8839200"/>
              <a:gd name="connsiteX432" fmla="*/ 3053128 w 15732060"/>
              <a:gd name="connsiteY432" fmla="*/ 6843611 h 8839200"/>
              <a:gd name="connsiteX433" fmla="*/ 2962587 w 15732060"/>
              <a:gd name="connsiteY433" fmla="*/ 6934151 h 8839200"/>
              <a:gd name="connsiteX434" fmla="*/ 2937894 w 15732060"/>
              <a:gd name="connsiteY434" fmla="*/ 6935798 h 8839200"/>
              <a:gd name="connsiteX435" fmla="*/ 2937894 w 15732060"/>
              <a:gd name="connsiteY435" fmla="*/ 6962136 h 8839200"/>
              <a:gd name="connsiteX436" fmla="*/ 2964233 w 15732060"/>
              <a:gd name="connsiteY436" fmla="*/ 6962136 h 8839200"/>
              <a:gd name="connsiteX437" fmla="*/ 2965880 w 15732060"/>
              <a:gd name="connsiteY437" fmla="*/ 6937444 h 8839200"/>
              <a:gd name="connsiteX438" fmla="*/ 3054773 w 15732060"/>
              <a:gd name="connsiteY438" fmla="*/ 6848549 h 8839200"/>
              <a:gd name="connsiteX439" fmla="*/ 3677032 w 15732060"/>
              <a:gd name="connsiteY439" fmla="*/ 6848549 h 8839200"/>
              <a:gd name="connsiteX440" fmla="*/ 3677581 w 15732060"/>
              <a:gd name="connsiteY440" fmla="*/ 6848001 h 8839200"/>
              <a:gd name="connsiteX441" fmla="*/ 3696238 w 15732060"/>
              <a:gd name="connsiteY441" fmla="*/ 6864463 h 8839200"/>
              <a:gd name="connsiteX442" fmla="*/ 3714895 w 15732060"/>
              <a:gd name="connsiteY442" fmla="*/ 6845806 h 8839200"/>
              <a:gd name="connsiteX443" fmla="*/ 3696238 w 15732060"/>
              <a:gd name="connsiteY443" fmla="*/ 6827149 h 8839200"/>
              <a:gd name="connsiteX444" fmla="*/ 9514411 w 15732060"/>
              <a:gd name="connsiteY444" fmla="*/ 6708760 h 8839200"/>
              <a:gd name="connsiteX445" fmla="*/ 9501242 w 15732060"/>
              <a:gd name="connsiteY445" fmla="*/ 6714111 h 8839200"/>
              <a:gd name="connsiteX446" fmla="*/ 9501242 w 15732060"/>
              <a:gd name="connsiteY446" fmla="*/ 6740450 h 8839200"/>
              <a:gd name="connsiteX447" fmla="*/ 9525934 w 15732060"/>
              <a:gd name="connsiteY447" fmla="*/ 6742096 h 8839200"/>
              <a:gd name="connsiteX448" fmla="*/ 10158070 w 15732060"/>
              <a:gd name="connsiteY448" fmla="*/ 7374232 h 8839200"/>
              <a:gd name="connsiteX449" fmla="*/ 10158070 w 15732060"/>
              <a:gd name="connsiteY449" fmla="*/ 7897171 h 8839200"/>
              <a:gd name="connsiteX450" fmla="*/ 10566325 w 15732060"/>
              <a:gd name="connsiteY450" fmla="*/ 8305425 h 8839200"/>
              <a:gd name="connsiteX451" fmla="*/ 10566874 w 15732060"/>
              <a:gd name="connsiteY451" fmla="*/ 8305425 h 8839200"/>
              <a:gd name="connsiteX452" fmla="*/ 11109018 w 15732060"/>
              <a:gd name="connsiteY452" fmla="*/ 8305973 h 8839200"/>
              <a:gd name="connsiteX453" fmla="*/ 11354300 w 15732060"/>
              <a:gd name="connsiteY453" fmla="*/ 8551255 h 8839200"/>
              <a:gd name="connsiteX454" fmla="*/ 11354300 w 15732060"/>
              <a:gd name="connsiteY454" fmla="*/ 8765808 h 8839200"/>
              <a:gd name="connsiteX455" fmla="*/ 11337837 w 15732060"/>
              <a:gd name="connsiteY455" fmla="*/ 8784465 h 8839200"/>
              <a:gd name="connsiteX456" fmla="*/ 11356494 w 15732060"/>
              <a:gd name="connsiteY456" fmla="*/ 8803121 h 8839200"/>
              <a:gd name="connsiteX457" fmla="*/ 11375152 w 15732060"/>
              <a:gd name="connsiteY457" fmla="*/ 8784465 h 8839200"/>
              <a:gd name="connsiteX458" fmla="*/ 11370419 w 15732060"/>
              <a:gd name="connsiteY458" fmla="*/ 8771639 h 8839200"/>
              <a:gd name="connsiteX459" fmla="*/ 11359238 w 15732060"/>
              <a:gd name="connsiteY459" fmla="*/ 8766081 h 8839200"/>
              <a:gd name="connsiteX460" fmla="*/ 11359238 w 15732060"/>
              <a:gd name="connsiteY460" fmla="*/ 8766357 h 8839200"/>
              <a:gd name="connsiteX461" fmla="*/ 11358689 w 15732060"/>
              <a:gd name="connsiteY461" fmla="*/ 8765808 h 8839200"/>
              <a:gd name="connsiteX462" fmla="*/ 11359238 w 15732060"/>
              <a:gd name="connsiteY462" fmla="*/ 8766081 h 8839200"/>
              <a:gd name="connsiteX463" fmla="*/ 11359238 w 15732060"/>
              <a:gd name="connsiteY463" fmla="*/ 8549609 h 8839200"/>
              <a:gd name="connsiteX464" fmla="*/ 11111762 w 15732060"/>
              <a:gd name="connsiteY464" fmla="*/ 8302133 h 8839200"/>
              <a:gd name="connsiteX465" fmla="*/ 11111212 w 15732060"/>
              <a:gd name="connsiteY465" fmla="*/ 8302133 h 8839200"/>
              <a:gd name="connsiteX466" fmla="*/ 10569068 w 15732060"/>
              <a:gd name="connsiteY466" fmla="*/ 8301584 h 8839200"/>
              <a:gd name="connsiteX467" fmla="*/ 10163009 w 15732060"/>
              <a:gd name="connsiteY467" fmla="*/ 7895525 h 8839200"/>
              <a:gd name="connsiteX468" fmla="*/ 10163009 w 15732060"/>
              <a:gd name="connsiteY468" fmla="*/ 7372586 h 8839200"/>
              <a:gd name="connsiteX469" fmla="*/ 9529227 w 15732060"/>
              <a:gd name="connsiteY469" fmla="*/ 6738804 h 8839200"/>
              <a:gd name="connsiteX470" fmla="*/ 9527580 w 15732060"/>
              <a:gd name="connsiteY470" fmla="*/ 6714111 h 8839200"/>
              <a:gd name="connsiteX471" fmla="*/ 9514411 w 15732060"/>
              <a:gd name="connsiteY471" fmla="*/ 6708760 h 8839200"/>
              <a:gd name="connsiteX472" fmla="*/ 4474336 w 15732060"/>
              <a:gd name="connsiteY472" fmla="*/ 6454151 h 8839200"/>
              <a:gd name="connsiteX473" fmla="*/ 4461166 w 15732060"/>
              <a:gd name="connsiteY473" fmla="*/ 6459501 h 8839200"/>
              <a:gd name="connsiteX474" fmla="*/ 4459520 w 15732060"/>
              <a:gd name="connsiteY474" fmla="*/ 6484193 h 8839200"/>
              <a:gd name="connsiteX475" fmla="*/ 4294352 w 15732060"/>
              <a:gd name="connsiteY475" fmla="*/ 6649361 h 8839200"/>
              <a:gd name="connsiteX476" fmla="*/ 3558507 w 15732060"/>
              <a:gd name="connsiteY476" fmla="*/ 6649361 h 8839200"/>
              <a:gd name="connsiteX477" fmla="*/ 3539850 w 15732060"/>
              <a:gd name="connsiteY477" fmla="*/ 6632899 h 8839200"/>
              <a:gd name="connsiteX478" fmla="*/ 3521193 w 15732060"/>
              <a:gd name="connsiteY478" fmla="*/ 6651556 h 8839200"/>
              <a:gd name="connsiteX479" fmla="*/ 3539850 w 15732060"/>
              <a:gd name="connsiteY479" fmla="*/ 6670213 h 8839200"/>
              <a:gd name="connsiteX480" fmla="*/ 3558507 w 15732060"/>
              <a:gd name="connsiteY480" fmla="*/ 6653750 h 8839200"/>
              <a:gd name="connsiteX481" fmla="*/ 4296547 w 15732060"/>
              <a:gd name="connsiteY481" fmla="*/ 6653750 h 8839200"/>
              <a:gd name="connsiteX482" fmla="*/ 4462813 w 15732060"/>
              <a:gd name="connsiteY482" fmla="*/ 6487486 h 8839200"/>
              <a:gd name="connsiteX483" fmla="*/ 4462812 w 15732060"/>
              <a:gd name="connsiteY483" fmla="*/ 6487486 h 8839200"/>
              <a:gd name="connsiteX484" fmla="*/ 4463362 w 15732060"/>
              <a:gd name="connsiteY484" fmla="*/ 6486937 h 8839200"/>
              <a:gd name="connsiteX485" fmla="*/ 4462813 w 15732060"/>
              <a:gd name="connsiteY485" fmla="*/ 6487486 h 8839200"/>
              <a:gd name="connsiteX486" fmla="*/ 4475364 w 15732060"/>
              <a:gd name="connsiteY486" fmla="*/ 6491189 h 8839200"/>
              <a:gd name="connsiteX487" fmla="*/ 4487505 w 15732060"/>
              <a:gd name="connsiteY487" fmla="*/ 6485840 h 8839200"/>
              <a:gd name="connsiteX488" fmla="*/ 4487505 w 15732060"/>
              <a:gd name="connsiteY488" fmla="*/ 6459501 h 8839200"/>
              <a:gd name="connsiteX489" fmla="*/ 4474336 w 15732060"/>
              <a:gd name="connsiteY489" fmla="*/ 6454151 h 8839200"/>
              <a:gd name="connsiteX490" fmla="*/ 2861072 w 15732060"/>
              <a:gd name="connsiteY490" fmla="*/ 6399141 h 8839200"/>
              <a:gd name="connsiteX491" fmla="*/ 2842416 w 15732060"/>
              <a:gd name="connsiteY491" fmla="*/ 6417798 h 8839200"/>
              <a:gd name="connsiteX492" fmla="*/ 2858877 w 15732060"/>
              <a:gd name="connsiteY492" fmla="*/ 6436454 h 8839200"/>
              <a:gd name="connsiteX493" fmla="*/ 2858877 w 15732060"/>
              <a:gd name="connsiteY493" fmla="*/ 6778312 h 8839200"/>
              <a:gd name="connsiteX494" fmla="*/ 2574086 w 15732060"/>
              <a:gd name="connsiteY494" fmla="*/ 7063102 h 8839200"/>
              <a:gd name="connsiteX495" fmla="*/ 1833852 w 15732060"/>
              <a:gd name="connsiteY495" fmla="*/ 7063102 h 8839200"/>
              <a:gd name="connsiteX496" fmla="*/ 1090324 w 15732060"/>
              <a:gd name="connsiteY496" fmla="*/ 7806630 h 8839200"/>
              <a:gd name="connsiteX497" fmla="*/ 60908 w 15732060"/>
              <a:gd name="connsiteY497" fmla="*/ 7806630 h 8839200"/>
              <a:gd name="connsiteX498" fmla="*/ 42250 w 15732060"/>
              <a:gd name="connsiteY498" fmla="*/ 7790168 h 8839200"/>
              <a:gd name="connsiteX499" fmla="*/ 23594 w 15732060"/>
              <a:gd name="connsiteY499" fmla="*/ 7808826 h 8839200"/>
              <a:gd name="connsiteX500" fmla="*/ 42250 w 15732060"/>
              <a:gd name="connsiteY500" fmla="*/ 7827483 h 8839200"/>
              <a:gd name="connsiteX501" fmla="*/ 60908 w 15732060"/>
              <a:gd name="connsiteY501" fmla="*/ 7811020 h 8839200"/>
              <a:gd name="connsiteX502" fmla="*/ 1091970 w 15732060"/>
              <a:gd name="connsiteY502" fmla="*/ 7811020 h 8839200"/>
              <a:gd name="connsiteX503" fmla="*/ 1835498 w 15732060"/>
              <a:gd name="connsiteY503" fmla="*/ 7067493 h 8839200"/>
              <a:gd name="connsiteX504" fmla="*/ 1835498 w 15732060"/>
              <a:gd name="connsiteY504" fmla="*/ 7068042 h 8839200"/>
              <a:gd name="connsiteX505" fmla="*/ 2575733 w 15732060"/>
              <a:gd name="connsiteY505" fmla="*/ 7068042 h 8839200"/>
              <a:gd name="connsiteX506" fmla="*/ 2863267 w 15732060"/>
              <a:gd name="connsiteY506" fmla="*/ 6780507 h 8839200"/>
              <a:gd name="connsiteX507" fmla="*/ 2863267 w 15732060"/>
              <a:gd name="connsiteY507" fmla="*/ 6436454 h 8839200"/>
              <a:gd name="connsiteX508" fmla="*/ 2879729 w 15732060"/>
              <a:gd name="connsiteY508" fmla="*/ 6417798 h 8839200"/>
              <a:gd name="connsiteX509" fmla="*/ 2861072 w 15732060"/>
              <a:gd name="connsiteY509" fmla="*/ 6399141 h 8839200"/>
              <a:gd name="connsiteX510" fmla="*/ 3111561 w 15732060"/>
              <a:gd name="connsiteY510" fmla="*/ 6398704 h 8839200"/>
              <a:gd name="connsiteX511" fmla="*/ 3098603 w 15732060"/>
              <a:gd name="connsiteY511" fmla="*/ 6404009 h 8839200"/>
              <a:gd name="connsiteX512" fmla="*/ 3093184 w 15732060"/>
              <a:gd name="connsiteY512" fmla="*/ 6417246 h 8839200"/>
              <a:gd name="connsiteX513" fmla="*/ 3109647 w 15732060"/>
              <a:gd name="connsiteY513" fmla="*/ 6435904 h 8839200"/>
              <a:gd name="connsiteX514" fmla="*/ 3109647 w 15732060"/>
              <a:gd name="connsiteY514" fmla="*/ 6726181 h 8839200"/>
              <a:gd name="connsiteX515" fmla="*/ 2526348 w 15732060"/>
              <a:gd name="connsiteY515" fmla="*/ 7309480 h 8839200"/>
              <a:gd name="connsiteX516" fmla="*/ 2231680 w 15732060"/>
              <a:gd name="connsiteY516" fmla="*/ 7309480 h 8839200"/>
              <a:gd name="connsiteX517" fmla="*/ 2131812 w 15732060"/>
              <a:gd name="connsiteY517" fmla="*/ 7209611 h 8839200"/>
              <a:gd name="connsiteX518" fmla="*/ 2131263 w 15732060"/>
              <a:gd name="connsiteY518" fmla="*/ 7209611 h 8839200"/>
              <a:gd name="connsiteX519" fmla="*/ 2021516 w 15732060"/>
              <a:gd name="connsiteY519" fmla="*/ 7209063 h 8839200"/>
              <a:gd name="connsiteX520" fmla="*/ 1603934 w 15732060"/>
              <a:gd name="connsiteY520" fmla="*/ 7626645 h 8839200"/>
              <a:gd name="connsiteX521" fmla="*/ 1396514 w 15732060"/>
              <a:gd name="connsiteY521" fmla="*/ 7626645 h 8839200"/>
              <a:gd name="connsiteX522" fmla="*/ 557508 w 15732060"/>
              <a:gd name="connsiteY522" fmla="*/ 8465652 h 8839200"/>
              <a:gd name="connsiteX523" fmla="*/ 52676 w 15732060"/>
              <a:gd name="connsiteY523" fmla="*/ 8465652 h 8839200"/>
              <a:gd name="connsiteX524" fmla="*/ 34020 w 15732060"/>
              <a:gd name="connsiteY524" fmla="*/ 8449189 h 8839200"/>
              <a:gd name="connsiteX525" fmla="*/ 15364 w 15732060"/>
              <a:gd name="connsiteY525" fmla="*/ 8467846 h 8839200"/>
              <a:gd name="connsiteX526" fmla="*/ 34020 w 15732060"/>
              <a:gd name="connsiteY526" fmla="*/ 8486503 h 8839200"/>
              <a:gd name="connsiteX527" fmla="*/ 52676 w 15732060"/>
              <a:gd name="connsiteY527" fmla="*/ 8470042 h 8839200"/>
              <a:gd name="connsiteX528" fmla="*/ 559154 w 15732060"/>
              <a:gd name="connsiteY528" fmla="*/ 8470042 h 8839200"/>
              <a:gd name="connsiteX529" fmla="*/ 1398161 w 15732060"/>
              <a:gd name="connsiteY529" fmla="*/ 7631035 h 8839200"/>
              <a:gd name="connsiteX530" fmla="*/ 1605580 w 15732060"/>
              <a:gd name="connsiteY530" fmla="*/ 7631035 h 8839200"/>
              <a:gd name="connsiteX531" fmla="*/ 2023163 w 15732060"/>
              <a:gd name="connsiteY531" fmla="*/ 7213452 h 8839200"/>
              <a:gd name="connsiteX532" fmla="*/ 2128519 w 15732060"/>
              <a:gd name="connsiteY532" fmla="*/ 7213452 h 8839200"/>
              <a:gd name="connsiteX533" fmla="*/ 2228387 w 15732060"/>
              <a:gd name="connsiteY533" fmla="*/ 7313321 h 8839200"/>
              <a:gd name="connsiteX534" fmla="*/ 2228936 w 15732060"/>
              <a:gd name="connsiteY534" fmla="*/ 7313321 h 8839200"/>
              <a:gd name="connsiteX535" fmla="*/ 2527445 w 15732060"/>
              <a:gd name="connsiteY535" fmla="*/ 7313870 h 8839200"/>
              <a:gd name="connsiteX536" fmla="*/ 3113488 w 15732060"/>
              <a:gd name="connsiteY536" fmla="*/ 6727827 h 8839200"/>
              <a:gd name="connsiteX537" fmla="*/ 3113488 w 15732060"/>
              <a:gd name="connsiteY537" fmla="*/ 6435904 h 8839200"/>
              <a:gd name="connsiteX538" fmla="*/ 3129950 w 15732060"/>
              <a:gd name="connsiteY538" fmla="*/ 6417246 h 8839200"/>
              <a:gd name="connsiteX539" fmla="*/ 3124531 w 15732060"/>
              <a:gd name="connsiteY539" fmla="*/ 6404215 h 8839200"/>
              <a:gd name="connsiteX540" fmla="*/ 2945028 w 15732060"/>
              <a:gd name="connsiteY540" fmla="*/ 6398590 h 8839200"/>
              <a:gd name="connsiteX541" fmla="*/ 2926371 w 15732060"/>
              <a:gd name="connsiteY541" fmla="*/ 6417246 h 8839200"/>
              <a:gd name="connsiteX542" fmla="*/ 2942832 w 15732060"/>
              <a:gd name="connsiteY542" fmla="*/ 6435904 h 8839200"/>
              <a:gd name="connsiteX543" fmla="*/ 2942832 w 15732060"/>
              <a:gd name="connsiteY543" fmla="*/ 6599974 h 8839200"/>
              <a:gd name="connsiteX544" fmla="*/ 2926371 w 15732060"/>
              <a:gd name="connsiteY544" fmla="*/ 6618630 h 8839200"/>
              <a:gd name="connsiteX545" fmla="*/ 2945028 w 15732060"/>
              <a:gd name="connsiteY545" fmla="*/ 6637287 h 8839200"/>
              <a:gd name="connsiteX546" fmla="*/ 2963685 w 15732060"/>
              <a:gd name="connsiteY546" fmla="*/ 6618630 h 8839200"/>
              <a:gd name="connsiteX547" fmla="*/ 2947223 w 15732060"/>
              <a:gd name="connsiteY547" fmla="*/ 6599974 h 8839200"/>
              <a:gd name="connsiteX548" fmla="*/ 2947223 w 15732060"/>
              <a:gd name="connsiteY548" fmla="*/ 6435904 h 8839200"/>
              <a:gd name="connsiteX549" fmla="*/ 2963685 w 15732060"/>
              <a:gd name="connsiteY549" fmla="*/ 6417246 h 8839200"/>
              <a:gd name="connsiteX550" fmla="*/ 2945028 w 15732060"/>
              <a:gd name="connsiteY550" fmla="*/ 6398590 h 8839200"/>
              <a:gd name="connsiteX551" fmla="*/ 3028983 w 15732060"/>
              <a:gd name="connsiteY551" fmla="*/ 6398590 h 8839200"/>
              <a:gd name="connsiteX552" fmla="*/ 3010326 w 15732060"/>
              <a:gd name="connsiteY552" fmla="*/ 6417246 h 8839200"/>
              <a:gd name="connsiteX553" fmla="*/ 3026789 w 15732060"/>
              <a:gd name="connsiteY553" fmla="*/ 6435904 h 8839200"/>
              <a:gd name="connsiteX554" fmla="*/ 3026789 w 15732060"/>
              <a:gd name="connsiteY554" fmla="*/ 6710817 h 8839200"/>
              <a:gd name="connsiteX555" fmla="*/ 2603718 w 15732060"/>
              <a:gd name="connsiteY555" fmla="*/ 7133887 h 8839200"/>
              <a:gd name="connsiteX556" fmla="*/ 1999018 w 15732060"/>
              <a:gd name="connsiteY556" fmla="*/ 7133887 h 8839200"/>
              <a:gd name="connsiteX557" fmla="*/ 1713131 w 15732060"/>
              <a:gd name="connsiteY557" fmla="*/ 7419775 h 8839200"/>
              <a:gd name="connsiteX558" fmla="*/ 1688438 w 15732060"/>
              <a:gd name="connsiteY558" fmla="*/ 7421420 h 8839200"/>
              <a:gd name="connsiteX559" fmla="*/ 1688438 w 15732060"/>
              <a:gd name="connsiteY559" fmla="*/ 7447759 h 8839200"/>
              <a:gd name="connsiteX560" fmla="*/ 1714777 w 15732060"/>
              <a:gd name="connsiteY560" fmla="*/ 7447759 h 8839200"/>
              <a:gd name="connsiteX561" fmla="*/ 1716423 w 15732060"/>
              <a:gd name="connsiteY561" fmla="*/ 7423066 h 8839200"/>
              <a:gd name="connsiteX562" fmla="*/ 2000665 w 15732060"/>
              <a:gd name="connsiteY562" fmla="*/ 7138825 h 8839200"/>
              <a:gd name="connsiteX563" fmla="*/ 2604815 w 15732060"/>
              <a:gd name="connsiteY563" fmla="*/ 7138825 h 8839200"/>
              <a:gd name="connsiteX564" fmla="*/ 3031178 w 15732060"/>
              <a:gd name="connsiteY564" fmla="*/ 6712463 h 8839200"/>
              <a:gd name="connsiteX565" fmla="*/ 3031178 w 15732060"/>
              <a:gd name="connsiteY565" fmla="*/ 6435904 h 8839200"/>
              <a:gd name="connsiteX566" fmla="*/ 3047640 w 15732060"/>
              <a:gd name="connsiteY566" fmla="*/ 6417246 h 8839200"/>
              <a:gd name="connsiteX567" fmla="*/ 3028983 w 15732060"/>
              <a:gd name="connsiteY567" fmla="*/ 6398590 h 8839200"/>
              <a:gd name="connsiteX568" fmla="*/ 3111841 w 15732060"/>
              <a:gd name="connsiteY568" fmla="*/ 6398590 h 8839200"/>
              <a:gd name="connsiteX569" fmla="*/ 3111292 w 15732060"/>
              <a:gd name="connsiteY569" fmla="*/ 6398590 h 8839200"/>
              <a:gd name="connsiteX570" fmla="*/ 3111561 w 15732060"/>
              <a:gd name="connsiteY570" fmla="*/ 6398704 h 8839200"/>
              <a:gd name="connsiteX571" fmla="*/ 3195248 w 15732060"/>
              <a:gd name="connsiteY571" fmla="*/ 6398590 h 8839200"/>
              <a:gd name="connsiteX572" fmla="*/ 3176591 w 15732060"/>
              <a:gd name="connsiteY572" fmla="*/ 6417246 h 8839200"/>
              <a:gd name="connsiteX573" fmla="*/ 3193054 w 15732060"/>
              <a:gd name="connsiteY573" fmla="*/ 6435904 h 8839200"/>
              <a:gd name="connsiteX574" fmla="*/ 3193054 w 15732060"/>
              <a:gd name="connsiteY574" fmla="*/ 6599974 h 8839200"/>
              <a:gd name="connsiteX575" fmla="*/ 3176591 w 15732060"/>
              <a:gd name="connsiteY575" fmla="*/ 6618630 h 8839200"/>
              <a:gd name="connsiteX576" fmla="*/ 3195248 w 15732060"/>
              <a:gd name="connsiteY576" fmla="*/ 6637287 h 8839200"/>
              <a:gd name="connsiteX577" fmla="*/ 3213905 w 15732060"/>
              <a:gd name="connsiteY577" fmla="*/ 6618630 h 8839200"/>
              <a:gd name="connsiteX578" fmla="*/ 3197443 w 15732060"/>
              <a:gd name="connsiteY578" fmla="*/ 6599974 h 8839200"/>
              <a:gd name="connsiteX579" fmla="*/ 3197443 w 15732060"/>
              <a:gd name="connsiteY579" fmla="*/ 6435904 h 8839200"/>
              <a:gd name="connsiteX580" fmla="*/ 3213905 w 15732060"/>
              <a:gd name="connsiteY580" fmla="*/ 6417246 h 8839200"/>
              <a:gd name="connsiteX581" fmla="*/ 3195248 w 15732060"/>
              <a:gd name="connsiteY581" fmla="*/ 6398590 h 8839200"/>
              <a:gd name="connsiteX582" fmla="*/ 3278654 w 15732060"/>
              <a:gd name="connsiteY582" fmla="*/ 6398590 h 8839200"/>
              <a:gd name="connsiteX583" fmla="*/ 3259998 w 15732060"/>
              <a:gd name="connsiteY583" fmla="*/ 6417246 h 8839200"/>
              <a:gd name="connsiteX584" fmla="*/ 3276460 w 15732060"/>
              <a:gd name="connsiteY584" fmla="*/ 6435904 h 8839200"/>
              <a:gd name="connsiteX585" fmla="*/ 3276460 w 15732060"/>
              <a:gd name="connsiteY585" fmla="*/ 6619728 h 8839200"/>
              <a:gd name="connsiteX586" fmla="*/ 3437786 w 15732060"/>
              <a:gd name="connsiteY586" fmla="*/ 6781054 h 8839200"/>
              <a:gd name="connsiteX587" fmla="*/ 3438335 w 15732060"/>
              <a:gd name="connsiteY587" fmla="*/ 6781054 h 8839200"/>
              <a:gd name="connsiteX588" fmla="*/ 4190094 w 15732060"/>
              <a:gd name="connsiteY588" fmla="*/ 6781604 h 8839200"/>
              <a:gd name="connsiteX589" fmla="*/ 4208751 w 15732060"/>
              <a:gd name="connsiteY589" fmla="*/ 6798065 h 8839200"/>
              <a:gd name="connsiteX590" fmla="*/ 4227408 w 15732060"/>
              <a:gd name="connsiteY590" fmla="*/ 6779408 h 8839200"/>
              <a:gd name="connsiteX591" fmla="*/ 4208751 w 15732060"/>
              <a:gd name="connsiteY591" fmla="*/ 6760751 h 8839200"/>
              <a:gd name="connsiteX592" fmla="*/ 4208202 w 15732060"/>
              <a:gd name="connsiteY592" fmla="*/ 6760203 h 8839200"/>
              <a:gd name="connsiteX593" fmla="*/ 4189546 w 15732060"/>
              <a:gd name="connsiteY593" fmla="*/ 6776664 h 8839200"/>
              <a:gd name="connsiteX594" fmla="*/ 3439981 w 15732060"/>
              <a:gd name="connsiteY594" fmla="*/ 6776664 h 8839200"/>
              <a:gd name="connsiteX595" fmla="*/ 3280850 w 15732060"/>
              <a:gd name="connsiteY595" fmla="*/ 6617533 h 8839200"/>
              <a:gd name="connsiteX596" fmla="*/ 3280850 w 15732060"/>
              <a:gd name="connsiteY596" fmla="*/ 6435904 h 8839200"/>
              <a:gd name="connsiteX597" fmla="*/ 3297312 w 15732060"/>
              <a:gd name="connsiteY597" fmla="*/ 6417246 h 8839200"/>
              <a:gd name="connsiteX598" fmla="*/ 3278654 w 15732060"/>
              <a:gd name="connsiteY598" fmla="*/ 6398590 h 8839200"/>
              <a:gd name="connsiteX599" fmla="*/ 2805102 w 15732060"/>
              <a:gd name="connsiteY599" fmla="*/ 6343170 h 8839200"/>
              <a:gd name="connsiteX600" fmla="*/ 2786445 w 15732060"/>
              <a:gd name="connsiteY600" fmla="*/ 6359632 h 8839200"/>
              <a:gd name="connsiteX601" fmla="*/ 2069805 w 15732060"/>
              <a:gd name="connsiteY601" fmla="*/ 6359632 h 8839200"/>
              <a:gd name="connsiteX602" fmla="*/ 785230 w 15732060"/>
              <a:gd name="connsiteY602" fmla="*/ 7644207 h 8839200"/>
              <a:gd name="connsiteX603" fmla="*/ 50482 w 15732060"/>
              <a:gd name="connsiteY603" fmla="*/ 7644207 h 8839200"/>
              <a:gd name="connsiteX604" fmla="*/ 31826 w 15732060"/>
              <a:gd name="connsiteY604" fmla="*/ 7627744 h 8839200"/>
              <a:gd name="connsiteX605" fmla="*/ 13168 w 15732060"/>
              <a:gd name="connsiteY605" fmla="*/ 7646401 h 8839200"/>
              <a:gd name="connsiteX606" fmla="*/ 31826 w 15732060"/>
              <a:gd name="connsiteY606" fmla="*/ 7665059 h 8839200"/>
              <a:gd name="connsiteX607" fmla="*/ 50482 w 15732060"/>
              <a:gd name="connsiteY607" fmla="*/ 7648597 h 8839200"/>
              <a:gd name="connsiteX608" fmla="*/ 787426 w 15732060"/>
              <a:gd name="connsiteY608" fmla="*/ 7648597 h 8839200"/>
              <a:gd name="connsiteX609" fmla="*/ 2072000 w 15732060"/>
              <a:gd name="connsiteY609" fmla="*/ 6364021 h 8839200"/>
              <a:gd name="connsiteX610" fmla="*/ 2786445 w 15732060"/>
              <a:gd name="connsiteY610" fmla="*/ 6364021 h 8839200"/>
              <a:gd name="connsiteX611" fmla="*/ 2805102 w 15732060"/>
              <a:gd name="connsiteY611" fmla="*/ 6380484 h 8839200"/>
              <a:gd name="connsiteX612" fmla="*/ 2823759 w 15732060"/>
              <a:gd name="connsiteY612" fmla="*/ 6361827 h 8839200"/>
              <a:gd name="connsiteX613" fmla="*/ 2805102 w 15732060"/>
              <a:gd name="connsiteY613" fmla="*/ 6343170 h 8839200"/>
              <a:gd name="connsiteX614" fmla="*/ 4023829 w 15732060"/>
              <a:gd name="connsiteY614" fmla="*/ 6335623 h 8839200"/>
              <a:gd name="connsiteX615" fmla="*/ 4010660 w 15732060"/>
              <a:gd name="connsiteY615" fmla="*/ 6340973 h 8839200"/>
              <a:gd name="connsiteX616" fmla="*/ 4009014 w 15732060"/>
              <a:gd name="connsiteY616" fmla="*/ 6365667 h 8839200"/>
              <a:gd name="connsiteX617" fmla="*/ 3922314 w 15732060"/>
              <a:gd name="connsiteY617" fmla="*/ 6452366 h 8839200"/>
              <a:gd name="connsiteX618" fmla="*/ 3633134 w 15732060"/>
              <a:gd name="connsiteY618" fmla="*/ 6452366 h 8839200"/>
              <a:gd name="connsiteX619" fmla="*/ 3632584 w 15732060"/>
              <a:gd name="connsiteY619" fmla="*/ 6452914 h 8839200"/>
              <a:gd name="connsiteX620" fmla="*/ 3538753 w 15732060"/>
              <a:gd name="connsiteY620" fmla="*/ 6359082 h 8839200"/>
              <a:gd name="connsiteX621" fmla="*/ 3538203 w 15732060"/>
              <a:gd name="connsiteY621" fmla="*/ 6359082 h 8839200"/>
              <a:gd name="connsiteX622" fmla="*/ 3354379 w 15732060"/>
              <a:gd name="connsiteY622" fmla="*/ 6358532 h 8839200"/>
              <a:gd name="connsiteX623" fmla="*/ 3335723 w 15732060"/>
              <a:gd name="connsiteY623" fmla="*/ 6342071 h 8839200"/>
              <a:gd name="connsiteX624" fmla="*/ 3317066 w 15732060"/>
              <a:gd name="connsiteY624" fmla="*/ 6360727 h 8839200"/>
              <a:gd name="connsiteX625" fmla="*/ 3335723 w 15732060"/>
              <a:gd name="connsiteY625" fmla="*/ 6379384 h 8839200"/>
              <a:gd name="connsiteX626" fmla="*/ 3354379 w 15732060"/>
              <a:gd name="connsiteY626" fmla="*/ 6362923 h 8839200"/>
              <a:gd name="connsiteX627" fmla="*/ 3536009 w 15732060"/>
              <a:gd name="connsiteY627" fmla="*/ 6362923 h 8839200"/>
              <a:gd name="connsiteX628" fmla="*/ 3629842 w 15732060"/>
              <a:gd name="connsiteY628" fmla="*/ 6456755 h 8839200"/>
              <a:gd name="connsiteX629" fmla="*/ 3630390 w 15732060"/>
              <a:gd name="connsiteY629" fmla="*/ 6456755 h 8839200"/>
              <a:gd name="connsiteX630" fmla="*/ 3923960 w 15732060"/>
              <a:gd name="connsiteY630" fmla="*/ 6457304 h 8839200"/>
              <a:gd name="connsiteX631" fmla="*/ 4012306 w 15732060"/>
              <a:gd name="connsiteY631" fmla="*/ 6368958 h 8839200"/>
              <a:gd name="connsiteX632" fmla="*/ 4036998 w 15732060"/>
              <a:gd name="connsiteY632" fmla="*/ 6367312 h 8839200"/>
              <a:gd name="connsiteX633" fmla="*/ 4036998 w 15732060"/>
              <a:gd name="connsiteY633" fmla="*/ 6340973 h 8839200"/>
              <a:gd name="connsiteX634" fmla="*/ 4023829 w 15732060"/>
              <a:gd name="connsiteY634" fmla="*/ 6335623 h 8839200"/>
              <a:gd name="connsiteX635" fmla="*/ 5429672 w 15732060"/>
              <a:gd name="connsiteY635" fmla="*/ 6278558 h 8839200"/>
              <a:gd name="connsiteX636" fmla="*/ 5416503 w 15732060"/>
              <a:gd name="connsiteY636" fmla="*/ 6283907 h 8839200"/>
              <a:gd name="connsiteX637" fmla="*/ 5414856 w 15732060"/>
              <a:gd name="connsiteY637" fmla="*/ 6308601 h 8839200"/>
              <a:gd name="connsiteX638" fmla="*/ 4905088 w 15732060"/>
              <a:gd name="connsiteY638" fmla="*/ 6818369 h 8839200"/>
              <a:gd name="connsiteX639" fmla="*/ 4650477 w 15732060"/>
              <a:gd name="connsiteY639" fmla="*/ 6818369 h 8839200"/>
              <a:gd name="connsiteX640" fmla="*/ 4394770 w 15732060"/>
              <a:gd name="connsiteY640" fmla="*/ 7074077 h 8839200"/>
              <a:gd name="connsiteX641" fmla="*/ 4370077 w 15732060"/>
              <a:gd name="connsiteY641" fmla="*/ 7075724 h 8839200"/>
              <a:gd name="connsiteX642" fmla="*/ 4370077 w 15732060"/>
              <a:gd name="connsiteY642" fmla="*/ 7102062 h 8839200"/>
              <a:gd name="connsiteX643" fmla="*/ 4396416 w 15732060"/>
              <a:gd name="connsiteY643" fmla="*/ 7102062 h 8839200"/>
              <a:gd name="connsiteX644" fmla="*/ 4398062 w 15732060"/>
              <a:gd name="connsiteY644" fmla="*/ 7077370 h 8839200"/>
              <a:gd name="connsiteX645" fmla="*/ 4652124 w 15732060"/>
              <a:gd name="connsiteY645" fmla="*/ 6823309 h 8839200"/>
              <a:gd name="connsiteX646" fmla="*/ 4906734 w 15732060"/>
              <a:gd name="connsiteY646" fmla="*/ 6823309 h 8839200"/>
              <a:gd name="connsiteX647" fmla="*/ 5418150 w 15732060"/>
              <a:gd name="connsiteY647" fmla="*/ 6311892 h 8839200"/>
              <a:gd name="connsiteX648" fmla="*/ 5442842 w 15732060"/>
              <a:gd name="connsiteY648" fmla="*/ 6310246 h 8839200"/>
              <a:gd name="connsiteX649" fmla="*/ 5442842 w 15732060"/>
              <a:gd name="connsiteY649" fmla="*/ 6283907 h 8839200"/>
              <a:gd name="connsiteX650" fmla="*/ 5429672 w 15732060"/>
              <a:gd name="connsiteY650" fmla="*/ 6278558 h 8839200"/>
              <a:gd name="connsiteX651" fmla="*/ 2805102 w 15732060"/>
              <a:gd name="connsiteY651" fmla="*/ 6258664 h 8839200"/>
              <a:gd name="connsiteX652" fmla="*/ 2786445 w 15732060"/>
              <a:gd name="connsiteY652" fmla="*/ 6275126 h 8839200"/>
              <a:gd name="connsiteX653" fmla="*/ 2083523 w 15732060"/>
              <a:gd name="connsiteY653" fmla="*/ 6275126 h 8839200"/>
              <a:gd name="connsiteX654" fmla="*/ 1833851 w 15732060"/>
              <a:gd name="connsiteY654" fmla="*/ 6524798 h 8839200"/>
              <a:gd name="connsiteX655" fmla="*/ 1705448 w 15732060"/>
              <a:gd name="connsiteY655" fmla="*/ 6524798 h 8839200"/>
              <a:gd name="connsiteX656" fmla="*/ 1361944 w 15732060"/>
              <a:gd name="connsiteY656" fmla="*/ 6868302 h 8839200"/>
              <a:gd name="connsiteX657" fmla="*/ 696884 w 15732060"/>
              <a:gd name="connsiteY657" fmla="*/ 6868302 h 8839200"/>
              <a:gd name="connsiteX658" fmla="*/ 467516 w 15732060"/>
              <a:gd name="connsiteY658" fmla="*/ 7097670 h 8839200"/>
              <a:gd name="connsiteX659" fmla="*/ 37312 w 15732060"/>
              <a:gd name="connsiteY659" fmla="*/ 7097670 h 8839200"/>
              <a:gd name="connsiteX660" fmla="*/ 18656 w 15732060"/>
              <a:gd name="connsiteY660" fmla="*/ 7081209 h 8839200"/>
              <a:gd name="connsiteX661" fmla="*/ 0 w 15732060"/>
              <a:gd name="connsiteY661" fmla="*/ 7099866 h 8839200"/>
              <a:gd name="connsiteX662" fmla="*/ 18656 w 15732060"/>
              <a:gd name="connsiteY662" fmla="*/ 7118523 h 8839200"/>
              <a:gd name="connsiteX663" fmla="*/ 37312 w 15732060"/>
              <a:gd name="connsiteY663" fmla="*/ 7102060 h 8839200"/>
              <a:gd name="connsiteX664" fmla="*/ 469162 w 15732060"/>
              <a:gd name="connsiteY664" fmla="*/ 7102060 h 8839200"/>
              <a:gd name="connsiteX665" fmla="*/ 698532 w 15732060"/>
              <a:gd name="connsiteY665" fmla="*/ 6872692 h 8839200"/>
              <a:gd name="connsiteX666" fmla="*/ 1363590 w 15732060"/>
              <a:gd name="connsiteY666" fmla="*/ 6872692 h 8839200"/>
              <a:gd name="connsiteX667" fmla="*/ 1707095 w 15732060"/>
              <a:gd name="connsiteY667" fmla="*/ 6529187 h 8839200"/>
              <a:gd name="connsiteX668" fmla="*/ 1835498 w 15732060"/>
              <a:gd name="connsiteY668" fmla="*/ 6529187 h 8839200"/>
              <a:gd name="connsiteX669" fmla="*/ 2085169 w 15732060"/>
              <a:gd name="connsiteY669" fmla="*/ 6279516 h 8839200"/>
              <a:gd name="connsiteX670" fmla="*/ 2786445 w 15732060"/>
              <a:gd name="connsiteY670" fmla="*/ 6279516 h 8839200"/>
              <a:gd name="connsiteX671" fmla="*/ 2805102 w 15732060"/>
              <a:gd name="connsiteY671" fmla="*/ 6295978 h 8839200"/>
              <a:gd name="connsiteX672" fmla="*/ 2823759 w 15732060"/>
              <a:gd name="connsiteY672" fmla="*/ 6277321 h 8839200"/>
              <a:gd name="connsiteX673" fmla="*/ 2805102 w 15732060"/>
              <a:gd name="connsiteY673" fmla="*/ 6258664 h 8839200"/>
              <a:gd name="connsiteX674" fmla="*/ 2804554 w 15732060"/>
              <a:gd name="connsiteY674" fmla="*/ 6175257 h 8839200"/>
              <a:gd name="connsiteX675" fmla="*/ 2785897 w 15732060"/>
              <a:gd name="connsiteY675" fmla="*/ 6191720 h 8839200"/>
              <a:gd name="connsiteX676" fmla="*/ 2621826 w 15732060"/>
              <a:gd name="connsiteY676" fmla="*/ 6191720 h 8839200"/>
              <a:gd name="connsiteX677" fmla="*/ 2603170 w 15732060"/>
              <a:gd name="connsiteY677" fmla="*/ 6175257 h 8839200"/>
              <a:gd name="connsiteX678" fmla="*/ 2584513 w 15732060"/>
              <a:gd name="connsiteY678" fmla="*/ 6193914 h 8839200"/>
              <a:gd name="connsiteX679" fmla="*/ 2603170 w 15732060"/>
              <a:gd name="connsiteY679" fmla="*/ 6212571 h 8839200"/>
              <a:gd name="connsiteX680" fmla="*/ 2621826 w 15732060"/>
              <a:gd name="connsiteY680" fmla="*/ 6196109 h 8839200"/>
              <a:gd name="connsiteX681" fmla="*/ 2785897 w 15732060"/>
              <a:gd name="connsiteY681" fmla="*/ 6196109 h 8839200"/>
              <a:gd name="connsiteX682" fmla="*/ 2804554 w 15732060"/>
              <a:gd name="connsiteY682" fmla="*/ 6212571 h 8839200"/>
              <a:gd name="connsiteX683" fmla="*/ 2823210 w 15732060"/>
              <a:gd name="connsiteY683" fmla="*/ 6193914 h 8839200"/>
              <a:gd name="connsiteX684" fmla="*/ 2804554 w 15732060"/>
              <a:gd name="connsiteY684" fmla="*/ 6175257 h 8839200"/>
              <a:gd name="connsiteX685" fmla="*/ 5032942 w 15732060"/>
              <a:gd name="connsiteY685" fmla="*/ 6093636 h 8839200"/>
              <a:gd name="connsiteX686" fmla="*/ 5019772 w 15732060"/>
              <a:gd name="connsiteY686" fmla="*/ 6098986 h 8839200"/>
              <a:gd name="connsiteX687" fmla="*/ 5018126 w 15732060"/>
              <a:gd name="connsiteY687" fmla="*/ 6123679 h 8839200"/>
              <a:gd name="connsiteX688" fmla="*/ 4240576 w 15732060"/>
              <a:gd name="connsiteY688" fmla="*/ 6901227 h 8839200"/>
              <a:gd name="connsiteX689" fmla="*/ 3982126 w 15732060"/>
              <a:gd name="connsiteY689" fmla="*/ 6901227 h 8839200"/>
              <a:gd name="connsiteX690" fmla="*/ 3452054 w 15732060"/>
              <a:gd name="connsiteY690" fmla="*/ 7431300 h 8839200"/>
              <a:gd name="connsiteX691" fmla="*/ 2989475 w 15732060"/>
              <a:gd name="connsiteY691" fmla="*/ 7431300 h 8839200"/>
              <a:gd name="connsiteX692" fmla="*/ 1999568 w 15732060"/>
              <a:gd name="connsiteY692" fmla="*/ 8421206 h 8839200"/>
              <a:gd name="connsiteX693" fmla="*/ 1184156 w 15732060"/>
              <a:gd name="connsiteY693" fmla="*/ 8421206 h 8839200"/>
              <a:gd name="connsiteX694" fmla="*/ 807180 w 15732060"/>
              <a:gd name="connsiteY694" fmla="*/ 8798184 h 8839200"/>
              <a:gd name="connsiteX695" fmla="*/ 782486 w 15732060"/>
              <a:gd name="connsiteY695" fmla="*/ 8799830 h 8839200"/>
              <a:gd name="connsiteX696" fmla="*/ 782486 w 15732060"/>
              <a:gd name="connsiteY696" fmla="*/ 8826169 h 8839200"/>
              <a:gd name="connsiteX697" fmla="*/ 808826 w 15732060"/>
              <a:gd name="connsiteY697" fmla="*/ 8826169 h 8839200"/>
              <a:gd name="connsiteX698" fmla="*/ 810472 w 15732060"/>
              <a:gd name="connsiteY698" fmla="*/ 8801475 h 8839200"/>
              <a:gd name="connsiteX699" fmla="*/ 1185802 w 15732060"/>
              <a:gd name="connsiteY699" fmla="*/ 8426145 h 8839200"/>
              <a:gd name="connsiteX700" fmla="*/ 2001214 w 15732060"/>
              <a:gd name="connsiteY700" fmla="*/ 8426145 h 8839200"/>
              <a:gd name="connsiteX701" fmla="*/ 2991121 w 15732060"/>
              <a:gd name="connsiteY701" fmla="*/ 7436238 h 8839200"/>
              <a:gd name="connsiteX702" fmla="*/ 3453699 w 15732060"/>
              <a:gd name="connsiteY702" fmla="*/ 7436238 h 8839200"/>
              <a:gd name="connsiteX703" fmla="*/ 3983772 w 15732060"/>
              <a:gd name="connsiteY703" fmla="*/ 6906167 h 8839200"/>
              <a:gd name="connsiteX704" fmla="*/ 4242224 w 15732060"/>
              <a:gd name="connsiteY704" fmla="*/ 6906167 h 8839200"/>
              <a:gd name="connsiteX705" fmla="*/ 5021418 w 15732060"/>
              <a:gd name="connsiteY705" fmla="*/ 6126971 h 8839200"/>
              <a:gd name="connsiteX706" fmla="*/ 5046112 w 15732060"/>
              <a:gd name="connsiteY706" fmla="*/ 6125325 h 8839200"/>
              <a:gd name="connsiteX707" fmla="*/ 5046112 w 15732060"/>
              <a:gd name="connsiteY707" fmla="*/ 6098986 h 8839200"/>
              <a:gd name="connsiteX708" fmla="*/ 5032942 w 15732060"/>
              <a:gd name="connsiteY708" fmla="*/ 6093636 h 8839200"/>
              <a:gd name="connsiteX709" fmla="*/ 2804554 w 15732060"/>
              <a:gd name="connsiteY709" fmla="*/ 6091851 h 8839200"/>
              <a:gd name="connsiteX710" fmla="*/ 2785897 w 15732060"/>
              <a:gd name="connsiteY710" fmla="*/ 6108312 h 8839200"/>
              <a:gd name="connsiteX711" fmla="*/ 2039076 w 15732060"/>
              <a:gd name="connsiteY711" fmla="*/ 6108312 h 8839200"/>
              <a:gd name="connsiteX712" fmla="*/ 1539184 w 15732060"/>
              <a:gd name="connsiteY712" fmla="*/ 6608204 h 8839200"/>
              <a:gd name="connsiteX713" fmla="*/ 856016 w 15732060"/>
              <a:gd name="connsiteY713" fmla="*/ 6608204 h 8839200"/>
              <a:gd name="connsiteX714" fmla="*/ 609636 w 15732060"/>
              <a:gd name="connsiteY714" fmla="*/ 6854584 h 8839200"/>
              <a:gd name="connsiteX715" fmla="*/ 196444 w 15732060"/>
              <a:gd name="connsiteY715" fmla="*/ 6854584 h 8839200"/>
              <a:gd name="connsiteX716" fmla="*/ 177786 w 15732060"/>
              <a:gd name="connsiteY716" fmla="*/ 6838122 h 8839200"/>
              <a:gd name="connsiteX717" fmla="*/ 159130 w 15732060"/>
              <a:gd name="connsiteY717" fmla="*/ 6856778 h 8839200"/>
              <a:gd name="connsiteX718" fmla="*/ 177786 w 15732060"/>
              <a:gd name="connsiteY718" fmla="*/ 6875435 h 8839200"/>
              <a:gd name="connsiteX719" fmla="*/ 196444 w 15732060"/>
              <a:gd name="connsiteY719" fmla="*/ 6858974 h 8839200"/>
              <a:gd name="connsiteX720" fmla="*/ 611832 w 15732060"/>
              <a:gd name="connsiteY720" fmla="*/ 6858974 h 8839200"/>
              <a:gd name="connsiteX721" fmla="*/ 858212 w 15732060"/>
              <a:gd name="connsiteY721" fmla="*/ 6612594 h 8839200"/>
              <a:gd name="connsiteX722" fmla="*/ 1541379 w 15732060"/>
              <a:gd name="connsiteY722" fmla="*/ 6612594 h 8839200"/>
              <a:gd name="connsiteX723" fmla="*/ 2041271 w 15732060"/>
              <a:gd name="connsiteY723" fmla="*/ 6112703 h 8839200"/>
              <a:gd name="connsiteX724" fmla="*/ 2785897 w 15732060"/>
              <a:gd name="connsiteY724" fmla="*/ 6112703 h 8839200"/>
              <a:gd name="connsiteX725" fmla="*/ 2804554 w 15732060"/>
              <a:gd name="connsiteY725" fmla="*/ 6129164 h 8839200"/>
              <a:gd name="connsiteX726" fmla="*/ 2823210 w 15732060"/>
              <a:gd name="connsiteY726" fmla="*/ 6110508 h 8839200"/>
              <a:gd name="connsiteX727" fmla="*/ 2804554 w 15732060"/>
              <a:gd name="connsiteY727" fmla="*/ 6091851 h 8839200"/>
              <a:gd name="connsiteX728" fmla="*/ 3537106 w 15732060"/>
              <a:gd name="connsiteY728" fmla="*/ 6091851 h 8839200"/>
              <a:gd name="connsiteX729" fmla="*/ 3518449 w 15732060"/>
              <a:gd name="connsiteY729" fmla="*/ 6108312 h 8839200"/>
              <a:gd name="connsiteX730" fmla="*/ 3354379 w 15732060"/>
              <a:gd name="connsiteY730" fmla="*/ 6108312 h 8839200"/>
              <a:gd name="connsiteX731" fmla="*/ 3335723 w 15732060"/>
              <a:gd name="connsiteY731" fmla="*/ 6091851 h 8839200"/>
              <a:gd name="connsiteX732" fmla="*/ 3317066 w 15732060"/>
              <a:gd name="connsiteY732" fmla="*/ 6110508 h 8839200"/>
              <a:gd name="connsiteX733" fmla="*/ 3335723 w 15732060"/>
              <a:gd name="connsiteY733" fmla="*/ 6129164 h 8839200"/>
              <a:gd name="connsiteX734" fmla="*/ 3354379 w 15732060"/>
              <a:gd name="connsiteY734" fmla="*/ 6112703 h 8839200"/>
              <a:gd name="connsiteX735" fmla="*/ 3518449 w 15732060"/>
              <a:gd name="connsiteY735" fmla="*/ 6112703 h 8839200"/>
              <a:gd name="connsiteX736" fmla="*/ 3537106 w 15732060"/>
              <a:gd name="connsiteY736" fmla="*/ 6129164 h 8839200"/>
              <a:gd name="connsiteX737" fmla="*/ 3555763 w 15732060"/>
              <a:gd name="connsiteY737" fmla="*/ 6110508 h 8839200"/>
              <a:gd name="connsiteX738" fmla="*/ 3537106 w 15732060"/>
              <a:gd name="connsiteY738" fmla="*/ 6091851 h 8839200"/>
              <a:gd name="connsiteX739" fmla="*/ 12898423 w 15732060"/>
              <a:gd name="connsiteY739" fmla="*/ 6025593 h 8839200"/>
              <a:gd name="connsiteX740" fmla="*/ 12885254 w 15732060"/>
              <a:gd name="connsiteY740" fmla="*/ 6030944 h 8839200"/>
              <a:gd name="connsiteX741" fmla="*/ 12885254 w 15732060"/>
              <a:gd name="connsiteY741" fmla="*/ 6057283 h 8839200"/>
              <a:gd name="connsiteX742" fmla="*/ 12909946 w 15732060"/>
              <a:gd name="connsiteY742" fmla="*/ 6058928 h 8839200"/>
              <a:gd name="connsiteX743" fmla="*/ 12959881 w 15732060"/>
              <a:gd name="connsiteY743" fmla="*/ 6108862 h 8839200"/>
              <a:gd name="connsiteX744" fmla="*/ 12960428 w 15732060"/>
              <a:gd name="connsiteY744" fmla="*/ 6108862 h 8839200"/>
              <a:gd name="connsiteX745" fmla="*/ 14895795 w 15732060"/>
              <a:gd name="connsiteY745" fmla="*/ 6109412 h 8839200"/>
              <a:gd name="connsiteX746" fmla="*/ 15247532 w 15732060"/>
              <a:gd name="connsiteY746" fmla="*/ 6461147 h 8839200"/>
              <a:gd name="connsiteX747" fmla="*/ 15249178 w 15732060"/>
              <a:gd name="connsiteY747" fmla="*/ 6485840 h 8839200"/>
              <a:gd name="connsiteX748" fmla="*/ 15275517 w 15732060"/>
              <a:gd name="connsiteY748" fmla="*/ 6485840 h 8839200"/>
              <a:gd name="connsiteX749" fmla="*/ 15275517 w 15732060"/>
              <a:gd name="connsiteY749" fmla="*/ 6459501 h 8839200"/>
              <a:gd name="connsiteX750" fmla="*/ 15250825 w 15732060"/>
              <a:gd name="connsiteY750" fmla="*/ 6457855 h 8839200"/>
              <a:gd name="connsiteX751" fmla="*/ 14898539 w 15732060"/>
              <a:gd name="connsiteY751" fmla="*/ 6105571 h 8839200"/>
              <a:gd name="connsiteX752" fmla="*/ 14897992 w 15732060"/>
              <a:gd name="connsiteY752" fmla="*/ 6105571 h 8839200"/>
              <a:gd name="connsiteX753" fmla="*/ 12962625 w 15732060"/>
              <a:gd name="connsiteY753" fmla="*/ 6105022 h 8839200"/>
              <a:gd name="connsiteX754" fmla="*/ 12913239 w 15732060"/>
              <a:gd name="connsiteY754" fmla="*/ 6055636 h 8839200"/>
              <a:gd name="connsiteX755" fmla="*/ 12911593 w 15732060"/>
              <a:gd name="connsiteY755" fmla="*/ 6030944 h 8839200"/>
              <a:gd name="connsiteX756" fmla="*/ 12898423 w 15732060"/>
              <a:gd name="connsiteY756" fmla="*/ 6025593 h 8839200"/>
              <a:gd name="connsiteX757" fmla="*/ 2805102 w 15732060"/>
              <a:gd name="connsiteY757" fmla="*/ 6008444 h 8839200"/>
              <a:gd name="connsiteX758" fmla="*/ 2786445 w 15732060"/>
              <a:gd name="connsiteY758" fmla="*/ 6024906 h 8839200"/>
              <a:gd name="connsiteX759" fmla="*/ 2018774 w 15732060"/>
              <a:gd name="connsiteY759" fmla="*/ 6024906 h 8839200"/>
              <a:gd name="connsiteX760" fmla="*/ 1510650 w 15732060"/>
              <a:gd name="connsiteY760" fmla="*/ 6533028 h 8839200"/>
              <a:gd name="connsiteX761" fmla="*/ 1277989 w 15732060"/>
              <a:gd name="connsiteY761" fmla="*/ 6533028 h 8839200"/>
              <a:gd name="connsiteX762" fmla="*/ 1184156 w 15732060"/>
              <a:gd name="connsiteY762" fmla="*/ 6439196 h 8839200"/>
              <a:gd name="connsiteX763" fmla="*/ 1183608 w 15732060"/>
              <a:gd name="connsiteY763" fmla="*/ 6439196 h 8839200"/>
              <a:gd name="connsiteX764" fmla="*/ 931192 w 15732060"/>
              <a:gd name="connsiteY764" fmla="*/ 6438647 h 8839200"/>
              <a:gd name="connsiteX765" fmla="*/ 686458 w 15732060"/>
              <a:gd name="connsiteY765" fmla="*/ 6683380 h 8839200"/>
              <a:gd name="connsiteX766" fmla="*/ 171752 w 15732060"/>
              <a:gd name="connsiteY766" fmla="*/ 6683380 h 8839200"/>
              <a:gd name="connsiteX767" fmla="*/ 32374 w 15732060"/>
              <a:gd name="connsiteY767" fmla="*/ 6822757 h 8839200"/>
              <a:gd name="connsiteX768" fmla="*/ 7682 w 15732060"/>
              <a:gd name="connsiteY768" fmla="*/ 6824403 h 8839200"/>
              <a:gd name="connsiteX769" fmla="*/ 7682 w 15732060"/>
              <a:gd name="connsiteY769" fmla="*/ 6850743 h 8839200"/>
              <a:gd name="connsiteX770" fmla="*/ 34020 w 15732060"/>
              <a:gd name="connsiteY770" fmla="*/ 6850743 h 8839200"/>
              <a:gd name="connsiteX771" fmla="*/ 34568 w 15732060"/>
              <a:gd name="connsiteY771" fmla="*/ 6850743 h 8839200"/>
              <a:gd name="connsiteX772" fmla="*/ 36216 w 15732060"/>
              <a:gd name="connsiteY772" fmla="*/ 6826050 h 8839200"/>
              <a:gd name="connsiteX773" fmla="*/ 174494 w 15732060"/>
              <a:gd name="connsiteY773" fmla="*/ 6687770 h 8839200"/>
              <a:gd name="connsiteX774" fmla="*/ 688654 w 15732060"/>
              <a:gd name="connsiteY774" fmla="*/ 6687770 h 8839200"/>
              <a:gd name="connsiteX775" fmla="*/ 933388 w 15732060"/>
              <a:gd name="connsiteY775" fmla="*/ 6443037 h 8839200"/>
              <a:gd name="connsiteX776" fmla="*/ 1181412 w 15732060"/>
              <a:gd name="connsiteY776" fmla="*/ 6443037 h 8839200"/>
              <a:gd name="connsiteX777" fmla="*/ 1275245 w 15732060"/>
              <a:gd name="connsiteY777" fmla="*/ 6536870 h 8839200"/>
              <a:gd name="connsiteX778" fmla="*/ 1275794 w 15732060"/>
              <a:gd name="connsiteY778" fmla="*/ 6536870 h 8839200"/>
              <a:gd name="connsiteX779" fmla="*/ 1512845 w 15732060"/>
              <a:gd name="connsiteY779" fmla="*/ 6537419 h 8839200"/>
              <a:gd name="connsiteX780" fmla="*/ 2020968 w 15732060"/>
              <a:gd name="connsiteY780" fmla="*/ 6029295 h 8839200"/>
              <a:gd name="connsiteX781" fmla="*/ 2786445 w 15732060"/>
              <a:gd name="connsiteY781" fmla="*/ 6029295 h 8839200"/>
              <a:gd name="connsiteX782" fmla="*/ 2805102 w 15732060"/>
              <a:gd name="connsiteY782" fmla="*/ 6045757 h 8839200"/>
              <a:gd name="connsiteX783" fmla="*/ 2823759 w 15732060"/>
              <a:gd name="connsiteY783" fmla="*/ 6027101 h 8839200"/>
              <a:gd name="connsiteX784" fmla="*/ 2805102 w 15732060"/>
              <a:gd name="connsiteY784" fmla="*/ 6008444 h 8839200"/>
              <a:gd name="connsiteX785" fmla="*/ 4046876 w 15732060"/>
              <a:gd name="connsiteY785" fmla="*/ 6008444 h 8839200"/>
              <a:gd name="connsiteX786" fmla="*/ 4028219 w 15732060"/>
              <a:gd name="connsiteY786" fmla="*/ 6024906 h 8839200"/>
              <a:gd name="connsiteX787" fmla="*/ 3354379 w 15732060"/>
              <a:gd name="connsiteY787" fmla="*/ 6024906 h 8839200"/>
              <a:gd name="connsiteX788" fmla="*/ 3335723 w 15732060"/>
              <a:gd name="connsiteY788" fmla="*/ 6008444 h 8839200"/>
              <a:gd name="connsiteX789" fmla="*/ 3317066 w 15732060"/>
              <a:gd name="connsiteY789" fmla="*/ 6027101 h 8839200"/>
              <a:gd name="connsiteX790" fmla="*/ 3335723 w 15732060"/>
              <a:gd name="connsiteY790" fmla="*/ 6045757 h 8839200"/>
              <a:gd name="connsiteX791" fmla="*/ 3354379 w 15732060"/>
              <a:gd name="connsiteY791" fmla="*/ 6029295 h 8839200"/>
              <a:gd name="connsiteX792" fmla="*/ 4028219 w 15732060"/>
              <a:gd name="connsiteY792" fmla="*/ 6029295 h 8839200"/>
              <a:gd name="connsiteX793" fmla="*/ 4046876 w 15732060"/>
              <a:gd name="connsiteY793" fmla="*/ 6045757 h 8839200"/>
              <a:gd name="connsiteX794" fmla="*/ 4065533 w 15732060"/>
              <a:gd name="connsiteY794" fmla="*/ 6027101 h 8839200"/>
              <a:gd name="connsiteX795" fmla="*/ 4046876 w 15732060"/>
              <a:gd name="connsiteY795" fmla="*/ 6008444 h 8839200"/>
              <a:gd name="connsiteX796" fmla="*/ 2804004 w 15732060"/>
              <a:gd name="connsiteY796" fmla="*/ 5926136 h 8839200"/>
              <a:gd name="connsiteX797" fmla="*/ 2785348 w 15732060"/>
              <a:gd name="connsiteY797" fmla="*/ 5942599 h 8839200"/>
              <a:gd name="connsiteX798" fmla="*/ 1992983 w 15732060"/>
              <a:gd name="connsiteY798" fmla="*/ 5942599 h 8839200"/>
              <a:gd name="connsiteX799" fmla="*/ 1601739 w 15732060"/>
              <a:gd name="connsiteY799" fmla="*/ 6333841 h 8839200"/>
              <a:gd name="connsiteX800" fmla="*/ 932838 w 15732060"/>
              <a:gd name="connsiteY800" fmla="*/ 6333841 h 8839200"/>
              <a:gd name="connsiteX801" fmla="*/ 706762 w 15732060"/>
              <a:gd name="connsiteY801" fmla="*/ 6559919 h 8839200"/>
              <a:gd name="connsiteX802" fmla="*/ 441726 w 15732060"/>
              <a:gd name="connsiteY802" fmla="*/ 6559919 h 8839200"/>
              <a:gd name="connsiteX803" fmla="*/ 423070 w 15732060"/>
              <a:gd name="connsiteY803" fmla="*/ 6543456 h 8839200"/>
              <a:gd name="connsiteX804" fmla="*/ 404412 w 15732060"/>
              <a:gd name="connsiteY804" fmla="*/ 6562113 h 8839200"/>
              <a:gd name="connsiteX805" fmla="*/ 423070 w 15732060"/>
              <a:gd name="connsiteY805" fmla="*/ 6580770 h 8839200"/>
              <a:gd name="connsiteX806" fmla="*/ 441726 w 15732060"/>
              <a:gd name="connsiteY806" fmla="*/ 6564307 h 8839200"/>
              <a:gd name="connsiteX807" fmla="*/ 708958 w 15732060"/>
              <a:gd name="connsiteY807" fmla="*/ 6564307 h 8839200"/>
              <a:gd name="connsiteX808" fmla="*/ 935034 w 15732060"/>
              <a:gd name="connsiteY808" fmla="*/ 6338232 h 8839200"/>
              <a:gd name="connsiteX809" fmla="*/ 1603934 w 15732060"/>
              <a:gd name="connsiteY809" fmla="*/ 6338232 h 8839200"/>
              <a:gd name="connsiteX810" fmla="*/ 1995178 w 15732060"/>
              <a:gd name="connsiteY810" fmla="*/ 5946987 h 8839200"/>
              <a:gd name="connsiteX811" fmla="*/ 2785348 w 15732060"/>
              <a:gd name="connsiteY811" fmla="*/ 5946987 h 8839200"/>
              <a:gd name="connsiteX812" fmla="*/ 2804004 w 15732060"/>
              <a:gd name="connsiteY812" fmla="*/ 5963450 h 8839200"/>
              <a:gd name="connsiteX813" fmla="*/ 2822662 w 15732060"/>
              <a:gd name="connsiteY813" fmla="*/ 5944793 h 8839200"/>
              <a:gd name="connsiteX814" fmla="*/ 2804004 w 15732060"/>
              <a:gd name="connsiteY814" fmla="*/ 5926136 h 8839200"/>
              <a:gd name="connsiteX815" fmla="*/ 11466789 w 15732060"/>
              <a:gd name="connsiteY815" fmla="*/ 5863170 h 8839200"/>
              <a:gd name="connsiteX816" fmla="*/ 11453620 w 15732060"/>
              <a:gd name="connsiteY816" fmla="*/ 5868520 h 8839200"/>
              <a:gd name="connsiteX817" fmla="*/ 11453620 w 15732060"/>
              <a:gd name="connsiteY817" fmla="*/ 5894858 h 8839200"/>
              <a:gd name="connsiteX818" fmla="*/ 11478312 w 15732060"/>
              <a:gd name="connsiteY818" fmla="*/ 5896505 h 8839200"/>
              <a:gd name="connsiteX819" fmla="*/ 11798770 w 15732060"/>
              <a:gd name="connsiteY819" fmla="*/ 6216962 h 8839200"/>
              <a:gd name="connsiteX820" fmla="*/ 11799319 w 15732060"/>
              <a:gd name="connsiteY820" fmla="*/ 6216962 h 8839200"/>
              <a:gd name="connsiteX821" fmla="*/ 12278359 w 15732060"/>
              <a:gd name="connsiteY821" fmla="*/ 6217512 h 8839200"/>
              <a:gd name="connsiteX822" fmla="*/ 12570284 w 15732060"/>
              <a:gd name="connsiteY822" fmla="*/ 6509985 h 8839200"/>
              <a:gd name="connsiteX823" fmla="*/ 12570831 w 15732060"/>
              <a:gd name="connsiteY823" fmla="*/ 6509985 h 8839200"/>
              <a:gd name="connsiteX824" fmla="*/ 13854309 w 15732060"/>
              <a:gd name="connsiteY824" fmla="*/ 6510533 h 8839200"/>
              <a:gd name="connsiteX825" fmla="*/ 14513881 w 15732060"/>
              <a:gd name="connsiteY825" fmla="*/ 7170105 h 8839200"/>
              <a:gd name="connsiteX826" fmla="*/ 14514429 w 15732060"/>
              <a:gd name="connsiteY826" fmla="*/ 7170105 h 8839200"/>
              <a:gd name="connsiteX827" fmla="*/ 15260152 w 15732060"/>
              <a:gd name="connsiteY827" fmla="*/ 7170654 h 8839200"/>
              <a:gd name="connsiteX828" fmla="*/ 15528481 w 15732060"/>
              <a:gd name="connsiteY828" fmla="*/ 6902325 h 8839200"/>
              <a:gd name="connsiteX829" fmla="*/ 15694745 w 15732060"/>
              <a:gd name="connsiteY829" fmla="*/ 6902325 h 8839200"/>
              <a:gd name="connsiteX830" fmla="*/ 15713402 w 15732060"/>
              <a:gd name="connsiteY830" fmla="*/ 6918787 h 8839200"/>
              <a:gd name="connsiteX831" fmla="*/ 15732060 w 15732060"/>
              <a:gd name="connsiteY831" fmla="*/ 6900130 h 8839200"/>
              <a:gd name="connsiteX832" fmla="*/ 15713402 w 15732060"/>
              <a:gd name="connsiteY832" fmla="*/ 6881473 h 8839200"/>
              <a:gd name="connsiteX833" fmla="*/ 15712305 w 15732060"/>
              <a:gd name="connsiteY833" fmla="*/ 6880925 h 8839200"/>
              <a:gd name="connsiteX834" fmla="*/ 15693648 w 15732060"/>
              <a:gd name="connsiteY834" fmla="*/ 6897386 h 8839200"/>
              <a:gd name="connsiteX835" fmla="*/ 15525737 w 15732060"/>
              <a:gd name="connsiteY835" fmla="*/ 6897386 h 8839200"/>
              <a:gd name="connsiteX836" fmla="*/ 15257409 w 15732060"/>
              <a:gd name="connsiteY836" fmla="*/ 7165715 h 8839200"/>
              <a:gd name="connsiteX837" fmla="*/ 14516076 w 15732060"/>
              <a:gd name="connsiteY837" fmla="*/ 7165715 h 8839200"/>
              <a:gd name="connsiteX838" fmla="*/ 13856504 w 15732060"/>
              <a:gd name="connsiteY838" fmla="*/ 6506142 h 8839200"/>
              <a:gd name="connsiteX839" fmla="*/ 13855954 w 15732060"/>
              <a:gd name="connsiteY839" fmla="*/ 6506142 h 8839200"/>
              <a:gd name="connsiteX840" fmla="*/ 12572478 w 15732060"/>
              <a:gd name="connsiteY840" fmla="*/ 6505594 h 8839200"/>
              <a:gd name="connsiteX841" fmla="*/ 12280554 w 15732060"/>
              <a:gd name="connsiteY841" fmla="*/ 6213121 h 8839200"/>
              <a:gd name="connsiteX842" fmla="*/ 12280005 w 15732060"/>
              <a:gd name="connsiteY842" fmla="*/ 6213121 h 8839200"/>
              <a:gd name="connsiteX843" fmla="*/ 11800964 w 15732060"/>
              <a:gd name="connsiteY843" fmla="*/ 6212573 h 8839200"/>
              <a:gd name="connsiteX844" fmla="*/ 11481604 w 15732060"/>
              <a:gd name="connsiteY844" fmla="*/ 5893212 h 8839200"/>
              <a:gd name="connsiteX845" fmla="*/ 11479958 w 15732060"/>
              <a:gd name="connsiteY845" fmla="*/ 5868520 h 8839200"/>
              <a:gd name="connsiteX846" fmla="*/ 11466789 w 15732060"/>
              <a:gd name="connsiteY846" fmla="*/ 5863170 h 8839200"/>
              <a:gd name="connsiteX847" fmla="*/ 10306776 w 15732060"/>
              <a:gd name="connsiteY847" fmla="*/ 5831892 h 8839200"/>
              <a:gd name="connsiteX848" fmla="*/ 10293606 w 15732060"/>
              <a:gd name="connsiteY848" fmla="*/ 5837242 h 8839200"/>
              <a:gd name="connsiteX849" fmla="*/ 10293606 w 15732060"/>
              <a:gd name="connsiteY849" fmla="*/ 5863581 h 8839200"/>
              <a:gd name="connsiteX850" fmla="*/ 10318299 w 15732060"/>
              <a:gd name="connsiteY850" fmla="*/ 5865227 h 8839200"/>
              <a:gd name="connsiteX851" fmla="*/ 11084873 w 15732060"/>
              <a:gd name="connsiteY851" fmla="*/ 6631802 h 8839200"/>
              <a:gd name="connsiteX852" fmla="*/ 11085422 w 15732060"/>
              <a:gd name="connsiteY852" fmla="*/ 6631802 h 8839200"/>
              <a:gd name="connsiteX853" fmla="*/ 11608362 w 15732060"/>
              <a:gd name="connsiteY853" fmla="*/ 6632351 h 8839200"/>
              <a:gd name="connsiteX854" fmla="*/ 12314575 w 15732060"/>
              <a:gd name="connsiteY854" fmla="*/ 7338565 h 8839200"/>
              <a:gd name="connsiteX855" fmla="*/ 12315125 w 15732060"/>
              <a:gd name="connsiteY855" fmla="*/ 7338565 h 8839200"/>
              <a:gd name="connsiteX856" fmla="*/ 12698685 w 15732060"/>
              <a:gd name="connsiteY856" fmla="*/ 7339114 h 8839200"/>
              <a:gd name="connsiteX857" fmla="*/ 13217234 w 15732060"/>
              <a:gd name="connsiteY857" fmla="*/ 7857663 h 8839200"/>
              <a:gd name="connsiteX858" fmla="*/ 13217784 w 15732060"/>
              <a:gd name="connsiteY858" fmla="*/ 7857663 h 8839200"/>
              <a:gd name="connsiteX859" fmla="*/ 14276830 w 15732060"/>
              <a:gd name="connsiteY859" fmla="*/ 7858211 h 8839200"/>
              <a:gd name="connsiteX860" fmla="*/ 15188818 w 15732060"/>
              <a:gd name="connsiteY860" fmla="*/ 8770198 h 8839200"/>
              <a:gd name="connsiteX861" fmla="*/ 15190464 w 15732060"/>
              <a:gd name="connsiteY861" fmla="*/ 8794890 h 8839200"/>
              <a:gd name="connsiteX862" fmla="*/ 15216802 w 15732060"/>
              <a:gd name="connsiteY862" fmla="*/ 8794890 h 8839200"/>
              <a:gd name="connsiteX863" fmla="*/ 15216802 w 15732060"/>
              <a:gd name="connsiteY863" fmla="*/ 8768552 h 8839200"/>
              <a:gd name="connsiteX864" fmla="*/ 15192109 w 15732060"/>
              <a:gd name="connsiteY864" fmla="*/ 8766906 h 8839200"/>
              <a:gd name="connsiteX865" fmla="*/ 14279574 w 15732060"/>
              <a:gd name="connsiteY865" fmla="*/ 7854370 h 8839200"/>
              <a:gd name="connsiteX866" fmla="*/ 14279025 w 15732060"/>
              <a:gd name="connsiteY866" fmla="*/ 7854370 h 8839200"/>
              <a:gd name="connsiteX867" fmla="*/ 13219978 w 15732060"/>
              <a:gd name="connsiteY867" fmla="*/ 7853821 h 8839200"/>
              <a:gd name="connsiteX868" fmla="*/ 12701429 w 15732060"/>
              <a:gd name="connsiteY868" fmla="*/ 7335272 h 8839200"/>
              <a:gd name="connsiteX869" fmla="*/ 12700880 w 15732060"/>
              <a:gd name="connsiteY869" fmla="*/ 7335272 h 8839200"/>
              <a:gd name="connsiteX870" fmla="*/ 12317319 w 15732060"/>
              <a:gd name="connsiteY870" fmla="*/ 7334723 h 8839200"/>
              <a:gd name="connsiteX871" fmla="*/ 11611104 w 15732060"/>
              <a:gd name="connsiteY871" fmla="*/ 6628510 h 8839200"/>
              <a:gd name="connsiteX872" fmla="*/ 11610556 w 15732060"/>
              <a:gd name="connsiteY872" fmla="*/ 6628510 h 8839200"/>
              <a:gd name="connsiteX873" fmla="*/ 11087617 w 15732060"/>
              <a:gd name="connsiteY873" fmla="*/ 6627961 h 8839200"/>
              <a:gd name="connsiteX874" fmla="*/ 10321592 w 15732060"/>
              <a:gd name="connsiteY874" fmla="*/ 5861935 h 8839200"/>
              <a:gd name="connsiteX875" fmla="*/ 10319945 w 15732060"/>
              <a:gd name="connsiteY875" fmla="*/ 5837242 h 8839200"/>
              <a:gd name="connsiteX876" fmla="*/ 10306776 w 15732060"/>
              <a:gd name="connsiteY876" fmla="*/ 5831892 h 8839200"/>
              <a:gd name="connsiteX877" fmla="*/ 8942636 w 15732060"/>
              <a:gd name="connsiteY877" fmla="*/ 5819683 h 8839200"/>
              <a:gd name="connsiteX878" fmla="*/ 8923979 w 15732060"/>
              <a:gd name="connsiteY878" fmla="*/ 5838340 h 8839200"/>
              <a:gd name="connsiteX879" fmla="*/ 8940440 w 15732060"/>
              <a:gd name="connsiteY879" fmla="*/ 5856997 h 8839200"/>
              <a:gd name="connsiteX880" fmla="*/ 8940440 w 15732060"/>
              <a:gd name="connsiteY880" fmla="*/ 6048502 h 8839200"/>
              <a:gd name="connsiteX881" fmla="*/ 9310833 w 15732060"/>
              <a:gd name="connsiteY881" fmla="*/ 6418895 h 8839200"/>
              <a:gd name="connsiteX882" fmla="*/ 9310833 w 15732060"/>
              <a:gd name="connsiteY882" fmla="*/ 6624667 h 8839200"/>
              <a:gd name="connsiteX883" fmla="*/ 9294370 w 15732060"/>
              <a:gd name="connsiteY883" fmla="*/ 6643325 h 8839200"/>
              <a:gd name="connsiteX884" fmla="*/ 9313027 w 15732060"/>
              <a:gd name="connsiteY884" fmla="*/ 6661982 h 8839200"/>
              <a:gd name="connsiteX885" fmla="*/ 9331684 w 15732060"/>
              <a:gd name="connsiteY885" fmla="*/ 6643325 h 8839200"/>
              <a:gd name="connsiteX886" fmla="*/ 9315223 w 15732060"/>
              <a:gd name="connsiteY886" fmla="*/ 6624667 h 8839200"/>
              <a:gd name="connsiteX887" fmla="*/ 9315223 w 15732060"/>
              <a:gd name="connsiteY887" fmla="*/ 6416700 h 8839200"/>
              <a:gd name="connsiteX888" fmla="*/ 8944831 w 15732060"/>
              <a:gd name="connsiteY888" fmla="*/ 6046308 h 8839200"/>
              <a:gd name="connsiteX889" fmla="*/ 8944831 w 15732060"/>
              <a:gd name="connsiteY889" fmla="*/ 5856997 h 8839200"/>
              <a:gd name="connsiteX890" fmla="*/ 8961292 w 15732060"/>
              <a:gd name="connsiteY890" fmla="*/ 5838340 h 8839200"/>
              <a:gd name="connsiteX891" fmla="*/ 8942636 w 15732060"/>
              <a:gd name="connsiteY891" fmla="*/ 5819683 h 8839200"/>
              <a:gd name="connsiteX892" fmla="*/ 11741153 w 15732060"/>
              <a:gd name="connsiteY892" fmla="*/ 5795127 h 8839200"/>
              <a:gd name="connsiteX893" fmla="*/ 11727985 w 15732060"/>
              <a:gd name="connsiteY893" fmla="*/ 5800478 h 8839200"/>
              <a:gd name="connsiteX894" fmla="*/ 11727985 w 15732060"/>
              <a:gd name="connsiteY894" fmla="*/ 5826817 h 8839200"/>
              <a:gd name="connsiteX895" fmla="*/ 11752677 w 15732060"/>
              <a:gd name="connsiteY895" fmla="*/ 5828462 h 8839200"/>
              <a:gd name="connsiteX896" fmla="*/ 11802611 w 15732060"/>
              <a:gd name="connsiteY896" fmla="*/ 5878396 h 8839200"/>
              <a:gd name="connsiteX897" fmla="*/ 11803160 w 15732060"/>
              <a:gd name="connsiteY897" fmla="*/ 5878396 h 8839200"/>
              <a:gd name="connsiteX898" fmla="*/ 12455050 w 15732060"/>
              <a:gd name="connsiteY898" fmla="*/ 5878946 h 8839200"/>
              <a:gd name="connsiteX899" fmla="*/ 12555466 w 15732060"/>
              <a:gd name="connsiteY899" fmla="*/ 5979363 h 8839200"/>
              <a:gd name="connsiteX900" fmla="*/ 12556016 w 15732060"/>
              <a:gd name="connsiteY900" fmla="*/ 5979363 h 8839200"/>
              <a:gd name="connsiteX901" fmla="*/ 12677833 w 15732060"/>
              <a:gd name="connsiteY901" fmla="*/ 5979911 h 8839200"/>
              <a:gd name="connsiteX902" fmla="*/ 12696491 w 15732060"/>
              <a:gd name="connsiteY902" fmla="*/ 5996373 h 8839200"/>
              <a:gd name="connsiteX903" fmla="*/ 12715147 w 15732060"/>
              <a:gd name="connsiteY903" fmla="*/ 5977717 h 8839200"/>
              <a:gd name="connsiteX904" fmla="*/ 12696491 w 15732060"/>
              <a:gd name="connsiteY904" fmla="*/ 5959060 h 8839200"/>
              <a:gd name="connsiteX905" fmla="*/ 12677833 w 15732060"/>
              <a:gd name="connsiteY905" fmla="*/ 5975522 h 8839200"/>
              <a:gd name="connsiteX906" fmla="*/ 12558210 w 15732060"/>
              <a:gd name="connsiteY906" fmla="*/ 5975522 h 8839200"/>
              <a:gd name="connsiteX907" fmla="*/ 12457794 w 15732060"/>
              <a:gd name="connsiteY907" fmla="*/ 5875104 h 8839200"/>
              <a:gd name="connsiteX908" fmla="*/ 12457245 w 15732060"/>
              <a:gd name="connsiteY908" fmla="*/ 5875104 h 8839200"/>
              <a:gd name="connsiteX909" fmla="*/ 11805354 w 15732060"/>
              <a:gd name="connsiteY909" fmla="*/ 5874555 h 8839200"/>
              <a:gd name="connsiteX910" fmla="*/ 11755968 w 15732060"/>
              <a:gd name="connsiteY910" fmla="*/ 5825170 h 8839200"/>
              <a:gd name="connsiteX911" fmla="*/ 11754323 w 15732060"/>
              <a:gd name="connsiteY911" fmla="*/ 5800478 h 8839200"/>
              <a:gd name="connsiteX912" fmla="*/ 11741153 w 15732060"/>
              <a:gd name="connsiteY912" fmla="*/ 5795127 h 8839200"/>
              <a:gd name="connsiteX913" fmla="*/ 4557194 w 15732060"/>
              <a:gd name="connsiteY913" fmla="*/ 5784150 h 8839200"/>
              <a:gd name="connsiteX914" fmla="*/ 4544024 w 15732060"/>
              <a:gd name="connsiteY914" fmla="*/ 5789500 h 8839200"/>
              <a:gd name="connsiteX915" fmla="*/ 4543476 w 15732060"/>
              <a:gd name="connsiteY915" fmla="*/ 5789500 h 8839200"/>
              <a:gd name="connsiteX916" fmla="*/ 4541829 w 15732060"/>
              <a:gd name="connsiteY916" fmla="*/ 5814194 h 8839200"/>
              <a:gd name="connsiteX917" fmla="*/ 4081446 w 15732060"/>
              <a:gd name="connsiteY917" fmla="*/ 6275126 h 8839200"/>
              <a:gd name="connsiteX918" fmla="*/ 3354379 w 15732060"/>
              <a:gd name="connsiteY918" fmla="*/ 6275126 h 8839200"/>
              <a:gd name="connsiteX919" fmla="*/ 3335723 w 15732060"/>
              <a:gd name="connsiteY919" fmla="*/ 6258664 h 8839200"/>
              <a:gd name="connsiteX920" fmla="*/ 3317066 w 15732060"/>
              <a:gd name="connsiteY920" fmla="*/ 6277321 h 8839200"/>
              <a:gd name="connsiteX921" fmla="*/ 3335723 w 15732060"/>
              <a:gd name="connsiteY921" fmla="*/ 6295978 h 8839200"/>
              <a:gd name="connsiteX922" fmla="*/ 3354379 w 15732060"/>
              <a:gd name="connsiteY922" fmla="*/ 6279516 h 8839200"/>
              <a:gd name="connsiteX923" fmla="*/ 4083641 w 15732060"/>
              <a:gd name="connsiteY923" fmla="*/ 6279516 h 8839200"/>
              <a:gd name="connsiteX924" fmla="*/ 4545670 w 15732060"/>
              <a:gd name="connsiteY924" fmla="*/ 5817486 h 8839200"/>
              <a:gd name="connsiteX925" fmla="*/ 4570363 w 15732060"/>
              <a:gd name="connsiteY925" fmla="*/ 5815840 h 8839200"/>
              <a:gd name="connsiteX926" fmla="*/ 4570363 w 15732060"/>
              <a:gd name="connsiteY926" fmla="*/ 5789500 h 8839200"/>
              <a:gd name="connsiteX927" fmla="*/ 4557194 w 15732060"/>
              <a:gd name="connsiteY927" fmla="*/ 5784150 h 8839200"/>
              <a:gd name="connsiteX928" fmla="*/ 10997625 w 15732060"/>
              <a:gd name="connsiteY928" fmla="*/ 5764947 h 8839200"/>
              <a:gd name="connsiteX929" fmla="*/ 10984456 w 15732060"/>
              <a:gd name="connsiteY929" fmla="*/ 5770298 h 8839200"/>
              <a:gd name="connsiteX930" fmla="*/ 10984456 w 15732060"/>
              <a:gd name="connsiteY930" fmla="*/ 5796637 h 8839200"/>
              <a:gd name="connsiteX931" fmla="*/ 11009149 w 15732060"/>
              <a:gd name="connsiteY931" fmla="*/ 5798282 h 8839200"/>
              <a:gd name="connsiteX932" fmla="*/ 11105724 w 15732060"/>
              <a:gd name="connsiteY932" fmla="*/ 5894858 h 8839200"/>
              <a:gd name="connsiteX933" fmla="*/ 11105724 w 15732060"/>
              <a:gd name="connsiteY933" fmla="*/ 6118191 h 8839200"/>
              <a:gd name="connsiteX934" fmla="*/ 11291745 w 15732060"/>
              <a:gd name="connsiteY934" fmla="*/ 6304211 h 8839200"/>
              <a:gd name="connsiteX935" fmla="*/ 11293390 w 15732060"/>
              <a:gd name="connsiteY935" fmla="*/ 6328903 h 8839200"/>
              <a:gd name="connsiteX936" fmla="*/ 11319729 w 15732060"/>
              <a:gd name="connsiteY936" fmla="*/ 6328903 h 8839200"/>
              <a:gd name="connsiteX937" fmla="*/ 11319729 w 15732060"/>
              <a:gd name="connsiteY937" fmla="*/ 6302564 h 8839200"/>
              <a:gd name="connsiteX938" fmla="*/ 11295037 w 15732060"/>
              <a:gd name="connsiteY938" fmla="*/ 6300917 h 8839200"/>
              <a:gd name="connsiteX939" fmla="*/ 11110115 w 15732060"/>
              <a:gd name="connsiteY939" fmla="*/ 6115997 h 8839200"/>
              <a:gd name="connsiteX940" fmla="*/ 11110115 w 15732060"/>
              <a:gd name="connsiteY940" fmla="*/ 5892664 h 8839200"/>
              <a:gd name="connsiteX941" fmla="*/ 11012441 w 15732060"/>
              <a:gd name="connsiteY941" fmla="*/ 5794990 h 8839200"/>
              <a:gd name="connsiteX942" fmla="*/ 11010795 w 15732060"/>
              <a:gd name="connsiteY942" fmla="*/ 5770298 h 8839200"/>
              <a:gd name="connsiteX943" fmla="*/ 10997625 w 15732060"/>
              <a:gd name="connsiteY943" fmla="*/ 5764947 h 8839200"/>
              <a:gd name="connsiteX944" fmla="*/ 9271873 w 15732060"/>
              <a:gd name="connsiteY944" fmla="*/ 5704998 h 8839200"/>
              <a:gd name="connsiteX945" fmla="*/ 9253216 w 15732060"/>
              <a:gd name="connsiteY945" fmla="*/ 5723655 h 8839200"/>
              <a:gd name="connsiteX946" fmla="*/ 9271873 w 15732060"/>
              <a:gd name="connsiteY946" fmla="*/ 5742312 h 8839200"/>
              <a:gd name="connsiteX947" fmla="*/ 9290529 w 15732060"/>
              <a:gd name="connsiteY947" fmla="*/ 5725850 h 8839200"/>
              <a:gd name="connsiteX948" fmla="*/ 9462830 w 15732060"/>
              <a:gd name="connsiteY948" fmla="*/ 5725850 h 8839200"/>
              <a:gd name="connsiteX949" fmla="*/ 10563033 w 15732060"/>
              <a:gd name="connsiteY949" fmla="*/ 6826051 h 8839200"/>
              <a:gd name="connsiteX950" fmla="*/ 10563581 w 15732060"/>
              <a:gd name="connsiteY950" fmla="*/ 6826051 h 8839200"/>
              <a:gd name="connsiteX951" fmla="*/ 11033842 w 15732060"/>
              <a:gd name="connsiteY951" fmla="*/ 6826600 h 8839200"/>
              <a:gd name="connsiteX952" fmla="*/ 11462948 w 15732060"/>
              <a:gd name="connsiteY952" fmla="*/ 7255706 h 8839200"/>
              <a:gd name="connsiteX953" fmla="*/ 11462948 w 15732060"/>
              <a:gd name="connsiteY953" fmla="*/ 7500440 h 8839200"/>
              <a:gd name="connsiteX954" fmla="*/ 12370546 w 15732060"/>
              <a:gd name="connsiteY954" fmla="*/ 8408036 h 8839200"/>
              <a:gd name="connsiteX955" fmla="*/ 12370546 w 15732060"/>
              <a:gd name="connsiteY955" fmla="*/ 8759772 h 8839200"/>
              <a:gd name="connsiteX956" fmla="*/ 12354083 w 15732060"/>
              <a:gd name="connsiteY956" fmla="*/ 8778429 h 8839200"/>
              <a:gd name="connsiteX957" fmla="*/ 12372741 w 15732060"/>
              <a:gd name="connsiteY957" fmla="*/ 8797086 h 8839200"/>
              <a:gd name="connsiteX958" fmla="*/ 12391397 w 15732060"/>
              <a:gd name="connsiteY958" fmla="*/ 8778429 h 8839200"/>
              <a:gd name="connsiteX959" fmla="*/ 12374935 w 15732060"/>
              <a:gd name="connsiteY959" fmla="*/ 8759772 h 8839200"/>
              <a:gd name="connsiteX960" fmla="*/ 12374935 w 15732060"/>
              <a:gd name="connsiteY960" fmla="*/ 8406391 h 8839200"/>
              <a:gd name="connsiteX961" fmla="*/ 11467338 w 15732060"/>
              <a:gd name="connsiteY961" fmla="*/ 7498793 h 8839200"/>
              <a:gd name="connsiteX962" fmla="*/ 11467338 w 15732060"/>
              <a:gd name="connsiteY962" fmla="*/ 7254060 h 8839200"/>
              <a:gd name="connsiteX963" fmla="*/ 11036585 w 15732060"/>
              <a:gd name="connsiteY963" fmla="*/ 6822760 h 8839200"/>
              <a:gd name="connsiteX964" fmla="*/ 11036036 w 15732060"/>
              <a:gd name="connsiteY964" fmla="*/ 6822760 h 8839200"/>
              <a:gd name="connsiteX965" fmla="*/ 10565777 w 15732060"/>
              <a:gd name="connsiteY965" fmla="*/ 6822210 h 8839200"/>
              <a:gd name="connsiteX966" fmla="*/ 9465574 w 15732060"/>
              <a:gd name="connsiteY966" fmla="*/ 5722009 h 8839200"/>
              <a:gd name="connsiteX967" fmla="*/ 9465025 w 15732060"/>
              <a:gd name="connsiteY967" fmla="*/ 5722009 h 8839200"/>
              <a:gd name="connsiteX968" fmla="*/ 9290529 w 15732060"/>
              <a:gd name="connsiteY968" fmla="*/ 5721460 h 8839200"/>
              <a:gd name="connsiteX969" fmla="*/ 9271873 w 15732060"/>
              <a:gd name="connsiteY969" fmla="*/ 5704998 h 8839200"/>
              <a:gd name="connsiteX970" fmla="*/ 2945028 w 15732060"/>
              <a:gd name="connsiteY970" fmla="*/ 5666586 h 8839200"/>
              <a:gd name="connsiteX971" fmla="*/ 2926371 w 15732060"/>
              <a:gd name="connsiteY971" fmla="*/ 5685243 h 8839200"/>
              <a:gd name="connsiteX972" fmla="*/ 2942832 w 15732060"/>
              <a:gd name="connsiteY972" fmla="*/ 5703899 h 8839200"/>
              <a:gd name="connsiteX973" fmla="*/ 2942832 w 15732060"/>
              <a:gd name="connsiteY973" fmla="*/ 5867970 h 8839200"/>
              <a:gd name="connsiteX974" fmla="*/ 2926371 w 15732060"/>
              <a:gd name="connsiteY974" fmla="*/ 5886626 h 8839200"/>
              <a:gd name="connsiteX975" fmla="*/ 2945028 w 15732060"/>
              <a:gd name="connsiteY975" fmla="*/ 5905282 h 8839200"/>
              <a:gd name="connsiteX976" fmla="*/ 2963685 w 15732060"/>
              <a:gd name="connsiteY976" fmla="*/ 5886626 h 8839200"/>
              <a:gd name="connsiteX977" fmla="*/ 2947223 w 15732060"/>
              <a:gd name="connsiteY977" fmla="*/ 5867970 h 8839200"/>
              <a:gd name="connsiteX978" fmla="*/ 2947223 w 15732060"/>
              <a:gd name="connsiteY978" fmla="*/ 5703899 h 8839200"/>
              <a:gd name="connsiteX979" fmla="*/ 2963685 w 15732060"/>
              <a:gd name="connsiteY979" fmla="*/ 5685243 h 8839200"/>
              <a:gd name="connsiteX980" fmla="*/ 2945028 w 15732060"/>
              <a:gd name="connsiteY980" fmla="*/ 5666586 h 8839200"/>
              <a:gd name="connsiteX981" fmla="*/ 6933738 w 15732060"/>
              <a:gd name="connsiteY981" fmla="*/ 5600191 h 8839200"/>
              <a:gd name="connsiteX982" fmla="*/ 6928800 w 15732060"/>
              <a:gd name="connsiteY982" fmla="*/ 5600191 h 8839200"/>
              <a:gd name="connsiteX983" fmla="*/ 6928800 w 15732060"/>
              <a:gd name="connsiteY983" fmla="*/ 5827365 h 8839200"/>
              <a:gd name="connsiteX984" fmla="*/ 6482684 w 15732060"/>
              <a:gd name="connsiteY984" fmla="*/ 6273481 h 8839200"/>
              <a:gd name="connsiteX985" fmla="*/ 6035469 w 15732060"/>
              <a:gd name="connsiteY985" fmla="*/ 6273481 h 8839200"/>
              <a:gd name="connsiteX986" fmla="*/ 4939658 w 15732060"/>
              <a:gd name="connsiteY986" fmla="*/ 7369294 h 8839200"/>
              <a:gd name="connsiteX987" fmla="*/ 4939658 w 15732060"/>
              <a:gd name="connsiteY987" fmla="*/ 8352616 h 8839200"/>
              <a:gd name="connsiteX988" fmla="*/ 4530855 w 15732060"/>
              <a:gd name="connsiteY988" fmla="*/ 8761418 h 8839200"/>
              <a:gd name="connsiteX989" fmla="*/ 4506162 w 15732060"/>
              <a:gd name="connsiteY989" fmla="*/ 8763065 h 8839200"/>
              <a:gd name="connsiteX990" fmla="*/ 4506162 w 15732060"/>
              <a:gd name="connsiteY990" fmla="*/ 8789404 h 8839200"/>
              <a:gd name="connsiteX991" fmla="*/ 4532501 w 15732060"/>
              <a:gd name="connsiteY991" fmla="*/ 8789404 h 8839200"/>
              <a:gd name="connsiteX992" fmla="*/ 4534146 w 15732060"/>
              <a:gd name="connsiteY992" fmla="*/ 8764710 h 8839200"/>
              <a:gd name="connsiteX993" fmla="*/ 4944596 w 15732060"/>
              <a:gd name="connsiteY993" fmla="*/ 8354261 h 8839200"/>
              <a:gd name="connsiteX994" fmla="*/ 4944596 w 15732060"/>
              <a:gd name="connsiteY994" fmla="*/ 7371489 h 8839200"/>
              <a:gd name="connsiteX995" fmla="*/ 6037116 w 15732060"/>
              <a:gd name="connsiteY995" fmla="*/ 6278969 h 8839200"/>
              <a:gd name="connsiteX996" fmla="*/ 6484330 w 15732060"/>
              <a:gd name="connsiteY996" fmla="*/ 6278969 h 8839200"/>
              <a:gd name="connsiteX997" fmla="*/ 6933738 w 15732060"/>
              <a:gd name="connsiteY997" fmla="*/ 5829560 h 8839200"/>
              <a:gd name="connsiteX998" fmla="*/ 7517587 w 15732060"/>
              <a:gd name="connsiteY998" fmla="*/ 5600191 h 8839200"/>
              <a:gd name="connsiteX999" fmla="*/ 7512648 w 15732060"/>
              <a:gd name="connsiteY999" fmla="*/ 5600191 h 8839200"/>
              <a:gd name="connsiteX1000" fmla="*/ 7512648 w 15732060"/>
              <a:gd name="connsiteY1000" fmla="*/ 6661982 h 8839200"/>
              <a:gd name="connsiteX1001" fmla="*/ 7355162 w 15732060"/>
              <a:gd name="connsiteY1001" fmla="*/ 6819466 h 8839200"/>
              <a:gd name="connsiteX1002" fmla="*/ 7355162 w 15732060"/>
              <a:gd name="connsiteY1002" fmla="*/ 6975306 h 8839200"/>
              <a:gd name="connsiteX1003" fmla="*/ 6702174 w 15732060"/>
              <a:gd name="connsiteY1003" fmla="*/ 7628293 h 8839200"/>
              <a:gd name="connsiteX1004" fmla="*/ 6702174 w 15732060"/>
              <a:gd name="connsiteY1004" fmla="*/ 8766357 h 8839200"/>
              <a:gd name="connsiteX1005" fmla="*/ 6685713 w 15732060"/>
              <a:gd name="connsiteY1005" fmla="*/ 8785014 h 8839200"/>
              <a:gd name="connsiteX1006" fmla="*/ 6704370 w 15732060"/>
              <a:gd name="connsiteY1006" fmla="*/ 8803671 h 8839200"/>
              <a:gd name="connsiteX1007" fmla="*/ 6723026 w 15732060"/>
              <a:gd name="connsiteY1007" fmla="*/ 8785014 h 8839200"/>
              <a:gd name="connsiteX1008" fmla="*/ 6706565 w 15732060"/>
              <a:gd name="connsiteY1008" fmla="*/ 8766357 h 8839200"/>
              <a:gd name="connsiteX1009" fmla="*/ 6707114 w 15732060"/>
              <a:gd name="connsiteY1009" fmla="*/ 8766357 h 8839200"/>
              <a:gd name="connsiteX1010" fmla="*/ 6707114 w 15732060"/>
              <a:gd name="connsiteY1010" fmla="*/ 7630488 h 8839200"/>
              <a:gd name="connsiteX1011" fmla="*/ 7360101 w 15732060"/>
              <a:gd name="connsiteY1011" fmla="*/ 6977501 h 8839200"/>
              <a:gd name="connsiteX1012" fmla="*/ 7360101 w 15732060"/>
              <a:gd name="connsiteY1012" fmla="*/ 6821662 h 8839200"/>
              <a:gd name="connsiteX1013" fmla="*/ 7517587 w 15732060"/>
              <a:gd name="connsiteY1013" fmla="*/ 6664176 h 8839200"/>
              <a:gd name="connsiteX1014" fmla="*/ 7745858 w 15732060"/>
              <a:gd name="connsiteY1014" fmla="*/ 5600191 h 8839200"/>
              <a:gd name="connsiteX1015" fmla="*/ 7740920 w 15732060"/>
              <a:gd name="connsiteY1015" fmla="*/ 5600191 h 8839200"/>
              <a:gd name="connsiteX1016" fmla="*/ 7740920 w 15732060"/>
              <a:gd name="connsiteY1016" fmla="*/ 6817821 h 8839200"/>
              <a:gd name="connsiteX1017" fmla="*/ 7741468 w 15732060"/>
              <a:gd name="connsiteY1017" fmla="*/ 6817821 h 8839200"/>
              <a:gd name="connsiteX1018" fmla="*/ 7583982 w 15732060"/>
              <a:gd name="connsiteY1018" fmla="*/ 6975306 h 8839200"/>
              <a:gd name="connsiteX1019" fmla="*/ 7583982 w 15732060"/>
              <a:gd name="connsiteY1019" fmla="*/ 8008014 h 8839200"/>
              <a:gd name="connsiteX1020" fmla="*/ 7281634 w 15732060"/>
              <a:gd name="connsiteY1020" fmla="*/ 8310364 h 8839200"/>
              <a:gd name="connsiteX1021" fmla="*/ 7281634 w 15732060"/>
              <a:gd name="connsiteY1021" fmla="*/ 8747152 h 8839200"/>
              <a:gd name="connsiteX1022" fmla="*/ 7265172 w 15732060"/>
              <a:gd name="connsiteY1022" fmla="*/ 8765808 h 8839200"/>
              <a:gd name="connsiteX1023" fmla="*/ 7283828 w 15732060"/>
              <a:gd name="connsiteY1023" fmla="*/ 8784465 h 8839200"/>
              <a:gd name="connsiteX1024" fmla="*/ 7302484 w 15732060"/>
              <a:gd name="connsiteY1024" fmla="*/ 8765808 h 8839200"/>
              <a:gd name="connsiteX1025" fmla="*/ 7286023 w 15732060"/>
              <a:gd name="connsiteY1025" fmla="*/ 8747152 h 8839200"/>
              <a:gd name="connsiteX1026" fmla="*/ 7286023 w 15732060"/>
              <a:gd name="connsiteY1026" fmla="*/ 8312558 h 8839200"/>
              <a:gd name="connsiteX1027" fmla="*/ 7588372 w 15732060"/>
              <a:gd name="connsiteY1027" fmla="*/ 8010209 h 8839200"/>
              <a:gd name="connsiteX1028" fmla="*/ 7588372 w 15732060"/>
              <a:gd name="connsiteY1028" fmla="*/ 6977501 h 8839200"/>
              <a:gd name="connsiteX1029" fmla="*/ 7745858 w 15732060"/>
              <a:gd name="connsiteY1029" fmla="*/ 6820016 h 8839200"/>
              <a:gd name="connsiteX1030" fmla="*/ 2025358 w 15732060"/>
              <a:gd name="connsiteY1030" fmla="*/ 5590313 h 8839200"/>
              <a:gd name="connsiteX1031" fmla="*/ 1402002 w 15732060"/>
              <a:gd name="connsiteY1031" fmla="*/ 6213669 h 8839200"/>
              <a:gd name="connsiteX1032" fmla="*/ 422520 w 15732060"/>
              <a:gd name="connsiteY1032" fmla="*/ 6213669 h 8839200"/>
              <a:gd name="connsiteX1033" fmla="*/ 47190 w 15732060"/>
              <a:gd name="connsiteY1033" fmla="*/ 6588999 h 8839200"/>
              <a:gd name="connsiteX1034" fmla="*/ 22496 w 15732060"/>
              <a:gd name="connsiteY1034" fmla="*/ 6590645 h 8839200"/>
              <a:gd name="connsiteX1035" fmla="*/ 22496 w 15732060"/>
              <a:gd name="connsiteY1035" fmla="*/ 6616985 h 8839200"/>
              <a:gd name="connsiteX1036" fmla="*/ 48836 w 15732060"/>
              <a:gd name="connsiteY1036" fmla="*/ 6616985 h 8839200"/>
              <a:gd name="connsiteX1037" fmla="*/ 49384 w 15732060"/>
              <a:gd name="connsiteY1037" fmla="*/ 6616435 h 8839200"/>
              <a:gd name="connsiteX1038" fmla="*/ 51032 w 15732060"/>
              <a:gd name="connsiteY1038" fmla="*/ 6591742 h 8839200"/>
              <a:gd name="connsiteX1039" fmla="*/ 424716 w 15732060"/>
              <a:gd name="connsiteY1039" fmla="*/ 6218058 h 8839200"/>
              <a:gd name="connsiteX1040" fmla="*/ 1404745 w 15732060"/>
              <a:gd name="connsiteY1040" fmla="*/ 6218058 h 8839200"/>
              <a:gd name="connsiteX1041" fmla="*/ 2028101 w 15732060"/>
              <a:gd name="connsiteY1041" fmla="*/ 5594702 h 8839200"/>
              <a:gd name="connsiteX1042" fmla="*/ 2767788 w 15732060"/>
              <a:gd name="connsiteY1042" fmla="*/ 5594702 h 8839200"/>
              <a:gd name="connsiteX1043" fmla="*/ 2859426 w 15732060"/>
              <a:gd name="connsiteY1043" fmla="*/ 5686340 h 8839200"/>
              <a:gd name="connsiteX1044" fmla="*/ 2859426 w 15732060"/>
              <a:gd name="connsiteY1044" fmla="*/ 5863031 h 8839200"/>
              <a:gd name="connsiteX1045" fmla="*/ 2842964 w 15732060"/>
              <a:gd name="connsiteY1045" fmla="*/ 5881687 h 8839200"/>
              <a:gd name="connsiteX1046" fmla="*/ 2861621 w 15732060"/>
              <a:gd name="connsiteY1046" fmla="*/ 5900344 h 8839200"/>
              <a:gd name="connsiteX1047" fmla="*/ 2880278 w 15732060"/>
              <a:gd name="connsiteY1047" fmla="*/ 5881687 h 8839200"/>
              <a:gd name="connsiteX1048" fmla="*/ 2863816 w 15732060"/>
              <a:gd name="connsiteY1048" fmla="*/ 5863031 h 8839200"/>
              <a:gd name="connsiteX1049" fmla="*/ 2863816 w 15732060"/>
              <a:gd name="connsiteY1049" fmla="*/ 5684694 h 8839200"/>
              <a:gd name="connsiteX1050" fmla="*/ 2769983 w 15732060"/>
              <a:gd name="connsiteY1050" fmla="*/ 5590861 h 8839200"/>
              <a:gd name="connsiteX1051" fmla="*/ 2769434 w 15732060"/>
              <a:gd name="connsiteY1051" fmla="*/ 5590861 h 8839200"/>
              <a:gd name="connsiteX1052" fmla="*/ 2025358 w 15732060"/>
              <a:gd name="connsiteY1052" fmla="*/ 5590313 h 8839200"/>
              <a:gd name="connsiteX1053" fmla="*/ 7168594 w 15732060"/>
              <a:gd name="connsiteY1053" fmla="*/ 5555195 h 8839200"/>
              <a:gd name="connsiteX1054" fmla="*/ 7163657 w 15732060"/>
              <a:gd name="connsiteY1054" fmla="*/ 5555195 h 8839200"/>
              <a:gd name="connsiteX1055" fmla="*/ 7163657 w 15732060"/>
              <a:gd name="connsiteY1055" fmla="*/ 6259214 h 8839200"/>
              <a:gd name="connsiteX1056" fmla="*/ 6775156 w 15732060"/>
              <a:gd name="connsiteY1056" fmla="*/ 6647715 h 8839200"/>
              <a:gd name="connsiteX1057" fmla="*/ 6300506 w 15732060"/>
              <a:gd name="connsiteY1057" fmla="*/ 6647715 h 8839200"/>
              <a:gd name="connsiteX1058" fmla="*/ 5453817 w 15732060"/>
              <a:gd name="connsiteY1058" fmla="*/ 7494404 h 8839200"/>
              <a:gd name="connsiteX1059" fmla="*/ 5453817 w 15732060"/>
              <a:gd name="connsiteY1059" fmla="*/ 8703253 h 8839200"/>
              <a:gd name="connsiteX1060" fmla="*/ 5437356 w 15732060"/>
              <a:gd name="connsiteY1060" fmla="*/ 8721910 h 8839200"/>
              <a:gd name="connsiteX1061" fmla="*/ 5456011 w 15732060"/>
              <a:gd name="connsiteY1061" fmla="*/ 8740567 h 8839200"/>
              <a:gd name="connsiteX1062" fmla="*/ 5474668 w 15732060"/>
              <a:gd name="connsiteY1062" fmla="*/ 8721910 h 8839200"/>
              <a:gd name="connsiteX1063" fmla="*/ 5458206 w 15732060"/>
              <a:gd name="connsiteY1063" fmla="*/ 8703253 h 8839200"/>
              <a:gd name="connsiteX1064" fmla="*/ 5458206 w 15732060"/>
              <a:gd name="connsiteY1064" fmla="*/ 7496049 h 8839200"/>
              <a:gd name="connsiteX1065" fmla="*/ 6302152 w 15732060"/>
              <a:gd name="connsiteY1065" fmla="*/ 6652105 h 8839200"/>
              <a:gd name="connsiteX1066" fmla="*/ 6776803 w 15732060"/>
              <a:gd name="connsiteY1066" fmla="*/ 6652105 h 8839200"/>
              <a:gd name="connsiteX1067" fmla="*/ 7168046 w 15732060"/>
              <a:gd name="connsiteY1067" fmla="*/ 6260861 h 8839200"/>
              <a:gd name="connsiteX1068" fmla="*/ 7168594 w 15732060"/>
              <a:gd name="connsiteY1068" fmla="*/ 6261409 h 8839200"/>
              <a:gd name="connsiteX1069" fmla="*/ 8094301 w 15732060"/>
              <a:gd name="connsiteY1069" fmla="*/ 5550805 h 8839200"/>
              <a:gd name="connsiteX1070" fmla="*/ 8089362 w 15732060"/>
              <a:gd name="connsiteY1070" fmla="*/ 5550805 h 8839200"/>
              <a:gd name="connsiteX1071" fmla="*/ 8089362 w 15732060"/>
              <a:gd name="connsiteY1071" fmla="*/ 7186018 h 8839200"/>
              <a:gd name="connsiteX1072" fmla="*/ 8236421 w 15732060"/>
              <a:gd name="connsiteY1072" fmla="*/ 7333077 h 8839200"/>
              <a:gd name="connsiteX1073" fmla="*/ 8236421 w 15732060"/>
              <a:gd name="connsiteY1073" fmla="*/ 8138611 h 8839200"/>
              <a:gd name="connsiteX1074" fmla="*/ 8598033 w 15732060"/>
              <a:gd name="connsiteY1074" fmla="*/ 8500223 h 8839200"/>
              <a:gd name="connsiteX1075" fmla="*/ 8598033 w 15732060"/>
              <a:gd name="connsiteY1075" fmla="*/ 8747700 h 8839200"/>
              <a:gd name="connsiteX1076" fmla="*/ 8581572 w 15732060"/>
              <a:gd name="connsiteY1076" fmla="*/ 8766357 h 8839200"/>
              <a:gd name="connsiteX1077" fmla="*/ 8600229 w 15732060"/>
              <a:gd name="connsiteY1077" fmla="*/ 8785014 h 8839200"/>
              <a:gd name="connsiteX1078" fmla="*/ 8618886 w 15732060"/>
              <a:gd name="connsiteY1078" fmla="*/ 8766357 h 8839200"/>
              <a:gd name="connsiteX1079" fmla="*/ 8602423 w 15732060"/>
              <a:gd name="connsiteY1079" fmla="*/ 8747700 h 8839200"/>
              <a:gd name="connsiteX1080" fmla="*/ 8602972 w 15732060"/>
              <a:gd name="connsiteY1080" fmla="*/ 8747700 h 8839200"/>
              <a:gd name="connsiteX1081" fmla="*/ 8602972 w 15732060"/>
              <a:gd name="connsiteY1081" fmla="*/ 8498028 h 8839200"/>
              <a:gd name="connsiteX1082" fmla="*/ 8241360 w 15732060"/>
              <a:gd name="connsiteY1082" fmla="*/ 8136416 h 8839200"/>
              <a:gd name="connsiteX1083" fmla="*/ 8241360 w 15732060"/>
              <a:gd name="connsiteY1083" fmla="*/ 7330883 h 8839200"/>
              <a:gd name="connsiteX1084" fmla="*/ 8094301 w 15732060"/>
              <a:gd name="connsiteY1084" fmla="*/ 7183823 h 8839200"/>
              <a:gd name="connsiteX1085" fmla="*/ 8342874 w 15732060"/>
              <a:gd name="connsiteY1085" fmla="*/ 5550805 h 8839200"/>
              <a:gd name="connsiteX1086" fmla="*/ 8337936 w 15732060"/>
              <a:gd name="connsiteY1086" fmla="*/ 5550805 h 8839200"/>
              <a:gd name="connsiteX1087" fmla="*/ 8337936 w 15732060"/>
              <a:gd name="connsiteY1087" fmla="*/ 7063651 h 8839200"/>
              <a:gd name="connsiteX1088" fmla="*/ 8547002 w 15732060"/>
              <a:gd name="connsiteY1088" fmla="*/ 7272717 h 8839200"/>
              <a:gd name="connsiteX1089" fmla="*/ 8547002 w 15732060"/>
              <a:gd name="connsiteY1089" fmla="*/ 7628293 h 8839200"/>
              <a:gd name="connsiteX1090" fmla="*/ 9146763 w 15732060"/>
              <a:gd name="connsiteY1090" fmla="*/ 8228054 h 8839200"/>
              <a:gd name="connsiteX1091" fmla="*/ 9146763 w 15732060"/>
              <a:gd name="connsiteY1091" fmla="*/ 8759772 h 8839200"/>
              <a:gd name="connsiteX1092" fmla="*/ 9130300 w 15732060"/>
              <a:gd name="connsiteY1092" fmla="*/ 8778429 h 8839200"/>
              <a:gd name="connsiteX1093" fmla="*/ 9148958 w 15732060"/>
              <a:gd name="connsiteY1093" fmla="*/ 8797086 h 8839200"/>
              <a:gd name="connsiteX1094" fmla="*/ 9167615 w 15732060"/>
              <a:gd name="connsiteY1094" fmla="*/ 8778429 h 8839200"/>
              <a:gd name="connsiteX1095" fmla="*/ 9162881 w 15732060"/>
              <a:gd name="connsiteY1095" fmla="*/ 8765603 h 8839200"/>
              <a:gd name="connsiteX1096" fmla="*/ 9151701 w 15732060"/>
              <a:gd name="connsiteY1096" fmla="*/ 8760045 h 8839200"/>
              <a:gd name="connsiteX1097" fmla="*/ 9151701 w 15732060"/>
              <a:gd name="connsiteY1097" fmla="*/ 8760321 h 8839200"/>
              <a:gd name="connsiteX1098" fmla="*/ 9151152 w 15732060"/>
              <a:gd name="connsiteY1098" fmla="*/ 8759772 h 8839200"/>
              <a:gd name="connsiteX1099" fmla="*/ 9151701 w 15732060"/>
              <a:gd name="connsiteY1099" fmla="*/ 8760045 h 8839200"/>
              <a:gd name="connsiteX1100" fmla="*/ 9151701 w 15732060"/>
              <a:gd name="connsiteY1100" fmla="*/ 8226408 h 8839200"/>
              <a:gd name="connsiteX1101" fmla="*/ 8551940 w 15732060"/>
              <a:gd name="connsiteY1101" fmla="*/ 7626647 h 8839200"/>
              <a:gd name="connsiteX1102" fmla="*/ 8551940 w 15732060"/>
              <a:gd name="connsiteY1102" fmla="*/ 7271071 h 8839200"/>
              <a:gd name="connsiteX1103" fmla="*/ 8342874 w 15732060"/>
              <a:gd name="connsiteY1103" fmla="*/ 7062005 h 8839200"/>
              <a:gd name="connsiteX1104" fmla="*/ 8562915 w 15732060"/>
              <a:gd name="connsiteY1104" fmla="*/ 5550805 h 8839200"/>
              <a:gd name="connsiteX1105" fmla="*/ 8557977 w 15732060"/>
              <a:gd name="connsiteY1105" fmla="*/ 5550805 h 8839200"/>
              <a:gd name="connsiteX1106" fmla="*/ 8557977 w 15732060"/>
              <a:gd name="connsiteY1106" fmla="*/ 6582417 h 8839200"/>
              <a:gd name="connsiteX1107" fmla="*/ 8656199 w 15732060"/>
              <a:gd name="connsiteY1107" fmla="*/ 6680639 h 8839200"/>
              <a:gd name="connsiteX1108" fmla="*/ 8656199 w 15732060"/>
              <a:gd name="connsiteY1108" fmla="*/ 6911105 h 8839200"/>
              <a:gd name="connsiteX1109" fmla="*/ 8981595 w 15732060"/>
              <a:gd name="connsiteY1109" fmla="*/ 7236501 h 8839200"/>
              <a:gd name="connsiteX1110" fmla="*/ 8981595 w 15732060"/>
              <a:gd name="connsiteY1110" fmla="*/ 7821995 h 8839200"/>
              <a:gd name="connsiteX1111" fmla="*/ 9516057 w 15732060"/>
              <a:gd name="connsiteY1111" fmla="*/ 8356457 h 8839200"/>
              <a:gd name="connsiteX1112" fmla="*/ 9516057 w 15732060"/>
              <a:gd name="connsiteY1112" fmla="*/ 8760869 h 8839200"/>
              <a:gd name="connsiteX1113" fmla="*/ 9499596 w 15732060"/>
              <a:gd name="connsiteY1113" fmla="*/ 8779526 h 8839200"/>
              <a:gd name="connsiteX1114" fmla="*/ 9518252 w 15732060"/>
              <a:gd name="connsiteY1114" fmla="*/ 8798184 h 8839200"/>
              <a:gd name="connsiteX1115" fmla="*/ 9536909 w 15732060"/>
              <a:gd name="connsiteY1115" fmla="*/ 8779526 h 8839200"/>
              <a:gd name="connsiteX1116" fmla="*/ 9520448 w 15732060"/>
              <a:gd name="connsiteY1116" fmla="*/ 8760869 h 8839200"/>
              <a:gd name="connsiteX1117" fmla="*/ 9520996 w 15732060"/>
              <a:gd name="connsiteY1117" fmla="*/ 8760321 h 8839200"/>
              <a:gd name="connsiteX1118" fmla="*/ 9520996 w 15732060"/>
              <a:gd name="connsiteY1118" fmla="*/ 8354261 h 8839200"/>
              <a:gd name="connsiteX1119" fmla="*/ 8986534 w 15732060"/>
              <a:gd name="connsiteY1119" fmla="*/ 7819799 h 8839200"/>
              <a:gd name="connsiteX1120" fmla="*/ 8986534 w 15732060"/>
              <a:gd name="connsiteY1120" fmla="*/ 7234306 h 8839200"/>
              <a:gd name="connsiteX1121" fmla="*/ 8661137 w 15732060"/>
              <a:gd name="connsiteY1121" fmla="*/ 6908909 h 8839200"/>
              <a:gd name="connsiteX1122" fmla="*/ 8661137 w 15732060"/>
              <a:gd name="connsiteY1122" fmla="*/ 6678444 h 8839200"/>
              <a:gd name="connsiteX1123" fmla="*/ 8562915 w 15732060"/>
              <a:gd name="connsiteY1123" fmla="*/ 6580221 h 8839200"/>
              <a:gd name="connsiteX1124" fmla="*/ 7981263 w 15732060"/>
              <a:gd name="connsiteY1124" fmla="*/ 5550257 h 8839200"/>
              <a:gd name="connsiteX1125" fmla="*/ 7976324 w 15732060"/>
              <a:gd name="connsiteY1125" fmla="*/ 5550257 h 8839200"/>
              <a:gd name="connsiteX1126" fmla="*/ 7976324 w 15732060"/>
              <a:gd name="connsiteY1126" fmla="*/ 7449408 h 8839200"/>
              <a:gd name="connsiteX1127" fmla="*/ 8142588 w 15732060"/>
              <a:gd name="connsiteY1127" fmla="*/ 7615673 h 8839200"/>
              <a:gd name="connsiteX1128" fmla="*/ 8142588 w 15732060"/>
              <a:gd name="connsiteY1128" fmla="*/ 8734530 h 8839200"/>
              <a:gd name="connsiteX1129" fmla="*/ 8126127 w 15732060"/>
              <a:gd name="connsiteY1129" fmla="*/ 8753187 h 8839200"/>
              <a:gd name="connsiteX1130" fmla="*/ 8144784 w 15732060"/>
              <a:gd name="connsiteY1130" fmla="*/ 8771844 h 8839200"/>
              <a:gd name="connsiteX1131" fmla="*/ 8163440 w 15732060"/>
              <a:gd name="connsiteY1131" fmla="*/ 8753187 h 8839200"/>
              <a:gd name="connsiteX1132" fmla="*/ 8158707 w 15732060"/>
              <a:gd name="connsiteY1132" fmla="*/ 8740361 h 8839200"/>
              <a:gd name="connsiteX1133" fmla="*/ 8147526 w 15732060"/>
              <a:gd name="connsiteY1133" fmla="*/ 8734803 h 8839200"/>
              <a:gd name="connsiteX1134" fmla="*/ 8147526 w 15732060"/>
              <a:gd name="connsiteY1134" fmla="*/ 8735080 h 8839200"/>
              <a:gd name="connsiteX1135" fmla="*/ 8146978 w 15732060"/>
              <a:gd name="connsiteY1135" fmla="*/ 8734530 h 8839200"/>
              <a:gd name="connsiteX1136" fmla="*/ 8147526 w 15732060"/>
              <a:gd name="connsiteY1136" fmla="*/ 8734803 h 8839200"/>
              <a:gd name="connsiteX1137" fmla="*/ 8147526 w 15732060"/>
              <a:gd name="connsiteY1137" fmla="*/ 7614027 h 8839200"/>
              <a:gd name="connsiteX1138" fmla="*/ 7981263 w 15732060"/>
              <a:gd name="connsiteY1138" fmla="*/ 7447761 h 8839200"/>
              <a:gd name="connsiteX1139" fmla="*/ 8674855 w 15732060"/>
              <a:gd name="connsiteY1139" fmla="*/ 5545867 h 8839200"/>
              <a:gd name="connsiteX1140" fmla="*/ 8669918 w 15732060"/>
              <a:gd name="connsiteY1140" fmla="*/ 5545867 h 8839200"/>
              <a:gd name="connsiteX1141" fmla="*/ 8669918 w 15732060"/>
              <a:gd name="connsiteY1141" fmla="*/ 6403530 h 8839200"/>
              <a:gd name="connsiteX1142" fmla="*/ 8878983 w 15732060"/>
              <a:gd name="connsiteY1142" fmla="*/ 6612597 h 8839200"/>
              <a:gd name="connsiteX1143" fmla="*/ 8878983 w 15732060"/>
              <a:gd name="connsiteY1143" fmla="*/ 6976953 h 8839200"/>
              <a:gd name="connsiteX1144" fmla="*/ 9308089 w 15732060"/>
              <a:gd name="connsiteY1144" fmla="*/ 7406058 h 8839200"/>
              <a:gd name="connsiteX1145" fmla="*/ 9308638 w 15732060"/>
              <a:gd name="connsiteY1145" fmla="*/ 7406058 h 8839200"/>
              <a:gd name="connsiteX1146" fmla="*/ 9581356 w 15732060"/>
              <a:gd name="connsiteY1146" fmla="*/ 7406606 h 8839200"/>
              <a:gd name="connsiteX1147" fmla="*/ 9900716 w 15732060"/>
              <a:gd name="connsiteY1147" fmla="*/ 7725968 h 8839200"/>
              <a:gd name="connsiteX1148" fmla="*/ 9900716 w 15732060"/>
              <a:gd name="connsiteY1148" fmla="*/ 8574851 h 8839200"/>
              <a:gd name="connsiteX1149" fmla="*/ 10090577 w 15732060"/>
              <a:gd name="connsiteY1149" fmla="*/ 8764710 h 8839200"/>
              <a:gd name="connsiteX1150" fmla="*/ 10092222 w 15732060"/>
              <a:gd name="connsiteY1150" fmla="*/ 8789404 h 8839200"/>
              <a:gd name="connsiteX1151" fmla="*/ 10118562 w 15732060"/>
              <a:gd name="connsiteY1151" fmla="*/ 8789404 h 8839200"/>
              <a:gd name="connsiteX1152" fmla="*/ 10118562 w 15732060"/>
              <a:gd name="connsiteY1152" fmla="*/ 8763065 h 8839200"/>
              <a:gd name="connsiteX1153" fmla="*/ 10093869 w 15732060"/>
              <a:gd name="connsiteY1153" fmla="*/ 8761418 h 8839200"/>
              <a:gd name="connsiteX1154" fmla="*/ 10093869 w 15732060"/>
              <a:gd name="connsiteY1154" fmla="*/ 8760869 h 8839200"/>
              <a:gd name="connsiteX1155" fmla="*/ 9905655 w 15732060"/>
              <a:gd name="connsiteY1155" fmla="*/ 8572655 h 8839200"/>
              <a:gd name="connsiteX1156" fmla="*/ 9905655 w 15732060"/>
              <a:gd name="connsiteY1156" fmla="*/ 7723772 h 8839200"/>
              <a:gd name="connsiteX1157" fmla="*/ 9584099 w 15732060"/>
              <a:gd name="connsiteY1157" fmla="*/ 7402218 h 8839200"/>
              <a:gd name="connsiteX1158" fmla="*/ 9583551 w 15732060"/>
              <a:gd name="connsiteY1158" fmla="*/ 7402218 h 8839200"/>
              <a:gd name="connsiteX1159" fmla="*/ 9310833 w 15732060"/>
              <a:gd name="connsiteY1159" fmla="*/ 7401669 h 8839200"/>
              <a:gd name="connsiteX1160" fmla="*/ 8883922 w 15732060"/>
              <a:gd name="connsiteY1160" fmla="*/ 6974757 h 8839200"/>
              <a:gd name="connsiteX1161" fmla="*/ 8883922 w 15732060"/>
              <a:gd name="connsiteY1161" fmla="*/ 6610401 h 8839200"/>
              <a:gd name="connsiteX1162" fmla="*/ 8674855 w 15732060"/>
              <a:gd name="connsiteY1162" fmla="*/ 6401335 h 8839200"/>
              <a:gd name="connsiteX1163" fmla="*/ 5604168 w 15732060"/>
              <a:gd name="connsiteY1163" fmla="*/ 5531600 h 8839200"/>
              <a:gd name="connsiteX1164" fmla="*/ 5585512 w 15732060"/>
              <a:gd name="connsiteY1164" fmla="*/ 5548062 h 8839200"/>
              <a:gd name="connsiteX1165" fmla="*/ 4807962 w 15732060"/>
              <a:gd name="connsiteY1165" fmla="*/ 5548062 h 8839200"/>
              <a:gd name="connsiteX1166" fmla="*/ 4635662 w 15732060"/>
              <a:gd name="connsiteY1166" fmla="*/ 5720362 h 8839200"/>
              <a:gd name="connsiteX1167" fmla="*/ 4610969 w 15732060"/>
              <a:gd name="connsiteY1167" fmla="*/ 5722009 h 8839200"/>
              <a:gd name="connsiteX1168" fmla="*/ 4610969 w 15732060"/>
              <a:gd name="connsiteY1168" fmla="*/ 5748348 h 8839200"/>
              <a:gd name="connsiteX1169" fmla="*/ 4637308 w 15732060"/>
              <a:gd name="connsiteY1169" fmla="*/ 5748348 h 8839200"/>
              <a:gd name="connsiteX1170" fmla="*/ 4638954 w 15732060"/>
              <a:gd name="connsiteY1170" fmla="*/ 5723655 h 8839200"/>
              <a:gd name="connsiteX1171" fmla="*/ 4810158 w 15732060"/>
              <a:gd name="connsiteY1171" fmla="*/ 5552452 h 8839200"/>
              <a:gd name="connsiteX1172" fmla="*/ 5585512 w 15732060"/>
              <a:gd name="connsiteY1172" fmla="*/ 5552452 h 8839200"/>
              <a:gd name="connsiteX1173" fmla="*/ 5604168 w 15732060"/>
              <a:gd name="connsiteY1173" fmla="*/ 5568914 h 8839200"/>
              <a:gd name="connsiteX1174" fmla="*/ 5622826 w 15732060"/>
              <a:gd name="connsiteY1174" fmla="*/ 5550257 h 8839200"/>
              <a:gd name="connsiteX1175" fmla="*/ 5604168 w 15732060"/>
              <a:gd name="connsiteY1175" fmla="*/ 5531600 h 8839200"/>
              <a:gd name="connsiteX1176" fmla="*/ 7615808 w 15732060"/>
              <a:gd name="connsiteY1176" fmla="*/ 5518431 h 8839200"/>
              <a:gd name="connsiteX1177" fmla="*/ 7610870 w 15732060"/>
              <a:gd name="connsiteY1177" fmla="*/ 5518431 h 8839200"/>
              <a:gd name="connsiteX1178" fmla="*/ 7610870 w 15732060"/>
              <a:gd name="connsiteY1178" fmla="*/ 6798615 h 8839200"/>
              <a:gd name="connsiteX1179" fmla="*/ 7453385 w 15732060"/>
              <a:gd name="connsiteY1179" fmla="*/ 6956101 h 8839200"/>
              <a:gd name="connsiteX1180" fmla="*/ 7453385 w 15732060"/>
              <a:gd name="connsiteY1180" fmla="*/ 7533364 h 8839200"/>
              <a:gd name="connsiteX1181" fmla="*/ 7137866 w 15732060"/>
              <a:gd name="connsiteY1181" fmla="*/ 7848882 h 8839200"/>
              <a:gd name="connsiteX1182" fmla="*/ 7137866 w 15732060"/>
              <a:gd name="connsiteY1182" fmla="*/ 8652221 h 8839200"/>
              <a:gd name="connsiteX1183" fmla="*/ 7121404 w 15732060"/>
              <a:gd name="connsiteY1183" fmla="*/ 8670878 h 8839200"/>
              <a:gd name="connsiteX1184" fmla="*/ 7140061 w 15732060"/>
              <a:gd name="connsiteY1184" fmla="*/ 8689534 h 8839200"/>
              <a:gd name="connsiteX1185" fmla="*/ 7158718 w 15732060"/>
              <a:gd name="connsiteY1185" fmla="*/ 8670878 h 8839200"/>
              <a:gd name="connsiteX1186" fmla="*/ 7142256 w 15732060"/>
              <a:gd name="connsiteY1186" fmla="*/ 8652221 h 8839200"/>
              <a:gd name="connsiteX1187" fmla="*/ 7142805 w 15732060"/>
              <a:gd name="connsiteY1187" fmla="*/ 8651672 h 8839200"/>
              <a:gd name="connsiteX1188" fmla="*/ 7142805 w 15732060"/>
              <a:gd name="connsiteY1188" fmla="*/ 7850528 h 8839200"/>
              <a:gd name="connsiteX1189" fmla="*/ 7458324 w 15732060"/>
              <a:gd name="connsiteY1189" fmla="*/ 7535010 h 8839200"/>
              <a:gd name="connsiteX1190" fmla="*/ 7458324 w 15732060"/>
              <a:gd name="connsiteY1190" fmla="*/ 6957746 h 8839200"/>
              <a:gd name="connsiteX1191" fmla="*/ 7615808 w 15732060"/>
              <a:gd name="connsiteY1191" fmla="*/ 6800261 h 8839200"/>
              <a:gd name="connsiteX1192" fmla="*/ 9293557 w 15732060"/>
              <a:gd name="connsiteY1192" fmla="*/ 5506251 h 8839200"/>
              <a:gd name="connsiteX1193" fmla="*/ 9293273 w 15732060"/>
              <a:gd name="connsiteY1193" fmla="*/ 5506359 h 8839200"/>
              <a:gd name="connsiteX1194" fmla="*/ 9293822 w 15732060"/>
              <a:gd name="connsiteY1194" fmla="*/ 5506359 h 8839200"/>
              <a:gd name="connsiteX1195" fmla="*/ 2078585 w 15732060"/>
              <a:gd name="connsiteY1195" fmla="*/ 5497577 h 8839200"/>
              <a:gd name="connsiteX1196" fmla="*/ 2059928 w 15732060"/>
              <a:gd name="connsiteY1196" fmla="*/ 5516234 h 8839200"/>
              <a:gd name="connsiteX1197" fmla="*/ 2078585 w 15732060"/>
              <a:gd name="connsiteY1197" fmla="*/ 5534891 h 8839200"/>
              <a:gd name="connsiteX1198" fmla="*/ 2078585 w 15732060"/>
              <a:gd name="connsiteY1198" fmla="*/ 5535440 h 8839200"/>
              <a:gd name="connsiteX1199" fmla="*/ 2097241 w 15732060"/>
              <a:gd name="connsiteY1199" fmla="*/ 5518978 h 8839200"/>
              <a:gd name="connsiteX1200" fmla="*/ 2858877 w 15732060"/>
              <a:gd name="connsiteY1200" fmla="*/ 5518978 h 8839200"/>
              <a:gd name="connsiteX1201" fmla="*/ 3026239 w 15732060"/>
              <a:gd name="connsiteY1201" fmla="*/ 5686340 h 8839200"/>
              <a:gd name="connsiteX1202" fmla="*/ 3026239 w 15732060"/>
              <a:gd name="connsiteY1202" fmla="*/ 5870164 h 8839200"/>
              <a:gd name="connsiteX1203" fmla="*/ 3009778 w 15732060"/>
              <a:gd name="connsiteY1203" fmla="*/ 5888821 h 8839200"/>
              <a:gd name="connsiteX1204" fmla="*/ 3028434 w 15732060"/>
              <a:gd name="connsiteY1204" fmla="*/ 5907478 h 8839200"/>
              <a:gd name="connsiteX1205" fmla="*/ 3047091 w 15732060"/>
              <a:gd name="connsiteY1205" fmla="*/ 5888821 h 8839200"/>
              <a:gd name="connsiteX1206" fmla="*/ 3030629 w 15732060"/>
              <a:gd name="connsiteY1206" fmla="*/ 5870164 h 8839200"/>
              <a:gd name="connsiteX1207" fmla="*/ 3030629 w 15732060"/>
              <a:gd name="connsiteY1207" fmla="*/ 5684145 h 8839200"/>
              <a:gd name="connsiteX1208" fmla="*/ 2861073 w 15732060"/>
              <a:gd name="connsiteY1208" fmla="*/ 5514588 h 8839200"/>
              <a:gd name="connsiteX1209" fmla="*/ 2860523 w 15732060"/>
              <a:gd name="connsiteY1209" fmla="*/ 5514588 h 8839200"/>
              <a:gd name="connsiteX1210" fmla="*/ 2097241 w 15732060"/>
              <a:gd name="connsiteY1210" fmla="*/ 5514039 h 8839200"/>
              <a:gd name="connsiteX1211" fmla="*/ 2078585 w 15732060"/>
              <a:gd name="connsiteY1211" fmla="*/ 5497577 h 8839200"/>
              <a:gd name="connsiteX1212" fmla="*/ 9293822 w 15732060"/>
              <a:gd name="connsiteY1212" fmla="*/ 5469044 h 8839200"/>
              <a:gd name="connsiteX1213" fmla="*/ 9275165 w 15732060"/>
              <a:gd name="connsiteY1213" fmla="*/ 5487702 h 8839200"/>
              <a:gd name="connsiteX1214" fmla="*/ 9280584 w 15732060"/>
              <a:gd name="connsiteY1214" fmla="*/ 5500940 h 8839200"/>
              <a:gd name="connsiteX1215" fmla="*/ 9293557 w 15732060"/>
              <a:gd name="connsiteY1215" fmla="*/ 5506251 h 8839200"/>
              <a:gd name="connsiteX1216" fmla="*/ 9305688 w 15732060"/>
              <a:gd name="connsiteY1216" fmla="*/ 5501626 h 8839200"/>
              <a:gd name="connsiteX1217" fmla="*/ 9311930 w 15732060"/>
              <a:gd name="connsiteY1217" fmla="*/ 5489897 h 8839200"/>
              <a:gd name="connsiteX1218" fmla="*/ 9486426 w 15732060"/>
              <a:gd name="connsiteY1218" fmla="*/ 5489897 h 8839200"/>
              <a:gd name="connsiteX1219" fmla="*/ 9856270 w 15732060"/>
              <a:gd name="connsiteY1219" fmla="*/ 5859741 h 8839200"/>
              <a:gd name="connsiteX1220" fmla="*/ 9856818 w 15732060"/>
              <a:gd name="connsiteY1220" fmla="*/ 5859741 h 8839200"/>
              <a:gd name="connsiteX1221" fmla="*/ 10064786 w 15732060"/>
              <a:gd name="connsiteY1221" fmla="*/ 5860289 h 8839200"/>
              <a:gd name="connsiteX1222" fmla="*/ 10083443 w 15732060"/>
              <a:gd name="connsiteY1222" fmla="*/ 5876751 h 8839200"/>
              <a:gd name="connsiteX1223" fmla="*/ 10102100 w 15732060"/>
              <a:gd name="connsiteY1223" fmla="*/ 5858094 h 8839200"/>
              <a:gd name="connsiteX1224" fmla="*/ 10083443 w 15732060"/>
              <a:gd name="connsiteY1224" fmla="*/ 5839437 h 8839200"/>
              <a:gd name="connsiteX1225" fmla="*/ 10064786 w 15732060"/>
              <a:gd name="connsiteY1225" fmla="*/ 5855899 h 8839200"/>
              <a:gd name="connsiteX1226" fmla="*/ 9859012 w 15732060"/>
              <a:gd name="connsiteY1226" fmla="*/ 5855899 h 8839200"/>
              <a:gd name="connsiteX1227" fmla="*/ 9489169 w 15732060"/>
              <a:gd name="connsiteY1227" fmla="*/ 5486055 h 8839200"/>
              <a:gd name="connsiteX1228" fmla="*/ 9488621 w 15732060"/>
              <a:gd name="connsiteY1228" fmla="*/ 5486055 h 8839200"/>
              <a:gd name="connsiteX1229" fmla="*/ 9312479 w 15732060"/>
              <a:gd name="connsiteY1229" fmla="*/ 5485507 h 8839200"/>
              <a:gd name="connsiteX1230" fmla="*/ 9293822 w 15732060"/>
              <a:gd name="connsiteY1230" fmla="*/ 5469044 h 8839200"/>
              <a:gd name="connsiteX1231" fmla="*/ 9005740 w 15732060"/>
              <a:gd name="connsiteY1231" fmla="*/ 5334058 h 8839200"/>
              <a:gd name="connsiteX1232" fmla="*/ 9005740 w 15732060"/>
              <a:gd name="connsiteY1232" fmla="*/ 5338996 h 8839200"/>
              <a:gd name="connsiteX1233" fmla="*/ 9640070 w 15732060"/>
              <a:gd name="connsiteY1233" fmla="*/ 5338996 h 8839200"/>
              <a:gd name="connsiteX1234" fmla="*/ 9835417 w 15732060"/>
              <a:gd name="connsiteY1234" fmla="*/ 5534344 h 8839200"/>
              <a:gd name="connsiteX1235" fmla="*/ 9837064 w 15732060"/>
              <a:gd name="connsiteY1235" fmla="*/ 5559036 h 8839200"/>
              <a:gd name="connsiteX1236" fmla="*/ 9837064 w 15732060"/>
              <a:gd name="connsiteY1236" fmla="*/ 5558487 h 8839200"/>
              <a:gd name="connsiteX1237" fmla="*/ 9863403 w 15732060"/>
              <a:gd name="connsiteY1237" fmla="*/ 5558487 h 8839200"/>
              <a:gd name="connsiteX1238" fmla="*/ 9863403 w 15732060"/>
              <a:gd name="connsiteY1238" fmla="*/ 5532148 h 8839200"/>
              <a:gd name="connsiteX1239" fmla="*/ 9838710 w 15732060"/>
              <a:gd name="connsiteY1239" fmla="*/ 5530503 h 8839200"/>
              <a:gd name="connsiteX1240" fmla="*/ 9642814 w 15732060"/>
              <a:gd name="connsiteY1240" fmla="*/ 5334607 h 8839200"/>
              <a:gd name="connsiteX1241" fmla="*/ 9642265 w 15732060"/>
              <a:gd name="connsiteY1241" fmla="*/ 5334607 h 8839200"/>
              <a:gd name="connsiteX1242" fmla="*/ 9005740 w 15732060"/>
              <a:gd name="connsiteY1242" fmla="*/ 5334058 h 8839200"/>
              <a:gd name="connsiteX1243" fmla="*/ 6706565 w 15732060"/>
              <a:gd name="connsiteY1243" fmla="*/ 5332960 h 8839200"/>
              <a:gd name="connsiteX1244" fmla="*/ 6511218 w 15732060"/>
              <a:gd name="connsiteY1244" fmla="*/ 5332960 h 8839200"/>
              <a:gd name="connsiteX1245" fmla="*/ 4669134 w 15732060"/>
              <a:gd name="connsiteY1245" fmla="*/ 7175043 h 8839200"/>
              <a:gd name="connsiteX1246" fmla="*/ 4276793 w 15732060"/>
              <a:gd name="connsiteY1246" fmla="*/ 7175043 h 8839200"/>
              <a:gd name="connsiteX1247" fmla="*/ 3538204 w 15732060"/>
              <a:gd name="connsiteY1247" fmla="*/ 7913632 h 8839200"/>
              <a:gd name="connsiteX1248" fmla="*/ 3006485 w 15732060"/>
              <a:gd name="connsiteY1248" fmla="*/ 7913632 h 8839200"/>
              <a:gd name="connsiteX1249" fmla="*/ 2406176 w 15732060"/>
              <a:gd name="connsiteY1249" fmla="*/ 8513942 h 8839200"/>
              <a:gd name="connsiteX1250" fmla="*/ 1628078 w 15732060"/>
              <a:gd name="connsiteY1250" fmla="*/ 8513942 h 8839200"/>
              <a:gd name="connsiteX1251" fmla="*/ 1336154 w 15732060"/>
              <a:gd name="connsiteY1251" fmla="*/ 8805865 h 8839200"/>
              <a:gd name="connsiteX1252" fmla="*/ 1311462 w 15732060"/>
              <a:gd name="connsiteY1252" fmla="*/ 8807512 h 8839200"/>
              <a:gd name="connsiteX1253" fmla="*/ 1311462 w 15732060"/>
              <a:gd name="connsiteY1253" fmla="*/ 8833851 h 8839200"/>
              <a:gd name="connsiteX1254" fmla="*/ 1337801 w 15732060"/>
              <a:gd name="connsiteY1254" fmla="*/ 8833851 h 8839200"/>
              <a:gd name="connsiteX1255" fmla="*/ 1339446 w 15732060"/>
              <a:gd name="connsiteY1255" fmla="*/ 8809158 h 8839200"/>
              <a:gd name="connsiteX1256" fmla="*/ 1629724 w 15732060"/>
              <a:gd name="connsiteY1256" fmla="*/ 8518880 h 8839200"/>
              <a:gd name="connsiteX1257" fmla="*/ 2407822 w 15732060"/>
              <a:gd name="connsiteY1257" fmla="*/ 8518880 h 8839200"/>
              <a:gd name="connsiteX1258" fmla="*/ 3008132 w 15732060"/>
              <a:gd name="connsiteY1258" fmla="*/ 7918571 h 8839200"/>
              <a:gd name="connsiteX1259" fmla="*/ 3539850 w 15732060"/>
              <a:gd name="connsiteY1259" fmla="*/ 7918571 h 8839200"/>
              <a:gd name="connsiteX1260" fmla="*/ 4278440 w 15732060"/>
              <a:gd name="connsiteY1260" fmla="*/ 7179982 h 8839200"/>
              <a:gd name="connsiteX1261" fmla="*/ 4278988 w 15732060"/>
              <a:gd name="connsiteY1261" fmla="*/ 7179982 h 8839200"/>
              <a:gd name="connsiteX1262" fmla="*/ 4671330 w 15732060"/>
              <a:gd name="connsiteY1262" fmla="*/ 7179982 h 8839200"/>
              <a:gd name="connsiteX1263" fmla="*/ 6513413 w 15732060"/>
              <a:gd name="connsiteY1263" fmla="*/ 5337899 h 8839200"/>
              <a:gd name="connsiteX1264" fmla="*/ 6706565 w 15732060"/>
              <a:gd name="connsiteY1264" fmla="*/ 5337899 h 8839200"/>
              <a:gd name="connsiteX1265" fmla="*/ 3355477 w 15732060"/>
              <a:gd name="connsiteY1265" fmla="*/ 5325413 h 8839200"/>
              <a:gd name="connsiteX1266" fmla="*/ 3342308 w 15732060"/>
              <a:gd name="connsiteY1266" fmla="*/ 5330764 h 8839200"/>
              <a:gd name="connsiteX1267" fmla="*/ 3340661 w 15732060"/>
              <a:gd name="connsiteY1267" fmla="*/ 5355456 h 8839200"/>
              <a:gd name="connsiteX1268" fmla="*/ 3109647 w 15732060"/>
              <a:gd name="connsiteY1268" fmla="*/ 5586471 h 8839200"/>
              <a:gd name="connsiteX1269" fmla="*/ 3109647 w 15732060"/>
              <a:gd name="connsiteY1269" fmla="*/ 5867420 h 8839200"/>
              <a:gd name="connsiteX1270" fmla="*/ 3093184 w 15732060"/>
              <a:gd name="connsiteY1270" fmla="*/ 5886077 h 8839200"/>
              <a:gd name="connsiteX1271" fmla="*/ 3111841 w 15732060"/>
              <a:gd name="connsiteY1271" fmla="*/ 5904734 h 8839200"/>
              <a:gd name="connsiteX1272" fmla="*/ 3130498 w 15732060"/>
              <a:gd name="connsiteY1272" fmla="*/ 5886077 h 8839200"/>
              <a:gd name="connsiteX1273" fmla="*/ 3114036 w 15732060"/>
              <a:gd name="connsiteY1273" fmla="*/ 5867420 h 8839200"/>
              <a:gd name="connsiteX1274" fmla="*/ 3114036 w 15732060"/>
              <a:gd name="connsiteY1274" fmla="*/ 5588666 h 8839200"/>
              <a:gd name="connsiteX1275" fmla="*/ 3343954 w 15732060"/>
              <a:gd name="connsiteY1275" fmla="*/ 5358749 h 8839200"/>
              <a:gd name="connsiteX1276" fmla="*/ 3368646 w 15732060"/>
              <a:gd name="connsiteY1276" fmla="*/ 5357103 h 8839200"/>
              <a:gd name="connsiteX1277" fmla="*/ 3368646 w 15732060"/>
              <a:gd name="connsiteY1277" fmla="*/ 5330764 h 8839200"/>
              <a:gd name="connsiteX1278" fmla="*/ 3355477 w 15732060"/>
              <a:gd name="connsiteY1278" fmla="*/ 5325413 h 8839200"/>
              <a:gd name="connsiteX1279" fmla="*/ 3814214 w 15732060"/>
              <a:gd name="connsiteY1279" fmla="*/ 5323629 h 8839200"/>
              <a:gd name="connsiteX1280" fmla="*/ 3795558 w 15732060"/>
              <a:gd name="connsiteY1280" fmla="*/ 5340092 h 8839200"/>
              <a:gd name="connsiteX1281" fmla="*/ 3438884 w 15732060"/>
              <a:gd name="connsiteY1281" fmla="*/ 5340092 h 8839200"/>
              <a:gd name="connsiteX1282" fmla="*/ 3191955 w 15732060"/>
              <a:gd name="connsiteY1282" fmla="*/ 5587019 h 8839200"/>
              <a:gd name="connsiteX1283" fmla="*/ 3191955 w 15732060"/>
              <a:gd name="connsiteY1283" fmla="*/ 5867970 h 8839200"/>
              <a:gd name="connsiteX1284" fmla="*/ 3192504 w 15732060"/>
              <a:gd name="connsiteY1284" fmla="*/ 5867970 h 8839200"/>
              <a:gd name="connsiteX1285" fmla="*/ 3176042 w 15732060"/>
              <a:gd name="connsiteY1285" fmla="*/ 5886626 h 8839200"/>
              <a:gd name="connsiteX1286" fmla="*/ 3194699 w 15732060"/>
              <a:gd name="connsiteY1286" fmla="*/ 5905282 h 8839200"/>
              <a:gd name="connsiteX1287" fmla="*/ 3213356 w 15732060"/>
              <a:gd name="connsiteY1287" fmla="*/ 5886626 h 8839200"/>
              <a:gd name="connsiteX1288" fmla="*/ 3196894 w 15732060"/>
              <a:gd name="connsiteY1288" fmla="*/ 5867970 h 8839200"/>
              <a:gd name="connsiteX1289" fmla="*/ 3196894 w 15732060"/>
              <a:gd name="connsiteY1289" fmla="*/ 5588666 h 8839200"/>
              <a:gd name="connsiteX1290" fmla="*/ 3441079 w 15732060"/>
              <a:gd name="connsiteY1290" fmla="*/ 5344482 h 8839200"/>
              <a:gd name="connsiteX1291" fmla="*/ 3795558 w 15732060"/>
              <a:gd name="connsiteY1291" fmla="*/ 5344482 h 8839200"/>
              <a:gd name="connsiteX1292" fmla="*/ 3814214 w 15732060"/>
              <a:gd name="connsiteY1292" fmla="*/ 5360944 h 8839200"/>
              <a:gd name="connsiteX1293" fmla="*/ 3832872 w 15732060"/>
              <a:gd name="connsiteY1293" fmla="*/ 5342287 h 8839200"/>
              <a:gd name="connsiteX1294" fmla="*/ 3814214 w 15732060"/>
              <a:gd name="connsiteY1294" fmla="*/ 5323629 h 8839200"/>
              <a:gd name="connsiteX1295" fmla="*/ 13100904 w 15732060"/>
              <a:gd name="connsiteY1295" fmla="*/ 5298390 h 8839200"/>
              <a:gd name="connsiteX1296" fmla="*/ 13082246 w 15732060"/>
              <a:gd name="connsiteY1296" fmla="*/ 5317047 h 8839200"/>
              <a:gd name="connsiteX1297" fmla="*/ 13100904 w 15732060"/>
              <a:gd name="connsiteY1297" fmla="*/ 5335704 h 8839200"/>
              <a:gd name="connsiteX1298" fmla="*/ 13119561 w 15732060"/>
              <a:gd name="connsiteY1298" fmla="*/ 5319242 h 8839200"/>
              <a:gd name="connsiteX1299" fmla="*/ 14531440 w 15732060"/>
              <a:gd name="connsiteY1299" fmla="*/ 5319242 h 8839200"/>
              <a:gd name="connsiteX1300" fmla="*/ 14688925 w 15732060"/>
              <a:gd name="connsiteY1300" fmla="*/ 5476728 h 8839200"/>
              <a:gd name="connsiteX1301" fmla="*/ 14689474 w 15732060"/>
              <a:gd name="connsiteY1301" fmla="*/ 5476728 h 8839200"/>
              <a:gd name="connsiteX1302" fmla="*/ 15652493 w 15732060"/>
              <a:gd name="connsiteY1302" fmla="*/ 5477276 h 8839200"/>
              <a:gd name="connsiteX1303" fmla="*/ 15671150 w 15732060"/>
              <a:gd name="connsiteY1303" fmla="*/ 5493738 h 8839200"/>
              <a:gd name="connsiteX1304" fmla="*/ 15689808 w 15732060"/>
              <a:gd name="connsiteY1304" fmla="*/ 5475081 h 8839200"/>
              <a:gd name="connsiteX1305" fmla="*/ 15671150 w 15732060"/>
              <a:gd name="connsiteY1305" fmla="*/ 5456424 h 8839200"/>
              <a:gd name="connsiteX1306" fmla="*/ 15652493 w 15732060"/>
              <a:gd name="connsiteY1306" fmla="*/ 5472886 h 8839200"/>
              <a:gd name="connsiteX1307" fmla="*/ 14691668 w 15732060"/>
              <a:gd name="connsiteY1307" fmla="*/ 5472886 h 8839200"/>
              <a:gd name="connsiteX1308" fmla="*/ 14534184 w 15732060"/>
              <a:gd name="connsiteY1308" fmla="*/ 5315401 h 8839200"/>
              <a:gd name="connsiteX1309" fmla="*/ 14533634 w 15732060"/>
              <a:gd name="connsiteY1309" fmla="*/ 5315401 h 8839200"/>
              <a:gd name="connsiteX1310" fmla="*/ 13119561 w 15732060"/>
              <a:gd name="connsiteY1310" fmla="*/ 5314853 h 8839200"/>
              <a:gd name="connsiteX1311" fmla="*/ 13100904 w 15732060"/>
              <a:gd name="connsiteY1311" fmla="*/ 5298390 h 8839200"/>
              <a:gd name="connsiteX1312" fmla="*/ 2501654 w 15732060"/>
              <a:gd name="connsiteY1312" fmla="*/ 5222666 h 8839200"/>
              <a:gd name="connsiteX1313" fmla="*/ 2482998 w 15732060"/>
              <a:gd name="connsiteY1313" fmla="*/ 5239127 h 8839200"/>
              <a:gd name="connsiteX1314" fmla="*/ 1538086 w 15732060"/>
              <a:gd name="connsiteY1314" fmla="*/ 5239127 h 8839200"/>
              <a:gd name="connsiteX1315" fmla="*/ 1012404 w 15732060"/>
              <a:gd name="connsiteY1315" fmla="*/ 5764810 h 8839200"/>
              <a:gd name="connsiteX1316" fmla="*/ 373684 w 15732060"/>
              <a:gd name="connsiteY1316" fmla="*/ 5764810 h 8839200"/>
              <a:gd name="connsiteX1317" fmla="*/ 355028 w 15732060"/>
              <a:gd name="connsiteY1317" fmla="*/ 5748348 h 8839200"/>
              <a:gd name="connsiteX1318" fmla="*/ 336370 w 15732060"/>
              <a:gd name="connsiteY1318" fmla="*/ 5767005 h 8839200"/>
              <a:gd name="connsiteX1319" fmla="*/ 355028 w 15732060"/>
              <a:gd name="connsiteY1319" fmla="*/ 5785662 h 8839200"/>
              <a:gd name="connsiteX1320" fmla="*/ 373684 w 15732060"/>
              <a:gd name="connsiteY1320" fmla="*/ 5769200 h 8839200"/>
              <a:gd name="connsiteX1321" fmla="*/ 1014600 w 15732060"/>
              <a:gd name="connsiteY1321" fmla="*/ 5769200 h 8839200"/>
              <a:gd name="connsiteX1322" fmla="*/ 1540282 w 15732060"/>
              <a:gd name="connsiteY1322" fmla="*/ 5243518 h 8839200"/>
              <a:gd name="connsiteX1323" fmla="*/ 2482998 w 15732060"/>
              <a:gd name="connsiteY1323" fmla="*/ 5243518 h 8839200"/>
              <a:gd name="connsiteX1324" fmla="*/ 2501654 w 15732060"/>
              <a:gd name="connsiteY1324" fmla="*/ 5259979 h 8839200"/>
              <a:gd name="connsiteX1325" fmla="*/ 2520311 w 15732060"/>
              <a:gd name="connsiteY1325" fmla="*/ 5241322 h 8839200"/>
              <a:gd name="connsiteX1326" fmla="*/ 2501654 w 15732060"/>
              <a:gd name="connsiteY1326" fmla="*/ 5222666 h 8839200"/>
              <a:gd name="connsiteX1327" fmla="*/ 6731258 w 15732060"/>
              <a:gd name="connsiteY1327" fmla="*/ 5216629 h 8839200"/>
              <a:gd name="connsiteX1328" fmla="*/ 6337270 w 15732060"/>
              <a:gd name="connsiteY1328" fmla="*/ 5216629 h 8839200"/>
              <a:gd name="connsiteX1329" fmla="*/ 5447780 w 15732060"/>
              <a:gd name="connsiteY1329" fmla="*/ 6106119 h 8839200"/>
              <a:gd name="connsiteX1330" fmla="*/ 5184390 w 15732060"/>
              <a:gd name="connsiteY1330" fmla="*/ 6106119 h 8839200"/>
              <a:gd name="connsiteX1331" fmla="*/ 4126990 w 15732060"/>
              <a:gd name="connsiteY1331" fmla="*/ 7163520 h 8839200"/>
              <a:gd name="connsiteX1332" fmla="*/ 4102298 w 15732060"/>
              <a:gd name="connsiteY1332" fmla="*/ 7165166 h 8839200"/>
              <a:gd name="connsiteX1333" fmla="*/ 4102298 w 15732060"/>
              <a:gd name="connsiteY1333" fmla="*/ 7191505 h 8839200"/>
              <a:gd name="connsiteX1334" fmla="*/ 4128636 w 15732060"/>
              <a:gd name="connsiteY1334" fmla="*/ 7191505 h 8839200"/>
              <a:gd name="connsiteX1335" fmla="*/ 4130282 w 15732060"/>
              <a:gd name="connsiteY1335" fmla="*/ 7166813 h 8839200"/>
              <a:gd name="connsiteX1336" fmla="*/ 5186586 w 15732060"/>
              <a:gd name="connsiteY1336" fmla="*/ 6110509 h 8839200"/>
              <a:gd name="connsiteX1337" fmla="*/ 5449976 w 15732060"/>
              <a:gd name="connsiteY1337" fmla="*/ 6110509 h 8839200"/>
              <a:gd name="connsiteX1338" fmla="*/ 6338917 w 15732060"/>
              <a:gd name="connsiteY1338" fmla="*/ 5221568 h 8839200"/>
              <a:gd name="connsiteX1339" fmla="*/ 6338916 w 15732060"/>
              <a:gd name="connsiteY1339" fmla="*/ 5221568 h 8839200"/>
              <a:gd name="connsiteX1340" fmla="*/ 6339465 w 15732060"/>
              <a:gd name="connsiteY1340" fmla="*/ 5221020 h 8839200"/>
              <a:gd name="connsiteX1341" fmla="*/ 6338917 w 15732060"/>
              <a:gd name="connsiteY1341" fmla="*/ 5221568 h 8839200"/>
              <a:gd name="connsiteX1342" fmla="*/ 6731258 w 15732060"/>
              <a:gd name="connsiteY1342" fmla="*/ 5221568 h 8839200"/>
              <a:gd name="connsiteX1343" fmla="*/ 5903774 w 15732060"/>
              <a:gd name="connsiteY1343" fmla="*/ 5215121 h 8839200"/>
              <a:gd name="connsiteX1344" fmla="*/ 5890605 w 15732060"/>
              <a:gd name="connsiteY1344" fmla="*/ 5220470 h 8839200"/>
              <a:gd name="connsiteX1345" fmla="*/ 5888960 w 15732060"/>
              <a:gd name="connsiteY1345" fmla="*/ 5245164 h 8839200"/>
              <a:gd name="connsiteX1346" fmla="*/ 5719401 w 15732060"/>
              <a:gd name="connsiteY1346" fmla="*/ 5414721 h 8839200"/>
              <a:gd name="connsiteX1347" fmla="*/ 5389616 w 15732060"/>
              <a:gd name="connsiteY1347" fmla="*/ 5414721 h 8839200"/>
              <a:gd name="connsiteX1348" fmla="*/ 5283162 w 15732060"/>
              <a:gd name="connsiteY1348" fmla="*/ 5308268 h 8839200"/>
              <a:gd name="connsiteX1349" fmla="*/ 5282613 w 15732060"/>
              <a:gd name="connsiteY1349" fmla="*/ 5308268 h 8839200"/>
              <a:gd name="connsiteX1350" fmla="*/ 4879298 w 15732060"/>
              <a:gd name="connsiteY1350" fmla="*/ 5307719 h 8839200"/>
              <a:gd name="connsiteX1351" fmla="*/ 3998039 w 15732060"/>
              <a:gd name="connsiteY1351" fmla="*/ 6188977 h 8839200"/>
              <a:gd name="connsiteX1352" fmla="*/ 3354380 w 15732060"/>
              <a:gd name="connsiteY1352" fmla="*/ 6188977 h 8839200"/>
              <a:gd name="connsiteX1353" fmla="*/ 3335723 w 15732060"/>
              <a:gd name="connsiteY1353" fmla="*/ 6172516 h 8839200"/>
              <a:gd name="connsiteX1354" fmla="*/ 3317066 w 15732060"/>
              <a:gd name="connsiteY1354" fmla="*/ 6191172 h 8839200"/>
              <a:gd name="connsiteX1355" fmla="*/ 3335723 w 15732060"/>
              <a:gd name="connsiteY1355" fmla="*/ 6209829 h 8839200"/>
              <a:gd name="connsiteX1356" fmla="*/ 3354380 w 15732060"/>
              <a:gd name="connsiteY1356" fmla="*/ 6193367 h 8839200"/>
              <a:gd name="connsiteX1357" fmla="*/ 4000233 w 15732060"/>
              <a:gd name="connsiteY1357" fmla="*/ 6193367 h 8839200"/>
              <a:gd name="connsiteX1358" fmla="*/ 4881492 w 15732060"/>
              <a:gd name="connsiteY1358" fmla="*/ 5312109 h 8839200"/>
              <a:gd name="connsiteX1359" fmla="*/ 5280967 w 15732060"/>
              <a:gd name="connsiteY1359" fmla="*/ 5312109 h 8839200"/>
              <a:gd name="connsiteX1360" fmla="*/ 5387420 w 15732060"/>
              <a:gd name="connsiteY1360" fmla="*/ 5418562 h 8839200"/>
              <a:gd name="connsiteX1361" fmla="*/ 5387969 w 15732060"/>
              <a:gd name="connsiteY1361" fmla="*/ 5418562 h 8839200"/>
              <a:gd name="connsiteX1362" fmla="*/ 5721596 w 15732060"/>
              <a:gd name="connsiteY1362" fmla="*/ 5419110 h 8839200"/>
              <a:gd name="connsiteX1363" fmla="*/ 5892251 w 15732060"/>
              <a:gd name="connsiteY1363" fmla="*/ 5248456 h 8839200"/>
              <a:gd name="connsiteX1364" fmla="*/ 5892251 w 15732060"/>
              <a:gd name="connsiteY1364" fmla="*/ 5248456 h 8839200"/>
              <a:gd name="connsiteX1365" fmla="*/ 5892800 w 15732060"/>
              <a:gd name="connsiteY1365" fmla="*/ 5247907 h 8839200"/>
              <a:gd name="connsiteX1366" fmla="*/ 5892251 w 15732060"/>
              <a:gd name="connsiteY1366" fmla="*/ 5248456 h 8839200"/>
              <a:gd name="connsiteX1367" fmla="*/ 5904803 w 15732060"/>
              <a:gd name="connsiteY1367" fmla="*/ 5252160 h 8839200"/>
              <a:gd name="connsiteX1368" fmla="*/ 5916944 w 15732060"/>
              <a:gd name="connsiteY1368" fmla="*/ 5246809 h 8839200"/>
              <a:gd name="connsiteX1369" fmla="*/ 5916944 w 15732060"/>
              <a:gd name="connsiteY1369" fmla="*/ 5220470 h 8839200"/>
              <a:gd name="connsiteX1370" fmla="*/ 5903774 w 15732060"/>
              <a:gd name="connsiteY1370" fmla="*/ 5215121 h 8839200"/>
              <a:gd name="connsiteX1371" fmla="*/ 14162694 w 15732060"/>
              <a:gd name="connsiteY1371" fmla="*/ 5037332 h 8839200"/>
              <a:gd name="connsiteX1372" fmla="*/ 14149524 w 15732060"/>
              <a:gd name="connsiteY1372" fmla="*/ 5042682 h 8839200"/>
              <a:gd name="connsiteX1373" fmla="*/ 14149524 w 15732060"/>
              <a:gd name="connsiteY1373" fmla="*/ 5069021 h 8839200"/>
              <a:gd name="connsiteX1374" fmla="*/ 14174217 w 15732060"/>
              <a:gd name="connsiteY1374" fmla="*/ 5070668 h 8839200"/>
              <a:gd name="connsiteX1375" fmla="*/ 14224152 w 15732060"/>
              <a:gd name="connsiteY1375" fmla="*/ 5120602 h 8839200"/>
              <a:gd name="connsiteX1376" fmla="*/ 14224701 w 15732060"/>
              <a:gd name="connsiteY1376" fmla="*/ 5120602 h 8839200"/>
              <a:gd name="connsiteX1377" fmla="*/ 15006090 w 15732060"/>
              <a:gd name="connsiteY1377" fmla="*/ 5121151 h 8839200"/>
              <a:gd name="connsiteX1378" fmla="*/ 15196500 w 15732060"/>
              <a:gd name="connsiteY1378" fmla="*/ 5311560 h 8839200"/>
              <a:gd name="connsiteX1379" fmla="*/ 15197048 w 15732060"/>
              <a:gd name="connsiteY1379" fmla="*/ 5311560 h 8839200"/>
              <a:gd name="connsiteX1380" fmla="*/ 15565794 w 15732060"/>
              <a:gd name="connsiteY1380" fmla="*/ 5312109 h 8839200"/>
              <a:gd name="connsiteX1381" fmla="*/ 15584450 w 15732060"/>
              <a:gd name="connsiteY1381" fmla="*/ 5328570 h 8839200"/>
              <a:gd name="connsiteX1382" fmla="*/ 15603108 w 15732060"/>
              <a:gd name="connsiteY1382" fmla="*/ 5309913 h 8839200"/>
              <a:gd name="connsiteX1383" fmla="*/ 15584450 w 15732060"/>
              <a:gd name="connsiteY1383" fmla="*/ 5291257 h 8839200"/>
              <a:gd name="connsiteX1384" fmla="*/ 15565794 w 15732060"/>
              <a:gd name="connsiteY1384" fmla="*/ 5307719 h 8839200"/>
              <a:gd name="connsiteX1385" fmla="*/ 15199243 w 15732060"/>
              <a:gd name="connsiteY1385" fmla="*/ 5307719 h 8839200"/>
              <a:gd name="connsiteX1386" fmla="*/ 15008834 w 15732060"/>
              <a:gd name="connsiteY1386" fmla="*/ 5117310 h 8839200"/>
              <a:gd name="connsiteX1387" fmla="*/ 15008285 w 15732060"/>
              <a:gd name="connsiteY1387" fmla="*/ 5117310 h 8839200"/>
              <a:gd name="connsiteX1388" fmla="*/ 14226895 w 15732060"/>
              <a:gd name="connsiteY1388" fmla="*/ 5116761 h 8839200"/>
              <a:gd name="connsiteX1389" fmla="*/ 14177510 w 15732060"/>
              <a:gd name="connsiteY1389" fmla="*/ 5067376 h 8839200"/>
              <a:gd name="connsiteX1390" fmla="*/ 14175863 w 15732060"/>
              <a:gd name="connsiteY1390" fmla="*/ 5042682 h 8839200"/>
              <a:gd name="connsiteX1391" fmla="*/ 14162694 w 15732060"/>
              <a:gd name="connsiteY1391" fmla="*/ 5037332 h 8839200"/>
              <a:gd name="connsiteX1392" fmla="*/ 6701626 w 15732060"/>
              <a:gd name="connsiteY1392" fmla="*/ 4985066 h 8839200"/>
              <a:gd name="connsiteX1393" fmla="*/ 6314773 w 15732060"/>
              <a:gd name="connsiteY1393" fmla="*/ 4985066 h 8839200"/>
              <a:gd name="connsiteX1394" fmla="*/ 5641482 w 15732060"/>
              <a:gd name="connsiteY1394" fmla="*/ 5658905 h 8839200"/>
              <a:gd name="connsiteX1395" fmla="*/ 4869421 w 15732060"/>
              <a:gd name="connsiteY1395" fmla="*/ 5658905 h 8839200"/>
              <a:gd name="connsiteX1396" fmla="*/ 3998039 w 15732060"/>
              <a:gd name="connsiteY1396" fmla="*/ 6530287 h 8839200"/>
              <a:gd name="connsiteX1397" fmla="*/ 3561250 w 15732060"/>
              <a:gd name="connsiteY1397" fmla="*/ 6530287 h 8839200"/>
              <a:gd name="connsiteX1398" fmla="*/ 3542594 w 15732060"/>
              <a:gd name="connsiteY1398" fmla="*/ 6513825 h 8839200"/>
              <a:gd name="connsiteX1399" fmla="*/ 3523937 w 15732060"/>
              <a:gd name="connsiteY1399" fmla="*/ 6532481 h 8839200"/>
              <a:gd name="connsiteX1400" fmla="*/ 3542594 w 15732060"/>
              <a:gd name="connsiteY1400" fmla="*/ 6551138 h 8839200"/>
              <a:gd name="connsiteX1401" fmla="*/ 3561250 w 15732060"/>
              <a:gd name="connsiteY1401" fmla="*/ 6534677 h 8839200"/>
              <a:gd name="connsiteX1402" fmla="*/ 4000233 w 15732060"/>
              <a:gd name="connsiteY1402" fmla="*/ 6534677 h 8839200"/>
              <a:gd name="connsiteX1403" fmla="*/ 4871615 w 15732060"/>
              <a:gd name="connsiteY1403" fmla="*/ 5663295 h 8839200"/>
              <a:gd name="connsiteX1404" fmla="*/ 5643678 w 15732060"/>
              <a:gd name="connsiteY1404" fmla="*/ 5663295 h 8839200"/>
              <a:gd name="connsiteX1405" fmla="*/ 5643678 w 15732060"/>
              <a:gd name="connsiteY1405" fmla="*/ 5663843 h 8839200"/>
              <a:gd name="connsiteX1406" fmla="*/ 6316967 w 15732060"/>
              <a:gd name="connsiteY1406" fmla="*/ 4990004 h 8839200"/>
              <a:gd name="connsiteX1407" fmla="*/ 6701626 w 15732060"/>
              <a:gd name="connsiteY1407" fmla="*/ 4990004 h 8839200"/>
              <a:gd name="connsiteX1408" fmla="*/ 8990924 w 15732060"/>
              <a:gd name="connsiteY1408" fmla="*/ 4884100 h 8839200"/>
              <a:gd name="connsiteX1409" fmla="*/ 8990924 w 15732060"/>
              <a:gd name="connsiteY1409" fmla="*/ 4889039 h 8839200"/>
              <a:gd name="connsiteX1410" fmla="*/ 10502123 w 15732060"/>
              <a:gd name="connsiteY1410" fmla="*/ 4889039 h 8839200"/>
              <a:gd name="connsiteX1411" fmla="*/ 10710640 w 15732060"/>
              <a:gd name="connsiteY1411" fmla="*/ 5097556 h 8839200"/>
              <a:gd name="connsiteX1412" fmla="*/ 10711189 w 15732060"/>
              <a:gd name="connsiteY1412" fmla="*/ 5097556 h 8839200"/>
              <a:gd name="connsiteX1413" fmla="*/ 11067314 w 15732060"/>
              <a:gd name="connsiteY1413" fmla="*/ 5098104 h 8839200"/>
              <a:gd name="connsiteX1414" fmla="*/ 11665978 w 15732060"/>
              <a:gd name="connsiteY1414" fmla="*/ 5696767 h 8839200"/>
              <a:gd name="connsiteX1415" fmla="*/ 11666525 w 15732060"/>
              <a:gd name="connsiteY1415" fmla="*/ 5696767 h 8839200"/>
              <a:gd name="connsiteX1416" fmla="*/ 12664664 w 15732060"/>
              <a:gd name="connsiteY1416" fmla="*/ 5696767 h 8839200"/>
              <a:gd name="connsiteX1417" fmla="*/ 12683321 w 15732060"/>
              <a:gd name="connsiteY1417" fmla="*/ 5713229 h 8839200"/>
              <a:gd name="connsiteX1418" fmla="*/ 12701979 w 15732060"/>
              <a:gd name="connsiteY1418" fmla="*/ 5694572 h 8839200"/>
              <a:gd name="connsiteX1419" fmla="*/ 12683321 w 15732060"/>
              <a:gd name="connsiteY1419" fmla="*/ 5675916 h 8839200"/>
              <a:gd name="connsiteX1420" fmla="*/ 12664664 w 15732060"/>
              <a:gd name="connsiteY1420" fmla="*/ 5692378 h 8839200"/>
              <a:gd name="connsiteX1421" fmla="*/ 11668172 w 15732060"/>
              <a:gd name="connsiteY1421" fmla="*/ 5692378 h 8839200"/>
              <a:gd name="connsiteX1422" fmla="*/ 11069509 w 15732060"/>
              <a:gd name="connsiteY1422" fmla="*/ 5093715 h 8839200"/>
              <a:gd name="connsiteX1423" fmla="*/ 11068960 w 15732060"/>
              <a:gd name="connsiteY1423" fmla="*/ 5093715 h 8839200"/>
              <a:gd name="connsiteX1424" fmla="*/ 10712835 w 15732060"/>
              <a:gd name="connsiteY1424" fmla="*/ 5093165 h 8839200"/>
              <a:gd name="connsiteX1425" fmla="*/ 10504318 w 15732060"/>
              <a:gd name="connsiteY1425" fmla="*/ 4884648 h 8839200"/>
              <a:gd name="connsiteX1426" fmla="*/ 10503770 w 15732060"/>
              <a:gd name="connsiteY1426" fmla="*/ 4884648 h 8839200"/>
              <a:gd name="connsiteX1427" fmla="*/ 8990924 w 15732060"/>
              <a:gd name="connsiteY1427" fmla="*/ 4884100 h 8839200"/>
              <a:gd name="connsiteX1428" fmla="*/ 6691750 w 15732060"/>
              <a:gd name="connsiteY1428" fmla="*/ 4867090 h 8839200"/>
              <a:gd name="connsiteX1429" fmla="*/ 6359219 w 15732060"/>
              <a:gd name="connsiteY1429" fmla="*/ 4867090 h 8839200"/>
              <a:gd name="connsiteX1430" fmla="*/ 6139180 w 15732060"/>
              <a:gd name="connsiteY1430" fmla="*/ 5087130 h 8839200"/>
              <a:gd name="connsiteX1431" fmla="*/ 4979166 w 15732060"/>
              <a:gd name="connsiteY1431" fmla="*/ 5087130 h 8839200"/>
              <a:gd name="connsiteX1432" fmla="*/ 4126441 w 15732060"/>
              <a:gd name="connsiteY1432" fmla="*/ 5939855 h 8839200"/>
              <a:gd name="connsiteX1433" fmla="*/ 3354380 w 15732060"/>
              <a:gd name="connsiteY1433" fmla="*/ 5939855 h 8839200"/>
              <a:gd name="connsiteX1434" fmla="*/ 3335723 w 15732060"/>
              <a:gd name="connsiteY1434" fmla="*/ 5923392 h 8839200"/>
              <a:gd name="connsiteX1435" fmla="*/ 3317066 w 15732060"/>
              <a:gd name="connsiteY1435" fmla="*/ 5942050 h 8839200"/>
              <a:gd name="connsiteX1436" fmla="*/ 3335723 w 15732060"/>
              <a:gd name="connsiteY1436" fmla="*/ 5960706 h 8839200"/>
              <a:gd name="connsiteX1437" fmla="*/ 3354380 w 15732060"/>
              <a:gd name="connsiteY1437" fmla="*/ 5944244 h 8839200"/>
              <a:gd name="connsiteX1438" fmla="*/ 4128636 w 15732060"/>
              <a:gd name="connsiteY1438" fmla="*/ 5944244 h 8839200"/>
              <a:gd name="connsiteX1439" fmla="*/ 4981361 w 15732060"/>
              <a:gd name="connsiteY1439" fmla="*/ 5091519 h 8839200"/>
              <a:gd name="connsiteX1440" fmla="*/ 6141374 w 15732060"/>
              <a:gd name="connsiteY1440" fmla="*/ 5091519 h 8839200"/>
              <a:gd name="connsiteX1441" fmla="*/ 6361414 w 15732060"/>
              <a:gd name="connsiteY1441" fmla="*/ 4871479 h 8839200"/>
              <a:gd name="connsiteX1442" fmla="*/ 6360866 w 15732060"/>
              <a:gd name="connsiteY1442" fmla="*/ 4872028 h 8839200"/>
              <a:gd name="connsiteX1443" fmla="*/ 6691750 w 15732060"/>
              <a:gd name="connsiteY1443" fmla="*/ 4872028 h 8839200"/>
              <a:gd name="connsiteX1444" fmla="*/ 11528247 w 15732060"/>
              <a:gd name="connsiteY1444" fmla="*/ 4844729 h 8839200"/>
              <a:gd name="connsiteX1445" fmla="*/ 11515077 w 15732060"/>
              <a:gd name="connsiteY1445" fmla="*/ 4850079 h 8839200"/>
              <a:gd name="connsiteX1446" fmla="*/ 11515077 w 15732060"/>
              <a:gd name="connsiteY1446" fmla="*/ 4876418 h 8839200"/>
              <a:gd name="connsiteX1447" fmla="*/ 11539770 w 15732060"/>
              <a:gd name="connsiteY1447" fmla="*/ 4878064 h 8839200"/>
              <a:gd name="connsiteX1448" fmla="*/ 11636345 w 15732060"/>
              <a:gd name="connsiteY1448" fmla="*/ 4974640 h 8839200"/>
              <a:gd name="connsiteX1449" fmla="*/ 11636345 w 15732060"/>
              <a:gd name="connsiteY1449" fmla="*/ 5197973 h 8839200"/>
              <a:gd name="connsiteX1450" fmla="*/ 11880530 w 15732060"/>
              <a:gd name="connsiteY1450" fmla="*/ 5442157 h 8839200"/>
              <a:gd name="connsiteX1451" fmla="*/ 11881079 w 15732060"/>
              <a:gd name="connsiteY1451" fmla="*/ 5442157 h 8839200"/>
              <a:gd name="connsiteX1452" fmla="*/ 13668290 w 15732060"/>
              <a:gd name="connsiteY1452" fmla="*/ 5442705 h 8839200"/>
              <a:gd name="connsiteX1453" fmla="*/ 13953628 w 15732060"/>
              <a:gd name="connsiteY1453" fmla="*/ 5728046 h 8839200"/>
              <a:gd name="connsiteX1454" fmla="*/ 13954178 w 15732060"/>
              <a:gd name="connsiteY1454" fmla="*/ 5728046 h 8839200"/>
              <a:gd name="connsiteX1455" fmla="*/ 15683771 w 15732060"/>
              <a:gd name="connsiteY1455" fmla="*/ 5728594 h 8839200"/>
              <a:gd name="connsiteX1456" fmla="*/ 15702428 w 15732060"/>
              <a:gd name="connsiteY1456" fmla="*/ 5745056 h 8839200"/>
              <a:gd name="connsiteX1457" fmla="*/ 15702428 w 15732060"/>
              <a:gd name="connsiteY1457" fmla="*/ 5744507 h 8839200"/>
              <a:gd name="connsiteX1458" fmla="*/ 15721085 w 15732060"/>
              <a:gd name="connsiteY1458" fmla="*/ 5725850 h 8839200"/>
              <a:gd name="connsiteX1459" fmla="*/ 15702428 w 15732060"/>
              <a:gd name="connsiteY1459" fmla="*/ 5707193 h 8839200"/>
              <a:gd name="connsiteX1460" fmla="*/ 15683771 w 15732060"/>
              <a:gd name="connsiteY1460" fmla="*/ 5723655 h 8839200"/>
              <a:gd name="connsiteX1461" fmla="*/ 13955824 w 15732060"/>
              <a:gd name="connsiteY1461" fmla="*/ 5723655 h 8839200"/>
              <a:gd name="connsiteX1462" fmla="*/ 13670485 w 15732060"/>
              <a:gd name="connsiteY1462" fmla="*/ 5438316 h 8839200"/>
              <a:gd name="connsiteX1463" fmla="*/ 13669935 w 15732060"/>
              <a:gd name="connsiteY1463" fmla="*/ 5438316 h 8839200"/>
              <a:gd name="connsiteX1464" fmla="*/ 11882726 w 15732060"/>
              <a:gd name="connsiteY1464" fmla="*/ 5437767 h 8839200"/>
              <a:gd name="connsiteX1465" fmla="*/ 11640736 w 15732060"/>
              <a:gd name="connsiteY1465" fmla="*/ 5195778 h 8839200"/>
              <a:gd name="connsiteX1466" fmla="*/ 11640736 w 15732060"/>
              <a:gd name="connsiteY1466" fmla="*/ 4972445 h 8839200"/>
              <a:gd name="connsiteX1467" fmla="*/ 11543061 w 15732060"/>
              <a:gd name="connsiteY1467" fmla="*/ 4874772 h 8839200"/>
              <a:gd name="connsiteX1468" fmla="*/ 11541416 w 15732060"/>
              <a:gd name="connsiteY1468" fmla="*/ 4850079 h 8839200"/>
              <a:gd name="connsiteX1469" fmla="*/ 11528247 w 15732060"/>
              <a:gd name="connsiteY1469" fmla="*/ 4844729 h 8839200"/>
              <a:gd name="connsiteX1470" fmla="*/ 3694591 w 15732060"/>
              <a:gd name="connsiteY1470" fmla="*/ 4724420 h 8839200"/>
              <a:gd name="connsiteX1471" fmla="*/ 3675934 w 15732060"/>
              <a:gd name="connsiteY1471" fmla="*/ 4740882 h 8839200"/>
              <a:gd name="connsiteX1472" fmla="*/ 2397397 w 15732060"/>
              <a:gd name="connsiteY1472" fmla="*/ 4740882 h 8839200"/>
              <a:gd name="connsiteX1473" fmla="*/ 2225096 w 15732060"/>
              <a:gd name="connsiteY1473" fmla="*/ 4913183 h 8839200"/>
              <a:gd name="connsiteX1474" fmla="*/ 2200402 w 15732060"/>
              <a:gd name="connsiteY1474" fmla="*/ 4914828 h 8839200"/>
              <a:gd name="connsiteX1475" fmla="*/ 2200402 w 15732060"/>
              <a:gd name="connsiteY1475" fmla="*/ 4941167 h 8839200"/>
              <a:gd name="connsiteX1476" fmla="*/ 2226741 w 15732060"/>
              <a:gd name="connsiteY1476" fmla="*/ 4941167 h 8839200"/>
              <a:gd name="connsiteX1477" fmla="*/ 2228388 w 15732060"/>
              <a:gd name="connsiteY1477" fmla="*/ 4916475 h 8839200"/>
              <a:gd name="connsiteX1478" fmla="*/ 2399591 w 15732060"/>
              <a:gd name="connsiteY1478" fmla="*/ 4745271 h 8839200"/>
              <a:gd name="connsiteX1479" fmla="*/ 3675934 w 15732060"/>
              <a:gd name="connsiteY1479" fmla="*/ 4745271 h 8839200"/>
              <a:gd name="connsiteX1480" fmla="*/ 3694591 w 15732060"/>
              <a:gd name="connsiteY1480" fmla="*/ 4761734 h 8839200"/>
              <a:gd name="connsiteX1481" fmla="*/ 3713248 w 15732060"/>
              <a:gd name="connsiteY1481" fmla="*/ 4743076 h 8839200"/>
              <a:gd name="connsiteX1482" fmla="*/ 3694591 w 15732060"/>
              <a:gd name="connsiteY1482" fmla="*/ 4724420 h 8839200"/>
              <a:gd name="connsiteX1483" fmla="*/ 8991472 w 15732060"/>
              <a:gd name="connsiteY1483" fmla="*/ 4634977 h 8839200"/>
              <a:gd name="connsiteX1484" fmla="*/ 8991472 w 15732060"/>
              <a:gd name="connsiteY1484" fmla="*/ 4639915 h 8839200"/>
              <a:gd name="connsiteX1485" fmla="*/ 10625039 w 15732060"/>
              <a:gd name="connsiteY1485" fmla="*/ 4639915 h 8839200"/>
              <a:gd name="connsiteX1486" fmla="*/ 10771549 w 15732060"/>
              <a:gd name="connsiteY1486" fmla="*/ 4786426 h 8839200"/>
              <a:gd name="connsiteX1487" fmla="*/ 10772098 w 15732060"/>
              <a:gd name="connsiteY1487" fmla="*/ 4786426 h 8839200"/>
              <a:gd name="connsiteX1488" fmla="*/ 11577632 w 15732060"/>
              <a:gd name="connsiteY1488" fmla="*/ 4786975 h 8839200"/>
              <a:gd name="connsiteX1489" fmla="*/ 12118130 w 15732060"/>
              <a:gd name="connsiteY1489" fmla="*/ 5327473 h 8839200"/>
              <a:gd name="connsiteX1490" fmla="*/ 12118679 w 15732060"/>
              <a:gd name="connsiteY1490" fmla="*/ 5327473 h 8839200"/>
              <a:gd name="connsiteX1491" fmla="*/ 12693747 w 15732060"/>
              <a:gd name="connsiteY1491" fmla="*/ 5328022 h 8839200"/>
              <a:gd name="connsiteX1492" fmla="*/ 12712404 w 15732060"/>
              <a:gd name="connsiteY1492" fmla="*/ 5344484 h 8839200"/>
              <a:gd name="connsiteX1493" fmla="*/ 12731060 w 15732060"/>
              <a:gd name="connsiteY1493" fmla="*/ 5325826 h 8839200"/>
              <a:gd name="connsiteX1494" fmla="*/ 12712404 w 15732060"/>
              <a:gd name="connsiteY1494" fmla="*/ 5307169 h 8839200"/>
              <a:gd name="connsiteX1495" fmla="*/ 12693747 w 15732060"/>
              <a:gd name="connsiteY1495" fmla="*/ 5323632 h 8839200"/>
              <a:gd name="connsiteX1496" fmla="*/ 12693198 w 15732060"/>
              <a:gd name="connsiteY1496" fmla="*/ 5323083 h 8839200"/>
              <a:gd name="connsiteX1497" fmla="*/ 12120326 w 15732060"/>
              <a:gd name="connsiteY1497" fmla="*/ 5323083 h 8839200"/>
              <a:gd name="connsiteX1498" fmla="*/ 11579827 w 15732060"/>
              <a:gd name="connsiteY1498" fmla="*/ 4782585 h 8839200"/>
              <a:gd name="connsiteX1499" fmla="*/ 11579279 w 15732060"/>
              <a:gd name="connsiteY1499" fmla="*/ 4782585 h 8839200"/>
              <a:gd name="connsiteX1500" fmla="*/ 10773744 w 15732060"/>
              <a:gd name="connsiteY1500" fmla="*/ 4782036 h 8839200"/>
              <a:gd name="connsiteX1501" fmla="*/ 10627234 w 15732060"/>
              <a:gd name="connsiteY1501" fmla="*/ 4635526 h 8839200"/>
              <a:gd name="connsiteX1502" fmla="*/ 10626685 w 15732060"/>
              <a:gd name="connsiteY1502" fmla="*/ 4635526 h 8839200"/>
              <a:gd name="connsiteX1503" fmla="*/ 8991472 w 15732060"/>
              <a:gd name="connsiteY1503" fmla="*/ 4634977 h 8839200"/>
              <a:gd name="connsiteX1504" fmla="*/ 6695042 w 15732060"/>
              <a:gd name="connsiteY1504" fmla="*/ 4618513 h 8839200"/>
              <a:gd name="connsiteX1505" fmla="*/ 6676386 w 15732060"/>
              <a:gd name="connsiteY1505" fmla="*/ 4634975 h 8839200"/>
              <a:gd name="connsiteX1506" fmla="*/ 6045896 w 15732060"/>
              <a:gd name="connsiteY1506" fmla="*/ 4634975 h 8839200"/>
              <a:gd name="connsiteX1507" fmla="*/ 5800614 w 15732060"/>
              <a:gd name="connsiteY1507" fmla="*/ 4880257 h 8839200"/>
              <a:gd name="connsiteX1508" fmla="*/ 4406842 w 15732060"/>
              <a:gd name="connsiteY1508" fmla="*/ 4880257 h 8839200"/>
              <a:gd name="connsiteX1509" fmla="*/ 3872928 w 15732060"/>
              <a:gd name="connsiteY1509" fmla="*/ 5414171 h 8839200"/>
              <a:gd name="connsiteX1510" fmla="*/ 3545886 w 15732060"/>
              <a:gd name="connsiteY1510" fmla="*/ 5414171 h 8839200"/>
              <a:gd name="connsiteX1511" fmla="*/ 3275363 w 15732060"/>
              <a:gd name="connsiteY1511" fmla="*/ 5684694 h 8839200"/>
              <a:gd name="connsiteX1512" fmla="*/ 3275363 w 15732060"/>
              <a:gd name="connsiteY1512" fmla="*/ 5867970 h 8839200"/>
              <a:gd name="connsiteX1513" fmla="*/ 3258900 w 15732060"/>
              <a:gd name="connsiteY1513" fmla="*/ 5886626 h 8839200"/>
              <a:gd name="connsiteX1514" fmla="*/ 3277557 w 15732060"/>
              <a:gd name="connsiteY1514" fmla="*/ 5905282 h 8839200"/>
              <a:gd name="connsiteX1515" fmla="*/ 3296214 w 15732060"/>
              <a:gd name="connsiteY1515" fmla="*/ 5886626 h 8839200"/>
              <a:gd name="connsiteX1516" fmla="*/ 3279752 w 15732060"/>
              <a:gd name="connsiteY1516" fmla="*/ 5867970 h 8839200"/>
              <a:gd name="connsiteX1517" fmla="*/ 3279752 w 15732060"/>
              <a:gd name="connsiteY1517" fmla="*/ 5686888 h 8839200"/>
              <a:gd name="connsiteX1518" fmla="*/ 3546984 w 15732060"/>
              <a:gd name="connsiteY1518" fmla="*/ 5419657 h 8839200"/>
              <a:gd name="connsiteX1519" fmla="*/ 3874026 w 15732060"/>
              <a:gd name="connsiteY1519" fmla="*/ 5419657 h 8839200"/>
              <a:gd name="connsiteX1520" fmla="*/ 4407940 w 15732060"/>
              <a:gd name="connsiteY1520" fmla="*/ 4885744 h 8839200"/>
              <a:gd name="connsiteX1521" fmla="*/ 5801711 w 15732060"/>
              <a:gd name="connsiteY1521" fmla="*/ 4885744 h 8839200"/>
              <a:gd name="connsiteX1522" fmla="*/ 6046994 w 15732060"/>
              <a:gd name="connsiteY1522" fmla="*/ 4640462 h 8839200"/>
              <a:gd name="connsiteX1523" fmla="*/ 6675288 w 15732060"/>
              <a:gd name="connsiteY1523" fmla="*/ 4640462 h 8839200"/>
              <a:gd name="connsiteX1524" fmla="*/ 6693944 w 15732060"/>
              <a:gd name="connsiteY1524" fmla="*/ 4656924 h 8839200"/>
              <a:gd name="connsiteX1525" fmla="*/ 6712601 w 15732060"/>
              <a:gd name="connsiteY1525" fmla="*/ 4638267 h 8839200"/>
              <a:gd name="connsiteX1526" fmla="*/ 6693944 w 15732060"/>
              <a:gd name="connsiteY1526" fmla="*/ 4619610 h 8839200"/>
              <a:gd name="connsiteX1527" fmla="*/ 8991472 w 15732060"/>
              <a:gd name="connsiteY1527" fmla="*/ 4523584 h 8839200"/>
              <a:gd name="connsiteX1528" fmla="*/ 8991472 w 15732060"/>
              <a:gd name="connsiteY1528" fmla="*/ 4528523 h 8839200"/>
              <a:gd name="connsiteX1529" fmla="*/ 10888977 w 15732060"/>
              <a:gd name="connsiteY1529" fmla="*/ 4528523 h 8839200"/>
              <a:gd name="connsiteX1530" fmla="*/ 11054145 w 15732060"/>
              <a:gd name="connsiteY1530" fmla="*/ 4693691 h 8839200"/>
              <a:gd name="connsiteX1531" fmla="*/ 11054693 w 15732060"/>
              <a:gd name="connsiteY1531" fmla="*/ 4693691 h 8839200"/>
              <a:gd name="connsiteX1532" fmla="*/ 12657531 w 15732060"/>
              <a:gd name="connsiteY1532" fmla="*/ 4694240 h 8839200"/>
              <a:gd name="connsiteX1533" fmla="*/ 12816113 w 15732060"/>
              <a:gd name="connsiteY1533" fmla="*/ 4852823 h 8839200"/>
              <a:gd name="connsiteX1534" fmla="*/ 12816662 w 15732060"/>
              <a:gd name="connsiteY1534" fmla="*/ 4852823 h 8839200"/>
              <a:gd name="connsiteX1535" fmla="*/ 13567872 w 15732060"/>
              <a:gd name="connsiteY1535" fmla="*/ 4852823 h 8839200"/>
              <a:gd name="connsiteX1536" fmla="*/ 13586529 w 15732060"/>
              <a:gd name="connsiteY1536" fmla="*/ 4869284 h 8839200"/>
              <a:gd name="connsiteX1537" fmla="*/ 13605186 w 15732060"/>
              <a:gd name="connsiteY1537" fmla="*/ 4850627 h 8839200"/>
              <a:gd name="connsiteX1538" fmla="*/ 13586529 w 15732060"/>
              <a:gd name="connsiteY1538" fmla="*/ 4831970 h 8839200"/>
              <a:gd name="connsiteX1539" fmla="*/ 13567872 w 15732060"/>
              <a:gd name="connsiteY1539" fmla="*/ 4848433 h 8839200"/>
              <a:gd name="connsiteX1540" fmla="*/ 12818856 w 15732060"/>
              <a:gd name="connsiteY1540" fmla="*/ 4848433 h 8839200"/>
              <a:gd name="connsiteX1541" fmla="*/ 12660274 w 15732060"/>
              <a:gd name="connsiteY1541" fmla="*/ 4689849 h 8839200"/>
              <a:gd name="connsiteX1542" fmla="*/ 12659725 w 15732060"/>
              <a:gd name="connsiteY1542" fmla="*/ 4689849 h 8839200"/>
              <a:gd name="connsiteX1543" fmla="*/ 11056888 w 15732060"/>
              <a:gd name="connsiteY1543" fmla="*/ 4689301 h 8839200"/>
              <a:gd name="connsiteX1544" fmla="*/ 10891721 w 15732060"/>
              <a:gd name="connsiteY1544" fmla="*/ 4524134 h 8839200"/>
              <a:gd name="connsiteX1545" fmla="*/ 10891172 w 15732060"/>
              <a:gd name="connsiteY1545" fmla="*/ 4524134 h 8839200"/>
              <a:gd name="connsiteX1546" fmla="*/ 8991472 w 15732060"/>
              <a:gd name="connsiteY1546" fmla="*/ 4523584 h 8839200"/>
              <a:gd name="connsiteX1547" fmla="*/ 6703822 w 15732060"/>
              <a:gd name="connsiteY1547" fmla="*/ 4402864 h 8839200"/>
              <a:gd name="connsiteX1548" fmla="*/ 5683734 w 15732060"/>
              <a:gd name="connsiteY1548" fmla="*/ 4402864 h 8839200"/>
              <a:gd name="connsiteX1549" fmla="*/ 5552040 w 15732060"/>
              <a:gd name="connsiteY1549" fmla="*/ 4534559 h 8839200"/>
              <a:gd name="connsiteX1550" fmla="*/ 4131380 w 15732060"/>
              <a:gd name="connsiteY1550" fmla="*/ 4534559 h 8839200"/>
              <a:gd name="connsiteX1551" fmla="*/ 3723126 w 15732060"/>
              <a:gd name="connsiteY1551" fmla="*/ 4942814 h 8839200"/>
              <a:gd name="connsiteX1552" fmla="*/ 2970818 w 15732060"/>
              <a:gd name="connsiteY1552" fmla="*/ 4942814 h 8839200"/>
              <a:gd name="connsiteX1553" fmla="*/ 2818820 w 15732060"/>
              <a:gd name="connsiteY1553" fmla="*/ 5094812 h 8839200"/>
              <a:gd name="connsiteX1554" fmla="*/ 1509552 w 15732060"/>
              <a:gd name="connsiteY1554" fmla="*/ 5094812 h 8839200"/>
              <a:gd name="connsiteX1555" fmla="*/ 1163304 w 15732060"/>
              <a:gd name="connsiteY1555" fmla="*/ 5441060 h 8839200"/>
              <a:gd name="connsiteX1556" fmla="*/ 321006 w 15732060"/>
              <a:gd name="connsiteY1556" fmla="*/ 5441060 h 8839200"/>
              <a:gd name="connsiteX1557" fmla="*/ 59810 w 15732060"/>
              <a:gd name="connsiteY1557" fmla="*/ 5702254 h 8839200"/>
              <a:gd name="connsiteX1558" fmla="*/ 35118 w 15732060"/>
              <a:gd name="connsiteY1558" fmla="*/ 5703901 h 8839200"/>
              <a:gd name="connsiteX1559" fmla="*/ 35118 w 15732060"/>
              <a:gd name="connsiteY1559" fmla="*/ 5730240 h 8839200"/>
              <a:gd name="connsiteX1560" fmla="*/ 61458 w 15732060"/>
              <a:gd name="connsiteY1560" fmla="*/ 5730240 h 8839200"/>
              <a:gd name="connsiteX1561" fmla="*/ 63102 w 15732060"/>
              <a:gd name="connsiteY1561" fmla="*/ 5705547 h 8839200"/>
              <a:gd name="connsiteX1562" fmla="*/ 323200 w 15732060"/>
              <a:gd name="connsiteY1562" fmla="*/ 5445449 h 8839200"/>
              <a:gd name="connsiteX1563" fmla="*/ 1165500 w 15732060"/>
              <a:gd name="connsiteY1563" fmla="*/ 5445449 h 8839200"/>
              <a:gd name="connsiteX1564" fmla="*/ 1511748 w 15732060"/>
              <a:gd name="connsiteY1564" fmla="*/ 5099201 h 8839200"/>
              <a:gd name="connsiteX1565" fmla="*/ 2821015 w 15732060"/>
              <a:gd name="connsiteY1565" fmla="*/ 5099201 h 8839200"/>
              <a:gd name="connsiteX1566" fmla="*/ 2973012 w 15732060"/>
              <a:gd name="connsiteY1566" fmla="*/ 4947204 h 8839200"/>
              <a:gd name="connsiteX1567" fmla="*/ 3725320 w 15732060"/>
              <a:gd name="connsiteY1567" fmla="*/ 4947204 h 8839200"/>
              <a:gd name="connsiteX1568" fmla="*/ 3725320 w 15732060"/>
              <a:gd name="connsiteY1568" fmla="*/ 4947752 h 8839200"/>
              <a:gd name="connsiteX1569" fmla="*/ 4133575 w 15732060"/>
              <a:gd name="connsiteY1569" fmla="*/ 4539498 h 8839200"/>
              <a:gd name="connsiteX1570" fmla="*/ 5554234 w 15732060"/>
              <a:gd name="connsiteY1570" fmla="*/ 4539498 h 8839200"/>
              <a:gd name="connsiteX1571" fmla="*/ 5685930 w 15732060"/>
              <a:gd name="connsiteY1571" fmla="*/ 4407804 h 8839200"/>
              <a:gd name="connsiteX1572" fmla="*/ 6703822 w 15732060"/>
              <a:gd name="connsiteY1572" fmla="*/ 4407804 h 8839200"/>
              <a:gd name="connsiteX1573" fmla="*/ 2547199 w 15732060"/>
              <a:gd name="connsiteY1573" fmla="*/ 4266779 h 8839200"/>
              <a:gd name="connsiteX1574" fmla="*/ 2528542 w 15732060"/>
              <a:gd name="connsiteY1574" fmla="*/ 4283241 h 8839200"/>
              <a:gd name="connsiteX1575" fmla="*/ 2284358 w 15732060"/>
              <a:gd name="connsiteY1575" fmla="*/ 4283241 h 8839200"/>
              <a:gd name="connsiteX1576" fmla="*/ 1833302 w 15732060"/>
              <a:gd name="connsiteY1576" fmla="*/ 4734845 h 8839200"/>
              <a:gd name="connsiteX1577" fmla="*/ 518000 w 15732060"/>
              <a:gd name="connsiteY1577" fmla="*/ 4734845 h 8839200"/>
              <a:gd name="connsiteX1578" fmla="*/ 301800 w 15732060"/>
              <a:gd name="connsiteY1578" fmla="*/ 4951045 h 8839200"/>
              <a:gd name="connsiteX1579" fmla="*/ 47738 w 15732060"/>
              <a:gd name="connsiteY1579" fmla="*/ 4951045 h 8839200"/>
              <a:gd name="connsiteX1580" fmla="*/ 29082 w 15732060"/>
              <a:gd name="connsiteY1580" fmla="*/ 4934583 h 8839200"/>
              <a:gd name="connsiteX1581" fmla="*/ 10424 w 15732060"/>
              <a:gd name="connsiteY1581" fmla="*/ 4953239 h 8839200"/>
              <a:gd name="connsiteX1582" fmla="*/ 29082 w 15732060"/>
              <a:gd name="connsiteY1582" fmla="*/ 4971896 h 8839200"/>
              <a:gd name="connsiteX1583" fmla="*/ 29630 w 15732060"/>
              <a:gd name="connsiteY1583" fmla="*/ 4971348 h 8839200"/>
              <a:gd name="connsiteX1584" fmla="*/ 48288 w 15732060"/>
              <a:gd name="connsiteY1584" fmla="*/ 4954886 h 8839200"/>
              <a:gd name="connsiteX1585" fmla="*/ 303996 w 15732060"/>
              <a:gd name="connsiteY1585" fmla="*/ 4954886 h 8839200"/>
              <a:gd name="connsiteX1586" fmla="*/ 520194 w 15732060"/>
              <a:gd name="connsiteY1586" fmla="*/ 4738686 h 8839200"/>
              <a:gd name="connsiteX1587" fmla="*/ 1835498 w 15732060"/>
              <a:gd name="connsiteY1587" fmla="*/ 4738686 h 8839200"/>
              <a:gd name="connsiteX1588" fmla="*/ 2286553 w 15732060"/>
              <a:gd name="connsiteY1588" fmla="*/ 4287631 h 8839200"/>
              <a:gd name="connsiteX1589" fmla="*/ 2528542 w 15732060"/>
              <a:gd name="connsiteY1589" fmla="*/ 4287631 h 8839200"/>
              <a:gd name="connsiteX1590" fmla="*/ 2547199 w 15732060"/>
              <a:gd name="connsiteY1590" fmla="*/ 4304093 h 8839200"/>
              <a:gd name="connsiteX1591" fmla="*/ 2565856 w 15732060"/>
              <a:gd name="connsiteY1591" fmla="*/ 4285437 h 8839200"/>
              <a:gd name="connsiteX1592" fmla="*/ 2547199 w 15732060"/>
              <a:gd name="connsiteY1592" fmla="*/ 4266779 h 8839200"/>
              <a:gd name="connsiteX1593" fmla="*/ 42800 w 15732060"/>
              <a:gd name="connsiteY1593" fmla="*/ 4115331 h 8839200"/>
              <a:gd name="connsiteX1594" fmla="*/ 24144 w 15732060"/>
              <a:gd name="connsiteY1594" fmla="*/ 4133987 h 8839200"/>
              <a:gd name="connsiteX1595" fmla="*/ 42800 w 15732060"/>
              <a:gd name="connsiteY1595" fmla="*/ 4152644 h 8839200"/>
              <a:gd name="connsiteX1596" fmla="*/ 61458 w 15732060"/>
              <a:gd name="connsiteY1596" fmla="*/ 4136182 h 8839200"/>
              <a:gd name="connsiteX1597" fmla="*/ 351734 w 15732060"/>
              <a:gd name="connsiteY1597" fmla="*/ 4136182 h 8839200"/>
              <a:gd name="connsiteX1598" fmla="*/ 547630 w 15732060"/>
              <a:gd name="connsiteY1598" fmla="*/ 4332078 h 8839200"/>
              <a:gd name="connsiteX1599" fmla="*/ 1194034 w 15732060"/>
              <a:gd name="connsiteY1599" fmla="*/ 4332078 h 8839200"/>
              <a:gd name="connsiteX1600" fmla="*/ 1378955 w 15732060"/>
              <a:gd name="connsiteY1600" fmla="*/ 4147157 h 8839200"/>
              <a:gd name="connsiteX1601" fmla="*/ 2154310 w 15732060"/>
              <a:gd name="connsiteY1601" fmla="*/ 4147157 h 8839200"/>
              <a:gd name="connsiteX1602" fmla="*/ 2172966 w 15732060"/>
              <a:gd name="connsiteY1602" fmla="*/ 4163619 h 8839200"/>
              <a:gd name="connsiteX1603" fmla="*/ 2191623 w 15732060"/>
              <a:gd name="connsiteY1603" fmla="*/ 4144962 h 8839200"/>
              <a:gd name="connsiteX1604" fmla="*/ 2172966 w 15732060"/>
              <a:gd name="connsiteY1604" fmla="*/ 4126305 h 8839200"/>
              <a:gd name="connsiteX1605" fmla="*/ 2154310 w 15732060"/>
              <a:gd name="connsiteY1605" fmla="*/ 4142767 h 8839200"/>
              <a:gd name="connsiteX1606" fmla="*/ 1376760 w 15732060"/>
              <a:gd name="connsiteY1606" fmla="*/ 4142767 h 8839200"/>
              <a:gd name="connsiteX1607" fmla="*/ 1191838 w 15732060"/>
              <a:gd name="connsiteY1607" fmla="*/ 4327689 h 8839200"/>
              <a:gd name="connsiteX1608" fmla="*/ 549276 w 15732060"/>
              <a:gd name="connsiteY1608" fmla="*/ 4327689 h 8839200"/>
              <a:gd name="connsiteX1609" fmla="*/ 353380 w 15732060"/>
              <a:gd name="connsiteY1609" fmla="*/ 4131792 h 8839200"/>
              <a:gd name="connsiteX1610" fmla="*/ 61458 w 15732060"/>
              <a:gd name="connsiteY1610" fmla="*/ 4131792 h 8839200"/>
              <a:gd name="connsiteX1611" fmla="*/ 42800 w 15732060"/>
              <a:gd name="connsiteY1611" fmla="*/ 4115331 h 8839200"/>
              <a:gd name="connsiteX1612" fmla="*/ 15685417 w 15732060"/>
              <a:gd name="connsiteY1612" fmla="*/ 3827248 h 8839200"/>
              <a:gd name="connsiteX1613" fmla="*/ 15666760 w 15732060"/>
              <a:gd name="connsiteY1613" fmla="*/ 3843710 h 8839200"/>
              <a:gd name="connsiteX1614" fmla="*/ 15063708 w 15732060"/>
              <a:gd name="connsiteY1614" fmla="*/ 3843710 h 8839200"/>
              <a:gd name="connsiteX1615" fmla="*/ 14576985 w 15732060"/>
              <a:gd name="connsiteY1615" fmla="*/ 4330432 h 8839200"/>
              <a:gd name="connsiteX1616" fmla="*/ 14109469 w 15732060"/>
              <a:gd name="connsiteY1616" fmla="*/ 4330432 h 8839200"/>
              <a:gd name="connsiteX1617" fmla="*/ 14090811 w 15732060"/>
              <a:gd name="connsiteY1617" fmla="*/ 4313970 h 8839200"/>
              <a:gd name="connsiteX1618" fmla="*/ 14072154 w 15732060"/>
              <a:gd name="connsiteY1618" fmla="*/ 4332627 h 8839200"/>
              <a:gd name="connsiteX1619" fmla="*/ 14090811 w 15732060"/>
              <a:gd name="connsiteY1619" fmla="*/ 4351285 h 8839200"/>
              <a:gd name="connsiteX1620" fmla="*/ 14109469 w 15732060"/>
              <a:gd name="connsiteY1620" fmla="*/ 4334822 h 8839200"/>
              <a:gd name="connsiteX1621" fmla="*/ 14579180 w 15732060"/>
              <a:gd name="connsiteY1621" fmla="*/ 4334822 h 8839200"/>
              <a:gd name="connsiteX1622" fmla="*/ 15065902 w 15732060"/>
              <a:gd name="connsiteY1622" fmla="*/ 3848100 h 8839200"/>
              <a:gd name="connsiteX1623" fmla="*/ 15666760 w 15732060"/>
              <a:gd name="connsiteY1623" fmla="*/ 3848100 h 8839200"/>
              <a:gd name="connsiteX1624" fmla="*/ 15685417 w 15732060"/>
              <a:gd name="connsiteY1624" fmla="*/ 3864561 h 8839200"/>
              <a:gd name="connsiteX1625" fmla="*/ 15704074 w 15732060"/>
              <a:gd name="connsiteY1625" fmla="*/ 3845904 h 8839200"/>
              <a:gd name="connsiteX1626" fmla="*/ 15685417 w 15732060"/>
              <a:gd name="connsiteY1626" fmla="*/ 3827248 h 8839200"/>
              <a:gd name="connsiteX1627" fmla="*/ 77370 w 15732060"/>
              <a:gd name="connsiteY1627" fmla="*/ 3732318 h 8839200"/>
              <a:gd name="connsiteX1628" fmla="*/ 58714 w 15732060"/>
              <a:gd name="connsiteY1628" fmla="*/ 3750975 h 8839200"/>
              <a:gd name="connsiteX1629" fmla="*/ 77370 w 15732060"/>
              <a:gd name="connsiteY1629" fmla="*/ 3769631 h 8839200"/>
              <a:gd name="connsiteX1630" fmla="*/ 96026 w 15732060"/>
              <a:gd name="connsiteY1630" fmla="*/ 3753169 h 8839200"/>
              <a:gd name="connsiteX1631" fmla="*/ 340760 w 15732060"/>
              <a:gd name="connsiteY1631" fmla="*/ 3753169 h 8839200"/>
              <a:gd name="connsiteX1632" fmla="*/ 531168 w 15732060"/>
              <a:gd name="connsiteY1632" fmla="*/ 3943578 h 8839200"/>
              <a:gd name="connsiteX1633" fmla="*/ 2615241 w 15732060"/>
              <a:gd name="connsiteY1633" fmla="*/ 3943578 h 8839200"/>
              <a:gd name="connsiteX1634" fmla="*/ 2970818 w 15732060"/>
              <a:gd name="connsiteY1634" fmla="*/ 4299155 h 8839200"/>
              <a:gd name="connsiteX1635" fmla="*/ 2970818 w 15732060"/>
              <a:gd name="connsiteY1635" fmla="*/ 4299703 h 8839200"/>
              <a:gd name="connsiteX1636" fmla="*/ 3600210 w 15732060"/>
              <a:gd name="connsiteY1636" fmla="*/ 4299703 h 8839200"/>
              <a:gd name="connsiteX1637" fmla="*/ 3896524 w 15732060"/>
              <a:gd name="connsiteY1637" fmla="*/ 4003390 h 8839200"/>
              <a:gd name="connsiteX1638" fmla="*/ 4295998 w 15732060"/>
              <a:gd name="connsiteY1638" fmla="*/ 4003390 h 8839200"/>
              <a:gd name="connsiteX1639" fmla="*/ 4389282 w 15732060"/>
              <a:gd name="connsiteY1639" fmla="*/ 4096674 h 8839200"/>
              <a:gd name="connsiteX1640" fmla="*/ 4390928 w 15732060"/>
              <a:gd name="connsiteY1640" fmla="*/ 4121366 h 8839200"/>
              <a:gd name="connsiteX1641" fmla="*/ 4417268 w 15732060"/>
              <a:gd name="connsiteY1641" fmla="*/ 4121366 h 8839200"/>
              <a:gd name="connsiteX1642" fmla="*/ 4417268 w 15732060"/>
              <a:gd name="connsiteY1642" fmla="*/ 4095027 h 8839200"/>
              <a:gd name="connsiteX1643" fmla="*/ 4392575 w 15732060"/>
              <a:gd name="connsiteY1643" fmla="*/ 4093381 h 8839200"/>
              <a:gd name="connsiteX1644" fmla="*/ 4297645 w 15732060"/>
              <a:gd name="connsiteY1644" fmla="*/ 3998450 h 8839200"/>
              <a:gd name="connsiteX1645" fmla="*/ 3894328 w 15732060"/>
              <a:gd name="connsiteY1645" fmla="*/ 3998450 h 8839200"/>
              <a:gd name="connsiteX1646" fmla="*/ 3598016 w 15732060"/>
              <a:gd name="connsiteY1646" fmla="*/ 4294765 h 8839200"/>
              <a:gd name="connsiteX1647" fmla="*/ 2972464 w 15732060"/>
              <a:gd name="connsiteY1647" fmla="*/ 4294765 h 8839200"/>
              <a:gd name="connsiteX1648" fmla="*/ 2616888 w 15732060"/>
              <a:gd name="connsiteY1648" fmla="*/ 3939189 h 8839200"/>
              <a:gd name="connsiteX1649" fmla="*/ 533364 w 15732060"/>
              <a:gd name="connsiteY1649" fmla="*/ 3939189 h 8839200"/>
              <a:gd name="connsiteX1650" fmla="*/ 342954 w 15732060"/>
              <a:gd name="connsiteY1650" fmla="*/ 3748779 h 8839200"/>
              <a:gd name="connsiteX1651" fmla="*/ 96026 w 15732060"/>
              <a:gd name="connsiteY1651" fmla="*/ 3748779 h 8839200"/>
              <a:gd name="connsiteX1652" fmla="*/ 77370 w 15732060"/>
              <a:gd name="connsiteY1652" fmla="*/ 3732318 h 8839200"/>
              <a:gd name="connsiteX1653" fmla="*/ 15683771 w 15732060"/>
              <a:gd name="connsiteY1653" fmla="*/ 3693357 h 8839200"/>
              <a:gd name="connsiteX1654" fmla="*/ 15683222 w 15732060"/>
              <a:gd name="connsiteY1654" fmla="*/ 3693357 h 8839200"/>
              <a:gd name="connsiteX1655" fmla="*/ 15664565 w 15732060"/>
              <a:gd name="connsiteY1655" fmla="*/ 3709820 h 8839200"/>
              <a:gd name="connsiteX1656" fmla="*/ 14817329 w 15732060"/>
              <a:gd name="connsiteY1656" fmla="*/ 3709820 h 8839200"/>
              <a:gd name="connsiteX1657" fmla="*/ 14361884 w 15732060"/>
              <a:gd name="connsiteY1657" fmla="*/ 4165265 h 8839200"/>
              <a:gd name="connsiteX1658" fmla="*/ 12428711 w 15732060"/>
              <a:gd name="connsiteY1658" fmla="*/ 4165265 h 8839200"/>
              <a:gd name="connsiteX1659" fmla="*/ 12247081 w 15732060"/>
              <a:gd name="connsiteY1659" fmla="*/ 4346894 h 8839200"/>
              <a:gd name="connsiteX1660" fmla="*/ 11035488 w 15732060"/>
              <a:gd name="connsiteY1660" fmla="*/ 4346894 h 8839200"/>
              <a:gd name="connsiteX1661" fmla="*/ 10969092 w 15732060"/>
              <a:gd name="connsiteY1661" fmla="*/ 4413290 h 8839200"/>
              <a:gd name="connsiteX1662" fmla="*/ 10944399 w 15732060"/>
              <a:gd name="connsiteY1662" fmla="*/ 4414936 h 8839200"/>
              <a:gd name="connsiteX1663" fmla="*/ 10944399 w 15732060"/>
              <a:gd name="connsiteY1663" fmla="*/ 4441275 h 8839200"/>
              <a:gd name="connsiteX1664" fmla="*/ 10970738 w 15732060"/>
              <a:gd name="connsiteY1664" fmla="*/ 4441275 h 8839200"/>
              <a:gd name="connsiteX1665" fmla="*/ 10972384 w 15732060"/>
              <a:gd name="connsiteY1665" fmla="*/ 4416583 h 8839200"/>
              <a:gd name="connsiteX1666" fmla="*/ 11037683 w 15732060"/>
              <a:gd name="connsiteY1666" fmla="*/ 4351285 h 8839200"/>
              <a:gd name="connsiteX1667" fmla="*/ 12249277 w 15732060"/>
              <a:gd name="connsiteY1667" fmla="*/ 4351285 h 8839200"/>
              <a:gd name="connsiteX1668" fmla="*/ 12430906 w 15732060"/>
              <a:gd name="connsiteY1668" fmla="*/ 4169655 h 8839200"/>
              <a:gd name="connsiteX1669" fmla="*/ 14364078 w 15732060"/>
              <a:gd name="connsiteY1669" fmla="*/ 4169655 h 8839200"/>
              <a:gd name="connsiteX1670" fmla="*/ 14819523 w 15732060"/>
              <a:gd name="connsiteY1670" fmla="*/ 3714209 h 8839200"/>
              <a:gd name="connsiteX1671" fmla="*/ 15665115 w 15732060"/>
              <a:gd name="connsiteY1671" fmla="*/ 3714209 h 8839200"/>
              <a:gd name="connsiteX1672" fmla="*/ 15683771 w 15732060"/>
              <a:gd name="connsiteY1672" fmla="*/ 3730671 h 8839200"/>
              <a:gd name="connsiteX1673" fmla="*/ 15702428 w 15732060"/>
              <a:gd name="connsiteY1673" fmla="*/ 3712015 h 8839200"/>
              <a:gd name="connsiteX1674" fmla="*/ 15683771 w 15732060"/>
              <a:gd name="connsiteY1674" fmla="*/ 3693357 h 8839200"/>
              <a:gd name="connsiteX1675" fmla="*/ 12974696 w 15732060"/>
              <a:gd name="connsiteY1675" fmla="*/ 3689105 h 8839200"/>
              <a:gd name="connsiteX1676" fmla="*/ 12961526 w 15732060"/>
              <a:gd name="connsiteY1676" fmla="*/ 3694456 h 8839200"/>
              <a:gd name="connsiteX1677" fmla="*/ 12959881 w 15732060"/>
              <a:gd name="connsiteY1677" fmla="*/ 3719148 h 8839200"/>
              <a:gd name="connsiteX1678" fmla="*/ 12852330 w 15732060"/>
              <a:gd name="connsiteY1678" fmla="*/ 3826699 h 8839200"/>
              <a:gd name="connsiteX1679" fmla="*/ 11751031 w 15732060"/>
              <a:gd name="connsiteY1679" fmla="*/ 3826699 h 8839200"/>
              <a:gd name="connsiteX1680" fmla="*/ 11448681 w 15732060"/>
              <a:gd name="connsiteY1680" fmla="*/ 4129048 h 8839200"/>
              <a:gd name="connsiteX1681" fmla="*/ 10415972 w 15732060"/>
              <a:gd name="connsiteY1681" fmla="*/ 4129048 h 8839200"/>
              <a:gd name="connsiteX1682" fmla="*/ 10258488 w 15732060"/>
              <a:gd name="connsiteY1682" fmla="*/ 4286533 h 8839200"/>
              <a:gd name="connsiteX1683" fmla="*/ 10257938 w 15732060"/>
              <a:gd name="connsiteY1683" fmla="*/ 4286533 h 8839200"/>
              <a:gd name="connsiteX1684" fmla="*/ 9040309 w 15732060"/>
              <a:gd name="connsiteY1684" fmla="*/ 4286533 h 8839200"/>
              <a:gd name="connsiteX1685" fmla="*/ 9040309 w 15732060"/>
              <a:gd name="connsiteY1685" fmla="*/ 4291473 h 8839200"/>
              <a:gd name="connsiteX1686" fmla="*/ 10260134 w 15732060"/>
              <a:gd name="connsiteY1686" fmla="*/ 4291473 h 8839200"/>
              <a:gd name="connsiteX1687" fmla="*/ 10417619 w 15732060"/>
              <a:gd name="connsiteY1687" fmla="*/ 4133987 h 8839200"/>
              <a:gd name="connsiteX1688" fmla="*/ 11450327 w 15732060"/>
              <a:gd name="connsiteY1688" fmla="*/ 4133987 h 8839200"/>
              <a:gd name="connsiteX1689" fmla="*/ 11752677 w 15732060"/>
              <a:gd name="connsiteY1689" fmla="*/ 3831637 h 8839200"/>
              <a:gd name="connsiteX1690" fmla="*/ 12853976 w 15732060"/>
              <a:gd name="connsiteY1690" fmla="*/ 3831637 h 8839200"/>
              <a:gd name="connsiteX1691" fmla="*/ 12963172 w 15732060"/>
              <a:gd name="connsiteY1691" fmla="*/ 3722440 h 8839200"/>
              <a:gd name="connsiteX1692" fmla="*/ 12987866 w 15732060"/>
              <a:gd name="connsiteY1692" fmla="*/ 3720795 h 8839200"/>
              <a:gd name="connsiteX1693" fmla="*/ 12987866 w 15732060"/>
              <a:gd name="connsiteY1693" fmla="*/ 3694456 h 8839200"/>
              <a:gd name="connsiteX1694" fmla="*/ 12974696 w 15732060"/>
              <a:gd name="connsiteY1694" fmla="*/ 3689105 h 8839200"/>
              <a:gd name="connsiteX1695" fmla="*/ 12164772 w 15732060"/>
              <a:gd name="connsiteY1695" fmla="*/ 3515569 h 8839200"/>
              <a:gd name="connsiteX1696" fmla="*/ 12146116 w 15732060"/>
              <a:gd name="connsiteY1696" fmla="*/ 3534226 h 8839200"/>
              <a:gd name="connsiteX1697" fmla="*/ 12164772 w 15732060"/>
              <a:gd name="connsiteY1697" fmla="*/ 3552883 h 8839200"/>
              <a:gd name="connsiteX1698" fmla="*/ 12183430 w 15732060"/>
              <a:gd name="connsiteY1698" fmla="*/ 3536421 h 8839200"/>
              <a:gd name="connsiteX1699" fmla="*/ 13138217 w 15732060"/>
              <a:gd name="connsiteY1699" fmla="*/ 3536421 h 8839200"/>
              <a:gd name="connsiteX1700" fmla="*/ 13656218 w 15732060"/>
              <a:gd name="connsiteY1700" fmla="*/ 4054421 h 8839200"/>
              <a:gd name="connsiteX1701" fmla="*/ 14248295 w 15732060"/>
              <a:gd name="connsiteY1701" fmla="*/ 4054421 h 8839200"/>
              <a:gd name="connsiteX1702" fmla="*/ 14525953 w 15732060"/>
              <a:gd name="connsiteY1702" fmla="*/ 3776765 h 8839200"/>
              <a:gd name="connsiteX1703" fmla="*/ 14550645 w 15732060"/>
              <a:gd name="connsiteY1703" fmla="*/ 3775118 h 8839200"/>
              <a:gd name="connsiteX1704" fmla="*/ 14550645 w 15732060"/>
              <a:gd name="connsiteY1704" fmla="*/ 3748779 h 8839200"/>
              <a:gd name="connsiteX1705" fmla="*/ 14524306 w 15732060"/>
              <a:gd name="connsiteY1705" fmla="*/ 3748779 h 8839200"/>
              <a:gd name="connsiteX1706" fmla="*/ 14522660 w 15732060"/>
              <a:gd name="connsiteY1706" fmla="*/ 3773472 h 8839200"/>
              <a:gd name="connsiteX1707" fmla="*/ 14246650 w 15732060"/>
              <a:gd name="connsiteY1707" fmla="*/ 4049483 h 8839200"/>
              <a:gd name="connsiteX1708" fmla="*/ 13658961 w 15732060"/>
              <a:gd name="connsiteY1708" fmla="*/ 4049483 h 8839200"/>
              <a:gd name="connsiteX1709" fmla="*/ 13657864 w 15732060"/>
              <a:gd name="connsiteY1709" fmla="*/ 4050031 h 8839200"/>
              <a:gd name="connsiteX1710" fmla="*/ 13139863 w 15732060"/>
              <a:gd name="connsiteY1710" fmla="*/ 3532031 h 8839200"/>
              <a:gd name="connsiteX1711" fmla="*/ 12183430 w 15732060"/>
              <a:gd name="connsiteY1711" fmla="*/ 3532031 h 8839200"/>
              <a:gd name="connsiteX1712" fmla="*/ 12164772 w 15732060"/>
              <a:gd name="connsiteY1712" fmla="*/ 3515569 h 8839200"/>
              <a:gd name="connsiteX1713" fmla="*/ 12627351 w 15732060"/>
              <a:gd name="connsiteY1713" fmla="*/ 3354791 h 8839200"/>
              <a:gd name="connsiteX1714" fmla="*/ 12608695 w 15732060"/>
              <a:gd name="connsiteY1714" fmla="*/ 3371254 h 8839200"/>
              <a:gd name="connsiteX1715" fmla="*/ 12074781 w 15732060"/>
              <a:gd name="connsiteY1715" fmla="*/ 3371254 h 8839200"/>
              <a:gd name="connsiteX1716" fmla="*/ 11893151 w 15732060"/>
              <a:gd name="connsiteY1716" fmla="*/ 3552883 h 8839200"/>
              <a:gd name="connsiteX1717" fmla="*/ 10993784 w 15732060"/>
              <a:gd name="connsiteY1717" fmla="*/ 3552883 h 8839200"/>
              <a:gd name="connsiteX1718" fmla="*/ 10697472 w 15732060"/>
              <a:gd name="connsiteY1718" fmla="*/ 3849197 h 8839200"/>
              <a:gd name="connsiteX1719" fmla="*/ 10672778 w 15732060"/>
              <a:gd name="connsiteY1719" fmla="*/ 3850842 h 8839200"/>
              <a:gd name="connsiteX1720" fmla="*/ 10672778 w 15732060"/>
              <a:gd name="connsiteY1720" fmla="*/ 3877181 h 8839200"/>
              <a:gd name="connsiteX1721" fmla="*/ 10699117 w 15732060"/>
              <a:gd name="connsiteY1721" fmla="*/ 3877181 h 8839200"/>
              <a:gd name="connsiteX1722" fmla="*/ 10700763 w 15732060"/>
              <a:gd name="connsiteY1722" fmla="*/ 3852489 h 8839200"/>
              <a:gd name="connsiteX1723" fmla="*/ 10995430 w 15732060"/>
              <a:gd name="connsiteY1723" fmla="*/ 3557821 h 8839200"/>
              <a:gd name="connsiteX1724" fmla="*/ 11894797 w 15732060"/>
              <a:gd name="connsiteY1724" fmla="*/ 3557821 h 8839200"/>
              <a:gd name="connsiteX1725" fmla="*/ 12076427 w 15732060"/>
              <a:gd name="connsiteY1725" fmla="*/ 3376192 h 8839200"/>
              <a:gd name="connsiteX1726" fmla="*/ 12608145 w 15732060"/>
              <a:gd name="connsiteY1726" fmla="*/ 3376192 h 8839200"/>
              <a:gd name="connsiteX1727" fmla="*/ 12626801 w 15732060"/>
              <a:gd name="connsiteY1727" fmla="*/ 3392655 h 8839200"/>
              <a:gd name="connsiteX1728" fmla="*/ 12645459 w 15732060"/>
              <a:gd name="connsiteY1728" fmla="*/ 3373997 h 8839200"/>
              <a:gd name="connsiteX1729" fmla="*/ 12626801 w 15732060"/>
              <a:gd name="connsiteY1729" fmla="*/ 3355341 h 8839200"/>
              <a:gd name="connsiteX1730" fmla="*/ 4118210 w 15732060"/>
              <a:gd name="connsiteY1730" fmla="*/ 3273032 h 8839200"/>
              <a:gd name="connsiteX1731" fmla="*/ 4099554 w 15732060"/>
              <a:gd name="connsiteY1731" fmla="*/ 3291688 h 8839200"/>
              <a:gd name="connsiteX1732" fmla="*/ 4118210 w 15732060"/>
              <a:gd name="connsiteY1732" fmla="*/ 3310345 h 8839200"/>
              <a:gd name="connsiteX1733" fmla="*/ 4136867 w 15732060"/>
              <a:gd name="connsiteY1733" fmla="*/ 3293883 h 8839200"/>
              <a:gd name="connsiteX1734" fmla="*/ 4675719 w 15732060"/>
              <a:gd name="connsiteY1734" fmla="*/ 3293883 h 8839200"/>
              <a:gd name="connsiteX1735" fmla="*/ 5210181 w 15732060"/>
              <a:gd name="connsiteY1735" fmla="*/ 3828345 h 8839200"/>
              <a:gd name="connsiteX1736" fmla="*/ 5211826 w 15732060"/>
              <a:gd name="connsiteY1736" fmla="*/ 3853038 h 8839200"/>
              <a:gd name="connsiteX1737" fmla="*/ 5238166 w 15732060"/>
              <a:gd name="connsiteY1737" fmla="*/ 3853038 h 8839200"/>
              <a:gd name="connsiteX1738" fmla="*/ 5238166 w 15732060"/>
              <a:gd name="connsiteY1738" fmla="*/ 3826699 h 8839200"/>
              <a:gd name="connsiteX1739" fmla="*/ 5213474 w 15732060"/>
              <a:gd name="connsiteY1739" fmla="*/ 3825052 h 8839200"/>
              <a:gd name="connsiteX1740" fmla="*/ 4677366 w 15732060"/>
              <a:gd name="connsiteY1740" fmla="*/ 3288944 h 8839200"/>
              <a:gd name="connsiteX1741" fmla="*/ 4136585 w 15732060"/>
              <a:gd name="connsiteY1741" fmla="*/ 3288944 h 8839200"/>
              <a:gd name="connsiteX1742" fmla="*/ 4136867 w 15732060"/>
              <a:gd name="connsiteY1742" fmla="*/ 3289493 h 8839200"/>
              <a:gd name="connsiteX1743" fmla="*/ 4136319 w 15732060"/>
              <a:gd name="connsiteY1743" fmla="*/ 3288944 h 8839200"/>
              <a:gd name="connsiteX1744" fmla="*/ 4136585 w 15732060"/>
              <a:gd name="connsiteY1744" fmla="*/ 3288944 h 8839200"/>
              <a:gd name="connsiteX1745" fmla="*/ 4130831 w 15732060"/>
              <a:gd name="connsiteY1745" fmla="*/ 3277764 h 8839200"/>
              <a:gd name="connsiteX1746" fmla="*/ 4118210 w 15732060"/>
              <a:gd name="connsiteY1746" fmla="*/ 3273032 h 8839200"/>
              <a:gd name="connsiteX1747" fmla="*/ 4958864 w 15732060"/>
              <a:gd name="connsiteY1747" fmla="*/ 3183177 h 8839200"/>
              <a:gd name="connsiteX1748" fmla="*/ 4945694 w 15732060"/>
              <a:gd name="connsiteY1748" fmla="*/ 3188527 h 8839200"/>
              <a:gd name="connsiteX1749" fmla="*/ 4945694 w 15732060"/>
              <a:gd name="connsiteY1749" fmla="*/ 3214866 h 8839200"/>
              <a:gd name="connsiteX1750" fmla="*/ 4970386 w 15732060"/>
              <a:gd name="connsiteY1750" fmla="*/ 3216512 h 8839200"/>
              <a:gd name="connsiteX1751" fmla="*/ 5116348 w 15732060"/>
              <a:gd name="connsiteY1751" fmla="*/ 3362475 h 8839200"/>
              <a:gd name="connsiteX1752" fmla="*/ 5342424 w 15732060"/>
              <a:gd name="connsiteY1752" fmla="*/ 3362475 h 8839200"/>
              <a:gd name="connsiteX1753" fmla="*/ 5723792 w 15732060"/>
              <a:gd name="connsiteY1753" fmla="*/ 3743841 h 8839200"/>
              <a:gd name="connsiteX1754" fmla="*/ 5725438 w 15732060"/>
              <a:gd name="connsiteY1754" fmla="*/ 3768533 h 8839200"/>
              <a:gd name="connsiteX1755" fmla="*/ 5751776 w 15732060"/>
              <a:gd name="connsiteY1755" fmla="*/ 3768533 h 8839200"/>
              <a:gd name="connsiteX1756" fmla="*/ 5751776 w 15732060"/>
              <a:gd name="connsiteY1756" fmla="*/ 3742195 h 8839200"/>
              <a:gd name="connsiteX1757" fmla="*/ 5727084 w 15732060"/>
              <a:gd name="connsiteY1757" fmla="*/ 3740549 h 8839200"/>
              <a:gd name="connsiteX1758" fmla="*/ 5344071 w 15732060"/>
              <a:gd name="connsiteY1758" fmla="*/ 3357535 h 8839200"/>
              <a:gd name="connsiteX1759" fmla="*/ 5117995 w 15732060"/>
              <a:gd name="connsiteY1759" fmla="*/ 3357535 h 8839200"/>
              <a:gd name="connsiteX1760" fmla="*/ 4973678 w 15732060"/>
              <a:gd name="connsiteY1760" fmla="*/ 3213220 h 8839200"/>
              <a:gd name="connsiteX1761" fmla="*/ 4972033 w 15732060"/>
              <a:gd name="connsiteY1761" fmla="*/ 3188527 h 8839200"/>
              <a:gd name="connsiteX1762" fmla="*/ 4958864 w 15732060"/>
              <a:gd name="connsiteY1762" fmla="*/ 3183177 h 8839200"/>
              <a:gd name="connsiteX1763" fmla="*/ 55970 w 15732060"/>
              <a:gd name="connsiteY1763" fmla="*/ 2984400 h 8839200"/>
              <a:gd name="connsiteX1764" fmla="*/ 37312 w 15732060"/>
              <a:gd name="connsiteY1764" fmla="*/ 3003057 h 8839200"/>
              <a:gd name="connsiteX1765" fmla="*/ 55970 w 15732060"/>
              <a:gd name="connsiteY1765" fmla="*/ 3021714 h 8839200"/>
              <a:gd name="connsiteX1766" fmla="*/ 74626 w 15732060"/>
              <a:gd name="connsiteY1766" fmla="*/ 3005251 h 8839200"/>
              <a:gd name="connsiteX1767" fmla="*/ 544888 w 15732060"/>
              <a:gd name="connsiteY1767" fmla="*/ 3005251 h 8839200"/>
              <a:gd name="connsiteX1768" fmla="*/ 1083738 w 15732060"/>
              <a:gd name="connsiteY1768" fmla="*/ 3544103 h 8839200"/>
              <a:gd name="connsiteX1769" fmla="*/ 1490347 w 15732060"/>
              <a:gd name="connsiteY1769" fmla="*/ 3544103 h 8839200"/>
              <a:gd name="connsiteX1770" fmla="*/ 1594606 w 15732060"/>
              <a:gd name="connsiteY1770" fmla="*/ 3439845 h 8839200"/>
              <a:gd name="connsiteX1771" fmla="*/ 3079466 w 15732060"/>
              <a:gd name="connsiteY1771" fmla="*/ 3439845 h 8839200"/>
              <a:gd name="connsiteX1772" fmla="*/ 3098124 w 15732060"/>
              <a:gd name="connsiteY1772" fmla="*/ 3456306 h 8839200"/>
              <a:gd name="connsiteX1773" fmla="*/ 3116780 w 15732060"/>
              <a:gd name="connsiteY1773" fmla="*/ 3437650 h 8839200"/>
              <a:gd name="connsiteX1774" fmla="*/ 3098124 w 15732060"/>
              <a:gd name="connsiteY1774" fmla="*/ 3418993 h 8839200"/>
              <a:gd name="connsiteX1775" fmla="*/ 3079466 w 15732060"/>
              <a:gd name="connsiteY1775" fmla="*/ 3435455 h 8839200"/>
              <a:gd name="connsiteX1776" fmla="*/ 1592960 w 15732060"/>
              <a:gd name="connsiteY1776" fmla="*/ 3435455 h 8839200"/>
              <a:gd name="connsiteX1777" fmla="*/ 1488701 w 15732060"/>
              <a:gd name="connsiteY1777" fmla="*/ 3539714 h 8839200"/>
              <a:gd name="connsiteX1778" fmla="*/ 1085934 w 15732060"/>
              <a:gd name="connsiteY1778" fmla="*/ 3539714 h 8839200"/>
              <a:gd name="connsiteX1779" fmla="*/ 547082 w 15732060"/>
              <a:gd name="connsiteY1779" fmla="*/ 3000861 h 8839200"/>
              <a:gd name="connsiteX1780" fmla="*/ 74626 w 15732060"/>
              <a:gd name="connsiteY1780" fmla="*/ 3000861 h 8839200"/>
              <a:gd name="connsiteX1781" fmla="*/ 55970 w 15732060"/>
              <a:gd name="connsiteY1781" fmla="*/ 2984400 h 8839200"/>
              <a:gd name="connsiteX1782" fmla="*/ 15666760 w 15732060"/>
              <a:gd name="connsiteY1782" fmla="*/ 2930076 h 8839200"/>
              <a:gd name="connsiteX1783" fmla="*/ 15648104 w 15732060"/>
              <a:gd name="connsiteY1783" fmla="*/ 2946538 h 8839200"/>
              <a:gd name="connsiteX1784" fmla="*/ 15219546 w 15732060"/>
              <a:gd name="connsiteY1784" fmla="*/ 2946538 h 8839200"/>
              <a:gd name="connsiteX1785" fmla="*/ 14996213 w 15732060"/>
              <a:gd name="connsiteY1785" fmla="*/ 3169870 h 8839200"/>
              <a:gd name="connsiteX1786" fmla="*/ 14421694 w 15732060"/>
              <a:gd name="connsiteY1786" fmla="*/ 3169870 h 8839200"/>
              <a:gd name="connsiteX1787" fmla="*/ 14403039 w 15732060"/>
              <a:gd name="connsiteY1787" fmla="*/ 3153409 h 8839200"/>
              <a:gd name="connsiteX1788" fmla="*/ 14384381 w 15732060"/>
              <a:gd name="connsiteY1788" fmla="*/ 3172065 h 8839200"/>
              <a:gd name="connsiteX1789" fmla="*/ 14403039 w 15732060"/>
              <a:gd name="connsiteY1789" fmla="*/ 3190722 h 8839200"/>
              <a:gd name="connsiteX1790" fmla="*/ 14421694 w 15732060"/>
              <a:gd name="connsiteY1790" fmla="*/ 3174261 h 8839200"/>
              <a:gd name="connsiteX1791" fmla="*/ 14998409 w 15732060"/>
              <a:gd name="connsiteY1791" fmla="*/ 3174261 h 8839200"/>
              <a:gd name="connsiteX1792" fmla="*/ 15221742 w 15732060"/>
              <a:gd name="connsiteY1792" fmla="*/ 2950927 h 8839200"/>
              <a:gd name="connsiteX1793" fmla="*/ 15648104 w 15732060"/>
              <a:gd name="connsiteY1793" fmla="*/ 2950927 h 8839200"/>
              <a:gd name="connsiteX1794" fmla="*/ 15666760 w 15732060"/>
              <a:gd name="connsiteY1794" fmla="*/ 2967389 h 8839200"/>
              <a:gd name="connsiteX1795" fmla="*/ 15685417 w 15732060"/>
              <a:gd name="connsiteY1795" fmla="*/ 2948732 h 8839200"/>
              <a:gd name="connsiteX1796" fmla="*/ 15666760 w 15732060"/>
              <a:gd name="connsiteY1796" fmla="*/ 2930076 h 8839200"/>
              <a:gd name="connsiteX1797" fmla="*/ 3441628 w 15732060"/>
              <a:gd name="connsiteY1797" fmla="*/ 2777529 h 8839200"/>
              <a:gd name="connsiteX1798" fmla="*/ 3441079 w 15732060"/>
              <a:gd name="connsiteY1798" fmla="*/ 2777529 h 8839200"/>
              <a:gd name="connsiteX1799" fmla="*/ 3441344 w 15732060"/>
              <a:gd name="connsiteY1799" fmla="*/ 2777637 h 8839200"/>
              <a:gd name="connsiteX1800" fmla="*/ 11909613 w 15732060"/>
              <a:gd name="connsiteY1800" fmla="*/ 2741313 h 8839200"/>
              <a:gd name="connsiteX1801" fmla="*/ 11890957 w 15732060"/>
              <a:gd name="connsiteY1801" fmla="*/ 2757775 h 8839200"/>
              <a:gd name="connsiteX1802" fmla="*/ 11273637 w 15732060"/>
              <a:gd name="connsiteY1802" fmla="*/ 2757775 h 8839200"/>
              <a:gd name="connsiteX1803" fmla="*/ 11254979 w 15732060"/>
              <a:gd name="connsiteY1803" fmla="*/ 2741313 h 8839200"/>
              <a:gd name="connsiteX1804" fmla="*/ 11236322 w 15732060"/>
              <a:gd name="connsiteY1804" fmla="*/ 2759970 h 8839200"/>
              <a:gd name="connsiteX1805" fmla="*/ 11254979 w 15732060"/>
              <a:gd name="connsiteY1805" fmla="*/ 2778626 h 8839200"/>
              <a:gd name="connsiteX1806" fmla="*/ 11273637 w 15732060"/>
              <a:gd name="connsiteY1806" fmla="*/ 2762165 h 8839200"/>
              <a:gd name="connsiteX1807" fmla="*/ 11890957 w 15732060"/>
              <a:gd name="connsiteY1807" fmla="*/ 2762165 h 8839200"/>
              <a:gd name="connsiteX1808" fmla="*/ 11909613 w 15732060"/>
              <a:gd name="connsiteY1808" fmla="*/ 2778626 h 8839200"/>
              <a:gd name="connsiteX1809" fmla="*/ 11928271 w 15732060"/>
              <a:gd name="connsiteY1809" fmla="*/ 2759970 h 8839200"/>
              <a:gd name="connsiteX1810" fmla="*/ 11909613 w 15732060"/>
              <a:gd name="connsiteY1810" fmla="*/ 2741313 h 8839200"/>
              <a:gd name="connsiteX1811" fmla="*/ 9326745 w 15732060"/>
              <a:gd name="connsiteY1811" fmla="*/ 2650910 h 8839200"/>
              <a:gd name="connsiteX1812" fmla="*/ 9313576 w 15732060"/>
              <a:gd name="connsiteY1812" fmla="*/ 2656260 h 8839200"/>
              <a:gd name="connsiteX1813" fmla="*/ 9311930 w 15732060"/>
              <a:gd name="connsiteY1813" fmla="*/ 2680953 h 8839200"/>
              <a:gd name="connsiteX1814" fmla="*/ 9167066 w 15732060"/>
              <a:gd name="connsiteY1814" fmla="*/ 2825817 h 8839200"/>
              <a:gd name="connsiteX1815" fmla="*/ 9166518 w 15732060"/>
              <a:gd name="connsiteY1815" fmla="*/ 2825817 h 8839200"/>
              <a:gd name="connsiteX1816" fmla="*/ 9165968 w 15732060"/>
              <a:gd name="connsiteY1816" fmla="*/ 2827463 h 8839200"/>
              <a:gd name="connsiteX1817" fmla="*/ 9165968 w 15732060"/>
              <a:gd name="connsiteY1817" fmla="*/ 3018421 h 8839200"/>
              <a:gd name="connsiteX1818" fmla="*/ 8996411 w 15732060"/>
              <a:gd name="connsiteY1818" fmla="*/ 3187978 h 8839200"/>
              <a:gd name="connsiteX1819" fmla="*/ 8971718 w 15732060"/>
              <a:gd name="connsiteY1819" fmla="*/ 3189625 h 8839200"/>
              <a:gd name="connsiteX1820" fmla="*/ 8971718 w 15732060"/>
              <a:gd name="connsiteY1820" fmla="*/ 3215963 h 8839200"/>
              <a:gd name="connsiteX1821" fmla="*/ 8998057 w 15732060"/>
              <a:gd name="connsiteY1821" fmla="*/ 3215963 h 8839200"/>
              <a:gd name="connsiteX1822" fmla="*/ 8999703 w 15732060"/>
              <a:gd name="connsiteY1822" fmla="*/ 3191271 h 8839200"/>
              <a:gd name="connsiteX1823" fmla="*/ 9170358 w 15732060"/>
              <a:gd name="connsiteY1823" fmla="*/ 3020616 h 8839200"/>
              <a:gd name="connsiteX1824" fmla="*/ 9170906 w 15732060"/>
              <a:gd name="connsiteY1824" fmla="*/ 3020616 h 8839200"/>
              <a:gd name="connsiteX1825" fmla="*/ 9170906 w 15732060"/>
              <a:gd name="connsiteY1825" fmla="*/ 2828561 h 8839200"/>
              <a:gd name="connsiteX1826" fmla="*/ 9315223 w 15732060"/>
              <a:gd name="connsiteY1826" fmla="*/ 2684245 h 8839200"/>
              <a:gd name="connsiteX1827" fmla="*/ 9339916 w 15732060"/>
              <a:gd name="connsiteY1827" fmla="*/ 2682599 h 8839200"/>
              <a:gd name="connsiteX1828" fmla="*/ 9339916 w 15732060"/>
              <a:gd name="connsiteY1828" fmla="*/ 2656260 h 8839200"/>
              <a:gd name="connsiteX1829" fmla="*/ 9326745 w 15732060"/>
              <a:gd name="connsiteY1829" fmla="*/ 2650910 h 8839200"/>
              <a:gd name="connsiteX1830" fmla="*/ 2008896 w 15732060"/>
              <a:gd name="connsiteY1830" fmla="*/ 2464342 h 8839200"/>
              <a:gd name="connsiteX1831" fmla="*/ 1995727 w 15732060"/>
              <a:gd name="connsiteY1831" fmla="*/ 2469692 h 8839200"/>
              <a:gd name="connsiteX1832" fmla="*/ 1995727 w 15732060"/>
              <a:gd name="connsiteY1832" fmla="*/ 2496031 h 8839200"/>
              <a:gd name="connsiteX1833" fmla="*/ 2020419 w 15732060"/>
              <a:gd name="connsiteY1833" fmla="*/ 2497678 h 8839200"/>
              <a:gd name="connsiteX1834" fmla="*/ 2146627 w 15732060"/>
              <a:gd name="connsiteY1834" fmla="*/ 2623885 h 8839200"/>
              <a:gd name="connsiteX1835" fmla="*/ 2602621 w 15732060"/>
              <a:gd name="connsiteY1835" fmla="*/ 2623885 h 8839200"/>
              <a:gd name="connsiteX1836" fmla="*/ 2807846 w 15732060"/>
              <a:gd name="connsiteY1836" fmla="*/ 2829110 h 8839200"/>
              <a:gd name="connsiteX1837" fmla="*/ 2809492 w 15732060"/>
              <a:gd name="connsiteY1837" fmla="*/ 2853802 h 8839200"/>
              <a:gd name="connsiteX1838" fmla="*/ 2835831 w 15732060"/>
              <a:gd name="connsiteY1838" fmla="*/ 2853802 h 8839200"/>
              <a:gd name="connsiteX1839" fmla="*/ 2835831 w 15732060"/>
              <a:gd name="connsiteY1839" fmla="*/ 2827463 h 8839200"/>
              <a:gd name="connsiteX1840" fmla="*/ 2811138 w 15732060"/>
              <a:gd name="connsiteY1840" fmla="*/ 2825817 h 8839200"/>
              <a:gd name="connsiteX1841" fmla="*/ 2604266 w 15732060"/>
              <a:gd name="connsiteY1841" fmla="*/ 2618947 h 8839200"/>
              <a:gd name="connsiteX1842" fmla="*/ 2148273 w 15732060"/>
              <a:gd name="connsiteY1842" fmla="*/ 2618947 h 8839200"/>
              <a:gd name="connsiteX1843" fmla="*/ 2023712 w 15732060"/>
              <a:gd name="connsiteY1843" fmla="*/ 2494385 h 8839200"/>
              <a:gd name="connsiteX1844" fmla="*/ 2022066 w 15732060"/>
              <a:gd name="connsiteY1844" fmla="*/ 2469692 h 8839200"/>
              <a:gd name="connsiteX1845" fmla="*/ 2008896 w 15732060"/>
              <a:gd name="connsiteY1845" fmla="*/ 2464342 h 8839200"/>
              <a:gd name="connsiteX1846" fmla="*/ 77370 w 15732060"/>
              <a:gd name="connsiteY1846" fmla="*/ 2377506 h 8839200"/>
              <a:gd name="connsiteX1847" fmla="*/ 58714 w 15732060"/>
              <a:gd name="connsiteY1847" fmla="*/ 2396163 h 8839200"/>
              <a:gd name="connsiteX1848" fmla="*/ 77370 w 15732060"/>
              <a:gd name="connsiteY1848" fmla="*/ 2414820 h 8839200"/>
              <a:gd name="connsiteX1849" fmla="*/ 96026 w 15732060"/>
              <a:gd name="connsiteY1849" fmla="*/ 2398357 h 8839200"/>
              <a:gd name="connsiteX1850" fmla="*/ 935582 w 15732060"/>
              <a:gd name="connsiteY1850" fmla="*/ 2398357 h 8839200"/>
              <a:gd name="connsiteX1851" fmla="*/ 1728496 w 15732060"/>
              <a:gd name="connsiteY1851" fmla="*/ 3191271 h 8839200"/>
              <a:gd name="connsiteX1852" fmla="*/ 3514060 w 15732060"/>
              <a:gd name="connsiteY1852" fmla="*/ 3191271 h 8839200"/>
              <a:gd name="connsiteX1853" fmla="*/ 3938776 w 15732060"/>
              <a:gd name="connsiteY1853" fmla="*/ 3615987 h 8839200"/>
              <a:gd name="connsiteX1854" fmla="*/ 4752542 w 15732060"/>
              <a:gd name="connsiteY1854" fmla="*/ 3615987 h 8839200"/>
              <a:gd name="connsiteX1855" fmla="*/ 5081230 w 15732060"/>
              <a:gd name="connsiteY1855" fmla="*/ 3944675 h 8839200"/>
              <a:gd name="connsiteX1856" fmla="*/ 6690103 w 15732060"/>
              <a:gd name="connsiteY1856" fmla="*/ 3944675 h 8839200"/>
              <a:gd name="connsiteX1857" fmla="*/ 6690103 w 15732060"/>
              <a:gd name="connsiteY1857" fmla="*/ 3939737 h 8839200"/>
              <a:gd name="connsiteX1858" fmla="*/ 5082876 w 15732060"/>
              <a:gd name="connsiteY1858" fmla="*/ 3939737 h 8839200"/>
              <a:gd name="connsiteX1859" fmla="*/ 4754188 w 15732060"/>
              <a:gd name="connsiteY1859" fmla="*/ 3611049 h 8839200"/>
              <a:gd name="connsiteX1860" fmla="*/ 3940422 w 15732060"/>
              <a:gd name="connsiteY1860" fmla="*/ 3611049 h 8839200"/>
              <a:gd name="connsiteX1861" fmla="*/ 3515706 w 15732060"/>
              <a:gd name="connsiteY1861" fmla="*/ 3186331 h 8839200"/>
              <a:gd name="connsiteX1862" fmla="*/ 3515706 w 15732060"/>
              <a:gd name="connsiteY1862" fmla="*/ 3186881 h 8839200"/>
              <a:gd name="connsiteX1863" fmla="*/ 1730142 w 15732060"/>
              <a:gd name="connsiteY1863" fmla="*/ 3186881 h 8839200"/>
              <a:gd name="connsiteX1864" fmla="*/ 937228 w 15732060"/>
              <a:gd name="connsiteY1864" fmla="*/ 2393968 h 8839200"/>
              <a:gd name="connsiteX1865" fmla="*/ 96026 w 15732060"/>
              <a:gd name="connsiteY1865" fmla="*/ 2393968 h 8839200"/>
              <a:gd name="connsiteX1866" fmla="*/ 77370 w 15732060"/>
              <a:gd name="connsiteY1866" fmla="*/ 2377506 h 8839200"/>
              <a:gd name="connsiteX1867" fmla="*/ 12415254 w 15732060"/>
              <a:gd name="connsiteY1867" fmla="*/ 2285761 h 8839200"/>
              <a:gd name="connsiteX1868" fmla="*/ 12414993 w 15732060"/>
              <a:gd name="connsiteY1868" fmla="*/ 2285868 h 8839200"/>
              <a:gd name="connsiteX1869" fmla="*/ 12415540 w 15732060"/>
              <a:gd name="connsiteY1869" fmla="*/ 2285868 h 8839200"/>
              <a:gd name="connsiteX1870" fmla="*/ 12414993 w 15732060"/>
              <a:gd name="connsiteY1870" fmla="*/ 2248554 h 8839200"/>
              <a:gd name="connsiteX1871" fmla="*/ 12396335 w 15732060"/>
              <a:gd name="connsiteY1871" fmla="*/ 2265017 h 8839200"/>
              <a:gd name="connsiteX1872" fmla="*/ 11202302 w 15732060"/>
              <a:gd name="connsiteY1872" fmla="*/ 2265017 h 8839200"/>
              <a:gd name="connsiteX1873" fmla="*/ 11135905 w 15732060"/>
              <a:gd name="connsiteY1873" fmla="*/ 2331412 h 8839200"/>
              <a:gd name="connsiteX1874" fmla="*/ 11111212 w 15732060"/>
              <a:gd name="connsiteY1874" fmla="*/ 2333059 h 8839200"/>
              <a:gd name="connsiteX1875" fmla="*/ 11111212 w 15732060"/>
              <a:gd name="connsiteY1875" fmla="*/ 2359398 h 8839200"/>
              <a:gd name="connsiteX1876" fmla="*/ 11137551 w 15732060"/>
              <a:gd name="connsiteY1876" fmla="*/ 2359398 h 8839200"/>
              <a:gd name="connsiteX1877" fmla="*/ 11139198 w 15732060"/>
              <a:gd name="connsiteY1877" fmla="*/ 2334705 h 8839200"/>
              <a:gd name="connsiteX1878" fmla="*/ 11204496 w 15732060"/>
              <a:gd name="connsiteY1878" fmla="*/ 2269406 h 8839200"/>
              <a:gd name="connsiteX1879" fmla="*/ 12396885 w 15732060"/>
              <a:gd name="connsiteY1879" fmla="*/ 2269406 h 8839200"/>
              <a:gd name="connsiteX1880" fmla="*/ 12402921 w 15732060"/>
              <a:gd name="connsiteY1880" fmla="*/ 2281135 h 8839200"/>
              <a:gd name="connsiteX1881" fmla="*/ 12415254 w 15732060"/>
              <a:gd name="connsiteY1881" fmla="*/ 2285761 h 8839200"/>
              <a:gd name="connsiteX1882" fmla="*/ 12428230 w 15732060"/>
              <a:gd name="connsiteY1882" fmla="*/ 2280449 h 8839200"/>
              <a:gd name="connsiteX1883" fmla="*/ 12433649 w 15732060"/>
              <a:gd name="connsiteY1883" fmla="*/ 2267211 h 8839200"/>
              <a:gd name="connsiteX1884" fmla="*/ 12414993 w 15732060"/>
              <a:gd name="connsiteY1884" fmla="*/ 2248554 h 8839200"/>
              <a:gd name="connsiteX1885" fmla="*/ 3602405 w 15732060"/>
              <a:gd name="connsiteY1885" fmla="*/ 1914516 h 8839200"/>
              <a:gd name="connsiteX1886" fmla="*/ 3589235 w 15732060"/>
              <a:gd name="connsiteY1886" fmla="*/ 1919866 h 8839200"/>
              <a:gd name="connsiteX1887" fmla="*/ 3589235 w 15732060"/>
              <a:gd name="connsiteY1887" fmla="*/ 1946205 h 8839200"/>
              <a:gd name="connsiteX1888" fmla="*/ 3613928 w 15732060"/>
              <a:gd name="connsiteY1888" fmla="*/ 1947850 h 8839200"/>
              <a:gd name="connsiteX1889" fmla="*/ 3759891 w 15732060"/>
              <a:gd name="connsiteY1889" fmla="*/ 2093813 h 8839200"/>
              <a:gd name="connsiteX1890" fmla="*/ 3985967 w 15732060"/>
              <a:gd name="connsiteY1890" fmla="*/ 2093813 h 8839200"/>
              <a:gd name="connsiteX1891" fmla="*/ 4367334 w 15732060"/>
              <a:gd name="connsiteY1891" fmla="*/ 2475180 h 8839200"/>
              <a:gd name="connsiteX1892" fmla="*/ 4368980 w 15732060"/>
              <a:gd name="connsiteY1892" fmla="*/ 2499872 h 8839200"/>
              <a:gd name="connsiteX1893" fmla="*/ 4395319 w 15732060"/>
              <a:gd name="connsiteY1893" fmla="*/ 2499872 h 8839200"/>
              <a:gd name="connsiteX1894" fmla="*/ 4395319 w 15732060"/>
              <a:gd name="connsiteY1894" fmla="*/ 2473533 h 8839200"/>
              <a:gd name="connsiteX1895" fmla="*/ 4370626 w 15732060"/>
              <a:gd name="connsiteY1895" fmla="*/ 2471887 h 8839200"/>
              <a:gd name="connsiteX1896" fmla="*/ 3987613 w 15732060"/>
              <a:gd name="connsiteY1896" fmla="*/ 2088874 h 8839200"/>
              <a:gd name="connsiteX1897" fmla="*/ 3761536 w 15732060"/>
              <a:gd name="connsiteY1897" fmla="*/ 2088874 h 8839200"/>
              <a:gd name="connsiteX1898" fmla="*/ 3617221 w 15732060"/>
              <a:gd name="connsiteY1898" fmla="*/ 1944558 h 8839200"/>
              <a:gd name="connsiteX1899" fmla="*/ 3615574 w 15732060"/>
              <a:gd name="connsiteY1899" fmla="*/ 1919866 h 8839200"/>
              <a:gd name="connsiteX1900" fmla="*/ 3602405 w 15732060"/>
              <a:gd name="connsiteY1900" fmla="*/ 1914516 h 8839200"/>
              <a:gd name="connsiteX1901" fmla="*/ 15702977 w 15732060"/>
              <a:gd name="connsiteY1901" fmla="*/ 1721226 h 8839200"/>
              <a:gd name="connsiteX1902" fmla="*/ 15684320 w 15732060"/>
              <a:gd name="connsiteY1902" fmla="*/ 1737688 h 8839200"/>
              <a:gd name="connsiteX1903" fmla="*/ 15352887 w 15732060"/>
              <a:gd name="connsiteY1903" fmla="*/ 1737688 h 8839200"/>
              <a:gd name="connsiteX1904" fmla="*/ 13998624 w 15732060"/>
              <a:gd name="connsiteY1904" fmla="*/ 3091951 h 8839200"/>
              <a:gd name="connsiteX1905" fmla="*/ 13998624 w 15732060"/>
              <a:gd name="connsiteY1905" fmla="*/ 3091402 h 8839200"/>
              <a:gd name="connsiteX1906" fmla="*/ 12688260 w 15732060"/>
              <a:gd name="connsiteY1906" fmla="*/ 3091402 h 8839200"/>
              <a:gd name="connsiteX1907" fmla="*/ 12532421 w 15732060"/>
              <a:gd name="connsiteY1907" fmla="*/ 3247241 h 8839200"/>
              <a:gd name="connsiteX1908" fmla="*/ 11067863 w 15732060"/>
              <a:gd name="connsiteY1908" fmla="*/ 3247241 h 8839200"/>
              <a:gd name="connsiteX1909" fmla="*/ 10414875 w 15732060"/>
              <a:gd name="connsiteY1909" fmla="*/ 3900228 h 8839200"/>
              <a:gd name="connsiteX1910" fmla="*/ 10259037 w 15732060"/>
              <a:gd name="connsiteY1910" fmla="*/ 3900228 h 8839200"/>
              <a:gd name="connsiteX1911" fmla="*/ 10101551 w 15732060"/>
              <a:gd name="connsiteY1911" fmla="*/ 4057714 h 8839200"/>
              <a:gd name="connsiteX1912" fmla="*/ 9039760 w 15732060"/>
              <a:gd name="connsiteY1912" fmla="*/ 4057714 h 8839200"/>
              <a:gd name="connsiteX1913" fmla="*/ 9039760 w 15732060"/>
              <a:gd name="connsiteY1913" fmla="*/ 4062653 h 8839200"/>
              <a:gd name="connsiteX1914" fmla="*/ 10103746 w 15732060"/>
              <a:gd name="connsiteY1914" fmla="*/ 4062653 h 8839200"/>
              <a:gd name="connsiteX1915" fmla="*/ 10261232 w 15732060"/>
              <a:gd name="connsiteY1915" fmla="*/ 3905167 h 8839200"/>
              <a:gd name="connsiteX1916" fmla="*/ 10417070 w 15732060"/>
              <a:gd name="connsiteY1916" fmla="*/ 3905167 h 8839200"/>
              <a:gd name="connsiteX1917" fmla="*/ 11070058 w 15732060"/>
              <a:gd name="connsiteY1917" fmla="*/ 3252180 h 8839200"/>
              <a:gd name="connsiteX1918" fmla="*/ 12534616 w 15732060"/>
              <a:gd name="connsiteY1918" fmla="*/ 3252180 h 8839200"/>
              <a:gd name="connsiteX1919" fmla="*/ 12690455 w 15732060"/>
              <a:gd name="connsiteY1919" fmla="*/ 3096341 h 8839200"/>
              <a:gd name="connsiteX1920" fmla="*/ 14000819 w 15732060"/>
              <a:gd name="connsiteY1920" fmla="*/ 3096341 h 8839200"/>
              <a:gd name="connsiteX1921" fmla="*/ 15355083 w 15732060"/>
              <a:gd name="connsiteY1921" fmla="*/ 1742078 h 8839200"/>
              <a:gd name="connsiteX1922" fmla="*/ 15684320 w 15732060"/>
              <a:gd name="connsiteY1922" fmla="*/ 1742078 h 8839200"/>
              <a:gd name="connsiteX1923" fmla="*/ 15702977 w 15732060"/>
              <a:gd name="connsiteY1923" fmla="*/ 1758539 h 8839200"/>
              <a:gd name="connsiteX1924" fmla="*/ 15721633 w 15732060"/>
              <a:gd name="connsiteY1924" fmla="*/ 1739882 h 8839200"/>
              <a:gd name="connsiteX1925" fmla="*/ 15702977 w 15732060"/>
              <a:gd name="connsiteY1925" fmla="*/ 1721226 h 8839200"/>
              <a:gd name="connsiteX1926" fmla="*/ 12427065 w 15732060"/>
              <a:gd name="connsiteY1926" fmla="*/ 1718071 h 8839200"/>
              <a:gd name="connsiteX1927" fmla="*/ 12413896 w 15732060"/>
              <a:gd name="connsiteY1927" fmla="*/ 1723421 h 8839200"/>
              <a:gd name="connsiteX1928" fmla="*/ 12412249 w 15732060"/>
              <a:gd name="connsiteY1928" fmla="*/ 1748113 h 8839200"/>
              <a:gd name="connsiteX1929" fmla="*/ 12160931 w 15732060"/>
              <a:gd name="connsiteY1929" fmla="*/ 1999431 h 8839200"/>
              <a:gd name="connsiteX1930" fmla="*/ 10934521 w 15732060"/>
              <a:gd name="connsiteY1930" fmla="*/ 1999431 h 8839200"/>
              <a:gd name="connsiteX1931" fmla="*/ 10934521 w 15732060"/>
              <a:gd name="connsiteY1931" fmla="*/ 1998883 h 8839200"/>
              <a:gd name="connsiteX1932" fmla="*/ 10088382 w 15732060"/>
              <a:gd name="connsiteY1932" fmla="*/ 2845023 h 8839200"/>
              <a:gd name="connsiteX1933" fmla="*/ 10087833 w 15732060"/>
              <a:gd name="connsiteY1933" fmla="*/ 2845023 h 8839200"/>
              <a:gd name="connsiteX1934" fmla="*/ 10087833 w 15732060"/>
              <a:gd name="connsiteY1934" fmla="*/ 3320222 h 8839200"/>
              <a:gd name="connsiteX1935" fmla="*/ 9699333 w 15732060"/>
              <a:gd name="connsiteY1935" fmla="*/ 3708721 h 8839200"/>
              <a:gd name="connsiteX1936" fmla="*/ 8995314 w 15732060"/>
              <a:gd name="connsiteY1936" fmla="*/ 3708721 h 8839200"/>
              <a:gd name="connsiteX1937" fmla="*/ 8995314 w 15732060"/>
              <a:gd name="connsiteY1937" fmla="*/ 3713661 h 8839200"/>
              <a:gd name="connsiteX1938" fmla="*/ 9701528 w 15732060"/>
              <a:gd name="connsiteY1938" fmla="*/ 3713661 h 8839200"/>
              <a:gd name="connsiteX1939" fmla="*/ 10092222 w 15732060"/>
              <a:gd name="connsiteY1939" fmla="*/ 3322966 h 8839200"/>
              <a:gd name="connsiteX1940" fmla="*/ 10092771 w 15732060"/>
              <a:gd name="connsiteY1940" fmla="*/ 3322966 h 8839200"/>
              <a:gd name="connsiteX1941" fmla="*/ 10092771 w 15732060"/>
              <a:gd name="connsiteY1941" fmla="*/ 2847767 h 8839200"/>
              <a:gd name="connsiteX1942" fmla="*/ 10936717 w 15732060"/>
              <a:gd name="connsiteY1942" fmla="*/ 2003821 h 8839200"/>
              <a:gd name="connsiteX1943" fmla="*/ 12163125 w 15732060"/>
              <a:gd name="connsiteY1943" fmla="*/ 2003821 h 8839200"/>
              <a:gd name="connsiteX1944" fmla="*/ 12415540 w 15732060"/>
              <a:gd name="connsiteY1944" fmla="*/ 1751406 h 8839200"/>
              <a:gd name="connsiteX1945" fmla="*/ 12440234 w 15732060"/>
              <a:gd name="connsiteY1945" fmla="*/ 1749760 h 8839200"/>
              <a:gd name="connsiteX1946" fmla="*/ 12440234 w 15732060"/>
              <a:gd name="connsiteY1946" fmla="*/ 1723421 h 8839200"/>
              <a:gd name="connsiteX1947" fmla="*/ 12427065 w 15732060"/>
              <a:gd name="connsiteY1947" fmla="*/ 1718071 h 8839200"/>
              <a:gd name="connsiteX1948" fmla="*/ 3845149 w 15732060"/>
              <a:gd name="connsiteY1948" fmla="*/ 1685353 h 8839200"/>
              <a:gd name="connsiteX1949" fmla="*/ 3831774 w 15732060"/>
              <a:gd name="connsiteY1949" fmla="*/ 1690497 h 8839200"/>
              <a:gd name="connsiteX1950" fmla="*/ 3831774 w 15732060"/>
              <a:gd name="connsiteY1950" fmla="*/ 1716836 h 8839200"/>
              <a:gd name="connsiteX1951" fmla="*/ 3856466 w 15732060"/>
              <a:gd name="connsiteY1951" fmla="*/ 1718482 h 8839200"/>
              <a:gd name="connsiteX1952" fmla="*/ 4202166 w 15732060"/>
              <a:gd name="connsiteY1952" fmla="*/ 2064181 h 8839200"/>
              <a:gd name="connsiteX1953" fmla="*/ 4745408 w 15732060"/>
              <a:gd name="connsiteY1953" fmla="*/ 2064181 h 8839200"/>
              <a:gd name="connsiteX1954" fmla="*/ 5736961 w 15732060"/>
              <a:gd name="connsiteY1954" fmla="*/ 3055735 h 8839200"/>
              <a:gd name="connsiteX1955" fmla="*/ 5738606 w 15732060"/>
              <a:gd name="connsiteY1955" fmla="*/ 3080427 h 8839200"/>
              <a:gd name="connsiteX1956" fmla="*/ 5764946 w 15732060"/>
              <a:gd name="connsiteY1956" fmla="*/ 3080427 h 8839200"/>
              <a:gd name="connsiteX1957" fmla="*/ 5764946 w 15732060"/>
              <a:gd name="connsiteY1957" fmla="*/ 3054088 h 8839200"/>
              <a:gd name="connsiteX1958" fmla="*/ 5740254 w 15732060"/>
              <a:gd name="connsiteY1958" fmla="*/ 3052442 h 8839200"/>
              <a:gd name="connsiteX1959" fmla="*/ 4747054 w 15732060"/>
              <a:gd name="connsiteY1959" fmla="*/ 2059243 h 8839200"/>
              <a:gd name="connsiteX1960" fmla="*/ 4203812 w 15732060"/>
              <a:gd name="connsiteY1960" fmla="*/ 2059243 h 8839200"/>
              <a:gd name="connsiteX1961" fmla="*/ 3859759 w 15732060"/>
              <a:gd name="connsiteY1961" fmla="*/ 1715189 h 8839200"/>
              <a:gd name="connsiteX1962" fmla="*/ 3858113 w 15732060"/>
              <a:gd name="connsiteY1962" fmla="*/ 1690497 h 8839200"/>
              <a:gd name="connsiteX1963" fmla="*/ 3845149 w 15732060"/>
              <a:gd name="connsiteY1963" fmla="*/ 1685353 h 8839200"/>
              <a:gd name="connsiteX1964" fmla="*/ 13497086 w 15732060"/>
              <a:gd name="connsiteY1964" fmla="*/ 1506124 h 8839200"/>
              <a:gd name="connsiteX1965" fmla="*/ 13478430 w 15732060"/>
              <a:gd name="connsiteY1965" fmla="*/ 1522586 h 8839200"/>
              <a:gd name="connsiteX1966" fmla="*/ 12637776 w 15732060"/>
              <a:gd name="connsiteY1966" fmla="*/ 1522586 h 8839200"/>
              <a:gd name="connsiteX1967" fmla="*/ 12571381 w 15732060"/>
              <a:gd name="connsiteY1967" fmla="*/ 1588982 h 8839200"/>
              <a:gd name="connsiteX1968" fmla="*/ 12546688 w 15732060"/>
              <a:gd name="connsiteY1968" fmla="*/ 1590628 h 8839200"/>
              <a:gd name="connsiteX1969" fmla="*/ 12546688 w 15732060"/>
              <a:gd name="connsiteY1969" fmla="*/ 1616967 h 8839200"/>
              <a:gd name="connsiteX1970" fmla="*/ 12573027 w 15732060"/>
              <a:gd name="connsiteY1970" fmla="*/ 1616967 h 8839200"/>
              <a:gd name="connsiteX1971" fmla="*/ 12574673 w 15732060"/>
              <a:gd name="connsiteY1971" fmla="*/ 1592275 h 8839200"/>
              <a:gd name="connsiteX1972" fmla="*/ 12639972 w 15732060"/>
              <a:gd name="connsiteY1972" fmla="*/ 1526976 h 8839200"/>
              <a:gd name="connsiteX1973" fmla="*/ 13478430 w 15732060"/>
              <a:gd name="connsiteY1973" fmla="*/ 1526976 h 8839200"/>
              <a:gd name="connsiteX1974" fmla="*/ 13497086 w 15732060"/>
              <a:gd name="connsiteY1974" fmla="*/ 1543438 h 8839200"/>
              <a:gd name="connsiteX1975" fmla="*/ 13515743 w 15732060"/>
              <a:gd name="connsiteY1975" fmla="*/ 1524781 h 8839200"/>
              <a:gd name="connsiteX1976" fmla="*/ 13497086 w 15732060"/>
              <a:gd name="connsiteY1976" fmla="*/ 1506124 h 8839200"/>
              <a:gd name="connsiteX1977" fmla="*/ 6641266 w 15732060"/>
              <a:gd name="connsiteY1977" fmla="*/ 1485410 h 8839200"/>
              <a:gd name="connsiteX1978" fmla="*/ 6628097 w 15732060"/>
              <a:gd name="connsiteY1978" fmla="*/ 1490760 h 8839200"/>
              <a:gd name="connsiteX1979" fmla="*/ 6628097 w 15732060"/>
              <a:gd name="connsiteY1979" fmla="*/ 1517099 h 8839200"/>
              <a:gd name="connsiteX1980" fmla="*/ 6652789 w 15732060"/>
              <a:gd name="connsiteY1980" fmla="*/ 1518744 h 8839200"/>
              <a:gd name="connsiteX1981" fmla="*/ 6797106 w 15732060"/>
              <a:gd name="connsiteY1981" fmla="*/ 1663061 h 8839200"/>
              <a:gd name="connsiteX1982" fmla="*/ 6797106 w 15732060"/>
              <a:gd name="connsiteY1982" fmla="*/ 1889137 h 8839200"/>
              <a:gd name="connsiteX1983" fmla="*/ 7180118 w 15732060"/>
              <a:gd name="connsiteY1983" fmla="*/ 2272150 h 8839200"/>
              <a:gd name="connsiteX1984" fmla="*/ 7181764 w 15732060"/>
              <a:gd name="connsiteY1984" fmla="*/ 2296842 h 8839200"/>
              <a:gd name="connsiteX1985" fmla="*/ 7208103 w 15732060"/>
              <a:gd name="connsiteY1985" fmla="*/ 2296842 h 8839200"/>
              <a:gd name="connsiteX1986" fmla="*/ 7208103 w 15732060"/>
              <a:gd name="connsiteY1986" fmla="*/ 2270503 h 8839200"/>
              <a:gd name="connsiteX1987" fmla="*/ 7183411 w 15732060"/>
              <a:gd name="connsiteY1987" fmla="*/ 2268858 h 8839200"/>
              <a:gd name="connsiteX1988" fmla="*/ 6802044 w 15732060"/>
              <a:gd name="connsiteY1988" fmla="*/ 1887490 h 8839200"/>
              <a:gd name="connsiteX1989" fmla="*/ 6802044 w 15732060"/>
              <a:gd name="connsiteY1989" fmla="*/ 1661414 h 8839200"/>
              <a:gd name="connsiteX1990" fmla="*/ 6656082 w 15732060"/>
              <a:gd name="connsiteY1990" fmla="*/ 1515452 h 8839200"/>
              <a:gd name="connsiteX1991" fmla="*/ 6654436 w 15732060"/>
              <a:gd name="connsiteY1991" fmla="*/ 1490760 h 8839200"/>
              <a:gd name="connsiteX1992" fmla="*/ 6641266 w 15732060"/>
              <a:gd name="connsiteY1992" fmla="*/ 1485410 h 8839200"/>
              <a:gd name="connsiteX1993" fmla="*/ 33472 w 15732060"/>
              <a:gd name="connsiteY1993" fmla="*/ 1395830 h 8839200"/>
              <a:gd name="connsiteX1994" fmla="*/ 14814 w 15732060"/>
              <a:gd name="connsiteY1994" fmla="*/ 1414487 h 8839200"/>
              <a:gd name="connsiteX1995" fmla="*/ 33472 w 15732060"/>
              <a:gd name="connsiteY1995" fmla="*/ 1433143 h 8839200"/>
              <a:gd name="connsiteX1996" fmla="*/ 52128 w 15732060"/>
              <a:gd name="connsiteY1996" fmla="*/ 1416681 h 8839200"/>
              <a:gd name="connsiteX1997" fmla="*/ 219492 w 15732060"/>
              <a:gd name="connsiteY1997" fmla="*/ 1416681 h 8839200"/>
              <a:gd name="connsiteX1998" fmla="*/ 796206 w 15732060"/>
              <a:gd name="connsiteY1998" fmla="*/ 1993396 h 8839200"/>
              <a:gd name="connsiteX1999" fmla="*/ 1512845 w 15732060"/>
              <a:gd name="connsiteY1999" fmla="*/ 1993396 h 8839200"/>
              <a:gd name="connsiteX2000" fmla="*/ 1769651 w 15732060"/>
              <a:gd name="connsiteY2000" fmla="*/ 2250201 h 8839200"/>
              <a:gd name="connsiteX2001" fmla="*/ 2471474 w 15732060"/>
              <a:gd name="connsiteY2001" fmla="*/ 2250201 h 8839200"/>
              <a:gd name="connsiteX2002" fmla="*/ 3019655 w 15732060"/>
              <a:gd name="connsiteY2002" fmla="*/ 2798381 h 8839200"/>
              <a:gd name="connsiteX2003" fmla="*/ 3422422 w 15732060"/>
              <a:gd name="connsiteY2003" fmla="*/ 2798381 h 8839200"/>
              <a:gd name="connsiteX2004" fmla="*/ 3441079 w 15732060"/>
              <a:gd name="connsiteY2004" fmla="*/ 2814843 h 8839200"/>
              <a:gd name="connsiteX2005" fmla="*/ 3459736 w 15732060"/>
              <a:gd name="connsiteY2005" fmla="*/ 2796186 h 8839200"/>
              <a:gd name="connsiteX2006" fmla="*/ 3454317 w 15732060"/>
              <a:gd name="connsiteY2006" fmla="*/ 2782948 h 8839200"/>
              <a:gd name="connsiteX2007" fmla="*/ 3441344 w 15732060"/>
              <a:gd name="connsiteY2007" fmla="*/ 2777637 h 8839200"/>
              <a:gd name="connsiteX2008" fmla="*/ 3429212 w 15732060"/>
              <a:gd name="connsiteY2008" fmla="*/ 2782262 h 8839200"/>
              <a:gd name="connsiteX2009" fmla="*/ 3422971 w 15732060"/>
              <a:gd name="connsiteY2009" fmla="*/ 2793991 h 8839200"/>
              <a:gd name="connsiteX2010" fmla="*/ 3021849 w 15732060"/>
              <a:gd name="connsiteY2010" fmla="*/ 2793991 h 8839200"/>
              <a:gd name="connsiteX2011" fmla="*/ 2473670 w 15732060"/>
              <a:gd name="connsiteY2011" fmla="*/ 2245811 h 8839200"/>
              <a:gd name="connsiteX2012" fmla="*/ 1771845 w 15732060"/>
              <a:gd name="connsiteY2012" fmla="*/ 2245811 h 8839200"/>
              <a:gd name="connsiteX2013" fmla="*/ 1515040 w 15732060"/>
              <a:gd name="connsiteY2013" fmla="*/ 1989005 h 8839200"/>
              <a:gd name="connsiteX2014" fmla="*/ 798400 w 15732060"/>
              <a:gd name="connsiteY2014" fmla="*/ 1989005 h 8839200"/>
              <a:gd name="connsiteX2015" fmla="*/ 221686 w 15732060"/>
              <a:gd name="connsiteY2015" fmla="*/ 1412291 h 8839200"/>
              <a:gd name="connsiteX2016" fmla="*/ 52128 w 15732060"/>
              <a:gd name="connsiteY2016" fmla="*/ 1412291 h 8839200"/>
              <a:gd name="connsiteX2017" fmla="*/ 33472 w 15732060"/>
              <a:gd name="connsiteY2017" fmla="*/ 1395830 h 8839200"/>
              <a:gd name="connsiteX2018" fmla="*/ 9174747 w 15732060"/>
              <a:gd name="connsiteY2018" fmla="*/ 1151234 h 8839200"/>
              <a:gd name="connsiteX2019" fmla="*/ 9161578 w 15732060"/>
              <a:gd name="connsiteY2019" fmla="*/ 1156584 h 8839200"/>
              <a:gd name="connsiteX2020" fmla="*/ 9159932 w 15732060"/>
              <a:gd name="connsiteY2020" fmla="*/ 1181277 h 8839200"/>
              <a:gd name="connsiteX2021" fmla="*/ 8988180 w 15732060"/>
              <a:gd name="connsiteY2021" fmla="*/ 1353028 h 8839200"/>
              <a:gd name="connsiteX2022" fmla="*/ 8987631 w 15732060"/>
              <a:gd name="connsiteY2022" fmla="*/ 1353028 h 8839200"/>
              <a:gd name="connsiteX2023" fmla="*/ 8987631 w 15732060"/>
              <a:gd name="connsiteY2023" fmla="*/ 1353577 h 8839200"/>
              <a:gd name="connsiteX2024" fmla="*/ 8987631 w 15732060"/>
              <a:gd name="connsiteY2024" fmla="*/ 2131126 h 8839200"/>
              <a:gd name="connsiteX2025" fmla="*/ 8971169 w 15732060"/>
              <a:gd name="connsiteY2025" fmla="*/ 2149783 h 8839200"/>
              <a:gd name="connsiteX2026" fmla="*/ 8989826 w 15732060"/>
              <a:gd name="connsiteY2026" fmla="*/ 2168440 h 8839200"/>
              <a:gd name="connsiteX2027" fmla="*/ 9008483 w 15732060"/>
              <a:gd name="connsiteY2027" fmla="*/ 2149783 h 8839200"/>
              <a:gd name="connsiteX2028" fmla="*/ 8992021 w 15732060"/>
              <a:gd name="connsiteY2028" fmla="*/ 2131126 h 8839200"/>
              <a:gd name="connsiteX2029" fmla="*/ 8992021 w 15732060"/>
              <a:gd name="connsiteY2029" fmla="*/ 1355772 h 8839200"/>
              <a:gd name="connsiteX2030" fmla="*/ 9163224 w 15732060"/>
              <a:gd name="connsiteY2030" fmla="*/ 1184568 h 8839200"/>
              <a:gd name="connsiteX2031" fmla="*/ 9187917 w 15732060"/>
              <a:gd name="connsiteY2031" fmla="*/ 1182923 h 8839200"/>
              <a:gd name="connsiteX2032" fmla="*/ 9187917 w 15732060"/>
              <a:gd name="connsiteY2032" fmla="*/ 1156584 h 8839200"/>
              <a:gd name="connsiteX2033" fmla="*/ 9174747 w 15732060"/>
              <a:gd name="connsiteY2033" fmla="*/ 1151234 h 8839200"/>
              <a:gd name="connsiteX2034" fmla="*/ 15646457 w 15732060"/>
              <a:gd name="connsiteY2034" fmla="*/ 1093480 h 8839200"/>
              <a:gd name="connsiteX2035" fmla="*/ 15627801 w 15732060"/>
              <a:gd name="connsiteY2035" fmla="*/ 1109942 h 8839200"/>
              <a:gd name="connsiteX2036" fmla="*/ 15261799 w 15732060"/>
              <a:gd name="connsiteY2036" fmla="*/ 1109942 h 8839200"/>
              <a:gd name="connsiteX2037" fmla="*/ 14370115 w 15732060"/>
              <a:gd name="connsiteY2037" fmla="*/ 2001627 h 8839200"/>
              <a:gd name="connsiteX2038" fmla="*/ 12913787 w 15732060"/>
              <a:gd name="connsiteY2038" fmla="*/ 2001627 h 8839200"/>
              <a:gd name="connsiteX2039" fmla="*/ 12637776 w 15732060"/>
              <a:gd name="connsiteY2039" fmla="*/ 2277637 h 8839200"/>
              <a:gd name="connsiteX2040" fmla="*/ 12613083 w 15732060"/>
              <a:gd name="connsiteY2040" fmla="*/ 2279283 h 8839200"/>
              <a:gd name="connsiteX2041" fmla="*/ 12613083 w 15732060"/>
              <a:gd name="connsiteY2041" fmla="*/ 2305623 h 8839200"/>
              <a:gd name="connsiteX2042" fmla="*/ 12639422 w 15732060"/>
              <a:gd name="connsiteY2042" fmla="*/ 2305623 h 8839200"/>
              <a:gd name="connsiteX2043" fmla="*/ 12641069 w 15732060"/>
              <a:gd name="connsiteY2043" fmla="*/ 2280929 h 8839200"/>
              <a:gd name="connsiteX2044" fmla="*/ 12915982 w 15732060"/>
              <a:gd name="connsiteY2044" fmla="*/ 2006016 h 8839200"/>
              <a:gd name="connsiteX2045" fmla="*/ 14372309 w 15732060"/>
              <a:gd name="connsiteY2045" fmla="*/ 2006016 h 8839200"/>
              <a:gd name="connsiteX2046" fmla="*/ 15263994 w 15732060"/>
              <a:gd name="connsiteY2046" fmla="*/ 1114332 h 8839200"/>
              <a:gd name="connsiteX2047" fmla="*/ 15627801 w 15732060"/>
              <a:gd name="connsiteY2047" fmla="*/ 1114332 h 8839200"/>
              <a:gd name="connsiteX2048" fmla="*/ 15646457 w 15732060"/>
              <a:gd name="connsiteY2048" fmla="*/ 1130793 h 8839200"/>
              <a:gd name="connsiteX2049" fmla="*/ 15665115 w 15732060"/>
              <a:gd name="connsiteY2049" fmla="*/ 1112137 h 8839200"/>
              <a:gd name="connsiteX2050" fmla="*/ 15646457 w 15732060"/>
              <a:gd name="connsiteY2050" fmla="*/ 1093480 h 8839200"/>
              <a:gd name="connsiteX2051" fmla="*/ 10528462 w 15732060"/>
              <a:gd name="connsiteY2051" fmla="*/ 910342 h 8839200"/>
              <a:gd name="connsiteX2052" fmla="*/ 10515293 w 15732060"/>
              <a:gd name="connsiteY2052" fmla="*/ 915692 h 8839200"/>
              <a:gd name="connsiteX2053" fmla="*/ 10513647 w 15732060"/>
              <a:gd name="connsiteY2053" fmla="*/ 940385 h 8839200"/>
              <a:gd name="connsiteX2054" fmla="*/ 10258488 w 15732060"/>
              <a:gd name="connsiteY2054" fmla="*/ 1195543 h 8839200"/>
              <a:gd name="connsiteX2055" fmla="*/ 10258488 w 15732060"/>
              <a:gd name="connsiteY2055" fmla="*/ 1450154 h 8839200"/>
              <a:gd name="connsiteX2056" fmla="*/ 9748718 w 15732060"/>
              <a:gd name="connsiteY2056" fmla="*/ 1959923 h 8839200"/>
              <a:gd name="connsiteX2057" fmla="*/ 9724026 w 15732060"/>
              <a:gd name="connsiteY2057" fmla="*/ 1961569 h 8839200"/>
              <a:gd name="connsiteX2058" fmla="*/ 9724026 w 15732060"/>
              <a:gd name="connsiteY2058" fmla="*/ 1987908 h 8839200"/>
              <a:gd name="connsiteX2059" fmla="*/ 9750364 w 15732060"/>
              <a:gd name="connsiteY2059" fmla="*/ 1987908 h 8839200"/>
              <a:gd name="connsiteX2060" fmla="*/ 9752011 w 15732060"/>
              <a:gd name="connsiteY2060" fmla="*/ 1963215 h 8839200"/>
              <a:gd name="connsiteX2061" fmla="*/ 10262329 w 15732060"/>
              <a:gd name="connsiteY2061" fmla="*/ 1452897 h 8839200"/>
              <a:gd name="connsiteX2062" fmla="*/ 10262878 w 15732060"/>
              <a:gd name="connsiteY2062" fmla="*/ 1452897 h 8839200"/>
              <a:gd name="connsiteX2063" fmla="*/ 10262878 w 15732060"/>
              <a:gd name="connsiteY2063" fmla="*/ 1197738 h 8839200"/>
              <a:gd name="connsiteX2064" fmla="*/ 10516939 w 15732060"/>
              <a:gd name="connsiteY2064" fmla="*/ 943676 h 8839200"/>
              <a:gd name="connsiteX2065" fmla="*/ 10541632 w 15732060"/>
              <a:gd name="connsiteY2065" fmla="*/ 942031 h 8839200"/>
              <a:gd name="connsiteX2066" fmla="*/ 10541632 w 15732060"/>
              <a:gd name="connsiteY2066" fmla="*/ 915692 h 8839200"/>
              <a:gd name="connsiteX2067" fmla="*/ 10528462 w 15732060"/>
              <a:gd name="connsiteY2067" fmla="*/ 910342 h 8839200"/>
              <a:gd name="connsiteX2068" fmla="*/ 11855289 w 15732060"/>
              <a:gd name="connsiteY2068" fmla="*/ 888804 h 8839200"/>
              <a:gd name="connsiteX2069" fmla="*/ 11836631 w 15732060"/>
              <a:gd name="connsiteY2069" fmla="*/ 905266 h 8839200"/>
              <a:gd name="connsiteX2070" fmla="*/ 10989943 w 15732060"/>
              <a:gd name="connsiteY2070" fmla="*/ 905266 h 8839200"/>
              <a:gd name="connsiteX2071" fmla="*/ 10868674 w 15732060"/>
              <a:gd name="connsiteY2071" fmla="*/ 1026535 h 8839200"/>
              <a:gd name="connsiteX2072" fmla="*/ 10843981 w 15732060"/>
              <a:gd name="connsiteY2072" fmla="*/ 1028181 h 8839200"/>
              <a:gd name="connsiteX2073" fmla="*/ 10843981 w 15732060"/>
              <a:gd name="connsiteY2073" fmla="*/ 1054520 h 8839200"/>
              <a:gd name="connsiteX2074" fmla="*/ 10870320 w 15732060"/>
              <a:gd name="connsiteY2074" fmla="*/ 1054520 h 8839200"/>
              <a:gd name="connsiteX2075" fmla="*/ 10871966 w 15732060"/>
              <a:gd name="connsiteY2075" fmla="*/ 1029827 h 8839200"/>
              <a:gd name="connsiteX2076" fmla="*/ 10992139 w 15732060"/>
              <a:gd name="connsiteY2076" fmla="*/ 909655 h 8839200"/>
              <a:gd name="connsiteX2077" fmla="*/ 11836631 w 15732060"/>
              <a:gd name="connsiteY2077" fmla="*/ 909655 h 8839200"/>
              <a:gd name="connsiteX2078" fmla="*/ 11855289 w 15732060"/>
              <a:gd name="connsiteY2078" fmla="*/ 926118 h 8839200"/>
              <a:gd name="connsiteX2079" fmla="*/ 11873946 w 15732060"/>
              <a:gd name="connsiteY2079" fmla="*/ 907461 h 8839200"/>
              <a:gd name="connsiteX2080" fmla="*/ 11855289 w 15732060"/>
              <a:gd name="connsiteY2080" fmla="*/ 888804 h 8839200"/>
              <a:gd name="connsiteX2081" fmla="*/ 2058830 w 15732060"/>
              <a:gd name="connsiteY2081" fmla="*/ 752856 h 8839200"/>
              <a:gd name="connsiteX2082" fmla="*/ 2045661 w 15732060"/>
              <a:gd name="connsiteY2082" fmla="*/ 758206 h 8839200"/>
              <a:gd name="connsiteX2083" fmla="*/ 2045661 w 15732060"/>
              <a:gd name="connsiteY2083" fmla="*/ 784545 h 8839200"/>
              <a:gd name="connsiteX2084" fmla="*/ 2070354 w 15732060"/>
              <a:gd name="connsiteY2084" fmla="*/ 786192 h 8839200"/>
              <a:gd name="connsiteX2085" fmla="*/ 2323318 w 15732060"/>
              <a:gd name="connsiteY2085" fmla="*/ 1039156 h 8839200"/>
              <a:gd name="connsiteX2086" fmla="*/ 3025142 w 15732060"/>
              <a:gd name="connsiteY2086" fmla="*/ 1039156 h 8839200"/>
              <a:gd name="connsiteX2087" fmla="*/ 3043799 w 15732060"/>
              <a:gd name="connsiteY2087" fmla="*/ 1055617 h 8839200"/>
              <a:gd name="connsiteX2088" fmla="*/ 3062456 w 15732060"/>
              <a:gd name="connsiteY2088" fmla="*/ 1036961 h 8839200"/>
              <a:gd name="connsiteX2089" fmla="*/ 3043799 w 15732060"/>
              <a:gd name="connsiteY2089" fmla="*/ 1018304 h 8839200"/>
              <a:gd name="connsiteX2090" fmla="*/ 3025142 w 15732060"/>
              <a:gd name="connsiteY2090" fmla="*/ 1034766 h 8839200"/>
              <a:gd name="connsiteX2091" fmla="*/ 2325512 w 15732060"/>
              <a:gd name="connsiteY2091" fmla="*/ 1034766 h 8839200"/>
              <a:gd name="connsiteX2092" fmla="*/ 2073647 w 15732060"/>
              <a:gd name="connsiteY2092" fmla="*/ 782900 h 8839200"/>
              <a:gd name="connsiteX2093" fmla="*/ 2072000 w 15732060"/>
              <a:gd name="connsiteY2093" fmla="*/ 758206 h 8839200"/>
              <a:gd name="connsiteX2094" fmla="*/ 2058830 w 15732060"/>
              <a:gd name="connsiteY2094" fmla="*/ 752856 h 8839200"/>
              <a:gd name="connsiteX2095" fmla="*/ 9086952 w 15732060"/>
              <a:gd name="connsiteY2095" fmla="*/ 747780 h 8839200"/>
              <a:gd name="connsiteX2096" fmla="*/ 9068294 w 15732060"/>
              <a:gd name="connsiteY2096" fmla="*/ 766437 h 8839200"/>
              <a:gd name="connsiteX2097" fmla="*/ 9084757 w 15732060"/>
              <a:gd name="connsiteY2097" fmla="*/ 785094 h 8839200"/>
              <a:gd name="connsiteX2098" fmla="*/ 9084757 w 15732060"/>
              <a:gd name="connsiteY2098" fmla="*/ 966724 h 8839200"/>
              <a:gd name="connsiteX2099" fmla="*/ 8528345 w 15732060"/>
              <a:gd name="connsiteY2099" fmla="*/ 1523134 h 8839200"/>
              <a:gd name="connsiteX2100" fmla="*/ 8527797 w 15732060"/>
              <a:gd name="connsiteY2100" fmla="*/ 1523134 h 8839200"/>
              <a:gd name="connsiteX2101" fmla="*/ 8527248 w 15732060"/>
              <a:gd name="connsiteY2101" fmla="*/ 1523134 h 8839200"/>
              <a:gd name="connsiteX2102" fmla="*/ 8527248 w 15732060"/>
              <a:gd name="connsiteY2102" fmla="*/ 2683696 h 8839200"/>
              <a:gd name="connsiteX2103" fmla="*/ 8318730 w 15732060"/>
              <a:gd name="connsiteY2103" fmla="*/ 2892213 h 8839200"/>
              <a:gd name="connsiteX2104" fmla="*/ 8318182 w 15732060"/>
              <a:gd name="connsiteY2104" fmla="*/ 2892213 h 8839200"/>
              <a:gd name="connsiteX2105" fmla="*/ 8318182 w 15732060"/>
              <a:gd name="connsiteY2105" fmla="*/ 3225840 h 8839200"/>
              <a:gd name="connsiteX2106" fmla="*/ 8323120 w 15732060"/>
              <a:gd name="connsiteY2106" fmla="*/ 3225840 h 8839200"/>
              <a:gd name="connsiteX2107" fmla="*/ 8323120 w 15732060"/>
              <a:gd name="connsiteY2107" fmla="*/ 2894957 h 8839200"/>
              <a:gd name="connsiteX2108" fmla="*/ 8531638 w 15732060"/>
              <a:gd name="connsiteY2108" fmla="*/ 2686440 h 8839200"/>
              <a:gd name="connsiteX2109" fmla="*/ 8532186 w 15732060"/>
              <a:gd name="connsiteY2109" fmla="*/ 2686440 h 8839200"/>
              <a:gd name="connsiteX2110" fmla="*/ 8532186 w 15732060"/>
              <a:gd name="connsiteY2110" fmla="*/ 1525878 h 8839200"/>
              <a:gd name="connsiteX2111" fmla="*/ 9088598 w 15732060"/>
              <a:gd name="connsiteY2111" fmla="*/ 969467 h 8839200"/>
              <a:gd name="connsiteX2112" fmla="*/ 9089146 w 15732060"/>
              <a:gd name="connsiteY2112" fmla="*/ 969467 h 8839200"/>
              <a:gd name="connsiteX2113" fmla="*/ 9089146 w 15732060"/>
              <a:gd name="connsiteY2113" fmla="*/ 785094 h 8839200"/>
              <a:gd name="connsiteX2114" fmla="*/ 9105608 w 15732060"/>
              <a:gd name="connsiteY2114" fmla="*/ 766437 h 8839200"/>
              <a:gd name="connsiteX2115" fmla="*/ 9086952 w 15732060"/>
              <a:gd name="connsiteY2115" fmla="*/ 747780 h 8839200"/>
              <a:gd name="connsiteX2116" fmla="*/ 9961625 w 15732060"/>
              <a:gd name="connsiteY2116" fmla="*/ 705117 h 8839200"/>
              <a:gd name="connsiteX2117" fmla="*/ 9948456 w 15732060"/>
              <a:gd name="connsiteY2117" fmla="*/ 710467 h 8839200"/>
              <a:gd name="connsiteX2118" fmla="*/ 9946810 w 15732060"/>
              <a:gd name="connsiteY2118" fmla="*/ 735160 h 8839200"/>
              <a:gd name="connsiteX2119" fmla="*/ 9173650 w 15732060"/>
              <a:gd name="connsiteY2119" fmla="*/ 1508318 h 8839200"/>
              <a:gd name="connsiteX2120" fmla="*/ 9173650 w 15732060"/>
              <a:gd name="connsiteY2120" fmla="*/ 1507770 h 8839200"/>
              <a:gd name="connsiteX2121" fmla="*/ 9173102 w 15732060"/>
              <a:gd name="connsiteY2121" fmla="*/ 1507770 h 8839200"/>
              <a:gd name="connsiteX2122" fmla="*/ 9173102 w 15732060"/>
              <a:gd name="connsiteY2122" fmla="*/ 1703666 h 8839200"/>
              <a:gd name="connsiteX2123" fmla="*/ 9293273 w 15732060"/>
              <a:gd name="connsiteY2123" fmla="*/ 1823838 h 8839200"/>
              <a:gd name="connsiteX2124" fmla="*/ 9293273 w 15732060"/>
              <a:gd name="connsiteY2124" fmla="*/ 2141004 h 8839200"/>
              <a:gd name="connsiteX2125" fmla="*/ 8559074 w 15732060"/>
              <a:gd name="connsiteY2125" fmla="*/ 2875203 h 8839200"/>
              <a:gd name="connsiteX2126" fmla="*/ 8558525 w 15732060"/>
              <a:gd name="connsiteY2126" fmla="*/ 2875203 h 8839200"/>
              <a:gd name="connsiteX2127" fmla="*/ 8558525 w 15732060"/>
              <a:gd name="connsiteY2127" fmla="*/ 3232426 h 8839200"/>
              <a:gd name="connsiteX2128" fmla="*/ 8563464 w 15732060"/>
              <a:gd name="connsiteY2128" fmla="*/ 3232426 h 8839200"/>
              <a:gd name="connsiteX2129" fmla="*/ 8563464 w 15732060"/>
              <a:gd name="connsiteY2129" fmla="*/ 2877947 h 8839200"/>
              <a:gd name="connsiteX2130" fmla="*/ 9297663 w 15732060"/>
              <a:gd name="connsiteY2130" fmla="*/ 2143748 h 8839200"/>
              <a:gd name="connsiteX2131" fmla="*/ 9298212 w 15732060"/>
              <a:gd name="connsiteY2131" fmla="*/ 2143748 h 8839200"/>
              <a:gd name="connsiteX2132" fmla="*/ 9298212 w 15732060"/>
              <a:gd name="connsiteY2132" fmla="*/ 1822192 h 8839200"/>
              <a:gd name="connsiteX2133" fmla="*/ 9178041 w 15732060"/>
              <a:gd name="connsiteY2133" fmla="*/ 1702020 h 8839200"/>
              <a:gd name="connsiteX2134" fmla="*/ 9178041 w 15732060"/>
              <a:gd name="connsiteY2134" fmla="*/ 1510514 h 8839200"/>
              <a:gd name="connsiteX2135" fmla="*/ 9950101 w 15732060"/>
              <a:gd name="connsiteY2135" fmla="*/ 738452 h 8839200"/>
              <a:gd name="connsiteX2136" fmla="*/ 9974795 w 15732060"/>
              <a:gd name="connsiteY2136" fmla="*/ 736806 h 8839200"/>
              <a:gd name="connsiteX2137" fmla="*/ 9974795 w 15732060"/>
              <a:gd name="connsiteY2137" fmla="*/ 710467 h 8839200"/>
              <a:gd name="connsiteX2138" fmla="*/ 9961625 w 15732060"/>
              <a:gd name="connsiteY2138" fmla="*/ 705117 h 8839200"/>
              <a:gd name="connsiteX2139" fmla="*/ 6732354 w 15732060"/>
              <a:gd name="connsiteY2139" fmla="*/ 645717 h 8839200"/>
              <a:gd name="connsiteX2140" fmla="*/ 6713699 w 15732060"/>
              <a:gd name="connsiteY2140" fmla="*/ 664374 h 8839200"/>
              <a:gd name="connsiteX2141" fmla="*/ 6718432 w 15732060"/>
              <a:gd name="connsiteY2141" fmla="*/ 677200 h 8839200"/>
              <a:gd name="connsiteX2142" fmla="*/ 6729612 w 15732060"/>
              <a:gd name="connsiteY2142" fmla="*/ 682758 h 8839200"/>
              <a:gd name="connsiteX2143" fmla="*/ 6729612 w 15732060"/>
              <a:gd name="connsiteY2143" fmla="*/ 682482 h 8839200"/>
              <a:gd name="connsiteX2144" fmla="*/ 6730160 w 15732060"/>
              <a:gd name="connsiteY2144" fmla="*/ 683030 h 8839200"/>
              <a:gd name="connsiteX2145" fmla="*/ 6729612 w 15732060"/>
              <a:gd name="connsiteY2145" fmla="*/ 682758 h 8839200"/>
              <a:gd name="connsiteX2146" fmla="*/ 6729612 w 15732060"/>
              <a:gd name="connsiteY2146" fmla="*/ 1223529 h 8839200"/>
              <a:gd name="connsiteX2147" fmla="*/ 7265720 w 15732060"/>
              <a:gd name="connsiteY2147" fmla="*/ 1759636 h 8839200"/>
              <a:gd name="connsiteX2148" fmla="*/ 7267366 w 15732060"/>
              <a:gd name="connsiteY2148" fmla="*/ 1784330 h 8839200"/>
              <a:gd name="connsiteX2149" fmla="*/ 7293705 w 15732060"/>
              <a:gd name="connsiteY2149" fmla="*/ 1784330 h 8839200"/>
              <a:gd name="connsiteX2150" fmla="*/ 7293705 w 15732060"/>
              <a:gd name="connsiteY2150" fmla="*/ 1757991 h 8839200"/>
              <a:gd name="connsiteX2151" fmla="*/ 7269012 w 15732060"/>
              <a:gd name="connsiteY2151" fmla="*/ 1756344 h 8839200"/>
              <a:gd name="connsiteX2152" fmla="*/ 6734550 w 15732060"/>
              <a:gd name="connsiteY2152" fmla="*/ 1221882 h 8839200"/>
              <a:gd name="connsiteX2153" fmla="*/ 6734550 w 15732060"/>
              <a:gd name="connsiteY2153" fmla="*/ 683030 h 8839200"/>
              <a:gd name="connsiteX2154" fmla="*/ 6751012 w 15732060"/>
              <a:gd name="connsiteY2154" fmla="*/ 664374 h 8839200"/>
              <a:gd name="connsiteX2155" fmla="*/ 6732354 w 15732060"/>
              <a:gd name="connsiteY2155" fmla="*/ 645717 h 8839200"/>
              <a:gd name="connsiteX2156" fmla="*/ 10619003 w 15732060"/>
              <a:gd name="connsiteY2156" fmla="*/ 642013 h 8839200"/>
              <a:gd name="connsiteX2157" fmla="*/ 10605833 w 15732060"/>
              <a:gd name="connsiteY2157" fmla="*/ 647363 h 8839200"/>
              <a:gd name="connsiteX2158" fmla="*/ 10604187 w 15732060"/>
              <a:gd name="connsiteY2158" fmla="*/ 672056 h 8839200"/>
              <a:gd name="connsiteX2159" fmla="*/ 9547334 w 15732060"/>
              <a:gd name="connsiteY2159" fmla="*/ 1728908 h 8839200"/>
              <a:gd name="connsiteX2160" fmla="*/ 9546786 w 15732060"/>
              <a:gd name="connsiteY2160" fmla="*/ 1728908 h 8839200"/>
              <a:gd name="connsiteX2161" fmla="*/ 9546237 w 15732060"/>
              <a:gd name="connsiteY2161" fmla="*/ 1728908 h 8839200"/>
              <a:gd name="connsiteX2162" fmla="*/ 9546237 w 15732060"/>
              <a:gd name="connsiteY2162" fmla="*/ 1992846 h 8839200"/>
              <a:gd name="connsiteX2163" fmla="*/ 8674855 w 15732060"/>
              <a:gd name="connsiteY2163" fmla="*/ 2864228 h 8839200"/>
              <a:gd name="connsiteX2164" fmla="*/ 8674306 w 15732060"/>
              <a:gd name="connsiteY2164" fmla="*/ 2864228 h 8839200"/>
              <a:gd name="connsiteX2165" fmla="*/ 8674306 w 15732060"/>
              <a:gd name="connsiteY2165" fmla="*/ 3259313 h 8839200"/>
              <a:gd name="connsiteX2166" fmla="*/ 8679246 w 15732060"/>
              <a:gd name="connsiteY2166" fmla="*/ 3259313 h 8839200"/>
              <a:gd name="connsiteX2167" fmla="*/ 8679246 w 15732060"/>
              <a:gd name="connsiteY2167" fmla="*/ 2866972 h 8839200"/>
              <a:gd name="connsiteX2168" fmla="*/ 9550628 w 15732060"/>
              <a:gd name="connsiteY2168" fmla="*/ 1995590 h 8839200"/>
              <a:gd name="connsiteX2169" fmla="*/ 9551176 w 15732060"/>
              <a:gd name="connsiteY2169" fmla="*/ 1995590 h 8839200"/>
              <a:gd name="connsiteX2170" fmla="*/ 9551176 w 15732060"/>
              <a:gd name="connsiteY2170" fmla="*/ 1731652 h 8839200"/>
              <a:gd name="connsiteX2171" fmla="*/ 10607479 w 15732060"/>
              <a:gd name="connsiteY2171" fmla="*/ 675348 h 8839200"/>
              <a:gd name="connsiteX2172" fmla="*/ 10632172 w 15732060"/>
              <a:gd name="connsiteY2172" fmla="*/ 673703 h 8839200"/>
              <a:gd name="connsiteX2173" fmla="*/ 10632172 w 15732060"/>
              <a:gd name="connsiteY2173" fmla="*/ 647363 h 8839200"/>
              <a:gd name="connsiteX2174" fmla="*/ 10619003 w 15732060"/>
              <a:gd name="connsiteY2174" fmla="*/ 642013 h 8839200"/>
              <a:gd name="connsiteX2175" fmla="*/ 8361532 w 15732060"/>
              <a:gd name="connsiteY2175" fmla="*/ 559155 h 8839200"/>
              <a:gd name="connsiteX2176" fmla="*/ 8348362 w 15732060"/>
              <a:gd name="connsiteY2176" fmla="*/ 564506 h 8839200"/>
              <a:gd name="connsiteX2177" fmla="*/ 8346716 w 15732060"/>
              <a:gd name="connsiteY2177" fmla="*/ 589198 h 8839200"/>
              <a:gd name="connsiteX2178" fmla="*/ 8076192 w 15732060"/>
              <a:gd name="connsiteY2178" fmla="*/ 859721 h 8839200"/>
              <a:gd name="connsiteX2179" fmla="*/ 8075643 w 15732060"/>
              <a:gd name="connsiteY2179" fmla="*/ 859721 h 8839200"/>
              <a:gd name="connsiteX2180" fmla="*/ 8075643 w 15732060"/>
              <a:gd name="connsiteY2180" fmla="*/ 1055617 h 8839200"/>
              <a:gd name="connsiteX2181" fmla="*/ 8195816 w 15732060"/>
              <a:gd name="connsiteY2181" fmla="*/ 1175789 h 8839200"/>
              <a:gd name="connsiteX2182" fmla="*/ 8195816 w 15732060"/>
              <a:gd name="connsiteY2182" fmla="*/ 2295745 h 8839200"/>
              <a:gd name="connsiteX2183" fmla="*/ 8195268 w 15732060"/>
              <a:gd name="connsiteY2183" fmla="*/ 2295745 h 8839200"/>
              <a:gd name="connsiteX2184" fmla="*/ 7973032 w 15732060"/>
              <a:gd name="connsiteY2184" fmla="*/ 2517980 h 8839200"/>
              <a:gd name="connsiteX2185" fmla="*/ 7972482 w 15732060"/>
              <a:gd name="connsiteY2185" fmla="*/ 2517980 h 8839200"/>
              <a:gd name="connsiteX2186" fmla="*/ 7972482 w 15732060"/>
              <a:gd name="connsiteY2186" fmla="*/ 3202245 h 8839200"/>
              <a:gd name="connsiteX2187" fmla="*/ 7977421 w 15732060"/>
              <a:gd name="connsiteY2187" fmla="*/ 3202245 h 8839200"/>
              <a:gd name="connsiteX2188" fmla="*/ 7977421 w 15732060"/>
              <a:gd name="connsiteY2188" fmla="*/ 2520724 h 8839200"/>
              <a:gd name="connsiteX2189" fmla="*/ 8199656 w 15732060"/>
              <a:gd name="connsiteY2189" fmla="*/ 2298489 h 8839200"/>
              <a:gd name="connsiteX2190" fmla="*/ 8200204 w 15732060"/>
              <a:gd name="connsiteY2190" fmla="*/ 2298489 h 8839200"/>
              <a:gd name="connsiteX2191" fmla="*/ 8200204 w 15732060"/>
              <a:gd name="connsiteY2191" fmla="*/ 1174143 h 8839200"/>
              <a:gd name="connsiteX2192" fmla="*/ 8080034 w 15732060"/>
              <a:gd name="connsiteY2192" fmla="*/ 1053972 h 8839200"/>
              <a:gd name="connsiteX2193" fmla="*/ 8080034 w 15732060"/>
              <a:gd name="connsiteY2193" fmla="*/ 862465 h 8839200"/>
              <a:gd name="connsiteX2194" fmla="*/ 8350008 w 15732060"/>
              <a:gd name="connsiteY2194" fmla="*/ 592490 h 8839200"/>
              <a:gd name="connsiteX2195" fmla="*/ 8374701 w 15732060"/>
              <a:gd name="connsiteY2195" fmla="*/ 590844 h 8839200"/>
              <a:gd name="connsiteX2196" fmla="*/ 8374701 w 15732060"/>
              <a:gd name="connsiteY2196" fmla="*/ 564506 h 8839200"/>
              <a:gd name="connsiteX2197" fmla="*/ 8361532 w 15732060"/>
              <a:gd name="connsiteY2197" fmla="*/ 559155 h 8839200"/>
              <a:gd name="connsiteX2198" fmla="*/ 9196696 w 15732060"/>
              <a:gd name="connsiteY2198" fmla="*/ 544202 h 8839200"/>
              <a:gd name="connsiteX2199" fmla="*/ 9196148 w 15732060"/>
              <a:gd name="connsiteY2199" fmla="*/ 544202 h 8839200"/>
              <a:gd name="connsiteX2200" fmla="*/ 9196148 w 15732060"/>
              <a:gd name="connsiteY2200" fmla="*/ 544750 h 8839200"/>
              <a:gd name="connsiteX2201" fmla="*/ 9731159 w 15732060"/>
              <a:gd name="connsiteY2201" fmla="*/ 425265 h 8839200"/>
              <a:gd name="connsiteX2202" fmla="*/ 9717990 w 15732060"/>
              <a:gd name="connsiteY2202" fmla="*/ 430615 h 8839200"/>
              <a:gd name="connsiteX2203" fmla="*/ 9716344 w 15732060"/>
              <a:gd name="connsiteY2203" fmla="*/ 455308 h 8839200"/>
              <a:gd name="connsiteX2204" fmla="*/ 8747837 w 15732060"/>
              <a:gd name="connsiteY2204" fmla="*/ 1423815 h 8839200"/>
              <a:gd name="connsiteX2205" fmla="*/ 8747288 w 15732060"/>
              <a:gd name="connsiteY2205" fmla="*/ 1423815 h 8839200"/>
              <a:gd name="connsiteX2206" fmla="*/ 8747288 w 15732060"/>
              <a:gd name="connsiteY2206" fmla="*/ 1828228 h 8839200"/>
              <a:gd name="connsiteX2207" fmla="*/ 8854291 w 15732060"/>
              <a:gd name="connsiteY2207" fmla="*/ 1935230 h 8839200"/>
              <a:gd name="connsiteX2208" fmla="*/ 8854291 w 15732060"/>
              <a:gd name="connsiteY2208" fmla="*/ 2265017 h 8839200"/>
              <a:gd name="connsiteX2209" fmla="*/ 8684733 w 15732060"/>
              <a:gd name="connsiteY2209" fmla="*/ 2434574 h 8839200"/>
              <a:gd name="connsiteX2210" fmla="*/ 8660040 w 15732060"/>
              <a:gd name="connsiteY2210" fmla="*/ 2436219 h 8839200"/>
              <a:gd name="connsiteX2211" fmla="*/ 8660040 w 15732060"/>
              <a:gd name="connsiteY2211" fmla="*/ 2462558 h 8839200"/>
              <a:gd name="connsiteX2212" fmla="*/ 8686379 w 15732060"/>
              <a:gd name="connsiteY2212" fmla="*/ 2462558 h 8839200"/>
              <a:gd name="connsiteX2213" fmla="*/ 8688025 w 15732060"/>
              <a:gd name="connsiteY2213" fmla="*/ 2437866 h 8839200"/>
              <a:gd name="connsiteX2214" fmla="*/ 8858679 w 15732060"/>
              <a:gd name="connsiteY2214" fmla="*/ 2267211 h 8839200"/>
              <a:gd name="connsiteX2215" fmla="*/ 8859229 w 15732060"/>
              <a:gd name="connsiteY2215" fmla="*/ 2267211 h 8839200"/>
              <a:gd name="connsiteX2216" fmla="*/ 8859229 w 15732060"/>
              <a:gd name="connsiteY2216" fmla="*/ 1932486 h 8839200"/>
              <a:gd name="connsiteX2217" fmla="*/ 8752227 w 15732060"/>
              <a:gd name="connsiteY2217" fmla="*/ 1825485 h 8839200"/>
              <a:gd name="connsiteX2218" fmla="*/ 8752227 w 15732060"/>
              <a:gd name="connsiteY2218" fmla="*/ 1426010 h 8839200"/>
              <a:gd name="connsiteX2219" fmla="*/ 9719635 w 15732060"/>
              <a:gd name="connsiteY2219" fmla="*/ 458600 h 8839200"/>
              <a:gd name="connsiteX2220" fmla="*/ 9744329 w 15732060"/>
              <a:gd name="connsiteY2220" fmla="*/ 456954 h 8839200"/>
              <a:gd name="connsiteX2221" fmla="*/ 9744329 w 15732060"/>
              <a:gd name="connsiteY2221" fmla="*/ 430615 h 8839200"/>
              <a:gd name="connsiteX2222" fmla="*/ 9731159 w 15732060"/>
              <a:gd name="connsiteY2222" fmla="*/ 425265 h 8839200"/>
              <a:gd name="connsiteX2223" fmla="*/ 5143236 w 15732060"/>
              <a:gd name="connsiteY2223" fmla="*/ 372038 h 8839200"/>
              <a:gd name="connsiteX2224" fmla="*/ 5130067 w 15732060"/>
              <a:gd name="connsiteY2224" fmla="*/ 377389 h 8839200"/>
              <a:gd name="connsiteX2225" fmla="*/ 5130067 w 15732060"/>
              <a:gd name="connsiteY2225" fmla="*/ 403728 h 8839200"/>
              <a:gd name="connsiteX2226" fmla="*/ 5154760 w 15732060"/>
              <a:gd name="connsiteY2226" fmla="*/ 405373 h 8839200"/>
              <a:gd name="connsiteX2227" fmla="*/ 5498812 w 15732060"/>
              <a:gd name="connsiteY2227" fmla="*/ 749427 h 8839200"/>
              <a:gd name="connsiteX2228" fmla="*/ 5498812 w 15732060"/>
              <a:gd name="connsiteY2228" fmla="*/ 1292668 h 8839200"/>
              <a:gd name="connsiteX2229" fmla="*/ 6492012 w 15732060"/>
              <a:gd name="connsiteY2229" fmla="*/ 2285868 h 8839200"/>
              <a:gd name="connsiteX2230" fmla="*/ 6493658 w 15732060"/>
              <a:gd name="connsiteY2230" fmla="*/ 2310561 h 8839200"/>
              <a:gd name="connsiteX2231" fmla="*/ 6519997 w 15732060"/>
              <a:gd name="connsiteY2231" fmla="*/ 2310561 h 8839200"/>
              <a:gd name="connsiteX2232" fmla="*/ 6519997 w 15732060"/>
              <a:gd name="connsiteY2232" fmla="*/ 2284222 h 8839200"/>
              <a:gd name="connsiteX2233" fmla="*/ 6495304 w 15732060"/>
              <a:gd name="connsiteY2233" fmla="*/ 2282575 h 8839200"/>
              <a:gd name="connsiteX2234" fmla="*/ 5503751 w 15732060"/>
              <a:gd name="connsiteY2234" fmla="*/ 1291022 h 8839200"/>
              <a:gd name="connsiteX2235" fmla="*/ 5503751 w 15732060"/>
              <a:gd name="connsiteY2235" fmla="*/ 747780 h 8839200"/>
              <a:gd name="connsiteX2236" fmla="*/ 5158052 w 15732060"/>
              <a:gd name="connsiteY2236" fmla="*/ 402081 h 8839200"/>
              <a:gd name="connsiteX2237" fmla="*/ 5156406 w 15732060"/>
              <a:gd name="connsiteY2237" fmla="*/ 377389 h 8839200"/>
              <a:gd name="connsiteX2238" fmla="*/ 5143236 w 15732060"/>
              <a:gd name="connsiteY2238" fmla="*/ 372038 h 8839200"/>
              <a:gd name="connsiteX2239" fmla="*/ 30180 w 15732060"/>
              <a:gd name="connsiteY2239" fmla="*/ 329238 h 8839200"/>
              <a:gd name="connsiteX2240" fmla="*/ 17010 w 15732060"/>
              <a:gd name="connsiteY2240" fmla="*/ 334587 h 8839200"/>
              <a:gd name="connsiteX2241" fmla="*/ 17010 w 15732060"/>
              <a:gd name="connsiteY2241" fmla="*/ 360926 h 8839200"/>
              <a:gd name="connsiteX2242" fmla="*/ 41702 w 15732060"/>
              <a:gd name="connsiteY2242" fmla="*/ 362573 h 8839200"/>
              <a:gd name="connsiteX2243" fmla="*/ 560800 w 15732060"/>
              <a:gd name="connsiteY2243" fmla="*/ 881671 h 8839200"/>
              <a:gd name="connsiteX2244" fmla="*/ 1124344 w 15732060"/>
              <a:gd name="connsiteY2244" fmla="*/ 881671 h 8839200"/>
              <a:gd name="connsiteX2245" fmla="*/ 1953474 w 15732060"/>
              <a:gd name="connsiteY2245" fmla="*/ 1710800 h 8839200"/>
              <a:gd name="connsiteX2246" fmla="*/ 2496168 w 15732060"/>
              <a:gd name="connsiteY2246" fmla="*/ 1710800 h 8839200"/>
              <a:gd name="connsiteX2247" fmla="*/ 3193602 w 15732060"/>
              <a:gd name="connsiteY2247" fmla="*/ 2408235 h 8839200"/>
              <a:gd name="connsiteX2248" fmla="*/ 3588687 w 15732060"/>
              <a:gd name="connsiteY2248" fmla="*/ 2408235 h 8839200"/>
              <a:gd name="connsiteX2249" fmla="*/ 4287219 w 15732060"/>
              <a:gd name="connsiteY2249" fmla="*/ 3106766 h 8839200"/>
              <a:gd name="connsiteX2250" fmla="*/ 5315537 w 15732060"/>
              <a:gd name="connsiteY2250" fmla="*/ 3106766 h 8839200"/>
              <a:gd name="connsiteX2251" fmla="*/ 5924078 w 15732060"/>
              <a:gd name="connsiteY2251" fmla="*/ 3715307 h 8839200"/>
              <a:gd name="connsiteX2252" fmla="*/ 6682420 w 15732060"/>
              <a:gd name="connsiteY2252" fmla="*/ 3715307 h 8839200"/>
              <a:gd name="connsiteX2253" fmla="*/ 6682420 w 15732060"/>
              <a:gd name="connsiteY2253" fmla="*/ 3710368 h 8839200"/>
              <a:gd name="connsiteX2254" fmla="*/ 5926273 w 15732060"/>
              <a:gd name="connsiteY2254" fmla="*/ 3710368 h 8839200"/>
              <a:gd name="connsiteX2255" fmla="*/ 5317732 w 15732060"/>
              <a:gd name="connsiteY2255" fmla="*/ 3101828 h 8839200"/>
              <a:gd name="connsiteX2256" fmla="*/ 4289414 w 15732060"/>
              <a:gd name="connsiteY2256" fmla="*/ 3101828 h 8839200"/>
              <a:gd name="connsiteX2257" fmla="*/ 3590882 w 15732060"/>
              <a:gd name="connsiteY2257" fmla="*/ 2403296 h 8839200"/>
              <a:gd name="connsiteX2258" fmla="*/ 3195797 w 15732060"/>
              <a:gd name="connsiteY2258" fmla="*/ 2403296 h 8839200"/>
              <a:gd name="connsiteX2259" fmla="*/ 2498362 w 15732060"/>
              <a:gd name="connsiteY2259" fmla="*/ 1705861 h 8839200"/>
              <a:gd name="connsiteX2260" fmla="*/ 1955669 w 15732060"/>
              <a:gd name="connsiteY2260" fmla="*/ 1705861 h 8839200"/>
              <a:gd name="connsiteX2261" fmla="*/ 1126540 w 15732060"/>
              <a:gd name="connsiteY2261" fmla="*/ 876732 h 8839200"/>
              <a:gd name="connsiteX2262" fmla="*/ 562996 w 15732060"/>
              <a:gd name="connsiteY2262" fmla="*/ 876732 h 8839200"/>
              <a:gd name="connsiteX2263" fmla="*/ 44994 w 15732060"/>
              <a:gd name="connsiteY2263" fmla="*/ 359280 h 8839200"/>
              <a:gd name="connsiteX2264" fmla="*/ 43348 w 15732060"/>
              <a:gd name="connsiteY2264" fmla="*/ 334587 h 8839200"/>
              <a:gd name="connsiteX2265" fmla="*/ 30180 w 15732060"/>
              <a:gd name="connsiteY2265" fmla="*/ 329238 h 8839200"/>
              <a:gd name="connsiteX2266" fmla="*/ 8003760 w 15732060"/>
              <a:gd name="connsiteY2266" fmla="*/ 292473 h 8839200"/>
              <a:gd name="connsiteX2267" fmla="*/ 7990591 w 15732060"/>
              <a:gd name="connsiteY2267" fmla="*/ 297823 h 8839200"/>
              <a:gd name="connsiteX2268" fmla="*/ 7988944 w 15732060"/>
              <a:gd name="connsiteY2268" fmla="*/ 322515 h 8839200"/>
              <a:gd name="connsiteX2269" fmla="*/ 7868774 w 15732060"/>
              <a:gd name="connsiteY2269" fmla="*/ 442687 h 8839200"/>
              <a:gd name="connsiteX2270" fmla="*/ 7868774 w 15732060"/>
              <a:gd name="connsiteY2270" fmla="*/ 1451251 h 8839200"/>
              <a:gd name="connsiteX2271" fmla="*/ 7746406 w 15732060"/>
              <a:gd name="connsiteY2271" fmla="*/ 1573618 h 8839200"/>
              <a:gd name="connsiteX2272" fmla="*/ 7746406 w 15732060"/>
              <a:gd name="connsiteY2272" fmla="*/ 3202794 h 8839200"/>
              <a:gd name="connsiteX2273" fmla="*/ 7751346 w 15732060"/>
              <a:gd name="connsiteY2273" fmla="*/ 3202794 h 8839200"/>
              <a:gd name="connsiteX2274" fmla="*/ 7751346 w 15732060"/>
              <a:gd name="connsiteY2274" fmla="*/ 1575812 h 8839200"/>
              <a:gd name="connsiteX2275" fmla="*/ 7873712 w 15732060"/>
              <a:gd name="connsiteY2275" fmla="*/ 1453446 h 8839200"/>
              <a:gd name="connsiteX2276" fmla="*/ 7873712 w 15732060"/>
              <a:gd name="connsiteY2276" fmla="*/ 444334 h 8839200"/>
              <a:gd name="connsiteX2277" fmla="*/ 7992238 w 15732060"/>
              <a:gd name="connsiteY2277" fmla="*/ 325808 h 8839200"/>
              <a:gd name="connsiteX2278" fmla="*/ 8016930 w 15732060"/>
              <a:gd name="connsiteY2278" fmla="*/ 324162 h 8839200"/>
              <a:gd name="connsiteX2279" fmla="*/ 8016930 w 15732060"/>
              <a:gd name="connsiteY2279" fmla="*/ 297823 h 8839200"/>
              <a:gd name="connsiteX2280" fmla="*/ 8003760 w 15732060"/>
              <a:gd name="connsiteY2280" fmla="*/ 292473 h 8839200"/>
              <a:gd name="connsiteX2281" fmla="*/ 11430573 w 15732060"/>
              <a:gd name="connsiteY2281" fmla="*/ 181629 h 8839200"/>
              <a:gd name="connsiteX2282" fmla="*/ 11417404 w 15732060"/>
              <a:gd name="connsiteY2282" fmla="*/ 186979 h 8839200"/>
              <a:gd name="connsiteX2283" fmla="*/ 11415757 w 15732060"/>
              <a:gd name="connsiteY2283" fmla="*/ 211673 h 8839200"/>
              <a:gd name="connsiteX2284" fmla="*/ 11160598 w 15732060"/>
              <a:gd name="connsiteY2284" fmla="*/ 466832 h 8839200"/>
              <a:gd name="connsiteX2285" fmla="*/ 11160049 w 15732060"/>
              <a:gd name="connsiteY2285" fmla="*/ 466832 h 8839200"/>
              <a:gd name="connsiteX2286" fmla="*/ 11160049 w 15732060"/>
              <a:gd name="connsiteY2286" fmla="*/ 614439 h 8839200"/>
              <a:gd name="connsiteX2287" fmla="*/ 11143588 w 15732060"/>
              <a:gd name="connsiteY2287" fmla="*/ 633096 h 8839200"/>
              <a:gd name="connsiteX2288" fmla="*/ 11162244 w 15732060"/>
              <a:gd name="connsiteY2288" fmla="*/ 651753 h 8839200"/>
              <a:gd name="connsiteX2289" fmla="*/ 11162793 w 15732060"/>
              <a:gd name="connsiteY2289" fmla="*/ 651205 h 8839200"/>
              <a:gd name="connsiteX2290" fmla="*/ 11181450 w 15732060"/>
              <a:gd name="connsiteY2290" fmla="*/ 632548 h 8839200"/>
              <a:gd name="connsiteX2291" fmla="*/ 11164988 w 15732060"/>
              <a:gd name="connsiteY2291" fmla="*/ 613891 h 8839200"/>
              <a:gd name="connsiteX2292" fmla="*/ 11164988 w 15732060"/>
              <a:gd name="connsiteY2292" fmla="*/ 469026 h 8839200"/>
              <a:gd name="connsiteX2293" fmla="*/ 11419049 w 15732060"/>
              <a:gd name="connsiteY2293" fmla="*/ 214965 h 8839200"/>
              <a:gd name="connsiteX2294" fmla="*/ 11443743 w 15732060"/>
              <a:gd name="connsiteY2294" fmla="*/ 213318 h 8839200"/>
              <a:gd name="connsiteX2295" fmla="*/ 11443743 w 15732060"/>
              <a:gd name="connsiteY2295" fmla="*/ 186979 h 8839200"/>
              <a:gd name="connsiteX2296" fmla="*/ 11430573 w 15732060"/>
              <a:gd name="connsiteY2296" fmla="*/ 181629 h 8839200"/>
              <a:gd name="connsiteX2297" fmla="*/ 9575320 w 15732060"/>
              <a:gd name="connsiteY2297" fmla="*/ 150352 h 8839200"/>
              <a:gd name="connsiteX2298" fmla="*/ 9562151 w 15732060"/>
              <a:gd name="connsiteY2298" fmla="*/ 155702 h 8839200"/>
              <a:gd name="connsiteX2299" fmla="*/ 9560504 w 15732060"/>
              <a:gd name="connsiteY2299" fmla="*/ 180394 h 8839200"/>
              <a:gd name="connsiteX2300" fmla="*/ 9196696 w 15732060"/>
              <a:gd name="connsiteY2300" fmla="*/ 544202 h 8839200"/>
              <a:gd name="connsiteX2301" fmla="*/ 9196698 w 15732060"/>
              <a:gd name="connsiteY2301" fmla="*/ 544202 h 8839200"/>
              <a:gd name="connsiteX2302" fmla="*/ 9196148 w 15732060"/>
              <a:gd name="connsiteY2302" fmla="*/ 544750 h 8839200"/>
              <a:gd name="connsiteX2303" fmla="*/ 9196148 w 15732060"/>
              <a:gd name="connsiteY2303" fmla="*/ 788935 h 8839200"/>
              <a:gd name="connsiteX2304" fmla="*/ 9179687 w 15732060"/>
              <a:gd name="connsiteY2304" fmla="*/ 807592 h 8839200"/>
              <a:gd name="connsiteX2305" fmla="*/ 9198343 w 15732060"/>
              <a:gd name="connsiteY2305" fmla="*/ 826249 h 8839200"/>
              <a:gd name="connsiteX2306" fmla="*/ 9217000 w 15732060"/>
              <a:gd name="connsiteY2306" fmla="*/ 807592 h 8839200"/>
              <a:gd name="connsiteX2307" fmla="*/ 9200538 w 15732060"/>
              <a:gd name="connsiteY2307" fmla="*/ 788935 h 8839200"/>
              <a:gd name="connsiteX2308" fmla="*/ 9200538 w 15732060"/>
              <a:gd name="connsiteY2308" fmla="*/ 546946 h 8839200"/>
              <a:gd name="connsiteX2309" fmla="*/ 9563797 w 15732060"/>
              <a:gd name="connsiteY2309" fmla="*/ 183687 h 8839200"/>
              <a:gd name="connsiteX2310" fmla="*/ 9588489 w 15732060"/>
              <a:gd name="connsiteY2310" fmla="*/ 182041 h 8839200"/>
              <a:gd name="connsiteX2311" fmla="*/ 9588489 w 15732060"/>
              <a:gd name="connsiteY2311" fmla="*/ 155702 h 8839200"/>
              <a:gd name="connsiteX2312" fmla="*/ 9575320 w 15732060"/>
              <a:gd name="connsiteY2312" fmla="*/ 150352 h 8839200"/>
              <a:gd name="connsiteX2313" fmla="*/ 1234090 w 15732060"/>
              <a:gd name="connsiteY2313" fmla="*/ 127716 h 8839200"/>
              <a:gd name="connsiteX2314" fmla="*/ 1215434 w 15732060"/>
              <a:gd name="connsiteY2314" fmla="*/ 146373 h 8839200"/>
              <a:gd name="connsiteX2315" fmla="*/ 1231896 w 15732060"/>
              <a:gd name="connsiteY2315" fmla="*/ 165030 h 8839200"/>
              <a:gd name="connsiteX2316" fmla="*/ 1230798 w 15732060"/>
              <a:gd name="connsiteY2316" fmla="*/ 165030 h 8839200"/>
              <a:gd name="connsiteX2317" fmla="*/ 1230798 w 15732060"/>
              <a:gd name="connsiteY2317" fmla="*/ 477257 h 8839200"/>
              <a:gd name="connsiteX2318" fmla="*/ 1971034 w 15732060"/>
              <a:gd name="connsiteY2318" fmla="*/ 1217492 h 8839200"/>
              <a:gd name="connsiteX2319" fmla="*/ 3161228 w 15732060"/>
              <a:gd name="connsiteY2319" fmla="*/ 1217492 h 8839200"/>
              <a:gd name="connsiteX2320" fmla="*/ 3676483 w 15732060"/>
              <a:gd name="connsiteY2320" fmla="*/ 1732749 h 8839200"/>
              <a:gd name="connsiteX2321" fmla="*/ 3678130 w 15732060"/>
              <a:gd name="connsiteY2321" fmla="*/ 1757442 h 8839200"/>
              <a:gd name="connsiteX2322" fmla="*/ 3704469 w 15732060"/>
              <a:gd name="connsiteY2322" fmla="*/ 1757442 h 8839200"/>
              <a:gd name="connsiteX2323" fmla="*/ 3704469 w 15732060"/>
              <a:gd name="connsiteY2323" fmla="*/ 1731103 h 8839200"/>
              <a:gd name="connsiteX2324" fmla="*/ 3679776 w 15732060"/>
              <a:gd name="connsiteY2324" fmla="*/ 1729456 h 8839200"/>
              <a:gd name="connsiteX2325" fmla="*/ 3163422 w 15732060"/>
              <a:gd name="connsiteY2325" fmla="*/ 1213103 h 8839200"/>
              <a:gd name="connsiteX2326" fmla="*/ 1973229 w 15732060"/>
              <a:gd name="connsiteY2326" fmla="*/ 1213103 h 8839200"/>
              <a:gd name="connsiteX2327" fmla="*/ 1236286 w 15732060"/>
              <a:gd name="connsiteY2327" fmla="*/ 475611 h 8839200"/>
              <a:gd name="connsiteX2328" fmla="*/ 1236286 w 15732060"/>
              <a:gd name="connsiteY2328" fmla="*/ 165030 h 8839200"/>
              <a:gd name="connsiteX2329" fmla="*/ 1252747 w 15732060"/>
              <a:gd name="connsiteY2329" fmla="*/ 146373 h 8839200"/>
              <a:gd name="connsiteX2330" fmla="*/ 1234090 w 15732060"/>
              <a:gd name="connsiteY2330" fmla="*/ 127716 h 8839200"/>
              <a:gd name="connsiteX2331" fmla="*/ 12673444 w 15732060"/>
              <a:gd name="connsiteY2331" fmla="*/ 85053 h 8839200"/>
              <a:gd name="connsiteX2332" fmla="*/ 12660274 w 15732060"/>
              <a:gd name="connsiteY2332" fmla="*/ 90404 h 8839200"/>
              <a:gd name="connsiteX2333" fmla="*/ 12658628 w 15732060"/>
              <a:gd name="connsiteY2333" fmla="*/ 115096 h 8839200"/>
              <a:gd name="connsiteX2334" fmla="*/ 11994118 w 15732060"/>
              <a:gd name="connsiteY2334" fmla="*/ 779607 h 8839200"/>
              <a:gd name="connsiteX2335" fmla="*/ 10936717 w 15732060"/>
              <a:gd name="connsiteY2335" fmla="*/ 779607 h 8839200"/>
              <a:gd name="connsiteX2336" fmla="*/ 10717774 w 15732060"/>
              <a:gd name="connsiteY2336" fmla="*/ 998550 h 8839200"/>
              <a:gd name="connsiteX2337" fmla="*/ 10717226 w 15732060"/>
              <a:gd name="connsiteY2337" fmla="*/ 998550 h 8839200"/>
              <a:gd name="connsiteX2338" fmla="*/ 10717226 w 15732060"/>
              <a:gd name="connsiteY2338" fmla="*/ 1374429 h 8839200"/>
              <a:gd name="connsiteX2339" fmla="*/ 9451307 w 15732060"/>
              <a:gd name="connsiteY2339" fmla="*/ 2640347 h 8839200"/>
              <a:gd name="connsiteX2340" fmla="*/ 9450759 w 15732060"/>
              <a:gd name="connsiteY2340" fmla="*/ 2640347 h 8839200"/>
              <a:gd name="connsiteX2341" fmla="*/ 9450759 w 15732060"/>
              <a:gd name="connsiteY2341" fmla="*/ 2640896 h 8839200"/>
              <a:gd name="connsiteX2342" fmla="*/ 9450759 w 15732060"/>
              <a:gd name="connsiteY2342" fmla="*/ 2952025 h 8839200"/>
              <a:gd name="connsiteX2343" fmla="*/ 9278458 w 15732060"/>
              <a:gd name="connsiteY2343" fmla="*/ 3124325 h 8839200"/>
              <a:gd name="connsiteX2344" fmla="*/ 9253764 w 15732060"/>
              <a:gd name="connsiteY2344" fmla="*/ 3125971 h 8839200"/>
              <a:gd name="connsiteX2345" fmla="*/ 9253764 w 15732060"/>
              <a:gd name="connsiteY2345" fmla="*/ 3152311 h 8839200"/>
              <a:gd name="connsiteX2346" fmla="*/ 9280104 w 15732060"/>
              <a:gd name="connsiteY2346" fmla="*/ 3152311 h 8839200"/>
              <a:gd name="connsiteX2347" fmla="*/ 9281750 w 15732060"/>
              <a:gd name="connsiteY2347" fmla="*/ 3127618 h 8839200"/>
              <a:gd name="connsiteX2348" fmla="*/ 9455148 w 15732060"/>
              <a:gd name="connsiteY2348" fmla="*/ 2954220 h 8839200"/>
              <a:gd name="connsiteX2349" fmla="*/ 9455697 w 15732060"/>
              <a:gd name="connsiteY2349" fmla="*/ 2954220 h 8839200"/>
              <a:gd name="connsiteX2350" fmla="*/ 9455697 w 15732060"/>
              <a:gd name="connsiteY2350" fmla="*/ 2642542 h 8839200"/>
              <a:gd name="connsiteX2351" fmla="*/ 10721614 w 15732060"/>
              <a:gd name="connsiteY2351" fmla="*/ 1376624 h 8839200"/>
              <a:gd name="connsiteX2352" fmla="*/ 10722164 w 15732060"/>
              <a:gd name="connsiteY2352" fmla="*/ 1376624 h 8839200"/>
              <a:gd name="connsiteX2353" fmla="*/ 10722164 w 15732060"/>
              <a:gd name="connsiteY2353" fmla="*/ 1000745 h 8839200"/>
              <a:gd name="connsiteX2354" fmla="*/ 10938912 w 15732060"/>
              <a:gd name="connsiteY2354" fmla="*/ 783997 h 8839200"/>
              <a:gd name="connsiteX2355" fmla="*/ 11996312 w 15732060"/>
              <a:gd name="connsiteY2355" fmla="*/ 783997 h 8839200"/>
              <a:gd name="connsiteX2356" fmla="*/ 12661921 w 15732060"/>
              <a:gd name="connsiteY2356" fmla="*/ 118388 h 8839200"/>
              <a:gd name="connsiteX2357" fmla="*/ 12686613 w 15732060"/>
              <a:gd name="connsiteY2357" fmla="*/ 116743 h 8839200"/>
              <a:gd name="connsiteX2358" fmla="*/ 12686613 w 15732060"/>
              <a:gd name="connsiteY2358" fmla="*/ 90404 h 8839200"/>
              <a:gd name="connsiteX2359" fmla="*/ 12673444 w 15732060"/>
              <a:gd name="connsiteY2359" fmla="*/ 85053 h 8839200"/>
              <a:gd name="connsiteX2360" fmla="*/ 5508690 w 15732060"/>
              <a:gd name="connsiteY2360" fmla="*/ 82858 h 8839200"/>
              <a:gd name="connsiteX2361" fmla="*/ 5495520 w 15732060"/>
              <a:gd name="connsiteY2361" fmla="*/ 88208 h 8839200"/>
              <a:gd name="connsiteX2362" fmla="*/ 5495520 w 15732060"/>
              <a:gd name="connsiteY2362" fmla="*/ 114547 h 8839200"/>
              <a:gd name="connsiteX2363" fmla="*/ 5520212 w 15732060"/>
              <a:gd name="connsiteY2363" fmla="*/ 116193 h 8839200"/>
              <a:gd name="connsiteX2364" fmla="*/ 6066748 w 15732060"/>
              <a:gd name="connsiteY2364" fmla="*/ 662728 h 8839200"/>
              <a:gd name="connsiteX2365" fmla="*/ 6066748 w 15732060"/>
              <a:gd name="connsiteY2365" fmla="*/ 1160425 h 8839200"/>
              <a:gd name="connsiteX2366" fmla="*/ 6354830 w 15732060"/>
              <a:gd name="connsiteY2366" fmla="*/ 1448508 h 8839200"/>
              <a:gd name="connsiteX2367" fmla="*/ 6356476 w 15732060"/>
              <a:gd name="connsiteY2367" fmla="*/ 1473200 h 8839200"/>
              <a:gd name="connsiteX2368" fmla="*/ 6382815 w 15732060"/>
              <a:gd name="connsiteY2368" fmla="*/ 1473200 h 8839200"/>
              <a:gd name="connsiteX2369" fmla="*/ 6382815 w 15732060"/>
              <a:gd name="connsiteY2369" fmla="*/ 1446861 h 8839200"/>
              <a:gd name="connsiteX2370" fmla="*/ 6358122 w 15732060"/>
              <a:gd name="connsiteY2370" fmla="*/ 1445215 h 8839200"/>
              <a:gd name="connsiteX2371" fmla="*/ 6071686 w 15732060"/>
              <a:gd name="connsiteY2371" fmla="*/ 1158779 h 8839200"/>
              <a:gd name="connsiteX2372" fmla="*/ 6071686 w 15732060"/>
              <a:gd name="connsiteY2372" fmla="*/ 661081 h 8839200"/>
              <a:gd name="connsiteX2373" fmla="*/ 5523506 w 15732060"/>
              <a:gd name="connsiteY2373" fmla="*/ 112902 h 8839200"/>
              <a:gd name="connsiteX2374" fmla="*/ 5521859 w 15732060"/>
              <a:gd name="connsiteY2374" fmla="*/ 88208 h 8839200"/>
              <a:gd name="connsiteX2375" fmla="*/ 5508690 w 15732060"/>
              <a:gd name="connsiteY2375" fmla="*/ 82858 h 8839200"/>
              <a:gd name="connsiteX2376" fmla="*/ 13440567 w 15732060"/>
              <a:gd name="connsiteY2376" fmla="*/ 68454 h 8839200"/>
              <a:gd name="connsiteX2377" fmla="*/ 13421911 w 15732060"/>
              <a:gd name="connsiteY2377" fmla="*/ 87111 h 8839200"/>
              <a:gd name="connsiteX2378" fmla="*/ 13438372 w 15732060"/>
              <a:gd name="connsiteY2378" fmla="*/ 105768 h 8839200"/>
              <a:gd name="connsiteX2379" fmla="*/ 13438372 w 15732060"/>
              <a:gd name="connsiteY2379" fmla="*/ 253924 h 8839200"/>
              <a:gd name="connsiteX2380" fmla="*/ 13058652 w 15732060"/>
              <a:gd name="connsiteY2380" fmla="*/ 633645 h 8839200"/>
              <a:gd name="connsiteX2381" fmla="*/ 13058103 w 15732060"/>
              <a:gd name="connsiteY2381" fmla="*/ 634194 h 8839200"/>
              <a:gd name="connsiteX2382" fmla="*/ 12642716 w 15732060"/>
              <a:gd name="connsiteY2382" fmla="*/ 634194 h 8839200"/>
              <a:gd name="connsiteX2383" fmla="*/ 11792185 w 15732060"/>
              <a:gd name="connsiteY2383" fmla="*/ 1484723 h 8839200"/>
              <a:gd name="connsiteX2384" fmla="*/ 10808863 w 15732060"/>
              <a:gd name="connsiteY2384" fmla="*/ 1484723 h 8839200"/>
              <a:gd name="connsiteX2385" fmla="*/ 9714149 w 15732060"/>
              <a:gd name="connsiteY2385" fmla="*/ 2579438 h 8839200"/>
              <a:gd name="connsiteX2386" fmla="*/ 9713600 w 15732060"/>
              <a:gd name="connsiteY2386" fmla="*/ 2579438 h 8839200"/>
              <a:gd name="connsiteX2387" fmla="*/ 9713600 w 15732060"/>
              <a:gd name="connsiteY2387" fmla="*/ 3027200 h 8839200"/>
              <a:gd name="connsiteX2388" fmla="*/ 9267483 w 15732060"/>
              <a:gd name="connsiteY2388" fmla="*/ 3473318 h 8839200"/>
              <a:gd name="connsiteX2389" fmla="*/ 9040309 w 15732060"/>
              <a:gd name="connsiteY2389" fmla="*/ 3473318 h 8839200"/>
              <a:gd name="connsiteX2390" fmla="*/ 9040309 w 15732060"/>
              <a:gd name="connsiteY2390" fmla="*/ 3478256 h 8839200"/>
              <a:gd name="connsiteX2391" fmla="*/ 9269678 w 15732060"/>
              <a:gd name="connsiteY2391" fmla="*/ 3478256 h 8839200"/>
              <a:gd name="connsiteX2392" fmla="*/ 9717990 w 15732060"/>
              <a:gd name="connsiteY2392" fmla="*/ 3029944 h 8839200"/>
              <a:gd name="connsiteX2393" fmla="*/ 9718538 w 15732060"/>
              <a:gd name="connsiteY2393" fmla="*/ 3029944 h 8839200"/>
              <a:gd name="connsiteX2394" fmla="*/ 9718538 w 15732060"/>
              <a:gd name="connsiteY2394" fmla="*/ 2582182 h 8839200"/>
              <a:gd name="connsiteX2395" fmla="*/ 10811057 w 15732060"/>
              <a:gd name="connsiteY2395" fmla="*/ 1489663 h 8839200"/>
              <a:gd name="connsiteX2396" fmla="*/ 11794379 w 15732060"/>
              <a:gd name="connsiteY2396" fmla="*/ 1489663 h 8839200"/>
              <a:gd name="connsiteX2397" fmla="*/ 12644910 w 15732060"/>
              <a:gd name="connsiteY2397" fmla="*/ 639132 h 8839200"/>
              <a:gd name="connsiteX2398" fmla="*/ 13060298 w 15732060"/>
              <a:gd name="connsiteY2398" fmla="*/ 639132 h 8839200"/>
              <a:gd name="connsiteX2399" fmla="*/ 13442213 w 15732060"/>
              <a:gd name="connsiteY2399" fmla="*/ 257217 h 8839200"/>
              <a:gd name="connsiteX2400" fmla="*/ 13442762 w 15732060"/>
              <a:gd name="connsiteY2400" fmla="*/ 257217 h 8839200"/>
              <a:gd name="connsiteX2401" fmla="*/ 13442762 w 15732060"/>
              <a:gd name="connsiteY2401" fmla="*/ 105768 h 8839200"/>
              <a:gd name="connsiteX2402" fmla="*/ 13459225 w 15732060"/>
              <a:gd name="connsiteY2402" fmla="*/ 87111 h 8839200"/>
              <a:gd name="connsiteX2403" fmla="*/ 13440567 w 15732060"/>
              <a:gd name="connsiteY2403" fmla="*/ 68454 h 8839200"/>
              <a:gd name="connsiteX2404" fmla="*/ 3523593 w 15732060"/>
              <a:gd name="connsiteY2404" fmla="*/ 66054 h 8839200"/>
              <a:gd name="connsiteX2405" fmla="*/ 3510218 w 15732060"/>
              <a:gd name="connsiteY2405" fmla="*/ 71197 h 8839200"/>
              <a:gd name="connsiteX2406" fmla="*/ 3510218 w 15732060"/>
              <a:gd name="connsiteY2406" fmla="*/ 97536 h 8839200"/>
              <a:gd name="connsiteX2407" fmla="*/ 3534912 w 15732060"/>
              <a:gd name="connsiteY2407" fmla="*/ 99183 h 8839200"/>
              <a:gd name="connsiteX2408" fmla="*/ 3534363 w 15732060"/>
              <a:gd name="connsiteY2408" fmla="*/ 99732 h 8839200"/>
              <a:gd name="connsiteX2409" fmla="*/ 4713032 w 15732060"/>
              <a:gd name="connsiteY2409" fmla="*/ 1278401 h 8839200"/>
              <a:gd name="connsiteX2410" fmla="*/ 5114702 w 15732060"/>
              <a:gd name="connsiteY2410" fmla="*/ 1278401 h 8839200"/>
              <a:gd name="connsiteX2411" fmla="*/ 6142472 w 15732060"/>
              <a:gd name="connsiteY2411" fmla="*/ 2306171 h 8839200"/>
              <a:gd name="connsiteX2412" fmla="*/ 6142472 w 15732060"/>
              <a:gd name="connsiteY2412" fmla="*/ 2360495 h 8839200"/>
              <a:gd name="connsiteX2413" fmla="*/ 6719186 w 15732060"/>
              <a:gd name="connsiteY2413" fmla="*/ 2937209 h 8839200"/>
              <a:gd name="connsiteX2414" fmla="*/ 6719186 w 15732060"/>
              <a:gd name="connsiteY2414" fmla="*/ 3015129 h 8839200"/>
              <a:gd name="connsiteX2415" fmla="*/ 6702724 w 15732060"/>
              <a:gd name="connsiteY2415" fmla="*/ 3033785 h 8839200"/>
              <a:gd name="connsiteX2416" fmla="*/ 6721381 w 15732060"/>
              <a:gd name="connsiteY2416" fmla="*/ 3052442 h 8839200"/>
              <a:gd name="connsiteX2417" fmla="*/ 6740038 w 15732060"/>
              <a:gd name="connsiteY2417" fmla="*/ 3033785 h 8839200"/>
              <a:gd name="connsiteX2418" fmla="*/ 6723576 w 15732060"/>
              <a:gd name="connsiteY2418" fmla="*/ 3015129 h 8839200"/>
              <a:gd name="connsiteX2419" fmla="*/ 6723576 w 15732060"/>
              <a:gd name="connsiteY2419" fmla="*/ 2935563 h 8839200"/>
              <a:gd name="connsiteX2420" fmla="*/ 6146862 w 15732060"/>
              <a:gd name="connsiteY2420" fmla="*/ 2358849 h 8839200"/>
              <a:gd name="connsiteX2421" fmla="*/ 6146862 w 15732060"/>
              <a:gd name="connsiteY2421" fmla="*/ 2304525 h 8839200"/>
              <a:gd name="connsiteX2422" fmla="*/ 5116348 w 15732060"/>
              <a:gd name="connsiteY2422" fmla="*/ 1274011 h 8839200"/>
              <a:gd name="connsiteX2423" fmla="*/ 4714678 w 15732060"/>
              <a:gd name="connsiteY2423" fmla="*/ 1274011 h 8839200"/>
              <a:gd name="connsiteX2424" fmla="*/ 3538204 w 15732060"/>
              <a:gd name="connsiteY2424" fmla="*/ 95891 h 8839200"/>
              <a:gd name="connsiteX2425" fmla="*/ 3536557 w 15732060"/>
              <a:gd name="connsiteY2425" fmla="*/ 71197 h 8839200"/>
              <a:gd name="connsiteX2426" fmla="*/ 3523593 w 15732060"/>
              <a:gd name="connsiteY2426" fmla="*/ 66054 h 8839200"/>
              <a:gd name="connsiteX2427" fmla="*/ 12317867 w 15732060"/>
              <a:gd name="connsiteY2427" fmla="*/ 62556 h 8839200"/>
              <a:gd name="connsiteX2428" fmla="*/ 12304698 w 15732060"/>
              <a:gd name="connsiteY2428" fmla="*/ 67906 h 8839200"/>
              <a:gd name="connsiteX2429" fmla="*/ 12303051 w 15732060"/>
              <a:gd name="connsiteY2429" fmla="*/ 92598 h 8839200"/>
              <a:gd name="connsiteX2430" fmla="*/ 12047893 w 15732060"/>
              <a:gd name="connsiteY2430" fmla="*/ 347757 h 8839200"/>
              <a:gd name="connsiteX2431" fmla="*/ 12047344 w 15732060"/>
              <a:gd name="connsiteY2431" fmla="*/ 347757 h 8839200"/>
              <a:gd name="connsiteX2432" fmla="*/ 12047344 w 15732060"/>
              <a:gd name="connsiteY2432" fmla="*/ 464636 h 8839200"/>
              <a:gd name="connsiteX2433" fmla="*/ 11840474 w 15732060"/>
              <a:gd name="connsiteY2433" fmla="*/ 671507 h 8839200"/>
              <a:gd name="connsiteX2434" fmla="*/ 11451424 w 15732060"/>
              <a:gd name="connsiteY2434" fmla="*/ 671507 h 8839200"/>
              <a:gd name="connsiteX2435" fmla="*/ 11432768 w 15732060"/>
              <a:gd name="connsiteY2435" fmla="*/ 655046 h 8839200"/>
              <a:gd name="connsiteX2436" fmla="*/ 11414110 w 15732060"/>
              <a:gd name="connsiteY2436" fmla="*/ 673703 h 8839200"/>
              <a:gd name="connsiteX2437" fmla="*/ 11432768 w 15732060"/>
              <a:gd name="connsiteY2437" fmla="*/ 692359 h 8839200"/>
              <a:gd name="connsiteX2438" fmla="*/ 11451424 w 15732060"/>
              <a:gd name="connsiteY2438" fmla="*/ 675897 h 8839200"/>
              <a:gd name="connsiteX2439" fmla="*/ 11843217 w 15732060"/>
              <a:gd name="connsiteY2439" fmla="*/ 675897 h 8839200"/>
              <a:gd name="connsiteX2440" fmla="*/ 12051735 w 15732060"/>
              <a:gd name="connsiteY2440" fmla="*/ 466832 h 8839200"/>
              <a:gd name="connsiteX2441" fmla="*/ 12052282 w 15732060"/>
              <a:gd name="connsiteY2441" fmla="*/ 466832 h 8839200"/>
              <a:gd name="connsiteX2442" fmla="*/ 12052282 w 15732060"/>
              <a:gd name="connsiteY2442" fmla="*/ 349952 h 8839200"/>
              <a:gd name="connsiteX2443" fmla="*/ 12306344 w 15732060"/>
              <a:gd name="connsiteY2443" fmla="*/ 95891 h 8839200"/>
              <a:gd name="connsiteX2444" fmla="*/ 12331037 w 15732060"/>
              <a:gd name="connsiteY2444" fmla="*/ 94245 h 8839200"/>
              <a:gd name="connsiteX2445" fmla="*/ 12331037 w 15732060"/>
              <a:gd name="connsiteY2445" fmla="*/ 67906 h 8839200"/>
              <a:gd name="connsiteX2446" fmla="*/ 12317867 w 15732060"/>
              <a:gd name="connsiteY2446" fmla="*/ 62556 h 8839200"/>
              <a:gd name="connsiteX2447" fmla="*/ 2080437 w 15732060"/>
              <a:gd name="connsiteY2447" fmla="*/ 62212 h 8839200"/>
              <a:gd name="connsiteX2448" fmla="*/ 2067062 w 15732060"/>
              <a:gd name="connsiteY2448" fmla="*/ 67356 h 8839200"/>
              <a:gd name="connsiteX2449" fmla="*/ 2067062 w 15732060"/>
              <a:gd name="connsiteY2449" fmla="*/ 93695 h 8839200"/>
              <a:gd name="connsiteX2450" fmla="*/ 2078997 w 15732060"/>
              <a:gd name="connsiteY2450" fmla="*/ 99045 h 8839200"/>
              <a:gd name="connsiteX2451" fmla="*/ 2091754 w 15732060"/>
              <a:gd name="connsiteY2451" fmla="*/ 95342 h 8839200"/>
              <a:gd name="connsiteX2452" fmla="*/ 2091205 w 15732060"/>
              <a:gd name="connsiteY2452" fmla="*/ 94793 h 8839200"/>
              <a:gd name="connsiteX2453" fmla="*/ 2091754 w 15732060"/>
              <a:gd name="connsiteY2453" fmla="*/ 95342 h 8839200"/>
              <a:gd name="connsiteX2454" fmla="*/ 2091754 w 15732060"/>
              <a:gd name="connsiteY2454" fmla="*/ 95342 h 8839200"/>
              <a:gd name="connsiteX2455" fmla="*/ 2475316 w 15732060"/>
              <a:gd name="connsiteY2455" fmla="*/ 478903 h 8839200"/>
              <a:gd name="connsiteX2456" fmla="*/ 2979049 w 15732060"/>
              <a:gd name="connsiteY2456" fmla="*/ 478903 h 8839200"/>
              <a:gd name="connsiteX2457" fmla="*/ 3953592 w 15732060"/>
              <a:gd name="connsiteY2457" fmla="*/ 1453446 h 8839200"/>
              <a:gd name="connsiteX2458" fmla="*/ 4179668 w 15732060"/>
              <a:gd name="connsiteY2458" fmla="*/ 1453446 h 8839200"/>
              <a:gd name="connsiteX2459" fmla="*/ 4465556 w 15732060"/>
              <a:gd name="connsiteY2459" fmla="*/ 1739334 h 8839200"/>
              <a:gd name="connsiteX2460" fmla="*/ 4727848 w 15732060"/>
              <a:gd name="connsiteY2460" fmla="*/ 1739334 h 8839200"/>
              <a:gd name="connsiteX2461" fmla="*/ 4746505 w 15732060"/>
              <a:gd name="connsiteY2461" fmla="*/ 1755795 h 8839200"/>
              <a:gd name="connsiteX2462" fmla="*/ 4765162 w 15732060"/>
              <a:gd name="connsiteY2462" fmla="*/ 1737139 h 8839200"/>
              <a:gd name="connsiteX2463" fmla="*/ 4746505 w 15732060"/>
              <a:gd name="connsiteY2463" fmla="*/ 1718482 h 8839200"/>
              <a:gd name="connsiteX2464" fmla="*/ 4727848 w 15732060"/>
              <a:gd name="connsiteY2464" fmla="*/ 1734944 h 8839200"/>
              <a:gd name="connsiteX2465" fmla="*/ 4467751 w 15732060"/>
              <a:gd name="connsiteY2465" fmla="*/ 1734944 h 8839200"/>
              <a:gd name="connsiteX2466" fmla="*/ 4181863 w 15732060"/>
              <a:gd name="connsiteY2466" fmla="*/ 1449057 h 8839200"/>
              <a:gd name="connsiteX2467" fmla="*/ 3955787 w 15732060"/>
              <a:gd name="connsiteY2467" fmla="*/ 1449057 h 8839200"/>
              <a:gd name="connsiteX2468" fmla="*/ 2981244 w 15732060"/>
              <a:gd name="connsiteY2468" fmla="*/ 474514 h 8839200"/>
              <a:gd name="connsiteX2469" fmla="*/ 2477511 w 15732060"/>
              <a:gd name="connsiteY2469" fmla="*/ 474514 h 8839200"/>
              <a:gd name="connsiteX2470" fmla="*/ 2095046 w 15732060"/>
              <a:gd name="connsiteY2470" fmla="*/ 92049 h 8839200"/>
              <a:gd name="connsiteX2471" fmla="*/ 2093401 w 15732060"/>
              <a:gd name="connsiteY2471" fmla="*/ 67356 h 8839200"/>
              <a:gd name="connsiteX2472" fmla="*/ 2080437 w 15732060"/>
              <a:gd name="connsiteY2472" fmla="*/ 62212 h 8839200"/>
              <a:gd name="connsiteX2473" fmla="*/ 3829579 w 15732060"/>
              <a:gd name="connsiteY2473" fmla="*/ 60360 h 8839200"/>
              <a:gd name="connsiteX2474" fmla="*/ 3816410 w 15732060"/>
              <a:gd name="connsiteY2474" fmla="*/ 65710 h 8839200"/>
              <a:gd name="connsiteX2475" fmla="*/ 3816410 w 15732060"/>
              <a:gd name="connsiteY2475" fmla="*/ 92049 h 8839200"/>
              <a:gd name="connsiteX2476" fmla="*/ 3841102 w 15732060"/>
              <a:gd name="connsiteY2476" fmla="*/ 93695 h 8839200"/>
              <a:gd name="connsiteX2477" fmla="*/ 4375564 w 15732060"/>
              <a:gd name="connsiteY2477" fmla="*/ 628158 h 8839200"/>
              <a:gd name="connsiteX2478" fmla="*/ 4377210 w 15732060"/>
              <a:gd name="connsiteY2478" fmla="*/ 652850 h 8839200"/>
              <a:gd name="connsiteX2479" fmla="*/ 4403550 w 15732060"/>
              <a:gd name="connsiteY2479" fmla="*/ 652850 h 8839200"/>
              <a:gd name="connsiteX2480" fmla="*/ 4403550 w 15732060"/>
              <a:gd name="connsiteY2480" fmla="*/ 626511 h 8839200"/>
              <a:gd name="connsiteX2481" fmla="*/ 4378856 w 15732060"/>
              <a:gd name="connsiteY2481" fmla="*/ 624866 h 8839200"/>
              <a:gd name="connsiteX2482" fmla="*/ 3844394 w 15732060"/>
              <a:gd name="connsiteY2482" fmla="*/ 90404 h 8839200"/>
              <a:gd name="connsiteX2483" fmla="*/ 3842748 w 15732060"/>
              <a:gd name="connsiteY2483" fmla="*/ 65710 h 8839200"/>
              <a:gd name="connsiteX2484" fmla="*/ 3829579 w 15732060"/>
              <a:gd name="connsiteY2484" fmla="*/ 60360 h 8839200"/>
              <a:gd name="connsiteX2485" fmla="*/ 6405312 w 15732060"/>
              <a:gd name="connsiteY2485" fmla="*/ 58715 h 8839200"/>
              <a:gd name="connsiteX2486" fmla="*/ 6392143 w 15732060"/>
              <a:gd name="connsiteY2486" fmla="*/ 64065 h 8839200"/>
              <a:gd name="connsiteX2487" fmla="*/ 6392143 w 15732060"/>
              <a:gd name="connsiteY2487" fmla="*/ 90404 h 8839200"/>
              <a:gd name="connsiteX2488" fmla="*/ 6416836 w 15732060"/>
              <a:gd name="connsiteY2488" fmla="*/ 92049 h 8839200"/>
              <a:gd name="connsiteX2489" fmla="*/ 6647852 w 15732060"/>
              <a:gd name="connsiteY2489" fmla="*/ 323064 h 8839200"/>
              <a:gd name="connsiteX2490" fmla="*/ 6647852 w 15732060"/>
              <a:gd name="connsiteY2490" fmla="*/ 1283889 h 8839200"/>
              <a:gd name="connsiteX2491" fmla="*/ 7273951 w 15732060"/>
              <a:gd name="connsiteY2491" fmla="*/ 1909988 h 8839200"/>
              <a:gd name="connsiteX2492" fmla="*/ 7273951 w 15732060"/>
              <a:gd name="connsiteY2492" fmla="*/ 3239559 h 8839200"/>
              <a:gd name="connsiteX2493" fmla="*/ 7278890 w 15732060"/>
              <a:gd name="connsiteY2493" fmla="*/ 3239559 h 8839200"/>
              <a:gd name="connsiteX2494" fmla="*/ 7278890 w 15732060"/>
              <a:gd name="connsiteY2494" fmla="*/ 1907794 h 8839200"/>
              <a:gd name="connsiteX2495" fmla="*/ 6652789 w 15732060"/>
              <a:gd name="connsiteY2495" fmla="*/ 1281694 h 8839200"/>
              <a:gd name="connsiteX2496" fmla="*/ 6652789 w 15732060"/>
              <a:gd name="connsiteY2496" fmla="*/ 321418 h 8839200"/>
              <a:gd name="connsiteX2497" fmla="*/ 6420129 w 15732060"/>
              <a:gd name="connsiteY2497" fmla="*/ 88757 h 8839200"/>
              <a:gd name="connsiteX2498" fmla="*/ 6418482 w 15732060"/>
              <a:gd name="connsiteY2498" fmla="*/ 64065 h 8839200"/>
              <a:gd name="connsiteX2499" fmla="*/ 6405312 w 15732060"/>
              <a:gd name="connsiteY2499" fmla="*/ 58715 h 8839200"/>
              <a:gd name="connsiteX2500" fmla="*/ 9445271 w 15732060"/>
              <a:gd name="connsiteY2500" fmla="*/ 55422 h 8839200"/>
              <a:gd name="connsiteX2501" fmla="*/ 9432102 w 15732060"/>
              <a:gd name="connsiteY2501" fmla="*/ 60772 h 8839200"/>
              <a:gd name="connsiteX2502" fmla="*/ 9430456 w 15732060"/>
              <a:gd name="connsiteY2502" fmla="*/ 85464 h 8839200"/>
              <a:gd name="connsiteX2503" fmla="*/ 8428477 w 15732060"/>
              <a:gd name="connsiteY2503" fmla="*/ 1087444 h 8839200"/>
              <a:gd name="connsiteX2504" fmla="*/ 8427928 w 15732060"/>
              <a:gd name="connsiteY2504" fmla="*/ 1087444 h 8839200"/>
              <a:gd name="connsiteX2505" fmla="*/ 8427928 w 15732060"/>
              <a:gd name="connsiteY2505" fmla="*/ 2614007 h 8839200"/>
              <a:gd name="connsiteX2506" fmla="*/ 8206241 w 15732060"/>
              <a:gd name="connsiteY2506" fmla="*/ 2835694 h 8839200"/>
              <a:gd name="connsiteX2507" fmla="*/ 8205692 w 15732060"/>
              <a:gd name="connsiteY2507" fmla="*/ 2835694 h 8839200"/>
              <a:gd name="connsiteX2508" fmla="*/ 8205144 w 15732060"/>
              <a:gd name="connsiteY2508" fmla="*/ 2836243 h 8839200"/>
              <a:gd name="connsiteX2509" fmla="*/ 8205144 w 15732060"/>
              <a:gd name="connsiteY2509" fmla="*/ 3230230 h 8839200"/>
              <a:gd name="connsiteX2510" fmla="*/ 8210082 w 15732060"/>
              <a:gd name="connsiteY2510" fmla="*/ 3230230 h 8839200"/>
              <a:gd name="connsiteX2511" fmla="*/ 8210082 w 15732060"/>
              <a:gd name="connsiteY2511" fmla="*/ 2837889 h 8839200"/>
              <a:gd name="connsiteX2512" fmla="*/ 8431769 w 15732060"/>
              <a:gd name="connsiteY2512" fmla="*/ 2616203 h 8839200"/>
              <a:gd name="connsiteX2513" fmla="*/ 8432317 w 15732060"/>
              <a:gd name="connsiteY2513" fmla="*/ 2616203 h 8839200"/>
              <a:gd name="connsiteX2514" fmla="*/ 8432317 w 15732060"/>
              <a:gd name="connsiteY2514" fmla="*/ 1090187 h 8839200"/>
              <a:gd name="connsiteX2515" fmla="*/ 9433748 w 15732060"/>
              <a:gd name="connsiteY2515" fmla="*/ 88757 h 8839200"/>
              <a:gd name="connsiteX2516" fmla="*/ 9458441 w 15732060"/>
              <a:gd name="connsiteY2516" fmla="*/ 87111 h 8839200"/>
              <a:gd name="connsiteX2517" fmla="*/ 9458441 w 15732060"/>
              <a:gd name="connsiteY2517" fmla="*/ 60772 h 8839200"/>
              <a:gd name="connsiteX2518" fmla="*/ 9445271 w 15732060"/>
              <a:gd name="connsiteY2518" fmla="*/ 55422 h 8839200"/>
              <a:gd name="connsiteX2519" fmla="*/ 7811705 w 15732060"/>
              <a:gd name="connsiteY2519" fmla="*/ 51581 h 8839200"/>
              <a:gd name="connsiteX2520" fmla="*/ 7798536 w 15732060"/>
              <a:gd name="connsiteY2520" fmla="*/ 56931 h 8839200"/>
              <a:gd name="connsiteX2521" fmla="*/ 7796889 w 15732060"/>
              <a:gd name="connsiteY2521" fmla="*/ 81623 h 8839200"/>
              <a:gd name="connsiteX2522" fmla="*/ 7438570 w 15732060"/>
              <a:gd name="connsiteY2522" fmla="*/ 439943 h 8839200"/>
              <a:gd name="connsiteX2523" fmla="*/ 7438570 w 15732060"/>
              <a:gd name="connsiteY2523" fmla="*/ 843260 h 8839200"/>
              <a:gd name="connsiteX2524" fmla="*/ 7533499 w 15732060"/>
              <a:gd name="connsiteY2524" fmla="*/ 938190 h 8839200"/>
              <a:gd name="connsiteX2525" fmla="*/ 7535146 w 15732060"/>
              <a:gd name="connsiteY2525" fmla="*/ 962882 h 8839200"/>
              <a:gd name="connsiteX2526" fmla="*/ 7534597 w 15732060"/>
              <a:gd name="connsiteY2526" fmla="*/ 962882 h 8839200"/>
              <a:gd name="connsiteX2527" fmla="*/ 7560936 w 15732060"/>
              <a:gd name="connsiteY2527" fmla="*/ 962882 h 8839200"/>
              <a:gd name="connsiteX2528" fmla="*/ 7560936 w 15732060"/>
              <a:gd name="connsiteY2528" fmla="*/ 936544 h 8839200"/>
              <a:gd name="connsiteX2529" fmla="*/ 7536243 w 15732060"/>
              <a:gd name="connsiteY2529" fmla="*/ 934897 h 8839200"/>
              <a:gd name="connsiteX2530" fmla="*/ 7442959 w 15732060"/>
              <a:gd name="connsiteY2530" fmla="*/ 841613 h 8839200"/>
              <a:gd name="connsiteX2531" fmla="*/ 7442959 w 15732060"/>
              <a:gd name="connsiteY2531" fmla="*/ 442138 h 8839200"/>
              <a:gd name="connsiteX2532" fmla="*/ 7800182 w 15732060"/>
              <a:gd name="connsiteY2532" fmla="*/ 84916 h 8839200"/>
              <a:gd name="connsiteX2533" fmla="*/ 7824874 w 15732060"/>
              <a:gd name="connsiteY2533" fmla="*/ 83270 h 8839200"/>
              <a:gd name="connsiteX2534" fmla="*/ 7824874 w 15732060"/>
              <a:gd name="connsiteY2534" fmla="*/ 56931 h 8839200"/>
              <a:gd name="connsiteX2535" fmla="*/ 7811705 w 15732060"/>
              <a:gd name="connsiteY2535" fmla="*/ 51581 h 8839200"/>
              <a:gd name="connsiteX2536" fmla="*/ 10497734 w 15732060"/>
              <a:gd name="connsiteY2536" fmla="*/ 48837 h 8839200"/>
              <a:gd name="connsiteX2537" fmla="*/ 10484564 w 15732060"/>
              <a:gd name="connsiteY2537" fmla="*/ 54187 h 8839200"/>
              <a:gd name="connsiteX2538" fmla="*/ 10482918 w 15732060"/>
              <a:gd name="connsiteY2538" fmla="*/ 78879 h 8839200"/>
              <a:gd name="connsiteX2539" fmla="*/ 10090028 w 15732060"/>
              <a:gd name="connsiteY2539" fmla="*/ 471770 h 8839200"/>
              <a:gd name="connsiteX2540" fmla="*/ 10089479 w 15732060"/>
              <a:gd name="connsiteY2540" fmla="*/ 471770 h 8839200"/>
              <a:gd name="connsiteX2541" fmla="*/ 10089479 w 15732060"/>
              <a:gd name="connsiteY2541" fmla="*/ 839419 h 8839200"/>
              <a:gd name="connsiteX2542" fmla="*/ 9924312 w 15732060"/>
              <a:gd name="connsiteY2542" fmla="*/ 1004586 h 8839200"/>
              <a:gd name="connsiteX2543" fmla="*/ 9899619 w 15732060"/>
              <a:gd name="connsiteY2543" fmla="*/ 1006232 h 8839200"/>
              <a:gd name="connsiteX2544" fmla="*/ 9899619 w 15732060"/>
              <a:gd name="connsiteY2544" fmla="*/ 1032571 h 8839200"/>
              <a:gd name="connsiteX2545" fmla="*/ 9925958 w 15732060"/>
              <a:gd name="connsiteY2545" fmla="*/ 1032571 h 8839200"/>
              <a:gd name="connsiteX2546" fmla="*/ 9927604 w 15732060"/>
              <a:gd name="connsiteY2546" fmla="*/ 1007879 h 8839200"/>
              <a:gd name="connsiteX2547" fmla="*/ 10093869 w 15732060"/>
              <a:gd name="connsiteY2547" fmla="*/ 841613 h 8839200"/>
              <a:gd name="connsiteX2548" fmla="*/ 10094418 w 15732060"/>
              <a:gd name="connsiteY2548" fmla="*/ 841613 h 8839200"/>
              <a:gd name="connsiteX2549" fmla="*/ 10094418 w 15732060"/>
              <a:gd name="connsiteY2549" fmla="*/ 473965 h 8839200"/>
              <a:gd name="connsiteX2550" fmla="*/ 10486210 w 15732060"/>
              <a:gd name="connsiteY2550" fmla="*/ 82172 h 8839200"/>
              <a:gd name="connsiteX2551" fmla="*/ 10510903 w 15732060"/>
              <a:gd name="connsiteY2551" fmla="*/ 80526 h 8839200"/>
              <a:gd name="connsiteX2552" fmla="*/ 10510903 w 15732060"/>
              <a:gd name="connsiteY2552" fmla="*/ 54187 h 8839200"/>
              <a:gd name="connsiteX2553" fmla="*/ 10497734 w 15732060"/>
              <a:gd name="connsiteY2553" fmla="*/ 48837 h 8839200"/>
              <a:gd name="connsiteX2554" fmla="*/ 7029971 w 15732060"/>
              <a:gd name="connsiteY2554" fmla="*/ 45202 h 8839200"/>
              <a:gd name="connsiteX2555" fmla="*/ 7016596 w 15732060"/>
              <a:gd name="connsiteY2555" fmla="*/ 50346 h 8839200"/>
              <a:gd name="connsiteX2556" fmla="*/ 7016596 w 15732060"/>
              <a:gd name="connsiteY2556" fmla="*/ 76685 h 8839200"/>
              <a:gd name="connsiteX2557" fmla="*/ 7028532 w 15732060"/>
              <a:gd name="connsiteY2557" fmla="*/ 82035 h 8839200"/>
              <a:gd name="connsiteX2558" fmla="*/ 7040865 w 15732060"/>
              <a:gd name="connsiteY2558" fmla="*/ 78454 h 8839200"/>
              <a:gd name="connsiteX2559" fmla="*/ 7040742 w 15732060"/>
              <a:gd name="connsiteY2559" fmla="*/ 78331 h 8839200"/>
              <a:gd name="connsiteX2560" fmla="*/ 7041290 w 15732060"/>
              <a:gd name="connsiteY2560" fmla="*/ 78331 h 8839200"/>
              <a:gd name="connsiteX2561" fmla="*/ 7040865 w 15732060"/>
              <a:gd name="connsiteY2561" fmla="*/ 78454 h 8839200"/>
              <a:gd name="connsiteX2562" fmla="*/ 7268464 w 15732060"/>
              <a:gd name="connsiteY2562" fmla="*/ 306054 h 8839200"/>
              <a:gd name="connsiteX2563" fmla="*/ 7268464 w 15732060"/>
              <a:gd name="connsiteY2563" fmla="*/ 1389793 h 8839200"/>
              <a:gd name="connsiteX2564" fmla="*/ 7506612 w 15732060"/>
              <a:gd name="connsiteY2564" fmla="*/ 1627942 h 8839200"/>
              <a:gd name="connsiteX2565" fmla="*/ 7506612 w 15732060"/>
              <a:gd name="connsiteY2565" fmla="*/ 3202245 h 8839200"/>
              <a:gd name="connsiteX2566" fmla="*/ 7511550 w 15732060"/>
              <a:gd name="connsiteY2566" fmla="*/ 3202245 h 8839200"/>
              <a:gd name="connsiteX2567" fmla="*/ 7511550 w 15732060"/>
              <a:gd name="connsiteY2567" fmla="*/ 1625747 h 8839200"/>
              <a:gd name="connsiteX2568" fmla="*/ 7273402 w 15732060"/>
              <a:gd name="connsiteY2568" fmla="*/ 1387598 h 8839200"/>
              <a:gd name="connsiteX2569" fmla="*/ 7273402 w 15732060"/>
              <a:gd name="connsiteY2569" fmla="*/ 303859 h 8839200"/>
              <a:gd name="connsiteX2570" fmla="*/ 7044582 w 15732060"/>
              <a:gd name="connsiteY2570" fmla="*/ 75038 h 8839200"/>
              <a:gd name="connsiteX2571" fmla="*/ 7042936 w 15732060"/>
              <a:gd name="connsiteY2571" fmla="*/ 50346 h 8839200"/>
              <a:gd name="connsiteX2572" fmla="*/ 7029971 w 15732060"/>
              <a:gd name="connsiteY2572" fmla="*/ 45202 h 8839200"/>
              <a:gd name="connsiteX2573" fmla="*/ 4452386 w 15732060"/>
              <a:gd name="connsiteY2573" fmla="*/ 43350 h 8839200"/>
              <a:gd name="connsiteX2574" fmla="*/ 4439216 w 15732060"/>
              <a:gd name="connsiteY2574" fmla="*/ 48699 h 8839200"/>
              <a:gd name="connsiteX2575" fmla="*/ 4439216 w 15732060"/>
              <a:gd name="connsiteY2575" fmla="*/ 75038 h 8839200"/>
              <a:gd name="connsiteX2576" fmla="*/ 4463910 w 15732060"/>
              <a:gd name="connsiteY2576" fmla="*/ 76685 h 8839200"/>
              <a:gd name="connsiteX2577" fmla="*/ 4464458 w 15732060"/>
              <a:gd name="connsiteY2577" fmla="*/ 77234 h 8839200"/>
              <a:gd name="connsiteX2578" fmla="*/ 4608774 w 15732060"/>
              <a:gd name="connsiteY2578" fmla="*/ 221549 h 8839200"/>
              <a:gd name="connsiteX2579" fmla="*/ 4608774 w 15732060"/>
              <a:gd name="connsiteY2579" fmla="*/ 447626 h 8839200"/>
              <a:gd name="connsiteX2580" fmla="*/ 5077938 w 15732060"/>
              <a:gd name="connsiteY2580" fmla="*/ 916789 h 8839200"/>
              <a:gd name="connsiteX2581" fmla="*/ 5077938 w 15732060"/>
              <a:gd name="connsiteY2581" fmla="*/ 1060007 h 8839200"/>
              <a:gd name="connsiteX2582" fmla="*/ 5061476 w 15732060"/>
              <a:gd name="connsiteY2582" fmla="*/ 1078664 h 8839200"/>
              <a:gd name="connsiteX2583" fmla="*/ 5080132 w 15732060"/>
              <a:gd name="connsiteY2583" fmla="*/ 1097321 h 8839200"/>
              <a:gd name="connsiteX2584" fmla="*/ 5098790 w 15732060"/>
              <a:gd name="connsiteY2584" fmla="*/ 1078664 h 8839200"/>
              <a:gd name="connsiteX2585" fmla="*/ 5082327 w 15732060"/>
              <a:gd name="connsiteY2585" fmla="*/ 1060007 h 8839200"/>
              <a:gd name="connsiteX2586" fmla="*/ 5082327 w 15732060"/>
              <a:gd name="connsiteY2586" fmla="*/ 914594 h 8839200"/>
              <a:gd name="connsiteX2587" fmla="*/ 4613164 w 15732060"/>
              <a:gd name="connsiteY2587" fmla="*/ 445431 h 8839200"/>
              <a:gd name="connsiteX2588" fmla="*/ 4613164 w 15732060"/>
              <a:gd name="connsiteY2588" fmla="*/ 219355 h 8839200"/>
              <a:gd name="connsiteX2589" fmla="*/ 4467202 w 15732060"/>
              <a:gd name="connsiteY2589" fmla="*/ 73393 h 8839200"/>
              <a:gd name="connsiteX2590" fmla="*/ 4465556 w 15732060"/>
              <a:gd name="connsiteY2590" fmla="*/ 48699 h 8839200"/>
              <a:gd name="connsiteX2591" fmla="*/ 4452386 w 15732060"/>
              <a:gd name="connsiteY2591" fmla="*/ 43350 h 8839200"/>
              <a:gd name="connsiteX2592" fmla="*/ 11888213 w 15732060"/>
              <a:gd name="connsiteY2592" fmla="*/ 29083 h 8839200"/>
              <a:gd name="connsiteX2593" fmla="*/ 11875043 w 15732060"/>
              <a:gd name="connsiteY2593" fmla="*/ 34433 h 8839200"/>
              <a:gd name="connsiteX2594" fmla="*/ 11873397 w 15732060"/>
              <a:gd name="connsiteY2594" fmla="*/ 59125 h 8839200"/>
              <a:gd name="connsiteX2595" fmla="*/ 11618239 w 15732060"/>
              <a:gd name="connsiteY2595" fmla="*/ 314285 h 8839200"/>
              <a:gd name="connsiteX2596" fmla="*/ 11617689 w 15732060"/>
              <a:gd name="connsiteY2596" fmla="*/ 314285 h 8839200"/>
              <a:gd name="connsiteX2597" fmla="*/ 11617689 w 15732060"/>
              <a:gd name="connsiteY2597" fmla="*/ 416897 h 8839200"/>
              <a:gd name="connsiteX2598" fmla="*/ 11462948 w 15732060"/>
              <a:gd name="connsiteY2598" fmla="*/ 571638 h 8839200"/>
              <a:gd name="connsiteX2599" fmla="*/ 11376249 w 15732060"/>
              <a:gd name="connsiteY2599" fmla="*/ 571638 h 8839200"/>
              <a:gd name="connsiteX2600" fmla="*/ 11279124 w 15732060"/>
              <a:gd name="connsiteY2600" fmla="*/ 668763 h 8839200"/>
              <a:gd name="connsiteX2601" fmla="*/ 11279671 w 15732060"/>
              <a:gd name="connsiteY2601" fmla="*/ 668215 h 8839200"/>
              <a:gd name="connsiteX2602" fmla="*/ 11254979 w 15732060"/>
              <a:gd name="connsiteY2602" fmla="*/ 669861 h 8839200"/>
              <a:gd name="connsiteX2603" fmla="*/ 11254979 w 15732060"/>
              <a:gd name="connsiteY2603" fmla="*/ 696200 h 8839200"/>
              <a:gd name="connsiteX2604" fmla="*/ 11281318 w 15732060"/>
              <a:gd name="connsiteY2604" fmla="*/ 696200 h 8839200"/>
              <a:gd name="connsiteX2605" fmla="*/ 11282965 w 15732060"/>
              <a:gd name="connsiteY2605" fmla="*/ 671507 h 8839200"/>
              <a:gd name="connsiteX2606" fmla="*/ 11378443 w 15732060"/>
              <a:gd name="connsiteY2606" fmla="*/ 576029 h 8839200"/>
              <a:gd name="connsiteX2607" fmla="*/ 11465142 w 15732060"/>
              <a:gd name="connsiteY2607" fmla="*/ 576029 h 8839200"/>
              <a:gd name="connsiteX2608" fmla="*/ 11622079 w 15732060"/>
              <a:gd name="connsiteY2608" fmla="*/ 419092 h 8839200"/>
              <a:gd name="connsiteX2609" fmla="*/ 11622628 w 15732060"/>
              <a:gd name="connsiteY2609" fmla="*/ 419092 h 8839200"/>
              <a:gd name="connsiteX2610" fmla="*/ 11622628 w 15732060"/>
              <a:gd name="connsiteY2610" fmla="*/ 316480 h 8839200"/>
              <a:gd name="connsiteX2611" fmla="*/ 11876689 w 15732060"/>
              <a:gd name="connsiteY2611" fmla="*/ 62418 h 8839200"/>
              <a:gd name="connsiteX2612" fmla="*/ 11901382 w 15732060"/>
              <a:gd name="connsiteY2612" fmla="*/ 60772 h 8839200"/>
              <a:gd name="connsiteX2613" fmla="*/ 11901382 w 15732060"/>
              <a:gd name="connsiteY2613" fmla="*/ 34433 h 8839200"/>
              <a:gd name="connsiteX2614" fmla="*/ 11888213 w 15732060"/>
              <a:gd name="connsiteY2614" fmla="*/ 29083 h 8839200"/>
              <a:gd name="connsiteX2615" fmla="*/ 14013990 w 15732060"/>
              <a:gd name="connsiteY2615" fmla="*/ 19754 h 8839200"/>
              <a:gd name="connsiteX2616" fmla="*/ 14000819 w 15732060"/>
              <a:gd name="connsiteY2616" fmla="*/ 25104 h 8839200"/>
              <a:gd name="connsiteX2617" fmla="*/ 13999173 w 15732060"/>
              <a:gd name="connsiteY2617" fmla="*/ 49797 h 8839200"/>
              <a:gd name="connsiteX2618" fmla="*/ 13179921 w 15732060"/>
              <a:gd name="connsiteY2618" fmla="*/ 869050 h 8839200"/>
              <a:gd name="connsiteX2619" fmla="*/ 12643813 w 15732060"/>
              <a:gd name="connsiteY2619" fmla="*/ 869050 h 8839200"/>
              <a:gd name="connsiteX2620" fmla="*/ 12374935 w 15732060"/>
              <a:gd name="connsiteY2620" fmla="*/ 1137927 h 8839200"/>
              <a:gd name="connsiteX2621" fmla="*/ 12374386 w 15732060"/>
              <a:gd name="connsiteY2621" fmla="*/ 1137927 h 8839200"/>
              <a:gd name="connsiteX2622" fmla="*/ 12374386 w 15732060"/>
              <a:gd name="connsiteY2622" fmla="*/ 1230662 h 8839200"/>
              <a:gd name="connsiteX2623" fmla="*/ 11985338 w 15732060"/>
              <a:gd name="connsiteY2623" fmla="*/ 1619711 h 8839200"/>
              <a:gd name="connsiteX2624" fmla="*/ 10850018 w 15732060"/>
              <a:gd name="connsiteY2624" fmla="*/ 1619711 h 8839200"/>
              <a:gd name="connsiteX2625" fmla="*/ 10752892 w 15732060"/>
              <a:gd name="connsiteY2625" fmla="*/ 1716836 h 8839200"/>
              <a:gd name="connsiteX2626" fmla="*/ 10728200 w 15732060"/>
              <a:gd name="connsiteY2626" fmla="*/ 1718482 h 8839200"/>
              <a:gd name="connsiteX2627" fmla="*/ 10728200 w 15732060"/>
              <a:gd name="connsiteY2627" fmla="*/ 1744821 h 8839200"/>
              <a:gd name="connsiteX2628" fmla="*/ 10754538 w 15732060"/>
              <a:gd name="connsiteY2628" fmla="*/ 1744821 h 8839200"/>
              <a:gd name="connsiteX2629" fmla="*/ 10756185 w 15732060"/>
              <a:gd name="connsiteY2629" fmla="*/ 1720128 h 8839200"/>
              <a:gd name="connsiteX2630" fmla="*/ 10851663 w 15732060"/>
              <a:gd name="connsiteY2630" fmla="*/ 1624649 h 8839200"/>
              <a:gd name="connsiteX2631" fmla="*/ 11986984 w 15732060"/>
              <a:gd name="connsiteY2631" fmla="*/ 1624649 h 8839200"/>
              <a:gd name="connsiteX2632" fmla="*/ 12378228 w 15732060"/>
              <a:gd name="connsiteY2632" fmla="*/ 1233405 h 8839200"/>
              <a:gd name="connsiteX2633" fmla="*/ 12378776 w 15732060"/>
              <a:gd name="connsiteY2633" fmla="*/ 1233405 h 8839200"/>
              <a:gd name="connsiteX2634" fmla="*/ 12378776 w 15732060"/>
              <a:gd name="connsiteY2634" fmla="*/ 1140671 h 8839200"/>
              <a:gd name="connsiteX2635" fmla="*/ 12645459 w 15732060"/>
              <a:gd name="connsiteY2635" fmla="*/ 873988 h 8839200"/>
              <a:gd name="connsiteX2636" fmla="*/ 13181567 w 15732060"/>
              <a:gd name="connsiteY2636" fmla="*/ 873988 h 8839200"/>
              <a:gd name="connsiteX2637" fmla="*/ 14002466 w 15732060"/>
              <a:gd name="connsiteY2637" fmla="*/ 53090 h 8839200"/>
              <a:gd name="connsiteX2638" fmla="*/ 14027159 w 15732060"/>
              <a:gd name="connsiteY2638" fmla="*/ 51443 h 8839200"/>
              <a:gd name="connsiteX2639" fmla="*/ 14027159 w 15732060"/>
              <a:gd name="connsiteY2639" fmla="*/ 25104 h 8839200"/>
              <a:gd name="connsiteX2640" fmla="*/ 14013990 w 15732060"/>
              <a:gd name="connsiteY2640" fmla="*/ 19754 h 8839200"/>
              <a:gd name="connsiteX2641" fmla="*/ 15502142 w 15732060"/>
              <a:gd name="connsiteY2641" fmla="*/ 0 h 8839200"/>
              <a:gd name="connsiteX2642" fmla="*/ 15488973 w 15732060"/>
              <a:gd name="connsiteY2642" fmla="*/ 5350 h 8839200"/>
              <a:gd name="connsiteX2643" fmla="*/ 15487326 w 15732060"/>
              <a:gd name="connsiteY2643" fmla="*/ 30043 h 8839200"/>
              <a:gd name="connsiteX2644" fmla="*/ 15189365 w 15732060"/>
              <a:gd name="connsiteY2644" fmla="*/ 328003 h 8839200"/>
              <a:gd name="connsiteX2645" fmla="*/ 14634602 w 15732060"/>
              <a:gd name="connsiteY2645" fmla="*/ 328003 h 8839200"/>
              <a:gd name="connsiteX2646" fmla="*/ 13882293 w 15732060"/>
              <a:gd name="connsiteY2646" fmla="*/ 1080311 h 8839200"/>
              <a:gd name="connsiteX2647" fmla="*/ 12793067 w 15732060"/>
              <a:gd name="connsiteY2647" fmla="*/ 1080311 h 8839200"/>
              <a:gd name="connsiteX2648" fmla="*/ 12792519 w 15732060"/>
              <a:gd name="connsiteY2648" fmla="*/ 1080859 h 8839200"/>
              <a:gd name="connsiteX2649" fmla="*/ 12773861 w 15732060"/>
              <a:gd name="connsiteY2649" fmla="*/ 1064397 h 8839200"/>
              <a:gd name="connsiteX2650" fmla="*/ 12755204 w 15732060"/>
              <a:gd name="connsiteY2650" fmla="*/ 1083053 h 8839200"/>
              <a:gd name="connsiteX2651" fmla="*/ 12773861 w 15732060"/>
              <a:gd name="connsiteY2651" fmla="*/ 1101710 h 8839200"/>
              <a:gd name="connsiteX2652" fmla="*/ 12792519 w 15732060"/>
              <a:gd name="connsiteY2652" fmla="*/ 1085249 h 8839200"/>
              <a:gd name="connsiteX2653" fmla="*/ 13883940 w 15732060"/>
              <a:gd name="connsiteY2653" fmla="*/ 1085249 h 8839200"/>
              <a:gd name="connsiteX2654" fmla="*/ 14636248 w 15732060"/>
              <a:gd name="connsiteY2654" fmla="*/ 332941 h 8839200"/>
              <a:gd name="connsiteX2655" fmla="*/ 15191012 w 15732060"/>
              <a:gd name="connsiteY2655" fmla="*/ 332941 h 8839200"/>
              <a:gd name="connsiteX2656" fmla="*/ 15490618 w 15732060"/>
              <a:gd name="connsiteY2656" fmla="*/ 33335 h 8839200"/>
              <a:gd name="connsiteX2657" fmla="*/ 15515312 w 15732060"/>
              <a:gd name="connsiteY2657" fmla="*/ 31689 h 8839200"/>
              <a:gd name="connsiteX2658" fmla="*/ 15515312 w 15732060"/>
              <a:gd name="connsiteY2658" fmla="*/ 5350 h 8839200"/>
              <a:gd name="connsiteX2659" fmla="*/ 15502142 w 15732060"/>
              <a:gd name="connsiteY2659" fmla="*/ 0 h 883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</a:cxnLst>
            <a:rect l="l" t="t" r="r" b="b"/>
            <a:pathLst>
              <a:path w="15732060" h="8839200">
                <a:moveTo>
                  <a:pt x="10986103" y="8468534"/>
                </a:moveTo>
                <a:cubicBezTo>
                  <a:pt x="10981301" y="8468534"/>
                  <a:pt x="10976500" y="8470318"/>
                  <a:pt x="10972932" y="8473884"/>
                </a:cubicBezTo>
                <a:cubicBezTo>
                  <a:pt x="10965799" y="8481018"/>
                  <a:pt x="10965799" y="8493090"/>
                  <a:pt x="10972932" y="8500223"/>
                </a:cubicBezTo>
                <a:cubicBezTo>
                  <a:pt x="10979517" y="8506808"/>
                  <a:pt x="10989943" y="8507357"/>
                  <a:pt x="10997626" y="8501870"/>
                </a:cubicBezTo>
                <a:lnTo>
                  <a:pt x="11103530" y="8607774"/>
                </a:lnTo>
                <a:lnTo>
                  <a:pt x="11103530" y="8765808"/>
                </a:lnTo>
                <a:cubicBezTo>
                  <a:pt x="11094202" y="8766906"/>
                  <a:pt x="11087069" y="8774588"/>
                  <a:pt x="11087069" y="8784465"/>
                </a:cubicBezTo>
                <a:cubicBezTo>
                  <a:pt x="11087069" y="8794342"/>
                  <a:pt x="11095299" y="8803121"/>
                  <a:pt x="11105724" y="8803121"/>
                </a:cubicBezTo>
                <a:cubicBezTo>
                  <a:pt x="11116151" y="8803121"/>
                  <a:pt x="11124382" y="8794890"/>
                  <a:pt x="11124382" y="8784465"/>
                </a:cubicBezTo>
                <a:cubicBezTo>
                  <a:pt x="11124382" y="8779252"/>
                  <a:pt x="11122599" y="8774863"/>
                  <a:pt x="11119649" y="8771639"/>
                </a:cubicBezTo>
                <a:lnTo>
                  <a:pt x="11108468" y="8766081"/>
                </a:lnTo>
                <a:lnTo>
                  <a:pt x="11108468" y="8766357"/>
                </a:lnTo>
                <a:lnTo>
                  <a:pt x="11107920" y="8765808"/>
                </a:lnTo>
                <a:lnTo>
                  <a:pt x="11108468" y="8766081"/>
                </a:lnTo>
                <a:lnTo>
                  <a:pt x="11108468" y="8606128"/>
                </a:lnTo>
                <a:lnTo>
                  <a:pt x="11000918" y="8498577"/>
                </a:lnTo>
                <a:cubicBezTo>
                  <a:pt x="11006405" y="8491444"/>
                  <a:pt x="11005856" y="8480469"/>
                  <a:pt x="10999272" y="8473884"/>
                </a:cubicBezTo>
                <a:cubicBezTo>
                  <a:pt x="10995706" y="8470318"/>
                  <a:pt x="10990904" y="8468534"/>
                  <a:pt x="10986103" y="8468534"/>
                </a:cubicBezTo>
                <a:close/>
                <a:moveTo>
                  <a:pt x="8224898" y="8413113"/>
                </a:moveTo>
                <a:cubicBezTo>
                  <a:pt x="8220097" y="8413113"/>
                  <a:pt x="8215295" y="8414896"/>
                  <a:pt x="8211729" y="8418462"/>
                </a:cubicBezTo>
                <a:cubicBezTo>
                  <a:pt x="8204595" y="8425596"/>
                  <a:pt x="8204595" y="8437668"/>
                  <a:pt x="8211729" y="8444801"/>
                </a:cubicBezTo>
                <a:cubicBezTo>
                  <a:pt x="8218313" y="8451386"/>
                  <a:pt x="8228739" y="8451935"/>
                  <a:pt x="8236421" y="8446447"/>
                </a:cubicBezTo>
                <a:lnTo>
                  <a:pt x="8332998" y="8543025"/>
                </a:lnTo>
                <a:lnTo>
                  <a:pt x="8332998" y="8766906"/>
                </a:lnTo>
                <a:cubicBezTo>
                  <a:pt x="8323669" y="8768004"/>
                  <a:pt x="8316536" y="8775685"/>
                  <a:pt x="8316536" y="8785562"/>
                </a:cubicBezTo>
                <a:cubicBezTo>
                  <a:pt x="8316536" y="8795440"/>
                  <a:pt x="8324767" y="8804219"/>
                  <a:pt x="8335193" y="8804219"/>
                </a:cubicBezTo>
                <a:cubicBezTo>
                  <a:pt x="8345618" y="8804219"/>
                  <a:pt x="8353849" y="8795989"/>
                  <a:pt x="8353849" y="8785562"/>
                </a:cubicBezTo>
                <a:cubicBezTo>
                  <a:pt x="8353849" y="8775136"/>
                  <a:pt x="8346716" y="8768004"/>
                  <a:pt x="8337388" y="8766906"/>
                </a:cubicBezTo>
                <a:lnTo>
                  <a:pt x="8337388" y="8766357"/>
                </a:lnTo>
                <a:lnTo>
                  <a:pt x="8337388" y="8540829"/>
                </a:lnTo>
                <a:lnTo>
                  <a:pt x="8239714" y="8443156"/>
                </a:lnTo>
                <a:cubicBezTo>
                  <a:pt x="8245202" y="8436022"/>
                  <a:pt x="8244653" y="8425047"/>
                  <a:pt x="8238067" y="8418462"/>
                </a:cubicBezTo>
                <a:cubicBezTo>
                  <a:pt x="8234500" y="8414896"/>
                  <a:pt x="8229699" y="8413113"/>
                  <a:pt x="8224898" y="8413113"/>
                </a:cubicBezTo>
                <a:close/>
                <a:moveTo>
                  <a:pt x="3962920" y="8307757"/>
                </a:moveTo>
                <a:cubicBezTo>
                  <a:pt x="3958119" y="8307757"/>
                  <a:pt x="3953317" y="8309540"/>
                  <a:pt x="3949750" y="8313107"/>
                </a:cubicBezTo>
                <a:cubicBezTo>
                  <a:pt x="3943166" y="8319692"/>
                  <a:pt x="3942617" y="8330118"/>
                  <a:pt x="3948105" y="8337800"/>
                </a:cubicBezTo>
                <a:lnTo>
                  <a:pt x="3837261" y="8448642"/>
                </a:lnTo>
                <a:lnTo>
                  <a:pt x="3672642" y="8448642"/>
                </a:lnTo>
                <a:lnTo>
                  <a:pt x="3363708" y="8757578"/>
                </a:lnTo>
                <a:cubicBezTo>
                  <a:pt x="3356574" y="8752090"/>
                  <a:pt x="3345600" y="8752638"/>
                  <a:pt x="3339016" y="8759223"/>
                </a:cubicBezTo>
                <a:cubicBezTo>
                  <a:pt x="3331882" y="8766357"/>
                  <a:pt x="3331882" y="8778429"/>
                  <a:pt x="3339016" y="8785562"/>
                </a:cubicBezTo>
                <a:cubicBezTo>
                  <a:pt x="3346149" y="8792696"/>
                  <a:pt x="3358221" y="8792696"/>
                  <a:pt x="3365354" y="8785562"/>
                </a:cubicBezTo>
                <a:cubicBezTo>
                  <a:pt x="3371938" y="8778977"/>
                  <a:pt x="3372488" y="8768552"/>
                  <a:pt x="3367000" y="8760869"/>
                </a:cubicBezTo>
                <a:lnTo>
                  <a:pt x="3674289" y="8453582"/>
                </a:lnTo>
                <a:lnTo>
                  <a:pt x="3838908" y="8453582"/>
                </a:lnTo>
                <a:lnTo>
                  <a:pt x="3951397" y="8341092"/>
                </a:lnTo>
                <a:cubicBezTo>
                  <a:pt x="3958530" y="8346579"/>
                  <a:pt x="3969504" y="8346031"/>
                  <a:pt x="3976090" y="8339446"/>
                </a:cubicBezTo>
                <a:cubicBezTo>
                  <a:pt x="3983223" y="8332313"/>
                  <a:pt x="3983223" y="8320240"/>
                  <a:pt x="3976090" y="8313107"/>
                </a:cubicBezTo>
                <a:cubicBezTo>
                  <a:pt x="3972523" y="8309540"/>
                  <a:pt x="3967722" y="8307757"/>
                  <a:pt x="3962920" y="8307757"/>
                </a:cubicBezTo>
                <a:close/>
                <a:moveTo>
                  <a:pt x="9268031" y="8282516"/>
                </a:moveTo>
                <a:cubicBezTo>
                  <a:pt x="9263230" y="8282516"/>
                  <a:pt x="9258428" y="8284299"/>
                  <a:pt x="9254862" y="8287866"/>
                </a:cubicBezTo>
                <a:cubicBezTo>
                  <a:pt x="9247729" y="8294998"/>
                  <a:pt x="9247729" y="8307071"/>
                  <a:pt x="9254862" y="8314204"/>
                </a:cubicBezTo>
                <a:cubicBezTo>
                  <a:pt x="9261446" y="8320790"/>
                  <a:pt x="9271873" y="8321338"/>
                  <a:pt x="9279556" y="8315851"/>
                </a:cubicBezTo>
                <a:lnTo>
                  <a:pt x="9328941" y="8365236"/>
                </a:lnTo>
                <a:lnTo>
                  <a:pt x="9328941" y="8753736"/>
                </a:lnTo>
                <a:cubicBezTo>
                  <a:pt x="9319612" y="8754834"/>
                  <a:pt x="9312479" y="8762516"/>
                  <a:pt x="9312479" y="8772392"/>
                </a:cubicBezTo>
                <a:cubicBezTo>
                  <a:pt x="9312479" y="8782270"/>
                  <a:pt x="9320709" y="8791049"/>
                  <a:pt x="9331135" y="8791049"/>
                </a:cubicBezTo>
                <a:cubicBezTo>
                  <a:pt x="9341562" y="8791049"/>
                  <a:pt x="9349792" y="8782819"/>
                  <a:pt x="9349792" y="8772392"/>
                </a:cubicBezTo>
                <a:cubicBezTo>
                  <a:pt x="9349792" y="8761966"/>
                  <a:pt x="9342659" y="8754834"/>
                  <a:pt x="9333330" y="8753736"/>
                </a:cubicBezTo>
                <a:lnTo>
                  <a:pt x="9333330" y="8363042"/>
                </a:lnTo>
                <a:lnTo>
                  <a:pt x="9282847" y="8312558"/>
                </a:lnTo>
                <a:cubicBezTo>
                  <a:pt x="9288335" y="8305425"/>
                  <a:pt x="9287786" y="8294450"/>
                  <a:pt x="9281201" y="8287866"/>
                </a:cubicBezTo>
                <a:cubicBezTo>
                  <a:pt x="9277634" y="8284299"/>
                  <a:pt x="9272833" y="8282516"/>
                  <a:pt x="9268031" y="8282516"/>
                </a:cubicBezTo>
                <a:close/>
                <a:moveTo>
                  <a:pt x="13399413" y="8163990"/>
                </a:moveTo>
                <a:cubicBezTo>
                  <a:pt x="13394611" y="8163990"/>
                  <a:pt x="13389810" y="8165773"/>
                  <a:pt x="13386243" y="8169340"/>
                </a:cubicBezTo>
                <a:cubicBezTo>
                  <a:pt x="13379109" y="8176473"/>
                  <a:pt x="13379109" y="8188545"/>
                  <a:pt x="13386243" y="8195679"/>
                </a:cubicBezTo>
                <a:cubicBezTo>
                  <a:pt x="13392828" y="8202264"/>
                  <a:pt x="13403253" y="8202812"/>
                  <a:pt x="13410936" y="8197326"/>
                </a:cubicBezTo>
                <a:lnTo>
                  <a:pt x="13824129" y="8610517"/>
                </a:lnTo>
                <a:lnTo>
                  <a:pt x="13824677" y="8610517"/>
                </a:lnTo>
                <a:cubicBezTo>
                  <a:pt x="13824677" y="8611066"/>
                  <a:pt x="14476568" y="8611066"/>
                  <a:pt x="14476568" y="8611066"/>
                </a:cubicBezTo>
                <a:lnTo>
                  <a:pt x="14643380" y="8777880"/>
                </a:lnTo>
                <a:cubicBezTo>
                  <a:pt x="14637893" y="8785014"/>
                  <a:pt x="14638443" y="8795989"/>
                  <a:pt x="14645027" y="8802573"/>
                </a:cubicBezTo>
                <a:cubicBezTo>
                  <a:pt x="14652160" y="8809706"/>
                  <a:pt x="14664232" y="8809706"/>
                  <a:pt x="14671366" y="8802573"/>
                </a:cubicBezTo>
                <a:cubicBezTo>
                  <a:pt x="14678500" y="8795440"/>
                  <a:pt x="14678500" y="8783367"/>
                  <a:pt x="14671366" y="8776235"/>
                </a:cubicBezTo>
                <a:cubicBezTo>
                  <a:pt x="14664782" y="8769650"/>
                  <a:pt x="14654355" y="8769101"/>
                  <a:pt x="14646673" y="8774588"/>
                </a:cubicBezTo>
                <a:lnTo>
                  <a:pt x="14479311" y="8607225"/>
                </a:lnTo>
                <a:lnTo>
                  <a:pt x="14478762" y="8607225"/>
                </a:lnTo>
                <a:cubicBezTo>
                  <a:pt x="14478762" y="8606676"/>
                  <a:pt x="13826872" y="8606676"/>
                  <a:pt x="13826872" y="8606676"/>
                </a:cubicBezTo>
                <a:lnTo>
                  <a:pt x="13414228" y="8194032"/>
                </a:lnTo>
                <a:cubicBezTo>
                  <a:pt x="13419715" y="8186900"/>
                  <a:pt x="13419167" y="8175925"/>
                  <a:pt x="13412582" y="8169340"/>
                </a:cubicBezTo>
                <a:cubicBezTo>
                  <a:pt x="13409015" y="8165773"/>
                  <a:pt x="13404214" y="8163990"/>
                  <a:pt x="13399413" y="8163990"/>
                </a:cubicBezTo>
                <a:close/>
                <a:moveTo>
                  <a:pt x="8317084" y="8068511"/>
                </a:moveTo>
                <a:cubicBezTo>
                  <a:pt x="8312282" y="8068511"/>
                  <a:pt x="8307481" y="8070295"/>
                  <a:pt x="8303915" y="8073861"/>
                </a:cubicBezTo>
                <a:cubicBezTo>
                  <a:pt x="8296782" y="8080994"/>
                  <a:pt x="8296782" y="8093067"/>
                  <a:pt x="8303915" y="8100200"/>
                </a:cubicBezTo>
                <a:cubicBezTo>
                  <a:pt x="8310500" y="8106785"/>
                  <a:pt x="8320925" y="8107334"/>
                  <a:pt x="8328608" y="8101846"/>
                </a:cubicBezTo>
                <a:lnTo>
                  <a:pt x="8425733" y="8198971"/>
                </a:lnTo>
                <a:lnTo>
                  <a:pt x="8426282" y="8198971"/>
                </a:lnTo>
                <a:cubicBezTo>
                  <a:pt x="8426282" y="8199520"/>
                  <a:pt x="8649614" y="8199520"/>
                  <a:pt x="8649614" y="8199520"/>
                </a:cubicBezTo>
                <a:lnTo>
                  <a:pt x="8891603" y="8441510"/>
                </a:lnTo>
                <a:lnTo>
                  <a:pt x="8891603" y="8753187"/>
                </a:lnTo>
                <a:cubicBezTo>
                  <a:pt x="8882275" y="8754285"/>
                  <a:pt x="8875142" y="8761966"/>
                  <a:pt x="8875142" y="8771844"/>
                </a:cubicBezTo>
                <a:cubicBezTo>
                  <a:pt x="8875142" y="8781721"/>
                  <a:pt x="8883373" y="8790501"/>
                  <a:pt x="8893799" y="8790501"/>
                </a:cubicBezTo>
                <a:cubicBezTo>
                  <a:pt x="8904225" y="8790501"/>
                  <a:pt x="8912456" y="8782270"/>
                  <a:pt x="8912456" y="8771844"/>
                </a:cubicBezTo>
                <a:cubicBezTo>
                  <a:pt x="8912456" y="8766631"/>
                  <a:pt x="8910672" y="8762242"/>
                  <a:pt x="8907723" y="8759018"/>
                </a:cubicBezTo>
                <a:lnTo>
                  <a:pt x="8896542" y="8753460"/>
                </a:lnTo>
                <a:lnTo>
                  <a:pt x="8896542" y="8753736"/>
                </a:lnTo>
                <a:lnTo>
                  <a:pt x="8895993" y="8753187"/>
                </a:lnTo>
                <a:lnTo>
                  <a:pt x="8896542" y="8753460"/>
                </a:lnTo>
                <a:lnTo>
                  <a:pt x="8896542" y="8439863"/>
                </a:lnTo>
                <a:lnTo>
                  <a:pt x="8652358" y="8195679"/>
                </a:lnTo>
                <a:lnTo>
                  <a:pt x="8651810" y="8195679"/>
                </a:lnTo>
                <a:cubicBezTo>
                  <a:pt x="8651810" y="8195130"/>
                  <a:pt x="8428477" y="8195130"/>
                  <a:pt x="8428477" y="8195130"/>
                </a:cubicBezTo>
                <a:lnTo>
                  <a:pt x="8331900" y="8098555"/>
                </a:lnTo>
                <a:cubicBezTo>
                  <a:pt x="8337388" y="8091420"/>
                  <a:pt x="8336839" y="8080445"/>
                  <a:pt x="8330254" y="8073861"/>
                </a:cubicBezTo>
                <a:cubicBezTo>
                  <a:pt x="8326687" y="8070295"/>
                  <a:pt x="8321885" y="8068511"/>
                  <a:pt x="8317084" y="8068511"/>
                </a:cubicBezTo>
                <a:close/>
                <a:moveTo>
                  <a:pt x="903206" y="7993746"/>
                </a:moveTo>
                <a:cubicBezTo>
                  <a:pt x="892782" y="7993746"/>
                  <a:pt x="885648" y="8000881"/>
                  <a:pt x="884550" y="8010209"/>
                </a:cubicBezTo>
                <a:lnTo>
                  <a:pt x="260646" y="8010209"/>
                </a:lnTo>
                <a:lnTo>
                  <a:pt x="133340" y="8137514"/>
                </a:lnTo>
                <a:cubicBezTo>
                  <a:pt x="126208" y="8132026"/>
                  <a:pt x="115232" y="8132575"/>
                  <a:pt x="108648" y="8139160"/>
                </a:cubicBezTo>
                <a:cubicBezTo>
                  <a:pt x="102062" y="8145745"/>
                  <a:pt x="101514" y="8158365"/>
                  <a:pt x="108648" y="8165499"/>
                </a:cubicBezTo>
                <a:cubicBezTo>
                  <a:pt x="115780" y="8172632"/>
                  <a:pt x="127852" y="8172632"/>
                  <a:pt x="134986" y="8165499"/>
                </a:cubicBezTo>
                <a:cubicBezTo>
                  <a:pt x="141572" y="8158915"/>
                  <a:pt x="142120" y="8148489"/>
                  <a:pt x="136634" y="8140807"/>
                </a:cubicBezTo>
                <a:lnTo>
                  <a:pt x="262840" y="8014598"/>
                </a:lnTo>
                <a:lnTo>
                  <a:pt x="884550" y="8014598"/>
                </a:lnTo>
                <a:cubicBezTo>
                  <a:pt x="885648" y="8023926"/>
                  <a:pt x="893330" y="8031060"/>
                  <a:pt x="903206" y="8031060"/>
                </a:cubicBezTo>
                <a:cubicBezTo>
                  <a:pt x="913084" y="8031060"/>
                  <a:pt x="921864" y="8022829"/>
                  <a:pt x="921864" y="8012403"/>
                </a:cubicBezTo>
                <a:cubicBezTo>
                  <a:pt x="921864" y="8001978"/>
                  <a:pt x="913632" y="7993746"/>
                  <a:pt x="903206" y="7993746"/>
                </a:cubicBezTo>
                <a:close/>
                <a:moveTo>
                  <a:pt x="4129185" y="7974541"/>
                </a:moveTo>
                <a:cubicBezTo>
                  <a:pt x="4118759" y="7974541"/>
                  <a:pt x="4110528" y="7982772"/>
                  <a:pt x="4110528" y="7993198"/>
                </a:cubicBezTo>
                <a:cubicBezTo>
                  <a:pt x="4110528" y="8003624"/>
                  <a:pt x="4117662" y="8010757"/>
                  <a:pt x="4126990" y="8011855"/>
                </a:cubicBezTo>
                <a:lnTo>
                  <a:pt x="4126990" y="8401452"/>
                </a:lnTo>
                <a:lnTo>
                  <a:pt x="3920119" y="8608323"/>
                </a:lnTo>
                <a:lnTo>
                  <a:pt x="3804337" y="8608323"/>
                </a:lnTo>
                <a:lnTo>
                  <a:pt x="3646852" y="8765808"/>
                </a:lnTo>
                <a:cubicBezTo>
                  <a:pt x="3639719" y="8760321"/>
                  <a:pt x="3628744" y="8760869"/>
                  <a:pt x="3622159" y="8767454"/>
                </a:cubicBezTo>
                <a:cubicBezTo>
                  <a:pt x="3615026" y="8774588"/>
                  <a:pt x="3615026" y="8786660"/>
                  <a:pt x="3622159" y="8793793"/>
                </a:cubicBezTo>
                <a:cubicBezTo>
                  <a:pt x="3629293" y="8800927"/>
                  <a:pt x="3641365" y="8800927"/>
                  <a:pt x="3648498" y="8793793"/>
                </a:cubicBezTo>
                <a:cubicBezTo>
                  <a:pt x="3655083" y="8787209"/>
                  <a:pt x="3655632" y="8776783"/>
                  <a:pt x="3650144" y="8769101"/>
                </a:cubicBezTo>
                <a:lnTo>
                  <a:pt x="3805984" y="8613261"/>
                </a:lnTo>
                <a:lnTo>
                  <a:pt x="3921766" y="8613261"/>
                </a:lnTo>
                <a:lnTo>
                  <a:pt x="4131380" y="8403648"/>
                </a:lnTo>
                <a:lnTo>
                  <a:pt x="4131380" y="8011855"/>
                </a:lnTo>
                <a:cubicBezTo>
                  <a:pt x="4140708" y="8010757"/>
                  <a:pt x="4147842" y="8003075"/>
                  <a:pt x="4147842" y="7993198"/>
                </a:cubicBezTo>
                <a:cubicBezTo>
                  <a:pt x="4147842" y="7983321"/>
                  <a:pt x="4139611" y="7974541"/>
                  <a:pt x="4129185" y="7974541"/>
                </a:cubicBezTo>
                <a:close/>
                <a:moveTo>
                  <a:pt x="9336828" y="7947997"/>
                </a:moveTo>
                <a:cubicBezTo>
                  <a:pt x="9331958" y="7947928"/>
                  <a:pt x="9327020" y="7949574"/>
                  <a:pt x="9323453" y="7953141"/>
                </a:cubicBezTo>
                <a:cubicBezTo>
                  <a:pt x="9316320" y="7960275"/>
                  <a:pt x="9316320" y="7972347"/>
                  <a:pt x="9323453" y="7979480"/>
                </a:cubicBezTo>
                <a:cubicBezTo>
                  <a:pt x="9330038" y="7986065"/>
                  <a:pt x="9340464" y="7986614"/>
                  <a:pt x="9348147" y="7981126"/>
                </a:cubicBezTo>
                <a:lnTo>
                  <a:pt x="9667506" y="8300486"/>
                </a:lnTo>
                <a:lnTo>
                  <a:pt x="9667506" y="8759772"/>
                </a:lnTo>
                <a:cubicBezTo>
                  <a:pt x="9658178" y="8760869"/>
                  <a:pt x="9651044" y="8768552"/>
                  <a:pt x="9651044" y="8778429"/>
                </a:cubicBezTo>
                <a:cubicBezTo>
                  <a:pt x="9651044" y="8788306"/>
                  <a:pt x="9659275" y="8797086"/>
                  <a:pt x="9669701" y="8797086"/>
                </a:cubicBezTo>
                <a:cubicBezTo>
                  <a:pt x="9680127" y="8797086"/>
                  <a:pt x="9688358" y="8788855"/>
                  <a:pt x="9688358" y="8778429"/>
                </a:cubicBezTo>
                <a:cubicBezTo>
                  <a:pt x="9688358" y="8773217"/>
                  <a:pt x="9686575" y="8768827"/>
                  <a:pt x="9683626" y="8765603"/>
                </a:cubicBezTo>
                <a:lnTo>
                  <a:pt x="9672445" y="8760045"/>
                </a:lnTo>
                <a:lnTo>
                  <a:pt x="9672445" y="8760321"/>
                </a:lnTo>
                <a:lnTo>
                  <a:pt x="9671897" y="8759772"/>
                </a:lnTo>
                <a:lnTo>
                  <a:pt x="9672445" y="8760045"/>
                </a:lnTo>
                <a:lnTo>
                  <a:pt x="9672445" y="8298840"/>
                </a:lnTo>
                <a:lnTo>
                  <a:pt x="9351439" y="7977834"/>
                </a:lnTo>
                <a:cubicBezTo>
                  <a:pt x="9356926" y="7970701"/>
                  <a:pt x="9356377" y="7959726"/>
                  <a:pt x="9349792" y="7953141"/>
                </a:cubicBezTo>
                <a:cubicBezTo>
                  <a:pt x="9346499" y="7949849"/>
                  <a:pt x="9341698" y="7948065"/>
                  <a:pt x="9336828" y="7947997"/>
                </a:cubicBezTo>
                <a:close/>
                <a:moveTo>
                  <a:pt x="7968642" y="7870832"/>
                </a:moveTo>
                <a:cubicBezTo>
                  <a:pt x="7958216" y="7870832"/>
                  <a:pt x="7949984" y="7879062"/>
                  <a:pt x="7949984" y="7889488"/>
                </a:cubicBezTo>
                <a:cubicBezTo>
                  <a:pt x="7949984" y="7899915"/>
                  <a:pt x="7957118" y="7907048"/>
                  <a:pt x="7966447" y="7908145"/>
                </a:cubicBezTo>
                <a:lnTo>
                  <a:pt x="7966447" y="8525465"/>
                </a:lnTo>
                <a:cubicBezTo>
                  <a:pt x="7957118" y="8526562"/>
                  <a:pt x="7949984" y="8534244"/>
                  <a:pt x="7949984" y="8544122"/>
                </a:cubicBezTo>
                <a:cubicBezTo>
                  <a:pt x="7949984" y="8553999"/>
                  <a:pt x="7958216" y="8562779"/>
                  <a:pt x="7968642" y="8562779"/>
                </a:cubicBezTo>
                <a:cubicBezTo>
                  <a:pt x="7979068" y="8562779"/>
                  <a:pt x="7987298" y="8554548"/>
                  <a:pt x="7987298" y="8544122"/>
                </a:cubicBezTo>
                <a:cubicBezTo>
                  <a:pt x="7987298" y="8533696"/>
                  <a:pt x="7980165" y="8526562"/>
                  <a:pt x="7970837" y="8525465"/>
                </a:cubicBezTo>
                <a:lnTo>
                  <a:pt x="7970837" y="7908145"/>
                </a:lnTo>
                <a:cubicBezTo>
                  <a:pt x="7980165" y="7907048"/>
                  <a:pt x="7987298" y="7899366"/>
                  <a:pt x="7987298" y="7889488"/>
                </a:cubicBezTo>
                <a:cubicBezTo>
                  <a:pt x="7987298" y="7879062"/>
                  <a:pt x="7979068" y="7870832"/>
                  <a:pt x="7968642" y="7870832"/>
                </a:cubicBezTo>
                <a:close/>
                <a:moveTo>
                  <a:pt x="4137965" y="7810060"/>
                </a:moveTo>
                <a:cubicBezTo>
                  <a:pt x="4133164" y="7810060"/>
                  <a:pt x="4128362" y="7811843"/>
                  <a:pt x="4124796" y="7815410"/>
                </a:cubicBezTo>
                <a:cubicBezTo>
                  <a:pt x="4118210" y="7821995"/>
                  <a:pt x="4117662" y="7832421"/>
                  <a:pt x="4123149" y="7840103"/>
                </a:cubicBezTo>
                <a:lnTo>
                  <a:pt x="4026024" y="7937228"/>
                </a:lnTo>
                <a:lnTo>
                  <a:pt x="4026024" y="8023926"/>
                </a:lnTo>
                <a:lnTo>
                  <a:pt x="3871282" y="8178669"/>
                </a:lnTo>
                <a:lnTo>
                  <a:pt x="3769218" y="8178669"/>
                </a:lnTo>
                <a:lnTo>
                  <a:pt x="3176592" y="8771295"/>
                </a:lnTo>
                <a:cubicBezTo>
                  <a:pt x="3169458" y="8765808"/>
                  <a:pt x="3158484" y="8766357"/>
                  <a:pt x="3151898" y="8772941"/>
                </a:cubicBezTo>
                <a:cubicBezTo>
                  <a:pt x="3144765" y="8780075"/>
                  <a:pt x="3144765" y="8792146"/>
                  <a:pt x="3151898" y="8799281"/>
                </a:cubicBezTo>
                <a:cubicBezTo>
                  <a:pt x="3159032" y="8806415"/>
                  <a:pt x="3171104" y="8806415"/>
                  <a:pt x="3178238" y="8799281"/>
                </a:cubicBezTo>
                <a:cubicBezTo>
                  <a:pt x="3185371" y="8792146"/>
                  <a:pt x="3185371" y="8782270"/>
                  <a:pt x="3179883" y="8774588"/>
                </a:cubicBezTo>
                <a:lnTo>
                  <a:pt x="3770865" y="8183607"/>
                </a:lnTo>
                <a:lnTo>
                  <a:pt x="3771414" y="8183058"/>
                </a:lnTo>
                <a:lnTo>
                  <a:pt x="3873478" y="8183058"/>
                </a:lnTo>
                <a:lnTo>
                  <a:pt x="4030963" y="8025573"/>
                </a:lnTo>
                <a:lnTo>
                  <a:pt x="4030963" y="7938874"/>
                </a:lnTo>
                <a:lnTo>
                  <a:pt x="4126441" y="7843396"/>
                </a:lnTo>
                <a:cubicBezTo>
                  <a:pt x="4133575" y="7848882"/>
                  <a:pt x="4144550" y="7848334"/>
                  <a:pt x="4151134" y="7841749"/>
                </a:cubicBezTo>
                <a:cubicBezTo>
                  <a:pt x="4158267" y="7834615"/>
                  <a:pt x="4158267" y="7822543"/>
                  <a:pt x="4151134" y="7815410"/>
                </a:cubicBezTo>
                <a:cubicBezTo>
                  <a:pt x="4147567" y="7811843"/>
                  <a:pt x="4142766" y="7810060"/>
                  <a:pt x="4137965" y="7810060"/>
                </a:cubicBezTo>
                <a:close/>
                <a:moveTo>
                  <a:pt x="6214904" y="7796754"/>
                </a:moveTo>
                <a:cubicBezTo>
                  <a:pt x="6204478" y="7796754"/>
                  <a:pt x="6196247" y="7804985"/>
                  <a:pt x="6196247" y="7815410"/>
                </a:cubicBezTo>
                <a:cubicBezTo>
                  <a:pt x="6196247" y="7825836"/>
                  <a:pt x="6203380" y="7832969"/>
                  <a:pt x="6212710" y="7834067"/>
                </a:cubicBezTo>
                <a:lnTo>
                  <a:pt x="6212710" y="8451386"/>
                </a:lnTo>
                <a:cubicBezTo>
                  <a:pt x="6203380" y="8452484"/>
                  <a:pt x="6196247" y="8460166"/>
                  <a:pt x="6196247" y="8470043"/>
                </a:cubicBezTo>
                <a:cubicBezTo>
                  <a:pt x="6196247" y="8479921"/>
                  <a:pt x="6204478" y="8488700"/>
                  <a:pt x="6214904" y="8488700"/>
                </a:cubicBezTo>
                <a:cubicBezTo>
                  <a:pt x="6225330" y="8488700"/>
                  <a:pt x="6233560" y="8480469"/>
                  <a:pt x="6233560" y="8470043"/>
                </a:cubicBezTo>
                <a:cubicBezTo>
                  <a:pt x="6233560" y="8459617"/>
                  <a:pt x="6226427" y="8452484"/>
                  <a:pt x="6217099" y="8451386"/>
                </a:cubicBezTo>
                <a:lnTo>
                  <a:pt x="6217099" y="7834067"/>
                </a:lnTo>
                <a:cubicBezTo>
                  <a:pt x="6226427" y="7832969"/>
                  <a:pt x="6233560" y="7825287"/>
                  <a:pt x="6233560" y="7815410"/>
                </a:cubicBezTo>
                <a:cubicBezTo>
                  <a:pt x="6233560" y="7804985"/>
                  <a:pt x="6225330" y="7796754"/>
                  <a:pt x="6214904" y="7796754"/>
                </a:cubicBezTo>
                <a:close/>
                <a:moveTo>
                  <a:pt x="2332097" y="7787974"/>
                </a:moveTo>
                <a:cubicBezTo>
                  <a:pt x="2321671" y="7787974"/>
                  <a:pt x="2314539" y="7795107"/>
                  <a:pt x="2313440" y="7804435"/>
                </a:cubicBezTo>
                <a:lnTo>
                  <a:pt x="1924392" y="7804435"/>
                </a:lnTo>
                <a:lnTo>
                  <a:pt x="1688987" y="8039840"/>
                </a:lnTo>
                <a:lnTo>
                  <a:pt x="1327375" y="8039840"/>
                </a:lnTo>
                <a:lnTo>
                  <a:pt x="596468" y="8770747"/>
                </a:lnTo>
                <a:cubicBezTo>
                  <a:pt x="589334" y="8765260"/>
                  <a:pt x="578360" y="8765808"/>
                  <a:pt x="571774" y="8772392"/>
                </a:cubicBezTo>
                <a:cubicBezTo>
                  <a:pt x="565190" y="8778977"/>
                  <a:pt x="564640" y="8791598"/>
                  <a:pt x="571774" y="8798732"/>
                </a:cubicBezTo>
                <a:cubicBezTo>
                  <a:pt x="578908" y="8805865"/>
                  <a:pt x="590980" y="8805865"/>
                  <a:pt x="598114" y="8798732"/>
                </a:cubicBezTo>
                <a:cubicBezTo>
                  <a:pt x="604698" y="8792146"/>
                  <a:pt x="605248" y="8781721"/>
                  <a:pt x="599760" y="8774039"/>
                </a:cubicBezTo>
                <a:lnTo>
                  <a:pt x="1329570" y="8044230"/>
                </a:lnTo>
                <a:lnTo>
                  <a:pt x="1691182" y="8044230"/>
                </a:lnTo>
                <a:lnTo>
                  <a:pt x="1926586" y="7808826"/>
                </a:lnTo>
                <a:lnTo>
                  <a:pt x="2313440" y="7808826"/>
                </a:lnTo>
                <a:cubicBezTo>
                  <a:pt x="2314539" y="7818154"/>
                  <a:pt x="2322221" y="7825287"/>
                  <a:pt x="2332097" y="7825287"/>
                </a:cubicBezTo>
                <a:cubicBezTo>
                  <a:pt x="2341975" y="7825287"/>
                  <a:pt x="2350754" y="7817057"/>
                  <a:pt x="2350754" y="7806630"/>
                </a:cubicBezTo>
                <a:cubicBezTo>
                  <a:pt x="2350754" y="7796204"/>
                  <a:pt x="2342524" y="7787974"/>
                  <a:pt x="2332097" y="7787974"/>
                </a:cubicBezTo>
                <a:close/>
                <a:moveTo>
                  <a:pt x="5800614" y="7665744"/>
                </a:moveTo>
                <a:cubicBezTo>
                  <a:pt x="5795813" y="7665744"/>
                  <a:pt x="5791011" y="7667527"/>
                  <a:pt x="5787444" y="7671094"/>
                </a:cubicBezTo>
                <a:cubicBezTo>
                  <a:pt x="5780860" y="7677679"/>
                  <a:pt x="5780310" y="7688105"/>
                  <a:pt x="5785798" y="7695788"/>
                </a:cubicBezTo>
                <a:lnTo>
                  <a:pt x="5719401" y="7762183"/>
                </a:lnTo>
                <a:lnTo>
                  <a:pt x="5719401" y="8747700"/>
                </a:lnTo>
                <a:cubicBezTo>
                  <a:pt x="5710073" y="8748797"/>
                  <a:pt x="5702940" y="8756480"/>
                  <a:pt x="5702940" y="8766357"/>
                </a:cubicBezTo>
                <a:cubicBezTo>
                  <a:pt x="5702940" y="8776235"/>
                  <a:pt x="5711170" y="8785014"/>
                  <a:pt x="5721596" y="8785014"/>
                </a:cubicBezTo>
                <a:cubicBezTo>
                  <a:pt x="5732022" y="8785014"/>
                  <a:pt x="5740254" y="8776783"/>
                  <a:pt x="5740254" y="8766357"/>
                </a:cubicBezTo>
                <a:cubicBezTo>
                  <a:pt x="5740254" y="8755931"/>
                  <a:pt x="5733120" y="8748797"/>
                  <a:pt x="5723792" y="8747700"/>
                </a:cubicBezTo>
                <a:lnTo>
                  <a:pt x="5723792" y="7764379"/>
                </a:lnTo>
                <a:lnTo>
                  <a:pt x="5789090" y="7699079"/>
                </a:lnTo>
                <a:cubicBezTo>
                  <a:pt x="5796224" y="7704567"/>
                  <a:pt x="5807198" y="7704018"/>
                  <a:pt x="5813784" y="7697433"/>
                </a:cubicBezTo>
                <a:cubicBezTo>
                  <a:pt x="5820916" y="7690300"/>
                  <a:pt x="5820916" y="7678228"/>
                  <a:pt x="5813784" y="7671094"/>
                </a:cubicBezTo>
                <a:cubicBezTo>
                  <a:pt x="5810217" y="7667527"/>
                  <a:pt x="5805416" y="7665744"/>
                  <a:pt x="5800614" y="7665744"/>
                </a:cubicBezTo>
                <a:close/>
                <a:moveTo>
                  <a:pt x="14789891" y="7554901"/>
                </a:moveTo>
                <a:cubicBezTo>
                  <a:pt x="14785090" y="7554901"/>
                  <a:pt x="14780288" y="7556684"/>
                  <a:pt x="14776722" y="7560251"/>
                </a:cubicBezTo>
                <a:cubicBezTo>
                  <a:pt x="14769588" y="7567384"/>
                  <a:pt x="14769588" y="7579456"/>
                  <a:pt x="14776722" y="7586590"/>
                </a:cubicBezTo>
                <a:cubicBezTo>
                  <a:pt x="14783307" y="7593175"/>
                  <a:pt x="14793733" y="7593724"/>
                  <a:pt x="14801415" y="7588236"/>
                </a:cubicBezTo>
                <a:lnTo>
                  <a:pt x="14851349" y="7638170"/>
                </a:lnTo>
                <a:lnTo>
                  <a:pt x="14851898" y="7638170"/>
                </a:lnTo>
                <a:cubicBezTo>
                  <a:pt x="14851898" y="7638719"/>
                  <a:pt x="15503787" y="7638719"/>
                  <a:pt x="15503787" y="7638719"/>
                </a:cubicBezTo>
                <a:lnTo>
                  <a:pt x="15670602" y="7805533"/>
                </a:lnTo>
                <a:cubicBezTo>
                  <a:pt x="15665115" y="7812666"/>
                  <a:pt x="15665662" y="7823641"/>
                  <a:pt x="15672247" y="7830226"/>
                </a:cubicBezTo>
                <a:cubicBezTo>
                  <a:pt x="15679381" y="7837359"/>
                  <a:pt x="15691453" y="7837359"/>
                  <a:pt x="15698586" y="7830226"/>
                </a:cubicBezTo>
                <a:cubicBezTo>
                  <a:pt x="15705720" y="7823092"/>
                  <a:pt x="15705720" y="7811020"/>
                  <a:pt x="15698586" y="7803887"/>
                </a:cubicBezTo>
                <a:cubicBezTo>
                  <a:pt x="15692002" y="7797303"/>
                  <a:pt x="15681576" y="7796754"/>
                  <a:pt x="15673894" y="7802241"/>
                </a:cubicBezTo>
                <a:lnTo>
                  <a:pt x="15506531" y="7634879"/>
                </a:lnTo>
                <a:lnTo>
                  <a:pt x="15505984" y="7634879"/>
                </a:lnTo>
                <a:cubicBezTo>
                  <a:pt x="15505984" y="7634329"/>
                  <a:pt x="14854093" y="7634329"/>
                  <a:pt x="14854093" y="7634329"/>
                </a:cubicBezTo>
                <a:lnTo>
                  <a:pt x="14804707" y="7584944"/>
                </a:lnTo>
                <a:cubicBezTo>
                  <a:pt x="14810195" y="7577810"/>
                  <a:pt x="14809646" y="7566836"/>
                  <a:pt x="14803061" y="7560251"/>
                </a:cubicBezTo>
                <a:cubicBezTo>
                  <a:pt x="14799494" y="7556684"/>
                  <a:pt x="14794692" y="7554901"/>
                  <a:pt x="14789891" y="7554901"/>
                </a:cubicBezTo>
                <a:close/>
                <a:moveTo>
                  <a:pt x="9237851" y="7538988"/>
                </a:moveTo>
                <a:cubicBezTo>
                  <a:pt x="9233050" y="7538988"/>
                  <a:pt x="9228248" y="7540771"/>
                  <a:pt x="9224682" y="7544338"/>
                </a:cubicBezTo>
                <a:cubicBezTo>
                  <a:pt x="9217549" y="7551471"/>
                  <a:pt x="9217549" y="7563544"/>
                  <a:pt x="9224682" y="7570677"/>
                </a:cubicBezTo>
                <a:cubicBezTo>
                  <a:pt x="9231266" y="7577262"/>
                  <a:pt x="9241692" y="7577810"/>
                  <a:pt x="9249376" y="7572323"/>
                </a:cubicBezTo>
                <a:lnTo>
                  <a:pt x="9346500" y="7669448"/>
                </a:lnTo>
                <a:lnTo>
                  <a:pt x="9347048" y="7669448"/>
                </a:lnTo>
                <a:cubicBezTo>
                  <a:pt x="9347048" y="7669996"/>
                  <a:pt x="9570382" y="7669996"/>
                  <a:pt x="9570382" y="7669996"/>
                </a:cubicBezTo>
                <a:lnTo>
                  <a:pt x="9755303" y="7854919"/>
                </a:lnTo>
                <a:cubicBezTo>
                  <a:pt x="9749815" y="7862051"/>
                  <a:pt x="9750364" y="7873026"/>
                  <a:pt x="9756949" y="7879611"/>
                </a:cubicBezTo>
                <a:cubicBezTo>
                  <a:pt x="9764083" y="7886745"/>
                  <a:pt x="9776155" y="7886745"/>
                  <a:pt x="9783288" y="7879611"/>
                </a:cubicBezTo>
                <a:cubicBezTo>
                  <a:pt x="9790422" y="7872477"/>
                  <a:pt x="9790422" y="7860406"/>
                  <a:pt x="9783288" y="7853272"/>
                </a:cubicBezTo>
                <a:cubicBezTo>
                  <a:pt x="9776704" y="7846688"/>
                  <a:pt x="9766278" y="7846139"/>
                  <a:pt x="9758595" y="7851626"/>
                </a:cubicBezTo>
                <a:lnTo>
                  <a:pt x="9573126" y="7666156"/>
                </a:lnTo>
                <a:lnTo>
                  <a:pt x="9572577" y="7666156"/>
                </a:lnTo>
                <a:cubicBezTo>
                  <a:pt x="9572577" y="7665608"/>
                  <a:pt x="9349244" y="7665608"/>
                  <a:pt x="9349244" y="7665608"/>
                </a:cubicBezTo>
                <a:lnTo>
                  <a:pt x="9252667" y="7569031"/>
                </a:lnTo>
                <a:cubicBezTo>
                  <a:pt x="9258155" y="7561897"/>
                  <a:pt x="9257606" y="7550923"/>
                  <a:pt x="9251021" y="7544338"/>
                </a:cubicBezTo>
                <a:cubicBezTo>
                  <a:pt x="9247454" y="7540771"/>
                  <a:pt x="9242653" y="7538988"/>
                  <a:pt x="9237851" y="7538988"/>
                </a:cubicBezTo>
                <a:close/>
                <a:moveTo>
                  <a:pt x="4765711" y="7500028"/>
                </a:moveTo>
                <a:cubicBezTo>
                  <a:pt x="4760910" y="7500028"/>
                  <a:pt x="4756109" y="7501811"/>
                  <a:pt x="4752542" y="7505378"/>
                </a:cubicBezTo>
                <a:cubicBezTo>
                  <a:pt x="4745956" y="7511963"/>
                  <a:pt x="4745408" y="7522389"/>
                  <a:pt x="4750895" y="7530071"/>
                </a:cubicBezTo>
                <a:lnTo>
                  <a:pt x="4653770" y="7627196"/>
                </a:lnTo>
                <a:lnTo>
                  <a:pt x="4653770" y="8470043"/>
                </a:lnTo>
                <a:lnTo>
                  <a:pt x="4499028" y="8624785"/>
                </a:lnTo>
                <a:lnTo>
                  <a:pt x="4302584" y="8624785"/>
                </a:lnTo>
                <a:lnTo>
                  <a:pt x="4153878" y="8773491"/>
                </a:lnTo>
                <a:cubicBezTo>
                  <a:pt x="4146745" y="8768004"/>
                  <a:pt x="4135770" y="8768552"/>
                  <a:pt x="4129185" y="8775136"/>
                </a:cubicBezTo>
                <a:cubicBezTo>
                  <a:pt x="4122052" y="8782270"/>
                  <a:pt x="4122052" y="8794342"/>
                  <a:pt x="4129185" y="8801475"/>
                </a:cubicBezTo>
                <a:cubicBezTo>
                  <a:pt x="4136319" y="8808609"/>
                  <a:pt x="4148390" y="8808609"/>
                  <a:pt x="4155524" y="8801475"/>
                </a:cubicBezTo>
                <a:cubicBezTo>
                  <a:pt x="4162109" y="8794890"/>
                  <a:pt x="4162658" y="8784465"/>
                  <a:pt x="4157170" y="8776783"/>
                </a:cubicBezTo>
                <a:lnTo>
                  <a:pt x="4304778" y="8629174"/>
                </a:lnTo>
                <a:lnTo>
                  <a:pt x="4501224" y="8629174"/>
                </a:lnTo>
                <a:lnTo>
                  <a:pt x="4658709" y="8471690"/>
                </a:lnTo>
                <a:lnTo>
                  <a:pt x="4658709" y="7628842"/>
                </a:lnTo>
                <a:lnTo>
                  <a:pt x="4754188" y="7533364"/>
                </a:lnTo>
                <a:cubicBezTo>
                  <a:pt x="4761321" y="7538851"/>
                  <a:pt x="4772296" y="7538301"/>
                  <a:pt x="4778880" y="7531717"/>
                </a:cubicBezTo>
                <a:cubicBezTo>
                  <a:pt x="4786013" y="7524584"/>
                  <a:pt x="4786013" y="7512512"/>
                  <a:pt x="4778880" y="7505378"/>
                </a:cubicBezTo>
                <a:cubicBezTo>
                  <a:pt x="4775314" y="7501811"/>
                  <a:pt x="4770512" y="7500028"/>
                  <a:pt x="4765711" y="7500028"/>
                </a:cubicBezTo>
                <a:close/>
                <a:moveTo>
                  <a:pt x="7883040" y="7437473"/>
                </a:moveTo>
                <a:cubicBezTo>
                  <a:pt x="7878238" y="7437473"/>
                  <a:pt x="7873437" y="7439256"/>
                  <a:pt x="7869870" y="7442823"/>
                </a:cubicBezTo>
                <a:lnTo>
                  <a:pt x="7869870" y="7443372"/>
                </a:lnTo>
                <a:cubicBezTo>
                  <a:pt x="7863286" y="7449956"/>
                  <a:pt x="7862737" y="7460383"/>
                  <a:pt x="7868224" y="7468065"/>
                </a:cubicBezTo>
                <a:lnTo>
                  <a:pt x="7801828" y="7534461"/>
                </a:lnTo>
                <a:lnTo>
                  <a:pt x="7801828" y="8728495"/>
                </a:lnTo>
                <a:cubicBezTo>
                  <a:pt x="7792500" y="8729592"/>
                  <a:pt x="7785366" y="8737274"/>
                  <a:pt x="7785366" y="8747152"/>
                </a:cubicBezTo>
                <a:cubicBezTo>
                  <a:pt x="7785366" y="8757029"/>
                  <a:pt x="7793598" y="8765808"/>
                  <a:pt x="7804024" y="8765808"/>
                </a:cubicBezTo>
                <a:cubicBezTo>
                  <a:pt x="7814448" y="8765808"/>
                  <a:pt x="7822680" y="8757578"/>
                  <a:pt x="7822680" y="8747152"/>
                </a:cubicBezTo>
                <a:cubicBezTo>
                  <a:pt x="7822680" y="8736726"/>
                  <a:pt x="7815546" y="8729592"/>
                  <a:pt x="7806218" y="8728495"/>
                </a:cubicBezTo>
                <a:lnTo>
                  <a:pt x="7806218" y="7536107"/>
                </a:lnTo>
                <a:lnTo>
                  <a:pt x="7871518" y="7470809"/>
                </a:lnTo>
                <a:cubicBezTo>
                  <a:pt x="7878650" y="7476295"/>
                  <a:pt x="7889624" y="7475747"/>
                  <a:pt x="7896210" y="7469162"/>
                </a:cubicBezTo>
                <a:cubicBezTo>
                  <a:pt x="7903343" y="7462029"/>
                  <a:pt x="7903343" y="7449956"/>
                  <a:pt x="7896210" y="7442823"/>
                </a:cubicBezTo>
                <a:cubicBezTo>
                  <a:pt x="7892643" y="7439256"/>
                  <a:pt x="7887841" y="7437473"/>
                  <a:pt x="7883040" y="7437473"/>
                </a:cubicBezTo>
                <a:close/>
                <a:moveTo>
                  <a:pt x="4495736" y="7399062"/>
                </a:moveTo>
                <a:cubicBezTo>
                  <a:pt x="4490935" y="7399062"/>
                  <a:pt x="4486133" y="7400845"/>
                  <a:pt x="4482566" y="7404412"/>
                </a:cubicBezTo>
                <a:cubicBezTo>
                  <a:pt x="4475433" y="7411546"/>
                  <a:pt x="4475433" y="7421423"/>
                  <a:pt x="4480920" y="7429105"/>
                </a:cubicBezTo>
                <a:lnTo>
                  <a:pt x="4359651" y="7550374"/>
                </a:lnTo>
                <a:lnTo>
                  <a:pt x="4359651" y="8397062"/>
                </a:lnTo>
                <a:cubicBezTo>
                  <a:pt x="4350323" y="8398160"/>
                  <a:pt x="4343190" y="8405842"/>
                  <a:pt x="4343190" y="8415718"/>
                </a:cubicBezTo>
                <a:cubicBezTo>
                  <a:pt x="4343190" y="8425596"/>
                  <a:pt x="4351420" y="8434376"/>
                  <a:pt x="4361846" y="8434376"/>
                </a:cubicBezTo>
                <a:cubicBezTo>
                  <a:pt x="4372272" y="8434376"/>
                  <a:pt x="4380503" y="8426145"/>
                  <a:pt x="4380503" y="8415718"/>
                </a:cubicBezTo>
                <a:cubicBezTo>
                  <a:pt x="4380503" y="8405293"/>
                  <a:pt x="4373370" y="8398160"/>
                  <a:pt x="4364041" y="8397062"/>
                </a:cubicBezTo>
                <a:lnTo>
                  <a:pt x="4364041" y="7552569"/>
                </a:lnTo>
                <a:lnTo>
                  <a:pt x="4484212" y="7432398"/>
                </a:lnTo>
                <a:cubicBezTo>
                  <a:pt x="4491346" y="7437885"/>
                  <a:pt x="4502320" y="7437336"/>
                  <a:pt x="4508906" y="7430751"/>
                </a:cubicBezTo>
                <a:cubicBezTo>
                  <a:pt x="4515490" y="7424166"/>
                  <a:pt x="4516040" y="7411546"/>
                  <a:pt x="4508906" y="7404412"/>
                </a:cubicBezTo>
                <a:cubicBezTo>
                  <a:pt x="4505339" y="7400845"/>
                  <a:pt x="4500538" y="7399062"/>
                  <a:pt x="4495736" y="7399062"/>
                </a:cubicBezTo>
                <a:close/>
                <a:moveTo>
                  <a:pt x="13091026" y="7353928"/>
                </a:moveTo>
                <a:cubicBezTo>
                  <a:pt x="13081149" y="7353928"/>
                  <a:pt x="13072370" y="7362160"/>
                  <a:pt x="13072370" y="7372586"/>
                </a:cubicBezTo>
                <a:cubicBezTo>
                  <a:pt x="13072370" y="7383011"/>
                  <a:pt x="13080601" y="7391243"/>
                  <a:pt x="13091026" y="7391243"/>
                </a:cubicBezTo>
                <a:cubicBezTo>
                  <a:pt x="13101452" y="7391243"/>
                  <a:pt x="13108586" y="7384108"/>
                  <a:pt x="13109683" y="7374781"/>
                </a:cubicBezTo>
                <a:lnTo>
                  <a:pt x="13554153" y="7374781"/>
                </a:lnTo>
                <a:lnTo>
                  <a:pt x="13897658" y="7718285"/>
                </a:lnTo>
                <a:lnTo>
                  <a:pt x="13898207" y="7718285"/>
                </a:lnTo>
                <a:cubicBezTo>
                  <a:pt x="13898207" y="7718833"/>
                  <a:pt x="14586862" y="7718833"/>
                  <a:pt x="14586862" y="7718833"/>
                </a:cubicBezTo>
                <a:lnTo>
                  <a:pt x="15130652" y="8262624"/>
                </a:lnTo>
                <a:lnTo>
                  <a:pt x="15131201" y="8262624"/>
                </a:lnTo>
                <a:cubicBezTo>
                  <a:pt x="15131201" y="8263173"/>
                  <a:pt x="15676637" y="8263173"/>
                  <a:pt x="15676637" y="8263173"/>
                </a:cubicBezTo>
                <a:cubicBezTo>
                  <a:pt x="15677734" y="8272501"/>
                  <a:pt x="15685417" y="8279635"/>
                  <a:pt x="15695295" y="8279635"/>
                </a:cubicBezTo>
                <a:cubicBezTo>
                  <a:pt x="15705171" y="8279635"/>
                  <a:pt x="15713951" y="8271404"/>
                  <a:pt x="15713951" y="8260978"/>
                </a:cubicBezTo>
                <a:cubicBezTo>
                  <a:pt x="15713951" y="8250552"/>
                  <a:pt x="15705720" y="8242320"/>
                  <a:pt x="15695295" y="8242320"/>
                </a:cubicBezTo>
                <a:cubicBezTo>
                  <a:pt x="15685965" y="8242320"/>
                  <a:pt x="15677734" y="8249455"/>
                  <a:pt x="15676637" y="8258783"/>
                </a:cubicBezTo>
                <a:lnTo>
                  <a:pt x="15133396" y="8258783"/>
                </a:lnTo>
                <a:lnTo>
                  <a:pt x="14589606" y="7714993"/>
                </a:lnTo>
                <a:lnTo>
                  <a:pt x="14589057" y="7714993"/>
                </a:lnTo>
                <a:cubicBezTo>
                  <a:pt x="14589057" y="7714444"/>
                  <a:pt x="13900401" y="7714444"/>
                  <a:pt x="13900401" y="7714444"/>
                </a:cubicBezTo>
                <a:lnTo>
                  <a:pt x="13556897" y="7370939"/>
                </a:lnTo>
                <a:lnTo>
                  <a:pt x="13556349" y="7370939"/>
                </a:lnTo>
                <a:cubicBezTo>
                  <a:pt x="13556349" y="7370391"/>
                  <a:pt x="13109683" y="7370391"/>
                  <a:pt x="13109683" y="7370391"/>
                </a:cubicBezTo>
                <a:cubicBezTo>
                  <a:pt x="13108586" y="7361063"/>
                  <a:pt x="13100904" y="7353928"/>
                  <a:pt x="13091026" y="7353928"/>
                </a:cubicBezTo>
                <a:close/>
                <a:moveTo>
                  <a:pt x="5186037" y="7283829"/>
                </a:moveTo>
                <a:cubicBezTo>
                  <a:pt x="5181236" y="7283829"/>
                  <a:pt x="5176435" y="7285612"/>
                  <a:pt x="5172868" y="7289180"/>
                </a:cubicBezTo>
                <a:cubicBezTo>
                  <a:pt x="5166282" y="7295764"/>
                  <a:pt x="5165734" y="7306190"/>
                  <a:pt x="5171222" y="7313872"/>
                </a:cubicBezTo>
                <a:lnTo>
                  <a:pt x="5074096" y="7410997"/>
                </a:lnTo>
                <a:lnTo>
                  <a:pt x="5074096" y="8546316"/>
                </a:lnTo>
                <a:lnTo>
                  <a:pt x="4859544" y="8760869"/>
                </a:lnTo>
                <a:cubicBezTo>
                  <a:pt x="4852410" y="8755382"/>
                  <a:pt x="4841435" y="8755931"/>
                  <a:pt x="4834851" y="8762516"/>
                </a:cubicBezTo>
                <a:cubicBezTo>
                  <a:pt x="4827716" y="8769650"/>
                  <a:pt x="4827716" y="8781721"/>
                  <a:pt x="4834851" y="8788855"/>
                </a:cubicBezTo>
                <a:cubicBezTo>
                  <a:pt x="4841984" y="8795989"/>
                  <a:pt x="4854056" y="8795989"/>
                  <a:pt x="4861189" y="8788855"/>
                </a:cubicBezTo>
                <a:cubicBezTo>
                  <a:pt x="4867774" y="8782270"/>
                  <a:pt x="4868322" y="8771844"/>
                  <a:pt x="4862836" y="8764162"/>
                </a:cubicBezTo>
                <a:lnTo>
                  <a:pt x="5079034" y="8547962"/>
                </a:lnTo>
                <a:lnTo>
                  <a:pt x="5079034" y="7412643"/>
                </a:lnTo>
                <a:lnTo>
                  <a:pt x="5174514" y="7317164"/>
                </a:lnTo>
                <a:cubicBezTo>
                  <a:pt x="5181646" y="7322651"/>
                  <a:pt x="5192622" y="7322103"/>
                  <a:pt x="5199206" y="7315518"/>
                </a:cubicBezTo>
                <a:cubicBezTo>
                  <a:pt x="5206340" y="7308385"/>
                  <a:pt x="5206340" y="7296312"/>
                  <a:pt x="5199206" y="7289180"/>
                </a:cubicBezTo>
                <a:cubicBezTo>
                  <a:pt x="5195639" y="7285612"/>
                  <a:pt x="5190838" y="7283829"/>
                  <a:pt x="5186037" y="7283829"/>
                </a:cubicBezTo>
                <a:close/>
                <a:moveTo>
                  <a:pt x="11921685" y="7261331"/>
                </a:moveTo>
                <a:cubicBezTo>
                  <a:pt x="11916884" y="7261331"/>
                  <a:pt x="11912082" y="7263114"/>
                  <a:pt x="11908516" y="7266681"/>
                </a:cubicBezTo>
                <a:cubicBezTo>
                  <a:pt x="11901382" y="7273814"/>
                  <a:pt x="11901382" y="7285886"/>
                  <a:pt x="11908516" y="7293020"/>
                </a:cubicBezTo>
                <a:cubicBezTo>
                  <a:pt x="11915101" y="7299605"/>
                  <a:pt x="11925527" y="7300154"/>
                  <a:pt x="11933209" y="7294666"/>
                </a:cubicBezTo>
                <a:lnTo>
                  <a:pt x="12029785" y="7391243"/>
                </a:lnTo>
                <a:lnTo>
                  <a:pt x="12029785" y="7614575"/>
                </a:lnTo>
                <a:lnTo>
                  <a:pt x="12427614" y="8012403"/>
                </a:lnTo>
                <a:lnTo>
                  <a:pt x="12428162" y="8012403"/>
                </a:lnTo>
                <a:cubicBezTo>
                  <a:pt x="12428162" y="8012952"/>
                  <a:pt x="12693747" y="8012952"/>
                  <a:pt x="12693747" y="8012952"/>
                </a:cubicBezTo>
                <a:lnTo>
                  <a:pt x="13437823" y="8757029"/>
                </a:lnTo>
                <a:cubicBezTo>
                  <a:pt x="13432336" y="8764162"/>
                  <a:pt x="13432886" y="8775136"/>
                  <a:pt x="13439470" y="8781721"/>
                </a:cubicBezTo>
                <a:cubicBezTo>
                  <a:pt x="13446603" y="8788855"/>
                  <a:pt x="13458675" y="8788855"/>
                  <a:pt x="13465809" y="8781721"/>
                </a:cubicBezTo>
                <a:cubicBezTo>
                  <a:pt x="13472942" y="8774588"/>
                  <a:pt x="13472942" y="8762516"/>
                  <a:pt x="13465809" y="8755382"/>
                </a:cubicBezTo>
                <a:cubicBezTo>
                  <a:pt x="13459225" y="8748797"/>
                  <a:pt x="13448797" y="8748249"/>
                  <a:pt x="13441116" y="8753736"/>
                </a:cubicBezTo>
                <a:lnTo>
                  <a:pt x="13440567" y="8753187"/>
                </a:lnTo>
                <a:lnTo>
                  <a:pt x="12695941" y="8008563"/>
                </a:lnTo>
                <a:lnTo>
                  <a:pt x="12695393" y="8008563"/>
                </a:lnTo>
                <a:cubicBezTo>
                  <a:pt x="12695393" y="8008014"/>
                  <a:pt x="12429809" y="8008014"/>
                  <a:pt x="12429809" y="8008014"/>
                </a:cubicBezTo>
                <a:lnTo>
                  <a:pt x="12034174" y="7612380"/>
                </a:lnTo>
                <a:lnTo>
                  <a:pt x="12034174" y="7389048"/>
                </a:lnTo>
                <a:lnTo>
                  <a:pt x="11936501" y="7291374"/>
                </a:lnTo>
                <a:cubicBezTo>
                  <a:pt x="11941989" y="7284240"/>
                  <a:pt x="11941440" y="7273266"/>
                  <a:pt x="11934855" y="7266681"/>
                </a:cubicBezTo>
                <a:cubicBezTo>
                  <a:pt x="11931288" y="7263114"/>
                  <a:pt x="11926487" y="7261331"/>
                  <a:pt x="11921685" y="7261331"/>
                </a:cubicBezTo>
                <a:close/>
                <a:moveTo>
                  <a:pt x="10926291" y="7069825"/>
                </a:moveTo>
                <a:cubicBezTo>
                  <a:pt x="10921490" y="7069825"/>
                  <a:pt x="10916688" y="7071609"/>
                  <a:pt x="10913121" y="7075175"/>
                </a:cubicBezTo>
                <a:cubicBezTo>
                  <a:pt x="10905988" y="7082308"/>
                  <a:pt x="10905988" y="7094381"/>
                  <a:pt x="10913121" y="7101513"/>
                </a:cubicBezTo>
                <a:cubicBezTo>
                  <a:pt x="10919707" y="7108099"/>
                  <a:pt x="10930132" y="7108648"/>
                  <a:pt x="10937814" y="7103160"/>
                </a:cubicBezTo>
                <a:lnTo>
                  <a:pt x="11034391" y="7199737"/>
                </a:lnTo>
                <a:lnTo>
                  <a:pt x="11034391" y="7423069"/>
                </a:lnTo>
                <a:lnTo>
                  <a:pt x="11431671" y="7820348"/>
                </a:lnTo>
                <a:lnTo>
                  <a:pt x="11431671" y="7986614"/>
                </a:lnTo>
                <a:lnTo>
                  <a:pt x="12207024" y="8761966"/>
                </a:lnTo>
                <a:cubicBezTo>
                  <a:pt x="12201536" y="8769101"/>
                  <a:pt x="12202086" y="8780075"/>
                  <a:pt x="12208671" y="8786660"/>
                </a:cubicBezTo>
                <a:cubicBezTo>
                  <a:pt x="12215804" y="8793793"/>
                  <a:pt x="12227876" y="8793793"/>
                  <a:pt x="12235010" y="8786660"/>
                </a:cubicBezTo>
                <a:cubicBezTo>
                  <a:pt x="12242143" y="8779526"/>
                  <a:pt x="12242143" y="8767454"/>
                  <a:pt x="12235010" y="8760321"/>
                </a:cubicBezTo>
                <a:cubicBezTo>
                  <a:pt x="12228425" y="8753736"/>
                  <a:pt x="12217998" y="8753187"/>
                  <a:pt x="12210316" y="8758675"/>
                </a:cubicBezTo>
                <a:lnTo>
                  <a:pt x="12209768" y="8758126"/>
                </a:lnTo>
                <a:lnTo>
                  <a:pt x="11436059" y="7984418"/>
                </a:lnTo>
                <a:lnTo>
                  <a:pt x="11436059" y="7818154"/>
                </a:lnTo>
                <a:lnTo>
                  <a:pt x="11038780" y="7420874"/>
                </a:lnTo>
                <a:lnTo>
                  <a:pt x="11038780" y="7197541"/>
                </a:lnTo>
                <a:lnTo>
                  <a:pt x="10941106" y="7099867"/>
                </a:lnTo>
                <a:cubicBezTo>
                  <a:pt x="10946593" y="7092734"/>
                  <a:pt x="10946045" y="7081759"/>
                  <a:pt x="10939461" y="7075175"/>
                </a:cubicBezTo>
                <a:cubicBezTo>
                  <a:pt x="10935894" y="7071609"/>
                  <a:pt x="10931093" y="7069825"/>
                  <a:pt x="10926291" y="7069825"/>
                </a:cubicBezTo>
                <a:close/>
                <a:moveTo>
                  <a:pt x="1211592" y="7065298"/>
                </a:moveTo>
                <a:cubicBezTo>
                  <a:pt x="1201168" y="7065298"/>
                  <a:pt x="1194034" y="7072431"/>
                  <a:pt x="1192936" y="7081759"/>
                </a:cubicBezTo>
                <a:lnTo>
                  <a:pt x="568482" y="7081759"/>
                </a:lnTo>
                <a:lnTo>
                  <a:pt x="427460" y="7222782"/>
                </a:lnTo>
                <a:lnTo>
                  <a:pt x="427460" y="7362709"/>
                </a:lnTo>
                <a:lnTo>
                  <a:pt x="317164" y="7473004"/>
                </a:lnTo>
                <a:cubicBezTo>
                  <a:pt x="310032" y="7467516"/>
                  <a:pt x="299056" y="7468065"/>
                  <a:pt x="292472" y="7474650"/>
                </a:cubicBezTo>
                <a:cubicBezTo>
                  <a:pt x="285338" y="7481783"/>
                  <a:pt x="285338" y="7493855"/>
                  <a:pt x="292472" y="7500989"/>
                </a:cubicBezTo>
                <a:cubicBezTo>
                  <a:pt x="299606" y="7508121"/>
                  <a:pt x="311678" y="7508121"/>
                  <a:pt x="318810" y="7500989"/>
                </a:cubicBezTo>
                <a:cubicBezTo>
                  <a:pt x="325396" y="7494404"/>
                  <a:pt x="325944" y="7483978"/>
                  <a:pt x="320456" y="7476295"/>
                </a:cubicBezTo>
                <a:lnTo>
                  <a:pt x="431848" y="7364903"/>
                </a:lnTo>
                <a:lnTo>
                  <a:pt x="431848" y="7224977"/>
                </a:lnTo>
                <a:lnTo>
                  <a:pt x="432398" y="7224429"/>
                </a:lnTo>
                <a:lnTo>
                  <a:pt x="570678" y="7086150"/>
                </a:lnTo>
                <a:lnTo>
                  <a:pt x="1192936" y="7086150"/>
                </a:lnTo>
                <a:cubicBezTo>
                  <a:pt x="1194034" y="7095478"/>
                  <a:pt x="1201716" y="7102611"/>
                  <a:pt x="1211592" y="7102611"/>
                </a:cubicBezTo>
                <a:cubicBezTo>
                  <a:pt x="1221470" y="7102611"/>
                  <a:pt x="1230249" y="7094381"/>
                  <a:pt x="1230249" y="7083954"/>
                </a:cubicBezTo>
                <a:cubicBezTo>
                  <a:pt x="1230249" y="7073528"/>
                  <a:pt x="1222019" y="7065298"/>
                  <a:pt x="1211592" y="7065298"/>
                </a:cubicBezTo>
                <a:close/>
                <a:moveTo>
                  <a:pt x="10149290" y="7048973"/>
                </a:moveTo>
                <a:cubicBezTo>
                  <a:pt x="10144489" y="7048973"/>
                  <a:pt x="10139688" y="7050756"/>
                  <a:pt x="10136121" y="7054323"/>
                </a:cubicBezTo>
                <a:cubicBezTo>
                  <a:pt x="10128987" y="7061457"/>
                  <a:pt x="10128987" y="7073528"/>
                  <a:pt x="10136121" y="7080662"/>
                </a:cubicBezTo>
                <a:cubicBezTo>
                  <a:pt x="10142706" y="7087247"/>
                  <a:pt x="10153131" y="7087796"/>
                  <a:pt x="10160814" y="7082308"/>
                </a:cubicBezTo>
                <a:lnTo>
                  <a:pt x="10562483" y="7483978"/>
                </a:lnTo>
                <a:lnTo>
                  <a:pt x="10562483" y="7778645"/>
                </a:lnTo>
                <a:lnTo>
                  <a:pt x="10879101" y="8095261"/>
                </a:lnTo>
                <a:cubicBezTo>
                  <a:pt x="10873613" y="8102395"/>
                  <a:pt x="10874161" y="8113369"/>
                  <a:pt x="10880746" y="8119954"/>
                </a:cubicBezTo>
                <a:cubicBezTo>
                  <a:pt x="10887880" y="8127088"/>
                  <a:pt x="10899952" y="8127088"/>
                  <a:pt x="10907085" y="8119954"/>
                </a:cubicBezTo>
                <a:cubicBezTo>
                  <a:pt x="10914219" y="8112821"/>
                  <a:pt x="10914219" y="8100749"/>
                  <a:pt x="10907085" y="8093615"/>
                </a:cubicBezTo>
                <a:cubicBezTo>
                  <a:pt x="10900500" y="8087030"/>
                  <a:pt x="10890075" y="8086482"/>
                  <a:pt x="10882392" y="8091969"/>
                </a:cubicBezTo>
                <a:lnTo>
                  <a:pt x="10566874" y="7776999"/>
                </a:lnTo>
                <a:lnTo>
                  <a:pt x="10566874" y="7482332"/>
                </a:lnTo>
                <a:lnTo>
                  <a:pt x="10164106" y="7079565"/>
                </a:lnTo>
                <a:cubicBezTo>
                  <a:pt x="10169594" y="7072431"/>
                  <a:pt x="10169045" y="7061457"/>
                  <a:pt x="10162460" y="7054872"/>
                </a:cubicBezTo>
                <a:lnTo>
                  <a:pt x="10162460" y="7054323"/>
                </a:lnTo>
                <a:cubicBezTo>
                  <a:pt x="10158893" y="7050756"/>
                  <a:pt x="10154092" y="7048973"/>
                  <a:pt x="10149290" y="7048973"/>
                </a:cubicBezTo>
                <a:close/>
                <a:moveTo>
                  <a:pt x="3696238" y="6827149"/>
                </a:moveTo>
                <a:cubicBezTo>
                  <a:pt x="3685812" y="6827149"/>
                  <a:pt x="3678678" y="6834283"/>
                  <a:pt x="3677581" y="6843611"/>
                </a:cubicBezTo>
                <a:lnTo>
                  <a:pt x="3053128" y="6843611"/>
                </a:lnTo>
                <a:lnTo>
                  <a:pt x="2962587" y="6934151"/>
                </a:lnTo>
                <a:cubicBezTo>
                  <a:pt x="2955454" y="6928664"/>
                  <a:pt x="2944479" y="6929212"/>
                  <a:pt x="2937894" y="6935798"/>
                </a:cubicBezTo>
                <a:cubicBezTo>
                  <a:pt x="2930760" y="6942931"/>
                  <a:pt x="2930760" y="6955003"/>
                  <a:pt x="2937894" y="6962136"/>
                </a:cubicBezTo>
                <a:cubicBezTo>
                  <a:pt x="2945028" y="6969270"/>
                  <a:pt x="2957100" y="6969270"/>
                  <a:pt x="2964233" y="6962136"/>
                </a:cubicBezTo>
                <a:cubicBezTo>
                  <a:pt x="2970818" y="6955552"/>
                  <a:pt x="2971367" y="6945126"/>
                  <a:pt x="2965880" y="6937444"/>
                </a:cubicBezTo>
                <a:lnTo>
                  <a:pt x="3054773" y="6848549"/>
                </a:lnTo>
                <a:lnTo>
                  <a:pt x="3677032" y="6848549"/>
                </a:lnTo>
                <a:lnTo>
                  <a:pt x="3677581" y="6848001"/>
                </a:lnTo>
                <a:cubicBezTo>
                  <a:pt x="3678678" y="6857329"/>
                  <a:pt x="3686360" y="6864463"/>
                  <a:pt x="3696238" y="6864463"/>
                </a:cubicBezTo>
                <a:cubicBezTo>
                  <a:pt x="3706114" y="6864463"/>
                  <a:pt x="3714895" y="6856232"/>
                  <a:pt x="3714895" y="6845806"/>
                </a:cubicBezTo>
                <a:cubicBezTo>
                  <a:pt x="3714895" y="6835380"/>
                  <a:pt x="3706663" y="6827149"/>
                  <a:pt x="3696238" y="6827149"/>
                </a:cubicBezTo>
                <a:close/>
                <a:moveTo>
                  <a:pt x="9514411" y="6708760"/>
                </a:moveTo>
                <a:cubicBezTo>
                  <a:pt x="9509610" y="6708760"/>
                  <a:pt x="9504808" y="6710544"/>
                  <a:pt x="9501242" y="6714111"/>
                </a:cubicBezTo>
                <a:cubicBezTo>
                  <a:pt x="9494108" y="6721245"/>
                  <a:pt x="9494108" y="6733317"/>
                  <a:pt x="9501242" y="6740450"/>
                </a:cubicBezTo>
                <a:cubicBezTo>
                  <a:pt x="9507826" y="6747034"/>
                  <a:pt x="9518252" y="6747583"/>
                  <a:pt x="9525934" y="6742096"/>
                </a:cubicBezTo>
                <a:lnTo>
                  <a:pt x="10158070" y="7374232"/>
                </a:lnTo>
                <a:lnTo>
                  <a:pt x="10158070" y="7897171"/>
                </a:lnTo>
                <a:lnTo>
                  <a:pt x="10566325" y="8305425"/>
                </a:lnTo>
                <a:lnTo>
                  <a:pt x="10566874" y="8305425"/>
                </a:lnTo>
                <a:cubicBezTo>
                  <a:pt x="10566874" y="8305973"/>
                  <a:pt x="11109018" y="8305973"/>
                  <a:pt x="11109018" y="8305973"/>
                </a:cubicBezTo>
                <a:lnTo>
                  <a:pt x="11354300" y="8551255"/>
                </a:lnTo>
                <a:lnTo>
                  <a:pt x="11354300" y="8765808"/>
                </a:lnTo>
                <a:cubicBezTo>
                  <a:pt x="11344972" y="8766906"/>
                  <a:pt x="11337837" y="8774588"/>
                  <a:pt x="11337837" y="8784465"/>
                </a:cubicBezTo>
                <a:cubicBezTo>
                  <a:pt x="11337837" y="8794342"/>
                  <a:pt x="11346069" y="8803121"/>
                  <a:pt x="11356494" y="8803121"/>
                </a:cubicBezTo>
                <a:cubicBezTo>
                  <a:pt x="11366920" y="8803121"/>
                  <a:pt x="11375152" y="8794890"/>
                  <a:pt x="11375152" y="8784465"/>
                </a:cubicBezTo>
                <a:cubicBezTo>
                  <a:pt x="11375152" y="8779252"/>
                  <a:pt x="11373368" y="8774863"/>
                  <a:pt x="11370419" y="8771639"/>
                </a:cubicBezTo>
                <a:lnTo>
                  <a:pt x="11359238" y="8766081"/>
                </a:lnTo>
                <a:lnTo>
                  <a:pt x="11359238" y="8766357"/>
                </a:lnTo>
                <a:lnTo>
                  <a:pt x="11358689" y="8765808"/>
                </a:lnTo>
                <a:lnTo>
                  <a:pt x="11359238" y="8766081"/>
                </a:lnTo>
                <a:lnTo>
                  <a:pt x="11359238" y="8549609"/>
                </a:lnTo>
                <a:lnTo>
                  <a:pt x="11111762" y="8302133"/>
                </a:lnTo>
                <a:lnTo>
                  <a:pt x="11111212" y="8302133"/>
                </a:lnTo>
                <a:cubicBezTo>
                  <a:pt x="11111212" y="8301584"/>
                  <a:pt x="10569068" y="8301584"/>
                  <a:pt x="10569068" y="8301584"/>
                </a:cubicBezTo>
                <a:lnTo>
                  <a:pt x="10163009" y="7895525"/>
                </a:lnTo>
                <a:lnTo>
                  <a:pt x="10163009" y="7372586"/>
                </a:lnTo>
                <a:lnTo>
                  <a:pt x="9529227" y="6738804"/>
                </a:lnTo>
                <a:cubicBezTo>
                  <a:pt x="9534714" y="6731670"/>
                  <a:pt x="9534165" y="6720695"/>
                  <a:pt x="9527580" y="6714111"/>
                </a:cubicBezTo>
                <a:cubicBezTo>
                  <a:pt x="9524014" y="6710544"/>
                  <a:pt x="9519212" y="6708760"/>
                  <a:pt x="9514411" y="6708760"/>
                </a:cubicBezTo>
                <a:close/>
                <a:moveTo>
                  <a:pt x="4474336" y="6454151"/>
                </a:moveTo>
                <a:cubicBezTo>
                  <a:pt x="4469535" y="6454151"/>
                  <a:pt x="4464733" y="6455934"/>
                  <a:pt x="4461166" y="6459501"/>
                </a:cubicBezTo>
                <a:cubicBezTo>
                  <a:pt x="4454581" y="6466086"/>
                  <a:pt x="4454032" y="6476511"/>
                  <a:pt x="4459520" y="6484193"/>
                </a:cubicBezTo>
                <a:lnTo>
                  <a:pt x="4294352" y="6649361"/>
                </a:lnTo>
                <a:lnTo>
                  <a:pt x="3558507" y="6649361"/>
                </a:lnTo>
                <a:cubicBezTo>
                  <a:pt x="3557410" y="6640033"/>
                  <a:pt x="3549727" y="6632899"/>
                  <a:pt x="3539850" y="6632899"/>
                </a:cubicBezTo>
                <a:cubicBezTo>
                  <a:pt x="3529972" y="6632899"/>
                  <a:pt x="3521193" y="6641130"/>
                  <a:pt x="3521193" y="6651556"/>
                </a:cubicBezTo>
                <a:cubicBezTo>
                  <a:pt x="3521193" y="6661982"/>
                  <a:pt x="3529424" y="6670213"/>
                  <a:pt x="3539850" y="6670213"/>
                </a:cubicBezTo>
                <a:cubicBezTo>
                  <a:pt x="3550276" y="6670213"/>
                  <a:pt x="3557410" y="6663079"/>
                  <a:pt x="3558507" y="6653750"/>
                </a:cubicBezTo>
                <a:lnTo>
                  <a:pt x="4296547" y="6653750"/>
                </a:lnTo>
                <a:lnTo>
                  <a:pt x="4462813" y="6487486"/>
                </a:lnTo>
                <a:lnTo>
                  <a:pt x="4462812" y="6487486"/>
                </a:lnTo>
                <a:lnTo>
                  <a:pt x="4463362" y="6486937"/>
                </a:lnTo>
                <a:lnTo>
                  <a:pt x="4462813" y="6487486"/>
                </a:lnTo>
                <a:lnTo>
                  <a:pt x="4475364" y="6491189"/>
                </a:lnTo>
                <a:cubicBezTo>
                  <a:pt x="4479823" y="6490915"/>
                  <a:pt x="4484212" y="6489132"/>
                  <a:pt x="4487505" y="6485840"/>
                </a:cubicBezTo>
                <a:cubicBezTo>
                  <a:pt x="4494638" y="6478706"/>
                  <a:pt x="4494638" y="6466634"/>
                  <a:pt x="4487505" y="6459501"/>
                </a:cubicBezTo>
                <a:cubicBezTo>
                  <a:pt x="4483938" y="6455934"/>
                  <a:pt x="4479137" y="6454151"/>
                  <a:pt x="4474336" y="6454151"/>
                </a:cubicBezTo>
                <a:close/>
                <a:moveTo>
                  <a:pt x="2861072" y="6399141"/>
                </a:moveTo>
                <a:cubicBezTo>
                  <a:pt x="2850646" y="6399141"/>
                  <a:pt x="2842416" y="6407372"/>
                  <a:pt x="2842416" y="6417798"/>
                </a:cubicBezTo>
                <a:cubicBezTo>
                  <a:pt x="2842416" y="6428224"/>
                  <a:pt x="2849549" y="6435356"/>
                  <a:pt x="2858877" y="6436454"/>
                </a:cubicBezTo>
                <a:lnTo>
                  <a:pt x="2858877" y="6778312"/>
                </a:lnTo>
                <a:lnTo>
                  <a:pt x="2574086" y="7063102"/>
                </a:lnTo>
                <a:lnTo>
                  <a:pt x="1833852" y="7063102"/>
                </a:lnTo>
                <a:lnTo>
                  <a:pt x="1090324" y="7806630"/>
                </a:lnTo>
                <a:lnTo>
                  <a:pt x="60908" y="7806630"/>
                </a:lnTo>
                <a:cubicBezTo>
                  <a:pt x="59810" y="7797303"/>
                  <a:pt x="52128" y="7790168"/>
                  <a:pt x="42250" y="7790168"/>
                </a:cubicBezTo>
                <a:cubicBezTo>
                  <a:pt x="32374" y="7790168"/>
                  <a:pt x="23594" y="7798400"/>
                  <a:pt x="23594" y="7808826"/>
                </a:cubicBezTo>
                <a:cubicBezTo>
                  <a:pt x="23594" y="7819251"/>
                  <a:pt x="31826" y="7827483"/>
                  <a:pt x="42250" y="7827483"/>
                </a:cubicBezTo>
                <a:cubicBezTo>
                  <a:pt x="52676" y="7827483"/>
                  <a:pt x="59810" y="7820348"/>
                  <a:pt x="60908" y="7811020"/>
                </a:cubicBezTo>
                <a:lnTo>
                  <a:pt x="1091970" y="7811020"/>
                </a:lnTo>
                <a:lnTo>
                  <a:pt x="1835498" y="7067493"/>
                </a:lnTo>
                <a:lnTo>
                  <a:pt x="1835498" y="7068042"/>
                </a:lnTo>
                <a:lnTo>
                  <a:pt x="2575733" y="7068042"/>
                </a:lnTo>
                <a:lnTo>
                  <a:pt x="2863267" y="6780507"/>
                </a:lnTo>
                <a:lnTo>
                  <a:pt x="2863267" y="6436454"/>
                </a:lnTo>
                <a:cubicBezTo>
                  <a:pt x="2872596" y="6435356"/>
                  <a:pt x="2879729" y="6427675"/>
                  <a:pt x="2879729" y="6417798"/>
                </a:cubicBezTo>
                <a:cubicBezTo>
                  <a:pt x="2879729" y="6407920"/>
                  <a:pt x="2871498" y="6399141"/>
                  <a:pt x="2861072" y="6399141"/>
                </a:cubicBezTo>
                <a:close/>
                <a:moveTo>
                  <a:pt x="3111561" y="6398704"/>
                </a:moveTo>
                <a:lnTo>
                  <a:pt x="3098603" y="6404009"/>
                </a:lnTo>
                <a:cubicBezTo>
                  <a:pt x="3095242" y="6407370"/>
                  <a:pt x="3093184" y="6412034"/>
                  <a:pt x="3093184" y="6417246"/>
                </a:cubicBezTo>
                <a:cubicBezTo>
                  <a:pt x="3093184" y="6427673"/>
                  <a:pt x="3100318" y="6434806"/>
                  <a:pt x="3109647" y="6435904"/>
                </a:cubicBezTo>
                <a:lnTo>
                  <a:pt x="3109647" y="6726181"/>
                </a:lnTo>
                <a:lnTo>
                  <a:pt x="2526348" y="7309480"/>
                </a:lnTo>
                <a:lnTo>
                  <a:pt x="2231680" y="7309480"/>
                </a:lnTo>
                <a:lnTo>
                  <a:pt x="2131812" y="7209611"/>
                </a:lnTo>
                <a:lnTo>
                  <a:pt x="2131263" y="7209611"/>
                </a:lnTo>
                <a:cubicBezTo>
                  <a:pt x="2131263" y="7209063"/>
                  <a:pt x="2021516" y="7209063"/>
                  <a:pt x="2021516" y="7209063"/>
                </a:cubicBezTo>
                <a:lnTo>
                  <a:pt x="1603934" y="7626645"/>
                </a:lnTo>
                <a:lnTo>
                  <a:pt x="1396514" y="7626645"/>
                </a:lnTo>
                <a:lnTo>
                  <a:pt x="557508" y="8465652"/>
                </a:lnTo>
                <a:lnTo>
                  <a:pt x="52676" y="8465652"/>
                </a:lnTo>
                <a:cubicBezTo>
                  <a:pt x="51580" y="8456323"/>
                  <a:pt x="43898" y="8449189"/>
                  <a:pt x="34020" y="8449189"/>
                </a:cubicBezTo>
                <a:cubicBezTo>
                  <a:pt x="24142" y="8449189"/>
                  <a:pt x="15364" y="8457420"/>
                  <a:pt x="15364" y="8467846"/>
                </a:cubicBezTo>
                <a:cubicBezTo>
                  <a:pt x="15364" y="8478272"/>
                  <a:pt x="23594" y="8486503"/>
                  <a:pt x="34020" y="8486503"/>
                </a:cubicBezTo>
                <a:cubicBezTo>
                  <a:pt x="44446" y="8486503"/>
                  <a:pt x="51580" y="8479370"/>
                  <a:pt x="52676" y="8470042"/>
                </a:cubicBezTo>
                <a:lnTo>
                  <a:pt x="559154" y="8470042"/>
                </a:lnTo>
                <a:lnTo>
                  <a:pt x="1398161" y="7631035"/>
                </a:lnTo>
                <a:lnTo>
                  <a:pt x="1605580" y="7631035"/>
                </a:lnTo>
                <a:lnTo>
                  <a:pt x="2023163" y="7213452"/>
                </a:lnTo>
                <a:lnTo>
                  <a:pt x="2128519" y="7213452"/>
                </a:lnTo>
                <a:lnTo>
                  <a:pt x="2228387" y="7313321"/>
                </a:lnTo>
                <a:lnTo>
                  <a:pt x="2228936" y="7313321"/>
                </a:lnTo>
                <a:cubicBezTo>
                  <a:pt x="2228936" y="7313870"/>
                  <a:pt x="2527445" y="7313870"/>
                  <a:pt x="2527445" y="7313870"/>
                </a:cubicBezTo>
                <a:lnTo>
                  <a:pt x="3113488" y="6727827"/>
                </a:lnTo>
                <a:lnTo>
                  <a:pt x="3113488" y="6435904"/>
                </a:lnTo>
                <a:cubicBezTo>
                  <a:pt x="3122816" y="6434806"/>
                  <a:pt x="3129950" y="6427124"/>
                  <a:pt x="3129950" y="6417246"/>
                </a:cubicBezTo>
                <a:cubicBezTo>
                  <a:pt x="3129950" y="6412308"/>
                  <a:pt x="3127892" y="6407644"/>
                  <a:pt x="3124531" y="6404215"/>
                </a:cubicBezTo>
                <a:close/>
                <a:moveTo>
                  <a:pt x="2945028" y="6398590"/>
                </a:moveTo>
                <a:cubicBezTo>
                  <a:pt x="2934602" y="6398590"/>
                  <a:pt x="2926371" y="6406821"/>
                  <a:pt x="2926371" y="6417246"/>
                </a:cubicBezTo>
                <a:cubicBezTo>
                  <a:pt x="2926371" y="6427673"/>
                  <a:pt x="2933505" y="6434806"/>
                  <a:pt x="2942832" y="6435904"/>
                </a:cubicBezTo>
                <a:lnTo>
                  <a:pt x="2942832" y="6599974"/>
                </a:lnTo>
                <a:cubicBezTo>
                  <a:pt x="2933505" y="6601071"/>
                  <a:pt x="2926371" y="6608754"/>
                  <a:pt x="2926371" y="6618630"/>
                </a:cubicBezTo>
                <a:cubicBezTo>
                  <a:pt x="2926371" y="6628508"/>
                  <a:pt x="2934602" y="6637287"/>
                  <a:pt x="2945028" y="6637287"/>
                </a:cubicBezTo>
                <a:cubicBezTo>
                  <a:pt x="2955454" y="6637287"/>
                  <a:pt x="2963685" y="6629056"/>
                  <a:pt x="2963685" y="6618630"/>
                </a:cubicBezTo>
                <a:cubicBezTo>
                  <a:pt x="2963685" y="6608204"/>
                  <a:pt x="2956551" y="6601071"/>
                  <a:pt x="2947223" y="6599974"/>
                </a:cubicBezTo>
                <a:lnTo>
                  <a:pt x="2947223" y="6435904"/>
                </a:lnTo>
                <a:cubicBezTo>
                  <a:pt x="2956551" y="6434806"/>
                  <a:pt x="2963685" y="6427124"/>
                  <a:pt x="2963685" y="6417246"/>
                </a:cubicBezTo>
                <a:cubicBezTo>
                  <a:pt x="2963685" y="6406821"/>
                  <a:pt x="2955454" y="6398590"/>
                  <a:pt x="2945028" y="6398590"/>
                </a:cubicBezTo>
                <a:close/>
                <a:moveTo>
                  <a:pt x="3028983" y="6398590"/>
                </a:moveTo>
                <a:cubicBezTo>
                  <a:pt x="3018557" y="6398590"/>
                  <a:pt x="3010326" y="6406821"/>
                  <a:pt x="3010326" y="6417246"/>
                </a:cubicBezTo>
                <a:cubicBezTo>
                  <a:pt x="3010326" y="6427673"/>
                  <a:pt x="3017460" y="6434806"/>
                  <a:pt x="3026789" y="6435904"/>
                </a:cubicBezTo>
                <a:lnTo>
                  <a:pt x="3026789" y="6710817"/>
                </a:lnTo>
                <a:lnTo>
                  <a:pt x="2603718" y="7133887"/>
                </a:lnTo>
                <a:lnTo>
                  <a:pt x="1999018" y="7133887"/>
                </a:lnTo>
                <a:lnTo>
                  <a:pt x="1713131" y="7419775"/>
                </a:lnTo>
                <a:cubicBezTo>
                  <a:pt x="1705998" y="7414287"/>
                  <a:pt x="1695023" y="7414835"/>
                  <a:pt x="1688438" y="7421420"/>
                </a:cubicBezTo>
                <a:cubicBezTo>
                  <a:pt x="1681305" y="7428554"/>
                  <a:pt x="1681305" y="7440627"/>
                  <a:pt x="1688438" y="7447759"/>
                </a:cubicBezTo>
                <a:cubicBezTo>
                  <a:pt x="1695572" y="7454893"/>
                  <a:pt x="1707644" y="7454893"/>
                  <a:pt x="1714777" y="7447759"/>
                </a:cubicBezTo>
                <a:cubicBezTo>
                  <a:pt x="1721362" y="7441175"/>
                  <a:pt x="1721911" y="7430749"/>
                  <a:pt x="1716423" y="7423066"/>
                </a:cubicBezTo>
                <a:lnTo>
                  <a:pt x="2000665" y="7138825"/>
                </a:lnTo>
                <a:lnTo>
                  <a:pt x="2604815" y="7138825"/>
                </a:lnTo>
                <a:lnTo>
                  <a:pt x="3031178" y="6712463"/>
                </a:lnTo>
                <a:lnTo>
                  <a:pt x="3031178" y="6435904"/>
                </a:lnTo>
                <a:cubicBezTo>
                  <a:pt x="3040506" y="6434806"/>
                  <a:pt x="3047640" y="6427124"/>
                  <a:pt x="3047640" y="6417246"/>
                </a:cubicBezTo>
                <a:cubicBezTo>
                  <a:pt x="3047640" y="6407370"/>
                  <a:pt x="3039409" y="6398590"/>
                  <a:pt x="3028983" y="6398590"/>
                </a:cubicBezTo>
                <a:close/>
                <a:moveTo>
                  <a:pt x="3111841" y="6398590"/>
                </a:moveTo>
                <a:lnTo>
                  <a:pt x="3111292" y="6398590"/>
                </a:lnTo>
                <a:lnTo>
                  <a:pt x="3111561" y="6398704"/>
                </a:lnTo>
                <a:close/>
                <a:moveTo>
                  <a:pt x="3195248" y="6398590"/>
                </a:moveTo>
                <a:cubicBezTo>
                  <a:pt x="3184823" y="6398590"/>
                  <a:pt x="3176591" y="6406821"/>
                  <a:pt x="3176591" y="6417246"/>
                </a:cubicBezTo>
                <a:cubicBezTo>
                  <a:pt x="3176591" y="6427673"/>
                  <a:pt x="3183724" y="6434806"/>
                  <a:pt x="3193054" y="6435904"/>
                </a:cubicBezTo>
                <a:lnTo>
                  <a:pt x="3193054" y="6599974"/>
                </a:lnTo>
                <a:cubicBezTo>
                  <a:pt x="3183724" y="6601071"/>
                  <a:pt x="3176591" y="6608754"/>
                  <a:pt x="3176591" y="6618630"/>
                </a:cubicBezTo>
                <a:cubicBezTo>
                  <a:pt x="3176591" y="6628508"/>
                  <a:pt x="3184823" y="6637287"/>
                  <a:pt x="3195248" y="6637287"/>
                </a:cubicBezTo>
                <a:cubicBezTo>
                  <a:pt x="3205674" y="6637287"/>
                  <a:pt x="3213905" y="6629056"/>
                  <a:pt x="3213905" y="6618630"/>
                </a:cubicBezTo>
                <a:cubicBezTo>
                  <a:pt x="3213905" y="6608204"/>
                  <a:pt x="3206771" y="6601071"/>
                  <a:pt x="3197443" y="6599974"/>
                </a:cubicBezTo>
                <a:lnTo>
                  <a:pt x="3197443" y="6435904"/>
                </a:lnTo>
                <a:cubicBezTo>
                  <a:pt x="3206771" y="6434806"/>
                  <a:pt x="3213905" y="6427124"/>
                  <a:pt x="3213905" y="6417246"/>
                </a:cubicBezTo>
                <a:cubicBezTo>
                  <a:pt x="3213905" y="6406821"/>
                  <a:pt x="3205674" y="6398590"/>
                  <a:pt x="3195248" y="6398590"/>
                </a:cubicBezTo>
                <a:close/>
                <a:moveTo>
                  <a:pt x="3278654" y="6398590"/>
                </a:moveTo>
                <a:cubicBezTo>
                  <a:pt x="3268229" y="6398590"/>
                  <a:pt x="3259998" y="6406821"/>
                  <a:pt x="3259998" y="6417246"/>
                </a:cubicBezTo>
                <a:cubicBezTo>
                  <a:pt x="3259998" y="6427673"/>
                  <a:pt x="3267131" y="6434806"/>
                  <a:pt x="3276460" y="6435904"/>
                </a:cubicBezTo>
                <a:lnTo>
                  <a:pt x="3276460" y="6619728"/>
                </a:lnTo>
                <a:lnTo>
                  <a:pt x="3437786" y="6781054"/>
                </a:lnTo>
                <a:lnTo>
                  <a:pt x="3438335" y="6781054"/>
                </a:lnTo>
                <a:cubicBezTo>
                  <a:pt x="3438335" y="6781604"/>
                  <a:pt x="4190094" y="6781604"/>
                  <a:pt x="4190094" y="6781604"/>
                </a:cubicBezTo>
                <a:cubicBezTo>
                  <a:pt x="4191191" y="6790931"/>
                  <a:pt x="4198874" y="6798065"/>
                  <a:pt x="4208751" y="6798065"/>
                </a:cubicBezTo>
                <a:cubicBezTo>
                  <a:pt x="4218628" y="6798065"/>
                  <a:pt x="4227408" y="6789834"/>
                  <a:pt x="4227408" y="6779408"/>
                </a:cubicBezTo>
                <a:cubicBezTo>
                  <a:pt x="4227408" y="6768982"/>
                  <a:pt x="4219177" y="6760751"/>
                  <a:pt x="4208751" y="6760751"/>
                </a:cubicBezTo>
                <a:lnTo>
                  <a:pt x="4208202" y="6760203"/>
                </a:lnTo>
                <a:cubicBezTo>
                  <a:pt x="4198874" y="6760203"/>
                  <a:pt x="4190643" y="6767335"/>
                  <a:pt x="4189546" y="6776664"/>
                </a:cubicBezTo>
                <a:lnTo>
                  <a:pt x="3439981" y="6776664"/>
                </a:lnTo>
                <a:lnTo>
                  <a:pt x="3280850" y="6617533"/>
                </a:lnTo>
                <a:lnTo>
                  <a:pt x="3280850" y="6435904"/>
                </a:lnTo>
                <a:cubicBezTo>
                  <a:pt x="3290179" y="6434806"/>
                  <a:pt x="3297312" y="6427124"/>
                  <a:pt x="3297312" y="6417246"/>
                </a:cubicBezTo>
                <a:cubicBezTo>
                  <a:pt x="3297312" y="6407370"/>
                  <a:pt x="3289080" y="6398590"/>
                  <a:pt x="3278654" y="6398590"/>
                </a:cubicBezTo>
                <a:close/>
                <a:moveTo>
                  <a:pt x="2805102" y="6343170"/>
                </a:moveTo>
                <a:cubicBezTo>
                  <a:pt x="2794676" y="6343170"/>
                  <a:pt x="2787542" y="6350304"/>
                  <a:pt x="2786445" y="6359632"/>
                </a:cubicBezTo>
                <a:lnTo>
                  <a:pt x="2069805" y="6359632"/>
                </a:lnTo>
                <a:lnTo>
                  <a:pt x="785230" y="7644207"/>
                </a:lnTo>
                <a:lnTo>
                  <a:pt x="50482" y="7644207"/>
                </a:lnTo>
                <a:cubicBezTo>
                  <a:pt x="49384" y="7634879"/>
                  <a:pt x="41702" y="7627744"/>
                  <a:pt x="31826" y="7627744"/>
                </a:cubicBezTo>
                <a:cubicBezTo>
                  <a:pt x="21948" y="7627744"/>
                  <a:pt x="13168" y="7635976"/>
                  <a:pt x="13168" y="7646401"/>
                </a:cubicBezTo>
                <a:cubicBezTo>
                  <a:pt x="13168" y="7656827"/>
                  <a:pt x="21400" y="7665059"/>
                  <a:pt x="31826" y="7665059"/>
                </a:cubicBezTo>
                <a:cubicBezTo>
                  <a:pt x="42250" y="7665059"/>
                  <a:pt x="49384" y="7657924"/>
                  <a:pt x="50482" y="7648597"/>
                </a:cubicBezTo>
                <a:lnTo>
                  <a:pt x="787426" y="7648597"/>
                </a:lnTo>
                <a:lnTo>
                  <a:pt x="2072000" y="6364021"/>
                </a:lnTo>
                <a:lnTo>
                  <a:pt x="2786445" y="6364021"/>
                </a:lnTo>
                <a:cubicBezTo>
                  <a:pt x="2787542" y="6373350"/>
                  <a:pt x="2795224" y="6380484"/>
                  <a:pt x="2805102" y="6380484"/>
                </a:cubicBezTo>
                <a:cubicBezTo>
                  <a:pt x="2814978" y="6380484"/>
                  <a:pt x="2823759" y="6372252"/>
                  <a:pt x="2823759" y="6361827"/>
                </a:cubicBezTo>
                <a:cubicBezTo>
                  <a:pt x="2823759" y="6351401"/>
                  <a:pt x="2815528" y="6343170"/>
                  <a:pt x="2805102" y="6343170"/>
                </a:cubicBezTo>
                <a:close/>
                <a:moveTo>
                  <a:pt x="4023829" y="6335623"/>
                </a:moveTo>
                <a:cubicBezTo>
                  <a:pt x="4019028" y="6335623"/>
                  <a:pt x="4014226" y="6337406"/>
                  <a:pt x="4010660" y="6340973"/>
                </a:cubicBezTo>
                <a:cubicBezTo>
                  <a:pt x="4004074" y="6347558"/>
                  <a:pt x="4003526" y="6357984"/>
                  <a:pt x="4009014" y="6365667"/>
                </a:cubicBezTo>
                <a:lnTo>
                  <a:pt x="3922314" y="6452366"/>
                </a:lnTo>
                <a:lnTo>
                  <a:pt x="3633134" y="6452366"/>
                </a:lnTo>
                <a:lnTo>
                  <a:pt x="3632584" y="6452914"/>
                </a:lnTo>
                <a:lnTo>
                  <a:pt x="3538753" y="6359082"/>
                </a:lnTo>
                <a:lnTo>
                  <a:pt x="3538203" y="6359082"/>
                </a:lnTo>
                <a:cubicBezTo>
                  <a:pt x="3538203" y="6358532"/>
                  <a:pt x="3354379" y="6358532"/>
                  <a:pt x="3354379" y="6358532"/>
                </a:cubicBezTo>
                <a:cubicBezTo>
                  <a:pt x="3353282" y="6349204"/>
                  <a:pt x="3345600" y="6342071"/>
                  <a:pt x="3335723" y="6342071"/>
                </a:cubicBezTo>
                <a:cubicBezTo>
                  <a:pt x="3325846" y="6342071"/>
                  <a:pt x="3317066" y="6350301"/>
                  <a:pt x="3317066" y="6360727"/>
                </a:cubicBezTo>
                <a:cubicBezTo>
                  <a:pt x="3317066" y="6371153"/>
                  <a:pt x="3325297" y="6379384"/>
                  <a:pt x="3335723" y="6379384"/>
                </a:cubicBezTo>
                <a:cubicBezTo>
                  <a:pt x="3346148" y="6379384"/>
                  <a:pt x="3353282" y="6372251"/>
                  <a:pt x="3354379" y="6362923"/>
                </a:cubicBezTo>
                <a:lnTo>
                  <a:pt x="3536009" y="6362923"/>
                </a:lnTo>
                <a:lnTo>
                  <a:pt x="3629842" y="6456755"/>
                </a:lnTo>
                <a:lnTo>
                  <a:pt x="3630390" y="6456755"/>
                </a:lnTo>
                <a:cubicBezTo>
                  <a:pt x="3630390" y="6457304"/>
                  <a:pt x="3923960" y="6457304"/>
                  <a:pt x="3923960" y="6457304"/>
                </a:cubicBezTo>
                <a:lnTo>
                  <a:pt x="4012306" y="6368958"/>
                </a:lnTo>
                <a:cubicBezTo>
                  <a:pt x="4019439" y="6374446"/>
                  <a:pt x="4030414" y="6373897"/>
                  <a:pt x="4036998" y="6367312"/>
                </a:cubicBezTo>
                <a:cubicBezTo>
                  <a:pt x="4044132" y="6360179"/>
                  <a:pt x="4044132" y="6348107"/>
                  <a:pt x="4036998" y="6340973"/>
                </a:cubicBezTo>
                <a:cubicBezTo>
                  <a:pt x="4033431" y="6337406"/>
                  <a:pt x="4028630" y="6335623"/>
                  <a:pt x="4023829" y="6335623"/>
                </a:cubicBezTo>
                <a:close/>
                <a:moveTo>
                  <a:pt x="5429672" y="6278558"/>
                </a:moveTo>
                <a:cubicBezTo>
                  <a:pt x="5424871" y="6278558"/>
                  <a:pt x="5420070" y="6280341"/>
                  <a:pt x="5416503" y="6283907"/>
                </a:cubicBezTo>
                <a:cubicBezTo>
                  <a:pt x="5409370" y="6291041"/>
                  <a:pt x="5409370" y="6300917"/>
                  <a:pt x="5414856" y="6308601"/>
                </a:cubicBezTo>
                <a:lnTo>
                  <a:pt x="4905088" y="6818369"/>
                </a:lnTo>
                <a:lnTo>
                  <a:pt x="4650477" y="6818369"/>
                </a:lnTo>
                <a:lnTo>
                  <a:pt x="4394770" y="7074077"/>
                </a:lnTo>
                <a:cubicBezTo>
                  <a:pt x="4387637" y="7068590"/>
                  <a:pt x="4376662" y="7069139"/>
                  <a:pt x="4370077" y="7075724"/>
                </a:cubicBezTo>
                <a:cubicBezTo>
                  <a:pt x="4362944" y="7082856"/>
                  <a:pt x="4362944" y="7094929"/>
                  <a:pt x="4370077" y="7102062"/>
                </a:cubicBezTo>
                <a:cubicBezTo>
                  <a:pt x="4377210" y="7109196"/>
                  <a:pt x="4389282" y="7109196"/>
                  <a:pt x="4396416" y="7102062"/>
                </a:cubicBezTo>
                <a:cubicBezTo>
                  <a:pt x="4403001" y="7095478"/>
                  <a:pt x="4403550" y="7085052"/>
                  <a:pt x="4398062" y="7077370"/>
                </a:cubicBezTo>
                <a:lnTo>
                  <a:pt x="4652124" y="6823309"/>
                </a:lnTo>
                <a:lnTo>
                  <a:pt x="4906734" y="6823309"/>
                </a:lnTo>
                <a:lnTo>
                  <a:pt x="5418150" y="6311892"/>
                </a:lnTo>
                <a:cubicBezTo>
                  <a:pt x="5425282" y="6317380"/>
                  <a:pt x="5436257" y="6316831"/>
                  <a:pt x="5442842" y="6310246"/>
                </a:cubicBezTo>
                <a:cubicBezTo>
                  <a:pt x="5449976" y="6303113"/>
                  <a:pt x="5449976" y="6291041"/>
                  <a:pt x="5442842" y="6283907"/>
                </a:cubicBezTo>
                <a:cubicBezTo>
                  <a:pt x="5439275" y="6280341"/>
                  <a:pt x="5434474" y="6278558"/>
                  <a:pt x="5429672" y="6278558"/>
                </a:cubicBezTo>
                <a:close/>
                <a:moveTo>
                  <a:pt x="2805102" y="6258664"/>
                </a:moveTo>
                <a:cubicBezTo>
                  <a:pt x="2794676" y="6258664"/>
                  <a:pt x="2787542" y="6265798"/>
                  <a:pt x="2786445" y="6275126"/>
                </a:cubicBezTo>
                <a:lnTo>
                  <a:pt x="2083523" y="6275126"/>
                </a:lnTo>
                <a:lnTo>
                  <a:pt x="1833851" y="6524798"/>
                </a:lnTo>
                <a:lnTo>
                  <a:pt x="1705448" y="6524798"/>
                </a:lnTo>
                <a:lnTo>
                  <a:pt x="1361944" y="6868302"/>
                </a:lnTo>
                <a:lnTo>
                  <a:pt x="696884" y="6868302"/>
                </a:lnTo>
                <a:lnTo>
                  <a:pt x="467516" y="7097670"/>
                </a:lnTo>
                <a:lnTo>
                  <a:pt x="37312" y="7097670"/>
                </a:lnTo>
                <a:cubicBezTo>
                  <a:pt x="36216" y="7088342"/>
                  <a:pt x="28534" y="7081209"/>
                  <a:pt x="18656" y="7081209"/>
                </a:cubicBezTo>
                <a:cubicBezTo>
                  <a:pt x="8778" y="7081209"/>
                  <a:pt x="0" y="7089440"/>
                  <a:pt x="0" y="7099866"/>
                </a:cubicBezTo>
                <a:cubicBezTo>
                  <a:pt x="0" y="7110291"/>
                  <a:pt x="8230" y="7118523"/>
                  <a:pt x="18656" y="7118523"/>
                </a:cubicBezTo>
                <a:cubicBezTo>
                  <a:pt x="29082" y="7118523"/>
                  <a:pt x="36216" y="7111389"/>
                  <a:pt x="37312" y="7102060"/>
                </a:cubicBezTo>
                <a:lnTo>
                  <a:pt x="469162" y="7102060"/>
                </a:lnTo>
                <a:lnTo>
                  <a:pt x="698532" y="6872692"/>
                </a:lnTo>
                <a:lnTo>
                  <a:pt x="1363590" y="6872692"/>
                </a:lnTo>
                <a:lnTo>
                  <a:pt x="1707095" y="6529187"/>
                </a:lnTo>
                <a:lnTo>
                  <a:pt x="1835498" y="6529187"/>
                </a:lnTo>
                <a:lnTo>
                  <a:pt x="2085169" y="6279516"/>
                </a:lnTo>
                <a:lnTo>
                  <a:pt x="2786445" y="6279516"/>
                </a:lnTo>
                <a:cubicBezTo>
                  <a:pt x="2787542" y="6288844"/>
                  <a:pt x="2795225" y="6295978"/>
                  <a:pt x="2805102" y="6295978"/>
                </a:cubicBezTo>
                <a:cubicBezTo>
                  <a:pt x="2814979" y="6295978"/>
                  <a:pt x="2823759" y="6287747"/>
                  <a:pt x="2823759" y="6277321"/>
                </a:cubicBezTo>
                <a:cubicBezTo>
                  <a:pt x="2823759" y="6266895"/>
                  <a:pt x="2815528" y="6258664"/>
                  <a:pt x="2805102" y="6258664"/>
                </a:cubicBezTo>
                <a:close/>
                <a:moveTo>
                  <a:pt x="2804554" y="6175257"/>
                </a:moveTo>
                <a:cubicBezTo>
                  <a:pt x="2794128" y="6175257"/>
                  <a:pt x="2786994" y="6182391"/>
                  <a:pt x="2785897" y="6191720"/>
                </a:cubicBezTo>
                <a:lnTo>
                  <a:pt x="2621826" y="6191720"/>
                </a:lnTo>
                <a:cubicBezTo>
                  <a:pt x="2620729" y="6182391"/>
                  <a:pt x="2613047" y="6175257"/>
                  <a:pt x="2603170" y="6175257"/>
                </a:cubicBezTo>
                <a:cubicBezTo>
                  <a:pt x="2593292" y="6175257"/>
                  <a:pt x="2584513" y="6183488"/>
                  <a:pt x="2584513" y="6193914"/>
                </a:cubicBezTo>
                <a:cubicBezTo>
                  <a:pt x="2584513" y="6204340"/>
                  <a:pt x="2592744" y="6212571"/>
                  <a:pt x="2603170" y="6212571"/>
                </a:cubicBezTo>
                <a:cubicBezTo>
                  <a:pt x="2612498" y="6212571"/>
                  <a:pt x="2620729" y="6205437"/>
                  <a:pt x="2621826" y="6196109"/>
                </a:cubicBezTo>
                <a:lnTo>
                  <a:pt x="2785897" y="6196109"/>
                </a:lnTo>
                <a:cubicBezTo>
                  <a:pt x="2786994" y="6205437"/>
                  <a:pt x="2794676" y="6212571"/>
                  <a:pt x="2804554" y="6212571"/>
                </a:cubicBezTo>
                <a:cubicBezTo>
                  <a:pt x="2814430" y="6212571"/>
                  <a:pt x="2823210" y="6204340"/>
                  <a:pt x="2823210" y="6193914"/>
                </a:cubicBezTo>
                <a:cubicBezTo>
                  <a:pt x="2823210" y="6183488"/>
                  <a:pt x="2814979" y="6175257"/>
                  <a:pt x="2804554" y="6175257"/>
                </a:cubicBezTo>
                <a:close/>
                <a:moveTo>
                  <a:pt x="5032942" y="6093636"/>
                </a:moveTo>
                <a:cubicBezTo>
                  <a:pt x="5028140" y="6093636"/>
                  <a:pt x="5023339" y="6095419"/>
                  <a:pt x="5019772" y="6098986"/>
                </a:cubicBezTo>
                <a:cubicBezTo>
                  <a:pt x="5013188" y="6105571"/>
                  <a:pt x="5012639" y="6115997"/>
                  <a:pt x="5018126" y="6123679"/>
                </a:cubicBezTo>
                <a:lnTo>
                  <a:pt x="4240576" y="6901227"/>
                </a:lnTo>
                <a:lnTo>
                  <a:pt x="3982126" y="6901227"/>
                </a:lnTo>
                <a:lnTo>
                  <a:pt x="3452054" y="7431300"/>
                </a:lnTo>
                <a:lnTo>
                  <a:pt x="2989475" y="7431300"/>
                </a:lnTo>
                <a:lnTo>
                  <a:pt x="1999568" y="8421206"/>
                </a:lnTo>
                <a:lnTo>
                  <a:pt x="1184156" y="8421206"/>
                </a:lnTo>
                <a:lnTo>
                  <a:pt x="807180" y="8798184"/>
                </a:lnTo>
                <a:cubicBezTo>
                  <a:pt x="800046" y="8792696"/>
                  <a:pt x="789072" y="8793245"/>
                  <a:pt x="782486" y="8799830"/>
                </a:cubicBezTo>
                <a:cubicBezTo>
                  <a:pt x="775352" y="8806963"/>
                  <a:pt x="775352" y="8819035"/>
                  <a:pt x="782486" y="8826169"/>
                </a:cubicBezTo>
                <a:cubicBezTo>
                  <a:pt x="789620" y="8833301"/>
                  <a:pt x="801692" y="8833301"/>
                  <a:pt x="808826" y="8826169"/>
                </a:cubicBezTo>
                <a:cubicBezTo>
                  <a:pt x="815410" y="8819584"/>
                  <a:pt x="815960" y="8809158"/>
                  <a:pt x="810472" y="8801475"/>
                </a:cubicBezTo>
                <a:lnTo>
                  <a:pt x="1185802" y="8426145"/>
                </a:lnTo>
                <a:lnTo>
                  <a:pt x="2001214" y="8426145"/>
                </a:lnTo>
                <a:lnTo>
                  <a:pt x="2991121" y="7436238"/>
                </a:lnTo>
                <a:lnTo>
                  <a:pt x="3453699" y="7436238"/>
                </a:lnTo>
                <a:lnTo>
                  <a:pt x="3983772" y="6906167"/>
                </a:lnTo>
                <a:lnTo>
                  <a:pt x="4242224" y="6906167"/>
                </a:lnTo>
                <a:lnTo>
                  <a:pt x="5021418" y="6126971"/>
                </a:lnTo>
                <a:cubicBezTo>
                  <a:pt x="5028552" y="6132458"/>
                  <a:pt x="5039526" y="6131910"/>
                  <a:pt x="5046112" y="6125325"/>
                </a:cubicBezTo>
                <a:cubicBezTo>
                  <a:pt x="5053245" y="6118191"/>
                  <a:pt x="5053245" y="6106119"/>
                  <a:pt x="5046112" y="6098986"/>
                </a:cubicBezTo>
                <a:cubicBezTo>
                  <a:pt x="5042545" y="6095419"/>
                  <a:pt x="5037743" y="6093636"/>
                  <a:pt x="5032942" y="6093636"/>
                </a:cubicBezTo>
                <a:close/>
                <a:moveTo>
                  <a:pt x="2804554" y="6091851"/>
                </a:moveTo>
                <a:cubicBezTo>
                  <a:pt x="2794128" y="6091851"/>
                  <a:pt x="2786994" y="6098984"/>
                  <a:pt x="2785897" y="6108312"/>
                </a:cubicBezTo>
                <a:lnTo>
                  <a:pt x="2039076" y="6108312"/>
                </a:lnTo>
                <a:lnTo>
                  <a:pt x="1539184" y="6608204"/>
                </a:lnTo>
                <a:lnTo>
                  <a:pt x="856016" y="6608204"/>
                </a:lnTo>
                <a:lnTo>
                  <a:pt x="609636" y="6854584"/>
                </a:lnTo>
                <a:lnTo>
                  <a:pt x="196444" y="6854584"/>
                </a:lnTo>
                <a:cubicBezTo>
                  <a:pt x="195346" y="6845255"/>
                  <a:pt x="187664" y="6838122"/>
                  <a:pt x="177786" y="6838122"/>
                </a:cubicBezTo>
                <a:cubicBezTo>
                  <a:pt x="167910" y="6838122"/>
                  <a:pt x="159130" y="6846352"/>
                  <a:pt x="159130" y="6856778"/>
                </a:cubicBezTo>
                <a:cubicBezTo>
                  <a:pt x="159130" y="6867204"/>
                  <a:pt x="167360" y="6875435"/>
                  <a:pt x="177786" y="6875435"/>
                </a:cubicBezTo>
                <a:cubicBezTo>
                  <a:pt x="188214" y="6875435"/>
                  <a:pt x="195346" y="6868302"/>
                  <a:pt x="196444" y="6858974"/>
                </a:cubicBezTo>
                <a:lnTo>
                  <a:pt x="611832" y="6858974"/>
                </a:lnTo>
                <a:lnTo>
                  <a:pt x="858212" y="6612594"/>
                </a:lnTo>
                <a:lnTo>
                  <a:pt x="1541379" y="6612594"/>
                </a:lnTo>
                <a:lnTo>
                  <a:pt x="2041271" y="6112703"/>
                </a:lnTo>
                <a:lnTo>
                  <a:pt x="2785897" y="6112703"/>
                </a:lnTo>
                <a:cubicBezTo>
                  <a:pt x="2786994" y="6122031"/>
                  <a:pt x="2794676" y="6129164"/>
                  <a:pt x="2804554" y="6129164"/>
                </a:cubicBezTo>
                <a:cubicBezTo>
                  <a:pt x="2814979" y="6129164"/>
                  <a:pt x="2823210" y="6120934"/>
                  <a:pt x="2823210" y="6110508"/>
                </a:cubicBezTo>
                <a:cubicBezTo>
                  <a:pt x="2823210" y="6100081"/>
                  <a:pt x="2814979" y="6091851"/>
                  <a:pt x="2804554" y="6091851"/>
                </a:cubicBezTo>
                <a:close/>
                <a:moveTo>
                  <a:pt x="3537106" y="6091851"/>
                </a:moveTo>
                <a:cubicBezTo>
                  <a:pt x="3526680" y="6091851"/>
                  <a:pt x="3519548" y="6098984"/>
                  <a:pt x="3518449" y="6108312"/>
                </a:cubicBezTo>
                <a:lnTo>
                  <a:pt x="3354379" y="6108312"/>
                </a:lnTo>
                <a:cubicBezTo>
                  <a:pt x="3353282" y="6098984"/>
                  <a:pt x="3345600" y="6091851"/>
                  <a:pt x="3335723" y="6091851"/>
                </a:cubicBezTo>
                <a:cubicBezTo>
                  <a:pt x="3325846" y="6091851"/>
                  <a:pt x="3317066" y="6100081"/>
                  <a:pt x="3317066" y="6110508"/>
                </a:cubicBezTo>
                <a:cubicBezTo>
                  <a:pt x="3317066" y="6120934"/>
                  <a:pt x="3325297" y="6129164"/>
                  <a:pt x="3335723" y="6129164"/>
                </a:cubicBezTo>
                <a:cubicBezTo>
                  <a:pt x="3345051" y="6129164"/>
                  <a:pt x="3353282" y="6122031"/>
                  <a:pt x="3354379" y="6112703"/>
                </a:cubicBezTo>
                <a:lnTo>
                  <a:pt x="3518449" y="6112703"/>
                </a:lnTo>
                <a:cubicBezTo>
                  <a:pt x="3519548" y="6122031"/>
                  <a:pt x="3527229" y="6129164"/>
                  <a:pt x="3537106" y="6129164"/>
                </a:cubicBezTo>
                <a:cubicBezTo>
                  <a:pt x="3546984" y="6129164"/>
                  <a:pt x="3555763" y="6120934"/>
                  <a:pt x="3555763" y="6110508"/>
                </a:cubicBezTo>
                <a:cubicBezTo>
                  <a:pt x="3555763" y="6100081"/>
                  <a:pt x="3547532" y="6091851"/>
                  <a:pt x="3537106" y="6091851"/>
                </a:cubicBezTo>
                <a:close/>
                <a:moveTo>
                  <a:pt x="12898423" y="6025593"/>
                </a:moveTo>
                <a:cubicBezTo>
                  <a:pt x="12893622" y="6025593"/>
                  <a:pt x="12888820" y="6027377"/>
                  <a:pt x="12885254" y="6030944"/>
                </a:cubicBezTo>
                <a:cubicBezTo>
                  <a:pt x="12878120" y="6038077"/>
                  <a:pt x="12878120" y="6050149"/>
                  <a:pt x="12885254" y="6057283"/>
                </a:cubicBezTo>
                <a:cubicBezTo>
                  <a:pt x="12891838" y="6063867"/>
                  <a:pt x="12902265" y="6064416"/>
                  <a:pt x="12909946" y="6058928"/>
                </a:cubicBezTo>
                <a:lnTo>
                  <a:pt x="12959881" y="6108862"/>
                </a:lnTo>
                <a:lnTo>
                  <a:pt x="12960428" y="6108862"/>
                </a:lnTo>
                <a:cubicBezTo>
                  <a:pt x="12960428" y="6109412"/>
                  <a:pt x="14895795" y="6109412"/>
                  <a:pt x="14895795" y="6109412"/>
                </a:cubicBezTo>
                <a:lnTo>
                  <a:pt x="15247532" y="6461147"/>
                </a:lnTo>
                <a:cubicBezTo>
                  <a:pt x="15242044" y="6468280"/>
                  <a:pt x="15242594" y="6479255"/>
                  <a:pt x="15249178" y="6485840"/>
                </a:cubicBezTo>
                <a:cubicBezTo>
                  <a:pt x="15256311" y="6492973"/>
                  <a:pt x="15268383" y="6492973"/>
                  <a:pt x="15275517" y="6485840"/>
                </a:cubicBezTo>
                <a:cubicBezTo>
                  <a:pt x="15282649" y="6478706"/>
                  <a:pt x="15282649" y="6466634"/>
                  <a:pt x="15275517" y="6459501"/>
                </a:cubicBezTo>
                <a:cubicBezTo>
                  <a:pt x="15268932" y="6452916"/>
                  <a:pt x="15258506" y="6452367"/>
                  <a:pt x="15250825" y="6457855"/>
                </a:cubicBezTo>
                <a:lnTo>
                  <a:pt x="14898539" y="6105571"/>
                </a:lnTo>
                <a:lnTo>
                  <a:pt x="14897992" y="6105571"/>
                </a:lnTo>
                <a:cubicBezTo>
                  <a:pt x="14897992" y="6105022"/>
                  <a:pt x="12962625" y="6105022"/>
                  <a:pt x="12962625" y="6105022"/>
                </a:cubicBezTo>
                <a:lnTo>
                  <a:pt x="12913239" y="6055636"/>
                </a:lnTo>
                <a:cubicBezTo>
                  <a:pt x="12918726" y="6048502"/>
                  <a:pt x="12918177" y="6037528"/>
                  <a:pt x="12911593" y="6030944"/>
                </a:cubicBezTo>
                <a:cubicBezTo>
                  <a:pt x="12908026" y="6027377"/>
                  <a:pt x="12903224" y="6025593"/>
                  <a:pt x="12898423" y="6025593"/>
                </a:cubicBezTo>
                <a:close/>
                <a:moveTo>
                  <a:pt x="2805102" y="6008444"/>
                </a:moveTo>
                <a:cubicBezTo>
                  <a:pt x="2794676" y="6008444"/>
                  <a:pt x="2787542" y="6015577"/>
                  <a:pt x="2786445" y="6024906"/>
                </a:cubicBezTo>
                <a:lnTo>
                  <a:pt x="2018774" y="6024906"/>
                </a:lnTo>
                <a:lnTo>
                  <a:pt x="1510650" y="6533028"/>
                </a:lnTo>
                <a:lnTo>
                  <a:pt x="1277989" y="6533028"/>
                </a:lnTo>
                <a:lnTo>
                  <a:pt x="1184156" y="6439196"/>
                </a:lnTo>
                <a:lnTo>
                  <a:pt x="1183608" y="6439196"/>
                </a:lnTo>
                <a:cubicBezTo>
                  <a:pt x="1183608" y="6438647"/>
                  <a:pt x="931192" y="6438647"/>
                  <a:pt x="931192" y="6438647"/>
                </a:cubicBezTo>
                <a:lnTo>
                  <a:pt x="686458" y="6683380"/>
                </a:lnTo>
                <a:lnTo>
                  <a:pt x="171752" y="6683380"/>
                </a:lnTo>
                <a:lnTo>
                  <a:pt x="32374" y="6822757"/>
                </a:lnTo>
                <a:cubicBezTo>
                  <a:pt x="25240" y="6817270"/>
                  <a:pt x="14266" y="6817819"/>
                  <a:pt x="7682" y="6824403"/>
                </a:cubicBezTo>
                <a:cubicBezTo>
                  <a:pt x="548" y="6831538"/>
                  <a:pt x="548" y="6843609"/>
                  <a:pt x="7682" y="6850743"/>
                </a:cubicBezTo>
                <a:cubicBezTo>
                  <a:pt x="14814" y="6857876"/>
                  <a:pt x="26886" y="6857876"/>
                  <a:pt x="34020" y="6850743"/>
                </a:cubicBezTo>
                <a:lnTo>
                  <a:pt x="34568" y="6850743"/>
                </a:lnTo>
                <a:cubicBezTo>
                  <a:pt x="41154" y="6844158"/>
                  <a:pt x="41702" y="6833732"/>
                  <a:pt x="36216" y="6826050"/>
                </a:cubicBezTo>
                <a:lnTo>
                  <a:pt x="174494" y="6687770"/>
                </a:lnTo>
                <a:lnTo>
                  <a:pt x="688654" y="6687770"/>
                </a:lnTo>
                <a:lnTo>
                  <a:pt x="933388" y="6443037"/>
                </a:lnTo>
                <a:lnTo>
                  <a:pt x="1181412" y="6443037"/>
                </a:lnTo>
                <a:lnTo>
                  <a:pt x="1275245" y="6536870"/>
                </a:lnTo>
                <a:lnTo>
                  <a:pt x="1275794" y="6536870"/>
                </a:lnTo>
                <a:cubicBezTo>
                  <a:pt x="1275794" y="6537419"/>
                  <a:pt x="1512845" y="6537419"/>
                  <a:pt x="1512845" y="6537419"/>
                </a:cubicBezTo>
                <a:lnTo>
                  <a:pt x="2020968" y="6029295"/>
                </a:lnTo>
                <a:lnTo>
                  <a:pt x="2786445" y="6029295"/>
                </a:lnTo>
                <a:cubicBezTo>
                  <a:pt x="2787542" y="6038624"/>
                  <a:pt x="2795225" y="6045757"/>
                  <a:pt x="2805102" y="6045757"/>
                </a:cubicBezTo>
                <a:cubicBezTo>
                  <a:pt x="2814979" y="6045757"/>
                  <a:pt x="2823759" y="6037526"/>
                  <a:pt x="2823759" y="6027101"/>
                </a:cubicBezTo>
                <a:cubicBezTo>
                  <a:pt x="2823759" y="6016675"/>
                  <a:pt x="2815528" y="6008444"/>
                  <a:pt x="2805102" y="6008444"/>
                </a:cubicBezTo>
                <a:close/>
                <a:moveTo>
                  <a:pt x="4046876" y="6008444"/>
                </a:moveTo>
                <a:cubicBezTo>
                  <a:pt x="4036450" y="6008444"/>
                  <a:pt x="4029316" y="6015577"/>
                  <a:pt x="4028219" y="6024906"/>
                </a:cubicBezTo>
                <a:lnTo>
                  <a:pt x="3354379" y="6024906"/>
                </a:lnTo>
                <a:cubicBezTo>
                  <a:pt x="3353282" y="6015577"/>
                  <a:pt x="3345600" y="6008444"/>
                  <a:pt x="3335723" y="6008444"/>
                </a:cubicBezTo>
                <a:cubicBezTo>
                  <a:pt x="3325846" y="6008444"/>
                  <a:pt x="3317066" y="6016675"/>
                  <a:pt x="3317066" y="6027101"/>
                </a:cubicBezTo>
                <a:cubicBezTo>
                  <a:pt x="3317066" y="6037526"/>
                  <a:pt x="3325297" y="6045757"/>
                  <a:pt x="3335723" y="6045757"/>
                </a:cubicBezTo>
                <a:cubicBezTo>
                  <a:pt x="3345051" y="6045757"/>
                  <a:pt x="3353282" y="6038624"/>
                  <a:pt x="3354379" y="6029295"/>
                </a:cubicBezTo>
                <a:lnTo>
                  <a:pt x="4028219" y="6029295"/>
                </a:lnTo>
                <a:cubicBezTo>
                  <a:pt x="4029316" y="6038624"/>
                  <a:pt x="4036998" y="6045757"/>
                  <a:pt x="4046876" y="6045757"/>
                </a:cubicBezTo>
                <a:cubicBezTo>
                  <a:pt x="4056752" y="6045757"/>
                  <a:pt x="4065533" y="6037526"/>
                  <a:pt x="4065533" y="6027101"/>
                </a:cubicBezTo>
                <a:cubicBezTo>
                  <a:pt x="4065533" y="6016675"/>
                  <a:pt x="4057302" y="6008444"/>
                  <a:pt x="4046876" y="6008444"/>
                </a:cubicBezTo>
                <a:close/>
                <a:moveTo>
                  <a:pt x="2804004" y="5926136"/>
                </a:moveTo>
                <a:cubicBezTo>
                  <a:pt x="2793579" y="5926136"/>
                  <a:pt x="2786445" y="5933270"/>
                  <a:pt x="2785348" y="5942599"/>
                </a:cubicBezTo>
                <a:lnTo>
                  <a:pt x="1992983" y="5942599"/>
                </a:lnTo>
                <a:lnTo>
                  <a:pt x="1601739" y="6333841"/>
                </a:lnTo>
                <a:lnTo>
                  <a:pt x="932838" y="6333841"/>
                </a:lnTo>
                <a:lnTo>
                  <a:pt x="706762" y="6559919"/>
                </a:lnTo>
                <a:lnTo>
                  <a:pt x="441726" y="6559919"/>
                </a:lnTo>
                <a:cubicBezTo>
                  <a:pt x="440628" y="6550590"/>
                  <a:pt x="432946" y="6543456"/>
                  <a:pt x="423070" y="6543456"/>
                </a:cubicBezTo>
                <a:cubicBezTo>
                  <a:pt x="413192" y="6543456"/>
                  <a:pt x="404412" y="6551687"/>
                  <a:pt x="404412" y="6562113"/>
                </a:cubicBezTo>
                <a:cubicBezTo>
                  <a:pt x="404412" y="6572539"/>
                  <a:pt x="412644" y="6580770"/>
                  <a:pt x="423070" y="6580770"/>
                </a:cubicBezTo>
                <a:cubicBezTo>
                  <a:pt x="433494" y="6580770"/>
                  <a:pt x="440628" y="6573636"/>
                  <a:pt x="441726" y="6564307"/>
                </a:cubicBezTo>
                <a:lnTo>
                  <a:pt x="708958" y="6564307"/>
                </a:lnTo>
                <a:lnTo>
                  <a:pt x="935034" y="6338232"/>
                </a:lnTo>
                <a:lnTo>
                  <a:pt x="1603934" y="6338232"/>
                </a:lnTo>
                <a:lnTo>
                  <a:pt x="1995178" y="5946987"/>
                </a:lnTo>
                <a:lnTo>
                  <a:pt x="2785348" y="5946987"/>
                </a:lnTo>
                <a:cubicBezTo>
                  <a:pt x="2786445" y="5956316"/>
                  <a:pt x="2794127" y="5963450"/>
                  <a:pt x="2804004" y="5963450"/>
                </a:cubicBezTo>
                <a:cubicBezTo>
                  <a:pt x="2813881" y="5963450"/>
                  <a:pt x="2822662" y="5955218"/>
                  <a:pt x="2822662" y="5944793"/>
                </a:cubicBezTo>
                <a:cubicBezTo>
                  <a:pt x="2822662" y="5934367"/>
                  <a:pt x="2814430" y="5926136"/>
                  <a:pt x="2804004" y="5926136"/>
                </a:cubicBezTo>
                <a:close/>
                <a:moveTo>
                  <a:pt x="11466789" y="5863170"/>
                </a:moveTo>
                <a:cubicBezTo>
                  <a:pt x="11461988" y="5863170"/>
                  <a:pt x="11457187" y="5864953"/>
                  <a:pt x="11453620" y="5868520"/>
                </a:cubicBezTo>
                <a:cubicBezTo>
                  <a:pt x="11446487" y="5875653"/>
                  <a:pt x="11446487" y="5887725"/>
                  <a:pt x="11453620" y="5894858"/>
                </a:cubicBezTo>
                <a:cubicBezTo>
                  <a:pt x="11460204" y="5901444"/>
                  <a:pt x="11470629" y="5901992"/>
                  <a:pt x="11478312" y="5896505"/>
                </a:cubicBezTo>
                <a:lnTo>
                  <a:pt x="11798770" y="6216962"/>
                </a:lnTo>
                <a:lnTo>
                  <a:pt x="11799319" y="6216962"/>
                </a:lnTo>
                <a:cubicBezTo>
                  <a:pt x="11799319" y="6217512"/>
                  <a:pt x="12278359" y="6217512"/>
                  <a:pt x="12278359" y="6217512"/>
                </a:cubicBezTo>
                <a:lnTo>
                  <a:pt x="12570284" y="6509985"/>
                </a:lnTo>
                <a:lnTo>
                  <a:pt x="12570831" y="6509985"/>
                </a:lnTo>
                <a:cubicBezTo>
                  <a:pt x="12570831" y="6510533"/>
                  <a:pt x="13854309" y="6510533"/>
                  <a:pt x="13854309" y="6510533"/>
                </a:cubicBezTo>
                <a:lnTo>
                  <a:pt x="14513881" y="7170105"/>
                </a:lnTo>
                <a:lnTo>
                  <a:pt x="14514429" y="7170105"/>
                </a:lnTo>
                <a:cubicBezTo>
                  <a:pt x="14514429" y="7170654"/>
                  <a:pt x="15260152" y="7170654"/>
                  <a:pt x="15260152" y="7170654"/>
                </a:cubicBezTo>
                <a:lnTo>
                  <a:pt x="15528481" y="6902325"/>
                </a:lnTo>
                <a:lnTo>
                  <a:pt x="15694745" y="6902325"/>
                </a:lnTo>
                <a:cubicBezTo>
                  <a:pt x="15695843" y="6911653"/>
                  <a:pt x="15703526" y="6918787"/>
                  <a:pt x="15713402" y="6918787"/>
                </a:cubicBezTo>
                <a:cubicBezTo>
                  <a:pt x="15723280" y="6918787"/>
                  <a:pt x="15732060" y="6910556"/>
                  <a:pt x="15732060" y="6900130"/>
                </a:cubicBezTo>
                <a:cubicBezTo>
                  <a:pt x="15732060" y="6889704"/>
                  <a:pt x="15723828" y="6881473"/>
                  <a:pt x="15713402" y="6881473"/>
                </a:cubicBezTo>
                <a:lnTo>
                  <a:pt x="15712305" y="6880925"/>
                </a:lnTo>
                <a:cubicBezTo>
                  <a:pt x="15702977" y="6880925"/>
                  <a:pt x="15694745" y="6888057"/>
                  <a:pt x="15693648" y="6897386"/>
                </a:cubicBezTo>
                <a:lnTo>
                  <a:pt x="15525737" y="6897386"/>
                </a:lnTo>
                <a:lnTo>
                  <a:pt x="15257409" y="7165715"/>
                </a:lnTo>
                <a:lnTo>
                  <a:pt x="14516076" y="7165715"/>
                </a:lnTo>
                <a:lnTo>
                  <a:pt x="13856504" y="6506142"/>
                </a:lnTo>
                <a:lnTo>
                  <a:pt x="13855954" y="6506142"/>
                </a:lnTo>
                <a:cubicBezTo>
                  <a:pt x="13855954" y="6505594"/>
                  <a:pt x="12572478" y="6505594"/>
                  <a:pt x="12572478" y="6505594"/>
                </a:cubicBezTo>
                <a:lnTo>
                  <a:pt x="12280554" y="6213121"/>
                </a:lnTo>
                <a:lnTo>
                  <a:pt x="12280005" y="6213121"/>
                </a:lnTo>
                <a:cubicBezTo>
                  <a:pt x="12280005" y="6212573"/>
                  <a:pt x="11800964" y="6212573"/>
                  <a:pt x="11800964" y="6212573"/>
                </a:cubicBezTo>
                <a:lnTo>
                  <a:pt x="11481604" y="5893212"/>
                </a:lnTo>
                <a:cubicBezTo>
                  <a:pt x="11487092" y="5886079"/>
                  <a:pt x="11486544" y="5875104"/>
                  <a:pt x="11479958" y="5868520"/>
                </a:cubicBezTo>
                <a:cubicBezTo>
                  <a:pt x="11476392" y="5864953"/>
                  <a:pt x="11471591" y="5863170"/>
                  <a:pt x="11466789" y="5863170"/>
                </a:cubicBezTo>
                <a:close/>
                <a:moveTo>
                  <a:pt x="10306776" y="5831892"/>
                </a:moveTo>
                <a:cubicBezTo>
                  <a:pt x="10301974" y="5831892"/>
                  <a:pt x="10297173" y="5833675"/>
                  <a:pt x="10293606" y="5837242"/>
                </a:cubicBezTo>
                <a:cubicBezTo>
                  <a:pt x="10286473" y="5844375"/>
                  <a:pt x="10286473" y="5856447"/>
                  <a:pt x="10293606" y="5863581"/>
                </a:cubicBezTo>
                <a:cubicBezTo>
                  <a:pt x="10300191" y="5870166"/>
                  <a:pt x="10310617" y="5870715"/>
                  <a:pt x="10318299" y="5865227"/>
                </a:cubicBezTo>
                <a:lnTo>
                  <a:pt x="11084873" y="6631802"/>
                </a:lnTo>
                <a:lnTo>
                  <a:pt x="11085422" y="6631802"/>
                </a:lnTo>
                <a:cubicBezTo>
                  <a:pt x="11085422" y="6632351"/>
                  <a:pt x="11608362" y="6632351"/>
                  <a:pt x="11608362" y="6632351"/>
                </a:cubicBezTo>
                <a:lnTo>
                  <a:pt x="12314575" y="7338565"/>
                </a:lnTo>
                <a:lnTo>
                  <a:pt x="12315125" y="7338565"/>
                </a:lnTo>
                <a:cubicBezTo>
                  <a:pt x="12315125" y="7339114"/>
                  <a:pt x="12698685" y="7339114"/>
                  <a:pt x="12698685" y="7339114"/>
                </a:cubicBezTo>
                <a:lnTo>
                  <a:pt x="13217234" y="7857663"/>
                </a:lnTo>
                <a:lnTo>
                  <a:pt x="13217784" y="7857663"/>
                </a:lnTo>
                <a:cubicBezTo>
                  <a:pt x="13217784" y="7858211"/>
                  <a:pt x="14276830" y="7858211"/>
                  <a:pt x="14276830" y="7858211"/>
                </a:cubicBezTo>
                <a:lnTo>
                  <a:pt x="15188818" y="8770198"/>
                </a:lnTo>
                <a:cubicBezTo>
                  <a:pt x="15183331" y="8777332"/>
                  <a:pt x="15183878" y="8788306"/>
                  <a:pt x="15190464" y="8794890"/>
                </a:cubicBezTo>
                <a:cubicBezTo>
                  <a:pt x="15197597" y="8802024"/>
                  <a:pt x="15209670" y="8802024"/>
                  <a:pt x="15216802" y="8794890"/>
                </a:cubicBezTo>
                <a:cubicBezTo>
                  <a:pt x="15223936" y="8787758"/>
                  <a:pt x="15223936" y="8775685"/>
                  <a:pt x="15216802" y="8768552"/>
                </a:cubicBezTo>
                <a:cubicBezTo>
                  <a:pt x="15210217" y="8761966"/>
                  <a:pt x="15199792" y="8761418"/>
                  <a:pt x="15192109" y="8766906"/>
                </a:cubicBezTo>
                <a:lnTo>
                  <a:pt x="14279574" y="7854370"/>
                </a:lnTo>
                <a:lnTo>
                  <a:pt x="14279025" y="7854370"/>
                </a:lnTo>
                <a:cubicBezTo>
                  <a:pt x="14279025" y="7853821"/>
                  <a:pt x="13219978" y="7853821"/>
                  <a:pt x="13219978" y="7853821"/>
                </a:cubicBezTo>
                <a:lnTo>
                  <a:pt x="12701429" y="7335272"/>
                </a:lnTo>
                <a:lnTo>
                  <a:pt x="12700880" y="7335272"/>
                </a:lnTo>
                <a:cubicBezTo>
                  <a:pt x="12700880" y="7334723"/>
                  <a:pt x="12317319" y="7334723"/>
                  <a:pt x="12317319" y="7334723"/>
                </a:cubicBezTo>
                <a:lnTo>
                  <a:pt x="11611104" y="6628510"/>
                </a:lnTo>
                <a:lnTo>
                  <a:pt x="11610556" y="6628510"/>
                </a:lnTo>
                <a:cubicBezTo>
                  <a:pt x="11610556" y="6627961"/>
                  <a:pt x="11087617" y="6627961"/>
                  <a:pt x="11087617" y="6627961"/>
                </a:cubicBezTo>
                <a:lnTo>
                  <a:pt x="10321592" y="5861935"/>
                </a:lnTo>
                <a:cubicBezTo>
                  <a:pt x="10327079" y="5854801"/>
                  <a:pt x="10326529" y="5843827"/>
                  <a:pt x="10319945" y="5837242"/>
                </a:cubicBezTo>
                <a:cubicBezTo>
                  <a:pt x="10316378" y="5833675"/>
                  <a:pt x="10311577" y="5831892"/>
                  <a:pt x="10306776" y="5831892"/>
                </a:cubicBezTo>
                <a:close/>
                <a:moveTo>
                  <a:pt x="8942636" y="5819683"/>
                </a:moveTo>
                <a:cubicBezTo>
                  <a:pt x="8932210" y="5819683"/>
                  <a:pt x="8923979" y="5827914"/>
                  <a:pt x="8923979" y="5838340"/>
                </a:cubicBezTo>
                <a:cubicBezTo>
                  <a:pt x="8923979" y="5848766"/>
                  <a:pt x="8931112" y="5855899"/>
                  <a:pt x="8940440" y="5856997"/>
                </a:cubicBezTo>
                <a:lnTo>
                  <a:pt x="8940440" y="6048502"/>
                </a:lnTo>
                <a:lnTo>
                  <a:pt x="9310833" y="6418895"/>
                </a:lnTo>
                <a:lnTo>
                  <a:pt x="9310833" y="6624667"/>
                </a:lnTo>
                <a:cubicBezTo>
                  <a:pt x="9301504" y="6625766"/>
                  <a:pt x="9294370" y="6633448"/>
                  <a:pt x="9294370" y="6643325"/>
                </a:cubicBezTo>
                <a:cubicBezTo>
                  <a:pt x="9294370" y="6653202"/>
                  <a:pt x="9302601" y="6661982"/>
                  <a:pt x="9313027" y="6661982"/>
                </a:cubicBezTo>
                <a:cubicBezTo>
                  <a:pt x="9323453" y="6661982"/>
                  <a:pt x="9331684" y="6653750"/>
                  <a:pt x="9331684" y="6643325"/>
                </a:cubicBezTo>
                <a:cubicBezTo>
                  <a:pt x="9331684" y="6632899"/>
                  <a:pt x="9324550" y="6625766"/>
                  <a:pt x="9315223" y="6624667"/>
                </a:cubicBezTo>
                <a:lnTo>
                  <a:pt x="9315223" y="6416700"/>
                </a:lnTo>
                <a:lnTo>
                  <a:pt x="8944831" y="6046308"/>
                </a:lnTo>
                <a:lnTo>
                  <a:pt x="8944831" y="5856997"/>
                </a:lnTo>
                <a:cubicBezTo>
                  <a:pt x="8954159" y="5855899"/>
                  <a:pt x="8961292" y="5848216"/>
                  <a:pt x="8961292" y="5838340"/>
                </a:cubicBezTo>
                <a:cubicBezTo>
                  <a:pt x="8961292" y="5828462"/>
                  <a:pt x="8953062" y="5819683"/>
                  <a:pt x="8942636" y="5819683"/>
                </a:cubicBezTo>
                <a:close/>
                <a:moveTo>
                  <a:pt x="11741153" y="5795127"/>
                </a:moveTo>
                <a:cubicBezTo>
                  <a:pt x="11736352" y="5795127"/>
                  <a:pt x="11731550" y="5796911"/>
                  <a:pt x="11727985" y="5800478"/>
                </a:cubicBezTo>
                <a:cubicBezTo>
                  <a:pt x="11720851" y="5807611"/>
                  <a:pt x="11720851" y="5819683"/>
                  <a:pt x="11727985" y="5826817"/>
                </a:cubicBezTo>
                <a:cubicBezTo>
                  <a:pt x="11734569" y="5833401"/>
                  <a:pt x="11744994" y="5833949"/>
                  <a:pt x="11752677" y="5828462"/>
                </a:cubicBezTo>
                <a:lnTo>
                  <a:pt x="11802611" y="5878396"/>
                </a:lnTo>
                <a:lnTo>
                  <a:pt x="11803160" y="5878396"/>
                </a:lnTo>
                <a:cubicBezTo>
                  <a:pt x="11803160" y="5878946"/>
                  <a:pt x="12455050" y="5878946"/>
                  <a:pt x="12455050" y="5878946"/>
                </a:cubicBezTo>
                <a:lnTo>
                  <a:pt x="12555466" y="5979363"/>
                </a:lnTo>
                <a:lnTo>
                  <a:pt x="12556016" y="5979363"/>
                </a:lnTo>
                <a:cubicBezTo>
                  <a:pt x="12556016" y="5979911"/>
                  <a:pt x="12677833" y="5979911"/>
                  <a:pt x="12677833" y="5979911"/>
                </a:cubicBezTo>
                <a:cubicBezTo>
                  <a:pt x="12678930" y="5989240"/>
                  <a:pt x="12686613" y="5996373"/>
                  <a:pt x="12696491" y="5996373"/>
                </a:cubicBezTo>
                <a:cubicBezTo>
                  <a:pt x="12706367" y="5996373"/>
                  <a:pt x="12715147" y="5988142"/>
                  <a:pt x="12715147" y="5977717"/>
                </a:cubicBezTo>
                <a:cubicBezTo>
                  <a:pt x="12715147" y="5967291"/>
                  <a:pt x="12706916" y="5959060"/>
                  <a:pt x="12696491" y="5959060"/>
                </a:cubicBezTo>
                <a:cubicBezTo>
                  <a:pt x="12686064" y="5959060"/>
                  <a:pt x="12678930" y="5966193"/>
                  <a:pt x="12677833" y="5975522"/>
                </a:cubicBezTo>
                <a:lnTo>
                  <a:pt x="12558210" y="5975522"/>
                </a:lnTo>
                <a:lnTo>
                  <a:pt x="12457794" y="5875104"/>
                </a:lnTo>
                <a:lnTo>
                  <a:pt x="12457245" y="5875104"/>
                </a:lnTo>
                <a:cubicBezTo>
                  <a:pt x="12457245" y="5874555"/>
                  <a:pt x="11805354" y="5874555"/>
                  <a:pt x="11805354" y="5874555"/>
                </a:cubicBezTo>
                <a:lnTo>
                  <a:pt x="11755968" y="5825170"/>
                </a:lnTo>
                <a:cubicBezTo>
                  <a:pt x="11761456" y="5818036"/>
                  <a:pt x="11760908" y="5807062"/>
                  <a:pt x="11754323" y="5800478"/>
                </a:cubicBezTo>
                <a:cubicBezTo>
                  <a:pt x="11750757" y="5796911"/>
                  <a:pt x="11745955" y="5795127"/>
                  <a:pt x="11741153" y="5795127"/>
                </a:cubicBezTo>
                <a:close/>
                <a:moveTo>
                  <a:pt x="4557194" y="5784150"/>
                </a:moveTo>
                <a:cubicBezTo>
                  <a:pt x="4552392" y="5784150"/>
                  <a:pt x="4547591" y="5785934"/>
                  <a:pt x="4544024" y="5789500"/>
                </a:cubicBezTo>
                <a:lnTo>
                  <a:pt x="4543476" y="5789500"/>
                </a:lnTo>
                <a:cubicBezTo>
                  <a:pt x="4536890" y="5796085"/>
                  <a:pt x="4536342" y="5806512"/>
                  <a:pt x="4541829" y="5814194"/>
                </a:cubicBezTo>
                <a:lnTo>
                  <a:pt x="4081446" y="6275126"/>
                </a:lnTo>
                <a:lnTo>
                  <a:pt x="3354379" y="6275126"/>
                </a:lnTo>
                <a:cubicBezTo>
                  <a:pt x="3353282" y="6265798"/>
                  <a:pt x="3345600" y="6258664"/>
                  <a:pt x="3335723" y="6258664"/>
                </a:cubicBezTo>
                <a:cubicBezTo>
                  <a:pt x="3325846" y="6258664"/>
                  <a:pt x="3317066" y="6266895"/>
                  <a:pt x="3317066" y="6277321"/>
                </a:cubicBezTo>
                <a:cubicBezTo>
                  <a:pt x="3317066" y="6287747"/>
                  <a:pt x="3325297" y="6295978"/>
                  <a:pt x="3335723" y="6295978"/>
                </a:cubicBezTo>
                <a:cubicBezTo>
                  <a:pt x="3346148" y="6295978"/>
                  <a:pt x="3353282" y="6288844"/>
                  <a:pt x="3354379" y="6279516"/>
                </a:cubicBezTo>
                <a:lnTo>
                  <a:pt x="4083641" y="6279516"/>
                </a:lnTo>
                <a:lnTo>
                  <a:pt x="4545670" y="5817486"/>
                </a:lnTo>
                <a:cubicBezTo>
                  <a:pt x="4552804" y="5822973"/>
                  <a:pt x="4563778" y="5822424"/>
                  <a:pt x="4570363" y="5815840"/>
                </a:cubicBezTo>
                <a:cubicBezTo>
                  <a:pt x="4577497" y="5808707"/>
                  <a:pt x="4577497" y="5796635"/>
                  <a:pt x="4570363" y="5789500"/>
                </a:cubicBezTo>
                <a:cubicBezTo>
                  <a:pt x="4566796" y="5785934"/>
                  <a:pt x="4561995" y="5784150"/>
                  <a:pt x="4557194" y="5784150"/>
                </a:cubicBezTo>
                <a:close/>
                <a:moveTo>
                  <a:pt x="10997625" y="5764947"/>
                </a:moveTo>
                <a:cubicBezTo>
                  <a:pt x="10992824" y="5764947"/>
                  <a:pt x="10988023" y="5766730"/>
                  <a:pt x="10984456" y="5770298"/>
                </a:cubicBezTo>
                <a:cubicBezTo>
                  <a:pt x="10977323" y="5777431"/>
                  <a:pt x="10977323" y="5789503"/>
                  <a:pt x="10984456" y="5796637"/>
                </a:cubicBezTo>
                <a:cubicBezTo>
                  <a:pt x="10991041" y="5803221"/>
                  <a:pt x="11001467" y="5803769"/>
                  <a:pt x="11009149" y="5798282"/>
                </a:cubicBezTo>
                <a:lnTo>
                  <a:pt x="11105724" y="5894858"/>
                </a:lnTo>
                <a:lnTo>
                  <a:pt x="11105724" y="6118191"/>
                </a:lnTo>
                <a:lnTo>
                  <a:pt x="11291745" y="6304211"/>
                </a:lnTo>
                <a:cubicBezTo>
                  <a:pt x="11286257" y="6311344"/>
                  <a:pt x="11286806" y="6322318"/>
                  <a:pt x="11293390" y="6328903"/>
                </a:cubicBezTo>
                <a:cubicBezTo>
                  <a:pt x="11300523" y="6336037"/>
                  <a:pt x="11312595" y="6336037"/>
                  <a:pt x="11319729" y="6328903"/>
                </a:cubicBezTo>
                <a:cubicBezTo>
                  <a:pt x="11326863" y="6321770"/>
                  <a:pt x="11326863" y="6309698"/>
                  <a:pt x="11319729" y="6302564"/>
                </a:cubicBezTo>
                <a:cubicBezTo>
                  <a:pt x="11313145" y="6295980"/>
                  <a:pt x="11302720" y="6295431"/>
                  <a:pt x="11295037" y="6300917"/>
                </a:cubicBezTo>
                <a:lnTo>
                  <a:pt x="11110115" y="6115997"/>
                </a:lnTo>
                <a:lnTo>
                  <a:pt x="11110115" y="5892664"/>
                </a:lnTo>
                <a:lnTo>
                  <a:pt x="11012441" y="5794990"/>
                </a:lnTo>
                <a:cubicBezTo>
                  <a:pt x="11017928" y="5787856"/>
                  <a:pt x="11017380" y="5776882"/>
                  <a:pt x="11010795" y="5770298"/>
                </a:cubicBezTo>
                <a:cubicBezTo>
                  <a:pt x="11007228" y="5766730"/>
                  <a:pt x="11002427" y="5764947"/>
                  <a:pt x="10997625" y="5764947"/>
                </a:cubicBezTo>
                <a:close/>
                <a:moveTo>
                  <a:pt x="9271873" y="5704998"/>
                </a:moveTo>
                <a:cubicBezTo>
                  <a:pt x="9261995" y="5704998"/>
                  <a:pt x="9253216" y="5713229"/>
                  <a:pt x="9253216" y="5723655"/>
                </a:cubicBezTo>
                <a:cubicBezTo>
                  <a:pt x="9253216" y="5734081"/>
                  <a:pt x="9261446" y="5742312"/>
                  <a:pt x="9271873" y="5742312"/>
                </a:cubicBezTo>
                <a:cubicBezTo>
                  <a:pt x="9282299" y="5742312"/>
                  <a:pt x="9289432" y="5735178"/>
                  <a:pt x="9290529" y="5725850"/>
                </a:cubicBezTo>
                <a:lnTo>
                  <a:pt x="9462830" y="5725850"/>
                </a:lnTo>
                <a:lnTo>
                  <a:pt x="10563033" y="6826051"/>
                </a:lnTo>
                <a:lnTo>
                  <a:pt x="10563581" y="6826051"/>
                </a:lnTo>
                <a:cubicBezTo>
                  <a:pt x="10563581" y="6826600"/>
                  <a:pt x="11033842" y="6826600"/>
                  <a:pt x="11033842" y="6826600"/>
                </a:cubicBezTo>
                <a:lnTo>
                  <a:pt x="11462948" y="7255706"/>
                </a:lnTo>
                <a:lnTo>
                  <a:pt x="11462948" y="7500440"/>
                </a:lnTo>
                <a:lnTo>
                  <a:pt x="12370546" y="8408036"/>
                </a:lnTo>
                <a:lnTo>
                  <a:pt x="12370546" y="8759772"/>
                </a:lnTo>
                <a:cubicBezTo>
                  <a:pt x="12361217" y="8760869"/>
                  <a:pt x="12354083" y="8768552"/>
                  <a:pt x="12354083" y="8778429"/>
                </a:cubicBezTo>
                <a:cubicBezTo>
                  <a:pt x="12354083" y="8788306"/>
                  <a:pt x="12362314" y="8797086"/>
                  <a:pt x="12372741" y="8797086"/>
                </a:cubicBezTo>
                <a:cubicBezTo>
                  <a:pt x="12383166" y="8797086"/>
                  <a:pt x="12391397" y="8788855"/>
                  <a:pt x="12391397" y="8778429"/>
                </a:cubicBezTo>
                <a:cubicBezTo>
                  <a:pt x="12391397" y="8768004"/>
                  <a:pt x="12384263" y="8760869"/>
                  <a:pt x="12374935" y="8759772"/>
                </a:cubicBezTo>
                <a:lnTo>
                  <a:pt x="12374935" y="8406391"/>
                </a:lnTo>
                <a:lnTo>
                  <a:pt x="11467338" y="7498793"/>
                </a:lnTo>
                <a:lnTo>
                  <a:pt x="11467338" y="7254060"/>
                </a:lnTo>
                <a:lnTo>
                  <a:pt x="11036585" y="6822760"/>
                </a:lnTo>
                <a:lnTo>
                  <a:pt x="11036036" y="6822760"/>
                </a:lnTo>
                <a:cubicBezTo>
                  <a:pt x="11036036" y="6822210"/>
                  <a:pt x="10565777" y="6822210"/>
                  <a:pt x="10565777" y="6822210"/>
                </a:cubicBezTo>
                <a:lnTo>
                  <a:pt x="9465574" y="5722009"/>
                </a:lnTo>
                <a:lnTo>
                  <a:pt x="9465025" y="5722009"/>
                </a:lnTo>
                <a:cubicBezTo>
                  <a:pt x="9465025" y="5721460"/>
                  <a:pt x="9290529" y="5721460"/>
                  <a:pt x="9290529" y="5721460"/>
                </a:cubicBezTo>
                <a:cubicBezTo>
                  <a:pt x="9289432" y="5712132"/>
                  <a:pt x="9281750" y="5704998"/>
                  <a:pt x="9271873" y="5704998"/>
                </a:cubicBezTo>
                <a:close/>
                <a:moveTo>
                  <a:pt x="2945028" y="5666586"/>
                </a:moveTo>
                <a:cubicBezTo>
                  <a:pt x="2934602" y="5666586"/>
                  <a:pt x="2926371" y="5674817"/>
                  <a:pt x="2926371" y="5685243"/>
                </a:cubicBezTo>
                <a:cubicBezTo>
                  <a:pt x="2926371" y="5695669"/>
                  <a:pt x="2933505" y="5702801"/>
                  <a:pt x="2942832" y="5703899"/>
                </a:cubicBezTo>
                <a:lnTo>
                  <a:pt x="2942832" y="5867970"/>
                </a:lnTo>
                <a:cubicBezTo>
                  <a:pt x="2933505" y="5869067"/>
                  <a:pt x="2926371" y="5876749"/>
                  <a:pt x="2926371" y="5886626"/>
                </a:cubicBezTo>
                <a:cubicBezTo>
                  <a:pt x="2926371" y="5897052"/>
                  <a:pt x="2934602" y="5905282"/>
                  <a:pt x="2945028" y="5905282"/>
                </a:cubicBezTo>
                <a:cubicBezTo>
                  <a:pt x="2955454" y="5905282"/>
                  <a:pt x="2963685" y="5897052"/>
                  <a:pt x="2963685" y="5886626"/>
                </a:cubicBezTo>
                <a:cubicBezTo>
                  <a:pt x="2963685" y="5876201"/>
                  <a:pt x="2956551" y="5869067"/>
                  <a:pt x="2947223" y="5867970"/>
                </a:cubicBezTo>
                <a:lnTo>
                  <a:pt x="2947223" y="5703899"/>
                </a:lnTo>
                <a:cubicBezTo>
                  <a:pt x="2956551" y="5702801"/>
                  <a:pt x="2963685" y="5695120"/>
                  <a:pt x="2963685" y="5685243"/>
                </a:cubicBezTo>
                <a:cubicBezTo>
                  <a:pt x="2963685" y="5675365"/>
                  <a:pt x="2955454" y="5666586"/>
                  <a:pt x="2945028" y="5666586"/>
                </a:cubicBezTo>
                <a:close/>
                <a:moveTo>
                  <a:pt x="6933738" y="5600191"/>
                </a:moveTo>
                <a:lnTo>
                  <a:pt x="6928800" y="5600191"/>
                </a:lnTo>
                <a:lnTo>
                  <a:pt x="6928800" y="5827365"/>
                </a:lnTo>
                <a:lnTo>
                  <a:pt x="6482684" y="6273481"/>
                </a:lnTo>
                <a:lnTo>
                  <a:pt x="6035469" y="6273481"/>
                </a:lnTo>
                <a:lnTo>
                  <a:pt x="4939658" y="7369294"/>
                </a:lnTo>
                <a:lnTo>
                  <a:pt x="4939658" y="8352616"/>
                </a:lnTo>
                <a:lnTo>
                  <a:pt x="4530855" y="8761418"/>
                </a:lnTo>
                <a:cubicBezTo>
                  <a:pt x="4523722" y="8755931"/>
                  <a:pt x="4512747" y="8756480"/>
                  <a:pt x="4506162" y="8763065"/>
                </a:cubicBezTo>
                <a:cubicBezTo>
                  <a:pt x="4499028" y="8770198"/>
                  <a:pt x="4499028" y="8782270"/>
                  <a:pt x="4506162" y="8789404"/>
                </a:cubicBezTo>
                <a:cubicBezTo>
                  <a:pt x="4513296" y="8796537"/>
                  <a:pt x="4525367" y="8796537"/>
                  <a:pt x="4532501" y="8789404"/>
                </a:cubicBezTo>
                <a:cubicBezTo>
                  <a:pt x="4539086" y="8782819"/>
                  <a:pt x="4539634" y="8772392"/>
                  <a:pt x="4534146" y="8764710"/>
                </a:cubicBezTo>
                <a:lnTo>
                  <a:pt x="4944596" y="8354261"/>
                </a:lnTo>
                <a:lnTo>
                  <a:pt x="4944596" y="7371489"/>
                </a:lnTo>
                <a:lnTo>
                  <a:pt x="6037116" y="6278969"/>
                </a:lnTo>
                <a:lnTo>
                  <a:pt x="6484330" y="6278969"/>
                </a:lnTo>
                <a:lnTo>
                  <a:pt x="6933738" y="5829560"/>
                </a:lnTo>
                <a:close/>
                <a:moveTo>
                  <a:pt x="7517587" y="5600191"/>
                </a:moveTo>
                <a:lnTo>
                  <a:pt x="7512648" y="5600191"/>
                </a:lnTo>
                <a:lnTo>
                  <a:pt x="7512648" y="6661982"/>
                </a:lnTo>
                <a:lnTo>
                  <a:pt x="7355162" y="6819466"/>
                </a:lnTo>
                <a:lnTo>
                  <a:pt x="7355162" y="6975306"/>
                </a:lnTo>
                <a:lnTo>
                  <a:pt x="6702174" y="7628293"/>
                </a:lnTo>
                <a:lnTo>
                  <a:pt x="6702174" y="8766357"/>
                </a:lnTo>
                <a:cubicBezTo>
                  <a:pt x="6692846" y="8767454"/>
                  <a:pt x="6685713" y="8775136"/>
                  <a:pt x="6685713" y="8785014"/>
                </a:cubicBezTo>
                <a:cubicBezTo>
                  <a:pt x="6685713" y="8794890"/>
                  <a:pt x="6693944" y="8803671"/>
                  <a:pt x="6704370" y="8803671"/>
                </a:cubicBezTo>
                <a:cubicBezTo>
                  <a:pt x="6714796" y="8803671"/>
                  <a:pt x="6723026" y="8795440"/>
                  <a:pt x="6723026" y="8785014"/>
                </a:cubicBezTo>
                <a:cubicBezTo>
                  <a:pt x="6723026" y="8774588"/>
                  <a:pt x="6715893" y="8767454"/>
                  <a:pt x="6706565" y="8766357"/>
                </a:cubicBezTo>
                <a:lnTo>
                  <a:pt x="6707114" y="8766357"/>
                </a:lnTo>
                <a:lnTo>
                  <a:pt x="6707114" y="7630488"/>
                </a:lnTo>
                <a:lnTo>
                  <a:pt x="7360101" y="6977501"/>
                </a:lnTo>
                <a:lnTo>
                  <a:pt x="7360101" y="6821662"/>
                </a:lnTo>
                <a:lnTo>
                  <a:pt x="7517587" y="6664176"/>
                </a:lnTo>
                <a:close/>
                <a:moveTo>
                  <a:pt x="7745858" y="5600191"/>
                </a:moveTo>
                <a:lnTo>
                  <a:pt x="7740920" y="5600191"/>
                </a:lnTo>
                <a:lnTo>
                  <a:pt x="7740920" y="6817821"/>
                </a:lnTo>
                <a:lnTo>
                  <a:pt x="7741468" y="6817821"/>
                </a:lnTo>
                <a:lnTo>
                  <a:pt x="7583982" y="6975306"/>
                </a:lnTo>
                <a:lnTo>
                  <a:pt x="7583982" y="8008014"/>
                </a:lnTo>
                <a:lnTo>
                  <a:pt x="7281634" y="8310364"/>
                </a:lnTo>
                <a:lnTo>
                  <a:pt x="7281634" y="8747152"/>
                </a:lnTo>
                <a:cubicBezTo>
                  <a:pt x="7272304" y="8748249"/>
                  <a:pt x="7265172" y="8755931"/>
                  <a:pt x="7265172" y="8765808"/>
                </a:cubicBezTo>
                <a:cubicBezTo>
                  <a:pt x="7265172" y="8775685"/>
                  <a:pt x="7273402" y="8784465"/>
                  <a:pt x="7283828" y="8784465"/>
                </a:cubicBezTo>
                <a:cubicBezTo>
                  <a:pt x="7294254" y="8784465"/>
                  <a:pt x="7302484" y="8776235"/>
                  <a:pt x="7302484" y="8765808"/>
                </a:cubicBezTo>
                <a:cubicBezTo>
                  <a:pt x="7302484" y="8755382"/>
                  <a:pt x="7295352" y="8748249"/>
                  <a:pt x="7286023" y="8747152"/>
                </a:cubicBezTo>
                <a:lnTo>
                  <a:pt x="7286023" y="8312558"/>
                </a:lnTo>
                <a:lnTo>
                  <a:pt x="7588372" y="8010209"/>
                </a:lnTo>
                <a:lnTo>
                  <a:pt x="7588372" y="6977501"/>
                </a:lnTo>
                <a:lnTo>
                  <a:pt x="7745858" y="6820016"/>
                </a:lnTo>
                <a:close/>
                <a:moveTo>
                  <a:pt x="2025358" y="5590313"/>
                </a:moveTo>
                <a:lnTo>
                  <a:pt x="1402002" y="6213669"/>
                </a:lnTo>
                <a:lnTo>
                  <a:pt x="422520" y="6213669"/>
                </a:lnTo>
                <a:lnTo>
                  <a:pt x="47190" y="6588999"/>
                </a:lnTo>
                <a:cubicBezTo>
                  <a:pt x="40056" y="6583511"/>
                  <a:pt x="29082" y="6584061"/>
                  <a:pt x="22496" y="6590645"/>
                </a:cubicBezTo>
                <a:cubicBezTo>
                  <a:pt x="15364" y="6597779"/>
                  <a:pt x="15364" y="6609851"/>
                  <a:pt x="22496" y="6616985"/>
                </a:cubicBezTo>
                <a:cubicBezTo>
                  <a:pt x="29630" y="6624117"/>
                  <a:pt x="41702" y="6624117"/>
                  <a:pt x="48836" y="6616985"/>
                </a:cubicBezTo>
                <a:lnTo>
                  <a:pt x="49384" y="6616435"/>
                </a:lnTo>
                <a:cubicBezTo>
                  <a:pt x="55970" y="6609851"/>
                  <a:pt x="56518" y="6599425"/>
                  <a:pt x="51032" y="6591742"/>
                </a:cubicBezTo>
                <a:lnTo>
                  <a:pt x="424716" y="6218058"/>
                </a:lnTo>
                <a:lnTo>
                  <a:pt x="1404745" y="6218058"/>
                </a:lnTo>
                <a:lnTo>
                  <a:pt x="2028101" y="5594702"/>
                </a:lnTo>
                <a:lnTo>
                  <a:pt x="2767788" y="5594702"/>
                </a:lnTo>
                <a:lnTo>
                  <a:pt x="2859426" y="5686340"/>
                </a:lnTo>
                <a:lnTo>
                  <a:pt x="2859426" y="5863031"/>
                </a:lnTo>
                <a:cubicBezTo>
                  <a:pt x="2850098" y="5864128"/>
                  <a:pt x="2842964" y="5871810"/>
                  <a:pt x="2842964" y="5881687"/>
                </a:cubicBezTo>
                <a:cubicBezTo>
                  <a:pt x="2842964" y="5891564"/>
                  <a:pt x="2851195" y="5900344"/>
                  <a:pt x="2861621" y="5900344"/>
                </a:cubicBezTo>
                <a:cubicBezTo>
                  <a:pt x="2872046" y="5900344"/>
                  <a:pt x="2880278" y="5892112"/>
                  <a:pt x="2880278" y="5881687"/>
                </a:cubicBezTo>
                <a:cubicBezTo>
                  <a:pt x="2880278" y="5871261"/>
                  <a:pt x="2873144" y="5864128"/>
                  <a:pt x="2863816" y="5863031"/>
                </a:cubicBezTo>
                <a:lnTo>
                  <a:pt x="2863816" y="5684694"/>
                </a:lnTo>
                <a:lnTo>
                  <a:pt x="2769983" y="5590861"/>
                </a:lnTo>
                <a:lnTo>
                  <a:pt x="2769434" y="5590861"/>
                </a:lnTo>
                <a:cubicBezTo>
                  <a:pt x="2769434" y="5590313"/>
                  <a:pt x="2025358" y="5590313"/>
                  <a:pt x="2025358" y="5590313"/>
                </a:cubicBezTo>
                <a:close/>
                <a:moveTo>
                  <a:pt x="7168594" y="5555195"/>
                </a:moveTo>
                <a:lnTo>
                  <a:pt x="7163657" y="5555195"/>
                </a:lnTo>
                <a:lnTo>
                  <a:pt x="7163657" y="6259214"/>
                </a:lnTo>
                <a:lnTo>
                  <a:pt x="6775156" y="6647715"/>
                </a:lnTo>
                <a:lnTo>
                  <a:pt x="6300506" y="6647715"/>
                </a:lnTo>
                <a:lnTo>
                  <a:pt x="5453817" y="7494404"/>
                </a:lnTo>
                <a:lnTo>
                  <a:pt x="5453817" y="8703253"/>
                </a:lnTo>
                <a:cubicBezTo>
                  <a:pt x="5444488" y="8704350"/>
                  <a:pt x="5437356" y="8712032"/>
                  <a:pt x="5437356" y="8721910"/>
                </a:cubicBezTo>
                <a:cubicBezTo>
                  <a:pt x="5437356" y="8731786"/>
                  <a:pt x="5445586" y="8740567"/>
                  <a:pt x="5456011" y="8740567"/>
                </a:cubicBezTo>
                <a:cubicBezTo>
                  <a:pt x="5466438" y="8740567"/>
                  <a:pt x="5474668" y="8732336"/>
                  <a:pt x="5474668" y="8721910"/>
                </a:cubicBezTo>
                <a:cubicBezTo>
                  <a:pt x="5474668" y="8711484"/>
                  <a:pt x="5467536" y="8704350"/>
                  <a:pt x="5458206" y="8703253"/>
                </a:cubicBezTo>
                <a:lnTo>
                  <a:pt x="5458206" y="7496049"/>
                </a:lnTo>
                <a:lnTo>
                  <a:pt x="6302152" y="6652105"/>
                </a:lnTo>
                <a:lnTo>
                  <a:pt x="6776803" y="6652105"/>
                </a:lnTo>
                <a:lnTo>
                  <a:pt x="7168046" y="6260861"/>
                </a:lnTo>
                <a:lnTo>
                  <a:pt x="7168594" y="6261409"/>
                </a:lnTo>
                <a:close/>
                <a:moveTo>
                  <a:pt x="8094301" y="5550805"/>
                </a:moveTo>
                <a:lnTo>
                  <a:pt x="8089362" y="5550805"/>
                </a:lnTo>
                <a:lnTo>
                  <a:pt x="8089362" y="7186018"/>
                </a:lnTo>
                <a:lnTo>
                  <a:pt x="8236421" y="7333077"/>
                </a:lnTo>
                <a:lnTo>
                  <a:pt x="8236421" y="8138611"/>
                </a:lnTo>
                <a:lnTo>
                  <a:pt x="8598033" y="8500223"/>
                </a:lnTo>
                <a:lnTo>
                  <a:pt x="8598033" y="8747700"/>
                </a:lnTo>
                <a:cubicBezTo>
                  <a:pt x="8588705" y="8748797"/>
                  <a:pt x="8581572" y="8756480"/>
                  <a:pt x="8581572" y="8766357"/>
                </a:cubicBezTo>
                <a:cubicBezTo>
                  <a:pt x="8581572" y="8776235"/>
                  <a:pt x="8589803" y="8785014"/>
                  <a:pt x="8600229" y="8785014"/>
                </a:cubicBezTo>
                <a:cubicBezTo>
                  <a:pt x="8610655" y="8785014"/>
                  <a:pt x="8618886" y="8776783"/>
                  <a:pt x="8618886" y="8766357"/>
                </a:cubicBezTo>
                <a:cubicBezTo>
                  <a:pt x="8618886" y="8755931"/>
                  <a:pt x="8611752" y="8748797"/>
                  <a:pt x="8602423" y="8747700"/>
                </a:cubicBezTo>
                <a:lnTo>
                  <a:pt x="8602972" y="8747700"/>
                </a:lnTo>
                <a:lnTo>
                  <a:pt x="8602972" y="8498028"/>
                </a:lnTo>
                <a:lnTo>
                  <a:pt x="8241360" y="8136416"/>
                </a:lnTo>
                <a:lnTo>
                  <a:pt x="8241360" y="7330883"/>
                </a:lnTo>
                <a:lnTo>
                  <a:pt x="8094301" y="7183823"/>
                </a:lnTo>
                <a:close/>
                <a:moveTo>
                  <a:pt x="8342874" y="5550805"/>
                </a:moveTo>
                <a:lnTo>
                  <a:pt x="8337936" y="5550805"/>
                </a:lnTo>
                <a:lnTo>
                  <a:pt x="8337936" y="7063651"/>
                </a:lnTo>
                <a:lnTo>
                  <a:pt x="8547002" y="7272717"/>
                </a:lnTo>
                <a:lnTo>
                  <a:pt x="8547002" y="7628293"/>
                </a:lnTo>
                <a:lnTo>
                  <a:pt x="9146763" y="8228054"/>
                </a:lnTo>
                <a:lnTo>
                  <a:pt x="9146763" y="8759772"/>
                </a:lnTo>
                <a:cubicBezTo>
                  <a:pt x="9137435" y="8760869"/>
                  <a:pt x="9130300" y="8768552"/>
                  <a:pt x="9130300" y="8778429"/>
                </a:cubicBezTo>
                <a:cubicBezTo>
                  <a:pt x="9130300" y="8788306"/>
                  <a:pt x="9138532" y="8797086"/>
                  <a:pt x="9148958" y="8797086"/>
                </a:cubicBezTo>
                <a:cubicBezTo>
                  <a:pt x="9159383" y="8797086"/>
                  <a:pt x="9167615" y="8788855"/>
                  <a:pt x="9167615" y="8778429"/>
                </a:cubicBezTo>
                <a:cubicBezTo>
                  <a:pt x="9167615" y="8773217"/>
                  <a:pt x="9165831" y="8768827"/>
                  <a:pt x="9162881" y="8765603"/>
                </a:cubicBezTo>
                <a:lnTo>
                  <a:pt x="9151701" y="8760045"/>
                </a:lnTo>
                <a:lnTo>
                  <a:pt x="9151701" y="8760321"/>
                </a:lnTo>
                <a:lnTo>
                  <a:pt x="9151152" y="8759772"/>
                </a:lnTo>
                <a:lnTo>
                  <a:pt x="9151701" y="8760045"/>
                </a:lnTo>
                <a:lnTo>
                  <a:pt x="9151701" y="8226408"/>
                </a:lnTo>
                <a:lnTo>
                  <a:pt x="8551940" y="7626647"/>
                </a:lnTo>
                <a:lnTo>
                  <a:pt x="8551940" y="7271071"/>
                </a:lnTo>
                <a:lnTo>
                  <a:pt x="8342874" y="7062005"/>
                </a:lnTo>
                <a:close/>
                <a:moveTo>
                  <a:pt x="8562915" y="5550805"/>
                </a:moveTo>
                <a:lnTo>
                  <a:pt x="8557977" y="5550805"/>
                </a:lnTo>
                <a:lnTo>
                  <a:pt x="8557977" y="6582417"/>
                </a:lnTo>
                <a:lnTo>
                  <a:pt x="8656199" y="6680639"/>
                </a:lnTo>
                <a:lnTo>
                  <a:pt x="8656199" y="6911105"/>
                </a:lnTo>
                <a:lnTo>
                  <a:pt x="8981595" y="7236501"/>
                </a:lnTo>
                <a:lnTo>
                  <a:pt x="8981595" y="7821995"/>
                </a:lnTo>
                <a:lnTo>
                  <a:pt x="9516057" y="8356457"/>
                </a:lnTo>
                <a:lnTo>
                  <a:pt x="9516057" y="8760869"/>
                </a:lnTo>
                <a:cubicBezTo>
                  <a:pt x="9506729" y="8761966"/>
                  <a:pt x="9499596" y="8769650"/>
                  <a:pt x="9499596" y="8779526"/>
                </a:cubicBezTo>
                <a:cubicBezTo>
                  <a:pt x="9499596" y="8789404"/>
                  <a:pt x="9507826" y="8798184"/>
                  <a:pt x="9518252" y="8798184"/>
                </a:cubicBezTo>
                <a:cubicBezTo>
                  <a:pt x="9528678" y="8798184"/>
                  <a:pt x="9536909" y="8789952"/>
                  <a:pt x="9536909" y="8779526"/>
                </a:cubicBezTo>
                <a:cubicBezTo>
                  <a:pt x="9536909" y="8769101"/>
                  <a:pt x="9529776" y="8761966"/>
                  <a:pt x="9520448" y="8760869"/>
                </a:cubicBezTo>
                <a:lnTo>
                  <a:pt x="9520996" y="8760321"/>
                </a:lnTo>
                <a:lnTo>
                  <a:pt x="9520996" y="8354261"/>
                </a:lnTo>
                <a:lnTo>
                  <a:pt x="8986534" y="7819799"/>
                </a:lnTo>
                <a:lnTo>
                  <a:pt x="8986534" y="7234306"/>
                </a:lnTo>
                <a:lnTo>
                  <a:pt x="8661137" y="6908909"/>
                </a:lnTo>
                <a:lnTo>
                  <a:pt x="8661137" y="6678444"/>
                </a:lnTo>
                <a:lnTo>
                  <a:pt x="8562915" y="6580221"/>
                </a:lnTo>
                <a:close/>
                <a:moveTo>
                  <a:pt x="7981263" y="5550257"/>
                </a:moveTo>
                <a:lnTo>
                  <a:pt x="7976324" y="5550257"/>
                </a:lnTo>
                <a:lnTo>
                  <a:pt x="7976324" y="7449408"/>
                </a:lnTo>
                <a:lnTo>
                  <a:pt x="8142588" y="7615673"/>
                </a:lnTo>
                <a:lnTo>
                  <a:pt x="8142588" y="8734530"/>
                </a:lnTo>
                <a:cubicBezTo>
                  <a:pt x="8133260" y="8735628"/>
                  <a:pt x="8126127" y="8743311"/>
                  <a:pt x="8126127" y="8753187"/>
                </a:cubicBezTo>
                <a:cubicBezTo>
                  <a:pt x="8126127" y="8763065"/>
                  <a:pt x="8134358" y="8771844"/>
                  <a:pt x="8144784" y="8771844"/>
                </a:cubicBezTo>
                <a:cubicBezTo>
                  <a:pt x="8155210" y="8771844"/>
                  <a:pt x="8163440" y="8763613"/>
                  <a:pt x="8163440" y="8753187"/>
                </a:cubicBezTo>
                <a:cubicBezTo>
                  <a:pt x="8163440" y="8747974"/>
                  <a:pt x="8161657" y="8743584"/>
                  <a:pt x="8158707" y="8740361"/>
                </a:cubicBezTo>
                <a:lnTo>
                  <a:pt x="8147526" y="8734803"/>
                </a:lnTo>
                <a:lnTo>
                  <a:pt x="8147526" y="8735080"/>
                </a:lnTo>
                <a:lnTo>
                  <a:pt x="8146978" y="8734530"/>
                </a:lnTo>
                <a:lnTo>
                  <a:pt x="8147526" y="8734803"/>
                </a:lnTo>
                <a:lnTo>
                  <a:pt x="8147526" y="7614027"/>
                </a:lnTo>
                <a:lnTo>
                  <a:pt x="7981263" y="7447761"/>
                </a:lnTo>
                <a:close/>
                <a:moveTo>
                  <a:pt x="8674855" y="5545867"/>
                </a:moveTo>
                <a:lnTo>
                  <a:pt x="8669918" y="5545867"/>
                </a:lnTo>
                <a:lnTo>
                  <a:pt x="8669918" y="6403530"/>
                </a:lnTo>
                <a:lnTo>
                  <a:pt x="8878983" y="6612597"/>
                </a:lnTo>
                <a:lnTo>
                  <a:pt x="8878983" y="6976953"/>
                </a:lnTo>
                <a:lnTo>
                  <a:pt x="9308089" y="7406058"/>
                </a:lnTo>
                <a:lnTo>
                  <a:pt x="9308638" y="7406058"/>
                </a:lnTo>
                <a:cubicBezTo>
                  <a:pt x="9308638" y="7406606"/>
                  <a:pt x="9581356" y="7406606"/>
                  <a:pt x="9581356" y="7406606"/>
                </a:cubicBezTo>
                <a:lnTo>
                  <a:pt x="9900716" y="7725968"/>
                </a:lnTo>
                <a:lnTo>
                  <a:pt x="9900716" y="8574851"/>
                </a:lnTo>
                <a:lnTo>
                  <a:pt x="10090577" y="8764710"/>
                </a:lnTo>
                <a:cubicBezTo>
                  <a:pt x="10085089" y="8771844"/>
                  <a:pt x="10085638" y="8782819"/>
                  <a:pt x="10092222" y="8789404"/>
                </a:cubicBezTo>
                <a:cubicBezTo>
                  <a:pt x="10099357" y="8796537"/>
                  <a:pt x="10111429" y="8796537"/>
                  <a:pt x="10118562" y="8789404"/>
                </a:cubicBezTo>
                <a:cubicBezTo>
                  <a:pt x="10125695" y="8782270"/>
                  <a:pt x="10125695" y="8770198"/>
                  <a:pt x="10118562" y="8763065"/>
                </a:cubicBezTo>
                <a:cubicBezTo>
                  <a:pt x="10111977" y="8756480"/>
                  <a:pt x="10101551" y="8755931"/>
                  <a:pt x="10093869" y="8761418"/>
                </a:cubicBezTo>
                <a:lnTo>
                  <a:pt x="10093869" y="8760869"/>
                </a:lnTo>
                <a:lnTo>
                  <a:pt x="9905655" y="8572655"/>
                </a:lnTo>
                <a:lnTo>
                  <a:pt x="9905655" y="7723772"/>
                </a:lnTo>
                <a:lnTo>
                  <a:pt x="9584099" y="7402218"/>
                </a:lnTo>
                <a:lnTo>
                  <a:pt x="9583551" y="7402218"/>
                </a:lnTo>
                <a:cubicBezTo>
                  <a:pt x="9583551" y="7401669"/>
                  <a:pt x="9310833" y="7401669"/>
                  <a:pt x="9310833" y="7401669"/>
                </a:cubicBezTo>
                <a:lnTo>
                  <a:pt x="8883922" y="6974757"/>
                </a:lnTo>
                <a:lnTo>
                  <a:pt x="8883922" y="6610401"/>
                </a:lnTo>
                <a:lnTo>
                  <a:pt x="8674855" y="6401335"/>
                </a:lnTo>
                <a:close/>
                <a:moveTo>
                  <a:pt x="5604168" y="5531600"/>
                </a:moveTo>
                <a:cubicBezTo>
                  <a:pt x="5593742" y="5531600"/>
                  <a:pt x="5586609" y="5538733"/>
                  <a:pt x="5585512" y="5548062"/>
                </a:cubicBezTo>
                <a:lnTo>
                  <a:pt x="4807962" y="5548062"/>
                </a:lnTo>
                <a:lnTo>
                  <a:pt x="4635662" y="5720362"/>
                </a:lnTo>
                <a:cubicBezTo>
                  <a:pt x="4628529" y="5714876"/>
                  <a:pt x="4617554" y="5715424"/>
                  <a:pt x="4610969" y="5722009"/>
                </a:cubicBezTo>
                <a:cubicBezTo>
                  <a:pt x="4603836" y="5729143"/>
                  <a:pt x="4603836" y="5741215"/>
                  <a:pt x="4610969" y="5748348"/>
                </a:cubicBezTo>
                <a:cubicBezTo>
                  <a:pt x="4618102" y="5755482"/>
                  <a:pt x="4630174" y="5755482"/>
                  <a:pt x="4637308" y="5748348"/>
                </a:cubicBezTo>
                <a:cubicBezTo>
                  <a:pt x="4643893" y="5741763"/>
                  <a:pt x="4644442" y="5731337"/>
                  <a:pt x="4638954" y="5723655"/>
                </a:cubicBezTo>
                <a:lnTo>
                  <a:pt x="4810158" y="5552452"/>
                </a:lnTo>
                <a:lnTo>
                  <a:pt x="5585512" y="5552452"/>
                </a:lnTo>
                <a:cubicBezTo>
                  <a:pt x="5586609" y="5561780"/>
                  <a:pt x="5594292" y="5568914"/>
                  <a:pt x="5604168" y="5568914"/>
                </a:cubicBezTo>
                <a:cubicBezTo>
                  <a:pt x="5614046" y="5568914"/>
                  <a:pt x="5622826" y="5560683"/>
                  <a:pt x="5622826" y="5550257"/>
                </a:cubicBezTo>
                <a:cubicBezTo>
                  <a:pt x="5622826" y="5539831"/>
                  <a:pt x="5614594" y="5531600"/>
                  <a:pt x="5604168" y="5531600"/>
                </a:cubicBezTo>
                <a:close/>
                <a:moveTo>
                  <a:pt x="7615808" y="5518431"/>
                </a:moveTo>
                <a:lnTo>
                  <a:pt x="7610870" y="5518431"/>
                </a:lnTo>
                <a:lnTo>
                  <a:pt x="7610870" y="6798615"/>
                </a:lnTo>
                <a:lnTo>
                  <a:pt x="7453385" y="6956101"/>
                </a:lnTo>
                <a:lnTo>
                  <a:pt x="7453385" y="7533364"/>
                </a:lnTo>
                <a:lnTo>
                  <a:pt x="7137866" y="7848882"/>
                </a:lnTo>
                <a:lnTo>
                  <a:pt x="7137866" y="8652221"/>
                </a:lnTo>
                <a:cubicBezTo>
                  <a:pt x="7128538" y="8653319"/>
                  <a:pt x="7121404" y="8661001"/>
                  <a:pt x="7121404" y="8670878"/>
                </a:cubicBezTo>
                <a:cubicBezTo>
                  <a:pt x="7121404" y="8680755"/>
                  <a:pt x="7129635" y="8689534"/>
                  <a:pt x="7140061" y="8689534"/>
                </a:cubicBezTo>
                <a:cubicBezTo>
                  <a:pt x="7150487" y="8689534"/>
                  <a:pt x="7158718" y="8681304"/>
                  <a:pt x="7158718" y="8670878"/>
                </a:cubicBezTo>
                <a:cubicBezTo>
                  <a:pt x="7158718" y="8660452"/>
                  <a:pt x="7151584" y="8653319"/>
                  <a:pt x="7142256" y="8652221"/>
                </a:cubicBezTo>
                <a:lnTo>
                  <a:pt x="7142805" y="8651672"/>
                </a:lnTo>
                <a:lnTo>
                  <a:pt x="7142805" y="7850528"/>
                </a:lnTo>
                <a:lnTo>
                  <a:pt x="7458324" y="7535010"/>
                </a:lnTo>
                <a:lnTo>
                  <a:pt x="7458324" y="6957746"/>
                </a:lnTo>
                <a:lnTo>
                  <a:pt x="7615808" y="6800261"/>
                </a:lnTo>
                <a:close/>
                <a:moveTo>
                  <a:pt x="9293557" y="5506251"/>
                </a:moveTo>
                <a:lnTo>
                  <a:pt x="9293273" y="5506359"/>
                </a:lnTo>
                <a:lnTo>
                  <a:pt x="9293822" y="5506359"/>
                </a:lnTo>
                <a:close/>
                <a:moveTo>
                  <a:pt x="2078585" y="5497577"/>
                </a:moveTo>
                <a:cubicBezTo>
                  <a:pt x="2068708" y="5497577"/>
                  <a:pt x="2059928" y="5505808"/>
                  <a:pt x="2059928" y="5516234"/>
                </a:cubicBezTo>
                <a:cubicBezTo>
                  <a:pt x="2059928" y="5526659"/>
                  <a:pt x="2068159" y="5534891"/>
                  <a:pt x="2078585" y="5534891"/>
                </a:cubicBezTo>
                <a:lnTo>
                  <a:pt x="2078585" y="5535440"/>
                </a:lnTo>
                <a:cubicBezTo>
                  <a:pt x="2087913" y="5535440"/>
                  <a:pt x="2096144" y="5528306"/>
                  <a:pt x="2097241" y="5518978"/>
                </a:cubicBezTo>
                <a:lnTo>
                  <a:pt x="2858877" y="5518978"/>
                </a:lnTo>
                <a:lnTo>
                  <a:pt x="3026239" y="5686340"/>
                </a:lnTo>
                <a:lnTo>
                  <a:pt x="3026239" y="5870164"/>
                </a:lnTo>
                <a:cubicBezTo>
                  <a:pt x="3016911" y="5871261"/>
                  <a:pt x="3009778" y="5878944"/>
                  <a:pt x="3009778" y="5888821"/>
                </a:cubicBezTo>
                <a:cubicBezTo>
                  <a:pt x="3009778" y="5898698"/>
                  <a:pt x="3018008" y="5907478"/>
                  <a:pt x="3028434" y="5907478"/>
                </a:cubicBezTo>
                <a:cubicBezTo>
                  <a:pt x="3038860" y="5907478"/>
                  <a:pt x="3047091" y="5899247"/>
                  <a:pt x="3047091" y="5888821"/>
                </a:cubicBezTo>
                <a:cubicBezTo>
                  <a:pt x="3047091" y="5878395"/>
                  <a:pt x="3039958" y="5871261"/>
                  <a:pt x="3030629" y="5870164"/>
                </a:cubicBezTo>
                <a:lnTo>
                  <a:pt x="3030629" y="5684145"/>
                </a:lnTo>
                <a:lnTo>
                  <a:pt x="2861073" y="5514588"/>
                </a:lnTo>
                <a:lnTo>
                  <a:pt x="2860523" y="5514588"/>
                </a:lnTo>
                <a:cubicBezTo>
                  <a:pt x="2860523" y="5514039"/>
                  <a:pt x="2097241" y="5514039"/>
                  <a:pt x="2097241" y="5514039"/>
                </a:cubicBezTo>
                <a:cubicBezTo>
                  <a:pt x="2096144" y="5504711"/>
                  <a:pt x="2088462" y="5497577"/>
                  <a:pt x="2078585" y="5497577"/>
                </a:cubicBezTo>
                <a:close/>
                <a:moveTo>
                  <a:pt x="9293822" y="5469044"/>
                </a:moveTo>
                <a:cubicBezTo>
                  <a:pt x="9283944" y="5469044"/>
                  <a:pt x="9275165" y="5477276"/>
                  <a:pt x="9275165" y="5487702"/>
                </a:cubicBezTo>
                <a:cubicBezTo>
                  <a:pt x="9275165" y="5492915"/>
                  <a:pt x="9277223" y="5497579"/>
                  <a:pt x="9280584" y="5500940"/>
                </a:cubicBezTo>
                <a:lnTo>
                  <a:pt x="9293557" y="5506251"/>
                </a:lnTo>
                <a:lnTo>
                  <a:pt x="9305688" y="5501626"/>
                </a:lnTo>
                <a:cubicBezTo>
                  <a:pt x="9309049" y="5498676"/>
                  <a:pt x="9311381" y="5494561"/>
                  <a:pt x="9311930" y="5489897"/>
                </a:cubicBezTo>
                <a:lnTo>
                  <a:pt x="9486426" y="5489897"/>
                </a:lnTo>
                <a:lnTo>
                  <a:pt x="9856270" y="5859741"/>
                </a:lnTo>
                <a:lnTo>
                  <a:pt x="9856818" y="5859741"/>
                </a:lnTo>
                <a:cubicBezTo>
                  <a:pt x="9856818" y="5860289"/>
                  <a:pt x="10064786" y="5860289"/>
                  <a:pt x="10064786" y="5860289"/>
                </a:cubicBezTo>
                <a:cubicBezTo>
                  <a:pt x="10065883" y="5869617"/>
                  <a:pt x="10073566" y="5876751"/>
                  <a:pt x="10083443" y="5876751"/>
                </a:cubicBezTo>
                <a:cubicBezTo>
                  <a:pt x="10093320" y="5876751"/>
                  <a:pt x="10102100" y="5868520"/>
                  <a:pt x="10102100" y="5858094"/>
                </a:cubicBezTo>
                <a:cubicBezTo>
                  <a:pt x="10102100" y="5847668"/>
                  <a:pt x="10093869" y="5839437"/>
                  <a:pt x="10083443" y="5839437"/>
                </a:cubicBezTo>
                <a:cubicBezTo>
                  <a:pt x="10073017" y="5839437"/>
                  <a:pt x="10065883" y="5846571"/>
                  <a:pt x="10064786" y="5855899"/>
                </a:cubicBezTo>
                <a:lnTo>
                  <a:pt x="9859012" y="5855899"/>
                </a:lnTo>
                <a:lnTo>
                  <a:pt x="9489169" y="5486055"/>
                </a:lnTo>
                <a:lnTo>
                  <a:pt x="9488621" y="5486055"/>
                </a:lnTo>
                <a:cubicBezTo>
                  <a:pt x="9488621" y="5485507"/>
                  <a:pt x="9312479" y="5485507"/>
                  <a:pt x="9312479" y="5485507"/>
                </a:cubicBezTo>
                <a:cubicBezTo>
                  <a:pt x="9311381" y="5476179"/>
                  <a:pt x="9303699" y="5469044"/>
                  <a:pt x="9293822" y="5469044"/>
                </a:cubicBezTo>
                <a:close/>
                <a:moveTo>
                  <a:pt x="9005740" y="5334058"/>
                </a:moveTo>
                <a:lnTo>
                  <a:pt x="9005740" y="5338996"/>
                </a:lnTo>
                <a:lnTo>
                  <a:pt x="9640070" y="5338996"/>
                </a:lnTo>
                <a:lnTo>
                  <a:pt x="9835417" y="5534344"/>
                </a:lnTo>
                <a:cubicBezTo>
                  <a:pt x="9829930" y="5541477"/>
                  <a:pt x="9830479" y="5552452"/>
                  <a:pt x="9837064" y="5559036"/>
                </a:cubicBezTo>
                <a:lnTo>
                  <a:pt x="9837064" y="5558487"/>
                </a:lnTo>
                <a:cubicBezTo>
                  <a:pt x="9844198" y="5565621"/>
                  <a:pt x="9856270" y="5565621"/>
                  <a:pt x="9863403" y="5558487"/>
                </a:cubicBezTo>
                <a:cubicBezTo>
                  <a:pt x="9870536" y="5551354"/>
                  <a:pt x="9870536" y="5539282"/>
                  <a:pt x="9863403" y="5532148"/>
                </a:cubicBezTo>
                <a:cubicBezTo>
                  <a:pt x="9856270" y="5525015"/>
                  <a:pt x="9846392" y="5525015"/>
                  <a:pt x="9838710" y="5530503"/>
                </a:cubicBezTo>
                <a:lnTo>
                  <a:pt x="9642814" y="5334607"/>
                </a:lnTo>
                <a:lnTo>
                  <a:pt x="9642265" y="5334607"/>
                </a:lnTo>
                <a:cubicBezTo>
                  <a:pt x="9642265" y="5334058"/>
                  <a:pt x="9005740" y="5334058"/>
                  <a:pt x="9005740" y="5334058"/>
                </a:cubicBezTo>
                <a:close/>
                <a:moveTo>
                  <a:pt x="6706565" y="5332960"/>
                </a:moveTo>
                <a:lnTo>
                  <a:pt x="6511218" y="5332960"/>
                </a:lnTo>
                <a:lnTo>
                  <a:pt x="4669134" y="7175043"/>
                </a:lnTo>
                <a:lnTo>
                  <a:pt x="4276793" y="7175043"/>
                </a:lnTo>
                <a:lnTo>
                  <a:pt x="3538204" y="7913632"/>
                </a:lnTo>
                <a:lnTo>
                  <a:pt x="3006485" y="7913632"/>
                </a:lnTo>
                <a:lnTo>
                  <a:pt x="2406176" y="8513942"/>
                </a:lnTo>
                <a:lnTo>
                  <a:pt x="1628078" y="8513942"/>
                </a:lnTo>
                <a:lnTo>
                  <a:pt x="1336154" y="8805865"/>
                </a:lnTo>
                <a:cubicBezTo>
                  <a:pt x="1329021" y="8800378"/>
                  <a:pt x="1318047" y="8800927"/>
                  <a:pt x="1311462" y="8807512"/>
                </a:cubicBezTo>
                <a:cubicBezTo>
                  <a:pt x="1304328" y="8814645"/>
                  <a:pt x="1304328" y="8826717"/>
                  <a:pt x="1311462" y="8833851"/>
                </a:cubicBezTo>
                <a:cubicBezTo>
                  <a:pt x="1318595" y="8840983"/>
                  <a:pt x="1330667" y="8840983"/>
                  <a:pt x="1337801" y="8833851"/>
                </a:cubicBezTo>
                <a:cubicBezTo>
                  <a:pt x="1344386" y="8827266"/>
                  <a:pt x="1344934" y="8816840"/>
                  <a:pt x="1339446" y="8809158"/>
                </a:cubicBezTo>
                <a:lnTo>
                  <a:pt x="1629724" y="8518880"/>
                </a:lnTo>
                <a:lnTo>
                  <a:pt x="2407822" y="8518880"/>
                </a:lnTo>
                <a:lnTo>
                  <a:pt x="3008132" y="7918571"/>
                </a:lnTo>
                <a:lnTo>
                  <a:pt x="3539850" y="7918571"/>
                </a:lnTo>
                <a:lnTo>
                  <a:pt x="4278440" y="7179982"/>
                </a:lnTo>
                <a:lnTo>
                  <a:pt x="4278988" y="7179982"/>
                </a:lnTo>
                <a:lnTo>
                  <a:pt x="4671330" y="7179982"/>
                </a:lnTo>
                <a:lnTo>
                  <a:pt x="6513413" y="5337899"/>
                </a:lnTo>
                <a:lnTo>
                  <a:pt x="6706565" y="5337899"/>
                </a:lnTo>
                <a:close/>
                <a:moveTo>
                  <a:pt x="3355477" y="5325413"/>
                </a:moveTo>
                <a:cubicBezTo>
                  <a:pt x="3350676" y="5325413"/>
                  <a:pt x="3345875" y="5327197"/>
                  <a:pt x="3342308" y="5330764"/>
                </a:cubicBezTo>
                <a:cubicBezTo>
                  <a:pt x="3335723" y="5337348"/>
                  <a:pt x="3335174" y="5347774"/>
                  <a:pt x="3340661" y="5355456"/>
                </a:cubicBezTo>
                <a:lnTo>
                  <a:pt x="3109647" y="5586471"/>
                </a:lnTo>
                <a:lnTo>
                  <a:pt x="3109647" y="5867420"/>
                </a:lnTo>
                <a:cubicBezTo>
                  <a:pt x="3100318" y="5868518"/>
                  <a:pt x="3093184" y="5876201"/>
                  <a:pt x="3093184" y="5886077"/>
                </a:cubicBezTo>
                <a:cubicBezTo>
                  <a:pt x="3093184" y="5895955"/>
                  <a:pt x="3101415" y="5904734"/>
                  <a:pt x="3111841" y="5904734"/>
                </a:cubicBezTo>
                <a:cubicBezTo>
                  <a:pt x="3122267" y="5904734"/>
                  <a:pt x="3130498" y="5896503"/>
                  <a:pt x="3130498" y="5886077"/>
                </a:cubicBezTo>
                <a:cubicBezTo>
                  <a:pt x="3130498" y="5875651"/>
                  <a:pt x="3123364" y="5868518"/>
                  <a:pt x="3114036" y="5867420"/>
                </a:cubicBezTo>
                <a:lnTo>
                  <a:pt x="3114036" y="5588666"/>
                </a:lnTo>
                <a:lnTo>
                  <a:pt x="3343954" y="5358749"/>
                </a:lnTo>
                <a:cubicBezTo>
                  <a:pt x="3351088" y="5364236"/>
                  <a:pt x="3362062" y="5363687"/>
                  <a:pt x="3368646" y="5357103"/>
                </a:cubicBezTo>
                <a:cubicBezTo>
                  <a:pt x="3375780" y="5349969"/>
                  <a:pt x="3375780" y="5337897"/>
                  <a:pt x="3368646" y="5330764"/>
                </a:cubicBezTo>
                <a:cubicBezTo>
                  <a:pt x="3365080" y="5327197"/>
                  <a:pt x="3360279" y="5325413"/>
                  <a:pt x="3355477" y="5325413"/>
                </a:cubicBezTo>
                <a:close/>
                <a:moveTo>
                  <a:pt x="3814214" y="5323629"/>
                </a:moveTo>
                <a:cubicBezTo>
                  <a:pt x="3803788" y="5323629"/>
                  <a:pt x="3796655" y="5330764"/>
                  <a:pt x="3795558" y="5340092"/>
                </a:cubicBezTo>
                <a:lnTo>
                  <a:pt x="3438884" y="5340092"/>
                </a:lnTo>
                <a:lnTo>
                  <a:pt x="3191955" y="5587019"/>
                </a:lnTo>
                <a:lnTo>
                  <a:pt x="3191955" y="5867970"/>
                </a:lnTo>
                <a:lnTo>
                  <a:pt x="3192504" y="5867970"/>
                </a:lnTo>
                <a:cubicBezTo>
                  <a:pt x="3183176" y="5869067"/>
                  <a:pt x="3176042" y="5876749"/>
                  <a:pt x="3176042" y="5886626"/>
                </a:cubicBezTo>
                <a:cubicBezTo>
                  <a:pt x="3176042" y="5896503"/>
                  <a:pt x="3184273" y="5905282"/>
                  <a:pt x="3194699" y="5905282"/>
                </a:cubicBezTo>
                <a:cubicBezTo>
                  <a:pt x="3205125" y="5905282"/>
                  <a:pt x="3213356" y="5897052"/>
                  <a:pt x="3213356" y="5886626"/>
                </a:cubicBezTo>
                <a:cubicBezTo>
                  <a:pt x="3213356" y="5876201"/>
                  <a:pt x="3206222" y="5869067"/>
                  <a:pt x="3196894" y="5867970"/>
                </a:cubicBezTo>
                <a:lnTo>
                  <a:pt x="3196894" y="5588666"/>
                </a:lnTo>
                <a:lnTo>
                  <a:pt x="3441079" y="5344482"/>
                </a:lnTo>
                <a:lnTo>
                  <a:pt x="3795558" y="5344482"/>
                </a:lnTo>
                <a:cubicBezTo>
                  <a:pt x="3796655" y="5353810"/>
                  <a:pt x="3804337" y="5360944"/>
                  <a:pt x="3814214" y="5360944"/>
                </a:cubicBezTo>
                <a:cubicBezTo>
                  <a:pt x="3824092" y="5360944"/>
                  <a:pt x="3832872" y="5352712"/>
                  <a:pt x="3832872" y="5342287"/>
                </a:cubicBezTo>
                <a:cubicBezTo>
                  <a:pt x="3832872" y="5331861"/>
                  <a:pt x="3824641" y="5323629"/>
                  <a:pt x="3814214" y="5323629"/>
                </a:cubicBezTo>
                <a:close/>
                <a:moveTo>
                  <a:pt x="13100904" y="5298390"/>
                </a:moveTo>
                <a:cubicBezTo>
                  <a:pt x="13091026" y="5298390"/>
                  <a:pt x="13082246" y="5306621"/>
                  <a:pt x="13082246" y="5317047"/>
                </a:cubicBezTo>
                <a:cubicBezTo>
                  <a:pt x="13082246" y="5327473"/>
                  <a:pt x="13090478" y="5335704"/>
                  <a:pt x="13100904" y="5335704"/>
                </a:cubicBezTo>
                <a:cubicBezTo>
                  <a:pt x="13110232" y="5335704"/>
                  <a:pt x="13118463" y="5328570"/>
                  <a:pt x="13119561" y="5319242"/>
                </a:cubicBezTo>
                <a:lnTo>
                  <a:pt x="14531440" y="5319242"/>
                </a:lnTo>
                <a:lnTo>
                  <a:pt x="14688925" y="5476728"/>
                </a:lnTo>
                <a:lnTo>
                  <a:pt x="14689474" y="5476728"/>
                </a:lnTo>
                <a:cubicBezTo>
                  <a:pt x="14689474" y="5477276"/>
                  <a:pt x="15652493" y="5477276"/>
                  <a:pt x="15652493" y="5477276"/>
                </a:cubicBezTo>
                <a:cubicBezTo>
                  <a:pt x="15653591" y="5486604"/>
                  <a:pt x="15661273" y="5493738"/>
                  <a:pt x="15671150" y="5493738"/>
                </a:cubicBezTo>
                <a:cubicBezTo>
                  <a:pt x="15681028" y="5493738"/>
                  <a:pt x="15689808" y="5485507"/>
                  <a:pt x="15689808" y="5475081"/>
                </a:cubicBezTo>
                <a:cubicBezTo>
                  <a:pt x="15689808" y="5464655"/>
                  <a:pt x="15681576" y="5456424"/>
                  <a:pt x="15671150" y="5456424"/>
                </a:cubicBezTo>
                <a:cubicBezTo>
                  <a:pt x="15660725" y="5456424"/>
                  <a:pt x="15653591" y="5463558"/>
                  <a:pt x="15652493" y="5472886"/>
                </a:cubicBezTo>
                <a:lnTo>
                  <a:pt x="14691668" y="5472886"/>
                </a:lnTo>
                <a:lnTo>
                  <a:pt x="14534184" y="5315401"/>
                </a:lnTo>
                <a:lnTo>
                  <a:pt x="14533634" y="5315401"/>
                </a:lnTo>
                <a:cubicBezTo>
                  <a:pt x="14533634" y="5314853"/>
                  <a:pt x="13119561" y="5314853"/>
                  <a:pt x="13119561" y="5314853"/>
                </a:cubicBezTo>
                <a:cubicBezTo>
                  <a:pt x="13118463" y="5305524"/>
                  <a:pt x="13110781" y="5298390"/>
                  <a:pt x="13100904" y="5298390"/>
                </a:cubicBezTo>
                <a:close/>
                <a:moveTo>
                  <a:pt x="2501654" y="5222666"/>
                </a:moveTo>
                <a:cubicBezTo>
                  <a:pt x="2491228" y="5222666"/>
                  <a:pt x="2484096" y="5229799"/>
                  <a:pt x="2482998" y="5239127"/>
                </a:cubicBezTo>
                <a:lnTo>
                  <a:pt x="1538086" y="5239127"/>
                </a:lnTo>
                <a:lnTo>
                  <a:pt x="1012404" y="5764810"/>
                </a:lnTo>
                <a:lnTo>
                  <a:pt x="373684" y="5764810"/>
                </a:lnTo>
                <a:cubicBezTo>
                  <a:pt x="372586" y="5755482"/>
                  <a:pt x="364904" y="5748348"/>
                  <a:pt x="355028" y="5748348"/>
                </a:cubicBezTo>
                <a:cubicBezTo>
                  <a:pt x="345150" y="5748348"/>
                  <a:pt x="336370" y="5756579"/>
                  <a:pt x="336370" y="5767005"/>
                </a:cubicBezTo>
                <a:cubicBezTo>
                  <a:pt x="336370" y="5777431"/>
                  <a:pt x="344602" y="5785662"/>
                  <a:pt x="355028" y="5785662"/>
                </a:cubicBezTo>
                <a:cubicBezTo>
                  <a:pt x="365452" y="5785662"/>
                  <a:pt x="372586" y="5778528"/>
                  <a:pt x="373684" y="5769200"/>
                </a:cubicBezTo>
                <a:lnTo>
                  <a:pt x="1014600" y="5769200"/>
                </a:lnTo>
                <a:lnTo>
                  <a:pt x="1540282" y="5243518"/>
                </a:lnTo>
                <a:lnTo>
                  <a:pt x="2482998" y="5243518"/>
                </a:lnTo>
                <a:cubicBezTo>
                  <a:pt x="2484096" y="5252846"/>
                  <a:pt x="2491778" y="5259979"/>
                  <a:pt x="2501654" y="5259979"/>
                </a:cubicBezTo>
                <a:cubicBezTo>
                  <a:pt x="2511532" y="5259979"/>
                  <a:pt x="2520311" y="5251748"/>
                  <a:pt x="2520311" y="5241322"/>
                </a:cubicBezTo>
                <a:cubicBezTo>
                  <a:pt x="2520311" y="5230896"/>
                  <a:pt x="2512080" y="5222666"/>
                  <a:pt x="2501654" y="5222666"/>
                </a:cubicBezTo>
                <a:close/>
                <a:moveTo>
                  <a:pt x="6731258" y="5216629"/>
                </a:moveTo>
                <a:lnTo>
                  <a:pt x="6337270" y="5216629"/>
                </a:lnTo>
                <a:lnTo>
                  <a:pt x="5447780" y="6106119"/>
                </a:lnTo>
                <a:lnTo>
                  <a:pt x="5184390" y="6106119"/>
                </a:lnTo>
                <a:lnTo>
                  <a:pt x="4126990" y="7163520"/>
                </a:lnTo>
                <a:cubicBezTo>
                  <a:pt x="4119856" y="7158033"/>
                  <a:pt x="4108882" y="7158582"/>
                  <a:pt x="4102298" y="7165166"/>
                </a:cubicBezTo>
                <a:cubicBezTo>
                  <a:pt x="4095164" y="7172299"/>
                  <a:pt x="4095164" y="7184371"/>
                  <a:pt x="4102298" y="7191505"/>
                </a:cubicBezTo>
                <a:cubicBezTo>
                  <a:pt x="4109431" y="7198639"/>
                  <a:pt x="4121503" y="7198639"/>
                  <a:pt x="4128636" y="7191505"/>
                </a:cubicBezTo>
                <a:cubicBezTo>
                  <a:pt x="4135222" y="7184921"/>
                  <a:pt x="4135770" y="7174495"/>
                  <a:pt x="4130282" y="7166813"/>
                </a:cubicBezTo>
                <a:lnTo>
                  <a:pt x="5186586" y="6110509"/>
                </a:lnTo>
                <a:lnTo>
                  <a:pt x="5449976" y="6110509"/>
                </a:lnTo>
                <a:lnTo>
                  <a:pt x="6338917" y="5221568"/>
                </a:lnTo>
                <a:lnTo>
                  <a:pt x="6338916" y="5221568"/>
                </a:lnTo>
                <a:lnTo>
                  <a:pt x="6339465" y="5221020"/>
                </a:lnTo>
                <a:lnTo>
                  <a:pt x="6338917" y="5221568"/>
                </a:lnTo>
                <a:lnTo>
                  <a:pt x="6731258" y="5221568"/>
                </a:lnTo>
                <a:close/>
                <a:moveTo>
                  <a:pt x="5903774" y="5215121"/>
                </a:moveTo>
                <a:cubicBezTo>
                  <a:pt x="5898973" y="5215121"/>
                  <a:pt x="5894171" y="5216904"/>
                  <a:pt x="5890605" y="5220470"/>
                </a:cubicBezTo>
                <a:cubicBezTo>
                  <a:pt x="5884020" y="5227055"/>
                  <a:pt x="5883472" y="5237481"/>
                  <a:pt x="5888960" y="5245164"/>
                </a:cubicBezTo>
                <a:lnTo>
                  <a:pt x="5719401" y="5414721"/>
                </a:lnTo>
                <a:lnTo>
                  <a:pt x="5389616" y="5414721"/>
                </a:lnTo>
                <a:lnTo>
                  <a:pt x="5283162" y="5308268"/>
                </a:lnTo>
                <a:lnTo>
                  <a:pt x="5282613" y="5308268"/>
                </a:lnTo>
                <a:cubicBezTo>
                  <a:pt x="5282613" y="5307719"/>
                  <a:pt x="4879298" y="5307719"/>
                  <a:pt x="4879298" y="5307719"/>
                </a:cubicBezTo>
                <a:lnTo>
                  <a:pt x="3998039" y="6188977"/>
                </a:lnTo>
                <a:lnTo>
                  <a:pt x="3354380" y="6188977"/>
                </a:lnTo>
                <a:cubicBezTo>
                  <a:pt x="3353282" y="6179649"/>
                  <a:pt x="3345600" y="6172516"/>
                  <a:pt x="3335723" y="6172516"/>
                </a:cubicBezTo>
                <a:cubicBezTo>
                  <a:pt x="3325846" y="6172516"/>
                  <a:pt x="3317066" y="6180747"/>
                  <a:pt x="3317066" y="6191172"/>
                </a:cubicBezTo>
                <a:cubicBezTo>
                  <a:pt x="3317066" y="6201598"/>
                  <a:pt x="3325297" y="6209829"/>
                  <a:pt x="3335723" y="6209829"/>
                </a:cubicBezTo>
                <a:cubicBezTo>
                  <a:pt x="3346149" y="6209829"/>
                  <a:pt x="3353282" y="6202696"/>
                  <a:pt x="3354380" y="6193367"/>
                </a:cubicBezTo>
                <a:lnTo>
                  <a:pt x="4000233" y="6193367"/>
                </a:lnTo>
                <a:lnTo>
                  <a:pt x="4881492" y="5312109"/>
                </a:lnTo>
                <a:lnTo>
                  <a:pt x="5280967" y="5312109"/>
                </a:lnTo>
                <a:lnTo>
                  <a:pt x="5387420" y="5418562"/>
                </a:lnTo>
                <a:lnTo>
                  <a:pt x="5387969" y="5418562"/>
                </a:lnTo>
                <a:cubicBezTo>
                  <a:pt x="5387969" y="5419110"/>
                  <a:pt x="5721596" y="5419110"/>
                  <a:pt x="5721596" y="5419110"/>
                </a:cubicBezTo>
                <a:lnTo>
                  <a:pt x="5892251" y="5248456"/>
                </a:lnTo>
                <a:lnTo>
                  <a:pt x="5892251" y="5248456"/>
                </a:lnTo>
                <a:lnTo>
                  <a:pt x="5892800" y="5247907"/>
                </a:lnTo>
                <a:lnTo>
                  <a:pt x="5892251" y="5248456"/>
                </a:lnTo>
                <a:lnTo>
                  <a:pt x="5904803" y="5252160"/>
                </a:lnTo>
                <a:cubicBezTo>
                  <a:pt x="5909261" y="5251885"/>
                  <a:pt x="5913651" y="5250102"/>
                  <a:pt x="5916944" y="5246809"/>
                </a:cubicBezTo>
                <a:cubicBezTo>
                  <a:pt x="5924078" y="5239677"/>
                  <a:pt x="5924078" y="5227604"/>
                  <a:pt x="5916944" y="5220470"/>
                </a:cubicBezTo>
                <a:cubicBezTo>
                  <a:pt x="5913377" y="5216904"/>
                  <a:pt x="5908575" y="5215121"/>
                  <a:pt x="5903774" y="5215121"/>
                </a:cubicBezTo>
                <a:close/>
                <a:moveTo>
                  <a:pt x="14162694" y="5037332"/>
                </a:moveTo>
                <a:cubicBezTo>
                  <a:pt x="14157892" y="5037332"/>
                  <a:pt x="14153091" y="5039115"/>
                  <a:pt x="14149524" y="5042682"/>
                </a:cubicBezTo>
                <a:cubicBezTo>
                  <a:pt x="14142392" y="5049816"/>
                  <a:pt x="14142392" y="5061888"/>
                  <a:pt x="14149524" y="5069021"/>
                </a:cubicBezTo>
                <a:cubicBezTo>
                  <a:pt x="14156110" y="5075606"/>
                  <a:pt x="14166535" y="5076155"/>
                  <a:pt x="14174217" y="5070668"/>
                </a:cubicBezTo>
                <a:lnTo>
                  <a:pt x="14224152" y="5120602"/>
                </a:lnTo>
                <a:lnTo>
                  <a:pt x="14224701" y="5120602"/>
                </a:lnTo>
                <a:cubicBezTo>
                  <a:pt x="14224701" y="5121151"/>
                  <a:pt x="15006090" y="5121151"/>
                  <a:pt x="15006090" y="5121151"/>
                </a:cubicBezTo>
                <a:lnTo>
                  <a:pt x="15196500" y="5311560"/>
                </a:lnTo>
                <a:lnTo>
                  <a:pt x="15197048" y="5311560"/>
                </a:lnTo>
                <a:cubicBezTo>
                  <a:pt x="15197048" y="5312109"/>
                  <a:pt x="15565794" y="5312109"/>
                  <a:pt x="15565794" y="5312109"/>
                </a:cubicBezTo>
                <a:cubicBezTo>
                  <a:pt x="15566891" y="5321437"/>
                  <a:pt x="15574575" y="5328570"/>
                  <a:pt x="15584450" y="5328570"/>
                </a:cubicBezTo>
                <a:cubicBezTo>
                  <a:pt x="15594328" y="5328570"/>
                  <a:pt x="15603108" y="5320339"/>
                  <a:pt x="15603108" y="5309913"/>
                </a:cubicBezTo>
                <a:cubicBezTo>
                  <a:pt x="15603108" y="5299488"/>
                  <a:pt x="15594877" y="5291257"/>
                  <a:pt x="15584450" y="5291257"/>
                </a:cubicBezTo>
                <a:cubicBezTo>
                  <a:pt x="15574025" y="5291257"/>
                  <a:pt x="15566891" y="5298390"/>
                  <a:pt x="15565794" y="5307719"/>
                </a:cubicBezTo>
                <a:lnTo>
                  <a:pt x="15199243" y="5307719"/>
                </a:lnTo>
                <a:lnTo>
                  <a:pt x="15008834" y="5117310"/>
                </a:lnTo>
                <a:lnTo>
                  <a:pt x="15008285" y="5117310"/>
                </a:lnTo>
                <a:cubicBezTo>
                  <a:pt x="15008285" y="5116761"/>
                  <a:pt x="14226895" y="5116761"/>
                  <a:pt x="14226895" y="5116761"/>
                </a:cubicBezTo>
                <a:lnTo>
                  <a:pt x="14177510" y="5067376"/>
                </a:lnTo>
                <a:cubicBezTo>
                  <a:pt x="14182998" y="5060242"/>
                  <a:pt x="14182448" y="5049267"/>
                  <a:pt x="14175863" y="5042682"/>
                </a:cubicBezTo>
                <a:cubicBezTo>
                  <a:pt x="14172296" y="5039115"/>
                  <a:pt x="14167495" y="5037332"/>
                  <a:pt x="14162694" y="5037332"/>
                </a:cubicBezTo>
                <a:close/>
                <a:moveTo>
                  <a:pt x="6701626" y="4985066"/>
                </a:moveTo>
                <a:lnTo>
                  <a:pt x="6314773" y="4985066"/>
                </a:lnTo>
                <a:lnTo>
                  <a:pt x="5641482" y="5658905"/>
                </a:lnTo>
                <a:lnTo>
                  <a:pt x="4869421" y="5658905"/>
                </a:lnTo>
                <a:lnTo>
                  <a:pt x="3998039" y="6530287"/>
                </a:lnTo>
                <a:lnTo>
                  <a:pt x="3561250" y="6530287"/>
                </a:lnTo>
                <a:cubicBezTo>
                  <a:pt x="3560152" y="6520958"/>
                  <a:pt x="3552471" y="6513825"/>
                  <a:pt x="3542594" y="6513825"/>
                </a:cubicBezTo>
                <a:cubicBezTo>
                  <a:pt x="3532716" y="6513825"/>
                  <a:pt x="3523937" y="6522055"/>
                  <a:pt x="3523937" y="6532481"/>
                </a:cubicBezTo>
                <a:cubicBezTo>
                  <a:pt x="3523937" y="6542908"/>
                  <a:pt x="3532168" y="6551138"/>
                  <a:pt x="3542594" y="6551138"/>
                </a:cubicBezTo>
                <a:cubicBezTo>
                  <a:pt x="3553020" y="6551138"/>
                  <a:pt x="3560152" y="6544005"/>
                  <a:pt x="3561250" y="6534677"/>
                </a:cubicBezTo>
                <a:lnTo>
                  <a:pt x="4000233" y="6534677"/>
                </a:lnTo>
                <a:lnTo>
                  <a:pt x="4871615" y="5663295"/>
                </a:lnTo>
                <a:lnTo>
                  <a:pt x="5643678" y="5663295"/>
                </a:lnTo>
                <a:lnTo>
                  <a:pt x="5643678" y="5663843"/>
                </a:lnTo>
                <a:lnTo>
                  <a:pt x="6316967" y="4990004"/>
                </a:lnTo>
                <a:lnTo>
                  <a:pt x="6701626" y="4990004"/>
                </a:lnTo>
                <a:close/>
                <a:moveTo>
                  <a:pt x="8990924" y="4884100"/>
                </a:moveTo>
                <a:lnTo>
                  <a:pt x="8990924" y="4889039"/>
                </a:lnTo>
                <a:lnTo>
                  <a:pt x="10502123" y="4889039"/>
                </a:lnTo>
                <a:lnTo>
                  <a:pt x="10710640" y="5097556"/>
                </a:lnTo>
                <a:lnTo>
                  <a:pt x="10711189" y="5097556"/>
                </a:lnTo>
                <a:cubicBezTo>
                  <a:pt x="10711189" y="5098104"/>
                  <a:pt x="11067314" y="5098104"/>
                  <a:pt x="11067314" y="5098104"/>
                </a:cubicBezTo>
                <a:lnTo>
                  <a:pt x="11665978" y="5696767"/>
                </a:lnTo>
                <a:lnTo>
                  <a:pt x="11666525" y="5696767"/>
                </a:lnTo>
                <a:lnTo>
                  <a:pt x="12664664" y="5696767"/>
                </a:lnTo>
                <a:cubicBezTo>
                  <a:pt x="12665761" y="5706096"/>
                  <a:pt x="12673443" y="5713229"/>
                  <a:pt x="12683321" y="5713229"/>
                </a:cubicBezTo>
                <a:cubicBezTo>
                  <a:pt x="12693198" y="5713229"/>
                  <a:pt x="12701979" y="5704998"/>
                  <a:pt x="12701979" y="5694572"/>
                </a:cubicBezTo>
                <a:cubicBezTo>
                  <a:pt x="12701979" y="5684147"/>
                  <a:pt x="12693747" y="5675916"/>
                  <a:pt x="12683321" y="5675916"/>
                </a:cubicBezTo>
                <a:cubicBezTo>
                  <a:pt x="12672896" y="5675916"/>
                  <a:pt x="12665761" y="5683049"/>
                  <a:pt x="12664664" y="5692378"/>
                </a:cubicBezTo>
                <a:lnTo>
                  <a:pt x="11668172" y="5692378"/>
                </a:lnTo>
                <a:lnTo>
                  <a:pt x="11069509" y="5093715"/>
                </a:lnTo>
                <a:lnTo>
                  <a:pt x="11068960" y="5093715"/>
                </a:lnTo>
                <a:cubicBezTo>
                  <a:pt x="11068960" y="5093165"/>
                  <a:pt x="10712835" y="5093165"/>
                  <a:pt x="10712835" y="5093165"/>
                </a:cubicBezTo>
                <a:lnTo>
                  <a:pt x="10504318" y="4884648"/>
                </a:lnTo>
                <a:lnTo>
                  <a:pt x="10503770" y="4884648"/>
                </a:lnTo>
                <a:cubicBezTo>
                  <a:pt x="10503770" y="4884100"/>
                  <a:pt x="8990924" y="4884100"/>
                  <a:pt x="8990924" y="4884100"/>
                </a:cubicBezTo>
                <a:close/>
                <a:moveTo>
                  <a:pt x="6691750" y="4867090"/>
                </a:moveTo>
                <a:lnTo>
                  <a:pt x="6359219" y="4867090"/>
                </a:lnTo>
                <a:lnTo>
                  <a:pt x="6139180" y="5087130"/>
                </a:lnTo>
                <a:lnTo>
                  <a:pt x="4979166" y="5087130"/>
                </a:lnTo>
                <a:lnTo>
                  <a:pt x="4126441" y="5939855"/>
                </a:lnTo>
                <a:lnTo>
                  <a:pt x="3354380" y="5939855"/>
                </a:lnTo>
                <a:cubicBezTo>
                  <a:pt x="3353282" y="5930526"/>
                  <a:pt x="3345600" y="5923392"/>
                  <a:pt x="3335723" y="5923392"/>
                </a:cubicBezTo>
                <a:cubicBezTo>
                  <a:pt x="3325846" y="5923392"/>
                  <a:pt x="3317066" y="5931624"/>
                  <a:pt x="3317066" y="5942050"/>
                </a:cubicBezTo>
                <a:cubicBezTo>
                  <a:pt x="3317066" y="5952475"/>
                  <a:pt x="3325297" y="5960706"/>
                  <a:pt x="3335723" y="5960706"/>
                </a:cubicBezTo>
                <a:cubicBezTo>
                  <a:pt x="3346149" y="5960706"/>
                  <a:pt x="3353282" y="5953572"/>
                  <a:pt x="3354380" y="5944244"/>
                </a:cubicBezTo>
                <a:lnTo>
                  <a:pt x="4128636" y="5944244"/>
                </a:lnTo>
                <a:lnTo>
                  <a:pt x="4981361" y="5091519"/>
                </a:lnTo>
                <a:lnTo>
                  <a:pt x="6141374" y="5091519"/>
                </a:lnTo>
                <a:lnTo>
                  <a:pt x="6361414" y="4871479"/>
                </a:lnTo>
                <a:lnTo>
                  <a:pt x="6360866" y="4872028"/>
                </a:lnTo>
                <a:lnTo>
                  <a:pt x="6691750" y="4872028"/>
                </a:lnTo>
                <a:close/>
                <a:moveTo>
                  <a:pt x="11528247" y="4844729"/>
                </a:moveTo>
                <a:cubicBezTo>
                  <a:pt x="11523446" y="4844729"/>
                  <a:pt x="11518644" y="4846512"/>
                  <a:pt x="11515077" y="4850079"/>
                </a:cubicBezTo>
                <a:cubicBezTo>
                  <a:pt x="11507944" y="4857212"/>
                  <a:pt x="11507944" y="4869284"/>
                  <a:pt x="11515077" y="4876418"/>
                </a:cubicBezTo>
                <a:cubicBezTo>
                  <a:pt x="11521661" y="4883003"/>
                  <a:pt x="11532088" y="4883551"/>
                  <a:pt x="11539770" y="4878064"/>
                </a:cubicBezTo>
                <a:lnTo>
                  <a:pt x="11636345" y="4974640"/>
                </a:lnTo>
                <a:lnTo>
                  <a:pt x="11636345" y="5197973"/>
                </a:lnTo>
                <a:lnTo>
                  <a:pt x="11880530" y="5442157"/>
                </a:lnTo>
                <a:lnTo>
                  <a:pt x="11881079" y="5442157"/>
                </a:lnTo>
                <a:cubicBezTo>
                  <a:pt x="11881079" y="5442705"/>
                  <a:pt x="13668290" y="5442705"/>
                  <a:pt x="13668290" y="5442705"/>
                </a:cubicBezTo>
                <a:lnTo>
                  <a:pt x="13953628" y="5728046"/>
                </a:lnTo>
                <a:lnTo>
                  <a:pt x="13954178" y="5728046"/>
                </a:lnTo>
                <a:cubicBezTo>
                  <a:pt x="13954178" y="5728594"/>
                  <a:pt x="15683771" y="5728594"/>
                  <a:pt x="15683771" y="5728594"/>
                </a:cubicBezTo>
                <a:cubicBezTo>
                  <a:pt x="15684868" y="5737922"/>
                  <a:pt x="15692551" y="5745056"/>
                  <a:pt x="15702428" y="5745056"/>
                </a:cubicBezTo>
                <a:lnTo>
                  <a:pt x="15702428" y="5744507"/>
                </a:lnTo>
                <a:cubicBezTo>
                  <a:pt x="15712854" y="5744507"/>
                  <a:pt x="15721085" y="5736276"/>
                  <a:pt x="15721085" y="5725850"/>
                </a:cubicBezTo>
                <a:cubicBezTo>
                  <a:pt x="15721085" y="5715424"/>
                  <a:pt x="15712854" y="5707193"/>
                  <a:pt x="15702428" y="5707193"/>
                </a:cubicBezTo>
                <a:cubicBezTo>
                  <a:pt x="15692002" y="5707193"/>
                  <a:pt x="15684868" y="5714327"/>
                  <a:pt x="15683771" y="5723655"/>
                </a:cubicBezTo>
                <a:lnTo>
                  <a:pt x="13955824" y="5723655"/>
                </a:lnTo>
                <a:lnTo>
                  <a:pt x="13670485" y="5438316"/>
                </a:lnTo>
                <a:lnTo>
                  <a:pt x="13669935" y="5438316"/>
                </a:lnTo>
                <a:cubicBezTo>
                  <a:pt x="13669935" y="5437767"/>
                  <a:pt x="11882726" y="5437767"/>
                  <a:pt x="11882726" y="5437767"/>
                </a:cubicBezTo>
                <a:lnTo>
                  <a:pt x="11640736" y="5195778"/>
                </a:lnTo>
                <a:lnTo>
                  <a:pt x="11640736" y="4972445"/>
                </a:lnTo>
                <a:lnTo>
                  <a:pt x="11543061" y="4874772"/>
                </a:lnTo>
                <a:cubicBezTo>
                  <a:pt x="11548549" y="4867638"/>
                  <a:pt x="11548001" y="4856664"/>
                  <a:pt x="11541416" y="4850079"/>
                </a:cubicBezTo>
                <a:cubicBezTo>
                  <a:pt x="11537849" y="4846512"/>
                  <a:pt x="11533048" y="4844729"/>
                  <a:pt x="11528247" y="4844729"/>
                </a:cubicBezTo>
                <a:close/>
                <a:moveTo>
                  <a:pt x="3694591" y="4724420"/>
                </a:moveTo>
                <a:cubicBezTo>
                  <a:pt x="3684166" y="4724420"/>
                  <a:pt x="3677032" y="4731554"/>
                  <a:pt x="3675934" y="4740882"/>
                </a:cubicBezTo>
                <a:lnTo>
                  <a:pt x="2397397" y="4740882"/>
                </a:lnTo>
                <a:lnTo>
                  <a:pt x="2225096" y="4913183"/>
                </a:lnTo>
                <a:cubicBezTo>
                  <a:pt x="2217962" y="4907695"/>
                  <a:pt x="2206987" y="4908244"/>
                  <a:pt x="2200402" y="4914828"/>
                </a:cubicBezTo>
                <a:cubicBezTo>
                  <a:pt x="2193269" y="4921962"/>
                  <a:pt x="2193269" y="4934034"/>
                  <a:pt x="2200402" y="4941167"/>
                </a:cubicBezTo>
                <a:cubicBezTo>
                  <a:pt x="2207536" y="4948301"/>
                  <a:pt x="2219608" y="4948301"/>
                  <a:pt x="2226741" y="4941167"/>
                </a:cubicBezTo>
                <a:cubicBezTo>
                  <a:pt x="2233326" y="4934583"/>
                  <a:pt x="2233875" y="4924157"/>
                  <a:pt x="2228388" y="4916475"/>
                </a:cubicBezTo>
                <a:lnTo>
                  <a:pt x="2399591" y="4745271"/>
                </a:lnTo>
                <a:lnTo>
                  <a:pt x="3675934" y="4745271"/>
                </a:lnTo>
                <a:cubicBezTo>
                  <a:pt x="3677032" y="4754600"/>
                  <a:pt x="3684715" y="4761734"/>
                  <a:pt x="3694591" y="4761734"/>
                </a:cubicBezTo>
                <a:cubicBezTo>
                  <a:pt x="3704469" y="4761734"/>
                  <a:pt x="3713248" y="4753502"/>
                  <a:pt x="3713248" y="4743076"/>
                </a:cubicBezTo>
                <a:cubicBezTo>
                  <a:pt x="3713248" y="4732651"/>
                  <a:pt x="3705018" y="4724420"/>
                  <a:pt x="3694591" y="4724420"/>
                </a:cubicBezTo>
                <a:close/>
                <a:moveTo>
                  <a:pt x="8991472" y="4634977"/>
                </a:moveTo>
                <a:lnTo>
                  <a:pt x="8991472" y="4639915"/>
                </a:lnTo>
                <a:lnTo>
                  <a:pt x="10625039" y="4639915"/>
                </a:lnTo>
                <a:lnTo>
                  <a:pt x="10771549" y="4786426"/>
                </a:lnTo>
                <a:lnTo>
                  <a:pt x="10772098" y="4786426"/>
                </a:lnTo>
                <a:cubicBezTo>
                  <a:pt x="10772098" y="4786975"/>
                  <a:pt x="11577632" y="4786975"/>
                  <a:pt x="11577632" y="4786975"/>
                </a:cubicBezTo>
                <a:lnTo>
                  <a:pt x="12118130" y="5327473"/>
                </a:lnTo>
                <a:lnTo>
                  <a:pt x="12118679" y="5327473"/>
                </a:lnTo>
                <a:cubicBezTo>
                  <a:pt x="12118679" y="5328022"/>
                  <a:pt x="12693747" y="5328022"/>
                  <a:pt x="12693747" y="5328022"/>
                </a:cubicBezTo>
                <a:cubicBezTo>
                  <a:pt x="12694844" y="5337349"/>
                  <a:pt x="12702526" y="5344484"/>
                  <a:pt x="12712404" y="5344484"/>
                </a:cubicBezTo>
                <a:cubicBezTo>
                  <a:pt x="12722281" y="5344484"/>
                  <a:pt x="12731060" y="5336252"/>
                  <a:pt x="12731060" y="5325826"/>
                </a:cubicBezTo>
                <a:cubicBezTo>
                  <a:pt x="12731060" y="5315401"/>
                  <a:pt x="12722829" y="5307169"/>
                  <a:pt x="12712404" y="5307169"/>
                </a:cubicBezTo>
                <a:cubicBezTo>
                  <a:pt x="12701979" y="5307169"/>
                  <a:pt x="12694844" y="5314304"/>
                  <a:pt x="12693747" y="5323632"/>
                </a:cubicBezTo>
                <a:lnTo>
                  <a:pt x="12693198" y="5323083"/>
                </a:lnTo>
                <a:lnTo>
                  <a:pt x="12120326" y="5323083"/>
                </a:lnTo>
                <a:lnTo>
                  <a:pt x="11579827" y="4782585"/>
                </a:lnTo>
                <a:lnTo>
                  <a:pt x="11579279" y="4782585"/>
                </a:lnTo>
                <a:cubicBezTo>
                  <a:pt x="11579279" y="4782036"/>
                  <a:pt x="10773744" y="4782036"/>
                  <a:pt x="10773744" y="4782036"/>
                </a:cubicBezTo>
                <a:lnTo>
                  <a:pt x="10627234" y="4635526"/>
                </a:lnTo>
                <a:lnTo>
                  <a:pt x="10626685" y="4635526"/>
                </a:lnTo>
                <a:cubicBezTo>
                  <a:pt x="10626685" y="4634977"/>
                  <a:pt x="8991472" y="4634977"/>
                  <a:pt x="8991472" y="4634977"/>
                </a:cubicBezTo>
                <a:close/>
                <a:moveTo>
                  <a:pt x="6695042" y="4618513"/>
                </a:moveTo>
                <a:cubicBezTo>
                  <a:pt x="6685714" y="4618513"/>
                  <a:pt x="6677482" y="4625647"/>
                  <a:pt x="6676386" y="4634975"/>
                </a:cubicBezTo>
                <a:lnTo>
                  <a:pt x="6045896" y="4634975"/>
                </a:lnTo>
                <a:lnTo>
                  <a:pt x="5800614" y="4880257"/>
                </a:lnTo>
                <a:lnTo>
                  <a:pt x="4406842" y="4880257"/>
                </a:lnTo>
                <a:lnTo>
                  <a:pt x="3872928" y="5414171"/>
                </a:lnTo>
                <a:lnTo>
                  <a:pt x="3545886" y="5414171"/>
                </a:lnTo>
                <a:lnTo>
                  <a:pt x="3275363" y="5684694"/>
                </a:lnTo>
                <a:lnTo>
                  <a:pt x="3275363" y="5867970"/>
                </a:lnTo>
                <a:cubicBezTo>
                  <a:pt x="3266034" y="5869067"/>
                  <a:pt x="3258900" y="5876749"/>
                  <a:pt x="3258900" y="5886626"/>
                </a:cubicBezTo>
                <a:cubicBezTo>
                  <a:pt x="3258900" y="5896503"/>
                  <a:pt x="3267131" y="5905282"/>
                  <a:pt x="3277557" y="5905282"/>
                </a:cubicBezTo>
                <a:cubicBezTo>
                  <a:pt x="3287983" y="5905282"/>
                  <a:pt x="3296214" y="5897052"/>
                  <a:pt x="3296214" y="5886626"/>
                </a:cubicBezTo>
                <a:cubicBezTo>
                  <a:pt x="3296214" y="5876201"/>
                  <a:pt x="3289080" y="5869067"/>
                  <a:pt x="3279752" y="5867970"/>
                </a:cubicBezTo>
                <a:lnTo>
                  <a:pt x="3279752" y="5686888"/>
                </a:lnTo>
                <a:lnTo>
                  <a:pt x="3546984" y="5419657"/>
                </a:lnTo>
                <a:lnTo>
                  <a:pt x="3874026" y="5419657"/>
                </a:lnTo>
                <a:lnTo>
                  <a:pt x="4407940" y="4885744"/>
                </a:lnTo>
                <a:lnTo>
                  <a:pt x="5801711" y="4885744"/>
                </a:lnTo>
                <a:lnTo>
                  <a:pt x="6046994" y="4640462"/>
                </a:lnTo>
                <a:lnTo>
                  <a:pt x="6675288" y="4640462"/>
                </a:lnTo>
                <a:cubicBezTo>
                  <a:pt x="6676386" y="4649790"/>
                  <a:pt x="6684068" y="4656924"/>
                  <a:pt x="6693944" y="4656924"/>
                </a:cubicBezTo>
                <a:cubicBezTo>
                  <a:pt x="6703822" y="4656924"/>
                  <a:pt x="6712601" y="4648693"/>
                  <a:pt x="6712601" y="4638267"/>
                </a:cubicBezTo>
                <a:cubicBezTo>
                  <a:pt x="6712601" y="4627842"/>
                  <a:pt x="6704370" y="4619610"/>
                  <a:pt x="6693944" y="4619610"/>
                </a:cubicBezTo>
                <a:close/>
                <a:moveTo>
                  <a:pt x="8991472" y="4523584"/>
                </a:moveTo>
                <a:lnTo>
                  <a:pt x="8991472" y="4528523"/>
                </a:lnTo>
                <a:lnTo>
                  <a:pt x="10888977" y="4528523"/>
                </a:lnTo>
                <a:lnTo>
                  <a:pt x="11054145" y="4693691"/>
                </a:lnTo>
                <a:lnTo>
                  <a:pt x="11054693" y="4693691"/>
                </a:lnTo>
                <a:cubicBezTo>
                  <a:pt x="11054693" y="4694240"/>
                  <a:pt x="12657531" y="4694240"/>
                  <a:pt x="12657531" y="4694240"/>
                </a:cubicBezTo>
                <a:lnTo>
                  <a:pt x="12816113" y="4852823"/>
                </a:lnTo>
                <a:lnTo>
                  <a:pt x="12816662" y="4852823"/>
                </a:lnTo>
                <a:lnTo>
                  <a:pt x="13567872" y="4852823"/>
                </a:lnTo>
                <a:cubicBezTo>
                  <a:pt x="13568970" y="4862151"/>
                  <a:pt x="13576651" y="4869284"/>
                  <a:pt x="13586529" y="4869284"/>
                </a:cubicBezTo>
                <a:cubicBezTo>
                  <a:pt x="13596406" y="4869284"/>
                  <a:pt x="13605186" y="4861053"/>
                  <a:pt x="13605186" y="4850627"/>
                </a:cubicBezTo>
                <a:cubicBezTo>
                  <a:pt x="13605186" y="4840201"/>
                  <a:pt x="13596955" y="4831970"/>
                  <a:pt x="13586529" y="4831970"/>
                </a:cubicBezTo>
                <a:cubicBezTo>
                  <a:pt x="13576103" y="4831970"/>
                  <a:pt x="13568970" y="4839104"/>
                  <a:pt x="13567872" y="4848433"/>
                </a:cubicBezTo>
                <a:lnTo>
                  <a:pt x="12818856" y="4848433"/>
                </a:lnTo>
                <a:lnTo>
                  <a:pt x="12660274" y="4689849"/>
                </a:lnTo>
                <a:lnTo>
                  <a:pt x="12659725" y="4689849"/>
                </a:lnTo>
                <a:cubicBezTo>
                  <a:pt x="12659725" y="4689301"/>
                  <a:pt x="11056888" y="4689301"/>
                  <a:pt x="11056888" y="4689301"/>
                </a:cubicBezTo>
                <a:lnTo>
                  <a:pt x="10891721" y="4524134"/>
                </a:lnTo>
                <a:lnTo>
                  <a:pt x="10891172" y="4524134"/>
                </a:lnTo>
                <a:cubicBezTo>
                  <a:pt x="10891172" y="4523584"/>
                  <a:pt x="8991472" y="4523584"/>
                  <a:pt x="8991472" y="4523584"/>
                </a:cubicBezTo>
                <a:close/>
                <a:moveTo>
                  <a:pt x="6703822" y="4402864"/>
                </a:moveTo>
                <a:lnTo>
                  <a:pt x="5683734" y="4402864"/>
                </a:lnTo>
                <a:lnTo>
                  <a:pt x="5552040" y="4534559"/>
                </a:lnTo>
                <a:lnTo>
                  <a:pt x="4131380" y="4534559"/>
                </a:lnTo>
                <a:lnTo>
                  <a:pt x="3723126" y="4942814"/>
                </a:lnTo>
                <a:lnTo>
                  <a:pt x="2970818" y="4942814"/>
                </a:lnTo>
                <a:lnTo>
                  <a:pt x="2818820" y="5094812"/>
                </a:lnTo>
                <a:lnTo>
                  <a:pt x="1509552" y="5094812"/>
                </a:lnTo>
                <a:lnTo>
                  <a:pt x="1163304" y="5441060"/>
                </a:lnTo>
                <a:lnTo>
                  <a:pt x="321006" y="5441060"/>
                </a:lnTo>
                <a:lnTo>
                  <a:pt x="59810" y="5702254"/>
                </a:lnTo>
                <a:cubicBezTo>
                  <a:pt x="52676" y="5696767"/>
                  <a:pt x="41702" y="5697316"/>
                  <a:pt x="35118" y="5703901"/>
                </a:cubicBezTo>
                <a:cubicBezTo>
                  <a:pt x="27984" y="5711035"/>
                  <a:pt x="27984" y="5723106"/>
                  <a:pt x="35118" y="5730240"/>
                </a:cubicBezTo>
                <a:cubicBezTo>
                  <a:pt x="42250" y="5737374"/>
                  <a:pt x="54324" y="5737374"/>
                  <a:pt x="61458" y="5730240"/>
                </a:cubicBezTo>
                <a:cubicBezTo>
                  <a:pt x="68590" y="5723106"/>
                  <a:pt x="68590" y="5713229"/>
                  <a:pt x="63102" y="5705547"/>
                </a:cubicBezTo>
                <a:lnTo>
                  <a:pt x="323200" y="5445449"/>
                </a:lnTo>
                <a:lnTo>
                  <a:pt x="1165500" y="5445449"/>
                </a:lnTo>
                <a:lnTo>
                  <a:pt x="1511748" y="5099201"/>
                </a:lnTo>
                <a:lnTo>
                  <a:pt x="2821015" y="5099201"/>
                </a:lnTo>
                <a:lnTo>
                  <a:pt x="2973012" y="4947204"/>
                </a:lnTo>
                <a:lnTo>
                  <a:pt x="3725320" y="4947204"/>
                </a:lnTo>
                <a:lnTo>
                  <a:pt x="3725320" y="4947752"/>
                </a:lnTo>
                <a:lnTo>
                  <a:pt x="4133575" y="4539498"/>
                </a:lnTo>
                <a:lnTo>
                  <a:pt x="5554234" y="4539498"/>
                </a:lnTo>
                <a:lnTo>
                  <a:pt x="5685930" y="4407804"/>
                </a:lnTo>
                <a:lnTo>
                  <a:pt x="6703822" y="4407804"/>
                </a:lnTo>
                <a:close/>
                <a:moveTo>
                  <a:pt x="2547199" y="4266779"/>
                </a:moveTo>
                <a:cubicBezTo>
                  <a:pt x="2536774" y="4266779"/>
                  <a:pt x="2529640" y="4273913"/>
                  <a:pt x="2528542" y="4283241"/>
                </a:cubicBezTo>
                <a:lnTo>
                  <a:pt x="2284358" y="4283241"/>
                </a:lnTo>
                <a:lnTo>
                  <a:pt x="1833302" y="4734845"/>
                </a:lnTo>
                <a:lnTo>
                  <a:pt x="518000" y="4734845"/>
                </a:lnTo>
                <a:lnTo>
                  <a:pt x="301800" y="4951045"/>
                </a:lnTo>
                <a:lnTo>
                  <a:pt x="47738" y="4951045"/>
                </a:lnTo>
                <a:cubicBezTo>
                  <a:pt x="46642" y="4941716"/>
                  <a:pt x="38960" y="4934583"/>
                  <a:pt x="29082" y="4934583"/>
                </a:cubicBezTo>
                <a:cubicBezTo>
                  <a:pt x="19204" y="4934583"/>
                  <a:pt x="10424" y="4942814"/>
                  <a:pt x="10424" y="4953239"/>
                </a:cubicBezTo>
                <a:cubicBezTo>
                  <a:pt x="10424" y="4963665"/>
                  <a:pt x="18656" y="4971896"/>
                  <a:pt x="29082" y="4971896"/>
                </a:cubicBezTo>
                <a:lnTo>
                  <a:pt x="29630" y="4971348"/>
                </a:lnTo>
                <a:cubicBezTo>
                  <a:pt x="38960" y="4971348"/>
                  <a:pt x="47190" y="4964214"/>
                  <a:pt x="48288" y="4954886"/>
                </a:cubicBezTo>
                <a:lnTo>
                  <a:pt x="303996" y="4954886"/>
                </a:lnTo>
                <a:lnTo>
                  <a:pt x="520194" y="4738686"/>
                </a:lnTo>
                <a:lnTo>
                  <a:pt x="1835498" y="4738686"/>
                </a:lnTo>
                <a:lnTo>
                  <a:pt x="2286553" y="4287631"/>
                </a:lnTo>
                <a:lnTo>
                  <a:pt x="2528542" y="4287631"/>
                </a:lnTo>
                <a:cubicBezTo>
                  <a:pt x="2529640" y="4296959"/>
                  <a:pt x="2537322" y="4304093"/>
                  <a:pt x="2547199" y="4304093"/>
                </a:cubicBezTo>
                <a:cubicBezTo>
                  <a:pt x="2557076" y="4304093"/>
                  <a:pt x="2565856" y="4295863"/>
                  <a:pt x="2565856" y="4285437"/>
                </a:cubicBezTo>
                <a:cubicBezTo>
                  <a:pt x="2565856" y="4275010"/>
                  <a:pt x="2557625" y="4266779"/>
                  <a:pt x="2547199" y="4266779"/>
                </a:cubicBezTo>
                <a:close/>
                <a:moveTo>
                  <a:pt x="42800" y="4115331"/>
                </a:moveTo>
                <a:cubicBezTo>
                  <a:pt x="32922" y="4115331"/>
                  <a:pt x="24144" y="4123561"/>
                  <a:pt x="24144" y="4133987"/>
                </a:cubicBezTo>
                <a:cubicBezTo>
                  <a:pt x="24144" y="4144413"/>
                  <a:pt x="32374" y="4152644"/>
                  <a:pt x="42800" y="4152644"/>
                </a:cubicBezTo>
                <a:cubicBezTo>
                  <a:pt x="52128" y="4152644"/>
                  <a:pt x="60360" y="4145511"/>
                  <a:pt x="61458" y="4136182"/>
                </a:cubicBezTo>
                <a:lnTo>
                  <a:pt x="351734" y="4136182"/>
                </a:lnTo>
                <a:lnTo>
                  <a:pt x="547630" y="4332078"/>
                </a:lnTo>
                <a:lnTo>
                  <a:pt x="1194034" y="4332078"/>
                </a:lnTo>
                <a:lnTo>
                  <a:pt x="1378955" y="4147157"/>
                </a:lnTo>
                <a:lnTo>
                  <a:pt x="2154310" y="4147157"/>
                </a:lnTo>
                <a:cubicBezTo>
                  <a:pt x="2155406" y="4156485"/>
                  <a:pt x="2163089" y="4163619"/>
                  <a:pt x="2172966" y="4163619"/>
                </a:cubicBezTo>
                <a:cubicBezTo>
                  <a:pt x="2182844" y="4163619"/>
                  <a:pt x="2191623" y="4155387"/>
                  <a:pt x="2191623" y="4144962"/>
                </a:cubicBezTo>
                <a:cubicBezTo>
                  <a:pt x="2191623" y="4134536"/>
                  <a:pt x="2183392" y="4126305"/>
                  <a:pt x="2172966" y="4126305"/>
                </a:cubicBezTo>
                <a:cubicBezTo>
                  <a:pt x="2162540" y="4126305"/>
                  <a:pt x="2155406" y="4133439"/>
                  <a:pt x="2154310" y="4142767"/>
                </a:cubicBezTo>
                <a:lnTo>
                  <a:pt x="1376760" y="4142767"/>
                </a:lnTo>
                <a:lnTo>
                  <a:pt x="1191838" y="4327689"/>
                </a:lnTo>
                <a:lnTo>
                  <a:pt x="549276" y="4327689"/>
                </a:lnTo>
                <a:lnTo>
                  <a:pt x="353380" y="4131792"/>
                </a:lnTo>
                <a:lnTo>
                  <a:pt x="61458" y="4131792"/>
                </a:lnTo>
                <a:cubicBezTo>
                  <a:pt x="60360" y="4122464"/>
                  <a:pt x="52676" y="4115331"/>
                  <a:pt x="42800" y="4115331"/>
                </a:cubicBezTo>
                <a:close/>
                <a:moveTo>
                  <a:pt x="15685417" y="3827248"/>
                </a:moveTo>
                <a:cubicBezTo>
                  <a:pt x="15674991" y="3827248"/>
                  <a:pt x="15667859" y="3834381"/>
                  <a:pt x="15666760" y="3843710"/>
                </a:cubicBezTo>
                <a:lnTo>
                  <a:pt x="15063708" y="3843710"/>
                </a:lnTo>
                <a:lnTo>
                  <a:pt x="14576985" y="4330432"/>
                </a:lnTo>
                <a:lnTo>
                  <a:pt x="14109469" y="4330432"/>
                </a:lnTo>
                <a:cubicBezTo>
                  <a:pt x="14108369" y="4321105"/>
                  <a:pt x="14100688" y="4313970"/>
                  <a:pt x="14090811" y="4313970"/>
                </a:cubicBezTo>
                <a:cubicBezTo>
                  <a:pt x="14080933" y="4313970"/>
                  <a:pt x="14072154" y="4322201"/>
                  <a:pt x="14072154" y="4332627"/>
                </a:cubicBezTo>
                <a:cubicBezTo>
                  <a:pt x="14072154" y="4343052"/>
                  <a:pt x="14080386" y="4351285"/>
                  <a:pt x="14090811" y="4351285"/>
                </a:cubicBezTo>
                <a:cubicBezTo>
                  <a:pt x="14101237" y="4351285"/>
                  <a:pt x="14108369" y="4344150"/>
                  <a:pt x="14109469" y="4334822"/>
                </a:cubicBezTo>
                <a:lnTo>
                  <a:pt x="14579180" y="4334822"/>
                </a:lnTo>
                <a:lnTo>
                  <a:pt x="15065902" y="3848100"/>
                </a:lnTo>
                <a:lnTo>
                  <a:pt x="15666760" y="3848100"/>
                </a:lnTo>
                <a:cubicBezTo>
                  <a:pt x="15667859" y="3857428"/>
                  <a:pt x="15675540" y="3864561"/>
                  <a:pt x="15685417" y="3864561"/>
                </a:cubicBezTo>
                <a:cubicBezTo>
                  <a:pt x="15695295" y="3864561"/>
                  <a:pt x="15704074" y="3856330"/>
                  <a:pt x="15704074" y="3845904"/>
                </a:cubicBezTo>
                <a:cubicBezTo>
                  <a:pt x="15704074" y="3835478"/>
                  <a:pt x="15695843" y="3827248"/>
                  <a:pt x="15685417" y="3827248"/>
                </a:cubicBezTo>
                <a:close/>
                <a:moveTo>
                  <a:pt x="77370" y="3732318"/>
                </a:moveTo>
                <a:cubicBezTo>
                  <a:pt x="67492" y="3732318"/>
                  <a:pt x="58714" y="3740549"/>
                  <a:pt x="58714" y="3750975"/>
                </a:cubicBezTo>
                <a:cubicBezTo>
                  <a:pt x="58714" y="3761401"/>
                  <a:pt x="66944" y="3769631"/>
                  <a:pt x="77370" y="3769631"/>
                </a:cubicBezTo>
                <a:cubicBezTo>
                  <a:pt x="87796" y="3769631"/>
                  <a:pt x="94928" y="3762498"/>
                  <a:pt x="96026" y="3753169"/>
                </a:cubicBezTo>
                <a:lnTo>
                  <a:pt x="340760" y="3753169"/>
                </a:lnTo>
                <a:lnTo>
                  <a:pt x="531168" y="3943578"/>
                </a:lnTo>
                <a:lnTo>
                  <a:pt x="2615241" y="3943578"/>
                </a:lnTo>
                <a:lnTo>
                  <a:pt x="2970818" y="4299155"/>
                </a:lnTo>
                <a:lnTo>
                  <a:pt x="2970818" y="4299703"/>
                </a:lnTo>
                <a:lnTo>
                  <a:pt x="3600210" y="4299703"/>
                </a:lnTo>
                <a:lnTo>
                  <a:pt x="3896524" y="4003390"/>
                </a:lnTo>
                <a:lnTo>
                  <a:pt x="4295998" y="4003390"/>
                </a:lnTo>
                <a:lnTo>
                  <a:pt x="4389282" y="4096674"/>
                </a:lnTo>
                <a:cubicBezTo>
                  <a:pt x="4383796" y="4103807"/>
                  <a:pt x="4384344" y="4114781"/>
                  <a:pt x="4390928" y="4121366"/>
                </a:cubicBezTo>
                <a:cubicBezTo>
                  <a:pt x="4398062" y="4128500"/>
                  <a:pt x="4410134" y="4128500"/>
                  <a:pt x="4417268" y="4121366"/>
                </a:cubicBezTo>
                <a:cubicBezTo>
                  <a:pt x="4424401" y="4114233"/>
                  <a:pt x="4424401" y="4102161"/>
                  <a:pt x="4417268" y="4095027"/>
                </a:cubicBezTo>
                <a:cubicBezTo>
                  <a:pt x="4410684" y="4088443"/>
                  <a:pt x="4400257" y="4087895"/>
                  <a:pt x="4392575" y="4093381"/>
                </a:cubicBezTo>
                <a:lnTo>
                  <a:pt x="4297645" y="3998450"/>
                </a:lnTo>
                <a:lnTo>
                  <a:pt x="3894328" y="3998450"/>
                </a:lnTo>
                <a:lnTo>
                  <a:pt x="3598016" y="4294765"/>
                </a:lnTo>
                <a:lnTo>
                  <a:pt x="2972464" y="4294765"/>
                </a:lnTo>
                <a:lnTo>
                  <a:pt x="2616888" y="3939189"/>
                </a:lnTo>
                <a:lnTo>
                  <a:pt x="533364" y="3939189"/>
                </a:lnTo>
                <a:lnTo>
                  <a:pt x="342954" y="3748779"/>
                </a:lnTo>
                <a:lnTo>
                  <a:pt x="96026" y="3748779"/>
                </a:lnTo>
                <a:cubicBezTo>
                  <a:pt x="94928" y="3739451"/>
                  <a:pt x="87246" y="3732318"/>
                  <a:pt x="77370" y="3732318"/>
                </a:cubicBezTo>
                <a:close/>
                <a:moveTo>
                  <a:pt x="15683771" y="3693357"/>
                </a:moveTo>
                <a:lnTo>
                  <a:pt x="15683222" y="3693357"/>
                </a:lnTo>
                <a:cubicBezTo>
                  <a:pt x="15673894" y="3693357"/>
                  <a:pt x="15665662" y="3700491"/>
                  <a:pt x="15664565" y="3709820"/>
                </a:cubicBezTo>
                <a:lnTo>
                  <a:pt x="14817329" y="3709820"/>
                </a:lnTo>
                <a:lnTo>
                  <a:pt x="14361884" y="4165265"/>
                </a:lnTo>
                <a:lnTo>
                  <a:pt x="12428711" y="4165265"/>
                </a:lnTo>
                <a:lnTo>
                  <a:pt x="12247081" y="4346894"/>
                </a:lnTo>
                <a:lnTo>
                  <a:pt x="11035488" y="4346894"/>
                </a:lnTo>
                <a:lnTo>
                  <a:pt x="10969092" y="4413290"/>
                </a:lnTo>
                <a:cubicBezTo>
                  <a:pt x="10961959" y="4407804"/>
                  <a:pt x="10950984" y="4408352"/>
                  <a:pt x="10944399" y="4414936"/>
                </a:cubicBezTo>
                <a:cubicBezTo>
                  <a:pt x="10937814" y="4421521"/>
                  <a:pt x="10937265" y="4434141"/>
                  <a:pt x="10944399" y="4441275"/>
                </a:cubicBezTo>
                <a:cubicBezTo>
                  <a:pt x="10951533" y="4448408"/>
                  <a:pt x="10963604" y="4448408"/>
                  <a:pt x="10970738" y="4441275"/>
                </a:cubicBezTo>
                <a:cubicBezTo>
                  <a:pt x="10977323" y="4434690"/>
                  <a:pt x="10977872" y="4424265"/>
                  <a:pt x="10972384" y="4416583"/>
                </a:cubicBezTo>
                <a:lnTo>
                  <a:pt x="11037683" y="4351285"/>
                </a:lnTo>
                <a:lnTo>
                  <a:pt x="12249277" y="4351285"/>
                </a:lnTo>
                <a:lnTo>
                  <a:pt x="12430906" y="4169655"/>
                </a:lnTo>
                <a:lnTo>
                  <a:pt x="14364078" y="4169655"/>
                </a:lnTo>
                <a:lnTo>
                  <a:pt x="14819523" y="3714209"/>
                </a:lnTo>
                <a:lnTo>
                  <a:pt x="15665115" y="3714209"/>
                </a:lnTo>
                <a:cubicBezTo>
                  <a:pt x="15666212" y="3723537"/>
                  <a:pt x="15673894" y="3730671"/>
                  <a:pt x="15683771" y="3730671"/>
                </a:cubicBezTo>
                <a:cubicBezTo>
                  <a:pt x="15693648" y="3730671"/>
                  <a:pt x="15702428" y="3722440"/>
                  <a:pt x="15702428" y="3712015"/>
                </a:cubicBezTo>
                <a:cubicBezTo>
                  <a:pt x="15702428" y="3701589"/>
                  <a:pt x="15694197" y="3693357"/>
                  <a:pt x="15683771" y="3693357"/>
                </a:cubicBezTo>
                <a:close/>
                <a:moveTo>
                  <a:pt x="12974696" y="3689105"/>
                </a:moveTo>
                <a:cubicBezTo>
                  <a:pt x="12969894" y="3689105"/>
                  <a:pt x="12965093" y="3690889"/>
                  <a:pt x="12961526" y="3694456"/>
                </a:cubicBezTo>
                <a:cubicBezTo>
                  <a:pt x="12954942" y="3701041"/>
                  <a:pt x="12954394" y="3711465"/>
                  <a:pt x="12959881" y="3719148"/>
                </a:cubicBezTo>
                <a:lnTo>
                  <a:pt x="12852330" y="3826699"/>
                </a:lnTo>
                <a:lnTo>
                  <a:pt x="11751031" y="3826699"/>
                </a:lnTo>
                <a:lnTo>
                  <a:pt x="11448681" y="4129048"/>
                </a:lnTo>
                <a:lnTo>
                  <a:pt x="10415972" y="4129048"/>
                </a:lnTo>
                <a:lnTo>
                  <a:pt x="10258488" y="4286533"/>
                </a:lnTo>
                <a:lnTo>
                  <a:pt x="10257938" y="4286533"/>
                </a:lnTo>
                <a:lnTo>
                  <a:pt x="9040309" y="4286533"/>
                </a:lnTo>
                <a:lnTo>
                  <a:pt x="9040309" y="4291473"/>
                </a:lnTo>
                <a:lnTo>
                  <a:pt x="10260134" y="4291473"/>
                </a:lnTo>
                <a:lnTo>
                  <a:pt x="10417619" y="4133987"/>
                </a:lnTo>
                <a:lnTo>
                  <a:pt x="11450327" y="4133987"/>
                </a:lnTo>
                <a:lnTo>
                  <a:pt x="11752677" y="3831637"/>
                </a:lnTo>
                <a:lnTo>
                  <a:pt x="12853976" y="3831637"/>
                </a:lnTo>
                <a:lnTo>
                  <a:pt x="12963172" y="3722440"/>
                </a:lnTo>
                <a:cubicBezTo>
                  <a:pt x="12970306" y="3727928"/>
                  <a:pt x="12981281" y="3727379"/>
                  <a:pt x="12987866" y="3720795"/>
                </a:cubicBezTo>
                <a:cubicBezTo>
                  <a:pt x="12994999" y="3713661"/>
                  <a:pt x="12994999" y="3701589"/>
                  <a:pt x="12987866" y="3694456"/>
                </a:cubicBezTo>
                <a:cubicBezTo>
                  <a:pt x="12984299" y="3690889"/>
                  <a:pt x="12979498" y="3689105"/>
                  <a:pt x="12974696" y="3689105"/>
                </a:cubicBezTo>
                <a:close/>
                <a:moveTo>
                  <a:pt x="12164772" y="3515569"/>
                </a:moveTo>
                <a:cubicBezTo>
                  <a:pt x="12154894" y="3515569"/>
                  <a:pt x="12146116" y="3523800"/>
                  <a:pt x="12146116" y="3534226"/>
                </a:cubicBezTo>
                <a:cubicBezTo>
                  <a:pt x="12146116" y="3544652"/>
                  <a:pt x="12154347" y="3552883"/>
                  <a:pt x="12164772" y="3552883"/>
                </a:cubicBezTo>
                <a:cubicBezTo>
                  <a:pt x="12174100" y="3552883"/>
                  <a:pt x="12182331" y="3545749"/>
                  <a:pt x="12183430" y="3536421"/>
                </a:cubicBezTo>
                <a:lnTo>
                  <a:pt x="13138217" y="3536421"/>
                </a:lnTo>
                <a:lnTo>
                  <a:pt x="13656218" y="4054421"/>
                </a:lnTo>
                <a:lnTo>
                  <a:pt x="14248295" y="4054421"/>
                </a:lnTo>
                <a:lnTo>
                  <a:pt x="14525953" y="3776765"/>
                </a:lnTo>
                <a:cubicBezTo>
                  <a:pt x="14533087" y="3782252"/>
                  <a:pt x="14544061" y="3781703"/>
                  <a:pt x="14550645" y="3775118"/>
                </a:cubicBezTo>
                <a:cubicBezTo>
                  <a:pt x="14557779" y="3767985"/>
                  <a:pt x="14557779" y="3755913"/>
                  <a:pt x="14550645" y="3748779"/>
                </a:cubicBezTo>
                <a:cubicBezTo>
                  <a:pt x="14543512" y="3741645"/>
                  <a:pt x="14531440" y="3741645"/>
                  <a:pt x="14524306" y="3748779"/>
                </a:cubicBezTo>
                <a:cubicBezTo>
                  <a:pt x="14517722" y="3755364"/>
                  <a:pt x="14517173" y="3765790"/>
                  <a:pt x="14522660" y="3773472"/>
                </a:cubicBezTo>
                <a:lnTo>
                  <a:pt x="14246650" y="4049483"/>
                </a:lnTo>
                <a:lnTo>
                  <a:pt x="13658961" y="4049483"/>
                </a:lnTo>
                <a:lnTo>
                  <a:pt x="13657864" y="4050031"/>
                </a:lnTo>
                <a:lnTo>
                  <a:pt x="13139863" y="3532031"/>
                </a:lnTo>
                <a:lnTo>
                  <a:pt x="12183430" y="3532031"/>
                </a:lnTo>
                <a:cubicBezTo>
                  <a:pt x="12182331" y="3522703"/>
                  <a:pt x="12174649" y="3515569"/>
                  <a:pt x="12164772" y="3515569"/>
                </a:cubicBezTo>
                <a:close/>
                <a:moveTo>
                  <a:pt x="12627351" y="3354791"/>
                </a:moveTo>
                <a:cubicBezTo>
                  <a:pt x="12618023" y="3354791"/>
                  <a:pt x="12609792" y="3361925"/>
                  <a:pt x="12608695" y="3371254"/>
                </a:cubicBezTo>
                <a:lnTo>
                  <a:pt x="12074781" y="3371254"/>
                </a:lnTo>
                <a:lnTo>
                  <a:pt x="11893151" y="3552883"/>
                </a:lnTo>
                <a:lnTo>
                  <a:pt x="10993784" y="3552883"/>
                </a:lnTo>
                <a:lnTo>
                  <a:pt x="10697472" y="3849197"/>
                </a:lnTo>
                <a:cubicBezTo>
                  <a:pt x="10690337" y="3843710"/>
                  <a:pt x="10679362" y="3844259"/>
                  <a:pt x="10672778" y="3850842"/>
                </a:cubicBezTo>
                <a:cubicBezTo>
                  <a:pt x="10665645" y="3857976"/>
                  <a:pt x="10665645" y="3870048"/>
                  <a:pt x="10672778" y="3877181"/>
                </a:cubicBezTo>
                <a:cubicBezTo>
                  <a:pt x="10679911" y="3884315"/>
                  <a:pt x="10691984" y="3884315"/>
                  <a:pt x="10699117" y="3877181"/>
                </a:cubicBezTo>
                <a:cubicBezTo>
                  <a:pt x="10705702" y="3870597"/>
                  <a:pt x="10706251" y="3860172"/>
                  <a:pt x="10700763" y="3852489"/>
                </a:cubicBezTo>
                <a:lnTo>
                  <a:pt x="10995430" y="3557821"/>
                </a:lnTo>
                <a:lnTo>
                  <a:pt x="11894797" y="3557821"/>
                </a:lnTo>
                <a:lnTo>
                  <a:pt x="12076427" y="3376192"/>
                </a:lnTo>
                <a:lnTo>
                  <a:pt x="12608145" y="3376192"/>
                </a:lnTo>
                <a:cubicBezTo>
                  <a:pt x="12609242" y="3385521"/>
                  <a:pt x="12616925" y="3392655"/>
                  <a:pt x="12626801" y="3392655"/>
                </a:cubicBezTo>
                <a:cubicBezTo>
                  <a:pt x="12636678" y="3392655"/>
                  <a:pt x="12645459" y="3384423"/>
                  <a:pt x="12645459" y="3373997"/>
                </a:cubicBezTo>
                <a:cubicBezTo>
                  <a:pt x="12645459" y="3363572"/>
                  <a:pt x="12637228" y="3355341"/>
                  <a:pt x="12626801" y="3355341"/>
                </a:cubicBezTo>
                <a:close/>
                <a:moveTo>
                  <a:pt x="4118210" y="3273032"/>
                </a:moveTo>
                <a:cubicBezTo>
                  <a:pt x="4108333" y="3273032"/>
                  <a:pt x="4099554" y="3281262"/>
                  <a:pt x="4099554" y="3291688"/>
                </a:cubicBezTo>
                <a:cubicBezTo>
                  <a:pt x="4099554" y="3302114"/>
                  <a:pt x="4107784" y="3310345"/>
                  <a:pt x="4118210" y="3310345"/>
                </a:cubicBezTo>
                <a:cubicBezTo>
                  <a:pt x="4128636" y="3310345"/>
                  <a:pt x="4135770" y="3303212"/>
                  <a:pt x="4136867" y="3293883"/>
                </a:cubicBezTo>
                <a:lnTo>
                  <a:pt x="4675719" y="3293883"/>
                </a:lnTo>
                <a:lnTo>
                  <a:pt x="5210181" y="3828345"/>
                </a:lnTo>
                <a:cubicBezTo>
                  <a:pt x="5204694" y="3835478"/>
                  <a:pt x="5205242" y="3846453"/>
                  <a:pt x="5211826" y="3853038"/>
                </a:cubicBezTo>
                <a:cubicBezTo>
                  <a:pt x="5218962" y="3860172"/>
                  <a:pt x="5231033" y="3860172"/>
                  <a:pt x="5238166" y="3853038"/>
                </a:cubicBezTo>
                <a:cubicBezTo>
                  <a:pt x="5245300" y="3845904"/>
                  <a:pt x="5245300" y="3833832"/>
                  <a:pt x="5238166" y="3826699"/>
                </a:cubicBezTo>
                <a:cubicBezTo>
                  <a:pt x="5231582" y="3820114"/>
                  <a:pt x="5221156" y="3819565"/>
                  <a:pt x="5213474" y="3825052"/>
                </a:cubicBezTo>
                <a:lnTo>
                  <a:pt x="4677366" y="3288944"/>
                </a:lnTo>
                <a:lnTo>
                  <a:pt x="4136585" y="3288944"/>
                </a:lnTo>
                <a:lnTo>
                  <a:pt x="4136867" y="3289493"/>
                </a:lnTo>
                <a:lnTo>
                  <a:pt x="4136319" y="3288944"/>
                </a:lnTo>
                <a:lnTo>
                  <a:pt x="4136585" y="3288944"/>
                </a:lnTo>
                <a:lnTo>
                  <a:pt x="4130831" y="3277764"/>
                </a:lnTo>
                <a:cubicBezTo>
                  <a:pt x="4127539" y="3274815"/>
                  <a:pt x="4123148" y="3273032"/>
                  <a:pt x="4118210" y="3273032"/>
                </a:cubicBezTo>
                <a:close/>
                <a:moveTo>
                  <a:pt x="4958864" y="3183177"/>
                </a:moveTo>
                <a:cubicBezTo>
                  <a:pt x="4954063" y="3183177"/>
                  <a:pt x="4949261" y="3184960"/>
                  <a:pt x="4945694" y="3188527"/>
                </a:cubicBezTo>
                <a:cubicBezTo>
                  <a:pt x="4938560" y="3195660"/>
                  <a:pt x="4938560" y="3207732"/>
                  <a:pt x="4945694" y="3214866"/>
                </a:cubicBezTo>
                <a:cubicBezTo>
                  <a:pt x="4952279" y="3221451"/>
                  <a:pt x="4962704" y="3221999"/>
                  <a:pt x="4970386" y="3216512"/>
                </a:cubicBezTo>
                <a:lnTo>
                  <a:pt x="5116348" y="3362475"/>
                </a:lnTo>
                <a:lnTo>
                  <a:pt x="5342424" y="3362475"/>
                </a:lnTo>
                <a:lnTo>
                  <a:pt x="5723792" y="3743841"/>
                </a:lnTo>
                <a:cubicBezTo>
                  <a:pt x="5718304" y="3750975"/>
                  <a:pt x="5718852" y="3761949"/>
                  <a:pt x="5725438" y="3768533"/>
                </a:cubicBezTo>
                <a:cubicBezTo>
                  <a:pt x="5732022" y="3775118"/>
                  <a:pt x="5744643" y="3775667"/>
                  <a:pt x="5751776" y="3768533"/>
                </a:cubicBezTo>
                <a:cubicBezTo>
                  <a:pt x="5758910" y="3761401"/>
                  <a:pt x="5758910" y="3749328"/>
                  <a:pt x="5751776" y="3742195"/>
                </a:cubicBezTo>
                <a:cubicBezTo>
                  <a:pt x="5745192" y="3735610"/>
                  <a:pt x="5734766" y="3735061"/>
                  <a:pt x="5727084" y="3740549"/>
                </a:cubicBezTo>
                <a:lnTo>
                  <a:pt x="5344071" y="3357535"/>
                </a:lnTo>
                <a:lnTo>
                  <a:pt x="5117995" y="3357535"/>
                </a:lnTo>
                <a:lnTo>
                  <a:pt x="4973678" y="3213220"/>
                </a:lnTo>
                <a:cubicBezTo>
                  <a:pt x="4979166" y="3206087"/>
                  <a:pt x="4978617" y="3195112"/>
                  <a:pt x="4972033" y="3188527"/>
                </a:cubicBezTo>
                <a:cubicBezTo>
                  <a:pt x="4968466" y="3184960"/>
                  <a:pt x="4963665" y="3183177"/>
                  <a:pt x="4958864" y="3183177"/>
                </a:cubicBezTo>
                <a:close/>
                <a:moveTo>
                  <a:pt x="55970" y="2984400"/>
                </a:moveTo>
                <a:cubicBezTo>
                  <a:pt x="46092" y="2984400"/>
                  <a:pt x="37312" y="2992631"/>
                  <a:pt x="37312" y="3003057"/>
                </a:cubicBezTo>
                <a:cubicBezTo>
                  <a:pt x="37312" y="3013483"/>
                  <a:pt x="45544" y="3021714"/>
                  <a:pt x="55970" y="3021714"/>
                </a:cubicBezTo>
                <a:cubicBezTo>
                  <a:pt x="66396" y="3021714"/>
                  <a:pt x="73530" y="3014580"/>
                  <a:pt x="74626" y="3005251"/>
                </a:cubicBezTo>
                <a:lnTo>
                  <a:pt x="544888" y="3005251"/>
                </a:lnTo>
                <a:lnTo>
                  <a:pt x="1083738" y="3544103"/>
                </a:lnTo>
                <a:lnTo>
                  <a:pt x="1490347" y="3544103"/>
                </a:lnTo>
                <a:lnTo>
                  <a:pt x="1594606" y="3439845"/>
                </a:lnTo>
                <a:lnTo>
                  <a:pt x="3079466" y="3439845"/>
                </a:lnTo>
                <a:cubicBezTo>
                  <a:pt x="3080564" y="3449173"/>
                  <a:pt x="3088246" y="3456306"/>
                  <a:pt x="3098124" y="3456306"/>
                </a:cubicBezTo>
                <a:cubicBezTo>
                  <a:pt x="3108000" y="3456306"/>
                  <a:pt x="3116780" y="3448076"/>
                  <a:pt x="3116780" y="3437650"/>
                </a:cubicBezTo>
                <a:cubicBezTo>
                  <a:pt x="3116780" y="3427224"/>
                  <a:pt x="3108548" y="3418993"/>
                  <a:pt x="3098124" y="3418993"/>
                </a:cubicBezTo>
                <a:cubicBezTo>
                  <a:pt x="3087697" y="3418993"/>
                  <a:pt x="3080564" y="3426126"/>
                  <a:pt x="3079466" y="3435455"/>
                </a:cubicBezTo>
                <a:lnTo>
                  <a:pt x="1592960" y="3435455"/>
                </a:lnTo>
                <a:lnTo>
                  <a:pt x="1488701" y="3539714"/>
                </a:lnTo>
                <a:lnTo>
                  <a:pt x="1085934" y="3539714"/>
                </a:lnTo>
                <a:lnTo>
                  <a:pt x="547082" y="3000861"/>
                </a:lnTo>
                <a:lnTo>
                  <a:pt x="74626" y="3000861"/>
                </a:lnTo>
                <a:cubicBezTo>
                  <a:pt x="73530" y="2991534"/>
                  <a:pt x="65846" y="2984400"/>
                  <a:pt x="55970" y="2984400"/>
                </a:cubicBezTo>
                <a:close/>
                <a:moveTo>
                  <a:pt x="15666760" y="2930076"/>
                </a:moveTo>
                <a:cubicBezTo>
                  <a:pt x="15657432" y="2930076"/>
                  <a:pt x="15649201" y="2937209"/>
                  <a:pt x="15648104" y="2946538"/>
                </a:cubicBezTo>
                <a:lnTo>
                  <a:pt x="15219546" y="2946538"/>
                </a:lnTo>
                <a:lnTo>
                  <a:pt x="14996213" y="3169870"/>
                </a:lnTo>
                <a:lnTo>
                  <a:pt x="14421694" y="3169870"/>
                </a:lnTo>
                <a:cubicBezTo>
                  <a:pt x="14420597" y="3160542"/>
                  <a:pt x="14412914" y="3153409"/>
                  <a:pt x="14403039" y="3153409"/>
                </a:cubicBezTo>
                <a:cubicBezTo>
                  <a:pt x="14393161" y="3153409"/>
                  <a:pt x="14384381" y="3161639"/>
                  <a:pt x="14384381" y="3172065"/>
                </a:cubicBezTo>
                <a:cubicBezTo>
                  <a:pt x="14384381" y="3182491"/>
                  <a:pt x="14392612" y="3190722"/>
                  <a:pt x="14403039" y="3190722"/>
                </a:cubicBezTo>
                <a:cubicBezTo>
                  <a:pt x="14413464" y="3190722"/>
                  <a:pt x="14420597" y="3183589"/>
                  <a:pt x="14421694" y="3174261"/>
                </a:cubicBezTo>
                <a:lnTo>
                  <a:pt x="14998409" y="3174261"/>
                </a:lnTo>
                <a:lnTo>
                  <a:pt x="15221742" y="2950927"/>
                </a:lnTo>
                <a:lnTo>
                  <a:pt x="15648104" y="2950927"/>
                </a:lnTo>
                <a:cubicBezTo>
                  <a:pt x="15649201" y="2960256"/>
                  <a:pt x="15656884" y="2967389"/>
                  <a:pt x="15666760" y="2967389"/>
                </a:cubicBezTo>
                <a:cubicBezTo>
                  <a:pt x="15676637" y="2967389"/>
                  <a:pt x="15685417" y="2959158"/>
                  <a:pt x="15685417" y="2948732"/>
                </a:cubicBezTo>
                <a:cubicBezTo>
                  <a:pt x="15685417" y="2938307"/>
                  <a:pt x="15677187" y="2930076"/>
                  <a:pt x="15666760" y="2930076"/>
                </a:cubicBezTo>
                <a:close/>
                <a:moveTo>
                  <a:pt x="3441628" y="2777529"/>
                </a:moveTo>
                <a:lnTo>
                  <a:pt x="3441079" y="2777529"/>
                </a:lnTo>
                <a:lnTo>
                  <a:pt x="3441344" y="2777637"/>
                </a:lnTo>
                <a:close/>
                <a:moveTo>
                  <a:pt x="11909613" y="2741313"/>
                </a:moveTo>
                <a:cubicBezTo>
                  <a:pt x="11899188" y="2741313"/>
                  <a:pt x="11892054" y="2748446"/>
                  <a:pt x="11890957" y="2757775"/>
                </a:cubicBezTo>
                <a:lnTo>
                  <a:pt x="11273637" y="2757775"/>
                </a:lnTo>
                <a:cubicBezTo>
                  <a:pt x="11272540" y="2748446"/>
                  <a:pt x="11264857" y="2741313"/>
                  <a:pt x="11254979" y="2741313"/>
                </a:cubicBezTo>
                <a:cubicBezTo>
                  <a:pt x="11245103" y="2741313"/>
                  <a:pt x="11236322" y="2749544"/>
                  <a:pt x="11236322" y="2759970"/>
                </a:cubicBezTo>
                <a:cubicBezTo>
                  <a:pt x="11236322" y="2770396"/>
                  <a:pt x="11244554" y="2778626"/>
                  <a:pt x="11254979" y="2778626"/>
                </a:cubicBezTo>
                <a:cubicBezTo>
                  <a:pt x="11265405" y="2778626"/>
                  <a:pt x="11272540" y="2771493"/>
                  <a:pt x="11273637" y="2762165"/>
                </a:cubicBezTo>
                <a:lnTo>
                  <a:pt x="11890957" y="2762165"/>
                </a:lnTo>
                <a:cubicBezTo>
                  <a:pt x="11892054" y="2771493"/>
                  <a:pt x="11899735" y="2778626"/>
                  <a:pt x="11909613" y="2778626"/>
                </a:cubicBezTo>
                <a:cubicBezTo>
                  <a:pt x="11919490" y="2778626"/>
                  <a:pt x="11928271" y="2770396"/>
                  <a:pt x="11928271" y="2759970"/>
                </a:cubicBezTo>
                <a:cubicBezTo>
                  <a:pt x="11928271" y="2749544"/>
                  <a:pt x="11920040" y="2741313"/>
                  <a:pt x="11909613" y="2741313"/>
                </a:cubicBezTo>
                <a:close/>
                <a:moveTo>
                  <a:pt x="9326745" y="2650910"/>
                </a:moveTo>
                <a:cubicBezTo>
                  <a:pt x="9321944" y="2650910"/>
                  <a:pt x="9317142" y="2652693"/>
                  <a:pt x="9313576" y="2656260"/>
                </a:cubicBezTo>
                <a:cubicBezTo>
                  <a:pt x="9306992" y="2662845"/>
                  <a:pt x="9306443" y="2673270"/>
                  <a:pt x="9311930" y="2680953"/>
                </a:cubicBezTo>
                <a:lnTo>
                  <a:pt x="9167066" y="2825817"/>
                </a:lnTo>
                <a:lnTo>
                  <a:pt x="9166518" y="2825817"/>
                </a:lnTo>
                <a:lnTo>
                  <a:pt x="9165968" y="2827463"/>
                </a:lnTo>
                <a:lnTo>
                  <a:pt x="9165968" y="3018421"/>
                </a:lnTo>
                <a:lnTo>
                  <a:pt x="8996411" y="3187978"/>
                </a:lnTo>
                <a:cubicBezTo>
                  <a:pt x="8989277" y="3182491"/>
                  <a:pt x="8978303" y="3183040"/>
                  <a:pt x="8971718" y="3189625"/>
                </a:cubicBezTo>
                <a:cubicBezTo>
                  <a:pt x="8964585" y="3196757"/>
                  <a:pt x="8964585" y="3208830"/>
                  <a:pt x="8971718" y="3215963"/>
                </a:cubicBezTo>
                <a:cubicBezTo>
                  <a:pt x="8978851" y="3223096"/>
                  <a:pt x="8990924" y="3223096"/>
                  <a:pt x="8998057" y="3215963"/>
                </a:cubicBezTo>
                <a:cubicBezTo>
                  <a:pt x="9004642" y="3209379"/>
                  <a:pt x="9005191" y="3198953"/>
                  <a:pt x="8999703" y="3191271"/>
                </a:cubicBezTo>
                <a:lnTo>
                  <a:pt x="9170358" y="3020616"/>
                </a:lnTo>
                <a:lnTo>
                  <a:pt x="9170906" y="3020616"/>
                </a:lnTo>
                <a:lnTo>
                  <a:pt x="9170906" y="2828561"/>
                </a:lnTo>
                <a:lnTo>
                  <a:pt x="9315223" y="2684245"/>
                </a:lnTo>
                <a:cubicBezTo>
                  <a:pt x="9322356" y="2689733"/>
                  <a:pt x="9333330" y="2689183"/>
                  <a:pt x="9339916" y="2682599"/>
                </a:cubicBezTo>
                <a:cubicBezTo>
                  <a:pt x="9347048" y="2675466"/>
                  <a:pt x="9347048" y="2663394"/>
                  <a:pt x="9339916" y="2656260"/>
                </a:cubicBezTo>
                <a:cubicBezTo>
                  <a:pt x="9336348" y="2652693"/>
                  <a:pt x="9331547" y="2650910"/>
                  <a:pt x="9326745" y="2650910"/>
                </a:cubicBezTo>
                <a:close/>
                <a:moveTo>
                  <a:pt x="2008896" y="2464342"/>
                </a:moveTo>
                <a:cubicBezTo>
                  <a:pt x="2004095" y="2464342"/>
                  <a:pt x="1999293" y="2466125"/>
                  <a:pt x="1995727" y="2469692"/>
                </a:cubicBezTo>
                <a:cubicBezTo>
                  <a:pt x="1988593" y="2476826"/>
                  <a:pt x="1988593" y="2488897"/>
                  <a:pt x="1995727" y="2496031"/>
                </a:cubicBezTo>
                <a:cubicBezTo>
                  <a:pt x="2002860" y="2503165"/>
                  <a:pt x="2012737" y="2503165"/>
                  <a:pt x="2020419" y="2497678"/>
                </a:cubicBezTo>
                <a:lnTo>
                  <a:pt x="2146627" y="2623885"/>
                </a:lnTo>
                <a:lnTo>
                  <a:pt x="2602621" y="2623885"/>
                </a:lnTo>
                <a:lnTo>
                  <a:pt x="2807846" y="2829110"/>
                </a:lnTo>
                <a:cubicBezTo>
                  <a:pt x="2802358" y="2836243"/>
                  <a:pt x="2802907" y="2847217"/>
                  <a:pt x="2809492" y="2853802"/>
                </a:cubicBezTo>
                <a:cubicBezTo>
                  <a:pt x="2816625" y="2860936"/>
                  <a:pt x="2828697" y="2860936"/>
                  <a:pt x="2835831" y="2853802"/>
                </a:cubicBezTo>
                <a:cubicBezTo>
                  <a:pt x="2842964" y="2846669"/>
                  <a:pt x="2842964" y="2834597"/>
                  <a:pt x="2835831" y="2827463"/>
                </a:cubicBezTo>
                <a:cubicBezTo>
                  <a:pt x="2829246" y="2820878"/>
                  <a:pt x="2818820" y="2820330"/>
                  <a:pt x="2811138" y="2825817"/>
                </a:cubicBezTo>
                <a:lnTo>
                  <a:pt x="2604266" y="2618947"/>
                </a:lnTo>
                <a:lnTo>
                  <a:pt x="2148273" y="2618947"/>
                </a:lnTo>
                <a:lnTo>
                  <a:pt x="2023712" y="2494385"/>
                </a:lnTo>
                <a:cubicBezTo>
                  <a:pt x="2029199" y="2487252"/>
                  <a:pt x="2028651" y="2476277"/>
                  <a:pt x="2022066" y="2469692"/>
                </a:cubicBezTo>
                <a:cubicBezTo>
                  <a:pt x="2018499" y="2466125"/>
                  <a:pt x="2013698" y="2464342"/>
                  <a:pt x="2008896" y="2464342"/>
                </a:cubicBezTo>
                <a:close/>
                <a:moveTo>
                  <a:pt x="77370" y="2377506"/>
                </a:moveTo>
                <a:cubicBezTo>
                  <a:pt x="67492" y="2377506"/>
                  <a:pt x="58714" y="2385737"/>
                  <a:pt x="58714" y="2396163"/>
                </a:cubicBezTo>
                <a:cubicBezTo>
                  <a:pt x="58714" y="2406588"/>
                  <a:pt x="66944" y="2414820"/>
                  <a:pt x="77370" y="2414820"/>
                </a:cubicBezTo>
                <a:cubicBezTo>
                  <a:pt x="87796" y="2414820"/>
                  <a:pt x="94928" y="2407686"/>
                  <a:pt x="96026" y="2398357"/>
                </a:cubicBezTo>
                <a:lnTo>
                  <a:pt x="935582" y="2398357"/>
                </a:lnTo>
                <a:lnTo>
                  <a:pt x="1728496" y="3191271"/>
                </a:lnTo>
                <a:lnTo>
                  <a:pt x="3514060" y="3191271"/>
                </a:lnTo>
                <a:lnTo>
                  <a:pt x="3938776" y="3615987"/>
                </a:lnTo>
                <a:lnTo>
                  <a:pt x="4752542" y="3615987"/>
                </a:lnTo>
                <a:lnTo>
                  <a:pt x="5081230" y="3944675"/>
                </a:lnTo>
                <a:lnTo>
                  <a:pt x="6690103" y="3944675"/>
                </a:lnTo>
                <a:lnTo>
                  <a:pt x="6690103" y="3939737"/>
                </a:lnTo>
                <a:lnTo>
                  <a:pt x="5082876" y="3939737"/>
                </a:lnTo>
                <a:lnTo>
                  <a:pt x="4754188" y="3611049"/>
                </a:lnTo>
                <a:lnTo>
                  <a:pt x="3940422" y="3611049"/>
                </a:lnTo>
                <a:lnTo>
                  <a:pt x="3515706" y="3186331"/>
                </a:lnTo>
                <a:lnTo>
                  <a:pt x="3515706" y="3186881"/>
                </a:lnTo>
                <a:lnTo>
                  <a:pt x="1730142" y="3186881"/>
                </a:lnTo>
                <a:lnTo>
                  <a:pt x="937228" y="2393968"/>
                </a:lnTo>
                <a:lnTo>
                  <a:pt x="96026" y="2393968"/>
                </a:lnTo>
                <a:cubicBezTo>
                  <a:pt x="94928" y="2384640"/>
                  <a:pt x="87246" y="2377506"/>
                  <a:pt x="77370" y="2377506"/>
                </a:cubicBezTo>
                <a:close/>
                <a:moveTo>
                  <a:pt x="12415254" y="2285761"/>
                </a:moveTo>
                <a:lnTo>
                  <a:pt x="12414993" y="2285868"/>
                </a:lnTo>
                <a:lnTo>
                  <a:pt x="12415540" y="2285868"/>
                </a:lnTo>
                <a:close/>
                <a:moveTo>
                  <a:pt x="12414993" y="2248554"/>
                </a:moveTo>
                <a:cubicBezTo>
                  <a:pt x="12404566" y="2248554"/>
                  <a:pt x="12397434" y="2255688"/>
                  <a:pt x="12396335" y="2265017"/>
                </a:cubicBezTo>
                <a:lnTo>
                  <a:pt x="11202302" y="2265017"/>
                </a:lnTo>
                <a:lnTo>
                  <a:pt x="11135905" y="2331412"/>
                </a:lnTo>
                <a:cubicBezTo>
                  <a:pt x="11128772" y="2325925"/>
                  <a:pt x="11117797" y="2326474"/>
                  <a:pt x="11111212" y="2333059"/>
                </a:cubicBezTo>
                <a:cubicBezTo>
                  <a:pt x="11104079" y="2340192"/>
                  <a:pt x="11104079" y="2352264"/>
                  <a:pt x="11111212" y="2359398"/>
                </a:cubicBezTo>
                <a:cubicBezTo>
                  <a:pt x="11118346" y="2366531"/>
                  <a:pt x="11130418" y="2366531"/>
                  <a:pt x="11137551" y="2359398"/>
                </a:cubicBezTo>
                <a:cubicBezTo>
                  <a:pt x="11144136" y="2352813"/>
                  <a:pt x="11144685" y="2342387"/>
                  <a:pt x="11139198" y="2334705"/>
                </a:cubicBezTo>
                <a:lnTo>
                  <a:pt x="11204496" y="2269406"/>
                </a:lnTo>
                <a:lnTo>
                  <a:pt x="12396885" y="2269406"/>
                </a:lnTo>
                <a:cubicBezTo>
                  <a:pt x="12397434" y="2274070"/>
                  <a:pt x="12399629" y="2278185"/>
                  <a:pt x="12402921" y="2281135"/>
                </a:cubicBezTo>
                <a:lnTo>
                  <a:pt x="12415254" y="2285761"/>
                </a:lnTo>
                <a:lnTo>
                  <a:pt x="12428230" y="2280449"/>
                </a:lnTo>
                <a:cubicBezTo>
                  <a:pt x="12431591" y="2277088"/>
                  <a:pt x="12433649" y="2272424"/>
                  <a:pt x="12433649" y="2267211"/>
                </a:cubicBezTo>
                <a:cubicBezTo>
                  <a:pt x="12433649" y="2256786"/>
                  <a:pt x="12425418" y="2248554"/>
                  <a:pt x="12414993" y="2248554"/>
                </a:cubicBezTo>
                <a:close/>
                <a:moveTo>
                  <a:pt x="3602405" y="1914516"/>
                </a:moveTo>
                <a:cubicBezTo>
                  <a:pt x="3597604" y="1914516"/>
                  <a:pt x="3592802" y="1916299"/>
                  <a:pt x="3589235" y="1919866"/>
                </a:cubicBezTo>
                <a:cubicBezTo>
                  <a:pt x="3582102" y="1926999"/>
                  <a:pt x="3582102" y="1939071"/>
                  <a:pt x="3589235" y="1946205"/>
                </a:cubicBezTo>
                <a:cubicBezTo>
                  <a:pt x="3596369" y="1953338"/>
                  <a:pt x="3606246" y="1953338"/>
                  <a:pt x="3613928" y="1947850"/>
                </a:cubicBezTo>
                <a:lnTo>
                  <a:pt x="3759891" y="2093813"/>
                </a:lnTo>
                <a:lnTo>
                  <a:pt x="3985967" y="2093813"/>
                </a:lnTo>
                <a:lnTo>
                  <a:pt x="4367334" y="2475180"/>
                </a:lnTo>
                <a:cubicBezTo>
                  <a:pt x="4361846" y="2482312"/>
                  <a:pt x="4362395" y="2493287"/>
                  <a:pt x="4368980" y="2499872"/>
                </a:cubicBezTo>
                <a:cubicBezTo>
                  <a:pt x="4376112" y="2507006"/>
                  <a:pt x="4388186" y="2507006"/>
                  <a:pt x="4395319" y="2499872"/>
                </a:cubicBezTo>
                <a:cubicBezTo>
                  <a:pt x="4402452" y="2492739"/>
                  <a:pt x="4402452" y="2480667"/>
                  <a:pt x="4395319" y="2473533"/>
                </a:cubicBezTo>
                <a:cubicBezTo>
                  <a:pt x="4388734" y="2466948"/>
                  <a:pt x="4378308" y="2466400"/>
                  <a:pt x="4370626" y="2471887"/>
                </a:cubicBezTo>
                <a:lnTo>
                  <a:pt x="3987613" y="2088874"/>
                </a:lnTo>
                <a:lnTo>
                  <a:pt x="3761536" y="2088874"/>
                </a:lnTo>
                <a:lnTo>
                  <a:pt x="3617221" y="1944558"/>
                </a:lnTo>
                <a:cubicBezTo>
                  <a:pt x="3622708" y="1937425"/>
                  <a:pt x="3622159" y="1926451"/>
                  <a:pt x="3615574" y="1919866"/>
                </a:cubicBezTo>
                <a:cubicBezTo>
                  <a:pt x="3612008" y="1916299"/>
                  <a:pt x="3607206" y="1914516"/>
                  <a:pt x="3602405" y="1914516"/>
                </a:cubicBezTo>
                <a:close/>
                <a:moveTo>
                  <a:pt x="15702977" y="1721226"/>
                </a:moveTo>
                <a:cubicBezTo>
                  <a:pt x="15692551" y="1721226"/>
                  <a:pt x="15685417" y="1728359"/>
                  <a:pt x="15684320" y="1737688"/>
                </a:cubicBezTo>
                <a:lnTo>
                  <a:pt x="15352887" y="1737688"/>
                </a:lnTo>
                <a:lnTo>
                  <a:pt x="13998624" y="3091951"/>
                </a:lnTo>
                <a:lnTo>
                  <a:pt x="13998624" y="3091402"/>
                </a:lnTo>
                <a:lnTo>
                  <a:pt x="12688260" y="3091402"/>
                </a:lnTo>
                <a:lnTo>
                  <a:pt x="12532421" y="3247241"/>
                </a:lnTo>
                <a:lnTo>
                  <a:pt x="11067863" y="3247241"/>
                </a:lnTo>
                <a:lnTo>
                  <a:pt x="10414875" y="3900228"/>
                </a:lnTo>
                <a:lnTo>
                  <a:pt x="10259037" y="3900228"/>
                </a:lnTo>
                <a:lnTo>
                  <a:pt x="10101551" y="4057714"/>
                </a:lnTo>
                <a:lnTo>
                  <a:pt x="9039760" y="4057714"/>
                </a:lnTo>
                <a:lnTo>
                  <a:pt x="9039760" y="4062653"/>
                </a:lnTo>
                <a:lnTo>
                  <a:pt x="10103746" y="4062653"/>
                </a:lnTo>
                <a:lnTo>
                  <a:pt x="10261232" y="3905167"/>
                </a:lnTo>
                <a:lnTo>
                  <a:pt x="10417070" y="3905167"/>
                </a:lnTo>
                <a:lnTo>
                  <a:pt x="11070058" y="3252180"/>
                </a:lnTo>
                <a:lnTo>
                  <a:pt x="12534616" y="3252180"/>
                </a:lnTo>
                <a:lnTo>
                  <a:pt x="12690455" y="3096341"/>
                </a:lnTo>
                <a:lnTo>
                  <a:pt x="14000819" y="3096341"/>
                </a:lnTo>
                <a:lnTo>
                  <a:pt x="15355083" y="1742078"/>
                </a:lnTo>
                <a:lnTo>
                  <a:pt x="15684320" y="1742078"/>
                </a:lnTo>
                <a:cubicBezTo>
                  <a:pt x="15685417" y="1751406"/>
                  <a:pt x="15693100" y="1758539"/>
                  <a:pt x="15702977" y="1758539"/>
                </a:cubicBezTo>
                <a:cubicBezTo>
                  <a:pt x="15712854" y="1758539"/>
                  <a:pt x="15721633" y="1750309"/>
                  <a:pt x="15721633" y="1739882"/>
                </a:cubicBezTo>
                <a:cubicBezTo>
                  <a:pt x="15721633" y="1729456"/>
                  <a:pt x="15713402" y="1721226"/>
                  <a:pt x="15702977" y="1721226"/>
                </a:cubicBezTo>
                <a:close/>
                <a:moveTo>
                  <a:pt x="12427065" y="1718071"/>
                </a:moveTo>
                <a:cubicBezTo>
                  <a:pt x="12422263" y="1718071"/>
                  <a:pt x="12417462" y="1719854"/>
                  <a:pt x="12413896" y="1723421"/>
                </a:cubicBezTo>
                <a:cubicBezTo>
                  <a:pt x="12407310" y="1730006"/>
                  <a:pt x="12406762" y="1740431"/>
                  <a:pt x="12412249" y="1748113"/>
                </a:cubicBezTo>
                <a:lnTo>
                  <a:pt x="12160931" y="1999431"/>
                </a:lnTo>
                <a:lnTo>
                  <a:pt x="10934521" y="1999431"/>
                </a:lnTo>
                <a:lnTo>
                  <a:pt x="10934521" y="1998883"/>
                </a:lnTo>
                <a:lnTo>
                  <a:pt x="10088382" y="2845023"/>
                </a:lnTo>
                <a:lnTo>
                  <a:pt x="10087833" y="2845023"/>
                </a:lnTo>
                <a:lnTo>
                  <a:pt x="10087833" y="3320222"/>
                </a:lnTo>
                <a:lnTo>
                  <a:pt x="9699333" y="3708721"/>
                </a:lnTo>
                <a:lnTo>
                  <a:pt x="8995314" y="3708721"/>
                </a:lnTo>
                <a:lnTo>
                  <a:pt x="8995314" y="3713661"/>
                </a:lnTo>
                <a:lnTo>
                  <a:pt x="9701528" y="3713661"/>
                </a:lnTo>
                <a:lnTo>
                  <a:pt x="10092222" y="3322966"/>
                </a:lnTo>
                <a:lnTo>
                  <a:pt x="10092771" y="3322966"/>
                </a:lnTo>
                <a:lnTo>
                  <a:pt x="10092771" y="2847767"/>
                </a:lnTo>
                <a:lnTo>
                  <a:pt x="10936717" y="2003821"/>
                </a:lnTo>
                <a:lnTo>
                  <a:pt x="12163125" y="2003821"/>
                </a:lnTo>
                <a:lnTo>
                  <a:pt x="12415540" y="1751406"/>
                </a:lnTo>
                <a:cubicBezTo>
                  <a:pt x="12422674" y="1756894"/>
                  <a:pt x="12433649" y="1756344"/>
                  <a:pt x="12440234" y="1749760"/>
                </a:cubicBezTo>
                <a:cubicBezTo>
                  <a:pt x="12447367" y="1742626"/>
                  <a:pt x="12447367" y="1730555"/>
                  <a:pt x="12440234" y="1723421"/>
                </a:cubicBezTo>
                <a:cubicBezTo>
                  <a:pt x="12436668" y="1719854"/>
                  <a:pt x="12431866" y="1718071"/>
                  <a:pt x="12427065" y="1718071"/>
                </a:cubicBezTo>
                <a:close/>
                <a:moveTo>
                  <a:pt x="3845149" y="1685353"/>
                </a:moveTo>
                <a:cubicBezTo>
                  <a:pt x="3840280" y="1685284"/>
                  <a:pt x="3835341" y="1686930"/>
                  <a:pt x="3831774" y="1690497"/>
                </a:cubicBezTo>
                <a:cubicBezTo>
                  <a:pt x="3824640" y="1697631"/>
                  <a:pt x="3824640" y="1709702"/>
                  <a:pt x="3831774" y="1716836"/>
                </a:cubicBezTo>
                <a:cubicBezTo>
                  <a:pt x="3838358" y="1723421"/>
                  <a:pt x="3848784" y="1723970"/>
                  <a:pt x="3856466" y="1718482"/>
                </a:cubicBezTo>
                <a:lnTo>
                  <a:pt x="4202166" y="2064181"/>
                </a:lnTo>
                <a:lnTo>
                  <a:pt x="4745408" y="2064181"/>
                </a:lnTo>
                <a:lnTo>
                  <a:pt x="5736961" y="3055735"/>
                </a:lnTo>
                <a:cubicBezTo>
                  <a:pt x="5731474" y="3062868"/>
                  <a:pt x="5732022" y="3073843"/>
                  <a:pt x="5738606" y="3080427"/>
                </a:cubicBezTo>
                <a:cubicBezTo>
                  <a:pt x="5745741" y="3087561"/>
                  <a:pt x="5757813" y="3087561"/>
                  <a:pt x="5764946" y="3080427"/>
                </a:cubicBezTo>
                <a:cubicBezTo>
                  <a:pt x="5772079" y="3073294"/>
                  <a:pt x="5772079" y="3061222"/>
                  <a:pt x="5764946" y="3054088"/>
                </a:cubicBezTo>
                <a:cubicBezTo>
                  <a:pt x="5758362" y="3047504"/>
                  <a:pt x="5747936" y="3046955"/>
                  <a:pt x="5740254" y="3052442"/>
                </a:cubicBezTo>
                <a:lnTo>
                  <a:pt x="4747054" y="2059243"/>
                </a:lnTo>
                <a:lnTo>
                  <a:pt x="4203812" y="2059243"/>
                </a:lnTo>
                <a:lnTo>
                  <a:pt x="3859759" y="1715189"/>
                </a:lnTo>
                <a:cubicBezTo>
                  <a:pt x="3865247" y="1708057"/>
                  <a:pt x="3864697" y="1697082"/>
                  <a:pt x="3858113" y="1690497"/>
                </a:cubicBezTo>
                <a:cubicBezTo>
                  <a:pt x="3854820" y="1687204"/>
                  <a:pt x="3850019" y="1685421"/>
                  <a:pt x="3845149" y="1685353"/>
                </a:cubicBezTo>
                <a:close/>
                <a:moveTo>
                  <a:pt x="13497086" y="1506124"/>
                </a:moveTo>
                <a:cubicBezTo>
                  <a:pt x="13486661" y="1506124"/>
                  <a:pt x="13479527" y="1513258"/>
                  <a:pt x="13478430" y="1522586"/>
                </a:cubicBezTo>
                <a:lnTo>
                  <a:pt x="12637776" y="1522586"/>
                </a:lnTo>
                <a:lnTo>
                  <a:pt x="12571381" y="1588982"/>
                </a:lnTo>
                <a:cubicBezTo>
                  <a:pt x="12564246" y="1583494"/>
                  <a:pt x="12553272" y="1584044"/>
                  <a:pt x="12546688" y="1590628"/>
                </a:cubicBezTo>
                <a:cubicBezTo>
                  <a:pt x="12539554" y="1597761"/>
                  <a:pt x="12539554" y="1609833"/>
                  <a:pt x="12546688" y="1616967"/>
                </a:cubicBezTo>
                <a:cubicBezTo>
                  <a:pt x="12553821" y="1624101"/>
                  <a:pt x="12565893" y="1624101"/>
                  <a:pt x="12573027" y="1616967"/>
                </a:cubicBezTo>
                <a:cubicBezTo>
                  <a:pt x="12579612" y="1610383"/>
                  <a:pt x="12580159" y="1599957"/>
                  <a:pt x="12574673" y="1592275"/>
                </a:cubicBezTo>
                <a:lnTo>
                  <a:pt x="12639972" y="1526976"/>
                </a:lnTo>
                <a:lnTo>
                  <a:pt x="13478430" y="1526976"/>
                </a:lnTo>
                <a:cubicBezTo>
                  <a:pt x="13479527" y="1536304"/>
                  <a:pt x="13487208" y="1543438"/>
                  <a:pt x="13497086" y="1543438"/>
                </a:cubicBezTo>
                <a:cubicBezTo>
                  <a:pt x="13506963" y="1543438"/>
                  <a:pt x="13515743" y="1535207"/>
                  <a:pt x="13515743" y="1524781"/>
                </a:cubicBezTo>
                <a:cubicBezTo>
                  <a:pt x="13515743" y="1514355"/>
                  <a:pt x="13507512" y="1506124"/>
                  <a:pt x="13497086" y="1506124"/>
                </a:cubicBezTo>
                <a:close/>
                <a:moveTo>
                  <a:pt x="6641266" y="1485410"/>
                </a:moveTo>
                <a:cubicBezTo>
                  <a:pt x="6636465" y="1485410"/>
                  <a:pt x="6631663" y="1487193"/>
                  <a:pt x="6628097" y="1490760"/>
                </a:cubicBezTo>
                <a:cubicBezTo>
                  <a:pt x="6620964" y="1497893"/>
                  <a:pt x="6620964" y="1509965"/>
                  <a:pt x="6628097" y="1517099"/>
                </a:cubicBezTo>
                <a:cubicBezTo>
                  <a:pt x="6634682" y="1523684"/>
                  <a:pt x="6645108" y="1524232"/>
                  <a:pt x="6652789" y="1518744"/>
                </a:cubicBezTo>
                <a:lnTo>
                  <a:pt x="6797106" y="1663061"/>
                </a:lnTo>
                <a:lnTo>
                  <a:pt x="6797106" y="1889137"/>
                </a:lnTo>
                <a:lnTo>
                  <a:pt x="7180118" y="2272150"/>
                </a:lnTo>
                <a:cubicBezTo>
                  <a:pt x="7174632" y="2279283"/>
                  <a:pt x="7175180" y="2290257"/>
                  <a:pt x="7181764" y="2296842"/>
                </a:cubicBezTo>
                <a:cubicBezTo>
                  <a:pt x="7188898" y="2303976"/>
                  <a:pt x="7200970" y="2303976"/>
                  <a:pt x="7208103" y="2296842"/>
                </a:cubicBezTo>
                <a:cubicBezTo>
                  <a:pt x="7215237" y="2289709"/>
                  <a:pt x="7215237" y="2277637"/>
                  <a:pt x="7208103" y="2270503"/>
                </a:cubicBezTo>
                <a:cubicBezTo>
                  <a:pt x="7201518" y="2263918"/>
                  <a:pt x="7191093" y="2263370"/>
                  <a:pt x="7183411" y="2268858"/>
                </a:cubicBezTo>
                <a:lnTo>
                  <a:pt x="6802044" y="1887490"/>
                </a:lnTo>
                <a:lnTo>
                  <a:pt x="6802044" y="1661414"/>
                </a:lnTo>
                <a:lnTo>
                  <a:pt x="6656082" y="1515452"/>
                </a:lnTo>
                <a:cubicBezTo>
                  <a:pt x="6661570" y="1508318"/>
                  <a:pt x="6661020" y="1497345"/>
                  <a:pt x="6654436" y="1490760"/>
                </a:cubicBezTo>
                <a:cubicBezTo>
                  <a:pt x="6650869" y="1487193"/>
                  <a:pt x="6646068" y="1485410"/>
                  <a:pt x="6641266" y="1485410"/>
                </a:cubicBezTo>
                <a:close/>
                <a:moveTo>
                  <a:pt x="33472" y="1395830"/>
                </a:moveTo>
                <a:cubicBezTo>
                  <a:pt x="23594" y="1395830"/>
                  <a:pt x="14814" y="1404061"/>
                  <a:pt x="14814" y="1414487"/>
                </a:cubicBezTo>
                <a:cubicBezTo>
                  <a:pt x="14814" y="1424912"/>
                  <a:pt x="23046" y="1433143"/>
                  <a:pt x="33472" y="1433143"/>
                </a:cubicBezTo>
                <a:cubicBezTo>
                  <a:pt x="43898" y="1433143"/>
                  <a:pt x="51032" y="1426010"/>
                  <a:pt x="52128" y="1416681"/>
                </a:cubicBezTo>
                <a:lnTo>
                  <a:pt x="219492" y="1416681"/>
                </a:lnTo>
                <a:lnTo>
                  <a:pt x="796206" y="1993396"/>
                </a:lnTo>
                <a:lnTo>
                  <a:pt x="1512845" y="1993396"/>
                </a:lnTo>
                <a:lnTo>
                  <a:pt x="1769651" y="2250201"/>
                </a:lnTo>
                <a:lnTo>
                  <a:pt x="2471474" y="2250201"/>
                </a:lnTo>
                <a:lnTo>
                  <a:pt x="3019655" y="2798381"/>
                </a:lnTo>
                <a:lnTo>
                  <a:pt x="3422422" y="2798381"/>
                </a:lnTo>
                <a:cubicBezTo>
                  <a:pt x="3423519" y="2807709"/>
                  <a:pt x="3431202" y="2814843"/>
                  <a:pt x="3441079" y="2814843"/>
                </a:cubicBezTo>
                <a:cubicBezTo>
                  <a:pt x="3450956" y="2814843"/>
                  <a:pt x="3459736" y="2806612"/>
                  <a:pt x="3459736" y="2796186"/>
                </a:cubicBezTo>
                <a:cubicBezTo>
                  <a:pt x="3459736" y="2790973"/>
                  <a:pt x="3457678" y="2786309"/>
                  <a:pt x="3454317" y="2782948"/>
                </a:cubicBezTo>
                <a:lnTo>
                  <a:pt x="3441344" y="2777637"/>
                </a:lnTo>
                <a:lnTo>
                  <a:pt x="3429212" y="2782262"/>
                </a:lnTo>
                <a:cubicBezTo>
                  <a:pt x="3425851" y="2785211"/>
                  <a:pt x="3423519" y="2789327"/>
                  <a:pt x="3422971" y="2793991"/>
                </a:cubicBezTo>
                <a:lnTo>
                  <a:pt x="3021849" y="2793991"/>
                </a:lnTo>
                <a:lnTo>
                  <a:pt x="2473670" y="2245811"/>
                </a:lnTo>
                <a:lnTo>
                  <a:pt x="1771845" y="2245811"/>
                </a:lnTo>
                <a:lnTo>
                  <a:pt x="1515040" y="1989005"/>
                </a:lnTo>
                <a:lnTo>
                  <a:pt x="798400" y="1989005"/>
                </a:lnTo>
                <a:lnTo>
                  <a:pt x="221686" y="1412291"/>
                </a:lnTo>
                <a:lnTo>
                  <a:pt x="52128" y="1412291"/>
                </a:lnTo>
                <a:cubicBezTo>
                  <a:pt x="51032" y="1402963"/>
                  <a:pt x="43348" y="1395830"/>
                  <a:pt x="33472" y="1395830"/>
                </a:cubicBezTo>
                <a:close/>
                <a:moveTo>
                  <a:pt x="9174747" y="1151234"/>
                </a:moveTo>
                <a:cubicBezTo>
                  <a:pt x="9169946" y="1151234"/>
                  <a:pt x="9165145" y="1153017"/>
                  <a:pt x="9161578" y="1156584"/>
                </a:cubicBezTo>
                <a:cubicBezTo>
                  <a:pt x="9154993" y="1163169"/>
                  <a:pt x="9154445" y="1173595"/>
                  <a:pt x="9159932" y="1181277"/>
                </a:cubicBezTo>
                <a:lnTo>
                  <a:pt x="8988180" y="1353028"/>
                </a:lnTo>
                <a:lnTo>
                  <a:pt x="8987631" y="1353028"/>
                </a:lnTo>
                <a:lnTo>
                  <a:pt x="8987631" y="1353577"/>
                </a:lnTo>
                <a:lnTo>
                  <a:pt x="8987631" y="2131126"/>
                </a:lnTo>
                <a:cubicBezTo>
                  <a:pt x="8978303" y="2132223"/>
                  <a:pt x="8971169" y="2139906"/>
                  <a:pt x="8971169" y="2149783"/>
                </a:cubicBezTo>
                <a:cubicBezTo>
                  <a:pt x="8971169" y="2159661"/>
                  <a:pt x="8979400" y="2168440"/>
                  <a:pt x="8989826" y="2168440"/>
                </a:cubicBezTo>
                <a:cubicBezTo>
                  <a:pt x="9000252" y="2168440"/>
                  <a:pt x="9008483" y="2160209"/>
                  <a:pt x="9008483" y="2149783"/>
                </a:cubicBezTo>
                <a:cubicBezTo>
                  <a:pt x="9008483" y="2139357"/>
                  <a:pt x="9001349" y="2132223"/>
                  <a:pt x="8992021" y="2131126"/>
                </a:cubicBezTo>
                <a:lnTo>
                  <a:pt x="8992021" y="1355772"/>
                </a:lnTo>
                <a:lnTo>
                  <a:pt x="9163224" y="1184568"/>
                </a:lnTo>
                <a:cubicBezTo>
                  <a:pt x="9170358" y="1190056"/>
                  <a:pt x="9181332" y="1189508"/>
                  <a:pt x="9187917" y="1182923"/>
                </a:cubicBezTo>
                <a:cubicBezTo>
                  <a:pt x="9195051" y="1175789"/>
                  <a:pt x="9195051" y="1163717"/>
                  <a:pt x="9187917" y="1156584"/>
                </a:cubicBezTo>
                <a:cubicBezTo>
                  <a:pt x="9184350" y="1153017"/>
                  <a:pt x="9179549" y="1151234"/>
                  <a:pt x="9174747" y="1151234"/>
                </a:cubicBezTo>
                <a:close/>
                <a:moveTo>
                  <a:pt x="15646457" y="1093480"/>
                </a:moveTo>
                <a:cubicBezTo>
                  <a:pt x="15636032" y="1093480"/>
                  <a:pt x="15628898" y="1100613"/>
                  <a:pt x="15627801" y="1109942"/>
                </a:cubicBezTo>
                <a:lnTo>
                  <a:pt x="15261799" y="1109942"/>
                </a:lnTo>
                <a:lnTo>
                  <a:pt x="14370115" y="2001627"/>
                </a:lnTo>
                <a:lnTo>
                  <a:pt x="12913787" y="2001627"/>
                </a:lnTo>
                <a:lnTo>
                  <a:pt x="12637776" y="2277637"/>
                </a:lnTo>
                <a:cubicBezTo>
                  <a:pt x="12630644" y="2272150"/>
                  <a:pt x="12619669" y="2272699"/>
                  <a:pt x="12613083" y="2279283"/>
                </a:cubicBezTo>
                <a:cubicBezTo>
                  <a:pt x="12605951" y="2286416"/>
                  <a:pt x="12605951" y="2298489"/>
                  <a:pt x="12613083" y="2305623"/>
                </a:cubicBezTo>
                <a:cubicBezTo>
                  <a:pt x="12620217" y="2312755"/>
                  <a:pt x="12632289" y="2312755"/>
                  <a:pt x="12639422" y="2305623"/>
                </a:cubicBezTo>
                <a:cubicBezTo>
                  <a:pt x="12646556" y="2298489"/>
                  <a:pt x="12646556" y="2288612"/>
                  <a:pt x="12641069" y="2280929"/>
                </a:cubicBezTo>
                <a:lnTo>
                  <a:pt x="12915982" y="2006016"/>
                </a:lnTo>
                <a:lnTo>
                  <a:pt x="14372309" y="2006016"/>
                </a:lnTo>
                <a:lnTo>
                  <a:pt x="15263994" y="1114332"/>
                </a:lnTo>
                <a:lnTo>
                  <a:pt x="15627801" y="1114332"/>
                </a:lnTo>
                <a:cubicBezTo>
                  <a:pt x="15628898" y="1123660"/>
                  <a:pt x="15636580" y="1130793"/>
                  <a:pt x="15646457" y="1130793"/>
                </a:cubicBezTo>
                <a:cubicBezTo>
                  <a:pt x="15656335" y="1130793"/>
                  <a:pt x="15665115" y="1122562"/>
                  <a:pt x="15665115" y="1112137"/>
                </a:cubicBezTo>
                <a:cubicBezTo>
                  <a:pt x="15665115" y="1101710"/>
                  <a:pt x="15656884" y="1093480"/>
                  <a:pt x="15646457" y="1093480"/>
                </a:cubicBezTo>
                <a:close/>
                <a:moveTo>
                  <a:pt x="10528462" y="910342"/>
                </a:moveTo>
                <a:cubicBezTo>
                  <a:pt x="10523661" y="910342"/>
                  <a:pt x="10518859" y="912125"/>
                  <a:pt x="10515293" y="915692"/>
                </a:cubicBezTo>
                <a:cubicBezTo>
                  <a:pt x="10508708" y="922277"/>
                  <a:pt x="10508159" y="932702"/>
                  <a:pt x="10513647" y="940385"/>
                </a:cubicBezTo>
                <a:lnTo>
                  <a:pt x="10258488" y="1195543"/>
                </a:lnTo>
                <a:lnTo>
                  <a:pt x="10258488" y="1450154"/>
                </a:lnTo>
                <a:lnTo>
                  <a:pt x="9748718" y="1959923"/>
                </a:lnTo>
                <a:cubicBezTo>
                  <a:pt x="9741585" y="1954435"/>
                  <a:pt x="9730610" y="1954984"/>
                  <a:pt x="9724026" y="1961569"/>
                </a:cubicBezTo>
                <a:cubicBezTo>
                  <a:pt x="9716892" y="1968703"/>
                  <a:pt x="9716892" y="1980775"/>
                  <a:pt x="9724026" y="1987908"/>
                </a:cubicBezTo>
                <a:cubicBezTo>
                  <a:pt x="9731159" y="1995042"/>
                  <a:pt x="9743231" y="1995042"/>
                  <a:pt x="9750364" y="1987908"/>
                </a:cubicBezTo>
                <a:cubicBezTo>
                  <a:pt x="9757498" y="1980775"/>
                  <a:pt x="9757498" y="1970898"/>
                  <a:pt x="9752011" y="1963215"/>
                </a:cubicBezTo>
                <a:lnTo>
                  <a:pt x="10262329" y="1452897"/>
                </a:lnTo>
                <a:lnTo>
                  <a:pt x="10262878" y="1452897"/>
                </a:lnTo>
                <a:lnTo>
                  <a:pt x="10262878" y="1197738"/>
                </a:lnTo>
                <a:lnTo>
                  <a:pt x="10516939" y="943676"/>
                </a:lnTo>
                <a:cubicBezTo>
                  <a:pt x="10524072" y="949164"/>
                  <a:pt x="10535047" y="948616"/>
                  <a:pt x="10541632" y="942031"/>
                </a:cubicBezTo>
                <a:cubicBezTo>
                  <a:pt x="10548765" y="934897"/>
                  <a:pt x="10548765" y="922825"/>
                  <a:pt x="10541632" y="915692"/>
                </a:cubicBezTo>
                <a:cubicBezTo>
                  <a:pt x="10538065" y="912125"/>
                  <a:pt x="10533264" y="910342"/>
                  <a:pt x="10528462" y="910342"/>
                </a:cubicBezTo>
                <a:close/>
                <a:moveTo>
                  <a:pt x="11855289" y="888804"/>
                </a:moveTo>
                <a:cubicBezTo>
                  <a:pt x="11844863" y="888804"/>
                  <a:pt x="11837730" y="895938"/>
                  <a:pt x="11836631" y="905266"/>
                </a:cubicBezTo>
                <a:lnTo>
                  <a:pt x="10989943" y="905266"/>
                </a:lnTo>
                <a:lnTo>
                  <a:pt x="10868674" y="1026535"/>
                </a:lnTo>
                <a:cubicBezTo>
                  <a:pt x="10861541" y="1021048"/>
                  <a:pt x="10850566" y="1021596"/>
                  <a:pt x="10843981" y="1028181"/>
                </a:cubicBezTo>
                <a:cubicBezTo>
                  <a:pt x="10836848" y="1035315"/>
                  <a:pt x="10836848" y="1047387"/>
                  <a:pt x="10843981" y="1054520"/>
                </a:cubicBezTo>
                <a:cubicBezTo>
                  <a:pt x="10851115" y="1061654"/>
                  <a:pt x="10863187" y="1061654"/>
                  <a:pt x="10870320" y="1054520"/>
                </a:cubicBezTo>
                <a:cubicBezTo>
                  <a:pt x="10876905" y="1047935"/>
                  <a:pt x="10877454" y="1037509"/>
                  <a:pt x="10871966" y="1029827"/>
                </a:cubicBezTo>
                <a:lnTo>
                  <a:pt x="10992139" y="909655"/>
                </a:lnTo>
                <a:lnTo>
                  <a:pt x="11836631" y="909655"/>
                </a:lnTo>
                <a:cubicBezTo>
                  <a:pt x="11837730" y="918984"/>
                  <a:pt x="11845412" y="926118"/>
                  <a:pt x="11855289" y="926118"/>
                </a:cubicBezTo>
                <a:cubicBezTo>
                  <a:pt x="11865166" y="926118"/>
                  <a:pt x="11873946" y="917887"/>
                  <a:pt x="11873946" y="907461"/>
                </a:cubicBezTo>
                <a:cubicBezTo>
                  <a:pt x="11873946" y="897035"/>
                  <a:pt x="11865714" y="888804"/>
                  <a:pt x="11855289" y="888804"/>
                </a:cubicBezTo>
                <a:close/>
                <a:moveTo>
                  <a:pt x="2058830" y="752856"/>
                </a:moveTo>
                <a:cubicBezTo>
                  <a:pt x="2054029" y="752856"/>
                  <a:pt x="2049227" y="754640"/>
                  <a:pt x="2045661" y="758206"/>
                </a:cubicBezTo>
                <a:cubicBezTo>
                  <a:pt x="2038527" y="765340"/>
                  <a:pt x="2038527" y="777412"/>
                  <a:pt x="2045661" y="784545"/>
                </a:cubicBezTo>
                <a:cubicBezTo>
                  <a:pt x="2052246" y="791130"/>
                  <a:pt x="2062672" y="791679"/>
                  <a:pt x="2070354" y="786192"/>
                </a:cubicBezTo>
                <a:lnTo>
                  <a:pt x="2323318" y="1039156"/>
                </a:lnTo>
                <a:lnTo>
                  <a:pt x="3025142" y="1039156"/>
                </a:lnTo>
                <a:cubicBezTo>
                  <a:pt x="3026240" y="1048484"/>
                  <a:pt x="3033922" y="1055617"/>
                  <a:pt x="3043799" y="1055617"/>
                </a:cubicBezTo>
                <a:cubicBezTo>
                  <a:pt x="3053676" y="1055617"/>
                  <a:pt x="3062456" y="1047387"/>
                  <a:pt x="3062456" y="1036961"/>
                </a:cubicBezTo>
                <a:cubicBezTo>
                  <a:pt x="3062456" y="1026535"/>
                  <a:pt x="3054225" y="1018304"/>
                  <a:pt x="3043799" y="1018304"/>
                </a:cubicBezTo>
                <a:cubicBezTo>
                  <a:pt x="3033372" y="1018304"/>
                  <a:pt x="3026240" y="1025437"/>
                  <a:pt x="3025142" y="1034766"/>
                </a:cubicBezTo>
                <a:lnTo>
                  <a:pt x="2325512" y="1034766"/>
                </a:lnTo>
                <a:lnTo>
                  <a:pt x="2073647" y="782900"/>
                </a:lnTo>
                <a:cubicBezTo>
                  <a:pt x="2079134" y="775766"/>
                  <a:pt x="2078585" y="764791"/>
                  <a:pt x="2072000" y="758206"/>
                </a:cubicBezTo>
                <a:cubicBezTo>
                  <a:pt x="2068433" y="754640"/>
                  <a:pt x="2063631" y="752856"/>
                  <a:pt x="2058830" y="752856"/>
                </a:cubicBezTo>
                <a:close/>
                <a:moveTo>
                  <a:pt x="9086952" y="747780"/>
                </a:moveTo>
                <a:cubicBezTo>
                  <a:pt x="9076526" y="747780"/>
                  <a:pt x="9068294" y="756011"/>
                  <a:pt x="9068294" y="766437"/>
                </a:cubicBezTo>
                <a:cubicBezTo>
                  <a:pt x="9068294" y="776863"/>
                  <a:pt x="9075428" y="783997"/>
                  <a:pt x="9084757" y="785094"/>
                </a:cubicBezTo>
                <a:lnTo>
                  <a:pt x="9084757" y="966724"/>
                </a:lnTo>
                <a:lnTo>
                  <a:pt x="8528345" y="1523134"/>
                </a:lnTo>
                <a:lnTo>
                  <a:pt x="8527797" y="1523134"/>
                </a:lnTo>
                <a:lnTo>
                  <a:pt x="8527248" y="1523134"/>
                </a:lnTo>
                <a:lnTo>
                  <a:pt x="8527248" y="2683696"/>
                </a:lnTo>
                <a:lnTo>
                  <a:pt x="8318730" y="2892213"/>
                </a:lnTo>
                <a:lnTo>
                  <a:pt x="8318182" y="2892213"/>
                </a:lnTo>
                <a:lnTo>
                  <a:pt x="8318182" y="3225840"/>
                </a:lnTo>
                <a:lnTo>
                  <a:pt x="8323120" y="3225840"/>
                </a:lnTo>
                <a:lnTo>
                  <a:pt x="8323120" y="2894957"/>
                </a:lnTo>
                <a:lnTo>
                  <a:pt x="8531638" y="2686440"/>
                </a:lnTo>
                <a:lnTo>
                  <a:pt x="8532186" y="2686440"/>
                </a:lnTo>
                <a:lnTo>
                  <a:pt x="8532186" y="1525878"/>
                </a:lnTo>
                <a:lnTo>
                  <a:pt x="9088598" y="969467"/>
                </a:lnTo>
                <a:lnTo>
                  <a:pt x="9089146" y="969467"/>
                </a:lnTo>
                <a:lnTo>
                  <a:pt x="9089146" y="785094"/>
                </a:lnTo>
                <a:cubicBezTo>
                  <a:pt x="9098474" y="783997"/>
                  <a:pt x="9105608" y="776315"/>
                  <a:pt x="9105608" y="766437"/>
                </a:cubicBezTo>
                <a:cubicBezTo>
                  <a:pt x="9105608" y="756561"/>
                  <a:pt x="9097377" y="747780"/>
                  <a:pt x="9086952" y="747780"/>
                </a:cubicBezTo>
                <a:close/>
                <a:moveTo>
                  <a:pt x="9961625" y="705117"/>
                </a:moveTo>
                <a:cubicBezTo>
                  <a:pt x="9956824" y="705117"/>
                  <a:pt x="9952023" y="706900"/>
                  <a:pt x="9948456" y="710467"/>
                </a:cubicBezTo>
                <a:cubicBezTo>
                  <a:pt x="9941322" y="717600"/>
                  <a:pt x="9941322" y="727478"/>
                  <a:pt x="9946810" y="735160"/>
                </a:cubicBezTo>
                <a:lnTo>
                  <a:pt x="9173650" y="1508318"/>
                </a:lnTo>
                <a:lnTo>
                  <a:pt x="9173650" y="1507770"/>
                </a:lnTo>
                <a:lnTo>
                  <a:pt x="9173102" y="1507770"/>
                </a:lnTo>
                <a:lnTo>
                  <a:pt x="9173102" y="1703666"/>
                </a:lnTo>
                <a:lnTo>
                  <a:pt x="9293273" y="1823838"/>
                </a:lnTo>
                <a:lnTo>
                  <a:pt x="9293273" y="2141004"/>
                </a:lnTo>
                <a:lnTo>
                  <a:pt x="8559074" y="2875203"/>
                </a:lnTo>
                <a:lnTo>
                  <a:pt x="8558525" y="2875203"/>
                </a:lnTo>
                <a:lnTo>
                  <a:pt x="8558525" y="3232426"/>
                </a:lnTo>
                <a:lnTo>
                  <a:pt x="8563464" y="3232426"/>
                </a:lnTo>
                <a:lnTo>
                  <a:pt x="8563464" y="2877947"/>
                </a:lnTo>
                <a:lnTo>
                  <a:pt x="9297663" y="2143748"/>
                </a:lnTo>
                <a:lnTo>
                  <a:pt x="9298212" y="2143748"/>
                </a:lnTo>
                <a:lnTo>
                  <a:pt x="9298212" y="1822192"/>
                </a:lnTo>
                <a:lnTo>
                  <a:pt x="9178041" y="1702020"/>
                </a:lnTo>
                <a:lnTo>
                  <a:pt x="9178041" y="1510514"/>
                </a:lnTo>
                <a:lnTo>
                  <a:pt x="9950101" y="738452"/>
                </a:lnTo>
                <a:cubicBezTo>
                  <a:pt x="9957236" y="743939"/>
                  <a:pt x="9968210" y="743391"/>
                  <a:pt x="9974795" y="736806"/>
                </a:cubicBezTo>
                <a:cubicBezTo>
                  <a:pt x="9981928" y="729672"/>
                  <a:pt x="9981928" y="717600"/>
                  <a:pt x="9974795" y="710467"/>
                </a:cubicBezTo>
                <a:cubicBezTo>
                  <a:pt x="9971228" y="706900"/>
                  <a:pt x="9966427" y="705117"/>
                  <a:pt x="9961625" y="705117"/>
                </a:cubicBezTo>
                <a:close/>
                <a:moveTo>
                  <a:pt x="6732354" y="645717"/>
                </a:moveTo>
                <a:cubicBezTo>
                  <a:pt x="6721930" y="645717"/>
                  <a:pt x="6713699" y="653948"/>
                  <a:pt x="6713699" y="664374"/>
                </a:cubicBezTo>
                <a:cubicBezTo>
                  <a:pt x="6713699" y="669587"/>
                  <a:pt x="6715482" y="673977"/>
                  <a:pt x="6718432" y="677200"/>
                </a:cubicBezTo>
                <a:lnTo>
                  <a:pt x="6729612" y="682758"/>
                </a:lnTo>
                <a:lnTo>
                  <a:pt x="6729612" y="682482"/>
                </a:lnTo>
                <a:lnTo>
                  <a:pt x="6730160" y="683030"/>
                </a:lnTo>
                <a:lnTo>
                  <a:pt x="6729612" y="682758"/>
                </a:lnTo>
                <a:lnTo>
                  <a:pt x="6729612" y="1223529"/>
                </a:lnTo>
                <a:lnTo>
                  <a:pt x="7265720" y="1759636"/>
                </a:lnTo>
                <a:cubicBezTo>
                  <a:pt x="7260232" y="1766770"/>
                  <a:pt x="7260781" y="1777745"/>
                  <a:pt x="7267366" y="1784330"/>
                </a:cubicBezTo>
                <a:cubicBezTo>
                  <a:pt x="7274500" y="1791463"/>
                  <a:pt x="7286572" y="1791463"/>
                  <a:pt x="7293705" y="1784330"/>
                </a:cubicBezTo>
                <a:cubicBezTo>
                  <a:pt x="7300839" y="1777196"/>
                  <a:pt x="7300839" y="1765124"/>
                  <a:pt x="7293705" y="1757991"/>
                </a:cubicBezTo>
                <a:cubicBezTo>
                  <a:pt x="7287120" y="1751406"/>
                  <a:pt x="7276695" y="1750857"/>
                  <a:pt x="7269012" y="1756344"/>
                </a:cubicBezTo>
                <a:lnTo>
                  <a:pt x="6734550" y="1221882"/>
                </a:lnTo>
                <a:lnTo>
                  <a:pt x="6734550" y="683030"/>
                </a:lnTo>
                <a:cubicBezTo>
                  <a:pt x="6743879" y="681933"/>
                  <a:pt x="6751012" y="674251"/>
                  <a:pt x="6751012" y="664374"/>
                </a:cubicBezTo>
                <a:cubicBezTo>
                  <a:pt x="6751012" y="654496"/>
                  <a:pt x="6742780" y="645717"/>
                  <a:pt x="6732354" y="645717"/>
                </a:cubicBezTo>
                <a:close/>
                <a:moveTo>
                  <a:pt x="10619003" y="642013"/>
                </a:moveTo>
                <a:cubicBezTo>
                  <a:pt x="10614201" y="642013"/>
                  <a:pt x="10609400" y="643797"/>
                  <a:pt x="10605833" y="647363"/>
                </a:cubicBezTo>
                <a:cubicBezTo>
                  <a:pt x="10598700" y="654496"/>
                  <a:pt x="10598700" y="664374"/>
                  <a:pt x="10604187" y="672056"/>
                </a:cubicBezTo>
                <a:lnTo>
                  <a:pt x="9547334" y="1728908"/>
                </a:lnTo>
                <a:lnTo>
                  <a:pt x="9546786" y="1728908"/>
                </a:lnTo>
                <a:lnTo>
                  <a:pt x="9546237" y="1728908"/>
                </a:lnTo>
                <a:lnTo>
                  <a:pt x="9546237" y="1992846"/>
                </a:lnTo>
                <a:lnTo>
                  <a:pt x="8674855" y="2864228"/>
                </a:lnTo>
                <a:lnTo>
                  <a:pt x="8674306" y="2864228"/>
                </a:lnTo>
                <a:lnTo>
                  <a:pt x="8674306" y="3259313"/>
                </a:lnTo>
                <a:lnTo>
                  <a:pt x="8679246" y="3259313"/>
                </a:lnTo>
                <a:lnTo>
                  <a:pt x="8679246" y="2866972"/>
                </a:lnTo>
                <a:lnTo>
                  <a:pt x="9550628" y="1995590"/>
                </a:lnTo>
                <a:lnTo>
                  <a:pt x="9551176" y="1995590"/>
                </a:lnTo>
                <a:lnTo>
                  <a:pt x="9551176" y="1731652"/>
                </a:lnTo>
                <a:lnTo>
                  <a:pt x="10607479" y="675348"/>
                </a:lnTo>
                <a:cubicBezTo>
                  <a:pt x="10614612" y="680836"/>
                  <a:pt x="10625587" y="680287"/>
                  <a:pt x="10632172" y="673703"/>
                </a:cubicBezTo>
                <a:cubicBezTo>
                  <a:pt x="10639306" y="666569"/>
                  <a:pt x="10639306" y="654496"/>
                  <a:pt x="10632172" y="647363"/>
                </a:cubicBezTo>
                <a:cubicBezTo>
                  <a:pt x="10628606" y="643797"/>
                  <a:pt x="10623804" y="642013"/>
                  <a:pt x="10619003" y="642013"/>
                </a:cubicBezTo>
                <a:close/>
                <a:moveTo>
                  <a:pt x="8361532" y="559155"/>
                </a:moveTo>
                <a:cubicBezTo>
                  <a:pt x="8356730" y="559155"/>
                  <a:pt x="8351929" y="560939"/>
                  <a:pt x="8348362" y="564506"/>
                </a:cubicBezTo>
                <a:cubicBezTo>
                  <a:pt x="8341777" y="571090"/>
                  <a:pt x="8341228" y="581516"/>
                  <a:pt x="8346716" y="589198"/>
                </a:cubicBezTo>
                <a:lnTo>
                  <a:pt x="8076192" y="859721"/>
                </a:lnTo>
                <a:lnTo>
                  <a:pt x="8075643" y="859721"/>
                </a:lnTo>
                <a:lnTo>
                  <a:pt x="8075643" y="1055617"/>
                </a:lnTo>
                <a:lnTo>
                  <a:pt x="8195816" y="1175789"/>
                </a:lnTo>
                <a:lnTo>
                  <a:pt x="8195816" y="2295745"/>
                </a:lnTo>
                <a:lnTo>
                  <a:pt x="8195268" y="2295745"/>
                </a:lnTo>
                <a:lnTo>
                  <a:pt x="7973032" y="2517980"/>
                </a:lnTo>
                <a:lnTo>
                  <a:pt x="7972482" y="2517980"/>
                </a:lnTo>
                <a:lnTo>
                  <a:pt x="7972482" y="3202245"/>
                </a:lnTo>
                <a:lnTo>
                  <a:pt x="7977421" y="3202245"/>
                </a:lnTo>
                <a:lnTo>
                  <a:pt x="7977421" y="2520724"/>
                </a:lnTo>
                <a:lnTo>
                  <a:pt x="8199656" y="2298489"/>
                </a:lnTo>
                <a:lnTo>
                  <a:pt x="8200204" y="2298489"/>
                </a:lnTo>
                <a:lnTo>
                  <a:pt x="8200204" y="1174143"/>
                </a:lnTo>
                <a:lnTo>
                  <a:pt x="8080034" y="1053972"/>
                </a:lnTo>
                <a:lnTo>
                  <a:pt x="8080034" y="862465"/>
                </a:lnTo>
                <a:lnTo>
                  <a:pt x="8350008" y="592490"/>
                </a:lnTo>
                <a:cubicBezTo>
                  <a:pt x="8357142" y="597977"/>
                  <a:pt x="8368116" y="597428"/>
                  <a:pt x="8374701" y="590844"/>
                </a:cubicBezTo>
                <a:cubicBezTo>
                  <a:pt x="8381834" y="583711"/>
                  <a:pt x="8381834" y="571638"/>
                  <a:pt x="8374701" y="564506"/>
                </a:cubicBezTo>
                <a:cubicBezTo>
                  <a:pt x="8371134" y="560939"/>
                  <a:pt x="8366333" y="559155"/>
                  <a:pt x="8361532" y="559155"/>
                </a:cubicBezTo>
                <a:close/>
                <a:moveTo>
                  <a:pt x="9196696" y="544202"/>
                </a:moveTo>
                <a:lnTo>
                  <a:pt x="9196148" y="544202"/>
                </a:lnTo>
                <a:lnTo>
                  <a:pt x="9196148" y="544750"/>
                </a:lnTo>
                <a:close/>
                <a:moveTo>
                  <a:pt x="9731159" y="425265"/>
                </a:moveTo>
                <a:cubicBezTo>
                  <a:pt x="9726358" y="425265"/>
                  <a:pt x="9721556" y="427048"/>
                  <a:pt x="9717990" y="430615"/>
                </a:cubicBezTo>
                <a:cubicBezTo>
                  <a:pt x="9710856" y="437749"/>
                  <a:pt x="9710856" y="447626"/>
                  <a:pt x="9716344" y="455308"/>
                </a:cubicBezTo>
                <a:lnTo>
                  <a:pt x="8747837" y="1423815"/>
                </a:lnTo>
                <a:lnTo>
                  <a:pt x="8747288" y="1423815"/>
                </a:lnTo>
                <a:lnTo>
                  <a:pt x="8747288" y="1828228"/>
                </a:lnTo>
                <a:lnTo>
                  <a:pt x="8854291" y="1935230"/>
                </a:lnTo>
                <a:lnTo>
                  <a:pt x="8854291" y="2265017"/>
                </a:lnTo>
                <a:lnTo>
                  <a:pt x="8684733" y="2434574"/>
                </a:lnTo>
                <a:cubicBezTo>
                  <a:pt x="8677599" y="2429086"/>
                  <a:pt x="8666624" y="2429635"/>
                  <a:pt x="8660040" y="2436219"/>
                </a:cubicBezTo>
                <a:cubicBezTo>
                  <a:pt x="8652907" y="2443353"/>
                  <a:pt x="8652907" y="2455425"/>
                  <a:pt x="8660040" y="2462558"/>
                </a:cubicBezTo>
                <a:cubicBezTo>
                  <a:pt x="8667174" y="2469692"/>
                  <a:pt x="8679246" y="2469692"/>
                  <a:pt x="8686379" y="2462558"/>
                </a:cubicBezTo>
                <a:cubicBezTo>
                  <a:pt x="8693513" y="2455425"/>
                  <a:pt x="8693513" y="2445548"/>
                  <a:pt x="8688025" y="2437866"/>
                </a:cubicBezTo>
                <a:lnTo>
                  <a:pt x="8858679" y="2267211"/>
                </a:lnTo>
                <a:lnTo>
                  <a:pt x="8859229" y="2267211"/>
                </a:lnTo>
                <a:lnTo>
                  <a:pt x="8859229" y="1932486"/>
                </a:lnTo>
                <a:lnTo>
                  <a:pt x="8752227" y="1825485"/>
                </a:lnTo>
                <a:lnTo>
                  <a:pt x="8752227" y="1426010"/>
                </a:lnTo>
                <a:lnTo>
                  <a:pt x="9719635" y="458600"/>
                </a:lnTo>
                <a:cubicBezTo>
                  <a:pt x="9726769" y="464088"/>
                  <a:pt x="9737744" y="463539"/>
                  <a:pt x="9744329" y="456954"/>
                </a:cubicBezTo>
                <a:cubicBezTo>
                  <a:pt x="9751462" y="449821"/>
                  <a:pt x="9751462" y="437749"/>
                  <a:pt x="9744329" y="430615"/>
                </a:cubicBezTo>
                <a:cubicBezTo>
                  <a:pt x="9740762" y="427048"/>
                  <a:pt x="9735960" y="425265"/>
                  <a:pt x="9731159" y="425265"/>
                </a:cubicBezTo>
                <a:close/>
                <a:moveTo>
                  <a:pt x="5143236" y="372038"/>
                </a:moveTo>
                <a:cubicBezTo>
                  <a:pt x="5138435" y="372038"/>
                  <a:pt x="5133634" y="373822"/>
                  <a:pt x="5130067" y="377389"/>
                </a:cubicBezTo>
                <a:cubicBezTo>
                  <a:pt x="5122933" y="384522"/>
                  <a:pt x="5122933" y="396594"/>
                  <a:pt x="5130067" y="403728"/>
                </a:cubicBezTo>
                <a:cubicBezTo>
                  <a:pt x="5136652" y="410313"/>
                  <a:pt x="5147077" y="410861"/>
                  <a:pt x="5154760" y="405373"/>
                </a:cubicBezTo>
                <a:lnTo>
                  <a:pt x="5498812" y="749427"/>
                </a:lnTo>
                <a:lnTo>
                  <a:pt x="5498812" y="1292668"/>
                </a:lnTo>
                <a:lnTo>
                  <a:pt x="6492012" y="2285868"/>
                </a:lnTo>
                <a:cubicBezTo>
                  <a:pt x="6486526" y="2293001"/>
                  <a:pt x="6487074" y="2303976"/>
                  <a:pt x="6493658" y="2310561"/>
                </a:cubicBezTo>
                <a:cubicBezTo>
                  <a:pt x="6500243" y="2317146"/>
                  <a:pt x="6512864" y="2317695"/>
                  <a:pt x="6519997" y="2310561"/>
                </a:cubicBezTo>
                <a:cubicBezTo>
                  <a:pt x="6527130" y="2303427"/>
                  <a:pt x="6527130" y="2291356"/>
                  <a:pt x="6519997" y="2284222"/>
                </a:cubicBezTo>
                <a:cubicBezTo>
                  <a:pt x="6512864" y="2277088"/>
                  <a:pt x="6502987" y="2277088"/>
                  <a:pt x="6495304" y="2282575"/>
                </a:cubicBezTo>
                <a:lnTo>
                  <a:pt x="5503751" y="1291022"/>
                </a:lnTo>
                <a:lnTo>
                  <a:pt x="5503751" y="747780"/>
                </a:lnTo>
                <a:lnTo>
                  <a:pt x="5158052" y="402081"/>
                </a:lnTo>
                <a:cubicBezTo>
                  <a:pt x="5163540" y="394948"/>
                  <a:pt x="5162991" y="383974"/>
                  <a:pt x="5156406" y="377389"/>
                </a:cubicBezTo>
                <a:cubicBezTo>
                  <a:pt x="5152839" y="373822"/>
                  <a:pt x="5148038" y="372038"/>
                  <a:pt x="5143236" y="372038"/>
                </a:cubicBezTo>
                <a:close/>
                <a:moveTo>
                  <a:pt x="30180" y="329238"/>
                </a:moveTo>
                <a:cubicBezTo>
                  <a:pt x="25378" y="329238"/>
                  <a:pt x="20578" y="331021"/>
                  <a:pt x="17010" y="334587"/>
                </a:cubicBezTo>
                <a:cubicBezTo>
                  <a:pt x="9876" y="341721"/>
                  <a:pt x="9876" y="353794"/>
                  <a:pt x="17010" y="360926"/>
                </a:cubicBezTo>
                <a:cubicBezTo>
                  <a:pt x="23594" y="367511"/>
                  <a:pt x="34020" y="368060"/>
                  <a:pt x="41702" y="362573"/>
                </a:cubicBezTo>
                <a:lnTo>
                  <a:pt x="560800" y="881671"/>
                </a:lnTo>
                <a:lnTo>
                  <a:pt x="1124344" y="881671"/>
                </a:lnTo>
                <a:lnTo>
                  <a:pt x="1953474" y="1710800"/>
                </a:lnTo>
                <a:lnTo>
                  <a:pt x="2496168" y="1710800"/>
                </a:lnTo>
                <a:lnTo>
                  <a:pt x="3193602" y="2408235"/>
                </a:lnTo>
                <a:lnTo>
                  <a:pt x="3588687" y="2408235"/>
                </a:lnTo>
                <a:lnTo>
                  <a:pt x="4287219" y="3106766"/>
                </a:lnTo>
                <a:lnTo>
                  <a:pt x="5315537" y="3106766"/>
                </a:lnTo>
                <a:lnTo>
                  <a:pt x="5924078" y="3715307"/>
                </a:lnTo>
                <a:lnTo>
                  <a:pt x="6682420" y="3715307"/>
                </a:lnTo>
                <a:lnTo>
                  <a:pt x="6682420" y="3710368"/>
                </a:lnTo>
                <a:lnTo>
                  <a:pt x="5926273" y="3710368"/>
                </a:lnTo>
                <a:lnTo>
                  <a:pt x="5317732" y="3101828"/>
                </a:lnTo>
                <a:lnTo>
                  <a:pt x="4289414" y="3101828"/>
                </a:lnTo>
                <a:lnTo>
                  <a:pt x="3590882" y="2403296"/>
                </a:lnTo>
                <a:lnTo>
                  <a:pt x="3195797" y="2403296"/>
                </a:lnTo>
                <a:lnTo>
                  <a:pt x="2498362" y="1705861"/>
                </a:lnTo>
                <a:lnTo>
                  <a:pt x="1955669" y="1705861"/>
                </a:lnTo>
                <a:lnTo>
                  <a:pt x="1126540" y="876732"/>
                </a:lnTo>
                <a:lnTo>
                  <a:pt x="562996" y="876732"/>
                </a:lnTo>
                <a:lnTo>
                  <a:pt x="44994" y="359280"/>
                </a:lnTo>
                <a:cubicBezTo>
                  <a:pt x="50482" y="352147"/>
                  <a:pt x="49934" y="341172"/>
                  <a:pt x="43348" y="334587"/>
                </a:cubicBezTo>
                <a:cubicBezTo>
                  <a:pt x="39782" y="331021"/>
                  <a:pt x="34982" y="329238"/>
                  <a:pt x="30180" y="329238"/>
                </a:cubicBezTo>
                <a:close/>
                <a:moveTo>
                  <a:pt x="8003760" y="292473"/>
                </a:moveTo>
                <a:cubicBezTo>
                  <a:pt x="7998959" y="292473"/>
                  <a:pt x="7994157" y="294256"/>
                  <a:pt x="7990591" y="297823"/>
                </a:cubicBezTo>
                <a:cubicBezTo>
                  <a:pt x="7984007" y="304407"/>
                  <a:pt x="7983457" y="314833"/>
                  <a:pt x="7988944" y="322515"/>
                </a:cubicBezTo>
                <a:lnTo>
                  <a:pt x="7868774" y="442687"/>
                </a:lnTo>
                <a:lnTo>
                  <a:pt x="7868774" y="1451251"/>
                </a:lnTo>
                <a:lnTo>
                  <a:pt x="7746406" y="1573618"/>
                </a:lnTo>
                <a:lnTo>
                  <a:pt x="7746406" y="3202794"/>
                </a:lnTo>
                <a:lnTo>
                  <a:pt x="7751346" y="3202794"/>
                </a:lnTo>
                <a:lnTo>
                  <a:pt x="7751346" y="1575812"/>
                </a:lnTo>
                <a:lnTo>
                  <a:pt x="7873712" y="1453446"/>
                </a:lnTo>
                <a:lnTo>
                  <a:pt x="7873712" y="444334"/>
                </a:lnTo>
                <a:lnTo>
                  <a:pt x="7992238" y="325808"/>
                </a:lnTo>
                <a:cubicBezTo>
                  <a:pt x="7999370" y="331296"/>
                  <a:pt x="8010345" y="330746"/>
                  <a:pt x="8016930" y="324162"/>
                </a:cubicBezTo>
                <a:cubicBezTo>
                  <a:pt x="8024064" y="317028"/>
                  <a:pt x="8024064" y="304957"/>
                  <a:pt x="8016930" y="297823"/>
                </a:cubicBezTo>
                <a:cubicBezTo>
                  <a:pt x="8013363" y="294256"/>
                  <a:pt x="8008561" y="292473"/>
                  <a:pt x="8003760" y="292473"/>
                </a:cubicBezTo>
                <a:close/>
                <a:moveTo>
                  <a:pt x="11430573" y="181629"/>
                </a:moveTo>
                <a:cubicBezTo>
                  <a:pt x="11425772" y="181629"/>
                  <a:pt x="11420971" y="183413"/>
                  <a:pt x="11417404" y="186979"/>
                </a:cubicBezTo>
                <a:cubicBezTo>
                  <a:pt x="11410819" y="193564"/>
                  <a:pt x="11410269" y="203990"/>
                  <a:pt x="11415757" y="211673"/>
                </a:cubicBezTo>
                <a:lnTo>
                  <a:pt x="11160598" y="466832"/>
                </a:lnTo>
                <a:lnTo>
                  <a:pt x="11160049" y="466832"/>
                </a:lnTo>
                <a:lnTo>
                  <a:pt x="11160049" y="614439"/>
                </a:lnTo>
                <a:cubicBezTo>
                  <a:pt x="11150721" y="615537"/>
                  <a:pt x="11143588" y="623219"/>
                  <a:pt x="11143588" y="633096"/>
                </a:cubicBezTo>
                <a:cubicBezTo>
                  <a:pt x="11143588" y="642973"/>
                  <a:pt x="11151818" y="651753"/>
                  <a:pt x="11162244" y="651753"/>
                </a:cubicBezTo>
                <a:lnTo>
                  <a:pt x="11162793" y="651205"/>
                </a:lnTo>
                <a:cubicBezTo>
                  <a:pt x="11173219" y="651205"/>
                  <a:pt x="11181450" y="642973"/>
                  <a:pt x="11181450" y="632548"/>
                </a:cubicBezTo>
                <a:cubicBezTo>
                  <a:pt x="11181450" y="622122"/>
                  <a:pt x="11174316" y="614988"/>
                  <a:pt x="11164988" y="613891"/>
                </a:cubicBezTo>
                <a:lnTo>
                  <a:pt x="11164988" y="469026"/>
                </a:lnTo>
                <a:lnTo>
                  <a:pt x="11419049" y="214965"/>
                </a:lnTo>
                <a:cubicBezTo>
                  <a:pt x="11426183" y="220452"/>
                  <a:pt x="11437158" y="219903"/>
                  <a:pt x="11443743" y="213318"/>
                </a:cubicBezTo>
                <a:cubicBezTo>
                  <a:pt x="11450876" y="206185"/>
                  <a:pt x="11450876" y="194113"/>
                  <a:pt x="11443743" y="186979"/>
                </a:cubicBezTo>
                <a:cubicBezTo>
                  <a:pt x="11440176" y="183413"/>
                  <a:pt x="11435374" y="181629"/>
                  <a:pt x="11430573" y="181629"/>
                </a:cubicBezTo>
                <a:close/>
                <a:moveTo>
                  <a:pt x="9575320" y="150352"/>
                </a:moveTo>
                <a:cubicBezTo>
                  <a:pt x="9570519" y="150352"/>
                  <a:pt x="9565717" y="152135"/>
                  <a:pt x="9562151" y="155702"/>
                </a:cubicBezTo>
                <a:cubicBezTo>
                  <a:pt x="9555565" y="162287"/>
                  <a:pt x="9555016" y="172712"/>
                  <a:pt x="9560504" y="180394"/>
                </a:cubicBezTo>
                <a:lnTo>
                  <a:pt x="9196696" y="544202"/>
                </a:lnTo>
                <a:lnTo>
                  <a:pt x="9196698" y="544202"/>
                </a:lnTo>
                <a:lnTo>
                  <a:pt x="9196148" y="544750"/>
                </a:lnTo>
                <a:lnTo>
                  <a:pt x="9196148" y="788935"/>
                </a:lnTo>
                <a:cubicBezTo>
                  <a:pt x="9186820" y="790033"/>
                  <a:pt x="9179687" y="797715"/>
                  <a:pt x="9179687" y="807592"/>
                </a:cubicBezTo>
                <a:cubicBezTo>
                  <a:pt x="9179687" y="817469"/>
                  <a:pt x="9187917" y="826249"/>
                  <a:pt x="9198343" y="826249"/>
                </a:cubicBezTo>
                <a:cubicBezTo>
                  <a:pt x="9208769" y="826249"/>
                  <a:pt x="9217000" y="818018"/>
                  <a:pt x="9217000" y="807592"/>
                </a:cubicBezTo>
                <a:cubicBezTo>
                  <a:pt x="9217000" y="797166"/>
                  <a:pt x="9209867" y="790033"/>
                  <a:pt x="9200538" y="788935"/>
                </a:cubicBezTo>
                <a:lnTo>
                  <a:pt x="9200538" y="546946"/>
                </a:lnTo>
                <a:lnTo>
                  <a:pt x="9563797" y="183687"/>
                </a:lnTo>
                <a:cubicBezTo>
                  <a:pt x="9570930" y="189175"/>
                  <a:pt x="9581905" y="188626"/>
                  <a:pt x="9588489" y="182041"/>
                </a:cubicBezTo>
                <a:cubicBezTo>
                  <a:pt x="9595623" y="174908"/>
                  <a:pt x="9595623" y="162836"/>
                  <a:pt x="9588489" y="155702"/>
                </a:cubicBezTo>
                <a:cubicBezTo>
                  <a:pt x="9584922" y="152135"/>
                  <a:pt x="9580121" y="150352"/>
                  <a:pt x="9575320" y="150352"/>
                </a:cubicBezTo>
                <a:close/>
                <a:moveTo>
                  <a:pt x="1234090" y="127716"/>
                </a:moveTo>
                <a:cubicBezTo>
                  <a:pt x="1223665" y="127716"/>
                  <a:pt x="1215434" y="135948"/>
                  <a:pt x="1215434" y="146373"/>
                </a:cubicBezTo>
                <a:cubicBezTo>
                  <a:pt x="1215434" y="156799"/>
                  <a:pt x="1222567" y="163933"/>
                  <a:pt x="1231896" y="165030"/>
                </a:cubicBezTo>
                <a:lnTo>
                  <a:pt x="1230798" y="165030"/>
                </a:lnTo>
                <a:lnTo>
                  <a:pt x="1230798" y="477257"/>
                </a:lnTo>
                <a:lnTo>
                  <a:pt x="1971034" y="1217492"/>
                </a:lnTo>
                <a:lnTo>
                  <a:pt x="3161228" y="1217492"/>
                </a:lnTo>
                <a:lnTo>
                  <a:pt x="3676483" y="1732749"/>
                </a:lnTo>
                <a:cubicBezTo>
                  <a:pt x="3670996" y="1739882"/>
                  <a:pt x="3671545" y="1750857"/>
                  <a:pt x="3678130" y="1757442"/>
                </a:cubicBezTo>
                <a:cubicBezTo>
                  <a:pt x="3685264" y="1764576"/>
                  <a:pt x="3697335" y="1764576"/>
                  <a:pt x="3704469" y="1757442"/>
                </a:cubicBezTo>
                <a:cubicBezTo>
                  <a:pt x="3711602" y="1750309"/>
                  <a:pt x="3711602" y="1738237"/>
                  <a:pt x="3704469" y="1731103"/>
                </a:cubicBezTo>
                <a:cubicBezTo>
                  <a:pt x="3697884" y="1724518"/>
                  <a:pt x="3687458" y="1723970"/>
                  <a:pt x="3679776" y="1729456"/>
                </a:cubicBezTo>
                <a:lnTo>
                  <a:pt x="3163422" y="1213103"/>
                </a:lnTo>
                <a:lnTo>
                  <a:pt x="1973229" y="1213103"/>
                </a:lnTo>
                <a:lnTo>
                  <a:pt x="1236286" y="475611"/>
                </a:lnTo>
                <a:lnTo>
                  <a:pt x="1236286" y="165030"/>
                </a:lnTo>
                <a:cubicBezTo>
                  <a:pt x="1245614" y="163933"/>
                  <a:pt x="1252747" y="156251"/>
                  <a:pt x="1252747" y="146373"/>
                </a:cubicBezTo>
                <a:cubicBezTo>
                  <a:pt x="1252747" y="136497"/>
                  <a:pt x="1244516" y="127716"/>
                  <a:pt x="1234090" y="127716"/>
                </a:cubicBezTo>
                <a:close/>
                <a:moveTo>
                  <a:pt x="12673444" y="85053"/>
                </a:moveTo>
                <a:cubicBezTo>
                  <a:pt x="12668643" y="85053"/>
                  <a:pt x="12663841" y="86837"/>
                  <a:pt x="12660274" y="90404"/>
                </a:cubicBezTo>
                <a:cubicBezTo>
                  <a:pt x="12653689" y="96988"/>
                  <a:pt x="12653141" y="107414"/>
                  <a:pt x="12658628" y="115096"/>
                </a:cubicBezTo>
                <a:lnTo>
                  <a:pt x="11994118" y="779607"/>
                </a:lnTo>
                <a:lnTo>
                  <a:pt x="10936717" y="779607"/>
                </a:lnTo>
                <a:lnTo>
                  <a:pt x="10717774" y="998550"/>
                </a:lnTo>
                <a:lnTo>
                  <a:pt x="10717226" y="998550"/>
                </a:lnTo>
                <a:lnTo>
                  <a:pt x="10717226" y="1374429"/>
                </a:lnTo>
                <a:lnTo>
                  <a:pt x="9451307" y="2640347"/>
                </a:lnTo>
                <a:lnTo>
                  <a:pt x="9450759" y="2640347"/>
                </a:lnTo>
                <a:lnTo>
                  <a:pt x="9450759" y="2640896"/>
                </a:lnTo>
                <a:lnTo>
                  <a:pt x="9450759" y="2952025"/>
                </a:lnTo>
                <a:lnTo>
                  <a:pt x="9278458" y="3124325"/>
                </a:lnTo>
                <a:cubicBezTo>
                  <a:pt x="9271324" y="3118839"/>
                  <a:pt x="9260349" y="3119387"/>
                  <a:pt x="9253764" y="3125971"/>
                </a:cubicBezTo>
                <a:cubicBezTo>
                  <a:pt x="9246632" y="3133106"/>
                  <a:pt x="9246632" y="3145178"/>
                  <a:pt x="9253764" y="3152311"/>
                </a:cubicBezTo>
                <a:cubicBezTo>
                  <a:pt x="9260898" y="3159445"/>
                  <a:pt x="9272970" y="3159445"/>
                  <a:pt x="9280104" y="3152311"/>
                </a:cubicBezTo>
                <a:cubicBezTo>
                  <a:pt x="9286688" y="3145726"/>
                  <a:pt x="9287238" y="3135300"/>
                  <a:pt x="9281750" y="3127618"/>
                </a:cubicBezTo>
                <a:lnTo>
                  <a:pt x="9455148" y="2954220"/>
                </a:lnTo>
                <a:lnTo>
                  <a:pt x="9455697" y="2954220"/>
                </a:lnTo>
                <a:lnTo>
                  <a:pt x="9455697" y="2642542"/>
                </a:lnTo>
                <a:lnTo>
                  <a:pt x="10721614" y="1376624"/>
                </a:lnTo>
                <a:lnTo>
                  <a:pt x="10722164" y="1376624"/>
                </a:lnTo>
                <a:lnTo>
                  <a:pt x="10722164" y="1000745"/>
                </a:lnTo>
                <a:lnTo>
                  <a:pt x="10938912" y="783997"/>
                </a:lnTo>
                <a:lnTo>
                  <a:pt x="11996312" y="783997"/>
                </a:lnTo>
                <a:lnTo>
                  <a:pt x="12661921" y="118388"/>
                </a:lnTo>
                <a:cubicBezTo>
                  <a:pt x="12669055" y="123875"/>
                  <a:pt x="12680029" y="123327"/>
                  <a:pt x="12686613" y="116743"/>
                </a:cubicBezTo>
                <a:cubicBezTo>
                  <a:pt x="12693747" y="109609"/>
                  <a:pt x="12693747" y="97536"/>
                  <a:pt x="12686613" y="90404"/>
                </a:cubicBezTo>
                <a:cubicBezTo>
                  <a:pt x="12683047" y="86837"/>
                  <a:pt x="12678245" y="85053"/>
                  <a:pt x="12673444" y="85053"/>
                </a:cubicBezTo>
                <a:close/>
                <a:moveTo>
                  <a:pt x="5508690" y="82858"/>
                </a:moveTo>
                <a:cubicBezTo>
                  <a:pt x="5503888" y="82858"/>
                  <a:pt x="5499087" y="84642"/>
                  <a:pt x="5495520" y="88208"/>
                </a:cubicBezTo>
                <a:cubicBezTo>
                  <a:pt x="5488386" y="95342"/>
                  <a:pt x="5488386" y="107414"/>
                  <a:pt x="5495520" y="114547"/>
                </a:cubicBezTo>
                <a:cubicBezTo>
                  <a:pt x="5502105" y="121132"/>
                  <a:pt x="5512532" y="121681"/>
                  <a:pt x="5520212" y="116193"/>
                </a:cubicBezTo>
                <a:lnTo>
                  <a:pt x="6066748" y="662728"/>
                </a:lnTo>
                <a:lnTo>
                  <a:pt x="6066748" y="1160425"/>
                </a:lnTo>
                <a:lnTo>
                  <a:pt x="6354830" y="1448508"/>
                </a:lnTo>
                <a:cubicBezTo>
                  <a:pt x="6349342" y="1455641"/>
                  <a:pt x="6349891" y="1466615"/>
                  <a:pt x="6356476" y="1473200"/>
                </a:cubicBezTo>
                <a:cubicBezTo>
                  <a:pt x="6363610" y="1480334"/>
                  <a:pt x="6375682" y="1480334"/>
                  <a:pt x="6382815" y="1473200"/>
                </a:cubicBezTo>
                <a:cubicBezTo>
                  <a:pt x="6389948" y="1466067"/>
                  <a:pt x="6389948" y="1453995"/>
                  <a:pt x="6382815" y="1446861"/>
                </a:cubicBezTo>
                <a:cubicBezTo>
                  <a:pt x="6376230" y="1440276"/>
                  <a:pt x="6365804" y="1439727"/>
                  <a:pt x="6358122" y="1445215"/>
                </a:cubicBezTo>
                <a:lnTo>
                  <a:pt x="6071686" y="1158779"/>
                </a:lnTo>
                <a:lnTo>
                  <a:pt x="6071686" y="661081"/>
                </a:lnTo>
                <a:lnTo>
                  <a:pt x="5523506" y="112902"/>
                </a:lnTo>
                <a:cubicBezTo>
                  <a:pt x="5528993" y="105768"/>
                  <a:pt x="5528444" y="94793"/>
                  <a:pt x="5521859" y="88208"/>
                </a:cubicBezTo>
                <a:cubicBezTo>
                  <a:pt x="5518293" y="84642"/>
                  <a:pt x="5513491" y="82858"/>
                  <a:pt x="5508690" y="82858"/>
                </a:cubicBezTo>
                <a:close/>
                <a:moveTo>
                  <a:pt x="13440567" y="68454"/>
                </a:moveTo>
                <a:cubicBezTo>
                  <a:pt x="13430142" y="68454"/>
                  <a:pt x="13421911" y="76685"/>
                  <a:pt x="13421911" y="87111"/>
                </a:cubicBezTo>
                <a:cubicBezTo>
                  <a:pt x="13421911" y="97536"/>
                  <a:pt x="13429044" y="104670"/>
                  <a:pt x="13438372" y="105768"/>
                </a:cubicBezTo>
                <a:lnTo>
                  <a:pt x="13438372" y="253924"/>
                </a:lnTo>
                <a:lnTo>
                  <a:pt x="13058652" y="633645"/>
                </a:lnTo>
                <a:lnTo>
                  <a:pt x="13058103" y="634194"/>
                </a:lnTo>
                <a:lnTo>
                  <a:pt x="12642716" y="634194"/>
                </a:lnTo>
                <a:lnTo>
                  <a:pt x="11792185" y="1484723"/>
                </a:lnTo>
                <a:lnTo>
                  <a:pt x="10808863" y="1484723"/>
                </a:lnTo>
                <a:lnTo>
                  <a:pt x="9714149" y="2579438"/>
                </a:lnTo>
                <a:lnTo>
                  <a:pt x="9713600" y="2579438"/>
                </a:lnTo>
                <a:lnTo>
                  <a:pt x="9713600" y="3027200"/>
                </a:lnTo>
                <a:lnTo>
                  <a:pt x="9267483" y="3473318"/>
                </a:lnTo>
                <a:lnTo>
                  <a:pt x="9040309" y="3473318"/>
                </a:lnTo>
                <a:lnTo>
                  <a:pt x="9040309" y="3478256"/>
                </a:lnTo>
                <a:lnTo>
                  <a:pt x="9269678" y="3478256"/>
                </a:lnTo>
                <a:lnTo>
                  <a:pt x="9717990" y="3029944"/>
                </a:lnTo>
                <a:lnTo>
                  <a:pt x="9718538" y="3029944"/>
                </a:lnTo>
                <a:lnTo>
                  <a:pt x="9718538" y="2582182"/>
                </a:lnTo>
                <a:lnTo>
                  <a:pt x="10811057" y="1489663"/>
                </a:lnTo>
                <a:lnTo>
                  <a:pt x="11794379" y="1489663"/>
                </a:lnTo>
                <a:lnTo>
                  <a:pt x="12644910" y="639132"/>
                </a:lnTo>
                <a:lnTo>
                  <a:pt x="13060298" y="639132"/>
                </a:lnTo>
                <a:lnTo>
                  <a:pt x="13442213" y="257217"/>
                </a:lnTo>
                <a:lnTo>
                  <a:pt x="13442762" y="257217"/>
                </a:lnTo>
                <a:lnTo>
                  <a:pt x="13442762" y="105768"/>
                </a:lnTo>
                <a:cubicBezTo>
                  <a:pt x="13452091" y="104670"/>
                  <a:pt x="13459225" y="96988"/>
                  <a:pt x="13459225" y="87111"/>
                </a:cubicBezTo>
                <a:cubicBezTo>
                  <a:pt x="13459225" y="77234"/>
                  <a:pt x="13450994" y="68454"/>
                  <a:pt x="13440567" y="68454"/>
                </a:cubicBezTo>
                <a:close/>
                <a:moveTo>
                  <a:pt x="3523593" y="66054"/>
                </a:moveTo>
                <a:cubicBezTo>
                  <a:pt x="3518724" y="65985"/>
                  <a:pt x="3513785" y="67631"/>
                  <a:pt x="3510218" y="71197"/>
                </a:cubicBezTo>
                <a:cubicBezTo>
                  <a:pt x="3503085" y="78331"/>
                  <a:pt x="3503085" y="90404"/>
                  <a:pt x="3510218" y="97536"/>
                </a:cubicBezTo>
                <a:cubicBezTo>
                  <a:pt x="3517352" y="104670"/>
                  <a:pt x="3527230" y="104670"/>
                  <a:pt x="3534912" y="99183"/>
                </a:cubicBezTo>
                <a:lnTo>
                  <a:pt x="3534363" y="99732"/>
                </a:lnTo>
                <a:lnTo>
                  <a:pt x="4713032" y="1278401"/>
                </a:lnTo>
                <a:lnTo>
                  <a:pt x="5114702" y="1278401"/>
                </a:lnTo>
                <a:lnTo>
                  <a:pt x="6142472" y="2306171"/>
                </a:lnTo>
                <a:lnTo>
                  <a:pt x="6142472" y="2360495"/>
                </a:lnTo>
                <a:lnTo>
                  <a:pt x="6719186" y="2937209"/>
                </a:lnTo>
                <a:lnTo>
                  <a:pt x="6719186" y="3015129"/>
                </a:lnTo>
                <a:cubicBezTo>
                  <a:pt x="6709858" y="3016226"/>
                  <a:pt x="6702724" y="3023908"/>
                  <a:pt x="6702724" y="3033785"/>
                </a:cubicBezTo>
                <a:cubicBezTo>
                  <a:pt x="6702724" y="3043663"/>
                  <a:pt x="6710955" y="3052442"/>
                  <a:pt x="6721381" y="3052442"/>
                </a:cubicBezTo>
                <a:cubicBezTo>
                  <a:pt x="6731806" y="3052442"/>
                  <a:pt x="6740038" y="3044212"/>
                  <a:pt x="6740038" y="3033785"/>
                </a:cubicBezTo>
                <a:cubicBezTo>
                  <a:pt x="6740038" y="3023359"/>
                  <a:pt x="6732904" y="3016226"/>
                  <a:pt x="6723576" y="3015129"/>
                </a:cubicBezTo>
                <a:lnTo>
                  <a:pt x="6723576" y="2935563"/>
                </a:lnTo>
                <a:lnTo>
                  <a:pt x="6146862" y="2358849"/>
                </a:lnTo>
                <a:lnTo>
                  <a:pt x="6146862" y="2304525"/>
                </a:lnTo>
                <a:lnTo>
                  <a:pt x="5116348" y="1274011"/>
                </a:lnTo>
                <a:lnTo>
                  <a:pt x="4714678" y="1274011"/>
                </a:lnTo>
                <a:lnTo>
                  <a:pt x="3538204" y="95891"/>
                </a:lnTo>
                <a:cubicBezTo>
                  <a:pt x="3543691" y="88757"/>
                  <a:pt x="3543142" y="77782"/>
                  <a:pt x="3536557" y="71197"/>
                </a:cubicBezTo>
                <a:cubicBezTo>
                  <a:pt x="3533264" y="67905"/>
                  <a:pt x="3528463" y="66122"/>
                  <a:pt x="3523593" y="66054"/>
                </a:cubicBezTo>
                <a:close/>
                <a:moveTo>
                  <a:pt x="12317867" y="62556"/>
                </a:moveTo>
                <a:cubicBezTo>
                  <a:pt x="12313066" y="62556"/>
                  <a:pt x="12308264" y="64339"/>
                  <a:pt x="12304698" y="67906"/>
                </a:cubicBezTo>
                <a:cubicBezTo>
                  <a:pt x="12298114" y="74490"/>
                  <a:pt x="12297564" y="84916"/>
                  <a:pt x="12303051" y="92598"/>
                </a:cubicBezTo>
                <a:lnTo>
                  <a:pt x="12047893" y="347757"/>
                </a:lnTo>
                <a:lnTo>
                  <a:pt x="12047344" y="347757"/>
                </a:lnTo>
                <a:lnTo>
                  <a:pt x="12047344" y="464636"/>
                </a:lnTo>
                <a:lnTo>
                  <a:pt x="11840474" y="671507"/>
                </a:lnTo>
                <a:lnTo>
                  <a:pt x="11451424" y="671507"/>
                </a:lnTo>
                <a:cubicBezTo>
                  <a:pt x="11450327" y="662179"/>
                  <a:pt x="11442645" y="655046"/>
                  <a:pt x="11432768" y="655046"/>
                </a:cubicBezTo>
                <a:cubicBezTo>
                  <a:pt x="11422890" y="655046"/>
                  <a:pt x="11414110" y="663276"/>
                  <a:pt x="11414110" y="673703"/>
                </a:cubicBezTo>
                <a:cubicBezTo>
                  <a:pt x="11414110" y="684128"/>
                  <a:pt x="11422341" y="692359"/>
                  <a:pt x="11432768" y="692359"/>
                </a:cubicBezTo>
                <a:cubicBezTo>
                  <a:pt x="11443193" y="692359"/>
                  <a:pt x="11450327" y="685226"/>
                  <a:pt x="11451424" y="675897"/>
                </a:cubicBezTo>
                <a:lnTo>
                  <a:pt x="11843217" y="675897"/>
                </a:lnTo>
                <a:lnTo>
                  <a:pt x="12051735" y="466832"/>
                </a:lnTo>
                <a:lnTo>
                  <a:pt x="12052282" y="466832"/>
                </a:lnTo>
                <a:lnTo>
                  <a:pt x="12052282" y="349952"/>
                </a:lnTo>
                <a:lnTo>
                  <a:pt x="12306344" y="95891"/>
                </a:lnTo>
                <a:cubicBezTo>
                  <a:pt x="12313478" y="101377"/>
                  <a:pt x="12324453" y="100829"/>
                  <a:pt x="12331037" y="94245"/>
                </a:cubicBezTo>
                <a:cubicBezTo>
                  <a:pt x="12338171" y="87111"/>
                  <a:pt x="12338171" y="75038"/>
                  <a:pt x="12331037" y="67906"/>
                </a:cubicBezTo>
                <a:cubicBezTo>
                  <a:pt x="12327470" y="64339"/>
                  <a:pt x="12322669" y="62556"/>
                  <a:pt x="12317867" y="62556"/>
                </a:cubicBezTo>
                <a:close/>
                <a:moveTo>
                  <a:pt x="2080437" y="62212"/>
                </a:moveTo>
                <a:cubicBezTo>
                  <a:pt x="2075567" y="62144"/>
                  <a:pt x="2070628" y="63790"/>
                  <a:pt x="2067062" y="67356"/>
                </a:cubicBezTo>
                <a:cubicBezTo>
                  <a:pt x="2059928" y="74490"/>
                  <a:pt x="2059928" y="86563"/>
                  <a:pt x="2067062" y="93695"/>
                </a:cubicBezTo>
                <a:cubicBezTo>
                  <a:pt x="2070355" y="96988"/>
                  <a:pt x="2074607" y="98771"/>
                  <a:pt x="2078997" y="99045"/>
                </a:cubicBezTo>
                <a:lnTo>
                  <a:pt x="2091754" y="95342"/>
                </a:lnTo>
                <a:lnTo>
                  <a:pt x="2091205" y="94793"/>
                </a:lnTo>
                <a:lnTo>
                  <a:pt x="2091754" y="95342"/>
                </a:lnTo>
                <a:lnTo>
                  <a:pt x="2091754" y="95342"/>
                </a:lnTo>
                <a:lnTo>
                  <a:pt x="2475316" y="478903"/>
                </a:lnTo>
                <a:lnTo>
                  <a:pt x="2979049" y="478903"/>
                </a:lnTo>
                <a:lnTo>
                  <a:pt x="3953592" y="1453446"/>
                </a:lnTo>
                <a:lnTo>
                  <a:pt x="4179668" y="1453446"/>
                </a:lnTo>
                <a:lnTo>
                  <a:pt x="4465556" y="1739334"/>
                </a:lnTo>
                <a:lnTo>
                  <a:pt x="4727848" y="1739334"/>
                </a:lnTo>
                <a:cubicBezTo>
                  <a:pt x="4728946" y="1748662"/>
                  <a:pt x="4736628" y="1755795"/>
                  <a:pt x="4746505" y="1755795"/>
                </a:cubicBezTo>
                <a:cubicBezTo>
                  <a:pt x="4756382" y="1755795"/>
                  <a:pt x="4765162" y="1747565"/>
                  <a:pt x="4765162" y="1737139"/>
                </a:cubicBezTo>
                <a:cubicBezTo>
                  <a:pt x="4765162" y="1726714"/>
                  <a:pt x="4756932" y="1718482"/>
                  <a:pt x="4746505" y="1718482"/>
                </a:cubicBezTo>
                <a:cubicBezTo>
                  <a:pt x="4736079" y="1718482"/>
                  <a:pt x="4728946" y="1725615"/>
                  <a:pt x="4727848" y="1734944"/>
                </a:cubicBezTo>
                <a:lnTo>
                  <a:pt x="4467751" y="1734944"/>
                </a:lnTo>
                <a:lnTo>
                  <a:pt x="4181863" y="1449057"/>
                </a:lnTo>
                <a:lnTo>
                  <a:pt x="3955787" y="1449057"/>
                </a:lnTo>
                <a:lnTo>
                  <a:pt x="2981244" y="474514"/>
                </a:lnTo>
                <a:lnTo>
                  <a:pt x="2477511" y="474514"/>
                </a:lnTo>
                <a:lnTo>
                  <a:pt x="2095046" y="92049"/>
                </a:lnTo>
                <a:cubicBezTo>
                  <a:pt x="2100534" y="84916"/>
                  <a:pt x="2099985" y="73941"/>
                  <a:pt x="2093401" y="67356"/>
                </a:cubicBezTo>
                <a:cubicBezTo>
                  <a:pt x="2090108" y="64064"/>
                  <a:pt x="2085307" y="62281"/>
                  <a:pt x="2080437" y="62212"/>
                </a:cubicBezTo>
                <a:close/>
                <a:moveTo>
                  <a:pt x="3829579" y="60360"/>
                </a:moveTo>
                <a:cubicBezTo>
                  <a:pt x="3824777" y="60360"/>
                  <a:pt x="3819976" y="62144"/>
                  <a:pt x="3816410" y="65710"/>
                </a:cubicBezTo>
                <a:cubicBezTo>
                  <a:pt x="3809276" y="72844"/>
                  <a:pt x="3809276" y="84916"/>
                  <a:pt x="3816410" y="92049"/>
                </a:cubicBezTo>
                <a:cubicBezTo>
                  <a:pt x="3823542" y="99183"/>
                  <a:pt x="3833420" y="99183"/>
                  <a:pt x="3841102" y="93695"/>
                </a:cubicBezTo>
                <a:lnTo>
                  <a:pt x="4375564" y="628158"/>
                </a:lnTo>
                <a:cubicBezTo>
                  <a:pt x="4370077" y="635291"/>
                  <a:pt x="4370626" y="646265"/>
                  <a:pt x="4377210" y="652850"/>
                </a:cubicBezTo>
                <a:cubicBezTo>
                  <a:pt x="4384344" y="659984"/>
                  <a:pt x="4396416" y="659984"/>
                  <a:pt x="4403550" y="652850"/>
                </a:cubicBezTo>
                <a:cubicBezTo>
                  <a:pt x="4410684" y="645717"/>
                  <a:pt x="4410684" y="633645"/>
                  <a:pt x="4403550" y="626511"/>
                </a:cubicBezTo>
                <a:cubicBezTo>
                  <a:pt x="4396416" y="619378"/>
                  <a:pt x="4386538" y="619378"/>
                  <a:pt x="4378856" y="624866"/>
                </a:cubicBezTo>
                <a:lnTo>
                  <a:pt x="3844394" y="90404"/>
                </a:lnTo>
                <a:cubicBezTo>
                  <a:pt x="3849882" y="83270"/>
                  <a:pt x="3849333" y="72295"/>
                  <a:pt x="3842748" y="65710"/>
                </a:cubicBezTo>
                <a:cubicBezTo>
                  <a:pt x="3839182" y="62144"/>
                  <a:pt x="3834380" y="60360"/>
                  <a:pt x="3829579" y="60360"/>
                </a:cubicBezTo>
                <a:close/>
                <a:moveTo>
                  <a:pt x="6405312" y="58715"/>
                </a:moveTo>
                <a:cubicBezTo>
                  <a:pt x="6400511" y="58714"/>
                  <a:pt x="6395710" y="60498"/>
                  <a:pt x="6392143" y="64065"/>
                </a:cubicBezTo>
                <a:cubicBezTo>
                  <a:pt x="6385010" y="71197"/>
                  <a:pt x="6385010" y="83270"/>
                  <a:pt x="6392143" y="90404"/>
                </a:cubicBezTo>
                <a:cubicBezTo>
                  <a:pt x="6398728" y="96988"/>
                  <a:pt x="6409154" y="97536"/>
                  <a:pt x="6416836" y="92049"/>
                </a:cubicBezTo>
                <a:lnTo>
                  <a:pt x="6647852" y="323064"/>
                </a:lnTo>
                <a:lnTo>
                  <a:pt x="6647852" y="1283889"/>
                </a:lnTo>
                <a:lnTo>
                  <a:pt x="7273951" y="1909988"/>
                </a:lnTo>
                <a:lnTo>
                  <a:pt x="7273951" y="3239559"/>
                </a:lnTo>
                <a:lnTo>
                  <a:pt x="7278890" y="3239559"/>
                </a:lnTo>
                <a:lnTo>
                  <a:pt x="7278890" y="1907794"/>
                </a:lnTo>
                <a:lnTo>
                  <a:pt x="6652789" y="1281694"/>
                </a:lnTo>
                <a:lnTo>
                  <a:pt x="6652789" y="321418"/>
                </a:lnTo>
                <a:lnTo>
                  <a:pt x="6420129" y="88757"/>
                </a:lnTo>
                <a:cubicBezTo>
                  <a:pt x="6425616" y="81623"/>
                  <a:pt x="6425067" y="70649"/>
                  <a:pt x="6418482" y="64065"/>
                </a:cubicBezTo>
                <a:cubicBezTo>
                  <a:pt x="6414915" y="60498"/>
                  <a:pt x="6410114" y="58714"/>
                  <a:pt x="6405312" y="58715"/>
                </a:cubicBezTo>
                <a:close/>
                <a:moveTo>
                  <a:pt x="9445271" y="55422"/>
                </a:moveTo>
                <a:cubicBezTo>
                  <a:pt x="9440470" y="55422"/>
                  <a:pt x="9435668" y="57205"/>
                  <a:pt x="9432102" y="60772"/>
                </a:cubicBezTo>
                <a:cubicBezTo>
                  <a:pt x="9425517" y="67356"/>
                  <a:pt x="9424968" y="77782"/>
                  <a:pt x="9430456" y="85464"/>
                </a:cubicBezTo>
                <a:lnTo>
                  <a:pt x="8428477" y="1087444"/>
                </a:lnTo>
                <a:lnTo>
                  <a:pt x="8427928" y="1087444"/>
                </a:lnTo>
                <a:lnTo>
                  <a:pt x="8427928" y="2614007"/>
                </a:lnTo>
                <a:lnTo>
                  <a:pt x="8206241" y="2835694"/>
                </a:lnTo>
                <a:lnTo>
                  <a:pt x="8205692" y="2835694"/>
                </a:lnTo>
                <a:lnTo>
                  <a:pt x="8205144" y="2836243"/>
                </a:lnTo>
                <a:lnTo>
                  <a:pt x="8205144" y="3230230"/>
                </a:lnTo>
                <a:lnTo>
                  <a:pt x="8210082" y="3230230"/>
                </a:lnTo>
                <a:lnTo>
                  <a:pt x="8210082" y="2837889"/>
                </a:lnTo>
                <a:lnTo>
                  <a:pt x="8431769" y="2616203"/>
                </a:lnTo>
                <a:lnTo>
                  <a:pt x="8432317" y="2616203"/>
                </a:lnTo>
                <a:lnTo>
                  <a:pt x="8432317" y="1090187"/>
                </a:lnTo>
                <a:lnTo>
                  <a:pt x="9433748" y="88757"/>
                </a:lnTo>
                <a:cubicBezTo>
                  <a:pt x="9440882" y="94245"/>
                  <a:pt x="9451856" y="93695"/>
                  <a:pt x="9458441" y="87111"/>
                </a:cubicBezTo>
                <a:cubicBezTo>
                  <a:pt x="9465574" y="79978"/>
                  <a:pt x="9465574" y="67906"/>
                  <a:pt x="9458441" y="60772"/>
                </a:cubicBezTo>
                <a:cubicBezTo>
                  <a:pt x="9454874" y="57205"/>
                  <a:pt x="9450072" y="55422"/>
                  <a:pt x="9445271" y="55422"/>
                </a:cubicBezTo>
                <a:close/>
                <a:moveTo>
                  <a:pt x="7811705" y="51581"/>
                </a:moveTo>
                <a:cubicBezTo>
                  <a:pt x="7806904" y="51581"/>
                  <a:pt x="7802103" y="53364"/>
                  <a:pt x="7798536" y="56931"/>
                </a:cubicBezTo>
                <a:cubicBezTo>
                  <a:pt x="7791952" y="63515"/>
                  <a:pt x="7791402" y="73941"/>
                  <a:pt x="7796889" y="81623"/>
                </a:cubicBezTo>
                <a:lnTo>
                  <a:pt x="7438570" y="439943"/>
                </a:lnTo>
                <a:lnTo>
                  <a:pt x="7438570" y="843260"/>
                </a:lnTo>
                <a:lnTo>
                  <a:pt x="7533499" y="938190"/>
                </a:lnTo>
                <a:cubicBezTo>
                  <a:pt x="7528012" y="945323"/>
                  <a:pt x="7528562" y="956298"/>
                  <a:pt x="7535146" y="962882"/>
                </a:cubicBezTo>
                <a:lnTo>
                  <a:pt x="7534597" y="962882"/>
                </a:lnTo>
                <a:cubicBezTo>
                  <a:pt x="7541731" y="970015"/>
                  <a:pt x="7553802" y="970015"/>
                  <a:pt x="7560936" y="962882"/>
                </a:cubicBezTo>
                <a:cubicBezTo>
                  <a:pt x="7568070" y="955749"/>
                  <a:pt x="7568070" y="943676"/>
                  <a:pt x="7560936" y="936544"/>
                </a:cubicBezTo>
                <a:cubicBezTo>
                  <a:pt x="7554351" y="929959"/>
                  <a:pt x="7543925" y="929410"/>
                  <a:pt x="7536243" y="934897"/>
                </a:cubicBezTo>
                <a:lnTo>
                  <a:pt x="7442959" y="841613"/>
                </a:lnTo>
                <a:lnTo>
                  <a:pt x="7442959" y="442138"/>
                </a:lnTo>
                <a:lnTo>
                  <a:pt x="7800182" y="84916"/>
                </a:lnTo>
                <a:cubicBezTo>
                  <a:pt x="7807315" y="90404"/>
                  <a:pt x="7818290" y="89854"/>
                  <a:pt x="7824874" y="83270"/>
                </a:cubicBezTo>
                <a:cubicBezTo>
                  <a:pt x="7832008" y="76137"/>
                  <a:pt x="7832008" y="64065"/>
                  <a:pt x="7824874" y="56931"/>
                </a:cubicBezTo>
                <a:cubicBezTo>
                  <a:pt x="7821307" y="53364"/>
                  <a:pt x="7816506" y="51581"/>
                  <a:pt x="7811705" y="51581"/>
                </a:cubicBezTo>
                <a:close/>
                <a:moveTo>
                  <a:pt x="10497734" y="48837"/>
                </a:moveTo>
                <a:cubicBezTo>
                  <a:pt x="10492932" y="48837"/>
                  <a:pt x="10488131" y="50620"/>
                  <a:pt x="10484564" y="54187"/>
                </a:cubicBezTo>
                <a:cubicBezTo>
                  <a:pt x="10477979" y="60772"/>
                  <a:pt x="10477430" y="71197"/>
                  <a:pt x="10482918" y="78879"/>
                </a:cubicBezTo>
                <a:lnTo>
                  <a:pt x="10090028" y="471770"/>
                </a:lnTo>
                <a:lnTo>
                  <a:pt x="10089479" y="471770"/>
                </a:lnTo>
                <a:lnTo>
                  <a:pt x="10089479" y="839419"/>
                </a:lnTo>
                <a:lnTo>
                  <a:pt x="9924312" y="1004586"/>
                </a:lnTo>
                <a:cubicBezTo>
                  <a:pt x="9917178" y="999098"/>
                  <a:pt x="9906204" y="999647"/>
                  <a:pt x="9899619" y="1006232"/>
                </a:cubicBezTo>
                <a:cubicBezTo>
                  <a:pt x="9892485" y="1013366"/>
                  <a:pt x="9892485" y="1025437"/>
                  <a:pt x="9899619" y="1032571"/>
                </a:cubicBezTo>
                <a:cubicBezTo>
                  <a:pt x="9906752" y="1039704"/>
                  <a:pt x="9918824" y="1039704"/>
                  <a:pt x="9925958" y="1032571"/>
                </a:cubicBezTo>
                <a:cubicBezTo>
                  <a:pt x="9932543" y="1025986"/>
                  <a:pt x="9933091" y="1015561"/>
                  <a:pt x="9927604" y="1007879"/>
                </a:cubicBezTo>
                <a:lnTo>
                  <a:pt x="10093869" y="841613"/>
                </a:lnTo>
                <a:lnTo>
                  <a:pt x="10094418" y="841613"/>
                </a:lnTo>
                <a:lnTo>
                  <a:pt x="10094418" y="473965"/>
                </a:lnTo>
                <a:lnTo>
                  <a:pt x="10486210" y="82172"/>
                </a:lnTo>
                <a:cubicBezTo>
                  <a:pt x="10493344" y="87660"/>
                  <a:pt x="10504318" y="87111"/>
                  <a:pt x="10510903" y="80526"/>
                </a:cubicBezTo>
                <a:cubicBezTo>
                  <a:pt x="10518036" y="73393"/>
                  <a:pt x="10518036" y="61321"/>
                  <a:pt x="10510903" y="54187"/>
                </a:cubicBezTo>
                <a:cubicBezTo>
                  <a:pt x="10507336" y="50620"/>
                  <a:pt x="10502535" y="48837"/>
                  <a:pt x="10497734" y="48837"/>
                </a:cubicBezTo>
                <a:close/>
                <a:moveTo>
                  <a:pt x="7029971" y="45202"/>
                </a:moveTo>
                <a:cubicBezTo>
                  <a:pt x="7025102" y="45133"/>
                  <a:pt x="7020163" y="46779"/>
                  <a:pt x="7016596" y="50346"/>
                </a:cubicBezTo>
                <a:cubicBezTo>
                  <a:pt x="7009463" y="57480"/>
                  <a:pt x="7009463" y="69551"/>
                  <a:pt x="7016596" y="76685"/>
                </a:cubicBezTo>
                <a:cubicBezTo>
                  <a:pt x="7019889" y="79978"/>
                  <a:pt x="7024142" y="81761"/>
                  <a:pt x="7028532" y="82035"/>
                </a:cubicBezTo>
                <a:lnTo>
                  <a:pt x="7040865" y="78454"/>
                </a:lnTo>
                <a:lnTo>
                  <a:pt x="7040742" y="78331"/>
                </a:lnTo>
                <a:lnTo>
                  <a:pt x="7041290" y="78331"/>
                </a:lnTo>
                <a:lnTo>
                  <a:pt x="7040865" y="78454"/>
                </a:lnTo>
                <a:lnTo>
                  <a:pt x="7268464" y="306054"/>
                </a:lnTo>
                <a:lnTo>
                  <a:pt x="7268464" y="1389793"/>
                </a:lnTo>
                <a:lnTo>
                  <a:pt x="7506612" y="1627942"/>
                </a:lnTo>
                <a:lnTo>
                  <a:pt x="7506612" y="3202245"/>
                </a:lnTo>
                <a:lnTo>
                  <a:pt x="7511550" y="3202245"/>
                </a:lnTo>
                <a:lnTo>
                  <a:pt x="7511550" y="1625747"/>
                </a:lnTo>
                <a:lnTo>
                  <a:pt x="7273402" y="1387598"/>
                </a:lnTo>
                <a:lnTo>
                  <a:pt x="7273402" y="303859"/>
                </a:lnTo>
                <a:lnTo>
                  <a:pt x="7044582" y="75038"/>
                </a:lnTo>
                <a:cubicBezTo>
                  <a:pt x="7050070" y="67906"/>
                  <a:pt x="7049520" y="56931"/>
                  <a:pt x="7042936" y="50346"/>
                </a:cubicBezTo>
                <a:cubicBezTo>
                  <a:pt x="7039643" y="47054"/>
                  <a:pt x="7034841" y="45270"/>
                  <a:pt x="7029971" y="45202"/>
                </a:cubicBezTo>
                <a:close/>
                <a:moveTo>
                  <a:pt x="4452386" y="43350"/>
                </a:moveTo>
                <a:cubicBezTo>
                  <a:pt x="4447585" y="43350"/>
                  <a:pt x="4442783" y="45133"/>
                  <a:pt x="4439216" y="48699"/>
                </a:cubicBezTo>
                <a:cubicBezTo>
                  <a:pt x="4432083" y="55833"/>
                  <a:pt x="4432083" y="67906"/>
                  <a:pt x="4439216" y="75038"/>
                </a:cubicBezTo>
                <a:cubicBezTo>
                  <a:pt x="4445802" y="81623"/>
                  <a:pt x="4456228" y="82172"/>
                  <a:pt x="4463910" y="76685"/>
                </a:cubicBezTo>
                <a:lnTo>
                  <a:pt x="4464458" y="77234"/>
                </a:lnTo>
                <a:lnTo>
                  <a:pt x="4608774" y="221549"/>
                </a:lnTo>
                <a:lnTo>
                  <a:pt x="4608774" y="447626"/>
                </a:lnTo>
                <a:lnTo>
                  <a:pt x="5077938" y="916789"/>
                </a:lnTo>
                <a:lnTo>
                  <a:pt x="5077938" y="1060007"/>
                </a:lnTo>
                <a:cubicBezTo>
                  <a:pt x="5068610" y="1061105"/>
                  <a:pt x="5061476" y="1068787"/>
                  <a:pt x="5061476" y="1078664"/>
                </a:cubicBezTo>
                <a:cubicBezTo>
                  <a:pt x="5061476" y="1088541"/>
                  <a:pt x="5069706" y="1097321"/>
                  <a:pt x="5080132" y="1097321"/>
                </a:cubicBezTo>
                <a:cubicBezTo>
                  <a:pt x="5090558" y="1097321"/>
                  <a:pt x="5098790" y="1089090"/>
                  <a:pt x="5098790" y="1078664"/>
                </a:cubicBezTo>
                <a:cubicBezTo>
                  <a:pt x="5098790" y="1068239"/>
                  <a:pt x="5091656" y="1061105"/>
                  <a:pt x="5082327" y="1060007"/>
                </a:cubicBezTo>
                <a:lnTo>
                  <a:pt x="5082327" y="914594"/>
                </a:lnTo>
                <a:lnTo>
                  <a:pt x="4613164" y="445431"/>
                </a:lnTo>
                <a:lnTo>
                  <a:pt x="4613164" y="219355"/>
                </a:lnTo>
                <a:lnTo>
                  <a:pt x="4467202" y="73393"/>
                </a:lnTo>
                <a:cubicBezTo>
                  <a:pt x="4472689" y="66259"/>
                  <a:pt x="4472140" y="55284"/>
                  <a:pt x="4465556" y="48699"/>
                </a:cubicBezTo>
                <a:cubicBezTo>
                  <a:pt x="4461989" y="45133"/>
                  <a:pt x="4457188" y="43350"/>
                  <a:pt x="4452386" y="43350"/>
                </a:cubicBezTo>
                <a:close/>
                <a:moveTo>
                  <a:pt x="11888213" y="29083"/>
                </a:moveTo>
                <a:cubicBezTo>
                  <a:pt x="11883411" y="29083"/>
                  <a:pt x="11878610" y="30866"/>
                  <a:pt x="11875043" y="34433"/>
                </a:cubicBezTo>
                <a:cubicBezTo>
                  <a:pt x="11868458" y="41017"/>
                  <a:pt x="11867910" y="51443"/>
                  <a:pt x="11873397" y="59125"/>
                </a:cubicBezTo>
                <a:lnTo>
                  <a:pt x="11618239" y="314285"/>
                </a:lnTo>
                <a:lnTo>
                  <a:pt x="11617689" y="314285"/>
                </a:lnTo>
                <a:lnTo>
                  <a:pt x="11617689" y="416897"/>
                </a:lnTo>
                <a:lnTo>
                  <a:pt x="11462948" y="571638"/>
                </a:lnTo>
                <a:lnTo>
                  <a:pt x="11376249" y="571638"/>
                </a:lnTo>
                <a:lnTo>
                  <a:pt x="11279124" y="668763"/>
                </a:lnTo>
                <a:lnTo>
                  <a:pt x="11279671" y="668215"/>
                </a:lnTo>
                <a:cubicBezTo>
                  <a:pt x="11272540" y="662728"/>
                  <a:pt x="11261565" y="663276"/>
                  <a:pt x="11254979" y="669861"/>
                </a:cubicBezTo>
                <a:cubicBezTo>
                  <a:pt x="11247846" y="676995"/>
                  <a:pt x="11247846" y="689067"/>
                  <a:pt x="11254979" y="696200"/>
                </a:cubicBezTo>
                <a:cubicBezTo>
                  <a:pt x="11262113" y="703334"/>
                  <a:pt x="11274184" y="703334"/>
                  <a:pt x="11281318" y="696200"/>
                </a:cubicBezTo>
                <a:cubicBezTo>
                  <a:pt x="11287903" y="689615"/>
                  <a:pt x="11288452" y="679189"/>
                  <a:pt x="11282965" y="671507"/>
                </a:cubicBezTo>
                <a:lnTo>
                  <a:pt x="11378443" y="576029"/>
                </a:lnTo>
                <a:lnTo>
                  <a:pt x="11465142" y="576029"/>
                </a:lnTo>
                <a:lnTo>
                  <a:pt x="11622079" y="419092"/>
                </a:lnTo>
                <a:lnTo>
                  <a:pt x="11622628" y="419092"/>
                </a:lnTo>
                <a:lnTo>
                  <a:pt x="11622628" y="316480"/>
                </a:lnTo>
                <a:lnTo>
                  <a:pt x="11876689" y="62418"/>
                </a:lnTo>
                <a:cubicBezTo>
                  <a:pt x="11883823" y="67906"/>
                  <a:pt x="11894797" y="67356"/>
                  <a:pt x="11901382" y="60772"/>
                </a:cubicBezTo>
                <a:cubicBezTo>
                  <a:pt x="11908516" y="53639"/>
                  <a:pt x="11908516" y="41567"/>
                  <a:pt x="11901382" y="34433"/>
                </a:cubicBezTo>
                <a:cubicBezTo>
                  <a:pt x="11897815" y="30866"/>
                  <a:pt x="11893014" y="29083"/>
                  <a:pt x="11888213" y="29083"/>
                </a:cubicBezTo>
                <a:close/>
                <a:moveTo>
                  <a:pt x="14013990" y="19754"/>
                </a:moveTo>
                <a:cubicBezTo>
                  <a:pt x="14009188" y="19754"/>
                  <a:pt x="14004386" y="21538"/>
                  <a:pt x="14000819" y="25104"/>
                </a:cubicBezTo>
                <a:cubicBezTo>
                  <a:pt x="13994235" y="31689"/>
                  <a:pt x="13993686" y="42115"/>
                  <a:pt x="13999173" y="49797"/>
                </a:cubicBezTo>
                <a:lnTo>
                  <a:pt x="13179921" y="869050"/>
                </a:lnTo>
                <a:lnTo>
                  <a:pt x="12643813" y="869050"/>
                </a:lnTo>
                <a:lnTo>
                  <a:pt x="12374935" y="1137927"/>
                </a:lnTo>
                <a:lnTo>
                  <a:pt x="12374386" y="1137927"/>
                </a:lnTo>
                <a:lnTo>
                  <a:pt x="12374386" y="1230662"/>
                </a:lnTo>
                <a:lnTo>
                  <a:pt x="11985338" y="1619711"/>
                </a:lnTo>
                <a:lnTo>
                  <a:pt x="10850018" y="1619711"/>
                </a:lnTo>
                <a:lnTo>
                  <a:pt x="10752892" y="1716836"/>
                </a:lnTo>
                <a:cubicBezTo>
                  <a:pt x="10745759" y="1711348"/>
                  <a:pt x="10734784" y="1711898"/>
                  <a:pt x="10728200" y="1718482"/>
                </a:cubicBezTo>
                <a:cubicBezTo>
                  <a:pt x="10721066" y="1725615"/>
                  <a:pt x="10721066" y="1737688"/>
                  <a:pt x="10728200" y="1744821"/>
                </a:cubicBezTo>
                <a:cubicBezTo>
                  <a:pt x="10735333" y="1751954"/>
                  <a:pt x="10747406" y="1751954"/>
                  <a:pt x="10754538" y="1744821"/>
                </a:cubicBezTo>
                <a:cubicBezTo>
                  <a:pt x="10761123" y="1738237"/>
                  <a:pt x="10761672" y="1727811"/>
                  <a:pt x="10756185" y="1720128"/>
                </a:cubicBezTo>
                <a:lnTo>
                  <a:pt x="10851663" y="1624649"/>
                </a:lnTo>
                <a:lnTo>
                  <a:pt x="11986984" y="1624649"/>
                </a:lnTo>
                <a:lnTo>
                  <a:pt x="12378228" y="1233405"/>
                </a:lnTo>
                <a:lnTo>
                  <a:pt x="12378776" y="1233405"/>
                </a:lnTo>
                <a:lnTo>
                  <a:pt x="12378776" y="1140671"/>
                </a:lnTo>
                <a:lnTo>
                  <a:pt x="12645459" y="873988"/>
                </a:lnTo>
                <a:lnTo>
                  <a:pt x="13181567" y="873988"/>
                </a:lnTo>
                <a:lnTo>
                  <a:pt x="14002466" y="53090"/>
                </a:lnTo>
                <a:cubicBezTo>
                  <a:pt x="14009598" y="58577"/>
                  <a:pt x="14020573" y="58028"/>
                  <a:pt x="14027159" y="51443"/>
                </a:cubicBezTo>
                <a:cubicBezTo>
                  <a:pt x="14034292" y="44310"/>
                  <a:pt x="14034292" y="32238"/>
                  <a:pt x="14027159" y="25104"/>
                </a:cubicBezTo>
                <a:cubicBezTo>
                  <a:pt x="14023592" y="21538"/>
                  <a:pt x="14018791" y="19754"/>
                  <a:pt x="14013990" y="19754"/>
                </a:cubicBezTo>
                <a:close/>
                <a:moveTo>
                  <a:pt x="15502142" y="0"/>
                </a:moveTo>
                <a:cubicBezTo>
                  <a:pt x="15497341" y="0"/>
                  <a:pt x="15492539" y="1784"/>
                  <a:pt x="15488973" y="5350"/>
                </a:cubicBezTo>
                <a:cubicBezTo>
                  <a:pt x="15482388" y="11935"/>
                  <a:pt x="15481838" y="22360"/>
                  <a:pt x="15487326" y="30043"/>
                </a:cubicBezTo>
                <a:lnTo>
                  <a:pt x="15189365" y="328003"/>
                </a:lnTo>
                <a:lnTo>
                  <a:pt x="14634602" y="328003"/>
                </a:lnTo>
                <a:lnTo>
                  <a:pt x="13882293" y="1080311"/>
                </a:lnTo>
                <a:lnTo>
                  <a:pt x="12793067" y="1080311"/>
                </a:lnTo>
                <a:lnTo>
                  <a:pt x="12792519" y="1080859"/>
                </a:lnTo>
                <a:cubicBezTo>
                  <a:pt x="12791420" y="1071530"/>
                  <a:pt x="12783739" y="1064397"/>
                  <a:pt x="12773861" y="1064397"/>
                </a:cubicBezTo>
                <a:cubicBezTo>
                  <a:pt x="12763984" y="1064397"/>
                  <a:pt x="12755204" y="1072628"/>
                  <a:pt x="12755204" y="1083053"/>
                </a:cubicBezTo>
                <a:cubicBezTo>
                  <a:pt x="12755204" y="1093480"/>
                  <a:pt x="12763436" y="1101710"/>
                  <a:pt x="12773861" y="1101710"/>
                </a:cubicBezTo>
                <a:cubicBezTo>
                  <a:pt x="12784287" y="1101710"/>
                  <a:pt x="12791420" y="1094577"/>
                  <a:pt x="12792519" y="1085249"/>
                </a:cubicBezTo>
                <a:lnTo>
                  <a:pt x="13883940" y="1085249"/>
                </a:lnTo>
                <a:lnTo>
                  <a:pt x="14636248" y="332941"/>
                </a:lnTo>
                <a:lnTo>
                  <a:pt x="15191012" y="332941"/>
                </a:lnTo>
                <a:lnTo>
                  <a:pt x="15490618" y="33335"/>
                </a:lnTo>
                <a:cubicBezTo>
                  <a:pt x="15497753" y="38823"/>
                  <a:pt x="15508727" y="38274"/>
                  <a:pt x="15515312" y="31689"/>
                </a:cubicBezTo>
                <a:cubicBezTo>
                  <a:pt x="15522445" y="24556"/>
                  <a:pt x="15522445" y="12484"/>
                  <a:pt x="15515312" y="5350"/>
                </a:cubicBezTo>
                <a:cubicBezTo>
                  <a:pt x="15511745" y="1784"/>
                  <a:pt x="15506943" y="0"/>
                  <a:pt x="15502142" y="0"/>
                </a:cubicBezTo>
                <a:close/>
              </a:path>
            </a:pathLst>
          </a:custGeom>
          <a:noFill/>
          <a:ln w="5741" cap="flat">
            <a:gradFill flip="none" rotWithShape="1">
              <a:gsLst>
                <a:gs pos="11000">
                  <a:srgbClr val="C8C9C7"/>
                </a:gs>
                <a:gs pos="77000">
                  <a:srgbClr val="EEEEEE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  <a:miter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AAF676-AFD6-F935-DC5C-BE0E576EEE8B}"/>
              </a:ext>
            </a:extLst>
          </p:cNvPr>
          <p:cNvSpPr>
            <a:spLocks/>
          </p:cNvSpPr>
          <p:nvPr userDrawn="1"/>
        </p:nvSpPr>
        <p:spPr>
          <a:xfrm>
            <a:off x="-13462" y="0"/>
            <a:ext cx="12195827" cy="6868799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57000">
                <a:schemeClr val="tx2">
                  <a:alpha val="85000"/>
                </a:schemeClr>
              </a:gs>
              <a:gs pos="100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gradFill>
              <a:gsLst>
                <a:gs pos="0">
                  <a:schemeClr val="tx2">
                    <a:alpha val="0"/>
                  </a:schemeClr>
                </a:gs>
                <a:gs pos="100000">
                  <a:schemeClr val="tx2">
                    <a:alpha val="0"/>
                  </a:schemeClr>
                </a:gs>
              </a:gsLst>
              <a:lin ang="5400000" scaled="1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EAC086C-A14D-F0CB-58B4-9705F782A631}"/>
              </a:ext>
            </a:extLst>
          </p:cNvPr>
          <p:cNvGrpSpPr/>
          <p:nvPr userDrawn="1"/>
        </p:nvGrpSpPr>
        <p:grpSpPr>
          <a:xfrm rot="5400000">
            <a:off x="2658156" y="-2663774"/>
            <a:ext cx="6870270" cy="12189478"/>
            <a:chOff x="-1303" y="1856"/>
            <a:chExt cx="12197128" cy="6866558"/>
          </a:xfrm>
          <a:effectLst/>
        </p:grpSpPr>
        <p:sp>
          <p:nvSpPr>
            <p:cNvPr id="9" name="gradient">
              <a:extLst>
                <a:ext uri="{FF2B5EF4-FFF2-40B4-BE49-F238E27FC236}">
                  <a16:creationId xmlns:a16="http://schemas.microsoft.com/office/drawing/2014/main" id="{C0D52BE1-F1A5-F75D-6DE0-0482AF2097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/>
            </p:cNvSpPr>
            <p:nvPr/>
          </p:nvSpPr>
          <p:spPr>
            <a:xfrm flipV="1">
              <a:off x="2722" y="1856"/>
              <a:ext cx="12193103" cy="1420544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20000"/>
                    <a:lumOff val="80000"/>
                    <a:alpha val="0"/>
                  </a:schemeClr>
                </a:gs>
                <a:gs pos="100000">
                  <a:schemeClr val="bg1">
                    <a:lumMod val="60000"/>
                    <a:lumOff val="40000"/>
                    <a:alpha val="9000"/>
                  </a:scheme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gradient">
              <a:extLst>
                <a:ext uri="{FF2B5EF4-FFF2-40B4-BE49-F238E27FC236}">
                  <a16:creationId xmlns:a16="http://schemas.microsoft.com/office/drawing/2014/main" id="{67C5B679-0067-7CDD-B48A-1330C6A86F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/>
            </p:cNvSpPr>
            <p:nvPr/>
          </p:nvSpPr>
          <p:spPr>
            <a:xfrm rot="10800000" flipV="1">
              <a:off x="-1303" y="5447870"/>
              <a:ext cx="12193103" cy="1420544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20000"/>
                    <a:lumOff val="80000"/>
                    <a:alpha val="0"/>
                  </a:schemeClr>
                </a:gs>
                <a:gs pos="100000">
                  <a:schemeClr val="bg1">
                    <a:lumMod val="60000"/>
                    <a:lumOff val="40000"/>
                    <a:alpha val="12000"/>
                  </a:scheme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A77BDCC-8EF9-878A-270C-03C9AC542554}"/>
              </a:ext>
            </a:extLst>
          </p:cNvPr>
          <p:cNvGrpSpPr/>
          <p:nvPr userDrawn="1"/>
        </p:nvGrpSpPr>
        <p:grpSpPr>
          <a:xfrm>
            <a:off x="0" y="0"/>
            <a:ext cx="603250" cy="584200"/>
            <a:chOff x="0" y="-2381"/>
            <a:chExt cx="603250" cy="584200"/>
          </a:xfrm>
          <a:effectLst/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126BD-1998-BC23-322E-F1661B9A0D7B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6B0B532-F772-7D9E-2411-5D58064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7A0A897-078D-D91B-D342-19AA61B0BF95}"/>
              </a:ext>
            </a:extLst>
          </p:cNvPr>
          <p:cNvGrpSpPr/>
          <p:nvPr userDrawn="1"/>
        </p:nvGrpSpPr>
        <p:grpSpPr>
          <a:xfrm>
            <a:off x="11572338" y="6273526"/>
            <a:ext cx="603250" cy="584200"/>
            <a:chOff x="11576050" y="6265865"/>
            <a:chExt cx="603250" cy="584200"/>
          </a:xfrm>
          <a:effectLst/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F6282F3-C830-376B-F613-EE6FCD6C6329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2179300" y="6265865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C07EA87-74F2-31B0-519B-4555E965DA50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1576050" y="6835776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F8936AB9-6014-BA40-6DCA-90306EBE39B2}"/>
              </a:ext>
            </a:extLst>
          </p:cNvPr>
          <p:cNvGrpSpPr/>
          <p:nvPr userDrawn="1"/>
        </p:nvGrpSpPr>
        <p:grpSpPr>
          <a:xfrm>
            <a:off x="10648950" y="6533648"/>
            <a:ext cx="1256286" cy="164956"/>
            <a:chOff x="7804214" y="4838808"/>
            <a:chExt cx="1077086" cy="140268"/>
          </a:xfrm>
        </p:grpSpPr>
        <p:pic>
          <p:nvPicPr>
            <p:cNvPr id="6" name="Picture 5"/>
            <p:cNvPicPr>
              <a:picLocks noChangeAspect="1"/>
            </p:cNvPicPr>
            <p:nvPr userDrawn="1"/>
          </p:nvPicPr>
          <p:blipFill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134349" y="4838808"/>
              <a:ext cx="746951" cy="140268"/>
            </a:xfrm>
            <a:prstGeom prst="rect">
              <a:avLst/>
            </a:prstGeom>
          </p:spPr>
        </p:pic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4A531416-8E22-E31A-4203-F4F44E3953A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 cstate="email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804214" y="4838808"/>
              <a:ext cx="345376" cy="14026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55258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2">
            <a:extLst>
              <a:ext uri="{FF2B5EF4-FFF2-40B4-BE49-F238E27FC236}">
                <a16:creationId xmlns:a16="http://schemas.microsoft.com/office/drawing/2014/main" id="{1FCC1C7B-0630-0830-4A08-840519B8F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flipH="1">
            <a:off x="0" y="47662"/>
            <a:ext cx="12192000" cy="6850188"/>
          </a:xfrm>
          <a:custGeom>
            <a:avLst/>
            <a:gdLst>
              <a:gd name="connsiteX0" fmla="*/ 10986103 w 15732060"/>
              <a:gd name="connsiteY0" fmla="*/ 8468534 h 8839200"/>
              <a:gd name="connsiteX1" fmla="*/ 10972932 w 15732060"/>
              <a:gd name="connsiteY1" fmla="*/ 8473884 h 8839200"/>
              <a:gd name="connsiteX2" fmla="*/ 10972932 w 15732060"/>
              <a:gd name="connsiteY2" fmla="*/ 8500223 h 8839200"/>
              <a:gd name="connsiteX3" fmla="*/ 10997626 w 15732060"/>
              <a:gd name="connsiteY3" fmla="*/ 8501870 h 8839200"/>
              <a:gd name="connsiteX4" fmla="*/ 11103530 w 15732060"/>
              <a:gd name="connsiteY4" fmla="*/ 8607774 h 8839200"/>
              <a:gd name="connsiteX5" fmla="*/ 11103530 w 15732060"/>
              <a:gd name="connsiteY5" fmla="*/ 8765808 h 8839200"/>
              <a:gd name="connsiteX6" fmla="*/ 11087069 w 15732060"/>
              <a:gd name="connsiteY6" fmla="*/ 8784465 h 8839200"/>
              <a:gd name="connsiteX7" fmla="*/ 11105724 w 15732060"/>
              <a:gd name="connsiteY7" fmla="*/ 8803121 h 8839200"/>
              <a:gd name="connsiteX8" fmla="*/ 11124382 w 15732060"/>
              <a:gd name="connsiteY8" fmla="*/ 8784465 h 8839200"/>
              <a:gd name="connsiteX9" fmla="*/ 11119649 w 15732060"/>
              <a:gd name="connsiteY9" fmla="*/ 8771639 h 8839200"/>
              <a:gd name="connsiteX10" fmla="*/ 11108468 w 15732060"/>
              <a:gd name="connsiteY10" fmla="*/ 8766081 h 8839200"/>
              <a:gd name="connsiteX11" fmla="*/ 11108468 w 15732060"/>
              <a:gd name="connsiteY11" fmla="*/ 8766357 h 8839200"/>
              <a:gd name="connsiteX12" fmla="*/ 11107920 w 15732060"/>
              <a:gd name="connsiteY12" fmla="*/ 8765808 h 8839200"/>
              <a:gd name="connsiteX13" fmla="*/ 11108468 w 15732060"/>
              <a:gd name="connsiteY13" fmla="*/ 8766081 h 8839200"/>
              <a:gd name="connsiteX14" fmla="*/ 11108468 w 15732060"/>
              <a:gd name="connsiteY14" fmla="*/ 8606128 h 8839200"/>
              <a:gd name="connsiteX15" fmla="*/ 11000918 w 15732060"/>
              <a:gd name="connsiteY15" fmla="*/ 8498577 h 8839200"/>
              <a:gd name="connsiteX16" fmla="*/ 10999272 w 15732060"/>
              <a:gd name="connsiteY16" fmla="*/ 8473884 h 8839200"/>
              <a:gd name="connsiteX17" fmla="*/ 10986103 w 15732060"/>
              <a:gd name="connsiteY17" fmla="*/ 8468534 h 8839200"/>
              <a:gd name="connsiteX18" fmla="*/ 8224898 w 15732060"/>
              <a:gd name="connsiteY18" fmla="*/ 8413113 h 8839200"/>
              <a:gd name="connsiteX19" fmla="*/ 8211729 w 15732060"/>
              <a:gd name="connsiteY19" fmla="*/ 8418462 h 8839200"/>
              <a:gd name="connsiteX20" fmla="*/ 8211729 w 15732060"/>
              <a:gd name="connsiteY20" fmla="*/ 8444801 h 8839200"/>
              <a:gd name="connsiteX21" fmla="*/ 8236421 w 15732060"/>
              <a:gd name="connsiteY21" fmla="*/ 8446447 h 8839200"/>
              <a:gd name="connsiteX22" fmla="*/ 8332998 w 15732060"/>
              <a:gd name="connsiteY22" fmla="*/ 8543025 h 8839200"/>
              <a:gd name="connsiteX23" fmla="*/ 8332998 w 15732060"/>
              <a:gd name="connsiteY23" fmla="*/ 8766906 h 8839200"/>
              <a:gd name="connsiteX24" fmla="*/ 8316536 w 15732060"/>
              <a:gd name="connsiteY24" fmla="*/ 8785562 h 8839200"/>
              <a:gd name="connsiteX25" fmla="*/ 8335193 w 15732060"/>
              <a:gd name="connsiteY25" fmla="*/ 8804219 h 8839200"/>
              <a:gd name="connsiteX26" fmla="*/ 8353849 w 15732060"/>
              <a:gd name="connsiteY26" fmla="*/ 8785562 h 8839200"/>
              <a:gd name="connsiteX27" fmla="*/ 8337388 w 15732060"/>
              <a:gd name="connsiteY27" fmla="*/ 8766906 h 8839200"/>
              <a:gd name="connsiteX28" fmla="*/ 8337388 w 15732060"/>
              <a:gd name="connsiteY28" fmla="*/ 8766357 h 8839200"/>
              <a:gd name="connsiteX29" fmla="*/ 8337388 w 15732060"/>
              <a:gd name="connsiteY29" fmla="*/ 8540829 h 8839200"/>
              <a:gd name="connsiteX30" fmla="*/ 8239714 w 15732060"/>
              <a:gd name="connsiteY30" fmla="*/ 8443156 h 8839200"/>
              <a:gd name="connsiteX31" fmla="*/ 8238067 w 15732060"/>
              <a:gd name="connsiteY31" fmla="*/ 8418462 h 8839200"/>
              <a:gd name="connsiteX32" fmla="*/ 8224898 w 15732060"/>
              <a:gd name="connsiteY32" fmla="*/ 8413113 h 8839200"/>
              <a:gd name="connsiteX33" fmla="*/ 3962920 w 15732060"/>
              <a:gd name="connsiteY33" fmla="*/ 8307757 h 8839200"/>
              <a:gd name="connsiteX34" fmla="*/ 3949750 w 15732060"/>
              <a:gd name="connsiteY34" fmla="*/ 8313107 h 8839200"/>
              <a:gd name="connsiteX35" fmla="*/ 3948105 w 15732060"/>
              <a:gd name="connsiteY35" fmla="*/ 8337800 h 8839200"/>
              <a:gd name="connsiteX36" fmla="*/ 3837261 w 15732060"/>
              <a:gd name="connsiteY36" fmla="*/ 8448642 h 8839200"/>
              <a:gd name="connsiteX37" fmla="*/ 3672642 w 15732060"/>
              <a:gd name="connsiteY37" fmla="*/ 8448642 h 8839200"/>
              <a:gd name="connsiteX38" fmla="*/ 3363708 w 15732060"/>
              <a:gd name="connsiteY38" fmla="*/ 8757578 h 8839200"/>
              <a:gd name="connsiteX39" fmla="*/ 3339016 w 15732060"/>
              <a:gd name="connsiteY39" fmla="*/ 8759223 h 8839200"/>
              <a:gd name="connsiteX40" fmla="*/ 3339016 w 15732060"/>
              <a:gd name="connsiteY40" fmla="*/ 8785562 h 8839200"/>
              <a:gd name="connsiteX41" fmla="*/ 3365354 w 15732060"/>
              <a:gd name="connsiteY41" fmla="*/ 8785562 h 8839200"/>
              <a:gd name="connsiteX42" fmla="*/ 3367000 w 15732060"/>
              <a:gd name="connsiteY42" fmla="*/ 8760869 h 8839200"/>
              <a:gd name="connsiteX43" fmla="*/ 3674289 w 15732060"/>
              <a:gd name="connsiteY43" fmla="*/ 8453582 h 8839200"/>
              <a:gd name="connsiteX44" fmla="*/ 3838908 w 15732060"/>
              <a:gd name="connsiteY44" fmla="*/ 8453582 h 8839200"/>
              <a:gd name="connsiteX45" fmla="*/ 3951397 w 15732060"/>
              <a:gd name="connsiteY45" fmla="*/ 8341092 h 8839200"/>
              <a:gd name="connsiteX46" fmla="*/ 3976090 w 15732060"/>
              <a:gd name="connsiteY46" fmla="*/ 8339446 h 8839200"/>
              <a:gd name="connsiteX47" fmla="*/ 3976090 w 15732060"/>
              <a:gd name="connsiteY47" fmla="*/ 8313107 h 8839200"/>
              <a:gd name="connsiteX48" fmla="*/ 3962920 w 15732060"/>
              <a:gd name="connsiteY48" fmla="*/ 8307757 h 8839200"/>
              <a:gd name="connsiteX49" fmla="*/ 9268031 w 15732060"/>
              <a:gd name="connsiteY49" fmla="*/ 8282516 h 8839200"/>
              <a:gd name="connsiteX50" fmla="*/ 9254862 w 15732060"/>
              <a:gd name="connsiteY50" fmla="*/ 8287866 h 8839200"/>
              <a:gd name="connsiteX51" fmla="*/ 9254862 w 15732060"/>
              <a:gd name="connsiteY51" fmla="*/ 8314204 h 8839200"/>
              <a:gd name="connsiteX52" fmla="*/ 9279556 w 15732060"/>
              <a:gd name="connsiteY52" fmla="*/ 8315851 h 8839200"/>
              <a:gd name="connsiteX53" fmla="*/ 9328941 w 15732060"/>
              <a:gd name="connsiteY53" fmla="*/ 8365236 h 8839200"/>
              <a:gd name="connsiteX54" fmla="*/ 9328941 w 15732060"/>
              <a:gd name="connsiteY54" fmla="*/ 8753736 h 8839200"/>
              <a:gd name="connsiteX55" fmla="*/ 9312479 w 15732060"/>
              <a:gd name="connsiteY55" fmla="*/ 8772392 h 8839200"/>
              <a:gd name="connsiteX56" fmla="*/ 9331135 w 15732060"/>
              <a:gd name="connsiteY56" fmla="*/ 8791049 h 8839200"/>
              <a:gd name="connsiteX57" fmla="*/ 9349792 w 15732060"/>
              <a:gd name="connsiteY57" fmla="*/ 8772392 h 8839200"/>
              <a:gd name="connsiteX58" fmla="*/ 9333330 w 15732060"/>
              <a:gd name="connsiteY58" fmla="*/ 8753736 h 8839200"/>
              <a:gd name="connsiteX59" fmla="*/ 9333330 w 15732060"/>
              <a:gd name="connsiteY59" fmla="*/ 8363042 h 8839200"/>
              <a:gd name="connsiteX60" fmla="*/ 9282847 w 15732060"/>
              <a:gd name="connsiteY60" fmla="*/ 8312558 h 8839200"/>
              <a:gd name="connsiteX61" fmla="*/ 9281201 w 15732060"/>
              <a:gd name="connsiteY61" fmla="*/ 8287866 h 8839200"/>
              <a:gd name="connsiteX62" fmla="*/ 9268031 w 15732060"/>
              <a:gd name="connsiteY62" fmla="*/ 8282516 h 8839200"/>
              <a:gd name="connsiteX63" fmla="*/ 13399413 w 15732060"/>
              <a:gd name="connsiteY63" fmla="*/ 8163990 h 8839200"/>
              <a:gd name="connsiteX64" fmla="*/ 13386243 w 15732060"/>
              <a:gd name="connsiteY64" fmla="*/ 8169340 h 8839200"/>
              <a:gd name="connsiteX65" fmla="*/ 13386243 w 15732060"/>
              <a:gd name="connsiteY65" fmla="*/ 8195679 h 8839200"/>
              <a:gd name="connsiteX66" fmla="*/ 13410936 w 15732060"/>
              <a:gd name="connsiteY66" fmla="*/ 8197326 h 8839200"/>
              <a:gd name="connsiteX67" fmla="*/ 13824129 w 15732060"/>
              <a:gd name="connsiteY67" fmla="*/ 8610517 h 8839200"/>
              <a:gd name="connsiteX68" fmla="*/ 13824677 w 15732060"/>
              <a:gd name="connsiteY68" fmla="*/ 8610517 h 8839200"/>
              <a:gd name="connsiteX69" fmla="*/ 14476568 w 15732060"/>
              <a:gd name="connsiteY69" fmla="*/ 8611066 h 8839200"/>
              <a:gd name="connsiteX70" fmla="*/ 14643380 w 15732060"/>
              <a:gd name="connsiteY70" fmla="*/ 8777880 h 8839200"/>
              <a:gd name="connsiteX71" fmla="*/ 14645027 w 15732060"/>
              <a:gd name="connsiteY71" fmla="*/ 8802573 h 8839200"/>
              <a:gd name="connsiteX72" fmla="*/ 14671366 w 15732060"/>
              <a:gd name="connsiteY72" fmla="*/ 8802573 h 8839200"/>
              <a:gd name="connsiteX73" fmla="*/ 14671366 w 15732060"/>
              <a:gd name="connsiteY73" fmla="*/ 8776235 h 8839200"/>
              <a:gd name="connsiteX74" fmla="*/ 14646673 w 15732060"/>
              <a:gd name="connsiteY74" fmla="*/ 8774588 h 8839200"/>
              <a:gd name="connsiteX75" fmla="*/ 14479311 w 15732060"/>
              <a:gd name="connsiteY75" fmla="*/ 8607225 h 8839200"/>
              <a:gd name="connsiteX76" fmla="*/ 14478762 w 15732060"/>
              <a:gd name="connsiteY76" fmla="*/ 8607225 h 8839200"/>
              <a:gd name="connsiteX77" fmla="*/ 13826872 w 15732060"/>
              <a:gd name="connsiteY77" fmla="*/ 8606676 h 8839200"/>
              <a:gd name="connsiteX78" fmla="*/ 13414228 w 15732060"/>
              <a:gd name="connsiteY78" fmla="*/ 8194032 h 8839200"/>
              <a:gd name="connsiteX79" fmla="*/ 13412582 w 15732060"/>
              <a:gd name="connsiteY79" fmla="*/ 8169340 h 8839200"/>
              <a:gd name="connsiteX80" fmla="*/ 13399413 w 15732060"/>
              <a:gd name="connsiteY80" fmla="*/ 8163990 h 8839200"/>
              <a:gd name="connsiteX81" fmla="*/ 8317084 w 15732060"/>
              <a:gd name="connsiteY81" fmla="*/ 8068511 h 8839200"/>
              <a:gd name="connsiteX82" fmla="*/ 8303915 w 15732060"/>
              <a:gd name="connsiteY82" fmla="*/ 8073861 h 8839200"/>
              <a:gd name="connsiteX83" fmla="*/ 8303915 w 15732060"/>
              <a:gd name="connsiteY83" fmla="*/ 8100200 h 8839200"/>
              <a:gd name="connsiteX84" fmla="*/ 8328608 w 15732060"/>
              <a:gd name="connsiteY84" fmla="*/ 8101846 h 8839200"/>
              <a:gd name="connsiteX85" fmla="*/ 8425733 w 15732060"/>
              <a:gd name="connsiteY85" fmla="*/ 8198971 h 8839200"/>
              <a:gd name="connsiteX86" fmla="*/ 8426282 w 15732060"/>
              <a:gd name="connsiteY86" fmla="*/ 8198971 h 8839200"/>
              <a:gd name="connsiteX87" fmla="*/ 8649614 w 15732060"/>
              <a:gd name="connsiteY87" fmla="*/ 8199520 h 8839200"/>
              <a:gd name="connsiteX88" fmla="*/ 8891603 w 15732060"/>
              <a:gd name="connsiteY88" fmla="*/ 8441510 h 8839200"/>
              <a:gd name="connsiteX89" fmla="*/ 8891603 w 15732060"/>
              <a:gd name="connsiteY89" fmla="*/ 8753187 h 8839200"/>
              <a:gd name="connsiteX90" fmla="*/ 8875142 w 15732060"/>
              <a:gd name="connsiteY90" fmla="*/ 8771844 h 8839200"/>
              <a:gd name="connsiteX91" fmla="*/ 8893799 w 15732060"/>
              <a:gd name="connsiteY91" fmla="*/ 8790501 h 8839200"/>
              <a:gd name="connsiteX92" fmla="*/ 8912456 w 15732060"/>
              <a:gd name="connsiteY92" fmla="*/ 8771844 h 8839200"/>
              <a:gd name="connsiteX93" fmla="*/ 8907723 w 15732060"/>
              <a:gd name="connsiteY93" fmla="*/ 8759018 h 8839200"/>
              <a:gd name="connsiteX94" fmla="*/ 8896542 w 15732060"/>
              <a:gd name="connsiteY94" fmla="*/ 8753460 h 8839200"/>
              <a:gd name="connsiteX95" fmla="*/ 8896542 w 15732060"/>
              <a:gd name="connsiteY95" fmla="*/ 8753736 h 8839200"/>
              <a:gd name="connsiteX96" fmla="*/ 8895993 w 15732060"/>
              <a:gd name="connsiteY96" fmla="*/ 8753187 h 8839200"/>
              <a:gd name="connsiteX97" fmla="*/ 8896542 w 15732060"/>
              <a:gd name="connsiteY97" fmla="*/ 8753460 h 8839200"/>
              <a:gd name="connsiteX98" fmla="*/ 8896542 w 15732060"/>
              <a:gd name="connsiteY98" fmla="*/ 8439863 h 8839200"/>
              <a:gd name="connsiteX99" fmla="*/ 8652358 w 15732060"/>
              <a:gd name="connsiteY99" fmla="*/ 8195679 h 8839200"/>
              <a:gd name="connsiteX100" fmla="*/ 8651810 w 15732060"/>
              <a:gd name="connsiteY100" fmla="*/ 8195679 h 8839200"/>
              <a:gd name="connsiteX101" fmla="*/ 8428477 w 15732060"/>
              <a:gd name="connsiteY101" fmla="*/ 8195130 h 8839200"/>
              <a:gd name="connsiteX102" fmla="*/ 8331900 w 15732060"/>
              <a:gd name="connsiteY102" fmla="*/ 8098555 h 8839200"/>
              <a:gd name="connsiteX103" fmla="*/ 8330254 w 15732060"/>
              <a:gd name="connsiteY103" fmla="*/ 8073861 h 8839200"/>
              <a:gd name="connsiteX104" fmla="*/ 8317084 w 15732060"/>
              <a:gd name="connsiteY104" fmla="*/ 8068511 h 8839200"/>
              <a:gd name="connsiteX105" fmla="*/ 903206 w 15732060"/>
              <a:gd name="connsiteY105" fmla="*/ 7993746 h 8839200"/>
              <a:gd name="connsiteX106" fmla="*/ 884550 w 15732060"/>
              <a:gd name="connsiteY106" fmla="*/ 8010209 h 8839200"/>
              <a:gd name="connsiteX107" fmla="*/ 260646 w 15732060"/>
              <a:gd name="connsiteY107" fmla="*/ 8010209 h 8839200"/>
              <a:gd name="connsiteX108" fmla="*/ 133340 w 15732060"/>
              <a:gd name="connsiteY108" fmla="*/ 8137514 h 8839200"/>
              <a:gd name="connsiteX109" fmla="*/ 108648 w 15732060"/>
              <a:gd name="connsiteY109" fmla="*/ 8139160 h 8839200"/>
              <a:gd name="connsiteX110" fmla="*/ 108648 w 15732060"/>
              <a:gd name="connsiteY110" fmla="*/ 8165499 h 8839200"/>
              <a:gd name="connsiteX111" fmla="*/ 134986 w 15732060"/>
              <a:gd name="connsiteY111" fmla="*/ 8165499 h 8839200"/>
              <a:gd name="connsiteX112" fmla="*/ 136634 w 15732060"/>
              <a:gd name="connsiteY112" fmla="*/ 8140807 h 8839200"/>
              <a:gd name="connsiteX113" fmla="*/ 262840 w 15732060"/>
              <a:gd name="connsiteY113" fmla="*/ 8014598 h 8839200"/>
              <a:gd name="connsiteX114" fmla="*/ 884550 w 15732060"/>
              <a:gd name="connsiteY114" fmla="*/ 8014598 h 8839200"/>
              <a:gd name="connsiteX115" fmla="*/ 903206 w 15732060"/>
              <a:gd name="connsiteY115" fmla="*/ 8031060 h 8839200"/>
              <a:gd name="connsiteX116" fmla="*/ 921864 w 15732060"/>
              <a:gd name="connsiteY116" fmla="*/ 8012403 h 8839200"/>
              <a:gd name="connsiteX117" fmla="*/ 903206 w 15732060"/>
              <a:gd name="connsiteY117" fmla="*/ 7993746 h 8839200"/>
              <a:gd name="connsiteX118" fmla="*/ 4129185 w 15732060"/>
              <a:gd name="connsiteY118" fmla="*/ 7974541 h 8839200"/>
              <a:gd name="connsiteX119" fmla="*/ 4110528 w 15732060"/>
              <a:gd name="connsiteY119" fmla="*/ 7993198 h 8839200"/>
              <a:gd name="connsiteX120" fmla="*/ 4126990 w 15732060"/>
              <a:gd name="connsiteY120" fmla="*/ 8011855 h 8839200"/>
              <a:gd name="connsiteX121" fmla="*/ 4126990 w 15732060"/>
              <a:gd name="connsiteY121" fmla="*/ 8401452 h 8839200"/>
              <a:gd name="connsiteX122" fmla="*/ 3920119 w 15732060"/>
              <a:gd name="connsiteY122" fmla="*/ 8608323 h 8839200"/>
              <a:gd name="connsiteX123" fmla="*/ 3804337 w 15732060"/>
              <a:gd name="connsiteY123" fmla="*/ 8608323 h 8839200"/>
              <a:gd name="connsiteX124" fmla="*/ 3646852 w 15732060"/>
              <a:gd name="connsiteY124" fmla="*/ 8765808 h 8839200"/>
              <a:gd name="connsiteX125" fmla="*/ 3622159 w 15732060"/>
              <a:gd name="connsiteY125" fmla="*/ 8767454 h 8839200"/>
              <a:gd name="connsiteX126" fmla="*/ 3622159 w 15732060"/>
              <a:gd name="connsiteY126" fmla="*/ 8793793 h 8839200"/>
              <a:gd name="connsiteX127" fmla="*/ 3648498 w 15732060"/>
              <a:gd name="connsiteY127" fmla="*/ 8793793 h 8839200"/>
              <a:gd name="connsiteX128" fmla="*/ 3650144 w 15732060"/>
              <a:gd name="connsiteY128" fmla="*/ 8769101 h 8839200"/>
              <a:gd name="connsiteX129" fmla="*/ 3805984 w 15732060"/>
              <a:gd name="connsiteY129" fmla="*/ 8613261 h 8839200"/>
              <a:gd name="connsiteX130" fmla="*/ 3921766 w 15732060"/>
              <a:gd name="connsiteY130" fmla="*/ 8613261 h 8839200"/>
              <a:gd name="connsiteX131" fmla="*/ 4131380 w 15732060"/>
              <a:gd name="connsiteY131" fmla="*/ 8403648 h 8839200"/>
              <a:gd name="connsiteX132" fmla="*/ 4131380 w 15732060"/>
              <a:gd name="connsiteY132" fmla="*/ 8011855 h 8839200"/>
              <a:gd name="connsiteX133" fmla="*/ 4147842 w 15732060"/>
              <a:gd name="connsiteY133" fmla="*/ 7993198 h 8839200"/>
              <a:gd name="connsiteX134" fmla="*/ 4129185 w 15732060"/>
              <a:gd name="connsiteY134" fmla="*/ 7974541 h 8839200"/>
              <a:gd name="connsiteX135" fmla="*/ 9336828 w 15732060"/>
              <a:gd name="connsiteY135" fmla="*/ 7947997 h 8839200"/>
              <a:gd name="connsiteX136" fmla="*/ 9323453 w 15732060"/>
              <a:gd name="connsiteY136" fmla="*/ 7953141 h 8839200"/>
              <a:gd name="connsiteX137" fmla="*/ 9323453 w 15732060"/>
              <a:gd name="connsiteY137" fmla="*/ 7979480 h 8839200"/>
              <a:gd name="connsiteX138" fmla="*/ 9348147 w 15732060"/>
              <a:gd name="connsiteY138" fmla="*/ 7981126 h 8839200"/>
              <a:gd name="connsiteX139" fmla="*/ 9667506 w 15732060"/>
              <a:gd name="connsiteY139" fmla="*/ 8300486 h 8839200"/>
              <a:gd name="connsiteX140" fmla="*/ 9667506 w 15732060"/>
              <a:gd name="connsiteY140" fmla="*/ 8759772 h 8839200"/>
              <a:gd name="connsiteX141" fmla="*/ 9651044 w 15732060"/>
              <a:gd name="connsiteY141" fmla="*/ 8778429 h 8839200"/>
              <a:gd name="connsiteX142" fmla="*/ 9669701 w 15732060"/>
              <a:gd name="connsiteY142" fmla="*/ 8797086 h 8839200"/>
              <a:gd name="connsiteX143" fmla="*/ 9688358 w 15732060"/>
              <a:gd name="connsiteY143" fmla="*/ 8778429 h 8839200"/>
              <a:gd name="connsiteX144" fmla="*/ 9683626 w 15732060"/>
              <a:gd name="connsiteY144" fmla="*/ 8765603 h 8839200"/>
              <a:gd name="connsiteX145" fmla="*/ 9672445 w 15732060"/>
              <a:gd name="connsiteY145" fmla="*/ 8760045 h 8839200"/>
              <a:gd name="connsiteX146" fmla="*/ 9672445 w 15732060"/>
              <a:gd name="connsiteY146" fmla="*/ 8760321 h 8839200"/>
              <a:gd name="connsiteX147" fmla="*/ 9671897 w 15732060"/>
              <a:gd name="connsiteY147" fmla="*/ 8759772 h 8839200"/>
              <a:gd name="connsiteX148" fmla="*/ 9672445 w 15732060"/>
              <a:gd name="connsiteY148" fmla="*/ 8760045 h 8839200"/>
              <a:gd name="connsiteX149" fmla="*/ 9672445 w 15732060"/>
              <a:gd name="connsiteY149" fmla="*/ 8298840 h 8839200"/>
              <a:gd name="connsiteX150" fmla="*/ 9351439 w 15732060"/>
              <a:gd name="connsiteY150" fmla="*/ 7977834 h 8839200"/>
              <a:gd name="connsiteX151" fmla="*/ 9349792 w 15732060"/>
              <a:gd name="connsiteY151" fmla="*/ 7953141 h 8839200"/>
              <a:gd name="connsiteX152" fmla="*/ 9336828 w 15732060"/>
              <a:gd name="connsiteY152" fmla="*/ 7947997 h 8839200"/>
              <a:gd name="connsiteX153" fmla="*/ 7968642 w 15732060"/>
              <a:gd name="connsiteY153" fmla="*/ 7870832 h 8839200"/>
              <a:gd name="connsiteX154" fmla="*/ 7949984 w 15732060"/>
              <a:gd name="connsiteY154" fmla="*/ 7889488 h 8839200"/>
              <a:gd name="connsiteX155" fmla="*/ 7966447 w 15732060"/>
              <a:gd name="connsiteY155" fmla="*/ 7908145 h 8839200"/>
              <a:gd name="connsiteX156" fmla="*/ 7966447 w 15732060"/>
              <a:gd name="connsiteY156" fmla="*/ 8525465 h 8839200"/>
              <a:gd name="connsiteX157" fmla="*/ 7949984 w 15732060"/>
              <a:gd name="connsiteY157" fmla="*/ 8544122 h 8839200"/>
              <a:gd name="connsiteX158" fmla="*/ 7968642 w 15732060"/>
              <a:gd name="connsiteY158" fmla="*/ 8562779 h 8839200"/>
              <a:gd name="connsiteX159" fmla="*/ 7987298 w 15732060"/>
              <a:gd name="connsiteY159" fmla="*/ 8544122 h 8839200"/>
              <a:gd name="connsiteX160" fmla="*/ 7970837 w 15732060"/>
              <a:gd name="connsiteY160" fmla="*/ 8525465 h 8839200"/>
              <a:gd name="connsiteX161" fmla="*/ 7970837 w 15732060"/>
              <a:gd name="connsiteY161" fmla="*/ 7908145 h 8839200"/>
              <a:gd name="connsiteX162" fmla="*/ 7987298 w 15732060"/>
              <a:gd name="connsiteY162" fmla="*/ 7889488 h 8839200"/>
              <a:gd name="connsiteX163" fmla="*/ 7968642 w 15732060"/>
              <a:gd name="connsiteY163" fmla="*/ 7870832 h 8839200"/>
              <a:gd name="connsiteX164" fmla="*/ 4137965 w 15732060"/>
              <a:gd name="connsiteY164" fmla="*/ 7810060 h 8839200"/>
              <a:gd name="connsiteX165" fmla="*/ 4124796 w 15732060"/>
              <a:gd name="connsiteY165" fmla="*/ 7815410 h 8839200"/>
              <a:gd name="connsiteX166" fmla="*/ 4123149 w 15732060"/>
              <a:gd name="connsiteY166" fmla="*/ 7840103 h 8839200"/>
              <a:gd name="connsiteX167" fmla="*/ 4026024 w 15732060"/>
              <a:gd name="connsiteY167" fmla="*/ 7937228 h 8839200"/>
              <a:gd name="connsiteX168" fmla="*/ 4026024 w 15732060"/>
              <a:gd name="connsiteY168" fmla="*/ 8023926 h 8839200"/>
              <a:gd name="connsiteX169" fmla="*/ 3871282 w 15732060"/>
              <a:gd name="connsiteY169" fmla="*/ 8178669 h 8839200"/>
              <a:gd name="connsiteX170" fmla="*/ 3769218 w 15732060"/>
              <a:gd name="connsiteY170" fmla="*/ 8178669 h 8839200"/>
              <a:gd name="connsiteX171" fmla="*/ 3176592 w 15732060"/>
              <a:gd name="connsiteY171" fmla="*/ 8771295 h 8839200"/>
              <a:gd name="connsiteX172" fmla="*/ 3151898 w 15732060"/>
              <a:gd name="connsiteY172" fmla="*/ 8772941 h 8839200"/>
              <a:gd name="connsiteX173" fmla="*/ 3151898 w 15732060"/>
              <a:gd name="connsiteY173" fmla="*/ 8799281 h 8839200"/>
              <a:gd name="connsiteX174" fmla="*/ 3178238 w 15732060"/>
              <a:gd name="connsiteY174" fmla="*/ 8799281 h 8839200"/>
              <a:gd name="connsiteX175" fmla="*/ 3179883 w 15732060"/>
              <a:gd name="connsiteY175" fmla="*/ 8774588 h 8839200"/>
              <a:gd name="connsiteX176" fmla="*/ 3770865 w 15732060"/>
              <a:gd name="connsiteY176" fmla="*/ 8183607 h 8839200"/>
              <a:gd name="connsiteX177" fmla="*/ 3771414 w 15732060"/>
              <a:gd name="connsiteY177" fmla="*/ 8183058 h 8839200"/>
              <a:gd name="connsiteX178" fmla="*/ 3873478 w 15732060"/>
              <a:gd name="connsiteY178" fmla="*/ 8183058 h 8839200"/>
              <a:gd name="connsiteX179" fmla="*/ 4030963 w 15732060"/>
              <a:gd name="connsiteY179" fmla="*/ 8025573 h 8839200"/>
              <a:gd name="connsiteX180" fmla="*/ 4030963 w 15732060"/>
              <a:gd name="connsiteY180" fmla="*/ 7938874 h 8839200"/>
              <a:gd name="connsiteX181" fmla="*/ 4126441 w 15732060"/>
              <a:gd name="connsiteY181" fmla="*/ 7843396 h 8839200"/>
              <a:gd name="connsiteX182" fmla="*/ 4151134 w 15732060"/>
              <a:gd name="connsiteY182" fmla="*/ 7841749 h 8839200"/>
              <a:gd name="connsiteX183" fmla="*/ 4151134 w 15732060"/>
              <a:gd name="connsiteY183" fmla="*/ 7815410 h 8839200"/>
              <a:gd name="connsiteX184" fmla="*/ 4137965 w 15732060"/>
              <a:gd name="connsiteY184" fmla="*/ 7810060 h 8839200"/>
              <a:gd name="connsiteX185" fmla="*/ 6214904 w 15732060"/>
              <a:gd name="connsiteY185" fmla="*/ 7796754 h 8839200"/>
              <a:gd name="connsiteX186" fmla="*/ 6196247 w 15732060"/>
              <a:gd name="connsiteY186" fmla="*/ 7815410 h 8839200"/>
              <a:gd name="connsiteX187" fmla="*/ 6212710 w 15732060"/>
              <a:gd name="connsiteY187" fmla="*/ 7834067 h 8839200"/>
              <a:gd name="connsiteX188" fmla="*/ 6212710 w 15732060"/>
              <a:gd name="connsiteY188" fmla="*/ 8451386 h 8839200"/>
              <a:gd name="connsiteX189" fmla="*/ 6196247 w 15732060"/>
              <a:gd name="connsiteY189" fmla="*/ 8470043 h 8839200"/>
              <a:gd name="connsiteX190" fmla="*/ 6214904 w 15732060"/>
              <a:gd name="connsiteY190" fmla="*/ 8488700 h 8839200"/>
              <a:gd name="connsiteX191" fmla="*/ 6233560 w 15732060"/>
              <a:gd name="connsiteY191" fmla="*/ 8470043 h 8839200"/>
              <a:gd name="connsiteX192" fmla="*/ 6217099 w 15732060"/>
              <a:gd name="connsiteY192" fmla="*/ 8451386 h 8839200"/>
              <a:gd name="connsiteX193" fmla="*/ 6217099 w 15732060"/>
              <a:gd name="connsiteY193" fmla="*/ 7834067 h 8839200"/>
              <a:gd name="connsiteX194" fmla="*/ 6233560 w 15732060"/>
              <a:gd name="connsiteY194" fmla="*/ 7815410 h 8839200"/>
              <a:gd name="connsiteX195" fmla="*/ 6214904 w 15732060"/>
              <a:gd name="connsiteY195" fmla="*/ 7796754 h 8839200"/>
              <a:gd name="connsiteX196" fmla="*/ 2332097 w 15732060"/>
              <a:gd name="connsiteY196" fmla="*/ 7787974 h 8839200"/>
              <a:gd name="connsiteX197" fmla="*/ 2313440 w 15732060"/>
              <a:gd name="connsiteY197" fmla="*/ 7804435 h 8839200"/>
              <a:gd name="connsiteX198" fmla="*/ 1924392 w 15732060"/>
              <a:gd name="connsiteY198" fmla="*/ 7804435 h 8839200"/>
              <a:gd name="connsiteX199" fmla="*/ 1688987 w 15732060"/>
              <a:gd name="connsiteY199" fmla="*/ 8039840 h 8839200"/>
              <a:gd name="connsiteX200" fmla="*/ 1327375 w 15732060"/>
              <a:gd name="connsiteY200" fmla="*/ 8039840 h 8839200"/>
              <a:gd name="connsiteX201" fmla="*/ 596468 w 15732060"/>
              <a:gd name="connsiteY201" fmla="*/ 8770747 h 8839200"/>
              <a:gd name="connsiteX202" fmla="*/ 571774 w 15732060"/>
              <a:gd name="connsiteY202" fmla="*/ 8772392 h 8839200"/>
              <a:gd name="connsiteX203" fmla="*/ 571774 w 15732060"/>
              <a:gd name="connsiteY203" fmla="*/ 8798732 h 8839200"/>
              <a:gd name="connsiteX204" fmla="*/ 598114 w 15732060"/>
              <a:gd name="connsiteY204" fmla="*/ 8798732 h 8839200"/>
              <a:gd name="connsiteX205" fmla="*/ 599760 w 15732060"/>
              <a:gd name="connsiteY205" fmla="*/ 8774039 h 8839200"/>
              <a:gd name="connsiteX206" fmla="*/ 1329570 w 15732060"/>
              <a:gd name="connsiteY206" fmla="*/ 8044230 h 8839200"/>
              <a:gd name="connsiteX207" fmla="*/ 1691182 w 15732060"/>
              <a:gd name="connsiteY207" fmla="*/ 8044230 h 8839200"/>
              <a:gd name="connsiteX208" fmla="*/ 1926586 w 15732060"/>
              <a:gd name="connsiteY208" fmla="*/ 7808826 h 8839200"/>
              <a:gd name="connsiteX209" fmla="*/ 2313440 w 15732060"/>
              <a:gd name="connsiteY209" fmla="*/ 7808826 h 8839200"/>
              <a:gd name="connsiteX210" fmla="*/ 2332097 w 15732060"/>
              <a:gd name="connsiteY210" fmla="*/ 7825287 h 8839200"/>
              <a:gd name="connsiteX211" fmla="*/ 2350754 w 15732060"/>
              <a:gd name="connsiteY211" fmla="*/ 7806630 h 8839200"/>
              <a:gd name="connsiteX212" fmla="*/ 2332097 w 15732060"/>
              <a:gd name="connsiteY212" fmla="*/ 7787974 h 8839200"/>
              <a:gd name="connsiteX213" fmla="*/ 5800614 w 15732060"/>
              <a:gd name="connsiteY213" fmla="*/ 7665744 h 8839200"/>
              <a:gd name="connsiteX214" fmla="*/ 5787444 w 15732060"/>
              <a:gd name="connsiteY214" fmla="*/ 7671094 h 8839200"/>
              <a:gd name="connsiteX215" fmla="*/ 5785798 w 15732060"/>
              <a:gd name="connsiteY215" fmla="*/ 7695788 h 8839200"/>
              <a:gd name="connsiteX216" fmla="*/ 5719401 w 15732060"/>
              <a:gd name="connsiteY216" fmla="*/ 7762183 h 8839200"/>
              <a:gd name="connsiteX217" fmla="*/ 5719401 w 15732060"/>
              <a:gd name="connsiteY217" fmla="*/ 8747700 h 8839200"/>
              <a:gd name="connsiteX218" fmla="*/ 5702940 w 15732060"/>
              <a:gd name="connsiteY218" fmla="*/ 8766357 h 8839200"/>
              <a:gd name="connsiteX219" fmla="*/ 5721596 w 15732060"/>
              <a:gd name="connsiteY219" fmla="*/ 8785014 h 8839200"/>
              <a:gd name="connsiteX220" fmla="*/ 5740254 w 15732060"/>
              <a:gd name="connsiteY220" fmla="*/ 8766357 h 8839200"/>
              <a:gd name="connsiteX221" fmla="*/ 5723792 w 15732060"/>
              <a:gd name="connsiteY221" fmla="*/ 8747700 h 8839200"/>
              <a:gd name="connsiteX222" fmla="*/ 5723792 w 15732060"/>
              <a:gd name="connsiteY222" fmla="*/ 7764379 h 8839200"/>
              <a:gd name="connsiteX223" fmla="*/ 5789090 w 15732060"/>
              <a:gd name="connsiteY223" fmla="*/ 7699079 h 8839200"/>
              <a:gd name="connsiteX224" fmla="*/ 5813784 w 15732060"/>
              <a:gd name="connsiteY224" fmla="*/ 7697433 h 8839200"/>
              <a:gd name="connsiteX225" fmla="*/ 5813784 w 15732060"/>
              <a:gd name="connsiteY225" fmla="*/ 7671094 h 8839200"/>
              <a:gd name="connsiteX226" fmla="*/ 5800614 w 15732060"/>
              <a:gd name="connsiteY226" fmla="*/ 7665744 h 8839200"/>
              <a:gd name="connsiteX227" fmla="*/ 14789891 w 15732060"/>
              <a:gd name="connsiteY227" fmla="*/ 7554901 h 8839200"/>
              <a:gd name="connsiteX228" fmla="*/ 14776722 w 15732060"/>
              <a:gd name="connsiteY228" fmla="*/ 7560251 h 8839200"/>
              <a:gd name="connsiteX229" fmla="*/ 14776722 w 15732060"/>
              <a:gd name="connsiteY229" fmla="*/ 7586590 h 8839200"/>
              <a:gd name="connsiteX230" fmla="*/ 14801415 w 15732060"/>
              <a:gd name="connsiteY230" fmla="*/ 7588236 h 8839200"/>
              <a:gd name="connsiteX231" fmla="*/ 14851349 w 15732060"/>
              <a:gd name="connsiteY231" fmla="*/ 7638170 h 8839200"/>
              <a:gd name="connsiteX232" fmla="*/ 14851898 w 15732060"/>
              <a:gd name="connsiteY232" fmla="*/ 7638170 h 8839200"/>
              <a:gd name="connsiteX233" fmla="*/ 15503787 w 15732060"/>
              <a:gd name="connsiteY233" fmla="*/ 7638719 h 8839200"/>
              <a:gd name="connsiteX234" fmla="*/ 15670602 w 15732060"/>
              <a:gd name="connsiteY234" fmla="*/ 7805533 h 8839200"/>
              <a:gd name="connsiteX235" fmla="*/ 15672247 w 15732060"/>
              <a:gd name="connsiteY235" fmla="*/ 7830226 h 8839200"/>
              <a:gd name="connsiteX236" fmla="*/ 15698586 w 15732060"/>
              <a:gd name="connsiteY236" fmla="*/ 7830226 h 8839200"/>
              <a:gd name="connsiteX237" fmla="*/ 15698586 w 15732060"/>
              <a:gd name="connsiteY237" fmla="*/ 7803887 h 8839200"/>
              <a:gd name="connsiteX238" fmla="*/ 15673894 w 15732060"/>
              <a:gd name="connsiteY238" fmla="*/ 7802241 h 8839200"/>
              <a:gd name="connsiteX239" fmla="*/ 15506531 w 15732060"/>
              <a:gd name="connsiteY239" fmla="*/ 7634879 h 8839200"/>
              <a:gd name="connsiteX240" fmla="*/ 15505984 w 15732060"/>
              <a:gd name="connsiteY240" fmla="*/ 7634879 h 8839200"/>
              <a:gd name="connsiteX241" fmla="*/ 14854093 w 15732060"/>
              <a:gd name="connsiteY241" fmla="*/ 7634329 h 8839200"/>
              <a:gd name="connsiteX242" fmla="*/ 14804707 w 15732060"/>
              <a:gd name="connsiteY242" fmla="*/ 7584944 h 8839200"/>
              <a:gd name="connsiteX243" fmla="*/ 14803061 w 15732060"/>
              <a:gd name="connsiteY243" fmla="*/ 7560251 h 8839200"/>
              <a:gd name="connsiteX244" fmla="*/ 14789891 w 15732060"/>
              <a:gd name="connsiteY244" fmla="*/ 7554901 h 8839200"/>
              <a:gd name="connsiteX245" fmla="*/ 9237851 w 15732060"/>
              <a:gd name="connsiteY245" fmla="*/ 7538988 h 8839200"/>
              <a:gd name="connsiteX246" fmla="*/ 9224682 w 15732060"/>
              <a:gd name="connsiteY246" fmla="*/ 7544338 h 8839200"/>
              <a:gd name="connsiteX247" fmla="*/ 9224682 w 15732060"/>
              <a:gd name="connsiteY247" fmla="*/ 7570677 h 8839200"/>
              <a:gd name="connsiteX248" fmla="*/ 9249376 w 15732060"/>
              <a:gd name="connsiteY248" fmla="*/ 7572323 h 8839200"/>
              <a:gd name="connsiteX249" fmla="*/ 9346500 w 15732060"/>
              <a:gd name="connsiteY249" fmla="*/ 7669448 h 8839200"/>
              <a:gd name="connsiteX250" fmla="*/ 9347048 w 15732060"/>
              <a:gd name="connsiteY250" fmla="*/ 7669448 h 8839200"/>
              <a:gd name="connsiteX251" fmla="*/ 9570382 w 15732060"/>
              <a:gd name="connsiteY251" fmla="*/ 7669996 h 8839200"/>
              <a:gd name="connsiteX252" fmla="*/ 9755303 w 15732060"/>
              <a:gd name="connsiteY252" fmla="*/ 7854919 h 8839200"/>
              <a:gd name="connsiteX253" fmla="*/ 9756949 w 15732060"/>
              <a:gd name="connsiteY253" fmla="*/ 7879611 h 8839200"/>
              <a:gd name="connsiteX254" fmla="*/ 9783288 w 15732060"/>
              <a:gd name="connsiteY254" fmla="*/ 7879611 h 8839200"/>
              <a:gd name="connsiteX255" fmla="*/ 9783288 w 15732060"/>
              <a:gd name="connsiteY255" fmla="*/ 7853272 h 8839200"/>
              <a:gd name="connsiteX256" fmla="*/ 9758595 w 15732060"/>
              <a:gd name="connsiteY256" fmla="*/ 7851626 h 8839200"/>
              <a:gd name="connsiteX257" fmla="*/ 9573126 w 15732060"/>
              <a:gd name="connsiteY257" fmla="*/ 7666156 h 8839200"/>
              <a:gd name="connsiteX258" fmla="*/ 9572577 w 15732060"/>
              <a:gd name="connsiteY258" fmla="*/ 7666156 h 8839200"/>
              <a:gd name="connsiteX259" fmla="*/ 9349244 w 15732060"/>
              <a:gd name="connsiteY259" fmla="*/ 7665608 h 8839200"/>
              <a:gd name="connsiteX260" fmla="*/ 9252667 w 15732060"/>
              <a:gd name="connsiteY260" fmla="*/ 7569031 h 8839200"/>
              <a:gd name="connsiteX261" fmla="*/ 9251021 w 15732060"/>
              <a:gd name="connsiteY261" fmla="*/ 7544338 h 8839200"/>
              <a:gd name="connsiteX262" fmla="*/ 9237851 w 15732060"/>
              <a:gd name="connsiteY262" fmla="*/ 7538988 h 8839200"/>
              <a:gd name="connsiteX263" fmla="*/ 4765711 w 15732060"/>
              <a:gd name="connsiteY263" fmla="*/ 7500028 h 8839200"/>
              <a:gd name="connsiteX264" fmla="*/ 4752542 w 15732060"/>
              <a:gd name="connsiteY264" fmla="*/ 7505378 h 8839200"/>
              <a:gd name="connsiteX265" fmla="*/ 4750895 w 15732060"/>
              <a:gd name="connsiteY265" fmla="*/ 7530071 h 8839200"/>
              <a:gd name="connsiteX266" fmla="*/ 4653770 w 15732060"/>
              <a:gd name="connsiteY266" fmla="*/ 7627196 h 8839200"/>
              <a:gd name="connsiteX267" fmla="*/ 4653770 w 15732060"/>
              <a:gd name="connsiteY267" fmla="*/ 8470043 h 8839200"/>
              <a:gd name="connsiteX268" fmla="*/ 4499028 w 15732060"/>
              <a:gd name="connsiteY268" fmla="*/ 8624785 h 8839200"/>
              <a:gd name="connsiteX269" fmla="*/ 4302584 w 15732060"/>
              <a:gd name="connsiteY269" fmla="*/ 8624785 h 8839200"/>
              <a:gd name="connsiteX270" fmla="*/ 4153878 w 15732060"/>
              <a:gd name="connsiteY270" fmla="*/ 8773491 h 8839200"/>
              <a:gd name="connsiteX271" fmla="*/ 4129185 w 15732060"/>
              <a:gd name="connsiteY271" fmla="*/ 8775136 h 8839200"/>
              <a:gd name="connsiteX272" fmla="*/ 4129185 w 15732060"/>
              <a:gd name="connsiteY272" fmla="*/ 8801475 h 8839200"/>
              <a:gd name="connsiteX273" fmla="*/ 4155524 w 15732060"/>
              <a:gd name="connsiteY273" fmla="*/ 8801475 h 8839200"/>
              <a:gd name="connsiteX274" fmla="*/ 4157170 w 15732060"/>
              <a:gd name="connsiteY274" fmla="*/ 8776783 h 8839200"/>
              <a:gd name="connsiteX275" fmla="*/ 4304778 w 15732060"/>
              <a:gd name="connsiteY275" fmla="*/ 8629174 h 8839200"/>
              <a:gd name="connsiteX276" fmla="*/ 4501224 w 15732060"/>
              <a:gd name="connsiteY276" fmla="*/ 8629174 h 8839200"/>
              <a:gd name="connsiteX277" fmla="*/ 4658709 w 15732060"/>
              <a:gd name="connsiteY277" fmla="*/ 8471690 h 8839200"/>
              <a:gd name="connsiteX278" fmla="*/ 4658709 w 15732060"/>
              <a:gd name="connsiteY278" fmla="*/ 7628842 h 8839200"/>
              <a:gd name="connsiteX279" fmla="*/ 4754188 w 15732060"/>
              <a:gd name="connsiteY279" fmla="*/ 7533364 h 8839200"/>
              <a:gd name="connsiteX280" fmla="*/ 4778880 w 15732060"/>
              <a:gd name="connsiteY280" fmla="*/ 7531717 h 8839200"/>
              <a:gd name="connsiteX281" fmla="*/ 4778880 w 15732060"/>
              <a:gd name="connsiteY281" fmla="*/ 7505378 h 8839200"/>
              <a:gd name="connsiteX282" fmla="*/ 4765711 w 15732060"/>
              <a:gd name="connsiteY282" fmla="*/ 7500028 h 8839200"/>
              <a:gd name="connsiteX283" fmla="*/ 7883040 w 15732060"/>
              <a:gd name="connsiteY283" fmla="*/ 7437473 h 8839200"/>
              <a:gd name="connsiteX284" fmla="*/ 7869870 w 15732060"/>
              <a:gd name="connsiteY284" fmla="*/ 7442823 h 8839200"/>
              <a:gd name="connsiteX285" fmla="*/ 7869870 w 15732060"/>
              <a:gd name="connsiteY285" fmla="*/ 7443372 h 8839200"/>
              <a:gd name="connsiteX286" fmla="*/ 7868224 w 15732060"/>
              <a:gd name="connsiteY286" fmla="*/ 7468065 h 8839200"/>
              <a:gd name="connsiteX287" fmla="*/ 7801828 w 15732060"/>
              <a:gd name="connsiteY287" fmla="*/ 7534461 h 8839200"/>
              <a:gd name="connsiteX288" fmla="*/ 7801828 w 15732060"/>
              <a:gd name="connsiteY288" fmla="*/ 8728495 h 8839200"/>
              <a:gd name="connsiteX289" fmla="*/ 7785366 w 15732060"/>
              <a:gd name="connsiteY289" fmla="*/ 8747152 h 8839200"/>
              <a:gd name="connsiteX290" fmla="*/ 7804024 w 15732060"/>
              <a:gd name="connsiteY290" fmla="*/ 8765808 h 8839200"/>
              <a:gd name="connsiteX291" fmla="*/ 7822680 w 15732060"/>
              <a:gd name="connsiteY291" fmla="*/ 8747152 h 8839200"/>
              <a:gd name="connsiteX292" fmla="*/ 7806218 w 15732060"/>
              <a:gd name="connsiteY292" fmla="*/ 8728495 h 8839200"/>
              <a:gd name="connsiteX293" fmla="*/ 7806218 w 15732060"/>
              <a:gd name="connsiteY293" fmla="*/ 7536107 h 8839200"/>
              <a:gd name="connsiteX294" fmla="*/ 7871518 w 15732060"/>
              <a:gd name="connsiteY294" fmla="*/ 7470809 h 8839200"/>
              <a:gd name="connsiteX295" fmla="*/ 7896210 w 15732060"/>
              <a:gd name="connsiteY295" fmla="*/ 7469162 h 8839200"/>
              <a:gd name="connsiteX296" fmla="*/ 7896210 w 15732060"/>
              <a:gd name="connsiteY296" fmla="*/ 7442823 h 8839200"/>
              <a:gd name="connsiteX297" fmla="*/ 7883040 w 15732060"/>
              <a:gd name="connsiteY297" fmla="*/ 7437473 h 8839200"/>
              <a:gd name="connsiteX298" fmla="*/ 4495736 w 15732060"/>
              <a:gd name="connsiteY298" fmla="*/ 7399062 h 8839200"/>
              <a:gd name="connsiteX299" fmla="*/ 4482566 w 15732060"/>
              <a:gd name="connsiteY299" fmla="*/ 7404412 h 8839200"/>
              <a:gd name="connsiteX300" fmla="*/ 4480920 w 15732060"/>
              <a:gd name="connsiteY300" fmla="*/ 7429105 h 8839200"/>
              <a:gd name="connsiteX301" fmla="*/ 4359651 w 15732060"/>
              <a:gd name="connsiteY301" fmla="*/ 7550374 h 8839200"/>
              <a:gd name="connsiteX302" fmla="*/ 4359651 w 15732060"/>
              <a:gd name="connsiteY302" fmla="*/ 8397062 h 8839200"/>
              <a:gd name="connsiteX303" fmla="*/ 4343190 w 15732060"/>
              <a:gd name="connsiteY303" fmla="*/ 8415718 h 8839200"/>
              <a:gd name="connsiteX304" fmla="*/ 4361846 w 15732060"/>
              <a:gd name="connsiteY304" fmla="*/ 8434376 h 8839200"/>
              <a:gd name="connsiteX305" fmla="*/ 4380503 w 15732060"/>
              <a:gd name="connsiteY305" fmla="*/ 8415718 h 8839200"/>
              <a:gd name="connsiteX306" fmla="*/ 4364041 w 15732060"/>
              <a:gd name="connsiteY306" fmla="*/ 8397062 h 8839200"/>
              <a:gd name="connsiteX307" fmla="*/ 4364041 w 15732060"/>
              <a:gd name="connsiteY307" fmla="*/ 7552569 h 8839200"/>
              <a:gd name="connsiteX308" fmla="*/ 4484212 w 15732060"/>
              <a:gd name="connsiteY308" fmla="*/ 7432398 h 8839200"/>
              <a:gd name="connsiteX309" fmla="*/ 4508906 w 15732060"/>
              <a:gd name="connsiteY309" fmla="*/ 7430751 h 8839200"/>
              <a:gd name="connsiteX310" fmla="*/ 4508906 w 15732060"/>
              <a:gd name="connsiteY310" fmla="*/ 7404412 h 8839200"/>
              <a:gd name="connsiteX311" fmla="*/ 4495736 w 15732060"/>
              <a:gd name="connsiteY311" fmla="*/ 7399062 h 8839200"/>
              <a:gd name="connsiteX312" fmla="*/ 13091026 w 15732060"/>
              <a:gd name="connsiteY312" fmla="*/ 7353928 h 8839200"/>
              <a:gd name="connsiteX313" fmla="*/ 13072370 w 15732060"/>
              <a:gd name="connsiteY313" fmla="*/ 7372586 h 8839200"/>
              <a:gd name="connsiteX314" fmla="*/ 13091026 w 15732060"/>
              <a:gd name="connsiteY314" fmla="*/ 7391243 h 8839200"/>
              <a:gd name="connsiteX315" fmla="*/ 13109683 w 15732060"/>
              <a:gd name="connsiteY315" fmla="*/ 7374781 h 8839200"/>
              <a:gd name="connsiteX316" fmla="*/ 13554153 w 15732060"/>
              <a:gd name="connsiteY316" fmla="*/ 7374781 h 8839200"/>
              <a:gd name="connsiteX317" fmla="*/ 13897658 w 15732060"/>
              <a:gd name="connsiteY317" fmla="*/ 7718285 h 8839200"/>
              <a:gd name="connsiteX318" fmla="*/ 13898207 w 15732060"/>
              <a:gd name="connsiteY318" fmla="*/ 7718285 h 8839200"/>
              <a:gd name="connsiteX319" fmla="*/ 14586862 w 15732060"/>
              <a:gd name="connsiteY319" fmla="*/ 7718833 h 8839200"/>
              <a:gd name="connsiteX320" fmla="*/ 15130652 w 15732060"/>
              <a:gd name="connsiteY320" fmla="*/ 8262624 h 8839200"/>
              <a:gd name="connsiteX321" fmla="*/ 15131201 w 15732060"/>
              <a:gd name="connsiteY321" fmla="*/ 8262624 h 8839200"/>
              <a:gd name="connsiteX322" fmla="*/ 15676637 w 15732060"/>
              <a:gd name="connsiteY322" fmla="*/ 8263173 h 8839200"/>
              <a:gd name="connsiteX323" fmla="*/ 15695295 w 15732060"/>
              <a:gd name="connsiteY323" fmla="*/ 8279635 h 8839200"/>
              <a:gd name="connsiteX324" fmla="*/ 15713951 w 15732060"/>
              <a:gd name="connsiteY324" fmla="*/ 8260978 h 8839200"/>
              <a:gd name="connsiteX325" fmla="*/ 15695295 w 15732060"/>
              <a:gd name="connsiteY325" fmla="*/ 8242320 h 8839200"/>
              <a:gd name="connsiteX326" fmla="*/ 15676637 w 15732060"/>
              <a:gd name="connsiteY326" fmla="*/ 8258783 h 8839200"/>
              <a:gd name="connsiteX327" fmla="*/ 15133396 w 15732060"/>
              <a:gd name="connsiteY327" fmla="*/ 8258783 h 8839200"/>
              <a:gd name="connsiteX328" fmla="*/ 14589606 w 15732060"/>
              <a:gd name="connsiteY328" fmla="*/ 7714993 h 8839200"/>
              <a:gd name="connsiteX329" fmla="*/ 14589057 w 15732060"/>
              <a:gd name="connsiteY329" fmla="*/ 7714993 h 8839200"/>
              <a:gd name="connsiteX330" fmla="*/ 13900401 w 15732060"/>
              <a:gd name="connsiteY330" fmla="*/ 7714444 h 8839200"/>
              <a:gd name="connsiteX331" fmla="*/ 13556897 w 15732060"/>
              <a:gd name="connsiteY331" fmla="*/ 7370939 h 8839200"/>
              <a:gd name="connsiteX332" fmla="*/ 13556349 w 15732060"/>
              <a:gd name="connsiteY332" fmla="*/ 7370939 h 8839200"/>
              <a:gd name="connsiteX333" fmla="*/ 13109683 w 15732060"/>
              <a:gd name="connsiteY333" fmla="*/ 7370391 h 8839200"/>
              <a:gd name="connsiteX334" fmla="*/ 13091026 w 15732060"/>
              <a:gd name="connsiteY334" fmla="*/ 7353928 h 8839200"/>
              <a:gd name="connsiteX335" fmla="*/ 5186037 w 15732060"/>
              <a:gd name="connsiteY335" fmla="*/ 7283829 h 8839200"/>
              <a:gd name="connsiteX336" fmla="*/ 5172868 w 15732060"/>
              <a:gd name="connsiteY336" fmla="*/ 7289180 h 8839200"/>
              <a:gd name="connsiteX337" fmla="*/ 5171222 w 15732060"/>
              <a:gd name="connsiteY337" fmla="*/ 7313872 h 8839200"/>
              <a:gd name="connsiteX338" fmla="*/ 5074096 w 15732060"/>
              <a:gd name="connsiteY338" fmla="*/ 7410997 h 8839200"/>
              <a:gd name="connsiteX339" fmla="*/ 5074096 w 15732060"/>
              <a:gd name="connsiteY339" fmla="*/ 8546316 h 8839200"/>
              <a:gd name="connsiteX340" fmla="*/ 4859544 w 15732060"/>
              <a:gd name="connsiteY340" fmla="*/ 8760869 h 8839200"/>
              <a:gd name="connsiteX341" fmla="*/ 4834851 w 15732060"/>
              <a:gd name="connsiteY341" fmla="*/ 8762516 h 8839200"/>
              <a:gd name="connsiteX342" fmla="*/ 4834851 w 15732060"/>
              <a:gd name="connsiteY342" fmla="*/ 8788855 h 8839200"/>
              <a:gd name="connsiteX343" fmla="*/ 4861189 w 15732060"/>
              <a:gd name="connsiteY343" fmla="*/ 8788855 h 8839200"/>
              <a:gd name="connsiteX344" fmla="*/ 4862836 w 15732060"/>
              <a:gd name="connsiteY344" fmla="*/ 8764162 h 8839200"/>
              <a:gd name="connsiteX345" fmla="*/ 5079034 w 15732060"/>
              <a:gd name="connsiteY345" fmla="*/ 8547962 h 8839200"/>
              <a:gd name="connsiteX346" fmla="*/ 5079034 w 15732060"/>
              <a:gd name="connsiteY346" fmla="*/ 7412643 h 8839200"/>
              <a:gd name="connsiteX347" fmla="*/ 5174514 w 15732060"/>
              <a:gd name="connsiteY347" fmla="*/ 7317164 h 8839200"/>
              <a:gd name="connsiteX348" fmla="*/ 5199206 w 15732060"/>
              <a:gd name="connsiteY348" fmla="*/ 7315518 h 8839200"/>
              <a:gd name="connsiteX349" fmla="*/ 5199206 w 15732060"/>
              <a:gd name="connsiteY349" fmla="*/ 7289180 h 8839200"/>
              <a:gd name="connsiteX350" fmla="*/ 5186037 w 15732060"/>
              <a:gd name="connsiteY350" fmla="*/ 7283829 h 8839200"/>
              <a:gd name="connsiteX351" fmla="*/ 11921685 w 15732060"/>
              <a:gd name="connsiteY351" fmla="*/ 7261331 h 8839200"/>
              <a:gd name="connsiteX352" fmla="*/ 11908516 w 15732060"/>
              <a:gd name="connsiteY352" fmla="*/ 7266681 h 8839200"/>
              <a:gd name="connsiteX353" fmla="*/ 11908516 w 15732060"/>
              <a:gd name="connsiteY353" fmla="*/ 7293020 h 8839200"/>
              <a:gd name="connsiteX354" fmla="*/ 11933209 w 15732060"/>
              <a:gd name="connsiteY354" fmla="*/ 7294666 h 8839200"/>
              <a:gd name="connsiteX355" fmla="*/ 12029785 w 15732060"/>
              <a:gd name="connsiteY355" fmla="*/ 7391243 h 8839200"/>
              <a:gd name="connsiteX356" fmla="*/ 12029785 w 15732060"/>
              <a:gd name="connsiteY356" fmla="*/ 7614575 h 8839200"/>
              <a:gd name="connsiteX357" fmla="*/ 12427614 w 15732060"/>
              <a:gd name="connsiteY357" fmla="*/ 8012403 h 8839200"/>
              <a:gd name="connsiteX358" fmla="*/ 12428162 w 15732060"/>
              <a:gd name="connsiteY358" fmla="*/ 8012403 h 8839200"/>
              <a:gd name="connsiteX359" fmla="*/ 12693747 w 15732060"/>
              <a:gd name="connsiteY359" fmla="*/ 8012952 h 8839200"/>
              <a:gd name="connsiteX360" fmla="*/ 13437823 w 15732060"/>
              <a:gd name="connsiteY360" fmla="*/ 8757029 h 8839200"/>
              <a:gd name="connsiteX361" fmla="*/ 13439470 w 15732060"/>
              <a:gd name="connsiteY361" fmla="*/ 8781721 h 8839200"/>
              <a:gd name="connsiteX362" fmla="*/ 13465809 w 15732060"/>
              <a:gd name="connsiteY362" fmla="*/ 8781721 h 8839200"/>
              <a:gd name="connsiteX363" fmla="*/ 13465809 w 15732060"/>
              <a:gd name="connsiteY363" fmla="*/ 8755382 h 8839200"/>
              <a:gd name="connsiteX364" fmla="*/ 13441116 w 15732060"/>
              <a:gd name="connsiteY364" fmla="*/ 8753736 h 8839200"/>
              <a:gd name="connsiteX365" fmla="*/ 13440567 w 15732060"/>
              <a:gd name="connsiteY365" fmla="*/ 8753187 h 8839200"/>
              <a:gd name="connsiteX366" fmla="*/ 12695941 w 15732060"/>
              <a:gd name="connsiteY366" fmla="*/ 8008563 h 8839200"/>
              <a:gd name="connsiteX367" fmla="*/ 12695393 w 15732060"/>
              <a:gd name="connsiteY367" fmla="*/ 8008563 h 8839200"/>
              <a:gd name="connsiteX368" fmla="*/ 12429809 w 15732060"/>
              <a:gd name="connsiteY368" fmla="*/ 8008014 h 8839200"/>
              <a:gd name="connsiteX369" fmla="*/ 12034174 w 15732060"/>
              <a:gd name="connsiteY369" fmla="*/ 7612380 h 8839200"/>
              <a:gd name="connsiteX370" fmla="*/ 12034174 w 15732060"/>
              <a:gd name="connsiteY370" fmla="*/ 7389048 h 8839200"/>
              <a:gd name="connsiteX371" fmla="*/ 11936501 w 15732060"/>
              <a:gd name="connsiteY371" fmla="*/ 7291374 h 8839200"/>
              <a:gd name="connsiteX372" fmla="*/ 11934855 w 15732060"/>
              <a:gd name="connsiteY372" fmla="*/ 7266681 h 8839200"/>
              <a:gd name="connsiteX373" fmla="*/ 11921685 w 15732060"/>
              <a:gd name="connsiteY373" fmla="*/ 7261331 h 8839200"/>
              <a:gd name="connsiteX374" fmla="*/ 10926291 w 15732060"/>
              <a:gd name="connsiteY374" fmla="*/ 7069825 h 8839200"/>
              <a:gd name="connsiteX375" fmla="*/ 10913121 w 15732060"/>
              <a:gd name="connsiteY375" fmla="*/ 7075175 h 8839200"/>
              <a:gd name="connsiteX376" fmla="*/ 10913121 w 15732060"/>
              <a:gd name="connsiteY376" fmla="*/ 7101513 h 8839200"/>
              <a:gd name="connsiteX377" fmla="*/ 10937814 w 15732060"/>
              <a:gd name="connsiteY377" fmla="*/ 7103160 h 8839200"/>
              <a:gd name="connsiteX378" fmla="*/ 11034391 w 15732060"/>
              <a:gd name="connsiteY378" fmla="*/ 7199737 h 8839200"/>
              <a:gd name="connsiteX379" fmla="*/ 11034391 w 15732060"/>
              <a:gd name="connsiteY379" fmla="*/ 7423069 h 8839200"/>
              <a:gd name="connsiteX380" fmla="*/ 11431671 w 15732060"/>
              <a:gd name="connsiteY380" fmla="*/ 7820348 h 8839200"/>
              <a:gd name="connsiteX381" fmla="*/ 11431671 w 15732060"/>
              <a:gd name="connsiteY381" fmla="*/ 7986614 h 8839200"/>
              <a:gd name="connsiteX382" fmla="*/ 12207024 w 15732060"/>
              <a:gd name="connsiteY382" fmla="*/ 8761966 h 8839200"/>
              <a:gd name="connsiteX383" fmla="*/ 12208671 w 15732060"/>
              <a:gd name="connsiteY383" fmla="*/ 8786660 h 8839200"/>
              <a:gd name="connsiteX384" fmla="*/ 12235010 w 15732060"/>
              <a:gd name="connsiteY384" fmla="*/ 8786660 h 8839200"/>
              <a:gd name="connsiteX385" fmla="*/ 12235010 w 15732060"/>
              <a:gd name="connsiteY385" fmla="*/ 8760321 h 8839200"/>
              <a:gd name="connsiteX386" fmla="*/ 12210316 w 15732060"/>
              <a:gd name="connsiteY386" fmla="*/ 8758675 h 8839200"/>
              <a:gd name="connsiteX387" fmla="*/ 12209768 w 15732060"/>
              <a:gd name="connsiteY387" fmla="*/ 8758126 h 8839200"/>
              <a:gd name="connsiteX388" fmla="*/ 11436059 w 15732060"/>
              <a:gd name="connsiteY388" fmla="*/ 7984418 h 8839200"/>
              <a:gd name="connsiteX389" fmla="*/ 11436059 w 15732060"/>
              <a:gd name="connsiteY389" fmla="*/ 7818154 h 8839200"/>
              <a:gd name="connsiteX390" fmla="*/ 11038780 w 15732060"/>
              <a:gd name="connsiteY390" fmla="*/ 7420874 h 8839200"/>
              <a:gd name="connsiteX391" fmla="*/ 11038780 w 15732060"/>
              <a:gd name="connsiteY391" fmla="*/ 7197541 h 8839200"/>
              <a:gd name="connsiteX392" fmla="*/ 10941106 w 15732060"/>
              <a:gd name="connsiteY392" fmla="*/ 7099867 h 8839200"/>
              <a:gd name="connsiteX393" fmla="*/ 10939461 w 15732060"/>
              <a:gd name="connsiteY393" fmla="*/ 7075175 h 8839200"/>
              <a:gd name="connsiteX394" fmla="*/ 10926291 w 15732060"/>
              <a:gd name="connsiteY394" fmla="*/ 7069825 h 8839200"/>
              <a:gd name="connsiteX395" fmla="*/ 1211592 w 15732060"/>
              <a:gd name="connsiteY395" fmla="*/ 7065298 h 8839200"/>
              <a:gd name="connsiteX396" fmla="*/ 1192936 w 15732060"/>
              <a:gd name="connsiteY396" fmla="*/ 7081759 h 8839200"/>
              <a:gd name="connsiteX397" fmla="*/ 568482 w 15732060"/>
              <a:gd name="connsiteY397" fmla="*/ 7081759 h 8839200"/>
              <a:gd name="connsiteX398" fmla="*/ 427460 w 15732060"/>
              <a:gd name="connsiteY398" fmla="*/ 7222782 h 8839200"/>
              <a:gd name="connsiteX399" fmla="*/ 427460 w 15732060"/>
              <a:gd name="connsiteY399" fmla="*/ 7362709 h 8839200"/>
              <a:gd name="connsiteX400" fmla="*/ 317164 w 15732060"/>
              <a:gd name="connsiteY400" fmla="*/ 7473004 h 8839200"/>
              <a:gd name="connsiteX401" fmla="*/ 292472 w 15732060"/>
              <a:gd name="connsiteY401" fmla="*/ 7474650 h 8839200"/>
              <a:gd name="connsiteX402" fmla="*/ 292472 w 15732060"/>
              <a:gd name="connsiteY402" fmla="*/ 7500989 h 8839200"/>
              <a:gd name="connsiteX403" fmla="*/ 318810 w 15732060"/>
              <a:gd name="connsiteY403" fmla="*/ 7500989 h 8839200"/>
              <a:gd name="connsiteX404" fmla="*/ 320456 w 15732060"/>
              <a:gd name="connsiteY404" fmla="*/ 7476295 h 8839200"/>
              <a:gd name="connsiteX405" fmla="*/ 431848 w 15732060"/>
              <a:gd name="connsiteY405" fmla="*/ 7364903 h 8839200"/>
              <a:gd name="connsiteX406" fmla="*/ 431848 w 15732060"/>
              <a:gd name="connsiteY406" fmla="*/ 7224977 h 8839200"/>
              <a:gd name="connsiteX407" fmla="*/ 432398 w 15732060"/>
              <a:gd name="connsiteY407" fmla="*/ 7224429 h 8839200"/>
              <a:gd name="connsiteX408" fmla="*/ 570678 w 15732060"/>
              <a:gd name="connsiteY408" fmla="*/ 7086150 h 8839200"/>
              <a:gd name="connsiteX409" fmla="*/ 1192936 w 15732060"/>
              <a:gd name="connsiteY409" fmla="*/ 7086150 h 8839200"/>
              <a:gd name="connsiteX410" fmla="*/ 1211592 w 15732060"/>
              <a:gd name="connsiteY410" fmla="*/ 7102611 h 8839200"/>
              <a:gd name="connsiteX411" fmla="*/ 1230249 w 15732060"/>
              <a:gd name="connsiteY411" fmla="*/ 7083954 h 8839200"/>
              <a:gd name="connsiteX412" fmla="*/ 1211592 w 15732060"/>
              <a:gd name="connsiteY412" fmla="*/ 7065298 h 8839200"/>
              <a:gd name="connsiteX413" fmla="*/ 10149290 w 15732060"/>
              <a:gd name="connsiteY413" fmla="*/ 7048973 h 8839200"/>
              <a:gd name="connsiteX414" fmla="*/ 10136121 w 15732060"/>
              <a:gd name="connsiteY414" fmla="*/ 7054323 h 8839200"/>
              <a:gd name="connsiteX415" fmla="*/ 10136121 w 15732060"/>
              <a:gd name="connsiteY415" fmla="*/ 7080662 h 8839200"/>
              <a:gd name="connsiteX416" fmla="*/ 10160814 w 15732060"/>
              <a:gd name="connsiteY416" fmla="*/ 7082308 h 8839200"/>
              <a:gd name="connsiteX417" fmla="*/ 10562483 w 15732060"/>
              <a:gd name="connsiteY417" fmla="*/ 7483978 h 8839200"/>
              <a:gd name="connsiteX418" fmla="*/ 10562483 w 15732060"/>
              <a:gd name="connsiteY418" fmla="*/ 7778645 h 8839200"/>
              <a:gd name="connsiteX419" fmla="*/ 10879101 w 15732060"/>
              <a:gd name="connsiteY419" fmla="*/ 8095261 h 8839200"/>
              <a:gd name="connsiteX420" fmla="*/ 10880746 w 15732060"/>
              <a:gd name="connsiteY420" fmla="*/ 8119954 h 8839200"/>
              <a:gd name="connsiteX421" fmla="*/ 10907085 w 15732060"/>
              <a:gd name="connsiteY421" fmla="*/ 8119954 h 8839200"/>
              <a:gd name="connsiteX422" fmla="*/ 10907085 w 15732060"/>
              <a:gd name="connsiteY422" fmla="*/ 8093615 h 8839200"/>
              <a:gd name="connsiteX423" fmla="*/ 10882392 w 15732060"/>
              <a:gd name="connsiteY423" fmla="*/ 8091969 h 8839200"/>
              <a:gd name="connsiteX424" fmla="*/ 10566874 w 15732060"/>
              <a:gd name="connsiteY424" fmla="*/ 7776999 h 8839200"/>
              <a:gd name="connsiteX425" fmla="*/ 10566874 w 15732060"/>
              <a:gd name="connsiteY425" fmla="*/ 7482332 h 8839200"/>
              <a:gd name="connsiteX426" fmla="*/ 10164106 w 15732060"/>
              <a:gd name="connsiteY426" fmla="*/ 7079565 h 8839200"/>
              <a:gd name="connsiteX427" fmla="*/ 10162460 w 15732060"/>
              <a:gd name="connsiteY427" fmla="*/ 7054872 h 8839200"/>
              <a:gd name="connsiteX428" fmla="*/ 10162460 w 15732060"/>
              <a:gd name="connsiteY428" fmla="*/ 7054323 h 8839200"/>
              <a:gd name="connsiteX429" fmla="*/ 10149290 w 15732060"/>
              <a:gd name="connsiteY429" fmla="*/ 7048973 h 8839200"/>
              <a:gd name="connsiteX430" fmla="*/ 3696238 w 15732060"/>
              <a:gd name="connsiteY430" fmla="*/ 6827149 h 8839200"/>
              <a:gd name="connsiteX431" fmla="*/ 3677581 w 15732060"/>
              <a:gd name="connsiteY431" fmla="*/ 6843611 h 8839200"/>
              <a:gd name="connsiteX432" fmla="*/ 3053128 w 15732060"/>
              <a:gd name="connsiteY432" fmla="*/ 6843611 h 8839200"/>
              <a:gd name="connsiteX433" fmla="*/ 2962587 w 15732060"/>
              <a:gd name="connsiteY433" fmla="*/ 6934151 h 8839200"/>
              <a:gd name="connsiteX434" fmla="*/ 2937894 w 15732060"/>
              <a:gd name="connsiteY434" fmla="*/ 6935798 h 8839200"/>
              <a:gd name="connsiteX435" fmla="*/ 2937894 w 15732060"/>
              <a:gd name="connsiteY435" fmla="*/ 6962136 h 8839200"/>
              <a:gd name="connsiteX436" fmla="*/ 2964233 w 15732060"/>
              <a:gd name="connsiteY436" fmla="*/ 6962136 h 8839200"/>
              <a:gd name="connsiteX437" fmla="*/ 2965880 w 15732060"/>
              <a:gd name="connsiteY437" fmla="*/ 6937444 h 8839200"/>
              <a:gd name="connsiteX438" fmla="*/ 3054773 w 15732060"/>
              <a:gd name="connsiteY438" fmla="*/ 6848549 h 8839200"/>
              <a:gd name="connsiteX439" fmla="*/ 3677032 w 15732060"/>
              <a:gd name="connsiteY439" fmla="*/ 6848549 h 8839200"/>
              <a:gd name="connsiteX440" fmla="*/ 3677581 w 15732060"/>
              <a:gd name="connsiteY440" fmla="*/ 6848001 h 8839200"/>
              <a:gd name="connsiteX441" fmla="*/ 3696238 w 15732060"/>
              <a:gd name="connsiteY441" fmla="*/ 6864463 h 8839200"/>
              <a:gd name="connsiteX442" fmla="*/ 3714895 w 15732060"/>
              <a:gd name="connsiteY442" fmla="*/ 6845806 h 8839200"/>
              <a:gd name="connsiteX443" fmla="*/ 3696238 w 15732060"/>
              <a:gd name="connsiteY443" fmla="*/ 6827149 h 8839200"/>
              <a:gd name="connsiteX444" fmla="*/ 9514411 w 15732060"/>
              <a:gd name="connsiteY444" fmla="*/ 6708760 h 8839200"/>
              <a:gd name="connsiteX445" fmla="*/ 9501242 w 15732060"/>
              <a:gd name="connsiteY445" fmla="*/ 6714111 h 8839200"/>
              <a:gd name="connsiteX446" fmla="*/ 9501242 w 15732060"/>
              <a:gd name="connsiteY446" fmla="*/ 6740450 h 8839200"/>
              <a:gd name="connsiteX447" fmla="*/ 9525934 w 15732060"/>
              <a:gd name="connsiteY447" fmla="*/ 6742096 h 8839200"/>
              <a:gd name="connsiteX448" fmla="*/ 10158070 w 15732060"/>
              <a:gd name="connsiteY448" fmla="*/ 7374232 h 8839200"/>
              <a:gd name="connsiteX449" fmla="*/ 10158070 w 15732060"/>
              <a:gd name="connsiteY449" fmla="*/ 7897171 h 8839200"/>
              <a:gd name="connsiteX450" fmla="*/ 10566325 w 15732060"/>
              <a:gd name="connsiteY450" fmla="*/ 8305425 h 8839200"/>
              <a:gd name="connsiteX451" fmla="*/ 10566874 w 15732060"/>
              <a:gd name="connsiteY451" fmla="*/ 8305425 h 8839200"/>
              <a:gd name="connsiteX452" fmla="*/ 11109018 w 15732060"/>
              <a:gd name="connsiteY452" fmla="*/ 8305973 h 8839200"/>
              <a:gd name="connsiteX453" fmla="*/ 11354300 w 15732060"/>
              <a:gd name="connsiteY453" fmla="*/ 8551255 h 8839200"/>
              <a:gd name="connsiteX454" fmla="*/ 11354300 w 15732060"/>
              <a:gd name="connsiteY454" fmla="*/ 8765808 h 8839200"/>
              <a:gd name="connsiteX455" fmla="*/ 11337837 w 15732060"/>
              <a:gd name="connsiteY455" fmla="*/ 8784465 h 8839200"/>
              <a:gd name="connsiteX456" fmla="*/ 11356494 w 15732060"/>
              <a:gd name="connsiteY456" fmla="*/ 8803121 h 8839200"/>
              <a:gd name="connsiteX457" fmla="*/ 11375152 w 15732060"/>
              <a:gd name="connsiteY457" fmla="*/ 8784465 h 8839200"/>
              <a:gd name="connsiteX458" fmla="*/ 11370419 w 15732060"/>
              <a:gd name="connsiteY458" fmla="*/ 8771639 h 8839200"/>
              <a:gd name="connsiteX459" fmla="*/ 11359238 w 15732060"/>
              <a:gd name="connsiteY459" fmla="*/ 8766081 h 8839200"/>
              <a:gd name="connsiteX460" fmla="*/ 11359238 w 15732060"/>
              <a:gd name="connsiteY460" fmla="*/ 8766357 h 8839200"/>
              <a:gd name="connsiteX461" fmla="*/ 11358689 w 15732060"/>
              <a:gd name="connsiteY461" fmla="*/ 8765808 h 8839200"/>
              <a:gd name="connsiteX462" fmla="*/ 11359238 w 15732060"/>
              <a:gd name="connsiteY462" fmla="*/ 8766081 h 8839200"/>
              <a:gd name="connsiteX463" fmla="*/ 11359238 w 15732060"/>
              <a:gd name="connsiteY463" fmla="*/ 8549609 h 8839200"/>
              <a:gd name="connsiteX464" fmla="*/ 11111762 w 15732060"/>
              <a:gd name="connsiteY464" fmla="*/ 8302133 h 8839200"/>
              <a:gd name="connsiteX465" fmla="*/ 11111212 w 15732060"/>
              <a:gd name="connsiteY465" fmla="*/ 8302133 h 8839200"/>
              <a:gd name="connsiteX466" fmla="*/ 10569068 w 15732060"/>
              <a:gd name="connsiteY466" fmla="*/ 8301584 h 8839200"/>
              <a:gd name="connsiteX467" fmla="*/ 10163009 w 15732060"/>
              <a:gd name="connsiteY467" fmla="*/ 7895525 h 8839200"/>
              <a:gd name="connsiteX468" fmla="*/ 10163009 w 15732060"/>
              <a:gd name="connsiteY468" fmla="*/ 7372586 h 8839200"/>
              <a:gd name="connsiteX469" fmla="*/ 9529227 w 15732060"/>
              <a:gd name="connsiteY469" fmla="*/ 6738804 h 8839200"/>
              <a:gd name="connsiteX470" fmla="*/ 9527580 w 15732060"/>
              <a:gd name="connsiteY470" fmla="*/ 6714111 h 8839200"/>
              <a:gd name="connsiteX471" fmla="*/ 9514411 w 15732060"/>
              <a:gd name="connsiteY471" fmla="*/ 6708760 h 8839200"/>
              <a:gd name="connsiteX472" fmla="*/ 4474336 w 15732060"/>
              <a:gd name="connsiteY472" fmla="*/ 6454151 h 8839200"/>
              <a:gd name="connsiteX473" fmla="*/ 4461166 w 15732060"/>
              <a:gd name="connsiteY473" fmla="*/ 6459501 h 8839200"/>
              <a:gd name="connsiteX474" fmla="*/ 4459520 w 15732060"/>
              <a:gd name="connsiteY474" fmla="*/ 6484193 h 8839200"/>
              <a:gd name="connsiteX475" fmla="*/ 4294352 w 15732060"/>
              <a:gd name="connsiteY475" fmla="*/ 6649361 h 8839200"/>
              <a:gd name="connsiteX476" fmla="*/ 3558507 w 15732060"/>
              <a:gd name="connsiteY476" fmla="*/ 6649361 h 8839200"/>
              <a:gd name="connsiteX477" fmla="*/ 3539850 w 15732060"/>
              <a:gd name="connsiteY477" fmla="*/ 6632899 h 8839200"/>
              <a:gd name="connsiteX478" fmla="*/ 3521193 w 15732060"/>
              <a:gd name="connsiteY478" fmla="*/ 6651556 h 8839200"/>
              <a:gd name="connsiteX479" fmla="*/ 3539850 w 15732060"/>
              <a:gd name="connsiteY479" fmla="*/ 6670213 h 8839200"/>
              <a:gd name="connsiteX480" fmla="*/ 3558507 w 15732060"/>
              <a:gd name="connsiteY480" fmla="*/ 6653750 h 8839200"/>
              <a:gd name="connsiteX481" fmla="*/ 4296547 w 15732060"/>
              <a:gd name="connsiteY481" fmla="*/ 6653750 h 8839200"/>
              <a:gd name="connsiteX482" fmla="*/ 4462813 w 15732060"/>
              <a:gd name="connsiteY482" fmla="*/ 6487486 h 8839200"/>
              <a:gd name="connsiteX483" fmla="*/ 4462812 w 15732060"/>
              <a:gd name="connsiteY483" fmla="*/ 6487486 h 8839200"/>
              <a:gd name="connsiteX484" fmla="*/ 4463362 w 15732060"/>
              <a:gd name="connsiteY484" fmla="*/ 6486937 h 8839200"/>
              <a:gd name="connsiteX485" fmla="*/ 4462813 w 15732060"/>
              <a:gd name="connsiteY485" fmla="*/ 6487486 h 8839200"/>
              <a:gd name="connsiteX486" fmla="*/ 4475364 w 15732060"/>
              <a:gd name="connsiteY486" fmla="*/ 6491189 h 8839200"/>
              <a:gd name="connsiteX487" fmla="*/ 4487505 w 15732060"/>
              <a:gd name="connsiteY487" fmla="*/ 6485840 h 8839200"/>
              <a:gd name="connsiteX488" fmla="*/ 4487505 w 15732060"/>
              <a:gd name="connsiteY488" fmla="*/ 6459501 h 8839200"/>
              <a:gd name="connsiteX489" fmla="*/ 4474336 w 15732060"/>
              <a:gd name="connsiteY489" fmla="*/ 6454151 h 8839200"/>
              <a:gd name="connsiteX490" fmla="*/ 2861072 w 15732060"/>
              <a:gd name="connsiteY490" fmla="*/ 6399141 h 8839200"/>
              <a:gd name="connsiteX491" fmla="*/ 2842416 w 15732060"/>
              <a:gd name="connsiteY491" fmla="*/ 6417798 h 8839200"/>
              <a:gd name="connsiteX492" fmla="*/ 2858877 w 15732060"/>
              <a:gd name="connsiteY492" fmla="*/ 6436454 h 8839200"/>
              <a:gd name="connsiteX493" fmla="*/ 2858877 w 15732060"/>
              <a:gd name="connsiteY493" fmla="*/ 6778312 h 8839200"/>
              <a:gd name="connsiteX494" fmla="*/ 2574086 w 15732060"/>
              <a:gd name="connsiteY494" fmla="*/ 7063102 h 8839200"/>
              <a:gd name="connsiteX495" fmla="*/ 1833852 w 15732060"/>
              <a:gd name="connsiteY495" fmla="*/ 7063102 h 8839200"/>
              <a:gd name="connsiteX496" fmla="*/ 1090324 w 15732060"/>
              <a:gd name="connsiteY496" fmla="*/ 7806630 h 8839200"/>
              <a:gd name="connsiteX497" fmla="*/ 60908 w 15732060"/>
              <a:gd name="connsiteY497" fmla="*/ 7806630 h 8839200"/>
              <a:gd name="connsiteX498" fmla="*/ 42250 w 15732060"/>
              <a:gd name="connsiteY498" fmla="*/ 7790168 h 8839200"/>
              <a:gd name="connsiteX499" fmla="*/ 23594 w 15732060"/>
              <a:gd name="connsiteY499" fmla="*/ 7808826 h 8839200"/>
              <a:gd name="connsiteX500" fmla="*/ 42250 w 15732060"/>
              <a:gd name="connsiteY500" fmla="*/ 7827483 h 8839200"/>
              <a:gd name="connsiteX501" fmla="*/ 60908 w 15732060"/>
              <a:gd name="connsiteY501" fmla="*/ 7811020 h 8839200"/>
              <a:gd name="connsiteX502" fmla="*/ 1091970 w 15732060"/>
              <a:gd name="connsiteY502" fmla="*/ 7811020 h 8839200"/>
              <a:gd name="connsiteX503" fmla="*/ 1835498 w 15732060"/>
              <a:gd name="connsiteY503" fmla="*/ 7067493 h 8839200"/>
              <a:gd name="connsiteX504" fmla="*/ 1835498 w 15732060"/>
              <a:gd name="connsiteY504" fmla="*/ 7068042 h 8839200"/>
              <a:gd name="connsiteX505" fmla="*/ 2575733 w 15732060"/>
              <a:gd name="connsiteY505" fmla="*/ 7068042 h 8839200"/>
              <a:gd name="connsiteX506" fmla="*/ 2863267 w 15732060"/>
              <a:gd name="connsiteY506" fmla="*/ 6780507 h 8839200"/>
              <a:gd name="connsiteX507" fmla="*/ 2863267 w 15732060"/>
              <a:gd name="connsiteY507" fmla="*/ 6436454 h 8839200"/>
              <a:gd name="connsiteX508" fmla="*/ 2879729 w 15732060"/>
              <a:gd name="connsiteY508" fmla="*/ 6417798 h 8839200"/>
              <a:gd name="connsiteX509" fmla="*/ 2861072 w 15732060"/>
              <a:gd name="connsiteY509" fmla="*/ 6399141 h 8839200"/>
              <a:gd name="connsiteX510" fmla="*/ 3111561 w 15732060"/>
              <a:gd name="connsiteY510" fmla="*/ 6398704 h 8839200"/>
              <a:gd name="connsiteX511" fmla="*/ 3098603 w 15732060"/>
              <a:gd name="connsiteY511" fmla="*/ 6404009 h 8839200"/>
              <a:gd name="connsiteX512" fmla="*/ 3093184 w 15732060"/>
              <a:gd name="connsiteY512" fmla="*/ 6417246 h 8839200"/>
              <a:gd name="connsiteX513" fmla="*/ 3109647 w 15732060"/>
              <a:gd name="connsiteY513" fmla="*/ 6435904 h 8839200"/>
              <a:gd name="connsiteX514" fmla="*/ 3109647 w 15732060"/>
              <a:gd name="connsiteY514" fmla="*/ 6726181 h 8839200"/>
              <a:gd name="connsiteX515" fmla="*/ 2526348 w 15732060"/>
              <a:gd name="connsiteY515" fmla="*/ 7309480 h 8839200"/>
              <a:gd name="connsiteX516" fmla="*/ 2231680 w 15732060"/>
              <a:gd name="connsiteY516" fmla="*/ 7309480 h 8839200"/>
              <a:gd name="connsiteX517" fmla="*/ 2131812 w 15732060"/>
              <a:gd name="connsiteY517" fmla="*/ 7209611 h 8839200"/>
              <a:gd name="connsiteX518" fmla="*/ 2131263 w 15732060"/>
              <a:gd name="connsiteY518" fmla="*/ 7209611 h 8839200"/>
              <a:gd name="connsiteX519" fmla="*/ 2021516 w 15732060"/>
              <a:gd name="connsiteY519" fmla="*/ 7209063 h 8839200"/>
              <a:gd name="connsiteX520" fmla="*/ 1603934 w 15732060"/>
              <a:gd name="connsiteY520" fmla="*/ 7626645 h 8839200"/>
              <a:gd name="connsiteX521" fmla="*/ 1396514 w 15732060"/>
              <a:gd name="connsiteY521" fmla="*/ 7626645 h 8839200"/>
              <a:gd name="connsiteX522" fmla="*/ 557508 w 15732060"/>
              <a:gd name="connsiteY522" fmla="*/ 8465652 h 8839200"/>
              <a:gd name="connsiteX523" fmla="*/ 52676 w 15732060"/>
              <a:gd name="connsiteY523" fmla="*/ 8465652 h 8839200"/>
              <a:gd name="connsiteX524" fmla="*/ 34020 w 15732060"/>
              <a:gd name="connsiteY524" fmla="*/ 8449189 h 8839200"/>
              <a:gd name="connsiteX525" fmla="*/ 15364 w 15732060"/>
              <a:gd name="connsiteY525" fmla="*/ 8467846 h 8839200"/>
              <a:gd name="connsiteX526" fmla="*/ 34020 w 15732060"/>
              <a:gd name="connsiteY526" fmla="*/ 8486503 h 8839200"/>
              <a:gd name="connsiteX527" fmla="*/ 52676 w 15732060"/>
              <a:gd name="connsiteY527" fmla="*/ 8470042 h 8839200"/>
              <a:gd name="connsiteX528" fmla="*/ 559154 w 15732060"/>
              <a:gd name="connsiteY528" fmla="*/ 8470042 h 8839200"/>
              <a:gd name="connsiteX529" fmla="*/ 1398161 w 15732060"/>
              <a:gd name="connsiteY529" fmla="*/ 7631035 h 8839200"/>
              <a:gd name="connsiteX530" fmla="*/ 1605580 w 15732060"/>
              <a:gd name="connsiteY530" fmla="*/ 7631035 h 8839200"/>
              <a:gd name="connsiteX531" fmla="*/ 2023163 w 15732060"/>
              <a:gd name="connsiteY531" fmla="*/ 7213452 h 8839200"/>
              <a:gd name="connsiteX532" fmla="*/ 2128519 w 15732060"/>
              <a:gd name="connsiteY532" fmla="*/ 7213452 h 8839200"/>
              <a:gd name="connsiteX533" fmla="*/ 2228387 w 15732060"/>
              <a:gd name="connsiteY533" fmla="*/ 7313321 h 8839200"/>
              <a:gd name="connsiteX534" fmla="*/ 2228936 w 15732060"/>
              <a:gd name="connsiteY534" fmla="*/ 7313321 h 8839200"/>
              <a:gd name="connsiteX535" fmla="*/ 2527445 w 15732060"/>
              <a:gd name="connsiteY535" fmla="*/ 7313870 h 8839200"/>
              <a:gd name="connsiteX536" fmla="*/ 3113488 w 15732060"/>
              <a:gd name="connsiteY536" fmla="*/ 6727827 h 8839200"/>
              <a:gd name="connsiteX537" fmla="*/ 3113488 w 15732060"/>
              <a:gd name="connsiteY537" fmla="*/ 6435904 h 8839200"/>
              <a:gd name="connsiteX538" fmla="*/ 3129950 w 15732060"/>
              <a:gd name="connsiteY538" fmla="*/ 6417246 h 8839200"/>
              <a:gd name="connsiteX539" fmla="*/ 3124531 w 15732060"/>
              <a:gd name="connsiteY539" fmla="*/ 6404215 h 8839200"/>
              <a:gd name="connsiteX540" fmla="*/ 2945028 w 15732060"/>
              <a:gd name="connsiteY540" fmla="*/ 6398590 h 8839200"/>
              <a:gd name="connsiteX541" fmla="*/ 2926371 w 15732060"/>
              <a:gd name="connsiteY541" fmla="*/ 6417246 h 8839200"/>
              <a:gd name="connsiteX542" fmla="*/ 2942832 w 15732060"/>
              <a:gd name="connsiteY542" fmla="*/ 6435904 h 8839200"/>
              <a:gd name="connsiteX543" fmla="*/ 2942832 w 15732060"/>
              <a:gd name="connsiteY543" fmla="*/ 6599974 h 8839200"/>
              <a:gd name="connsiteX544" fmla="*/ 2926371 w 15732060"/>
              <a:gd name="connsiteY544" fmla="*/ 6618630 h 8839200"/>
              <a:gd name="connsiteX545" fmla="*/ 2945028 w 15732060"/>
              <a:gd name="connsiteY545" fmla="*/ 6637287 h 8839200"/>
              <a:gd name="connsiteX546" fmla="*/ 2963685 w 15732060"/>
              <a:gd name="connsiteY546" fmla="*/ 6618630 h 8839200"/>
              <a:gd name="connsiteX547" fmla="*/ 2947223 w 15732060"/>
              <a:gd name="connsiteY547" fmla="*/ 6599974 h 8839200"/>
              <a:gd name="connsiteX548" fmla="*/ 2947223 w 15732060"/>
              <a:gd name="connsiteY548" fmla="*/ 6435904 h 8839200"/>
              <a:gd name="connsiteX549" fmla="*/ 2963685 w 15732060"/>
              <a:gd name="connsiteY549" fmla="*/ 6417246 h 8839200"/>
              <a:gd name="connsiteX550" fmla="*/ 2945028 w 15732060"/>
              <a:gd name="connsiteY550" fmla="*/ 6398590 h 8839200"/>
              <a:gd name="connsiteX551" fmla="*/ 3028983 w 15732060"/>
              <a:gd name="connsiteY551" fmla="*/ 6398590 h 8839200"/>
              <a:gd name="connsiteX552" fmla="*/ 3010326 w 15732060"/>
              <a:gd name="connsiteY552" fmla="*/ 6417246 h 8839200"/>
              <a:gd name="connsiteX553" fmla="*/ 3026789 w 15732060"/>
              <a:gd name="connsiteY553" fmla="*/ 6435904 h 8839200"/>
              <a:gd name="connsiteX554" fmla="*/ 3026789 w 15732060"/>
              <a:gd name="connsiteY554" fmla="*/ 6710817 h 8839200"/>
              <a:gd name="connsiteX555" fmla="*/ 2603718 w 15732060"/>
              <a:gd name="connsiteY555" fmla="*/ 7133887 h 8839200"/>
              <a:gd name="connsiteX556" fmla="*/ 1999018 w 15732060"/>
              <a:gd name="connsiteY556" fmla="*/ 7133887 h 8839200"/>
              <a:gd name="connsiteX557" fmla="*/ 1713131 w 15732060"/>
              <a:gd name="connsiteY557" fmla="*/ 7419775 h 8839200"/>
              <a:gd name="connsiteX558" fmla="*/ 1688438 w 15732060"/>
              <a:gd name="connsiteY558" fmla="*/ 7421420 h 8839200"/>
              <a:gd name="connsiteX559" fmla="*/ 1688438 w 15732060"/>
              <a:gd name="connsiteY559" fmla="*/ 7447759 h 8839200"/>
              <a:gd name="connsiteX560" fmla="*/ 1714777 w 15732060"/>
              <a:gd name="connsiteY560" fmla="*/ 7447759 h 8839200"/>
              <a:gd name="connsiteX561" fmla="*/ 1716423 w 15732060"/>
              <a:gd name="connsiteY561" fmla="*/ 7423066 h 8839200"/>
              <a:gd name="connsiteX562" fmla="*/ 2000665 w 15732060"/>
              <a:gd name="connsiteY562" fmla="*/ 7138825 h 8839200"/>
              <a:gd name="connsiteX563" fmla="*/ 2604815 w 15732060"/>
              <a:gd name="connsiteY563" fmla="*/ 7138825 h 8839200"/>
              <a:gd name="connsiteX564" fmla="*/ 3031178 w 15732060"/>
              <a:gd name="connsiteY564" fmla="*/ 6712463 h 8839200"/>
              <a:gd name="connsiteX565" fmla="*/ 3031178 w 15732060"/>
              <a:gd name="connsiteY565" fmla="*/ 6435904 h 8839200"/>
              <a:gd name="connsiteX566" fmla="*/ 3047640 w 15732060"/>
              <a:gd name="connsiteY566" fmla="*/ 6417246 h 8839200"/>
              <a:gd name="connsiteX567" fmla="*/ 3028983 w 15732060"/>
              <a:gd name="connsiteY567" fmla="*/ 6398590 h 8839200"/>
              <a:gd name="connsiteX568" fmla="*/ 3111841 w 15732060"/>
              <a:gd name="connsiteY568" fmla="*/ 6398590 h 8839200"/>
              <a:gd name="connsiteX569" fmla="*/ 3111292 w 15732060"/>
              <a:gd name="connsiteY569" fmla="*/ 6398590 h 8839200"/>
              <a:gd name="connsiteX570" fmla="*/ 3111561 w 15732060"/>
              <a:gd name="connsiteY570" fmla="*/ 6398704 h 8839200"/>
              <a:gd name="connsiteX571" fmla="*/ 3195248 w 15732060"/>
              <a:gd name="connsiteY571" fmla="*/ 6398590 h 8839200"/>
              <a:gd name="connsiteX572" fmla="*/ 3176591 w 15732060"/>
              <a:gd name="connsiteY572" fmla="*/ 6417246 h 8839200"/>
              <a:gd name="connsiteX573" fmla="*/ 3193054 w 15732060"/>
              <a:gd name="connsiteY573" fmla="*/ 6435904 h 8839200"/>
              <a:gd name="connsiteX574" fmla="*/ 3193054 w 15732060"/>
              <a:gd name="connsiteY574" fmla="*/ 6599974 h 8839200"/>
              <a:gd name="connsiteX575" fmla="*/ 3176591 w 15732060"/>
              <a:gd name="connsiteY575" fmla="*/ 6618630 h 8839200"/>
              <a:gd name="connsiteX576" fmla="*/ 3195248 w 15732060"/>
              <a:gd name="connsiteY576" fmla="*/ 6637287 h 8839200"/>
              <a:gd name="connsiteX577" fmla="*/ 3213905 w 15732060"/>
              <a:gd name="connsiteY577" fmla="*/ 6618630 h 8839200"/>
              <a:gd name="connsiteX578" fmla="*/ 3197443 w 15732060"/>
              <a:gd name="connsiteY578" fmla="*/ 6599974 h 8839200"/>
              <a:gd name="connsiteX579" fmla="*/ 3197443 w 15732060"/>
              <a:gd name="connsiteY579" fmla="*/ 6435904 h 8839200"/>
              <a:gd name="connsiteX580" fmla="*/ 3213905 w 15732060"/>
              <a:gd name="connsiteY580" fmla="*/ 6417246 h 8839200"/>
              <a:gd name="connsiteX581" fmla="*/ 3195248 w 15732060"/>
              <a:gd name="connsiteY581" fmla="*/ 6398590 h 8839200"/>
              <a:gd name="connsiteX582" fmla="*/ 3278654 w 15732060"/>
              <a:gd name="connsiteY582" fmla="*/ 6398590 h 8839200"/>
              <a:gd name="connsiteX583" fmla="*/ 3259998 w 15732060"/>
              <a:gd name="connsiteY583" fmla="*/ 6417246 h 8839200"/>
              <a:gd name="connsiteX584" fmla="*/ 3276460 w 15732060"/>
              <a:gd name="connsiteY584" fmla="*/ 6435904 h 8839200"/>
              <a:gd name="connsiteX585" fmla="*/ 3276460 w 15732060"/>
              <a:gd name="connsiteY585" fmla="*/ 6619728 h 8839200"/>
              <a:gd name="connsiteX586" fmla="*/ 3437786 w 15732060"/>
              <a:gd name="connsiteY586" fmla="*/ 6781054 h 8839200"/>
              <a:gd name="connsiteX587" fmla="*/ 3438335 w 15732060"/>
              <a:gd name="connsiteY587" fmla="*/ 6781054 h 8839200"/>
              <a:gd name="connsiteX588" fmla="*/ 4190094 w 15732060"/>
              <a:gd name="connsiteY588" fmla="*/ 6781604 h 8839200"/>
              <a:gd name="connsiteX589" fmla="*/ 4208751 w 15732060"/>
              <a:gd name="connsiteY589" fmla="*/ 6798065 h 8839200"/>
              <a:gd name="connsiteX590" fmla="*/ 4227408 w 15732060"/>
              <a:gd name="connsiteY590" fmla="*/ 6779408 h 8839200"/>
              <a:gd name="connsiteX591" fmla="*/ 4208751 w 15732060"/>
              <a:gd name="connsiteY591" fmla="*/ 6760751 h 8839200"/>
              <a:gd name="connsiteX592" fmla="*/ 4208202 w 15732060"/>
              <a:gd name="connsiteY592" fmla="*/ 6760203 h 8839200"/>
              <a:gd name="connsiteX593" fmla="*/ 4189546 w 15732060"/>
              <a:gd name="connsiteY593" fmla="*/ 6776664 h 8839200"/>
              <a:gd name="connsiteX594" fmla="*/ 3439981 w 15732060"/>
              <a:gd name="connsiteY594" fmla="*/ 6776664 h 8839200"/>
              <a:gd name="connsiteX595" fmla="*/ 3280850 w 15732060"/>
              <a:gd name="connsiteY595" fmla="*/ 6617533 h 8839200"/>
              <a:gd name="connsiteX596" fmla="*/ 3280850 w 15732060"/>
              <a:gd name="connsiteY596" fmla="*/ 6435904 h 8839200"/>
              <a:gd name="connsiteX597" fmla="*/ 3297312 w 15732060"/>
              <a:gd name="connsiteY597" fmla="*/ 6417246 h 8839200"/>
              <a:gd name="connsiteX598" fmla="*/ 3278654 w 15732060"/>
              <a:gd name="connsiteY598" fmla="*/ 6398590 h 8839200"/>
              <a:gd name="connsiteX599" fmla="*/ 2805102 w 15732060"/>
              <a:gd name="connsiteY599" fmla="*/ 6343170 h 8839200"/>
              <a:gd name="connsiteX600" fmla="*/ 2786445 w 15732060"/>
              <a:gd name="connsiteY600" fmla="*/ 6359632 h 8839200"/>
              <a:gd name="connsiteX601" fmla="*/ 2069805 w 15732060"/>
              <a:gd name="connsiteY601" fmla="*/ 6359632 h 8839200"/>
              <a:gd name="connsiteX602" fmla="*/ 785230 w 15732060"/>
              <a:gd name="connsiteY602" fmla="*/ 7644207 h 8839200"/>
              <a:gd name="connsiteX603" fmla="*/ 50482 w 15732060"/>
              <a:gd name="connsiteY603" fmla="*/ 7644207 h 8839200"/>
              <a:gd name="connsiteX604" fmla="*/ 31826 w 15732060"/>
              <a:gd name="connsiteY604" fmla="*/ 7627744 h 8839200"/>
              <a:gd name="connsiteX605" fmla="*/ 13168 w 15732060"/>
              <a:gd name="connsiteY605" fmla="*/ 7646401 h 8839200"/>
              <a:gd name="connsiteX606" fmla="*/ 31826 w 15732060"/>
              <a:gd name="connsiteY606" fmla="*/ 7665059 h 8839200"/>
              <a:gd name="connsiteX607" fmla="*/ 50482 w 15732060"/>
              <a:gd name="connsiteY607" fmla="*/ 7648597 h 8839200"/>
              <a:gd name="connsiteX608" fmla="*/ 787426 w 15732060"/>
              <a:gd name="connsiteY608" fmla="*/ 7648597 h 8839200"/>
              <a:gd name="connsiteX609" fmla="*/ 2072000 w 15732060"/>
              <a:gd name="connsiteY609" fmla="*/ 6364021 h 8839200"/>
              <a:gd name="connsiteX610" fmla="*/ 2786445 w 15732060"/>
              <a:gd name="connsiteY610" fmla="*/ 6364021 h 8839200"/>
              <a:gd name="connsiteX611" fmla="*/ 2805102 w 15732060"/>
              <a:gd name="connsiteY611" fmla="*/ 6380484 h 8839200"/>
              <a:gd name="connsiteX612" fmla="*/ 2823759 w 15732060"/>
              <a:gd name="connsiteY612" fmla="*/ 6361827 h 8839200"/>
              <a:gd name="connsiteX613" fmla="*/ 2805102 w 15732060"/>
              <a:gd name="connsiteY613" fmla="*/ 6343170 h 8839200"/>
              <a:gd name="connsiteX614" fmla="*/ 4023829 w 15732060"/>
              <a:gd name="connsiteY614" fmla="*/ 6335623 h 8839200"/>
              <a:gd name="connsiteX615" fmla="*/ 4010660 w 15732060"/>
              <a:gd name="connsiteY615" fmla="*/ 6340973 h 8839200"/>
              <a:gd name="connsiteX616" fmla="*/ 4009014 w 15732060"/>
              <a:gd name="connsiteY616" fmla="*/ 6365667 h 8839200"/>
              <a:gd name="connsiteX617" fmla="*/ 3922314 w 15732060"/>
              <a:gd name="connsiteY617" fmla="*/ 6452366 h 8839200"/>
              <a:gd name="connsiteX618" fmla="*/ 3633134 w 15732060"/>
              <a:gd name="connsiteY618" fmla="*/ 6452366 h 8839200"/>
              <a:gd name="connsiteX619" fmla="*/ 3632584 w 15732060"/>
              <a:gd name="connsiteY619" fmla="*/ 6452914 h 8839200"/>
              <a:gd name="connsiteX620" fmla="*/ 3538753 w 15732060"/>
              <a:gd name="connsiteY620" fmla="*/ 6359082 h 8839200"/>
              <a:gd name="connsiteX621" fmla="*/ 3538203 w 15732060"/>
              <a:gd name="connsiteY621" fmla="*/ 6359082 h 8839200"/>
              <a:gd name="connsiteX622" fmla="*/ 3354379 w 15732060"/>
              <a:gd name="connsiteY622" fmla="*/ 6358532 h 8839200"/>
              <a:gd name="connsiteX623" fmla="*/ 3335723 w 15732060"/>
              <a:gd name="connsiteY623" fmla="*/ 6342071 h 8839200"/>
              <a:gd name="connsiteX624" fmla="*/ 3317066 w 15732060"/>
              <a:gd name="connsiteY624" fmla="*/ 6360727 h 8839200"/>
              <a:gd name="connsiteX625" fmla="*/ 3335723 w 15732060"/>
              <a:gd name="connsiteY625" fmla="*/ 6379384 h 8839200"/>
              <a:gd name="connsiteX626" fmla="*/ 3354379 w 15732060"/>
              <a:gd name="connsiteY626" fmla="*/ 6362923 h 8839200"/>
              <a:gd name="connsiteX627" fmla="*/ 3536009 w 15732060"/>
              <a:gd name="connsiteY627" fmla="*/ 6362923 h 8839200"/>
              <a:gd name="connsiteX628" fmla="*/ 3629842 w 15732060"/>
              <a:gd name="connsiteY628" fmla="*/ 6456755 h 8839200"/>
              <a:gd name="connsiteX629" fmla="*/ 3630390 w 15732060"/>
              <a:gd name="connsiteY629" fmla="*/ 6456755 h 8839200"/>
              <a:gd name="connsiteX630" fmla="*/ 3923960 w 15732060"/>
              <a:gd name="connsiteY630" fmla="*/ 6457304 h 8839200"/>
              <a:gd name="connsiteX631" fmla="*/ 4012306 w 15732060"/>
              <a:gd name="connsiteY631" fmla="*/ 6368958 h 8839200"/>
              <a:gd name="connsiteX632" fmla="*/ 4036998 w 15732060"/>
              <a:gd name="connsiteY632" fmla="*/ 6367312 h 8839200"/>
              <a:gd name="connsiteX633" fmla="*/ 4036998 w 15732060"/>
              <a:gd name="connsiteY633" fmla="*/ 6340973 h 8839200"/>
              <a:gd name="connsiteX634" fmla="*/ 4023829 w 15732060"/>
              <a:gd name="connsiteY634" fmla="*/ 6335623 h 8839200"/>
              <a:gd name="connsiteX635" fmla="*/ 5429672 w 15732060"/>
              <a:gd name="connsiteY635" fmla="*/ 6278558 h 8839200"/>
              <a:gd name="connsiteX636" fmla="*/ 5416503 w 15732060"/>
              <a:gd name="connsiteY636" fmla="*/ 6283907 h 8839200"/>
              <a:gd name="connsiteX637" fmla="*/ 5414856 w 15732060"/>
              <a:gd name="connsiteY637" fmla="*/ 6308601 h 8839200"/>
              <a:gd name="connsiteX638" fmla="*/ 4905088 w 15732060"/>
              <a:gd name="connsiteY638" fmla="*/ 6818369 h 8839200"/>
              <a:gd name="connsiteX639" fmla="*/ 4650477 w 15732060"/>
              <a:gd name="connsiteY639" fmla="*/ 6818369 h 8839200"/>
              <a:gd name="connsiteX640" fmla="*/ 4394770 w 15732060"/>
              <a:gd name="connsiteY640" fmla="*/ 7074077 h 8839200"/>
              <a:gd name="connsiteX641" fmla="*/ 4370077 w 15732060"/>
              <a:gd name="connsiteY641" fmla="*/ 7075724 h 8839200"/>
              <a:gd name="connsiteX642" fmla="*/ 4370077 w 15732060"/>
              <a:gd name="connsiteY642" fmla="*/ 7102062 h 8839200"/>
              <a:gd name="connsiteX643" fmla="*/ 4396416 w 15732060"/>
              <a:gd name="connsiteY643" fmla="*/ 7102062 h 8839200"/>
              <a:gd name="connsiteX644" fmla="*/ 4398062 w 15732060"/>
              <a:gd name="connsiteY644" fmla="*/ 7077370 h 8839200"/>
              <a:gd name="connsiteX645" fmla="*/ 4652124 w 15732060"/>
              <a:gd name="connsiteY645" fmla="*/ 6823309 h 8839200"/>
              <a:gd name="connsiteX646" fmla="*/ 4906734 w 15732060"/>
              <a:gd name="connsiteY646" fmla="*/ 6823309 h 8839200"/>
              <a:gd name="connsiteX647" fmla="*/ 5418150 w 15732060"/>
              <a:gd name="connsiteY647" fmla="*/ 6311892 h 8839200"/>
              <a:gd name="connsiteX648" fmla="*/ 5442842 w 15732060"/>
              <a:gd name="connsiteY648" fmla="*/ 6310246 h 8839200"/>
              <a:gd name="connsiteX649" fmla="*/ 5442842 w 15732060"/>
              <a:gd name="connsiteY649" fmla="*/ 6283907 h 8839200"/>
              <a:gd name="connsiteX650" fmla="*/ 5429672 w 15732060"/>
              <a:gd name="connsiteY650" fmla="*/ 6278558 h 8839200"/>
              <a:gd name="connsiteX651" fmla="*/ 2805102 w 15732060"/>
              <a:gd name="connsiteY651" fmla="*/ 6258664 h 8839200"/>
              <a:gd name="connsiteX652" fmla="*/ 2786445 w 15732060"/>
              <a:gd name="connsiteY652" fmla="*/ 6275126 h 8839200"/>
              <a:gd name="connsiteX653" fmla="*/ 2083523 w 15732060"/>
              <a:gd name="connsiteY653" fmla="*/ 6275126 h 8839200"/>
              <a:gd name="connsiteX654" fmla="*/ 1833851 w 15732060"/>
              <a:gd name="connsiteY654" fmla="*/ 6524798 h 8839200"/>
              <a:gd name="connsiteX655" fmla="*/ 1705448 w 15732060"/>
              <a:gd name="connsiteY655" fmla="*/ 6524798 h 8839200"/>
              <a:gd name="connsiteX656" fmla="*/ 1361944 w 15732060"/>
              <a:gd name="connsiteY656" fmla="*/ 6868302 h 8839200"/>
              <a:gd name="connsiteX657" fmla="*/ 696884 w 15732060"/>
              <a:gd name="connsiteY657" fmla="*/ 6868302 h 8839200"/>
              <a:gd name="connsiteX658" fmla="*/ 467516 w 15732060"/>
              <a:gd name="connsiteY658" fmla="*/ 7097670 h 8839200"/>
              <a:gd name="connsiteX659" fmla="*/ 37312 w 15732060"/>
              <a:gd name="connsiteY659" fmla="*/ 7097670 h 8839200"/>
              <a:gd name="connsiteX660" fmla="*/ 18656 w 15732060"/>
              <a:gd name="connsiteY660" fmla="*/ 7081209 h 8839200"/>
              <a:gd name="connsiteX661" fmla="*/ 0 w 15732060"/>
              <a:gd name="connsiteY661" fmla="*/ 7099866 h 8839200"/>
              <a:gd name="connsiteX662" fmla="*/ 18656 w 15732060"/>
              <a:gd name="connsiteY662" fmla="*/ 7118523 h 8839200"/>
              <a:gd name="connsiteX663" fmla="*/ 37312 w 15732060"/>
              <a:gd name="connsiteY663" fmla="*/ 7102060 h 8839200"/>
              <a:gd name="connsiteX664" fmla="*/ 469162 w 15732060"/>
              <a:gd name="connsiteY664" fmla="*/ 7102060 h 8839200"/>
              <a:gd name="connsiteX665" fmla="*/ 698532 w 15732060"/>
              <a:gd name="connsiteY665" fmla="*/ 6872692 h 8839200"/>
              <a:gd name="connsiteX666" fmla="*/ 1363590 w 15732060"/>
              <a:gd name="connsiteY666" fmla="*/ 6872692 h 8839200"/>
              <a:gd name="connsiteX667" fmla="*/ 1707095 w 15732060"/>
              <a:gd name="connsiteY667" fmla="*/ 6529187 h 8839200"/>
              <a:gd name="connsiteX668" fmla="*/ 1835498 w 15732060"/>
              <a:gd name="connsiteY668" fmla="*/ 6529187 h 8839200"/>
              <a:gd name="connsiteX669" fmla="*/ 2085169 w 15732060"/>
              <a:gd name="connsiteY669" fmla="*/ 6279516 h 8839200"/>
              <a:gd name="connsiteX670" fmla="*/ 2786445 w 15732060"/>
              <a:gd name="connsiteY670" fmla="*/ 6279516 h 8839200"/>
              <a:gd name="connsiteX671" fmla="*/ 2805102 w 15732060"/>
              <a:gd name="connsiteY671" fmla="*/ 6295978 h 8839200"/>
              <a:gd name="connsiteX672" fmla="*/ 2823759 w 15732060"/>
              <a:gd name="connsiteY672" fmla="*/ 6277321 h 8839200"/>
              <a:gd name="connsiteX673" fmla="*/ 2805102 w 15732060"/>
              <a:gd name="connsiteY673" fmla="*/ 6258664 h 8839200"/>
              <a:gd name="connsiteX674" fmla="*/ 2804554 w 15732060"/>
              <a:gd name="connsiteY674" fmla="*/ 6175257 h 8839200"/>
              <a:gd name="connsiteX675" fmla="*/ 2785897 w 15732060"/>
              <a:gd name="connsiteY675" fmla="*/ 6191720 h 8839200"/>
              <a:gd name="connsiteX676" fmla="*/ 2621826 w 15732060"/>
              <a:gd name="connsiteY676" fmla="*/ 6191720 h 8839200"/>
              <a:gd name="connsiteX677" fmla="*/ 2603170 w 15732060"/>
              <a:gd name="connsiteY677" fmla="*/ 6175257 h 8839200"/>
              <a:gd name="connsiteX678" fmla="*/ 2584513 w 15732060"/>
              <a:gd name="connsiteY678" fmla="*/ 6193914 h 8839200"/>
              <a:gd name="connsiteX679" fmla="*/ 2603170 w 15732060"/>
              <a:gd name="connsiteY679" fmla="*/ 6212571 h 8839200"/>
              <a:gd name="connsiteX680" fmla="*/ 2621826 w 15732060"/>
              <a:gd name="connsiteY680" fmla="*/ 6196109 h 8839200"/>
              <a:gd name="connsiteX681" fmla="*/ 2785897 w 15732060"/>
              <a:gd name="connsiteY681" fmla="*/ 6196109 h 8839200"/>
              <a:gd name="connsiteX682" fmla="*/ 2804554 w 15732060"/>
              <a:gd name="connsiteY682" fmla="*/ 6212571 h 8839200"/>
              <a:gd name="connsiteX683" fmla="*/ 2823210 w 15732060"/>
              <a:gd name="connsiteY683" fmla="*/ 6193914 h 8839200"/>
              <a:gd name="connsiteX684" fmla="*/ 2804554 w 15732060"/>
              <a:gd name="connsiteY684" fmla="*/ 6175257 h 8839200"/>
              <a:gd name="connsiteX685" fmla="*/ 5032942 w 15732060"/>
              <a:gd name="connsiteY685" fmla="*/ 6093636 h 8839200"/>
              <a:gd name="connsiteX686" fmla="*/ 5019772 w 15732060"/>
              <a:gd name="connsiteY686" fmla="*/ 6098986 h 8839200"/>
              <a:gd name="connsiteX687" fmla="*/ 5018126 w 15732060"/>
              <a:gd name="connsiteY687" fmla="*/ 6123679 h 8839200"/>
              <a:gd name="connsiteX688" fmla="*/ 4240576 w 15732060"/>
              <a:gd name="connsiteY688" fmla="*/ 6901227 h 8839200"/>
              <a:gd name="connsiteX689" fmla="*/ 3982126 w 15732060"/>
              <a:gd name="connsiteY689" fmla="*/ 6901227 h 8839200"/>
              <a:gd name="connsiteX690" fmla="*/ 3452054 w 15732060"/>
              <a:gd name="connsiteY690" fmla="*/ 7431300 h 8839200"/>
              <a:gd name="connsiteX691" fmla="*/ 2989475 w 15732060"/>
              <a:gd name="connsiteY691" fmla="*/ 7431300 h 8839200"/>
              <a:gd name="connsiteX692" fmla="*/ 1999568 w 15732060"/>
              <a:gd name="connsiteY692" fmla="*/ 8421206 h 8839200"/>
              <a:gd name="connsiteX693" fmla="*/ 1184156 w 15732060"/>
              <a:gd name="connsiteY693" fmla="*/ 8421206 h 8839200"/>
              <a:gd name="connsiteX694" fmla="*/ 807180 w 15732060"/>
              <a:gd name="connsiteY694" fmla="*/ 8798184 h 8839200"/>
              <a:gd name="connsiteX695" fmla="*/ 782486 w 15732060"/>
              <a:gd name="connsiteY695" fmla="*/ 8799830 h 8839200"/>
              <a:gd name="connsiteX696" fmla="*/ 782486 w 15732060"/>
              <a:gd name="connsiteY696" fmla="*/ 8826169 h 8839200"/>
              <a:gd name="connsiteX697" fmla="*/ 808826 w 15732060"/>
              <a:gd name="connsiteY697" fmla="*/ 8826169 h 8839200"/>
              <a:gd name="connsiteX698" fmla="*/ 810472 w 15732060"/>
              <a:gd name="connsiteY698" fmla="*/ 8801475 h 8839200"/>
              <a:gd name="connsiteX699" fmla="*/ 1185802 w 15732060"/>
              <a:gd name="connsiteY699" fmla="*/ 8426145 h 8839200"/>
              <a:gd name="connsiteX700" fmla="*/ 2001214 w 15732060"/>
              <a:gd name="connsiteY700" fmla="*/ 8426145 h 8839200"/>
              <a:gd name="connsiteX701" fmla="*/ 2991121 w 15732060"/>
              <a:gd name="connsiteY701" fmla="*/ 7436238 h 8839200"/>
              <a:gd name="connsiteX702" fmla="*/ 3453699 w 15732060"/>
              <a:gd name="connsiteY702" fmla="*/ 7436238 h 8839200"/>
              <a:gd name="connsiteX703" fmla="*/ 3983772 w 15732060"/>
              <a:gd name="connsiteY703" fmla="*/ 6906167 h 8839200"/>
              <a:gd name="connsiteX704" fmla="*/ 4242224 w 15732060"/>
              <a:gd name="connsiteY704" fmla="*/ 6906167 h 8839200"/>
              <a:gd name="connsiteX705" fmla="*/ 5021418 w 15732060"/>
              <a:gd name="connsiteY705" fmla="*/ 6126971 h 8839200"/>
              <a:gd name="connsiteX706" fmla="*/ 5046112 w 15732060"/>
              <a:gd name="connsiteY706" fmla="*/ 6125325 h 8839200"/>
              <a:gd name="connsiteX707" fmla="*/ 5046112 w 15732060"/>
              <a:gd name="connsiteY707" fmla="*/ 6098986 h 8839200"/>
              <a:gd name="connsiteX708" fmla="*/ 5032942 w 15732060"/>
              <a:gd name="connsiteY708" fmla="*/ 6093636 h 8839200"/>
              <a:gd name="connsiteX709" fmla="*/ 2804554 w 15732060"/>
              <a:gd name="connsiteY709" fmla="*/ 6091851 h 8839200"/>
              <a:gd name="connsiteX710" fmla="*/ 2785897 w 15732060"/>
              <a:gd name="connsiteY710" fmla="*/ 6108312 h 8839200"/>
              <a:gd name="connsiteX711" fmla="*/ 2039076 w 15732060"/>
              <a:gd name="connsiteY711" fmla="*/ 6108312 h 8839200"/>
              <a:gd name="connsiteX712" fmla="*/ 1539184 w 15732060"/>
              <a:gd name="connsiteY712" fmla="*/ 6608204 h 8839200"/>
              <a:gd name="connsiteX713" fmla="*/ 856016 w 15732060"/>
              <a:gd name="connsiteY713" fmla="*/ 6608204 h 8839200"/>
              <a:gd name="connsiteX714" fmla="*/ 609636 w 15732060"/>
              <a:gd name="connsiteY714" fmla="*/ 6854584 h 8839200"/>
              <a:gd name="connsiteX715" fmla="*/ 196444 w 15732060"/>
              <a:gd name="connsiteY715" fmla="*/ 6854584 h 8839200"/>
              <a:gd name="connsiteX716" fmla="*/ 177786 w 15732060"/>
              <a:gd name="connsiteY716" fmla="*/ 6838122 h 8839200"/>
              <a:gd name="connsiteX717" fmla="*/ 159130 w 15732060"/>
              <a:gd name="connsiteY717" fmla="*/ 6856778 h 8839200"/>
              <a:gd name="connsiteX718" fmla="*/ 177786 w 15732060"/>
              <a:gd name="connsiteY718" fmla="*/ 6875435 h 8839200"/>
              <a:gd name="connsiteX719" fmla="*/ 196444 w 15732060"/>
              <a:gd name="connsiteY719" fmla="*/ 6858974 h 8839200"/>
              <a:gd name="connsiteX720" fmla="*/ 611832 w 15732060"/>
              <a:gd name="connsiteY720" fmla="*/ 6858974 h 8839200"/>
              <a:gd name="connsiteX721" fmla="*/ 858212 w 15732060"/>
              <a:gd name="connsiteY721" fmla="*/ 6612594 h 8839200"/>
              <a:gd name="connsiteX722" fmla="*/ 1541379 w 15732060"/>
              <a:gd name="connsiteY722" fmla="*/ 6612594 h 8839200"/>
              <a:gd name="connsiteX723" fmla="*/ 2041271 w 15732060"/>
              <a:gd name="connsiteY723" fmla="*/ 6112703 h 8839200"/>
              <a:gd name="connsiteX724" fmla="*/ 2785897 w 15732060"/>
              <a:gd name="connsiteY724" fmla="*/ 6112703 h 8839200"/>
              <a:gd name="connsiteX725" fmla="*/ 2804554 w 15732060"/>
              <a:gd name="connsiteY725" fmla="*/ 6129164 h 8839200"/>
              <a:gd name="connsiteX726" fmla="*/ 2823210 w 15732060"/>
              <a:gd name="connsiteY726" fmla="*/ 6110508 h 8839200"/>
              <a:gd name="connsiteX727" fmla="*/ 2804554 w 15732060"/>
              <a:gd name="connsiteY727" fmla="*/ 6091851 h 8839200"/>
              <a:gd name="connsiteX728" fmla="*/ 3537106 w 15732060"/>
              <a:gd name="connsiteY728" fmla="*/ 6091851 h 8839200"/>
              <a:gd name="connsiteX729" fmla="*/ 3518449 w 15732060"/>
              <a:gd name="connsiteY729" fmla="*/ 6108312 h 8839200"/>
              <a:gd name="connsiteX730" fmla="*/ 3354379 w 15732060"/>
              <a:gd name="connsiteY730" fmla="*/ 6108312 h 8839200"/>
              <a:gd name="connsiteX731" fmla="*/ 3335723 w 15732060"/>
              <a:gd name="connsiteY731" fmla="*/ 6091851 h 8839200"/>
              <a:gd name="connsiteX732" fmla="*/ 3317066 w 15732060"/>
              <a:gd name="connsiteY732" fmla="*/ 6110508 h 8839200"/>
              <a:gd name="connsiteX733" fmla="*/ 3335723 w 15732060"/>
              <a:gd name="connsiteY733" fmla="*/ 6129164 h 8839200"/>
              <a:gd name="connsiteX734" fmla="*/ 3354379 w 15732060"/>
              <a:gd name="connsiteY734" fmla="*/ 6112703 h 8839200"/>
              <a:gd name="connsiteX735" fmla="*/ 3518449 w 15732060"/>
              <a:gd name="connsiteY735" fmla="*/ 6112703 h 8839200"/>
              <a:gd name="connsiteX736" fmla="*/ 3537106 w 15732060"/>
              <a:gd name="connsiteY736" fmla="*/ 6129164 h 8839200"/>
              <a:gd name="connsiteX737" fmla="*/ 3555763 w 15732060"/>
              <a:gd name="connsiteY737" fmla="*/ 6110508 h 8839200"/>
              <a:gd name="connsiteX738" fmla="*/ 3537106 w 15732060"/>
              <a:gd name="connsiteY738" fmla="*/ 6091851 h 8839200"/>
              <a:gd name="connsiteX739" fmla="*/ 12898423 w 15732060"/>
              <a:gd name="connsiteY739" fmla="*/ 6025593 h 8839200"/>
              <a:gd name="connsiteX740" fmla="*/ 12885254 w 15732060"/>
              <a:gd name="connsiteY740" fmla="*/ 6030944 h 8839200"/>
              <a:gd name="connsiteX741" fmla="*/ 12885254 w 15732060"/>
              <a:gd name="connsiteY741" fmla="*/ 6057283 h 8839200"/>
              <a:gd name="connsiteX742" fmla="*/ 12909946 w 15732060"/>
              <a:gd name="connsiteY742" fmla="*/ 6058928 h 8839200"/>
              <a:gd name="connsiteX743" fmla="*/ 12959881 w 15732060"/>
              <a:gd name="connsiteY743" fmla="*/ 6108862 h 8839200"/>
              <a:gd name="connsiteX744" fmla="*/ 12960428 w 15732060"/>
              <a:gd name="connsiteY744" fmla="*/ 6108862 h 8839200"/>
              <a:gd name="connsiteX745" fmla="*/ 14895795 w 15732060"/>
              <a:gd name="connsiteY745" fmla="*/ 6109412 h 8839200"/>
              <a:gd name="connsiteX746" fmla="*/ 15247532 w 15732060"/>
              <a:gd name="connsiteY746" fmla="*/ 6461147 h 8839200"/>
              <a:gd name="connsiteX747" fmla="*/ 15249178 w 15732060"/>
              <a:gd name="connsiteY747" fmla="*/ 6485840 h 8839200"/>
              <a:gd name="connsiteX748" fmla="*/ 15275517 w 15732060"/>
              <a:gd name="connsiteY748" fmla="*/ 6485840 h 8839200"/>
              <a:gd name="connsiteX749" fmla="*/ 15275517 w 15732060"/>
              <a:gd name="connsiteY749" fmla="*/ 6459501 h 8839200"/>
              <a:gd name="connsiteX750" fmla="*/ 15250825 w 15732060"/>
              <a:gd name="connsiteY750" fmla="*/ 6457855 h 8839200"/>
              <a:gd name="connsiteX751" fmla="*/ 14898539 w 15732060"/>
              <a:gd name="connsiteY751" fmla="*/ 6105571 h 8839200"/>
              <a:gd name="connsiteX752" fmla="*/ 14897992 w 15732060"/>
              <a:gd name="connsiteY752" fmla="*/ 6105571 h 8839200"/>
              <a:gd name="connsiteX753" fmla="*/ 12962625 w 15732060"/>
              <a:gd name="connsiteY753" fmla="*/ 6105022 h 8839200"/>
              <a:gd name="connsiteX754" fmla="*/ 12913239 w 15732060"/>
              <a:gd name="connsiteY754" fmla="*/ 6055636 h 8839200"/>
              <a:gd name="connsiteX755" fmla="*/ 12911593 w 15732060"/>
              <a:gd name="connsiteY755" fmla="*/ 6030944 h 8839200"/>
              <a:gd name="connsiteX756" fmla="*/ 12898423 w 15732060"/>
              <a:gd name="connsiteY756" fmla="*/ 6025593 h 8839200"/>
              <a:gd name="connsiteX757" fmla="*/ 2805102 w 15732060"/>
              <a:gd name="connsiteY757" fmla="*/ 6008444 h 8839200"/>
              <a:gd name="connsiteX758" fmla="*/ 2786445 w 15732060"/>
              <a:gd name="connsiteY758" fmla="*/ 6024906 h 8839200"/>
              <a:gd name="connsiteX759" fmla="*/ 2018774 w 15732060"/>
              <a:gd name="connsiteY759" fmla="*/ 6024906 h 8839200"/>
              <a:gd name="connsiteX760" fmla="*/ 1510650 w 15732060"/>
              <a:gd name="connsiteY760" fmla="*/ 6533028 h 8839200"/>
              <a:gd name="connsiteX761" fmla="*/ 1277989 w 15732060"/>
              <a:gd name="connsiteY761" fmla="*/ 6533028 h 8839200"/>
              <a:gd name="connsiteX762" fmla="*/ 1184156 w 15732060"/>
              <a:gd name="connsiteY762" fmla="*/ 6439196 h 8839200"/>
              <a:gd name="connsiteX763" fmla="*/ 1183608 w 15732060"/>
              <a:gd name="connsiteY763" fmla="*/ 6439196 h 8839200"/>
              <a:gd name="connsiteX764" fmla="*/ 931192 w 15732060"/>
              <a:gd name="connsiteY764" fmla="*/ 6438647 h 8839200"/>
              <a:gd name="connsiteX765" fmla="*/ 686458 w 15732060"/>
              <a:gd name="connsiteY765" fmla="*/ 6683380 h 8839200"/>
              <a:gd name="connsiteX766" fmla="*/ 171752 w 15732060"/>
              <a:gd name="connsiteY766" fmla="*/ 6683380 h 8839200"/>
              <a:gd name="connsiteX767" fmla="*/ 32374 w 15732060"/>
              <a:gd name="connsiteY767" fmla="*/ 6822757 h 8839200"/>
              <a:gd name="connsiteX768" fmla="*/ 7682 w 15732060"/>
              <a:gd name="connsiteY768" fmla="*/ 6824403 h 8839200"/>
              <a:gd name="connsiteX769" fmla="*/ 7682 w 15732060"/>
              <a:gd name="connsiteY769" fmla="*/ 6850743 h 8839200"/>
              <a:gd name="connsiteX770" fmla="*/ 34020 w 15732060"/>
              <a:gd name="connsiteY770" fmla="*/ 6850743 h 8839200"/>
              <a:gd name="connsiteX771" fmla="*/ 34568 w 15732060"/>
              <a:gd name="connsiteY771" fmla="*/ 6850743 h 8839200"/>
              <a:gd name="connsiteX772" fmla="*/ 36216 w 15732060"/>
              <a:gd name="connsiteY772" fmla="*/ 6826050 h 8839200"/>
              <a:gd name="connsiteX773" fmla="*/ 174494 w 15732060"/>
              <a:gd name="connsiteY773" fmla="*/ 6687770 h 8839200"/>
              <a:gd name="connsiteX774" fmla="*/ 688654 w 15732060"/>
              <a:gd name="connsiteY774" fmla="*/ 6687770 h 8839200"/>
              <a:gd name="connsiteX775" fmla="*/ 933388 w 15732060"/>
              <a:gd name="connsiteY775" fmla="*/ 6443037 h 8839200"/>
              <a:gd name="connsiteX776" fmla="*/ 1181412 w 15732060"/>
              <a:gd name="connsiteY776" fmla="*/ 6443037 h 8839200"/>
              <a:gd name="connsiteX777" fmla="*/ 1275245 w 15732060"/>
              <a:gd name="connsiteY777" fmla="*/ 6536870 h 8839200"/>
              <a:gd name="connsiteX778" fmla="*/ 1275794 w 15732060"/>
              <a:gd name="connsiteY778" fmla="*/ 6536870 h 8839200"/>
              <a:gd name="connsiteX779" fmla="*/ 1512845 w 15732060"/>
              <a:gd name="connsiteY779" fmla="*/ 6537419 h 8839200"/>
              <a:gd name="connsiteX780" fmla="*/ 2020968 w 15732060"/>
              <a:gd name="connsiteY780" fmla="*/ 6029295 h 8839200"/>
              <a:gd name="connsiteX781" fmla="*/ 2786445 w 15732060"/>
              <a:gd name="connsiteY781" fmla="*/ 6029295 h 8839200"/>
              <a:gd name="connsiteX782" fmla="*/ 2805102 w 15732060"/>
              <a:gd name="connsiteY782" fmla="*/ 6045757 h 8839200"/>
              <a:gd name="connsiteX783" fmla="*/ 2823759 w 15732060"/>
              <a:gd name="connsiteY783" fmla="*/ 6027101 h 8839200"/>
              <a:gd name="connsiteX784" fmla="*/ 2805102 w 15732060"/>
              <a:gd name="connsiteY784" fmla="*/ 6008444 h 8839200"/>
              <a:gd name="connsiteX785" fmla="*/ 4046876 w 15732060"/>
              <a:gd name="connsiteY785" fmla="*/ 6008444 h 8839200"/>
              <a:gd name="connsiteX786" fmla="*/ 4028219 w 15732060"/>
              <a:gd name="connsiteY786" fmla="*/ 6024906 h 8839200"/>
              <a:gd name="connsiteX787" fmla="*/ 3354379 w 15732060"/>
              <a:gd name="connsiteY787" fmla="*/ 6024906 h 8839200"/>
              <a:gd name="connsiteX788" fmla="*/ 3335723 w 15732060"/>
              <a:gd name="connsiteY788" fmla="*/ 6008444 h 8839200"/>
              <a:gd name="connsiteX789" fmla="*/ 3317066 w 15732060"/>
              <a:gd name="connsiteY789" fmla="*/ 6027101 h 8839200"/>
              <a:gd name="connsiteX790" fmla="*/ 3335723 w 15732060"/>
              <a:gd name="connsiteY790" fmla="*/ 6045757 h 8839200"/>
              <a:gd name="connsiteX791" fmla="*/ 3354379 w 15732060"/>
              <a:gd name="connsiteY791" fmla="*/ 6029295 h 8839200"/>
              <a:gd name="connsiteX792" fmla="*/ 4028219 w 15732060"/>
              <a:gd name="connsiteY792" fmla="*/ 6029295 h 8839200"/>
              <a:gd name="connsiteX793" fmla="*/ 4046876 w 15732060"/>
              <a:gd name="connsiteY793" fmla="*/ 6045757 h 8839200"/>
              <a:gd name="connsiteX794" fmla="*/ 4065533 w 15732060"/>
              <a:gd name="connsiteY794" fmla="*/ 6027101 h 8839200"/>
              <a:gd name="connsiteX795" fmla="*/ 4046876 w 15732060"/>
              <a:gd name="connsiteY795" fmla="*/ 6008444 h 8839200"/>
              <a:gd name="connsiteX796" fmla="*/ 2804004 w 15732060"/>
              <a:gd name="connsiteY796" fmla="*/ 5926136 h 8839200"/>
              <a:gd name="connsiteX797" fmla="*/ 2785348 w 15732060"/>
              <a:gd name="connsiteY797" fmla="*/ 5942599 h 8839200"/>
              <a:gd name="connsiteX798" fmla="*/ 1992983 w 15732060"/>
              <a:gd name="connsiteY798" fmla="*/ 5942599 h 8839200"/>
              <a:gd name="connsiteX799" fmla="*/ 1601739 w 15732060"/>
              <a:gd name="connsiteY799" fmla="*/ 6333841 h 8839200"/>
              <a:gd name="connsiteX800" fmla="*/ 932838 w 15732060"/>
              <a:gd name="connsiteY800" fmla="*/ 6333841 h 8839200"/>
              <a:gd name="connsiteX801" fmla="*/ 706762 w 15732060"/>
              <a:gd name="connsiteY801" fmla="*/ 6559919 h 8839200"/>
              <a:gd name="connsiteX802" fmla="*/ 441726 w 15732060"/>
              <a:gd name="connsiteY802" fmla="*/ 6559919 h 8839200"/>
              <a:gd name="connsiteX803" fmla="*/ 423070 w 15732060"/>
              <a:gd name="connsiteY803" fmla="*/ 6543456 h 8839200"/>
              <a:gd name="connsiteX804" fmla="*/ 404412 w 15732060"/>
              <a:gd name="connsiteY804" fmla="*/ 6562113 h 8839200"/>
              <a:gd name="connsiteX805" fmla="*/ 423070 w 15732060"/>
              <a:gd name="connsiteY805" fmla="*/ 6580770 h 8839200"/>
              <a:gd name="connsiteX806" fmla="*/ 441726 w 15732060"/>
              <a:gd name="connsiteY806" fmla="*/ 6564307 h 8839200"/>
              <a:gd name="connsiteX807" fmla="*/ 708958 w 15732060"/>
              <a:gd name="connsiteY807" fmla="*/ 6564307 h 8839200"/>
              <a:gd name="connsiteX808" fmla="*/ 935034 w 15732060"/>
              <a:gd name="connsiteY808" fmla="*/ 6338232 h 8839200"/>
              <a:gd name="connsiteX809" fmla="*/ 1603934 w 15732060"/>
              <a:gd name="connsiteY809" fmla="*/ 6338232 h 8839200"/>
              <a:gd name="connsiteX810" fmla="*/ 1995178 w 15732060"/>
              <a:gd name="connsiteY810" fmla="*/ 5946987 h 8839200"/>
              <a:gd name="connsiteX811" fmla="*/ 2785348 w 15732060"/>
              <a:gd name="connsiteY811" fmla="*/ 5946987 h 8839200"/>
              <a:gd name="connsiteX812" fmla="*/ 2804004 w 15732060"/>
              <a:gd name="connsiteY812" fmla="*/ 5963450 h 8839200"/>
              <a:gd name="connsiteX813" fmla="*/ 2822662 w 15732060"/>
              <a:gd name="connsiteY813" fmla="*/ 5944793 h 8839200"/>
              <a:gd name="connsiteX814" fmla="*/ 2804004 w 15732060"/>
              <a:gd name="connsiteY814" fmla="*/ 5926136 h 8839200"/>
              <a:gd name="connsiteX815" fmla="*/ 11466789 w 15732060"/>
              <a:gd name="connsiteY815" fmla="*/ 5863170 h 8839200"/>
              <a:gd name="connsiteX816" fmla="*/ 11453620 w 15732060"/>
              <a:gd name="connsiteY816" fmla="*/ 5868520 h 8839200"/>
              <a:gd name="connsiteX817" fmla="*/ 11453620 w 15732060"/>
              <a:gd name="connsiteY817" fmla="*/ 5894858 h 8839200"/>
              <a:gd name="connsiteX818" fmla="*/ 11478312 w 15732060"/>
              <a:gd name="connsiteY818" fmla="*/ 5896505 h 8839200"/>
              <a:gd name="connsiteX819" fmla="*/ 11798770 w 15732060"/>
              <a:gd name="connsiteY819" fmla="*/ 6216962 h 8839200"/>
              <a:gd name="connsiteX820" fmla="*/ 11799319 w 15732060"/>
              <a:gd name="connsiteY820" fmla="*/ 6216962 h 8839200"/>
              <a:gd name="connsiteX821" fmla="*/ 12278359 w 15732060"/>
              <a:gd name="connsiteY821" fmla="*/ 6217512 h 8839200"/>
              <a:gd name="connsiteX822" fmla="*/ 12570284 w 15732060"/>
              <a:gd name="connsiteY822" fmla="*/ 6509985 h 8839200"/>
              <a:gd name="connsiteX823" fmla="*/ 12570831 w 15732060"/>
              <a:gd name="connsiteY823" fmla="*/ 6509985 h 8839200"/>
              <a:gd name="connsiteX824" fmla="*/ 13854309 w 15732060"/>
              <a:gd name="connsiteY824" fmla="*/ 6510533 h 8839200"/>
              <a:gd name="connsiteX825" fmla="*/ 14513881 w 15732060"/>
              <a:gd name="connsiteY825" fmla="*/ 7170105 h 8839200"/>
              <a:gd name="connsiteX826" fmla="*/ 14514429 w 15732060"/>
              <a:gd name="connsiteY826" fmla="*/ 7170105 h 8839200"/>
              <a:gd name="connsiteX827" fmla="*/ 15260152 w 15732060"/>
              <a:gd name="connsiteY827" fmla="*/ 7170654 h 8839200"/>
              <a:gd name="connsiteX828" fmla="*/ 15528481 w 15732060"/>
              <a:gd name="connsiteY828" fmla="*/ 6902325 h 8839200"/>
              <a:gd name="connsiteX829" fmla="*/ 15694745 w 15732060"/>
              <a:gd name="connsiteY829" fmla="*/ 6902325 h 8839200"/>
              <a:gd name="connsiteX830" fmla="*/ 15713402 w 15732060"/>
              <a:gd name="connsiteY830" fmla="*/ 6918787 h 8839200"/>
              <a:gd name="connsiteX831" fmla="*/ 15732060 w 15732060"/>
              <a:gd name="connsiteY831" fmla="*/ 6900130 h 8839200"/>
              <a:gd name="connsiteX832" fmla="*/ 15713402 w 15732060"/>
              <a:gd name="connsiteY832" fmla="*/ 6881473 h 8839200"/>
              <a:gd name="connsiteX833" fmla="*/ 15712305 w 15732060"/>
              <a:gd name="connsiteY833" fmla="*/ 6880925 h 8839200"/>
              <a:gd name="connsiteX834" fmla="*/ 15693648 w 15732060"/>
              <a:gd name="connsiteY834" fmla="*/ 6897386 h 8839200"/>
              <a:gd name="connsiteX835" fmla="*/ 15525737 w 15732060"/>
              <a:gd name="connsiteY835" fmla="*/ 6897386 h 8839200"/>
              <a:gd name="connsiteX836" fmla="*/ 15257409 w 15732060"/>
              <a:gd name="connsiteY836" fmla="*/ 7165715 h 8839200"/>
              <a:gd name="connsiteX837" fmla="*/ 14516076 w 15732060"/>
              <a:gd name="connsiteY837" fmla="*/ 7165715 h 8839200"/>
              <a:gd name="connsiteX838" fmla="*/ 13856504 w 15732060"/>
              <a:gd name="connsiteY838" fmla="*/ 6506142 h 8839200"/>
              <a:gd name="connsiteX839" fmla="*/ 13855954 w 15732060"/>
              <a:gd name="connsiteY839" fmla="*/ 6506142 h 8839200"/>
              <a:gd name="connsiteX840" fmla="*/ 12572478 w 15732060"/>
              <a:gd name="connsiteY840" fmla="*/ 6505594 h 8839200"/>
              <a:gd name="connsiteX841" fmla="*/ 12280554 w 15732060"/>
              <a:gd name="connsiteY841" fmla="*/ 6213121 h 8839200"/>
              <a:gd name="connsiteX842" fmla="*/ 12280005 w 15732060"/>
              <a:gd name="connsiteY842" fmla="*/ 6213121 h 8839200"/>
              <a:gd name="connsiteX843" fmla="*/ 11800964 w 15732060"/>
              <a:gd name="connsiteY843" fmla="*/ 6212573 h 8839200"/>
              <a:gd name="connsiteX844" fmla="*/ 11481604 w 15732060"/>
              <a:gd name="connsiteY844" fmla="*/ 5893212 h 8839200"/>
              <a:gd name="connsiteX845" fmla="*/ 11479958 w 15732060"/>
              <a:gd name="connsiteY845" fmla="*/ 5868520 h 8839200"/>
              <a:gd name="connsiteX846" fmla="*/ 11466789 w 15732060"/>
              <a:gd name="connsiteY846" fmla="*/ 5863170 h 8839200"/>
              <a:gd name="connsiteX847" fmla="*/ 10306776 w 15732060"/>
              <a:gd name="connsiteY847" fmla="*/ 5831892 h 8839200"/>
              <a:gd name="connsiteX848" fmla="*/ 10293606 w 15732060"/>
              <a:gd name="connsiteY848" fmla="*/ 5837242 h 8839200"/>
              <a:gd name="connsiteX849" fmla="*/ 10293606 w 15732060"/>
              <a:gd name="connsiteY849" fmla="*/ 5863581 h 8839200"/>
              <a:gd name="connsiteX850" fmla="*/ 10318299 w 15732060"/>
              <a:gd name="connsiteY850" fmla="*/ 5865227 h 8839200"/>
              <a:gd name="connsiteX851" fmla="*/ 11084873 w 15732060"/>
              <a:gd name="connsiteY851" fmla="*/ 6631802 h 8839200"/>
              <a:gd name="connsiteX852" fmla="*/ 11085422 w 15732060"/>
              <a:gd name="connsiteY852" fmla="*/ 6631802 h 8839200"/>
              <a:gd name="connsiteX853" fmla="*/ 11608362 w 15732060"/>
              <a:gd name="connsiteY853" fmla="*/ 6632351 h 8839200"/>
              <a:gd name="connsiteX854" fmla="*/ 12314575 w 15732060"/>
              <a:gd name="connsiteY854" fmla="*/ 7338565 h 8839200"/>
              <a:gd name="connsiteX855" fmla="*/ 12315125 w 15732060"/>
              <a:gd name="connsiteY855" fmla="*/ 7338565 h 8839200"/>
              <a:gd name="connsiteX856" fmla="*/ 12698685 w 15732060"/>
              <a:gd name="connsiteY856" fmla="*/ 7339114 h 8839200"/>
              <a:gd name="connsiteX857" fmla="*/ 13217234 w 15732060"/>
              <a:gd name="connsiteY857" fmla="*/ 7857663 h 8839200"/>
              <a:gd name="connsiteX858" fmla="*/ 13217784 w 15732060"/>
              <a:gd name="connsiteY858" fmla="*/ 7857663 h 8839200"/>
              <a:gd name="connsiteX859" fmla="*/ 14276830 w 15732060"/>
              <a:gd name="connsiteY859" fmla="*/ 7858211 h 8839200"/>
              <a:gd name="connsiteX860" fmla="*/ 15188818 w 15732060"/>
              <a:gd name="connsiteY860" fmla="*/ 8770198 h 8839200"/>
              <a:gd name="connsiteX861" fmla="*/ 15190464 w 15732060"/>
              <a:gd name="connsiteY861" fmla="*/ 8794890 h 8839200"/>
              <a:gd name="connsiteX862" fmla="*/ 15216802 w 15732060"/>
              <a:gd name="connsiteY862" fmla="*/ 8794890 h 8839200"/>
              <a:gd name="connsiteX863" fmla="*/ 15216802 w 15732060"/>
              <a:gd name="connsiteY863" fmla="*/ 8768552 h 8839200"/>
              <a:gd name="connsiteX864" fmla="*/ 15192109 w 15732060"/>
              <a:gd name="connsiteY864" fmla="*/ 8766906 h 8839200"/>
              <a:gd name="connsiteX865" fmla="*/ 14279574 w 15732060"/>
              <a:gd name="connsiteY865" fmla="*/ 7854370 h 8839200"/>
              <a:gd name="connsiteX866" fmla="*/ 14279025 w 15732060"/>
              <a:gd name="connsiteY866" fmla="*/ 7854370 h 8839200"/>
              <a:gd name="connsiteX867" fmla="*/ 13219978 w 15732060"/>
              <a:gd name="connsiteY867" fmla="*/ 7853821 h 8839200"/>
              <a:gd name="connsiteX868" fmla="*/ 12701429 w 15732060"/>
              <a:gd name="connsiteY868" fmla="*/ 7335272 h 8839200"/>
              <a:gd name="connsiteX869" fmla="*/ 12700880 w 15732060"/>
              <a:gd name="connsiteY869" fmla="*/ 7335272 h 8839200"/>
              <a:gd name="connsiteX870" fmla="*/ 12317319 w 15732060"/>
              <a:gd name="connsiteY870" fmla="*/ 7334723 h 8839200"/>
              <a:gd name="connsiteX871" fmla="*/ 11611104 w 15732060"/>
              <a:gd name="connsiteY871" fmla="*/ 6628510 h 8839200"/>
              <a:gd name="connsiteX872" fmla="*/ 11610556 w 15732060"/>
              <a:gd name="connsiteY872" fmla="*/ 6628510 h 8839200"/>
              <a:gd name="connsiteX873" fmla="*/ 11087617 w 15732060"/>
              <a:gd name="connsiteY873" fmla="*/ 6627961 h 8839200"/>
              <a:gd name="connsiteX874" fmla="*/ 10321592 w 15732060"/>
              <a:gd name="connsiteY874" fmla="*/ 5861935 h 8839200"/>
              <a:gd name="connsiteX875" fmla="*/ 10319945 w 15732060"/>
              <a:gd name="connsiteY875" fmla="*/ 5837242 h 8839200"/>
              <a:gd name="connsiteX876" fmla="*/ 10306776 w 15732060"/>
              <a:gd name="connsiteY876" fmla="*/ 5831892 h 8839200"/>
              <a:gd name="connsiteX877" fmla="*/ 8942636 w 15732060"/>
              <a:gd name="connsiteY877" fmla="*/ 5819683 h 8839200"/>
              <a:gd name="connsiteX878" fmla="*/ 8923979 w 15732060"/>
              <a:gd name="connsiteY878" fmla="*/ 5838340 h 8839200"/>
              <a:gd name="connsiteX879" fmla="*/ 8940440 w 15732060"/>
              <a:gd name="connsiteY879" fmla="*/ 5856997 h 8839200"/>
              <a:gd name="connsiteX880" fmla="*/ 8940440 w 15732060"/>
              <a:gd name="connsiteY880" fmla="*/ 6048502 h 8839200"/>
              <a:gd name="connsiteX881" fmla="*/ 9310833 w 15732060"/>
              <a:gd name="connsiteY881" fmla="*/ 6418895 h 8839200"/>
              <a:gd name="connsiteX882" fmla="*/ 9310833 w 15732060"/>
              <a:gd name="connsiteY882" fmla="*/ 6624667 h 8839200"/>
              <a:gd name="connsiteX883" fmla="*/ 9294370 w 15732060"/>
              <a:gd name="connsiteY883" fmla="*/ 6643325 h 8839200"/>
              <a:gd name="connsiteX884" fmla="*/ 9313027 w 15732060"/>
              <a:gd name="connsiteY884" fmla="*/ 6661982 h 8839200"/>
              <a:gd name="connsiteX885" fmla="*/ 9331684 w 15732060"/>
              <a:gd name="connsiteY885" fmla="*/ 6643325 h 8839200"/>
              <a:gd name="connsiteX886" fmla="*/ 9315223 w 15732060"/>
              <a:gd name="connsiteY886" fmla="*/ 6624667 h 8839200"/>
              <a:gd name="connsiteX887" fmla="*/ 9315223 w 15732060"/>
              <a:gd name="connsiteY887" fmla="*/ 6416700 h 8839200"/>
              <a:gd name="connsiteX888" fmla="*/ 8944831 w 15732060"/>
              <a:gd name="connsiteY888" fmla="*/ 6046308 h 8839200"/>
              <a:gd name="connsiteX889" fmla="*/ 8944831 w 15732060"/>
              <a:gd name="connsiteY889" fmla="*/ 5856997 h 8839200"/>
              <a:gd name="connsiteX890" fmla="*/ 8961292 w 15732060"/>
              <a:gd name="connsiteY890" fmla="*/ 5838340 h 8839200"/>
              <a:gd name="connsiteX891" fmla="*/ 8942636 w 15732060"/>
              <a:gd name="connsiteY891" fmla="*/ 5819683 h 8839200"/>
              <a:gd name="connsiteX892" fmla="*/ 11741153 w 15732060"/>
              <a:gd name="connsiteY892" fmla="*/ 5795127 h 8839200"/>
              <a:gd name="connsiteX893" fmla="*/ 11727985 w 15732060"/>
              <a:gd name="connsiteY893" fmla="*/ 5800478 h 8839200"/>
              <a:gd name="connsiteX894" fmla="*/ 11727985 w 15732060"/>
              <a:gd name="connsiteY894" fmla="*/ 5826817 h 8839200"/>
              <a:gd name="connsiteX895" fmla="*/ 11752677 w 15732060"/>
              <a:gd name="connsiteY895" fmla="*/ 5828462 h 8839200"/>
              <a:gd name="connsiteX896" fmla="*/ 11802611 w 15732060"/>
              <a:gd name="connsiteY896" fmla="*/ 5878396 h 8839200"/>
              <a:gd name="connsiteX897" fmla="*/ 11803160 w 15732060"/>
              <a:gd name="connsiteY897" fmla="*/ 5878396 h 8839200"/>
              <a:gd name="connsiteX898" fmla="*/ 12455050 w 15732060"/>
              <a:gd name="connsiteY898" fmla="*/ 5878946 h 8839200"/>
              <a:gd name="connsiteX899" fmla="*/ 12555466 w 15732060"/>
              <a:gd name="connsiteY899" fmla="*/ 5979363 h 8839200"/>
              <a:gd name="connsiteX900" fmla="*/ 12556016 w 15732060"/>
              <a:gd name="connsiteY900" fmla="*/ 5979363 h 8839200"/>
              <a:gd name="connsiteX901" fmla="*/ 12677833 w 15732060"/>
              <a:gd name="connsiteY901" fmla="*/ 5979911 h 8839200"/>
              <a:gd name="connsiteX902" fmla="*/ 12696491 w 15732060"/>
              <a:gd name="connsiteY902" fmla="*/ 5996373 h 8839200"/>
              <a:gd name="connsiteX903" fmla="*/ 12715147 w 15732060"/>
              <a:gd name="connsiteY903" fmla="*/ 5977717 h 8839200"/>
              <a:gd name="connsiteX904" fmla="*/ 12696491 w 15732060"/>
              <a:gd name="connsiteY904" fmla="*/ 5959060 h 8839200"/>
              <a:gd name="connsiteX905" fmla="*/ 12677833 w 15732060"/>
              <a:gd name="connsiteY905" fmla="*/ 5975522 h 8839200"/>
              <a:gd name="connsiteX906" fmla="*/ 12558210 w 15732060"/>
              <a:gd name="connsiteY906" fmla="*/ 5975522 h 8839200"/>
              <a:gd name="connsiteX907" fmla="*/ 12457794 w 15732060"/>
              <a:gd name="connsiteY907" fmla="*/ 5875104 h 8839200"/>
              <a:gd name="connsiteX908" fmla="*/ 12457245 w 15732060"/>
              <a:gd name="connsiteY908" fmla="*/ 5875104 h 8839200"/>
              <a:gd name="connsiteX909" fmla="*/ 11805354 w 15732060"/>
              <a:gd name="connsiteY909" fmla="*/ 5874555 h 8839200"/>
              <a:gd name="connsiteX910" fmla="*/ 11755968 w 15732060"/>
              <a:gd name="connsiteY910" fmla="*/ 5825170 h 8839200"/>
              <a:gd name="connsiteX911" fmla="*/ 11754323 w 15732060"/>
              <a:gd name="connsiteY911" fmla="*/ 5800478 h 8839200"/>
              <a:gd name="connsiteX912" fmla="*/ 11741153 w 15732060"/>
              <a:gd name="connsiteY912" fmla="*/ 5795127 h 8839200"/>
              <a:gd name="connsiteX913" fmla="*/ 4557194 w 15732060"/>
              <a:gd name="connsiteY913" fmla="*/ 5784150 h 8839200"/>
              <a:gd name="connsiteX914" fmla="*/ 4544024 w 15732060"/>
              <a:gd name="connsiteY914" fmla="*/ 5789500 h 8839200"/>
              <a:gd name="connsiteX915" fmla="*/ 4543476 w 15732060"/>
              <a:gd name="connsiteY915" fmla="*/ 5789500 h 8839200"/>
              <a:gd name="connsiteX916" fmla="*/ 4541829 w 15732060"/>
              <a:gd name="connsiteY916" fmla="*/ 5814194 h 8839200"/>
              <a:gd name="connsiteX917" fmla="*/ 4081446 w 15732060"/>
              <a:gd name="connsiteY917" fmla="*/ 6275126 h 8839200"/>
              <a:gd name="connsiteX918" fmla="*/ 3354379 w 15732060"/>
              <a:gd name="connsiteY918" fmla="*/ 6275126 h 8839200"/>
              <a:gd name="connsiteX919" fmla="*/ 3335723 w 15732060"/>
              <a:gd name="connsiteY919" fmla="*/ 6258664 h 8839200"/>
              <a:gd name="connsiteX920" fmla="*/ 3317066 w 15732060"/>
              <a:gd name="connsiteY920" fmla="*/ 6277321 h 8839200"/>
              <a:gd name="connsiteX921" fmla="*/ 3335723 w 15732060"/>
              <a:gd name="connsiteY921" fmla="*/ 6295978 h 8839200"/>
              <a:gd name="connsiteX922" fmla="*/ 3354379 w 15732060"/>
              <a:gd name="connsiteY922" fmla="*/ 6279516 h 8839200"/>
              <a:gd name="connsiteX923" fmla="*/ 4083641 w 15732060"/>
              <a:gd name="connsiteY923" fmla="*/ 6279516 h 8839200"/>
              <a:gd name="connsiteX924" fmla="*/ 4545670 w 15732060"/>
              <a:gd name="connsiteY924" fmla="*/ 5817486 h 8839200"/>
              <a:gd name="connsiteX925" fmla="*/ 4570363 w 15732060"/>
              <a:gd name="connsiteY925" fmla="*/ 5815840 h 8839200"/>
              <a:gd name="connsiteX926" fmla="*/ 4570363 w 15732060"/>
              <a:gd name="connsiteY926" fmla="*/ 5789500 h 8839200"/>
              <a:gd name="connsiteX927" fmla="*/ 4557194 w 15732060"/>
              <a:gd name="connsiteY927" fmla="*/ 5784150 h 8839200"/>
              <a:gd name="connsiteX928" fmla="*/ 10997625 w 15732060"/>
              <a:gd name="connsiteY928" fmla="*/ 5764947 h 8839200"/>
              <a:gd name="connsiteX929" fmla="*/ 10984456 w 15732060"/>
              <a:gd name="connsiteY929" fmla="*/ 5770298 h 8839200"/>
              <a:gd name="connsiteX930" fmla="*/ 10984456 w 15732060"/>
              <a:gd name="connsiteY930" fmla="*/ 5796637 h 8839200"/>
              <a:gd name="connsiteX931" fmla="*/ 11009149 w 15732060"/>
              <a:gd name="connsiteY931" fmla="*/ 5798282 h 8839200"/>
              <a:gd name="connsiteX932" fmla="*/ 11105724 w 15732060"/>
              <a:gd name="connsiteY932" fmla="*/ 5894858 h 8839200"/>
              <a:gd name="connsiteX933" fmla="*/ 11105724 w 15732060"/>
              <a:gd name="connsiteY933" fmla="*/ 6118191 h 8839200"/>
              <a:gd name="connsiteX934" fmla="*/ 11291745 w 15732060"/>
              <a:gd name="connsiteY934" fmla="*/ 6304211 h 8839200"/>
              <a:gd name="connsiteX935" fmla="*/ 11293390 w 15732060"/>
              <a:gd name="connsiteY935" fmla="*/ 6328903 h 8839200"/>
              <a:gd name="connsiteX936" fmla="*/ 11319729 w 15732060"/>
              <a:gd name="connsiteY936" fmla="*/ 6328903 h 8839200"/>
              <a:gd name="connsiteX937" fmla="*/ 11319729 w 15732060"/>
              <a:gd name="connsiteY937" fmla="*/ 6302564 h 8839200"/>
              <a:gd name="connsiteX938" fmla="*/ 11295037 w 15732060"/>
              <a:gd name="connsiteY938" fmla="*/ 6300917 h 8839200"/>
              <a:gd name="connsiteX939" fmla="*/ 11110115 w 15732060"/>
              <a:gd name="connsiteY939" fmla="*/ 6115997 h 8839200"/>
              <a:gd name="connsiteX940" fmla="*/ 11110115 w 15732060"/>
              <a:gd name="connsiteY940" fmla="*/ 5892664 h 8839200"/>
              <a:gd name="connsiteX941" fmla="*/ 11012441 w 15732060"/>
              <a:gd name="connsiteY941" fmla="*/ 5794990 h 8839200"/>
              <a:gd name="connsiteX942" fmla="*/ 11010795 w 15732060"/>
              <a:gd name="connsiteY942" fmla="*/ 5770298 h 8839200"/>
              <a:gd name="connsiteX943" fmla="*/ 10997625 w 15732060"/>
              <a:gd name="connsiteY943" fmla="*/ 5764947 h 8839200"/>
              <a:gd name="connsiteX944" fmla="*/ 9271873 w 15732060"/>
              <a:gd name="connsiteY944" fmla="*/ 5704998 h 8839200"/>
              <a:gd name="connsiteX945" fmla="*/ 9253216 w 15732060"/>
              <a:gd name="connsiteY945" fmla="*/ 5723655 h 8839200"/>
              <a:gd name="connsiteX946" fmla="*/ 9271873 w 15732060"/>
              <a:gd name="connsiteY946" fmla="*/ 5742312 h 8839200"/>
              <a:gd name="connsiteX947" fmla="*/ 9290529 w 15732060"/>
              <a:gd name="connsiteY947" fmla="*/ 5725850 h 8839200"/>
              <a:gd name="connsiteX948" fmla="*/ 9462830 w 15732060"/>
              <a:gd name="connsiteY948" fmla="*/ 5725850 h 8839200"/>
              <a:gd name="connsiteX949" fmla="*/ 10563033 w 15732060"/>
              <a:gd name="connsiteY949" fmla="*/ 6826051 h 8839200"/>
              <a:gd name="connsiteX950" fmla="*/ 10563581 w 15732060"/>
              <a:gd name="connsiteY950" fmla="*/ 6826051 h 8839200"/>
              <a:gd name="connsiteX951" fmla="*/ 11033842 w 15732060"/>
              <a:gd name="connsiteY951" fmla="*/ 6826600 h 8839200"/>
              <a:gd name="connsiteX952" fmla="*/ 11462948 w 15732060"/>
              <a:gd name="connsiteY952" fmla="*/ 7255706 h 8839200"/>
              <a:gd name="connsiteX953" fmla="*/ 11462948 w 15732060"/>
              <a:gd name="connsiteY953" fmla="*/ 7500440 h 8839200"/>
              <a:gd name="connsiteX954" fmla="*/ 12370546 w 15732060"/>
              <a:gd name="connsiteY954" fmla="*/ 8408036 h 8839200"/>
              <a:gd name="connsiteX955" fmla="*/ 12370546 w 15732060"/>
              <a:gd name="connsiteY955" fmla="*/ 8759772 h 8839200"/>
              <a:gd name="connsiteX956" fmla="*/ 12354083 w 15732060"/>
              <a:gd name="connsiteY956" fmla="*/ 8778429 h 8839200"/>
              <a:gd name="connsiteX957" fmla="*/ 12372741 w 15732060"/>
              <a:gd name="connsiteY957" fmla="*/ 8797086 h 8839200"/>
              <a:gd name="connsiteX958" fmla="*/ 12391397 w 15732060"/>
              <a:gd name="connsiteY958" fmla="*/ 8778429 h 8839200"/>
              <a:gd name="connsiteX959" fmla="*/ 12374935 w 15732060"/>
              <a:gd name="connsiteY959" fmla="*/ 8759772 h 8839200"/>
              <a:gd name="connsiteX960" fmla="*/ 12374935 w 15732060"/>
              <a:gd name="connsiteY960" fmla="*/ 8406391 h 8839200"/>
              <a:gd name="connsiteX961" fmla="*/ 11467338 w 15732060"/>
              <a:gd name="connsiteY961" fmla="*/ 7498793 h 8839200"/>
              <a:gd name="connsiteX962" fmla="*/ 11467338 w 15732060"/>
              <a:gd name="connsiteY962" fmla="*/ 7254060 h 8839200"/>
              <a:gd name="connsiteX963" fmla="*/ 11036585 w 15732060"/>
              <a:gd name="connsiteY963" fmla="*/ 6822760 h 8839200"/>
              <a:gd name="connsiteX964" fmla="*/ 11036036 w 15732060"/>
              <a:gd name="connsiteY964" fmla="*/ 6822760 h 8839200"/>
              <a:gd name="connsiteX965" fmla="*/ 10565777 w 15732060"/>
              <a:gd name="connsiteY965" fmla="*/ 6822210 h 8839200"/>
              <a:gd name="connsiteX966" fmla="*/ 9465574 w 15732060"/>
              <a:gd name="connsiteY966" fmla="*/ 5722009 h 8839200"/>
              <a:gd name="connsiteX967" fmla="*/ 9465025 w 15732060"/>
              <a:gd name="connsiteY967" fmla="*/ 5722009 h 8839200"/>
              <a:gd name="connsiteX968" fmla="*/ 9290529 w 15732060"/>
              <a:gd name="connsiteY968" fmla="*/ 5721460 h 8839200"/>
              <a:gd name="connsiteX969" fmla="*/ 9271873 w 15732060"/>
              <a:gd name="connsiteY969" fmla="*/ 5704998 h 8839200"/>
              <a:gd name="connsiteX970" fmla="*/ 2945028 w 15732060"/>
              <a:gd name="connsiteY970" fmla="*/ 5666586 h 8839200"/>
              <a:gd name="connsiteX971" fmla="*/ 2926371 w 15732060"/>
              <a:gd name="connsiteY971" fmla="*/ 5685243 h 8839200"/>
              <a:gd name="connsiteX972" fmla="*/ 2942832 w 15732060"/>
              <a:gd name="connsiteY972" fmla="*/ 5703899 h 8839200"/>
              <a:gd name="connsiteX973" fmla="*/ 2942832 w 15732060"/>
              <a:gd name="connsiteY973" fmla="*/ 5867970 h 8839200"/>
              <a:gd name="connsiteX974" fmla="*/ 2926371 w 15732060"/>
              <a:gd name="connsiteY974" fmla="*/ 5886626 h 8839200"/>
              <a:gd name="connsiteX975" fmla="*/ 2945028 w 15732060"/>
              <a:gd name="connsiteY975" fmla="*/ 5905282 h 8839200"/>
              <a:gd name="connsiteX976" fmla="*/ 2963685 w 15732060"/>
              <a:gd name="connsiteY976" fmla="*/ 5886626 h 8839200"/>
              <a:gd name="connsiteX977" fmla="*/ 2947223 w 15732060"/>
              <a:gd name="connsiteY977" fmla="*/ 5867970 h 8839200"/>
              <a:gd name="connsiteX978" fmla="*/ 2947223 w 15732060"/>
              <a:gd name="connsiteY978" fmla="*/ 5703899 h 8839200"/>
              <a:gd name="connsiteX979" fmla="*/ 2963685 w 15732060"/>
              <a:gd name="connsiteY979" fmla="*/ 5685243 h 8839200"/>
              <a:gd name="connsiteX980" fmla="*/ 2945028 w 15732060"/>
              <a:gd name="connsiteY980" fmla="*/ 5666586 h 8839200"/>
              <a:gd name="connsiteX981" fmla="*/ 6933738 w 15732060"/>
              <a:gd name="connsiteY981" fmla="*/ 5600191 h 8839200"/>
              <a:gd name="connsiteX982" fmla="*/ 6928800 w 15732060"/>
              <a:gd name="connsiteY982" fmla="*/ 5600191 h 8839200"/>
              <a:gd name="connsiteX983" fmla="*/ 6928800 w 15732060"/>
              <a:gd name="connsiteY983" fmla="*/ 5827365 h 8839200"/>
              <a:gd name="connsiteX984" fmla="*/ 6482684 w 15732060"/>
              <a:gd name="connsiteY984" fmla="*/ 6273481 h 8839200"/>
              <a:gd name="connsiteX985" fmla="*/ 6035469 w 15732060"/>
              <a:gd name="connsiteY985" fmla="*/ 6273481 h 8839200"/>
              <a:gd name="connsiteX986" fmla="*/ 4939658 w 15732060"/>
              <a:gd name="connsiteY986" fmla="*/ 7369294 h 8839200"/>
              <a:gd name="connsiteX987" fmla="*/ 4939658 w 15732060"/>
              <a:gd name="connsiteY987" fmla="*/ 8352616 h 8839200"/>
              <a:gd name="connsiteX988" fmla="*/ 4530855 w 15732060"/>
              <a:gd name="connsiteY988" fmla="*/ 8761418 h 8839200"/>
              <a:gd name="connsiteX989" fmla="*/ 4506162 w 15732060"/>
              <a:gd name="connsiteY989" fmla="*/ 8763065 h 8839200"/>
              <a:gd name="connsiteX990" fmla="*/ 4506162 w 15732060"/>
              <a:gd name="connsiteY990" fmla="*/ 8789404 h 8839200"/>
              <a:gd name="connsiteX991" fmla="*/ 4532501 w 15732060"/>
              <a:gd name="connsiteY991" fmla="*/ 8789404 h 8839200"/>
              <a:gd name="connsiteX992" fmla="*/ 4534146 w 15732060"/>
              <a:gd name="connsiteY992" fmla="*/ 8764710 h 8839200"/>
              <a:gd name="connsiteX993" fmla="*/ 4944596 w 15732060"/>
              <a:gd name="connsiteY993" fmla="*/ 8354261 h 8839200"/>
              <a:gd name="connsiteX994" fmla="*/ 4944596 w 15732060"/>
              <a:gd name="connsiteY994" fmla="*/ 7371489 h 8839200"/>
              <a:gd name="connsiteX995" fmla="*/ 6037116 w 15732060"/>
              <a:gd name="connsiteY995" fmla="*/ 6278969 h 8839200"/>
              <a:gd name="connsiteX996" fmla="*/ 6484330 w 15732060"/>
              <a:gd name="connsiteY996" fmla="*/ 6278969 h 8839200"/>
              <a:gd name="connsiteX997" fmla="*/ 6933738 w 15732060"/>
              <a:gd name="connsiteY997" fmla="*/ 5829560 h 8839200"/>
              <a:gd name="connsiteX998" fmla="*/ 7517587 w 15732060"/>
              <a:gd name="connsiteY998" fmla="*/ 5600191 h 8839200"/>
              <a:gd name="connsiteX999" fmla="*/ 7512648 w 15732060"/>
              <a:gd name="connsiteY999" fmla="*/ 5600191 h 8839200"/>
              <a:gd name="connsiteX1000" fmla="*/ 7512648 w 15732060"/>
              <a:gd name="connsiteY1000" fmla="*/ 6661982 h 8839200"/>
              <a:gd name="connsiteX1001" fmla="*/ 7355162 w 15732060"/>
              <a:gd name="connsiteY1001" fmla="*/ 6819466 h 8839200"/>
              <a:gd name="connsiteX1002" fmla="*/ 7355162 w 15732060"/>
              <a:gd name="connsiteY1002" fmla="*/ 6975306 h 8839200"/>
              <a:gd name="connsiteX1003" fmla="*/ 6702174 w 15732060"/>
              <a:gd name="connsiteY1003" fmla="*/ 7628293 h 8839200"/>
              <a:gd name="connsiteX1004" fmla="*/ 6702174 w 15732060"/>
              <a:gd name="connsiteY1004" fmla="*/ 8766357 h 8839200"/>
              <a:gd name="connsiteX1005" fmla="*/ 6685713 w 15732060"/>
              <a:gd name="connsiteY1005" fmla="*/ 8785014 h 8839200"/>
              <a:gd name="connsiteX1006" fmla="*/ 6704370 w 15732060"/>
              <a:gd name="connsiteY1006" fmla="*/ 8803671 h 8839200"/>
              <a:gd name="connsiteX1007" fmla="*/ 6723026 w 15732060"/>
              <a:gd name="connsiteY1007" fmla="*/ 8785014 h 8839200"/>
              <a:gd name="connsiteX1008" fmla="*/ 6706565 w 15732060"/>
              <a:gd name="connsiteY1008" fmla="*/ 8766357 h 8839200"/>
              <a:gd name="connsiteX1009" fmla="*/ 6707114 w 15732060"/>
              <a:gd name="connsiteY1009" fmla="*/ 8766357 h 8839200"/>
              <a:gd name="connsiteX1010" fmla="*/ 6707114 w 15732060"/>
              <a:gd name="connsiteY1010" fmla="*/ 7630488 h 8839200"/>
              <a:gd name="connsiteX1011" fmla="*/ 7360101 w 15732060"/>
              <a:gd name="connsiteY1011" fmla="*/ 6977501 h 8839200"/>
              <a:gd name="connsiteX1012" fmla="*/ 7360101 w 15732060"/>
              <a:gd name="connsiteY1012" fmla="*/ 6821662 h 8839200"/>
              <a:gd name="connsiteX1013" fmla="*/ 7517587 w 15732060"/>
              <a:gd name="connsiteY1013" fmla="*/ 6664176 h 8839200"/>
              <a:gd name="connsiteX1014" fmla="*/ 7745858 w 15732060"/>
              <a:gd name="connsiteY1014" fmla="*/ 5600191 h 8839200"/>
              <a:gd name="connsiteX1015" fmla="*/ 7740920 w 15732060"/>
              <a:gd name="connsiteY1015" fmla="*/ 5600191 h 8839200"/>
              <a:gd name="connsiteX1016" fmla="*/ 7740920 w 15732060"/>
              <a:gd name="connsiteY1016" fmla="*/ 6817821 h 8839200"/>
              <a:gd name="connsiteX1017" fmla="*/ 7741468 w 15732060"/>
              <a:gd name="connsiteY1017" fmla="*/ 6817821 h 8839200"/>
              <a:gd name="connsiteX1018" fmla="*/ 7583982 w 15732060"/>
              <a:gd name="connsiteY1018" fmla="*/ 6975306 h 8839200"/>
              <a:gd name="connsiteX1019" fmla="*/ 7583982 w 15732060"/>
              <a:gd name="connsiteY1019" fmla="*/ 8008014 h 8839200"/>
              <a:gd name="connsiteX1020" fmla="*/ 7281634 w 15732060"/>
              <a:gd name="connsiteY1020" fmla="*/ 8310364 h 8839200"/>
              <a:gd name="connsiteX1021" fmla="*/ 7281634 w 15732060"/>
              <a:gd name="connsiteY1021" fmla="*/ 8747152 h 8839200"/>
              <a:gd name="connsiteX1022" fmla="*/ 7265172 w 15732060"/>
              <a:gd name="connsiteY1022" fmla="*/ 8765808 h 8839200"/>
              <a:gd name="connsiteX1023" fmla="*/ 7283828 w 15732060"/>
              <a:gd name="connsiteY1023" fmla="*/ 8784465 h 8839200"/>
              <a:gd name="connsiteX1024" fmla="*/ 7302484 w 15732060"/>
              <a:gd name="connsiteY1024" fmla="*/ 8765808 h 8839200"/>
              <a:gd name="connsiteX1025" fmla="*/ 7286023 w 15732060"/>
              <a:gd name="connsiteY1025" fmla="*/ 8747152 h 8839200"/>
              <a:gd name="connsiteX1026" fmla="*/ 7286023 w 15732060"/>
              <a:gd name="connsiteY1026" fmla="*/ 8312558 h 8839200"/>
              <a:gd name="connsiteX1027" fmla="*/ 7588372 w 15732060"/>
              <a:gd name="connsiteY1027" fmla="*/ 8010209 h 8839200"/>
              <a:gd name="connsiteX1028" fmla="*/ 7588372 w 15732060"/>
              <a:gd name="connsiteY1028" fmla="*/ 6977501 h 8839200"/>
              <a:gd name="connsiteX1029" fmla="*/ 7745858 w 15732060"/>
              <a:gd name="connsiteY1029" fmla="*/ 6820016 h 8839200"/>
              <a:gd name="connsiteX1030" fmla="*/ 2025358 w 15732060"/>
              <a:gd name="connsiteY1030" fmla="*/ 5590313 h 8839200"/>
              <a:gd name="connsiteX1031" fmla="*/ 1402002 w 15732060"/>
              <a:gd name="connsiteY1031" fmla="*/ 6213669 h 8839200"/>
              <a:gd name="connsiteX1032" fmla="*/ 422520 w 15732060"/>
              <a:gd name="connsiteY1032" fmla="*/ 6213669 h 8839200"/>
              <a:gd name="connsiteX1033" fmla="*/ 47190 w 15732060"/>
              <a:gd name="connsiteY1033" fmla="*/ 6588999 h 8839200"/>
              <a:gd name="connsiteX1034" fmla="*/ 22496 w 15732060"/>
              <a:gd name="connsiteY1034" fmla="*/ 6590645 h 8839200"/>
              <a:gd name="connsiteX1035" fmla="*/ 22496 w 15732060"/>
              <a:gd name="connsiteY1035" fmla="*/ 6616985 h 8839200"/>
              <a:gd name="connsiteX1036" fmla="*/ 48836 w 15732060"/>
              <a:gd name="connsiteY1036" fmla="*/ 6616985 h 8839200"/>
              <a:gd name="connsiteX1037" fmla="*/ 49384 w 15732060"/>
              <a:gd name="connsiteY1037" fmla="*/ 6616435 h 8839200"/>
              <a:gd name="connsiteX1038" fmla="*/ 51032 w 15732060"/>
              <a:gd name="connsiteY1038" fmla="*/ 6591742 h 8839200"/>
              <a:gd name="connsiteX1039" fmla="*/ 424716 w 15732060"/>
              <a:gd name="connsiteY1039" fmla="*/ 6218058 h 8839200"/>
              <a:gd name="connsiteX1040" fmla="*/ 1404745 w 15732060"/>
              <a:gd name="connsiteY1040" fmla="*/ 6218058 h 8839200"/>
              <a:gd name="connsiteX1041" fmla="*/ 2028101 w 15732060"/>
              <a:gd name="connsiteY1041" fmla="*/ 5594702 h 8839200"/>
              <a:gd name="connsiteX1042" fmla="*/ 2767788 w 15732060"/>
              <a:gd name="connsiteY1042" fmla="*/ 5594702 h 8839200"/>
              <a:gd name="connsiteX1043" fmla="*/ 2859426 w 15732060"/>
              <a:gd name="connsiteY1043" fmla="*/ 5686340 h 8839200"/>
              <a:gd name="connsiteX1044" fmla="*/ 2859426 w 15732060"/>
              <a:gd name="connsiteY1044" fmla="*/ 5863031 h 8839200"/>
              <a:gd name="connsiteX1045" fmla="*/ 2842964 w 15732060"/>
              <a:gd name="connsiteY1045" fmla="*/ 5881687 h 8839200"/>
              <a:gd name="connsiteX1046" fmla="*/ 2861621 w 15732060"/>
              <a:gd name="connsiteY1046" fmla="*/ 5900344 h 8839200"/>
              <a:gd name="connsiteX1047" fmla="*/ 2880278 w 15732060"/>
              <a:gd name="connsiteY1047" fmla="*/ 5881687 h 8839200"/>
              <a:gd name="connsiteX1048" fmla="*/ 2863816 w 15732060"/>
              <a:gd name="connsiteY1048" fmla="*/ 5863031 h 8839200"/>
              <a:gd name="connsiteX1049" fmla="*/ 2863816 w 15732060"/>
              <a:gd name="connsiteY1049" fmla="*/ 5684694 h 8839200"/>
              <a:gd name="connsiteX1050" fmla="*/ 2769983 w 15732060"/>
              <a:gd name="connsiteY1050" fmla="*/ 5590861 h 8839200"/>
              <a:gd name="connsiteX1051" fmla="*/ 2769434 w 15732060"/>
              <a:gd name="connsiteY1051" fmla="*/ 5590861 h 8839200"/>
              <a:gd name="connsiteX1052" fmla="*/ 2025358 w 15732060"/>
              <a:gd name="connsiteY1052" fmla="*/ 5590313 h 8839200"/>
              <a:gd name="connsiteX1053" fmla="*/ 7168594 w 15732060"/>
              <a:gd name="connsiteY1053" fmla="*/ 5555195 h 8839200"/>
              <a:gd name="connsiteX1054" fmla="*/ 7163657 w 15732060"/>
              <a:gd name="connsiteY1054" fmla="*/ 5555195 h 8839200"/>
              <a:gd name="connsiteX1055" fmla="*/ 7163657 w 15732060"/>
              <a:gd name="connsiteY1055" fmla="*/ 6259214 h 8839200"/>
              <a:gd name="connsiteX1056" fmla="*/ 6775156 w 15732060"/>
              <a:gd name="connsiteY1056" fmla="*/ 6647715 h 8839200"/>
              <a:gd name="connsiteX1057" fmla="*/ 6300506 w 15732060"/>
              <a:gd name="connsiteY1057" fmla="*/ 6647715 h 8839200"/>
              <a:gd name="connsiteX1058" fmla="*/ 5453817 w 15732060"/>
              <a:gd name="connsiteY1058" fmla="*/ 7494404 h 8839200"/>
              <a:gd name="connsiteX1059" fmla="*/ 5453817 w 15732060"/>
              <a:gd name="connsiteY1059" fmla="*/ 8703253 h 8839200"/>
              <a:gd name="connsiteX1060" fmla="*/ 5437356 w 15732060"/>
              <a:gd name="connsiteY1060" fmla="*/ 8721910 h 8839200"/>
              <a:gd name="connsiteX1061" fmla="*/ 5456011 w 15732060"/>
              <a:gd name="connsiteY1061" fmla="*/ 8740567 h 8839200"/>
              <a:gd name="connsiteX1062" fmla="*/ 5474668 w 15732060"/>
              <a:gd name="connsiteY1062" fmla="*/ 8721910 h 8839200"/>
              <a:gd name="connsiteX1063" fmla="*/ 5458206 w 15732060"/>
              <a:gd name="connsiteY1063" fmla="*/ 8703253 h 8839200"/>
              <a:gd name="connsiteX1064" fmla="*/ 5458206 w 15732060"/>
              <a:gd name="connsiteY1064" fmla="*/ 7496049 h 8839200"/>
              <a:gd name="connsiteX1065" fmla="*/ 6302152 w 15732060"/>
              <a:gd name="connsiteY1065" fmla="*/ 6652105 h 8839200"/>
              <a:gd name="connsiteX1066" fmla="*/ 6776803 w 15732060"/>
              <a:gd name="connsiteY1066" fmla="*/ 6652105 h 8839200"/>
              <a:gd name="connsiteX1067" fmla="*/ 7168046 w 15732060"/>
              <a:gd name="connsiteY1067" fmla="*/ 6260861 h 8839200"/>
              <a:gd name="connsiteX1068" fmla="*/ 7168594 w 15732060"/>
              <a:gd name="connsiteY1068" fmla="*/ 6261409 h 8839200"/>
              <a:gd name="connsiteX1069" fmla="*/ 8094301 w 15732060"/>
              <a:gd name="connsiteY1069" fmla="*/ 5550805 h 8839200"/>
              <a:gd name="connsiteX1070" fmla="*/ 8089362 w 15732060"/>
              <a:gd name="connsiteY1070" fmla="*/ 5550805 h 8839200"/>
              <a:gd name="connsiteX1071" fmla="*/ 8089362 w 15732060"/>
              <a:gd name="connsiteY1071" fmla="*/ 7186018 h 8839200"/>
              <a:gd name="connsiteX1072" fmla="*/ 8236421 w 15732060"/>
              <a:gd name="connsiteY1072" fmla="*/ 7333077 h 8839200"/>
              <a:gd name="connsiteX1073" fmla="*/ 8236421 w 15732060"/>
              <a:gd name="connsiteY1073" fmla="*/ 8138611 h 8839200"/>
              <a:gd name="connsiteX1074" fmla="*/ 8598033 w 15732060"/>
              <a:gd name="connsiteY1074" fmla="*/ 8500223 h 8839200"/>
              <a:gd name="connsiteX1075" fmla="*/ 8598033 w 15732060"/>
              <a:gd name="connsiteY1075" fmla="*/ 8747700 h 8839200"/>
              <a:gd name="connsiteX1076" fmla="*/ 8581572 w 15732060"/>
              <a:gd name="connsiteY1076" fmla="*/ 8766357 h 8839200"/>
              <a:gd name="connsiteX1077" fmla="*/ 8600229 w 15732060"/>
              <a:gd name="connsiteY1077" fmla="*/ 8785014 h 8839200"/>
              <a:gd name="connsiteX1078" fmla="*/ 8618886 w 15732060"/>
              <a:gd name="connsiteY1078" fmla="*/ 8766357 h 8839200"/>
              <a:gd name="connsiteX1079" fmla="*/ 8602423 w 15732060"/>
              <a:gd name="connsiteY1079" fmla="*/ 8747700 h 8839200"/>
              <a:gd name="connsiteX1080" fmla="*/ 8602972 w 15732060"/>
              <a:gd name="connsiteY1080" fmla="*/ 8747700 h 8839200"/>
              <a:gd name="connsiteX1081" fmla="*/ 8602972 w 15732060"/>
              <a:gd name="connsiteY1081" fmla="*/ 8498028 h 8839200"/>
              <a:gd name="connsiteX1082" fmla="*/ 8241360 w 15732060"/>
              <a:gd name="connsiteY1082" fmla="*/ 8136416 h 8839200"/>
              <a:gd name="connsiteX1083" fmla="*/ 8241360 w 15732060"/>
              <a:gd name="connsiteY1083" fmla="*/ 7330883 h 8839200"/>
              <a:gd name="connsiteX1084" fmla="*/ 8094301 w 15732060"/>
              <a:gd name="connsiteY1084" fmla="*/ 7183823 h 8839200"/>
              <a:gd name="connsiteX1085" fmla="*/ 8342874 w 15732060"/>
              <a:gd name="connsiteY1085" fmla="*/ 5550805 h 8839200"/>
              <a:gd name="connsiteX1086" fmla="*/ 8337936 w 15732060"/>
              <a:gd name="connsiteY1086" fmla="*/ 5550805 h 8839200"/>
              <a:gd name="connsiteX1087" fmla="*/ 8337936 w 15732060"/>
              <a:gd name="connsiteY1087" fmla="*/ 7063651 h 8839200"/>
              <a:gd name="connsiteX1088" fmla="*/ 8547002 w 15732060"/>
              <a:gd name="connsiteY1088" fmla="*/ 7272717 h 8839200"/>
              <a:gd name="connsiteX1089" fmla="*/ 8547002 w 15732060"/>
              <a:gd name="connsiteY1089" fmla="*/ 7628293 h 8839200"/>
              <a:gd name="connsiteX1090" fmla="*/ 9146763 w 15732060"/>
              <a:gd name="connsiteY1090" fmla="*/ 8228054 h 8839200"/>
              <a:gd name="connsiteX1091" fmla="*/ 9146763 w 15732060"/>
              <a:gd name="connsiteY1091" fmla="*/ 8759772 h 8839200"/>
              <a:gd name="connsiteX1092" fmla="*/ 9130300 w 15732060"/>
              <a:gd name="connsiteY1092" fmla="*/ 8778429 h 8839200"/>
              <a:gd name="connsiteX1093" fmla="*/ 9148958 w 15732060"/>
              <a:gd name="connsiteY1093" fmla="*/ 8797086 h 8839200"/>
              <a:gd name="connsiteX1094" fmla="*/ 9167615 w 15732060"/>
              <a:gd name="connsiteY1094" fmla="*/ 8778429 h 8839200"/>
              <a:gd name="connsiteX1095" fmla="*/ 9162881 w 15732060"/>
              <a:gd name="connsiteY1095" fmla="*/ 8765603 h 8839200"/>
              <a:gd name="connsiteX1096" fmla="*/ 9151701 w 15732060"/>
              <a:gd name="connsiteY1096" fmla="*/ 8760045 h 8839200"/>
              <a:gd name="connsiteX1097" fmla="*/ 9151701 w 15732060"/>
              <a:gd name="connsiteY1097" fmla="*/ 8760321 h 8839200"/>
              <a:gd name="connsiteX1098" fmla="*/ 9151152 w 15732060"/>
              <a:gd name="connsiteY1098" fmla="*/ 8759772 h 8839200"/>
              <a:gd name="connsiteX1099" fmla="*/ 9151701 w 15732060"/>
              <a:gd name="connsiteY1099" fmla="*/ 8760045 h 8839200"/>
              <a:gd name="connsiteX1100" fmla="*/ 9151701 w 15732060"/>
              <a:gd name="connsiteY1100" fmla="*/ 8226408 h 8839200"/>
              <a:gd name="connsiteX1101" fmla="*/ 8551940 w 15732060"/>
              <a:gd name="connsiteY1101" fmla="*/ 7626647 h 8839200"/>
              <a:gd name="connsiteX1102" fmla="*/ 8551940 w 15732060"/>
              <a:gd name="connsiteY1102" fmla="*/ 7271071 h 8839200"/>
              <a:gd name="connsiteX1103" fmla="*/ 8342874 w 15732060"/>
              <a:gd name="connsiteY1103" fmla="*/ 7062005 h 8839200"/>
              <a:gd name="connsiteX1104" fmla="*/ 8562915 w 15732060"/>
              <a:gd name="connsiteY1104" fmla="*/ 5550805 h 8839200"/>
              <a:gd name="connsiteX1105" fmla="*/ 8557977 w 15732060"/>
              <a:gd name="connsiteY1105" fmla="*/ 5550805 h 8839200"/>
              <a:gd name="connsiteX1106" fmla="*/ 8557977 w 15732060"/>
              <a:gd name="connsiteY1106" fmla="*/ 6582417 h 8839200"/>
              <a:gd name="connsiteX1107" fmla="*/ 8656199 w 15732060"/>
              <a:gd name="connsiteY1107" fmla="*/ 6680639 h 8839200"/>
              <a:gd name="connsiteX1108" fmla="*/ 8656199 w 15732060"/>
              <a:gd name="connsiteY1108" fmla="*/ 6911105 h 8839200"/>
              <a:gd name="connsiteX1109" fmla="*/ 8981595 w 15732060"/>
              <a:gd name="connsiteY1109" fmla="*/ 7236501 h 8839200"/>
              <a:gd name="connsiteX1110" fmla="*/ 8981595 w 15732060"/>
              <a:gd name="connsiteY1110" fmla="*/ 7821995 h 8839200"/>
              <a:gd name="connsiteX1111" fmla="*/ 9516057 w 15732060"/>
              <a:gd name="connsiteY1111" fmla="*/ 8356457 h 8839200"/>
              <a:gd name="connsiteX1112" fmla="*/ 9516057 w 15732060"/>
              <a:gd name="connsiteY1112" fmla="*/ 8760869 h 8839200"/>
              <a:gd name="connsiteX1113" fmla="*/ 9499596 w 15732060"/>
              <a:gd name="connsiteY1113" fmla="*/ 8779526 h 8839200"/>
              <a:gd name="connsiteX1114" fmla="*/ 9518252 w 15732060"/>
              <a:gd name="connsiteY1114" fmla="*/ 8798184 h 8839200"/>
              <a:gd name="connsiteX1115" fmla="*/ 9536909 w 15732060"/>
              <a:gd name="connsiteY1115" fmla="*/ 8779526 h 8839200"/>
              <a:gd name="connsiteX1116" fmla="*/ 9520448 w 15732060"/>
              <a:gd name="connsiteY1116" fmla="*/ 8760869 h 8839200"/>
              <a:gd name="connsiteX1117" fmla="*/ 9520996 w 15732060"/>
              <a:gd name="connsiteY1117" fmla="*/ 8760321 h 8839200"/>
              <a:gd name="connsiteX1118" fmla="*/ 9520996 w 15732060"/>
              <a:gd name="connsiteY1118" fmla="*/ 8354261 h 8839200"/>
              <a:gd name="connsiteX1119" fmla="*/ 8986534 w 15732060"/>
              <a:gd name="connsiteY1119" fmla="*/ 7819799 h 8839200"/>
              <a:gd name="connsiteX1120" fmla="*/ 8986534 w 15732060"/>
              <a:gd name="connsiteY1120" fmla="*/ 7234306 h 8839200"/>
              <a:gd name="connsiteX1121" fmla="*/ 8661137 w 15732060"/>
              <a:gd name="connsiteY1121" fmla="*/ 6908909 h 8839200"/>
              <a:gd name="connsiteX1122" fmla="*/ 8661137 w 15732060"/>
              <a:gd name="connsiteY1122" fmla="*/ 6678444 h 8839200"/>
              <a:gd name="connsiteX1123" fmla="*/ 8562915 w 15732060"/>
              <a:gd name="connsiteY1123" fmla="*/ 6580221 h 8839200"/>
              <a:gd name="connsiteX1124" fmla="*/ 7981263 w 15732060"/>
              <a:gd name="connsiteY1124" fmla="*/ 5550257 h 8839200"/>
              <a:gd name="connsiteX1125" fmla="*/ 7976324 w 15732060"/>
              <a:gd name="connsiteY1125" fmla="*/ 5550257 h 8839200"/>
              <a:gd name="connsiteX1126" fmla="*/ 7976324 w 15732060"/>
              <a:gd name="connsiteY1126" fmla="*/ 7449408 h 8839200"/>
              <a:gd name="connsiteX1127" fmla="*/ 8142588 w 15732060"/>
              <a:gd name="connsiteY1127" fmla="*/ 7615673 h 8839200"/>
              <a:gd name="connsiteX1128" fmla="*/ 8142588 w 15732060"/>
              <a:gd name="connsiteY1128" fmla="*/ 8734530 h 8839200"/>
              <a:gd name="connsiteX1129" fmla="*/ 8126127 w 15732060"/>
              <a:gd name="connsiteY1129" fmla="*/ 8753187 h 8839200"/>
              <a:gd name="connsiteX1130" fmla="*/ 8144784 w 15732060"/>
              <a:gd name="connsiteY1130" fmla="*/ 8771844 h 8839200"/>
              <a:gd name="connsiteX1131" fmla="*/ 8163440 w 15732060"/>
              <a:gd name="connsiteY1131" fmla="*/ 8753187 h 8839200"/>
              <a:gd name="connsiteX1132" fmla="*/ 8158707 w 15732060"/>
              <a:gd name="connsiteY1132" fmla="*/ 8740361 h 8839200"/>
              <a:gd name="connsiteX1133" fmla="*/ 8147526 w 15732060"/>
              <a:gd name="connsiteY1133" fmla="*/ 8734803 h 8839200"/>
              <a:gd name="connsiteX1134" fmla="*/ 8147526 w 15732060"/>
              <a:gd name="connsiteY1134" fmla="*/ 8735080 h 8839200"/>
              <a:gd name="connsiteX1135" fmla="*/ 8146978 w 15732060"/>
              <a:gd name="connsiteY1135" fmla="*/ 8734530 h 8839200"/>
              <a:gd name="connsiteX1136" fmla="*/ 8147526 w 15732060"/>
              <a:gd name="connsiteY1136" fmla="*/ 8734803 h 8839200"/>
              <a:gd name="connsiteX1137" fmla="*/ 8147526 w 15732060"/>
              <a:gd name="connsiteY1137" fmla="*/ 7614027 h 8839200"/>
              <a:gd name="connsiteX1138" fmla="*/ 7981263 w 15732060"/>
              <a:gd name="connsiteY1138" fmla="*/ 7447761 h 8839200"/>
              <a:gd name="connsiteX1139" fmla="*/ 8674855 w 15732060"/>
              <a:gd name="connsiteY1139" fmla="*/ 5545867 h 8839200"/>
              <a:gd name="connsiteX1140" fmla="*/ 8669918 w 15732060"/>
              <a:gd name="connsiteY1140" fmla="*/ 5545867 h 8839200"/>
              <a:gd name="connsiteX1141" fmla="*/ 8669918 w 15732060"/>
              <a:gd name="connsiteY1141" fmla="*/ 6403530 h 8839200"/>
              <a:gd name="connsiteX1142" fmla="*/ 8878983 w 15732060"/>
              <a:gd name="connsiteY1142" fmla="*/ 6612597 h 8839200"/>
              <a:gd name="connsiteX1143" fmla="*/ 8878983 w 15732060"/>
              <a:gd name="connsiteY1143" fmla="*/ 6976953 h 8839200"/>
              <a:gd name="connsiteX1144" fmla="*/ 9308089 w 15732060"/>
              <a:gd name="connsiteY1144" fmla="*/ 7406058 h 8839200"/>
              <a:gd name="connsiteX1145" fmla="*/ 9308638 w 15732060"/>
              <a:gd name="connsiteY1145" fmla="*/ 7406058 h 8839200"/>
              <a:gd name="connsiteX1146" fmla="*/ 9581356 w 15732060"/>
              <a:gd name="connsiteY1146" fmla="*/ 7406606 h 8839200"/>
              <a:gd name="connsiteX1147" fmla="*/ 9900716 w 15732060"/>
              <a:gd name="connsiteY1147" fmla="*/ 7725968 h 8839200"/>
              <a:gd name="connsiteX1148" fmla="*/ 9900716 w 15732060"/>
              <a:gd name="connsiteY1148" fmla="*/ 8574851 h 8839200"/>
              <a:gd name="connsiteX1149" fmla="*/ 10090577 w 15732060"/>
              <a:gd name="connsiteY1149" fmla="*/ 8764710 h 8839200"/>
              <a:gd name="connsiteX1150" fmla="*/ 10092222 w 15732060"/>
              <a:gd name="connsiteY1150" fmla="*/ 8789404 h 8839200"/>
              <a:gd name="connsiteX1151" fmla="*/ 10118562 w 15732060"/>
              <a:gd name="connsiteY1151" fmla="*/ 8789404 h 8839200"/>
              <a:gd name="connsiteX1152" fmla="*/ 10118562 w 15732060"/>
              <a:gd name="connsiteY1152" fmla="*/ 8763065 h 8839200"/>
              <a:gd name="connsiteX1153" fmla="*/ 10093869 w 15732060"/>
              <a:gd name="connsiteY1153" fmla="*/ 8761418 h 8839200"/>
              <a:gd name="connsiteX1154" fmla="*/ 10093869 w 15732060"/>
              <a:gd name="connsiteY1154" fmla="*/ 8760869 h 8839200"/>
              <a:gd name="connsiteX1155" fmla="*/ 9905655 w 15732060"/>
              <a:gd name="connsiteY1155" fmla="*/ 8572655 h 8839200"/>
              <a:gd name="connsiteX1156" fmla="*/ 9905655 w 15732060"/>
              <a:gd name="connsiteY1156" fmla="*/ 7723772 h 8839200"/>
              <a:gd name="connsiteX1157" fmla="*/ 9584099 w 15732060"/>
              <a:gd name="connsiteY1157" fmla="*/ 7402218 h 8839200"/>
              <a:gd name="connsiteX1158" fmla="*/ 9583551 w 15732060"/>
              <a:gd name="connsiteY1158" fmla="*/ 7402218 h 8839200"/>
              <a:gd name="connsiteX1159" fmla="*/ 9310833 w 15732060"/>
              <a:gd name="connsiteY1159" fmla="*/ 7401669 h 8839200"/>
              <a:gd name="connsiteX1160" fmla="*/ 8883922 w 15732060"/>
              <a:gd name="connsiteY1160" fmla="*/ 6974757 h 8839200"/>
              <a:gd name="connsiteX1161" fmla="*/ 8883922 w 15732060"/>
              <a:gd name="connsiteY1161" fmla="*/ 6610401 h 8839200"/>
              <a:gd name="connsiteX1162" fmla="*/ 8674855 w 15732060"/>
              <a:gd name="connsiteY1162" fmla="*/ 6401335 h 8839200"/>
              <a:gd name="connsiteX1163" fmla="*/ 5604168 w 15732060"/>
              <a:gd name="connsiteY1163" fmla="*/ 5531600 h 8839200"/>
              <a:gd name="connsiteX1164" fmla="*/ 5585512 w 15732060"/>
              <a:gd name="connsiteY1164" fmla="*/ 5548062 h 8839200"/>
              <a:gd name="connsiteX1165" fmla="*/ 4807962 w 15732060"/>
              <a:gd name="connsiteY1165" fmla="*/ 5548062 h 8839200"/>
              <a:gd name="connsiteX1166" fmla="*/ 4635662 w 15732060"/>
              <a:gd name="connsiteY1166" fmla="*/ 5720362 h 8839200"/>
              <a:gd name="connsiteX1167" fmla="*/ 4610969 w 15732060"/>
              <a:gd name="connsiteY1167" fmla="*/ 5722009 h 8839200"/>
              <a:gd name="connsiteX1168" fmla="*/ 4610969 w 15732060"/>
              <a:gd name="connsiteY1168" fmla="*/ 5748348 h 8839200"/>
              <a:gd name="connsiteX1169" fmla="*/ 4637308 w 15732060"/>
              <a:gd name="connsiteY1169" fmla="*/ 5748348 h 8839200"/>
              <a:gd name="connsiteX1170" fmla="*/ 4638954 w 15732060"/>
              <a:gd name="connsiteY1170" fmla="*/ 5723655 h 8839200"/>
              <a:gd name="connsiteX1171" fmla="*/ 4810158 w 15732060"/>
              <a:gd name="connsiteY1171" fmla="*/ 5552452 h 8839200"/>
              <a:gd name="connsiteX1172" fmla="*/ 5585512 w 15732060"/>
              <a:gd name="connsiteY1172" fmla="*/ 5552452 h 8839200"/>
              <a:gd name="connsiteX1173" fmla="*/ 5604168 w 15732060"/>
              <a:gd name="connsiteY1173" fmla="*/ 5568914 h 8839200"/>
              <a:gd name="connsiteX1174" fmla="*/ 5622826 w 15732060"/>
              <a:gd name="connsiteY1174" fmla="*/ 5550257 h 8839200"/>
              <a:gd name="connsiteX1175" fmla="*/ 5604168 w 15732060"/>
              <a:gd name="connsiteY1175" fmla="*/ 5531600 h 8839200"/>
              <a:gd name="connsiteX1176" fmla="*/ 7615808 w 15732060"/>
              <a:gd name="connsiteY1176" fmla="*/ 5518431 h 8839200"/>
              <a:gd name="connsiteX1177" fmla="*/ 7610870 w 15732060"/>
              <a:gd name="connsiteY1177" fmla="*/ 5518431 h 8839200"/>
              <a:gd name="connsiteX1178" fmla="*/ 7610870 w 15732060"/>
              <a:gd name="connsiteY1178" fmla="*/ 6798615 h 8839200"/>
              <a:gd name="connsiteX1179" fmla="*/ 7453385 w 15732060"/>
              <a:gd name="connsiteY1179" fmla="*/ 6956101 h 8839200"/>
              <a:gd name="connsiteX1180" fmla="*/ 7453385 w 15732060"/>
              <a:gd name="connsiteY1180" fmla="*/ 7533364 h 8839200"/>
              <a:gd name="connsiteX1181" fmla="*/ 7137866 w 15732060"/>
              <a:gd name="connsiteY1181" fmla="*/ 7848882 h 8839200"/>
              <a:gd name="connsiteX1182" fmla="*/ 7137866 w 15732060"/>
              <a:gd name="connsiteY1182" fmla="*/ 8652221 h 8839200"/>
              <a:gd name="connsiteX1183" fmla="*/ 7121404 w 15732060"/>
              <a:gd name="connsiteY1183" fmla="*/ 8670878 h 8839200"/>
              <a:gd name="connsiteX1184" fmla="*/ 7140061 w 15732060"/>
              <a:gd name="connsiteY1184" fmla="*/ 8689534 h 8839200"/>
              <a:gd name="connsiteX1185" fmla="*/ 7158718 w 15732060"/>
              <a:gd name="connsiteY1185" fmla="*/ 8670878 h 8839200"/>
              <a:gd name="connsiteX1186" fmla="*/ 7142256 w 15732060"/>
              <a:gd name="connsiteY1186" fmla="*/ 8652221 h 8839200"/>
              <a:gd name="connsiteX1187" fmla="*/ 7142805 w 15732060"/>
              <a:gd name="connsiteY1187" fmla="*/ 8651672 h 8839200"/>
              <a:gd name="connsiteX1188" fmla="*/ 7142805 w 15732060"/>
              <a:gd name="connsiteY1188" fmla="*/ 7850528 h 8839200"/>
              <a:gd name="connsiteX1189" fmla="*/ 7458324 w 15732060"/>
              <a:gd name="connsiteY1189" fmla="*/ 7535010 h 8839200"/>
              <a:gd name="connsiteX1190" fmla="*/ 7458324 w 15732060"/>
              <a:gd name="connsiteY1190" fmla="*/ 6957746 h 8839200"/>
              <a:gd name="connsiteX1191" fmla="*/ 7615808 w 15732060"/>
              <a:gd name="connsiteY1191" fmla="*/ 6800261 h 8839200"/>
              <a:gd name="connsiteX1192" fmla="*/ 9293557 w 15732060"/>
              <a:gd name="connsiteY1192" fmla="*/ 5506251 h 8839200"/>
              <a:gd name="connsiteX1193" fmla="*/ 9293273 w 15732060"/>
              <a:gd name="connsiteY1193" fmla="*/ 5506359 h 8839200"/>
              <a:gd name="connsiteX1194" fmla="*/ 9293822 w 15732060"/>
              <a:gd name="connsiteY1194" fmla="*/ 5506359 h 8839200"/>
              <a:gd name="connsiteX1195" fmla="*/ 2078585 w 15732060"/>
              <a:gd name="connsiteY1195" fmla="*/ 5497577 h 8839200"/>
              <a:gd name="connsiteX1196" fmla="*/ 2059928 w 15732060"/>
              <a:gd name="connsiteY1196" fmla="*/ 5516234 h 8839200"/>
              <a:gd name="connsiteX1197" fmla="*/ 2078585 w 15732060"/>
              <a:gd name="connsiteY1197" fmla="*/ 5534891 h 8839200"/>
              <a:gd name="connsiteX1198" fmla="*/ 2078585 w 15732060"/>
              <a:gd name="connsiteY1198" fmla="*/ 5535440 h 8839200"/>
              <a:gd name="connsiteX1199" fmla="*/ 2097241 w 15732060"/>
              <a:gd name="connsiteY1199" fmla="*/ 5518978 h 8839200"/>
              <a:gd name="connsiteX1200" fmla="*/ 2858877 w 15732060"/>
              <a:gd name="connsiteY1200" fmla="*/ 5518978 h 8839200"/>
              <a:gd name="connsiteX1201" fmla="*/ 3026239 w 15732060"/>
              <a:gd name="connsiteY1201" fmla="*/ 5686340 h 8839200"/>
              <a:gd name="connsiteX1202" fmla="*/ 3026239 w 15732060"/>
              <a:gd name="connsiteY1202" fmla="*/ 5870164 h 8839200"/>
              <a:gd name="connsiteX1203" fmla="*/ 3009778 w 15732060"/>
              <a:gd name="connsiteY1203" fmla="*/ 5888821 h 8839200"/>
              <a:gd name="connsiteX1204" fmla="*/ 3028434 w 15732060"/>
              <a:gd name="connsiteY1204" fmla="*/ 5907478 h 8839200"/>
              <a:gd name="connsiteX1205" fmla="*/ 3047091 w 15732060"/>
              <a:gd name="connsiteY1205" fmla="*/ 5888821 h 8839200"/>
              <a:gd name="connsiteX1206" fmla="*/ 3030629 w 15732060"/>
              <a:gd name="connsiteY1206" fmla="*/ 5870164 h 8839200"/>
              <a:gd name="connsiteX1207" fmla="*/ 3030629 w 15732060"/>
              <a:gd name="connsiteY1207" fmla="*/ 5684145 h 8839200"/>
              <a:gd name="connsiteX1208" fmla="*/ 2861073 w 15732060"/>
              <a:gd name="connsiteY1208" fmla="*/ 5514588 h 8839200"/>
              <a:gd name="connsiteX1209" fmla="*/ 2860523 w 15732060"/>
              <a:gd name="connsiteY1209" fmla="*/ 5514588 h 8839200"/>
              <a:gd name="connsiteX1210" fmla="*/ 2097241 w 15732060"/>
              <a:gd name="connsiteY1210" fmla="*/ 5514039 h 8839200"/>
              <a:gd name="connsiteX1211" fmla="*/ 2078585 w 15732060"/>
              <a:gd name="connsiteY1211" fmla="*/ 5497577 h 8839200"/>
              <a:gd name="connsiteX1212" fmla="*/ 9293822 w 15732060"/>
              <a:gd name="connsiteY1212" fmla="*/ 5469044 h 8839200"/>
              <a:gd name="connsiteX1213" fmla="*/ 9275165 w 15732060"/>
              <a:gd name="connsiteY1213" fmla="*/ 5487702 h 8839200"/>
              <a:gd name="connsiteX1214" fmla="*/ 9280584 w 15732060"/>
              <a:gd name="connsiteY1214" fmla="*/ 5500940 h 8839200"/>
              <a:gd name="connsiteX1215" fmla="*/ 9293557 w 15732060"/>
              <a:gd name="connsiteY1215" fmla="*/ 5506251 h 8839200"/>
              <a:gd name="connsiteX1216" fmla="*/ 9305688 w 15732060"/>
              <a:gd name="connsiteY1216" fmla="*/ 5501626 h 8839200"/>
              <a:gd name="connsiteX1217" fmla="*/ 9311930 w 15732060"/>
              <a:gd name="connsiteY1217" fmla="*/ 5489897 h 8839200"/>
              <a:gd name="connsiteX1218" fmla="*/ 9486426 w 15732060"/>
              <a:gd name="connsiteY1218" fmla="*/ 5489897 h 8839200"/>
              <a:gd name="connsiteX1219" fmla="*/ 9856270 w 15732060"/>
              <a:gd name="connsiteY1219" fmla="*/ 5859741 h 8839200"/>
              <a:gd name="connsiteX1220" fmla="*/ 9856818 w 15732060"/>
              <a:gd name="connsiteY1220" fmla="*/ 5859741 h 8839200"/>
              <a:gd name="connsiteX1221" fmla="*/ 10064786 w 15732060"/>
              <a:gd name="connsiteY1221" fmla="*/ 5860289 h 8839200"/>
              <a:gd name="connsiteX1222" fmla="*/ 10083443 w 15732060"/>
              <a:gd name="connsiteY1222" fmla="*/ 5876751 h 8839200"/>
              <a:gd name="connsiteX1223" fmla="*/ 10102100 w 15732060"/>
              <a:gd name="connsiteY1223" fmla="*/ 5858094 h 8839200"/>
              <a:gd name="connsiteX1224" fmla="*/ 10083443 w 15732060"/>
              <a:gd name="connsiteY1224" fmla="*/ 5839437 h 8839200"/>
              <a:gd name="connsiteX1225" fmla="*/ 10064786 w 15732060"/>
              <a:gd name="connsiteY1225" fmla="*/ 5855899 h 8839200"/>
              <a:gd name="connsiteX1226" fmla="*/ 9859012 w 15732060"/>
              <a:gd name="connsiteY1226" fmla="*/ 5855899 h 8839200"/>
              <a:gd name="connsiteX1227" fmla="*/ 9489169 w 15732060"/>
              <a:gd name="connsiteY1227" fmla="*/ 5486055 h 8839200"/>
              <a:gd name="connsiteX1228" fmla="*/ 9488621 w 15732060"/>
              <a:gd name="connsiteY1228" fmla="*/ 5486055 h 8839200"/>
              <a:gd name="connsiteX1229" fmla="*/ 9312479 w 15732060"/>
              <a:gd name="connsiteY1229" fmla="*/ 5485507 h 8839200"/>
              <a:gd name="connsiteX1230" fmla="*/ 9293822 w 15732060"/>
              <a:gd name="connsiteY1230" fmla="*/ 5469044 h 8839200"/>
              <a:gd name="connsiteX1231" fmla="*/ 9005740 w 15732060"/>
              <a:gd name="connsiteY1231" fmla="*/ 5334058 h 8839200"/>
              <a:gd name="connsiteX1232" fmla="*/ 9005740 w 15732060"/>
              <a:gd name="connsiteY1232" fmla="*/ 5338996 h 8839200"/>
              <a:gd name="connsiteX1233" fmla="*/ 9640070 w 15732060"/>
              <a:gd name="connsiteY1233" fmla="*/ 5338996 h 8839200"/>
              <a:gd name="connsiteX1234" fmla="*/ 9835417 w 15732060"/>
              <a:gd name="connsiteY1234" fmla="*/ 5534344 h 8839200"/>
              <a:gd name="connsiteX1235" fmla="*/ 9837064 w 15732060"/>
              <a:gd name="connsiteY1235" fmla="*/ 5559036 h 8839200"/>
              <a:gd name="connsiteX1236" fmla="*/ 9837064 w 15732060"/>
              <a:gd name="connsiteY1236" fmla="*/ 5558487 h 8839200"/>
              <a:gd name="connsiteX1237" fmla="*/ 9863403 w 15732060"/>
              <a:gd name="connsiteY1237" fmla="*/ 5558487 h 8839200"/>
              <a:gd name="connsiteX1238" fmla="*/ 9863403 w 15732060"/>
              <a:gd name="connsiteY1238" fmla="*/ 5532148 h 8839200"/>
              <a:gd name="connsiteX1239" fmla="*/ 9838710 w 15732060"/>
              <a:gd name="connsiteY1239" fmla="*/ 5530503 h 8839200"/>
              <a:gd name="connsiteX1240" fmla="*/ 9642814 w 15732060"/>
              <a:gd name="connsiteY1240" fmla="*/ 5334607 h 8839200"/>
              <a:gd name="connsiteX1241" fmla="*/ 9642265 w 15732060"/>
              <a:gd name="connsiteY1241" fmla="*/ 5334607 h 8839200"/>
              <a:gd name="connsiteX1242" fmla="*/ 9005740 w 15732060"/>
              <a:gd name="connsiteY1242" fmla="*/ 5334058 h 8839200"/>
              <a:gd name="connsiteX1243" fmla="*/ 6706565 w 15732060"/>
              <a:gd name="connsiteY1243" fmla="*/ 5332960 h 8839200"/>
              <a:gd name="connsiteX1244" fmla="*/ 6511218 w 15732060"/>
              <a:gd name="connsiteY1244" fmla="*/ 5332960 h 8839200"/>
              <a:gd name="connsiteX1245" fmla="*/ 4669134 w 15732060"/>
              <a:gd name="connsiteY1245" fmla="*/ 7175043 h 8839200"/>
              <a:gd name="connsiteX1246" fmla="*/ 4276793 w 15732060"/>
              <a:gd name="connsiteY1246" fmla="*/ 7175043 h 8839200"/>
              <a:gd name="connsiteX1247" fmla="*/ 3538204 w 15732060"/>
              <a:gd name="connsiteY1247" fmla="*/ 7913632 h 8839200"/>
              <a:gd name="connsiteX1248" fmla="*/ 3006485 w 15732060"/>
              <a:gd name="connsiteY1248" fmla="*/ 7913632 h 8839200"/>
              <a:gd name="connsiteX1249" fmla="*/ 2406176 w 15732060"/>
              <a:gd name="connsiteY1249" fmla="*/ 8513942 h 8839200"/>
              <a:gd name="connsiteX1250" fmla="*/ 1628078 w 15732060"/>
              <a:gd name="connsiteY1250" fmla="*/ 8513942 h 8839200"/>
              <a:gd name="connsiteX1251" fmla="*/ 1336154 w 15732060"/>
              <a:gd name="connsiteY1251" fmla="*/ 8805865 h 8839200"/>
              <a:gd name="connsiteX1252" fmla="*/ 1311462 w 15732060"/>
              <a:gd name="connsiteY1252" fmla="*/ 8807512 h 8839200"/>
              <a:gd name="connsiteX1253" fmla="*/ 1311462 w 15732060"/>
              <a:gd name="connsiteY1253" fmla="*/ 8833851 h 8839200"/>
              <a:gd name="connsiteX1254" fmla="*/ 1337801 w 15732060"/>
              <a:gd name="connsiteY1254" fmla="*/ 8833851 h 8839200"/>
              <a:gd name="connsiteX1255" fmla="*/ 1339446 w 15732060"/>
              <a:gd name="connsiteY1255" fmla="*/ 8809158 h 8839200"/>
              <a:gd name="connsiteX1256" fmla="*/ 1629724 w 15732060"/>
              <a:gd name="connsiteY1256" fmla="*/ 8518880 h 8839200"/>
              <a:gd name="connsiteX1257" fmla="*/ 2407822 w 15732060"/>
              <a:gd name="connsiteY1257" fmla="*/ 8518880 h 8839200"/>
              <a:gd name="connsiteX1258" fmla="*/ 3008132 w 15732060"/>
              <a:gd name="connsiteY1258" fmla="*/ 7918571 h 8839200"/>
              <a:gd name="connsiteX1259" fmla="*/ 3539850 w 15732060"/>
              <a:gd name="connsiteY1259" fmla="*/ 7918571 h 8839200"/>
              <a:gd name="connsiteX1260" fmla="*/ 4278440 w 15732060"/>
              <a:gd name="connsiteY1260" fmla="*/ 7179982 h 8839200"/>
              <a:gd name="connsiteX1261" fmla="*/ 4278988 w 15732060"/>
              <a:gd name="connsiteY1261" fmla="*/ 7179982 h 8839200"/>
              <a:gd name="connsiteX1262" fmla="*/ 4671330 w 15732060"/>
              <a:gd name="connsiteY1262" fmla="*/ 7179982 h 8839200"/>
              <a:gd name="connsiteX1263" fmla="*/ 6513413 w 15732060"/>
              <a:gd name="connsiteY1263" fmla="*/ 5337899 h 8839200"/>
              <a:gd name="connsiteX1264" fmla="*/ 6706565 w 15732060"/>
              <a:gd name="connsiteY1264" fmla="*/ 5337899 h 8839200"/>
              <a:gd name="connsiteX1265" fmla="*/ 3355477 w 15732060"/>
              <a:gd name="connsiteY1265" fmla="*/ 5325413 h 8839200"/>
              <a:gd name="connsiteX1266" fmla="*/ 3342308 w 15732060"/>
              <a:gd name="connsiteY1266" fmla="*/ 5330764 h 8839200"/>
              <a:gd name="connsiteX1267" fmla="*/ 3340661 w 15732060"/>
              <a:gd name="connsiteY1267" fmla="*/ 5355456 h 8839200"/>
              <a:gd name="connsiteX1268" fmla="*/ 3109647 w 15732060"/>
              <a:gd name="connsiteY1268" fmla="*/ 5586471 h 8839200"/>
              <a:gd name="connsiteX1269" fmla="*/ 3109647 w 15732060"/>
              <a:gd name="connsiteY1269" fmla="*/ 5867420 h 8839200"/>
              <a:gd name="connsiteX1270" fmla="*/ 3093184 w 15732060"/>
              <a:gd name="connsiteY1270" fmla="*/ 5886077 h 8839200"/>
              <a:gd name="connsiteX1271" fmla="*/ 3111841 w 15732060"/>
              <a:gd name="connsiteY1271" fmla="*/ 5904734 h 8839200"/>
              <a:gd name="connsiteX1272" fmla="*/ 3130498 w 15732060"/>
              <a:gd name="connsiteY1272" fmla="*/ 5886077 h 8839200"/>
              <a:gd name="connsiteX1273" fmla="*/ 3114036 w 15732060"/>
              <a:gd name="connsiteY1273" fmla="*/ 5867420 h 8839200"/>
              <a:gd name="connsiteX1274" fmla="*/ 3114036 w 15732060"/>
              <a:gd name="connsiteY1274" fmla="*/ 5588666 h 8839200"/>
              <a:gd name="connsiteX1275" fmla="*/ 3343954 w 15732060"/>
              <a:gd name="connsiteY1275" fmla="*/ 5358749 h 8839200"/>
              <a:gd name="connsiteX1276" fmla="*/ 3368646 w 15732060"/>
              <a:gd name="connsiteY1276" fmla="*/ 5357103 h 8839200"/>
              <a:gd name="connsiteX1277" fmla="*/ 3368646 w 15732060"/>
              <a:gd name="connsiteY1277" fmla="*/ 5330764 h 8839200"/>
              <a:gd name="connsiteX1278" fmla="*/ 3355477 w 15732060"/>
              <a:gd name="connsiteY1278" fmla="*/ 5325413 h 8839200"/>
              <a:gd name="connsiteX1279" fmla="*/ 3814214 w 15732060"/>
              <a:gd name="connsiteY1279" fmla="*/ 5323629 h 8839200"/>
              <a:gd name="connsiteX1280" fmla="*/ 3795558 w 15732060"/>
              <a:gd name="connsiteY1280" fmla="*/ 5340092 h 8839200"/>
              <a:gd name="connsiteX1281" fmla="*/ 3438884 w 15732060"/>
              <a:gd name="connsiteY1281" fmla="*/ 5340092 h 8839200"/>
              <a:gd name="connsiteX1282" fmla="*/ 3191955 w 15732060"/>
              <a:gd name="connsiteY1282" fmla="*/ 5587019 h 8839200"/>
              <a:gd name="connsiteX1283" fmla="*/ 3191955 w 15732060"/>
              <a:gd name="connsiteY1283" fmla="*/ 5867970 h 8839200"/>
              <a:gd name="connsiteX1284" fmla="*/ 3192504 w 15732060"/>
              <a:gd name="connsiteY1284" fmla="*/ 5867970 h 8839200"/>
              <a:gd name="connsiteX1285" fmla="*/ 3176042 w 15732060"/>
              <a:gd name="connsiteY1285" fmla="*/ 5886626 h 8839200"/>
              <a:gd name="connsiteX1286" fmla="*/ 3194699 w 15732060"/>
              <a:gd name="connsiteY1286" fmla="*/ 5905282 h 8839200"/>
              <a:gd name="connsiteX1287" fmla="*/ 3213356 w 15732060"/>
              <a:gd name="connsiteY1287" fmla="*/ 5886626 h 8839200"/>
              <a:gd name="connsiteX1288" fmla="*/ 3196894 w 15732060"/>
              <a:gd name="connsiteY1288" fmla="*/ 5867970 h 8839200"/>
              <a:gd name="connsiteX1289" fmla="*/ 3196894 w 15732060"/>
              <a:gd name="connsiteY1289" fmla="*/ 5588666 h 8839200"/>
              <a:gd name="connsiteX1290" fmla="*/ 3441079 w 15732060"/>
              <a:gd name="connsiteY1290" fmla="*/ 5344482 h 8839200"/>
              <a:gd name="connsiteX1291" fmla="*/ 3795558 w 15732060"/>
              <a:gd name="connsiteY1291" fmla="*/ 5344482 h 8839200"/>
              <a:gd name="connsiteX1292" fmla="*/ 3814214 w 15732060"/>
              <a:gd name="connsiteY1292" fmla="*/ 5360944 h 8839200"/>
              <a:gd name="connsiteX1293" fmla="*/ 3832872 w 15732060"/>
              <a:gd name="connsiteY1293" fmla="*/ 5342287 h 8839200"/>
              <a:gd name="connsiteX1294" fmla="*/ 3814214 w 15732060"/>
              <a:gd name="connsiteY1294" fmla="*/ 5323629 h 8839200"/>
              <a:gd name="connsiteX1295" fmla="*/ 13100904 w 15732060"/>
              <a:gd name="connsiteY1295" fmla="*/ 5298390 h 8839200"/>
              <a:gd name="connsiteX1296" fmla="*/ 13082246 w 15732060"/>
              <a:gd name="connsiteY1296" fmla="*/ 5317047 h 8839200"/>
              <a:gd name="connsiteX1297" fmla="*/ 13100904 w 15732060"/>
              <a:gd name="connsiteY1297" fmla="*/ 5335704 h 8839200"/>
              <a:gd name="connsiteX1298" fmla="*/ 13119561 w 15732060"/>
              <a:gd name="connsiteY1298" fmla="*/ 5319242 h 8839200"/>
              <a:gd name="connsiteX1299" fmla="*/ 14531440 w 15732060"/>
              <a:gd name="connsiteY1299" fmla="*/ 5319242 h 8839200"/>
              <a:gd name="connsiteX1300" fmla="*/ 14688925 w 15732060"/>
              <a:gd name="connsiteY1300" fmla="*/ 5476728 h 8839200"/>
              <a:gd name="connsiteX1301" fmla="*/ 14689474 w 15732060"/>
              <a:gd name="connsiteY1301" fmla="*/ 5476728 h 8839200"/>
              <a:gd name="connsiteX1302" fmla="*/ 15652493 w 15732060"/>
              <a:gd name="connsiteY1302" fmla="*/ 5477276 h 8839200"/>
              <a:gd name="connsiteX1303" fmla="*/ 15671150 w 15732060"/>
              <a:gd name="connsiteY1303" fmla="*/ 5493738 h 8839200"/>
              <a:gd name="connsiteX1304" fmla="*/ 15689808 w 15732060"/>
              <a:gd name="connsiteY1304" fmla="*/ 5475081 h 8839200"/>
              <a:gd name="connsiteX1305" fmla="*/ 15671150 w 15732060"/>
              <a:gd name="connsiteY1305" fmla="*/ 5456424 h 8839200"/>
              <a:gd name="connsiteX1306" fmla="*/ 15652493 w 15732060"/>
              <a:gd name="connsiteY1306" fmla="*/ 5472886 h 8839200"/>
              <a:gd name="connsiteX1307" fmla="*/ 14691668 w 15732060"/>
              <a:gd name="connsiteY1307" fmla="*/ 5472886 h 8839200"/>
              <a:gd name="connsiteX1308" fmla="*/ 14534184 w 15732060"/>
              <a:gd name="connsiteY1308" fmla="*/ 5315401 h 8839200"/>
              <a:gd name="connsiteX1309" fmla="*/ 14533634 w 15732060"/>
              <a:gd name="connsiteY1309" fmla="*/ 5315401 h 8839200"/>
              <a:gd name="connsiteX1310" fmla="*/ 13119561 w 15732060"/>
              <a:gd name="connsiteY1310" fmla="*/ 5314853 h 8839200"/>
              <a:gd name="connsiteX1311" fmla="*/ 13100904 w 15732060"/>
              <a:gd name="connsiteY1311" fmla="*/ 5298390 h 8839200"/>
              <a:gd name="connsiteX1312" fmla="*/ 2501654 w 15732060"/>
              <a:gd name="connsiteY1312" fmla="*/ 5222666 h 8839200"/>
              <a:gd name="connsiteX1313" fmla="*/ 2482998 w 15732060"/>
              <a:gd name="connsiteY1313" fmla="*/ 5239127 h 8839200"/>
              <a:gd name="connsiteX1314" fmla="*/ 1538086 w 15732060"/>
              <a:gd name="connsiteY1314" fmla="*/ 5239127 h 8839200"/>
              <a:gd name="connsiteX1315" fmla="*/ 1012404 w 15732060"/>
              <a:gd name="connsiteY1315" fmla="*/ 5764810 h 8839200"/>
              <a:gd name="connsiteX1316" fmla="*/ 373684 w 15732060"/>
              <a:gd name="connsiteY1316" fmla="*/ 5764810 h 8839200"/>
              <a:gd name="connsiteX1317" fmla="*/ 355028 w 15732060"/>
              <a:gd name="connsiteY1317" fmla="*/ 5748348 h 8839200"/>
              <a:gd name="connsiteX1318" fmla="*/ 336370 w 15732060"/>
              <a:gd name="connsiteY1318" fmla="*/ 5767005 h 8839200"/>
              <a:gd name="connsiteX1319" fmla="*/ 355028 w 15732060"/>
              <a:gd name="connsiteY1319" fmla="*/ 5785662 h 8839200"/>
              <a:gd name="connsiteX1320" fmla="*/ 373684 w 15732060"/>
              <a:gd name="connsiteY1320" fmla="*/ 5769200 h 8839200"/>
              <a:gd name="connsiteX1321" fmla="*/ 1014600 w 15732060"/>
              <a:gd name="connsiteY1321" fmla="*/ 5769200 h 8839200"/>
              <a:gd name="connsiteX1322" fmla="*/ 1540282 w 15732060"/>
              <a:gd name="connsiteY1322" fmla="*/ 5243518 h 8839200"/>
              <a:gd name="connsiteX1323" fmla="*/ 2482998 w 15732060"/>
              <a:gd name="connsiteY1323" fmla="*/ 5243518 h 8839200"/>
              <a:gd name="connsiteX1324" fmla="*/ 2501654 w 15732060"/>
              <a:gd name="connsiteY1324" fmla="*/ 5259979 h 8839200"/>
              <a:gd name="connsiteX1325" fmla="*/ 2520311 w 15732060"/>
              <a:gd name="connsiteY1325" fmla="*/ 5241322 h 8839200"/>
              <a:gd name="connsiteX1326" fmla="*/ 2501654 w 15732060"/>
              <a:gd name="connsiteY1326" fmla="*/ 5222666 h 8839200"/>
              <a:gd name="connsiteX1327" fmla="*/ 6731258 w 15732060"/>
              <a:gd name="connsiteY1327" fmla="*/ 5216629 h 8839200"/>
              <a:gd name="connsiteX1328" fmla="*/ 6337270 w 15732060"/>
              <a:gd name="connsiteY1328" fmla="*/ 5216629 h 8839200"/>
              <a:gd name="connsiteX1329" fmla="*/ 5447780 w 15732060"/>
              <a:gd name="connsiteY1329" fmla="*/ 6106119 h 8839200"/>
              <a:gd name="connsiteX1330" fmla="*/ 5184390 w 15732060"/>
              <a:gd name="connsiteY1330" fmla="*/ 6106119 h 8839200"/>
              <a:gd name="connsiteX1331" fmla="*/ 4126990 w 15732060"/>
              <a:gd name="connsiteY1331" fmla="*/ 7163520 h 8839200"/>
              <a:gd name="connsiteX1332" fmla="*/ 4102298 w 15732060"/>
              <a:gd name="connsiteY1332" fmla="*/ 7165166 h 8839200"/>
              <a:gd name="connsiteX1333" fmla="*/ 4102298 w 15732060"/>
              <a:gd name="connsiteY1333" fmla="*/ 7191505 h 8839200"/>
              <a:gd name="connsiteX1334" fmla="*/ 4128636 w 15732060"/>
              <a:gd name="connsiteY1334" fmla="*/ 7191505 h 8839200"/>
              <a:gd name="connsiteX1335" fmla="*/ 4130282 w 15732060"/>
              <a:gd name="connsiteY1335" fmla="*/ 7166813 h 8839200"/>
              <a:gd name="connsiteX1336" fmla="*/ 5186586 w 15732060"/>
              <a:gd name="connsiteY1336" fmla="*/ 6110509 h 8839200"/>
              <a:gd name="connsiteX1337" fmla="*/ 5449976 w 15732060"/>
              <a:gd name="connsiteY1337" fmla="*/ 6110509 h 8839200"/>
              <a:gd name="connsiteX1338" fmla="*/ 6338917 w 15732060"/>
              <a:gd name="connsiteY1338" fmla="*/ 5221568 h 8839200"/>
              <a:gd name="connsiteX1339" fmla="*/ 6338916 w 15732060"/>
              <a:gd name="connsiteY1339" fmla="*/ 5221568 h 8839200"/>
              <a:gd name="connsiteX1340" fmla="*/ 6339465 w 15732060"/>
              <a:gd name="connsiteY1340" fmla="*/ 5221020 h 8839200"/>
              <a:gd name="connsiteX1341" fmla="*/ 6338917 w 15732060"/>
              <a:gd name="connsiteY1341" fmla="*/ 5221568 h 8839200"/>
              <a:gd name="connsiteX1342" fmla="*/ 6731258 w 15732060"/>
              <a:gd name="connsiteY1342" fmla="*/ 5221568 h 8839200"/>
              <a:gd name="connsiteX1343" fmla="*/ 5903774 w 15732060"/>
              <a:gd name="connsiteY1343" fmla="*/ 5215121 h 8839200"/>
              <a:gd name="connsiteX1344" fmla="*/ 5890605 w 15732060"/>
              <a:gd name="connsiteY1344" fmla="*/ 5220470 h 8839200"/>
              <a:gd name="connsiteX1345" fmla="*/ 5888960 w 15732060"/>
              <a:gd name="connsiteY1345" fmla="*/ 5245164 h 8839200"/>
              <a:gd name="connsiteX1346" fmla="*/ 5719401 w 15732060"/>
              <a:gd name="connsiteY1346" fmla="*/ 5414721 h 8839200"/>
              <a:gd name="connsiteX1347" fmla="*/ 5389616 w 15732060"/>
              <a:gd name="connsiteY1347" fmla="*/ 5414721 h 8839200"/>
              <a:gd name="connsiteX1348" fmla="*/ 5283162 w 15732060"/>
              <a:gd name="connsiteY1348" fmla="*/ 5308268 h 8839200"/>
              <a:gd name="connsiteX1349" fmla="*/ 5282613 w 15732060"/>
              <a:gd name="connsiteY1349" fmla="*/ 5308268 h 8839200"/>
              <a:gd name="connsiteX1350" fmla="*/ 4879298 w 15732060"/>
              <a:gd name="connsiteY1350" fmla="*/ 5307719 h 8839200"/>
              <a:gd name="connsiteX1351" fmla="*/ 3998039 w 15732060"/>
              <a:gd name="connsiteY1351" fmla="*/ 6188977 h 8839200"/>
              <a:gd name="connsiteX1352" fmla="*/ 3354380 w 15732060"/>
              <a:gd name="connsiteY1352" fmla="*/ 6188977 h 8839200"/>
              <a:gd name="connsiteX1353" fmla="*/ 3335723 w 15732060"/>
              <a:gd name="connsiteY1353" fmla="*/ 6172516 h 8839200"/>
              <a:gd name="connsiteX1354" fmla="*/ 3317066 w 15732060"/>
              <a:gd name="connsiteY1354" fmla="*/ 6191172 h 8839200"/>
              <a:gd name="connsiteX1355" fmla="*/ 3335723 w 15732060"/>
              <a:gd name="connsiteY1355" fmla="*/ 6209829 h 8839200"/>
              <a:gd name="connsiteX1356" fmla="*/ 3354380 w 15732060"/>
              <a:gd name="connsiteY1356" fmla="*/ 6193367 h 8839200"/>
              <a:gd name="connsiteX1357" fmla="*/ 4000233 w 15732060"/>
              <a:gd name="connsiteY1357" fmla="*/ 6193367 h 8839200"/>
              <a:gd name="connsiteX1358" fmla="*/ 4881492 w 15732060"/>
              <a:gd name="connsiteY1358" fmla="*/ 5312109 h 8839200"/>
              <a:gd name="connsiteX1359" fmla="*/ 5280967 w 15732060"/>
              <a:gd name="connsiteY1359" fmla="*/ 5312109 h 8839200"/>
              <a:gd name="connsiteX1360" fmla="*/ 5387420 w 15732060"/>
              <a:gd name="connsiteY1360" fmla="*/ 5418562 h 8839200"/>
              <a:gd name="connsiteX1361" fmla="*/ 5387969 w 15732060"/>
              <a:gd name="connsiteY1361" fmla="*/ 5418562 h 8839200"/>
              <a:gd name="connsiteX1362" fmla="*/ 5721596 w 15732060"/>
              <a:gd name="connsiteY1362" fmla="*/ 5419110 h 8839200"/>
              <a:gd name="connsiteX1363" fmla="*/ 5892251 w 15732060"/>
              <a:gd name="connsiteY1363" fmla="*/ 5248456 h 8839200"/>
              <a:gd name="connsiteX1364" fmla="*/ 5892251 w 15732060"/>
              <a:gd name="connsiteY1364" fmla="*/ 5248456 h 8839200"/>
              <a:gd name="connsiteX1365" fmla="*/ 5892800 w 15732060"/>
              <a:gd name="connsiteY1365" fmla="*/ 5247907 h 8839200"/>
              <a:gd name="connsiteX1366" fmla="*/ 5892251 w 15732060"/>
              <a:gd name="connsiteY1366" fmla="*/ 5248456 h 8839200"/>
              <a:gd name="connsiteX1367" fmla="*/ 5904803 w 15732060"/>
              <a:gd name="connsiteY1367" fmla="*/ 5252160 h 8839200"/>
              <a:gd name="connsiteX1368" fmla="*/ 5916944 w 15732060"/>
              <a:gd name="connsiteY1368" fmla="*/ 5246809 h 8839200"/>
              <a:gd name="connsiteX1369" fmla="*/ 5916944 w 15732060"/>
              <a:gd name="connsiteY1369" fmla="*/ 5220470 h 8839200"/>
              <a:gd name="connsiteX1370" fmla="*/ 5903774 w 15732060"/>
              <a:gd name="connsiteY1370" fmla="*/ 5215121 h 8839200"/>
              <a:gd name="connsiteX1371" fmla="*/ 14162694 w 15732060"/>
              <a:gd name="connsiteY1371" fmla="*/ 5037332 h 8839200"/>
              <a:gd name="connsiteX1372" fmla="*/ 14149524 w 15732060"/>
              <a:gd name="connsiteY1372" fmla="*/ 5042682 h 8839200"/>
              <a:gd name="connsiteX1373" fmla="*/ 14149524 w 15732060"/>
              <a:gd name="connsiteY1373" fmla="*/ 5069021 h 8839200"/>
              <a:gd name="connsiteX1374" fmla="*/ 14174217 w 15732060"/>
              <a:gd name="connsiteY1374" fmla="*/ 5070668 h 8839200"/>
              <a:gd name="connsiteX1375" fmla="*/ 14224152 w 15732060"/>
              <a:gd name="connsiteY1375" fmla="*/ 5120602 h 8839200"/>
              <a:gd name="connsiteX1376" fmla="*/ 14224701 w 15732060"/>
              <a:gd name="connsiteY1376" fmla="*/ 5120602 h 8839200"/>
              <a:gd name="connsiteX1377" fmla="*/ 15006090 w 15732060"/>
              <a:gd name="connsiteY1377" fmla="*/ 5121151 h 8839200"/>
              <a:gd name="connsiteX1378" fmla="*/ 15196500 w 15732060"/>
              <a:gd name="connsiteY1378" fmla="*/ 5311560 h 8839200"/>
              <a:gd name="connsiteX1379" fmla="*/ 15197048 w 15732060"/>
              <a:gd name="connsiteY1379" fmla="*/ 5311560 h 8839200"/>
              <a:gd name="connsiteX1380" fmla="*/ 15565794 w 15732060"/>
              <a:gd name="connsiteY1380" fmla="*/ 5312109 h 8839200"/>
              <a:gd name="connsiteX1381" fmla="*/ 15584450 w 15732060"/>
              <a:gd name="connsiteY1381" fmla="*/ 5328570 h 8839200"/>
              <a:gd name="connsiteX1382" fmla="*/ 15603108 w 15732060"/>
              <a:gd name="connsiteY1382" fmla="*/ 5309913 h 8839200"/>
              <a:gd name="connsiteX1383" fmla="*/ 15584450 w 15732060"/>
              <a:gd name="connsiteY1383" fmla="*/ 5291257 h 8839200"/>
              <a:gd name="connsiteX1384" fmla="*/ 15565794 w 15732060"/>
              <a:gd name="connsiteY1384" fmla="*/ 5307719 h 8839200"/>
              <a:gd name="connsiteX1385" fmla="*/ 15199243 w 15732060"/>
              <a:gd name="connsiteY1385" fmla="*/ 5307719 h 8839200"/>
              <a:gd name="connsiteX1386" fmla="*/ 15008834 w 15732060"/>
              <a:gd name="connsiteY1386" fmla="*/ 5117310 h 8839200"/>
              <a:gd name="connsiteX1387" fmla="*/ 15008285 w 15732060"/>
              <a:gd name="connsiteY1387" fmla="*/ 5117310 h 8839200"/>
              <a:gd name="connsiteX1388" fmla="*/ 14226895 w 15732060"/>
              <a:gd name="connsiteY1388" fmla="*/ 5116761 h 8839200"/>
              <a:gd name="connsiteX1389" fmla="*/ 14177510 w 15732060"/>
              <a:gd name="connsiteY1389" fmla="*/ 5067376 h 8839200"/>
              <a:gd name="connsiteX1390" fmla="*/ 14175863 w 15732060"/>
              <a:gd name="connsiteY1390" fmla="*/ 5042682 h 8839200"/>
              <a:gd name="connsiteX1391" fmla="*/ 14162694 w 15732060"/>
              <a:gd name="connsiteY1391" fmla="*/ 5037332 h 8839200"/>
              <a:gd name="connsiteX1392" fmla="*/ 6701626 w 15732060"/>
              <a:gd name="connsiteY1392" fmla="*/ 4985066 h 8839200"/>
              <a:gd name="connsiteX1393" fmla="*/ 6314773 w 15732060"/>
              <a:gd name="connsiteY1393" fmla="*/ 4985066 h 8839200"/>
              <a:gd name="connsiteX1394" fmla="*/ 5641482 w 15732060"/>
              <a:gd name="connsiteY1394" fmla="*/ 5658905 h 8839200"/>
              <a:gd name="connsiteX1395" fmla="*/ 4869421 w 15732060"/>
              <a:gd name="connsiteY1395" fmla="*/ 5658905 h 8839200"/>
              <a:gd name="connsiteX1396" fmla="*/ 3998039 w 15732060"/>
              <a:gd name="connsiteY1396" fmla="*/ 6530287 h 8839200"/>
              <a:gd name="connsiteX1397" fmla="*/ 3561250 w 15732060"/>
              <a:gd name="connsiteY1397" fmla="*/ 6530287 h 8839200"/>
              <a:gd name="connsiteX1398" fmla="*/ 3542594 w 15732060"/>
              <a:gd name="connsiteY1398" fmla="*/ 6513825 h 8839200"/>
              <a:gd name="connsiteX1399" fmla="*/ 3523937 w 15732060"/>
              <a:gd name="connsiteY1399" fmla="*/ 6532481 h 8839200"/>
              <a:gd name="connsiteX1400" fmla="*/ 3542594 w 15732060"/>
              <a:gd name="connsiteY1400" fmla="*/ 6551138 h 8839200"/>
              <a:gd name="connsiteX1401" fmla="*/ 3561250 w 15732060"/>
              <a:gd name="connsiteY1401" fmla="*/ 6534677 h 8839200"/>
              <a:gd name="connsiteX1402" fmla="*/ 4000233 w 15732060"/>
              <a:gd name="connsiteY1402" fmla="*/ 6534677 h 8839200"/>
              <a:gd name="connsiteX1403" fmla="*/ 4871615 w 15732060"/>
              <a:gd name="connsiteY1403" fmla="*/ 5663295 h 8839200"/>
              <a:gd name="connsiteX1404" fmla="*/ 5643678 w 15732060"/>
              <a:gd name="connsiteY1404" fmla="*/ 5663295 h 8839200"/>
              <a:gd name="connsiteX1405" fmla="*/ 5643678 w 15732060"/>
              <a:gd name="connsiteY1405" fmla="*/ 5663843 h 8839200"/>
              <a:gd name="connsiteX1406" fmla="*/ 6316967 w 15732060"/>
              <a:gd name="connsiteY1406" fmla="*/ 4990004 h 8839200"/>
              <a:gd name="connsiteX1407" fmla="*/ 6701626 w 15732060"/>
              <a:gd name="connsiteY1407" fmla="*/ 4990004 h 8839200"/>
              <a:gd name="connsiteX1408" fmla="*/ 8990924 w 15732060"/>
              <a:gd name="connsiteY1408" fmla="*/ 4884100 h 8839200"/>
              <a:gd name="connsiteX1409" fmla="*/ 8990924 w 15732060"/>
              <a:gd name="connsiteY1409" fmla="*/ 4889039 h 8839200"/>
              <a:gd name="connsiteX1410" fmla="*/ 10502123 w 15732060"/>
              <a:gd name="connsiteY1410" fmla="*/ 4889039 h 8839200"/>
              <a:gd name="connsiteX1411" fmla="*/ 10710640 w 15732060"/>
              <a:gd name="connsiteY1411" fmla="*/ 5097556 h 8839200"/>
              <a:gd name="connsiteX1412" fmla="*/ 10711189 w 15732060"/>
              <a:gd name="connsiteY1412" fmla="*/ 5097556 h 8839200"/>
              <a:gd name="connsiteX1413" fmla="*/ 11067314 w 15732060"/>
              <a:gd name="connsiteY1413" fmla="*/ 5098104 h 8839200"/>
              <a:gd name="connsiteX1414" fmla="*/ 11665978 w 15732060"/>
              <a:gd name="connsiteY1414" fmla="*/ 5696767 h 8839200"/>
              <a:gd name="connsiteX1415" fmla="*/ 11666525 w 15732060"/>
              <a:gd name="connsiteY1415" fmla="*/ 5696767 h 8839200"/>
              <a:gd name="connsiteX1416" fmla="*/ 12664664 w 15732060"/>
              <a:gd name="connsiteY1416" fmla="*/ 5696767 h 8839200"/>
              <a:gd name="connsiteX1417" fmla="*/ 12683321 w 15732060"/>
              <a:gd name="connsiteY1417" fmla="*/ 5713229 h 8839200"/>
              <a:gd name="connsiteX1418" fmla="*/ 12701979 w 15732060"/>
              <a:gd name="connsiteY1418" fmla="*/ 5694572 h 8839200"/>
              <a:gd name="connsiteX1419" fmla="*/ 12683321 w 15732060"/>
              <a:gd name="connsiteY1419" fmla="*/ 5675916 h 8839200"/>
              <a:gd name="connsiteX1420" fmla="*/ 12664664 w 15732060"/>
              <a:gd name="connsiteY1420" fmla="*/ 5692378 h 8839200"/>
              <a:gd name="connsiteX1421" fmla="*/ 11668172 w 15732060"/>
              <a:gd name="connsiteY1421" fmla="*/ 5692378 h 8839200"/>
              <a:gd name="connsiteX1422" fmla="*/ 11069509 w 15732060"/>
              <a:gd name="connsiteY1422" fmla="*/ 5093715 h 8839200"/>
              <a:gd name="connsiteX1423" fmla="*/ 11068960 w 15732060"/>
              <a:gd name="connsiteY1423" fmla="*/ 5093715 h 8839200"/>
              <a:gd name="connsiteX1424" fmla="*/ 10712835 w 15732060"/>
              <a:gd name="connsiteY1424" fmla="*/ 5093165 h 8839200"/>
              <a:gd name="connsiteX1425" fmla="*/ 10504318 w 15732060"/>
              <a:gd name="connsiteY1425" fmla="*/ 4884648 h 8839200"/>
              <a:gd name="connsiteX1426" fmla="*/ 10503770 w 15732060"/>
              <a:gd name="connsiteY1426" fmla="*/ 4884648 h 8839200"/>
              <a:gd name="connsiteX1427" fmla="*/ 8990924 w 15732060"/>
              <a:gd name="connsiteY1427" fmla="*/ 4884100 h 8839200"/>
              <a:gd name="connsiteX1428" fmla="*/ 6691750 w 15732060"/>
              <a:gd name="connsiteY1428" fmla="*/ 4867090 h 8839200"/>
              <a:gd name="connsiteX1429" fmla="*/ 6359219 w 15732060"/>
              <a:gd name="connsiteY1429" fmla="*/ 4867090 h 8839200"/>
              <a:gd name="connsiteX1430" fmla="*/ 6139180 w 15732060"/>
              <a:gd name="connsiteY1430" fmla="*/ 5087130 h 8839200"/>
              <a:gd name="connsiteX1431" fmla="*/ 4979166 w 15732060"/>
              <a:gd name="connsiteY1431" fmla="*/ 5087130 h 8839200"/>
              <a:gd name="connsiteX1432" fmla="*/ 4126441 w 15732060"/>
              <a:gd name="connsiteY1432" fmla="*/ 5939855 h 8839200"/>
              <a:gd name="connsiteX1433" fmla="*/ 3354380 w 15732060"/>
              <a:gd name="connsiteY1433" fmla="*/ 5939855 h 8839200"/>
              <a:gd name="connsiteX1434" fmla="*/ 3335723 w 15732060"/>
              <a:gd name="connsiteY1434" fmla="*/ 5923392 h 8839200"/>
              <a:gd name="connsiteX1435" fmla="*/ 3317066 w 15732060"/>
              <a:gd name="connsiteY1435" fmla="*/ 5942050 h 8839200"/>
              <a:gd name="connsiteX1436" fmla="*/ 3335723 w 15732060"/>
              <a:gd name="connsiteY1436" fmla="*/ 5960706 h 8839200"/>
              <a:gd name="connsiteX1437" fmla="*/ 3354380 w 15732060"/>
              <a:gd name="connsiteY1437" fmla="*/ 5944244 h 8839200"/>
              <a:gd name="connsiteX1438" fmla="*/ 4128636 w 15732060"/>
              <a:gd name="connsiteY1438" fmla="*/ 5944244 h 8839200"/>
              <a:gd name="connsiteX1439" fmla="*/ 4981361 w 15732060"/>
              <a:gd name="connsiteY1439" fmla="*/ 5091519 h 8839200"/>
              <a:gd name="connsiteX1440" fmla="*/ 6141374 w 15732060"/>
              <a:gd name="connsiteY1440" fmla="*/ 5091519 h 8839200"/>
              <a:gd name="connsiteX1441" fmla="*/ 6361414 w 15732060"/>
              <a:gd name="connsiteY1441" fmla="*/ 4871479 h 8839200"/>
              <a:gd name="connsiteX1442" fmla="*/ 6360866 w 15732060"/>
              <a:gd name="connsiteY1442" fmla="*/ 4872028 h 8839200"/>
              <a:gd name="connsiteX1443" fmla="*/ 6691750 w 15732060"/>
              <a:gd name="connsiteY1443" fmla="*/ 4872028 h 8839200"/>
              <a:gd name="connsiteX1444" fmla="*/ 11528247 w 15732060"/>
              <a:gd name="connsiteY1444" fmla="*/ 4844729 h 8839200"/>
              <a:gd name="connsiteX1445" fmla="*/ 11515077 w 15732060"/>
              <a:gd name="connsiteY1445" fmla="*/ 4850079 h 8839200"/>
              <a:gd name="connsiteX1446" fmla="*/ 11515077 w 15732060"/>
              <a:gd name="connsiteY1446" fmla="*/ 4876418 h 8839200"/>
              <a:gd name="connsiteX1447" fmla="*/ 11539770 w 15732060"/>
              <a:gd name="connsiteY1447" fmla="*/ 4878064 h 8839200"/>
              <a:gd name="connsiteX1448" fmla="*/ 11636345 w 15732060"/>
              <a:gd name="connsiteY1448" fmla="*/ 4974640 h 8839200"/>
              <a:gd name="connsiteX1449" fmla="*/ 11636345 w 15732060"/>
              <a:gd name="connsiteY1449" fmla="*/ 5197973 h 8839200"/>
              <a:gd name="connsiteX1450" fmla="*/ 11880530 w 15732060"/>
              <a:gd name="connsiteY1450" fmla="*/ 5442157 h 8839200"/>
              <a:gd name="connsiteX1451" fmla="*/ 11881079 w 15732060"/>
              <a:gd name="connsiteY1451" fmla="*/ 5442157 h 8839200"/>
              <a:gd name="connsiteX1452" fmla="*/ 13668290 w 15732060"/>
              <a:gd name="connsiteY1452" fmla="*/ 5442705 h 8839200"/>
              <a:gd name="connsiteX1453" fmla="*/ 13953628 w 15732060"/>
              <a:gd name="connsiteY1453" fmla="*/ 5728046 h 8839200"/>
              <a:gd name="connsiteX1454" fmla="*/ 13954178 w 15732060"/>
              <a:gd name="connsiteY1454" fmla="*/ 5728046 h 8839200"/>
              <a:gd name="connsiteX1455" fmla="*/ 15683771 w 15732060"/>
              <a:gd name="connsiteY1455" fmla="*/ 5728594 h 8839200"/>
              <a:gd name="connsiteX1456" fmla="*/ 15702428 w 15732060"/>
              <a:gd name="connsiteY1456" fmla="*/ 5745056 h 8839200"/>
              <a:gd name="connsiteX1457" fmla="*/ 15702428 w 15732060"/>
              <a:gd name="connsiteY1457" fmla="*/ 5744507 h 8839200"/>
              <a:gd name="connsiteX1458" fmla="*/ 15721085 w 15732060"/>
              <a:gd name="connsiteY1458" fmla="*/ 5725850 h 8839200"/>
              <a:gd name="connsiteX1459" fmla="*/ 15702428 w 15732060"/>
              <a:gd name="connsiteY1459" fmla="*/ 5707193 h 8839200"/>
              <a:gd name="connsiteX1460" fmla="*/ 15683771 w 15732060"/>
              <a:gd name="connsiteY1460" fmla="*/ 5723655 h 8839200"/>
              <a:gd name="connsiteX1461" fmla="*/ 13955824 w 15732060"/>
              <a:gd name="connsiteY1461" fmla="*/ 5723655 h 8839200"/>
              <a:gd name="connsiteX1462" fmla="*/ 13670485 w 15732060"/>
              <a:gd name="connsiteY1462" fmla="*/ 5438316 h 8839200"/>
              <a:gd name="connsiteX1463" fmla="*/ 13669935 w 15732060"/>
              <a:gd name="connsiteY1463" fmla="*/ 5438316 h 8839200"/>
              <a:gd name="connsiteX1464" fmla="*/ 11882726 w 15732060"/>
              <a:gd name="connsiteY1464" fmla="*/ 5437767 h 8839200"/>
              <a:gd name="connsiteX1465" fmla="*/ 11640736 w 15732060"/>
              <a:gd name="connsiteY1465" fmla="*/ 5195778 h 8839200"/>
              <a:gd name="connsiteX1466" fmla="*/ 11640736 w 15732060"/>
              <a:gd name="connsiteY1466" fmla="*/ 4972445 h 8839200"/>
              <a:gd name="connsiteX1467" fmla="*/ 11543061 w 15732060"/>
              <a:gd name="connsiteY1467" fmla="*/ 4874772 h 8839200"/>
              <a:gd name="connsiteX1468" fmla="*/ 11541416 w 15732060"/>
              <a:gd name="connsiteY1468" fmla="*/ 4850079 h 8839200"/>
              <a:gd name="connsiteX1469" fmla="*/ 11528247 w 15732060"/>
              <a:gd name="connsiteY1469" fmla="*/ 4844729 h 8839200"/>
              <a:gd name="connsiteX1470" fmla="*/ 3694591 w 15732060"/>
              <a:gd name="connsiteY1470" fmla="*/ 4724420 h 8839200"/>
              <a:gd name="connsiteX1471" fmla="*/ 3675934 w 15732060"/>
              <a:gd name="connsiteY1471" fmla="*/ 4740882 h 8839200"/>
              <a:gd name="connsiteX1472" fmla="*/ 2397397 w 15732060"/>
              <a:gd name="connsiteY1472" fmla="*/ 4740882 h 8839200"/>
              <a:gd name="connsiteX1473" fmla="*/ 2225096 w 15732060"/>
              <a:gd name="connsiteY1473" fmla="*/ 4913183 h 8839200"/>
              <a:gd name="connsiteX1474" fmla="*/ 2200402 w 15732060"/>
              <a:gd name="connsiteY1474" fmla="*/ 4914828 h 8839200"/>
              <a:gd name="connsiteX1475" fmla="*/ 2200402 w 15732060"/>
              <a:gd name="connsiteY1475" fmla="*/ 4941167 h 8839200"/>
              <a:gd name="connsiteX1476" fmla="*/ 2226741 w 15732060"/>
              <a:gd name="connsiteY1476" fmla="*/ 4941167 h 8839200"/>
              <a:gd name="connsiteX1477" fmla="*/ 2228388 w 15732060"/>
              <a:gd name="connsiteY1477" fmla="*/ 4916475 h 8839200"/>
              <a:gd name="connsiteX1478" fmla="*/ 2399591 w 15732060"/>
              <a:gd name="connsiteY1478" fmla="*/ 4745271 h 8839200"/>
              <a:gd name="connsiteX1479" fmla="*/ 3675934 w 15732060"/>
              <a:gd name="connsiteY1479" fmla="*/ 4745271 h 8839200"/>
              <a:gd name="connsiteX1480" fmla="*/ 3694591 w 15732060"/>
              <a:gd name="connsiteY1480" fmla="*/ 4761734 h 8839200"/>
              <a:gd name="connsiteX1481" fmla="*/ 3713248 w 15732060"/>
              <a:gd name="connsiteY1481" fmla="*/ 4743076 h 8839200"/>
              <a:gd name="connsiteX1482" fmla="*/ 3694591 w 15732060"/>
              <a:gd name="connsiteY1482" fmla="*/ 4724420 h 8839200"/>
              <a:gd name="connsiteX1483" fmla="*/ 8991472 w 15732060"/>
              <a:gd name="connsiteY1483" fmla="*/ 4634977 h 8839200"/>
              <a:gd name="connsiteX1484" fmla="*/ 8991472 w 15732060"/>
              <a:gd name="connsiteY1484" fmla="*/ 4639915 h 8839200"/>
              <a:gd name="connsiteX1485" fmla="*/ 10625039 w 15732060"/>
              <a:gd name="connsiteY1485" fmla="*/ 4639915 h 8839200"/>
              <a:gd name="connsiteX1486" fmla="*/ 10771549 w 15732060"/>
              <a:gd name="connsiteY1486" fmla="*/ 4786426 h 8839200"/>
              <a:gd name="connsiteX1487" fmla="*/ 10772098 w 15732060"/>
              <a:gd name="connsiteY1487" fmla="*/ 4786426 h 8839200"/>
              <a:gd name="connsiteX1488" fmla="*/ 11577632 w 15732060"/>
              <a:gd name="connsiteY1488" fmla="*/ 4786975 h 8839200"/>
              <a:gd name="connsiteX1489" fmla="*/ 12118130 w 15732060"/>
              <a:gd name="connsiteY1489" fmla="*/ 5327473 h 8839200"/>
              <a:gd name="connsiteX1490" fmla="*/ 12118679 w 15732060"/>
              <a:gd name="connsiteY1490" fmla="*/ 5327473 h 8839200"/>
              <a:gd name="connsiteX1491" fmla="*/ 12693747 w 15732060"/>
              <a:gd name="connsiteY1491" fmla="*/ 5328022 h 8839200"/>
              <a:gd name="connsiteX1492" fmla="*/ 12712404 w 15732060"/>
              <a:gd name="connsiteY1492" fmla="*/ 5344484 h 8839200"/>
              <a:gd name="connsiteX1493" fmla="*/ 12731060 w 15732060"/>
              <a:gd name="connsiteY1493" fmla="*/ 5325826 h 8839200"/>
              <a:gd name="connsiteX1494" fmla="*/ 12712404 w 15732060"/>
              <a:gd name="connsiteY1494" fmla="*/ 5307169 h 8839200"/>
              <a:gd name="connsiteX1495" fmla="*/ 12693747 w 15732060"/>
              <a:gd name="connsiteY1495" fmla="*/ 5323632 h 8839200"/>
              <a:gd name="connsiteX1496" fmla="*/ 12693198 w 15732060"/>
              <a:gd name="connsiteY1496" fmla="*/ 5323083 h 8839200"/>
              <a:gd name="connsiteX1497" fmla="*/ 12120326 w 15732060"/>
              <a:gd name="connsiteY1497" fmla="*/ 5323083 h 8839200"/>
              <a:gd name="connsiteX1498" fmla="*/ 11579827 w 15732060"/>
              <a:gd name="connsiteY1498" fmla="*/ 4782585 h 8839200"/>
              <a:gd name="connsiteX1499" fmla="*/ 11579279 w 15732060"/>
              <a:gd name="connsiteY1499" fmla="*/ 4782585 h 8839200"/>
              <a:gd name="connsiteX1500" fmla="*/ 10773744 w 15732060"/>
              <a:gd name="connsiteY1500" fmla="*/ 4782036 h 8839200"/>
              <a:gd name="connsiteX1501" fmla="*/ 10627234 w 15732060"/>
              <a:gd name="connsiteY1501" fmla="*/ 4635526 h 8839200"/>
              <a:gd name="connsiteX1502" fmla="*/ 10626685 w 15732060"/>
              <a:gd name="connsiteY1502" fmla="*/ 4635526 h 8839200"/>
              <a:gd name="connsiteX1503" fmla="*/ 8991472 w 15732060"/>
              <a:gd name="connsiteY1503" fmla="*/ 4634977 h 8839200"/>
              <a:gd name="connsiteX1504" fmla="*/ 6695042 w 15732060"/>
              <a:gd name="connsiteY1504" fmla="*/ 4618513 h 8839200"/>
              <a:gd name="connsiteX1505" fmla="*/ 6676386 w 15732060"/>
              <a:gd name="connsiteY1505" fmla="*/ 4634975 h 8839200"/>
              <a:gd name="connsiteX1506" fmla="*/ 6045896 w 15732060"/>
              <a:gd name="connsiteY1506" fmla="*/ 4634975 h 8839200"/>
              <a:gd name="connsiteX1507" fmla="*/ 5800614 w 15732060"/>
              <a:gd name="connsiteY1507" fmla="*/ 4880257 h 8839200"/>
              <a:gd name="connsiteX1508" fmla="*/ 4406842 w 15732060"/>
              <a:gd name="connsiteY1508" fmla="*/ 4880257 h 8839200"/>
              <a:gd name="connsiteX1509" fmla="*/ 3872928 w 15732060"/>
              <a:gd name="connsiteY1509" fmla="*/ 5414171 h 8839200"/>
              <a:gd name="connsiteX1510" fmla="*/ 3545886 w 15732060"/>
              <a:gd name="connsiteY1510" fmla="*/ 5414171 h 8839200"/>
              <a:gd name="connsiteX1511" fmla="*/ 3275363 w 15732060"/>
              <a:gd name="connsiteY1511" fmla="*/ 5684694 h 8839200"/>
              <a:gd name="connsiteX1512" fmla="*/ 3275363 w 15732060"/>
              <a:gd name="connsiteY1512" fmla="*/ 5867970 h 8839200"/>
              <a:gd name="connsiteX1513" fmla="*/ 3258900 w 15732060"/>
              <a:gd name="connsiteY1513" fmla="*/ 5886626 h 8839200"/>
              <a:gd name="connsiteX1514" fmla="*/ 3277557 w 15732060"/>
              <a:gd name="connsiteY1514" fmla="*/ 5905282 h 8839200"/>
              <a:gd name="connsiteX1515" fmla="*/ 3296214 w 15732060"/>
              <a:gd name="connsiteY1515" fmla="*/ 5886626 h 8839200"/>
              <a:gd name="connsiteX1516" fmla="*/ 3279752 w 15732060"/>
              <a:gd name="connsiteY1516" fmla="*/ 5867970 h 8839200"/>
              <a:gd name="connsiteX1517" fmla="*/ 3279752 w 15732060"/>
              <a:gd name="connsiteY1517" fmla="*/ 5686888 h 8839200"/>
              <a:gd name="connsiteX1518" fmla="*/ 3546984 w 15732060"/>
              <a:gd name="connsiteY1518" fmla="*/ 5419657 h 8839200"/>
              <a:gd name="connsiteX1519" fmla="*/ 3874026 w 15732060"/>
              <a:gd name="connsiteY1519" fmla="*/ 5419657 h 8839200"/>
              <a:gd name="connsiteX1520" fmla="*/ 4407940 w 15732060"/>
              <a:gd name="connsiteY1520" fmla="*/ 4885744 h 8839200"/>
              <a:gd name="connsiteX1521" fmla="*/ 5801711 w 15732060"/>
              <a:gd name="connsiteY1521" fmla="*/ 4885744 h 8839200"/>
              <a:gd name="connsiteX1522" fmla="*/ 6046994 w 15732060"/>
              <a:gd name="connsiteY1522" fmla="*/ 4640462 h 8839200"/>
              <a:gd name="connsiteX1523" fmla="*/ 6675288 w 15732060"/>
              <a:gd name="connsiteY1523" fmla="*/ 4640462 h 8839200"/>
              <a:gd name="connsiteX1524" fmla="*/ 6693944 w 15732060"/>
              <a:gd name="connsiteY1524" fmla="*/ 4656924 h 8839200"/>
              <a:gd name="connsiteX1525" fmla="*/ 6712601 w 15732060"/>
              <a:gd name="connsiteY1525" fmla="*/ 4638267 h 8839200"/>
              <a:gd name="connsiteX1526" fmla="*/ 6693944 w 15732060"/>
              <a:gd name="connsiteY1526" fmla="*/ 4619610 h 8839200"/>
              <a:gd name="connsiteX1527" fmla="*/ 8991472 w 15732060"/>
              <a:gd name="connsiteY1527" fmla="*/ 4523584 h 8839200"/>
              <a:gd name="connsiteX1528" fmla="*/ 8991472 w 15732060"/>
              <a:gd name="connsiteY1528" fmla="*/ 4528523 h 8839200"/>
              <a:gd name="connsiteX1529" fmla="*/ 10888977 w 15732060"/>
              <a:gd name="connsiteY1529" fmla="*/ 4528523 h 8839200"/>
              <a:gd name="connsiteX1530" fmla="*/ 11054145 w 15732060"/>
              <a:gd name="connsiteY1530" fmla="*/ 4693691 h 8839200"/>
              <a:gd name="connsiteX1531" fmla="*/ 11054693 w 15732060"/>
              <a:gd name="connsiteY1531" fmla="*/ 4693691 h 8839200"/>
              <a:gd name="connsiteX1532" fmla="*/ 12657531 w 15732060"/>
              <a:gd name="connsiteY1532" fmla="*/ 4694240 h 8839200"/>
              <a:gd name="connsiteX1533" fmla="*/ 12816113 w 15732060"/>
              <a:gd name="connsiteY1533" fmla="*/ 4852823 h 8839200"/>
              <a:gd name="connsiteX1534" fmla="*/ 12816662 w 15732060"/>
              <a:gd name="connsiteY1534" fmla="*/ 4852823 h 8839200"/>
              <a:gd name="connsiteX1535" fmla="*/ 13567872 w 15732060"/>
              <a:gd name="connsiteY1535" fmla="*/ 4852823 h 8839200"/>
              <a:gd name="connsiteX1536" fmla="*/ 13586529 w 15732060"/>
              <a:gd name="connsiteY1536" fmla="*/ 4869284 h 8839200"/>
              <a:gd name="connsiteX1537" fmla="*/ 13605186 w 15732060"/>
              <a:gd name="connsiteY1537" fmla="*/ 4850627 h 8839200"/>
              <a:gd name="connsiteX1538" fmla="*/ 13586529 w 15732060"/>
              <a:gd name="connsiteY1538" fmla="*/ 4831970 h 8839200"/>
              <a:gd name="connsiteX1539" fmla="*/ 13567872 w 15732060"/>
              <a:gd name="connsiteY1539" fmla="*/ 4848433 h 8839200"/>
              <a:gd name="connsiteX1540" fmla="*/ 12818856 w 15732060"/>
              <a:gd name="connsiteY1540" fmla="*/ 4848433 h 8839200"/>
              <a:gd name="connsiteX1541" fmla="*/ 12660274 w 15732060"/>
              <a:gd name="connsiteY1541" fmla="*/ 4689849 h 8839200"/>
              <a:gd name="connsiteX1542" fmla="*/ 12659725 w 15732060"/>
              <a:gd name="connsiteY1542" fmla="*/ 4689849 h 8839200"/>
              <a:gd name="connsiteX1543" fmla="*/ 11056888 w 15732060"/>
              <a:gd name="connsiteY1543" fmla="*/ 4689301 h 8839200"/>
              <a:gd name="connsiteX1544" fmla="*/ 10891721 w 15732060"/>
              <a:gd name="connsiteY1544" fmla="*/ 4524134 h 8839200"/>
              <a:gd name="connsiteX1545" fmla="*/ 10891172 w 15732060"/>
              <a:gd name="connsiteY1545" fmla="*/ 4524134 h 8839200"/>
              <a:gd name="connsiteX1546" fmla="*/ 8991472 w 15732060"/>
              <a:gd name="connsiteY1546" fmla="*/ 4523584 h 8839200"/>
              <a:gd name="connsiteX1547" fmla="*/ 6703822 w 15732060"/>
              <a:gd name="connsiteY1547" fmla="*/ 4402864 h 8839200"/>
              <a:gd name="connsiteX1548" fmla="*/ 5683734 w 15732060"/>
              <a:gd name="connsiteY1548" fmla="*/ 4402864 h 8839200"/>
              <a:gd name="connsiteX1549" fmla="*/ 5552040 w 15732060"/>
              <a:gd name="connsiteY1549" fmla="*/ 4534559 h 8839200"/>
              <a:gd name="connsiteX1550" fmla="*/ 4131380 w 15732060"/>
              <a:gd name="connsiteY1550" fmla="*/ 4534559 h 8839200"/>
              <a:gd name="connsiteX1551" fmla="*/ 3723126 w 15732060"/>
              <a:gd name="connsiteY1551" fmla="*/ 4942814 h 8839200"/>
              <a:gd name="connsiteX1552" fmla="*/ 2970818 w 15732060"/>
              <a:gd name="connsiteY1552" fmla="*/ 4942814 h 8839200"/>
              <a:gd name="connsiteX1553" fmla="*/ 2818820 w 15732060"/>
              <a:gd name="connsiteY1553" fmla="*/ 5094812 h 8839200"/>
              <a:gd name="connsiteX1554" fmla="*/ 1509552 w 15732060"/>
              <a:gd name="connsiteY1554" fmla="*/ 5094812 h 8839200"/>
              <a:gd name="connsiteX1555" fmla="*/ 1163304 w 15732060"/>
              <a:gd name="connsiteY1555" fmla="*/ 5441060 h 8839200"/>
              <a:gd name="connsiteX1556" fmla="*/ 321006 w 15732060"/>
              <a:gd name="connsiteY1556" fmla="*/ 5441060 h 8839200"/>
              <a:gd name="connsiteX1557" fmla="*/ 59810 w 15732060"/>
              <a:gd name="connsiteY1557" fmla="*/ 5702254 h 8839200"/>
              <a:gd name="connsiteX1558" fmla="*/ 35118 w 15732060"/>
              <a:gd name="connsiteY1558" fmla="*/ 5703901 h 8839200"/>
              <a:gd name="connsiteX1559" fmla="*/ 35118 w 15732060"/>
              <a:gd name="connsiteY1559" fmla="*/ 5730240 h 8839200"/>
              <a:gd name="connsiteX1560" fmla="*/ 61458 w 15732060"/>
              <a:gd name="connsiteY1560" fmla="*/ 5730240 h 8839200"/>
              <a:gd name="connsiteX1561" fmla="*/ 63102 w 15732060"/>
              <a:gd name="connsiteY1561" fmla="*/ 5705547 h 8839200"/>
              <a:gd name="connsiteX1562" fmla="*/ 323200 w 15732060"/>
              <a:gd name="connsiteY1562" fmla="*/ 5445449 h 8839200"/>
              <a:gd name="connsiteX1563" fmla="*/ 1165500 w 15732060"/>
              <a:gd name="connsiteY1563" fmla="*/ 5445449 h 8839200"/>
              <a:gd name="connsiteX1564" fmla="*/ 1511748 w 15732060"/>
              <a:gd name="connsiteY1564" fmla="*/ 5099201 h 8839200"/>
              <a:gd name="connsiteX1565" fmla="*/ 2821015 w 15732060"/>
              <a:gd name="connsiteY1565" fmla="*/ 5099201 h 8839200"/>
              <a:gd name="connsiteX1566" fmla="*/ 2973012 w 15732060"/>
              <a:gd name="connsiteY1566" fmla="*/ 4947204 h 8839200"/>
              <a:gd name="connsiteX1567" fmla="*/ 3725320 w 15732060"/>
              <a:gd name="connsiteY1567" fmla="*/ 4947204 h 8839200"/>
              <a:gd name="connsiteX1568" fmla="*/ 3725320 w 15732060"/>
              <a:gd name="connsiteY1568" fmla="*/ 4947752 h 8839200"/>
              <a:gd name="connsiteX1569" fmla="*/ 4133575 w 15732060"/>
              <a:gd name="connsiteY1569" fmla="*/ 4539498 h 8839200"/>
              <a:gd name="connsiteX1570" fmla="*/ 5554234 w 15732060"/>
              <a:gd name="connsiteY1570" fmla="*/ 4539498 h 8839200"/>
              <a:gd name="connsiteX1571" fmla="*/ 5685930 w 15732060"/>
              <a:gd name="connsiteY1571" fmla="*/ 4407804 h 8839200"/>
              <a:gd name="connsiteX1572" fmla="*/ 6703822 w 15732060"/>
              <a:gd name="connsiteY1572" fmla="*/ 4407804 h 8839200"/>
              <a:gd name="connsiteX1573" fmla="*/ 2547199 w 15732060"/>
              <a:gd name="connsiteY1573" fmla="*/ 4266779 h 8839200"/>
              <a:gd name="connsiteX1574" fmla="*/ 2528542 w 15732060"/>
              <a:gd name="connsiteY1574" fmla="*/ 4283241 h 8839200"/>
              <a:gd name="connsiteX1575" fmla="*/ 2284358 w 15732060"/>
              <a:gd name="connsiteY1575" fmla="*/ 4283241 h 8839200"/>
              <a:gd name="connsiteX1576" fmla="*/ 1833302 w 15732060"/>
              <a:gd name="connsiteY1576" fmla="*/ 4734845 h 8839200"/>
              <a:gd name="connsiteX1577" fmla="*/ 518000 w 15732060"/>
              <a:gd name="connsiteY1577" fmla="*/ 4734845 h 8839200"/>
              <a:gd name="connsiteX1578" fmla="*/ 301800 w 15732060"/>
              <a:gd name="connsiteY1578" fmla="*/ 4951045 h 8839200"/>
              <a:gd name="connsiteX1579" fmla="*/ 47738 w 15732060"/>
              <a:gd name="connsiteY1579" fmla="*/ 4951045 h 8839200"/>
              <a:gd name="connsiteX1580" fmla="*/ 29082 w 15732060"/>
              <a:gd name="connsiteY1580" fmla="*/ 4934583 h 8839200"/>
              <a:gd name="connsiteX1581" fmla="*/ 10424 w 15732060"/>
              <a:gd name="connsiteY1581" fmla="*/ 4953239 h 8839200"/>
              <a:gd name="connsiteX1582" fmla="*/ 29082 w 15732060"/>
              <a:gd name="connsiteY1582" fmla="*/ 4971896 h 8839200"/>
              <a:gd name="connsiteX1583" fmla="*/ 29630 w 15732060"/>
              <a:gd name="connsiteY1583" fmla="*/ 4971348 h 8839200"/>
              <a:gd name="connsiteX1584" fmla="*/ 48288 w 15732060"/>
              <a:gd name="connsiteY1584" fmla="*/ 4954886 h 8839200"/>
              <a:gd name="connsiteX1585" fmla="*/ 303996 w 15732060"/>
              <a:gd name="connsiteY1585" fmla="*/ 4954886 h 8839200"/>
              <a:gd name="connsiteX1586" fmla="*/ 520194 w 15732060"/>
              <a:gd name="connsiteY1586" fmla="*/ 4738686 h 8839200"/>
              <a:gd name="connsiteX1587" fmla="*/ 1835498 w 15732060"/>
              <a:gd name="connsiteY1587" fmla="*/ 4738686 h 8839200"/>
              <a:gd name="connsiteX1588" fmla="*/ 2286553 w 15732060"/>
              <a:gd name="connsiteY1588" fmla="*/ 4287631 h 8839200"/>
              <a:gd name="connsiteX1589" fmla="*/ 2528542 w 15732060"/>
              <a:gd name="connsiteY1589" fmla="*/ 4287631 h 8839200"/>
              <a:gd name="connsiteX1590" fmla="*/ 2547199 w 15732060"/>
              <a:gd name="connsiteY1590" fmla="*/ 4304093 h 8839200"/>
              <a:gd name="connsiteX1591" fmla="*/ 2565856 w 15732060"/>
              <a:gd name="connsiteY1591" fmla="*/ 4285437 h 8839200"/>
              <a:gd name="connsiteX1592" fmla="*/ 2547199 w 15732060"/>
              <a:gd name="connsiteY1592" fmla="*/ 4266779 h 8839200"/>
              <a:gd name="connsiteX1593" fmla="*/ 42800 w 15732060"/>
              <a:gd name="connsiteY1593" fmla="*/ 4115331 h 8839200"/>
              <a:gd name="connsiteX1594" fmla="*/ 24144 w 15732060"/>
              <a:gd name="connsiteY1594" fmla="*/ 4133987 h 8839200"/>
              <a:gd name="connsiteX1595" fmla="*/ 42800 w 15732060"/>
              <a:gd name="connsiteY1595" fmla="*/ 4152644 h 8839200"/>
              <a:gd name="connsiteX1596" fmla="*/ 61458 w 15732060"/>
              <a:gd name="connsiteY1596" fmla="*/ 4136182 h 8839200"/>
              <a:gd name="connsiteX1597" fmla="*/ 351734 w 15732060"/>
              <a:gd name="connsiteY1597" fmla="*/ 4136182 h 8839200"/>
              <a:gd name="connsiteX1598" fmla="*/ 547630 w 15732060"/>
              <a:gd name="connsiteY1598" fmla="*/ 4332078 h 8839200"/>
              <a:gd name="connsiteX1599" fmla="*/ 1194034 w 15732060"/>
              <a:gd name="connsiteY1599" fmla="*/ 4332078 h 8839200"/>
              <a:gd name="connsiteX1600" fmla="*/ 1378955 w 15732060"/>
              <a:gd name="connsiteY1600" fmla="*/ 4147157 h 8839200"/>
              <a:gd name="connsiteX1601" fmla="*/ 2154310 w 15732060"/>
              <a:gd name="connsiteY1601" fmla="*/ 4147157 h 8839200"/>
              <a:gd name="connsiteX1602" fmla="*/ 2172966 w 15732060"/>
              <a:gd name="connsiteY1602" fmla="*/ 4163619 h 8839200"/>
              <a:gd name="connsiteX1603" fmla="*/ 2191623 w 15732060"/>
              <a:gd name="connsiteY1603" fmla="*/ 4144962 h 8839200"/>
              <a:gd name="connsiteX1604" fmla="*/ 2172966 w 15732060"/>
              <a:gd name="connsiteY1604" fmla="*/ 4126305 h 8839200"/>
              <a:gd name="connsiteX1605" fmla="*/ 2154310 w 15732060"/>
              <a:gd name="connsiteY1605" fmla="*/ 4142767 h 8839200"/>
              <a:gd name="connsiteX1606" fmla="*/ 1376760 w 15732060"/>
              <a:gd name="connsiteY1606" fmla="*/ 4142767 h 8839200"/>
              <a:gd name="connsiteX1607" fmla="*/ 1191838 w 15732060"/>
              <a:gd name="connsiteY1607" fmla="*/ 4327689 h 8839200"/>
              <a:gd name="connsiteX1608" fmla="*/ 549276 w 15732060"/>
              <a:gd name="connsiteY1608" fmla="*/ 4327689 h 8839200"/>
              <a:gd name="connsiteX1609" fmla="*/ 353380 w 15732060"/>
              <a:gd name="connsiteY1609" fmla="*/ 4131792 h 8839200"/>
              <a:gd name="connsiteX1610" fmla="*/ 61458 w 15732060"/>
              <a:gd name="connsiteY1610" fmla="*/ 4131792 h 8839200"/>
              <a:gd name="connsiteX1611" fmla="*/ 42800 w 15732060"/>
              <a:gd name="connsiteY1611" fmla="*/ 4115331 h 8839200"/>
              <a:gd name="connsiteX1612" fmla="*/ 15685417 w 15732060"/>
              <a:gd name="connsiteY1612" fmla="*/ 3827248 h 8839200"/>
              <a:gd name="connsiteX1613" fmla="*/ 15666760 w 15732060"/>
              <a:gd name="connsiteY1613" fmla="*/ 3843710 h 8839200"/>
              <a:gd name="connsiteX1614" fmla="*/ 15063708 w 15732060"/>
              <a:gd name="connsiteY1614" fmla="*/ 3843710 h 8839200"/>
              <a:gd name="connsiteX1615" fmla="*/ 14576985 w 15732060"/>
              <a:gd name="connsiteY1615" fmla="*/ 4330432 h 8839200"/>
              <a:gd name="connsiteX1616" fmla="*/ 14109469 w 15732060"/>
              <a:gd name="connsiteY1616" fmla="*/ 4330432 h 8839200"/>
              <a:gd name="connsiteX1617" fmla="*/ 14090811 w 15732060"/>
              <a:gd name="connsiteY1617" fmla="*/ 4313970 h 8839200"/>
              <a:gd name="connsiteX1618" fmla="*/ 14072154 w 15732060"/>
              <a:gd name="connsiteY1618" fmla="*/ 4332627 h 8839200"/>
              <a:gd name="connsiteX1619" fmla="*/ 14090811 w 15732060"/>
              <a:gd name="connsiteY1619" fmla="*/ 4351285 h 8839200"/>
              <a:gd name="connsiteX1620" fmla="*/ 14109469 w 15732060"/>
              <a:gd name="connsiteY1620" fmla="*/ 4334822 h 8839200"/>
              <a:gd name="connsiteX1621" fmla="*/ 14579180 w 15732060"/>
              <a:gd name="connsiteY1621" fmla="*/ 4334822 h 8839200"/>
              <a:gd name="connsiteX1622" fmla="*/ 15065902 w 15732060"/>
              <a:gd name="connsiteY1622" fmla="*/ 3848100 h 8839200"/>
              <a:gd name="connsiteX1623" fmla="*/ 15666760 w 15732060"/>
              <a:gd name="connsiteY1623" fmla="*/ 3848100 h 8839200"/>
              <a:gd name="connsiteX1624" fmla="*/ 15685417 w 15732060"/>
              <a:gd name="connsiteY1624" fmla="*/ 3864561 h 8839200"/>
              <a:gd name="connsiteX1625" fmla="*/ 15704074 w 15732060"/>
              <a:gd name="connsiteY1625" fmla="*/ 3845904 h 8839200"/>
              <a:gd name="connsiteX1626" fmla="*/ 15685417 w 15732060"/>
              <a:gd name="connsiteY1626" fmla="*/ 3827248 h 8839200"/>
              <a:gd name="connsiteX1627" fmla="*/ 77370 w 15732060"/>
              <a:gd name="connsiteY1627" fmla="*/ 3732318 h 8839200"/>
              <a:gd name="connsiteX1628" fmla="*/ 58714 w 15732060"/>
              <a:gd name="connsiteY1628" fmla="*/ 3750975 h 8839200"/>
              <a:gd name="connsiteX1629" fmla="*/ 77370 w 15732060"/>
              <a:gd name="connsiteY1629" fmla="*/ 3769631 h 8839200"/>
              <a:gd name="connsiteX1630" fmla="*/ 96026 w 15732060"/>
              <a:gd name="connsiteY1630" fmla="*/ 3753169 h 8839200"/>
              <a:gd name="connsiteX1631" fmla="*/ 340760 w 15732060"/>
              <a:gd name="connsiteY1631" fmla="*/ 3753169 h 8839200"/>
              <a:gd name="connsiteX1632" fmla="*/ 531168 w 15732060"/>
              <a:gd name="connsiteY1632" fmla="*/ 3943578 h 8839200"/>
              <a:gd name="connsiteX1633" fmla="*/ 2615241 w 15732060"/>
              <a:gd name="connsiteY1633" fmla="*/ 3943578 h 8839200"/>
              <a:gd name="connsiteX1634" fmla="*/ 2970818 w 15732060"/>
              <a:gd name="connsiteY1634" fmla="*/ 4299155 h 8839200"/>
              <a:gd name="connsiteX1635" fmla="*/ 2970818 w 15732060"/>
              <a:gd name="connsiteY1635" fmla="*/ 4299703 h 8839200"/>
              <a:gd name="connsiteX1636" fmla="*/ 3600210 w 15732060"/>
              <a:gd name="connsiteY1636" fmla="*/ 4299703 h 8839200"/>
              <a:gd name="connsiteX1637" fmla="*/ 3896524 w 15732060"/>
              <a:gd name="connsiteY1637" fmla="*/ 4003390 h 8839200"/>
              <a:gd name="connsiteX1638" fmla="*/ 4295998 w 15732060"/>
              <a:gd name="connsiteY1638" fmla="*/ 4003390 h 8839200"/>
              <a:gd name="connsiteX1639" fmla="*/ 4389282 w 15732060"/>
              <a:gd name="connsiteY1639" fmla="*/ 4096674 h 8839200"/>
              <a:gd name="connsiteX1640" fmla="*/ 4390928 w 15732060"/>
              <a:gd name="connsiteY1640" fmla="*/ 4121366 h 8839200"/>
              <a:gd name="connsiteX1641" fmla="*/ 4417268 w 15732060"/>
              <a:gd name="connsiteY1641" fmla="*/ 4121366 h 8839200"/>
              <a:gd name="connsiteX1642" fmla="*/ 4417268 w 15732060"/>
              <a:gd name="connsiteY1642" fmla="*/ 4095027 h 8839200"/>
              <a:gd name="connsiteX1643" fmla="*/ 4392575 w 15732060"/>
              <a:gd name="connsiteY1643" fmla="*/ 4093381 h 8839200"/>
              <a:gd name="connsiteX1644" fmla="*/ 4297645 w 15732060"/>
              <a:gd name="connsiteY1644" fmla="*/ 3998450 h 8839200"/>
              <a:gd name="connsiteX1645" fmla="*/ 3894328 w 15732060"/>
              <a:gd name="connsiteY1645" fmla="*/ 3998450 h 8839200"/>
              <a:gd name="connsiteX1646" fmla="*/ 3598016 w 15732060"/>
              <a:gd name="connsiteY1646" fmla="*/ 4294765 h 8839200"/>
              <a:gd name="connsiteX1647" fmla="*/ 2972464 w 15732060"/>
              <a:gd name="connsiteY1647" fmla="*/ 4294765 h 8839200"/>
              <a:gd name="connsiteX1648" fmla="*/ 2616888 w 15732060"/>
              <a:gd name="connsiteY1648" fmla="*/ 3939189 h 8839200"/>
              <a:gd name="connsiteX1649" fmla="*/ 533364 w 15732060"/>
              <a:gd name="connsiteY1649" fmla="*/ 3939189 h 8839200"/>
              <a:gd name="connsiteX1650" fmla="*/ 342954 w 15732060"/>
              <a:gd name="connsiteY1650" fmla="*/ 3748779 h 8839200"/>
              <a:gd name="connsiteX1651" fmla="*/ 96026 w 15732060"/>
              <a:gd name="connsiteY1651" fmla="*/ 3748779 h 8839200"/>
              <a:gd name="connsiteX1652" fmla="*/ 77370 w 15732060"/>
              <a:gd name="connsiteY1652" fmla="*/ 3732318 h 8839200"/>
              <a:gd name="connsiteX1653" fmla="*/ 15683771 w 15732060"/>
              <a:gd name="connsiteY1653" fmla="*/ 3693357 h 8839200"/>
              <a:gd name="connsiteX1654" fmla="*/ 15683222 w 15732060"/>
              <a:gd name="connsiteY1654" fmla="*/ 3693357 h 8839200"/>
              <a:gd name="connsiteX1655" fmla="*/ 15664565 w 15732060"/>
              <a:gd name="connsiteY1655" fmla="*/ 3709820 h 8839200"/>
              <a:gd name="connsiteX1656" fmla="*/ 14817329 w 15732060"/>
              <a:gd name="connsiteY1656" fmla="*/ 3709820 h 8839200"/>
              <a:gd name="connsiteX1657" fmla="*/ 14361884 w 15732060"/>
              <a:gd name="connsiteY1657" fmla="*/ 4165265 h 8839200"/>
              <a:gd name="connsiteX1658" fmla="*/ 12428711 w 15732060"/>
              <a:gd name="connsiteY1658" fmla="*/ 4165265 h 8839200"/>
              <a:gd name="connsiteX1659" fmla="*/ 12247081 w 15732060"/>
              <a:gd name="connsiteY1659" fmla="*/ 4346894 h 8839200"/>
              <a:gd name="connsiteX1660" fmla="*/ 11035488 w 15732060"/>
              <a:gd name="connsiteY1660" fmla="*/ 4346894 h 8839200"/>
              <a:gd name="connsiteX1661" fmla="*/ 10969092 w 15732060"/>
              <a:gd name="connsiteY1661" fmla="*/ 4413290 h 8839200"/>
              <a:gd name="connsiteX1662" fmla="*/ 10944399 w 15732060"/>
              <a:gd name="connsiteY1662" fmla="*/ 4414936 h 8839200"/>
              <a:gd name="connsiteX1663" fmla="*/ 10944399 w 15732060"/>
              <a:gd name="connsiteY1663" fmla="*/ 4441275 h 8839200"/>
              <a:gd name="connsiteX1664" fmla="*/ 10970738 w 15732060"/>
              <a:gd name="connsiteY1664" fmla="*/ 4441275 h 8839200"/>
              <a:gd name="connsiteX1665" fmla="*/ 10972384 w 15732060"/>
              <a:gd name="connsiteY1665" fmla="*/ 4416583 h 8839200"/>
              <a:gd name="connsiteX1666" fmla="*/ 11037683 w 15732060"/>
              <a:gd name="connsiteY1666" fmla="*/ 4351285 h 8839200"/>
              <a:gd name="connsiteX1667" fmla="*/ 12249277 w 15732060"/>
              <a:gd name="connsiteY1667" fmla="*/ 4351285 h 8839200"/>
              <a:gd name="connsiteX1668" fmla="*/ 12430906 w 15732060"/>
              <a:gd name="connsiteY1668" fmla="*/ 4169655 h 8839200"/>
              <a:gd name="connsiteX1669" fmla="*/ 14364078 w 15732060"/>
              <a:gd name="connsiteY1669" fmla="*/ 4169655 h 8839200"/>
              <a:gd name="connsiteX1670" fmla="*/ 14819523 w 15732060"/>
              <a:gd name="connsiteY1670" fmla="*/ 3714209 h 8839200"/>
              <a:gd name="connsiteX1671" fmla="*/ 15665115 w 15732060"/>
              <a:gd name="connsiteY1671" fmla="*/ 3714209 h 8839200"/>
              <a:gd name="connsiteX1672" fmla="*/ 15683771 w 15732060"/>
              <a:gd name="connsiteY1672" fmla="*/ 3730671 h 8839200"/>
              <a:gd name="connsiteX1673" fmla="*/ 15702428 w 15732060"/>
              <a:gd name="connsiteY1673" fmla="*/ 3712015 h 8839200"/>
              <a:gd name="connsiteX1674" fmla="*/ 15683771 w 15732060"/>
              <a:gd name="connsiteY1674" fmla="*/ 3693357 h 8839200"/>
              <a:gd name="connsiteX1675" fmla="*/ 12974696 w 15732060"/>
              <a:gd name="connsiteY1675" fmla="*/ 3689105 h 8839200"/>
              <a:gd name="connsiteX1676" fmla="*/ 12961526 w 15732060"/>
              <a:gd name="connsiteY1676" fmla="*/ 3694456 h 8839200"/>
              <a:gd name="connsiteX1677" fmla="*/ 12959881 w 15732060"/>
              <a:gd name="connsiteY1677" fmla="*/ 3719148 h 8839200"/>
              <a:gd name="connsiteX1678" fmla="*/ 12852330 w 15732060"/>
              <a:gd name="connsiteY1678" fmla="*/ 3826699 h 8839200"/>
              <a:gd name="connsiteX1679" fmla="*/ 11751031 w 15732060"/>
              <a:gd name="connsiteY1679" fmla="*/ 3826699 h 8839200"/>
              <a:gd name="connsiteX1680" fmla="*/ 11448681 w 15732060"/>
              <a:gd name="connsiteY1680" fmla="*/ 4129048 h 8839200"/>
              <a:gd name="connsiteX1681" fmla="*/ 10415972 w 15732060"/>
              <a:gd name="connsiteY1681" fmla="*/ 4129048 h 8839200"/>
              <a:gd name="connsiteX1682" fmla="*/ 10258488 w 15732060"/>
              <a:gd name="connsiteY1682" fmla="*/ 4286533 h 8839200"/>
              <a:gd name="connsiteX1683" fmla="*/ 10257938 w 15732060"/>
              <a:gd name="connsiteY1683" fmla="*/ 4286533 h 8839200"/>
              <a:gd name="connsiteX1684" fmla="*/ 9040309 w 15732060"/>
              <a:gd name="connsiteY1684" fmla="*/ 4286533 h 8839200"/>
              <a:gd name="connsiteX1685" fmla="*/ 9040309 w 15732060"/>
              <a:gd name="connsiteY1685" fmla="*/ 4291473 h 8839200"/>
              <a:gd name="connsiteX1686" fmla="*/ 10260134 w 15732060"/>
              <a:gd name="connsiteY1686" fmla="*/ 4291473 h 8839200"/>
              <a:gd name="connsiteX1687" fmla="*/ 10417619 w 15732060"/>
              <a:gd name="connsiteY1687" fmla="*/ 4133987 h 8839200"/>
              <a:gd name="connsiteX1688" fmla="*/ 11450327 w 15732060"/>
              <a:gd name="connsiteY1688" fmla="*/ 4133987 h 8839200"/>
              <a:gd name="connsiteX1689" fmla="*/ 11752677 w 15732060"/>
              <a:gd name="connsiteY1689" fmla="*/ 3831637 h 8839200"/>
              <a:gd name="connsiteX1690" fmla="*/ 12853976 w 15732060"/>
              <a:gd name="connsiteY1690" fmla="*/ 3831637 h 8839200"/>
              <a:gd name="connsiteX1691" fmla="*/ 12963172 w 15732060"/>
              <a:gd name="connsiteY1691" fmla="*/ 3722440 h 8839200"/>
              <a:gd name="connsiteX1692" fmla="*/ 12987866 w 15732060"/>
              <a:gd name="connsiteY1692" fmla="*/ 3720795 h 8839200"/>
              <a:gd name="connsiteX1693" fmla="*/ 12987866 w 15732060"/>
              <a:gd name="connsiteY1693" fmla="*/ 3694456 h 8839200"/>
              <a:gd name="connsiteX1694" fmla="*/ 12974696 w 15732060"/>
              <a:gd name="connsiteY1694" fmla="*/ 3689105 h 8839200"/>
              <a:gd name="connsiteX1695" fmla="*/ 12164772 w 15732060"/>
              <a:gd name="connsiteY1695" fmla="*/ 3515569 h 8839200"/>
              <a:gd name="connsiteX1696" fmla="*/ 12146116 w 15732060"/>
              <a:gd name="connsiteY1696" fmla="*/ 3534226 h 8839200"/>
              <a:gd name="connsiteX1697" fmla="*/ 12164772 w 15732060"/>
              <a:gd name="connsiteY1697" fmla="*/ 3552883 h 8839200"/>
              <a:gd name="connsiteX1698" fmla="*/ 12183430 w 15732060"/>
              <a:gd name="connsiteY1698" fmla="*/ 3536421 h 8839200"/>
              <a:gd name="connsiteX1699" fmla="*/ 13138217 w 15732060"/>
              <a:gd name="connsiteY1699" fmla="*/ 3536421 h 8839200"/>
              <a:gd name="connsiteX1700" fmla="*/ 13656218 w 15732060"/>
              <a:gd name="connsiteY1700" fmla="*/ 4054421 h 8839200"/>
              <a:gd name="connsiteX1701" fmla="*/ 14248295 w 15732060"/>
              <a:gd name="connsiteY1701" fmla="*/ 4054421 h 8839200"/>
              <a:gd name="connsiteX1702" fmla="*/ 14525953 w 15732060"/>
              <a:gd name="connsiteY1702" fmla="*/ 3776765 h 8839200"/>
              <a:gd name="connsiteX1703" fmla="*/ 14550645 w 15732060"/>
              <a:gd name="connsiteY1703" fmla="*/ 3775118 h 8839200"/>
              <a:gd name="connsiteX1704" fmla="*/ 14550645 w 15732060"/>
              <a:gd name="connsiteY1704" fmla="*/ 3748779 h 8839200"/>
              <a:gd name="connsiteX1705" fmla="*/ 14524306 w 15732060"/>
              <a:gd name="connsiteY1705" fmla="*/ 3748779 h 8839200"/>
              <a:gd name="connsiteX1706" fmla="*/ 14522660 w 15732060"/>
              <a:gd name="connsiteY1706" fmla="*/ 3773472 h 8839200"/>
              <a:gd name="connsiteX1707" fmla="*/ 14246650 w 15732060"/>
              <a:gd name="connsiteY1707" fmla="*/ 4049483 h 8839200"/>
              <a:gd name="connsiteX1708" fmla="*/ 13658961 w 15732060"/>
              <a:gd name="connsiteY1708" fmla="*/ 4049483 h 8839200"/>
              <a:gd name="connsiteX1709" fmla="*/ 13657864 w 15732060"/>
              <a:gd name="connsiteY1709" fmla="*/ 4050031 h 8839200"/>
              <a:gd name="connsiteX1710" fmla="*/ 13139863 w 15732060"/>
              <a:gd name="connsiteY1710" fmla="*/ 3532031 h 8839200"/>
              <a:gd name="connsiteX1711" fmla="*/ 12183430 w 15732060"/>
              <a:gd name="connsiteY1711" fmla="*/ 3532031 h 8839200"/>
              <a:gd name="connsiteX1712" fmla="*/ 12164772 w 15732060"/>
              <a:gd name="connsiteY1712" fmla="*/ 3515569 h 8839200"/>
              <a:gd name="connsiteX1713" fmla="*/ 12627351 w 15732060"/>
              <a:gd name="connsiteY1713" fmla="*/ 3354791 h 8839200"/>
              <a:gd name="connsiteX1714" fmla="*/ 12608695 w 15732060"/>
              <a:gd name="connsiteY1714" fmla="*/ 3371254 h 8839200"/>
              <a:gd name="connsiteX1715" fmla="*/ 12074781 w 15732060"/>
              <a:gd name="connsiteY1715" fmla="*/ 3371254 h 8839200"/>
              <a:gd name="connsiteX1716" fmla="*/ 11893151 w 15732060"/>
              <a:gd name="connsiteY1716" fmla="*/ 3552883 h 8839200"/>
              <a:gd name="connsiteX1717" fmla="*/ 10993784 w 15732060"/>
              <a:gd name="connsiteY1717" fmla="*/ 3552883 h 8839200"/>
              <a:gd name="connsiteX1718" fmla="*/ 10697472 w 15732060"/>
              <a:gd name="connsiteY1718" fmla="*/ 3849197 h 8839200"/>
              <a:gd name="connsiteX1719" fmla="*/ 10672778 w 15732060"/>
              <a:gd name="connsiteY1719" fmla="*/ 3850842 h 8839200"/>
              <a:gd name="connsiteX1720" fmla="*/ 10672778 w 15732060"/>
              <a:gd name="connsiteY1720" fmla="*/ 3877181 h 8839200"/>
              <a:gd name="connsiteX1721" fmla="*/ 10699117 w 15732060"/>
              <a:gd name="connsiteY1721" fmla="*/ 3877181 h 8839200"/>
              <a:gd name="connsiteX1722" fmla="*/ 10700763 w 15732060"/>
              <a:gd name="connsiteY1722" fmla="*/ 3852489 h 8839200"/>
              <a:gd name="connsiteX1723" fmla="*/ 10995430 w 15732060"/>
              <a:gd name="connsiteY1723" fmla="*/ 3557821 h 8839200"/>
              <a:gd name="connsiteX1724" fmla="*/ 11894797 w 15732060"/>
              <a:gd name="connsiteY1724" fmla="*/ 3557821 h 8839200"/>
              <a:gd name="connsiteX1725" fmla="*/ 12076427 w 15732060"/>
              <a:gd name="connsiteY1725" fmla="*/ 3376192 h 8839200"/>
              <a:gd name="connsiteX1726" fmla="*/ 12608145 w 15732060"/>
              <a:gd name="connsiteY1726" fmla="*/ 3376192 h 8839200"/>
              <a:gd name="connsiteX1727" fmla="*/ 12626801 w 15732060"/>
              <a:gd name="connsiteY1727" fmla="*/ 3392655 h 8839200"/>
              <a:gd name="connsiteX1728" fmla="*/ 12645459 w 15732060"/>
              <a:gd name="connsiteY1728" fmla="*/ 3373997 h 8839200"/>
              <a:gd name="connsiteX1729" fmla="*/ 12626801 w 15732060"/>
              <a:gd name="connsiteY1729" fmla="*/ 3355341 h 8839200"/>
              <a:gd name="connsiteX1730" fmla="*/ 4118210 w 15732060"/>
              <a:gd name="connsiteY1730" fmla="*/ 3273032 h 8839200"/>
              <a:gd name="connsiteX1731" fmla="*/ 4099554 w 15732060"/>
              <a:gd name="connsiteY1731" fmla="*/ 3291688 h 8839200"/>
              <a:gd name="connsiteX1732" fmla="*/ 4118210 w 15732060"/>
              <a:gd name="connsiteY1732" fmla="*/ 3310345 h 8839200"/>
              <a:gd name="connsiteX1733" fmla="*/ 4136867 w 15732060"/>
              <a:gd name="connsiteY1733" fmla="*/ 3293883 h 8839200"/>
              <a:gd name="connsiteX1734" fmla="*/ 4675719 w 15732060"/>
              <a:gd name="connsiteY1734" fmla="*/ 3293883 h 8839200"/>
              <a:gd name="connsiteX1735" fmla="*/ 5210181 w 15732060"/>
              <a:gd name="connsiteY1735" fmla="*/ 3828345 h 8839200"/>
              <a:gd name="connsiteX1736" fmla="*/ 5211826 w 15732060"/>
              <a:gd name="connsiteY1736" fmla="*/ 3853038 h 8839200"/>
              <a:gd name="connsiteX1737" fmla="*/ 5238166 w 15732060"/>
              <a:gd name="connsiteY1737" fmla="*/ 3853038 h 8839200"/>
              <a:gd name="connsiteX1738" fmla="*/ 5238166 w 15732060"/>
              <a:gd name="connsiteY1738" fmla="*/ 3826699 h 8839200"/>
              <a:gd name="connsiteX1739" fmla="*/ 5213474 w 15732060"/>
              <a:gd name="connsiteY1739" fmla="*/ 3825052 h 8839200"/>
              <a:gd name="connsiteX1740" fmla="*/ 4677366 w 15732060"/>
              <a:gd name="connsiteY1740" fmla="*/ 3288944 h 8839200"/>
              <a:gd name="connsiteX1741" fmla="*/ 4136585 w 15732060"/>
              <a:gd name="connsiteY1741" fmla="*/ 3288944 h 8839200"/>
              <a:gd name="connsiteX1742" fmla="*/ 4136867 w 15732060"/>
              <a:gd name="connsiteY1742" fmla="*/ 3289493 h 8839200"/>
              <a:gd name="connsiteX1743" fmla="*/ 4136319 w 15732060"/>
              <a:gd name="connsiteY1743" fmla="*/ 3288944 h 8839200"/>
              <a:gd name="connsiteX1744" fmla="*/ 4136585 w 15732060"/>
              <a:gd name="connsiteY1744" fmla="*/ 3288944 h 8839200"/>
              <a:gd name="connsiteX1745" fmla="*/ 4130831 w 15732060"/>
              <a:gd name="connsiteY1745" fmla="*/ 3277764 h 8839200"/>
              <a:gd name="connsiteX1746" fmla="*/ 4118210 w 15732060"/>
              <a:gd name="connsiteY1746" fmla="*/ 3273032 h 8839200"/>
              <a:gd name="connsiteX1747" fmla="*/ 4958864 w 15732060"/>
              <a:gd name="connsiteY1747" fmla="*/ 3183177 h 8839200"/>
              <a:gd name="connsiteX1748" fmla="*/ 4945694 w 15732060"/>
              <a:gd name="connsiteY1748" fmla="*/ 3188527 h 8839200"/>
              <a:gd name="connsiteX1749" fmla="*/ 4945694 w 15732060"/>
              <a:gd name="connsiteY1749" fmla="*/ 3214866 h 8839200"/>
              <a:gd name="connsiteX1750" fmla="*/ 4970386 w 15732060"/>
              <a:gd name="connsiteY1750" fmla="*/ 3216512 h 8839200"/>
              <a:gd name="connsiteX1751" fmla="*/ 5116348 w 15732060"/>
              <a:gd name="connsiteY1751" fmla="*/ 3362475 h 8839200"/>
              <a:gd name="connsiteX1752" fmla="*/ 5342424 w 15732060"/>
              <a:gd name="connsiteY1752" fmla="*/ 3362475 h 8839200"/>
              <a:gd name="connsiteX1753" fmla="*/ 5723792 w 15732060"/>
              <a:gd name="connsiteY1753" fmla="*/ 3743841 h 8839200"/>
              <a:gd name="connsiteX1754" fmla="*/ 5725438 w 15732060"/>
              <a:gd name="connsiteY1754" fmla="*/ 3768533 h 8839200"/>
              <a:gd name="connsiteX1755" fmla="*/ 5751776 w 15732060"/>
              <a:gd name="connsiteY1755" fmla="*/ 3768533 h 8839200"/>
              <a:gd name="connsiteX1756" fmla="*/ 5751776 w 15732060"/>
              <a:gd name="connsiteY1756" fmla="*/ 3742195 h 8839200"/>
              <a:gd name="connsiteX1757" fmla="*/ 5727084 w 15732060"/>
              <a:gd name="connsiteY1757" fmla="*/ 3740549 h 8839200"/>
              <a:gd name="connsiteX1758" fmla="*/ 5344071 w 15732060"/>
              <a:gd name="connsiteY1758" fmla="*/ 3357535 h 8839200"/>
              <a:gd name="connsiteX1759" fmla="*/ 5117995 w 15732060"/>
              <a:gd name="connsiteY1759" fmla="*/ 3357535 h 8839200"/>
              <a:gd name="connsiteX1760" fmla="*/ 4973678 w 15732060"/>
              <a:gd name="connsiteY1760" fmla="*/ 3213220 h 8839200"/>
              <a:gd name="connsiteX1761" fmla="*/ 4972033 w 15732060"/>
              <a:gd name="connsiteY1761" fmla="*/ 3188527 h 8839200"/>
              <a:gd name="connsiteX1762" fmla="*/ 4958864 w 15732060"/>
              <a:gd name="connsiteY1762" fmla="*/ 3183177 h 8839200"/>
              <a:gd name="connsiteX1763" fmla="*/ 55970 w 15732060"/>
              <a:gd name="connsiteY1763" fmla="*/ 2984400 h 8839200"/>
              <a:gd name="connsiteX1764" fmla="*/ 37312 w 15732060"/>
              <a:gd name="connsiteY1764" fmla="*/ 3003057 h 8839200"/>
              <a:gd name="connsiteX1765" fmla="*/ 55970 w 15732060"/>
              <a:gd name="connsiteY1765" fmla="*/ 3021714 h 8839200"/>
              <a:gd name="connsiteX1766" fmla="*/ 74626 w 15732060"/>
              <a:gd name="connsiteY1766" fmla="*/ 3005251 h 8839200"/>
              <a:gd name="connsiteX1767" fmla="*/ 544888 w 15732060"/>
              <a:gd name="connsiteY1767" fmla="*/ 3005251 h 8839200"/>
              <a:gd name="connsiteX1768" fmla="*/ 1083738 w 15732060"/>
              <a:gd name="connsiteY1768" fmla="*/ 3544103 h 8839200"/>
              <a:gd name="connsiteX1769" fmla="*/ 1490347 w 15732060"/>
              <a:gd name="connsiteY1769" fmla="*/ 3544103 h 8839200"/>
              <a:gd name="connsiteX1770" fmla="*/ 1594606 w 15732060"/>
              <a:gd name="connsiteY1770" fmla="*/ 3439845 h 8839200"/>
              <a:gd name="connsiteX1771" fmla="*/ 3079466 w 15732060"/>
              <a:gd name="connsiteY1771" fmla="*/ 3439845 h 8839200"/>
              <a:gd name="connsiteX1772" fmla="*/ 3098124 w 15732060"/>
              <a:gd name="connsiteY1772" fmla="*/ 3456306 h 8839200"/>
              <a:gd name="connsiteX1773" fmla="*/ 3116780 w 15732060"/>
              <a:gd name="connsiteY1773" fmla="*/ 3437650 h 8839200"/>
              <a:gd name="connsiteX1774" fmla="*/ 3098124 w 15732060"/>
              <a:gd name="connsiteY1774" fmla="*/ 3418993 h 8839200"/>
              <a:gd name="connsiteX1775" fmla="*/ 3079466 w 15732060"/>
              <a:gd name="connsiteY1775" fmla="*/ 3435455 h 8839200"/>
              <a:gd name="connsiteX1776" fmla="*/ 1592960 w 15732060"/>
              <a:gd name="connsiteY1776" fmla="*/ 3435455 h 8839200"/>
              <a:gd name="connsiteX1777" fmla="*/ 1488701 w 15732060"/>
              <a:gd name="connsiteY1777" fmla="*/ 3539714 h 8839200"/>
              <a:gd name="connsiteX1778" fmla="*/ 1085934 w 15732060"/>
              <a:gd name="connsiteY1778" fmla="*/ 3539714 h 8839200"/>
              <a:gd name="connsiteX1779" fmla="*/ 547082 w 15732060"/>
              <a:gd name="connsiteY1779" fmla="*/ 3000861 h 8839200"/>
              <a:gd name="connsiteX1780" fmla="*/ 74626 w 15732060"/>
              <a:gd name="connsiteY1780" fmla="*/ 3000861 h 8839200"/>
              <a:gd name="connsiteX1781" fmla="*/ 55970 w 15732060"/>
              <a:gd name="connsiteY1781" fmla="*/ 2984400 h 8839200"/>
              <a:gd name="connsiteX1782" fmla="*/ 15666760 w 15732060"/>
              <a:gd name="connsiteY1782" fmla="*/ 2930076 h 8839200"/>
              <a:gd name="connsiteX1783" fmla="*/ 15648104 w 15732060"/>
              <a:gd name="connsiteY1783" fmla="*/ 2946538 h 8839200"/>
              <a:gd name="connsiteX1784" fmla="*/ 15219546 w 15732060"/>
              <a:gd name="connsiteY1784" fmla="*/ 2946538 h 8839200"/>
              <a:gd name="connsiteX1785" fmla="*/ 14996213 w 15732060"/>
              <a:gd name="connsiteY1785" fmla="*/ 3169870 h 8839200"/>
              <a:gd name="connsiteX1786" fmla="*/ 14421694 w 15732060"/>
              <a:gd name="connsiteY1786" fmla="*/ 3169870 h 8839200"/>
              <a:gd name="connsiteX1787" fmla="*/ 14403039 w 15732060"/>
              <a:gd name="connsiteY1787" fmla="*/ 3153409 h 8839200"/>
              <a:gd name="connsiteX1788" fmla="*/ 14384381 w 15732060"/>
              <a:gd name="connsiteY1788" fmla="*/ 3172065 h 8839200"/>
              <a:gd name="connsiteX1789" fmla="*/ 14403039 w 15732060"/>
              <a:gd name="connsiteY1789" fmla="*/ 3190722 h 8839200"/>
              <a:gd name="connsiteX1790" fmla="*/ 14421694 w 15732060"/>
              <a:gd name="connsiteY1790" fmla="*/ 3174261 h 8839200"/>
              <a:gd name="connsiteX1791" fmla="*/ 14998409 w 15732060"/>
              <a:gd name="connsiteY1791" fmla="*/ 3174261 h 8839200"/>
              <a:gd name="connsiteX1792" fmla="*/ 15221742 w 15732060"/>
              <a:gd name="connsiteY1792" fmla="*/ 2950927 h 8839200"/>
              <a:gd name="connsiteX1793" fmla="*/ 15648104 w 15732060"/>
              <a:gd name="connsiteY1793" fmla="*/ 2950927 h 8839200"/>
              <a:gd name="connsiteX1794" fmla="*/ 15666760 w 15732060"/>
              <a:gd name="connsiteY1794" fmla="*/ 2967389 h 8839200"/>
              <a:gd name="connsiteX1795" fmla="*/ 15685417 w 15732060"/>
              <a:gd name="connsiteY1795" fmla="*/ 2948732 h 8839200"/>
              <a:gd name="connsiteX1796" fmla="*/ 15666760 w 15732060"/>
              <a:gd name="connsiteY1796" fmla="*/ 2930076 h 8839200"/>
              <a:gd name="connsiteX1797" fmla="*/ 3441628 w 15732060"/>
              <a:gd name="connsiteY1797" fmla="*/ 2777529 h 8839200"/>
              <a:gd name="connsiteX1798" fmla="*/ 3441079 w 15732060"/>
              <a:gd name="connsiteY1798" fmla="*/ 2777529 h 8839200"/>
              <a:gd name="connsiteX1799" fmla="*/ 3441344 w 15732060"/>
              <a:gd name="connsiteY1799" fmla="*/ 2777637 h 8839200"/>
              <a:gd name="connsiteX1800" fmla="*/ 11909613 w 15732060"/>
              <a:gd name="connsiteY1800" fmla="*/ 2741313 h 8839200"/>
              <a:gd name="connsiteX1801" fmla="*/ 11890957 w 15732060"/>
              <a:gd name="connsiteY1801" fmla="*/ 2757775 h 8839200"/>
              <a:gd name="connsiteX1802" fmla="*/ 11273637 w 15732060"/>
              <a:gd name="connsiteY1802" fmla="*/ 2757775 h 8839200"/>
              <a:gd name="connsiteX1803" fmla="*/ 11254979 w 15732060"/>
              <a:gd name="connsiteY1803" fmla="*/ 2741313 h 8839200"/>
              <a:gd name="connsiteX1804" fmla="*/ 11236322 w 15732060"/>
              <a:gd name="connsiteY1804" fmla="*/ 2759970 h 8839200"/>
              <a:gd name="connsiteX1805" fmla="*/ 11254979 w 15732060"/>
              <a:gd name="connsiteY1805" fmla="*/ 2778626 h 8839200"/>
              <a:gd name="connsiteX1806" fmla="*/ 11273637 w 15732060"/>
              <a:gd name="connsiteY1806" fmla="*/ 2762165 h 8839200"/>
              <a:gd name="connsiteX1807" fmla="*/ 11890957 w 15732060"/>
              <a:gd name="connsiteY1807" fmla="*/ 2762165 h 8839200"/>
              <a:gd name="connsiteX1808" fmla="*/ 11909613 w 15732060"/>
              <a:gd name="connsiteY1808" fmla="*/ 2778626 h 8839200"/>
              <a:gd name="connsiteX1809" fmla="*/ 11928271 w 15732060"/>
              <a:gd name="connsiteY1809" fmla="*/ 2759970 h 8839200"/>
              <a:gd name="connsiteX1810" fmla="*/ 11909613 w 15732060"/>
              <a:gd name="connsiteY1810" fmla="*/ 2741313 h 8839200"/>
              <a:gd name="connsiteX1811" fmla="*/ 9326745 w 15732060"/>
              <a:gd name="connsiteY1811" fmla="*/ 2650910 h 8839200"/>
              <a:gd name="connsiteX1812" fmla="*/ 9313576 w 15732060"/>
              <a:gd name="connsiteY1812" fmla="*/ 2656260 h 8839200"/>
              <a:gd name="connsiteX1813" fmla="*/ 9311930 w 15732060"/>
              <a:gd name="connsiteY1813" fmla="*/ 2680953 h 8839200"/>
              <a:gd name="connsiteX1814" fmla="*/ 9167066 w 15732060"/>
              <a:gd name="connsiteY1814" fmla="*/ 2825817 h 8839200"/>
              <a:gd name="connsiteX1815" fmla="*/ 9166518 w 15732060"/>
              <a:gd name="connsiteY1815" fmla="*/ 2825817 h 8839200"/>
              <a:gd name="connsiteX1816" fmla="*/ 9165968 w 15732060"/>
              <a:gd name="connsiteY1816" fmla="*/ 2827463 h 8839200"/>
              <a:gd name="connsiteX1817" fmla="*/ 9165968 w 15732060"/>
              <a:gd name="connsiteY1817" fmla="*/ 3018421 h 8839200"/>
              <a:gd name="connsiteX1818" fmla="*/ 8996411 w 15732060"/>
              <a:gd name="connsiteY1818" fmla="*/ 3187978 h 8839200"/>
              <a:gd name="connsiteX1819" fmla="*/ 8971718 w 15732060"/>
              <a:gd name="connsiteY1819" fmla="*/ 3189625 h 8839200"/>
              <a:gd name="connsiteX1820" fmla="*/ 8971718 w 15732060"/>
              <a:gd name="connsiteY1820" fmla="*/ 3215963 h 8839200"/>
              <a:gd name="connsiteX1821" fmla="*/ 8998057 w 15732060"/>
              <a:gd name="connsiteY1821" fmla="*/ 3215963 h 8839200"/>
              <a:gd name="connsiteX1822" fmla="*/ 8999703 w 15732060"/>
              <a:gd name="connsiteY1822" fmla="*/ 3191271 h 8839200"/>
              <a:gd name="connsiteX1823" fmla="*/ 9170358 w 15732060"/>
              <a:gd name="connsiteY1823" fmla="*/ 3020616 h 8839200"/>
              <a:gd name="connsiteX1824" fmla="*/ 9170906 w 15732060"/>
              <a:gd name="connsiteY1824" fmla="*/ 3020616 h 8839200"/>
              <a:gd name="connsiteX1825" fmla="*/ 9170906 w 15732060"/>
              <a:gd name="connsiteY1825" fmla="*/ 2828561 h 8839200"/>
              <a:gd name="connsiteX1826" fmla="*/ 9315223 w 15732060"/>
              <a:gd name="connsiteY1826" fmla="*/ 2684245 h 8839200"/>
              <a:gd name="connsiteX1827" fmla="*/ 9339916 w 15732060"/>
              <a:gd name="connsiteY1827" fmla="*/ 2682599 h 8839200"/>
              <a:gd name="connsiteX1828" fmla="*/ 9339916 w 15732060"/>
              <a:gd name="connsiteY1828" fmla="*/ 2656260 h 8839200"/>
              <a:gd name="connsiteX1829" fmla="*/ 9326745 w 15732060"/>
              <a:gd name="connsiteY1829" fmla="*/ 2650910 h 8839200"/>
              <a:gd name="connsiteX1830" fmla="*/ 2008896 w 15732060"/>
              <a:gd name="connsiteY1830" fmla="*/ 2464342 h 8839200"/>
              <a:gd name="connsiteX1831" fmla="*/ 1995727 w 15732060"/>
              <a:gd name="connsiteY1831" fmla="*/ 2469692 h 8839200"/>
              <a:gd name="connsiteX1832" fmla="*/ 1995727 w 15732060"/>
              <a:gd name="connsiteY1832" fmla="*/ 2496031 h 8839200"/>
              <a:gd name="connsiteX1833" fmla="*/ 2020419 w 15732060"/>
              <a:gd name="connsiteY1833" fmla="*/ 2497678 h 8839200"/>
              <a:gd name="connsiteX1834" fmla="*/ 2146627 w 15732060"/>
              <a:gd name="connsiteY1834" fmla="*/ 2623885 h 8839200"/>
              <a:gd name="connsiteX1835" fmla="*/ 2602621 w 15732060"/>
              <a:gd name="connsiteY1835" fmla="*/ 2623885 h 8839200"/>
              <a:gd name="connsiteX1836" fmla="*/ 2807846 w 15732060"/>
              <a:gd name="connsiteY1836" fmla="*/ 2829110 h 8839200"/>
              <a:gd name="connsiteX1837" fmla="*/ 2809492 w 15732060"/>
              <a:gd name="connsiteY1837" fmla="*/ 2853802 h 8839200"/>
              <a:gd name="connsiteX1838" fmla="*/ 2835831 w 15732060"/>
              <a:gd name="connsiteY1838" fmla="*/ 2853802 h 8839200"/>
              <a:gd name="connsiteX1839" fmla="*/ 2835831 w 15732060"/>
              <a:gd name="connsiteY1839" fmla="*/ 2827463 h 8839200"/>
              <a:gd name="connsiteX1840" fmla="*/ 2811138 w 15732060"/>
              <a:gd name="connsiteY1840" fmla="*/ 2825817 h 8839200"/>
              <a:gd name="connsiteX1841" fmla="*/ 2604266 w 15732060"/>
              <a:gd name="connsiteY1841" fmla="*/ 2618947 h 8839200"/>
              <a:gd name="connsiteX1842" fmla="*/ 2148273 w 15732060"/>
              <a:gd name="connsiteY1842" fmla="*/ 2618947 h 8839200"/>
              <a:gd name="connsiteX1843" fmla="*/ 2023712 w 15732060"/>
              <a:gd name="connsiteY1843" fmla="*/ 2494385 h 8839200"/>
              <a:gd name="connsiteX1844" fmla="*/ 2022066 w 15732060"/>
              <a:gd name="connsiteY1844" fmla="*/ 2469692 h 8839200"/>
              <a:gd name="connsiteX1845" fmla="*/ 2008896 w 15732060"/>
              <a:gd name="connsiteY1845" fmla="*/ 2464342 h 8839200"/>
              <a:gd name="connsiteX1846" fmla="*/ 77370 w 15732060"/>
              <a:gd name="connsiteY1846" fmla="*/ 2377506 h 8839200"/>
              <a:gd name="connsiteX1847" fmla="*/ 58714 w 15732060"/>
              <a:gd name="connsiteY1847" fmla="*/ 2396163 h 8839200"/>
              <a:gd name="connsiteX1848" fmla="*/ 77370 w 15732060"/>
              <a:gd name="connsiteY1848" fmla="*/ 2414820 h 8839200"/>
              <a:gd name="connsiteX1849" fmla="*/ 96026 w 15732060"/>
              <a:gd name="connsiteY1849" fmla="*/ 2398357 h 8839200"/>
              <a:gd name="connsiteX1850" fmla="*/ 935582 w 15732060"/>
              <a:gd name="connsiteY1850" fmla="*/ 2398357 h 8839200"/>
              <a:gd name="connsiteX1851" fmla="*/ 1728496 w 15732060"/>
              <a:gd name="connsiteY1851" fmla="*/ 3191271 h 8839200"/>
              <a:gd name="connsiteX1852" fmla="*/ 3514060 w 15732060"/>
              <a:gd name="connsiteY1852" fmla="*/ 3191271 h 8839200"/>
              <a:gd name="connsiteX1853" fmla="*/ 3938776 w 15732060"/>
              <a:gd name="connsiteY1853" fmla="*/ 3615987 h 8839200"/>
              <a:gd name="connsiteX1854" fmla="*/ 4752542 w 15732060"/>
              <a:gd name="connsiteY1854" fmla="*/ 3615987 h 8839200"/>
              <a:gd name="connsiteX1855" fmla="*/ 5081230 w 15732060"/>
              <a:gd name="connsiteY1855" fmla="*/ 3944675 h 8839200"/>
              <a:gd name="connsiteX1856" fmla="*/ 6690103 w 15732060"/>
              <a:gd name="connsiteY1856" fmla="*/ 3944675 h 8839200"/>
              <a:gd name="connsiteX1857" fmla="*/ 6690103 w 15732060"/>
              <a:gd name="connsiteY1857" fmla="*/ 3939737 h 8839200"/>
              <a:gd name="connsiteX1858" fmla="*/ 5082876 w 15732060"/>
              <a:gd name="connsiteY1858" fmla="*/ 3939737 h 8839200"/>
              <a:gd name="connsiteX1859" fmla="*/ 4754188 w 15732060"/>
              <a:gd name="connsiteY1859" fmla="*/ 3611049 h 8839200"/>
              <a:gd name="connsiteX1860" fmla="*/ 3940422 w 15732060"/>
              <a:gd name="connsiteY1860" fmla="*/ 3611049 h 8839200"/>
              <a:gd name="connsiteX1861" fmla="*/ 3515706 w 15732060"/>
              <a:gd name="connsiteY1861" fmla="*/ 3186331 h 8839200"/>
              <a:gd name="connsiteX1862" fmla="*/ 3515706 w 15732060"/>
              <a:gd name="connsiteY1862" fmla="*/ 3186881 h 8839200"/>
              <a:gd name="connsiteX1863" fmla="*/ 1730142 w 15732060"/>
              <a:gd name="connsiteY1863" fmla="*/ 3186881 h 8839200"/>
              <a:gd name="connsiteX1864" fmla="*/ 937228 w 15732060"/>
              <a:gd name="connsiteY1864" fmla="*/ 2393968 h 8839200"/>
              <a:gd name="connsiteX1865" fmla="*/ 96026 w 15732060"/>
              <a:gd name="connsiteY1865" fmla="*/ 2393968 h 8839200"/>
              <a:gd name="connsiteX1866" fmla="*/ 77370 w 15732060"/>
              <a:gd name="connsiteY1866" fmla="*/ 2377506 h 8839200"/>
              <a:gd name="connsiteX1867" fmla="*/ 12415254 w 15732060"/>
              <a:gd name="connsiteY1867" fmla="*/ 2285761 h 8839200"/>
              <a:gd name="connsiteX1868" fmla="*/ 12414993 w 15732060"/>
              <a:gd name="connsiteY1868" fmla="*/ 2285868 h 8839200"/>
              <a:gd name="connsiteX1869" fmla="*/ 12415540 w 15732060"/>
              <a:gd name="connsiteY1869" fmla="*/ 2285868 h 8839200"/>
              <a:gd name="connsiteX1870" fmla="*/ 12414993 w 15732060"/>
              <a:gd name="connsiteY1870" fmla="*/ 2248554 h 8839200"/>
              <a:gd name="connsiteX1871" fmla="*/ 12396335 w 15732060"/>
              <a:gd name="connsiteY1871" fmla="*/ 2265017 h 8839200"/>
              <a:gd name="connsiteX1872" fmla="*/ 11202302 w 15732060"/>
              <a:gd name="connsiteY1872" fmla="*/ 2265017 h 8839200"/>
              <a:gd name="connsiteX1873" fmla="*/ 11135905 w 15732060"/>
              <a:gd name="connsiteY1873" fmla="*/ 2331412 h 8839200"/>
              <a:gd name="connsiteX1874" fmla="*/ 11111212 w 15732060"/>
              <a:gd name="connsiteY1874" fmla="*/ 2333059 h 8839200"/>
              <a:gd name="connsiteX1875" fmla="*/ 11111212 w 15732060"/>
              <a:gd name="connsiteY1875" fmla="*/ 2359398 h 8839200"/>
              <a:gd name="connsiteX1876" fmla="*/ 11137551 w 15732060"/>
              <a:gd name="connsiteY1876" fmla="*/ 2359398 h 8839200"/>
              <a:gd name="connsiteX1877" fmla="*/ 11139198 w 15732060"/>
              <a:gd name="connsiteY1877" fmla="*/ 2334705 h 8839200"/>
              <a:gd name="connsiteX1878" fmla="*/ 11204496 w 15732060"/>
              <a:gd name="connsiteY1878" fmla="*/ 2269406 h 8839200"/>
              <a:gd name="connsiteX1879" fmla="*/ 12396885 w 15732060"/>
              <a:gd name="connsiteY1879" fmla="*/ 2269406 h 8839200"/>
              <a:gd name="connsiteX1880" fmla="*/ 12402921 w 15732060"/>
              <a:gd name="connsiteY1880" fmla="*/ 2281135 h 8839200"/>
              <a:gd name="connsiteX1881" fmla="*/ 12415254 w 15732060"/>
              <a:gd name="connsiteY1881" fmla="*/ 2285761 h 8839200"/>
              <a:gd name="connsiteX1882" fmla="*/ 12428230 w 15732060"/>
              <a:gd name="connsiteY1882" fmla="*/ 2280449 h 8839200"/>
              <a:gd name="connsiteX1883" fmla="*/ 12433649 w 15732060"/>
              <a:gd name="connsiteY1883" fmla="*/ 2267211 h 8839200"/>
              <a:gd name="connsiteX1884" fmla="*/ 12414993 w 15732060"/>
              <a:gd name="connsiteY1884" fmla="*/ 2248554 h 8839200"/>
              <a:gd name="connsiteX1885" fmla="*/ 3602405 w 15732060"/>
              <a:gd name="connsiteY1885" fmla="*/ 1914516 h 8839200"/>
              <a:gd name="connsiteX1886" fmla="*/ 3589235 w 15732060"/>
              <a:gd name="connsiteY1886" fmla="*/ 1919866 h 8839200"/>
              <a:gd name="connsiteX1887" fmla="*/ 3589235 w 15732060"/>
              <a:gd name="connsiteY1887" fmla="*/ 1946205 h 8839200"/>
              <a:gd name="connsiteX1888" fmla="*/ 3613928 w 15732060"/>
              <a:gd name="connsiteY1888" fmla="*/ 1947850 h 8839200"/>
              <a:gd name="connsiteX1889" fmla="*/ 3759891 w 15732060"/>
              <a:gd name="connsiteY1889" fmla="*/ 2093813 h 8839200"/>
              <a:gd name="connsiteX1890" fmla="*/ 3985967 w 15732060"/>
              <a:gd name="connsiteY1890" fmla="*/ 2093813 h 8839200"/>
              <a:gd name="connsiteX1891" fmla="*/ 4367334 w 15732060"/>
              <a:gd name="connsiteY1891" fmla="*/ 2475180 h 8839200"/>
              <a:gd name="connsiteX1892" fmla="*/ 4368980 w 15732060"/>
              <a:gd name="connsiteY1892" fmla="*/ 2499872 h 8839200"/>
              <a:gd name="connsiteX1893" fmla="*/ 4395319 w 15732060"/>
              <a:gd name="connsiteY1893" fmla="*/ 2499872 h 8839200"/>
              <a:gd name="connsiteX1894" fmla="*/ 4395319 w 15732060"/>
              <a:gd name="connsiteY1894" fmla="*/ 2473533 h 8839200"/>
              <a:gd name="connsiteX1895" fmla="*/ 4370626 w 15732060"/>
              <a:gd name="connsiteY1895" fmla="*/ 2471887 h 8839200"/>
              <a:gd name="connsiteX1896" fmla="*/ 3987613 w 15732060"/>
              <a:gd name="connsiteY1896" fmla="*/ 2088874 h 8839200"/>
              <a:gd name="connsiteX1897" fmla="*/ 3761536 w 15732060"/>
              <a:gd name="connsiteY1897" fmla="*/ 2088874 h 8839200"/>
              <a:gd name="connsiteX1898" fmla="*/ 3617221 w 15732060"/>
              <a:gd name="connsiteY1898" fmla="*/ 1944558 h 8839200"/>
              <a:gd name="connsiteX1899" fmla="*/ 3615574 w 15732060"/>
              <a:gd name="connsiteY1899" fmla="*/ 1919866 h 8839200"/>
              <a:gd name="connsiteX1900" fmla="*/ 3602405 w 15732060"/>
              <a:gd name="connsiteY1900" fmla="*/ 1914516 h 8839200"/>
              <a:gd name="connsiteX1901" fmla="*/ 15702977 w 15732060"/>
              <a:gd name="connsiteY1901" fmla="*/ 1721226 h 8839200"/>
              <a:gd name="connsiteX1902" fmla="*/ 15684320 w 15732060"/>
              <a:gd name="connsiteY1902" fmla="*/ 1737688 h 8839200"/>
              <a:gd name="connsiteX1903" fmla="*/ 15352887 w 15732060"/>
              <a:gd name="connsiteY1903" fmla="*/ 1737688 h 8839200"/>
              <a:gd name="connsiteX1904" fmla="*/ 13998624 w 15732060"/>
              <a:gd name="connsiteY1904" fmla="*/ 3091951 h 8839200"/>
              <a:gd name="connsiteX1905" fmla="*/ 13998624 w 15732060"/>
              <a:gd name="connsiteY1905" fmla="*/ 3091402 h 8839200"/>
              <a:gd name="connsiteX1906" fmla="*/ 12688260 w 15732060"/>
              <a:gd name="connsiteY1906" fmla="*/ 3091402 h 8839200"/>
              <a:gd name="connsiteX1907" fmla="*/ 12532421 w 15732060"/>
              <a:gd name="connsiteY1907" fmla="*/ 3247241 h 8839200"/>
              <a:gd name="connsiteX1908" fmla="*/ 11067863 w 15732060"/>
              <a:gd name="connsiteY1908" fmla="*/ 3247241 h 8839200"/>
              <a:gd name="connsiteX1909" fmla="*/ 10414875 w 15732060"/>
              <a:gd name="connsiteY1909" fmla="*/ 3900228 h 8839200"/>
              <a:gd name="connsiteX1910" fmla="*/ 10259037 w 15732060"/>
              <a:gd name="connsiteY1910" fmla="*/ 3900228 h 8839200"/>
              <a:gd name="connsiteX1911" fmla="*/ 10101551 w 15732060"/>
              <a:gd name="connsiteY1911" fmla="*/ 4057714 h 8839200"/>
              <a:gd name="connsiteX1912" fmla="*/ 9039760 w 15732060"/>
              <a:gd name="connsiteY1912" fmla="*/ 4057714 h 8839200"/>
              <a:gd name="connsiteX1913" fmla="*/ 9039760 w 15732060"/>
              <a:gd name="connsiteY1913" fmla="*/ 4062653 h 8839200"/>
              <a:gd name="connsiteX1914" fmla="*/ 10103746 w 15732060"/>
              <a:gd name="connsiteY1914" fmla="*/ 4062653 h 8839200"/>
              <a:gd name="connsiteX1915" fmla="*/ 10261232 w 15732060"/>
              <a:gd name="connsiteY1915" fmla="*/ 3905167 h 8839200"/>
              <a:gd name="connsiteX1916" fmla="*/ 10417070 w 15732060"/>
              <a:gd name="connsiteY1916" fmla="*/ 3905167 h 8839200"/>
              <a:gd name="connsiteX1917" fmla="*/ 11070058 w 15732060"/>
              <a:gd name="connsiteY1917" fmla="*/ 3252180 h 8839200"/>
              <a:gd name="connsiteX1918" fmla="*/ 12534616 w 15732060"/>
              <a:gd name="connsiteY1918" fmla="*/ 3252180 h 8839200"/>
              <a:gd name="connsiteX1919" fmla="*/ 12690455 w 15732060"/>
              <a:gd name="connsiteY1919" fmla="*/ 3096341 h 8839200"/>
              <a:gd name="connsiteX1920" fmla="*/ 14000819 w 15732060"/>
              <a:gd name="connsiteY1920" fmla="*/ 3096341 h 8839200"/>
              <a:gd name="connsiteX1921" fmla="*/ 15355083 w 15732060"/>
              <a:gd name="connsiteY1921" fmla="*/ 1742078 h 8839200"/>
              <a:gd name="connsiteX1922" fmla="*/ 15684320 w 15732060"/>
              <a:gd name="connsiteY1922" fmla="*/ 1742078 h 8839200"/>
              <a:gd name="connsiteX1923" fmla="*/ 15702977 w 15732060"/>
              <a:gd name="connsiteY1923" fmla="*/ 1758539 h 8839200"/>
              <a:gd name="connsiteX1924" fmla="*/ 15721633 w 15732060"/>
              <a:gd name="connsiteY1924" fmla="*/ 1739882 h 8839200"/>
              <a:gd name="connsiteX1925" fmla="*/ 15702977 w 15732060"/>
              <a:gd name="connsiteY1925" fmla="*/ 1721226 h 8839200"/>
              <a:gd name="connsiteX1926" fmla="*/ 12427065 w 15732060"/>
              <a:gd name="connsiteY1926" fmla="*/ 1718071 h 8839200"/>
              <a:gd name="connsiteX1927" fmla="*/ 12413896 w 15732060"/>
              <a:gd name="connsiteY1927" fmla="*/ 1723421 h 8839200"/>
              <a:gd name="connsiteX1928" fmla="*/ 12412249 w 15732060"/>
              <a:gd name="connsiteY1928" fmla="*/ 1748113 h 8839200"/>
              <a:gd name="connsiteX1929" fmla="*/ 12160931 w 15732060"/>
              <a:gd name="connsiteY1929" fmla="*/ 1999431 h 8839200"/>
              <a:gd name="connsiteX1930" fmla="*/ 10934521 w 15732060"/>
              <a:gd name="connsiteY1930" fmla="*/ 1999431 h 8839200"/>
              <a:gd name="connsiteX1931" fmla="*/ 10934521 w 15732060"/>
              <a:gd name="connsiteY1931" fmla="*/ 1998883 h 8839200"/>
              <a:gd name="connsiteX1932" fmla="*/ 10088382 w 15732060"/>
              <a:gd name="connsiteY1932" fmla="*/ 2845023 h 8839200"/>
              <a:gd name="connsiteX1933" fmla="*/ 10087833 w 15732060"/>
              <a:gd name="connsiteY1933" fmla="*/ 2845023 h 8839200"/>
              <a:gd name="connsiteX1934" fmla="*/ 10087833 w 15732060"/>
              <a:gd name="connsiteY1934" fmla="*/ 3320222 h 8839200"/>
              <a:gd name="connsiteX1935" fmla="*/ 9699333 w 15732060"/>
              <a:gd name="connsiteY1935" fmla="*/ 3708721 h 8839200"/>
              <a:gd name="connsiteX1936" fmla="*/ 8995314 w 15732060"/>
              <a:gd name="connsiteY1936" fmla="*/ 3708721 h 8839200"/>
              <a:gd name="connsiteX1937" fmla="*/ 8995314 w 15732060"/>
              <a:gd name="connsiteY1937" fmla="*/ 3713661 h 8839200"/>
              <a:gd name="connsiteX1938" fmla="*/ 9701528 w 15732060"/>
              <a:gd name="connsiteY1938" fmla="*/ 3713661 h 8839200"/>
              <a:gd name="connsiteX1939" fmla="*/ 10092222 w 15732060"/>
              <a:gd name="connsiteY1939" fmla="*/ 3322966 h 8839200"/>
              <a:gd name="connsiteX1940" fmla="*/ 10092771 w 15732060"/>
              <a:gd name="connsiteY1940" fmla="*/ 3322966 h 8839200"/>
              <a:gd name="connsiteX1941" fmla="*/ 10092771 w 15732060"/>
              <a:gd name="connsiteY1941" fmla="*/ 2847767 h 8839200"/>
              <a:gd name="connsiteX1942" fmla="*/ 10936717 w 15732060"/>
              <a:gd name="connsiteY1942" fmla="*/ 2003821 h 8839200"/>
              <a:gd name="connsiteX1943" fmla="*/ 12163125 w 15732060"/>
              <a:gd name="connsiteY1943" fmla="*/ 2003821 h 8839200"/>
              <a:gd name="connsiteX1944" fmla="*/ 12415540 w 15732060"/>
              <a:gd name="connsiteY1944" fmla="*/ 1751406 h 8839200"/>
              <a:gd name="connsiteX1945" fmla="*/ 12440234 w 15732060"/>
              <a:gd name="connsiteY1945" fmla="*/ 1749760 h 8839200"/>
              <a:gd name="connsiteX1946" fmla="*/ 12440234 w 15732060"/>
              <a:gd name="connsiteY1946" fmla="*/ 1723421 h 8839200"/>
              <a:gd name="connsiteX1947" fmla="*/ 12427065 w 15732060"/>
              <a:gd name="connsiteY1947" fmla="*/ 1718071 h 8839200"/>
              <a:gd name="connsiteX1948" fmla="*/ 3845149 w 15732060"/>
              <a:gd name="connsiteY1948" fmla="*/ 1685353 h 8839200"/>
              <a:gd name="connsiteX1949" fmla="*/ 3831774 w 15732060"/>
              <a:gd name="connsiteY1949" fmla="*/ 1690497 h 8839200"/>
              <a:gd name="connsiteX1950" fmla="*/ 3831774 w 15732060"/>
              <a:gd name="connsiteY1950" fmla="*/ 1716836 h 8839200"/>
              <a:gd name="connsiteX1951" fmla="*/ 3856466 w 15732060"/>
              <a:gd name="connsiteY1951" fmla="*/ 1718482 h 8839200"/>
              <a:gd name="connsiteX1952" fmla="*/ 4202166 w 15732060"/>
              <a:gd name="connsiteY1952" fmla="*/ 2064181 h 8839200"/>
              <a:gd name="connsiteX1953" fmla="*/ 4745408 w 15732060"/>
              <a:gd name="connsiteY1953" fmla="*/ 2064181 h 8839200"/>
              <a:gd name="connsiteX1954" fmla="*/ 5736961 w 15732060"/>
              <a:gd name="connsiteY1954" fmla="*/ 3055735 h 8839200"/>
              <a:gd name="connsiteX1955" fmla="*/ 5738606 w 15732060"/>
              <a:gd name="connsiteY1955" fmla="*/ 3080427 h 8839200"/>
              <a:gd name="connsiteX1956" fmla="*/ 5764946 w 15732060"/>
              <a:gd name="connsiteY1956" fmla="*/ 3080427 h 8839200"/>
              <a:gd name="connsiteX1957" fmla="*/ 5764946 w 15732060"/>
              <a:gd name="connsiteY1957" fmla="*/ 3054088 h 8839200"/>
              <a:gd name="connsiteX1958" fmla="*/ 5740254 w 15732060"/>
              <a:gd name="connsiteY1958" fmla="*/ 3052442 h 8839200"/>
              <a:gd name="connsiteX1959" fmla="*/ 4747054 w 15732060"/>
              <a:gd name="connsiteY1959" fmla="*/ 2059243 h 8839200"/>
              <a:gd name="connsiteX1960" fmla="*/ 4203812 w 15732060"/>
              <a:gd name="connsiteY1960" fmla="*/ 2059243 h 8839200"/>
              <a:gd name="connsiteX1961" fmla="*/ 3859759 w 15732060"/>
              <a:gd name="connsiteY1961" fmla="*/ 1715189 h 8839200"/>
              <a:gd name="connsiteX1962" fmla="*/ 3858113 w 15732060"/>
              <a:gd name="connsiteY1962" fmla="*/ 1690497 h 8839200"/>
              <a:gd name="connsiteX1963" fmla="*/ 3845149 w 15732060"/>
              <a:gd name="connsiteY1963" fmla="*/ 1685353 h 8839200"/>
              <a:gd name="connsiteX1964" fmla="*/ 13497086 w 15732060"/>
              <a:gd name="connsiteY1964" fmla="*/ 1506124 h 8839200"/>
              <a:gd name="connsiteX1965" fmla="*/ 13478430 w 15732060"/>
              <a:gd name="connsiteY1965" fmla="*/ 1522586 h 8839200"/>
              <a:gd name="connsiteX1966" fmla="*/ 12637776 w 15732060"/>
              <a:gd name="connsiteY1966" fmla="*/ 1522586 h 8839200"/>
              <a:gd name="connsiteX1967" fmla="*/ 12571381 w 15732060"/>
              <a:gd name="connsiteY1967" fmla="*/ 1588982 h 8839200"/>
              <a:gd name="connsiteX1968" fmla="*/ 12546688 w 15732060"/>
              <a:gd name="connsiteY1968" fmla="*/ 1590628 h 8839200"/>
              <a:gd name="connsiteX1969" fmla="*/ 12546688 w 15732060"/>
              <a:gd name="connsiteY1969" fmla="*/ 1616967 h 8839200"/>
              <a:gd name="connsiteX1970" fmla="*/ 12573027 w 15732060"/>
              <a:gd name="connsiteY1970" fmla="*/ 1616967 h 8839200"/>
              <a:gd name="connsiteX1971" fmla="*/ 12574673 w 15732060"/>
              <a:gd name="connsiteY1971" fmla="*/ 1592275 h 8839200"/>
              <a:gd name="connsiteX1972" fmla="*/ 12639972 w 15732060"/>
              <a:gd name="connsiteY1972" fmla="*/ 1526976 h 8839200"/>
              <a:gd name="connsiteX1973" fmla="*/ 13478430 w 15732060"/>
              <a:gd name="connsiteY1973" fmla="*/ 1526976 h 8839200"/>
              <a:gd name="connsiteX1974" fmla="*/ 13497086 w 15732060"/>
              <a:gd name="connsiteY1974" fmla="*/ 1543438 h 8839200"/>
              <a:gd name="connsiteX1975" fmla="*/ 13515743 w 15732060"/>
              <a:gd name="connsiteY1975" fmla="*/ 1524781 h 8839200"/>
              <a:gd name="connsiteX1976" fmla="*/ 13497086 w 15732060"/>
              <a:gd name="connsiteY1976" fmla="*/ 1506124 h 8839200"/>
              <a:gd name="connsiteX1977" fmla="*/ 6641266 w 15732060"/>
              <a:gd name="connsiteY1977" fmla="*/ 1485410 h 8839200"/>
              <a:gd name="connsiteX1978" fmla="*/ 6628097 w 15732060"/>
              <a:gd name="connsiteY1978" fmla="*/ 1490760 h 8839200"/>
              <a:gd name="connsiteX1979" fmla="*/ 6628097 w 15732060"/>
              <a:gd name="connsiteY1979" fmla="*/ 1517099 h 8839200"/>
              <a:gd name="connsiteX1980" fmla="*/ 6652789 w 15732060"/>
              <a:gd name="connsiteY1980" fmla="*/ 1518744 h 8839200"/>
              <a:gd name="connsiteX1981" fmla="*/ 6797106 w 15732060"/>
              <a:gd name="connsiteY1981" fmla="*/ 1663061 h 8839200"/>
              <a:gd name="connsiteX1982" fmla="*/ 6797106 w 15732060"/>
              <a:gd name="connsiteY1982" fmla="*/ 1889137 h 8839200"/>
              <a:gd name="connsiteX1983" fmla="*/ 7180118 w 15732060"/>
              <a:gd name="connsiteY1983" fmla="*/ 2272150 h 8839200"/>
              <a:gd name="connsiteX1984" fmla="*/ 7181764 w 15732060"/>
              <a:gd name="connsiteY1984" fmla="*/ 2296842 h 8839200"/>
              <a:gd name="connsiteX1985" fmla="*/ 7208103 w 15732060"/>
              <a:gd name="connsiteY1985" fmla="*/ 2296842 h 8839200"/>
              <a:gd name="connsiteX1986" fmla="*/ 7208103 w 15732060"/>
              <a:gd name="connsiteY1986" fmla="*/ 2270503 h 8839200"/>
              <a:gd name="connsiteX1987" fmla="*/ 7183411 w 15732060"/>
              <a:gd name="connsiteY1987" fmla="*/ 2268858 h 8839200"/>
              <a:gd name="connsiteX1988" fmla="*/ 6802044 w 15732060"/>
              <a:gd name="connsiteY1988" fmla="*/ 1887490 h 8839200"/>
              <a:gd name="connsiteX1989" fmla="*/ 6802044 w 15732060"/>
              <a:gd name="connsiteY1989" fmla="*/ 1661414 h 8839200"/>
              <a:gd name="connsiteX1990" fmla="*/ 6656082 w 15732060"/>
              <a:gd name="connsiteY1990" fmla="*/ 1515452 h 8839200"/>
              <a:gd name="connsiteX1991" fmla="*/ 6654436 w 15732060"/>
              <a:gd name="connsiteY1991" fmla="*/ 1490760 h 8839200"/>
              <a:gd name="connsiteX1992" fmla="*/ 6641266 w 15732060"/>
              <a:gd name="connsiteY1992" fmla="*/ 1485410 h 8839200"/>
              <a:gd name="connsiteX1993" fmla="*/ 33472 w 15732060"/>
              <a:gd name="connsiteY1993" fmla="*/ 1395830 h 8839200"/>
              <a:gd name="connsiteX1994" fmla="*/ 14814 w 15732060"/>
              <a:gd name="connsiteY1994" fmla="*/ 1414487 h 8839200"/>
              <a:gd name="connsiteX1995" fmla="*/ 33472 w 15732060"/>
              <a:gd name="connsiteY1995" fmla="*/ 1433143 h 8839200"/>
              <a:gd name="connsiteX1996" fmla="*/ 52128 w 15732060"/>
              <a:gd name="connsiteY1996" fmla="*/ 1416681 h 8839200"/>
              <a:gd name="connsiteX1997" fmla="*/ 219492 w 15732060"/>
              <a:gd name="connsiteY1997" fmla="*/ 1416681 h 8839200"/>
              <a:gd name="connsiteX1998" fmla="*/ 796206 w 15732060"/>
              <a:gd name="connsiteY1998" fmla="*/ 1993396 h 8839200"/>
              <a:gd name="connsiteX1999" fmla="*/ 1512845 w 15732060"/>
              <a:gd name="connsiteY1999" fmla="*/ 1993396 h 8839200"/>
              <a:gd name="connsiteX2000" fmla="*/ 1769651 w 15732060"/>
              <a:gd name="connsiteY2000" fmla="*/ 2250201 h 8839200"/>
              <a:gd name="connsiteX2001" fmla="*/ 2471474 w 15732060"/>
              <a:gd name="connsiteY2001" fmla="*/ 2250201 h 8839200"/>
              <a:gd name="connsiteX2002" fmla="*/ 3019655 w 15732060"/>
              <a:gd name="connsiteY2002" fmla="*/ 2798381 h 8839200"/>
              <a:gd name="connsiteX2003" fmla="*/ 3422422 w 15732060"/>
              <a:gd name="connsiteY2003" fmla="*/ 2798381 h 8839200"/>
              <a:gd name="connsiteX2004" fmla="*/ 3441079 w 15732060"/>
              <a:gd name="connsiteY2004" fmla="*/ 2814843 h 8839200"/>
              <a:gd name="connsiteX2005" fmla="*/ 3459736 w 15732060"/>
              <a:gd name="connsiteY2005" fmla="*/ 2796186 h 8839200"/>
              <a:gd name="connsiteX2006" fmla="*/ 3454317 w 15732060"/>
              <a:gd name="connsiteY2006" fmla="*/ 2782948 h 8839200"/>
              <a:gd name="connsiteX2007" fmla="*/ 3441344 w 15732060"/>
              <a:gd name="connsiteY2007" fmla="*/ 2777637 h 8839200"/>
              <a:gd name="connsiteX2008" fmla="*/ 3429212 w 15732060"/>
              <a:gd name="connsiteY2008" fmla="*/ 2782262 h 8839200"/>
              <a:gd name="connsiteX2009" fmla="*/ 3422971 w 15732060"/>
              <a:gd name="connsiteY2009" fmla="*/ 2793991 h 8839200"/>
              <a:gd name="connsiteX2010" fmla="*/ 3021849 w 15732060"/>
              <a:gd name="connsiteY2010" fmla="*/ 2793991 h 8839200"/>
              <a:gd name="connsiteX2011" fmla="*/ 2473670 w 15732060"/>
              <a:gd name="connsiteY2011" fmla="*/ 2245811 h 8839200"/>
              <a:gd name="connsiteX2012" fmla="*/ 1771845 w 15732060"/>
              <a:gd name="connsiteY2012" fmla="*/ 2245811 h 8839200"/>
              <a:gd name="connsiteX2013" fmla="*/ 1515040 w 15732060"/>
              <a:gd name="connsiteY2013" fmla="*/ 1989005 h 8839200"/>
              <a:gd name="connsiteX2014" fmla="*/ 798400 w 15732060"/>
              <a:gd name="connsiteY2014" fmla="*/ 1989005 h 8839200"/>
              <a:gd name="connsiteX2015" fmla="*/ 221686 w 15732060"/>
              <a:gd name="connsiteY2015" fmla="*/ 1412291 h 8839200"/>
              <a:gd name="connsiteX2016" fmla="*/ 52128 w 15732060"/>
              <a:gd name="connsiteY2016" fmla="*/ 1412291 h 8839200"/>
              <a:gd name="connsiteX2017" fmla="*/ 33472 w 15732060"/>
              <a:gd name="connsiteY2017" fmla="*/ 1395830 h 8839200"/>
              <a:gd name="connsiteX2018" fmla="*/ 9174747 w 15732060"/>
              <a:gd name="connsiteY2018" fmla="*/ 1151234 h 8839200"/>
              <a:gd name="connsiteX2019" fmla="*/ 9161578 w 15732060"/>
              <a:gd name="connsiteY2019" fmla="*/ 1156584 h 8839200"/>
              <a:gd name="connsiteX2020" fmla="*/ 9159932 w 15732060"/>
              <a:gd name="connsiteY2020" fmla="*/ 1181277 h 8839200"/>
              <a:gd name="connsiteX2021" fmla="*/ 8988180 w 15732060"/>
              <a:gd name="connsiteY2021" fmla="*/ 1353028 h 8839200"/>
              <a:gd name="connsiteX2022" fmla="*/ 8987631 w 15732060"/>
              <a:gd name="connsiteY2022" fmla="*/ 1353028 h 8839200"/>
              <a:gd name="connsiteX2023" fmla="*/ 8987631 w 15732060"/>
              <a:gd name="connsiteY2023" fmla="*/ 1353577 h 8839200"/>
              <a:gd name="connsiteX2024" fmla="*/ 8987631 w 15732060"/>
              <a:gd name="connsiteY2024" fmla="*/ 2131126 h 8839200"/>
              <a:gd name="connsiteX2025" fmla="*/ 8971169 w 15732060"/>
              <a:gd name="connsiteY2025" fmla="*/ 2149783 h 8839200"/>
              <a:gd name="connsiteX2026" fmla="*/ 8989826 w 15732060"/>
              <a:gd name="connsiteY2026" fmla="*/ 2168440 h 8839200"/>
              <a:gd name="connsiteX2027" fmla="*/ 9008483 w 15732060"/>
              <a:gd name="connsiteY2027" fmla="*/ 2149783 h 8839200"/>
              <a:gd name="connsiteX2028" fmla="*/ 8992021 w 15732060"/>
              <a:gd name="connsiteY2028" fmla="*/ 2131126 h 8839200"/>
              <a:gd name="connsiteX2029" fmla="*/ 8992021 w 15732060"/>
              <a:gd name="connsiteY2029" fmla="*/ 1355772 h 8839200"/>
              <a:gd name="connsiteX2030" fmla="*/ 9163224 w 15732060"/>
              <a:gd name="connsiteY2030" fmla="*/ 1184568 h 8839200"/>
              <a:gd name="connsiteX2031" fmla="*/ 9187917 w 15732060"/>
              <a:gd name="connsiteY2031" fmla="*/ 1182923 h 8839200"/>
              <a:gd name="connsiteX2032" fmla="*/ 9187917 w 15732060"/>
              <a:gd name="connsiteY2032" fmla="*/ 1156584 h 8839200"/>
              <a:gd name="connsiteX2033" fmla="*/ 9174747 w 15732060"/>
              <a:gd name="connsiteY2033" fmla="*/ 1151234 h 8839200"/>
              <a:gd name="connsiteX2034" fmla="*/ 15646457 w 15732060"/>
              <a:gd name="connsiteY2034" fmla="*/ 1093480 h 8839200"/>
              <a:gd name="connsiteX2035" fmla="*/ 15627801 w 15732060"/>
              <a:gd name="connsiteY2035" fmla="*/ 1109942 h 8839200"/>
              <a:gd name="connsiteX2036" fmla="*/ 15261799 w 15732060"/>
              <a:gd name="connsiteY2036" fmla="*/ 1109942 h 8839200"/>
              <a:gd name="connsiteX2037" fmla="*/ 14370115 w 15732060"/>
              <a:gd name="connsiteY2037" fmla="*/ 2001627 h 8839200"/>
              <a:gd name="connsiteX2038" fmla="*/ 12913787 w 15732060"/>
              <a:gd name="connsiteY2038" fmla="*/ 2001627 h 8839200"/>
              <a:gd name="connsiteX2039" fmla="*/ 12637776 w 15732060"/>
              <a:gd name="connsiteY2039" fmla="*/ 2277637 h 8839200"/>
              <a:gd name="connsiteX2040" fmla="*/ 12613083 w 15732060"/>
              <a:gd name="connsiteY2040" fmla="*/ 2279283 h 8839200"/>
              <a:gd name="connsiteX2041" fmla="*/ 12613083 w 15732060"/>
              <a:gd name="connsiteY2041" fmla="*/ 2305623 h 8839200"/>
              <a:gd name="connsiteX2042" fmla="*/ 12639422 w 15732060"/>
              <a:gd name="connsiteY2042" fmla="*/ 2305623 h 8839200"/>
              <a:gd name="connsiteX2043" fmla="*/ 12641069 w 15732060"/>
              <a:gd name="connsiteY2043" fmla="*/ 2280929 h 8839200"/>
              <a:gd name="connsiteX2044" fmla="*/ 12915982 w 15732060"/>
              <a:gd name="connsiteY2044" fmla="*/ 2006016 h 8839200"/>
              <a:gd name="connsiteX2045" fmla="*/ 14372309 w 15732060"/>
              <a:gd name="connsiteY2045" fmla="*/ 2006016 h 8839200"/>
              <a:gd name="connsiteX2046" fmla="*/ 15263994 w 15732060"/>
              <a:gd name="connsiteY2046" fmla="*/ 1114332 h 8839200"/>
              <a:gd name="connsiteX2047" fmla="*/ 15627801 w 15732060"/>
              <a:gd name="connsiteY2047" fmla="*/ 1114332 h 8839200"/>
              <a:gd name="connsiteX2048" fmla="*/ 15646457 w 15732060"/>
              <a:gd name="connsiteY2048" fmla="*/ 1130793 h 8839200"/>
              <a:gd name="connsiteX2049" fmla="*/ 15665115 w 15732060"/>
              <a:gd name="connsiteY2049" fmla="*/ 1112137 h 8839200"/>
              <a:gd name="connsiteX2050" fmla="*/ 15646457 w 15732060"/>
              <a:gd name="connsiteY2050" fmla="*/ 1093480 h 8839200"/>
              <a:gd name="connsiteX2051" fmla="*/ 10528462 w 15732060"/>
              <a:gd name="connsiteY2051" fmla="*/ 910342 h 8839200"/>
              <a:gd name="connsiteX2052" fmla="*/ 10515293 w 15732060"/>
              <a:gd name="connsiteY2052" fmla="*/ 915692 h 8839200"/>
              <a:gd name="connsiteX2053" fmla="*/ 10513647 w 15732060"/>
              <a:gd name="connsiteY2053" fmla="*/ 940385 h 8839200"/>
              <a:gd name="connsiteX2054" fmla="*/ 10258488 w 15732060"/>
              <a:gd name="connsiteY2054" fmla="*/ 1195543 h 8839200"/>
              <a:gd name="connsiteX2055" fmla="*/ 10258488 w 15732060"/>
              <a:gd name="connsiteY2055" fmla="*/ 1450154 h 8839200"/>
              <a:gd name="connsiteX2056" fmla="*/ 9748718 w 15732060"/>
              <a:gd name="connsiteY2056" fmla="*/ 1959923 h 8839200"/>
              <a:gd name="connsiteX2057" fmla="*/ 9724026 w 15732060"/>
              <a:gd name="connsiteY2057" fmla="*/ 1961569 h 8839200"/>
              <a:gd name="connsiteX2058" fmla="*/ 9724026 w 15732060"/>
              <a:gd name="connsiteY2058" fmla="*/ 1987908 h 8839200"/>
              <a:gd name="connsiteX2059" fmla="*/ 9750364 w 15732060"/>
              <a:gd name="connsiteY2059" fmla="*/ 1987908 h 8839200"/>
              <a:gd name="connsiteX2060" fmla="*/ 9752011 w 15732060"/>
              <a:gd name="connsiteY2060" fmla="*/ 1963215 h 8839200"/>
              <a:gd name="connsiteX2061" fmla="*/ 10262329 w 15732060"/>
              <a:gd name="connsiteY2061" fmla="*/ 1452897 h 8839200"/>
              <a:gd name="connsiteX2062" fmla="*/ 10262878 w 15732060"/>
              <a:gd name="connsiteY2062" fmla="*/ 1452897 h 8839200"/>
              <a:gd name="connsiteX2063" fmla="*/ 10262878 w 15732060"/>
              <a:gd name="connsiteY2063" fmla="*/ 1197738 h 8839200"/>
              <a:gd name="connsiteX2064" fmla="*/ 10516939 w 15732060"/>
              <a:gd name="connsiteY2064" fmla="*/ 943676 h 8839200"/>
              <a:gd name="connsiteX2065" fmla="*/ 10541632 w 15732060"/>
              <a:gd name="connsiteY2065" fmla="*/ 942031 h 8839200"/>
              <a:gd name="connsiteX2066" fmla="*/ 10541632 w 15732060"/>
              <a:gd name="connsiteY2066" fmla="*/ 915692 h 8839200"/>
              <a:gd name="connsiteX2067" fmla="*/ 10528462 w 15732060"/>
              <a:gd name="connsiteY2067" fmla="*/ 910342 h 8839200"/>
              <a:gd name="connsiteX2068" fmla="*/ 11855289 w 15732060"/>
              <a:gd name="connsiteY2068" fmla="*/ 888804 h 8839200"/>
              <a:gd name="connsiteX2069" fmla="*/ 11836631 w 15732060"/>
              <a:gd name="connsiteY2069" fmla="*/ 905266 h 8839200"/>
              <a:gd name="connsiteX2070" fmla="*/ 10989943 w 15732060"/>
              <a:gd name="connsiteY2070" fmla="*/ 905266 h 8839200"/>
              <a:gd name="connsiteX2071" fmla="*/ 10868674 w 15732060"/>
              <a:gd name="connsiteY2071" fmla="*/ 1026535 h 8839200"/>
              <a:gd name="connsiteX2072" fmla="*/ 10843981 w 15732060"/>
              <a:gd name="connsiteY2072" fmla="*/ 1028181 h 8839200"/>
              <a:gd name="connsiteX2073" fmla="*/ 10843981 w 15732060"/>
              <a:gd name="connsiteY2073" fmla="*/ 1054520 h 8839200"/>
              <a:gd name="connsiteX2074" fmla="*/ 10870320 w 15732060"/>
              <a:gd name="connsiteY2074" fmla="*/ 1054520 h 8839200"/>
              <a:gd name="connsiteX2075" fmla="*/ 10871966 w 15732060"/>
              <a:gd name="connsiteY2075" fmla="*/ 1029827 h 8839200"/>
              <a:gd name="connsiteX2076" fmla="*/ 10992139 w 15732060"/>
              <a:gd name="connsiteY2076" fmla="*/ 909655 h 8839200"/>
              <a:gd name="connsiteX2077" fmla="*/ 11836631 w 15732060"/>
              <a:gd name="connsiteY2077" fmla="*/ 909655 h 8839200"/>
              <a:gd name="connsiteX2078" fmla="*/ 11855289 w 15732060"/>
              <a:gd name="connsiteY2078" fmla="*/ 926118 h 8839200"/>
              <a:gd name="connsiteX2079" fmla="*/ 11873946 w 15732060"/>
              <a:gd name="connsiteY2079" fmla="*/ 907461 h 8839200"/>
              <a:gd name="connsiteX2080" fmla="*/ 11855289 w 15732060"/>
              <a:gd name="connsiteY2080" fmla="*/ 888804 h 8839200"/>
              <a:gd name="connsiteX2081" fmla="*/ 2058830 w 15732060"/>
              <a:gd name="connsiteY2081" fmla="*/ 752856 h 8839200"/>
              <a:gd name="connsiteX2082" fmla="*/ 2045661 w 15732060"/>
              <a:gd name="connsiteY2082" fmla="*/ 758206 h 8839200"/>
              <a:gd name="connsiteX2083" fmla="*/ 2045661 w 15732060"/>
              <a:gd name="connsiteY2083" fmla="*/ 784545 h 8839200"/>
              <a:gd name="connsiteX2084" fmla="*/ 2070354 w 15732060"/>
              <a:gd name="connsiteY2084" fmla="*/ 786192 h 8839200"/>
              <a:gd name="connsiteX2085" fmla="*/ 2323318 w 15732060"/>
              <a:gd name="connsiteY2085" fmla="*/ 1039156 h 8839200"/>
              <a:gd name="connsiteX2086" fmla="*/ 3025142 w 15732060"/>
              <a:gd name="connsiteY2086" fmla="*/ 1039156 h 8839200"/>
              <a:gd name="connsiteX2087" fmla="*/ 3043799 w 15732060"/>
              <a:gd name="connsiteY2087" fmla="*/ 1055617 h 8839200"/>
              <a:gd name="connsiteX2088" fmla="*/ 3062456 w 15732060"/>
              <a:gd name="connsiteY2088" fmla="*/ 1036961 h 8839200"/>
              <a:gd name="connsiteX2089" fmla="*/ 3043799 w 15732060"/>
              <a:gd name="connsiteY2089" fmla="*/ 1018304 h 8839200"/>
              <a:gd name="connsiteX2090" fmla="*/ 3025142 w 15732060"/>
              <a:gd name="connsiteY2090" fmla="*/ 1034766 h 8839200"/>
              <a:gd name="connsiteX2091" fmla="*/ 2325512 w 15732060"/>
              <a:gd name="connsiteY2091" fmla="*/ 1034766 h 8839200"/>
              <a:gd name="connsiteX2092" fmla="*/ 2073647 w 15732060"/>
              <a:gd name="connsiteY2092" fmla="*/ 782900 h 8839200"/>
              <a:gd name="connsiteX2093" fmla="*/ 2072000 w 15732060"/>
              <a:gd name="connsiteY2093" fmla="*/ 758206 h 8839200"/>
              <a:gd name="connsiteX2094" fmla="*/ 2058830 w 15732060"/>
              <a:gd name="connsiteY2094" fmla="*/ 752856 h 8839200"/>
              <a:gd name="connsiteX2095" fmla="*/ 9086952 w 15732060"/>
              <a:gd name="connsiteY2095" fmla="*/ 747780 h 8839200"/>
              <a:gd name="connsiteX2096" fmla="*/ 9068294 w 15732060"/>
              <a:gd name="connsiteY2096" fmla="*/ 766437 h 8839200"/>
              <a:gd name="connsiteX2097" fmla="*/ 9084757 w 15732060"/>
              <a:gd name="connsiteY2097" fmla="*/ 785094 h 8839200"/>
              <a:gd name="connsiteX2098" fmla="*/ 9084757 w 15732060"/>
              <a:gd name="connsiteY2098" fmla="*/ 966724 h 8839200"/>
              <a:gd name="connsiteX2099" fmla="*/ 8528345 w 15732060"/>
              <a:gd name="connsiteY2099" fmla="*/ 1523134 h 8839200"/>
              <a:gd name="connsiteX2100" fmla="*/ 8527797 w 15732060"/>
              <a:gd name="connsiteY2100" fmla="*/ 1523134 h 8839200"/>
              <a:gd name="connsiteX2101" fmla="*/ 8527248 w 15732060"/>
              <a:gd name="connsiteY2101" fmla="*/ 1523134 h 8839200"/>
              <a:gd name="connsiteX2102" fmla="*/ 8527248 w 15732060"/>
              <a:gd name="connsiteY2102" fmla="*/ 2683696 h 8839200"/>
              <a:gd name="connsiteX2103" fmla="*/ 8318730 w 15732060"/>
              <a:gd name="connsiteY2103" fmla="*/ 2892213 h 8839200"/>
              <a:gd name="connsiteX2104" fmla="*/ 8318182 w 15732060"/>
              <a:gd name="connsiteY2104" fmla="*/ 2892213 h 8839200"/>
              <a:gd name="connsiteX2105" fmla="*/ 8318182 w 15732060"/>
              <a:gd name="connsiteY2105" fmla="*/ 3225840 h 8839200"/>
              <a:gd name="connsiteX2106" fmla="*/ 8323120 w 15732060"/>
              <a:gd name="connsiteY2106" fmla="*/ 3225840 h 8839200"/>
              <a:gd name="connsiteX2107" fmla="*/ 8323120 w 15732060"/>
              <a:gd name="connsiteY2107" fmla="*/ 2894957 h 8839200"/>
              <a:gd name="connsiteX2108" fmla="*/ 8531638 w 15732060"/>
              <a:gd name="connsiteY2108" fmla="*/ 2686440 h 8839200"/>
              <a:gd name="connsiteX2109" fmla="*/ 8532186 w 15732060"/>
              <a:gd name="connsiteY2109" fmla="*/ 2686440 h 8839200"/>
              <a:gd name="connsiteX2110" fmla="*/ 8532186 w 15732060"/>
              <a:gd name="connsiteY2110" fmla="*/ 1525878 h 8839200"/>
              <a:gd name="connsiteX2111" fmla="*/ 9088598 w 15732060"/>
              <a:gd name="connsiteY2111" fmla="*/ 969467 h 8839200"/>
              <a:gd name="connsiteX2112" fmla="*/ 9089146 w 15732060"/>
              <a:gd name="connsiteY2112" fmla="*/ 969467 h 8839200"/>
              <a:gd name="connsiteX2113" fmla="*/ 9089146 w 15732060"/>
              <a:gd name="connsiteY2113" fmla="*/ 785094 h 8839200"/>
              <a:gd name="connsiteX2114" fmla="*/ 9105608 w 15732060"/>
              <a:gd name="connsiteY2114" fmla="*/ 766437 h 8839200"/>
              <a:gd name="connsiteX2115" fmla="*/ 9086952 w 15732060"/>
              <a:gd name="connsiteY2115" fmla="*/ 747780 h 8839200"/>
              <a:gd name="connsiteX2116" fmla="*/ 9961625 w 15732060"/>
              <a:gd name="connsiteY2116" fmla="*/ 705117 h 8839200"/>
              <a:gd name="connsiteX2117" fmla="*/ 9948456 w 15732060"/>
              <a:gd name="connsiteY2117" fmla="*/ 710467 h 8839200"/>
              <a:gd name="connsiteX2118" fmla="*/ 9946810 w 15732060"/>
              <a:gd name="connsiteY2118" fmla="*/ 735160 h 8839200"/>
              <a:gd name="connsiteX2119" fmla="*/ 9173650 w 15732060"/>
              <a:gd name="connsiteY2119" fmla="*/ 1508318 h 8839200"/>
              <a:gd name="connsiteX2120" fmla="*/ 9173650 w 15732060"/>
              <a:gd name="connsiteY2120" fmla="*/ 1507770 h 8839200"/>
              <a:gd name="connsiteX2121" fmla="*/ 9173102 w 15732060"/>
              <a:gd name="connsiteY2121" fmla="*/ 1507770 h 8839200"/>
              <a:gd name="connsiteX2122" fmla="*/ 9173102 w 15732060"/>
              <a:gd name="connsiteY2122" fmla="*/ 1703666 h 8839200"/>
              <a:gd name="connsiteX2123" fmla="*/ 9293273 w 15732060"/>
              <a:gd name="connsiteY2123" fmla="*/ 1823838 h 8839200"/>
              <a:gd name="connsiteX2124" fmla="*/ 9293273 w 15732060"/>
              <a:gd name="connsiteY2124" fmla="*/ 2141004 h 8839200"/>
              <a:gd name="connsiteX2125" fmla="*/ 8559074 w 15732060"/>
              <a:gd name="connsiteY2125" fmla="*/ 2875203 h 8839200"/>
              <a:gd name="connsiteX2126" fmla="*/ 8558525 w 15732060"/>
              <a:gd name="connsiteY2126" fmla="*/ 2875203 h 8839200"/>
              <a:gd name="connsiteX2127" fmla="*/ 8558525 w 15732060"/>
              <a:gd name="connsiteY2127" fmla="*/ 3232426 h 8839200"/>
              <a:gd name="connsiteX2128" fmla="*/ 8563464 w 15732060"/>
              <a:gd name="connsiteY2128" fmla="*/ 3232426 h 8839200"/>
              <a:gd name="connsiteX2129" fmla="*/ 8563464 w 15732060"/>
              <a:gd name="connsiteY2129" fmla="*/ 2877947 h 8839200"/>
              <a:gd name="connsiteX2130" fmla="*/ 9297663 w 15732060"/>
              <a:gd name="connsiteY2130" fmla="*/ 2143748 h 8839200"/>
              <a:gd name="connsiteX2131" fmla="*/ 9298212 w 15732060"/>
              <a:gd name="connsiteY2131" fmla="*/ 2143748 h 8839200"/>
              <a:gd name="connsiteX2132" fmla="*/ 9298212 w 15732060"/>
              <a:gd name="connsiteY2132" fmla="*/ 1822192 h 8839200"/>
              <a:gd name="connsiteX2133" fmla="*/ 9178041 w 15732060"/>
              <a:gd name="connsiteY2133" fmla="*/ 1702020 h 8839200"/>
              <a:gd name="connsiteX2134" fmla="*/ 9178041 w 15732060"/>
              <a:gd name="connsiteY2134" fmla="*/ 1510514 h 8839200"/>
              <a:gd name="connsiteX2135" fmla="*/ 9950101 w 15732060"/>
              <a:gd name="connsiteY2135" fmla="*/ 738452 h 8839200"/>
              <a:gd name="connsiteX2136" fmla="*/ 9974795 w 15732060"/>
              <a:gd name="connsiteY2136" fmla="*/ 736806 h 8839200"/>
              <a:gd name="connsiteX2137" fmla="*/ 9974795 w 15732060"/>
              <a:gd name="connsiteY2137" fmla="*/ 710467 h 8839200"/>
              <a:gd name="connsiteX2138" fmla="*/ 9961625 w 15732060"/>
              <a:gd name="connsiteY2138" fmla="*/ 705117 h 8839200"/>
              <a:gd name="connsiteX2139" fmla="*/ 6732354 w 15732060"/>
              <a:gd name="connsiteY2139" fmla="*/ 645717 h 8839200"/>
              <a:gd name="connsiteX2140" fmla="*/ 6713699 w 15732060"/>
              <a:gd name="connsiteY2140" fmla="*/ 664374 h 8839200"/>
              <a:gd name="connsiteX2141" fmla="*/ 6718432 w 15732060"/>
              <a:gd name="connsiteY2141" fmla="*/ 677200 h 8839200"/>
              <a:gd name="connsiteX2142" fmla="*/ 6729612 w 15732060"/>
              <a:gd name="connsiteY2142" fmla="*/ 682758 h 8839200"/>
              <a:gd name="connsiteX2143" fmla="*/ 6729612 w 15732060"/>
              <a:gd name="connsiteY2143" fmla="*/ 682482 h 8839200"/>
              <a:gd name="connsiteX2144" fmla="*/ 6730160 w 15732060"/>
              <a:gd name="connsiteY2144" fmla="*/ 683030 h 8839200"/>
              <a:gd name="connsiteX2145" fmla="*/ 6729612 w 15732060"/>
              <a:gd name="connsiteY2145" fmla="*/ 682758 h 8839200"/>
              <a:gd name="connsiteX2146" fmla="*/ 6729612 w 15732060"/>
              <a:gd name="connsiteY2146" fmla="*/ 1223529 h 8839200"/>
              <a:gd name="connsiteX2147" fmla="*/ 7265720 w 15732060"/>
              <a:gd name="connsiteY2147" fmla="*/ 1759636 h 8839200"/>
              <a:gd name="connsiteX2148" fmla="*/ 7267366 w 15732060"/>
              <a:gd name="connsiteY2148" fmla="*/ 1784330 h 8839200"/>
              <a:gd name="connsiteX2149" fmla="*/ 7293705 w 15732060"/>
              <a:gd name="connsiteY2149" fmla="*/ 1784330 h 8839200"/>
              <a:gd name="connsiteX2150" fmla="*/ 7293705 w 15732060"/>
              <a:gd name="connsiteY2150" fmla="*/ 1757991 h 8839200"/>
              <a:gd name="connsiteX2151" fmla="*/ 7269012 w 15732060"/>
              <a:gd name="connsiteY2151" fmla="*/ 1756344 h 8839200"/>
              <a:gd name="connsiteX2152" fmla="*/ 6734550 w 15732060"/>
              <a:gd name="connsiteY2152" fmla="*/ 1221882 h 8839200"/>
              <a:gd name="connsiteX2153" fmla="*/ 6734550 w 15732060"/>
              <a:gd name="connsiteY2153" fmla="*/ 683030 h 8839200"/>
              <a:gd name="connsiteX2154" fmla="*/ 6751012 w 15732060"/>
              <a:gd name="connsiteY2154" fmla="*/ 664374 h 8839200"/>
              <a:gd name="connsiteX2155" fmla="*/ 6732354 w 15732060"/>
              <a:gd name="connsiteY2155" fmla="*/ 645717 h 8839200"/>
              <a:gd name="connsiteX2156" fmla="*/ 10619003 w 15732060"/>
              <a:gd name="connsiteY2156" fmla="*/ 642013 h 8839200"/>
              <a:gd name="connsiteX2157" fmla="*/ 10605833 w 15732060"/>
              <a:gd name="connsiteY2157" fmla="*/ 647363 h 8839200"/>
              <a:gd name="connsiteX2158" fmla="*/ 10604187 w 15732060"/>
              <a:gd name="connsiteY2158" fmla="*/ 672056 h 8839200"/>
              <a:gd name="connsiteX2159" fmla="*/ 9547334 w 15732060"/>
              <a:gd name="connsiteY2159" fmla="*/ 1728908 h 8839200"/>
              <a:gd name="connsiteX2160" fmla="*/ 9546786 w 15732060"/>
              <a:gd name="connsiteY2160" fmla="*/ 1728908 h 8839200"/>
              <a:gd name="connsiteX2161" fmla="*/ 9546237 w 15732060"/>
              <a:gd name="connsiteY2161" fmla="*/ 1728908 h 8839200"/>
              <a:gd name="connsiteX2162" fmla="*/ 9546237 w 15732060"/>
              <a:gd name="connsiteY2162" fmla="*/ 1992846 h 8839200"/>
              <a:gd name="connsiteX2163" fmla="*/ 8674855 w 15732060"/>
              <a:gd name="connsiteY2163" fmla="*/ 2864228 h 8839200"/>
              <a:gd name="connsiteX2164" fmla="*/ 8674306 w 15732060"/>
              <a:gd name="connsiteY2164" fmla="*/ 2864228 h 8839200"/>
              <a:gd name="connsiteX2165" fmla="*/ 8674306 w 15732060"/>
              <a:gd name="connsiteY2165" fmla="*/ 3259313 h 8839200"/>
              <a:gd name="connsiteX2166" fmla="*/ 8679246 w 15732060"/>
              <a:gd name="connsiteY2166" fmla="*/ 3259313 h 8839200"/>
              <a:gd name="connsiteX2167" fmla="*/ 8679246 w 15732060"/>
              <a:gd name="connsiteY2167" fmla="*/ 2866972 h 8839200"/>
              <a:gd name="connsiteX2168" fmla="*/ 9550628 w 15732060"/>
              <a:gd name="connsiteY2168" fmla="*/ 1995590 h 8839200"/>
              <a:gd name="connsiteX2169" fmla="*/ 9551176 w 15732060"/>
              <a:gd name="connsiteY2169" fmla="*/ 1995590 h 8839200"/>
              <a:gd name="connsiteX2170" fmla="*/ 9551176 w 15732060"/>
              <a:gd name="connsiteY2170" fmla="*/ 1731652 h 8839200"/>
              <a:gd name="connsiteX2171" fmla="*/ 10607479 w 15732060"/>
              <a:gd name="connsiteY2171" fmla="*/ 675348 h 8839200"/>
              <a:gd name="connsiteX2172" fmla="*/ 10632172 w 15732060"/>
              <a:gd name="connsiteY2172" fmla="*/ 673703 h 8839200"/>
              <a:gd name="connsiteX2173" fmla="*/ 10632172 w 15732060"/>
              <a:gd name="connsiteY2173" fmla="*/ 647363 h 8839200"/>
              <a:gd name="connsiteX2174" fmla="*/ 10619003 w 15732060"/>
              <a:gd name="connsiteY2174" fmla="*/ 642013 h 8839200"/>
              <a:gd name="connsiteX2175" fmla="*/ 8361532 w 15732060"/>
              <a:gd name="connsiteY2175" fmla="*/ 559155 h 8839200"/>
              <a:gd name="connsiteX2176" fmla="*/ 8348362 w 15732060"/>
              <a:gd name="connsiteY2176" fmla="*/ 564506 h 8839200"/>
              <a:gd name="connsiteX2177" fmla="*/ 8346716 w 15732060"/>
              <a:gd name="connsiteY2177" fmla="*/ 589198 h 8839200"/>
              <a:gd name="connsiteX2178" fmla="*/ 8076192 w 15732060"/>
              <a:gd name="connsiteY2178" fmla="*/ 859721 h 8839200"/>
              <a:gd name="connsiteX2179" fmla="*/ 8075643 w 15732060"/>
              <a:gd name="connsiteY2179" fmla="*/ 859721 h 8839200"/>
              <a:gd name="connsiteX2180" fmla="*/ 8075643 w 15732060"/>
              <a:gd name="connsiteY2180" fmla="*/ 1055617 h 8839200"/>
              <a:gd name="connsiteX2181" fmla="*/ 8195816 w 15732060"/>
              <a:gd name="connsiteY2181" fmla="*/ 1175789 h 8839200"/>
              <a:gd name="connsiteX2182" fmla="*/ 8195816 w 15732060"/>
              <a:gd name="connsiteY2182" fmla="*/ 2295745 h 8839200"/>
              <a:gd name="connsiteX2183" fmla="*/ 8195268 w 15732060"/>
              <a:gd name="connsiteY2183" fmla="*/ 2295745 h 8839200"/>
              <a:gd name="connsiteX2184" fmla="*/ 7973032 w 15732060"/>
              <a:gd name="connsiteY2184" fmla="*/ 2517980 h 8839200"/>
              <a:gd name="connsiteX2185" fmla="*/ 7972482 w 15732060"/>
              <a:gd name="connsiteY2185" fmla="*/ 2517980 h 8839200"/>
              <a:gd name="connsiteX2186" fmla="*/ 7972482 w 15732060"/>
              <a:gd name="connsiteY2186" fmla="*/ 3202245 h 8839200"/>
              <a:gd name="connsiteX2187" fmla="*/ 7977421 w 15732060"/>
              <a:gd name="connsiteY2187" fmla="*/ 3202245 h 8839200"/>
              <a:gd name="connsiteX2188" fmla="*/ 7977421 w 15732060"/>
              <a:gd name="connsiteY2188" fmla="*/ 2520724 h 8839200"/>
              <a:gd name="connsiteX2189" fmla="*/ 8199656 w 15732060"/>
              <a:gd name="connsiteY2189" fmla="*/ 2298489 h 8839200"/>
              <a:gd name="connsiteX2190" fmla="*/ 8200204 w 15732060"/>
              <a:gd name="connsiteY2190" fmla="*/ 2298489 h 8839200"/>
              <a:gd name="connsiteX2191" fmla="*/ 8200204 w 15732060"/>
              <a:gd name="connsiteY2191" fmla="*/ 1174143 h 8839200"/>
              <a:gd name="connsiteX2192" fmla="*/ 8080034 w 15732060"/>
              <a:gd name="connsiteY2192" fmla="*/ 1053972 h 8839200"/>
              <a:gd name="connsiteX2193" fmla="*/ 8080034 w 15732060"/>
              <a:gd name="connsiteY2193" fmla="*/ 862465 h 8839200"/>
              <a:gd name="connsiteX2194" fmla="*/ 8350008 w 15732060"/>
              <a:gd name="connsiteY2194" fmla="*/ 592490 h 8839200"/>
              <a:gd name="connsiteX2195" fmla="*/ 8374701 w 15732060"/>
              <a:gd name="connsiteY2195" fmla="*/ 590844 h 8839200"/>
              <a:gd name="connsiteX2196" fmla="*/ 8374701 w 15732060"/>
              <a:gd name="connsiteY2196" fmla="*/ 564506 h 8839200"/>
              <a:gd name="connsiteX2197" fmla="*/ 8361532 w 15732060"/>
              <a:gd name="connsiteY2197" fmla="*/ 559155 h 8839200"/>
              <a:gd name="connsiteX2198" fmla="*/ 9196696 w 15732060"/>
              <a:gd name="connsiteY2198" fmla="*/ 544202 h 8839200"/>
              <a:gd name="connsiteX2199" fmla="*/ 9196148 w 15732060"/>
              <a:gd name="connsiteY2199" fmla="*/ 544202 h 8839200"/>
              <a:gd name="connsiteX2200" fmla="*/ 9196148 w 15732060"/>
              <a:gd name="connsiteY2200" fmla="*/ 544750 h 8839200"/>
              <a:gd name="connsiteX2201" fmla="*/ 9731159 w 15732060"/>
              <a:gd name="connsiteY2201" fmla="*/ 425265 h 8839200"/>
              <a:gd name="connsiteX2202" fmla="*/ 9717990 w 15732060"/>
              <a:gd name="connsiteY2202" fmla="*/ 430615 h 8839200"/>
              <a:gd name="connsiteX2203" fmla="*/ 9716344 w 15732060"/>
              <a:gd name="connsiteY2203" fmla="*/ 455308 h 8839200"/>
              <a:gd name="connsiteX2204" fmla="*/ 8747837 w 15732060"/>
              <a:gd name="connsiteY2204" fmla="*/ 1423815 h 8839200"/>
              <a:gd name="connsiteX2205" fmla="*/ 8747288 w 15732060"/>
              <a:gd name="connsiteY2205" fmla="*/ 1423815 h 8839200"/>
              <a:gd name="connsiteX2206" fmla="*/ 8747288 w 15732060"/>
              <a:gd name="connsiteY2206" fmla="*/ 1828228 h 8839200"/>
              <a:gd name="connsiteX2207" fmla="*/ 8854291 w 15732060"/>
              <a:gd name="connsiteY2207" fmla="*/ 1935230 h 8839200"/>
              <a:gd name="connsiteX2208" fmla="*/ 8854291 w 15732060"/>
              <a:gd name="connsiteY2208" fmla="*/ 2265017 h 8839200"/>
              <a:gd name="connsiteX2209" fmla="*/ 8684733 w 15732060"/>
              <a:gd name="connsiteY2209" fmla="*/ 2434574 h 8839200"/>
              <a:gd name="connsiteX2210" fmla="*/ 8660040 w 15732060"/>
              <a:gd name="connsiteY2210" fmla="*/ 2436219 h 8839200"/>
              <a:gd name="connsiteX2211" fmla="*/ 8660040 w 15732060"/>
              <a:gd name="connsiteY2211" fmla="*/ 2462558 h 8839200"/>
              <a:gd name="connsiteX2212" fmla="*/ 8686379 w 15732060"/>
              <a:gd name="connsiteY2212" fmla="*/ 2462558 h 8839200"/>
              <a:gd name="connsiteX2213" fmla="*/ 8688025 w 15732060"/>
              <a:gd name="connsiteY2213" fmla="*/ 2437866 h 8839200"/>
              <a:gd name="connsiteX2214" fmla="*/ 8858679 w 15732060"/>
              <a:gd name="connsiteY2214" fmla="*/ 2267211 h 8839200"/>
              <a:gd name="connsiteX2215" fmla="*/ 8859229 w 15732060"/>
              <a:gd name="connsiteY2215" fmla="*/ 2267211 h 8839200"/>
              <a:gd name="connsiteX2216" fmla="*/ 8859229 w 15732060"/>
              <a:gd name="connsiteY2216" fmla="*/ 1932486 h 8839200"/>
              <a:gd name="connsiteX2217" fmla="*/ 8752227 w 15732060"/>
              <a:gd name="connsiteY2217" fmla="*/ 1825485 h 8839200"/>
              <a:gd name="connsiteX2218" fmla="*/ 8752227 w 15732060"/>
              <a:gd name="connsiteY2218" fmla="*/ 1426010 h 8839200"/>
              <a:gd name="connsiteX2219" fmla="*/ 9719635 w 15732060"/>
              <a:gd name="connsiteY2219" fmla="*/ 458600 h 8839200"/>
              <a:gd name="connsiteX2220" fmla="*/ 9744329 w 15732060"/>
              <a:gd name="connsiteY2220" fmla="*/ 456954 h 8839200"/>
              <a:gd name="connsiteX2221" fmla="*/ 9744329 w 15732060"/>
              <a:gd name="connsiteY2221" fmla="*/ 430615 h 8839200"/>
              <a:gd name="connsiteX2222" fmla="*/ 9731159 w 15732060"/>
              <a:gd name="connsiteY2222" fmla="*/ 425265 h 8839200"/>
              <a:gd name="connsiteX2223" fmla="*/ 5143236 w 15732060"/>
              <a:gd name="connsiteY2223" fmla="*/ 372038 h 8839200"/>
              <a:gd name="connsiteX2224" fmla="*/ 5130067 w 15732060"/>
              <a:gd name="connsiteY2224" fmla="*/ 377389 h 8839200"/>
              <a:gd name="connsiteX2225" fmla="*/ 5130067 w 15732060"/>
              <a:gd name="connsiteY2225" fmla="*/ 403728 h 8839200"/>
              <a:gd name="connsiteX2226" fmla="*/ 5154760 w 15732060"/>
              <a:gd name="connsiteY2226" fmla="*/ 405373 h 8839200"/>
              <a:gd name="connsiteX2227" fmla="*/ 5498812 w 15732060"/>
              <a:gd name="connsiteY2227" fmla="*/ 749427 h 8839200"/>
              <a:gd name="connsiteX2228" fmla="*/ 5498812 w 15732060"/>
              <a:gd name="connsiteY2228" fmla="*/ 1292668 h 8839200"/>
              <a:gd name="connsiteX2229" fmla="*/ 6492012 w 15732060"/>
              <a:gd name="connsiteY2229" fmla="*/ 2285868 h 8839200"/>
              <a:gd name="connsiteX2230" fmla="*/ 6493658 w 15732060"/>
              <a:gd name="connsiteY2230" fmla="*/ 2310561 h 8839200"/>
              <a:gd name="connsiteX2231" fmla="*/ 6519997 w 15732060"/>
              <a:gd name="connsiteY2231" fmla="*/ 2310561 h 8839200"/>
              <a:gd name="connsiteX2232" fmla="*/ 6519997 w 15732060"/>
              <a:gd name="connsiteY2232" fmla="*/ 2284222 h 8839200"/>
              <a:gd name="connsiteX2233" fmla="*/ 6495304 w 15732060"/>
              <a:gd name="connsiteY2233" fmla="*/ 2282575 h 8839200"/>
              <a:gd name="connsiteX2234" fmla="*/ 5503751 w 15732060"/>
              <a:gd name="connsiteY2234" fmla="*/ 1291022 h 8839200"/>
              <a:gd name="connsiteX2235" fmla="*/ 5503751 w 15732060"/>
              <a:gd name="connsiteY2235" fmla="*/ 747780 h 8839200"/>
              <a:gd name="connsiteX2236" fmla="*/ 5158052 w 15732060"/>
              <a:gd name="connsiteY2236" fmla="*/ 402081 h 8839200"/>
              <a:gd name="connsiteX2237" fmla="*/ 5156406 w 15732060"/>
              <a:gd name="connsiteY2237" fmla="*/ 377389 h 8839200"/>
              <a:gd name="connsiteX2238" fmla="*/ 5143236 w 15732060"/>
              <a:gd name="connsiteY2238" fmla="*/ 372038 h 8839200"/>
              <a:gd name="connsiteX2239" fmla="*/ 30180 w 15732060"/>
              <a:gd name="connsiteY2239" fmla="*/ 329238 h 8839200"/>
              <a:gd name="connsiteX2240" fmla="*/ 17010 w 15732060"/>
              <a:gd name="connsiteY2240" fmla="*/ 334587 h 8839200"/>
              <a:gd name="connsiteX2241" fmla="*/ 17010 w 15732060"/>
              <a:gd name="connsiteY2241" fmla="*/ 360926 h 8839200"/>
              <a:gd name="connsiteX2242" fmla="*/ 41702 w 15732060"/>
              <a:gd name="connsiteY2242" fmla="*/ 362573 h 8839200"/>
              <a:gd name="connsiteX2243" fmla="*/ 560800 w 15732060"/>
              <a:gd name="connsiteY2243" fmla="*/ 881671 h 8839200"/>
              <a:gd name="connsiteX2244" fmla="*/ 1124344 w 15732060"/>
              <a:gd name="connsiteY2244" fmla="*/ 881671 h 8839200"/>
              <a:gd name="connsiteX2245" fmla="*/ 1953474 w 15732060"/>
              <a:gd name="connsiteY2245" fmla="*/ 1710800 h 8839200"/>
              <a:gd name="connsiteX2246" fmla="*/ 2496168 w 15732060"/>
              <a:gd name="connsiteY2246" fmla="*/ 1710800 h 8839200"/>
              <a:gd name="connsiteX2247" fmla="*/ 3193602 w 15732060"/>
              <a:gd name="connsiteY2247" fmla="*/ 2408235 h 8839200"/>
              <a:gd name="connsiteX2248" fmla="*/ 3588687 w 15732060"/>
              <a:gd name="connsiteY2248" fmla="*/ 2408235 h 8839200"/>
              <a:gd name="connsiteX2249" fmla="*/ 4287219 w 15732060"/>
              <a:gd name="connsiteY2249" fmla="*/ 3106766 h 8839200"/>
              <a:gd name="connsiteX2250" fmla="*/ 5315537 w 15732060"/>
              <a:gd name="connsiteY2250" fmla="*/ 3106766 h 8839200"/>
              <a:gd name="connsiteX2251" fmla="*/ 5924078 w 15732060"/>
              <a:gd name="connsiteY2251" fmla="*/ 3715307 h 8839200"/>
              <a:gd name="connsiteX2252" fmla="*/ 6682420 w 15732060"/>
              <a:gd name="connsiteY2252" fmla="*/ 3715307 h 8839200"/>
              <a:gd name="connsiteX2253" fmla="*/ 6682420 w 15732060"/>
              <a:gd name="connsiteY2253" fmla="*/ 3710368 h 8839200"/>
              <a:gd name="connsiteX2254" fmla="*/ 5926273 w 15732060"/>
              <a:gd name="connsiteY2254" fmla="*/ 3710368 h 8839200"/>
              <a:gd name="connsiteX2255" fmla="*/ 5317732 w 15732060"/>
              <a:gd name="connsiteY2255" fmla="*/ 3101828 h 8839200"/>
              <a:gd name="connsiteX2256" fmla="*/ 4289414 w 15732060"/>
              <a:gd name="connsiteY2256" fmla="*/ 3101828 h 8839200"/>
              <a:gd name="connsiteX2257" fmla="*/ 3590882 w 15732060"/>
              <a:gd name="connsiteY2257" fmla="*/ 2403296 h 8839200"/>
              <a:gd name="connsiteX2258" fmla="*/ 3195797 w 15732060"/>
              <a:gd name="connsiteY2258" fmla="*/ 2403296 h 8839200"/>
              <a:gd name="connsiteX2259" fmla="*/ 2498362 w 15732060"/>
              <a:gd name="connsiteY2259" fmla="*/ 1705861 h 8839200"/>
              <a:gd name="connsiteX2260" fmla="*/ 1955669 w 15732060"/>
              <a:gd name="connsiteY2260" fmla="*/ 1705861 h 8839200"/>
              <a:gd name="connsiteX2261" fmla="*/ 1126540 w 15732060"/>
              <a:gd name="connsiteY2261" fmla="*/ 876732 h 8839200"/>
              <a:gd name="connsiteX2262" fmla="*/ 562996 w 15732060"/>
              <a:gd name="connsiteY2262" fmla="*/ 876732 h 8839200"/>
              <a:gd name="connsiteX2263" fmla="*/ 44994 w 15732060"/>
              <a:gd name="connsiteY2263" fmla="*/ 359280 h 8839200"/>
              <a:gd name="connsiteX2264" fmla="*/ 43348 w 15732060"/>
              <a:gd name="connsiteY2264" fmla="*/ 334587 h 8839200"/>
              <a:gd name="connsiteX2265" fmla="*/ 30180 w 15732060"/>
              <a:gd name="connsiteY2265" fmla="*/ 329238 h 8839200"/>
              <a:gd name="connsiteX2266" fmla="*/ 8003760 w 15732060"/>
              <a:gd name="connsiteY2266" fmla="*/ 292473 h 8839200"/>
              <a:gd name="connsiteX2267" fmla="*/ 7990591 w 15732060"/>
              <a:gd name="connsiteY2267" fmla="*/ 297823 h 8839200"/>
              <a:gd name="connsiteX2268" fmla="*/ 7988944 w 15732060"/>
              <a:gd name="connsiteY2268" fmla="*/ 322515 h 8839200"/>
              <a:gd name="connsiteX2269" fmla="*/ 7868774 w 15732060"/>
              <a:gd name="connsiteY2269" fmla="*/ 442687 h 8839200"/>
              <a:gd name="connsiteX2270" fmla="*/ 7868774 w 15732060"/>
              <a:gd name="connsiteY2270" fmla="*/ 1451251 h 8839200"/>
              <a:gd name="connsiteX2271" fmla="*/ 7746406 w 15732060"/>
              <a:gd name="connsiteY2271" fmla="*/ 1573618 h 8839200"/>
              <a:gd name="connsiteX2272" fmla="*/ 7746406 w 15732060"/>
              <a:gd name="connsiteY2272" fmla="*/ 3202794 h 8839200"/>
              <a:gd name="connsiteX2273" fmla="*/ 7751346 w 15732060"/>
              <a:gd name="connsiteY2273" fmla="*/ 3202794 h 8839200"/>
              <a:gd name="connsiteX2274" fmla="*/ 7751346 w 15732060"/>
              <a:gd name="connsiteY2274" fmla="*/ 1575812 h 8839200"/>
              <a:gd name="connsiteX2275" fmla="*/ 7873712 w 15732060"/>
              <a:gd name="connsiteY2275" fmla="*/ 1453446 h 8839200"/>
              <a:gd name="connsiteX2276" fmla="*/ 7873712 w 15732060"/>
              <a:gd name="connsiteY2276" fmla="*/ 444334 h 8839200"/>
              <a:gd name="connsiteX2277" fmla="*/ 7992238 w 15732060"/>
              <a:gd name="connsiteY2277" fmla="*/ 325808 h 8839200"/>
              <a:gd name="connsiteX2278" fmla="*/ 8016930 w 15732060"/>
              <a:gd name="connsiteY2278" fmla="*/ 324162 h 8839200"/>
              <a:gd name="connsiteX2279" fmla="*/ 8016930 w 15732060"/>
              <a:gd name="connsiteY2279" fmla="*/ 297823 h 8839200"/>
              <a:gd name="connsiteX2280" fmla="*/ 8003760 w 15732060"/>
              <a:gd name="connsiteY2280" fmla="*/ 292473 h 8839200"/>
              <a:gd name="connsiteX2281" fmla="*/ 11430573 w 15732060"/>
              <a:gd name="connsiteY2281" fmla="*/ 181629 h 8839200"/>
              <a:gd name="connsiteX2282" fmla="*/ 11417404 w 15732060"/>
              <a:gd name="connsiteY2282" fmla="*/ 186979 h 8839200"/>
              <a:gd name="connsiteX2283" fmla="*/ 11415757 w 15732060"/>
              <a:gd name="connsiteY2283" fmla="*/ 211673 h 8839200"/>
              <a:gd name="connsiteX2284" fmla="*/ 11160598 w 15732060"/>
              <a:gd name="connsiteY2284" fmla="*/ 466832 h 8839200"/>
              <a:gd name="connsiteX2285" fmla="*/ 11160049 w 15732060"/>
              <a:gd name="connsiteY2285" fmla="*/ 466832 h 8839200"/>
              <a:gd name="connsiteX2286" fmla="*/ 11160049 w 15732060"/>
              <a:gd name="connsiteY2286" fmla="*/ 614439 h 8839200"/>
              <a:gd name="connsiteX2287" fmla="*/ 11143588 w 15732060"/>
              <a:gd name="connsiteY2287" fmla="*/ 633096 h 8839200"/>
              <a:gd name="connsiteX2288" fmla="*/ 11162244 w 15732060"/>
              <a:gd name="connsiteY2288" fmla="*/ 651753 h 8839200"/>
              <a:gd name="connsiteX2289" fmla="*/ 11162793 w 15732060"/>
              <a:gd name="connsiteY2289" fmla="*/ 651205 h 8839200"/>
              <a:gd name="connsiteX2290" fmla="*/ 11181450 w 15732060"/>
              <a:gd name="connsiteY2290" fmla="*/ 632548 h 8839200"/>
              <a:gd name="connsiteX2291" fmla="*/ 11164988 w 15732060"/>
              <a:gd name="connsiteY2291" fmla="*/ 613891 h 8839200"/>
              <a:gd name="connsiteX2292" fmla="*/ 11164988 w 15732060"/>
              <a:gd name="connsiteY2292" fmla="*/ 469026 h 8839200"/>
              <a:gd name="connsiteX2293" fmla="*/ 11419049 w 15732060"/>
              <a:gd name="connsiteY2293" fmla="*/ 214965 h 8839200"/>
              <a:gd name="connsiteX2294" fmla="*/ 11443743 w 15732060"/>
              <a:gd name="connsiteY2294" fmla="*/ 213318 h 8839200"/>
              <a:gd name="connsiteX2295" fmla="*/ 11443743 w 15732060"/>
              <a:gd name="connsiteY2295" fmla="*/ 186979 h 8839200"/>
              <a:gd name="connsiteX2296" fmla="*/ 11430573 w 15732060"/>
              <a:gd name="connsiteY2296" fmla="*/ 181629 h 8839200"/>
              <a:gd name="connsiteX2297" fmla="*/ 9575320 w 15732060"/>
              <a:gd name="connsiteY2297" fmla="*/ 150352 h 8839200"/>
              <a:gd name="connsiteX2298" fmla="*/ 9562151 w 15732060"/>
              <a:gd name="connsiteY2298" fmla="*/ 155702 h 8839200"/>
              <a:gd name="connsiteX2299" fmla="*/ 9560504 w 15732060"/>
              <a:gd name="connsiteY2299" fmla="*/ 180394 h 8839200"/>
              <a:gd name="connsiteX2300" fmla="*/ 9196696 w 15732060"/>
              <a:gd name="connsiteY2300" fmla="*/ 544202 h 8839200"/>
              <a:gd name="connsiteX2301" fmla="*/ 9196698 w 15732060"/>
              <a:gd name="connsiteY2301" fmla="*/ 544202 h 8839200"/>
              <a:gd name="connsiteX2302" fmla="*/ 9196148 w 15732060"/>
              <a:gd name="connsiteY2302" fmla="*/ 544750 h 8839200"/>
              <a:gd name="connsiteX2303" fmla="*/ 9196148 w 15732060"/>
              <a:gd name="connsiteY2303" fmla="*/ 788935 h 8839200"/>
              <a:gd name="connsiteX2304" fmla="*/ 9179687 w 15732060"/>
              <a:gd name="connsiteY2304" fmla="*/ 807592 h 8839200"/>
              <a:gd name="connsiteX2305" fmla="*/ 9198343 w 15732060"/>
              <a:gd name="connsiteY2305" fmla="*/ 826249 h 8839200"/>
              <a:gd name="connsiteX2306" fmla="*/ 9217000 w 15732060"/>
              <a:gd name="connsiteY2306" fmla="*/ 807592 h 8839200"/>
              <a:gd name="connsiteX2307" fmla="*/ 9200538 w 15732060"/>
              <a:gd name="connsiteY2307" fmla="*/ 788935 h 8839200"/>
              <a:gd name="connsiteX2308" fmla="*/ 9200538 w 15732060"/>
              <a:gd name="connsiteY2308" fmla="*/ 546946 h 8839200"/>
              <a:gd name="connsiteX2309" fmla="*/ 9563797 w 15732060"/>
              <a:gd name="connsiteY2309" fmla="*/ 183687 h 8839200"/>
              <a:gd name="connsiteX2310" fmla="*/ 9588489 w 15732060"/>
              <a:gd name="connsiteY2310" fmla="*/ 182041 h 8839200"/>
              <a:gd name="connsiteX2311" fmla="*/ 9588489 w 15732060"/>
              <a:gd name="connsiteY2311" fmla="*/ 155702 h 8839200"/>
              <a:gd name="connsiteX2312" fmla="*/ 9575320 w 15732060"/>
              <a:gd name="connsiteY2312" fmla="*/ 150352 h 8839200"/>
              <a:gd name="connsiteX2313" fmla="*/ 1234090 w 15732060"/>
              <a:gd name="connsiteY2313" fmla="*/ 127716 h 8839200"/>
              <a:gd name="connsiteX2314" fmla="*/ 1215434 w 15732060"/>
              <a:gd name="connsiteY2314" fmla="*/ 146373 h 8839200"/>
              <a:gd name="connsiteX2315" fmla="*/ 1231896 w 15732060"/>
              <a:gd name="connsiteY2315" fmla="*/ 165030 h 8839200"/>
              <a:gd name="connsiteX2316" fmla="*/ 1230798 w 15732060"/>
              <a:gd name="connsiteY2316" fmla="*/ 165030 h 8839200"/>
              <a:gd name="connsiteX2317" fmla="*/ 1230798 w 15732060"/>
              <a:gd name="connsiteY2317" fmla="*/ 477257 h 8839200"/>
              <a:gd name="connsiteX2318" fmla="*/ 1971034 w 15732060"/>
              <a:gd name="connsiteY2318" fmla="*/ 1217492 h 8839200"/>
              <a:gd name="connsiteX2319" fmla="*/ 3161228 w 15732060"/>
              <a:gd name="connsiteY2319" fmla="*/ 1217492 h 8839200"/>
              <a:gd name="connsiteX2320" fmla="*/ 3676483 w 15732060"/>
              <a:gd name="connsiteY2320" fmla="*/ 1732749 h 8839200"/>
              <a:gd name="connsiteX2321" fmla="*/ 3678130 w 15732060"/>
              <a:gd name="connsiteY2321" fmla="*/ 1757442 h 8839200"/>
              <a:gd name="connsiteX2322" fmla="*/ 3704469 w 15732060"/>
              <a:gd name="connsiteY2322" fmla="*/ 1757442 h 8839200"/>
              <a:gd name="connsiteX2323" fmla="*/ 3704469 w 15732060"/>
              <a:gd name="connsiteY2323" fmla="*/ 1731103 h 8839200"/>
              <a:gd name="connsiteX2324" fmla="*/ 3679776 w 15732060"/>
              <a:gd name="connsiteY2324" fmla="*/ 1729456 h 8839200"/>
              <a:gd name="connsiteX2325" fmla="*/ 3163422 w 15732060"/>
              <a:gd name="connsiteY2325" fmla="*/ 1213103 h 8839200"/>
              <a:gd name="connsiteX2326" fmla="*/ 1973229 w 15732060"/>
              <a:gd name="connsiteY2326" fmla="*/ 1213103 h 8839200"/>
              <a:gd name="connsiteX2327" fmla="*/ 1236286 w 15732060"/>
              <a:gd name="connsiteY2327" fmla="*/ 475611 h 8839200"/>
              <a:gd name="connsiteX2328" fmla="*/ 1236286 w 15732060"/>
              <a:gd name="connsiteY2328" fmla="*/ 165030 h 8839200"/>
              <a:gd name="connsiteX2329" fmla="*/ 1252747 w 15732060"/>
              <a:gd name="connsiteY2329" fmla="*/ 146373 h 8839200"/>
              <a:gd name="connsiteX2330" fmla="*/ 1234090 w 15732060"/>
              <a:gd name="connsiteY2330" fmla="*/ 127716 h 8839200"/>
              <a:gd name="connsiteX2331" fmla="*/ 12673444 w 15732060"/>
              <a:gd name="connsiteY2331" fmla="*/ 85053 h 8839200"/>
              <a:gd name="connsiteX2332" fmla="*/ 12660274 w 15732060"/>
              <a:gd name="connsiteY2332" fmla="*/ 90404 h 8839200"/>
              <a:gd name="connsiteX2333" fmla="*/ 12658628 w 15732060"/>
              <a:gd name="connsiteY2333" fmla="*/ 115096 h 8839200"/>
              <a:gd name="connsiteX2334" fmla="*/ 11994118 w 15732060"/>
              <a:gd name="connsiteY2334" fmla="*/ 779607 h 8839200"/>
              <a:gd name="connsiteX2335" fmla="*/ 10936717 w 15732060"/>
              <a:gd name="connsiteY2335" fmla="*/ 779607 h 8839200"/>
              <a:gd name="connsiteX2336" fmla="*/ 10717774 w 15732060"/>
              <a:gd name="connsiteY2336" fmla="*/ 998550 h 8839200"/>
              <a:gd name="connsiteX2337" fmla="*/ 10717226 w 15732060"/>
              <a:gd name="connsiteY2337" fmla="*/ 998550 h 8839200"/>
              <a:gd name="connsiteX2338" fmla="*/ 10717226 w 15732060"/>
              <a:gd name="connsiteY2338" fmla="*/ 1374429 h 8839200"/>
              <a:gd name="connsiteX2339" fmla="*/ 9451307 w 15732060"/>
              <a:gd name="connsiteY2339" fmla="*/ 2640347 h 8839200"/>
              <a:gd name="connsiteX2340" fmla="*/ 9450759 w 15732060"/>
              <a:gd name="connsiteY2340" fmla="*/ 2640347 h 8839200"/>
              <a:gd name="connsiteX2341" fmla="*/ 9450759 w 15732060"/>
              <a:gd name="connsiteY2341" fmla="*/ 2640896 h 8839200"/>
              <a:gd name="connsiteX2342" fmla="*/ 9450759 w 15732060"/>
              <a:gd name="connsiteY2342" fmla="*/ 2952025 h 8839200"/>
              <a:gd name="connsiteX2343" fmla="*/ 9278458 w 15732060"/>
              <a:gd name="connsiteY2343" fmla="*/ 3124325 h 8839200"/>
              <a:gd name="connsiteX2344" fmla="*/ 9253764 w 15732060"/>
              <a:gd name="connsiteY2344" fmla="*/ 3125971 h 8839200"/>
              <a:gd name="connsiteX2345" fmla="*/ 9253764 w 15732060"/>
              <a:gd name="connsiteY2345" fmla="*/ 3152311 h 8839200"/>
              <a:gd name="connsiteX2346" fmla="*/ 9280104 w 15732060"/>
              <a:gd name="connsiteY2346" fmla="*/ 3152311 h 8839200"/>
              <a:gd name="connsiteX2347" fmla="*/ 9281750 w 15732060"/>
              <a:gd name="connsiteY2347" fmla="*/ 3127618 h 8839200"/>
              <a:gd name="connsiteX2348" fmla="*/ 9455148 w 15732060"/>
              <a:gd name="connsiteY2348" fmla="*/ 2954220 h 8839200"/>
              <a:gd name="connsiteX2349" fmla="*/ 9455697 w 15732060"/>
              <a:gd name="connsiteY2349" fmla="*/ 2954220 h 8839200"/>
              <a:gd name="connsiteX2350" fmla="*/ 9455697 w 15732060"/>
              <a:gd name="connsiteY2350" fmla="*/ 2642542 h 8839200"/>
              <a:gd name="connsiteX2351" fmla="*/ 10721614 w 15732060"/>
              <a:gd name="connsiteY2351" fmla="*/ 1376624 h 8839200"/>
              <a:gd name="connsiteX2352" fmla="*/ 10722164 w 15732060"/>
              <a:gd name="connsiteY2352" fmla="*/ 1376624 h 8839200"/>
              <a:gd name="connsiteX2353" fmla="*/ 10722164 w 15732060"/>
              <a:gd name="connsiteY2353" fmla="*/ 1000745 h 8839200"/>
              <a:gd name="connsiteX2354" fmla="*/ 10938912 w 15732060"/>
              <a:gd name="connsiteY2354" fmla="*/ 783997 h 8839200"/>
              <a:gd name="connsiteX2355" fmla="*/ 11996312 w 15732060"/>
              <a:gd name="connsiteY2355" fmla="*/ 783997 h 8839200"/>
              <a:gd name="connsiteX2356" fmla="*/ 12661921 w 15732060"/>
              <a:gd name="connsiteY2356" fmla="*/ 118388 h 8839200"/>
              <a:gd name="connsiteX2357" fmla="*/ 12686613 w 15732060"/>
              <a:gd name="connsiteY2357" fmla="*/ 116743 h 8839200"/>
              <a:gd name="connsiteX2358" fmla="*/ 12686613 w 15732060"/>
              <a:gd name="connsiteY2358" fmla="*/ 90404 h 8839200"/>
              <a:gd name="connsiteX2359" fmla="*/ 12673444 w 15732060"/>
              <a:gd name="connsiteY2359" fmla="*/ 85053 h 8839200"/>
              <a:gd name="connsiteX2360" fmla="*/ 5508690 w 15732060"/>
              <a:gd name="connsiteY2360" fmla="*/ 82858 h 8839200"/>
              <a:gd name="connsiteX2361" fmla="*/ 5495520 w 15732060"/>
              <a:gd name="connsiteY2361" fmla="*/ 88208 h 8839200"/>
              <a:gd name="connsiteX2362" fmla="*/ 5495520 w 15732060"/>
              <a:gd name="connsiteY2362" fmla="*/ 114547 h 8839200"/>
              <a:gd name="connsiteX2363" fmla="*/ 5520212 w 15732060"/>
              <a:gd name="connsiteY2363" fmla="*/ 116193 h 8839200"/>
              <a:gd name="connsiteX2364" fmla="*/ 6066748 w 15732060"/>
              <a:gd name="connsiteY2364" fmla="*/ 662728 h 8839200"/>
              <a:gd name="connsiteX2365" fmla="*/ 6066748 w 15732060"/>
              <a:gd name="connsiteY2365" fmla="*/ 1160425 h 8839200"/>
              <a:gd name="connsiteX2366" fmla="*/ 6354830 w 15732060"/>
              <a:gd name="connsiteY2366" fmla="*/ 1448508 h 8839200"/>
              <a:gd name="connsiteX2367" fmla="*/ 6356476 w 15732060"/>
              <a:gd name="connsiteY2367" fmla="*/ 1473200 h 8839200"/>
              <a:gd name="connsiteX2368" fmla="*/ 6382815 w 15732060"/>
              <a:gd name="connsiteY2368" fmla="*/ 1473200 h 8839200"/>
              <a:gd name="connsiteX2369" fmla="*/ 6382815 w 15732060"/>
              <a:gd name="connsiteY2369" fmla="*/ 1446861 h 8839200"/>
              <a:gd name="connsiteX2370" fmla="*/ 6358122 w 15732060"/>
              <a:gd name="connsiteY2370" fmla="*/ 1445215 h 8839200"/>
              <a:gd name="connsiteX2371" fmla="*/ 6071686 w 15732060"/>
              <a:gd name="connsiteY2371" fmla="*/ 1158779 h 8839200"/>
              <a:gd name="connsiteX2372" fmla="*/ 6071686 w 15732060"/>
              <a:gd name="connsiteY2372" fmla="*/ 661081 h 8839200"/>
              <a:gd name="connsiteX2373" fmla="*/ 5523506 w 15732060"/>
              <a:gd name="connsiteY2373" fmla="*/ 112902 h 8839200"/>
              <a:gd name="connsiteX2374" fmla="*/ 5521859 w 15732060"/>
              <a:gd name="connsiteY2374" fmla="*/ 88208 h 8839200"/>
              <a:gd name="connsiteX2375" fmla="*/ 5508690 w 15732060"/>
              <a:gd name="connsiteY2375" fmla="*/ 82858 h 8839200"/>
              <a:gd name="connsiteX2376" fmla="*/ 13440567 w 15732060"/>
              <a:gd name="connsiteY2376" fmla="*/ 68454 h 8839200"/>
              <a:gd name="connsiteX2377" fmla="*/ 13421911 w 15732060"/>
              <a:gd name="connsiteY2377" fmla="*/ 87111 h 8839200"/>
              <a:gd name="connsiteX2378" fmla="*/ 13438372 w 15732060"/>
              <a:gd name="connsiteY2378" fmla="*/ 105768 h 8839200"/>
              <a:gd name="connsiteX2379" fmla="*/ 13438372 w 15732060"/>
              <a:gd name="connsiteY2379" fmla="*/ 253924 h 8839200"/>
              <a:gd name="connsiteX2380" fmla="*/ 13058652 w 15732060"/>
              <a:gd name="connsiteY2380" fmla="*/ 633645 h 8839200"/>
              <a:gd name="connsiteX2381" fmla="*/ 13058103 w 15732060"/>
              <a:gd name="connsiteY2381" fmla="*/ 634194 h 8839200"/>
              <a:gd name="connsiteX2382" fmla="*/ 12642716 w 15732060"/>
              <a:gd name="connsiteY2382" fmla="*/ 634194 h 8839200"/>
              <a:gd name="connsiteX2383" fmla="*/ 11792185 w 15732060"/>
              <a:gd name="connsiteY2383" fmla="*/ 1484723 h 8839200"/>
              <a:gd name="connsiteX2384" fmla="*/ 10808863 w 15732060"/>
              <a:gd name="connsiteY2384" fmla="*/ 1484723 h 8839200"/>
              <a:gd name="connsiteX2385" fmla="*/ 9714149 w 15732060"/>
              <a:gd name="connsiteY2385" fmla="*/ 2579438 h 8839200"/>
              <a:gd name="connsiteX2386" fmla="*/ 9713600 w 15732060"/>
              <a:gd name="connsiteY2386" fmla="*/ 2579438 h 8839200"/>
              <a:gd name="connsiteX2387" fmla="*/ 9713600 w 15732060"/>
              <a:gd name="connsiteY2387" fmla="*/ 3027200 h 8839200"/>
              <a:gd name="connsiteX2388" fmla="*/ 9267483 w 15732060"/>
              <a:gd name="connsiteY2388" fmla="*/ 3473318 h 8839200"/>
              <a:gd name="connsiteX2389" fmla="*/ 9040309 w 15732060"/>
              <a:gd name="connsiteY2389" fmla="*/ 3473318 h 8839200"/>
              <a:gd name="connsiteX2390" fmla="*/ 9040309 w 15732060"/>
              <a:gd name="connsiteY2390" fmla="*/ 3478256 h 8839200"/>
              <a:gd name="connsiteX2391" fmla="*/ 9269678 w 15732060"/>
              <a:gd name="connsiteY2391" fmla="*/ 3478256 h 8839200"/>
              <a:gd name="connsiteX2392" fmla="*/ 9717990 w 15732060"/>
              <a:gd name="connsiteY2392" fmla="*/ 3029944 h 8839200"/>
              <a:gd name="connsiteX2393" fmla="*/ 9718538 w 15732060"/>
              <a:gd name="connsiteY2393" fmla="*/ 3029944 h 8839200"/>
              <a:gd name="connsiteX2394" fmla="*/ 9718538 w 15732060"/>
              <a:gd name="connsiteY2394" fmla="*/ 2582182 h 8839200"/>
              <a:gd name="connsiteX2395" fmla="*/ 10811057 w 15732060"/>
              <a:gd name="connsiteY2395" fmla="*/ 1489663 h 8839200"/>
              <a:gd name="connsiteX2396" fmla="*/ 11794379 w 15732060"/>
              <a:gd name="connsiteY2396" fmla="*/ 1489663 h 8839200"/>
              <a:gd name="connsiteX2397" fmla="*/ 12644910 w 15732060"/>
              <a:gd name="connsiteY2397" fmla="*/ 639132 h 8839200"/>
              <a:gd name="connsiteX2398" fmla="*/ 13060298 w 15732060"/>
              <a:gd name="connsiteY2398" fmla="*/ 639132 h 8839200"/>
              <a:gd name="connsiteX2399" fmla="*/ 13442213 w 15732060"/>
              <a:gd name="connsiteY2399" fmla="*/ 257217 h 8839200"/>
              <a:gd name="connsiteX2400" fmla="*/ 13442762 w 15732060"/>
              <a:gd name="connsiteY2400" fmla="*/ 257217 h 8839200"/>
              <a:gd name="connsiteX2401" fmla="*/ 13442762 w 15732060"/>
              <a:gd name="connsiteY2401" fmla="*/ 105768 h 8839200"/>
              <a:gd name="connsiteX2402" fmla="*/ 13459225 w 15732060"/>
              <a:gd name="connsiteY2402" fmla="*/ 87111 h 8839200"/>
              <a:gd name="connsiteX2403" fmla="*/ 13440567 w 15732060"/>
              <a:gd name="connsiteY2403" fmla="*/ 68454 h 8839200"/>
              <a:gd name="connsiteX2404" fmla="*/ 3523593 w 15732060"/>
              <a:gd name="connsiteY2404" fmla="*/ 66054 h 8839200"/>
              <a:gd name="connsiteX2405" fmla="*/ 3510218 w 15732060"/>
              <a:gd name="connsiteY2405" fmla="*/ 71197 h 8839200"/>
              <a:gd name="connsiteX2406" fmla="*/ 3510218 w 15732060"/>
              <a:gd name="connsiteY2406" fmla="*/ 97536 h 8839200"/>
              <a:gd name="connsiteX2407" fmla="*/ 3534912 w 15732060"/>
              <a:gd name="connsiteY2407" fmla="*/ 99183 h 8839200"/>
              <a:gd name="connsiteX2408" fmla="*/ 3534363 w 15732060"/>
              <a:gd name="connsiteY2408" fmla="*/ 99732 h 8839200"/>
              <a:gd name="connsiteX2409" fmla="*/ 4713032 w 15732060"/>
              <a:gd name="connsiteY2409" fmla="*/ 1278401 h 8839200"/>
              <a:gd name="connsiteX2410" fmla="*/ 5114702 w 15732060"/>
              <a:gd name="connsiteY2410" fmla="*/ 1278401 h 8839200"/>
              <a:gd name="connsiteX2411" fmla="*/ 6142472 w 15732060"/>
              <a:gd name="connsiteY2411" fmla="*/ 2306171 h 8839200"/>
              <a:gd name="connsiteX2412" fmla="*/ 6142472 w 15732060"/>
              <a:gd name="connsiteY2412" fmla="*/ 2360495 h 8839200"/>
              <a:gd name="connsiteX2413" fmla="*/ 6719186 w 15732060"/>
              <a:gd name="connsiteY2413" fmla="*/ 2937209 h 8839200"/>
              <a:gd name="connsiteX2414" fmla="*/ 6719186 w 15732060"/>
              <a:gd name="connsiteY2414" fmla="*/ 3015129 h 8839200"/>
              <a:gd name="connsiteX2415" fmla="*/ 6702724 w 15732060"/>
              <a:gd name="connsiteY2415" fmla="*/ 3033785 h 8839200"/>
              <a:gd name="connsiteX2416" fmla="*/ 6721381 w 15732060"/>
              <a:gd name="connsiteY2416" fmla="*/ 3052442 h 8839200"/>
              <a:gd name="connsiteX2417" fmla="*/ 6740038 w 15732060"/>
              <a:gd name="connsiteY2417" fmla="*/ 3033785 h 8839200"/>
              <a:gd name="connsiteX2418" fmla="*/ 6723576 w 15732060"/>
              <a:gd name="connsiteY2418" fmla="*/ 3015129 h 8839200"/>
              <a:gd name="connsiteX2419" fmla="*/ 6723576 w 15732060"/>
              <a:gd name="connsiteY2419" fmla="*/ 2935563 h 8839200"/>
              <a:gd name="connsiteX2420" fmla="*/ 6146862 w 15732060"/>
              <a:gd name="connsiteY2420" fmla="*/ 2358849 h 8839200"/>
              <a:gd name="connsiteX2421" fmla="*/ 6146862 w 15732060"/>
              <a:gd name="connsiteY2421" fmla="*/ 2304525 h 8839200"/>
              <a:gd name="connsiteX2422" fmla="*/ 5116348 w 15732060"/>
              <a:gd name="connsiteY2422" fmla="*/ 1274011 h 8839200"/>
              <a:gd name="connsiteX2423" fmla="*/ 4714678 w 15732060"/>
              <a:gd name="connsiteY2423" fmla="*/ 1274011 h 8839200"/>
              <a:gd name="connsiteX2424" fmla="*/ 3538204 w 15732060"/>
              <a:gd name="connsiteY2424" fmla="*/ 95891 h 8839200"/>
              <a:gd name="connsiteX2425" fmla="*/ 3536557 w 15732060"/>
              <a:gd name="connsiteY2425" fmla="*/ 71197 h 8839200"/>
              <a:gd name="connsiteX2426" fmla="*/ 3523593 w 15732060"/>
              <a:gd name="connsiteY2426" fmla="*/ 66054 h 8839200"/>
              <a:gd name="connsiteX2427" fmla="*/ 12317867 w 15732060"/>
              <a:gd name="connsiteY2427" fmla="*/ 62556 h 8839200"/>
              <a:gd name="connsiteX2428" fmla="*/ 12304698 w 15732060"/>
              <a:gd name="connsiteY2428" fmla="*/ 67906 h 8839200"/>
              <a:gd name="connsiteX2429" fmla="*/ 12303051 w 15732060"/>
              <a:gd name="connsiteY2429" fmla="*/ 92598 h 8839200"/>
              <a:gd name="connsiteX2430" fmla="*/ 12047893 w 15732060"/>
              <a:gd name="connsiteY2430" fmla="*/ 347757 h 8839200"/>
              <a:gd name="connsiteX2431" fmla="*/ 12047344 w 15732060"/>
              <a:gd name="connsiteY2431" fmla="*/ 347757 h 8839200"/>
              <a:gd name="connsiteX2432" fmla="*/ 12047344 w 15732060"/>
              <a:gd name="connsiteY2432" fmla="*/ 464636 h 8839200"/>
              <a:gd name="connsiteX2433" fmla="*/ 11840474 w 15732060"/>
              <a:gd name="connsiteY2433" fmla="*/ 671507 h 8839200"/>
              <a:gd name="connsiteX2434" fmla="*/ 11451424 w 15732060"/>
              <a:gd name="connsiteY2434" fmla="*/ 671507 h 8839200"/>
              <a:gd name="connsiteX2435" fmla="*/ 11432768 w 15732060"/>
              <a:gd name="connsiteY2435" fmla="*/ 655046 h 8839200"/>
              <a:gd name="connsiteX2436" fmla="*/ 11414110 w 15732060"/>
              <a:gd name="connsiteY2436" fmla="*/ 673703 h 8839200"/>
              <a:gd name="connsiteX2437" fmla="*/ 11432768 w 15732060"/>
              <a:gd name="connsiteY2437" fmla="*/ 692359 h 8839200"/>
              <a:gd name="connsiteX2438" fmla="*/ 11451424 w 15732060"/>
              <a:gd name="connsiteY2438" fmla="*/ 675897 h 8839200"/>
              <a:gd name="connsiteX2439" fmla="*/ 11843217 w 15732060"/>
              <a:gd name="connsiteY2439" fmla="*/ 675897 h 8839200"/>
              <a:gd name="connsiteX2440" fmla="*/ 12051735 w 15732060"/>
              <a:gd name="connsiteY2440" fmla="*/ 466832 h 8839200"/>
              <a:gd name="connsiteX2441" fmla="*/ 12052282 w 15732060"/>
              <a:gd name="connsiteY2441" fmla="*/ 466832 h 8839200"/>
              <a:gd name="connsiteX2442" fmla="*/ 12052282 w 15732060"/>
              <a:gd name="connsiteY2442" fmla="*/ 349952 h 8839200"/>
              <a:gd name="connsiteX2443" fmla="*/ 12306344 w 15732060"/>
              <a:gd name="connsiteY2443" fmla="*/ 95891 h 8839200"/>
              <a:gd name="connsiteX2444" fmla="*/ 12331037 w 15732060"/>
              <a:gd name="connsiteY2444" fmla="*/ 94245 h 8839200"/>
              <a:gd name="connsiteX2445" fmla="*/ 12331037 w 15732060"/>
              <a:gd name="connsiteY2445" fmla="*/ 67906 h 8839200"/>
              <a:gd name="connsiteX2446" fmla="*/ 12317867 w 15732060"/>
              <a:gd name="connsiteY2446" fmla="*/ 62556 h 8839200"/>
              <a:gd name="connsiteX2447" fmla="*/ 2080437 w 15732060"/>
              <a:gd name="connsiteY2447" fmla="*/ 62212 h 8839200"/>
              <a:gd name="connsiteX2448" fmla="*/ 2067062 w 15732060"/>
              <a:gd name="connsiteY2448" fmla="*/ 67356 h 8839200"/>
              <a:gd name="connsiteX2449" fmla="*/ 2067062 w 15732060"/>
              <a:gd name="connsiteY2449" fmla="*/ 93695 h 8839200"/>
              <a:gd name="connsiteX2450" fmla="*/ 2078997 w 15732060"/>
              <a:gd name="connsiteY2450" fmla="*/ 99045 h 8839200"/>
              <a:gd name="connsiteX2451" fmla="*/ 2091754 w 15732060"/>
              <a:gd name="connsiteY2451" fmla="*/ 95342 h 8839200"/>
              <a:gd name="connsiteX2452" fmla="*/ 2091205 w 15732060"/>
              <a:gd name="connsiteY2452" fmla="*/ 94793 h 8839200"/>
              <a:gd name="connsiteX2453" fmla="*/ 2091754 w 15732060"/>
              <a:gd name="connsiteY2453" fmla="*/ 95342 h 8839200"/>
              <a:gd name="connsiteX2454" fmla="*/ 2091754 w 15732060"/>
              <a:gd name="connsiteY2454" fmla="*/ 95342 h 8839200"/>
              <a:gd name="connsiteX2455" fmla="*/ 2475316 w 15732060"/>
              <a:gd name="connsiteY2455" fmla="*/ 478903 h 8839200"/>
              <a:gd name="connsiteX2456" fmla="*/ 2979049 w 15732060"/>
              <a:gd name="connsiteY2456" fmla="*/ 478903 h 8839200"/>
              <a:gd name="connsiteX2457" fmla="*/ 3953592 w 15732060"/>
              <a:gd name="connsiteY2457" fmla="*/ 1453446 h 8839200"/>
              <a:gd name="connsiteX2458" fmla="*/ 4179668 w 15732060"/>
              <a:gd name="connsiteY2458" fmla="*/ 1453446 h 8839200"/>
              <a:gd name="connsiteX2459" fmla="*/ 4465556 w 15732060"/>
              <a:gd name="connsiteY2459" fmla="*/ 1739334 h 8839200"/>
              <a:gd name="connsiteX2460" fmla="*/ 4727848 w 15732060"/>
              <a:gd name="connsiteY2460" fmla="*/ 1739334 h 8839200"/>
              <a:gd name="connsiteX2461" fmla="*/ 4746505 w 15732060"/>
              <a:gd name="connsiteY2461" fmla="*/ 1755795 h 8839200"/>
              <a:gd name="connsiteX2462" fmla="*/ 4765162 w 15732060"/>
              <a:gd name="connsiteY2462" fmla="*/ 1737139 h 8839200"/>
              <a:gd name="connsiteX2463" fmla="*/ 4746505 w 15732060"/>
              <a:gd name="connsiteY2463" fmla="*/ 1718482 h 8839200"/>
              <a:gd name="connsiteX2464" fmla="*/ 4727848 w 15732060"/>
              <a:gd name="connsiteY2464" fmla="*/ 1734944 h 8839200"/>
              <a:gd name="connsiteX2465" fmla="*/ 4467751 w 15732060"/>
              <a:gd name="connsiteY2465" fmla="*/ 1734944 h 8839200"/>
              <a:gd name="connsiteX2466" fmla="*/ 4181863 w 15732060"/>
              <a:gd name="connsiteY2466" fmla="*/ 1449057 h 8839200"/>
              <a:gd name="connsiteX2467" fmla="*/ 3955787 w 15732060"/>
              <a:gd name="connsiteY2467" fmla="*/ 1449057 h 8839200"/>
              <a:gd name="connsiteX2468" fmla="*/ 2981244 w 15732060"/>
              <a:gd name="connsiteY2468" fmla="*/ 474514 h 8839200"/>
              <a:gd name="connsiteX2469" fmla="*/ 2477511 w 15732060"/>
              <a:gd name="connsiteY2469" fmla="*/ 474514 h 8839200"/>
              <a:gd name="connsiteX2470" fmla="*/ 2095046 w 15732060"/>
              <a:gd name="connsiteY2470" fmla="*/ 92049 h 8839200"/>
              <a:gd name="connsiteX2471" fmla="*/ 2093401 w 15732060"/>
              <a:gd name="connsiteY2471" fmla="*/ 67356 h 8839200"/>
              <a:gd name="connsiteX2472" fmla="*/ 2080437 w 15732060"/>
              <a:gd name="connsiteY2472" fmla="*/ 62212 h 8839200"/>
              <a:gd name="connsiteX2473" fmla="*/ 3829579 w 15732060"/>
              <a:gd name="connsiteY2473" fmla="*/ 60360 h 8839200"/>
              <a:gd name="connsiteX2474" fmla="*/ 3816410 w 15732060"/>
              <a:gd name="connsiteY2474" fmla="*/ 65710 h 8839200"/>
              <a:gd name="connsiteX2475" fmla="*/ 3816410 w 15732060"/>
              <a:gd name="connsiteY2475" fmla="*/ 92049 h 8839200"/>
              <a:gd name="connsiteX2476" fmla="*/ 3841102 w 15732060"/>
              <a:gd name="connsiteY2476" fmla="*/ 93695 h 8839200"/>
              <a:gd name="connsiteX2477" fmla="*/ 4375564 w 15732060"/>
              <a:gd name="connsiteY2477" fmla="*/ 628158 h 8839200"/>
              <a:gd name="connsiteX2478" fmla="*/ 4377210 w 15732060"/>
              <a:gd name="connsiteY2478" fmla="*/ 652850 h 8839200"/>
              <a:gd name="connsiteX2479" fmla="*/ 4403550 w 15732060"/>
              <a:gd name="connsiteY2479" fmla="*/ 652850 h 8839200"/>
              <a:gd name="connsiteX2480" fmla="*/ 4403550 w 15732060"/>
              <a:gd name="connsiteY2480" fmla="*/ 626511 h 8839200"/>
              <a:gd name="connsiteX2481" fmla="*/ 4378856 w 15732060"/>
              <a:gd name="connsiteY2481" fmla="*/ 624866 h 8839200"/>
              <a:gd name="connsiteX2482" fmla="*/ 3844394 w 15732060"/>
              <a:gd name="connsiteY2482" fmla="*/ 90404 h 8839200"/>
              <a:gd name="connsiteX2483" fmla="*/ 3842748 w 15732060"/>
              <a:gd name="connsiteY2483" fmla="*/ 65710 h 8839200"/>
              <a:gd name="connsiteX2484" fmla="*/ 3829579 w 15732060"/>
              <a:gd name="connsiteY2484" fmla="*/ 60360 h 8839200"/>
              <a:gd name="connsiteX2485" fmla="*/ 6405312 w 15732060"/>
              <a:gd name="connsiteY2485" fmla="*/ 58715 h 8839200"/>
              <a:gd name="connsiteX2486" fmla="*/ 6392143 w 15732060"/>
              <a:gd name="connsiteY2486" fmla="*/ 64065 h 8839200"/>
              <a:gd name="connsiteX2487" fmla="*/ 6392143 w 15732060"/>
              <a:gd name="connsiteY2487" fmla="*/ 90404 h 8839200"/>
              <a:gd name="connsiteX2488" fmla="*/ 6416836 w 15732060"/>
              <a:gd name="connsiteY2488" fmla="*/ 92049 h 8839200"/>
              <a:gd name="connsiteX2489" fmla="*/ 6647852 w 15732060"/>
              <a:gd name="connsiteY2489" fmla="*/ 323064 h 8839200"/>
              <a:gd name="connsiteX2490" fmla="*/ 6647852 w 15732060"/>
              <a:gd name="connsiteY2490" fmla="*/ 1283889 h 8839200"/>
              <a:gd name="connsiteX2491" fmla="*/ 7273951 w 15732060"/>
              <a:gd name="connsiteY2491" fmla="*/ 1909988 h 8839200"/>
              <a:gd name="connsiteX2492" fmla="*/ 7273951 w 15732060"/>
              <a:gd name="connsiteY2492" fmla="*/ 3239559 h 8839200"/>
              <a:gd name="connsiteX2493" fmla="*/ 7278890 w 15732060"/>
              <a:gd name="connsiteY2493" fmla="*/ 3239559 h 8839200"/>
              <a:gd name="connsiteX2494" fmla="*/ 7278890 w 15732060"/>
              <a:gd name="connsiteY2494" fmla="*/ 1907794 h 8839200"/>
              <a:gd name="connsiteX2495" fmla="*/ 6652789 w 15732060"/>
              <a:gd name="connsiteY2495" fmla="*/ 1281694 h 8839200"/>
              <a:gd name="connsiteX2496" fmla="*/ 6652789 w 15732060"/>
              <a:gd name="connsiteY2496" fmla="*/ 321418 h 8839200"/>
              <a:gd name="connsiteX2497" fmla="*/ 6420129 w 15732060"/>
              <a:gd name="connsiteY2497" fmla="*/ 88757 h 8839200"/>
              <a:gd name="connsiteX2498" fmla="*/ 6418482 w 15732060"/>
              <a:gd name="connsiteY2498" fmla="*/ 64065 h 8839200"/>
              <a:gd name="connsiteX2499" fmla="*/ 6405312 w 15732060"/>
              <a:gd name="connsiteY2499" fmla="*/ 58715 h 8839200"/>
              <a:gd name="connsiteX2500" fmla="*/ 9445271 w 15732060"/>
              <a:gd name="connsiteY2500" fmla="*/ 55422 h 8839200"/>
              <a:gd name="connsiteX2501" fmla="*/ 9432102 w 15732060"/>
              <a:gd name="connsiteY2501" fmla="*/ 60772 h 8839200"/>
              <a:gd name="connsiteX2502" fmla="*/ 9430456 w 15732060"/>
              <a:gd name="connsiteY2502" fmla="*/ 85464 h 8839200"/>
              <a:gd name="connsiteX2503" fmla="*/ 8428477 w 15732060"/>
              <a:gd name="connsiteY2503" fmla="*/ 1087444 h 8839200"/>
              <a:gd name="connsiteX2504" fmla="*/ 8427928 w 15732060"/>
              <a:gd name="connsiteY2504" fmla="*/ 1087444 h 8839200"/>
              <a:gd name="connsiteX2505" fmla="*/ 8427928 w 15732060"/>
              <a:gd name="connsiteY2505" fmla="*/ 2614007 h 8839200"/>
              <a:gd name="connsiteX2506" fmla="*/ 8206241 w 15732060"/>
              <a:gd name="connsiteY2506" fmla="*/ 2835694 h 8839200"/>
              <a:gd name="connsiteX2507" fmla="*/ 8205692 w 15732060"/>
              <a:gd name="connsiteY2507" fmla="*/ 2835694 h 8839200"/>
              <a:gd name="connsiteX2508" fmla="*/ 8205144 w 15732060"/>
              <a:gd name="connsiteY2508" fmla="*/ 2836243 h 8839200"/>
              <a:gd name="connsiteX2509" fmla="*/ 8205144 w 15732060"/>
              <a:gd name="connsiteY2509" fmla="*/ 3230230 h 8839200"/>
              <a:gd name="connsiteX2510" fmla="*/ 8210082 w 15732060"/>
              <a:gd name="connsiteY2510" fmla="*/ 3230230 h 8839200"/>
              <a:gd name="connsiteX2511" fmla="*/ 8210082 w 15732060"/>
              <a:gd name="connsiteY2511" fmla="*/ 2837889 h 8839200"/>
              <a:gd name="connsiteX2512" fmla="*/ 8431769 w 15732060"/>
              <a:gd name="connsiteY2512" fmla="*/ 2616203 h 8839200"/>
              <a:gd name="connsiteX2513" fmla="*/ 8432317 w 15732060"/>
              <a:gd name="connsiteY2513" fmla="*/ 2616203 h 8839200"/>
              <a:gd name="connsiteX2514" fmla="*/ 8432317 w 15732060"/>
              <a:gd name="connsiteY2514" fmla="*/ 1090187 h 8839200"/>
              <a:gd name="connsiteX2515" fmla="*/ 9433748 w 15732060"/>
              <a:gd name="connsiteY2515" fmla="*/ 88757 h 8839200"/>
              <a:gd name="connsiteX2516" fmla="*/ 9458441 w 15732060"/>
              <a:gd name="connsiteY2516" fmla="*/ 87111 h 8839200"/>
              <a:gd name="connsiteX2517" fmla="*/ 9458441 w 15732060"/>
              <a:gd name="connsiteY2517" fmla="*/ 60772 h 8839200"/>
              <a:gd name="connsiteX2518" fmla="*/ 9445271 w 15732060"/>
              <a:gd name="connsiteY2518" fmla="*/ 55422 h 8839200"/>
              <a:gd name="connsiteX2519" fmla="*/ 7811705 w 15732060"/>
              <a:gd name="connsiteY2519" fmla="*/ 51581 h 8839200"/>
              <a:gd name="connsiteX2520" fmla="*/ 7798536 w 15732060"/>
              <a:gd name="connsiteY2520" fmla="*/ 56931 h 8839200"/>
              <a:gd name="connsiteX2521" fmla="*/ 7796889 w 15732060"/>
              <a:gd name="connsiteY2521" fmla="*/ 81623 h 8839200"/>
              <a:gd name="connsiteX2522" fmla="*/ 7438570 w 15732060"/>
              <a:gd name="connsiteY2522" fmla="*/ 439943 h 8839200"/>
              <a:gd name="connsiteX2523" fmla="*/ 7438570 w 15732060"/>
              <a:gd name="connsiteY2523" fmla="*/ 843260 h 8839200"/>
              <a:gd name="connsiteX2524" fmla="*/ 7533499 w 15732060"/>
              <a:gd name="connsiteY2524" fmla="*/ 938190 h 8839200"/>
              <a:gd name="connsiteX2525" fmla="*/ 7535146 w 15732060"/>
              <a:gd name="connsiteY2525" fmla="*/ 962882 h 8839200"/>
              <a:gd name="connsiteX2526" fmla="*/ 7534597 w 15732060"/>
              <a:gd name="connsiteY2526" fmla="*/ 962882 h 8839200"/>
              <a:gd name="connsiteX2527" fmla="*/ 7560936 w 15732060"/>
              <a:gd name="connsiteY2527" fmla="*/ 962882 h 8839200"/>
              <a:gd name="connsiteX2528" fmla="*/ 7560936 w 15732060"/>
              <a:gd name="connsiteY2528" fmla="*/ 936544 h 8839200"/>
              <a:gd name="connsiteX2529" fmla="*/ 7536243 w 15732060"/>
              <a:gd name="connsiteY2529" fmla="*/ 934897 h 8839200"/>
              <a:gd name="connsiteX2530" fmla="*/ 7442959 w 15732060"/>
              <a:gd name="connsiteY2530" fmla="*/ 841613 h 8839200"/>
              <a:gd name="connsiteX2531" fmla="*/ 7442959 w 15732060"/>
              <a:gd name="connsiteY2531" fmla="*/ 442138 h 8839200"/>
              <a:gd name="connsiteX2532" fmla="*/ 7800182 w 15732060"/>
              <a:gd name="connsiteY2532" fmla="*/ 84916 h 8839200"/>
              <a:gd name="connsiteX2533" fmla="*/ 7824874 w 15732060"/>
              <a:gd name="connsiteY2533" fmla="*/ 83270 h 8839200"/>
              <a:gd name="connsiteX2534" fmla="*/ 7824874 w 15732060"/>
              <a:gd name="connsiteY2534" fmla="*/ 56931 h 8839200"/>
              <a:gd name="connsiteX2535" fmla="*/ 7811705 w 15732060"/>
              <a:gd name="connsiteY2535" fmla="*/ 51581 h 8839200"/>
              <a:gd name="connsiteX2536" fmla="*/ 10497734 w 15732060"/>
              <a:gd name="connsiteY2536" fmla="*/ 48837 h 8839200"/>
              <a:gd name="connsiteX2537" fmla="*/ 10484564 w 15732060"/>
              <a:gd name="connsiteY2537" fmla="*/ 54187 h 8839200"/>
              <a:gd name="connsiteX2538" fmla="*/ 10482918 w 15732060"/>
              <a:gd name="connsiteY2538" fmla="*/ 78879 h 8839200"/>
              <a:gd name="connsiteX2539" fmla="*/ 10090028 w 15732060"/>
              <a:gd name="connsiteY2539" fmla="*/ 471770 h 8839200"/>
              <a:gd name="connsiteX2540" fmla="*/ 10089479 w 15732060"/>
              <a:gd name="connsiteY2540" fmla="*/ 471770 h 8839200"/>
              <a:gd name="connsiteX2541" fmla="*/ 10089479 w 15732060"/>
              <a:gd name="connsiteY2541" fmla="*/ 839419 h 8839200"/>
              <a:gd name="connsiteX2542" fmla="*/ 9924312 w 15732060"/>
              <a:gd name="connsiteY2542" fmla="*/ 1004586 h 8839200"/>
              <a:gd name="connsiteX2543" fmla="*/ 9899619 w 15732060"/>
              <a:gd name="connsiteY2543" fmla="*/ 1006232 h 8839200"/>
              <a:gd name="connsiteX2544" fmla="*/ 9899619 w 15732060"/>
              <a:gd name="connsiteY2544" fmla="*/ 1032571 h 8839200"/>
              <a:gd name="connsiteX2545" fmla="*/ 9925958 w 15732060"/>
              <a:gd name="connsiteY2545" fmla="*/ 1032571 h 8839200"/>
              <a:gd name="connsiteX2546" fmla="*/ 9927604 w 15732060"/>
              <a:gd name="connsiteY2546" fmla="*/ 1007879 h 8839200"/>
              <a:gd name="connsiteX2547" fmla="*/ 10093869 w 15732060"/>
              <a:gd name="connsiteY2547" fmla="*/ 841613 h 8839200"/>
              <a:gd name="connsiteX2548" fmla="*/ 10094418 w 15732060"/>
              <a:gd name="connsiteY2548" fmla="*/ 841613 h 8839200"/>
              <a:gd name="connsiteX2549" fmla="*/ 10094418 w 15732060"/>
              <a:gd name="connsiteY2549" fmla="*/ 473965 h 8839200"/>
              <a:gd name="connsiteX2550" fmla="*/ 10486210 w 15732060"/>
              <a:gd name="connsiteY2550" fmla="*/ 82172 h 8839200"/>
              <a:gd name="connsiteX2551" fmla="*/ 10510903 w 15732060"/>
              <a:gd name="connsiteY2551" fmla="*/ 80526 h 8839200"/>
              <a:gd name="connsiteX2552" fmla="*/ 10510903 w 15732060"/>
              <a:gd name="connsiteY2552" fmla="*/ 54187 h 8839200"/>
              <a:gd name="connsiteX2553" fmla="*/ 10497734 w 15732060"/>
              <a:gd name="connsiteY2553" fmla="*/ 48837 h 8839200"/>
              <a:gd name="connsiteX2554" fmla="*/ 7029971 w 15732060"/>
              <a:gd name="connsiteY2554" fmla="*/ 45202 h 8839200"/>
              <a:gd name="connsiteX2555" fmla="*/ 7016596 w 15732060"/>
              <a:gd name="connsiteY2555" fmla="*/ 50346 h 8839200"/>
              <a:gd name="connsiteX2556" fmla="*/ 7016596 w 15732060"/>
              <a:gd name="connsiteY2556" fmla="*/ 76685 h 8839200"/>
              <a:gd name="connsiteX2557" fmla="*/ 7028532 w 15732060"/>
              <a:gd name="connsiteY2557" fmla="*/ 82035 h 8839200"/>
              <a:gd name="connsiteX2558" fmla="*/ 7040865 w 15732060"/>
              <a:gd name="connsiteY2558" fmla="*/ 78454 h 8839200"/>
              <a:gd name="connsiteX2559" fmla="*/ 7040742 w 15732060"/>
              <a:gd name="connsiteY2559" fmla="*/ 78331 h 8839200"/>
              <a:gd name="connsiteX2560" fmla="*/ 7041290 w 15732060"/>
              <a:gd name="connsiteY2560" fmla="*/ 78331 h 8839200"/>
              <a:gd name="connsiteX2561" fmla="*/ 7040865 w 15732060"/>
              <a:gd name="connsiteY2561" fmla="*/ 78454 h 8839200"/>
              <a:gd name="connsiteX2562" fmla="*/ 7268464 w 15732060"/>
              <a:gd name="connsiteY2562" fmla="*/ 306054 h 8839200"/>
              <a:gd name="connsiteX2563" fmla="*/ 7268464 w 15732060"/>
              <a:gd name="connsiteY2563" fmla="*/ 1389793 h 8839200"/>
              <a:gd name="connsiteX2564" fmla="*/ 7506612 w 15732060"/>
              <a:gd name="connsiteY2564" fmla="*/ 1627942 h 8839200"/>
              <a:gd name="connsiteX2565" fmla="*/ 7506612 w 15732060"/>
              <a:gd name="connsiteY2565" fmla="*/ 3202245 h 8839200"/>
              <a:gd name="connsiteX2566" fmla="*/ 7511550 w 15732060"/>
              <a:gd name="connsiteY2566" fmla="*/ 3202245 h 8839200"/>
              <a:gd name="connsiteX2567" fmla="*/ 7511550 w 15732060"/>
              <a:gd name="connsiteY2567" fmla="*/ 1625747 h 8839200"/>
              <a:gd name="connsiteX2568" fmla="*/ 7273402 w 15732060"/>
              <a:gd name="connsiteY2568" fmla="*/ 1387598 h 8839200"/>
              <a:gd name="connsiteX2569" fmla="*/ 7273402 w 15732060"/>
              <a:gd name="connsiteY2569" fmla="*/ 303859 h 8839200"/>
              <a:gd name="connsiteX2570" fmla="*/ 7044582 w 15732060"/>
              <a:gd name="connsiteY2570" fmla="*/ 75038 h 8839200"/>
              <a:gd name="connsiteX2571" fmla="*/ 7042936 w 15732060"/>
              <a:gd name="connsiteY2571" fmla="*/ 50346 h 8839200"/>
              <a:gd name="connsiteX2572" fmla="*/ 7029971 w 15732060"/>
              <a:gd name="connsiteY2572" fmla="*/ 45202 h 8839200"/>
              <a:gd name="connsiteX2573" fmla="*/ 4452386 w 15732060"/>
              <a:gd name="connsiteY2573" fmla="*/ 43350 h 8839200"/>
              <a:gd name="connsiteX2574" fmla="*/ 4439216 w 15732060"/>
              <a:gd name="connsiteY2574" fmla="*/ 48699 h 8839200"/>
              <a:gd name="connsiteX2575" fmla="*/ 4439216 w 15732060"/>
              <a:gd name="connsiteY2575" fmla="*/ 75038 h 8839200"/>
              <a:gd name="connsiteX2576" fmla="*/ 4463910 w 15732060"/>
              <a:gd name="connsiteY2576" fmla="*/ 76685 h 8839200"/>
              <a:gd name="connsiteX2577" fmla="*/ 4464458 w 15732060"/>
              <a:gd name="connsiteY2577" fmla="*/ 77234 h 8839200"/>
              <a:gd name="connsiteX2578" fmla="*/ 4608774 w 15732060"/>
              <a:gd name="connsiteY2578" fmla="*/ 221549 h 8839200"/>
              <a:gd name="connsiteX2579" fmla="*/ 4608774 w 15732060"/>
              <a:gd name="connsiteY2579" fmla="*/ 447626 h 8839200"/>
              <a:gd name="connsiteX2580" fmla="*/ 5077938 w 15732060"/>
              <a:gd name="connsiteY2580" fmla="*/ 916789 h 8839200"/>
              <a:gd name="connsiteX2581" fmla="*/ 5077938 w 15732060"/>
              <a:gd name="connsiteY2581" fmla="*/ 1060007 h 8839200"/>
              <a:gd name="connsiteX2582" fmla="*/ 5061476 w 15732060"/>
              <a:gd name="connsiteY2582" fmla="*/ 1078664 h 8839200"/>
              <a:gd name="connsiteX2583" fmla="*/ 5080132 w 15732060"/>
              <a:gd name="connsiteY2583" fmla="*/ 1097321 h 8839200"/>
              <a:gd name="connsiteX2584" fmla="*/ 5098790 w 15732060"/>
              <a:gd name="connsiteY2584" fmla="*/ 1078664 h 8839200"/>
              <a:gd name="connsiteX2585" fmla="*/ 5082327 w 15732060"/>
              <a:gd name="connsiteY2585" fmla="*/ 1060007 h 8839200"/>
              <a:gd name="connsiteX2586" fmla="*/ 5082327 w 15732060"/>
              <a:gd name="connsiteY2586" fmla="*/ 914594 h 8839200"/>
              <a:gd name="connsiteX2587" fmla="*/ 4613164 w 15732060"/>
              <a:gd name="connsiteY2587" fmla="*/ 445431 h 8839200"/>
              <a:gd name="connsiteX2588" fmla="*/ 4613164 w 15732060"/>
              <a:gd name="connsiteY2588" fmla="*/ 219355 h 8839200"/>
              <a:gd name="connsiteX2589" fmla="*/ 4467202 w 15732060"/>
              <a:gd name="connsiteY2589" fmla="*/ 73393 h 8839200"/>
              <a:gd name="connsiteX2590" fmla="*/ 4465556 w 15732060"/>
              <a:gd name="connsiteY2590" fmla="*/ 48699 h 8839200"/>
              <a:gd name="connsiteX2591" fmla="*/ 4452386 w 15732060"/>
              <a:gd name="connsiteY2591" fmla="*/ 43350 h 8839200"/>
              <a:gd name="connsiteX2592" fmla="*/ 11888213 w 15732060"/>
              <a:gd name="connsiteY2592" fmla="*/ 29083 h 8839200"/>
              <a:gd name="connsiteX2593" fmla="*/ 11875043 w 15732060"/>
              <a:gd name="connsiteY2593" fmla="*/ 34433 h 8839200"/>
              <a:gd name="connsiteX2594" fmla="*/ 11873397 w 15732060"/>
              <a:gd name="connsiteY2594" fmla="*/ 59125 h 8839200"/>
              <a:gd name="connsiteX2595" fmla="*/ 11618239 w 15732060"/>
              <a:gd name="connsiteY2595" fmla="*/ 314285 h 8839200"/>
              <a:gd name="connsiteX2596" fmla="*/ 11617689 w 15732060"/>
              <a:gd name="connsiteY2596" fmla="*/ 314285 h 8839200"/>
              <a:gd name="connsiteX2597" fmla="*/ 11617689 w 15732060"/>
              <a:gd name="connsiteY2597" fmla="*/ 416897 h 8839200"/>
              <a:gd name="connsiteX2598" fmla="*/ 11462948 w 15732060"/>
              <a:gd name="connsiteY2598" fmla="*/ 571638 h 8839200"/>
              <a:gd name="connsiteX2599" fmla="*/ 11376249 w 15732060"/>
              <a:gd name="connsiteY2599" fmla="*/ 571638 h 8839200"/>
              <a:gd name="connsiteX2600" fmla="*/ 11279124 w 15732060"/>
              <a:gd name="connsiteY2600" fmla="*/ 668763 h 8839200"/>
              <a:gd name="connsiteX2601" fmla="*/ 11279671 w 15732060"/>
              <a:gd name="connsiteY2601" fmla="*/ 668215 h 8839200"/>
              <a:gd name="connsiteX2602" fmla="*/ 11254979 w 15732060"/>
              <a:gd name="connsiteY2602" fmla="*/ 669861 h 8839200"/>
              <a:gd name="connsiteX2603" fmla="*/ 11254979 w 15732060"/>
              <a:gd name="connsiteY2603" fmla="*/ 696200 h 8839200"/>
              <a:gd name="connsiteX2604" fmla="*/ 11281318 w 15732060"/>
              <a:gd name="connsiteY2604" fmla="*/ 696200 h 8839200"/>
              <a:gd name="connsiteX2605" fmla="*/ 11282965 w 15732060"/>
              <a:gd name="connsiteY2605" fmla="*/ 671507 h 8839200"/>
              <a:gd name="connsiteX2606" fmla="*/ 11378443 w 15732060"/>
              <a:gd name="connsiteY2606" fmla="*/ 576029 h 8839200"/>
              <a:gd name="connsiteX2607" fmla="*/ 11465142 w 15732060"/>
              <a:gd name="connsiteY2607" fmla="*/ 576029 h 8839200"/>
              <a:gd name="connsiteX2608" fmla="*/ 11622079 w 15732060"/>
              <a:gd name="connsiteY2608" fmla="*/ 419092 h 8839200"/>
              <a:gd name="connsiteX2609" fmla="*/ 11622628 w 15732060"/>
              <a:gd name="connsiteY2609" fmla="*/ 419092 h 8839200"/>
              <a:gd name="connsiteX2610" fmla="*/ 11622628 w 15732060"/>
              <a:gd name="connsiteY2610" fmla="*/ 316480 h 8839200"/>
              <a:gd name="connsiteX2611" fmla="*/ 11876689 w 15732060"/>
              <a:gd name="connsiteY2611" fmla="*/ 62418 h 8839200"/>
              <a:gd name="connsiteX2612" fmla="*/ 11901382 w 15732060"/>
              <a:gd name="connsiteY2612" fmla="*/ 60772 h 8839200"/>
              <a:gd name="connsiteX2613" fmla="*/ 11901382 w 15732060"/>
              <a:gd name="connsiteY2613" fmla="*/ 34433 h 8839200"/>
              <a:gd name="connsiteX2614" fmla="*/ 11888213 w 15732060"/>
              <a:gd name="connsiteY2614" fmla="*/ 29083 h 8839200"/>
              <a:gd name="connsiteX2615" fmla="*/ 14013990 w 15732060"/>
              <a:gd name="connsiteY2615" fmla="*/ 19754 h 8839200"/>
              <a:gd name="connsiteX2616" fmla="*/ 14000819 w 15732060"/>
              <a:gd name="connsiteY2616" fmla="*/ 25104 h 8839200"/>
              <a:gd name="connsiteX2617" fmla="*/ 13999173 w 15732060"/>
              <a:gd name="connsiteY2617" fmla="*/ 49797 h 8839200"/>
              <a:gd name="connsiteX2618" fmla="*/ 13179921 w 15732060"/>
              <a:gd name="connsiteY2618" fmla="*/ 869050 h 8839200"/>
              <a:gd name="connsiteX2619" fmla="*/ 12643813 w 15732060"/>
              <a:gd name="connsiteY2619" fmla="*/ 869050 h 8839200"/>
              <a:gd name="connsiteX2620" fmla="*/ 12374935 w 15732060"/>
              <a:gd name="connsiteY2620" fmla="*/ 1137927 h 8839200"/>
              <a:gd name="connsiteX2621" fmla="*/ 12374386 w 15732060"/>
              <a:gd name="connsiteY2621" fmla="*/ 1137927 h 8839200"/>
              <a:gd name="connsiteX2622" fmla="*/ 12374386 w 15732060"/>
              <a:gd name="connsiteY2622" fmla="*/ 1230662 h 8839200"/>
              <a:gd name="connsiteX2623" fmla="*/ 11985338 w 15732060"/>
              <a:gd name="connsiteY2623" fmla="*/ 1619711 h 8839200"/>
              <a:gd name="connsiteX2624" fmla="*/ 10850018 w 15732060"/>
              <a:gd name="connsiteY2624" fmla="*/ 1619711 h 8839200"/>
              <a:gd name="connsiteX2625" fmla="*/ 10752892 w 15732060"/>
              <a:gd name="connsiteY2625" fmla="*/ 1716836 h 8839200"/>
              <a:gd name="connsiteX2626" fmla="*/ 10728200 w 15732060"/>
              <a:gd name="connsiteY2626" fmla="*/ 1718482 h 8839200"/>
              <a:gd name="connsiteX2627" fmla="*/ 10728200 w 15732060"/>
              <a:gd name="connsiteY2627" fmla="*/ 1744821 h 8839200"/>
              <a:gd name="connsiteX2628" fmla="*/ 10754538 w 15732060"/>
              <a:gd name="connsiteY2628" fmla="*/ 1744821 h 8839200"/>
              <a:gd name="connsiteX2629" fmla="*/ 10756185 w 15732060"/>
              <a:gd name="connsiteY2629" fmla="*/ 1720128 h 8839200"/>
              <a:gd name="connsiteX2630" fmla="*/ 10851663 w 15732060"/>
              <a:gd name="connsiteY2630" fmla="*/ 1624649 h 8839200"/>
              <a:gd name="connsiteX2631" fmla="*/ 11986984 w 15732060"/>
              <a:gd name="connsiteY2631" fmla="*/ 1624649 h 8839200"/>
              <a:gd name="connsiteX2632" fmla="*/ 12378228 w 15732060"/>
              <a:gd name="connsiteY2632" fmla="*/ 1233405 h 8839200"/>
              <a:gd name="connsiteX2633" fmla="*/ 12378776 w 15732060"/>
              <a:gd name="connsiteY2633" fmla="*/ 1233405 h 8839200"/>
              <a:gd name="connsiteX2634" fmla="*/ 12378776 w 15732060"/>
              <a:gd name="connsiteY2634" fmla="*/ 1140671 h 8839200"/>
              <a:gd name="connsiteX2635" fmla="*/ 12645459 w 15732060"/>
              <a:gd name="connsiteY2635" fmla="*/ 873988 h 8839200"/>
              <a:gd name="connsiteX2636" fmla="*/ 13181567 w 15732060"/>
              <a:gd name="connsiteY2636" fmla="*/ 873988 h 8839200"/>
              <a:gd name="connsiteX2637" fmla="*/ 14002466 w 15732060"/>
              <a:gd name="connsiteY2637" fmla="*/ 53090 h 8839200"/>
              <a:gd name="connsiteX2638" fmla="*/ 14027159 w 15732060"/>
              <a:gd name="connsiteY2638" fmla="*/ 51443 h 8839200"/>
              <a:gd name="connsiteX2639" fmla="*/ 14027159 w 15732060"/>
              <a:gd name="connsiteY2639" fmla="*/ 25104 h 8839200"/>
              <a:gd name="connsiteX2640" fmla="*/ 14013990 w 15732060"/>
              <a:gd name="connsiteY2640" fmla="*/ 19754 h 8839200"/>
              <a:gd name="connsiteX2641" fmla="*/ 15502142 w 15732060"/>
              <a:gd name="connsiteY2641" fmla="*/ 0 h 8839200"/>
              <a:gd name="connsiteX2642" fmla="*/ 15488973 w 15732060"/>
              <a:gd name="connsiteY2642" fmla="*/ 5350 h 8839200"/>
              <a:gd name="connsiteX2643" fmla="*/ 15487326 w 15732060"/>
              <a:gd name="connsiteY2643" fmla="*/ 30043 h 8839200"/>
              <a:gd name="connsiteX2644" fmla="*/ 15189365 w 15732060"/>
              <a:gd name="connsiteY2644" fmla="*/ 328003 h 8839200"/>
              <a:gd name="connsiteX2645" fmla="*/ 14634602 w 15732060"/>
              <a:gd name="connsiteY2645" fmla="*/ 328003 h 8839200"/>
              <a:gd name="connsiteX2646" fmla="*/ 13882293 w 15732060"/>
              <a:gd name="connsiteY2646" fmla="*/ 1080311 h 8839200"/>
              <a:gd name="connsiteX2647" fmla="*/ 12793067 w 15732060"/>
              <a:gd name="connsiteY2647" fmla="*/ 1080311 h 8839200"/>
              <a:gd name="connsiteX2648" fmla="*/ 12792519 w 15732060"/>
              <a:gd name="connsiteY2648" fmla="*/ 1080859 h 8839200"/>
              <a:gd name="connsiteX2649" fmla="*/ 12773861 w 15732060"/>
              <a:gd name="connsiteY2649" fmla="*/ 1064397 h 8839200"/>
              <a:gd name="connsiteX2650" fmla="*/ 12755204 w 15732060"/>
              <a:gd name="connsiteY2650" fmla="*/ 1083053 h 8839200"/>
              <a:gd name="connsiteX2651" fmla="*/ 12773861 w 15732060"/>
              <a:gd name="connsiteY2651" fmla="*/ 1101710 h 8839200"/>
              <a:gd name="connsiteX2652" fmla="*/ 12792519 w 15732060"/>
              <a:gd name="connsiteY2652" fmla="*/ 1085249 h 8839200"/>
              <a:gd name="connsiteX2653" fmla="*/ 13883940 w 15732060"/>
              <a:gd name="connsiteY2653" fmla="*/ 1085249 h 8839200"/>
              <a:gd name="connsiteX2654" fmla="*/ 14636248 w 15732060"/>
              <a:gd name="connsiteY2654" fmla="*/ 332941 h 8839200"/>
              <a:gd name="connsiteX2655" fmla="*/ 15191012 w 15732060"/>
              <a:gd name="connsiteY2655" fmla="*/ 332941 h 8839200"/>
              <a:gd name="connsiteX2656" fmla="*/ 15490618 w 15732060"/>
              <a:gd name="connsiteY2656" fmla="*/ 33335 h 8839200"/>
              <a:gd name="connsiteX2657" fmla="*/ 15515312 w 15732060"/>
              <a:gd name="connsiteY2657" fmla="*/ 31689 h 8839200"/>
              <a:gd name="connsiteX2658" fmla="*/ 15515312 w 15732060"/>
              <a:gd name="connsiteY2658" fmla="*/ 5350 h 8839200"/>
              <a:gd name="connsiteX2659" fmla="*/ 15502142 w 15732060"/>
              <a:gd name="connsiteY2659" fmla="*/ 0 h 883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</a:cxnLst>
            <a:rect l="l" t="t" r="r" b="b"/>
            <a:pathLst>
              <a:path w="15732060" h="8839200">
                <a:moveTo>
                  <a:pt x="10986103" y="8468534"/>
                </a:moveTo>
                <a:cubicBezTo>
                  <a:pt x="10981301" y="8468534"/>
                  <a:pt x="10976500" y="8470318"/>
                  <a:pt x="10972932" y="8473884"/>
                </a:cubicBezTo>
                <a:cubicBezTo>
                  <a:pt x="10965799" y="8481018"/>
                  <a:pt x="10965799" y="8493090"/>
                  <a:pt x="10972932" y="8500223"/>
                </a:cubicBezTo>
                <a:cubicBezTo>
                  <a:pt x="10979517" y="8506808"/>
                  <a:pt x="10989943" y="8507357"/>
                  <a:pt x="10997626" y="8501870"/>
                </a:cubicBezTo>
                <a:lnTo>
                  <a:pt x="11103530" y="8607774"/>
                </a:lnTo>
                <a:lnTo>
                  <a:pt x="11103530" y="8765808"/>
                </a:lnTo>
                <a:cubicBezTo>
                  <a:pt x="11094202" y="8766906"/>
                  <a:pt x="11087069" y="8774588"/>
                  <a:pt x="11087069" y="8784465"/>
                </a:cubicBezTo>
                <a:cubicBezTo>
                  <a:pt x="11087069" y="8794342"/>
                  <a:pt x="11095299" y="8803121"/>
                  <a:pt x="11105724" y="8803121"/>
                </a:cubicBezTo>
                <a:cubicBezTo>
                  <a:pt x="11116151" y="8803121"/>
                  <a:pt x="11124382" y="8794890"/>
                  <a:pt x="11124382" y="8784465"/>
                </a:cubicBezTo>
                <a:cubicBezTo>
                  <a:pt x="11124382" y="8779252"/>
                  <a:pt x="11122599" y="8774863"/>
                  <a:pt x="11119649" y="8771639"/>
                </a:cubicBezTo>
                <a:lnTo>
                  <a:pt x="11108468" y="8766081"/>
                </a:lnTo>
                <a:lnTo>
                  <a:pt x="11108468" y="8766357"/>
                </a:lnTo>
                <a:lnTo>
                  <a:pt x="11107920" y="8765808"/>
                </a:lnTo>
                <a:lnTo>
                  <a:pt x="11108468" y="8766081"/>
                </a:lnTo>
                <a:lnTo>
                  <a:pt x="11108468" y="8606128"/>
                </a:lnTo>
                <a:lnTo>
                  <a:pt x="11000918" y="8498577"/>
                </a:lnTo>
                <a:cubicBezTo>
                  <a:pt x="11006405" y="8491444"/>
                  <a:pt x="11005856" y="8480469"/>
                  <a:pt x="10999272" y="8473884"/>
                </a:cubicBezTo>
                <a:cubicBezTo>
                  <a:pt x="10995706" y="8470318"/>
                  <a:pt x="10990904" y="8468534"/>
                  <a:pt x="10986103" y="8468534"/>
                </a:cubicBezTo>
                <a:close/>
                <a:moveTo>
                  <a:pt x="8224898" y="8413113"/>
                </a:moveTo>
                <a:cubicBezTo>
                  <a:pt x="8220097" y="8413113"/>
                  <a:pt x="8215295" y="8414896"/>
                  <a:pt x="8211729" y="8418462"/>
                </a:cubicBezTo>
                <a:cubicBezTo>
                  <a:pt x="8204595" y="8425596"/>
                  <a:pt x="8204595" y="8437668"/>
                  <a:pt x="8211729" y="8444801"/>
                </a:cubicBezTo>
                <a:cubicBezTo>
                  <a:pt x="8218313" y="8451386"/>
                  <a:pt x="8228739" y="8451935"/>
                  <a:pt x="8236421" y="8446447"/>
                </a:cubicBezTo>
                <a:lnTo>
                  <a:pt x="8332998" y="8543025"/>
                </a:lnTo>
                <a:lnTo>
                  <a:pt x="8332998" y="8766906"/>
                </a:lnTo>
                <a:cubicBezTo>
                  <a:pt x="8323669" y="8768004"/>
                  <a:pt x="8316536" y="8775685"/>
                  <a:pt x="8316536" y="8785562"/>
                </a:cubicBezTo>
                <a:cubicBezTo>
                  <a:pt x="8316536" y="8795440"/>
                  <a:pt x="8324767" y="8804219"/>
                  <a:pt x="8335193" y="8804219"/>
                </a:cubicBezTo>
                <a:cubicBezTo>
                  <a:pt x="8345618" y="8804219"/>
                  <a:pt x="8353849" y="8795989"/>
                  <a:pt x="8353849" y="8785562"/>
                </a:cubicBezTo>
                <a:cubicBezTo>
                  <a:pt x="8353849" y="8775136"/>
                  <a:pt x="8346716" y="8768004"/>
                  <a:pt x="8337388" y="8766906"/>
                </a:cubicBezTo>
                <a:lnTo>
                  <a:pt x="8337388" y="8766357"/>
                </a:lnTo>
                <a:lnTo>
                  <a:pt x="8337388" y="8540829"/>
                </a:lnTo>
                <a:lnTo>
                  <a:pt x="8239714" y="8443156"/>
                </a:lnTo>
                <a:cubicBezTo>
                  <a:pt x="8245202" y="8436022"/>
                  <a:pt x="8244653" y="8425047"/>
                  <a:pt x="8238067" y="8418462"/>
                </a:cubicBezTo>
                <a:cubicBezTo>
                  <a:pt x="8234500" y="8414896"/>
                  <a:pt x="8229699" y="8413113"/>
                  <a:pt x="8224898" y="8413113"/>
                </a:cubicBezTo>
                <a:close/>
                <a:moveTo>
                  <a:pt x="3962920" y="8307757"/>
                </a:moveTo>
                <a:cubicBezTo>
                  <a:pt x="3958119" y="8307757"/>
                  <a:pt x="3953317" y="8309540"/>
                  <a:pt x="3949750" y="8313107"/>
                </a:cubicBezTo>
                <a:cubicBezTo>
                  <a:pt x="3943166" y="8319692"/>
                  <a:pt x="3942617" y="8330118"/>
                  <a:pt x="3948105" y="8337800"/>
                </a:cubicBezTo>
                <a:lnTo>
                  <a:pt x="3837261" y="8448642"/>
                </a:lnTo>
                <a:lnTo>
                  <a:pt x="3672642" y="8448642"/>
                </a:lnTo>
                <a:lnTo>
                  <a:pt x="3363708" y="8757578"/>
                </a:lnTo>
                <a:cubicBezTo>
                  <a:pt x="3356574" y="8752090"/>
                  <a:pt x="3345600" y="8752638"/>
                  <a:pt x="3339016" y="8759223"/>
                </a:cubicBezTo>
                <a:cubicBezTo>
                  <a:pt x="3331882" y="8766357"/>
                  <a:pt x="3331882" y="8778429"/>
                  <a:pt x="3339016" y="8785562"/>
                </a:cubicBezTo>
                <a:cubicBezTo>
                  <a:pt x="3346149" y="8792696"/>
                  <a:pt x="3358221" y="8792696"/>
                  <a:pt x="3365354" y="8785562"/>
                </a:cubicBezTo>
                <a:cubicBezTo>
                  <a:pt x="3371938" y="8778977"/>
                  <a:pt x="3372488" y="8768552"/>
                  <a:pt x="3367000" y="8760869"/>
                </a:cubicBezTo>
                <a:lnTo>
                  <a:pt x="3674289" y="8453582"/>
                </a:lnTo>
                <a:lnTo>
                  <a:pt x="3838908" y="8453582"/>
                </a:lnTo>
                <a:lnTo>
                  <a:pt x="3951397" y="8341092"/>
                </a:lnTo>
                <a:cubicBezTo>
                  <a:pt x="3958530" y="8346579"/>
                  <a:pt x="3969504" y="8346031"/>
                  <a:pt x="3976090" y="8339446"/>
                </a:cubicBezTo>
                <a:cubicBezTo>
                  <a:pt x="3983223" y="8332313"/>
                  <a:pt x="3983223" y="8320240"/>
                  <a:pt x="3976090" y="8313107"/>
                </a:cubicBezTo>
                <a:cubicBezTo>
                  <a:pt x="3972523" y="8309540"/>
                  <a:pt x="3967722" y="8307757"/>
                  <a:pt x="3962920" y="8307757"/>
                </a:cubicBezTo>
                <a:close/>
                <a:moveTo>
                  <a:pt x="9268031" y="8282516"/>
                </a:moveTo>
                <a:cubicBezTo>
                  <a:pt x="9263230" y="8282516"/>
                  <a:pt x="9258428" y="8284299"/>
                  <a:pt x="9254862" y="8287866"/>
                </a:cubicBezTo>
                <a:cubicBezTo>
                  <a:pt x="9247729" y="8294998"/>
                  <a:pt x="9247729" y="8307071"/>
                  <a:pt x="9254862" y="8314204"/>
                </a:cubicBezTo>
                <a:cubicBezTo>
                  <a:pt x="9261446" y="8320790"/>
                  <a:pt x="9271873" y="8321338"/>
                  <a:pt x="9279556" y="8315851"/>
                </a:cubicBezTo>
                <a:lnTo>
                  <a:pt x="9328941" y="8365236"/>
                </a:lnTo>
                <a:lnTo>
                  <a:pt x="9328941" y="8753736"/>
                </a:lnTo>
                <a:cubicBezTo>
                  <a:pt x="9319612" y="8754834"/>
                  <a:pt x="9312479" y="8762516"/>
                  <a:pt x="9312479" y="8772392"/>
                </a:cubicBezTo>
                <a:cubicBezTo>
                  <a:pt x="9312479" y="8782270"/>
                  <a:pt x="9320709" y="8791049"/>
                  <a:pt x="9331135" y="8791049"/>
                </a:cubicBezTo>
                <a:cubicBezTo>
                  <a:pt x="9341562" y="8791049"/>
                  <a:pt x="9349792" y="8782819"/>
                  <a:pt x="9349792" y="8772392"/>
                </a:cubicBezTo>
                <a:cubicBezTo>
                  <a:pt x="9349792" y="8761966"/>
                  <a:pt x="9342659" y="8754834"/>
                  <a:pt x="9333330" y="8753736"/>
                </a:cubicBezTo>
                <a:lnTo>
                  <a:pt x="9333330" y="8363042"/>
                </a:lnTo>
                <a:lnTo>
                  <a:pt x="9282847" y="8312558"/>
                </a:lnTo>
                <a:cubicBezTo>
                  <a:pt x="9288335" y="8305425"/>
                  <a:pt x="9287786" y="8294450"/>
                  <a:pt x="9281201" y="8287866"/>
                </a:cubicBezTo>
                <a:cubicBezTo>
                  <a:pt x="9277634" y="8284299"/>
                  <a:pt x="9272833" y="8282516"/>
                  <a:pt x="9268031" y="8282516"/>
                </a:cubicBezTo>
                <a:close/>
                <a:moveTo>
                  <a:pt x="13399413" y="8163990"/>
                </a:moveTo>
                <a:cubicBezTo>
                  <a:pt x="13394611" y="8163990"/>
                  <a:pt x="13389810" y="8165773"/>
                  <a:pt x="13386243" y="8169340"/>
                </a:cubicBezTo>
                <a:cubicBezTo>
                  <a:pt x="13379109" y="8176473"/>
                  <a:pt x="13379109" y="8188545"/>
                  <a:pt x="13386243" y="8195679"/>
                </a:cubicBezTo>
                <a:cubicBezTo>
                  <a:pt x="13392828" y="8202264"/>
                  <a:pt x="13403253" y="8202812"/>
                  <a:pt x="13410936" y="8197326"/>
                </a:cubicBezTo>
                <a:lnTo>
                  <a:pt x="13824129" y="8610517"/>
                </a:lnTo>
                <a:lnTo>
                  <a:pt x="13824677" y="8610517"/>
                </a:lnTo>
                <a:cubicBezTo>
                  <a:pt x="13824677" y="8611066"/>
                  <a:pt x="14476568" y="8611066"/>
                  <a:pt x="14476568" y="8611066"/>
                </a:cubicBezTo>
                <a:lnTo>
                  <a:pt x="14643380" y="8777880"/>
                </a:lnTo>
                <a:cubicBezTo>
                  <a:pt x="14637893" y="8785014"/>
                  <a:pt x="14638443" y="8795989"/>
                  <a:pt x="14645027" y="8802573"/>
                </a:cubicBezTo>
                <a:cubicBezTo>
                  <a:pt x="14652160" y="8809706"/>
                  <a:pt x="14664232" y="8809706"/>
                  <a:pt x="14671366" y="8802573"/>
                </a:cubicBezTo>
                <a:cubicBezTo>
                  <a:pt x="14678500" y="8795440"/>
                  <a:pt x="14678500" y="8783367"/>
                  <a:pt x="14671366" y="8776235"/>
                </a:cubicBezTo>
                <a:cubicBezTo>
                  <a:pt x="14664782" y="8769650"/>
                  <a:pt x="14654355" y="8769101"/>
                  <a:pt x="14646673" y="8774588"/>
                </a:cubicBezTo>
                <a:lnTo>
                  <a:pt x="14479311" y="8607225"/>
                </a:lnTo>
                <a:lnTo>
                  <a:pt x="14478762" y="8607225"/>
                </a:lnTo>
                <a:cubicBezTo>
                  <a:pt x="14478762" y="8606676"/>
                  <a:pt x="13826872" y="8606676"/>
                  <a:pt x="13826872" y="8606676"/>
                </a:cubicBezTo>
                <a:lnTo>
                  <a:pt x="13414228" y="8194032"/>
                </a:lnTo>
                <a:cubicBezTo>
                  <a:pt x="13419715" y="8186900"/>
                  <a:pt x="13419167" y="8175925"/>
                  <a:pt x="13412582" y="8169340"/>
                </a:cubicBezTo>
                <a:cubicBezTo>
                  <a:pt x="13409015" y="8165773"/>
                  <a:pt x="13404214" y="8163990"/>
                  <a:pt x="13399413" y="8163990"/>
                </a:cubicBezTo>
                <a:close/>
                <a:moveTo>
                  <a:pt x="8317084" y="8068511"/>
                </a:moveTo>
                <a:cubicBezTo>
                  <a:pt x="8312282" y="8068511"/>
                  <a:pt x="8307481" y="8070295"/>
                  <a:pt x="8303915" y="8073861"/>
                </a:cubicBezTo>
                <a:cubicBezTo>
                  <a:pt x="8296782" y="8080994"/>
                  <a:pt x="8296782" y="8093067"/>
                  <a:pt x="8303915" y="8100200"/>
                </a:cubicBezTo>
                <a:cubicBezTo>
                  <a:pt x="8310500" y="8106785"/>
                  <a:pt x="8320925" y="8107334"/>
                  <a:pt x="8328608" y="8101846"/>
                </a:cubicBezTo>
                <a:lnTo>
                  <a:pt x="8425733" y="8198971"/>
                </a:lnTo>
                <a:lnTo>
                  <a:pt x="8426282" y="8198971"/>
                </a:lnTo>
                <a:cubicBezTo>
                  <a:pt x="8426282" y="8199520"/>
                  <a:pt x="8649614" y="8199520"/>
                  <a:pt x="8649614" y="8199520"/>
                </a:cubicBezTo>
                <a:lnTo>
                  <a:pt x="8891603" y="8441510"/>
                </a:lnTo>
                <a:lnTo>
                  <a:pt x="8891603" y="8753187"/>
                </a:lnTo>
                <a:cubicBezTo>
                  <a:pt x="8882275" y="8754285"/>
                  <a:pt x="8875142" y="8761966"/>
                  <a:pt x="8875142" y="8771844"/>
                </a:cubicBezTo>
                <a:cubicBezTo>
                  <a:pt x="8875142" y="8781721"/>
                  <a:pt x="8883373" y="8790501"/>
                  <a:pt x="8893799" y="8790501"/>
                </a:cubicBezTo>
                <a:cubicBezTo>
                  <a:pt x="8904225" y="8790501"/>
                  <a:pt x="8912456" y="8782270"/>
                  <a:pt x="8912456" y="8771844"/>
                </a:cubicBezTo>
                <a:cubicBezTo>
                  <a:pt x="8912456" y="8766631"/>
                  <a:pt x="8910672" y="8762242"/>
                  <a:pt x="8907723" y="8759018"/>
                </a:cubicBezTo>
                <a:lnTo>
                  <a:pt x="8896542" y="8753460"/>
                </a:lnTo>
                <a:lnTo>
                  <a:pt x="8896542" y="8753736"/>
                </a:lnTo>
                <a:lnTo>
                  <a:pt x="8895993" y="8753187"/>
                </a:lnTo>
                <a:lnTo>
                  <a:pt x="8896542" y="8753460"/>
                </a:lnTo>
                <a:lnTo>
                  <a:pt x="8896542" y="8439863"/>
                </a:lnTo>
                <a:lnTo>
                  <a:pt x="8652358" y="8195679"/>
                </a:lnTo>
                <a:lnTo>
                  <a:pt x="8651810" y="8195679"/>
                </a:lnTo>
                <a:cubicBezTo>
                  <a:pt x="8651810" y="8195130"/>
                  <a:pt x="8428477" y="8195130"/>
                  <a:pt x="8428477" y="8195130"/>
                </a:cubicBezTo>
                <a:lnTo>
                  <a:pt x="8331900" y="8098555"/>
                </a:lnTo>
                <a:cubicBezTo>
                  <a:pt x="8337388" y="8091420"/>
                  <a:pt x="8336839" y="8080445"/>
                  <a:pt x="8330254" y="8073861"/>
                </a:cubicBezTo>
                <a:cubicBezTo>
                  <a:pt x="8326687" y="8070295"/>
                  <a:pt x="8321885" y="8068511"/>
                  <a:pt x="8317084" y="8068511"/>
                </a:cubicBezTo>
                <a:close/>
                <a:moveTo>
                  <a:pt x="903206" y="7993746"/>
                </a:moveTo>
                <a:cubicBezTo>
                  <a:pt x="892782" y="7993746"/>
                  <a:pt x="885648" y="8000881"/>
                  <a:pt x="884550" y="8010209"/>
                </a:cubicBezTo>
                <a:lnTo>
                  <a:pt x="260646" y="8010209"/>
                </a:lnTo>
                <a:lnTo>
                  <a:pt x="133340" y="8137514"/>
                </a:lnTo>
                <a:cubicBezTo>
                  <a:pt x="126208" y="8132026"/>
                  <a:pt x="115232" y="8132575"/>
                  <a:pt x="108648" y="8139160"/>
                </a:cubicBezTo>
                <a:cubicBezTo>
                  <a:pt x="102062" y="8145745"/>
                  <a:pt x="101514" y="8158365"/>
                  <a:pt x="108648" y="8165499"/>
                </a:cubicBezTo>
                <a:cubicBezTo>
                  <a:pt x="115780" y="8172632"/>
                  <a:pt x="127852" y="8172632"/>
                  <a:pt x="134986" y="8165499"/>
                </a:cubicBezTo>
                <a:cubicBezTo>
                  <a:pt x="141572" y="8158915"/>
                  <a:pt x="142120" y="8148489"/>
                  <a:pt x="136634" y="8140807"/>
                </a:cubicBezTo>
                <a:lnTo>
                  <a:pt x="262840" y="8014598"/>
                </a:lnTo>
                <a:lnTo>
                  <a:pt x="884550" y="8014598"/>
                </a:lnTo>
                <a:cubicBezTo>
                  <a:pt x="885648" y="8023926"/>
                  <a:pt x="893330" y="8031060"/>
                  <a:pt x="903206" y="8031060"/>
                </a:cubicBezTo>
                <a:cubicBezTo>
                  <a:pt x="913084" y="8031060"/>
                  <a:pt x="921864" y="8022829"/>
                  <a:pt x="921864" y="8012403"/>
                </a:cubicBezTo>
                <a:cubicBezTo>
                  <a:pt x="921864" y="8001978"/>
                  <a:pt x="913632" y="7993746"/>
                  <a:pt x="903206" y="7993746"/>
                </a:cubicBezTo>
                <a:close/>
                <a:moveTo>
                  <a:pt x="4129185" y="7974541"/>
                </a:moveTo>
                <a:cubicBezTo>
                  <a:pt x="4118759" y="7974541"/>
                  <a:pt x="4110528" y="7982772"/>
                  <a:pt x="4110528" y="7993198"/>
                </a:cubicBezTo>
                <a:cubicBezTo>
                  <a:pt x="4110528" y="8003624"/>
                  <a:pt x="4117662" y="8010757"/>
                  <a:pt x="4126990" y="8011855"/>
                </a:cubicBezTo>
                <a:lnTo>
                  <a:pt x="4126990" y="8401452"/>
                </a:lnTo>
                <a:lnTo>
                  <a:pt x="3920119" y="8608323"/>
                </a:lnTo>
                <a:lnTo>
                  <a:pt x="3804337" y="8608323"/>
                </a:lnTo>
                <a:lnTo>
                  <a:pt x="3646852" y="8765808"/>
                </a:lnTo>
                <a:cubicBezTo>
                  <a:pt x="3639719" y="8760321"/>
                  <a:pt x="3628744" y="8760869"/>
                  <a:pt x="3622159" y="8767454"/>
                </a:cubicBezTo>
                <a:cubicBezTo>
                  <a:pt x="3615026" y="8774588"/>
                  <a:pt x="3615026" y="8786660"/>
                  <a:pt x="3622159" y="8793793"/>
                </a:cubicBezTo>
                <a:cubicBezTo>
                  <a:pt x="3629293" y="8800927"/>
                  <a:pt x="3641365" y="8800927"/>
                  <a:pt x="3648498" y="8793793"/>
                </a:cubicBezTo>
                <a:cubicBezTo>
                  <a:pt x="3655083" y="8787209"/>
                  <a:pt x="3655632" y="8776783"/>
                  <a:pt x="3650144" y="8769101"/>
                </a:cubicBezTo>
                <a:lnTo>
                  <a:pt x="3805984" y="8613261"/>
                </a:lnTo>
                <a:lnTo>
                  <a:pt x="3921766" y="8613261"/>
                </a:lnTo>
                <a:lnTo>
                  <a:pt x="4131380" y="8403648"/>
                </a:lnTo>
                <a:lnTo>
                  <a:pt x="4131380" y="8011855"/>
                </a:lnTo>
                <a:cubicBezTo>
                  <a:pt x="4140708" y="8010757"/>
                  <a:pt x="4147842" y="8003075"/>
                  <a:pt x="4147842" y="7993198"/>
                </a:cubicBezTo>
                <a:cubicBezTo>
                  <a:pt x="4147842" y="7983321"/>
                  <a:pt x="4139611" y="7974541"/>
                  <a:pt x="4129185" y="7974541"/>
                </a:cubicBezTo>
                <a:close/>
                <a:moveTo>
                  <a:pt x="9336828" y="7947997"/>
                </a:moveTo>
                <a:cubicBezTo>
                  <a:pt x="9331958" y="7947928"/>
                  <a:pt x="9327020" y="7949574"/>
                  <a:pt x="9323453" y="7953141"/>
                </a:cubicBezTo>
                <a:cubicBezTo>
                  <a:pt x="9316320" y="7960275"/>
                  <a:pt x="9316320" y="7972347"/>
                  <a:pt x="9323453" y="7979480"/>
                </a:cubicBezTo>
                <a:cubicBezTo>
                  <a:pt x="9330038" y="7986065"/>
                  <a:pt x="9340464" y="7986614"/>
                  <a:pt x="9348147" y="7981126"/>
                </a:cubicBezTo>
                <a:lnTo>
                  <a:pt x="9667506" y="8300486"/>
                </a:lnTo>
                <a:lnTo>
                  <a:pt x="9667506" y="8759772"/>
                </a:lnTo>
                <a:cubicBezTo>
                  <a:pt x="9658178" y="8760869"/>
                  <a:pt x="9651044" y="8768552"/>
                  <a:pt x="9651044" y="8778429"/>
                </a:cubicBezTo>
                <a:cubicBezTo>
                  <a:pt x="9651044" y="8788306"/>
                  <a:pt x="9659275" y="8797086"/>
                  <a:pt x="9669701" y="8797086"/>
                </a:cubicBezTo>
                <a:cubicBezTo>
                  <a:pt x="9680127" y="8797086"/>
                  <a:pt x="9688358" y="8788855"/>
                  <a:pt x="9688358" y="8778429"/>
                </a:cubicBezTo>
                <a:cubicBezTo>
                  <a:pt x="9688358" y="8773217"/>
                  <a:pt x="9686575" y="8768827"/>
                  <a:pt x="9683626" y="8765603"/>
                </a:cubicBezTo>
                <a:lnTo>
                  <a:pt x="9672445" y="8760045"/>
                </a:lnTo>
                <a:lnTo>
                  <a:pt x="9672445" y="8760321"/>
                </a:lnTo>
                <a:lnTo>
                  <a:pt x="9671897" y="8759772"/>
                </a:lnTo>
                <a:lnTo>
                  <a:pt x="9672445" y="8760045"/>
                </a:lnTo>
                <a:lnTo>
                  <a:pt x="9672445" y="8298840"/>
                </a:lnTo>
                <a:lnTo>
                  <a:pt x="9351439" y="7977834"/>
                </a:lnTo>
                <a:cubicBezTo>
                  <a:pt x="9356926" y="7970701"/>
                  <a:pt x="9356377" y="7959726"/>
                  <a:pt x="9349792" y="7953141"/>
                </a:cubicBezTo>
                <a:cubicBezTo>
                  <a:pt x="9346499" y="7949849"/>
                  <a:pt x="9341698" y="7948065"/>
                  <a:pt x="9336828" y="7947997"/>
                </a:cubicBezTo>
                <a:close/>
                <a:moveTo>
                  <a:pt x="7968642" y="7870832"/>
                </a:moveTo>
                <a:cubicBezTo>
                  <a:pt x="7958216" y="7870832"/>
                  <a:pt x="7949984" y="7879062"/>
                  <a:pt x="7949984" y="7889488"/>
                </a:cubicBezTo>
                <a:cubicBezTo>
                  <a:pt x="7949984" y="7899915"/>
                  <a:pt x="7957118" y="7907048"/>
                  <a:pt x="7966447" y="7908145"/>
                </a:cubicBezTo>
                <a:lnTo>
                  <a:pt x="7966447" y="8525465"/>
                </a:lnTo>
                <a:cubicBezTo>
                  <a:pt x="7957118" y="8526562"/>
                  <a:pt x="7949984" y="8534244"/>
                  <a:pt x="7949984" y="8544122"/>
                </a:cubicBezTo>
                <a:cubicBezTo>
                  <a:pt x="7949984" y="8553999"/>
                  <a:pt x="7958216" y="8562779"/>
                  <a:pt x="7968642" y="8562779"/>
                </a:cubicBezTo>
                <a:cubicBezTo>
                  <a:pt x="7979068" y="8562779"/>
                  <a:pt x="7987298" y="8554548"/>
                  <a:pt x="7987298" y="8544122"/>
                </a:cubicBezTo>
                <a:cubicBezTo>
                  <a:pt x="7987298" y="8533696"/>
                  <a:pt x="7980165" y="8526562"/>
                  <a:pt x="7970837" y="8525465"/>
                </a:cubicBezTo>
                <a:lnTo>
                  <a:pt x="7970837" y="7908145"/>
                </a:lnTo>
                <a:cubicBezTo>
                  <a:pt x="7980165" y="7907048"/>
                  <a:pt x="7987298" y="7899366"/>
                  <a:pt x="7987298" y="7889488"/>
                </a:cubicBezTo>
                <a:cubicBezTo>
                  <a:pt x="7987298" y="7879062"/>
                  <a:pt x="7979068" y="7870832"/>
                  <a:pt x="7968642" y="7870832"/>
                </a:cubicBezTo>
                <a:close/>
                <a:moveTo>
                  <a:pt x="4137965" y="7810060"/>
                </a:moveTo>
                <a:cubicBezTo>
                  <a:pt x="4133164" y="7810060"/>
                  <a:pt x="4128362" y="7811843"/>
                  <a:pt x="4124796" y="7815410"/>
                </a:cubicBezTo>
                <a:cubicBezTo>
                  <a:pt x="4118210" y="7821995"/>
                  <a:pt x="4117662" y="7832421"/>
                  <a:pt x="4123149" y="7840103"/>
                </a:cubicBezTo>
                <a:lnTo>
                  <a:pt x="4026024" y="7937228"/>
                </a:lnTo>
                <a:lnTo>
                  <a:pt x="4026024" y="8023926"/>
                </a:lnTo>
                <a:lnTo>
                  <a:pt x="3871282" y="8178669"/>
                </a:lnTo>
                <a:lnTo>
                  <a:pt x="3769218" y="8178669"/>
                </a:lnTo>
                <a:lnTo>
                  <a:pt x="3176592" y="8771295"/>
                </a:lnTo>
                <a:cubicBezTo>
                  <a:pt x="3169458" y="8765808"/>
                  <a:pt x="3158484" y="8766357"/>
                  <a:pt x="3151898" y="8772941"/>
                </a:cubicBezTo>
                <a:cubicBezTo>
                  <a:pt x="3144765" y="8780075"/>
                  <a:pt x="3144765" y="8792146"/>
                  <a:pt x="3151898" y="8799281"/>
                </a:cubicBezTo>
                <a:cubicBezTo>
                  <a:pt x="3159032" y="8806415"/>
                  <a:pt x="3171104" y="8806415"/>
                  <a:pt x="3178238" y="8799281"/>
                </a:cubicBezTo>
                <a:cubicBezTo>
                  <a:pt x="3185371" y="8792146"/>
                  <a:pt x="3185371" y="8782270"/>
                  <a:pt x="3179883" y="8774588"/>
                </a:cubicBezTo>
                <a:lnTo>
                  <a:pt x="3770865" y="8183607"/>
                </a:lnTo>
                <a:lnTo>
                  <a:pt x="3771414" y="8183058"/>
                </a:lnTo>
                <a:lnTo>
                  <a:pt x="3873478" y="8183058"/>
                </a:lnTo>
                <a:lnTo>
                  <a:pt x="4030963" y="8025573"/>
                </a:lnTo>
                <a:lnTo>
                  <a:pt x="4030963" y="7938874"/>
                </a:lnTo>
                <a:lnTo>
                  <a:pt x="4126441" y="7843396"/>
                </a:lnTo>
                <a:cubicBezTo>
                  <a:pt x="4133575" y="7848882"/>
                  <a:pt x="4144550" y="7848334"/>
                  <a:pt x="4151134" y="7841749"/>
                </a:cubicBezTo>
                <a:cubicBezTo>
                  <a:pt x="4158267" y="7834615"/>
                  <a:pt x="4158267" y="7822543"/>
                  <a:pt x="4151134" y="7815410"/>
                </a:cubicBezTo>
                <a:cubicBezTo>
                  <a:pt x="4147567" y="7811843"/>
                  <a:pt x="4142766" y="7810060"/>
                  <a:pt x="4137965" y="7810060"/>
                </a:cubicBezTo>
                <a:close/>
                <a:moveTo>
                  <a:pt x="6214904" y="7796754"/>
                </a:moveTo>
                <a:cubicBezTo>
                  <a:pt x="6204478" y="7796754"/>
                  <a:pt x="6196247" y="7804985"/>
                  <a:pt x="6196247" y="7815410"/>
                </a:cubicBezTo>
                <a:cubicBezTo>
                  <a:pt x="6196247" y="7825836"/>
                  <a:pt x="6203380" y="7832969"/>
                  <a:pt x="6212710" y="7834067"/>
                </a:cubicBezTo>
                <a:lnTo>
                  <a:pt x="6212710" y="8451386"/>
                </a:lnTo>
                <a:cubicBezTo>
                  <a:pt x="6203380" y="8452484"/>
                  <a:pt x="6196247" y="8460166"/>
                  <a:pt x="6196247" y="8470043"/>
                </a:cubicBezTo>
                <a:cubicBezTo>
                  <a:pt x="6196247" y="8479921"/>
                  <a:pt x="6204478" y="8488700"/>
                  <a:pt x="6214904" y="8488700"/>
                </a:cubicBezTo>
                <a:cubicBezTo>
                  <a:pt x="6225330" y="8488700"/>
                  <a:pt x="6233560" y="8480469"/>
                  <a:pt x="6233560" y="8470043"/>
                </a:cubicBezTo>
                <a:cubicBezTo>
                  <a:pt x="6233560" y="8459617"/>
                  <a:pt x="6226427" y="8452484"/>
                  <a:pt x="6217099" y="8451386"/>
                </a:cubicBezTo>
                <a:lnTo>
                  <a:pt x="6217099" y="7834067"/>
                </a:lnTo>
                <a:cubicBezTo>
                  <a:pt x="6226427" y="7832969"/>
                  <a:pt x="6233560" y="7825287"/>
                  <a:pt x="6233560" y="7815410"/>
                </a:cubicBezTo>
                <a:cubicBezTo>
                  <a:pt x="6233560" y="7804985"/>
                  <a:pt x="6225330" y="7796754"/>
                  <a:pt x="6214904" y="7796754"/>
                </a:cubicBezTo>
                <a:close/>
                <a:moveTo>
                  <a:pt x="2332097" y="7787974"/>
                </a:moveTo>
                <a:cubicBezTo>
                  <a:pt x="2321671" y="7787974"/>
                  <a:pt x="2314539" y="7795107"/>
                  <a:pt x="2313440" y="7804435"/>
                </a:cubicBezTo>
                <a:lnTo>
                  <a:pt x="1924392" y="7804435"/>
                </a:lnTo>
                <a:lnTo>
                  <a:pt x="1688987" y="8039840"/>
                </a:lnTo>
                <a:lnTo>
                  <a:pt x="1327375" y="8039840"/>
                </a:lnTo>
                <a:lnTo>
                  <a:pt x="596468" y="8770747"/>
                </a:lnTo>
                <a:cubicBezTo>
                  <a:pt x="589334" y="8765260"/>
                  <a:pt x="578360" y="8765808"/>
                  <a:pt x="571774" y="8772392"/>
                </a:cubicBezTo>
                <a:cubicBezTo>
                  <a:pt x="565190" y="8778977"/>
                  <a:pt x="564640" y="8791598"/>
                  <a:pt x="571774" y="8798732"/>
                </a:cubicBezTo>
                <a:cubicBezTo>
                  <a:pt x="578908" y="8805865"/>
                  <a:pt x="590980" y="8805865"/>
                  <a:pt x="598114" y="8798732"/>
                </a:cubicBezTo>
                <a:cubicBezTo>
                  <a:pt x="604698" y="8792146"/>
                  <a:pt x="605248" y="8781721"/>
                  <a:pt x="599760" y="8774039"/>
                </a:cubicBezTo>
                <a:lnTo>
                  <a:pt x="1329570" y="8044230"/>
                </a:lnTo>
                <a:lnTo>
                  <a:pt x="1691182" y="8044230"/>
                </a:lnTo>
                <a:lnTo>
                  <a:pt x="1926586" y="7808826"/>
                </a:lnTo>
                <a:lnTo>
                  <a:pt x="2313440" y="7808826"/>
                </a:lnTo>
                <a:cubicBezTo>
                  <a:pt x="2314539" y="7818154"/>
                  <a:pt x="2322221" y="7825287"/>
                  <a:pt x="2332097" y="7825287"/>
                </a:cubicBezTo>
                <a:cubicBezTo>
                  <a:pt x="2341975" y="7825287"/>
                  <a:pt x="2350754" y="7817057"/>
                  <a:pt x="2350754" y="7806630"/>
                </a:cubicBezTo>
                <a:cubicBezTo>
                  <a:pt x="2350754" y="7796204"/>
                  <a:pt x="2342524" y="7787974"/>
                  <a:pt x="2332097" y="7787974"/>
                </a:cubicBezTo>
                <a:close/>
                <a:moveTo>
                  <a:pt x="5800614" y="7665744"/>
                </a:moveTo>
                <a:cubicBezTo>
                  <a:pt x="5795813" y="7665744"/>
                  <a:pt x="5791011" y="7667527"/>
                  <a:pt x="5787444" y="7671094"/>
                </a:cubicBezTo>
                <a:cubicBezTo>
                  <a:pt x="5780860" y="7677679"/>
                  <a:pt x="5780310" y="7688105"/>
                  <a:pt x="5785798" y="7695788"/>
                </a:cubicBezTo>
                <a:lnTo>
                  <a:pt x="5719401" y="7762183"/>
                </a:lnTo>
                <a:lnTo>
                  <a:pt x="5719401" y="8747700"/>
                </a:lnTo>
                <a:cubicBezTo>
                  <a:pt x="5710073" y="8748797"/>
                  <a:pt x="5702940" y="8756480"/>
                  <a:pt x="5702940" y="8766357"/>
                </a:cubicBezTo>
                <a:cubicBezTo>
                  <a:pt x="5702940" y="8776235"/>
                  <a:pt x="5711170" y="8785014"/>
                  <a:pt x="5721596" y="8785014"/>
                </a:cubicBezTo>
                <a:cubicBezTo>
                  <a:pt x="5732022" y="8785014"/>
                  <a:pt x="5740254" y="8776783"/>
                  <a:pt x="5740254" y="8766357"/>
                </a:cubicBezTo>
                <a:cubicBezTo>
                  <a:pt x="5740254" y="8755931"/>
                  <a:pt x="5733120" y="8748797"/>
                  <a:pt x="5723792" y="8747700"/>
                </a:cubicBezTo>
                <a:lnTo>
                  <a:pt x="5723792" y="7764379"/>
                </a:lnTo>
                <a:lnTo>
                  <a:pt x="5789090" y="7699079"/>
                </a:lnTo>
                <a:cubicBezTo>
                  <a:pt x="5796224" y="7704567"/>
                  <a:pt x="5807198" y="7704018"/>
                  <a:pt x="5813784" y="7697433"/>
                </a:cubicBezTo>
                <a:cubicBezTo>
                  <a:pt x="5820916" y="7690300"/>
                  <a:pt x="5820916" y="7678228"/>
                  <a:pt x="5813784" y="7671094"/>
                </a:cubicBezTo>
                <a:cubicBezTo>
                  <a:pt x="5810217" y="7667527"/>
                  <a:pt x="5805416" y="7665744"/>
                  <a:pt x="5800614" y="7665744"/>
                </a:cubicBezTo>
                <a:close/>
                <a:moveTo>
                  <a:pt x="14789891" y="7554901"/>
                </a:moveTo>
                <a:cubicBezTo>
                  <a:pt x="14785090" y="7554901"/>
                  <a:pt x="14780288" y="7556684"/>
                  <a:pt x="14776722" y="7560251"/>
                </a:cubicBezTo>
                <a:cubicBezTo>
                  <a:pt x="14769588" y="7567384"/>
                  <a:pt x="14769588" y="7579456"/>
                  <a:pt x="14776722" y="7586590"/>
                </a:cubicBezTo>
                <a:cubicBezTo>
                  <a:pt x="14783307" y="7593175"/>
                  <a:pt x="14793733" y="7593724"/>
                  <a:pt x="14801415" y="7588236"/>
                </a:cubicBezTo>
                <a:lnTo>
                  <a:pt x="14851349" y="7638170"/>
                </a:lnTo>
                <a:lnTo>
                  <a:pt x="14851898" y="7638170"/>
                </a:lnTo>
                <a:cubicBezTo>
                  <a:pt x="14851898" y="7638719"/>
                  <a:pt x="15503787" y="7638719"/>
                  <a:pt x="15503787" y="7638719"/>
                </a:cubicBezTo>
                <a:lnTo>
                  <a:pt x="15670602" y="7805533"/>
                </a:lnTo>
                <a:cubicBezTo>
                  <a:pt x="15665115" y="7812666"/>
                  <a:pt x="15665662" y="7823641"/>
                  <a:pt x="15672247" y="7830226"/>
                </a:cubicBezTo>
                <a:cubicBezTo>
                  <a:pt x="15679381" y="7837359"/>
                  <a:pt x="15691453" y="7837359"/>
                  <a:pt x="15698586" y="7830226"/>
                </a:cubicBezTo>
                <a:cubicBezTo>
                  <a:pt x="15705720" y="7823092"/>
                  <a:pt x="15705720" y="7811020"/>
                  <a:pt x="15698586" y="7803887"/>
                </a:cubicBezTo>
                <a:cubicBezTo>
                  <a:pt x="15692002" y="7797303"/>
                  <a:pt x="15681576" y="7796754"/>
                  <a:pt x="15673894" y="7802241"/>
                </a:cubicBezTo>
                <a:lnTo>
                  <a:pt x="15506531" y="7634879"/>
                </a:lnTo>
                <a:lnTo>
                  <a:pt x="15505984" y="7634879"/>
                </a:lnTo>
                <a:cubicBezTo>
                  <a:pt x="15505984" y="7634329"/>
                  <a:pt x="14854093" y="7634329"/>
                  <a:pt x="14854093" y="7634329"/>
                </a:cubicBezTo>
                <a:lnTo>
                  <a:pt x="14804707" y="7584944"/>
                </a:lnTo>
                <a:cubicBezTo>
                  <a:pt x="14810195" y="7577810"/>
                  <a:pt x="14809646" y="7566836"/>
                  <a:pt x="14803061" y="7560251"/>
                </a:cubicBezTo>
                <a:cubicBezTo>
                  <a:pt x="14799494" y="7556684"/>
                  <a:pt x="14794692" y="7554901"/>
                  <a:pt x="14789891" y="7554901"/>
                </a:cubicBezTo>
                <a:close/>
                <a:moveTo>
                  <a:pt x="9237851" y="7538988"/>
                </a:moveTo>
                <a:cubicBezTo>
                  <a:pt x="9233050" y="7538988"/>
                  <a:pt x="9228248" y="7540771"/>
                  <a:pt x="9224682" y="7544338"/>
                </a:cubicBezTo>
                <a:cubicBezTo>
                  <a:pt x="9217549" y="7551471"/>
                  <a:pt x="9217549" y="7563544"/>
                  <a:pt x="9224682" y="7570677"/>
                </a:cubicBezTo>
                <a:cubicBezTo>
                  <a:pt x="9231266" y="7577262"/>
                  <a:pt x="9241692" y="7577810"/>
                  <a:pt x="9249376" y="7572323"/>
                </a:cubicBezTo>
                <a:lnTo>
                  <a:pt x="9346500" y="7669448"/>
                </a:lnTo>
                <a:lnTo>
                  <a:pt x="9347048" y="7669448"/>
                </a:lnTo>
                <a:cubicBezTo>
                  <a:pt x="9347048" y="7669996"/>
                  <a:pt x="9570382" y="7669996"/>
                  <a:pt x="9570382" y="7669996"/>
                </a:cubicBezTo>
                <a:lnTo>
                  <a:pt x="9755303" y="7854919"/>
                </a:lnTo>
                <a:cubicBezTo>
                  <a:pt x="9749815" y="7862051"/>
                  <a:pt x="9750364" y="7873026"/>
                  <a:pt x="9756949" y="7879611"/>
                </a:cubicBezTo>
                <a:cubicBezTo>
                  <a:pt x="9764083" y="7886745"/>
                  <a:pt x="9776155" y="7886745"/>
                  <a:pt x="9783288" y="7879611"/>
                </a:cubicBezTo>
                <a:cubicBezTo>
                  <a:pt x="9790422" y="7872477"/>
                  <a:pt x="9790422" y="7860406"/>
                  <a:pt x="9783288" y="7853272"/>
                </a:cubicBezTo>
                <a:cubicBezTo>
                  <a:pt x="9776704" y="7846688"/>
                  <a:pt x="9766278" y="7846139"/>
                  <a:pt x="9758595" y="7851626"/>
                </a:cubicBezTo>
                <a:lnTo>
                  <a:pt x="9573126" y="7666156"/>
                </a:lnTo>
                <a:lnTo>
                  <a:pt x="9572577" y="7666156"/>
                </a:lnTo>
                <a:cubicBezTo>
                  <a:pt x="9572577" y="7665608"/>
                  <a:pt x="9349244" y="7665608"/>
                  <a:pt x="9349244" y="7665608"/>
                </a:cubicBezTo>
                <a:lnTo>
                  <a:pt x="9252667" y="7569031"/>
                </a:lnTo>
                <a:cubicBezTo>
                  <a:pt x="9258155" y="7561897"/>
                  <a:pt x="9257606" y="7550923"/>
                  <a:pt x="9251021" y="7544338"/>
                </a:cubicBezTo>
                <a:cubicBezTo>
                  <a:pt x="9247454" y="7540771"/>
                  <a:pt x="9242653" y="7538988"/>
                  <a:pt x="9237851" y="7538988"/>
                </a:cubicBezTo>
                <a:close/>
                <a:moveTo>
                  <a:pt x="4765711" y="7500028"/>
                </a:moveTo>
                <a:cubicBezTo>
                  <a:pt x="4760910" y="7500028"/>
                  <a:pt x="4756109" y="7501811"/>
                  <a:pt x="4752542" y="7505378"/>
                </a:cubicBezTo>
                <a:cubicBezTo>
                  <a:pt x="4745956" y="7511963"/>
                  <a:pt x="4745408" y="7522389"/>
                  <a:pt x="4750895" y="7530071"/>
                </a:cubicBezTo>
                <a:lnTo>
                  <a:pt x="4653770" y="7627196"/>
                </a:lnTo>
                <a:lnTo>
                  <a:pt x="4653770" y="8470043"/>
                </a:lnTo>
                <a:lnTo>
                  <a:pt x="4499028" y="8624785"/>
                </a:lnTo>
                <a:lnTo>
                  <a:pt x="4302584" y="8624785"/>
                </a:lnTo>
                <a:lnTo>
                  <a:pt x="4153878" y="8773491"/>
                </a:lnTo>
                <a:cubicBezTo>
                  <a:pt x="4146745" y="8768004"/>
                  <a:pt x="4135770" y="8768552"/>
                  <a:pt x="4129185" y="8775136"/>
                </a:cubicBezTo>
                <a:cubicBezTo>
                  <a:pt x="4122052" y="8782270"/>
                  <a:pt x="4122052" y="8794342"/>
                  <a:pt x="4129185" y="8801475"/>
                </a:cubicBezTo>
                <a:cubicBezTo>
                  <a:pt x="4136319" y="8808609"/>
                  <a:pt x="4148390" y="8808609"/>
                  <a:pt x="4155524" y="8801475"/>
                </a:cubicBezTo>
                <a:cubicBezTo>
                  <a:pt x="4162109" y="8794890"/>
                  <a:pt x="4162658" y="8784465"/>
                  <a:pt x="4157170" y="8776783"/>
                </a:cubicBezTo>
                <a:lnTo>
                  <a:pt x="4304778" y="8629174"/>
                </a:lnTo>
                <a:lnTo>
                  <a:pt x="4501224" y="8629174"/>
                </a:lnTo>
                <a:lnTo>
                  <a:pt x="4658709" y="8471690"/>
                </a:lnTo>
                <a:lnTo>
                  <a:pt x="4658709" y="7628842"/>
                </a:lnTo>
                <a:lnTo>
                  <a:pt x="4754188" y="7533364"/>
                </a:lnTo>
                <a:cubicBezTo>
                  <a:pt x="4761321" y="7538851"/>
                  <a:pt x="4772296" y="7538301"/>
                  <a:pt x="4778880" y="7531717"/>
                </a:cubicBezTo>
                <a:cubicBezTo>
                  <a:pt x="4786013" y="7524584"/>
                  <a:pt x="4786013" y="7512512"/>
                  <a:pt x="4778880" y="7505378"/>
                </a:cubicBezTo>
                <a:cubicBezTo>
                  <a:pt x="4775314" y="7501811"/>
                  <a:pt x="4770512" y="7500028"/>
                  <a:pt x="4765711" y="7500028"/>
                </a:cubicBezTo>
                <a:close/>
                <a:moveTo>
                  <a:pt x="7883040" y="7437473"/>
                </a:moveTo>
                <a:cubicBezTo>
                  <a:pt x="7878238" y="7437473"/>
                  <a:pt x="7873437" y="7439256"/>
                  <a:pt x="7869870" y="7442823"/>
                </a:cubicBezTo>
                <a:lnTo>
                  <a:pt x="7869870" y="7443372"/>
                </a:lnTo>
                <a:cubicBezTo>
                  <a:pt x="7863286" y="7449956"/>
                  <a:pt x="7862737" y="7460383"/>
                  <a:pt x="7868224" y="7468065"/>
                </a:cubicBezTo>
                <a:lnTo>
                  <a:pt x="7801828" y="7534461"/>
                </a:lnTo>
                <a:lnTo>
                  <a:pt x="7801828" y="8728495"/>
                </a:lnTo>
                <a:cubicBezTo>
                  <a:pt x="7792500" y="8729592"/>
                  <a:pt x="7785366" y="8737274"/>
                  <a:pt x="7785366" y="8747152"/>
                </a:cubicBezTo>
                <a:cubicBezTo>
                  <a:pt x="7785366" y="8757029"/>
                  <a:pt x="7793598" y="8765808"/>
                  <a:pt x="7804024" y="8765808"/>
                </a:cubicBezTo>
                <a:cubicBezTo>
                  <a:pt x="7814448" y="8765808"/>
                  <a:pt x="7822680" y="8757578"/>
                  <a:pt x="7822680" y="8747152"/>
                </a:cubicBezTo>
                <a:cubicBezTo>
                  <a:pt x="7822680" y="8736726"/>
                  <a:pt x="7815546" y="8729592"/>
                  <a:pt x="7806218" y="8728495"/>
                </a:cubicBezTo>
                <a:lnTo>
                  <a:pt x="7806218" y="7536107"/>
                </a:lnTo>
                <a:lnTo>
                  <a:pt x="7871518" y="7470809"/>
                </a:lnTo>
                <a:cubicBezTo>
                  <a:pt x="7878650" y="7476295"/>
                  <a:pt x="7889624" y="7475747"/>
                  <a:pt x="7896210" y="7469162"/>
                </a:cubicBezTo>
                <a:cubicBezTo>
                  <a:pt x="7903343" y="7462029"/>
                  <a:pt x="7903343" y="7449956"/>
                  <a:pt x="7896210" y="7442823"/>
                </a:cubicBezTo>
                <a:cubicBezTo>
                  <a:pt x="7892643" y="7439256"/>
                  <a:pt x="7887841" y="7437473"/>
                  <a:pt x="7883040" y="7437473"/>
                </a:cubicBezTo>
                <a:close/>
                <a:moveTo>
                  <a:pt x="4495736" y="7399062"/>
                </a:moveTo>
                <a:cubicBezTo>
                  <a:pt x="4490935" y="7399062"/>
                  <a:pt x="4486133" y="7400845"/>
                  <a:pt x="4482566" y="7404412"/>
                </a:cubicBezTo>
                <a:cubicBezTo>
                  <a:pt x="4475433" y="7411546"/>
                  <a:pt x="4475433" y="7421423"/>
                  <a:pt x="4480920" y="7429105"/>
                </a:cubicBezTo>
                <a:lnTo>
                  <a:pt x="4359651" y="7550374"/>
                </a:lnTo>
                <a:lnTo>
                  <a:pt x="4359651" y="8397062"/>
                </a:lnTo>
                <a:cubicBezTo>
                  <a:pt x="4350323" y="8398160"/>
                  <a:pt x="4343190" y="8405842"/>
                  <a:pt x="4343190" y="8415718"/>
                </a:cubicBezTo>
                <a:cubicBezTo>
                  <a:pt x="4343190" y="8425596"/>
                  <a:pt x="4351420" y="8434376"/>
                  <a:pt x="4361846" y="8434376"/>
                </a:cubicBezTo>
                <a:cubicBezTo>
                  <a:pt x="4372272" y="8434376"/>
                  <a:pt x="4380503" y="8426145"/>
                  <a:pt x="4380503" y="8415718"/>
                </a:cubicBezTo>
                <a:cubicBezTo>
                  <a:pt x="4380503" y="8405293"/>
                  <a:pt x="4373370" y="8398160"/>
                  <a:pt x="4364041" y="8397062"/>
                </a:cubicBezTo>
                <a:lnTo>
                  <a:pt x="4364041" y="7552569"/>
                </a:lnTo>
                <a:lnTo>
                  <a:pt x="4484212" y="7432398"/>
                </a:lnTo>
                <a:cubicBezTo>
                  <a:pt x="4491346" y="7437885"/>
                  <a:pt x="4502320" y="7437336"/>
                  <a:pt x="4508906" y="7430751"/>
                </a:cubicBezTo>
                <a:cubicBezTo>
                  <a:pt x="4515490" y="7424166"/>
                  <a:pt x="4516040" y="7411546"/>
                  <a:pt x="4508906" y="7404412"/>
                </a:cubicBezTo>
                <a:cubicBezTo>
                  <a:pt x="4505339" y="7400845"/>
                  <a:pt x="4500538" y="7399062"/>
                  <a:pt x="4495736" y="7399062"/>
                </a:cubicBezTo>
                <a:close/>
                <a:moveTo>
                  <a:pt x="13091026" y="7353928"/>
                </a:moveTo>
                <a:cubicBezTo>
                  <a:pt x="13081149" y="7353928"/>
                  <a:pt x="13072370" y="7362160"/>
                  <a:pt x="13072370" y="7372586"/>
                </a:cubicBezTo>
                <a:cubicBezTo>
                  <a:pt x="13072370" y="7383011"/>
                  <a:pt x="13080601" y="7391243"/>
                  <a:pt x="13091026" y="7391243"/>
                </a:cubicBezTo>
                <a:cubicBezTo>
                  <a:pt x="13101452" y="7391243"/>
                  <a:pt x="13108586" y="7384108"/>
                  <a:pt x="13109683" y="7374781"/>
                </a:cubicBezTo>
                <a:lnTo>
                  <a:pt x="13554153" y="7374781"/>
                </a:lnTo>
                <a:lnTo>
                  <a:pt x="13897658" y="7718285"/>
                </a:lnTo>
                <a:lnTo>
                  <a:pt x="13898207" y="7718285"/>
                </a:lnTo>
                <a:cubicBezTo>
                  <a:pt x="13898207" y="7718833"/>
                  <a:pt x="14586862" y="7718833"/>
                  <a:pt x="14586862" y="7718833"/>
                </a:cubicBezTo>
                <a:lnTo>
                  <a:pt x="15130652" y="8262624"/>
                </a:lnTo>
                <a:lnTo>
                  <a:pt x="15131201" y="8262624"/>
                </a:lnTo>
                <a:cubicBezTo>
                  <a:pt x="15131201" y="8263173"/>
                  <a:pt x="15676637" y="8263173"/>
                  <a:pt x="15676637" y="8263173"/>
                </a:cubicBezTo>
                <a:cubicBezTo>
                  <a:pt x="15677734" y="8272501"/>
                  <a:pt x="15685417" y="8279635"/>
                  <a:pt x="15695295" y="8279635"/>
                </a:cubicBezTo>
                <a:cubicBezTo>
                  <a:pt x="15705171" y="8279635"/>
                  <a:pt x="15713951" y="8271404"/>
                  <a:pt x="15713951" y="8260978"/>
                </a:cubicBezTo>
                <a:cubicBezTo>
                  <a:pt x="15713951" y="8250552"/>
                  <a:pt x="15705720" y="8242320"/>
                  <a:pt x="15695295" y="8242320"/>
                </a:cubicBezTo>
                <a:cubicBezTo>
                  <a:pt x="15685965" y="8242320"/>
                  <a:pt x="15677734" y="8249455"/>
                  <a:pt x="15676637" y="8258783"/>
                </a:cubicBezTo>
                <a:lnTo>
                  <a:pt x="15133396" y="8258783"/>
                </a:lnTo>
                <a:lnTo>
                  <a:pt x="14589606" y="7714993"/>
                </a:lnTo>
                <a:lnTo>
                  <a:pt x="14589057" y="7714993"/>
                </a:lnTo>
                <a:cubicBezTo>
                  <a:pt x="14589057" y="7714444"/>
                  <a:pt x="13900401" y="7714444"/>
                  <a:pt x="13900401" y="7714444"/>
                </a:cubicBezTo>
                <a:lnTo>
                  <a:pt x="13556897" y="7370939"/>
                </a:lnTo>
                <a:lnTo>
                  <a:pt x="13556349" y="7370939"/>
                </a:lnTo>
                <a:cubicBezTo>
                  <a:pt x="13556349" y="7370391"/>
                  <a:pt x="13109683" y="7370391"/>
                  <a:pt x="13109683" y="7370391"/>
                </a:cubicBezTo>
                <a:cubicBezTo>
                  <a:pt x="13108586" y="7361063"/>
                  <a:pt x="13100904" y="7353928"/>
                  <a:pt x="13091026" y="7353928"/>
                </a:cubicBezTo>
                <a:close/>
                <a:moveTo>
                  <a:pt x="5186037" y="7283829"/>
                </a:moveTo>
                <a:cubicBezTo>
                  <a:pt x="5181236" y="7283829"/>
                  <a:pt x="5176435" y="7285612"/>
                  <a:pt x="5172868" y="7289180"/>
                </a:cubicBezTo>
                <a:cubicBezTo>
                  <a:pt x="5166282" y="7295764"/>
                  <a:pt x="5165734" y="7306190"/>
                  <a:pt x="5171222" y="7313872"/>
                </a:cubicBezTo>
                <a:lnTo>
                  <a:pt x="5074096" y="7410997"/>
                </a:lnTo>
                <a:lnTo>
                  <a:pt x="5074096" y="8546316"/>
                </a:lnTo>
                <a:lnTo>
                  <a:pt x="4859544" y="8760869"/>
                </a:lnTo>
                <a:cubicBezTo>
                  <a:pt x="4852410" y="8755382"/>
                  <a:pt x="4841435" y="8755931"/>
                  <a:pt x="4834851" y="8762516"/>
                </a:cubicBezTo>
                <a:cubicBezTo>
                  <a:pt x="4827716" y="8769650"/>
                  <a:pt x="4827716" y="8781721"/>
                  <a:pt x="4834851" y="8788855"/>
                </a:cubicBezTo>
                <a:cubicBezTo>
                  <a:pt x="4841984" y="8795989"/>
                  <a:pt x="4854056" y="8795989"/>
                  <a:pt x="4861189" y="8788855"/>
                </a:cubicBezTo>
                <a:cubicBezTo>
                  <a:pt x="4867774" y="8782270"/>
                  <a:pt x="4868322" y="8771844"/>
                  <a:pt x="4862836" y="8764162"/>
                </a:cubicBezTo>
                <a:lnTo>
                  <a:pt x="5079034" y="8547962"/>
                </a:lnTo>
                <a:lnTo>
                  <a:pt x="5079034" y="7412643"/>
                </a:lnTo>
                <a:lnTo>
                  <a:pt x="5174514" y="7317164"/>
                </a:lnTo>
                <a:cubicBezTo>
                  <a:pt x="5181646" y="7322651"/>
                  <a:pt x="5192622" y="7322103"/>
                  <a:pt x="5199206" y="7315518"/>
                </a:cubicBezTo>
                <a:cubicBezTo>
                  <a:pt x="5206340" y="7308385"/>
                  <a:pt x="5206340" y="7296312"/>
                  <a:pt x="5199206" y="7289180"/>
                </a:cubicBezTo>
                <a:cubicBezTo>
                  <a:pt x="5195639" y="7285612"/>
                  <a:pt x="5190838" y="7283829"/>
                  <a:pt x="5186037" y="7283829"/>
                </a:cubicBezTo>
                <a:close/>
                <a:moveTo>
                  <a:pt x="11921685" y="7261331"/>
                </a:moveTo>
                <a:cubicBezTo>
                  <a:pt x="11916884" y="7261331"/>
                  <a:pt x="11912082" y="7263114"/>
                  <a:pt x="11908516" y="7266681"/>
                </a:cubicBezTo>
                <a:cubicBezTo>
                  <a:pt x="11901382" y="7273814"/>
                  <a:pt x="11901382" y="7285886"/>
                  <a:pt x="11908516" y="7293020"/>
                </a:cubicBezTo>
                <a:cubicBezTo>
                  <a:pt x="11915101" y="7299605"/>
                  <a:pt x="11925527" y="7300154"/>
                  <a:pt x="11933209" y="7294666"/>
                </a:cubicBezTo>
                <a:lnTo>
                  <a:pt x="12029785" y="7391243"/>
                </a:lnTo>
                <a:lnTo>
                  <a:pt x="12029785" y="7614575"/>
                </a:lnTo>
                <a:lnTo>
                  <a:pt x="12427614" y="8012403"/>
                </a:lnTo>
                <a:lnTo>
                  <a:pt x="12428162" y="8012403"/>
                </a:lnTo>
                <a:cubicBezTo>
                  <a:pt x="12428162" y="8012952"/>
                  <a:pt x="12693747" y="8012952"/>
                  <a:pt x="12693747" y="8012952"/>
                </a:cubicBezTo>
                <a:lnTo>
                  <a:pt x="13437823" y="8757029"/>
                </a:lnTo>
                <a:cubicBezTo>
                  <a:pt x="13432336" y="8764162"/>
                  <a:pt x="13432886" y="8775136"/>
                  <a:pt x="13439470" y="8781721"/>
                </a:cubicBezTo>
                <a:cubicBezTo>
                  <a:pt x="13446603" y="8788855"/>
                  <a:pt x="13458675" y="8788855"/>
                  <a:pt x="13465809" y="8781721"/>
                </a:cubicBezTo>
                <a:cubicBezTo>
                  <a:pt x="13472942" y="8774588"/>
                  <a:pt x="13472942" y="8762516"/>
                  <a:pt x="13465809" y="8755382"/>
                </a:cubicBezTo>
                <a:cubicBezTo>
                  <a:pt x="13459225" y="8748797"/>
                  <a:pt x="13448797" y="8748249"/>
                  <a:pt x="13441116" y="8753736"/>
                </a:cubicBezTo>
                <a:lnTo>
                  <a:pt x="13440567" y="8753187"/>
                </a:lnTo>
                <a:lnTo>
                  <a:pt x="12695941" y="8008563"/>
                </a:lnTo>
                <a:lnTo>
                  <a:pt x="12695393" y="8008563"/>
                </a:lnTo>
                <a:cubicBezTo>
                  <a:pt x="12695393" y="8008014"/>
                  <a:pt x="12429809" y="8008014"/>
                  <a:pt x="12429809" y="8008014"/>
                </a:cubicBezTo>
                <a:lnTo>
                  <a:pt x="12034174" y="7612380"/>
                </a:lnTo>
                <a:lnTo>
                  <a:pt x="12034174" y="7389048"/>
                </a:lnTo>
                <a:lnTo>
                  <a:pt x="11936501" y="7291374"/>
                </a:lnTo>
                <a:cubicBezTo>
                  <a:pt x="11941989" y="7284240"/>
                  <a:pt x="11941440" y="7273266"/>
                  <a:pt x="11934855" y="7266681"/>
                </a:cubicBezTo>
                <a:cubicBezTo>
                  <a:pt x="11931288" y="7263114"/>
                  <a:pt x="11926487" y="7261331"/>
                  <a:pt x="11921685" y="7261331"/>
                </a:cubicBezTo>
                <a:close/>
                <a:moveTo>
                  <a:pt x="10926291" y="7069825"/>
                </a:moveTo>
                <a:cubicBezTo>
                  <a:pt x="10921490" y="7069825"/>
                  <a:pt x="10916688" y="7071609"/>
                  <a:pt x="10913121" y="7075175"/>
                </a:cubicBezTo>
                <a:cubicBezTo>
                  <a:pt x="10905988" y="7082308"/>
                  <a:pt x="10905988" y="7094381"/>
                  <a:pt x="10913121" y="7101513"/>
                </a:cubicBezTo>
                <a:cubicBezTo>
                  <a:pt x="10919707" y="7108099"/>
                  <a:pt x="10930132" y="7108648"/>
                  <a:pt x="10937814" y="7103160"/>
                </a:cubicBezTo>
                <a:lnTo>
                  <a:pt x="11034391" y="7199737"/>
                </a:lnTo>
                <a:lnTo>
                  <a:pt x="11034391" y="7423069"/>
                </a:lnTo>
                <a:lnTo>
                  <a:pt x="11431671" y="7820348"/>
                </a:lnTo>
                <a:lnTo>
                  <a:pt x="11431671" y="7986614"/>
                </a:lnTo>
                <a:lnTo>
                  <a:pt x="12207024" y="8761966"/>
                </a:lnTo>
                <a:cubicBezTo>
                  <a:pt x="12201536" y="8769101"/>
                  <a:pt x="12202086" y="8780075"/>
                  <a:pt x="12208671" y="8786660"/>
                </a:cubicBezTo>
                <a:cubicBezTo>
                  <a:pt x="12215804" y="8793793"/>
                  <a:pt x="12227876" y="8793793"/>
                  <a:pt x="12235010" y="8786660"/>
                </a:cubicBezTo>
                <a:cubicBezTo>
                  <a:pt x="12242143" y="8779526"/>
                  <a:pt x="12242143" y="8767454"/>
                  <a:pt x="12235010" y="8760321"/>
                </a:cubicBezTo>
                <a:cubicBezTo>
                  <a:pt x="12228425" y="8753736"/>
                  <a:pt x="12217998" y="8753187"/>
                  <a:pt x="12210316" y="8758675"/>
                </a:cubicBezTo>
                <a:lnTo>
                  <a:pt x="12209768" y="8758126"/>
                </a:lnTo>
                <a:lnTo>
                  <a:pt x="11436059" y="7984418"/>
                </a:lnTo>
                <a:lnTo>
                  <a:pt x="11436059" y="7818154"/>
                </a:lnTo>
                <a:lnTo>
                  <a:pt x="11038780" y="7420874"/>
                </a:lnTo>
                <a:lnTo>
                  <a:pt x="11038780" y="7197541"/>
                </a:lnTo>
                <a:lnTo>
                  <a:pt x="10941106" y="7099867"/>
                </a:lnTo>
                <a:cubicBezTo>
                  <a:pt x="10946593" y="7092734"/>
                  <a:pt x="10946045" y="7081759"/>
                  <a:pt x="10939461" y="7075175"/>
                </a:cubicBezTo>
                <a:cubicBezTo>
                  <a:pt x="10935894" y="7071609"/>
                  <a:pt x="10931093" y="7069825"/>
                  <a:pt x="10926291" y="7069825"/>
                </a:cubicBezTo>
                <a:close/>
                <a:moveTo>
                  <a:pt x="1211592" y="7065298"/>
                </a:moveTo>
                <a:cubicBezTo>
                  <a:pt x="1201168" y="7065298"/>
                  <a:pt x="1194034" y="7072431"/>
                  <a:pt x="1192936" y="7081759"/>
                </a:cubicBezTo>
                <a:lnTo>
                  <a:pt x="568482" y="7081759"/>
                </a:lnTo>
                <a:lnTo>
                  <a:pt x="427460" y="7222782"/>
                </a:lnTo>
                <a:lnTo>
                  <a:pt x="427460" y="7362709"/>
                </a:lnTo>
                <a:lnTo>
                  <a:pt x="317164" y="7473004"/>
                </a:lnTo>
                <a:cubicBezTo>
                  <a:pt x="310032" y="7467516"/>
                  <a:pt x="299056" y="7468065"/>
                  <a:pt x="292472" y="7474650"/>
                </a:cubicBezTo>
                <a:cubicBezTo>
                  <a:pt x="285338" y="7481783"/>
                  <a:pt x="285338" y="7493855"/>
                  <a:pt x="292472" y="7500989"/>
                </a:cubicBezTo>
                <a:cubicBezTo>
                  <a:pt x="299606" y="7508121"/>
                  <a:pt x="311678" y="7508121"/>
                  <a:pt x="318810" y="7500989"/>
                </a:cubicBezTo>
                <a:cubicBezTo>
                  <a:pt x="325396" y="7494404"/>
                  <a:pt x="325944" y="7483978"/>
                  <a:pt x="320456" y="7476295"/>
                </a:cubicBezTo>
                <a:lnTo>
                  <a:pt x="431848" y="7364903"/>
                </a:lnTo>
                <a:lnTo>
                  <a:pt x="431848" y="7224977"/>
                </a:lnTo>
                <a:lnTo>
                  <a:pt x="432398" y="7224429"/>
                </a:lnTo>
                <a:lnTo>
                  <a:pt x="570678" y="7086150"/>
                </a:lnTo>
                <a:lnTo>
                  <a:pt x="1192936" y="7086150"/>
                </a:lnTo>
                <a:cubicBezTo>
                  <a:pt x="1194034" y="7095478"/>
                  <a:pt x="1201716" y="7102611"/>
                  <a:pt x="1211592" y="7102611"/>
                </a:cubicBezTo>
                <a:cubicBezTo>
                  <a:pt x="1221470" y="7102611"/>
                  <a:pt x="1230249" y="7094381"/>
                  <a:pt x="1230249" y="7083954"/>
                </a:cubicBezTo>
                <a:cubicBezTo>
                  <a:pt x="1230249" y="7073528"/>
                  <a:pt x="1222019" y="7065298"/>
                  <a:pt x="1211592" y="7065298"/>
                </a:cubicBezTo>
                <a:close/>
                <a:moveTo>
                  <a:pt x="10149290" y="7048973"/>
                </a:moveTo>
                <a:cubicBezTo>
                  <a:pt x="10144489" y="7048973"/>
                  <a:pt x="10139688" y="7050756"/>
                  <a:pt x="10136121" y="7054323"/>
                </a:cubicBezTo>
                <a:cubicBezTo>
                  <a:pt x="10128987" y="7061457"/>
                  <a:pt x="10128987" y="7073528"/>
                  <a:pt x="10136121" y="7080662"/>
                </a:cubicBezTo>
                <a:cubicBezTo>
                  <a:pt x="10142706" y="7087247"/>
                  <a:pt x="10153131" y="7087796"/>
                  <a:pt x="10160814" y="7082308"/>
                </a:cubicBezTo>
                <a:lnTo>
                  <a:pt x="10562483" y="7483978"/>
                </a:lnTo>
                <a:lnTo>
                  <a:pt x="10562483" y="7778645"/>
                </a:lnTo>
                <a:lnTo>
                  <a:pt x="10879101" y="8095261"/>
                </a:lnTo>
                <a:cubicBezTo>
                  <a:pt x="10873613" y="8102395"/>
                  <a:pt x="10874161" y="8113369"/>
                  <a:pt x="10880746" y="8119954"/>
                </a:cubicBezTo>
                <a:cubicBezTo>
                  <a:pt x="10887880" y="8127088"/>
                  <a:pt x="10899952" y="8127088"/>
                  <a:pt x="10907085" y="8119954"/>
                </a:cubicBezTo>
                <a:cubicBezTo>
                  <a:pt x="10914219" y="8112821"/>
                  <a:pt x="10914219" y="8100749"/>
                  <a:pt x="10907085" y="8093615"/>
                </a:cubicBezTo>
                <a:cubicBezTo>
                  <a:pt x="10900500" y="8087030"/>
                  <a:pt x="10890075" y="8086482"/>
                  <a:pt x="10882392" y="8091969"/>
                </a:cubicBezTo>
                <a:lnTo>
                  <a:pt x="10566874" y="7776999"/>
                </a:lnTo>
                <a:lnTo>
                  <a:pt x="10566874" y="7482332"/>
                </a:lnTo>
                <a:lnTo>
                  <a:pt x="10164106" y="7079565"/>
                </a:lnTo>
                <a:cubicBezTo>
                  <a:pt x="10169594" y="7072431"/>
                  <a:pt x="10169045" y="7061457"/>
                  <a:pt x="10162460" y="7054872"/>
                </a:cubicBezTo>
                <a:lnTo>
                  <a:pt x="10162460" y="7054323"/>
                </a:lnTo>
                <a:cubicBezTo>
                  <a:pt x="10158893" y="7050756"/>
                  <a:pt x="10154092" y="7048973"/>
                  <a:pt x="10149290" y="7048973"/>
                </a:cubicBezTo>
                <a:close/>
                <a:moveTo>
                  <a:pt x="3696238" y="6827149"/>
                </a:moveTo>
                <a:cubicBezTo>
                  <a:pt x="3685812" y="6827149"/>
                  <a:pt x="3678678" y="6834283"/>
                  <a:pt x="3677581" y="6843611"/>
                </a:cubicBezTo>
                <a:lnTo>
                  <a:pt x="3053128" y="6843611"/>
                </a:lnTo>
                <a:lnTo>
                  <a:pt x="2962587" y="6934151"/>
                </a:lnTo>
                <a:cubicBezTo>
                  <a:pt x="2955454" y="6928664"/>
                  <a:pt x="2944479" y="6929212"/>
                  <a:pt x="2937894" y="6935798"/>
                </a:cubicBezTo>
                <a:cubicBezTo>
                  <a:pt x="2930760" y="6942931"/>
                  <a:pt x="2930760" y="6955003"/>
                  <a:pt x="2937894" y="6962136"/>
                </a:cubicBezTo>
                <a:cubicBezTo>
                  <a:pt x="2945028" y="6969270"/>
                  <a:pt x="2957100" y="6969270"/>
                  <a:pt x="2964233" y="6962136"/>
                </a:cubicBezTo>
                <a:cubicBezTo>
                  <a:pt x="2970818" y="6955552"/>
                  <a:pt x="2971367" y="6945126"/>
                  <a:pt x="2965880" y="6937444"/>
                </a:cubicBezTo>
                <a:lnTo>
                  <a:pt x="3054773" y="6848549"/>
                </a:lnTo>
                <a:lnTo>
                  <a:pt x="3677032" y="6848549"/>
                </a:lnTo>
                <a:lnTo>
                  <a:pt x="3677581" y="6848001"/>
                </a:lnTo>
                <a:cubicBezTo>
                  <a:pt x="3678678" y="6857329"/>
                  <a:pt x="3686360" y="6864463"/>
                  <a:pt x="3696238" y="6864463"/>
                </a:cubicBezTo>
                <a:cubicBezTo>
                  <a:pt x="3706114" y="6864463"/>
                  <a:pt x="3714895" y="6856232"/>
                  <a:pt x="3714895" y="6845806"/>
                </a:cubicBezTo>
                <a:cubicBezTo>
                  <a:pt x="3714895" y="6835380"/>
                  <a:pt x="3706663" y="6827149"/>
                  <a:pt x="3696238" y="6827149"/>
                </a:cubicBezTo>
                <a:close/>
                <a:moveTo>
                  <a:pt x="9514411" y="6708760"/>
                </a:moveTo>
                <a:cubicBezTo>
                  <a:pt x="9509610" y="6708760"/>
                  <a:pt x="9504808" y="6710544"/>
                  <a:pt x="9501242" y="6714111"/>
                </a:cubicBezTo>
                <a:cubicBezTo>
                  <a:pt x="9494108" y="6721245"/>
                  <a:pt x="9494108" y="6733317"/>
                  <a:pt x="9501242" y="6740450"/>
                </a:cubicBezTo>
                <a:cubicBezTo>
                  <a:pt x="9507826" y="6747034"/>
                  <a:pt x="9518252" y="6747583"/>
                  <a:pt x="9525934" y="6742096"/>
                </a:cubicBezTo>
                <a:lnTo>
                  <a:pt x="10158070" y="7374232"/>
                </a:lnTo>
                <a:lnTo>
                  <a:pt x="10158070" y="7897171"/>
                </a:lnTo>
                <a:lnTo>
                  <a:pt x="10566325" y="8305425"/>
                </a:lnTo>
                <a:lnTo>
                  <a:pt x="10566874" y="8305425"/>
                </a:lnTo>
                <a:cubicBezTo>
                  <a:pt x="10566874" y="8305973"/>
                  <a:pt x="11109018" y="8305973"/>
                  <a:pt x="11109018" y="8305973"/>
                </a:cubicBezTo>
                <a:lnTo>
                  <a:pt x="11354300" y="8551255"/>
                </a:lnTo>
                <a:lnTo>
                  <a:pt x="11354300" y="8765808"/>
                </a:lnTo>
                <a:cubicBezTo>
                  <a:pt x="11344972" y="8766906"/>
                  <a:pt x="11337837" y="8774588"/>
                  <a:pt x="11337837" y="8784465"/>
                </a:cubicBezTo>
                <a:cubicBezTo>
                  <a:pt x="11337837" y="8794342"/>
                  <a:pt x="11346069" y="8803121"/>
                  <a:pt x="11356494" y="8803121"/>
                </a:cubicBezTo>
                <a:cubicBezTo>
                  <a:pt x="11366920" y="8803121"/>
                  <a:pt x="11375152" y="8794890"/>
                  <a:pt x="11375152" y="8784465"/>
                </a:cubicBezTo>
                <a:cubicBezTo>
                  <a:pt x="11375152" y="8779252"/>
                  <a:pt x="11373368" y="8774863"/>
                  <a:pt x="11370419" y="8771639"/>
                </a:cubicBezTo>
                <a:lnTo>
                  <a:pt x="11359238" y="8766081"/>
                </a:lnTo>
                <a:lnTo>
                  <a:pt x="11359238" y="8766357"/>
                </a:lnTo>
                <a:lnTo>
                  <a:pt x="11358689" y="8765808"/>
                </a:lnTo>
                <a:lnTo>
                  <a:pt x="11359238" y="8766081"/>
                </a:lnTo>
                <a:lnTo>
                  <a:pt x="11359238" y="8549609"/>
                </a:lnTo>
                <a:lnTo>
                  <a:pt x="11111762" y="8302133"/>
                </a:lnTo>
                <a:lnTo>
                  <a:pt x="11111212" y="8302133"/>
                </a:lnTo>
                <a:cubicBezTo>
                  <a:pt x="11111212" y="8301584"/>
                  <a:pt x="10569068" y="8301584"/>
                  <a:pt x="10569068" y="8301584"/>
                </a:cubicBezTo>
                <a:lnTo>
                  <a:pt x="10163009" y="7895525"/>
                </a:lnTo>
                <a:lnTo>
                  <a:pt x="10163009" y="7372586"/>
                </a:lnTo>
                <a:lnTo>
                  <a:pt x="9529227" y="6738804"/>
                </a:lnTo>
                <a:cubicBezTo>
                  <a:pt x="9534714" y="6731670"/>
                  <a:pt x="9534165" y="6720695"/>
                  <a:pt x="9527580" y="6714111"/>
                </a:cubicBezTo>
                <a:cubicBezTo>
                  <a:pt x="9524014" y="6710544"/>
                  <a:pt x="9519212" y="6708760"/>
                  <a:pt x="9514411" y="6708760"/>
                </a:cubicBezTo>
                <a:close/>
                <a:moveTo>
                  <a:pt x="4474336" y="6454151"/>
                </a:moveTo>
                <a:cubicBezTo>
                  <a:pt x="4469535" y="6454151"/>
                  <a:pt x="4464733" y="6455934"/>
                  <a:pt x="4461166" y="6459501"/>
                </a:cubicBezTo>
                <a:cubicBezTo>
                  <a:pt x="4454581" y="6466086"/>
                  <a:pt x="4454032" y="6476511"/>
                  <a:pt x="4459520" y="6484193"/>
                </a:cubicBezTo>
                <a:lnTo>
                  <a:pt x="4294352" y="6649361"/>
                </a:lnTo>
                <a:lnTo>
                  <a:pt x="3558507" y="6649361"/>
                </a:lnTo>
                <a:cubicBezTo>
                  <a:pt x="3557410" y="6640033"/>
                  <a:pt x="3549727" y="6632899"/>
                  <a:pt x="3539850" y="6632899"/>
                </a:cubicBezTo>
                <a:cubicBezTo>
                  <a:pt x="3529972" y="6632899"/>
                  <a:pt x="3521193" y="6641130"/>
                  <a:pt x="3521193" y="6651556"/>
                </a:cubicBezTo>
                <a:cubicBezTo>
                  <a:pt x="3521193" y="6661982"/>
                  <a:pt x="3529424" y="6670213"/>
                  <a:pt x="3539850" y="6670213"/>
                </a:cubicBezTo>
                <a:cubicBezTo>
                  <a:pt x="3550276" y="6670213"/>
                  <a:pt x="3557410" y="6663079"/>
                  <a:pt x="3558507" y="6653750"/>
                </a:cubicBezTo>
                <a:lnTo>
                  <a:pt x="4296547" y="6653750"/>
                </a:lnTo>
                <a:lnTo>
                  <a:pt x="4462813" y="6487486"/>
                </a:lnTo>
                <a:lnTo>
                  <a:pt x="4462812" y="6487486"/>
                </a:lnTo>
                <a:lnTo>
                  <a:pt x="4463362" y="6486937"/>
                </a:lnTo>
                <a:lnTo>
                  <a:pt x="4462813" y="6487486"/>
                </a:lnTo>
                <a:lnTo>
                  <a:pt x="4475364" y="6491189"/>
                </a:lnTo>
                <a:cubicBezTo>
                  <a:pt x="4479823" y="6490915"/>
                  <a:pt x="4484212" y="6489132"/>
                  <a:pt x="4487505" y="6485840"/>
                </a:cubicBezTo>
                <a:cubicBezTo>
                  <a:pt x="4494638" y="6478706"/>
                  <a:pt x="4494638" y="6466634"/>
                  <a:pt x="4487505" y="6459501"/>
                </a:cubicBezTo>
                <a:cubicBezTo>
                  <a:pt x="4483938" y="6455934"/>
                  <a:pt x="4479137" y="6454151"/>
                  <a:pt x="4474336" y="6454151"/>
                </a:cubicBezTo>
                <a:close/>
                <a:moveTo>
                  <a:pt x="2861072" y="6399141"/>
                </a:moveTo>
                <a:cubicBezTo>
                  <a:pt x="2850646" y="6399141"/>
                  <a:pt x="2842416" y="6407372"/>
                  <a:pt x="2842416" y="6417798"/>
                </a:cubicBezTo>
                <a:cubicBezTo>
                  <a:pt x="2842416" y="6428224"/>
                  <a:pt x="2849549" y="6435356"/>
                  <a:pt x="2858877" y="6436454"/>
                </a:cubicBezTo>
                <a:lnTo>
                  <a:pt x="2858877" y="6778312"/>
                </a:lnTo>
                <a:lnTo>
                  <a:pt x="2574086" y="7063102"/>
                </a:lnTo>
                <a:lnTo>
                  <a:pt x="1833852" y="7063102"/>
                </a:lnTo>
                <a:lnTo>
                  <a:pt x="1090324" y="7806630"/>
                </a:lnTo>
                <a:lnTo>
                  <a:pt x="60908" y="7806630"/>
                </a:lnTo>
                <a:cubicBezTo>
                  <a:pt x="59810" y="7797303"/>
                  <a:pt x="52128" y="7790168"/>
                  <a:pt x="42250" y="7790168"/>
                </a:cubicBezTo>
                <a:cubicBezTo>
                  <a:pt x="32374" y="7790168"/>
                  <a:pt x="23594" y="7798400"/>
                  <a:pt x="23594" y="7808826"/>
                </a:cubicBezTo>
                <a:cubicBezTo>
                  <a:pt x="23594" y="7819251"/>
                  <a:pt x="31826" y="7827483"/>
                  <a:pt x="42250" y="7827483"/>
                </a:cubicBezTo>
                <a:cubicBezTo>
                  <a:pt x="52676" y="7827483"/>
                  <a:pt x="59810" y="7820348"/>
                  <a:pt x="60908" y="7811020"/>
                </a:cubicBezTo>
                <a:lnTo>
                  <a:pt x="1091970" y="7811020"/>
                </a:lnTo>
                <a:lnTo>
                  <a:pt x="1835498" y="7067493"/>
                </a:lnTo>
                <a:lnTo>
                  <a:pt x="1835498" y="7068042"/>
                </a:lnTo>
                <a:lnTo>
                  <a:pt x="2575733" y="7068042"/>
                </a:lnTo>
                <a:lnTo>
                  <a:pt x="2863267" y="6780507"/>
                </a:lnTo>
                <a:lnTo>
                  <a:pt x="2863267" y="6436454"/>
                </a:lnTo>
                <a:cubicBezTo>
                  <a:pt x="2872596" y="6435356"/>
                  <a:pt x="2879729" y="6427675"/>
                  <a:pt x="2879729" y="6417798"/>
                </a:cubicBezTo>
                <a:cubicBezTo>
                  <a:pt x="2879729" y="6407920"/>
                  <a:pt x="2871498" y="6399141"/>
                  <a:pt x="2861072" y="6399141"/>
                </a:cubicBezTo>
                <a:close/>
                <a:moveTo>
                  <a:pt x="3111561" y="6398704"/>
                </a:moveTo>
                <a:lnTo>
                  <a:pt x="3098603" y="6404009"/>
                </a:lnTo>
                <a:cubicBezTo>
                  <a:pt x="3095242" y="6407370"/>
                  <a:pt x="3093184" y="6412034"/>
                  <a:pt x="3093184" y="6417246"/>
                </a:cubicBezTo>
                <a:cubicBezTo>
                  <a:pt x="3093184" y="6427673"/>
                  <a:pt x="3100318" y="6434806"/>
                  <a:pt x="3109647" y="6435904"/>
                </a:cubicBezTo>
                <a:lnTo>
                  <a:pt x="3109647" y="6726181"/>
                </a:lnTo>
                <a:lnTo>
                  <a:pt x="2526348" y="7309480"/>
                </a:lnTo>
                <a:lnTo>
                  <a:pt x="2231680" y="7309480"/>
                </a:lnTo>
                <a:lnTo>
                  <a:pt x="2131812" y="7209611"/>
                </a:lnTo>
                <a:lnTo>
                  <a:pt x="2131263" y="7209611"/>
                </a:lnTo>
                <a:cubicBezTo>
                  <a:pt x="2131263" y="7209063"/>
                  <a:pt x="2021516" y="7209063"/>
                  <a:pt x="2021516" y="7209063"/>
                </a:cubicBezTo>
                <a:lnTo>
                  <a:pt x="1603934" y="7626645"/>
                </a:lnTo>
                <a:lnTo>
                  <a:pt x="1396514" y="7626645"/>
                </a:lnTo>
                <a:lnTo>
                  <a:pt x="557508" y="8465652"/>
                </a:lnTo>
                <a:lnTo>
                  <a:pt x="52676" y="8465652"/>
                </a:lnTo>
                <a:cubicBezTo>
                  <a:pt x="51580" y="8456323"/>
                  <a:pt x="43898" y="8449189"/>
                  <a:pt x="34020" y="8449189"/>
                </a:cubicBezTo>
                <a:cubicBezTo>
                  <a:pt x="24142" y="8449189"/>
                  <a:pt x="15364" y="8457420"/>
                  <a:pt x="15364" y="8467846"/>
                </a:cubicBezTo>
                <a:cubicBezTo>
                  <a:pt x="15364" y="8478272"/>
                  <a:pt x="23594" y="8486503"/>
                  <a:pt x="34020" y="8486503"/>
                </a:cubicBezTo>
                <a:cubicBezTo>
                  <a:pt x="44446" y="8486503"/>
                  <a:pt x="51580" y="8479370"/>
                  <a:pt x="52676" y="8470042"/>
                </a:cubicBezTo>
                <a:lnTo>
                  <a:pt x="559154" y="8470042"/>
                </a:lnTo>
                <a:lnTo>
                  <a:pt x="1398161" y="7631035"/>
                </a:lnTo>
                <a:lnTo>
                  <a:pt x="1605580" y="7631035"/>
                </a:lnTo>
                <a:lnTo>
                  <a:pt x="2023163" y="7213452"/>
                </a:lnTo>
                <a:lnTo>
                  <a:pt x="2128519" y="7213452"/>
                </a:lnTo>
                <a:lnTo>
                  <a:pt x="2228387" y="7313321"/>
                </a:lnTo>
                <a:lnTo>
                  <a:pt x="2228936" y="7313321"/>
                </a:lnTo>
                <a:cubicBezTo>
                  <a:pt x="2228936" y="7313870"/>
                  <a:pt x="2527445" y="7313870"/>
                  <a:pt x="2527445" y="7313870"/>
                </a:cubicBezTo>
                <a:lnTo>
                  <a:pt x="3113488" y="6727827"/>
                </a:lnTo>
                <a:lnTo>
                  <a:pt x="3113488" y="6435904"/>
                </a:lnTo>
                <a:cubicBezTo>
                  <a:pt x="3122816" y="6434806"/>
                  <a:pt x="3129950" y="6427124"/>
                  <a:pt x="3129950" y="6417246"/>
                </a:cubicBezTo>
                <a:cubicBezTo>
                  <a:pt x="3129950" y="6412308"/>
                  <a:pt x="3127892" y="6407644"/>
                  <a:pt x="3124531" y="6404215"/>
                </a:cubicBezTo>
                <a:close/>
                <a:moveTo>
                  <a:pt x="2945028" y="6398590"/>
                </a:moveTo>
                <a:cubicBezTo>
                  <a:pt x="2934602" y="6398590"/>
                  <a:pt x="2926371" y="6406821"/>
                  <a:pt x="2926371" y="6417246"/>
                </a:cubicBezTo>
                <a:cubicBezTo>
                  <a:pt x="2926371" y="6427673"/>
                  <a:pt x="2933505" y="6434806"/>
                  <a:pt x="2942832" y="6435904"/>
                </a:cubicBezTo>
                <a:lnTo>
                  <a:pt x="2942832" y="6599974"/>
                </a:lnTo>
                <a:cubicBezTo>
                  <a:pt x="2933505" y="6601071"/>
                  <a:pt x="2926371" y="6608754"/>
                  <a:pt x="2926371" y="6618630"/>
                </a:cubicBezTo>
                <a:cubicBezTo>
                  <a:pt x="2926371" y="6628508"/>
                  <a:pt x="2934602" y="6637287"/>
                  <a:pt x="2945028" y="6637287"/>
                </a:cubicBezTo>
                <a:cubicBezTo>
                  <a:pt x="2955454" y="6637287"/>
                  <a:pt x="2963685" y="6629056"/>
                  <a:pt x="2963685" y="6618630"/>
                </a:cubicBezTo>
                <a:cubicBezTo>
                  <a:pt x="2963685" y="6608204"/>
                  <a:pt x="2956551" y="6601071"/>
                  <a:pt x="2947223" y="6599974"/>
                </a:cubicBezTo>
                <a:lnTo>
                  <a:pt x="2947223" y="6435904"/>
                </a:lnTo>
                <a:cubicBezTo>
                  <a:pt x="2956551" y="6434806"/>
                  <a:pt x="2963685" y="6427124"/>
                  <a:pt x="2963685" y="6417246"/>
                </a:cubicBezTo>
                <a:cubicBezTo>
                  <a:pt x="2963685" y="6406821"/>
                  <a:pt x="2955454" y="6398590"/>
                  <a:pt x="2945028" y="6398590"/>
                </a:cubicBezTo>
                <a:close/>
                <a:moveTo>
                  <a:pt x="3028983" y="6398590"/>
                </a:moveTo>
                <a:cubicBezTo>
                  <a:pt x="3018557" y="6398590"/>
                  <a:pt x="3010326" y="6406821"/>
                  <a:pt x="3010326" y="6417246"/>
                </a:cubicBezTo>
                <a:cubicBezTo>
                  <a:pt x="3010326" y="6427673"/>
                  <a:pt x="3017460" y="6434806"/>
                  <a:pt x="3026789" y="6435904"/>
                </a:cubicBezTo>
                <a:lnTo>
                  <a:pt x="3026789" y="6710817"/>
                </a:lnTo>
                <a:lnTo>
                  <a:pt x="2603718" y="7133887"/>
                </a:lnTo>
                <a:lnTo>
                  <a:pt x="1999018" y="7133887"/>
                </a:lnTo>
                <a:lnTo>
                  <a:pt x="1713131" y="7419775"/>
                </a:lnTo>
                <a:cubicBezTo>
                  <a:pt x="1705998" y="7414287"/>
                  <a:pt x="1695023" y="7414835"/>
                  <a:pt x="1688438" y="7421420"/>
                </a:cubicBezTo>
                <a:cubicBezTo>
                  <a:pt x="1681305" y="7428554"/>
                  <a:pt x="1681305" y="7440627"/>
                  <a:pt x="1688438" y="7447759"/>
                </a:cubicBezTo>
                <a:cubicBezTo>
                  <a:pt x="1695572" y="7454893"/>
                  <a:pt x="1707644" y="7454893"/>
                  <a:pt x="1714777" y="7447759"/>
                </a:cubicBezTo>
                <a:cubicBezTo>
                  <a:pt x="1721362" y="7441175"/>
                  <a:pt x="1721911" y="7430749"/>
                  <a:pt x="1716423" y="7423066"/>
                </a:cubicBezTo>
                <a:lnTo>
                  <a:pt x="2000665" y="7138825"/>
                </a:lnTo>
                <a:lnTo>
                  <a:pt x="2604815" y="7138825"/>
                </a:lnTo>
                <a:lnTo>
                  <a:pt x="3031178" y="6712463"/>
                </a:lnTo>
                <a:lnTo>
                  <a:pt x="3031178" y="6435904"/>
                </a:lnTo>
                <a:cubicBezTo>
                  <a:pt x="3040506" y="6434806"/>
                  <a:pt x="3047640" y="6427124"/>
                  <a:pt x="3047640" y="6417246"/>
                </a:cubicBezTo>
                <a:cubicBezTo>
                  <a:pt x="3047640" y="6407370"/>
                  <a:pt x="3039409" y="6398590"/>
                  <a:pt x="3028983" y="6398590"/>
                </a:cubicBezTo>
                <a:close/>
                <a:moveTo>
                  <a:pt x="3111841" y="6398590"/>
                </a:moveTo>
                <a:lnTo>
                  <a:pt x="3111292" y="6398590"/>
                </a:lnTo>
                <a:lnTo>
                  <a:pt x="3111561" y="6398704"/>
                </a:lnTo>
                <a:close/>
                <a:moveTo>
                  <a:pt x="3195248" y="6398590"/>
                </a:moveTo>
                <a:cubicBezTo>
                  <a:pt x="3184823" y="6398590"/>
                  <a:pt x="3176591" y="6406821"/>
                  <a:pt x="3176591" y="6417246"/>
                </a:cubicBezTo>
                <a:cubicBezTo>
                  <a:pt x="3176591" y="6427673"/>
                  <a:pt x="3183724" y="6434806"/>
                  <a:pt x="3193054" y="6435904"/>
                </a:cubicBezTo>
                <a:lnTo>
                  <a:pt x="3193054" y="6599974"/>
                </a:lnTo>
                <a:cubicBezTo>
                  <a:pt x="3183724" y="6601071"/>
                  <a:pt x="3176591" y="6608754"/>
                  <a:pt x="3176591" y="6618630"/>
                </a:cubicBezTo>
                <a:cubicBezTo>
                  <a:pt x="3176591" y="6628508"/>
                  <a:pt x="3184823" y="6637287"/>
                  <a:pt x="3195248" y="6637287"/>
                </a:cubicBezTo>
                <a:cubicBezTo>
                  <a:pt x="3205674" y="6637287"/>
                  <a:pt x="3213905" y="6629056"/>
                  <a:pt x="3213905" y="6618630"/>
                </a:cubicBezTo>
                <a:cubicBezTo>
                  <a:pt x="3213905" y="6608204"/>
                  <a:pt x="3206771" y="6601071"/>
                  <a:pt x="3197443" y="6599974"/>
                </a:cubicBezTo>
                <a:lnTo>
                  <a:pt x="3197443" y="6435904"/>
                </a:lnTo>
                <a:cubicBezTo>
                  <a:pt x="3206771" y="6434806"/>
                  <a:pt x="3213905" y="6427124"/>
                  <a:pt x="3213905" y="6417246"/>
                </a:cubicBezTo>
                <a:cubicBezTo>
                  <a:pt x="3213905" y="6406821"/>
                  <a:pt x="3205674" y="6398590"/>
                  <a:pt x="3195248" y="6398590"/>
                </a:cubicBezTo>
                <a:close/>
                <a:moveTo>
                  <a:pt x="3278654" y="6398590"/>
                </a:moveTo>
                <a:cubicBezTo>
                  <a:pt x="3268229" y="6398590"/>
                  <a:pt x="3259998" y="6406821"/>
                  <a:pt x="3259998" y="6417246"/>
                </a:cubicBezTo>
                <a:cubicBezTo>
                  <a:pt x="3259998" y="6427673"/>
                  <a:pt x="3267131" y="6434806"/>
                  <a:pt x="3276460" y="6435904"/>
                </a:cubicBezTo>
                <a:lnTo>
                  <a:pt x="3276460" y="6619728"/>
                </a:lnTo>
                <a:lnTo>
                  <a:pt x="3437786" y="6781054"/>
                </a:lnTo>
                <a:lnTo>
                  <a:pt x="3438335" y="6781054"/>
                </a:lnTo>
                <a:cubicBezTo>
                  <a:pt x="3438335" y="6781604"/>
                  <a:pt x="4190094" y="6781604"/>
                  <a:pt x="4190094" y="6781604"/>
                </a:cubicBezTo>
                <a:cubicBezTo>
                  <a:pt x="4191191" y="6790931"/>
                  <a:pt x="4198874" y="6798065"/>
                  <a:pt x="4208751" y="6798065"/>
                </a:cubicBezTo>
                <a:cubicBezTo>
                  <a:pt x="4218628" y="6798065"/>
                  <a:pt x="4227408" y="6789834"/>
                  <a:pt x="4227408" y="6779408"/>
                </a:cubicBezTo>
                <a:cubicBezTo>
                  <a:pt x="4227408" y="6768982"/>
                  <a:pt x="4219177" y="6760751"/>
                  <a:pt x="4208751" y="6760751"/>
                </a:cubicBezTo>
                <a:lnTo>
                  <a:pt x="4208202" y="6760203"/>
                </a:lnTo>
                <a:cubicBezTo>
                  <a:pt x="4198874" y="6760203"/>
                  <a:pt x="4190643" y="6767335"/>
                  <a:pt x="4189546" y="6776664"/>
                </a:cubicBezTo>
                <a:lnTo>
                  <a:pt x="3439981" y="6776664"/>
                </a:lnTo>
                <a:lnTo>
                  <a:pt x="3280850" y="6617533"/>
                </a:lnTo>
                <a:lnTo>
                  <a:pt x="3280850" y="6435904"/>
                </a:lnTo>
                <a:cubicBezTo>
                  <a:pt x="3290179" y="6434806"/>
                  <a:pt x="3297312" y="6427124"/>
                  <a:pt x="3297312" y="6417246"/>
                </a:cubicBezTo>
                <a:cubicBezTo>
                  <a:pt x="3297312" y="6407370"/>
                  <a:pt x="3289080" y="6398590"/>
                  <a:pt x="3278654" y="6398590"/>
                </a:cubicBezTo>
                <a:close/>
                <a:moveTo>
                  <a:pt x="2805102" y="6343170"/>
                </a:moveTo>
                <a:cubicBezTo>
                  <a:pt x="2794676" y="6343170"/>
                  <a:pt x="2787542" y="6350304"/>
                  <a:pt x="2786445" y="6359632"/>
                </a:cubicBezTo>
                <a:lnTo>
                  <a:pt x="2069805" y="6359632"/>
                </a:lnTo>
                <a:lnTo>
                  <a:pt x="785230" y="7644207"/>
                </a:lnTo>
                <a:lnTo>
                  <a:pt x="50482" y="7644207"/>
                </a:lnTo>
                <a:cubicBezTo>
                  <a:pt x="49384" y="7634879"/>
                  <a:pt x="41702" y="7627744"/>
                  <a:pt x="31826" y="7627744"/>
                </a:cubicBezTo>
                <a:cubicBezTo>
                  <a:pt x="21948" y="7627744"/>
                  <a:pt x="13168" y="7635976"/>
                  <a:pt x="13168" y="7646401"/>
                </a:cubicBezTo>
                <a:cubicBezTo>
                  <a:pt x="13168" y="7656827"/>
                  <a:pt x="21400" y="7665059"/>
                  <a:pt x="31826" y="7665059"/>
                </a:cubicBezTo>
                <a:cubicBezTo>
                  <a:pt x="42250" y="7665059"/>
                  <a:pt x="49384" y="7657924"/>
                  <a:pt x="50482" y="7648597"/>
                </a:cubicBezTo>
                <a:lnTo>
                  <a:pt x="787426" y="7648597"/>
                </a:lnTo>
                <a:lnTo>
                  <a:pt x="2072000" y="6364021"/>
                </a:lnTo>
                <a:lnTo>
                  <a:pt x="2786445" y="6364021"/>
                </a:lnTo>
                <a:cubicBezTo>
                  <a:pt x="2787542" y="6373350"/>
                  <a:pt x="2795224" y="6380484"/>
                  <a:pt x="2805102" y="6380484"/>
                </a:cubicBezTo>
                <a:cubicBezTo>
                  <a:pt x="2814978" y="6380484"/>
                  <a:pt x="2823759" y="6372252"/>
                  <a:pt x="2823759" y="6361827"/>
                </a:cubicBezTo>
                <a:cubicBezTo>
                  <a:pt x="2823759" y="6351401"/>
                  <a:pt x="2815528" y="6343170"/>
                  <a:pt x="2805102" y="6343170"/>
                </a:cubicBezTo>
                <a:close/>
                <a:moveTo>
                  <a:pt x="4023829" y="6335623"/>
                </a:moveTo>
                <a:cubicBezTo>
                  <a:pt x="4019028" y="6335623"/>
                  <a:pt x="4014226" y="6337406"/>
                  <a:pt x="4010660" y="6340973"/>
                </a:cubicBezTo>
                <a:cubicBezTo>
                  <a:pt x="4004074" y="6347558"/>
                  <a:pt x="4003526" y="6357984"/>
                  <a:pt x="4009014" y="6365667"/>
                </a:cubicBezTo>
                <a:lnTo>
                  <a:pt x="3922314" y="6452366"/>
                </a:lnTo>
                <a:lnTo>
                  <a:pt x="3633134" y="6452366"/>
                </a:lnTo>
                <a:lnTo>
                  <a:pt x="3632584" y="6452914"/>
                </a:lnTo>
                <a:lnTo>
                  <a:pt x="3538753" y="6359082"/>
                </a:lnTo>
                <a:lnTo>
                  <a:pt x="3538203" y="6359082"/>
                </a:lnTo>
                <a:cubicBezTo>
                  <a:pt x="3538203" y="6358532"/>
                  <a:pt x="3354379" y="6358532"/>
                  <a:pt x="3354379" y="6358532"/>
                </a:cubicBezTo>
                <a:cubicBezTo>
                  <a:pt x="3353282" y="6349204"/>
                  <a:pt x="3345600" y="6342071"/>
                  <a:pt x="3335723" y="6342071"/>
                </a:cubicBezTo>
                <a:cubicBezTo>
                  <a:pt x="3325846" y="6342071"/>
                  <a:pt x="3317066" y="6350301"/>
                  <a:pt x="3317066" y="6360727"/>
                </a:cubicBezTo>
                <a:cubicBezTo>
                  <a:pt x="3317066" y="6371153"/>
                  <a:pt x="3325297" y="6379384"/>
                  <a:pt x="3335723" y="6379384"/>
                </a:cubicBezTo>
                <a:cubicBezTo>
                  <a:pt x="3346148" y="6379384"/>
                  <a:pt x="3353282" y="6372251"/>
                  <a:pt x="3354379" y="6362923"/>
                </a:cubicBezTo>
                <a:lnTo>
                  <a:pt x="3536009" y="6362923"/>
                </a:lnTo>
                <a:lnTo>
                  <a:pt x="3629842" y="6456755"/>
                </a:lnTo>
                <a:lnTo>
                  <a:pt x="3630390" y="6456755"/>
                </a:lnTo>
                <a:cubicBezTo>
                  <a:pt x="3630390" y="6457304"/>
                  <a:pt x="3923960" y="6457304"/>
                  <a:pt x="3923960" y="6457304"/>
                </a:cubicBezTo>
                <a:lnTo>
                  <a:pt x="4012306" y="6368958"/>
                </a:lnTo>
                <a:cubicBezTo>
                  <a:pt x="4019439" y="6374446"/>
                  <a:pt x="4030414" y="6373897"/>
                  <a:pt x="4036998" y="6367312"/>
                </a:cubicBezTo>
                <a:cubicBezTo>
                  <a:pt x="4044132" y="6360179"/>
                  <a:pt x="4044132" y="6348107"/>
                  <a:pt x="4036998" y="6340973"/>
                </a:cubicBezTo>
                <a:cubicBezTo>
                  <a:pt x="4033431" y="6337406"/>
                  <a:pt x="4028630" y="6335623"/>
                  <a:pt x="4023829" y="6335623"/>
                </a:cubicBezTo>
                <a:close/>
                <a:moveTo>
                  <a:pt x="5429672" y="6278558"/>
                </a:moveTo>
                <a:cubicBezTo>
                  <a:pt x="5424871" y="6278558"/>
                  <a:pt x="5420070" y="6280341"/>
                  <a:pt x="5416503" y="6283907"/>
                </a:cubicBezTo>
                <a:cubicBezTo>
                  <a:pt x="5409370" y="6291041"/>
                  <a:pt x="5409370" y="6300917"/>
                  <a:pt x="5414856" y="6308601"/>
                </a:cubicBezTo>
                <a:lnTo>
                  <a:pt x="4905088" y="6818369"/>
                </a:lnTo>
                <a:lnTo>
                  <a:pt x="4650477" y="6818369"/>
                </a:lnTo>
                <a:lnTo>
                  <a:pt x="4394770" y="7074077"/>
                </a:lnTo>
                <a:cubicBezTo>
                  <a:pt x="4387637" y="7068590"/>
                  <a:pt x="4376662" y="7069139"/>
                  <a:pt x="4370077" y="7075724"/>
                </a:cubicBezTo>
                <a:cubicBezTo>
                  <a:pt x="4362944" y="7082856"/>
                  <a:pt x="4362944" y="7094929"/>
                  <a:pt x="4370077" y="7102062"/>
                </a:cubicBezTo>
                <a:cubicBezTo>
                  <a:pt x="4377210" y="7109196"/>
                  <a:pt x="4389282" y="7109196"/>
                  <a:pt x="4396416" y="7102062"/>
                </a:cubicBezTo>
                <a:cubicBezTo>
                  <a:pt x="4403001" y="7095478"/>
                  <a:pt x="4403550" y="7085052"/>
                  <a:pt x="4398062" y="7077370"/>
                </a:cubicBezTo>
                <a:lnTo>
                  <a:pt x="4652124" y="6823309"/>
                </a:lnTo>
                <a:lnTo>
                  <a:pt x="4906734" y="6823309"/>
                </a:lnTo>
                <a:lnTo>
                  <a:pt x="5418150" y="6311892"/>
                </a:lnTo>
                <a:cubicBezTo>
                  <a:pt x="5425282" y="6317380"/>
                  <a:pt x="5436257" y="6316831"/>
                  <a:pt x="5442842" y="6310246"/>
                </a:cubicBezTo>
                <a:cubicBezTo>
                  <a:pt x="5449976" y="6303113"/>
                  <a:pt x="5449976" y="6291041"/>
                  <a:pt x="5442842" y="6283907"/>
                </a:cubicBezTo>
                <a:cubicBezTo>
                  <a:pt x="5439275" y="6280341"/>
                  <a:pt x="5434474" y="6278558"/>
                  <a:pt x="5429672" y="6278558"/>
                </a:cubicBezTo>
                <a:close/>
                <a:moveTo>
                  <a:pt x="2805102" y="6258664"/>
                </a:moveTo>
                <a:cubicBezTo>
                  <a:pt x="2794676" y="6258664"/>
                  <a:pt x="2787542" y="6265798"/>
                  <a:pt x="2786445" y="6275126"/>
                </a:cubicBezTo>
                <a:lnTo>
                  <a:pt x="2083523" y="6275126"/>
                </a:lnTo>
                <a:lnTo>
                  <a:pt x="1833851" y="6524798"/>
                </a:lnTo>
                <a:lnTo>
                  <a:pt x="1705448" y="6524798"/>
                </a:lnTo>
                <a:lnTo>
                  <a:pt x="1361944" y="6868302"/>
                </a:lnTo>
                <a:lnTo>
                  <a:pt x="696884" y="6868302"/>
                </a:lnTo>
                <a:lnTo>
                  <a:pt x="467516" y="7097670"/>
                </a:lnTo>
                <a:lnTo>
                  <a:pt x="37312" y="7097670"/>
                </a:lnTo>
                <a:cubicBezTo>
                  <a:pt x="36216" y="7088342"/>
                  <a:pt x="28534" y="7081209"/>
                  <a:pt x="18656" y="7081209"/>
                </a:cubicBezTo>
                <a:cubicBezTo>
                  <a:pt x="8778" y="7081209"/>
                  <a:pt x="0" y="7089440"/>
                  <a:pt x="0" y="7099866"/>
                </a:cubicBezTo>
                <a:cubicBezTo>
                  <a:pt x="0" y="7110291"/>
                  <a:pt x="8230" y="7118523"/>
                  <a:pt x="18656" y="7118523"/>
                </a:cubicBezTo>
                <a:cubicBezTo>
                  <a:pt x="29082" y="7118523"/>
                  <a:pt x="36216" y="7111389"/>
                  <a:pt x="37312" y="7102060"/>
                </a:cubicBezTo>
                <a:lnTo>
                  <a:pt x="469162" y="7102060"/>
                </a:lnTo>
                <a:lnTo>
                  <a:pt x="698532" y="6872692"/>
                </a:lnTo>
                <a:lnTo>
                  <a:pt x="1363590" y="6872692"/>
                </a:lnTo>
                <a:lnTo>
                  <a:pt x="1707095" y="6529187"/>
                </a:lnTo>
                <a:lnTo>
                  <a:pt x="1835498" y="6529187"/>
                </a:lnTo>
                <a:lnTo>
                  <a:pt x="2085169" y="6279516"/>
                </a:lnTo>
                <a:lnTo>
                  <a:pt x="2786445" y="6279516"/>
                </a:lnTo>
                <a:cubicBezTo>
                  <a:pt x="2787542" y="6288844"/>
                  <a:pt x="2795225" y="6295978"/>
                  <a:pt x="2805102" y="6295978"/>
                </a:cubicBezTo>
                <a:cubicBezTo>
                  <a:pt x="2814979" y="6295978"/>
                  <a:pt x="2823759" y="6287747"/>
                  <a:pt x="2823759" y="6277321"/>
                </a:cubicBezTo>
                <a:cubicBezTo>
                  <a:pt x="2823759" y="6266895"/>
                  <a:pt x="2815528" y="6258664"/>
                  <a:pt x="2805102" y="6258664"/>
                </a:cubicBezTo>
                <a:close/>
                <a:moveTo>
                  <a:pt x="2804554" y="6175257"/>
                </a:moveTo>
                <a:cubicBezTo>
                  <a:pt x="2794128" y="6175257"/>
                  <a:pt x="2786994" y="6182391"/>
                  <a:pt x="2785897" y="6191720"/>
                </a:cubicBezTo>
                <a:lnTo>
                  <a:pt x="2621826" y="6191720"/>
                </a:lnTo>
                <a:cubicBezTo>
                  <a:pt x="2620729" y="6182391"/>
                  <a:pt x="2613047" y="6175257"/>
                  <a:pt x="2603170" y="6175257"/>
                </a:cubicBezTo>
                <a:cubicBezTo>
                  <a:pt x="2593292" y="6175257"/>
                  <a:pt x="2584513" y="6183488"/>
                  <a:pt x="2584513" y="6193914"/>
                </a:cubicBezTo>
                <a:cubicBezTo>
                  <a:pt x="2584513" y="6204340"/>
                  <a:pt x="2592744" y="6212571"/>
                  <a:pt x="2603170" y="6212571"/>
                </a:cubicBezTo>
                <a:cubicBezTo>
                  <a:pt x="2612498" y="6212571"/>
                  <a:pt x="2620729" y="6205437"/>
                  <a:pt x="2621826" y="6196109"/>
                </a:cubicBezTo>
                <a:lnTo>
                  <a:pt x="2785897" y="6196109"/>
                </a:lnTo>
                <a:cubicBezTo>
                  <a:pt x="2786994" y="6205437"/>
                  <a:pt x="2794676" y="6212571"/>
                  <a:pt x="2804554" y="6212571"/>
                </a:cubicBezTo>
                <a:cubicBezTo>
                  <a:pt x="2814430" y="6212571"/>
                  <a:pt x="2823210" y="6204340"/>
                  <a:pt x="2823210" y="6193914"/>
                </a:cubicBezTo>
                <a:cubicBezTo>
                  <a:pt x="2823210" y="6183488"/>
                  <a:pt x="2814979" y="6175257"/>
                  <a:pt x="2804554" y="6175257"/>
                </a:cubicBezTo>
                <a:close/>
                <a:moveTo>
                  <a:pt x="5032942" y="6093636"/>
                </a:moveTo>
                <a:cubicBezTo>
                  <a:pt x="5028140" y="6093636"/>
                  <a:pt x="5023339" y="6095419"/>
                  <a:pt x="5019772" y="6098986"/>
                </a:cubicBezTo>
                <a:cubicBezTo>
                  <a:pt x="5013188" y="6105571"/>
                  <a:pt x="5012639" y="6115997"/>
                  <a:pt x="5018126" y="6123679"/>
                </a:cubicBezTo>
                <a:lnTo>
                  <a:pt x="4240576" y="6901227"/>
                </a:lnTo>
                <a:lnTo>
                  <a:pt x="3982126" y="6901227"/>
                </a:lnTo>
                <a:lnTo>
                  <a:pt x="3452054" y="7431300"/>
                </a:lnTo>
                <a:lnTo>
                  <a:pt x="2989475" y="7431300"/>
                </a:lnTo>
                <a:lnTo>
                  <a:pt x="1999568" y="8421206"/>
                </a:lnTo>
                <a:lnTo>
                  <a:pt x="1184156" y="8421206"/>
                </a:lnTo>
                <a:lnTo>
                  <a:pt x="807180" y="8798184"/>
                </a:lnTo>
                <a:cubicBezTo>
                  <a:pt x="800046" y="8792696"/>
                  <a:pt x="789072" y="8793245"/>
                  <a:pt x="782486" y="8799830"/>
                </a:cubicBezTo>
                <a:cubicBezTo>
                  <a:pt x="775352" y="8806963"/>
                  <a:pt x="775352" y="8819035"/>
                  <a:pt x="782486" y="8826169"/>
                </a:cubicBezTo>
                <a:cubicBezTo>
                  <a:pt x="789620" y="8833301"/>
                  <a:pt x="801692" y="8833301"/>
                  <a:pt x="808826" y="8826169"/>
                </a:cubicBezTo>
                <a:cubicBezTo>
                  <a:pt x="815410" y="8819584"/>
                  <a:pt x="815960" y="8809158"/>
                  <a:pt x="810472" y="8801475"/>
                </a:cubicBezTo>
                <a:lnTo>
                  <a:pt x="1185802" y="8426145"/>
                </a:lnTo>
                <a:lnTo>
                  <a:pt x="2001214" y="8426145"/>
                </a:lnTo>
                <a:lnTo>
                  <a:pt x="2991121" y="7436238"/>
                </a:lnTo>
                <a:lnTo>
                  <a:pt x="3453699" y="7436238"/>
                </a:lnTo>
                <a:lnTo>
                  <a:pt x="3983772" y="6906167"/>
                </a:lnTo>
                <a:lnTo>
                  <a:pt x="4242224" y="6906167"/>
                </a:lnTo>
                <a:lnTo>
                  <a:pt x="5021418" y="6126971"/>
                </a:lnTo>
                <a:cubicBezTo>
                  <a:pt x="5028552" y="6132458"/>
                  <a:pt x="5039526" y="6131910"/>
                  <a:pt x="5046112" y="6125325"/>
                </a:cubicBezTo>
                <a:cubicBezTo>
                  <a:pt x="5053245" y="6118191"/>
                  <a:pt x="5053245" y="6106119"/>
                  <a:pt x="5046112" y="6098986"/>
                </a:cubicBezTo>
                <a:cubicBezTo>
                  <a:pt x="5042545" y="6095419"/>
                  <a:pt x="5037743" y="6093636"/>
                  <a:pt x="5032942" y="6093636"/>
                </a:cubicBezTo>
                <a:close/>
                <a:moveTo>
                  <a:pt x="2804554" y="6091851"/>
                </a:moveTo>
                <a:cubicBezTo>
                  <a:pt x="2794128" y="6091851"/>
                  <a:pt x="2786994" y="6098984"/>
                  <a:pt x="2785897" y="6108312"/>
                </a:cubicBezTo>
                <a:lnTo>
                  <a:pt x="2039076" y="6108312"/>
                </a:lnTo>
                <a:lnTo>
                  <a:pt x="1539184" y="6608204"/>
                </a:lnTo>
                <a:lnTo>
                  <a:pt x="856016" y="6608204"/>
                </a:lnTo>
                <a:lnTo>
                  <a:pt x="609636" y="6854584"/>
                </a:lnTo>
                <a:lnTo>
                  <a:pt x="196444" y="6854584"/>
                </a:lnTo>
                <a:cubicBezTo>
                  <a:pt x="195346" y="6845255"/>
                  <a:pt x="187664" y="6838122"/>
                  <a:pt x="177786" y="6838122"/>
                </a:cubicBezTo>
                <a:cubicBezTo>
                  <a:pt x="167910" y="6838122"/>
                  <a:pt x="159130" y="6846352"/>
                  <a:pt x="159130" y="6856778"/>
                </a:cubicBezTo>
                <a:cubicBezTo>
                  <a:pt x="159130" y="6867204"/>
                  <a:pt x="167360" y="6875435"/>
                  <a:pt x="177786" y="6875435"/>
                </a:cubicBezTo>
                <a:cubicBezTo>
                  <a:pt x="188214" y="6875435"/>
                  <a:pt x="195346" y="6868302"/>
                  <a:pt x="196444" y="6858974"/>
                </a:cubicBezTo>
                <a:lnTo>
                  <a:pt x="611832" y="6858974"/>
                </a:lnTo>
                <a:lnTo>
                  <a:pt x="858212" y="6612594"/>
                </a:lnTo>
                <a:lnTo>
                  <a:pt x="1541379" y="6612594"/>
                </a:lnTo>
                <a:lnTo>
                  <a:pt x="2041271" y="6112703"/>
                </a:lnTo>
                <a:lnTo>
                  <a:pt x="2785897" y="6112703"/>
                </a:lnTo>
                <a:cubicBezTo>
                  <a:pt x="2786994" y="6122031"/>
                  <a:pt x="2794676" y="6129164"/>
                  <a:pt x="2804554" y="6129164"/>
                </a:cubicBezTo>
                <a:cubicBezTo>
                  <a:pt x="2814979" y="6129164"/>
                  <a:pt x="2823210" y="6120934"/>
                  <a:pt x="2823210" y="6110508"/>
                </a:cubicBezTo>
                <a:cubicBezTo>
                  <a:pt x="2823210" y="6100081"/>
                  <a:pt x="2814979" y="6091851"/>
                  <a:pt x="2804554" y="6091851"/>
                </a:cubicBezTo>
                <a:close/>
                <a:moveTo>
                  <a:pt x="3537106" y="6091851"/>
                </a:moveTo>
                <a:cubicBezTo>
                  <a:pt x="3526680" y="6091851"/>
                  <a:pt x="3519548" y="6098984"/>
                  <a:pt x="3518449" y="6108312"/>
                </a:cubicBezTo>
                <a:lnTo>
                  <a:pt x="3354379" y="6108312"/>
                </a:lnTo>
                <a:cubicBezTo>
                  <a:pt x="3353282" y="6098984"/>
                  <a:pt x="3345600" y="6091851"/>
                  <a:pt x="3335723" y="6091851"/>
                </a:cubicBezTo>
                <a:cubicBezTo>
                  <a:pt x="3325846" y="6091851"/>
                  <a:pt x="3317066" y="6100081"/>
                  <a:pt x="3317066" y="6110508"/>
                </a:cubicBezTo>
                <a:cubicBezTo>
                  <a:pt x="3317066" y="6120934"/>
                  <a:pt x="3325297" y="6129164"/>
                  <a:pt x="3335723" y="6129164"/>
                </a:cubicBezTo>
                <a:cubicBezTo>
                  <a:pt x="3345051" y="6129164"/>
                  <a:pt x="3353282" y="6122031"/>
                  <a:pt x="3354379" y="6112703"/>
                </a:cubicBezTo>
                <a:lnTo>
                  <a:pt x="3518449" y="6112703"/>
                </a:lnTo>
                <a:cubicBezTo>
                  <a:pt x="3519548" y="6122031"/>
                  <a:pt x="3527229" y="6129164"/>
                  <a:pt x="3537106" y="6129164"/>
                </a:cubicBezTo>
                <a:cubicBezTo>
                  <a:pt x="3546984" y="6129164"/>
                  <a:pt x="3555763" y="6120934"/>
                  <a:pt x="3555763" y="6110508"/>
                </a:cubicBezTo>
                <a:cubicBezTo>
                  <a:pt x="3555763" y="6100081"/>
                  <a:pt x="3547532" y="6091851"/>
                  <a:pt x="3537106" y="6091851"/>
                </a:cubicBezTo>
                <a:close/>
                <a:moveTo>
                  <a:pt x="12898423" y="6025593"/>
                </a:moveTo>
                <a:cubicBezTo>
                  <a:pt x="12893622" y="6025593"/>
                  <a:pt x="12888820" y="6027377"/>
                  <a:pt x="12885254" y="6030944"/>
                </a:cubicBezTo>
                <a:cubicBezTo>
                  <a:pt x="12878120" y="6038077"/>
                  <a:pt x="12878120" y="6050149"/>
                  <a:pt x="12885254" y="6057283"/>
                </a:cubicBezTo>
                <a:cubicBezTo>
                  <a:pt x="12891838" y="6063867"/>
                  <a:pt x="12902265" y="6064416"/>
                  <a:pt x="12909946" y="6058928"/>
                </a:cubicBezTo>
                <a:lnTo>
                  <a:pt x="12959881" y="6108862"/>
                </a:lnTo>
                <a:lnTo>
                  <a:pt x="12960428" y="6108862"/>
                </a:lnTo>
                <a:cubicBezTo>
                  <a:pt x="12960428" y="6109412"/>
                  <a:pt x="14895795" y="6109412"/>
                  <a:pt x="14895795" y="6109412"/>
                </a:cubicBezTo>
                <a:lnTo>
                  <a:pt x="15247532" y="6461147"/>
                </a:lnTo>
                <a:cubicBezTo>
                  <a:pt x="15242044" y="6468280"/>
                  <a:pt x="15242594" y="6479255"/>
                  <a:pt x="15249178" y="6485840"/>
                </a:cubicBezTo>
                <a:cubicBezTo>
                  <a:pt x="15256311" y="6492973"/>
                  <a:pt x="15268383" y="6492973"/>
                  <a:pt x="15275517" y="6485840"/>
                </a:cubicBezTo>
                <a:cubicBezTo>
                  <a:pt x="15282649" y="6478706"/>
                  <a:pt x="15282649" y="6466634"/>
                  <a:pt x="15275517" y="6459501"/>
                </a:cubicBezTo>
                <a:cubicBezTo>
                  <a:pt x="15268932" y="6452916"/>
                  <a:pt x="15258506" y="6452367"/>
                  <a:pt x="15250825" y="6457855"/>
                </a:cubicBezTo>
                <a:lnTo>
                  <a:pt x="14898539" y="6105571"/>
                </a:lnTo>
                <a:lnTo>
                  <a:pt x="14897992" y="6105571"/>
                </a:lnTo>
                <a:cubicBezTo>
                  <a:pt x="14897992" y="6105022"/>
                  <a:pt x="12962625" y="6105022"/>
                  <a:pt x="12962625" y="6105022"/>
                </a:cubicBezTo>
                <a:lnTo>
                  <a:pt x="12913239" y="6055636"/>
                </a:lnTo>
                <a:cubicBezTo>
                  <a:pt x="12918726" y="6048502"/>
                  <a:pt x="12918177" y="6037528"/>
                  <a:pt x="12911593" y="6030944"/>
                </a:cubicBezTo>
                <a:cubicBezTo>
                  <a:pt x="12908026" y="6027377"/>
                  <a:pt x="12903224" y="6025593"/>
                  <a:pt x="12898423" y="6025593"/>
                </a:cubicBezTo>
                <a:close/>
                <a:moveTo>
                  <a:pt x="2805102" y="6008444"/>
                </a:moveTo>
                <a:cubicBezTo>
                  <a:pt x="2794676" y="6008444"/>
                  <a:pt x="2787542" y="6015577"/>
                  <a:pt x="2786445" y="6024906"/>
                </a:cubicBezTo>
                <a:lnTo>
                  <a:pt x="2018774" y="6024906"/>
                </a:lnTo>
                <a:lnTo>
                  <a:pt x="1510650" y="6533028"/>
                </a:lnTo>
                <a:lnTo>
                  <a:pt x="1277989" y="6533028"/>
                </a:lnTo>
                <a:lnTo>
                  <a:pt x="1184156" y="6439196"/>
                </a:lnTo>
                <a:lnTo>
                  <a:pt x="1183608" y="6439196"/>
                </a:lnTo>
                <a:cubicBezTo>
                  <a:pt x="1183608" y="6438647"/>
                  <a:pt x="931192" y="6438647"/>
                  <a:pt x="931192" y="6438647"/>
                </a:cubicBezTo>
                <a:lnTo>
                  <a:pt x="686458" y="6683380"/>
                </a:lnTo>
                <a:lnTo>
                  <a:pt x="171752" y="6683380"/>
                </a:lnTo>
                <a:lnTo>
                  <a:pt x="32374" y="6822757"/>
                </a:lnTo>
                <a:cubicBezTo>
                  <a:pt x="25240" y="6817270"/>
                  <a:pt x="14266" y="6817819"/>
                  <a:pt x="7682" y="6824403"/>
                </a:cubicBezTo>
                <a:cubicBezTo>
                  <a:pt x="548" y="6831538"/>
                  <a:pt x="548" y="6843609"/>
                  <a:pt x="7682" y="6850743"/>
                </a:cubicBezTo>
                <a:cubicBezTo>
                  <a:pt x="14814" y="6857876"/>
                  <a:pt x="26886" y="6857876"/>
                  <a:pt x="34020" y="6850743"/>
                </a:cubicBezTo>
                <a:lnTo>
                  <a:pt x="34568" y="6850743"/>
                </a:lnTo>
                <a:cubicBezTo>
                  <a:pt x="41154" y="6844158"/>
                  <a:pt x="41702" y="6833732"/>
                  <a:pt x="36216" y="6826050"/>
                </a:cubicBezTo>
                <a:lnTo>
                  <a:pt x="174494" y="6687770"/>
                </a:lnTo>
                <a:lnTo>
                  <a:pt x="688654" y="6687770"/>
                </a:lnTo>
                <a:lnTo>
                  <a:pt x="933388" y="6443037"/>
                </a:lnTo>
                <a:lnTo>
                  <a:pt x="1181412" y="6443037"/>
                </a:lnTo>
                <a:lnTo>
                  <a:pt x="1275245" y="6536870"/>
                </a:lnTo>
                <a:lnTo>
                  <a:pt x="1275794" y="6536870"/>
                </a:lnTo>
                <a:cubicBezTo>
                  <a:pt x="1275794" y="6537419"/>
                  <a:pt x="1512845" y="6537419"/>
                  <a:pt x="1512845" y="6537419"/>
                </a:cubicBezTo>
                <a:lnTo>
                  <a:pt x="2020968" y="6029295"/>
                </a:lnTo>
                <a:lnTo>
                  <a:pt x="2786445" y="6029295"/>
                </a:lnTo>
                <a:cubicBezTo>
                  <a:pt x="2787542" y="6038624"/>
                  <a:pt x="2795225" y="6045757"/>
                  <a:pt x="2805102" y="6045757"/>
                </a:cubicBezTo>
                <a:cubicBezTo>
                  <a:pt x="2814979" y="6045757"/>
                  <a:pt x="2823759" y="6037526"/>
                  <a:pt x="2823759" y="6027101"/>
                </a:cubicBezTo>
                <a:cubicBezTo>
                  <a:pt x="2823759" y="6016675"/>
                  <a:pt x="2815528" y="6008444"/>
                  <a:pt x="2805102" y="6008444"/>
                </a:cubicBezTo>
                <a:close/>
                <a:moveTo>
                  <a:pt x="4046876" y="6008444"/>
                </a:moveTo>
                <a:cubicBezTo>
                  <a:pt x="4036450" y="6008444"/>
                  <a:pt x="4029316" y="6015577"/>
                  <a:pt x="4028219" y="6024906"/>
                </a:cubicBezTo>
                <a:lnTo>
                  <a:pt x="3354379" y="6024906"/>
                </a:lnTo>
                <a:cubicBezTo>
                  <a:pt x="3353282" y="6015577"/>
                  <a:pt x="3345600" y="6008444"/>
                  <a:pt x="3335723" y="6008444"/>
                </a:cubicBezTo>
                <a:cubicBezTo>
                  <a:pt x="3325846" y="6008444"/>
                  <a:pt x="3317066" y="6016675"/>
                  <a:pt x="3317066" y="6027101"/>
                </a:cubicBezTo>
                <a:cubicBezTo>
                  <a:pt x="3317066" y="6037526"/>
                  <a:pt x="3325297" y="6045757"/>
                  <a:pt x="3335723" y="6045757"/>
                </a:cubicBezTo>
                <a:cubicBezTo>
                  <a:pt x="3345051" y="6045757"/>
                  <a:pt x="3353282" y="6038624"/>
                  <a:pt x="3354379" y="6029295"/>
                </a:cubicBezTo>
                <a:lnTo>
                  <a:pt x="4028219" y="6029295"/>
                </a:lnTo>
                <a:cubicBezTo>
                  <a:pt x="4029316" y="6038624"/>
                  <a:pt x="4036998" y="6045757"/>
                  <a:pt x="4046876" y="6045757"/>
                </a:cubicBezTo>
                <a:cubicBezTo>
                  <a:pt x="4056752" y="6045757"/>
                  <a:pt x="4065533" y="6037526"/>
                  <a:pt x="4065533" y="6027101"/>
                </a:cubicBezTo>
                <a:cubicBezTo>
                  <a:pt x="4065533" y="6016675"/>
                  <a:pt x="4057302" y="6008444"/>
                  <a:pt x="4046876" y="6008444"/>
                </a:cubicBezTo>
                <a:close/>
                <a:moveTo>
                  <a:pt x="2804004" y="5926136"/>
                </a:moveTo>
                <a:cubicBezTo>
                  <a:pt x="2793579" y="5926136"/>
                  <a:pt x="2786445" y="5933270"/>
                  <a:pt x="2785348" y="5942599"/>
                </a:cubicBezTo>
                <a:lnTo>
                  <a:pt x="1992983" y="5942599"/>
                </a:lnTo>
                <a:lnTo>
                  <a:pt x="1601739" y="6333841"/>
                </a:lnTo>
                <a:lnTo>
                  <a:pt x="932838" y="6333841"/>
                </a:lnTo>
                <a:lnTo>
                  <a:pt x="706762" y="6559919"/>
                </a:lnTo>
                <a:lnTo>
                  <a:pt x="441726" y="6559919"/>
                </a:lnTo>
                <a:cubicBezTo>
                  <a:pt x="440628" y="6550590"/>
                  <a:pt x="432946" y="6543456"/>
                  <a:pt x="423070" y="6543456"/>
                </a:cubicBezTo>
                <a:cubicBezTo>
                  <a:pt x="413192" y="6543456"/>
                  <a:pt x="404412" y="6551687"/>
                  <a:pt x="404412" y="6562113"/>
                </a:cubicBezTo>
                <a:cubicBezTo>
                  <a:pt x="404412" y="6572539"/>
                  <a:pt x="412644" y="6580770"/>
                  <a:pt x="423070" y="6580770"/>
                </a:cubicBezTo>
                <a:cubicBezTo>
                  <a:pt x="433494" y="6580770"/>
                  <a:pt x="440628" y="6573636"/>
                  <a:pt x="441726" y="6564307"/>
                </a:cubicBezTo>
                <a:lnTo>
                  <a:pt x="708958" y="6564307"/>
                </a:lnTo>
                <a:lnTo>
                  <a:pt x="935034" y="6338232"/>
                </a:lnTo>
                <a:lnTo>
                  <a:pt x="1603934" y="6338232"/>
                </a:lnTo>
                <a:lnTo>
                  <a:pt x="1995178" y="5946987"/>
                </a:lnTo>
                <a:lnTo>
                  <a:pt x="2785348" y="5946987"/>
                </a:lnTo>
                <a:cubicBezTo>
                  <a:pt x="2786445" y="5956316"/>
                  <a:pt x="2794127" y="5963450"/>
                  <a:pt x="2804004" y="5963450"/>
                </a:cubicBezTo>
                <a:cubicBezTo>
                  <a:pt x="2813881" y="5963450"/>
                  <a:pt x="2822662" y="5955218"/>
                  <a:pt x="2822662" y="5944793"/>
                </a:cubicBezTo>
                <a:cubicBezTo>
                  <a:pt x="2822662" y="5934367"/>
                  <a:pt x="2814430" y="5926136"/>
                  <a:pt x="2804004" y="5926136"/>
                </a:cubicBezTo>
                <a:close/>
                <a:moveTo>
                  <a:pt x="11466789" y="5863170"/>
                </a:moveTo>
                <a:cubicBezTo>
                  <a:pt x="11461988" y="5863170"/>
                  <a:pt x="11457187" y="5864953"/>
                  <a:pt x="11453620" y="5868520"/>
                </a:cubicBezTo>
                <a:cubicBezTo>
                  <a:pt x="11446487" y="5875653"/>
                  <a:pt x="11446487" y="5887725"/>
                  <a:pt x="11453620" y="5894858"/>
                </a:cubicBezTo>
                <a:cubicBezTo>
                  <a:pt x="11460204" y="5901444"/>
                  <a:pt x="11470629" y="5901992"/>
                  <a:pt x="11478312" y="5896505"/>
                </a:cubicBezTo>
                <a:lnTo>
                  <a:pt x="11798770" y="6216962"/>
                </a:lnTo>
                <a:lnTo>
                  <a:pt x="11799319" y="6216962"/>
                </a:lnTo>
                <a:cubicBezTo>
                  <a:pt x="11799319" y="6217512"/>
                  <a:pt x="12278359" y="6217512"/>
                  <a:pt x="12278359" y="6217512"/>
                </a:cubicBezTo>
                <a:lnTo>
                  <a:pt x="12570284" y="6509985"/>
                </a:lnTo>
                <a:lnTo>
                  <a:pt x="12570831" y="6509985"/>
                </a:lnTo>
                <a:cubicBezTo>
                  <a:pt x="12570831" y="6510533"/>
                  <a:pt x="13854309" y="6510533"/>
                  <a:pt x="13854309" y="6510533"/>
                </a:cubicBezTo>
                <a:lnTo>
                  <a:pt x="14513881" y="7170105"/>
                </a:lnTo>
                <a:lnTo>
                  <a:pt x="14514429" y="7170105"/>
                </a:lnTo>
                <a:cubicBezTo>
                  <a:pt x="14514429" y="7170654"/>
                  <a:pt x="15260152" y="7170654"/>
                  <a:pt x="15260152" y="7170654"/>
                </a:cubicBezTo>
                <a:lnTo>
                  <a:pt x="15528481" y="6902325"/>
                </a:lnTo>
                <a:lnTo>
                  <a:pt x="15694745" y="6902325"/>
                </a:lnTo>
                <a:cubicBezTo>
                  <a:pt x="15695843" y="6911653"/>
                  <a:pt x="15703526" y="6918787"/>
                  <a:pt x="15713402" y="6918787"/>
                </a:cubicBezTo>
                <a:cubicBezTo>
                  <a:pt x="15723280" y="6918787"/>
                  <a:pt x="15732060" y="6910556"/>
                  <a:pt x="15732060" y="6900130"/>
                </a:cubicBezTo>
                <a:cubicBezTo>
                  <a:pt x="15732060" y="6889704"/>
                  <a:pt x="15723828" y="6881473"/>
                  <a:pt x="15713402" y="6881473"/>
                </a:cubicBezTo>
                <a:lnTo>
                  <a:pt x="15712305" y="6880925"/>
                </a:lnTo>
                <a:cubicBezTo>
                  <a:pt x="15702977" y="6880925"/>
                  <a:pt x="15694745" y="6888057"/>
                  <a:pt x="15693648" y="6897386"/>
                </a:cubicBezTo>
                <a:lnTo>
                  <a:pt x="15525737" y="6897386"/>
                </a:lnTo>
                <a:lnTo>
                  <a:pt x="15257409" y="7165715"/>
                </a:lnTo>
                <a:lnTo>
                  <a:pt x="14516076" y="7165715"/>
                </a:lnTo>
                <a:lnTo>
                  <a:pt x="13856504" y="6506142"/>
                </a:lnTo>
                <a:lnTo>
                  <a:pt x="13855954" y="6506142"/>
                </a:lnTo>
                <a:cubicBezTo>
                  <a:pt x="13855954" y="6505594"/>
                  <a:pt x="12572478" y="6505594"/>
                  <a:pt x="12572478" y="6505594"/>
                </a:cubicBezTo>
                <a:lnTo>
                  <a:pt x="12280554" y="6213121"/>
                </a:lnTo>
                <a:lnTo>
                  <a:pt x="12280005" y="6213121"/>
                </a:lnTo>
                <a:cubicBezTo>
                  <a:pt x="12280005" y="6212573"/>
                  <a:pt x="11800964" y="6212573"/>
                  <a:pt x="11800964" y="6212573"/>
                </a:cubicBezTo>
                <a:lnTo>
                  <a:pt x="11481604" y="5893212"/>
                </a:lnTo>
                <a:cubicBezTo>
                  <a:pt x="11487092" y="5886079"/>
                  <a:pt x="11486544" y="5875104"/>
                  <a:pt x="11479958" y="5868520"/>
                </a:cubicBezTo>
                <a:cubicBezTo>
                  <a:pt x="11476392" y="5864953"/>
                  <a:pt x="11471591" y="5863170"/>
                  <a:pt x="11466789" y="5863170"/>
                </a:cubicBezTo>
                <a:close/>
                <a:moveTo>
                  <a:pt x="10306776" y="5831892"/>
                </a:moveTo>
                <a:cubicBezTo>
                  <a:pt x="10301974" y="5831892"/>
                  <a:pt x="10297173" y="5833675"/>
                  <a:pt x="10293606" y="5837242"/>
                </a:cubicBezTo>
                <a:cubicBezTo>
                  <a:pt x="10286473" y="5844375"/>
                  <a:pt x="10286473" y="5856447"/>
                  <a:pt x="10293606" y="5863581"/>
                </a:cubicBezTo>
                <a:cubicBezTo>
                  <a:pt x="10300191" y="5870166"/>
                  <a:pt x="10310617" y="5870715"/>
                  <a:pt x="10318299" y="5865227"/>
                </a:cubicBezTo>
                <a:lnTo>
                  <a:pt x="11084873" y="6631802"/>
                </a:lnTo>
                <a:lnTo>
                  <a:pt x="11085422" y="6631802"/>
                </a:lnTo>
                <a:cubicBezTo>
                  <a:pt x="11085422" y="6632351"/>
                  <a:pt x="11608362" y="6632351"/>
                  <a:pt x="11608362" y="6632351"/>
                </a:cubicBezTo>
                <a:lnTo>
                  <a:pt x="12314575" y="7338565"/>
                </a:lnTo>
                <a:lnTo>
                  <a:pt x="12315125" y="7338565"/>
                </a:lnTo>
                <a:cubicBezTo>
                  <a:pt x="12315125" y="7339114"/>
                  <a:pt x="12698685" y="7339114"/>
                  <a:pt x="12698685" y="7339114"/>
                </a:cubicBezTo>
                <a:lnTo>
                  <a:pt x="13217234" y="7857663"/>
                </a:lnTo>
                <a:lnTo>
                  <a:pt x="13217784" y="7857663"/>
                </a:lnTo>
                <a:cubicBezTo>
                  <a:pt x="13217784" y="7858211"/>
                  <a:pt x="14276830" y="7858211"/>
                  <a:pt x="14276830" y="7858211"/>
                </a:cubicBezTo>
                <a:lnTo>
                  <a:pt x="15188818" y="8770198"/>
                </a:lnTo>
                <a:cubicBezTo>
                  <a:pt x="15183331" y="8777332"/>
                  <a:pt x="15183878" y="8788306"/>
                  <a:pt x="15190464" y="8794890"/>
                </a:cubicBezTo>
                <a:cubicBezTo>
                  <a:pt x="15197597" y="8802024"/>
                  <a:pt x="15209670" y="8802024"/>
                  <a:pt x="15216802" y="8794890"/>
                </a:cubicBezTo>
                <a:cubicBezTo>
                  <a:pt x="15223936" y="8787758"/>
                  <a:pt x="15223936" y="8775685"/>
                  <a:pt x="15216802" y="8768552"/>
                </a:cubicBezTo>
                <a:cubicBezTo>
                  <a:pt x="15210217" y="8761966"/>
                  <a:pt x="15199792" y="8761418"/>
                  <a:pt x="15192109" y="8766906"/>
                </a:cubicBezTo>
                <a:lnTo>
                  <a:pt x="14279574" y="7854370"/>
                </a:lnTo>
                <a:lnTo>
                  <a:pt x="14279025" y="7854370"/>
                </a:lnTo>
                <a:cubicBezTo>
                  <a:pt x="14279025" y="7853821"/>
                  <a:pt x="13219978" y="7853821"/>
                  <a:pt x="13219978" y="7853821"/>
                </a:cubicBezTo>
                <a:lnTo>
                  <a:pt x="12701429" y="7335272"/>
                </a:lnTo>
                <a:lnTo>
                  <a:pt x="12700880" y="7335272"/>
                </a:lnTo>
                <a:cubicBezTo>
                  <a:pt x="12700880" y="7334723"/>
                  <a:pt x="12317319" y="7334723"/>
                  <a:pt x="12317319" y="7334723"/>
                </a:cubicBezTo>
                <a:lnTo>
                  <a:pt x="11611104" y="6628510"/>
                </a:lnTo>
                <a:lnTo>
                  <a:pt x="11610556" y="6628510"/>
                </a:lnTo>
                <a:cubicBezTo>
                  <a:pt x="11610556" y="6627961"/>
                  <a:pt x="11087617" y="6627961"/>
                  <a:pt x="11087617" y="6627961"/>
                </a:cubicBezTo>
                <a:lnTo>
                  <a:pt x="10321592" y="5861935"/>
                </a:lnTo>
                <a:cubicBezTo>
                  <a:pt x="10327079" y="5854801"/>
                  <a:pt x="10326529" y="5843827"/>
                  <a:pt x="10319945" y="5837242"/>
                </a:cubicBezTo>
                <a:cubicBezTo>
                  <a:pt x="10316378" y="5833675"/>
                  <a:pt x="10311577" y="5831892"/>
                  <a:pt x="10306776" y="5831892"/>
                </a:cubicBezTo>
                <a:close/>
                <a:moveTo>
                  <a:pt x="8942636" y="5819683"/>
                </a:moveTo>
                <a:cubicBezTo>
                  <a:pt x="8932210" y="5819683"/>
                  <a:pt x="8923979" y="5827914"/>
                  <a:pt x="8923979" y="5838340"/>
                </a:cubicBezTo>
                <a:cubicBezTo>
                  <a:pt x="8923979" y="5848766"/>
                  <a:pt x="8931112" y="5855899"/>
                  <a:pt x="8940440" y="5856997"/>
                </a:cubicBezTo>
                <a:lnTo>
                  <a:pt x="8940440" y="6048502"/>
                </a:lnTo>
                <a:lnTo>
                  <a:pt x="9310833" y="6418895"/>
                </a:lnTo>
                <a:lnTo>
                  <a:pt x="9310833" y="6624667"/>
                </a:lnTo>
                <a:cubicBezTo>
                  <a:pt x="9301504" y="6625766"/>
                  <a:pt x="9294370" y="6633448"/>
                  <a:pt x="9294370" y="6643325"/>
                </a:cubicBezTo>
                <a:cubicBezTo>
                  <a:pt x="9294370" y="6653202"/>
                  <a:pt x="9302601" y="6661982"/>
                  <a:pt x="9313027" y="6661982"/>
                </a:cubicBezTo>
                <a:cubicBezTo>
                  <a:pt x="9323453" y="6661982"/>
                  <a:pt x="9331684" y="6653750"/>
                  <a:pt x="9331684" y="6643325"/>
                </a:cubicBezTo>
                <a:cubicBezTo>
                  <a:pt x="9331684" y="6632899"/>
                  <a:pt x="9324550" y="6625766"/>
                  <a:pt x="9315223" y="6624667"/>
                </a:cubicBezTo>
                <a:lnTo>
                  <a:pt x="9315223" y="6416700"/>
                </a:lnTo>
                <a:lnTo>
                  <a:pt x="8944831" y="6046308"/>
                </a:lnTo>
                <a:lnTo>
                  <a:pt x="8944831" y="5856997"/>
                </a:lnTo>
                <a:cubicBezTo>
                  <a:pt x="8954159" y="5855899"/>
                  <a:pt x="8961292" y="5848216"/>
                  <a:pt x="8961292" y="5838340"/>
                </a:cubicBezTo>
                <a:cubicBezTo>
                  <a:pt x="8961292" y="5828462"/>
                  <a:pt x="8953062" y="5819683"/>
                  <a:pt x="8942636" y="5819683"/>
                </a:cubicBezTo>
                <a:close/>
                <a:moveTo>
                  <a:pt x="11741153" y="5795127"/>
                </a:moveTo>
                <a:cubicBezTo>
                  <a:pt x="11736352" y="5795127"/>
                  <a:pt x="11731550" y="5796911"/>
                  <a:pt x="11727985" y="5800478"/>
                </a:cubicBezTo>
                <a:cubicBezTo>
                  <a:pt x="11720851" y="5807611"/>
                  <a:pt x="11720851" y="5819683"/>
                  <a:pt x="11727985" y="5826817"/>
                </a:cubicBezTo>
                <a:cubicBezTo>
                  <a:pt x="11734569" y="5833401"/>
                  <a:pt x="11744994" y="5833949"/>
                  <a:pt x="11752677" y="5828462"/>
                </a:cubicBezTo>
                <a:lnTo>
                  <a:pt x="11802611" y="5878396"/>
                </a:lnTo>
                <a:lnTo>
                  <a:pt x="11803160" y="5878396"/>
                </a:lnTo>
                <a:cubicBezTo>
                  <a:pt x="11803160" y="5878946"/>
                  <a:pt x="12455050" y="5878946"/>
                  <a:pt x="12455050" y="5878946"/>
                </a:cubicBezTo>
                <a:lnTo>
                  <a:pt x="12555466" y="5979363"/>
                </a:lnTo>
                <a:lnTo>
                  <a:pt x="12556016" y="5979363"/>
                </a:lnTo>
                <a:cubicBezTo>
                  <a:pt x="12556016" y="5979911"/>
                  <a:pt x="12677833" y="5979911"/>
                  <a:pt x="12677833" y="5979911"/>
                </a:cubicBezTo>
                <a:cubicBezTo>
                  <a:pt x="12678930" y="5989240"/>
                  <a:pt x="12686613" y="5996373"/>
                  <a:pt x="12696491" y="5996373"/>
                </a:cubicBezTo>
                <a:cubicBezTo>
                  <a:pt x="12706367" y="5996373"/>
                  <a:pt x="12715147" y="5988142"/>
                  <a:pt x="12715147" y="5977717"/>
                </a:cubicBezTo>
                <a:cubicBezTo>
                  <a:pt x="12715147" y="5967291"/>
                  <a:pt x="12706916" y="5959060"/>
                  <a:pt x="12696491" y="5959060"/>
                </a:cubicBezTo>
                <a:cubicBezTo>
                  <a:pt x="12686064" y="5959060"/>
                  <a:pt x="12678930" y="5966193"/>
                  <a:pt x="12677833" y="5975522"/>
                </a:cubicBezTo>
                <a:lnTo>
                  <a:pt x="12558210" y="5975522"/>
                </a:lnTo>
                <a:lnTo>
                  <a:pt x="12457794" y="5875104"/>
                </a:lnTo>
                <a:lnTo>
                  <a:pt x="12457245" y="5875104"/>
                </a:lnTo>
                <a:cubicBezTo>
                  <a:pt x="12457245" y="5874555"/>
                  <a:pt x="11805354" y="5874555"/>
                  <a:pt x="11805354" y="5874555"/>
                </a:cubicBezTo>
                <a:lnTo>
                  <a:pt x="11755968" y="5825170"/>
                </a:lnTo>
                <a:cubicBezTo>
                  <a:pt x="11761456" y="5818036"/>
                  <a:pt x="11760908" y="5807062"/>
                  <a:pt x="11754323" y="5800478"/>
                </a:cubicBezTo>
                <a:cubicBezTo>
                  <a:pt x="11750757" y="5796911"/>
                  <a:pt x="11745955" y="5795127"/>
                  <a:pt x="11741153" y="5795127"/>
                </a:cubicBezTo>
                <a:close/>
                <a:moveTo>
                  <a:pt x="4557194" y="5784150"/>
                </a:moveTo>
                <a:cubicBezTo>
                  <a:pt x="4552392" y="5784150"/>
                  <a:pt x="4547591" y="5785934"/>
                  <a:pt x="4544024" y="5789500"/>
                </a:cubicBezTo>
                <a:lnTo>
                  <a:pt x="4543476" y="5789500"/>
                </a:lnTo>
                <a:cubicBezTo>
                  <a:pt x="4536890" y="5796085"/>
                  <a:pt x="4536342" y="5806512"/>
                  <a:pt x="4541829" y="5814194"/>
                </a:cubicBezTo>
                <a:lnTo>
                  <a:pt x="4081446" y="6275126"/>
                </a:lnTo>
                <a:lnTo>
                  <a:pt x="3354379" y="6275126"/>
                </a:lnTo>
                <a:cubicBezTo>
                  <a:pt x="3353282" y="6265798"/>
                  <a:pt x="3345600" y="6258664"/>
                  <a:pt x="3335723" y="6258664"/>
                </a:cubicBezTo>
                <a:cubicBezTo>
                  <a:pt x="3325846" y="6258664"/>
                  <a:pt x="3317066" y="6266895"/>
                  <a:pt x="3317066" y="6277321"/>
                </a:cubicBezTo>
                <a:cubicBezTo>
                  <a:pt x="3317066" y="6287747"/>
                  <a:pt x="3325297" y="6295978"/>
                  <a:pt x="3335723" y="6295978"/>
                </a:cubicBezTo>
                <a:cubicBezTo>
                  <a:pt x="3346148" y="6295978"/>
                  <a:pt x="3353282" y="6288844"/>
                  <a:pt x="3354379" y="6279516"/>
                </a:cubicBezTo>
                <a:lnTo>
                  <a:pt x="4083641" y="6279516"/>
                </a:lnTo>
                <a:lnTo>
                  <a:pt x="4545670" y="5817486"/>
                </a:lnTo>
                <a:cubicBezTo>
                  <a:pt x="4552804" y="5822973"/>
                  <a:pt x="4563778" y="5822424"/>
                  <a:pt x="4570363" y="5815840"/>
                </a:cubicBezTo>
                <a:cubicBezTo>
                  <a:pt x="4577497" y="5808707"/>
                  <a:pt x="4577497" y="5796635"/>
                  <a:pt x="4570363" y="5789500"/>
                </a:cubicBezTo>
                <a:cubicBezTo>
                  <a:pt x="4566796" y="5785934"/>
                  <a:pt x="4561995" y="5784150"/>
                  <a:pt x="4557194" y="5784150"/>
                </a:cubicBezTo>
                <a:close/>
                <a:moveTo>
                  <a:pt x="10997625" y="5764947"/>
                </a:moveTo>
                <a:cubicBezTo>
                  <a:pt x="10992824" y="5764947"/>
                  <a:pt x="10988023" y="5766730"/>
                  <a:pt x="10984456" y="5770298"/>
                </a:cubicBezTo>
                <a:cubicBezTo>
                  <a:pt x="10977323" y="5777431"/>
                  <a:pt x="10977323" y="5789503"/>
                  <a:pt x="10984456" y="5796637"/>
                </a:cubicBezTo>
                <a:cubicBezTo>
                  <a:pt x="10991041" y="5803221"/>
                  <a:pt x="11001467" y="5803769"/>
                  <a:pt x="11009149" y="5798282"/>
                </a:cubicBezTo>
                <a:lnTo>
                  <a:pt x="11105724" y="5894858"/>
                </a:lnTo>
                <a:lnTo>
                  <a:pt x="11105724" y="6118191"/>
                </a:lnTo>
                <a:lnTo>
                  <a:pt x="11291745" y="6304211"/>
                </a:lnTo>
                <a:cubicBezTo>
                  <a:pt x="11286257" y="6311344"/>
                  <a:pt x="11286806" y="6322318"/>
                  <a:pt x="11293390" y="6328903"/>
                </a:cubicBezTo>
                <a:cubicBezTo>
                  <a:pt x="11300523" y="6336037"/>
                  <a:pt x="11312595" y="6336037"/>
                  <a:pt x="11319729" y="6328903"/>
                </a:cubicBezTo>
                <a:cubicBezTo>
                  <a:pt x="11326863" y="6321770"/>
                  <a:pt x="11326863" y="6309698"/>
                  <a:pt x="11319729" y="6302564"/>
                </a:cubicBezTo>
                <a:cubicBezTo>
                  <a:pt x="11313145" y="6295980"/>
                  <a:pt x="11302720" y="6295431"/>
                  <a:pt x="11295037" y="6300917"/>
                </a:cubicBezTo>
                <a:lnTo>
                  <a:pt x="11110115" y="6115997"/>
                </a:lnTo>
                <a:lnTo>
                  <a:pt x="11110115" y="5892664"/>
                </a:lnTo>
                <a:lnTo>
                  <a:pt x="11012441" y="5794990"/>
                </a:lnTo>
                <a:cubicBezTo>
                  <a:pt x="11017928" y="5787856"/>
                  <a:pt x="11017380" y="5776882"/>
                  <a:pt x="11010795" y="5770298"/>
                </a:cubicBezTo>
                <a:cubicBezTo>
                  <a:pt x="11007228" y="5766730"/>
                  <a:pt x="11002427" y="5764947"/>
                  <a:pt x="10997625" y="5764947"/>
                </a:cubicBezTo>
                <a:close/>
                <a:moveTo>
                  <a:pt x="9271873" y="5704998"/>
                </a:moveTo>
                <a:cubicBezTo>
                  <a:pt x="9261995" y="5704998"/>
                  <a:pt x="9253216" y="5713229"/>
                  <a:pt x="9253216" y="5723655"/>
                </a:cubicBezTo>
                <a:cubicBezTo>
                  <a:pt x="9253216" y="5734081"/>
                  <a:pt x="9261446" y="5742312"/>
                  <a:pt x="9271873" y="5742312"/>
                </a:cubicBezTo>
                <a:cubicBezTo>
                  <a:pt x="9282299" y="5742312"/>
                  <a:pt x="9289432" y="5735178"/>
                  <a:pt x="9290529" y="5725850"/>
                </a:cubicBezTo>
                <a:lnTo>
                  <a:pt x="9462830" y="5725850"/>
                </a:lnTo>
                <a:lnTo>
                  <a:pt x="10563033" y="6826051"/>
                </a:lnTo>
                <a:lnTo>
                  <a:pt x="10563581" y="6826051"/>
                </a:lnTo>
                <a:cubicBezTo>
                  <a:pt x="10563581" y="6826600"/>
                  <a:pt x="11033842" y="6826600"/>
                  <a:pt x="11033842" y="6826600"/>
                </a:cubicBezTo>
                <a:lnTo>
                  <a:pt x="11462948" y="7255706"/>
                </a:lnTo>
                <a:lnTo>
                  <a:pt x="11462948" y="7500440"/>
                </a:lnTo>
                <a:lnTo>
                  <a:pt x="12370546" y="8408036"/>
                </a:lnTo>
                <a:lnTo>
                  <a:pt x="12370546" y="8759772"/>
                </a:lnTo>
                <a:cubicBezTo>
                  <a:pt x="12361217" y="8760869"/>
                  <a:pt x="12354083" y="8768552"/>
                  <a:pt x="12354083" y="8778429"/>
                </a:cubicBezTo>
                <a:cubicBezTo>
                  <a:pt x="12354083" y="8788306"/>
                  <a:pt x="12362314" y="8797086"/>
                  <a:pt x="12372741" y="8797086"/>
                </a:cubicBezTo>
                <a:cubicBezTo>
                  <a:pt x="12383166" y="8797086"/>
                  <a:pt x="12391397" y="8788855"/>
                  <a:pt x="12391397" y="8778429"/>
                </a:cubicBezTo>
                <a:cubicBezTo>
                  <a:pt x="12391397" y="8768004"/>
                  <a:pt x="12384263" y="8760869"/>
                  <a:pt x="12374935" y="8759772"/>
                </a:cubicBezTo>
                <a:lnTo>
                  <a:pt x="12374935" y="8406391"/>
                </a:lnTo>
                <a:lnTo>
                  <a:pt x="11467338" y="7498793"/>
                </a:lnTo>
                <a:lnTo>
                  <a:pt x="11467338" y="7254060"/>
                </a:lnTo>
                <a:lnTo>
                  <a:pt x="11036585" y="6822760"/>
                </a:lnTo>
                <a:lnTo>
                  <a:pt x="11036036" y="6822760"/>
                </a:lnTo>
                <a:cubicBezTo>
                  <a:pt x="11036036" y="6822210"/>
                  <a:pt x="10565777" y="6822210"/>
                  <a:pt x="10565777" y="6822210"/>
                </a:cubicBezTo>
                <a:lnTo>
                  <a:pt x="9465574" y="5722009"/>
                </a:lnTo>
                <a:lnTo>
                  <a:pt x="9465025" y="5722009"/>
                </a:lnTo>
                <a:cubicBezTo>
                  <a:pt x="9465025" y="5721460"/>
                  <a:pt x="9290529" y="5721460"/>
                  <a:pt x="9290529" y="5721460"/>
                </a:cubicBezTo>
                <a:cubicBezTo>
                  <a:pt x="9289432" y="5712132"/>
                  <a:pt x="9281750" y="5704998"/>
                  <a:pt x="9271873" y="5704998"/>
                </a:cubicBezTo>
                <a:close/>
                <a:moveTo>
                  <a:pt x="2945028" y="5666586"/>
                </a:moveTo>
                <a:cubicBezTo>
                  <a:pt x="2934602" y="5666586"/>
                  <a:pt x="2926371" y="5674817"/>
                  <a:pt x="2926371" y="5685243"/>
                </a:cubicBezTo>
                <a:cubicBezTo>
                  <a:pt x="2926371" y="5695669"/>
                  <a:pt x="2933505" y="5702801"/>
                  <a:pt x="2942832" y="5703899"/>
                </a:cubicBezTo>
                <a:lnTo>
                  <a:pt x="2942832" y="5867970"/>
                </a:lnTo>
                <a:cubicBezTo>
                  <a:pt x="2933505" y="5869067"/>
                  <a:pt x="2926371" y="5876749"/>
                  <a:pt x="2926371" y="5886626"/>
                </a:cubicBezTo>
                <a:cubicBezTo>
                  <a:pt x="2926371" y="5897052"/>
                  <a:pt x="2934602" y="5905282"/>
                  <a:pt x="2945028" y="5905282"/>
                </a:cubicBezTo>
                <a:cubicBezTo>
                  <a:pt x="2955454" y="5905282"/>
                  <a:pt x="2963685" y="5897052"/>
                  <a:pt x="2963685" y="5886626"/>
                </a:cubicBezTo>
                <a:cubicBezTo>
                  <a:pt x="2963685" y="5876201"/>
                  <a:pt x="2956551" y="5869067"/>
                  <a:pt x="2947223" y="5867970"/>
                </a:cubicBezTo>
                <a:lnTo>
                  <a:pt x="2947223" y="5703899"/>
                </a:lnTo>
                <a:cubicBezTo>
                  <a:pt x="2956551" y="5702801"/>
                  <a:pt x="2963685" y="5695120"/>
                  <a:pt x="2963685" y="5685243"/>
                </a:cubicBezTo>
                <a:cubicBezTo>
                  <a:pt x="2963685" y="5675365"/>
                  <a:pt x="2955454" y="5666586"/>
                  <a:pt x="2945028" y="5666586"/>
                </a:cubicBezTo>
                <a:close/>
                <a:moveTo>
                  <a:pt x="6933738" y="5600191"/>
                </a:moveTo>
                <a:lnTo>
                  <a:pt x="6928800" y="5600191"/>
                </a:lnTo>
                <a:lnTo>
                  <a:pt x="6928800" y="5827365"/>
                </a:lnTo>
                <a:lnTo>
                  <a:pt x="6482684" y="6273481"/>
                </a:lnTo>
                <a:lnTo>
                  <a:pt x="6035469" y="6273481"/>
                </a:lnTo>
                <a:lnTo>
                  <a:pt x="4939658" y="7369294"/>
                </a:lnTo>
                <a:lnTo>
                  <a:pt x="4939658" y="8352616"/>
                </a:lnTo>
                <a:lnTo>
                  <a:pt x="4530855" y="8761418"/>
                </a:lnTo>
                <a:cubicBezTo>
                  <a:pt x="4523722" y="8755931"/>
                  <a:pt x="4512747" y="8756480"/>
                  <a:pt x="4506162" y="8763065"/>
                </a:cubicBezTo>
                <a:cubicBezTo>
                  <a:pt x="4499028" y="8770198"/>
                  <a:pt x="4499028" y="8782270"/>
                  <a:pt x="4506162" y="8789404"/>
                </a:cubicBezTo>
                <a:cubicBezTo>
                  <a:pt x="4513296" y="8796537"/>
                  <a:pt x="4525367" y="8796537"/>
                  <a:pt x="4532501" y="8789404"/>
                </a:cubicBezTo>
                <a:cubicBezTo>
                  <a:pt x="4539086" y="8782819"/>
                  <a:pt x="4539634" y="8772392"/>
                  <a:pt x="4534146" y="8764710"/>
                </a:cubicBezTo>
                <a:lnTo>
                  <a:pt x="4944596" y="8354261"/>
                </a:lnTo>
                <a:lnTo>
                  <a:pt x="4944596" y="7371489"/>
                </a:lnTo>
                <a:lnTo>
                  <a:pt x="6037116" y="6278969"/>
                </a:lnTo>
                <a:lnTo>
                  <a:pt x="6484330" y="6278969"/>
                </a:lnTo>
                <a:lnTo>
                  <a:pt x="6933738" y="5829560"/>
                </a:lnTo>
                <a:close/>
                <a:moveTo>
                  <a:pt x="7517587" y="5600191"/>
                </a:moveTo>
                <a:lnTo>
                  <a:pt x="7512648" y="5600191"/>
                </a:lnTo>
                <a:lnTo>
                  <a:pt x="7512648" y="6661982"/>
                </a:lnTo>
                <a:lnTo>
                  <a:pt x="7355162" y="6819466"/>
                </a:lnTo>
                <a:lnTo>
                  <a:pt x="7355162" y="6975306"/>
                </a:lnTo>
                <a:lnTo>
                  <a:pt x="6702174" y="7628293"/>
                </a:lnTo>
                <a:lnTo>
                  <a:pt x="6702174" y="8766357"/>
                </a:lnTo>
                <a:cubicBezTo>
                  <a:pt x="6692846" y="8767454"/>
                  <a:pt x="6685713" y="8775136"/>
                  <a:pt x="6685713" y="8785014"/>
                </a:cubicBezTo>
                <a:cubicBezTo>
                  <a:pt x="6685713" y="8794890"/>
                  <a:pt x="6693944" y="8803671"/>
                  <a:pt x="6704370" y="8803671"/>
                </a:cubicBezTo>
                <a:cubicBezTo>
                  <a:pt x="6714796" y="8803671"/>
                  <a:pt x="6723026" y="8795440"/>
                  <a:pt x="6723026" y="8785014"/>
                </a:cubicBezTo>
                <a:cubicBezTo>
                  <a:pt x="6723026" y="8774588"/>
                  <a:pt x="6715893" y="8767454"/>
                  <a:pt x="6706565" y="8766357"/>
                </a:cubicBezTo>
                <a:lnTo>
                  <a:pt x="6707114" y="8766357"/>
                </a:lnTo>
                <a:lnTo>
                  <a:pt x="6707114" y="7630488"/>
                </a:lnTo>
                <a:lnTo>
                  <a:pt x="7360101" y="6977501"/>
                </a:lnTo>
                <a:lnTo>
                  <a:pt x="7360101" y="6821662"/>
                </a:lnTo>
                <a:lnTo>
                  <a:pt x="7517587" y="6664176"/>
                </a:lnTo>
                <a:close/>
                <a:moveTo>
                  <a:pt x="7745858" y="5600191"/>
                </a:moveTo>
                <a:lnTo>
                  <a:pt x="7740920" y="5600191"/>
                </a:lnTo>
                <a:lnTo>
                  <a:pt x="7740920" y="6817821"/>
                </a:lnTo>
                <a:lnTo>
                  <a:pt x="7741468" y="6817821"/>
                </a:lnTo>
                <a:lnTo>
                  <a:pt x="7583982" y="6975306"/>
                </a:lnTo>
                <a:lnTo>
                  <a:pt x="7583982" y="8008014"/>
                </a:lnTo>
                <a:lnTo>
                  <a:pt x="7281634" y="8310364"/>
                </a:lnTo>
                <a:lnTo>
                  <a:pt x="7281634" y="8747152"/>
                </a:lnTo>
                <a:cubicBezTo>
                  <a:pt x="7272304" y="8748249"/>
                  <a:pt x="7265172" y="8755931"/>
                  <a:pt x="7265172" y="8765808"/>
                </a:cubicBezTo>
                <a:cubicBezTo>
                  <a:pt x="7265172" y="8775685"/>
                  <a:pt x="7273402" y="8784465"/>
                  <a:pt x="7283828" y="8784465"/>
                </a:cubicBezTo>
                <a:cubicBezTo>
                  <a:pt x="7294254" y="8784465"/>
                  <a:pt x="7302484" y="8776235"/>
                  <a:pt x="7302484" y="8765808"/>
                </a:cubicBezTo>
                <a:cubicBezTo>
                  <a:pt x="7302484" y="8755382"/>
                  <a:pt x="7295352" y="8748249"/>
                  <a:pt x="7286023" y="8747152"/>
                </a:cubicBezTo>
                <a:lnTo>
                  <a:pt x="7286023" y="8312558"/>
                </a:lnTo>
                <a:lnTo>
                  <a:pt x="7588372" y="8010209"/>
                </a:lnTo>
                <a:lnTo>
                  <a:pt x="7588372" y="6977501"/>
                </a:lnTo>
                <a:lnTo>
                  <a:pt x="7745858" y="6820016"/>
                </a:lnTo>
                <a:close/>
                <a:moveTo>
                  <a:pt x="2025358" y="5590313"/>
                </a:moveTo>
                <a:lnTo>
                  <a:pt x="1402002" y="6213669"/>
                </a:lnTo>
                <a:lnTo>
                  <a:pt x="422520" y="6213669"/>
                </a:lnTo>
                <a:lnTo>
                  <a:pt x="47190" y="6588999"/>
                </a:lnTo>
                <a:cubicBezTo>
                  <a:pt x="40056" y="6583511"/>
                  <a:pt x="29082" y="6584061"/>
                  <a:pt x="22496" y="6590645"/>
                </a:cubicBezTo>
                <a:cubicBezTo>
                  <a:pt x="15364" y="6597779"/>
                  <a:pt x="15364" y="6609851"/>
                  <a:pt x="22496" y="6616985"/>
                </a:cubicBezTo>
                <a:cubicBezTo>
                  <a:pt x="29630" y="6624117"/>
                  <a:pt x="41702" y="6624117"/>
                  <a:pt x="48836" y="6616985"/>
                </a:cubicBezTo>
                <a:lnTo>
                  <a:pt x="49384" y="6616435"/>
                </a:lnTo>
                <a:cubicBezTo>
                  <a:pt x="55970" y="6609851"/>
                  <a:pt x="56518" y="6599425"/>
                  <a:pt x="51032" y="6591742"/>
                </a:cubicBezTo>
                <a:lnTo>
                  <a:pt x="424716" y="6218058"/>
                </a:lnTo>
                <a:lnTo>
                  <a:pt x="1404745" y="6218058"/>
                </a:lnTo>
                <a:lnTo>
                  <a:pt x="2028101" y="5594702"/>
                </a:lnTo>
                <a:lnTo>
                  <a:pt x="2767788" y="5594702"/>
                </a:lnTo>
                <a:lnTo>
                  <a:pt x="2859426" y="5686340"/>
                </a:lnTo>
                <a:lnTo>
                  <a:pt x="2859426" y="5863031"/>
                </a:lnTo>
                <a:cubicBezTo>
                  <a:pt x="2850098" y="5864128"/>
                  <a:pt x="2842964" y="5871810"/>
                  <a:pt x="2842964" y="5881687"/>
                </a:cubicBezTo>
                <a:cubicBezTo>
                  <a:pt x="2842964" y="5891564"/>
                  <a:pt x="2851195" y="5900344"/>
                  <a:pt x="2861621" y="5900344"/>
                </a:cubicBezTo>
                <a:cubicBezTo>
                  <a:pt x="2872046" y="5900344"/>
                  <a:pt x="2880278" y="5892112"/>
                  <a:pt x="2880278" y="5881687"/>
                </a:cubicBezTo>
                <a:cubicBezTo>
                  <a:pt x="2880278" y="5871261"/>
                  <a:pt x="2873144" y="5864128"/>
                  <a:pt x="2863816" y="5863031"/>
                </a:cubicBezTo>
                <a:lnTo>
                  <a:pt x="2863816" y="5684694"/>
                </a:lnTo>
                <a:lnTo>
                  <a:pt x="2769983" y="5590861"/>
                </a:lnTo>
                <a:lnTo>
                  <a:pt x="2769434" y="5590861"/>
                </a:lnTo>
                <a:cubicBezTo>
                  <a:pt x="2769434" y="5590313"/>
                  <a:pt x="2025358" y="5590313"/>
                  <a:pt x="2025358" y="5590313"/>
                </a:cubicBezTo>
                <a:close/>
                <a:moveTo>
                  <a:pt x="7168594" y="5555195"/>
                </a:moveTo>
                <a:lnTo>
                  <a:pt x="7163657" y="5555195"/>
                </a:lnTo>
                <a:lnTo>
                  <a:pt x="7163657" y="6259214"/>
                </a:lnTo>
                <a:lnTo>
                  <a:pt x="6775156" y="6647715"/>
                </a:lnTo>
                <a:lnTo>
                  <a:pt x="6300506" y="6647715"/>
                </a:lnTo>
                <a:lnTo>
                  <a:pt x="5453817" y="7494404"/>
                </a:lnTo>
                <a:lnTo>
                  <a:pt x="5453817" y="8703253"/>
                </a:lnTo>
                <a:cubicBezTo>
                  <a:pt x="5444488" y="8704350"/>
                  <a:pt x="5437356" y="8712032"/>
                  <a:pt x="5437356" y="8721910"/>
                </a:cubicBezTo>
                <a:cubicBezTo>
                  <a:pt x="5437356" y="8731786"/>
                  <a:pt x="5445586" y="8740567"/>
                  <a:pt x="5456011" y="8740567"/>
                </a:cubicBezTo>
                <a:cubicBezTo>
                  <a:pt x="5466438" y="8740567"/>
                  <a:pt x="5474668" y="8732336"/>
                  <a:pt x="5474668" y="8721910"/>
                </a:cubicBezTo>
                <a:cubicBezTo>
                  <a:pt x="5474668" y="8711484"/>
                  <a:pt x="5467536" y="8704350"/>
                  <a:pt x="5458206" y="8703253"/>
                </a:cubicBezTo>
                <a:lnTo>
                  <a:pt x="5458206" y="7496049"/>
                </a:lnTo>
                <a:lnTo>
                  <a:pt x="6302152" y="6652105"/>
                </a:lnTo>
                <a:lnTo>
                  <a:pt x="6776803" y="6652105"/>
                </a:lnTo>
                <a:lnTo>
                  <a:pt x="7168046" y="6260861"/>
                </a:lnTo>
                <a:lnTo>
                  <a:pt x="7168594" y="6261409"/>
                </a:lnTo>
                <a:close/>
                <a:moveTo>
                  <a:pt x="8094301" y="5550805"/>
                </a:moveTo>
                <a:lnTo>
                  <a:pt x="8089362" y="5550805"/>
                </a:lnTo>
                <a:lnTo>
                  <a:pt x="8089362" y="7186018"/>
                </a:lnTo>
                <a:lnTo>
                  <a:pt x="8236421" y="7333077"/>
                </a:lnTo>
                <a:lnTo>
                  <a:pt x="8236421" y="8138611"/>
                </a:lnTo>
                <a:lnTo>
                  <a:pt x="8598033" y="8500223"/>
                </a:lnTo>
                <a:lnTo>
                  <a:pt x="8598033" y="8747700"/>
                </a:lnTo>
                <a:cubicBezTo>
                  <a:pt x="8588705" y="8748797"/>
                  <a:pt x="8581572" y="8756480"/>
                  <a:pt x="8581572" y="8766357"/>
                </a:cubicBezTo>
                <a:cubicBezTo>
                  <a:pt x="8581572" y="8776235"/>
                  <a:pt x="8589803" y="8785014"/>
                  <a:pt x="8600229" y="8785014"/>
                </a:cubicBezTo>
                <a:cubicBezTo>
                  <a:pt x="8610655" y="8785014"/>
                  <a:pt x="8618886" y="8776783"/>
                  <a:pt x="8618886" y="8766357"/>
                </a:cubicBezTo>
                <a:cubicBezTo>
                  <a:pt x="8618886" y="8755931"/>
                  <a:pt x="8611752" y="8748797"/>
                  <a:pt x="8602423" y="8747700"/>
                </a:cubicBezTo>
                <a:lnTo>
                  <a:pt x="8602972" y="8747700"/>
                </a:lnTo>
                <a:lnTo>
                  <a:pt x="8602972" y="8498028"/>
                </a:lnTo>
                <a:lnTo>
                  <a:pt x="8241360" y="8136416"/>
                </a:lnTo>
                <a:lnTo>
                  <a:pt x="8241360" y="7330883"/>
                </a:lnTo>
                <a:lnTo>
                  <a:pt x="8094301" y="7183823"/>
                </a:lnTo>
                <a:close/>
                <a:moveTo>
                  <a:pt x="8342874" y="5550805"/>
                </a:moveTo>
                <a:lnTo>
                  <a:pt x="8337936" y="5550805"/>
                </a:lnTo>
                <a:lnTo>
                  <a:pt x="8337936" y="7063651"/>
                </a:lnTo>
                <a:lnTo>
                  <a:pt x="8547002" y="7272717"/>
                </a:lnTo>
                <a:lnTo>
                  <a:pt x="8547002" y="7628293"/>
                </a:lnTo>
                <a:lnTo>
                  <a:pt x="9146763" y="8228054"/>
                </a:lnTo>
                <a:lnTo>
                  <a:pt x="9146763" y="8759772"/>
                </a:lnTo>
                <a:cubicBezTo>
                  <a:pt x="9137435" y="8760869"/>
                  <a:pt x="9130300" y="8768552"/>
                  <a:pt x="9130300" y="8778429"/>
                </a:cubicBezTo>
                <a:cubicBezTo>
                  <a:pt x="9130300" y="8788306"/>
                  <a:pt x="9138532" y="8797086"/>
                  <a:pt x="9148958" y="8797086"/>
                </a:cubicBezTo>
                <a:cubicBezTo>
                  <a:pt x="9159383" y="8797086"/>
                  <a:pt x="9167615" y="8788855"/>
                  <a:pt x="9167615" y="8778429"/>
                </a:cubicBezTo>
                <a:cubicBezTo>
                  <a:pt x="9167615" y="8773217"/>
                  <a:pt x="9165831" y="8768827"/>
                  <a:pt x="9162881" y="8765603"/>
                </a:cubicBezTo>
                <a:lnTo>
                  <a:pt x="9151701" y="8760045"/>
                </a:lnTo>
                <a:lnTo>
                  <a:pt x="9151701" y="8760321"/>
                </a:lnTo>
                <a:lnTo>
                  <a:pt x="9151152" y="8759772"/>
                </a:lnTo>
                <a:lnTo>
                  <a:pt x="9151701" y="8760045"/>
                </a:lnTo>
                <a:lnTo>
                  <a:pt x="9151701" y="8226408"/>
                </a:lnTo>
                <a:lnTo>
                  <a:pt x="8551940" y="7626647"/>
                </a:lnTo>
                <a:lnTo>
                  <a:pt x="8551940" y="7271071"/>
                </a:lnTo>
                <a:lnTo>
                  <a:pt x="8342874" y="7062005"/>
                </a:lnTo>
                <a:close/>
                <a:moveTo>
                  <a:pt x="8562915" y="5550805"/>
                </a:moveTo>
                <a:lnTo>
                  <a:pt x="8557977" y="5550805"/>
                </a:lnTo>
                <a:lnTo>
                  <a:pt x="8557977" y="6582417"/>
                </a:lnTo>
                <a:lnTo>
                  <a:pt x="8656199" y="6680639"/>
                </a:lnTo>
                <a:lnTo>
                  <a:pt x="8656199" y="6911105"/>
                </a:lnTo>
                <a:lnTo>
                  <a:pt x="8981595" y="7236501"/>
                </a:lnTo>
                <a:lnTo>
                  <a:pt x="8981595" y="7821995"/>
                </a:lnTo>
                <a:lnTo>
                  <a:pt x="9516057" y="8356457"/>
                </a:lnTo>
                <a:lnTo>
                  <a:pt x="9516057" y="8760869"/>
                </a:lnTo>
                <a:cubicBezTo>
                  <a:pt x="9506729" y="8761966"/>
                  <a:pt x="9499596" y="8769650"/>
                  <a:pt x="9499596" y="8779526"/>
                </a:cubicBezTo>
                <a:cubicBezTo>
                  <a:pt x="9499596" y="8789404"/>
                  <a:pt x="9507826" y="8798184"/>
                  <a:pt x="9518252" y="8798184"/>
                </a:cubicBezTo>
                <a:cubicBezTo>
                  <a:pt x="9528678" y="8798184"/>
                  <a:pt x="9536909" y="8789952"/>
                  <a:pt x="9536909" y="8779526"/>
                </a:cubicBezTo>
                <a:cubicBezTo>
                  <a:pt x="9536909" y="8769101"/>
                  <a:pt x="9529776" y="8761966"/>
                  <a:pt x="9520448" y="8760869"/>
                </a:cubicBezTo>
                <a:lnTo>
                  <a:pt x="9520996" y="8760321"/>
                </a:lnTo>
                <a:lnTo>
                  <a:pt x="9520996" y="8354261"/>
                </a:lnTo>
                <a:lnTo>
                  <a:pt x="8986534" y="7819799"/>
                </a:lnTo>
                <a:lnTo>
                  <a:pt x="8986534" y="7234306"/>
                </a:lnTo>
                <a:lnTo>
                  <a:pt x="8661137" y="6908909"/>
                </a:lnTo>
                <a:lnTo>
                  <a:pt x="8661137" y="6678444"/>
                </a:lnTo>
                <a:lnTo>
                  <a:pt x="8562915" y="6580221"/>
                </a:lnTo>
                <a:close/>
                <a:moveTo>
                  <a:pt x="7981263" y="5550257"/>
                </a:moveTo>
                <a:lnTo>
                  <a:pt x="7976324" y="5550257"/>
                </a:lnTo>
                <a:lnTo>
                  <a:pt x="7976324" y="7449408"/>
                </a:lnTo>
                <a:lnTo>
                  <a:pt x="8142588" y="7615673"/>
                </a:lnTo>
                <a:lnTo>
                  <a:pt x="8142588" y="8734530"/>
                </a:lnTo>
                <a:cubicBezTo>
                  <a:pt x="8133260" y="8735628"/>
                  <a:pt x="8126127" y="8743311"/>
                  <a:pt x="8126127" y="8753187"/>
                </a:cubicBezTo>
                <a:cubicBezTo>
                  <a:pt x="8126127" y="8763065"/>
                  <a:pt x="8134358" y="8771844"/>
                  <a:pt x="8144784" y="8771844"/>
                </a:cubicBezTo>
                <a:cubicBezTo>
                  <a:pt x="8155210" y="8771844"/>
                  <a:pt x="8163440" y="8763613"/>
                  <a:pt x="8163440" y="8753187"/>
                </a:cubicBezTo>
                <a:cubicBezTo>
                  <a:pt x="8163440" y="8747974"/>
                  <a:pt x="8161657" y="8743584"/>
                  <a:pt x="8158707" y="8740361"/>
                </a:cubicBezTo>
                <a:lnTo>
                  <a:pt x="8147526" y="8734803"/>
                </a:lnTo>
                <a:lnTo>
                  <a:pt x="8147526" y="8735080"/>
                </a:lnTo>
                <a:lnTo>
                  <a:pt x="8146978" y="8734530"/>
                </a:lnTo>
                <a:lnTo>
                  <a:pt x="8147526" y="8734803"/>
                </a:lnTo>
                <a:lnTo>
                  <a:pt x="8147526" y="7614027"/>
                </a:lnTo>
                <a:lnTo>
                  <a:pt x="7981263" y="7447761"/>
                </a:lnTo>
                <a:close/>
                <a:moveTo>
                  <a:pt x="8674855" y="5545867"/>
                </a:moveTo>
                <a:lnTo>
                  <a:pt x="8669918" y="5545867"/>
                </a:lnTo>
                <a:lnTo>
                  <a:pt x="8669918" y="6403530"/>
                </a:lnTo>
                <a:lnTo>
                  <a:pt x="8878983" y="6612597"/>
                </a:lnTo>
                <a:lnTo>
                  <a:pt x="8878983" y="6976953"/>
                </a:lnTo>
                <a:lnTo>
                  <a:pt x="9308089" y="7406058"/>
                </a:lnTo>
                <a:lnTo>
                  <a:pt x="9308638" y="7406058"/>
                </a:lnTo>
                <a:cubicBezTo>
                  <a:pt x="9308638" y="7406606"/>
                  <a:pt x="9581356" y="7406606"/>
                  <a:pt x="9581356" y="7406606"/>
                </a:cubicBezTo>
                <a:lnTo>
                  <a:pt x="9900716" y="7725968"/>
                </a:lnTo>
                <a:lnTo>
                  <a:pt x="9900716" y="8574851"/>
                </a:lnTo>
                <a:lnTo>
                  <a:pt x="10090577" y="8764710"/>
                </a:lnTo>
                <a:cubicBezTo>
                  <a:pt x="10085089" y="8771844"/>
                  <a:pt x="10085638" y="8782819"/>
                  <a:pt x="10092222" y="8789404"/>
                </a:cubicBezTo>
                <a:cubicBezTo>
                  <a:pt x="10099357" y="8796537"/>
                  <a:pt x="10111429" y="8796537"/>
                  <a:pt x="10118562" y="8789404"/>
                </a:cubicBezTo>
                <a:cubicBezTo>
                  <a:pt x="10125695" y="8782270"/>
                  <a:pt x="10125695" y="8770198"/>
                  <a:pt x="10118562" y="8763065"/>
                </a:cubicBezTo>
                <a:cubicBezTo>
                  <a:pt x="10111977" y="8756480"/>
                  <a:pt x="10101551" y="8755931"/>
                  <a:pt x="10093869" y="8761418"/>
                </a:cubicBezTo>
                <a:lnTo>
                  <a:pt x="10093869" y="8760869"/>
                </a:lnTo>
                <a:lnTo>
                  <a:pt x="9905655" y="8572655"/>
                </a:lnTo>
                <a:lnTo>
                  <a:pt x="9905655" y="7723772"/>
                </a:lnTo>
                <a:lnTo>
                  <a:pt x="9584099" y="7402218"/>
                </a:lnTo>
                <a:lnTo>
                  <a:pt x="9583551" y="7402218"/>
                </a:lnTo>
                <a:cubicBezTo>
                  <a:pt x="9583551" y="7401669"/>
                  <a:pt x="9310833" y="7401669"/>
                  <a:pt x="9310833" y="7401669"/>
                </a:cubicBezTo>
                <a:lnTo>
                  <a:pt x="8883922" y="6974757"/>
                </a:lnTo>
                <a:lnTo>
                  <a:pt x="8883922" y="6610401"/>
                </a:lnTo>
                <a:lnTo>
                  <a:pt x="8674855" y="6401335"/>
                </a:lnTo>
                <a:close/>
                <a:moveTo>
                  <a:pt x="5604168" y="5531600"/>
                </a:moveTo>
                <a:cubicBezTo>
                  <a:pt x="5593742" y="5531600"/>
                  <a:pt x="5586609" y="5538733"/>
                  <a:pt x="5585512" y="5548062"/>
                </a:cubicBezTo>
                <a:lnTo>
                  <a:pt x="4807962" y="5548062"/>
                </a:lnTo>
                <a:lnTo>
                  <a:pt x="4635662" y="5720362"/>
                </a:lnTo>
                <a:cubicBezTo>
                  <a:pt x="4628529" y="5714876"/>
                  <a:pt x="4617554" y="5715424"/>
                  <a:pt x="4610969" y="5722009"/>
                </a:cubicBezTo>
                <a:cubicBezTo>
                  <a:pt x="4603836" y="5729143"/>
                  <a:pt x="4603836" y="5741215"/>
                  <a:pt x="4610969" y="5748348"/>
                </a:cubicBezTo>
                <a:cubicBezTo>
                  <a:pt x="4618102" y="5755482"/>
                  <a:pt x="4630174" y="5755482"/>
                  <a:pt x="4637308" y="5748348"/>
                </a:cubicBezTo>
                <a:cubicBezTo>
                  <a:pt x="4643893" y="5741763"/>
                  <a:pt x="4644442" y="5731337"/>
                  <a:pt x="4638954" y="5723655"/>
                </a:cubicBezTo>
                <a:lnTo>
                  <a:pt x="4810158" y="5552452"/>
                </a:lnTo>
                <a:lnTo>
                  <a:pt x="5585512" y="5552452"/>
                </a:lnTo>
                <a:cubicBezTo>
                  <a:pt x="5586609" y="5561780"/>
                  <a:pt x="5594292" y="5568914"/>
                  <a:pt x="5604168" y="5568914"/>
                </a:cubicBezTo>
                <a:cubicBezTo>
                  <a:pt x="5614046" y="5568914"/>
                  <a:pt x="5622826" y="5560683"/>
                  <a:pt x="5622826" y="5550257"/>
                </a:cubicBezTo>
                <a:cubicBezTo>
                  <a:pt x="5622826" y="5539831"/>
                  <a:pt x="5614594" y="5531600"/>
                  <a:pt x="5604168" y="5531600"/>
                </a:cubicBezTo>
                <a:close/>
                <a:moveTo>
                  <a:pt x="7615808" y="5518431"/>
                </a:moveTo>
                <a:lnTo>
                  <a:pt x="7610870" y="5518431"/>
                </a:lnTo>
                <a:lnTo>
                  <a:pt x="7610870" y="6798615"/>
                </a:lnTo>
                <a:lnTo>
                  <a:pt x="7453385" y="6956101"/>
                </a:lnTo>
                <a:lnTo>
                  <a:pt x="7453385" y="7533364"/>
                </a:lnTo>
                <a:lnTo>
                  <a:pt x="7137866" y="7848882"/>
                </a:lnTo>
                <a:lnTo>
                  <a:pt x="7137866" y="8652221"/>
                </a:lnTo>
                <a:cubicBezTo>
                  <a:pt x="7128538" y="8653319"/>
                  <a:pt x="7121404" y="8661001"/>
                  <a:pt x="7121404" y="8670878"/>
                </a:cubicBezTo>
                <a:cubicBezTo>
                  <a:pt x="7121404" y="8680755"/>
                  <a:pt x="7129635" y="8689534"/>
                  <a:pt x="7140061" y="8689534"/>
                </a:cubicBezTo>
                <a:cubicBezTo>
                  <a:pt x="7150487" y="8689534"/>
                  <a:pt x="7158718" y="8681304"/>
                  <a:pt x="7158718" y="8670878"/>
                </a:cubicBezTo>
                <a:cubicBezTo>
                  <a:pt x="7158718" y="8660452"/>
                  <a:pt x="7151584" y="8653319"/>
                  <a:pt x="7142256" y="8652221"/>
                </a:cubicBezTo>
                <a:lnTo>
                  <a:pt x="7142805" y="8651672"/>
                </a:lnTo>
                <a:lnTo>
                  <a:pt x="7142805" y="7850528"/>
                </a:lnTo>
                <a:lnTo>
                  <a:pt x="7458324" y="7535010"/>
                </a:lnTo>
                <a:lnTo>
                  <a:pt x="7458324" y="6957746"/>
                </a:lnTo>
                <a:lnTo>
                  <a:pt x="7615808" y="6800261"/>
                </a:lnTo>
                <a:close/>
                <a:moveTo>
                  <a:pt x="9293557" y="5506251"/>
                </a:moveTo>
                <a:lnTo>
                  <a:pt x="9293273" y="5506359"/>
                </a:lnTo>
                <a:lnTo>
                  <a:pt x="9293822" y="5506359"/>
                </a:lnTo>
                <a:close/>
                <a:moveTo>
                  <a:pt x="2078585" y="5497577"/>
                </a:moveTo>
                <a:cubicBezTo>
                  <a:pt x="2068708" y="5497577"/>
                  <a:pt x="2059928" y="5505808"/>
                  <a:pt x="2059928" y="5516234"/>
                </a:cubicBezTo>
                <a:cubicBezTo>
                  <a:pt x="2059928" y="5526659"/>
                  <a:pt x="2068159" y="5534891"/>
                  <a:pt x="2078585" y="5534891"/>
                </a:cubicBezTo>
                <a:lnTo>
                  <a:pt x="2078585" y="5535440"/>
                </a:lnTo>
                <a:cubicBezTo>
                  <a:pt x="2087913" y="5535440"/>
                  <a:pt x="2096144" y="5528306"/>
                  <a:pt x="2097241" y="5518978"/>
                </a:cubicBezTo>
                <a:lnTo>
                  <a:pt x="2858877" y="5518978"/>
                </a:lnTo>
                <a:lnTo>
                  <a:pt x="3026239" y="5686340"/>
                </a:lnTo>
                <a:lnTo>
                  <a:pt x="3026239" y="5870164"/>
                </a:lnTo>
                <a:cubicBezTo>
                  <a:pt x="3016911" y="5871261"/>
                  <a:pt x="3009778" y="5878944"/>
                  <a:pt x="3009778" y="5888821"/>
                </a:cubicBezTo>
                <a:cubicBezTo>
                  <a:pt x="3009778" y="5898698"/>
                  <a:pt x="3018008" y="5907478"/>
                  <a:pt x="3028434" y="5907478"/>
                </a:cubicBezTo>
                <a:cubicBezTo>
                  <a:pt x="3038860" y="5907478"/>
                  <a:pt x="3047091" y="5899247"/>
                  <a:pt x="3047091" y="5888821"/>
                </a:cubicBezTo>
                <a:cubicBezTo>
                  <a:pt x="3047091" y="5878395"/>
                  <a:pt x="3039958" y="5871261"/>
                  <a:pt x="3030629" y="5870164"/>
                </a:cubicBezTo>
                <a:lnTo>
                  <a:pt x="3030629" y="5684145"/>
                </a:lnTo>
                <a:lnTo>
                  <a:pt x="2861073" y="5514588"/>
                </a:lnTo>
                <a:lnTo>
                  <a:pt x="2860523" y="5514588"/>
                </a:lnTo>
                <a:cubicBezTo>
                  <a:pt x="2860523" y="5514039"/>
                  <a:pt x="2097241" y="5514039"/>
                  <a:pt x="2097241" y="5514039"/>
                </a:cubicBezTo>
                <a:cubicBezTo>
                  <a:pt x="2096144" y="5504711"/>
                  <a:pt x="2088462" y="5497577"/>
                  <a:pt x="2078585" y="5497577"/>
                </a:cubicBezTo>
                <a:close/>
                <a:moveTo>
                  <a:pt x="9293822" y="5469044"/>
                </a:moveTo>
                <a:cubicBezTo>
                  <a:pt x="9283944" y="5469044"/>
                  <a:pt x="9275165" y="5477276"/>
                  <a:pt x="9275165" y="5487702"/>
                </a:cubicBezTo>
                <a:cubicBezTo>
                  <a:pt x="9275165" y="5492915"/>
                  <a:pt x="9277223" y="5497579"/>
                  <a:pt x="9280584" y="5500940"/>
                </a:cubicBezTo>
                <a:lnTo>
                  <a:pt x="9293557" y="5506251"/>
                </a:lnTo>
                <a:lnTo>
                  <a:pt x="9305688" y="5501626"/>
                </a:lnTo>
                <a:cubicBezTo>
                  <a:pt x="9309049" y="5498676"/>
                  <a:pt x="9311381" y="5494561"/>
                  <a:pt x="9311930" y="5489897"/>
                </a:cubicBezTo>
                <a:lnTo>
                  <a:pt x="9486426" y="5489897"/>
                </a:lnTo>
                <a:lnTo>
                  <a:pt x="9856270" y="5859741"/>
                </a:lnTo>
                <a:lnTo>
                  <a:pt x="9856818" y="5859741"/>
                </a:lnTo>
                <a:cubicBezTo>
                  <a:pt x="9856818" y="5860289"/>
                  <a:pt x="10064786" y="5860289"/>
                  <a:pt x="10064786" y="5860289"/>
                </a:cubicBezTo>
                <a:cubicBezTo>
                  <a:pt x="10065883" y="5869617"/>
                  <a:pt x="10073566" y="5876751"/>
                  <a:pt x="10083443" y="5876751"/>
                </a:cubicBezTo>
                <a:cubicBezTo>
                  <a:pt x="10093320" y="5876751"/>
                  <a:pt x="10102100" y="5868520"/>
                  <a:pt x="10102100" y="5858094"/>
                </a:cubicBezTo>
                <a:cubicBezTo>
                  <a:pt x="10102100" y="5847668"/>
                  <a:pt x="10093869" y="5839437"/>
                  <a:pt x="10083443" y="5839437"/>
                </a:cubicBezTo>
                <a:cubicBezTo>
                  <a:pt x="10073017" y="5839437"/>
                  <a:pt x="10065883" y="5846571"/>
                  <a:pt x="10064786" y="5855899"/>
                </a:cubicBezTo>
                <a:lnTo>
                  <a:pt x="9859012" y="5855899"/>
                </a:lnTo>
                <a:lnTo>
                  <a:pt x="9489169" y="5486055"/>
                </a:lnTo>
                <a:lnTo>
                  <a:pt x="9488621" y="5486055"/>
                </a:lnTo>
                <a:cubicBezTo>
                  <a:pt x="9488621" y="5485507"/>
                  <a:pt x="9312479" y="5485507"/>
                  <a:pt x="9312479" y="5485507"/>
                </a:cubicBezTo>
                <a:cubicBezTo>
                  <a:pt x="9311381" y="5476179"/>
                  <a:pt x="9303699" y="5469044"/>
                  <a:pt x="9293822" y="5469044"/>
                </a:cubicBezTo>
                <a:close/>
                <a:moveTo>
                  <a:pt x="9005740" y="5334058"/>
                </a:moveTo>
                <a:lnTo>
                  <a:pt x="9005740" y="5338996"/>
                </a:lnTo>
                <a:lnTo>
                  <a:pt x="9640070" y="5338996"/>
                </a:lnTo>
                <a:lnTo>
                  <a:pt x="9835417" y="5534344"/>
                </a:lnTo>
                <a:cubicBezTo>
                  <a:pt x="9829930" y="5541477"/>
                  <a:pt x="9830479" y="5552452"/>
                  <a:pt x="9837064" y="5559036"/>
                </a:cubicBezTo>
                <a:lnTo>
                  <a:pt x="9837064" y="5558487"/>
                </a:lnTo>
                <a:cubicBezTo>
                  <a:pt x="9844198" y="5565621"/>
                  <a:pt x="9856270" y="5565621"/>
                  <a:pt x="9863403" y="5558487"/>
                </a:cubicBezTo>
                <a:cubicBezTo>
                  <a:pt x="9870536" y="5551354"/>
                  <a:pt x="9870536" y="5539282"/>
                  <a:pt x="9863403" y="5532148"/>
                </a:cubicBezTo>
                <a:cubicBezTo>
                  <a:pt x="9856270" y="5525015"/>
                  <a:pt x="9846392" y="5525015"/>
                  <a:pt x="9838710" y="5530503"/>
                </a:cubicBezTo>
                <a:lnTo>
                  <a:pt x="9642814" y="5334607"/>
                </a:lnTo>
                <a:lnTo>
                  <a:pt x="9642265" y="5334607"/>
                </a:lnTo>
                <a:cubicBezTo>
                  <a:pt x="9642265" y="5334058"/>
                  <a:pt x="9005740" y="5334058"/>
                  <a:pt x="9005740" y="5334058"/>
                </a:cubicBezTo>
                <a:close/>
                <a:moveTo>
                  <a:pt x="6706565" y="5332960"/>
                </a:moveTo>
                <a:lnTo>
                  <a:pt x="6511218" y="5332960"/>
                </a:lnTo>
                <a:lnTo>
                  <a:pt x="4669134" y="7175043"/>
                </a:lnTo>
                <a:lnTo>
                  <a:pt x="4276793" y="7175043"/>
                </a:lnTo>
                <a:lnTo>
                  <a:pt x="3538204" y="7913632"/>
                </a:lnTo>
                <a:lnTo>
                  <a:pt x="3006485" y="7913632"/>
                </a:lnTo>
                <a:lnTo>
                  <a:pt x="2406176" y="8513942"/>
                </a:lnTo>
                <a:lnTo>
                  <a:pt x="1628078" y="8513942"/>
                </a:lnTo>
                <a:lnTo>
                  <a:pt x="1336154" y="8805865"/>
                </a:lnTo>
                <a:cubicBezTo>
                  <a:pt x="1329021" y="8800378"/>
                  <a:pt x="1318047" y="8800927"/>
                  <a:pt x="1311462" y="8807512"/>
                </a:cubicBezTo>
                <a:cubicBezTo>
                  <a:pt x="1304328" y="8814645"/>
                  <a:pt x="1304328" y="8826717"/>
                  <a:pt x="1311462" y="8833851"/>
                </a:cubicBezTo>
                <a:cubicBezTo>
                  <a:pt x="1318595" y="8840983"/>
                  <a:pt x="1330667" y="8840983"/>
                  <a:pt x="1337801" y="8833851"/>
                </a:cubicBezTo>
                <a:cubicBezTo>
                  <a:pt x="1344386" y="8827266"/>
                  <a:pt x="1344934" y="8816840"/>
                  <a:pt x="1339446" y="8809158"/>
                </a:cubicBezTo>
                <a:lnTo>
                  <a:pt x="1629724" y="8518880"/>
                </a:lnTo>
                <a:lnTo>
                  <a:pt x="2407822" y="8518880"/>
                </a:lnTo>
                <a:lnTo>
                  <a:pt x="3008132" y="7918571"/>
                </a:lnTo>
                <a:lnTo>
                  <a:pt x="3539850" y="7918571"/>
                </a:lnTo>
                <a:lnTo>
                  <a:pt x="4278440" y="7179982"/>
                </a:lnTo>
                <a:lnTo>
                  <a:pt x="4278988" y="7179982"/>
                </a:lnTo>
                <a:lnTo>
                  <a:pt x="4671330" y="7179982"/>
                </a:lnTo>
                <a:lnTo>
                  <a:pt x="6513413" y="5337899"/>
                </a:lnTo>
                <a:lnTo>
                  <a:pt x="6706565" y="5337899"/>
                </a:lnTo>
                <a:close/>
                <a:moveTo>
                  <a:pt x="3355477" y="5325413"/>
                </a:moveTo>
                <a:cubicBezTo>
                  <a:pt x="3350676" y="5325413"/>
                  <a:pt x="3345875" y="5327197"/>
                  <a:pt x="3342308" y="5330764"/>
                </a:cubicBezTo>
                <a:cubicBezTo>
                  <a:pt x="3335723" y="5337348"/>
                  <a:pt x="3335174" y="5347774"/>
                  <a:pt x="3340661" y="5355456"/>
                </a:cubicBezTo>
                <a:lnTo>
                  <a:pt x="3109647" y="5586471"/>
                </a:lnTo>
                <a:lnTo>
                  <a:pt x="3109647" y="5867420"/>
                </a:lnTo>
                <a:cubicBezTo>
                  <a:pt x="3100318" y="5868518"/>
                  <a:pt x="3093184" y="5876201"/>
                  <a:pt x="3093184" y="5886077"/>
                </a:cubicBezTo>
                <a:cubicBezTo>
                  <a:pt x="3093184" y="5895955"/>
                  <a:pt x="3101415" y="5904734"/>
                  <a:pt x="3111841" y="5904734"/>
                </a:cubicBezTo>
                <a:cubicBezTo>
                  <a:pt x="3122267" y="5904734"/>
                  <a:pt x="3130498" y="5896503"/>
                  <a:pt x="3130498" y="5886077"/>
                </a:cubicBezTo>
                <a:cubicBezTo>
                  <a:pt x="3130498" y="5875651"/>
                  <a:pt x="3123364" y="5868518"/>
                  <a:pt x="3114036" y="5867420"/>
                </a:cubicBezTo>
                <a:lnTo>
                  <a:pt x="3114036" y="5588666"/>
                </a:lnTo>
                <a:lnTo>
                  <a:pt x="3343954" y="5358749"/>
                </a:lnTo>
                <a:cubicBezTo>
                  <a:pt x="3351088" y="5364236"/>
                  <a:pt x="3362062" y="5363687"/>
                  <a:pt x="3368646" y="5357103"/>
                </a:cubicBezTo>
                <a:cubicBezTo>
                  <a:pt x="3375780" y="5349969"/>
                  <a:pt x="3375780" y="5337897"/>
                  <a:pt x="3368646" y="5330764"/>
                </a:cubicBezTo>
                <a:cubicBezTo>
                  <a:pt x="3365080" y="5327197"/>
                  <a:pt x="3360279" y="5325413"/>
                  <a:pt x="3355477" y="5325413"/>
                </a:cubicBezTo>
                <a:close/>
                <a:moveTo>
                  <a:pt x="3814214" y="5323629"/>
                </a:moveTo>
                <a:cubicBezTo>
                  <a:pt x="3803788" y="5323629"/>
                  <a:pt x="3796655" y="5330764"/>
                  <a:pt x="3795558" y="5340092"/>
                </a:cubicBezTo>
                <a:lnTo>
                  <a:pt x="3438884" y="5340092"/>
                </a:lnTo>
                <a:lnTo>
                  <a:pt x="3191955" y="5587019"/>
                </a:lnTo>
                <a:lnTo>
                  <a:pt x="3191955" y="5867970"/>
                </a:lnTo>
                <a:lnTo>
                  <a:pt x="3192504" y="5867970"/>
                </a:lnTo>
                <a:cubicBezTo>
                  <a:pt x="3183176" y="5869067"/>
                  <a:pt x="3176042" y="5876749"/>
                  <a:pt x="3176042" y="5886626"/>
                </a:cubicBezTo>
                <a:cubicBezTo>
                  <a:pt x="3176042" y="5896503"/>
                  <a:pt x="3184273" y="5905282"/>
                  <a:pt x="3194699" y="5905282"/>
                </a:cubicBezTo>
                <a:cubicBezTo>
                  <a:pt x="3205125" y="5905282"/>
                  <a:pt x="3213356" y="5897052"/>
                  <a:pt x="3213356" y="5886626"/>
                </a:cubicBezTo>
                <a:cubicBezTo>
                  <a:pt x="3213356" y="5876201"/>
                  <a:pt x="3206222" y="5869067"/>
                  <a:pt x="3196894" y="5867970"/>
                </a:cubicBezTo>
                <a:lnTo>
                  <a:pt x="3196894" y="5588666"/>
                </a:lnTo>
                <a:lnTo>
                  <a:pt x="3441079" y="5344482"/>
                </a:lnTo>
                <a:lnTo>
                  <a:pt x="3795558" y="5344482"/>
                </a:lnTo>
                <a:cubicBezTo>
                  <a:pt x="3796655" y="5353810"/>
                  <a:pt x="3804337" y="5360944"/>
                  <a:pt x="3814214" y="5360944"/>
                </a:cubicBezTo>
                <a:cubicBezTo>
                  <a:pt x="3824092" y="5360944"/>
                  <a:pt x="3832872" y="5352712"/>
                  <a:pt x="3832872" y="5342287"/>
                </a:cubicBezTo>
                <a:cubicBezTo>
                  <a:pt x="3832872" y="5331861"/>
                  <a:pt x="3824641" y="5323629"/>
                  <a:pt x="3814214" y="5323629"/>
                </a:cubicBezTo>
                <a:close/>
                <a:moveTo>
                  <a:pt x="13100904" y="5298390"/>
                </a:moveTo>
                <a:cubicBezTo>
                  <a:pt x="13091026" y="5298390"/>
                  <a:pt x="13082246" y="5306621"/>
                  <a:pt x="13082246" y="5317047"/>
                </a:cubicBezTo>
                <a:cubicBezTo>
                  <a:pt x="13082246" y="5327473"/>
                  <a:pt x="13090478" y="5335704"/>
                  <a:pt x="13100904" y="5335704"/>
                </a:cubicBezTo>
                <a:cubicBezTo>
                  <a:pt x="13110232" y="5335704"/>
                  <a:pt x="13118463" y="5328570"/>
                  <a:pt x="13119561" y="5319242"/>
                </a:cubicBezTo>
                <a:lnTo>
                  <a:pt x="14531440" y="5319242"/>
                </a:lnTo>
                <a:lnTo>
                  <a:pt x="14688925" y="5476728"/>
                </a:lnTo>
                <a:lnTo>
                  <a:pt x="14689474" y="5476728"/>
                </a:lnTo>
                <a:cubicBezTo>
                  <a:pt x="14689474" y="5477276"/>
                  <a:pt x="15652493" y="5477276"/>
                  <a:pt x="15652493" y="5477276"/>
                </a:cubicBezTo>
                <a:cubicBezTo>
                  <a:pt x="15653591" y="5486604"/>
                  <a:pt x="15661273" y="5493738"/>
                  <a:pt x="15671150" y="5493738"/>
                </a:cubicBezTo>
                <a:cubicBezTo>
                  <a:pt x="15681028" y="5493738"/>
                  <a:pt x="15689808" y="5485507"/>
                  <a:pt x="15689808" y="5475081"/>
                </a:cubicBezTo>
                <a:cubicBezTo>
                  <a:pt x="15689808" y="5464655"/>
                  <a:pt x="15681576" y="5456424"/>
                  <a:pt x="15671150" y="5456424"/>
                </a:cubicBezTo>
                <a:cubicBezTo>
                  <a:pt x="15660725" y="5456424"/>
                  <a:pt x="15653591" y="5463558"/>
                  <a:pt x="15652493" y="5472886"/>
                </a:cubicBezTo>
                <a:lnTo>
                  <a:pt x="14691668" y="5472886"/>
                </a:lnTo>
                <a:lnTo>
                  <a:pt x="14534184" y="5315401"/>
                </a:lnTo>
                <a:lnTo>
                  <a:pt x="14533634" y="5315401"/>
                </a:lnTo>
                <a:cubicBezTo>
                  <a:pt x="14533634" y="5314853"/>
                  <a:pt x="13119561" y="5314853"/>
                  <a:pt x="13119561" y="5314853"/>
                </a:cubicBezTo>
                <a:cubicBezTo>
                  <a:pt x="13118463" y="5305524"/>
                  <a:pt x="13110781" y="5298390"/>
                  <a:pt x="13100904" y="5298390"/>
                </a:cubicBezTo>
                <a:close/>
                <a:moveTo>
                  <a:pt x="2501654" y="5222666"/>
                </a:moveTo>
                <a:cubicBezTo>
                  <a:pt x="2491228" y="5222666"/>
                  <a:pt x="2484096" y="5229799"/>
                  <a:pt x="2482998" y="5239127"/>
                </a:cubicBezTo>
                <a:lnTo>
                  <a:pt x="1538086" y="5239127"/>
                </a:lnTo>
                <a:lnTo>
                  <a:pt x="1012404" y="5764810"/>
                </a:lnTo>
                <a:lnTo>
                  <a:pt x="373684" y="5764810"/>
                </a:lnTo>
                <a:cubicBezTo>
                  <a:pt x="372586" y="5755482"/>
                  <a:pt x="364904" y="5748348"/>
                  <a:pt x="355028" y="5748348"/>
                </a:cubicBezTo>
                <a:cubicBezTo>
                  <a:pt x="345150" y="5748348"/>
                  <a:pt x="336370" y="5756579"/>
                  <a:pt x="336370" y="5767005"/>
                </a:cubicBezTo>
                <a:cubicBezTo>
                  <a:pt x="336370" y="5777431"/>
                  <a:pt x="344602" y="5785662"/>
                  <a:pt x="355028" y="5785662"/>
                </a:cubicBezTo>
                <a:cubicBezTo>
                  <a:pt x="365452" y="5785662"/>
                  <a:pt x="372586" y="5778528"/>
                  <a:pt x="373684" y="5769200"/>
                </a:cubicBezTo>
                <a:lnTo>
                  <a:pt x="1014600" y="5769200"/>
                </a:lnTo>
                <a:lnTo>
                  <a:pt x="1540282" y="5243518"/>
                </a:lnTo>
                <a:lnTo>
                  <a:pt x="2482998" y="5243518"/>
                </a:lnTo>
                <a:cubicBezTo>
                  <a:pt x="2484096" y="5252846"/>
                  <a:pt x="2491778" y="5259979"/>
                  <a:pt x="2501654" y="5259979"/>
                </a:cubicBezTo>
                <a:cubicBezTo>
                  <a:pt x="2511532" y="5259979"/>
                  <a:pt x="2520311" y="5251748"/>
                  <a:pt x="2520311" y="5241322"/>
                </a:cubicBezTo>
                <a:cubicBezTo>
                  <a:pt x="2520311" y="5230896"/>
                  <a:pt x="2512080" y="5222666"/>
                  <a:pt x="2501654" y="5222666"/>
                </a:cubicBezTo>
                <a:close/>
                <a:moveTo>
                  <a:pt x="6731258" y="5216629"/>
                </a:moveTo>
                <a:lnTo>
                  <a:pt x="6337270" y="5216629"/>
                </a:lnTo>
                <a:lnTo>
                  <a:pt x="5447780" y="6106119"/>
                </a:lnTo>
                <a:lnTo>
                  <a:pt x="5184390" y="6106119"/>
                </a:lnTo>
                <a:lnTo>
                  <a:pt x="4126990" y="7163520"/>
                </a:lnTo>
                <a:cubicBezTo>
                  <a:pt x="4119856" y="7158033"/>
                  <a:pt x="4108882" y="7158582"/>
                  <a:pt x="4102298" y="7165166"/>
                </a:cubicBezTo>
                <a:cubicBezTo>
                  <a:pt x="4095164" y="7172299"/>
                  <a:pt x="4095164" y="7184371"/>
                  <a:pt x="4102298" y="7191505"/>
                </a:cubicBezTo>
                <a:cubicBezTo>
                  <a:pt x="4109431" y="7198639"/>
                  <a:pt x="4121503" y="7198639"/>
                  <a:pt x="4128636" y="7191505"/>
                </a:cubicBezTo>
                <a:cubicBezTo>
                  <a:pt x="4135222" y="7184921"/>
                  <a:pt x="4135770" y="7174495"/>
                  <a:pt x="4130282" y="7166813"/>
                </a:cubicBezTo>
                <a:lnTo>
                  <a:pt x="5186586" y="6110509"/>
                </a:lnTo>
                <a:lnTo>
                  <a:pt x="5449976" y="6110509"/>
                </a:lnTo>
                <a:lnTo>
                  <a:pt x="6338917" y="5221568"/>
                </a:lnTo>
                <a:lnTo>
                  <a:pt x="6338916" y="5221568"/>
                </a:lnTo>
                <a:lnTo>
                  <a:pt x="6339465" y="5221020"/>
                </a:lnTo>
                <a:lnTo>
                  <a:pt x="6338917" y="5221568"/>
                </a:lnTo>
                <a:lnTo>
                  <a:pt x="6731258" y="5221568"/>
                </a:lnTo>
                <a:close/>
                <a:moveTo>
                  <a:pt x="5903774" y="5215121"/>
                </a:moveTo>
                <a:cubicBezTo>
                  <a:pt x="5898973" y="5215121"/>
                  <a:pt x="5894171" y="5216904"/>
                  <a:pt x="5890605" y="5220470"/>
                </a:cubicBezTo>
                <a:cubicBezTo>
                  <a:pt x="5884020" y="5227055"/>
                  <a:pt x="5883472" y="5237481"/>
                  <a:pt x="5888960" y="5245164"/>
                </a:cubicBezTo>
                <a:lnTo>
                  <a:pt x="5719401" y="5414721"/>
                </a:lnTo>
                <a:lnTo>
                  <a:pt x="5389616" y="5414721"/>
                </a:lnTo>
                <a:lnTo>
                  <a:pt x="5283162" y="5308268"/>
                </a:lnTo>
                <a:lnTo>
                  <a:pt x="5282613" y="5308268"/>
                </a:lnTo>
                <a:cubicBezTo>
                  <a:pt x="5282613" y="5307719"/>
                  <a:pt x="4879298" y="5307719"/>
                  <a:pt x="4879298" y="5307719"/>
                </a:cubicBezTo>
                <a:lnTo>
                  <a:pt x="3998039" y="6188977"/>
                </a:lnTo>
                <a:lnTo>
                  <a:pt x="3354380" y="6188977"/>
                </a:lnTo>
                <a:cubicBezTo>
                  <a:pt x="3353282" y="6179649"/>
                  <a:pt x="3345600" y="6172516"/>
                  <a:pt x="3335723" y="6172516"/>
                </a:cubicBezTo>
                <a:cubicBezTo>
                  <a:pt x="3325846" y="6172516"/>
                  <a:pt x="3317066" y="6180747"/>
                  <a:pt x="3317066" y="6191172"/>
                </a:cubicBezTo>
                <a:cubicBezTo>
                  <a:pt x="3317066" y="6201598"/>
                  <a:pt x="3325297" y="6209829"/>
                  <a:pt x="3335723" y="6209829"/>
                </a:cubicBezTo>
                <a:cubicBezTo>
                  <a:pt x="3346149" y="6209829"/>
                  <a:pt x="3353282" y="6202696"/>
                  <a:pt x="3354380" y="6193367"/>
                </a:cubicBezTo>
                <a:lnTo>
                  <a:pt x="4000233" y="6193367"/>
                </a:lnTo>
                <a:lnTo>
                  <a:pt x="4881492" y="5312109"/>
                </a:lnTo>
                <a:lnTo>
                  <a:pt x="5280967" y="5312109"/>
                </a:lnTo>
                <a:lnTo>
                  <a:pt x="5387420" y="5418562"/>
                </a:lnTo>
                <a:lnTo>
                  <a:pt x="5387969" y="5418562"/>
                </a:lnTo>
                <a:cubicBezTo>
                  <a:pt x="5387969" y="5419110"/>
                  <a:pt x="5721596" y="5419110"/>
                  <a:pt x="5721596" y="5419110"/>
                </a:cubicBezTo>
                <a:lnTo>
                  <a:pt x="5892251" y="5248456"/>
                </a:lnTo>
                <a:lnTo>
                  <a:pt x="5892251" y="5248456"/>
                </a:lnTo>
                <a:lnTo>
                  <a:pt x="5892800" y="5247907"/>
                </a:lnTo>
                <a:lnTo>
                  <a:pt x="5892251" y="5248456"/>
                </a:lnTo>
                <a:lnTo>
                  <a:pt x="5904803" y="5252160"/>
                </a:lnTo>
                <a:cubicBezTo>
                  <a:pt x="5909261" y="5251885"/>
                  <a:pt x="5913651" y="5250102"/>
                  <a:pt x="5916944" y="5246809"/>
                </a:cubicBezTo>
                <a:cubicBezTo>
                  <a:pt x="5924078" y="5239677"/>
                  <a:pt x="5924078" y="5227604"/>
                  <a:pt x="5916944" y="5220470"/>
                </a:cubicBezTo>
                <a:cubicBezTo>
                  <a:pt x="5913377" y="5216904"/>
                  <a:pt x="5908575" y="5215121"/>
                  <a:pt x="5903774" y="5215121"/>
                </a:cubicBezTo>
                <a:close/>
                <a:moveTo>
                  <a:pt x="14162694" y="5037332"/>
                </a:moveTo>
                <a:cubicBezTo>
                  <a:pt x="14157892" y="5037332"/>
                  <a:pt x="14153091" y="5039115"/>
                  <a:pt x="14149524" y="5042682"/>
                </a:cubicBezTo>
                <a:cubicBezTo>
                  <a:pt x="14142392" y="5049816"/>
                  <a:pt x="14142392" y="5061888"/>
                  <a:pt x="14149524" y="5069021"/>
                </a:cubicBezTo>
                <a:cubicBezTo>
                  <a:pt x="14156110" y="5075606"/>
                  <a:pt x="14166535" y="5076155"/>
                  <a:pt x="14174217" y="5070668"/>
                </a:cubicBezTo>
                <a:lnTo>
                  <a:pt x="14224152" y="5120602"/>
                </a:lnTo>
                <a:lnTo>
                  <a:pt x="14224701" y="5120602"/>
                </a:lnTo>
                <a:cubicBezTo>
                  <a:pt x="14224701" y="5121151"/>
                  <a:pt x="15006090" y="5121151"/>
                  <a:pt x="15006090" y="5121151"/>
                </a:cubicBezTo>
                <a:lnTo>
                  <a:pt x="15196500" y="5311560"/>
                </a:lnTo>
                <a:lnTo>
                  <a:pt x="15197048" y="5311560"/>
                </a:lnTo>
                <a:cubicBezTo>
                  <a:pt x="15197048" y="5312109"/>
                  <a:pt x="15565794" y="5312109"/>
                  <a:pt x="15565794" y="5312109"/>
                </a:cubicBezTo>
                <a:cubicBezTo>
                  <a:pt x="15566891" y="5321437"/>
                  <a:pt x="15574575" y="5328570"/>
                  <a:pt x="15584450" y="5328570"/>
                </a:cubicBezTo>
                <a:cubicBezTo>
                  <a:pt x="15594328" y="5328570"/>
                  <a:pt x="15603108" y="5320339"/>
                  <a:pt x="15603108" y="5309913"/>
                </a:cubicBezTo>
                <a:cubicBezTo>
                  <a:pt x="15603108" y="5299488"/>
                  <a:pt x="15594877" y="5291257"/>
                  <a:pt x="15584450" y="5291257"/>
                </a:cubicBezTo>
                <a:cubicBezTo>
                  <a:pt x="15574025" y="5291257"/>
                  <a:pt x="15566891" y="5298390"/>
                  <a:pt x="15565794" y="5307719"/>
                </a:cubicBezTo>
                <a:lnTo>
                  <a:pt x="15199243" y="5307719"/>
                </a:lnTo>
                <a:lnTo>
                  <a:pt x="15008834" y="5117310"/>
                </a:lnTo>
                <a:lnTo>
                  <a:pt x="15008285" y="5117310"/>
                </a:lnTo>
                <a:cubicBezTo>
                  <a:pt x="15008285" y="5116761"/>
                  <a:pt x="14226895" y="5116761"/>
                  <a:pt x="14226895" y="5116761"/>
                </a:cubicBezTo>
                <a:lnTo>
                  <a:pt x="14177510" y="5067376"/>
                </a:lnTo>
                <a:cubicBezTo>
                  <a:pt x="14182998" y="5060242"/>
                  <a:pt x="14182448" y="5049267"/>
                  <a:pt x="14175863" y="5042682"/>
                </a:cubicBezTo>
                <a:cubicBezTo>
                  <a:pt x="14172296" y="5039115"/>
                  <a:pt x="14167495" y="5037332"/>
                  <a:pt x="14162694" y="5037332"/>
                </a:cubicBezTo>
                <a:close/>
                <a:moveTo>
                  <a:pt x="6701626" y="4985066"/>
                </a:moveTo>
                <a:lnTo>
                  <a:pt x="6314773" y="4985066"/>
                </a:lnTo>
                <a:lnTo>
                  <a:pt x="5641482" y="5658905"/>
                </a:lnTo>
                <a:lnTo>
                  <a:pt x="4869421" y="5658905"/>
                </a:lnTo>
                <a:lnTo>
                  <a:pt x="3998039" y="6530287"/>
                </a:lnTo>
                <a:lnTo>
                  <a:pt x="3561250" y="6530287"/>
                </a:lnTo>
                <a:cubicBezTo>
                  <a:pt x="3560152" y="6520958"/>
                  <a:pt x="3552471" y="6513825"/>
                  <a:pt x="3542594" y="6513825"/>
                </a:cubicBezTo>
                <a:cubicBezTo>
                  <a:pt x="3532716" y="6513825"/>
                  <a:pt x="3523937" y="6522055"/>
                  <a:pt x="3523937" y="6532481"/>
                </a:cubicBezTo>
                <a:cubicBezTo>
                  <a:pt x="3523937" y="6542908"/>
                  <a:pt x="3532168" y="6551138"/>
                  <a:pt x="3542594" y="6551138"/>
                </a:cubicBezTo>
                <a:cubicBezTo>
                  <a:pt x="3553020" y="6551138"/>
                  <a:pt x="3560152" y="6544005"/>
                  <a:pt x="3561250" y="6534677"/>
                </a:cubicBezTo>
                <a:lnTo>
                  <a:pt x="4000233" y="6534677"/>
                </a:lnTo>
                <a:lnTo>
                  <a:pt x="4871615" y="5663295"/>
                </a:lnTo>
                <a:lnTo>
                  <a:pt x="5643678" y="5663295"/>
                </a:lnTo>
                <a:lnTo>
                  <a:pt x="5643678" y="5663843"/>
                </a:lnTo>
                <a:lnTo>
                  <a:pt x="6316967" y="4990004"/>
                </a:lnTo>
                <a:lnTo>
                  <a:pt x="6701626" y="4990004"/>
                </a:lnTo>
                <a:close/>
                <a:moveTo>
                  <a:pt x="8990924" y="4884100"/>
                </a:moveTo>
                <a:lnTo>
                  <a:pt x="8990924" y="4889039"/>
                </a:lnTo>
                <a:lnTo>
                  <a:pt x="10502123" y="4889039"/>
                </a:lnTo>
                <a:lnTo>
                  <a:pt x="10710640" y="5097556"/>
                </a:lnTo>
                <a:lnTo>
                  <a:pt x="10711189" y="5097556"/>
                </a:lnTo>
                <a:cubicBezTo>
                  <a:pt x="10711189" y="5098104"/>
                  <a:pt x="11067314" y="5098104"/>
                  <a:pt x="11067314" y="5098104"/>
                </a:cubicBezTo>
                <a:lnTo>
                  <a:pt x="11665978" y="5696767"/>
                </a:lnTo>
                <a:lnTo>
                  <a:pt x="11666525" y="5696767"/>
                </a:lnTo>
                <a:lnTo>
                  <a:pt x="12664664" y="5696767"/>
                </a:lnTo>
                <a:cubicBezTo>
                  <a:pt x="12665761" y="5706096"/>
                  <a:pt x="12673443" y="5713229"/>
                  <a:pt x="12683321" y="5713229"/>
                </a:cubicBezTo>
                <a:cubicBezTo>
                  <a:pt x="12693198" y="5713229"/>
                  <a:pt x="12701979" y="5704998"/>
                  <a:pt x="12701979" y="5694572"/>
                </a:cubicBezTo>
                <a:cubicBezTo>
                  <a:pt x="12701979" y="5684147"/>
                  <a:pt x="12693747" y="5675916"/>
                  <a:pt x="12683321" y="5675916"/>
                </a:cubicBezTo>
                <a:cubicBezTo>
                  <a:pt x="12672896" y="5675916"/>
                  <a:pt x="12665761" y="5683049"/>
                  <a:pt x="12664664" y="5692378"/>
                </a:cubicBezTo>
                <a:lnTo>
                  <a:pt x="11668172" y="5692378"/>
                </a:lnTo>
                <a:lnTo>
                  <a:pt x="11069509" y="5093715"/>
                </a:lnTo>
                <a:lnTo>
                  <a:pt x="11068960" y="5093715"/>
                </a:lnTo>
                <a:cubicBezTo>
                  <a:pt x="11068960" y="5093165"/>
                  <a:pt x="10712835" y="5093165"/>
                  <a:pt x="10712835" y="5093165"/>
                </a:cubicBezTo>
                <a:lnTo>
                  <a:pt x="10504318" y="4884648"/>
                </a:lnTo>
                <a:lnTo>
                  <a:pt x="10503770" y="4884648"/>
                </a:lnTo>
                <a:cubicBezTo>
                  <a:pt x="10503770" y="4884100"/>
                  <a:pt x="8990924" y="4884100"/>
                  <a:pt x="8990924" y="4884100"/>
                </a:cubicBezTo>
                <a:close/>
                <a:moveTo>
                  <a:pt x="6691750" y="4867090"/>
                </a:moveTo>
                <a:lnTo>
                  <a:pt x="6359219" y="4867090"/>
                </a:lnTo>
                <a:lnTo>
                  <a:pt x="6139180" y="5087130"/>
                </a:lnTo>
                <a:lnTo>
                  <a:pt x="4979166" y="5087130"/>
                </a:lnTo>
                <a:lnTo>
                  <a:pt x="4126441" y="5939855"/>
                </a:lnTo>
                <a:lnTo>
                  <a:pt x="3354380" y="5939855"/>
                </a:lnTo>
                <a:cubicBezTo>
                  <a:pt x="3353282" y="5930526"/>
                  <a:pt x="3345600" y="5923392"/>
                  <a:pt x="3335723" y="5923392"/>
                </a:cubicBezTo>
                <a:cubicBezTo>
                  <a:pt x="3325846" y="5923392"/>
                  <a:pt x="3317066" y="5931624"/>
                  <a:pt x="3317066" y="5942050"/>
                </a:cubicBezTo>
                <a:cubicBezTo>
                  <a:pt x="3317066" y="5952475"/>
                  <a:pt x="3325297" y="5960706"/>
                  <a:pt x="3335723" y="5960706"/>
                </a:cubicBezTo>
                <a:cubicBezTo>
                  <a:pt x="3346149" y="5960706"/>
                  <a:pt x="3353282" y="5953572"/>
                  <a:pt x="3354380" y="5944244"/>
                </a:cubicBezTo>
                <a:lnTo>
                  <a:pt x="4128636" y="5944244"/>
                </a:lnTo>
                <a:lnTo>
                  <a:pt x="4981361" y="5091519"/>
                </a:lnTo>
                <a:lnTo>
                  <a:pt x="6141374" y="5091519"/>
                </a:lnTo>
                <a:lnTo>
                  <a:pt x="6361414" y="4871479"/>
                </a:lnTo>
                <a:lnTo>
                  <a:pt x="6360866" y="4872028"/>
                </a:lnTo>
                <a:lnTo>
                  <a:pt x="6691750" y="4872028"/>
                </a:lnTo>
                <a:close/>
                <a:moveTo>
                  <a:pt x="11528247" y="4844729"/>
                </a:moveTo>
                <a:cubicBezTo>
                  <a:pt x="11523446" y="4844729"/>
                  <a:pt x="11518644" y="4846512"/>
                  <a:pt x="11515077" y="4850079"/>
                </a:cubicBezTo>
                <a:cubicBezTo>
                  <a:pt x="11507944" y="4857212"/>
                  <a:pt x="11507944" y="4869284"/>
                  <a:pt x="11515077" y="4876418"/>
                </a:cubicBezTo>
                <a:cubicBezTo>
                  <a:pt x="11521661" y="4883003"/>
                  <a:pt x="11532088" y="4883551"/>
                  <a:pt x="11539770" y="4878064"/>
                </a:cubicBezTo>
                <a:lnTo>
                  <a:pt x="11636345" y="4974640"/>
                </a:lnTo>
                <a:lnTo>
                  <a:pt x="11636345" y="5197973"/>
                </a:lnTo>
                <a:lnTo>
                  <a:pt x="11880530" y="5442157"/>
                </a:lnTo>
                <a:lnTo>
                  <a:pt x="11881079" y="5442157"/>
                </a:lnTo>
                <a:cubicBezTo>
                  <a:pt x="11881079" y="5442705"/>
                  <a:pt x="13668290" y="5442705"/>
                  <a:pt x="13668290" y="5442705"/>
                </a:cubicBezTo>
                <a:lnTo>
                  <a:pt x="13953628" y="5728046"/>
                </a:lnTo>
                <a:lnTo>
                  <a:pt x="13954178" y="5728046"/>
                </a:lnTo>
                <a:cubicBezTo>
                  <a:pt x="13954178" y="5728594"/>
                  <a:pt x="15683771" y="5728594"/>
                  <a:pt x="15683771" y="5728594"/>
                </a:cubicBezTo>
                <a:cubicBezTo>
                  <a:pt x="15684868" y="5737922"/>
                  <a:pt x="15692551" y="5745056"/>
                  <a:pt x="15702428" y="5745056"/>
                </a:cubicBezTo>
                <a:lnTo>
                  <a:pt x="15702428" y="5744507"/>
                </a:lnTo>
                <a:cubicBezTo>
                  <a:pt x="15712854" y="5744507"/>
                  <a:pt x="15721085" y="5736276"/>
                  <a:pt x="15721085" y="5725850"/>
                </a:cubicBezTo>
                <a:cubicBezTo>
                  <a:pt x="15721085" y="5715424"/>
                  <a:pt x="15712854" y="5707193"/>
                  <a:pt x="15702428" y="5707193"/>
                </a:cubicBezTo>
                <a:cubicBezTo>
                  <a:pt x="15692002" y="5707193"/>
                  <a:pt x="15684868" y="5714327"/>
                  <a:pt x="15683771" y="5723655"/>
                </a:cubicBezTo>
                <a:lnTo>
                  <a:pt x="13955824" y="5723655"/>
                </a:lnTo>
                <a:lnTo>
                  <a:pt x="13670485" y="5438316"/>
                </a:lnTo>
                <a:lnTo>
                  <a:pt x="13669935" y="5438316"/>
                </a:lnTo>
                <a:cubicBezTo>
                  <a:pt x="13669935" y="5437767"/>
                  <a:pt x="11882726" y="5437767"/>
                  <a:pt x="11882726" y="5437767"/>
                </a:cubicBezTo>
                <a:lnTo>
                  <a:pt x="11640736" y="5195778"/>
                </a:lnTo>
                <a:lnTo>
                  <a:pt x="11640736" y="4972445"/>
                </a:lnTo>
                <a:lnTo>
                  <a:pt x="11543061" y="4874772"/>
                </a:lnTo>
                <a:cubicBezTo>
                  <a:pt x="11548549" y="4867638"/>
                  <a:pt x="11548001" y="4856664"/>
                  <a:pt x="11541416" y="4850079"/>
                </a:cubicBezTo>
                <a:cubicBezTo>
                  <a:pt x="11537849" y="4846512"/>
                  <a:pt x="11533048" y="4844729"/>
                  <a:pt x="11528247" y="4844729"/>
                </a:cubicBezTo>
                <a:close/>
                <a:moveTo>
                  <a:pt x="3694591" y="4724420"/>
                </a:moveTo>
                <a:cubicBezTo>
                  <a:pt x="3684166" y="4724420"/>
                  <a:pt x="3677032" y="4731554"/>
                  <a:pt x="3675934" y="4740882"/>
                </a:cubicBezTo>
                <a:lnTo>
                  <a:pt x="2397397" y="4740882"/>
                </a:lnTo>
                <a:lnTo>
                  <a:pt x="2225096" y="4913183"/>
                </a:lnTo>
                <a:cubicBezTo>
                  <a:pt x="2217962" y="4907695"/>
                  <a:pt x="2206987" y="4908244"/>
                  <a:pt x="2200402" y="4914828"/>
                </a:cubicBezTo>
                <a:cubicBezTo>
                  <a:pt x="2193269" y="4921962"/>
                  <a:pt x="2193269" y="4934034"/>
                  <a:pt x="2200402" y="4941167"/>
                </a:cubicBezTo>
                <a:cubicBezTo>
                  <a:pt x="2207536" y="4948301"/>
                  <a:pt x="2219608" y="4948301"/>
                  <a:pt x="2226741" y="4941167"/>
                </a:cubicBezTo>
                <a:cubicBezTo>
                  <a:pt x="2233326" y="4934583"/>
                  <a:pt x="2233875" y="4924157"/>
                  <a:pt x="2228388" y="4916475"/>
                </a:cubicBezTo>
                <a:lnTo>
                  <a:pt x="2399591" y="4745271"/>
                </a:lnTo>
                <a:lnTo>
                  <a:pt x="3675934" y="4745271"/>
                </a:lnTo>
                <a:cubicBezTo>
                  <a:pt x="3677032" y="4754600"/>
                  <a:pt x="3684715" y="4761734"/>
                  <a:pt x="3694591" y="4761734"/>
                </a:cubicBezTo>
                <a:cubicBezTo>
                  <a:pt x="3704469" y="4761734"/>
                  <a:pt x="3713248" y="4753502"/>
                  <a:pt x="3713248" y="4743076"/>
                </a:cubicBezTo>
                <a:cubicBezTo>
                  <a:pt x="3713248" y="4732651"/>
                  <a:pt x="3705018" y="4724420"/>
                  <a:pt x="3694591" y="4724420"/>
                </a:cubicBezTo>
                <a:close/>
                <a:moveTo>
                  <a:pt x="8991472" y="4634977"/>
                </a:moveTo>
                <a:lnTo>
                  <a:pt x="8991472" y="4639915"/>
                </a:lnTo>
                <a:lnTo>
                  <a:pt x="10625039" y="4639915"/>
                </a:lnTo>
                <a:lnTo>
                  <a:pt x="10771549" y="4786426"/>
                </a:lnTo>
                <a:lnTo>
                  <a:pt x="10772098" y="4786426"/>
                </a:lnTo>
                <a:cubicBezTo>
                  <a:pt x="10772098" y="4786975"/>
                  <a:pt x="11577632" y="4786975"/>
                  <a:pt x="11577632" y="4786975"/>
                </a:cubicBezTo>
                <a:lnTo>
                  <a:pt x="12118130" y="5327473"/>
                </a:lnTo>
                <a:lnTo>
                  <a:pt x="12118679" y="5327473"/>
                </a:lnTo>
                <a:cubicBezTo>
                  <a:pt x="12118679" y="5328022"/>
                  <a:pt x="12693747" y="5328022"/>
                  <a:pt x="12693747" y="5328022"/>
                </a:cubicBezTo>
                <a:cubicBezTo>
                  <a:pt x="12694844" y="5337349"/>
                  <a:pt x="12702526" y="5344484"/>
                  <a:pt x="12712404" y="5344484"/>
                </a:cubicBezTo>
                <a:cubicBezTo>
                  <a:pt x="12722281" y="5344484"/>
                  <a:pt x="12731060" y="5336252"/>
                  <a:pt x="12731060" y="5325826"/>
                </a:cubicBezTo>
                <a:cubicBezTo>
                  <a:pt x="12731060" y="5315401"/>
                  <a:pt x="12722829" y="5307169"/>
                  <a:pt x="12712404" y="5307169"/>
                </a:cubicBezTo>
                <a:cubicBezTo>
                  <a:pt x="12701979" y="5307169"/>
                  <a:pt x="12694844" y="5314304"/>
                  <a:pt x="12693747" y="5323632"/>
                </a:cubicBezTo>
                <a:lnTo>
                  <a:pt x="12693198" y="5323083"/>
                </a:lnTo>
                <a:lnTo>
                  <a:pt x="12120326" y="5323083"/>
                </a:lnTo>
                <a:lnTo>
                  <a:pt x="11579827" y="4782585"/>
                </a:lnTo>
                <a:lnTo>
                  <a:pt x="11579279" y="4782585"/>
                </a:lnTo>
                <a:cubicBezTo>
                  <a:pt x="11579279" y="4782036"/>
                  <a:pt x="10773744" y="4782036"/>
                  <a:pt x="10773744" y="4782036"/>
                </a:cubicBezTo>
                <a:lnTo>
                  <a:pt x="10627234" y="4635526"/>
                </a:lnTo>
                <a:lnTo>
                  <a:pt x="10626685" y="4635526"/>
                </a:lnTo>
                <a:cubicBezTo>
                  <a:pt x="10626685" y="4634977"/>
                  <a:pt x="8991472" y="4634977"/>
                  <a:pt x="8991472" y="4634977"/>
                </a:cubicBezTo>
                <a:close/>
                <a:moveTo>
                  <a:pt x="6695042" y="4618513"/>
                </a:moveTo>
                <a:cubicBezTo>
                  <a:pt x="6685714" y="4618513"/>
                  <a:pt x="6677482" y="4625647"/>
                  <a:pt x="6676386" y="4634975"/>
                </a:cubicBezTo>
                <a:lnTo>
                  <a:pt x="6045896" y="4634975"/>
                </a:lnTo>
                <a:lnTo>
                  <a:pt x="5800614" y="4880257"/>
                </a:lnTo>
                <a:lnTo>
                  <a:pt x="4406842" y="4880257"/>
                </a:lnTo>
                <a:lnTo>
                  <a:pt x="3872928" y="5414171"/>
                </a:lnTo>
                <a:lnTo>
                  <a:pt x="3545886" y="5414171"/>
                </a:lnTo>
                <a:lnTo>
                  <a:pt x="3275363" y="5684694"/>
                </a:lnTo>
                <a:lnTo>
                  <a:pt x="3275363" y="5867970"/>
                </a:lnTo>
                <a:cubicBezTo>
                  <a:pt x="3266034" y="5869067"/>
                  <a:pt x="3258900" y="5876749"/>
                  <a:pt x="3258900" y="5886626"/>
                </a:cubicBezTo>
                <a:cubicBezTo>
                  <a:pt x="3258900" y="5896503"/>
                  <a:pt x="3267131" y="5905282"/>
                  <a:pt x="3277557" y="5905282"/>
                </a:cubicBezTo>
                <a:cubicBezTo>
                  <a:pt x="3287983" y="5905282"/>
                  <a:pt x="3296214" y="5897052"/>
                  <a:pt x="3296214" y="5886626"/>
                </a:cubicBezTo>
                <a:cubicBezTo>
                  <a:pt x="3296214" y="5876201"/>
                  <a:pt x="3289080" y="5869067"/>
                  <a:pt x="3279752" y="5867970"/>
                </a:cubicBezTo>
                <a:lnTo>
                  <a:pt x="3279752" y="5686888"/>
                </a:lnTo>
                <a:lnTo>
                  <a:pt x="3546984" y="5419657"/>
                </a:lnTo>
                <a:lnTo>
                  <a:pt x="3874026" y="5419657"/>
                </a:lnTo>
                <a:lnTo>
                  <a:pt x="4407940" y="4885744"/>
                </a:lnTo>
                <a:lnTo>
                  <a:pt x="5801711" y="4885744"/>
                </a:lnTo>
                <a:lnTo>
                  <a:pt x="6046994" y="4640462"/>
                </a:lnTo>
                <a:lnTo>
                  <a:pt x="6675288" y="4640462"/>
                </a:lnTo>
                <a:cubicBezTo>
                  <a:pt x="6676386" y="4649790"/>
                  <a:pt x="6684068" y="4656924"/>
                  <a:pt x="6693944" y="4656924"/>
                </a:cubicBezTo>
                <a:cubicBezTo>
                  <a:pt x="6703822" y="4656924"/>
                  <a:pt x="6712601" y="4648693"/>
                  <a:pt x="6712601" y="4638267"/>
                </a:cubicBezTo>
                <a:cubicBezTo>
                  <a:pt x="6712601" y="4627842"/>
                  <a:pt x="6704370" y="4619610"/>
                  <a:pt x="6693944" y="4619610"/>
                </a:cubicBezTo>
                <a:close/>
                <a:moveTo>
                  <a:pt x="8991472" y="4523584"/>
                </a:moveTo>
                <a:lnTo>
                  <a:pt x="8991472" y="4528523"/>
                </a:lnTo>
                <a:lnTo>
                  <a:pt x="10888977" y="4528523"/>
                </a:lnTo>
                <a:lnTo>
                  <a:pt x="11054145" y="4693691"/>
                </a:lnTo>
                <a:lnTo>
                  <a:pt x="11054693" y="4693691"/>
                </a:lnTo>
                <a:cubicBezTo>
                  <a:pt x="11054693" y="4694240"/>
                  <a:pt x="12657531" y="4694240"/>
                  <a:pt x="12657531" y="4694240"/>
                </a:cubicBezTo>
                <a:lnTo>
                  <a:pt x="12816113" y="4852823"/>
                </a:lnTo>
                <a:lnTo>
                  <a:pt x="12816662" y="4852823"/>
                </a:lnTo>
                <a:lnTo>
                  <a:pt x="13567872" y="4852823"/>
                </a:lnTo>
                <a:cubicBezTo>
                  <a:pt x="13568970" y="4862151"/>
                  <a:pt x="13576651" y="4869284"/>
                  <a:pt x="13586529" y="4869284"/>
                </a:cubicBezTo>
                <a:cubicBezTo>
                  <a:pt x="13596406" y="4869284"/>
                  <a:pt x="13605186" y="4861053"/>
                  <a:pt x="13605186" y="4850627"/>
                </a:cubicBezTo>
                <a:cubicBezTo>
                  <a:pt x="13605186" y="4840201"/>
                  <a:pt x="13596955" y="4831970"/>
                  <a:pt x="13586529" y="4831970"/>
                </a:cubicBezTo>
                <a:cubicBezTo>
                  <a:pt x="13576103" y="4831970"/>
                  <a:pt x="13568970" y="4839104"/>
                  <a:pt x="13567872" y="4848433"/>
                </a:cubicBezTo>
                <a:lnTo>
                  <a:pt x="12818856" y="4848433"/>
                </a:lnTo>
                <a:lnTo>
                  <a:pt x="12660274" y="4689849"/>
                </a:lnTo>
                <a:lnTo>
                  <a:pt x="12659725" y="4689849"/>
                </a:lnTo>
                <a:cubicBezTo>
                  <a:pt x="12659725" y="4689301"/>
                  <a:pt x="11056888" y="4689301"/>
                  <a:pt x="11056888" y="4689301"/>
                </a:cubicBezTo>
                <a:lnTo>
                  <a:pt x="10891721" y="4524134"/>
                </a:lnTo>
                <a:lnTo>
                  <a:pt x="10891172" y="4524134"/>
                </a:lnTo>
                <a:cubicBezTo>
                  <a:pt x="10891172" y="4523584"/>
                  <a:pt x="8991472" y="4523584"/>
                  <a:pt x="8991472" y="4523584"/>
                </a:cubicBezTo>
                <a:close/>
                <a:moveTo>
                  <a:pt x="6703822" y="4402864"/>
                </a:moveTo>
                <a:lnTo>
                  <a:pt x="5683734" y="4402864"/>
                </a:lnTo>
                <a:lnTo>
                  <a:pt x="5552040" y="4534559"/>
                </a:lnTo>
                <a:lnTo>
                  <a:pt x="4131380" y="4534559"/>
                </a:lnTo>
                <a:lnTo>
                  <a:pt x="3723126" y="4942814"/>
                </a:lnTo>
                <a:lnTo>
                  <a:pt x="2970818" y="4942814"/>
                </a:lnTo>
                <a:lnTo>
                  <a:pt x="2818820" y="5094812"/>
                </a:lnTo>
                <a:lnTo>
                  <a:pt x="1509552" y="5094812"/>
                </a:lnTo>
                <a:lnTo>
                  <a:pt x="1163304" y="5441060"/>
                </a:lnTo>
                <a:lnTo>
                  <a:pt x="321006" y="5441060"/>
                </a:lnTo>
                <a:lnTo>
                  <a:pt x="59810" y="5702254"/>
                </a:lnTo>
                <a:cubicBezTo>
                  <a:pt x="52676" y="5696767"/>
                  <a:pt x="41702" y="5697316"/>
                  <a:pt x="35118" y="5703901"/>
                </a:cubicBezTo>
                <a:cubicBezTo>
                  <a:pt x="27984" y="5711035"/>
                  <a:pt x="27984" y="5723106"/>
                  <a:pt x="35118" y="5730240"/>
                </a:cubicBezTo>
                <a:cubicBezTo>
                  <a:pt x="42250" y="5737374"/>
                  <a:pt x="54324" y="5737374"/>
                  <a:pt x="61458" y="5730240"/>
                </a:cubicBezTo>
                <a:cubicBezTo>
                  <a:pt x="68590" y="5723106"/>
                  <a:pt x="68590" y="5713229"/>
                  <a:pt x="63102" y="5705547"/>
                </a:cubicBezTo>
                <a:lnTo>
                  <a:pt x="323200" y="5445449"/>
                </a:lnTo>
                <a:lnTo>
                  <a:pt x="1165500" y="5445449"/>
                </a:lnTo>
                <a:lnTo>
                  <a:pt x="1511748" y="5099201"/>
                </a:lnTo>
                <a:lnTo>
                  <a:pt x="2821015" y="5099201"/>
                </a:lnTo>
                <a:lnTo>
                  <a:pt x="2973012" y="4947204"/>
                </a:lnTo>
                <a:lnTo>
                  <a:pt x="3725320" y="4947204"/>
                </a:lnTo>
                <a:lnTo>
                  <a:pt x="3725320" y="4947752"/>
                </a:lnTo>
                <a:lnTo>
                  <a:pt x="4133575" y="4539498"/>
                </a:lnTo>
                <a:lnTo>
                  <a:pt x="5554234" y="4539498"/>
                </a:lnTo>
                <a:lnTo>
                  <a:pt x="5685930" y="4407804"/>
                </a:lnTo>
                <a:lnTo>
                  <a:pt x="6703822" y="4407804"/>
                </a:lnTo>
                <a:close/>
                <a:moveTo>
                  <a:pt x="2547199" y="4266779"/>
                </a:moveTo>
                <a:cubicBezTo>
                  <a:pt x="2536774" y="4266779"/>
                  <a:pt x="2529640" y="4273913"/>
                  <a:pt x="2528542" y="4283241"/>
                </a:cubicBezTo>
                <a:lnTo>
                  <a:pt x="2284358" y="4283241"/>
                </a:lnTo>
                <a:lnTo>
                  <a:pt x="1833302" y="4734845"/>
                </a:lnTo>
                <a:lnTo>
                  <a:pt x="518000" y="4734845"/>
                </a:lnTo>
                <a:lnTo>
                  <a:pt x="301800" y="4951045"/>
                </a:lnTo>
                <a:lnTo>
                  <a:pt x="47738" y="4951045"/>
                </a:lnTo>
                <a:cubicBezTo>
                  <a:pt x="46642" y="4941716"/>
                  <a:pt x="38960" y="4934583"/>
                  <a:pt x="29082" y="4934583"/>
                </a:cubicBezTo>
                <a:cubicBezTo>
                  <a:pt x="19204" y="4934583"/>
                  <a:pt x="10424" y="4942814"/>
                  <a:pt x="10424" y="4953239"/>
                </a:cubicBezTo>
                <a:cubicBezTo>
                  <a:pt x="10424" y="4963665"/>
                  <a:pt x="18656" y="4971896"/>
                  <a:pt x="29082" y="4971896"/>
                </a:cubicBezTo>
                <a:lnTo>
                  <a:pt x="29630" y="4971348"/>
                </a:lnTo>
                <a:cubicBezTo>
                  <a:pt x="38960" y="4971348"/>
                  <a:pt x="47190" y="4964214"/>
                  <a:pt x="48288" y="4954886"/>
                </a:cubicBezTo>
                <a:lnTo>
                  <a:pt x="303996" y="4954886"/>
                </a:lnTo>
                <a:lnTo>
                  <a:pt x="520194" y="4738686"/>
                </a:lnTo>
                <a:lnTo>
                  <a:pt x="1835498" y="4738686"/>
                </a:lnTo>
                <a:lnTo>
                  <a:pt x="2286553" y="4287631"/>
                </a:lnTo>
                <a:lnTo>
                  <a:pt x="2528542" y="4287631"/>
                </a:lnTo>
                <a:cubicBezTo>
                  <a:pt x="2529640" y="4296959"/>
                  <a:pt x="2537322" y="4304093"/>
                  <a:pt x="2547199" y="4304093"/>
                </a:cubicBezTo>
                <a:cubicBezTo>
                  <a:pt x="2557076" y="4304093"/>
                  <a:pt x="2565856" y="4295863"/>
                  <a:pt x="2565856" y="4285437"/>
                </a:cubicBezTo>
                <a:cubicBezTo>
                  <a:pt x="2565856" y="4275010"/>
                  <a:pt x="2557625" y="4266779"/>
                  <a:pt x="2547199" y="4266779"/>
                </a:cubicBezTo>
                <a:close/>
                <a:moveTo>
                  <a:pt x="42800" y="4115331"/>
                </a:moveTo>
                <a:cubicBezTo>
                  <a:pt x="32922" y="4115331"/>
                  <a:pt x="24144" y="4123561"/>
                  <a:pt x="24144" y="4133987"/>
                </a:cubicBezTo>
                <a:cubicBezTo>
                  <a:pt x="24144" y="4144413"/>
                  <a:pt x="32374" y="4152644"/>
                  <a:pt x="42800" y="4152644"/>
                </a:cubicBezTo>
                <a:cubicBezTo>
                  <a:pt x="52128" y="4152644"/>
                  <a:pt x="60360" y="4145511"/>
                  <a:pt x="61458" y="4136182"/>
                </a:cubicBezTo>
                <a:lnTo>
                  <a:pt x="351734" y="4136182"/>
                </a:lnTo>
                <a:lnTo>
                  <a:pt x="547630" y="4332078"/>
                </a:lnTo>
                <a:lnTo>
                  <a:pt x="1194034" y="4332078"/>
                </a:lnTo>
                <a:lnTo>
                  <a:pt x="1378955" y="4147157"/>
                </a:lnTo>
                <a:lnTo>
                  <a:pt x="2154310" y="4147157"/>
                </a:lnTo>
                <a:cubicBezTo>
                  <a:pt x="2155406" y="4156485"/>
                  <a:pt x="2163089" y="4163619"/>
                  <a:pt x="2172966" y="4163619"/>
                </a:cubicBezTo>
                <a:cubicBezTo>
                  <a:pt x="2182844" y="4163619"/>
                  <a:pt x="2191623" y="4155387"/>
                  <a:pt x="2191623" y="4144962"/>
                </a:cubicBezTo>
                <a:cubicBezTo>
                  <a:pt x="2191623" y="4134536"/>
                  <a:pt x="2183392" y="4126305"/>
                  <a:pt x="2172966" y="4126305"/>
                </a:cubicBezTo>
                <a:cubicBezTo>
                  <a:pt x="2162540" y="4126305"/>
                  <a:pt x="2155406" y="4133439"/>
                  <a:pt x="2154310" y="4142767"/>
                </a:cubicBezTo>
                <a:lnTo>
                  <a:pt x="1376760" y="4142767"/>
                </a:lnTo>
                <a:lnTo>
                  <a:pt x="1191838" y="4327689"/>
                </a:lnTo>
                <a:lnTo>
                  <a:pt x="549276" y="4327689"/>
                </a:lnTo>
                <a:lnTo>
                  <a:pt x="353380" y="4131792"/>
                </a:lnTo>
                <a:lnTo>
                  <a:pt x="61458" y="4131792"/>
                </a:lnTo>
                <a:cubicBezTo>
                  <a:pt x="60360" y="4122464"/>
                  <a:pt x="52676" y="4115331"/>
                  <a:pt x="42800" y="4115331"/>
                </a:cubicBezTo>
                <a:close/>
                <a:moveTo>
                  <a:pt x="15685417" y="3827248"/>
                </a:moveTo>
                <a:cubicBezTo>
                  <a:pt x="15674991" y="3827248"/>
                  <a:pt x="15667859" y="3834381"/>
                  <a:pt x="15666760" y="3843710"/>
                </a:cubicBezTo>
                <a:lnTo>
                  <a:pt x="15063708" y="3843710"/>
                </a:lnTo>
                <a:lnTo>
                  <a:pt x="14576985" y="4330432"/>
                </a:lnTo>
                <a:lnTo>
                  <a:pt x="14109469" y="4330432"/>
                </a:lnTo>
                <a:cubicBezTo>
                  <a:pt x="14108369" y="4321105"/>
                  <a:pt x="14100688" y="4313970"/>
                  <a:pt x="14090811" y="4313970"/>
                </a:cubicBezTo>
                <a:cubicBezTo>
                  <a:pt x="14080933" y="4313970"/>
                  <a:pt x="14072154" y="4322201"/>
                  <a:pt x="14072154" y="4332627"/>
                </a:cubicBezTo>
                <a:cubicBezTo>
                  <a:pt x="14072154" y="4343052"/>
                  <a:pt x="14080386" y="4351285"/>
                  <a:pt x="14090811" y="4351285"/>
                </a:cubicBezTo>
                <a:cubicBezTo>
                  <a:pt x="14101237" y="4351285"/>
                  <a:pt x="14108369" y="4344150"/>
                  <a:pt x="14109469" y="4334822"/>
                </a:cubicBezTo>
                <a:lnTo>
                  <a:pt x="14579180" y="4334822"/>
                </a:lnTo>
                <a:lnTo>
                  <a:pt x="15065902" y="3848100"/>
                </a:lnTo>
                <a:lnTo>
                  <a:pt x="15666760" y="3848100"/>
                </a:lnTo>
                <a:cubicBezTo>
                  <a:pt x="15667859" y="3857428"/>
                  <a:pt x="15675540" y="3864561"/>
                  <a:pt x="15685417" y="3864561"/>
                </a:cubicBezTo>
                <a:cubicBezTo>
                  <a:pt x="15695295" y="3864561"/>
                  <a:pt x="15704074" y="3856330"/>
                  <a:pt x="15704074" y="3845904"/>
                </a:cubicBezTo>
                <a:cubicBezTo>
                  <a:pt x="15704074" y="3835478"/>
                  <a:pt x="15695843" y="3827248"/>
                  <a:pt x="15685417" y="3827248"/>
                </a:cubicBezTo>
                <a:close/>
                <a:moveTo>
                  <a:pt x="77370" y="3732318"/>
                </a:moveTo>
                <a:cubicBezTo>
                  <a:pt x="67492" y="3732318"/>
                  <a:pt x="58714" y="3740549"/>
                  <a:pt x="58714" y="3750975"/>
                </a:cubicBezTo>
                <a:cubicBezTo>
                  <a:pt x="58714" y="3761401"/>
                  <a:pt x="66944" y="3769631"/>
                  <a:pt x="77370" y="3769631"/>
                </a:cubicBezTo>
                <a:cubicBezTo>
                  <a:pt x="87796" y="3769631"/>
                  <a:pt x="94928" y="3762498"/>
                  <a:pt x="96026" y="3753169"/>
                </a:cubicBezTo>
                <a:lnTo>
                  <a:pt x="340760" y="3753169"/>
                </a:lnTo>
                <a:lnTo>
                  <a:pt x="531168" y="3943578"/>
                </a:lnTo>
                <a:lnTo>
                  <a:pt x="2615241" y="3943578"/>
                </a:lnTo>
                <a:lnTo>
                  <a:pt x="2970818" y="4299155"/>
                </a:lnTo>
                <a:lnTo>
                  <a:pt x="2970818" y="4299703"/>
                </a:lnTo>
                <a:lnTo>
                  <a:pt x="3600210" y="4299703"/>
                </a:lnTo>
                <a:lnTo>
                  <a:pt x="3896524" y="4003390"/>
                </a:lnTo>
                <a:lnTo>
                  <a:pt x="4295998" y="4003390"/>
                </a:lnTo>
                <a:lnTo>
                  <a:pt x="4389282" y="4096674"/>
                </a:lnTo>
                <a:cubicBezTo>
                  <a:pt x="4383796" y="4103807"/>
                  <a:pt x="4384344" y="4114781"/>
                  <a:pt x="4390928" y="4121366"/>
                </a:cubicBezTo>
                <a:cubicBezTo>
                  <a:pt x="4398062" y="4128500"/>
                  <a:pt x="4410134" y="4128500"/>
                  <a:pt x="4417268" y="4121366"/>
                </a:cubicBezTo>
                <a:cubicBezTo>
                  <a:pt x="4424401" y="4114233"/>
                  <a:pt x="4424401" y="4102161"/>
                  <a:pt x="4417268" y="4095027"/>
                </a:cubicBezTo>
                <a:cubicBezTo>
                  <a:pt x="4410684" y="4088443"/>
                  <a:pt x="4400257" y="4087895"/>
                  <a:pt x="4392575" y="4093381"/>
                </a:cubicBezTo>
                <a:lnTo>
                  <a:pt x="4297645" y="3998450"/>
                </a:lnTo>
                <a:lnTo>
                  <a:pt x="3894328" y="3998450"/>
                </a:lnTo>
                <a:lnTo>
                  <a:pt x="3598016" y="4294765"/>
                </a:lnTo>
                <a:lnTo>
                  <a:pt x="2972464" y="4294765"/>
                </a:lnTo>
                <a:lnTo>
                  <a:pt x="2616888" y="3939189"/>
                </a:lnTo>
                <a:lnTo>
                  <a:pt x="533364" y="3939189"/>
                </a:lnTo>
                <a:lnTo>
                  <a:pt x="342954" y="3748779"/>
                </a:lnTo>
                <a:lnTo>
                  <a:pt x="96026" y="3748779"/>
                </a:lnTo>
                <a:cubicBezTo>
                  <a:pt x="94928" y="3739451"/>
                  <a:pt x="87246" y="3732318"/>
                  <a:pt x="77370" y="3732318"/>
                </a:cubicBezTo>
                <a:close/>
                <a:moveTo>
                  <a:pt x="15683771" y="3693357"/>
                </a:moveTo>
                <a:lnTo>
                  <a:pt x="15683222" y="3693357"/>
                </a:lnTo>
                <a:cubicBezTo>
                  <a:pt x="15673894" y="3693357"/>
                  <a:pt x="15665662" y="3700491"/>
                  <a:pt x="15664565" y="3709820"/>
                </a:cubicBezTo>
                <a:lnTo>
                  <a:pt x="14817329" y="3709820"/>
                </a:lnTo>
                <a:lnTo>
                  <a:pt x="14361884" y="4165265"/>
                </a:lnTo>
                <a:lnTo>
                  <a:pt x="12428711" y="4165265"/>
                </a:lnTo>
                <a:lnTo>
                  <a:pt x="12247081" y="4346894"/>
                </a:lnTo>
                <a:lnTo>
                  <a:pt x="11035488" y="4346894"/>
                </a:lnTo>
                <a:lnTo>
                  <a:pt x="10969092" y="4413290"/>
                </a:lnTo>
                <a:cubicBezTo>
                  <a:pt x="10961959" y="4407804"/>
                  <a:pt x="10950984" y="4408352"/>
                  <a:pt x="10944399" y="4414936"/>
                </a:cubicBezTo>
                <a:cubicBezTo>
                  <a:pt x="10937814" y="4421521"/>
                  <a:pt x="10937265" y="4434141"/>
                  <a:pt x="10944399" y="4441275"/>
                </a:cubicBezTo>
                <a:cubicBezTo>
                  <a:pt x="10951533" y="4448408"/>
                  <a:pt x="10963604" y="4448408"/>
                  <a:pt x="10970738" y="4441275"/>
                </a:cubicBezTo>
                <a:cubicBezTo>
                  <a:pt x="10977323" y="4434690"/>
                  <a:pt x="10977872" y="4424265"/>
                  <a:pt x="10972384" y="4416583"/>
                </a:cubicBezTo>
                <a:lnTo>
                  <a:pt x="11037683" y="4351285"/>
                </a:lnTo>
                <a:lnTo>
                  <a:pt x="12249277" y="4351285"/>
                </a:lnTo>
                <a:lnTo>
                  <a:pt x="12430906" y="4169655"/>
                </a:lnTo>
                <a:lnTo>
                  <a:pt x="14364078" y="4169655"/>
                </a:lnTo>
                <a:lnTo>
                  <a:pt x="14819523" y="3714209"/>
                </a:lnTo>
                <a:lnTo>
                  <a:pt x="15665115" y="3714209"/>
                </a:lnTo>
                <a:cubicBezTo>
                  <a:pt x="15666212" y="3723537"/>
                  <a:pt x="15673894" y="3730671"/>
                  <a:pt x="15683771" y="3730671"/>
                </a:cubicBezTo>
                <a:cubicBezTo>
                  <a:pt x="15693648" y="3730671"/>
                  <a:pt x="15702428" y="3722440"/>
                  <a:pt x="15702428" y="3712015"/>
                </a:cubicBezTo>
                <a:cubicBezTo>
                  <a:pt x="15702428" y="3701589"/>
                  <a:pt x="15694197" y="3693357"/>
                  <a:pt x="15683771" y="3693357"/>
                </a:cubicBezTo>
                <a:close/>
                <a:moveTo>
                  <a:pt x="12974696" y="3689105"/>
                </a:moveTo>
                <a:cubicBezTo>
                  <a:pt x="12969894" y="3689105"/>
                  <a:pt x="12965093" y="3690889"/>
                  <a:pt x="12961526" y="3694456"/>
                </a:cubicBezTo>
                <a:cubicBezTo>
                  <a:pt x="12954942" y="3701041"/>
                  <a:pt x="12954394" y="3711465"/>
                  <a:pt x="12959881" y="3719148"/>
                </a:cubicBezTo>
                <a:lnTo>
                  <a:pt x="12852330" y="3826699"/>
                </a:lnTo>
                <a:lnTo>
                  <a:pt x="11751031" y="3826699"/>
                </a:lnTo>
                <a:lnTo>
                  <a:pt x="11448681" y="4129048"/>
                </a:lnTo>
                <a:lnTo>
                  <a:pt x="10415972" y="4129048"/>
                </a:lnTo>
                <a:lnTo>
                  <a:pt x="10258488" y="4286533"/>
                </a:lnTo>
                <a:lnTo>
                  <a:pt x="10257938" y="4286533"/>
                </a:lnTo>
                <a:lnTo>
                  <a:pt x="9040309" y="4286533"/>
                </a:lnTo>
                <a:lnTo>
                  <a:pt x="9040309" y="4291473"/>
                </a:lnTo>
                <a:lnTo>
                  <a:pt x="10260134" y="4291473"/>
                </a:lnTo>
                <a:lnTo>
                  <a:pt x="10417619" y="4133987"/>
                </a:lnTo>
                <a:lnTo>
                  <a:pt x="11450327" y="4133987"/>
                </a:lnTo>
                <a:lnTo>
                  <a:pt x="11752677" y="3831637"/>
                </a:lnTo>
                <a:lnTo>
                  <a:pt x="12853976" y="3831637"/>
                </a:lnTo>
                <a:lnTo>
                  <a:pt x="12963172" y="3722440"/>
                </a:lnTo>
                <a:cubicBezTo>
                  <a:pt x="12970306" y="3727928"/>
                  <a:pt x="12981281" y="3727379"/>
                  <a:pt x="12987866" y="3720795"/>
                </a:cubicBezTo>
                <a:cubicBezTo>
                  <a:pt x="12994999" y="3713661"/>
                  <a:pt x="12994999" y="3701589"/>
                  <a:pt x="12987866" y="3694456"/>
                </a:cubicBezTo>
                <a:cubicBezTo>
                  <a:pt x="12984299" y="3690889"/>
                  <a:pt x="12979498" y="3689105"/>
                  <a:pt x="12974696" y="3689105"/>
                </a:cubicBezTo>
                <a:close/>
                <a:moveTo>
                  <a:pt x="12164772" y="3515569"/>
                </a:moveTo>
                <a:cubicBezTo>
                  <a:pt x="12154894" y="3515569"/>
                  <a:pt x="12146116" y="3523800"/>
                  <a:pt x="12146116" y="3534226"/>
                </a:cubicBezTo>
                <a:cubicBezTo>
                  <a:pt x="12146116" y="3544652"/>
                  <a:pt x="12154347" y="3552883"/>
                  <a:pt x="12164772" y="3552883"/>
                </a:cubicBezTo>
                <a:cubicBezTo>
                  <a:pt x="12174100" y="3552883"/>
                  <a:pt x="12182331" y="3545749"/>
                  <a:pt x="12183430" y="3536421"/>
                </a:cubicBezTo>
                <a:lnTo>
                  <a:pt x="13138217" y="3536421"/>
                </a:lnTo>
                <a:lnTo>
                  <a:pt x="13656218" y="4054421"/>
                </a:lnTo>
                <a:lnTo>
                  <a:pt x="14248295" y="4054421"/>
                </a:lnTo>
                <a:lnTo>
                  <a:pt x="14525953" y="3776765"/>
                </a:lnTo>
                <a:cubicBezTo>
                  <a:pt x="14533087" y="3782252"/>
                  <a:pt x="14544061" y="3781703"/>
                  <a:pt x="14550645" y="3775118"/>
                </a:cubicBezTo>
                <a:cubicBezTo>
                  <a:pt x="14557779" y="3767985"/>
                  <a:pt x="14557779" y="3755913"/>
                  <a:pt x="14550645" y="3748779"/>
                </a:cubicBezTo>
                <a:cubicBezTo>
                  <a:pt x="14543512" y="3741645"/>
                  <a:pt x="14531440" y="3741645"/>
                  <a:pt x="14524306" y="3748779"/>
                </a:cubicBezTo>
                <a:cubicBezTo>
                  <a:pt x="14517722" y="3755364"/>
                  <a:pt x="14517173" y="3765790"/>
                  <a:pt x="14522660" y="3773472"/>
                </a:cubicBezTo>
                <a:lnTo>
                  <a:pt x="14246650" y="4049483"/>
                </a:lnTo>
                <a:lnTo>
                  <a:pt x="13658961" y="4049483"/>
                </a:lnTo>
                <a:lnTo>
                  <a:pt x="13657864" y="4050031"/>
                </a:lnTo>
                <a:lnTo>
                  <a:pt x="13139863" y="3532031"/>
                </a:lnTo>
                <a:lnTo>
                  <a:pt x="12183430" y="3532031"/>
                </a:lnTo>
                <a:cubicBezTo>
                  <a:pt x="12182331" y="3522703"/>
                  <a:pt x="12174649" y="3515569"/>
                  <a:pt x="12164772" y="3515569"/>
                </a:cubicBezTo>
                <a:close/>
                <a:moveTo>
                  <a:pt x="12627351" y="3354791"/>
                </a:moveTo>
                <a:cubicBezTo>
                  <a:pt x="12618023" y="3354791"/>
                  <a:pt x="12609792" y="3361925"/>
                  <a:pt x="12608695" y="3371254"/>
                </a:cubicBezTo>
                <a:lnTo>
                  <a:pt x="12074781" y="3371254"/>
                </a:lnTo>
                <a:lnTo>
                  <a:pt x="11893151" y="3552883"/>
                </a:lnTo>
                <a:lnTo>
                  <a:pt x="10993784" y="3552883"/>
                </a:lnTo>
                <a:lnTo>
                  <a:pt x="10697472" y="3849197"/>
                </a:lnTo>
                <a:cubicBezTo>
                  <a:pt x="10690337" y="3843710"/>
                  <a:pt x="10679362" y="3844259"/>
                  <a:pt x="10672778" y="3850842"/>
                </a:cubicBezTo>
                <a:cubicBezTo>
                  <a:pt x="10665645" y="3857976"/>
                  <a:pt x="10665645" y="3870048"/>
                  <a:pt x="10672778" y="3877181"/>
                </a:cubicBezTo>
                <a:cubicBezTo>
                  <a:pt x="10679911" y="3884315"/>
                  <a:pt x="10691984" y="3884315"/>
                  <a:pt x="10699117" y="3877181"/>
                </a:cubicBezTo>
                <a:cubicBezTo>
                  <a:pt x="10705702" y="3870597"/>
                  <a:pt x="10706251" y="3860172"/>
                  <a:pt x="10700763" y="3852489"/>
                </a:cubicBezTo>
                <a:lnTo>
                  <a:pt x="10995430" y="3557821"/>
                </a:lnTo>
                <a:lnTo>
                  <a:pt x="11894797" y="3557821"/>
                </a:lnTo>
                <a:lnTo>
                  <a:pt x="12076427" y="3376192"/>
                </a:lnTo>
                <a:lnTo>
                  <a:pt x="12608145" y="3376192"/>
                </a:lnTo>
                <a:cubicBezTo>
                  <a:pt x="12609242" y="3385521"/>
                  <a:pt x="12616925" y="3392655"/>
                  <a:pt x="12626801" y="3392655"/>
                </a:cubicBezTo>
                <a:cubicBezTo>
                  <a:pt x="12636678" y="3392655"/>
                  <a:pt x="12645459" y="3384423"/>
                  <a:pt x="12645459" y="3373997"/>
                </a:cubicBezTo>
                <a:cubicBezTo>
                  <a:pt x="12645459" y="3363572"/>
                  <a:pt x="12637228" y="3355341"/>
                  <a:pt x="12626801" y="3355341"/>
                </a:cubicBezTo>
                <a:close/>
                <a:moveTo>
                  <a:pt x="4118210" y="3273032"/>
                </a:moveTo>
                <a:cubicBezTo>
                  <a:pt x="4108333" y="3273032"/>
                  <a:pt x="4099554" y="3281262"/>
                  <a:pt x="4099554" y="3291688"/>
                </a:cubicBezTo>
                <a:cubicBezTo>
                  <a:pt x="4099554" y="3302114"/>
                  <a:pt x="4107784" y="3310345"/>
                  <a:pt x="4118210" y="3310345"/>
                </a:cubicBezTo>
                <a:cubicBezTo>
                  <a:pt x="4128636" y="3310345"/>
                  <a:pt x="4135770" y="3303212"/>
                  <a:pt x="4136867" y="3293883"/>
                </a:cubicBezTo>
                <a:lnTo>
                  <a:pt x="4675719" y="3293883"/>
                </a:lnTo>
                <a:lnTo>
                  <a:pt x="5210181" y="3828345"/>
                </a:lnTo>
                <a:cubicBezTo>
                  <a:pt x="5204694" y="3835478"/>
                  <a:pt x="5205242" y="3846453"/>
                  <a:pt x="5211826" y="3853038"/>
                </a:cubicBezTo>
                <a:cubicBezTo>
                  <a:pt x="5218962" y="3860172"/>
                  <a:pt x="5231033" y="3860172"/>
                  <a:pt x="5238166" y="3853038"/>
                </a:cubicBezTo>
                <a:cubicBezTo>
                  <a:pt x="5245300" y="3845904"/>
                  <a:pt x="5245300" y="3833832"/>
                  <a:pt x="5238166" y="3826699"/>
                </a:cubicBezTo>
                <a:cubicBezTo>
                  <a:pt x="5231582" y="3820114"/>
                  <a:pt x="5221156" y="3819565"/>
                  <a:pt x="5213474" y="3825052"/>
                </a:cubicBezTo>
                <a:lnTo>
                  <a:pt x="4677366" y="3288944"/>
                </a:lnTo>
                <a:lnTo>
                  <a:pt x="4136585" y="3288944"/>
                </a:lnTo>
                <a:lnTo>
                  <a:pt x="4136867" y="3289493"/>
                </a:lnTo>
                <a:lnTo>
                  <a:pt x="4136319" y="3288944"/>
                </a:lnTo>
                <a:lnTo>
                  <a:pt x="4136585" y="3288944"/>
                </a:lnTo>
                <a:lnTo>
                  <a:pt x="4130831" y="3277764"/>
                </a:lnTo>
                <a:cubicBezTo>
                  <a:pt x="4127539" y="3274815"/>
                  <a:pt x="4123148" y="3273032"/>
                  <a:pt x="4118210" y="3273032"/>
                </a:cubicBezTo>
                <a:close/>
                <a:moveTo>
                  <a:pt x="4958864" y="3183177"/>
                </a:moveTo>
                <a:cubicBezTo>
                  <a:pt x="4954063" y="3183177"/>
                  <a:pt x="4949261" y="3184960"/>
                  <a:pt x="4945694" y="3188527"/>
                </a:cubicBezTo>
                <a:cubicBezTo>
                  <a:pt x="4938560" y="3195660"/>
                  <a:pt x="4938560" y="3207732"/>
                  <a:pt x="4945694" y="3214866"/>
                </a:cubicBezTo>
                <a:cubicBezTo>
                  <a:pt x="4952279" y="3221451"/>
                  <a:pt x="4962704" y="3221999"/>
                  <a:pt x="4970386" y="3216512"/>
                </a:cubicBezTo>
                <a:lnTo>
                  <a:pt x="5116348" y="3362475"/>
                </a:lnTo>
                <a:lnTo>
                  <a:pt x="5342424" y="3362475"/>
                </a:lnTo>
                <a:lnTo>
                  <a:pt x="5723792" y="3743841"/>
                </a:lnTo>
                <a:cubicBezTo>
                  <a:pt x="5718304" y="3750975"/>
                  <a:pt x="5718852" y="3761949"/>
                  <a:pt x="5725438" y="3768533"/>
                </a:cubicBezTo>
                <a:cubicBezTo>
                  <a:pt x="5732022" y="3775118"/>
                  <a:pt x="5744643" y="3775667"/>
                  <a:pt x="5751776" y="3768533"/>
                </a:cubicBezTo>
                <a:cubicBezTo>
                  <a:pt x="5758910" y="3761401"/>
                  <a:pt x="5758910" y="3749328"/>
                  <a:pt x="5751776" y="3742195"/>
                </a:cubicBezTo>
                <a:cubicBezTo>
                  <a:pt x="5745192" y="3735610"/>
                  <a:pt x="5734766" y="3735061"/>
                  <a:pt x="5727084" y="3740549"/>
                </a:cubicBezTo>
                <a:lnTo>
                  <a:pt x="5344071" y="3357535"/>
                </a:lnTo>
                <a:lnTo>
                  <a:pt x="5117995" y="3357535"/>
                </a:lnTo>
                <a:lnTo>
                  <a:pt x="4973678" y="3213220"/>
                </a:lnTo>
                <a:cubicBezTo>
                  <a:pt x="4979166" y="3206087"/>
                  <a:pt x="4978617" y="3195112"/>
                  <a:pt x="4972033" y="3188527"/>
                </a:cubicBezTo>
                <a:cubicBezTo>
                  <a:pt x="4968466" y="3184960"/>
                  <a:pt x="4963665" y="3183177"/>
                  <a:pt x="4958864" y="3183177"/>
                </a:cubicBezTo>
                <a:close/>
                <a:moveTo>
                  <a:pt x="55970" y="2984400"/>
                </a:moveTo>
                <a:cubicBezTo>
                  <a:pt x="46092" y="2984400"/>
                  <a:pt x="37312" y="2992631"/>
                  <a:pt x="37312" y="3003057"/>
                </a:cubicBezTo>
                <a:cubicBezTo>
                  <a:pt x="37312" y="3013483"/>
                  <a:pt x="45544" y="3021714"/>
                  <a:pt x="55970" y="3021714"/>
                </a:cubicBezTo>
                <a:cubicBezTo>
                  <a:pt x="66396" y="3021714"/>
                  <a:pt x="73530" y="3014580"/>
                  <a:pt x="74626" y="3005251"/>
                </a:cubicBezTo>
                <a:lnTo>
                  <a:pt x="544888" y="3005251"/>
                </a:lnTo>
                <a:lnTo>
                  <a:pt x="1083738" y="3544103"/>
                </a:lnTo>
                <a:lnTo>
                  <a:pt x="1490347" y="3544103"/>
                </a:lnTo>
                <a:lnTo>
                  <a:pt x="1594606" y="3439845"/>
                </a:lnTo>
                <a:lnTo>
                  <a:pt x="3079466" y="3439845"/>
                </a:lnTo>
                <a:cubicBezTo>
                  <a:pt x="3080564" y="3449173"/>
                  <a:pt x="3088246" y="3456306"/>
                  <a:pt x="3098124" y="3456306"/>
                </a:cubicBezTo>
                <a:cubicBezTo>
                  <a:pt x="3108000" y="3456306"/>
                  <a:pt x="3116780" y="3448076"/>
                  <a:pt x="3116780" y="3437650"/>
                </a:cubicBezTo>
                <a:cubicBezTo>
                  <a:pt x="3116780" y="3427224"/>
                  <a:pt x="3108548" y="3418993"/>
                  <a:pt x="3098124" y="3418993"/>
                </a:cubicBezTo>
                <a:cubicBezTo>
                  <a:pt x="3087697" y="3418993"/>
                  <a:pt x="3080564" y="3426126"/>
                  <a:pt x="3079466" y="3435455"/>
                </a:cubicBezTo>
                <a:lnTo>
                  <a:pt x="1592960" y="3435455"/>
                </a:lnTo>
                <a:lnTo>
                  <a:pt x="1488701" y="3539714"/>
                </a:lnTo>
                <a:lnTo>
                  <a:pt x="1085934" y="3539714"/>
                </a:lnTo>
                <a:lnTo>
                  <a:pt x="547082" y="3000861"/>
                </a:lnTo>
                <a:lnTo>
                  <a:pt x="74626" y="3000861"/>
                </a:lnTo>
                <a:cubicBezTo>
                  <a:pt x="73530" y="2991534"/>
                  <a:pt x="65846" y="2984400"/>
                  <a:pt x="55970" y="2984400"/>
                </a:cubicBezTo>
                <a:close/>
                <a:moveTo>
                  <a:pt x="15666760" y="2930076"/>
                </a:moveTo>
                <a:cubicBezTo>
                  <a:pt x="15657432" y="2930076"/>
                  <a:pt x="15649201" y="2937209"/>
                  <a:pt x="15648104" y="2946538"/>
                </a:cubicBezTo>
                <a:lnTo>
                  <a:pt x="15219546" y="2946538"/>
                </a:lnTo>
                <a:lnTo>
                  <a:pt x="14996213" y="3169870"/>
                </a:lnTo>
                <a:lnTo>
                  <a:pt x="14421694" y="3169870"/>
                </a:lnTo>
                <a:cubicBezTo>
                  <a:pt x="14420597" y="3160542"/>
                  <a:pt x="14412914" y="3153409"/>
                  <a:pt x="14403039" y="3153409"/>
                </a:cubicBezTo>
                <a:cubicBezTo>
                  <a:pt x="14393161" y="3153409"/>
                  <a:pt x="14384381" y="3161639"/>
                  <a:pt x="14384381" y="3172065"/>
                </a:cubicBezTo>
                <a:cubicBezTo>
                  <a:pt x="14384381" y="3182491"/>
                  <a:pt x="14392612" y="3190722"/>
                  <a:pt x="14403039" y="3190722"/>
                </a:cubicBezTo>
                <a:cubicBezTo>
                  <a:pt x="14413464" y="3190722"/>
                  <a:pt x="14420597" y="3183589"/>
                  <a:pt x="14421694" y="3174261"/>
                </a:cubicBezTo>
                <a:lnTo>
                  <a:pt x="14998409" y="3174261"/>
                </a:lnTo>
                <a:lnTo>
                  <a:pt x="15221742" y="2950927"/>
                </a:lnTo>
                <a:lnTo>
                  <a:pt x="15648104" y="2950927"/>
                </a:lnTo>
                <a:cubicBezTo>
                  <a:pt x="15649201" y="2960256"/>
                  <a:pt x="15656884" y="2967389"/>
                  <a:pt x="15666760" y="2967389"/>
                </a:cubicBezTo>
                <a:cubicBezTo>
                  <a:pt x="15676637" y="2967389"/>
                  <a:pt x="15685417" y="2959158"/>
                  <a:pt x="15685417" y="2948732"/>
                </a:cubicBezTo>
                <a:cubicBezTo>
                  <a:pt x="15685417" y="2938307"/>
                  <a:pt x="15677187" y="2930076"/>
                  <a:pt x="15666760" y="2930076"/>
                </a:cubicBezTo>
                <a:close/>
                <a:moveTo>
                  <a:pt x="3441628" y="2777529"/>
                </a:moveTo>
                <a:lnTo>
                  <a:pt x="3441079" y="2777529"/>
                </a:lnTo>
                <a:lnTo>
                  <a:pt x="3441344" y="2777637"/>
                </a:lnTo>
                <a:close/>
                <a:moveTo>
                  <a:pt x="11909613" y="2741313"/>
                </a:moveTo>
                <a:cubicBezTo>
                  <a:pt x="11899188" y="2741313"/>
                  <a:pt x="11892054" y="2748446"/>
                  <a:pt x="11890957" y="2757775"/>
                </a:cubicBezTo>
                <a:lnTo>
                  <a:pt x="11273637" y="2757775"/>
                </a:lnTo>
                <a:cubicBezTo>
                  <a:pt x="11272540" y="2748446"/>
                  <a:pt x="11264857" y="2741313"/>
                  <a:pt x="11254979" y="2741313"/>
                </a:cubicBezTo>
                <a:cubicBezTo>
                  <a:pt x="11245103" y="2741313"/>
                  <a:pt x="11236322" y="2749544"/>
                  <a:pt x="11236322" y="2759970"/>
                </a:cubicBezTo>
                <a:cubicBezTo>
                  <a:pt x="11236322" y="2770396"/>
                  <a:pt x="11244554" y="2778626"/>
                  <a:pt x="11254979" y="2778626"/>
                </a:cubicBezTo>
                <a:cubicBezTo>
                  <a:pt x="11265405" y="2778626"/>
                  <a:pt x="11272540" y="2771493"/>
                  <a:pt x="11273637" y="2762165"/>
                </a:cubicBezTo>
                <a:lnTo>
                  <a:pt x="11890957" y="2762165"/>
                </a:lnTo>
                <a:cubicBezTo>
                  <a:pt x="11892054" y="2771493"/>
                  <a:pt x="11899735" y="2778626"/>
                  <a:pt x="11909613" y="2778626"/>
                </a:cubicBezTo>
                <a:cubicBezTo>
                  <a:pt x="11919490" y="2778626"/>
                  <a:pt x="11928271" y="2770396"/>
                  <a:pt x="11928271" y="2759970"/>
                </a:cubicBezTo>
                <a:cubicBezTo>
                  <a:pt x="11928271" y="2749544"/>
                  <a:pt x="11920040" y="2741313"/>
                  <a:pt x="11909613" y="2741313"/>
                </a:cubicBezTo>
                <a:close/>
                <a:moveTo>
                  <a:pt x="9326745" y="2650910"/>
                </a:moveTo>
                <a:cubicBezTo>
                  <a:pt x="9321944" y="2650910"/>
                  <a:pt x="9317142" y="2652693"/>
                  <a:pt x="9313576" y="2656260"/>
                </a:cubicBezTo>
                <a:cubicBezTo>
                  <a:pt x="9306992" y="2662845"/>
                  <a:pt x="9306443" y="2673270"/>
                  <a:pt x="9311930" y="2680953"/>
                </a:cubicBezTo>
                <a:lnTo>
                  <a:pt x="9167066" y="2825817"/>
                </a:lnTo>
                <a:lnTo>
                  <a:pt x="9166518" y="2825817"/>
                </a:lnTo>
                <a:lnTo>
                  <a:pt x="9165968" y="2827463"/>
                </a:lnTo>
                <a:lnTo>
                  <a:pt x="9165968" y="3018421"/>
                </a:lnTo>
                <a:lnTo>
                  <a:pt x="8996411" y="3187978"/>
                </a:lnTo>
                <a:cubicBezTo>
                  <a:pt x="8989277" y="3182491"/>
                  <a:pt x="8978303" y="3183040"/>
                  <a:pt x="8971718" y="3189625"/>
                </a:cubicBezTo>
                <a:cubicBezTo>
                  <a:pt x="8964585" y="3196757"/>
                  <a:pt x="8964585" y="3208830"/>
                  <a:pt x="8971718" y="3215963"/>
                </a:cubicBezTo>
                <a:cubicBezTo>
                  <a:pt x="8978851" y="3223096"/>
                  <a:pt x="8990924" y="3223096"/>
                  <a:pt x="8998057" y="3215963"/>
                </a:cubicBezTo>
                <a:cubicBezTo>
                  <a:pt x="9004642" y="3209379"/>
                  <a:pt x="9005191" y="3198953"/>
                  <a:pt x="8999703" y="3191271"/>
                </a:cubicBezTo>
                <a:lnTo>
                  <a:pt x="9170358" y="3020616"/>
                </a:lnTo>
                <a:lnTo>
                  <a:pt x="9170906" y="3020616"/>
                </a:lnTo>
                <a:lnTo>
                  <a:pt x="9170906" y="2828561"/>
                </a:lnTo>
                <a:lnTo>
                  <a:pt x="9315223" y="2684245"/>
                </a:lnTo>
                <a:cubicBezTo>
                  <a:pt x="9322356" y="2689733"/>
                  <a:pt x="9333330" y="2689183"/>
                  <a:pt x="9339916" y="2682599"/>
                </a:cubicBezTo>
                <a:cubicBezTo>
                  <a:pt x="9347048" y="2675466"/>
                  <a:pt x="9347048" y="2663394"/>
                  <a:pt x="9339916" y="2656260"/>
                </a:cubicBezTo>
                <a:cubicBezTo>
                  <a:pt x="9336348" y="2652693"/>
                  <a:pt x="9331547" y="2650910"/>
                  <a:pt x="9326745" y="2650910"/>
                </a:cubicBezTo>
                <a:close/>
                <a:moveTo>
                  <a:pt x="2008896" y="2464342"/>
                </a:moveTo>
                <a:cubicBezTo>
                  <a:pt x="2004095" y="2464342"/>
                  <a:pt x="1999293" y="2466125"/>
                  <a:pt x="1995727" y="2469692"/>
                </a:cubicBezTo>
                <a:cubicBezTo>
                  <a:pt x="1988593" y="2476826"/>
                  <a:pt x="1988593" y="2488897"/>
                  <a:pt x="1995727" y="2496031"/>
                </a:cubicBezTo>
                <a:cubicBezTo>
                  <a:pt x="2002860" y="2503165"/>
                  <a:pt x="2012737" y="2503165"/>
                  <a:pt x="2020419" y="2497678"/>
                </a:cubicBezTo>
                <a:lnTo>
                  <a:pt x="2146627" y="2623885"/>
                </a:lnTo>
                <a:lnTo>
                  <a:pt x="2602621" y="2623885"/>
                </a:lnTo>
                <a:lnTo>
                  <a:pt x="2807846" y="2829110"/>
                </a:lnTo>
                <a:cubicBezTo>
                  <a:pt x="2802358" y="2836243"/>
                  <a:pt x="2802907" y="2847217"/>
                  <a:pt x="2809492" y="2853802"/>
                </a:cubicBezTo>
                <a:cubicBezTo>
                  <a:pt x="2816625" y="2860936"/>
                  <a:pt x="2828697" y="2860936"/>
                  <a:pt x="2835831" y="2853802"/>
                </a:cubicBezTo>
                <a:cubicBezTo>
                  <a:pt x="2842964" y="2846669"/>
                  <a:pt x="2842964" y="2834597"/>
                  <a:pt x="2835831" y="2827463"/>
                </a:cubicBezTo>
                <a:cubicBezTo>
                  <a:pt x="2829246" y="2820878"/>
                  <a:pt x="2818820" y="2820330"/>
                  <a:pt x="2811138" y="2825817"/>
                </a:cubicBezTo>
                <a:lnTo>
                  <a:pt x="2604266" y="2618947"/>
                </a:lnTo>
                <a:lnTo>
                  <a:pt x="2148273" y="2618947"/>
                </a:lnTo>
                <a:lnTo>
                  <a:pt x="2023712" y="2494385"/>
                </a:lnTo>
                <a:cubicBezTo>
                  <a:pt x="2029199" y="2487252"/>
                  <a:pt x="2028651" y="2476277"/>
                  <a:pt x="2022066" y="2469692"/>
                </a:cubicBezTo>
                <a:cubicBezTo>
                  <a:pt x="2018499" y="2466125"/>
                  <a:pt x="2013698" y="2464342"/>
                  <a:pt x="2008896" y="2464342"/>
                </a:cubicBezTo>
                <a:close/>
                <a:moveTo>
                  <a:pt x="77370" y="2377506"/>
                </a:moveTo>
                <a:cubicBezTo>
                  <a:pt x="67492" y="2377506"/>
                  <a:pt x="58714" y="2385737"/>
                  <a:pt x="58714" y="2396163"/>
                </a:cubicBezTo>
                <a:cubicBezTo>
                  <a:pt x="58714" y="2406588"/>
                  <a:pt x="66944" y="2414820"/>
                  <a:pt x="77370" y="2414820"/>
                </a:cubicBezTo>
                <a:cubicBezTo>
                  <a:pt x="87796" y="2414820"/>
                  <a:pt x="94928" y="2407686"/>
                  <a:pt x="96026" y="2398357"/>
                </a:cubicBezTo>
                <a:lnTo>
                  <a:pt x="935582" y="2398357"/>
                </a:lnTo>
                <a:lnTo>
                  <a:pt x="1728496" y="3191271"/>
                </a:lnTo>
                <a:lnTo>
                  <a:pt x="3514060" y="3191271"/>
                </a:lnTo>
                <a:lnTo>
                  <a:pt x="3938776" y="3615987"/>
                </a:lnTo>
                <a:lnTo>
                  <a:pt x="4752542" y="3615987"/>
                </a:lnTo>
                <a:lnTo>
                  <a:pt x="5081230" y="3944675"/>
                </a:lnTo>
                <a:lnTo>
                  <a:pt x="6690103" y="3944675"/>
                </a:lnTo>
                <a:lnTo>
                  <a:pt x="6690103" y="3939737"/>
                </a:lnTo>
                <a:lnTo>
                  <a:pt x="5082876" y="3939737"/>
                </a:lnTo>
                <a:lnTo>
                  <a:pt x="4754188" y="3611049"/>
                </a:lnTo>
                <a:lnTo>
                  <a:pt x="3940422" y="3611049"/>
                </a:lnTo>
                <a:lnTo>
                  <a:pt x="3515706" y="3186331"/>
                </a:lnTo>
                <a:lnTo>
                  <a:pt x="3515706" y="3186881"/>
                </a:lnTo>
                <a:lnTo>
                  <a:pt x="1730142" y="3186881"/>
                </a:lnTo>
                <a:lnTo>
                  <a:pt x="937228" y="2393968"/>
                </a:lnTo>
                <a:lnTo>
                  <a:pt x="96026" y="2393968"/>
                </a:lnTo>
                <a:cubicBezTo>
                  <a:pt x="94928" y="2384640"/>
                  <a:pt x="87246" y="2377506"/>
                  <a:pt x="77370" y="2377506"/>
                </a:cubicBezTo>
                <a:close/>
                <a:moveTo>
                  <a:pt x="12415254" y="2285761"/>
                </a:moveTo>
                <a:lnTo>
                  <a:pt x="12414993" y="2285868"/>
                </a:lnTo>
                <a:lnTo>
                  <a:pt x="12415540" y="2285868"/>
                </a:lnTo>
                <a:close/>
                <a:moveTo>
                  <a:pt x="12414993" y="2248554"/>
                </a:moveTo>
                <a:cubicBezTo>
                  <a:pt x="12404566" y="2248554"/>
                  <a:pt x="12397434" y="2255688"/>
                  <a:pt x="12396335" y="2265017"/>
                </a:cubicBezTo>
                <a:lnTo>
                  <a:pt x="11202302" y="2265017"/>
                </a:lnTo>
                <a:lnTo>
                  <a:pt x="11135905" y="2331412"/>
                </a:lnTo>
                <a:cubicBezTo>
                  <a:pt x="11128772" y="2325925"/>
                  <a:pt x="11117797" y="2326474"/>
                  <a:pt x="11111212" y="2333059"/>
                </a:cubicBezTo>
                <a:cubicBezTo>
                  <a:pt x="11104079" y="2340192"/>
                  <a:pt x="11104079" y="2352264"/>
                  <a:pt x="11111212" y="2359398"/>
                </a:cubicBezTo>
                <a:cubicBezTo>
                  <a:pt x="11118346" y="2366531"/>
                  <a:pt x="11130418" y="2366531"/>
                  <a:pt x="11137551" y="2359398"/>
                </a:cubicBezTo>
                <a:cubicBezTo>
                  <a:pt x="11144136" y="2352813"/>
                  <a:pt x="11144685" y="2342387"/>
                  <a:pt x="11139198" y="2334705"/>
                </a:cubicBezTo>
                <a:lnTo>
                  <a:pt x="11204496" y="2269406"/>
                </a:lnTo>
                <a:lnTo>
                  <a:pt x="12396885" y="2269406"/>
                </a:lnTo>
                <a:cubicBezTo>
                  <a:pt x="12397434" y="2274070"/>
                  <a:pt x="12399629" y="2278185"/>
                  <a:pt x="12402921" y="2281135"/>
                </a:cubicBezTo>
                <a:lnTo>
                  <a:pt x="12415254" y="2285761"/>
                </a:lnTo>
                <a:lnTo>
                  <a:pt x="12428230" y="2280449"/>
                </a:lnTo>
                <a:cubicBezTo>
                  <a:pt x="12431591" y="2277088"/>
                  <a:pt x="12433649" y="2272424"/>
                  <a:pt x="12433649" y="2267211"/>
                </a:cubicBezTo>
                <a:cubicBezTo>
                  <a:pt x="12433649" y="2256786"/>
                  <a:pt x="12425418" y="2248554"/>
                  <a:pt x="12414993" y="2248554"/>
                </a:cubicBezTo>
                <a:close/>
                <a:moveTo>
                  <a:pt x="3602405" y="1914516"/>
                </a:moveTo>
                <a:cubicBezTo>
                  <a:pt x="3597604" y="1914516"/>
                  <a:pt x="3592802" y="1916299"/>
                  <a:pt x="3589235" y="1919866"/>
                </a:cubicBezTo>
                <a:cubicBezTo>
                  <a:pt x="3582102" y="1926999"/>
                  <a:pt x="3582102" y="1939071"/>
                  <a:pt x="3589235" y="1946205"/>
                </a:cubicBezTo>
                <a:cubicBezTo>
                  <a:pt x="3596369" y="1953338"/>
                  <a:pt x="3606246" y="1953338"/>
                  <a:pt x="3613928" y="1947850"/>
                </a:cubicBezTo>
                <a:lnTo>
                  <a:pt x="3759891" y="2093813"/>
                </a:lnTo>
                <a:lnTo>
                  <a:pt x="3985967" y="2093813"/>
                </a:lnTo>
                <a:lnTo>
                  <a:pt x="4367334" y="2475180"/>
                </a:lnTo>
                <a:cubicBezTo>
                  <a:pt x="4361846" y="2482312"/>
                  <a:pt x="4362395" y="2493287"/>
                  <a:pt x="4368980" y="2499872"/>
                </a:cubicBezTo>
                <a:cubicBezTo>
                  <a:pt x="4376112" y="2507006"/>
                  <a:pt x="4388186" y="2507006"/>
                  <a:pt x="4395319" y="2499872"/>
                </a:cubicBezTo>
                <a:cubicBezTo>
                  <a:pt x="4402452" y="2492739"/>
                  <a:pt x="4402452" y="2480667"/>
                  <a:pt x="4395319" y="2473533"/>
                </a:cubicBezTo>
                <a:cubicBezTo>
                  <a:pt x="4388734" y="2466948"/>
                  <a:pt x="4378308" y="2466400"/>
                  <a:pt x="4370626" y="2471887"/>
                </a:cubicBezTo>
                <a:lnTo>
                  <a:pt x="3987613" y="2088874"/>
                </a:lnTo>
                <a:lnTo>
                  <a:pt x="3761536" y="2088874"/>
                </a:lnTo>
                <a:lnTo>
                  <a:pt x="3617221" y="1944558"/>
                </a:lnTo>
                <a:cubicBezTo>
                  <a:pt x="3622708" y="1937425"/>
                  <a:pt x="3622159" y="1926451"/>
                  <a:pt x="3615574" y="1919866"/>
                </a:cubicBezTo>
                <a:cubicBezTo>
                  <a:pt x="3612008" y="1916299"/>
                  <a:pt x="3607206" y="1914516"/>
                  <a:pt x="3602405" y="1914516"/>
                </a:cubicBezTo>
                <a:close/>
                <a:moveTo>
                  <a:pt x="15702977" y="1721226"/>
                </a:moveTo>
                <a:cubicBezTo>
                  <a:pt x="15692551" y="1721226"/>
                  <a:pt x="15685417" y="1728359"/>
                  <a:pt x="15684320" y="1737688"/>
                </a:cubicBezTo>
                <a:lnTo>
                  <a:pt x="15352887" y="1737688"/>
                </a:lnTo>
                <a:lnTo>
                  <a:pt x="13998624" y="3091951"/>
                </a:lnTo>
                <a:lnTo>
                  <a:pt x="13998624" y="3091402"/>
                </a:lnTo>
                <a:lnTo>
                  <a:pt x="12688260" y="3091402"/>
                </a:lnTo>
                <a:lnTo>
                  <a:pt x="12532421" y="3247241"/>
                </a:lnTo>
                <a:lnTo>
                  <a:pt x="11067863" y="3247241"/>
                </a:lnTo>
                <a:lnTo>
                  <a:pt x="10414875" y="3900228"/>
                </a:lnTo>
                <a:lnTo>
                  <a:pt x="10259037" y="3900228"/>
                </a:lnTo>
                <a:lnTo>
                  <a:pt x="10101551" y="4057714"/>
                </a:lnTo>
                <a:lnTo>
                  <a:pt x="9039760" y="4057714"/>
                </a:lnTo>
                <a:lnTo>
                  <a:pt x="9039760" y="4062653"/>
                </a:lnTo>
                <a:lnTo>
                  <a:pt x="10103746" y="4062653"/>
                </a:lnTo>
                <a:lnTo>
                  <a:pt x="10261232" y="3905167"/>
                </a:lnTo>
                <a:lnTo>
                  <a:pt x="10417070" y="3905167"/>
                </a:lnTo>
                <a:lnTo>
                  <a:pt x="11070058" y="3252180"/>
                </a:lnTo>
                <a:lnTo>
                  <a:pt x="12534616" y="3252180"/>
                </a:lnTo>
                <a:lnTo>
                  <a:pt x="12690455" y="3096341"/>
                </a:lnTo>
                <a:lnTo>
                  <a:pt x="14000819" y="3096341"/>
                </a:lnTo>
                <a:lnTo>
                  <a:pt x="15355083" y="1742078"/>
                </a:lnTo>
                <a:lnTo>
                  <a:pt x="15684320" y="1742078"/>
                </a:lnTo>
                <a:cubicBezTo>
                  <a:pt x="15685417" y="1751406"/>
                  <a:pt x="15693100" y="1758539"/>
                  <a:pt x="15702977" y="1758539"/>
                </a:cubicBezTo>
                <a:cubicBezTo>
                  <a:pt x="15712854" y="1758539"/>
                  <a:pt x="15721633" y="1750309"/>
                  <a:pt x="15721633" y="1739882"/>
                </a:cubicBezTo>
                <a:cubicBezTo>
                  <a:pt x="15721633" y="1729456"/>
                  <a:pt x="15713402" y="1721226"/>
                  <a:pt x="15702977" y="1721226"/>
                </a:cubicBezTo>
                <a:close/>
                <a:moveTo>
                  <a:pt x="12427065" y="1718071"/>
                </a:moveTo>
                <a:cubicBezTo>
                  <a:pt x="12422263" y="1718071"/>
                  <a:pt x="12417462" y="1719854"/>
                  <a:pt x="12413896" y="1723421"/>
                </a:cubicBezTo>
                <a:cubicBezTo>
                  <a:pt x="12407310" y="1730006"/>
                  <a:pt x="12406762" y="1740431"/>
                  <a:pt x="12412249" y="1748113"/>
                </a:cubicBezTo>
                <a:lnTo>
                  <a:pt x="12160931" y="1999431"/>
                </a:lnTo>
                <a:lnTo>
                  <a:pt x="10934521" y="1999431"/>
                </a:lnTo>
                <a:lnTo>
                  <a:pt x="10934521" y="1998883"/>
                </a:lnTo>
                <a:lnTo>
                  <a:pt x="10088382" y="2845023"/>
                </a:lnTo>
                <a:lnTo>
                  <a:pt x="10087833" y="2845023"/>
                </a:lnTo>
                <a:lnTo>
                  <a:pt x="10087833" y="3320222"/>
                </a:lnTo>
                <a:lnTo>
                  <a:pt x="9699333" y="3708721"/>
                </a:lnTo>
                <a:lnTo>
                  <a:pt x="8995314" y="3708721"/>
                </a:lnTo>
                <a:lnTo>
                  <a:pt x="8995314" y="3713661"/>
                </a:lnTo>
                <a:lnTo>
                  <a:pt x="9701528" y="3713661"/>
                </a:lnTo>
                <a:lnTo>
                  <a:pt x="10092222" y="3322966"/>
                </a:lnTo>
                <a:lnTo>
                  <a:pt x="10092771" y="3322966"/>
                </a:lnTo>
                <a:lnTo>
                  <a:pt x="10092771" y="2847767"/>
                </a:lnTo>
                <a:lnTo>
                  <a:pt x="10936717" y="2003821"/>
                </a:lnTo>
                <a:lnTo>
                  <a:pt x="12163125" y="2003821"/>
                </a:lnTo>
                <a:lnTo>
                  <a:pt x="12415540" y="1751406"/>
                </a:lnTo>
                <a:cubicBezTo>
                  <a:pt x="12422674" y="1756894"/>
                  <a:pt x="12433649" y="1756344"/>
                  <a:pt x="12440234" y="1749760"/>
                </a:cubicBezTo>
                <a:cubicBezTo>
                  <a:pt x="12447367" y="1742626"/>
                  <a:pt x="12447367" y="1730555"/>
                  <a:pt x="12440234" y="1723421"/>
                </a:cubicBezTo>
                <a:cubicBezTo>
                  <a:pt x="12436668" y="1719854"/>
                  <a:pt x="12431866" y="1718071"/>
                  <a:pt x="12427065" y="1718071"/>
                </a:cubicBezTo>
                <a:close/>
                <a:moveTo>
                  <a:pt x="3845149" y="1685353"/>
                </a:moveTo>
                <a:cubicBezTo>
                  <a:pt x="3840280" y="1685284"/>
                  <a:pt x="3835341" y="1686930"/>
                  <a:pt x="3831774" y="1690497"/>
                </a:cubicBezTo>
                <a:cubicBezTo>
                  <a:pt x="3824640" y="1697631"/>
                  <a:pt x="3824640" y="1709702"/>
                  <a:pt x="3831774" y="1716836"/>
                </a:cubicBezTo>
                <a:cubicBezTo>
                  <a:pt x="3838358" y="1723421"/>
                  <a:pt x="3848784" y="1723970"/>
                  <a:pt x="3856466" y="1718482"/>
                </a:cubicBezTo>
                <a:lnTo>
                  <a:pt x="4202166" y="2064181"/>
                </a:lnTo>
                <a:lnTo>
                  <a:pt x="4745408" y="2064181"/>
                </a:lnTo>
                <a:lnTo>
                  <a:pt x="5736961" y="3055735"/>
                </a:lnTo>
                <a:cubicBezTo>
                  <a:pt x="5731474" y="3062868"/>
                  <a:pt x="5732022" y="3073843"/>
                  <a:pt x="5738606" y="3080427"/>
                </a:cubicBezTo>
                <a:cubicBezTo>
                  <a:pt x="5745741" y="3087561"/>
                  <a:pt x="5757813" y="3087561"/>
                  <a:pt x="5764946" y="3080427"/>
                </a:cubicBezTo>
                <a:cubicBezTo>
                  <a:pt x="5772079" y="3073294"/>
                  <a:pt x="5772079" y="3061222"/>
                  <a:pt x="5764946" y="3054088"/>
                </a:cubicBezTo>
                <a:cubicBezTo>
                  <a:pt x="5758362" y="3047504"/>
                  <a:pt x="5747936" y="3046955"/>
                  <a:pt x="5740254" y="3052442"/>
                </a:cubicBezTo>
                <a:lnTo>
                  <a:pt x="4747054" y="2059243"/>
                </a:lnTo>
                <a:lnTo>
                  <a:pt x="4203812" y="2059243"/>
                </a:lnTo>
                <a:lnTo>
                  <a:pt x="3859759" y="1715189"/>
                </a:lnTo>
                <a:cubicBezTo>
                  <a:pt x="3865247" y="1708057"/>
                  <a:pt x="3864697" y="1697082"/>
                  <a:pt x="3858113" y="1690497"/>
                </a:cubicBezTo>
                <a:cubicBezTo>
                  <a:pt x="3854820" y="1687204"/>
                  <a:pt x="3850019" y="1685421"/>
                  <a:pt x="3845149" y="1685353"/>
                </a:cubicBezTo>
                <a:close/>
                <a:moveTo>
                  <a:pt x="13497086" y="1506124"/>
                </a:moveTo>
                <a:cubicBezTo>
                  <a:pt x="13486661" y="1506124"/>
                  <a:pt x="13479527" y="1513258"/>
                  <a:pt x="13478430" y="1522586"/>
                </a:cubicBezTo>
                <a:lnTo>
                  <a:pt x="12637776" y="1522586"/>
                </a:lnTo>
                <a:lnTo>
                  <a:pt x="12571381" y="1588982"/>
                </a:lnTo>
                <a:cubicBezTo>
                  <a:pt x="12564246" y="1583494"/>
                  <a:pt x="12553272" y="1584044"/>
                  <a:pt x="12546688" y="1590628"/>
                </a:cubicBezTo>
                <a:cubicBezTo>
                  <a:pt x="12539554" y="1597761"/>
                  <a:pt x="12539554" y="1609833"/>
                  <a:pt x="12546688" y="1616967"/>
                </a:cubicBezTo>
                <a:cubicBezTo>
                  <a:pt x="12553821" y="1624101"/>
                  <a:pt x="12565893" y="1624101"/>
                  <a:pt x="12573027" y="1616967"/>
                </a:cubicBezTo>
                <a:cubicBezTo>
                  <a:pt x="12579612" y="1610383"/>
                  <a:pt x="12580159" y="1599957"/>
                  <a:pt x="12574673" y="1592275"/>
                </a:cubicBezTo>
                <a:lnTo>
                  <a:pt x="12639972" y="1526976"/>
                </a:lnTo>
                <a:lnTo>
                  <a:pt x="13478430" y="1526976"/>
                </a:lnTo>
                <a:cubicBezTo>
                  <a:pt x="13479527" y="1536304"/>
                  <a:pt x="13487208" y="1543438"/>
                  <a:pt x="13497086" y="1543438"/>
                </a:cubicBezTo>
                <a:cubicBezTo>
                  <a:pt x="13506963" y="1543438"/>
                  <a:pt x="13515743" y="1535207"/>
                  <a:pt x="13515743" y="1524781"/>
                </a:cubicBezTo>
                <a:cubicBezTo>
                  <a:pt x="13515743" y="1514355"/>
                  <a:pt x="13507512" y="1506124"/>
                  <a:pt x="13497086" y="1506124"/>
                </a:cubicBezTo>
                <a:close/>
                <a:moveTo>
                  <a:pt x="6641266" y="1485410"/>
                </a:moveTo>
                <a:cubicBezTo>
                  <a:pt x="6636465" y="1485410"/>
                  <a:pt x="6631663" y="1487193"/>
                  <a:pt x="6628097" y="1490760"/>
                </a:cubicBezTo>
                <a:cubicBezTo>
                  <a:pt x="6620964" y="1497893"/>
                  <a:pt x="6620964" y="1509965"/>
                  <a:pt x="6628097" y="1517099"/>
                </a:cubicBezTo>
                <a:cubicBezTo>
                  <a:pt x="6634682" y="1523684"/>
                  <a:pt x="6645108" y="1524232"/>
                  <a:pt x="6652789" y="1518744"/>
                </a:cubicBezTo>
                <a:lnTo>
                  <a:pt x="6797106" y="1663061"/>
                </a:lnTo>
                <a:lnTo>
                  <a:pt x="6797106" y="1889137"/>
                </a:lnTo>
                <a:lnTo>
                  <a:pt x="7180118" y="2272150"/>
                </a:lnTo>
                <a:cubicBezTo>
                  <a:pt x="7174632" y="2279283"/>
                  <a:pt x="7175180" y="2290257"/>
                  <a:pt x="7181764" y="2296842"/>
                </a:cubicBezTo>
                <a:cubicBezTo>
                  <a:pt x="7188898" y="2303976"/>
                  <a:pt x="7200970" y="2303976"/>
                  <a:pt x="7208103" y="2296842"/>
                </a:cubicBezTo>
                <a:cubicBezTo>
                  <a:pt x="7215237" y="2289709"/>
                  <a:pt x="7215237" y="2277637"/>
                  <a:pt x="7208103" y="2270503"/>
                </a:cubicBezTo>
                <a:cubicBezTo>
                  <a:pt x="7201518" y="2263918"/>
                  <a:pt x="7191093" y="2263370"/>
                  <a:pt x="7183411" y="2268858"/>
                </a:cubicBezTo>
                <a:lnTo>
                  <a:pt x="6802044" y="1887490"/>
                </a:lnTo>
                <a:lnTo>
                  <a:pt x="6802044" y="1661414"/>
                </a:lnTo>
                <a:lnTo>
                  <a:pt x="6656082" y="1515452"/>
                </a:lnTo>
                <a:cubicBezTo>
                  <a:pt x="6661570" y="1508318"/>
                  <a:pt x="6661020" y="1497345"/>
                  <a:pt x="6654436" y="1490760"/>
                </a:cubicBezTo>
                <a:cubicBezTo>
                  <a:pt x="6650869" y="1487193"/>
                  <a:pt x="6646068" y="1485410"/>
                  <a:pt x="6641266" y="1485410"/>
                </a:cubicBezTo>
                <a:close/>
                <a:moveTo>
                  <a:pt x="33472" y="1395830"/>
                </a:moveTo>
                <a:cubicBezTo>
                  <a:pt x="23594" y="1395830"/>
                  <a:pt x="14814" y="1404061"/>
                  <a:pt x="14814" y="1414487"/>
                </a:cubicBezTo>
                <a:cubicBezTo>
                  <a:pt x="14814" y="1424912"/>
                  <a:pt x="23046" y="1433143"/>
                  <a:pt x="33472" y="1433143"/>
                </a:cubicBezTo>
                <a:cubicBezTo>
                  <a:pt x="43898" y="1433143"/>
                  <a:pt x="51032" y="1426010"/>
                  <a:pt x="52128" y="1416681"/>
                </a:cubicBezTo>
                <a:lnTo>
                  <a:pt x="219492" y="1416681"/>
                </a:lnTo>
                <a:lnTo>
                  <a:pt x="796206" y="1993396"/>
                </a:lnTo>
                <a:lnTo>
                  <a:pt x="1512845" y="1993396"/>
                </a:lnTo>
                <a:lnTo>
                  <a:pt x="1769651" y="2250201"/>
                </a:lnTo>
                <a:lnTo>
                  <a:pt x="2471474" y="2250201"/>
                </a:lnTo>
                <a:lnTo>
                  <a:pt x="3019655" y="2798381"/>
                </a:lnTo>
                <a:lnTo>
                  <a:pt x="3422422" y="2798381"/>
                </a:lnTo>
                <a:cubicBezTo>
                  <a:pt x="3423519" y="2807709"/>
                  <a:pt x="3431202" y="2814843"/>
                  <a:pt x="3441079" y="2814843"/>
                </a:cubicBezTo>
                <a:cubicBezTo>
                  <a:pt x="3450956" y="2814843"/>
                  <a:pt x="3459736" y="2806612"/>
                  <a:pt x="3459736" y="2796186"/>
                </a:cubicBezTo>
                <a:cubicBezTo>
                  <a:pt x="3459736" y="2790973"/>
                  <a:pt x="3457678" y="2786309"/>
                  <a:pt x="3454317" y="2782948"/>
                </a:cubicBezTo>
                <a:lnTo>
                  <a:pt x="3441344" y="2777637"/>
                </a:lnTo>
                <a:lnTo>
                  <a:pt x="3429212" y="2782262"/>
                </a:lnTo>
                <a:cubicBezTo>
                  <a:pt x="3425851" y="2785211"/>
                  <a:pt x="3423519" y="2789327"/>
                  <a:pt x="3422971" y="2793991"/>
                </a:cubicBezTo>
                <a:lnTo>
                  <a:pt x="3021849" y="2793991"/>
                </a:lnTo>
                <a:lnTo>
                  <a:pt x="2473670" y="2245811"/>
                </a:lnTo>
                <a:lnTo>
                  <a:pt x="1771845" y="2245811"/>
                </a:lnTo>
                <a:lnTo>
                  <a:pt x="1515040" y="1989005"/>
                </a:lnTo>
                <a:lnTo>
                  <a:pt x="798400" y="1989005"/>
                </a:lnTo>
                <a:lnTo>
                  <a:pt x="221686" y="1412291"/>
                </a:lnTo>
                <a:lnTo>
                  <a:pt x="52128" y="1412291"/>
                </a:lnTo>
                <a:cubicBezTo>
                  <a:pt x="51032" y="1402963"/>
                  <a:pt x="43348" y="1395830"/>
                  <a:pt x="33472" y="1395830"/>
                </a:cubicBezTo>
                <a:close/>
                <a:moveTo>
                  <a:pt x="9174747" y="1151234"/>
                </a:moveTo>
                <a:cubicBezTo>
                  <a:pt x="9169946" y="1151234"/>
                  <a:pt x="9165145" y="1153017"/>
                  <a:pt x="9161578" y="1156584"/>
                </a:cubicBezTo>
                <a:cubicBezTo>
                  <a:pt x="9154993" y="1163169"/>
                  <a:pt x="9154445" y="1173595"/>
                  <a:pt x="9159932" y="1181277"/>
                </a:cubicBezTo>
                <a:lnTo>
                  <a:pt x="8988180" y="1353028"/>
                </a:lnTo>
                <a:lnTo>
                  <a:pt x="8987631" y="1353028"/>
                </a:lnTo>
                <a:lnTo>
                  <a:pt x="8987631" y="1353577"/>
                </a:lnTo>
                <a:lnTo>
                  <a:pt x="8987631" y="2131126"/>
                </a:lnTo>
                <a:cubicBezTo>
                  <a:pt x="8978303" y="2132223"/>
                  <a:pt x="8971169" y="2139906"/>
                  <a:pt x="8971169" y="2149783"/>
                </a:cubicBezTo>
                <a:cubicBezTo>
                  <a:pt x="8971169" y="2159661"/>
                  <a:pt x="8979400" y="2168440"/>
                  <a:pt x="8989826" y="2168440"/>
                </a:cubicBezTo>
                <a:cubicBezTo>
                  <a:pt x="9000252" y="2168440"/>
                  <a:pt x="9008483" y="2160209"/>
                  <a:pt x="9008483" y="2149783"/>
                </a:cubicBezTo>
                <a:cubicBezTo>
                  <a:pt x="9008483" y="2139357"/>
                  <a:pt x="9001349" y="2132223"/>
                  <a:pt x="8992021" y="2131126"/>
                </a:cubicBezTo>
                <a:lnTo>
                  <a:pt x="8992021" y="1355772"/>
                </a:lnTo>
                <a:lnTo>
                  <a:pt x="9163224" y="1184568"/>
                </a:lnTo>
                <a:cubicBezTo>
                  <a:pt x="9170358" y="1190056"/>
                  <a:pt x="9181332" y="1189508"/>
                  <a:pt x="9187917" y="1182923"/>
                </a:cubicBezTo>
                <a:cubicBezTo>
                  <a:pt x="9195051" y="1175789"/>
                  <a:pt x="9195051" y="1163717"/>
                  <a:pt x="9187917" y="1156584"/>
                </a:cubicBezTo>
                <a:cubicBezTo>
                  <a:pt x="9184350" y="1153017"/>
                  <a:pt x="9179549" y="1151234"/>
                  <a:pt x="9174747" y="1151234"/>
                </a:cubicBezTo>
                <a:close/>
                <a:moveTo>
                  <a:pt x="15646457" y="1093480"/>
                </a:moveTo>
                <a:cubicBezTo>
                  <a:pt x="15636032" y="1093480"/>
                  <a:pt x="15628898" y="1100613"/>
                  <a:pt x="15627801" y="1109942"/>
                </a:cubicBezTo>
                <a:lnTo>
                  <a:pt x="15261799" y="1109942"/>
                </a:lnTo>
                <a:lnTo>
                  <a:pt x="14370115" y="2001627"/>
                </a:lnTo>
                <a:lnTo>
                  <a:pt x="12913787" y="2001627"/>
                </a:lnTo>
                <a:lnTo>
                  <a:pt x="12637776" y="2277637"/>
                </a:lnTo>
                <a:cubicBezTo>
                  <a:pt x="12630644" y="2272150"/>
                  <a:pt x="12619669" y="2272699"/>
                  <a:pt x="12613083" y="2279283"/>
                </a:cubicBezTo>
                <a:cubicBezTo>
                  <a:pt x="12605951" y="2286416"/>
                  <a:pt x="12605951" y="2298489"/>
                  <a:pt x="12613083" y="2305623"/>
                </a:cubicBezTo>
                <a:cubicBezTo>
                  <a:pt x="12620217" y="2312755"/>
                  <a:pt x="12632289" y="2312755"/>
                  <a:pt x="12639422" y="2305623"/>
                </a:cubicBezTo>
                <a:cubicBezTo>
                  <a:pt x="12646556" y="2298489"/>
                  <a:pt x="12646556" y="2288612"/>
                  <a:pt x="12641069" y="2280929"/>
                </a:cubicBezTo>
                <a:lnTo>
                  <a:pt x="12915982" y="2006016"/>
                </a:lnTo>
                <a:lnTo>
                  <a:pt x="14372309" y="2006016"/>
                </a:lnTo>
                <a:lnTo>
                  <a:pt x="15263994" y="1114332"/>
                </a:lnTo>
                <a:lnTo>
                  <a:pt x="15627801" y="1114332"/>
                </a:lnTo>
                <a:cubicBezTo>
                  <a:pt x="15628898" y="1123660"/>
                  <a:pt x="15636580" y="1130793"/>
                  <a:pt x="15646457" y="1130793"/>
                </a:cubicBezTo>
                <a:cubicBezTo>
                  <a:pt x="15656335" y="1130793"/>
                  <a:pt x="15665115" y="1122562"/>
                  <a:pt x="15665115" y="1112137"/>
                </a:cubicBezTo>
                <a:cubicBezTo>
                  <a:pt x="15665115" y="1101710"/>
                  <a:pt x="15656884" y="1093480"/>
                  <a:pt x="15646457" y="1093480"/>
                </a:cubicBezTo>
                <a:close/>
                <a:moveTo>
                  <a:pt x="10528462" y="910342"/>
                </a:moveTo>
                <a:cubicBezTo>
                  <a:pt x="10523661" y="910342"/>
                  <a:pt x="10518859" y="912125"/>
                  <a:pt x="10515293" y="915692"/>
                </a:cubicBezTo>
                <a:cubicBezTo>
                  <a:pt x="10508708" y="922277"/>
                  <a:pt x="10508159" y="932702"/>
                  <a:pt x="10513647" y="940385"/>
                </a:cubicBezTo>
                <a:lnTo>
                  <a:pt x="10258488" y="1195543"/>
                </a:lnTo>
                <a:lnTo>
                  <a:pt x="10258488" y="1450154"/>
                </a:lnTo>
                <a:lnTo>
                  <a:pt x="9748718" y="1959923"/>
                </a:lnTo>
                <a:cubicBezTo>
                  <a:pt x="9741585" y="1954435"/>
                  <a:pt x="9730610" y="1954984"/>
                  <a:pt x="9724026" y="1961569"/>
                </a:cubicBezTo>
                <a:cubicBezTo>
                  <a:pt x="9716892" y="1968703"/>
                  <a:pt x="9716892" y="1980775"/>
                  <a:pt x="9724026" y="1987908"/>
                </a:cubicBezTo>
                <a:cubicBezTo>
                  <a:pt x="9731159" y="1995042"/>
                  <a:pt x="9743231" y="1995042"/>
                  <a:pt x="9750364" y="1987908"/>
                </a:cubicBezTo>
                <a:cubicBezTo>
                  <a:pt x="9757498" y="1980775"/>
                  <a:pt x="9757498" y="1970898"/>
                  <a:pt x="9752011" y="1963215"/>
                </a:cubicBezTo>
                <a:lnTo>
                  <a:pt x="10262329" y="1452897"/>
                </a:lnTo>
                <a:lnTo>
                  <a:pt x="10262878" y="1452897"/>
                </a:lnTo>
                <a:lnTo>
                  <a:pt x="10262878" y="1197738"/>
                </a:lnTo>
                <a:lnTo>
                  <a:pt x="10516939" y="943676"/>
                </a:lnTo>
                <a:cubicBezTo>
                  <a:pt x="10524072" y="949164"/>
                  <a:pt x="10535047" y="948616"/>
                  <a:pt x="10541632" y="942031"/>
                </a:cubicBezTo>
                <a:cubicBezTo>
                  <a:pt x="10548765" y="934897"/>
                  <a:pt x="10548765" y="922825"/>
                  <a:pt x="10541632" y="915692"/>
                </a:cubicBezTo>
                <a:cubicBezTo>
                  <a:pt x="10538065" y="912125"/>
                  <a:pt x="10533264" y="910342"/>
                  <a:pt x="10528462" y="910342"/>
                </a:cubicBezTo>
                <a:close/>
                <a:moveTo>
                  <a:pt x="11855289" y="888804"/>
                </a:moveTo>
                <a:cubicBezTo>
                  <a:pt x="11844863" y="888804"/>
                  <a:pt x="11837730" y="895938"/>
                  <a:pt x="11836631" y="905266"/>
                </a:cubicBezTo>
                <a:lnTo>
                  <a:pt x="10989943" y="905266"/>
                </a:lnTo>
                <a:lnTo>
                  <a:pt x="10868674" y="1026535"/>
                </a:lnTo>
                <a:cubicBezTo>
                  <a:pt x="10861541" y="1021048"/>
                  <a:pt x="10850566" y="1021596"/>
                  <a:pt x="10843981" y="1028181"/>
                </a:cubicBezTo>
                <a:cubicBezTo>
                  <a:pt x="10836848" y="1035315"/>
                  <a:pt x="10836848" y="1047387"/>
                  <a:pt x="10843981" y="1054520"/>
                </a:cubicBezTo>
                <a:cubicBezTo>
                  <a:pt x="10851115" y="1061654"/>
                  <a:pt x="10863187" y="1061654"/>
                  <a:pt x="10870320" y="1054520"/>
                </a:cubicBezTo>
                <a:cubicBezTo>
                  <a:pt x="10876905" y="1047935"/>
                  <a:pt x="10877454" y="1037509"/>
                  <a:pt x="10871966" y="1029827"/>
                </a:cubicBezTo>
                <a:lnTo>
                  <a:pt x="10992139" y="909655"/>
                </a:lnTo>
                <a:lnTo>
                  <a:pt x="11836631" y="909655"/>
                </a:lnTo>
                <a:cubicBezTo>
                  <a:pt x="11837730" y="918984"/>
                  <a:pt x="11845412" y="926118"/>
                  <a:pt x="11855289" y="926118"/>
                </a:cubicBezTo>
                <a:cubicBezTo>
                  <a:pt x="11865166" y="926118"/>
                  <a:pt x="11873946" y="917887"/>
                  <a:pt x="11873946" y="907461"/>
                </a:cubicBezTo>
                <a:cubicBezTo>
                  <a:pt x="11873946" y="897035"/>
                  <a:pt x="11865714" y="888804"/>
                  <a:pt x="11855289" y="888804"/>
                </a:cubicBezTo>
                <a:close/>
                <a:moveTo>
                  <a:pt x="2058830" y="752856"/>
                </a:moveTo>
                <a:cubicBezTo>
                  <a:pt x="2054029" y="752856"/>
                  <a:pt x="2049227" y="754640"/>
                  <a:pt x="2045661" y="758206"/>
                </a:cubicBezTo>
                <a:cubicBezTo>
                  <a:pt x="2038527" y="765340"/>
                  <a:pt x="2038527" y="777412"/>
                  <a:pt x="2045661" y="784545"/>
                </a:cubicBezTo>
                <a:cubicBezTo>
                  <a:pt x="2052246" y="791130"/>
                  <a:pt x="2062672" y="791679"/>
                  <a:pt x="2070354" y="786192"/>
                </a:cubicBezTo>
                <a:lnTo>
                  <a:pt x="2323318" y="1039156"/>
                </a:lnTo>
                <a:lnTo>
                  <a:pt x="3025142" y="1039156"/>
                </a:lnTo>
                <a:cubicBezTo>
                  <a:pt x="3026240" y="1048484"/>
                  <a:pt x="3033922" y="1055617"/>
                  <a:pt x="3043799" y="1055617"/>
                </a:cubicBezTo>
                <a:cubicBezTo>
                  <a:pt x="3053676" y="1055617"/>
                  <a:pt x="3062456" y="1047387"/>
                  <a:pt x="3062456" y="1036961"/>
                </a:cubicBezTo>
                <a:cubicBezTo>
                  <a:pt x="3062456" y="1026535"/>
                  <a:pt x="3054225" y="1018304"/>
                  <a:pt x="3043799" y="1018304"/>
                </a:cubicBezTo>
                <a:cubicBezTo>
                  <a:pt x="3033372" y="1018304"/>
                  <a:pt x="3026240" y="1025437"/>
                  <a:pt x="3025142" y="1034766"/>
                </a:cubicBezTo>
                <a:lnTo>
                  <a:pt x="2325512" y="1034766"/>
                </a:lnTo>
                <a:lnTo>
                  <a:pt x="2073647" y="782900"/>
                </a:lnTo>
                <a:cubicBezTo>
                  <a:pt x="2079134" y="775766"/>
                  <a:pt x="2078585" y="764791"/>
                  <a:pt x="2072000" y="758206"/>
                </a:cubicBezTo>
                <a:cubicBezTo>
                  <a:pt x="2068433" y="754640"/>
                  <a:pt x="2063631" y="752856"/>
                  <a:pt x="2058830" y="752856"/>
                </a:cubicBezTo>
                <a:close/>
                <a:moveTo>
                  <a:pt x="9086952" y="747780"/>
                </a:moveTo>
                <a:cubicBezTo>
                  <a:pt x="9076526" y="747780"/>
                  <a:pt x="9068294" y="756011"/>
                  <a:pt x="9068294" y="766437"/>
                </a:cubicBezTo>
                <a:cubicBezTo>
                  <a:pt x="9068294" y="776863"/>
                  <a:pt x="9075428" y="783997"/>
                  <a:pt x="9084757" y="785094"/>
                </a:cubicBezTo>
                <a:lnTo>
                  <a:pt x="9084757" y="966724"/>
                </a:lnTo>
                <a:lnTo>
                  <a:pt x="8528345" y="1523134"/>
                </a:lnTo>
                <a:lnTo>
                  <a:pt x="8527797" y="1523134"/>
                </a:lnTo>
                <a:lnTo>
                  <a:pt x="8527248" y="1523134"/>
                </a:lnTo>
                <a:lnTo>
                  <a:pt x="8527248" y="2683696"/>
                </a:lnTo>
                <a:lnTo>
                  <a:pt x="8318730" y="2892213"/>
                </a:lnTo>
                <a:lnTo>
                  <a:pt x="8318182" y="2892213"/>
                </a:lnTo>
                <a:lnTo>
                  <a:pt x="8318182" y="3225840"/>
                </a:lnTo>
                <a:lnTo>
                  <a:pt x="8323120" y="3225840"/>
                </a:lnTo>
                <a:lnTo>
                  <a:pt x="8323120" y="2894957"/>
                </a:lnTo>
                <a:lnTo>
                  <a:pt x="8531638" y="2686440"/>
                </a:lnTo>
                <a:lnTo>
                  <a:pt x="8532186" y="2686440"/>
                </a:lnTo>
                <a:lnTo>
                  <a:pt x="8532186" y="1525878"/>
                </a:lnTo>
                <a:lnTo>
                  <a:pt x="9088598" y="969467"/>
                </a:lnTo>
                <a:lnTo>
                  <a:pt x="9089146" y="969467"/>
                </a:lnTo>
                <a:lnTo>
                  <a:pt x="9089146" y="785094"/>
                </a:lnTo>
                <a:cubicBezTo>
                  <a:pt x="9098474" y="783997"/>
                  <a:pt x="9105608" y="776315"/>
                  <a:pt x="9105608" y="766437"/>
                </a:cubicBezTo>
                <a:cubicBezTo>
                  <a:pt x="9105608" y="756561"/>
                  <a:pt x="9097377" y="747780"/>
                  <a:pt x="9086952" y="747780"/>
                </a:cubicBezTo>
                <a:close/>
                <a:moveTo>
                  <a:pt x="9961625" y="705117"/>
                </a:moveTo>
                <a:cubicBezTo>
                  <a:pt x="9956824" y="705117"/>
                  <a:pt x="9952023" y="706900"/>
                  <a:pt x="9948456" y="710467"/>
                </a:cubicBezTo>
                <a:cubicBezTo>
                  <a:pt x="9941322" y="717600"/>
                  <a:pt x="9941322" y="727478"/>
                  <a:pt x="9946810" y="735160"/>
                </a:cubicBezTo>
                <a:lnTo>
                  <a:pt x="9173650" y="1508318"/>
                </a:lnTo>
                <a:lnTo>
                  <a:pt x="9173650" y="1507770"/>
                </a:lnTo>
                <a:lnTo>
                  <a:pt x="9173102" y="1507770"/>
                </a:lnTo>
                <a:lnTo>
                  <a:pt x="9173102" y="1703666"/>
                </a:lnTo>
                <a:lnTo>
                  <a:pt x="9293273" y="1823838"/>
                </a:lnTo>
                <a:lnTo>
                  <a:pt x="9293273" y="2141004"/>
                </a:lnTo>
                <a:lnTo>
                  <a:pt x="8559074" y="2875203"/>
                </a:lnTo>
                <a:lnTo>
                  <a:pt x="8558525" y="2875203"/>
                </a:lnTo>
                <a:lnTo>
                  <a:pt x="8558525" y="3232426"/>
                </a:lnTo>
                <a:lnTo>
                  <a:pt x="8563464" y="3232426"/>
                </a:lnTo>
                <a:lnTo>
                  <a:pt x="8563464" y="2877947"/>
                </a:lnTo>
                <a:lnTo>
                  <a:pt x="9297663" y="2143748"/>
                </a:lnTo>
                <a:lnTo>
                  <a:pt x="9298212" y="2143748"/>
                </a:lnTo>
                <a:lnTo>
                  <a:pt x="9298212" y="1822192"/>
                </a:lnTo>
                <a:lnTo>
                  <a:pt x="9178041" y="1702020"/>
                </a:lnTo>
                <a:lnTo>
                  <a:pt x="9178041" y="1510514"/>
                </a:lnTo>
                <a:lnTo>
                  <a:pt x="9950101" y="738452"/>
                </a:lnTo>
                <a:cubicBezTo>
                  <a:pt x="9957236" y="743939"/>
                  <a:pt x="9968210" y="743391"/>
                  <a:pt x="9974795" y="736806"/>
                </a:cubicBezTo>
                <a:cubicBezTo>
                  <a:pt x="9981928" y="729672"/>
                  <a:pt x="9981928" y="717600"/>
                  <a:pt x="9974795" y="710467"/>
                </a:cubicBezTo>
                <a:cubicBezTo>
                  <a:pt x="9971228" y="706900"/>
                  <a:pt x="9966427" y="705117"/>
                  <a:pt x="9961625" y="705117"/>
                </a:cubicBezTo>
                <a:close/>
                <a:moveTo>
                  <a:pt x="6732354" y="645717"/>
                </a:moveTo>
                <a:cubicBezTo>
                  <a:pt x="6721930" y="645717"/>
                  <a:pt x="6713699" y="653948"/>
                  <a:pt x="6713699" y="664374"/>
                </a:cubicBezTo>
                <a:cubicBezTo>
                  <a:pt x="6713699" y="669587"/>
                  <a:pt x="6715482" y="673977"/>
                  <a:pt x="6718432" y="677200"/>
                </a:cubicBezTo>
                <a:lnTo>
                  <a:pt x="6729612" y="682758"/>
                </a:lnTo>
                <a:lnTo>
                  <a:pt x="6729612" y="682482"/>
                </a:lnTo>
                <a:lnTo>
                  <a:pt x="6730160" y="683030"/>
                </a:lnTo>
                <a:lnTo>
                  <a:pt x="6729612" y="682758"/>
                </a:lnTo>
                <a:lnTo>
                  <a:pt x="6729612" y="1223529"/>
                </a:lnTo>
                <a:lnTo>
                  <a:pt x="7265720" y="1759636"/>
                </a:lnTo>
                <a:cubicBezTo>
                  <a:pt x="7260232" y="1766770"/>
                  <a:pt x="7260781" y="1777745"/>
                  <a:pt x="7267366" y="1784330"/>
                </a:cubicBezTo>
                <a:cubicBezTo>
                  <a:pt x="7274500" y="1791463"/>
                  <a:pt x="7286572" y="1791463"/>
                  <a:pt x="7293705" y="1784330"/>
                </a:cubicBezTo>
                <a:cubicBezTo>
                  <a:pt x="7300839" y="1777196"/>
                  <a:pt x="7300839" y="1765124"/>
                  <a:pt x="7293705" y="1757991"/>
                </a:cubicBezTo>
                <a:cubicBezTo>
                  <a:pt x="7287120" y="1751406"/>
                  <a:pt x="7276695" y="1750857"/>
                  <a:pt x="7269012" y="1756344"/>
                </a:cubicBezTo>
                <a:lnTo>
                  <a:pt x="6734550" y="1221882"/>
                </a:lnTo>
                <a:lnTo>
                  <a:pt x="6734550" y="683030"/>
                </a:lnTo>
                <a:cubicBezTo>
                  <a:pt x="6743879" y="681933"/>
                  <a:pt x="6751012" y="674251"/>
                  <a:pt x="6751012" y="664374"/>
                </a:cubicBezTo>
                <a:cubicBezTo>
                  <a:pt x="6751012" y="654496"/>
                  <a:pt x="6742780" y="645717"/>
                  <a:pt x="6732354" y="645717"/>
                </a:cubicBezTo>
                <a:close/>
                <a:moveTo>
                  <a:pt x="10619003" y="642013"/>
                </a:moveTo>
                <a:cubicBezTo>
                  <a:pt x="10614201" y="642013"/>
                  <a:pt x="10609400" y="643797"/>
                  <a:pt x="10605833" y="647363"/>
                </a:cubicBezTo>
                <a:cubicBezTo>
                  <a:pt x="10598700" y="654496"/>
                  <a:pt x="10598700" y="664374"/>
                  <a:pt x="10604187" y="672056"/>
                </a:cubicBezTo>
                <a:lnTo>
                  <a:pt x="9547334" y="1728908"/>
                </a:lnTo>
                <a:lnTo>
                  <a:pt x="9546786" y="1728908"/>
                </a:lnTo>
                <a:lnTo>
                  <a:pt x="9546237" y="1728908"/>
                </a:lnTo>
                <a:lnTo>
                  <a:pt x="9546237" y="1992846"/>
                </a:lnTo>
                <a:lnTo>
                  <a:pt x="8674855" y="2864228"/>
                </a:lnTo>
                <a:lnTo>
                  <a:pt x="8674306" y="2864228"/>
                </a:lnTo>
                <a:lnTo>
                  <a:pt x="8674306" y="3259313"/>
                </a:lnTo>
                <a:lnTo>
                  <a:pt x="8679246" y="3259313"/>
                </a:lnTo>
                <a:lnTo>
                  <a:pt x="8679246" y="2866972"/>
                </a:lnTo>
                <a:lnTo>
                  <a:pt x="9550628" y="1995590"/>
                </a:lnTo>
                <a:lnTo>
                  <a:pt x="9551176" y="1995590"/>
                </a:lnTo>
                <a:lnTo>
                  <a:pt x="9551176" y="1731652"/>
                </a:lnTo>
                <a:lnTo>
                  <a:pt x="10607479" y="675348"/>
                </a:lnTo>
                <a:cubicBezTo>
                  <a:pt x="10614612" y="680836"/>
                  <a:pt x="10625587" y="680287"/>
                  <a:pt x="10632172" y="673703"/>
                </a:cubicBezTo>
                <a:cubicBezTo>
                  <a:pt x="10639306" y="666569"/>
                  <a:pt x="10639306" y="654496"/>
                  <a:pt x="10632172" y="647363"/>
                </a:cubicBezTo>
                <a:cubicBezTo>
                  <a:pt x="10628606" y="643797"/>
                  <a:pt x="10623804" y="642013"/>
                  <a:pt x="10619003" y="642013"/>
                </a:cubicBezTo>
                <a:close/>
                <a:moveTo>
                  <a:pt x="8361532" y="559155"/>
                </a:moveTo>
                <a:cubicBezTo>
                  <a:pt x="8356730" y="559155"/>
                  <a:pt x="8351929" y="560939"/>
                  <a:pt x="8348362" y="564506"/>
                </a:cubicBezTo>
                <a:cubicBezTo>
                  <a:pt x="8341777" y="571090"/>
                  <a:pt x="8341228" y="581516"/>
                  <a:pt x="8346716" y="589198"/>
                </a:cubicBezTo>
                <a:lnTo>
                  <a:pt x="8076192" y="859721"/>
                </a:lnTo>
                <a:lnTo>
                  <a:pt x="8075643" y="859721"/>
                </a:lnTo>
                <a:lnTo>
                  <a:pt x="8075643" y="1055617"/>
                </a:lnTo>
                <a:lnTo>
                  <a:pt x="8195816" y="1175789"/>
                </a:lnTo>
                <a:lnTo>
                  <a:pt x="8195816" y="2295745"/>
                </a:lnTo>
                <a:lnTo>
                  <a:pt x="8195268" y="2295745"/>
                </a:lnTo>
                <a:lnTo>
                  <a:pt x="7973032" y="2517980"/>
                </a:lnTo>
                <a:lnTo>
                  <a:pt x="7972482" y="2517980"/>
                </a:lnTo>
                <a:lnTo>
                  <a:pt x="7972482" y="3202245"/>
                </a:lnTo>
                <a:lnTo>
                  <a:pt x="7977421" y="3202245"/>
                </a:lnTo>
                <a:lnTo>
                  <a:pt x="7977421" y="2520724"/>
                </a:lnTo>
                <a:lnTo>
                  <a:pt x="8199656" y="2298489"/>
                </a:lnTo>
                <a:lnTo>
                  <a:pt x="8200204" y="2298489"/>
                </a:lnTo>
                <a:lnTo>
                  <a:pt x="8200204" y="1174143"/>
                </a:lnTo>
                <a:lnTo>
                  <a:pt x="8080034" y="1053972"/>
                </a:lnTo>
                <a:lnTo>
                  <a:pt x="8080034" y="862465"/>
                </a:lnTo>
                <a:lnTo>
                  <a:pt x="8350008" y="592490"/>
                </a:lnTo>
                <a:cubicBezTo>
                  <a:pt x="8357142" y="597977"/>
                  <a:pt x="8368116" y="597428"/>
                  <a:pt x="8374701" y="590844"/>
                </a:cubicBezTo>
                <a:cubicBezTo>
                  <a:pt x="8381834" y="583711"/>
                  <a:pt x="8381834" y="571638"/>
                  <a:pt x="8374701" y="564506"/>
                </a:cubicBezTo>
                <a:cubicBezTo>
                  <a:pt x="8371134" y="560939"/>
                  <a:pt x="8366333" y="559155"/>
                  <a:pt x="8361532" y="559155"/>
                </a:cubicBezTo>
                <a:close/>
                <a:moveTo>
                  <a:pt x="9196696" y="544202"/>
                </a:moveTo>
                <a:lnTo>
                  <a:pt x="9196148" y="544202"/>
                </a:lnTo>
                <a:lnTo>
                  <a:pt x="9196148" y="544750"/>
                </a:lnTo>
                <a:close/>
                <a:moveTo>
                  <a:pt x="9731159" y="425265"/>
                </a:moveTo>
                <a:cubicBezTo>
                  <a:pt x="9726358" y="425265"/>
                  <a:pt x="9721556" y="427048"/>
                  <a:pt x="9717990" y="430615"/>
                </a:cubicBezTo>
                <a:cubicBezTo>
                  <a:pt x="9710856" y="437749"/>
                  <a:pt x="9710856" y="447626"/>
                  <a:pt x="9716344" y="455308"/>
                </a:cubicBezTo>
                <a:lnTo>
                  <a:pt x="8747837" y="1423815"/>
                </a:lnTo>
                <a:lnTo>
                  <a:pt x="8747288" y="1423815"/>
                </a:lnTo>
                <a:lnTo>
                  <a:pt x="8747288" y="1828228"/>
                </a:lnTo>
                <a:lnTo>
                  <a:pt x="8854291" y="1935230"/>
                </a:lnTo>
                <a:lnTo>
                  <a:pt x="8854291" y="2265017"/>
                </a:lnTo>
                <a:lnTo>
                  <a:pt x="8684733" y="2434574"/>
                </a:lnTo>
                <a:cubicBezTo>
                  <a:pt x="8677599" y="2429086"/>
                  <a:pt x="8666624" y="2429635"/>
                  <a:pt x="8660040" y="2436219"/>
                </a:cubicBezTo>
                <a:cubicBezTo>
                  <a:pt x="8652907" y="2443353"/>
                  <a:pt x="8652907" y="2455425"/>
                  <a:pt x="8660040" y="2462558"/>
                </a:cubicBezTo>
                <a:cubicBezTo>
                  <a:pt x="8667174" y="2469692"/>
                  <a:pt x="8679246" y="2469692"/>
                  <a:pt x="8686379" y="2462558"/>
                </a:cubicBezTo>
                <a:cubicBezTo>
                  <a:pt x="8693513" y="2455425"/>
                  <a:pt x="8693513" y="2445548"/>
                  <a:pt x="8688025" y="2437866"/>
                </a:cubicBezTo>
                <a:lnTo>
                  <a:pt x="8858679" y="2267211"/>
                </a:lnTo>
                <a:lnTo>
                  <a:pt x="8859229" y="2267211"/>
                </a:lnTo>
                <a:lnTo>
                  <a:pt x="8859229" y="1932486"/>
                </a:lnTo>
                <a:lnTo>
                  <a:pt x="8752227" y="1825485"/>
                </a:lnTo>
                <a:lnTo>
                  <a:pt x="8752227" y="1426010"/>
                </a:lnTo>
                <a:lnTo>
                  <a:pt x="9719635" y="458600"/>
                </a:lnTo>
                <a:cubicBezTo>
                  <a:pt x="9726769" y="464088"/>
                  <a:pt x="9737744" y="463539"/>
                  <a:pt x="9744329" y="456954"/>
                </a:cubicBezTo>
                <a:cubicBezTo>
                  <a:pt x="9751462" y="449821"/>
                  <a:pt x="9751462" y="437749"/>
                  <a:pt x="9744329" y="430615"/>
                </a:cubicBezTo>
                <a:cubicBezTo>
                  <a:pt x="9740762" y="427048"/>
                  <a:pt x="9735960" y="425265"/>
                  <a:pt x="9731159" y="425265"/>
                </a:cubicBezTo>
                <a:close/>
                <a:moveTo>
                  <a:pt x="5143236" y="372038"/>
                </a:moveTo>
                <a:cubicBezTo>
                  <a:pt x="5138435" y="372038"/>
                  <a:pt x="5133634" y="373822"/>
                  <a:pt x="5130067" y="377389"/>
                </a:cubicBezTo>
                <a:cubicBezTo>
                  <a:pt x="5122933" y="384522"/>
                  <a:pt x="5122933" y="396594"/>
                  <a:pt x="5130067" y="403728"/>
                </a:cubicBezTo>
                <a:cubicBezTo>
                  <a:pt x="5136652" y="410313"/>
                  <a:pt x="5147077" y="410861"/>
                  <a:pt x="5154760" y="405373"/>
                </a:cubicBezTo>
                <a:lnTo>
                  <a:pt x="5498812" y="749427"/>
                </a:lnTo>
                <a:lnTo>
                  <a:pt x="5498812" y="1292668"/>
                </a:lnTo>
                <a:lnTo>
                  <a:pt x="6492012" y="2285868"/>
                </a:lnTo>
                <a:cubicBezTo>
                  <a:pt x="6486526" y="2293001"/>
                  <a:pt x="6487074" y="2303976"/>
                  <a:pt x="6493658" y="2310561"/>
                </a:cubicBezTo>
                <a:cubicBezTo>
                  <a:pt x="6500243" y="2317146"/>
                  <a:pt x="6512864" y="2317695"/>
                  <a:pt x="6519997" y="2310561"/>
                </a:cubicBezTo>
                <a:cubicBezTo>
                  <a:pt x="6527130" y="2303427"/>
                  <a:pt x="6527130" y="2291356"/>
                  <a:pt x="6519997" y="2284222"/>
                </a:cubicBezTo>
                <a:cubicBezTo>
                  <a:pt x="6512864" y="2277088"/>
                  <a:pt x="6502987" y="2277088"/>
                  <a:pt x="6495304" y="2282575"/>
                </a:cubicBezTo>
                <a:lnTo>
                  <a:pt x="5503751" y="1291022"/>
                </a:lnTo>
                <a:lnTo>
                  <a:pt x="5503751" y="747780"/>
                </a:lnTo>
                <a:lnTo>
                  <a:pt x="5158052" y="402081"/>
                </a:lnTo>
                <a:cubicBezTo>
                  <a:pt x="5163540" y="394948"/>
                  <a:pt x="5162991" y="383974"/>
                  <a:pt x="5156406" y="377389"/>
                </a:cubicBezTo>
                <a:cubicBezTo>
                  <a:pt x="5152839" y="373822"/>
                  <a:pt x="5148038" y="372038"/>
                  <a:pt x="5143236" y="372038"/>
                </a:cubicBezTo>
                <a:close/>
                <a:moveTo>
                  <a:pt x="30180" y="329238"/>
                </a:moveTo>
                <a:cubicBezTo>
                  <a:pt x="25378" y="329238"/>
                  <a:pt x="20578" y="331021"/>
                  <a:pt x="17010" y="334587"/>
                </a:cubicBezTo>
                <a:cubicBezTo>
                  <a:pt x="9876" y="341721"/>
                  <a:pt x="9876" y="353794"/>
                  <a:pt x="17010" y="360926"/>
                </a:cubicBezTo>
                <a:cubicBezTo>
                  <a:pt x="23594" y="367511"/>
                  <a:pt x="34020" y="368060"/>
                  <a:pt x="41702" y="362573"/>
                </a:cubicBezTo>
                <a:lnTo>
                  <a:pt x="560800" y="881671"/>
                </a:lnTo>
                <a:lnTo>
                  <a:pt x="1124344" y="881671"/>
                </a:lnTo>
                <a:lnTo>
                  <a:pt x="1953474" y="1710800"/>
                </a:lnTo>
                <a:lnTo>
                  <a:pt x="2496168" y="1710800"/>
                </a:lnTo>
                <a:lnTo>
                  <a:pt x="3193602" y="2408235"/>
                </a:lnTo>
                <a:lnTo>
                  <a:pt x="3588687" y="2408235"/>
                </a:lnTo>
                <a:lnTo>
                  <a:pt x="4287219" y="3106766"/>
                </a:lnTo>
                <a:lnTo>
                  <a:pt x="5315537" y="3106766"/>
                </a:lnTo>
                <a:lnTo>
                  <a:pt x="5924078" y="3715307"/>
                </a:lnTo>
                <a:lnTo>
                  <a:pt x="6682420" y="3715307"/>
                </a:lnTo>
                <a:lnTo>
                  <a:pt x="6682420" y="3710368"/>
                </a:lnTo>
                <a:lnTo>
                  <a:pt x="5926273" y="3710368"/>
                </a:lnTo>
                <a:lnTo>
                  <a:pt x="5317732" y="3101828"/>
                </a:lnTo>
                <a:lnTo>
                  <a:pt x="4289414" y="3101828"/>
                </a:lnTo>
                <a:lnTo>
                  <a:pt x="3590882" y="2403296"/>
                </a:lnTo>
                <a:lnTo>
                  <a:pt x="3195797" y="2403296"/>
                </a:lnTo>
                <a:lnTo>
                  <a:pt x="2498362" y="1705861"/>
                </a:lnTo>
                <a:lnTo>
                  <a:pt x="1955669" y="1705861"/>
                </a:lnTo>
                <a:lnTo>
                  <a:pt x="1126540" y="876732"/>
                </a:lnTo>
                <a:lnTo>
                  <a:pt x="562996" y="876732"/>
                </a:lnTo>
                <a:lnTo>
                  <a:pt x="44994" y="359280"/>
                </a:lnTo>
                <a:cubicBezTo>
                  <a:pt x="50482" y="352147"/>
                  <a:pt x="49934" y="341172"/>
                  <a:pt x="43348" y="334587"/>
                </a:cubicBezTo>
                <a:cubicBezTo>
                  <a:pt x="39782" y="331021"/>
                  <a:pt x="34982" y="329238"/>
                  <a:pt x="30180" y="329238"/>
                </a:cubicBezTo>
                <a:close/>
                <a:moveTo>
                  <a:pt x="8003760" y="292473"/>
                </a:moveTo>
                <a:cubicBezTo>
                  <a:pt x="7998959" y="292473"/>
                  <a:pt x="7994157" y="294256"/>
                  <a:pt x="7990591" y="297823"/>
                </a:cubicBezTo>
                <a:cubicBezTo>
                  <a:pt x="7984007" y="304407"/>
                  <a:pt x="7983457" y="314833"/>
                  <a:pt x="7988944" y="322515"/>
                </a:cubicBezTo>
                <a:lnTo>
                  <a:pt x="7868774" y="442687"/>
                </a:lnTo>
                <a:lnTo>
                  <a:pt x="7868774" y="1451251"/>
                </a:lnTo>
                <a:lnTo>
                  <a:pt x="7746406" y="1573618"/>
                </a:lnTo>
                <a:lnTo>
                  <a:pt x="7746406" y="3202794"/>
                </a:lnTo>
                <a:lnTo>
                  <a:pt x="7751346" y="3202794"/>
                </a:lnTo>
                <a:lnTo>
                  <a:pt x="7751346" y="1575812"/>
                </a:lnTo>
                <a:lnTo>
                  <a:pt x="7873712" y="1453446"/>
                </a:lnTo>
                <a:lnTo>
                  <a:pt x="7873712" y="444334"/>
                </a:lnTo>
                <a:lnTo>
                  <a:pt x="7992238" y="325808"/>
                </a:lnTo>
                <a:cubicBezTo>
                  <a:pt x="7999370" y="331296"/>
                  <a:pt x="8010345" y="330746"/>
                  <a:pt x="8016930" y="324162"/>
                </a:cubicBezTo>
                <a:cubicBezTo>
                  <a:pt x="8024064" y="317028"/>
                  <a:pt x="8024064" y="304957"/>
                  <a:pt x="8016930" y="297823"/>
                </a:cubicBezTo>
                <a:cubicBezTo>
                  <a:pt x="8013363" y="294256"/>
                  <a:pt x="8008561" y="292473"/>
                  <a:pt x="8003760" y="292473"/>
                </a:cubicBezTo>
                <a:close/>
                <a:moveTo>
                  <a:pt x="11430573" y="181629"/>
                </a:moveTo>
                <a:cubicBezTo>
                  <a:pt x="11425772" y="181629"/>
                  <a:pt x="11420971" y="183413"/>
                  <a:pt x="11417404" y="186979"/>
                </a:cubicBezTo>
                <a:cubicBezTo>
                  <a:pt x="11410819" y="193564"/>
                  <a:pt x="11410269" y="203990"/>
                  <a:pt x="11415757" y="211673"/>
                </a:cubicBezTo>
                <a:lnTo>
                  <a:pt x="11160598" y="466832"/>
                </a:lnTo>
                <a:lnTo>
                  <a:pt x="11160049" y="466832"/>
                </a:lnTo>
                <a:lnTo>
                  <a:pt x="11160049" y="614439"/>
                </a:lnTo>
                <a:cubicBezTo>
                  <a:pt x="11150721" y="615537"/>
                  <a:pt x="11143588" y="623219"/>
                  <a:pt x="11143588" y="633096"/>
                </a:cubicBezTo>
                <a:cubicBezTo>
                  <a:pt x="11143588" y="642973"/>
                  <a:pt x="11151818" y="651753"/>
                  <a:pt x="11162244" y="651753"/>
                </a:cubicBezTo>
                <a:lnTo>
                  <a:pt x="11162793" y="651205"/>
                </a:lnTo>
                <a:cubicBezTo>
                  <a:pt x="11173219" y="651205"/>
                  <a:pt x="11181450" y="642973"/>
                  <a:pt x="11181450" y="632548"/>
                </a:cubicBezTo>
                <a:cubicBezTo>
                  <a:pt x="11181450" y="622122"/>
                  <a:pt x="11174316" y="614988"/>
                  <a:pt x="11164988" y="613891"/>
                </a:cubicBezTo>
                <a:lnTo>
                  <a:pt x="11164988" y="469026"/>
                </a:lnTo>
                <a:lnTo>
                  <a:pt x="11419049" y="214965"/>
                </a:lnTo>
                <a:cubicBezTo>
                  <a:pt x="11426183" y="220452"/>
                  <a:pt x="11437158" y="219903"/>
                  <a:pt x="11443743" y="213318"/>
                </a:cubicBezTo>
                <a:cubicBezTo>
                  <a:pt x="11450876" y="206185"/>
                  <a:pt x="11450876" y="194113"/>
                  <a:pt x="11443743" y="186979"/>
                </a:cubicBezTo>
                <a:cubicBezTo>
                  <a:pt x="11440176" y="183413"/>
                  <a:pt x="11435374" y="181629"/>
                  <a:pt x="11430573" y="181629"/>
                </a:cubicBezTo>
                <a:close/>
                <a:moveTo>
                  <a:pt x="9575320" y="150352"/>
                </a:moveTo>
                <a:cubicBezTo>
                  <a:pt x="9570519" y="150352"/>
                  <a:pt x="9565717" y="152135"/>
                  <a:pt x="9562151" y="155702"/>
                </a:cubicBezTo>
                <a:cubicBezTo>
                  <a:pt x="9555565" y="162287"/>
                  <a:pt x="9555016" y="172712"/>
                  <a:pt x="9560504" y="180394"/>
                </a:cubicBezTo>
                <a:lnTo>
                  <a:pt x="9196696" y="544202"/>
                </a:lnTo>
                <a:lnTo>
                  <a:pt x="9196698" y="544202"/>
                </a:lnTo>
                <a:lnTo>
                  <a:pt x="9196148" y="544750"/>
                </a:lnTo>
                <a:lnTo>
                  <a:pt x="9196148" y="788935"/>
                </a:lnTo>
                <a:cubicBezTo>
                  <a:pt x="9186820" y="790033"/>
                  <a:pt x="9179687" y="797715"/>
                  <a:pt x="9179687" y="807592"/>
                </a:cubicBezTo>
                <a:cubicBezTo>
                  <a:pt x="9179687" y="817469"/>
                  <a:pt x="9187917" y="826249"/>
                  <a:pt x="9198343" y="826249"/>
                </a:cubicBezTo>
                <a:cubicBezTo>
                  <a:pt x="9208769" y="826249"/>
                  <a:pt x="9217000" y="818018"/>
                  <a:pt x="9217000" y="807592"/>
                </a:cubicBezTo>
                <a:cubicBezTo>
                  <a:pt x="9217000" y="797166"/>
                  <a:pt x="9209867" y="790033"/>
                  <a:pt x="9200538" y="788935"/>
                </a:cubicBezTo>
                <a:lnTo>
                  <a:pt x="9200538" y="546946"/>
                </a:lnTo>
                <a:lnTo>
                  <a:pt x="9563797" y="183687"/>
                </a:lnTo>
                <a:cubicBezTo>
                  <a:pt x="9570930" y="189175"/>
                  <a:pt x="9581905" y="188626"/>
                  <a:pt x="9588489" y="182041"/>
                </a:cubicBezTo>
                <a:cubicBezTo>
                  <a:pt x="9595623" y="174908"/>
                  <a:pt x="9595623" y="162836"/>
                  <a:pt x="9588489" y="155702"/>
                </a:cubicBezTo>
                <a:cubicBezTo>
                  <a:pt x="9584922" y="152135"/>
                  <a:pt x="9580121" y="150352"/>
                  <a:pt x="9575320" y="150352"/>
                </a:cubicBezTo>
                <a:close/>
                <a:moveTo>
                  <a:pt x="1234090" y="127716"/>
                </a:moveTo>
                <a:cubicBezTo>
                  <a:pt x="1223665" y="127716"/>
                  <a:pt x="1215434" y="135948"/>
                  <a:pt x="1215434" y="146373"/>
                </a:cubicBezTo>
                <a:cubicBezTo>
                  <a:pt x="1215434" y="156799"/>
                  <a:pt x="1222567" y="163933"/>
                  <a:pt x="1231896" y="165030"/>
                </a:cubicBezTo>
                <a:lnTo>
                  <a:pt x="1230798" y="165030"/>
                </a:lnTo>
                <a:lnTo>
                  <a:pt x="1230798" y="477257"/>
                </a:lnTo>
                <a:lnTo>
                  <a:pt x="1971034" y="1217492"/>
                </a:lnTo>
                <a:lnTo>
                  <a:pt x="3161228" y="1217492"/>
                </a:lnTo>
                <a:lnTo>
                  <a:pt x="3676483" y="1732749"/>
                </a:lnTo>
                <a:cubicBezTo>
                  <a:pt x="3670996" y="1739882"/>
                  <a:pt x="3671545" y="1750857"/>
                  <a:pt x="3678130" y="1757442"/>
                </a:cubicBezTo>
                <a:cubicBezTo>
                  <a:pt x="3685264" y="1764576"/>
                  <a:pt x="3697335" y="1764576"/>
                  <a:pt x="3704469" y="1757442"/>
                </a:cubicBezTo>
                <a:cubicBezTo>
                  <a:pt x="3711602" y="1750309"/>
                  <a:pt x="3711602" y="1738237"/>
                  <a:pt x="3704469" y="1731103"/>
                </a:cubicBezTo>
                <a:cubicBezTo>
                  <a:pt x="3697884" y="1724518"/>
                  <a:pt x="3687458" y="1723970"/>
                  <a:pt x="3679776" y="1729456"/>
                </a:cubicBezTo>
                <a:lnTo>
                  <a:pt x="3163422" y="1213103"/>
                </a:lnTo>
                <a:lnTo>
                  <a:pt x="1973229" y="1213103"/>
                </a:lnTo>
                <a:lnTo>
                  <a:pt x="1236286" y="475611"/>
                </a:lnTo>
                <a:lnTo>
                  <a:pt x="1236286" y="165030"/>
                </a:lnTo>
                <a:cubicBezTo>
                  <a:pt x="1245614" y="163933"/>
                  <a:pt x="1252747" y="156251"/>
                  <a:pt x="1252747" y="146373"/>
                </a:cubicBezTo>
                <a:cubicBezTo>
                  <a:pt x="1252747" y="136497"/>
                  <a:pt x="1244516" y="127716"/>
                  <a:pt x="1234090" y="127716"/>
                </a:cubicBezTo>
                <a:close/>
                <a:moveTo>
                  <a:pt x="12673444" y="85053"/>
                </a:moveTo>
                <a:cubicBezTo>
                  <a:pt x="12668643" y="85053"/>
                  <a:pt x="12663841" y="86837"/>
                  <a:pt x="12660274" y="90404"/>
                </a:cubicBezTo>
                <a:cubicBezTo>
                  <a:pt x="12653689" y="96988"/>
                  <a:pt x="12653141" y="107414"/>
                  <a:pt x="12658628" y="115096"/>
                </a:cubicBezTo>
                <a:lnTo>
                  <a:pt x="11994118" y="779607"/>
                </a:lnTo>
                <a:lnTo>
                  <a:pt x="10936717" y="779607"/>
                </a:lnTo>
                <a:lnTo>
                  <a:pt x="10717774" y="998550"/>
                </a:lnTo>
                <a:lnTo>
                  <a:pt x="10717226" y="998550"/>
                </a:lnTo>
                <a:lnTo>
                  <a:pt x="10717226" y="1374429"/>
                </a:lnTo>
                <a:lnTo>
                  <a:pt x="9451307" y="2640347"/>
                </a:lnTo>
                <a:lnTo>
                  <a:pt x="9450759" y="2640347"/>
                </a:lnTo>
                <a:lnTo>
                  <a:pt x="9450759" y="2640896"/>
                </a:lnTo>
                <a:lnTo>
                  <a:pt x="9450759" y="2952025"/>
                </a:lnTo>
                <a:lnTo>
                  <a:pt x="9278458" y="3124325"/>
                </a:lnTo>
                <a:cubicBezTo>
                  <a:pt x="9271324" y="3118839"/>
                  <a:pt x="9260349" y="3119387"/>
                  <a:pt x="9253764" y="3125971"/>
                </a:cubicBezTo>
                <a:cubicBezTo>
                  <a:pt x="9246632" y="3133106"/>
                  <a:pt x="9246632" y="3145178"/>
                  <a:pt x="9253764" y="3152311"/>
                </a:cubicBezTo>
                <a:cubicBezTo>
                  <a:pt x="9260898" y="3159445"/>
                  <a:pt x="9272970" y="3159445"/>
                  <a:pt x="9280104" y="3152311"/>
                </a:cubicBezTo>
                <a:cubicBezTo>
                  <a:pt x="9286688" y="3145726"/>
                  <a:pt x="9287238" y="3135300"/>
                  <a:pt x="9281750" y="3127618"/>
                </a:cubicBezTo>
                <a:lnTo>
                  <a:pt x="9455148" y="2954220"/>
                </a:lnTo>
                <a:lnTo>
                  <a:pt x="9455697" y="2954220"/>
                </a:lnTo>
                <a:lnTo>
                  <a:pt x="9455697" y="2642542"/>
                </a:lnTo>
                <a:lnTo>
                  <a:pt x="10721614" y="1376624"/>
                </a:lnTo>
                <a:lnTo>
                  <a:pt x="10722164" y="1376624"/>
                </a:lnTo>
                <a:lnTo>
                  <a:pt x="10722164" y="1000745"/>
                </a:lnTo>
                <a:lnTo>
                  <a:pt x="10938912" y="783997"/>
                </a:lnTo>
                <a:lnTo>
                  <a:pt x="11996312" y="783997"/>
                </a:lnTo>
                <a:lnTo>
                  <a:pt x="12661921" y="118388"/>
                </a:lnTo>
                <a:cubicBezTo>
                  <a:pt x="12669055" y="123875"/>
                  <a:pt x="12680029" y="123327"/>
                  <a:pt x="12686613" y="116743"/>
                </a:cubicBezTo>
                <a:cubicBezTo>
                  <a:pt x="12693747" y="109609"/>
                  <a:pt x="12693747" y="97536"/>
                  <a:pt x="12686613" y="90404"/>
                </a:cubicBezTo>
                <a:cubicBezTo>
                  <a:pt x="12683047" y="86837"/>
                  <a:pt x="12678245" y="85053"/>
                  <a:pt x="12673444" y="85053"/>
                </a:cubicBezTo>
                <a:close/>
                <a:moveTo>
                  <a:pt x="5508690" y="82858"/>
                </a:moveTo>
                <a:cubicBezTo>
                  <a:pt x="5503888" y="82858"/>
                  <a:pt x="5499087" y="84642"/>
                  <a:pt x="5495520" y="88208"/>
                </a:cubicBezTo>
                <a:cubicBezTo>
                  <a:pt x="5488386" y="95342"/>
                  <a:pt x="5488386" y="107414"/>
                  <a:pt x="5495520" y="114547"/>
                </a:cubicBezTo>
                <a:cubicBezTo>
                  <a:pt x="5502105" y="121132"/>
                  <a:pt x="5512532" y="121681"/>
                  <a:pt x="5520212" y="116193"/>
                </a:cubicBezTo>
                <a:lnTo>
                  <a:pt x="6066748" y="662728"/>
                </a:lnTo>
                <a:lnTo>
                  <a:pt x="6066748" y="1160425"/>
                </a:lnTo>
                <a:lnTo>
                  <a:pt x="6354830" y="1448508"/>
                </a:lnTo>
                <a:cubicBezTo>
                  <a:pt x="6349342" y="1455641"/>
                  <a:pt x="6349891" y="1466615"/>
                  <a:pt x="6356476" y="1473200"/>
                </a:cubicBezTo>
                <a:cubicBezTo>
                  <a:pt x="6363610" y="1480334"/>
                  <a:pt x="6375682" y="1480334"/>
                  <a:pt x="6382815" y="1473200"/>
                </a:cubicBezTo>
                <a:cubicBezTo>
                  <a:pt x="6389948" y="1466067"/>
                  <a:pt x="6389948" y="1453995"/>
                  <a:pt x="6382815" y="1446861"/>
                </a:cubicBezTo>
                <a:cubicBezTo>
                  <a:pt x="6376230" y="1440276"/>
                  <a:pt x="6365804" y="1439727"/>
                  <a:pt x="6358122" y="1445215"/>
                </a:cubicBezTo>
                <a:lnTo>
                  <a:pt x="6071686" y="1158779"/>
                </a:lnTo>
                <a:lnTo>
                  <a:pt x="6071686" y="661081"/>
                </a:lnTo>
                <a:lnTo>
                  <a:pt x="5523506" y="112902"/>
                </a:lnTo>
                <a:cubicBezTo>
                  <a:pt x="5528993" y="105768"/>
                  <a:pt x="5528444" y="94793"/>
                  <a:pt x="5521859" y="88208"/>
                </a:cubicBezTo>
                <a:cubicBezTo>
                  <a:pt x="5518293" y="84642"/>
                  <a:pt x="5513491" y="82858"/>
                  <a:pt x="5508690" y="82858"/>
                </a:cubicBezTo>
                <a:close/>
                <a:moveTo>
                  <a:pt x="13440567" y="68454"/>
                </a:moveTo>
                <a:cubicBezTo>
                  <a:pt x="13430142" y="68454"/>
                  <a:pt x="13421911" y="76685"/>
                  <a:pt x="13421911" y="87111"/>
                </a:cubicBezTo>
                <a:cubicBezTo>
                  <a:pt x="13421911" y="97536"/>
                  <a:pt x="13429044" y="104670"/>
                  <a:pt x="13438372" y="105768"/>
                </a:cubicBezTo>
                <a:lnTo>
                  <a:pt x="13438372" y="253924"/>
                </a:lnTo>
                <a:lnTo>
                  <a:pt x="13058652" y="633645"/>
                </a:lnTo>
                <a:lnTo>
                  <a:pt x="13058103" y="634194"/>
                </a:lnTo>
                <a:lnTo>
                  <a:pt x="12642716" y="634194"/>
                </a:lnTo>
                <a:lnTo>
                  <a:pt x="11792185" y="1484723"/>
                </a:lnTo>
                <a:lnTo>
                  <a:pt x="10808863" y="1484723"/>
                </a:lnTo>
                <a:lnTo>
                  <a:pt x="9714149" y="2579438"/>
                </a:lnTo>
                <a:lnTo>
                  <a:pt x="9713600" y="2579438"/>
                </a:lnTo>
                <a:lnTo>
                  <a:pt x="9713600" y="3027200"/>
                </a:lnTo>
                <a:lnTo>
                  <a:pt x="9267483" y="3473318"/>
                </a:lnTo>
                <a:lnTo>
                  <a:pt x="9040309" y="3473318"/>
                </a:lnTo>
                <a:lnTo>
                  <a:pt x="9040309" y="3478256"/>
                </a:lnTo>
                <a:lnTo>
                  <a:pt x="9269678" y="3478256"/>
                </a:lnTo>
                <a:lnTo>
                  <a:pt x="9717990" y="3029944"/>
                </a:lnTo>
                <a:lnTo>
                  <a:pt x="9718538" y="3029944"/>
                </a:lnTo>
                <a:lnTo>
                  <a:pt x="9718538" y="2582182"/>
                </a:lnTo>
                <a:lnTo>
                  <a:pt x="10811057" y="1489663"/>
                </a:lnTo>
                <a:lnTo>
                  <a:pt x="11794379" y="1489663"/>
                </a:lnTo>
                <a:lnTo>
                  <a:pt x="12644910" y="639132"/>
                </a:lnTo>
                <a:lnTo>
                  <a:pt x="13060298" y="639132"/>
                </a:lnTo>
                <a:lnTo>
                  <a:pt x="13442213" y="257217"/>
                </a:lnTo>
                <a:lnTo>
                  <a:pt x="13442762" y="257217"/>
                </a:lnTo>
                <a:lnTo>
                  <a:pt x="13442762" y="105768"/>
                </a:lnTo>
                <a:cubicBezTo>
                  <a:pt x="13452091" y="104670"/>
                  <a:pt x="13459225" y="96988"/>
                  <a:pt x="13459225" y="87111"/>
                </a:cubicBezTo>
                <a:cubicBezTo>
                  <a:pt x="13459225" y="77234"/>
                  <a:pt x="13450994" y="68454"/>
                  <a:pt x="13440567" y="68454"/>
                </a:cubicBezTo>
                <a:close/>
                <a:moveTo>
                  <a:pt x="3523593" y="66054"/>
                </a:moveTo>
                <a:cubicBezTo>
                  <a:pt x="3518724" y="65985"/>
                  <a:pt x="3513785" y="67631"/>
                  <a:pt x="3510218" y="71197"/>
                </a:cubicBezTo>
                <a:cubicBezTo>
                  <a:pt x="3503085" y="78331"/>
                  <a:pt x="3503085" y="90404"/>
                  <a:pt x="3510218" y="97536"/>
                </a:cubicBezTo>
                <a:cubicBezTo>
                  <a:pt x="3517352" y="104670"/>
                  <a:pt x="3527230" y="104670"/>
                  <a:pt x="3534912" y="99183"/>
                </a:cubicBezTo>
                <a:lnTo>
                  <a:pt x="3534363" y="99732"/>
                </a:lnTo>
                <a:lnTo>
                  <a:pt x="4713032" y="1278401"/>
                </a:lnTo>
                <a:lnTo>
                  <a:pt x="5114702" y="1278401"/>
                </a:lnTo>
                <a:lnTo>
                  <a:pt x="6142472" y="2306171"/>
                </a:lnTo>
                <a:lnTo>
                  <a:pt x="6142472" y="2360495"/>
                </a:lnTo>
                <a:lnTo>
                  <a:pt x="6719186" y="2937209"/>
                </a:lnTo>
                <a:lnTo>
                  <a:pt x="6719186" y="3015129"/>
                </a:lnTo>
                <a:cubicBezTo>
                  <a:pt x="6709858" y="3016226"/>
                  <a:pt x="6702724" y="3023908"/>
                  <a:pt x="6702724" y="3033785"/>
                </a:cubicBezTo>
                <a:cubicBezTo>
                  <a:pt x="6702724" y="3043663"/>
                  <a:pt x="6710955" y="3052442"/>
                  <a:pt x="6721381" y="3052442"/>
                </a:cubicBezTo>
                <a:cubicBezTo>
                  <a:pt x="6731806" y="3052442"/>
                  <a:pt x="6740038" y="3044212"/>
                  <a:pt x="6740038" y="3033785"/>
                </a:cubicBezTo>
                <a:cubicBezTo>
                  <a:pt x="6740038" y="3023359"/>
                  <a:pt x="6732904" y="3016226"/>
                  <a:pt x="6723576" y="3015129"/>
                </a:cubicBezTo>
                <a:lnTo>
                  <a:pt x="6723576" y="2935563"/>
                </a:lnTo>
                <a:lnTo>
                  <a:pt x="6146862" y="2358849"/>
                </a:lnTo>
                <a:lnTo>
                  <a:pt x="6146862" y="2304525"/>
                </a:lnTo>
                <a:lnTo>
                  <a:pt x="5116348" y="1274011"/>
                </a:lnTo>
                <a:lnTo>
                  <a:pt x="4714678" y="1274011"/>
                </a:lnTo>
                <a:lnTo>
                  <a:pt x="3538204" y="95891"/>
                </a:lnTo>
                <a:cubicBezTo>
                  <a:pt x="3543691" y="88757"/>
                  <a:pt x="3543142" y="77782"/>
                  <a:pt x="3536557" y="71197"/>
                </a:cubicBezTo>
                <a:cubicBezTo>
                  <a:pt x="3533264" y="67905"/>
                  <a:pt x="3528463" y="66122"/>
                  <a:pt x="3523593" y="66054"/>
                </a:cubicBezTo>
                <a:close/>
                <a:moveTo>
                  <a:pt x="12317867" y="62556"/>
                </a:moveTo>
                <a:cubicBezTo>
                  <a:pt x="12313066" y="62556"/>
                  <a:pt x="12308264" y="64339"/>
                  <a:pt x="12304698" y="67906"/>
                </a:cubicBezTo>
                <a:cubicBezTo>
                  <a:pt x="12298114" y="74490"/>
                  <a:pt x="12297564" y="84916"/>
                  <a:pt x="12303051" y="92598"/>
                </a:cubicBezTo>
                <a:lnTo>
                  <a:pt x="12047893" y="347757"/>
                </a:lnTo>
                <a:lnTo>
                  <a:pt x="12047344" y="347757"/>
                </a:lnTo>
                <a:lnTo>
                  <a:pt x="12047344" y="464636"/>
                </a:lnTo>
                <a:lnTo>
                  <a:pt x="11840474" y="671507"/>
                </a:lnTo>
                <a:lnTo>
                  <a:pt x="11451424" y="671507"/>
                </a:lnTo>
                <a:cubicBezTo>
                  <a:pt x="11450327" y="662179"/>
                  <a:pt x="11442645" y="655046"/>
                  <a:pt x="11432768" y="655046"/>
                </a:cubicBezTo>
                <a:cubicBezTo>
                  <a:pt x="11422890" y="655046"/>
                  <a:pt x="11414110" y="663276"/>
                  <a:pt x="11414110" y="673703"/>
                </a:cubicBezTo>
                <a:cubicBezTo>
                  <a:pt x="11414110" y="684128"/>
                  <a:pt x="11422341" y="692359"/>
                  <a:pt x="11432768" y="692359"/>
                </a:cubicBezTo>
                <a:cubicBezTo>
                  <a:pt x="11443193" y="692359"/>
                  <a:pt x="11450327" y="685226"/>
                  <a:pt x="11451424" y="675897"/>
                </a:cubicBezTo>
                <a:lnTo>
                  <a:pt x="11843217" y="675897"/>
                </a:lnTo>
                <a:lnTo>
                  <a:pt x="12051735" y="466832"/>
                </a:lnTo>
                <a:lnTo>
                  <a:pt x="12052282" y="466832"/>
                </a:lnTo>
                <a:lnTo>
                  <a:pt x="12052282" y="349952"/>
                </a:lnTo>
                <a:lnTo>
                  <a:pt x="12306344" y="95891"/>
                </a:lnTo>
                <a:cubicBezTo>
                  <a:pt x="12313478" y="101377"/>
                  <a:pt x="12324453" y="100829"/>
                  <a:pt x="12331037" y="94245"/>
                </a:cubicBezTo>
                <a:cubicBezTo>
                  <a:pt x="12338171" y="87111"/>
                  <a:pt x="12338171" y="75038"/>
                  <a:pt x="12331037" y="67906"/>
                </a:cubicBezTo>
                <a:cubicBezTo>
                  <a:pt x="12327470" y="64339"/>
                  <a:pt x="12322669" y="62556"/>
                  <a:pt x="12317867" y="62556"/>
                </a:cubicBezTo>
                <a:close/>
                <a:moveTo>
                  <a:pt x="2080437" y="62212"/>
                </a:moveTo>
                <a:cubicBezTo>
                  <a:pt x="2075567" y="62144"/>
                  <a:pt x="2070628" y="63790"/>
                  <a:pt x="2067062" y="67356"/>
                </a:cubicBezTo>
                <a:cubicBezTo>
                  <a:pt x="2059928" y="74490"/>
                  <a:pt x="2059928" y="86563"/>
                  <a:pt x="2067062" y="93695"/>
                </a:cubicBezTo>
                <a:cubicBezTo>
                  <a:pt x="2070355" y="96988"/>
                  <a:pt x="2074607" y="98771"/>
                  <a:pt x="2078997" y="99045"/>
                </a:cubicBezTo>
                <a:lnTo>
                  <a:pt x="2091754" y="95342"/>
                </a:lnTo>
                <a:lnTo>
                  <a:pt x="2091205" y="94793"/>
                </a:lnTo>
                <a:lnTo>
                  <a:pt x="2091754" y="95342"/>
                </a:lnTo>
                <a:lnTo>
                  <a:pt x="2091754" y="95342"/>
                </a:lnTo>
                <a:lnTo>
                  <a:pt x="2475316" y="478903"/>
                </a:lnTo>
                <a:lnTo>
                  <a:pt x="2979049" y="478903"/>
                </a:lnTo>
                <a:lnTo>
                  <a:pt x="3953592" y="1453446"/>
                </a:lnTo>
                <a:lnTo>
                  <a:pt x="4179668" y="1453446"/>
                </a:lnTo>
                <a:lnTo>
                  <a:pt x="4465556" y="1739334"/>
                </a:lnTo>
                <a:lnTo>
                  <a:pt x="4727848" y="1739334"/>
                </a:lnTo>
                <a:cubicBezTo>
                  <a:pt x="4728946" y="1748662"/>
                  <a:pt x="4736628" y="1755795"/>
                  <a:pt x="4746505" y="1755795"/>
                </a:cubicBezTo>
                <a:cubicBezTo>
                  <a:pt x="4756382" y="1755795"/>
                  <a:pt x="4765162" y="1747565"/>
                  <a:pt x="4765162" y="1737139"/>
                </a:cubicBezTo>
                <a:cubicBezTo>
                  <a:pt x="4765162" y="1726714"/>
                  <a:pt x="4756932" y="1718482"/>
                  <a:pt x="4746505" y="1718482"/>
                </a:cubicBezTo>
                <a:cubicBezTo>
                  <a:pt x="4736079" y="1718482"/>
                  <a:pt x="4728946" y="1725615"/>
                  <a:pt x="4727848" y="1734944"/>
                </a:cubicBezTo>
                <a:lnTo>
                  <a:pt x="4467751" y="1734944"/>
                </a:lnTo>
                <a:lnTo>
                  <a:pt x="4181863" y="1449057"/>
                </a:lnTo>
                <a:lnTo>
                  <a:pt x="3955787" y="1449057"/>
                </a:lnTo>
                <a:lnTo>
                  <a:pt x="2981244" y="474514"/>
                </a:lnTo>
                <a:lnTo>
                  <a:pt x="2477511" y="474514"/>
                </a:lnTo>
                <a:lnTo>
                  <a:pt x="2095046" y="92049"/>
                </a:lnTo>
                <a:cubicBezTo>
                  <a:pt x="2100534" y="84916"/>
                  <a:pt x="2099985" y="73941"/>
                  <a:pt x="2093401" y="67356"/>
                </a:cubicBezTo>
                <a:cubicBezTo>
                  <a:pt x="2090108" y="64064"/>
                  <a:pt x="2085307" y="62281"/>
                  <a:pt x="2080437" y="62212"/>
                </a:cubicBezTo>
                <a:close/>
                <a:moveTo>
                  <a:pt x="3829579" y="60360"/>
                </a:moveTo>
                <a:cubicBezTo>
                  <a:pt x="3824777" y="60360"/>
                  <a:pt x="3819976" y="62144"/>
                  <a:pt x="3816410" y="65710"/>
                </a:cubicBezTo>
                <a:cubicBezTo>
                  <a:pt x="3809276" y="72844"/>
                  <a:pt x="3809276" y="84916"/>
                  <a:pt x="3816410" y="92049"/>
                </a:cubicBezTo>
                <a:cubicBezTo>
                  <a:pt x="3823542" y="99183"/>
                  <a:pt x="3833420" y="99183"/>
                  <a:pt x="3841102" y="93695"/>
                </a:cubicBezTo>
                <a:lnTo>
                  <a:pt x="4375564" y="628158"/>
                </a:lnTo>
                <a:cubicBezTo>
                  <a:pt x="4370077" y="635291"/>
                  <a:pt x="4370626" y="646265"/>
                  <a:pt x="4377210" y="652850"/>
                </a:cubicBezTo>
                <a:cubicBezTo>
                  <a:pt x="4384344" y="659984"/>
                  <a:pt x="4396416" y="659984"/>
                  <a:pt x="4403550" y="652850"/>
                </a:cubicBezTo>
                <a:cubicBezTo>
                  <a:pt x="4410684" y="645717"/>
                  <a:pt x="4410684" y="633645"/>
                  <a:pt x="4403550" y="626511"/>
                </a:cubicBezTo>
                <a:cubicBezTo>
                  <a:pt x="4396416" y="619378"/>
                  <a:pt x="4386538" y="619378"/>
                  <a:pt x="4378856" y="624866"/>
                </a:cubicBezTo>
                <a:lnTo>
                  <a:pt x="3844394" y="90404"/>
                </a:lnTo>
                <a:cubicBezTo>
                  <a:pt x="3849882" y="83270"/>
                  <a:pt x="3849333" y="72295"/>
                  <a:pt x="3842748" y="65710"/>
                </a:cubicBezTo>
                <a:cubicBezTo>
                  <a:pt x="3839182" y="62144"/>
                  <a:pt x="3834380" y="60360"/>
                  <a:pt x="3829579" y="60360"/>
                </a:cubicBezTo>
                <a:close/>
                <a:moveTo>
                  <a:pt x="6405312" y="58715"/>
                </a:moveTo>
                <a:cubicBezTo>
                  <a:pt x="6400511" y="58714"/>
                  <a:pt x="6395710" y="60498"/>
                  <a:pt x="6392143" y="64065"/>
                </a:cubicBezTo>
                <a:cubicBezTo>
                  <a:pt x="6385010" y="71197"/>
                  <a:pt x="6385010" y="83270"/>
                  <a:pt x="6392143" y="90404"/>
                </a:cubicBezTo>
                <a:cubicBezTo>
                  <a:pt x="6398728" y="96988"/>
                  <a:pt x="6409154" y="97536"/>
                  <a:pt x="6416836" y="92049"/>
                </a:cubicBezTo>
                <a:lnTo>
                  <a:pt x="6647852" y="323064"/>
                </a:lnTo>
                <a:lnTo>
                  <a:pt x="6647852" y="1283889"/>
                </a:lnTo>
                <a:lnTo>
                  <a:pt x="7273951" y="1909988"/>
                </a:lnTo>
                <a:lnTo>
                  <a:pt x="7273951" y="3239559"/>
                </a:lnTo>
                <a:lnTo>
                  <a:pt x="7278890" y="3239559"/>
                </a:lnTo>
                <a:lnTo>
                  <a:pt x="7278890" y="1907794"/>
                </a:lnTo>
                <a:lnTo>
                  <a:pt x="6652789" y="1281694"/>
                </a:lnTo>
                <a:lnTo>
                  <a:pt x="6652789" y="321418"/>
                </a:lnTo>
                <a:lnTo>
                  <a:pt x="6420129" y="88757"/>
                </a:lnTo>
                <a:cubicBezTo>
                  <a:pt x="6425616" y="81623"/>
                  <a:pt x="6425067" y="70649"/>
                  <a:pt x="6418482" y="64065"/>
                </a:cubicBezTo>
                <a:cubicBezTo>
                  <a:pt x="6414915" y="60498"/>
                  <a:pt x="6410114" y="58714"/>
                  <a:pt x="6405312" y="58715"/>
                </a:cubicBezTo>
                <a:close/>
                <a:moveTo>
                  <a:pt x="9445271" y="55422"/>
                </a:moveTo>
                <a:cubicBezTo>
                  <a:pt x="9440470" y="55422"/>
                  <a:pt x="9435668" y="57205"/>
                  <a:pt x="9432102" y="60772"/>
                </a:cubicBezTo>
                <a:cubicBezTo>
                  <a:pt x="9425517" y="67356"/>
                  <a:pt x="9424968" y="77782"/>
                  <a:pt x="9430456" y="85464"/>
                </a:cubicBezTo>
                <a:lnTo>
                  <a:pt x="8428477" y="1087444"/>
                </a:lnTo>
                <a:lnTo>
                  <a:pt x="8427928" y="1087444"/>
                </a:lnTo>
                <a:lnTo>
                  <a:pt x="8427928" y="2614007"/>
                </a:lnTo>
                <a:lnTo>
                  <a:pt x="8206241" y="2835694"/>
                </a:lnTo>
                <a:lnTo>
                  <a:pt x="8205692" y="2835694"/>
                </a:lnTo>
                <a:lnTo>
                  <a:pt x="8205144" y="2836243"/>
                </a:lnTo>
                <a:lnTo>
                  <a:pt x="8205144" y="3230230"/>
                </a:lnTo>
                <a:lnTo>
                  <a:pt x="8210082" y="3230230"/>
                </a:lnTo>
                <a:lnTo>
                  <a:pt x="8210082" y="2837889"/>
                </a:lnTo>
                <a:lnTo>
                  <a:pt x="8431769" y="2616203"/>
                </a:lnTo>
                <a:lnTo>
                  <a:pt x="8432317" y="2616203"/>
                </a:lnTo>
                <a:lnTo>
                  <a:pt x="8432317" y="1090187"/>
                </a:lnTo>
                <a:lnTo>
                  <a:pt x="9433748" y="88757"/>
                </a:lnTo>
                <a:cubicBezTo>
                  <a:pt x="9440882" y="94245"/>
                  <a:pt x="9451856" y="93695"/>
                  <a:pt x="9458441" y="87111"/>
                </a:cubicBezTo>
                <a:cubicBezTo>
                  <a:pt x="9465574" y="79978"/>
                  <a:pt x="9465574" y="67906"/>
                  <a:pt x="9458441" y="60772"/>
                </a:cubicBezTo>
                <a:cubicBezTo>
                  <a:pt x="9454874" y="57205"/>
                  <a:pt x="9450072" y="55422"/>
                  <a:pt x="9445271" y="55422"/>
                </a:cubicBezTo>
                <a:close/>
                <a:moveTo>
                  <a:pt x="7811705" y="51581"/>
                </a:moveTo>
                <a:cubicBezTo>
                  <a:pt x="7806904" y="51581"/>
                  <a:pt x="7802103" y="53364"/>
                  <a:pt x="7798536" y="56931"/>
                </a:cubicBezTo>
                <a:cubicBezTo>
                  <a:pt x="7791952" y="63515"/>
                  <a:pt x="7791402" y="73941"/>
                  <a:pt x="7796889" y="81623"/>
                </a:cubicBezTo>
                <a:lnTo>
                  <a:pt x="7438570" y="439943"/>
                </a:lnTo>
                <a:lnTo>
                  <a:pt x="7438570" y="843260"/>
                </a:lnTo>
                <a:lnTo>
                  <a:pt x="7533499" y="938190"/>
                </a:lnTo>
                <a:cubicBezTo>
                  <a:pt x="7528012" y="945323"/>
                  <a:pt x="7528562" y="956298"/>
                  <a:pt x="7535146" y="962882"/>
                </a:cubicBezTo>
                <a:lnTo>
                  <a:pt x="7534597" y="962882"/>
                </a:lnTo>
                <a:cubicBezTo>
                  <a:pt x="7541731" y="970015"/>
                  <a:pt x="7553802" y="970015"/>
                  <a:pt x="7560936" y="962882"/>
                </a:cubicBezTo>
                <a:cubicBezTo>
                  <a:pt x="7568070" y="955749"/>
                  <a:pt x="7568070" y="943676"/>
                  <a:pt x="7560936" y="936544"/>
                </a:cubicBezTo>
                <a:cubicBezTo>
                  <a:pt x="7554351" y="929959"/>
                  <a:pt x="7543925" y="929410"/>
                  <a:pt x="7536243" y="934897"/>
                </a:cubicBezTo>
                <a:lnTo>
                  <a:pt x="7442959" y="841613"/>
                </a:lnTo>
                <a:lnTo>
                  <a:pt x="7442959" y="442138"/>
                </a:lnTo>
                <a:lnTo>
                  <a:pt x="7800182" y="84916"/>
                </a:lnTo>
                <a:cubicBezTo>
                  <a:pt x="7807315" y="90404"/>
                  <a:pt x="7818290" y="89854"/>
                  <a:pt x="7824874" y="83270"/>
                </a:cubicBezTo>
                <a:cubicBezTo>
                  <a:pt x="7832008" y="76137"/>
                  <a:pt x="7832008" y="64065"/>
                  <a:pt x="7824874" y="56931"/>
                </a:cubicBezTo>
                <a:cubicBezTo>
                  <a:pt x="7821307" y="53364"/>
                  <a:pt x="7816506" y="51581"/>
                  <a:pt x="7811705" y="51581"/>
                </a:cubicBezTo>
                <a:close/>
                <a:moveTo>
                  <a:pt x="10497734" y="48837"/>
                </a:moveTo>
                <a:cubicBezTo>
                  <a:pt x="10492932" y="48837"/>
                  <a:pt x="10488131" y="50620"/>
                  <a:pt x="10484564" y="54187"/>
                </a:cubicBezTo>
                <a:cubicBezTo>
                  <a:pt x="10477979" y="60772"/>
                  <a:pt x="10477430" y="71197"/>
                  <a:pt x="10482918" y="78879"/>
                </a:cubicBezTo>
                <a:lnTo>
                  <a:pt x="10090028" y="471770"/>
                </a:lnTo>
                <a:lnTo>
                  <a:pt x="10089479" y="471770"/>
                </a:lnTo>
                <a:lnTo>
                  <a:pt x="10089479" y="839419"/>
                </a:lnTo>
                <a:lnTo>
                  <a:pt x="9924312" y="1004586"/>
                </a:lnTo>
                <a:cubicBezTo>
                  <a:pt x="9917178" y="999098"/>
                  <a:pt x="9906204" y="999647"/>
                  <a:pt x="9899619" y="1006232"/>
                </a:cubicBezTo>
                <a:cubicBezTo>
                  <a:pt x="9892485" y="1013366"/>
                  <a:pt x="9892485" y="1025437"/>
                  <a:pt x="9899619" y="1032571"/>
                </a:cubicBezTo>
                <a:cubicBezTo>
                  <a:pt x="9906752" y="1039704"/>
                  <a:pt x="9918824" y="1039704"/>
                  <a:pt x="9925958" y="1032571"/>
                </a:cubicBezTo>
                <a:cubicBezTo>
                  <a:pt x="9932543" y="1025986"/>
                  <a:pt x="9933091" y="1015561"/>
                  <a:pt x="9927604" y="1007879"/>
                </a:cubicBezTo>
                <a:lnTo>
                  <a:pt x="10093869" y="841613"/>
                </a:lnTo>
                <a:lnTo>
                  <a:pt x="10094418" y="841613"/>
                </a:lnTo>
                <a:lnTo>
                  <a:pt x="10094418" y="473965"/>
                </a:lnTo>
                <a:lnTo>
                  <a:pt x="10486210" y="82172"/>
                </a:lnTo>
                <a:cubicBezTo>
                  <a:pt x="10493344" y="87660"/>
                  <a:pt x="10504318" y="87111"/>
                  <a:pt x="10510903" y="80526"/>
                </a:cubicBezTo>
                <a:cubicBezTo>
                  <a:pt x="10518036" y="73393"/>
                  <a:pt x="10518036" y="61321"/>
                  <a:pt x="10510903" y="54187"/>
                </a:cubicBezTo>
                <a:cubicBezTo>
                  <a:pt x="10507336" y="50620"/>
                  <a:pt x="10502535" y="48837"/>
                  <a:pt x="10497734" y="48837"/>
                </a:cubicBezTo>
                <a:close/>
                <a:moveTo>
                  <a:pt x="7029971" y="45202"/>
                </a:moveTo>
                <a:cubicBezTo>
                  <a:pt x="7025102" y="45133"/>
                  <a:pt x="7020163" y="46779"/>
                  <a:pt x="7016596" y="50346"/>
                </a:cubicBezTo>
                <a:cubicBezTo>
                  <a:pt x="7009463" y="57480"/>
                  <a:pt x="7009463" y="69551"/>
                  <a:pt x="7016596" y="76685"/>
                </a:cubicBezTo>
                <a:cubicBezTo>
                  <a:pt x="7019889" y="79978"/>
                  <a:pt x="7024142" y="81761"/>
                  <a:pt x="7028532" y="82035"/>
                </a:cubicBezTo>
                <a:lnTo>
                  <a:pt x="7040865" y="78454"/>
                </a:lnTo>
                <a:lnTo>
                  <a:pt x="7040742" y="78331"/>
                </a:lnTo>
                <a:lnTo>
                  <a:pt x="7041290" y="78331"/>
                </a:lnTo>
                <a:lnTo>
                  <a:pt x="7040865" y="78454"/>
                </a:lnTo>
                <a:lnTo>
                  <a:pt x="7268464" y="306054"/>
                </a:lnTo>
                <a:lnTo>
                  <a:pt x="7268464" y="1389793"/>
                </a:lnTo>
                <a:lnTo>
                  <a:pt x="7506612" y="1627942"/>
                </a:lnTo>
                <a:lnTo>
                  <a:pt x="7506612" y="3202245"/>
                </a:lnTo>
                <a:lnTo>
                  <a:pt x="7511550" y="3202245"/>
                </a:lnTo>
                <a:lnTo>
                  <a:pt x="7511550" y="1625747"/>
                </a:lnTo>
                <a:lnTo>
                  <a:pt x="7273402" y="1387598"/>
                </a:lnTo>
                <a:lnTo>
                  <a:pt x="7273402" y="303859"/>
                </a:lnTo>
                <a:lnTo>
                  <a:pt x="7044582" y="75038"/>
                </a:lnTo>
                <a:cubicBezTo>
                  <a:pt x="7050070" y="67906"/>
                  <a:pt x="7049520" y="56931"/>
                  <a:pt x="7042936" y="50346"/>
                </a:cubicBezTo>
                <a:cubicBezTo>
                  <a:pt x="7039643" y="47054"/>
                  <a:pt x="7034841" y="45270"/>
                  <a:pt x="7029971" y="45202"/>
                </a:cubicBezTo>
                <a:close/>
                <a:moveTo>
                  <a:pt x="4452386" y="43350"/>
                </a:moveTo>
                <a:cubicBezTo>
                  <a:pt x="4447585" y="43350"/>
                  <a:pt x="4442783" y="45133"/>
                  <a:pt x="4439216" y="48699"/>
                </a:cubicBezTo>
                <a:cubicBezTo>
                  <a:pt x="4432083" y="55833"/>
                  <a:pt x="4432083" y="67906"/>
                  <a:pt x="4439216" y="75038"/>
                </a:cubicBezTo>
                <a:cubicBezTo>
                  <a:pt x="4445802" y="81623"/>
                  <a:pt x="4456228" y="82172"/>
                  <a:pt x="4463910" y="76685"/>
                </a:cubicBezTo>
                <a:lnTo>
                  <a:pt x="4464458" y="77234"/>
                </a:lnTo>
                <a:lnTo>
                  <a:pt x="4608774" y="221549"/>
                </a:lnTo>
                <a:lnTo>
                  <a:pt x="4608774" y="447626"/>
                </a:lnTo>
                <a:lnTo>
                  <a:pt x="5077938" y="916789"/>
                </a:lnTo>
                <a:lnTo>
                  <a:pt x="5077938" y="1060007"/>
                </a:lnTo>
                <a:cubicBezTo>
                  <a:pt x="5068610" y="1061105"/>
                  <a:pt x="5061476" y="1068787"/>
                  <a:pt x="5061476" y="1078664"/>
                </a:cubicBezTo>
                <a:cubicBezTo>
                  <a:pt x="5061476" y="1088541"/>
                  <a:pt x="5069706" y="1097321"/>
                  <a:pt x="5080132" y="1097321"/>
                </a:cubicBezTo>
                <a:cubicBezTo>
                  <a:pt x="5090558" y="1097321"/>
                  <a:pt x="5098790" y="1089090"/>
                  <a:pt x="5098790" y="1078664"/>
                </a:cubicBezTo>
                <a:cubicBezTo>
                  <a:pt x="5098790" y="1068239"/>
                  <a:pt x="5091656" y="1061105"/>
                  <a:pt x="5082327" y="1060007"/>
                </a:cubicBezTo>
                <a:lnTo>
                  <a:pt x="5082327" y="914594"/>
                </a:lnTo>
                <a:lnTo>
                  <a:pt x="4613164" y="445431"/>
                </a:lnTo>
                <a:lnTo>
                  <a:pt x="4613164" y="219355"/>
                </a:lnTo>
                <a:lnTo>
                  <a:pt x="4467202" y="73393"/>
                </a:lnTo>
                <a:cubicBezTo>
                  <a:pt x="4472689" y="66259"/>
                  <a:pt x="4472140" y="55284"/>
                  <a:pt x="4465556" y="48699"/>
                </a:cubicBezTo>
                <a:cubicBezTo>
                  <a:pt x="4461989" y="45133"/>
                  <a:pt x="4457188" y="43350"/>
                  <a:pt x="4452386" y="43350"/>
                </a:cubicBezTo>
                <a:close/>
                <a:moveTo>
                  <a:pt x="11888213" y="29083"/>
                </a:moveTo>
                <a:cubicBezTo>
                  <a:pt x="11883411" y="29083"/>
                  <a:pt x="11878610" y="30866"/>
                  <a:pt x="11875043" y="34433"/>
                </a:cubicBezTo>
                <a:cubicBezTo>
                  <a:pt x="11868458" y="41017"/>
                  <a:pt x="11867910" y="51443"/>
                  <a:pt x="11873397" y="59125"/>
                </a:cubicBezTo>
                <a:lnTo>
                  <a:pt x="11618239" y="314285"/>
                </a:lnTo>
                <a:lnTo>
                  <a:pt x="11617689" y="314285"/>
                </a:lnTo>
                <a:lnTo>
                  <a:pt x="11617689" y="416897"/>
                </a:lnTo>
                <a:lnTo>
                  <a:pt x="11462948" y="571638"/>
                </a:lnTo>
                <a:lnTo>
                  <a:pt x="11376249" y="571638"/>
                </a:lnTo>
                <a:lnTo>
                  <a:pt x="11279124" y="668763"/>
                </a:lnTo>
                <a:lnTo>
                  <a:pt x="11279671" y="668215"/>
                </a:lnTo>
                <a:cubicBezTo>
                  <a:pt x="11272540" y="662728"/>
                  <a:pt x="11261565" y="663276"/>
                  <a:pt x="11254979" y="669861"/>
                </a:cubicBezTo>
                <a:cubicBezTo>
                  <a:pt x="11247846" y="676995"/>
                  <a:pt x="11247846" y="689067"/>
                  <a:pt x="11254979" y="696200"/>
                </a:cubicBezTo>
                <a:cubicBezTo>
                  <a:pt x="11262113" y="703334"/>
                  <a:pt x="11274184" y="703334"/>
                  <a:pt x="11281318" y="696200"/>
                </a:cubicBezTo>
                <a:cubicBezTo>
                  <a:pt x="11287903" y="689615"/>
                  <a:pt x="11288452" y="679189"/>
                  <a:pt x="11282965" y="671507"/>
                </a:cubicBezTo>
                <a:lnTo>
                  <a:pt x="11378443" y="576029"/>
                </a:lnTo>
                <a:lnTo>
                  <a:pt x="11465142" y="576029"/>
                </a:lnTo>
                <a:lnTo>
                  <a:pt x="11622079" y="419092"/>
                </a:lnTo>
                <a:lnTo>
                  <a:pt x="11622628" y="419092"/>
                </a:lnTo>
                <a:lnTo>
                  <a:pt x="11622628" y="316480"/>
                </a:lnTo>
                <a:lnTo>
                  <a:pt x="11876689" y="62418"/>
                </a:lnTo>
                <a:cubicBezTo>
                  <a:pt x="11883823" y="67906"/>
                  <a:pt x="11894797" y="67356"/>
                  <a:pt x="11901382" y="60772"/>
                </a:cubicBezTo>
                <a:cubicBezTo>
                  <a:pt x="11908516" y="53639"/>
                  <a:pt x="11908516" y="41567"/>
                  <a:pt x="11901382" y="34433"/>
                </a:cubicBezTo>
                <a:cubicBezTo>
                  <a:pt x="11897815" y="30866"/>
                  <a:pt x="11893014" y="29083"/>
                  <a:pt x="11888213" y="29083"/>
                </a:cubicBezTo>
                <a:close/>
                <a:moveTo>
                  <a:pt x="14013990" y="19754"/>
                </a:moveTo>
                <a:cubicBezTo>
                  <a:pt x="14009188" y="19754"/>
                  <a:pt x="14004386" y="21538"/>
                  <a:pt x="14000819" y="25104"/>
                </a:cubicBezTo>
                <a:cubicBezTo>
                  <a:pt x="13994235" y="31689"/>
                  <a:pt x="13993686" y="42115"/>
                  <a:pt x="13999173" y="49797"/>
                </a:cubicBezTo>
                <a:lnTo>
                  <a:pt x="13179921" y="869050"/>
                </a:lnTo>
                <a:lnTo>
                  <a:pt x="12643813" y="869050"/>
                </a:lnTo>
                <a:lnTo>
                  <a:pt x="12374935" y="1137927"/>
                </a:lnTo>
                <a:lnTo>
                  <a:pt x="12374386" y="1137927"/>
                </a:lnTo>
                <a:lnTo>
                  <a:pt x="12374386" y="1230662"/>
                </a:lnTo>
                <a:lnTo>
                  <a:pt x="11985338" y="1619711"/>
                </a:lnTo>
                <a:lnTo>
                  <a:pt x="10850018" y="1619711"/>
                </a:lnTo>
                <a:lnTo>
                  <a:pt x="10752892" y="1716836"/>
                </a:lnTo>
                <a:cubicBezTo>
                  <a:pt x="10745759" y="1711348"/>
                  <a:pt x="10734784" y="1711898"/>
                  <a:pt x="10728200" y="1718482"/>
                </a:cubicBezTo>
                <a:cubicBezTo>
                  <a:pt x="10721066" y="1725615"/>
                  <a:pt x="10721066" y="1737688"/>
                  <a:pt x="10728200" y="1744821"/>
                </a:cubicBezTo>
                <a:cubicBezTo>
                  <a:pt x="10735333" y="1751954"/>
                  <a:pt x="10747406" y="1751954"/>
                  <a:pt x="10754538" y="1744821"/>
                </a:cubicBezTo>
                <a:cubicBezTo>
                  <a:pt x="10761123" y="1738237"/>
                  <a:pt x="10761672" y="1727811"/>
                  <a:pt x="10756185" y="1720128"/>
                </a:cubicBezTo>
                <a:lnTo>
                  <a:pt x="10851663" y="1624649"/>
                </a:lnTo>
                <a:lnTo>
                  <a:pt x="11986984" y="1624649"/>
                </a:lnTo>
                <a:lnTo>
                  <a:pt x="12378228" y="1233405"/>
                </a:lnTo>
                <a:lnTo>
                  <a:pt x="12378776" y="1233405"/>
                </a:lnTo>
                <a:lnTo>
                  <a:pt x="12378776" y="1140671"/>
                </a:lnTo>
                <a:lnTo>
                  <a:pt x="12645459" y="873988"/>
                </a:lnTo>
                <a:lnTo>
                  <a:pt x="13181567" y="873988"/>
                </a:lnTo>
                <a:lnTo>
                  <a:pt x="14002466" y="53090"/>
                </a:lnTo>
                <a:cubicBezTo>
                  <a:pt x="14009598" y="58577"/>
                  <a:pt x="14020573" y="58028"/>
                  <a:pt x="14027159" y="51443"/>
                </a:cubicBezTo>
                <a:cubicBezTo>
                  <a:pt x="14034292" y="44310"/>
                  <a:pt x="14034292" y="32238"/>
                  <a:pt x="14027159" y="25104"/>
                </a:cubicBezTo>
                <a:cubicBezTo>
                  <a:pt x="14023592" y="21538"/>
                  <a:pt x="14018791" y="19754"/>
                  <a:pt x="14013990" y="19754"/>
                </a:cubicBezTo>
                <a:close/>
                <a:moveTo>
                  <a:pt x="15502142" y="0"/>
                </a:moveTo>
                <a:cubicBezTo>
                  <a:pt x="15497341" y="0"/>
                  <a:pt x="15492539" y="1784"/>
                  <a:pt x="15488973" y="5350"/>
                </a:cubicBezTo>
                <a:cubicBezTo>
                  <a:pt x="15482388" y="11935"/>
                  <a:pt x="15481838" y="22360"/>
                  <a:pt x="15487326" y="30043"/>
                </a:cubicBezTo>
                <a:lnTo>
                  <a:pt x="15189365" y="328003"/>
                </a:lnTo>
                <a:lnTo>
                  <a:pt x="14634602" y="328003"/>
                </a:lnTo>
                <a:lnTo>
                  <a:pt x="13882293" y="1080311"/>
                </a:lnTo>
                <a:lnTo>
                  <a:pt x="12793067" y="1080311"/>
                </a:lnTo>
                <a:lnTo>
                  <a:pt x="12792519" y="1080859"/>
                </a:lnTo>
                <a:cubicBezTo>
                  <a:pt x="12791420" y="1071530"/>
                  <a:pt x="12783739" y="1064397"/>
                  <a:pt x="12773861" y="1064397"/>
                </a:cubicBezTo>
                <a:cubicBezTo>
                  <a:pt x="12763984" y="1064397"/>
                  <a:pt x="12755204" y="1072628"/>
                  <a:pt x="12755204" y="1083053"/>
                </a:cubicBezTo>
                <a:cubicBezTo>
                  <a:pt x="12755204" y="1093480"/>
                  <a:pt x="12763436" y="1101710"/>
                  <a:pt x="12773861" y="1101710"/>
                </a:cubicBezTo>
                <a:cubicBezTo>
                  <a:pt x="12784287" y="1101710"/>
                  <a:pt x="12791420" y="1094577"/>
                  <a:pt x="12792519" y="1085249"/>
                </a:cubicBezTo>
                <a:lnTo>
                  <a:pt x="13883940" y="1085249"/>
                </a:lnTo>
                <a:lnTo>
                  <a:pt x="14636248" y="332941"/>
                </a:lnTo>
                <a:lnTo>
                  <a:pt x="15191012" y="332941"/>
                </a:lnTo>
                <a:lnTo>
                  <a:pt x="15490618" y="33335"/>
                </a:lnTo>
                <a:cubicBezTo>
                  <a:pt x="15497753" y="38823"/>
                  <a:pt x="15508727" y="38274"/>
                  <a:pt x="15515312" y="31689"/>
                </a:cubicBezTo>
                <a:cubicBezTo>
                  <a:pt x="15522445" y="24556"/>
                  <a:pt x="15522445" y="12484"/>
                  <a:pt x="15515312" y="5350"/>
                </a:cubicBezTo>
                <a:cubicBezTo>
                  <a:pt x="15511745" y="1784"/>
                  <a:pt x="15506943" y="0"/>
                  <a:pt x="15502142" y="0"/>
                </a:cubicBezTo>
                <a:close/>
              </a:path>
            </a:pathLst>
          </a:custGeom>
          <a:noFill/>
          <a:ln w="5741" cap="flat">
            <a:gradFill flip="none" rotWithShape="1">
              <a:gsLst>
                <a:gs pos="11000">
                  <a:srgbClr val="C8C9C7"/>
                </a:gs>
                <a:gs pos="77000">
                  <a:srgbClr val="EEEEEE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  <a:miter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AAF676-AFD6-F935-DC5C-BE0E576EEE8B}"/>
              </a:ext>
            </a:extLst>
          </p:cNvPr>
          <p:cNvSpPr>
            <a:spLocks/>
          </p:cNvSpPr>
          <p:nvPr userDrawn="1"/>
        </p:nvSpPr>
        <p:spPr>
          <a:xfrm>
            <a:off x="-13462" y="0"/>
            <a:ext cx="12195827" cy="6868799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57000">
                <a:schemeClr val="tx2">
                  <a:alpha val="85000"/>
                </a:schemeClr>
              </a:gs>
              <a:gs pos="100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gradFill>
              <a:gsLst>
                <a:gs pos="0">
                  <a:schemeClr val="tx2">
                    <a:alpha val="0"/>
                  </a:schemeClr>
                </a:gs>
                <a:gs pos="100000">
                  <a:schemeClr val="tx2">
                    <a:alpha val="0"/>
                  </a:schemeClr>
                </a:gs>
              </a:gsLst>
              <a:lin ang="5400000" scaled="1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A77BDCC-8EF9-878A-270C-03C9AC542554}"/>
              </a:ext>
            </a:extLst>
          </p:cNvPr>
          <p:cNvGrpSpPr/>
          <p:nvPr userDrawn="1"/>
        </p:nvGrpSpPr>
        <p:grpSpPr>
          <a:xfrm>
            <a:off x="0" y="0"/>
            <a:ext cx="603250" cy="584200"/>
            <a:chOff x="0" y="-2381"/>
            <a:chExt cx="603250" cy="584200"/>
          </a:xfrm>
          <a:effectLst/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126BD-1998-BC23-322E-F1661B9A0D7B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6B0B532-F772-7D9E-2411-5D58064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7A0A897-078D-D91B-D342-19AA61B0BF95}"/>
              </a:ext>
            </a:extLst>
          </p:cNvPr>
          <p:cNvGrpSpPr/>
          <p:nvPr userDrawn="1"/>
        </p:nvGrpSpPr>
        <p:grpSpPr>
          <a:xfrm>
            <a:off x="11572338" y="6273526"/>
            <a:ext cx="603250" cy="584200"/>
            <a:chOff x="11576050" y="6265865"/>
            <a:chExt cx="603250" cy="584200"/>
          </a:xfrm>
          <a:effectLst/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F6282F3-C830-376B-F613-EE6FCD6C6329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2179300" y="6265865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C07EA87-74F2-31B0-519B-4555E965DA50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1576050" y="6835776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643242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11668" y="5831699"/>
            <a:ext cx="3608832" cy="469148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10344EF7-FB04-41A4-900F-48EC95C6F3B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81000" y="552449"/>
            <a:ext cx="11430000" cy="1994392"/>
          </a:xfrm>
          <a:prstGeom prst="rect">
            <a:avLst/>
          </a:prstGeom>
        </p:spPr>
        <p:txBody>
          <a:bodyPr wrap="square" lIns="0" tIns="0" rIns="0" bIns="0" anchor="b">
            <a:spAutoFit/>
          </a:bodyPr>
          <a:lstStyle>
            <a:lvl1pPr algn="l">
              <a:defRPr sz="7200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2743201"/>
            <a:ext cx="11430000" cy="16557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26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8008387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95247334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20" indent="-152388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67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080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47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4618657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51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01" indent="-230701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50" indent="-23070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798" indent="-224350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4008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01" indent="-230701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50" indent="-23070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798" indent="-224350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3765208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00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51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1"/>
          </p:nvPr>
        </p:nvSpPr>
        <p:spPr>
          <a:xfrm>
            <a:off x="43053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4"/>
          </p:nvPr>
        </p:nvSpPr>
        <p:spPr>
          <a:xfrm>
            <a:off x="82296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84" indent="-22858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50" indent="-22858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080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47" indent="-22858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594969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72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79250967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logo slide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6CED6EC7-6D3E-4027-A733-9B78EBA486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01837" y="3005739"/>
            <a:ext cx="6790944" cy="88030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B40B410-C7E4-4036-89E5-3C58E91B26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457200"/>
            <a:ext cx="10515600" cy="395816"/>
          </a:xfrm>
          <a:prstGeom prst="rect">
            <a:avLst/>
          </a:prstGeo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896370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96148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5F6FDFA-5C47-4695-A273-CA76F8519D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1233AD0B-5E81-4930-8FA3-04DEA6DAB125}"/>
              </a:ext>
            </a:extLst>
          </p:cNvPr>
          <p:cNvSpPr/>
          <p:nvPr userDrawn="1"/>
        </p:nvSpPr>
        <p:spPr>
          <a:xfrm>
            <a:off x="0" y="4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5000"/>
                </a:schemeClr>
              </a:gs>
              <a:gs pos="65000">
                <a:schemeClr val="accent1">
                  <a:alpha val="0"/>
                </a:schemeClr>
              </a:gs>
            </a:gsLst>
            <a:lin ang="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15E5080-1A7D-484B-A86B-A5A2F02071EE}"/>
              </a:ext>
            </a:extLst>
          </p:cNvPr>
          <p:cNvSpPr/>
          <p:nvPr userDrawn="1"/>
        </p:nvSpPr>
        <p:spPr>
          <a:xfrm>
            <a:off x="0" y="2"/>
            <a:ext cx="12192000" cy="6857999"/>
          </a:xfrm>
          <a:prstGeom prst="rect">
            <a:avLst/>
          </a:prstGeom>
          <a:gradFill>
            <a:gsLst>
              <a:gs pos="0">
                <a:schemeClr val="accent6">
                  <a:alpha val="35000"/>
                </a:schemeClr>
              </a:gs>
              <a:gs pos="35000">
                <a:schemeClr val="bg1">
                  <a:alpha val="63000"/>
                </a:schemeClr>
              </a:gs>
              <a:gs pos="100000">
                <a:srgbClr val="6E2486"/>
              </a:gs>
            </a:gsLst>
            <a:lin ang="2700000" scaled="0"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1096F97-3760-4789-A108-A2D127138E0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A672761-DA4E-44C8-92C6-3427CB68EDC4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11" name="Data V1">
            <a:extLst>
              <a:ext uri="{FF2B5EF4-FFF2-40B4-BE49-F238E27FC236}">
                <a16:creationId xmlns:a16="http://schemas.microsoft.com/office/drawing/2014/main" id="{65709394-AB08-42D0-BAA9-E17D79865908}"/>
              </a:ext>
            </a:extLst>
          </p:cNvPr>
          <p:cNvGrpSpPr/>
          <p:nvPr userDrawn="1"/>
        </p:nvGrpSpPr>
        <p:grpSpPr>
          <a:xfrm rot="18900000">
            <a:off x="-3590588" y="-824796"/>
            <a:ext cx="6343815" cy="6168221"/>
            <a:chOff x="9340012" y="2495606"/>
            <a:chExt cx="2782316" cy="2705303"/>
          </a:xfrm>
        </p:grpSpPr>
        <p:sp>
          <p:nvSpPr>
            <p:cNvPr id="12" name="Lighter lines">
              <a:extLst>
                <a:ext uri="{FF2B5EF4-FFF2-40B4-BE49-F238E27FC236}">
                  <a16:creationId xmlns:a16="http://schemas.microsoft.com/office/drawing/2014/main" id="{52A46289-2813-4A9F-8FF5-4841464A2641}"/>
                </a:ext>
              </a:extLst>
            </p:cNvPr>
            <p:cNvSpPr/>
            <p:nvPr/>
          </p:nvSpPr>
          <p:spPr>
            <a:xfrm>
              <a:off x="9631644" y="2621058"/>
              <a:ext cx="2490684" cy="2488086"/>
            </a:xfrm>
            <a:custGeom>
              <a:avLst/>
              <a:gdLst>
                <a:gd name="connsiteX0" fmla="*/ 2413151 w 2490683"/>
                <a:gd name="connsiteY0" fmla="*/ 241803 h 2488086"/>
                <a:gd name="connsiteX1" fmla="*/ 2414006 w 2490683"/>
                <a:gd name="connsiteY1" fmla="*/ 241092 h 2488086"/>
                <a:gd name="connsiteX2" fmla="*/ 2468593 w 2490683"/>
                <a:gd name="connsiteY2" fmla="*/ 750529 h 2488086"/>
                <a:gd name="connsiteX3" fmla="*/ 2468593 w 2490683"/>
                <a:gd name="connsiteY3" fmla="*/ 752093 h 2488086"/>
                <a:gd name="connsiteX4" fmla="*/ 2133948 w 2490683"/>
                <a:gd name="connsiteY4" fmla="*/ 449815 h 2488086"/>
                <a:gd name="connsiteX5" fmla="*/ 2133948 w 2490683"/>
                <a:gd name="connsiteY5" fmla="*/ 449815 h 2488086"/>
                <a:gd name="connsiteX6" fmla="*/ 2413151 w 2490683"/>
                <a:gd name="connsiteY6" fmla="*/ 243367 h 2488086"/>
                <a:gd name="connsiteX7" fmla="*/ 2135373 w 2490683"/>
                <a:gd name="connsiteY7" fmla="*/ 449815 h 2488086"/>
                <a:gd name="connsiteX8" fmla="*/ 2467167 w 2490683"/>
                <a:gd name="connsiteY8" fmla="*/ 749392 h 2488086"/>
                <a:gd name="connsiteX9" fmla="*/ 2468307 w 2490683"/>
                <a:gd name="connsiteY9" fmla="*/ 749960 h 2488086"/>
                <a:gd name="connsiteX10" fmla="*/ 2468307 w 2490683"/>
                <a:gd name="connsiteY10" fmla="*/ 749960 h 2488086"/>
                <a:gd name="connsiteX11" fmla="*/ 2244688 w 2490683"/>
                <a:gd name="connsiteY11" fmla="*/ 1198259 h 2488086"/>
                <a:gd name="connsiteX12" fmla="*/ 2244688 w 2490683"/>
                <a:gd name="connsiteY12" fmla="*/ 1199396 h 2488086"/>
                <a:gd name="connsiteX13" fmla="*/ 1939261 w 2490683"/>
                <a:gd name="connsiteY13" fmla="*/ 602234 h 2488086"/>
                <a:gd name="connsiteX14" fmla="*/ 1938548 w 2490683"/>
                <a:gd name="connsiteY14" fmla="*/ 600954 h 2488086"/>
                <a:gd name="connsiteX15" fmla="*/ 2467167 w 2490683"/>
                <a:gd name="connsiteY15" fmla="*/ 750955 h 2488086"/>
                <a:gd name="connsiteX16" fmla="*/ 1940971 w 2490683"/>
                <a:gd name="connsiteY16" fmla="*/ 603371 h 2488086"/>
                <a:gd name="connsiteX17" fmla="*/ 2244688 w 2490683"/>
                <a:gd name="connsiteY17" fmla="*/ 1196979 h 2488086"/>
                <a:gd name="connsiteX18" fmla="*/ 2134090 w 2490683"/>
                <a:gd name="connsiteY18" fmla="*/ 448962 h 2488086"/>
                <a:gd name="connsiteX19" fmla="*/ 2134090 w 2490683"/>
                <a:gd name="connsiteY19" fmla="*/ 448962 h 2488086"/>
                <a:gd name="connsiteX20" fmla="*/ 2470018 w 2490683"/>
                <a:gd name="connsiteY20" fmla="*/ 752235 h 2488086"/>
                <a:gd name="connsiteX21" fmla="*/ 1939261 w 2490683"/>
                <a:gd name="connsiteY21" fmla="*/ 603371 h 2488086"/>
                <a:gd name="connsiteX22" fmla="*/ 1938120 w 2490683"/>
                <a:gd name="connsiteY22" fmla="*/ 603371 h 2488086"/>
                <a:gd name="connsiteX23" fmla="*/ 2134090 w 2490683"/>
                <a:gd name="connsiteY23" fmla="*/ 450241 h 2488086"/>
                <a:gd name="connsiteX24" fmla="*/ 1941113 w 2490683"/>
                <a:gd name="connsiteY24" fmla="*/ 602234 h 2488086"/>
                <a:gd name="connsiteX25" fmla="*/ 2465599 w 2490683"/>
                <a:gd name="connsiteY25" fmla="*/ 749249 h 2488086"/>
                <a:gd name="connsiteX26" fmla="*/ 2134090 w 2490683"/>
                <a:gd name="connsiteY26" fmla="*/ 448962 h 2488086"/>
                <a:gd name="connsiteX27" fmla="*/ 2134090 w 2490683"/>
                <a:gd name="connsiteY27" fmla="*/ 448962 h 2488086"/>
                <a:gd name="connsiteX28" fmla="*/ 1939688 w 2490683"/>
                <a:gd name="connsiteY28" fmla="*/ 603371 h 2488086"/>
                <a:gd name="connsiteX29" fmla="*/ 1502996 w 2490683"/>
                <a:gd name="connsiteY29" fmla="*/ 75024 h 2488086"/>
                <a:gd name="connsiteX30" fmla="*/ 1500716 w 2490683"/>
                <a:gd name="connsiteY30" fmla="*/ 72323 h 2488086"/>
                <a:gd name="connsiteX31" fmla="*/ 2132665 w 2490683"/>
                <a:gd name="connsiteY31" fmla="*/ 448962 h 2488086"/>
                <a:gd name="connsiteX32" fmla="*/ 1505562 w 2490683"/>
                <a:gd name="connsiteY32" fmla="*/ 76446 h 2488086"/>
                <a:gd name="connsiteX33" fmla="*/ 1939118 w 2490683"/>
                <a:gd name="connsiteY33" fmla="*/ 600954 h 2488086"/>
                <a:gd name="connsiteX34" fmla="*/ 1938690 w 2490683"/>
                <a:gd name="connsiteY34" fmla="*/ 601523 h 2488086"/>
                <a:gd name="connsiteX35" fmla="*/ 1938690 w 2490683"/>
                <a:gd name="connsiteY35" fmla="*/ 600670 h 2488086"/>
                <a:gd name="connsiteX36" fmla="*/ 2244118 w 2490683"/>
                <a:gd name="connsiteY36" fmla="*/ 1197832 h 2488086"/>
                <a:gd name="connsiteX37" fmla="*/ 2244118 w 2490683"/>
                <a:gd name="connsiteY37" fmla="*/ 1198828 h 2488086"/>
                <a:gd name="connsiteX38" fmla="*/ 1591076 w 2490683"/>
                <a:gd name="connsiteY38" fmla="*/ 1132855 h 2488086"/>
                <a:gd name="connsiteX39" fmla="*/ 1590078 w 2490683"/>
                <a:gd name="connsiteY39" fmla="*/ 1132855 h 2488086"/>
                <a:gd name="connsiteX40" fmla="*/ 1938690 w 2490683"/>
                <a:gd name="connsiteY40" fmla="*/ 603087 h 2488086"/>
                <a:gd name="connsiteX41" fmla="*/ 1593784 w 2490683"/>
                <a:gd name="connsiteY41" fmla="*/ 1132287 h 2488086"/>
                <a:gd name="connsiteX42" fmla="*/ 2243548 w 2490683"/>
                <a:gd name="connsiteY42" fmla="*/ 1197832 h 2488086"/>
                <a:gd name="connsiteX43" fmla="*/ 1938690 w 2490683"/>
                <a:gd name="connsiteY43" fmla="*/ 601523 h 2488086"/>
                <a:gd name="connsiteX44" fmla="*/ 1938690 w 2490683"/>
                <a:gd name="connsiteY44" fmla="*/ 601523 h 2488086"/>
                <a:gd name="connsiteX45" fmla="*/ 1593214 w 2490683"/>
                <a:gd name="connsiteY45" fmla="*/ 1132287 h 2488086"/>
                <a:gd name="connsiteX46" fmla="*/ 1592216 w 2490683"/>
                <a:gd name="connsiteY46" fmla="*/ 1133851 h 2488086"/>
                <a:gd name="connsiteX47" fmla="*/ 1502711 w 2490683"/>
                <a:gd name="connsiteY47" fmla="*/ 72181 h 2488086"/>
                <a:gd name="connsiteX48" fmla="*/ 1937408 w 2490683"/>
                <a:gd name="connsiteY48" fmla="*/ 601523 h 2488086"/>
                <a:gd name="connsiteX49" fmla="*/ 1502711 w 2490683"/>
                <a:gd name="connsiteY49" fmla="*/ 75451 h 2488086"/>
                <a:gd name="connsiteX50" fmla="*/ 1591504 w 2490683"/>
                <a:gd name="connsiteY50" fmla="*/ 1129585 h 2488086"/>
                <a:gd name="connsiteX51" fmla="*/ 1504992 w 2490683"/>
                <a:gd name="connsiteY51" fmla="*/ 73318 h 2488086"/>
                <a:gd name="connsiteX52" fmla="*/ 896132 w 2490683"/>
                <a:gd name="connsiteY52" fmla="*/ 1068589 h 2488086"/>
                <a:gd name="connsiteX53" fmla="*/ 896132 w 2490683"/>
                <a:gd name="connsiteY53" fmla="*/ 1069585 h 2488086"/>
                <a:gd name="connsiteX54" fmla="*/ 638164 w 2490683"/>
                <a:gd name="connsiteY54" fmla="*/ 470858 h 2488086"/>
                <a:gd name="connsiteX55" fmla="*/ 638164 w 2490683"/>
                <a:gd name="connsiteY55" fmla="*/ 470858 h 2488086"/>
                <a:gd name="connsiteX56" fmla="*/ 1501856 w 2490683"/>
                <a:gd name="connsiteY56" fmla="*/ 76162 h 2488086"/>
                <a:gd name="connsiteX57" fmla="*/ 639447 w 2490683"/>
                <a:gd name="connsiteY57" fmla="*/ 470858 h 2488086"/>
                <a:gd name="connsiteX58" fmla="*/ 895989 w 2490683"/>
                <a:gd name="connsiteY58" fmla="*/ 1067168 h 2488086"/>
                <a:gd name="connsiteX59" fmla="*/ 538825 w 2490683"/>
                <a:gd name="connsiteY59" fmla="*/ 20711 h 2488086"/>
                <a:gd name="connsiteX60" fmla="*/ 539681 w 2490683"/>
                <a:gd name="connsiteY60" fmla="*/ 19715 h 2488086"/>
                <a:gd name="connsiteX61" fmla="*/ 639447 w 2490683"/>
                <a:gd name="connsiteY61" fmla="*/ 470431 h 2488086"/>
                <a:gd name="connsiteX62" fmla="*/ 639447 w 2490683"/>
                <a:gd name="connsiteY62" fmla="*/ 470431 h 2488086"/>
                <a:gd name="connsiteX63" fmla="*/ 20895 w 2490683"/>
                <a:gd name="connsiteY63" fmla="*/ 638632 h 2488086"/>
                <a:gd name="connsiteX64" fmla="*/ 19043 w 2490683"/>
                <a:gd name="connsiteY64" fmla="*/ 638632 h 2488086"/>
                <a:gd name="connsiteX65" fmla="*/ 538825 w 2490683"/>
                <a:gd name="connsiteY65" fmla="*/ 22559 h 2488086"/>
                <a:gd name="connsiteX66" fmla="*/ 22748 w 2490683"/>
                <a:gd name="connsiteY66" fmla="*/ 637495 h 2488086"/>
                <a:gd name="connsiteX67" fmla="*/ 638307 w 2490683"/>
                <a:gd name="connsiteY67" fmla="*/ 470147 h 2488086"/>
                <a:gd name="connsiteX68" fmla="*/ 638592 w 2490683"/>
                <a:gd name="connsiteY68" fmla="*/ 470005 h 2488086"/>
                <a:gd name="connsiteX69" fmla="*/ 638592 w 2490683"/>
                <a:gd name="connsiteY69" fmla="*/ 470005 h 2488086"/>
                <a:gd name="connsiteX70" fmla="*/ 895134 w 2490683"/>
                <a:gd name="connsiteY70" fmla="*/ 1068447 h 2488086"/>
                <a:gd name="connsiteX71" fmla="*/ 895134 w 2490683"/>
                <a:gd name="connsiteY71" fmla="*/ 1070011 h 2488086"/>
                <a:gd name="connsiteX72" fmla="*/ 20468 w 2490683"/>
                <a:gd name="connsiteY72" fmla="*/ 639201 h 2488086"/>
                <a:gd name="connsiteX73" fmla="*/ 19043 w 2490683"/>
                <a:gd name="connsiteY73" fmla="*/ 639201 h 2488086"/>
                <a:gd name="connsiteX74" fmla="*/ 638592 w 2490683"/>
                <a:gd name="connsiteY74" fmla="*/ 471284 h 2488086"/>
                <a:gd name="connsiteX75" fmla="*/ 22748 w 2490683"/>
                <a:gd name="connsiteY75" fmla="*/ 638774 h 2488086"/>
                <a:gd name="connsiteX76" fmla="*/ 894706 w 2490683"/>
                <a:gd name="connsiteY76" fmla="*/ 1067310 h 2488086"/>
                <a:gd name="connsiteX77" fmla="*/ 896132 w 2490683"/>
                <a:gd name="connsiteY77" fmla="*/ 1068447 h 2488086"/>
                <a:gd name="connsiteX78" fmla="*/ 897557 w 2490683"/>
                <a:gd name="connsiteY78" fmla="*/ 1069158 h 2488086"/>
                <a:gd name="connsiteX79" fmla="*/ 26311 w 2490683"/>
                <a:gd name="connsiteY79" fmla="*/ 1333616 h 2488086"/>
                <a:gd name="connsiteX80" fmla="*/ 25456 w 2490683"/>
                <a:gd name="connsiteY80" fmla="*/ 1333616 h 2488086"/>
                <a:gd name="connsiteX81" fmla="*/ 20468 w 2490683"/>
                <a:gd name="connsiteY81" fmla="*/ 638774 h 2488086"/>
                <a:gd name="connsiteX82" fmla="*/ 20468 w 2490683"/>
                <a:gd name="connsiteY82" fmla="*/ 637779 h 2488086"/>
                <a:gd name="connsiteX83" fmla="*/ 894279 w 2490683"/>
                <a:gd name="connsiteY83" fmla="*/ 1068447 h 2488086"/>
                <a:gd name="connsiteX84" fmla="*/ 21465 w 2490683"/>
                <a:gd name="connsiteY84" fmla="*/ 639627 h 2488086"/>
                <a:gd name="connsiteX85" fmla="*/ 26454 w 2490683"/>
                <a:gd name="connsiteY85" fmla="*/ 1331341 h 2488086"/>
                <a:gd name="connsiteX86" fmla="*/ 1887952 w 2490683"/>
                <a:gd name="connsiteY86" fmla="*/ 690102 h 2488086"/>
                <a:gd name="connsiteX87" fmla="*/ 1887952 w 2490683"/>
                <a:gd name="connsiteY87" fmla="*/ 689107 h 2488086"/>
                <a:gd name="connsiteX88" fmla="*/ 2244261 w 2490683"/>
                <a:gd name="connsiteY88" fmla="*/ 1064324 h 2488086"/>
                <a:gd name="connsiteX89" fmla="*/ 1791179 w 2490683"/>
                <a:gd name="connsiteY89" fmla="*/ 1026788 h 2488086"/>
                <a:gd name="connsiteX90" fmla="*/ 1791179 w 2490683"/>
                <a:gd name="connsiteY90" fmla="*/ 1026788 h 2488086"/>
                <a:gd name="connsiteX91" fmla="*/ 1888950 w 2490683"/>
                <a:gd name="connsiteY91" fmla="*/ 691524 h 2488086"/>
                <a:gd name="connsiteX92" fmla="*/ 1793032 w 2490683"/>
                <a:gd name="connsiteY92" fmla="*/ 1025650 h 2488086"/>
                <a:gd name="connsiteX93" fmla="*/ 2242123 w 2490683"/>
                <a:gd name="connsiteY93" fmla="*/ 1062902 h 2488086"/>
                <a:gd name="connsiteX94" fmla="*/ 2246113 w 2490683"/>
                <a:gd name="connsiteY94" fmla="*/ 1063186 h 2488086"/>
                <a:gd name="connsiteX95" fmla="*/ 1730464 w 2490683"/>
                <a:gd name="connsiteY95" fmla="*/ 1267928 h 2488086"/>
                <a:gd name="connsiteX96" fmla="*/ 1729324 w 2490683"/>
                <a:gd name="connsiteY96" fmla="*/ 1267928 h 2488086"/>
                <a:gd name="connsiteX97" fmla="*/ 1791464 w 2490683"/>
                <a:gd name="connsiteY97" fmla="*/ 1025224 h 2488086"/>
                <a:gd name="connsiteX98" fmla="*/ 2240698 w 2490683"/>
                <a:gd name="connsiteY98" fmla="*/ 1064040 h 2488086"/>
                <a:gd name="connsiteX99" fmla="*/ 1792461 w 2490683"/>
                <a:gd name="connsiteY99" fmla="*/ 1026930 h 2488086"/>
                <a:gd name="connsiteX100" fmla="*/ 1731034 w 2490683"/>
                <a:gd name="connsiteY100" fmla="*/ 1266222 h 2488086"/>
                <a:gd name="connsiteX101" fmla="*/ 1428314 w 2490683"/>
                <a:gd name="connsiteY101" fmla="*/ 664936 h 2488086"/>
                <a:gd name="connsiteX102" fmla="*/ 1428314 w 2490683"/>
                <a:gd name="connsiteY102" fmla="*/ 664936 h 2488086"/>
                <a:gd name="connsiteX103" fmla="*/ 1057753 w 2490683"/>
                <a:gd name="connsiteY103" fmla="*/ 1111528 h 2488086"/>
                <a:gd name="connsiteX104" fmla="*/ 1057753 w 2490683"/>
                <a:gd name="connsiteY104" fmla="*/ 1111528 h 2488086"/>
                <a:gd name="connsiteX105" fmla="*/ 565477 w 2490683"/>
                <a:gd name="connsiteY105" fmla="*/ 336781 h 2488086"/>
                <a:gd name="connsiteX106" fmla="*/ 564480 w 2490683"/>
                <a:gd name="connsiteY106" fmla="*/ 335217 h 2488086"/>
                <a:gd name="connsiteX107" fmla="*/ 1427031 w 2490683"/>
                <a:gd name="connsiteY107" fmla="*/ 665789 h 2488086"/>
                <a:gd name="connsiteX108" fmla="*/ 567615 w 2490683"/>
                <a:gd name="connsiteY108" fmla="*/ 337634 h 2488086"/>
                <a:gd name="connsiteX109" fmla="*/ 1057896 w 2490683"/>
                <a:gd name="connsiteY109" fmla="*/ 1110391 h 2488086"/>
                <a:gd name="connsiteX110" fmla="*/ 1427031 w 2490683"/>
                <a:gd name="connsiteY110" fmla="*/ 665078 h 2488086"/>
                <a:gd name="connsiteX111" fmla="*/ 1427031 w 2490683"/>
                <a:gd name="connsiteY111" fmla="*/ 665078 h 2488086"/>
                <a:gd name="connsiteX112" fmla="*/ 1791464 w 2490683"/>
                <a:gd name="connsiteY112" fmla="*/ 1026361 h 2488086"/>
                <a:gd name="connsiteX113" fmla="*/ 1792319 w 2490683"/>
                <a:gd name="connsiteY113" fmla="*/ 1027214 h 2488086"/>
                <a:gd name="connsiteX114" fmla="*/ 1056898 w 2490683"/>
                <a:gd name="connsiteY114" fmla="*/ 1112523 h 2488086"/>
                <a:gd name="connsiteX115" fmla="*/ 1055330 w 2490683"/>
                <a:gd name="connsiteY115" fmla="*/ 1112523 h 2488086"/>
                <a:gd name="connsiteX116" fmla="*/ 1427031 w 2490683"/>
                <a:gd name="connsiteY116" fmla="*/ 666357 h 2488086"/>
                <a:gd name="connsiteX117" fmla="*/ 1059321 w 2490683"/>
                <a:gd name="connsiteY117" fmla="*/ 1110533 h 2488086"/>
                <a:gd name="connsiteX118" fmla="*/ 1790609 w 2490683"/>
                <a:gd name="connsiteY118" fmla="*/ 1025224 h 2488086"/>
                <a:gd name="connsiteX119" fmla="*/ 1790751 w 2490683"/>
                <a:gd name="connsiteY119" fmla="*/ 1025650 h 2488086"/>
                <a:gd name="connsiteX120" fmla="*/ 1791749 w 2490683"/>
                <a:gd name="connsiteY120" fmla="*/ 1025650 h 2488086"/>
                <a:gd name="connsiteX121" fmla="*/ 1729609 w 2490683"/>
                <a:gd name="connsiteY121" fmla="*/ 1267359 h 2488086"/>
                <a:gd name="connsiteX122" fmla="*/ 1729609 w 2490683"/>
                <a:gd name="connsiteY122" fmla="*/ 1267359 h 2488086"/>
                <a:gd name="connsiteX123" fmla="*/ 1056756 w 2490683"/>
                <a:gd name="connsiteY123" fmla="*/ 1110959 h 2488086"/>
                <a:gd name="connsiteX124" fmla="*/ 1053193 w 2490683"/>
                <a:gd name="connsiteY124" fmla="*/ 1110959 h 2488086"/>
                <a:gd name="connsiteX125" fmla="*/ 1790751 w 2490683"/>
                <a:gd name="connsiteY125" fmla="*/ 1026930 h 2488086"/>
                <a:gd name="connsiteX126" fmla="*/ 1061031 w 2490683"/>
                <a:gd name="connsiteY126" fmla="*/ 1111528 h 2488086"/>
                <a:gd name="connsiteX127" fmla="*/ 1729324 w 2490683"/>
                <a:gd name="connsiteY127" fmla="*/ 1266506 h 2488086"/>
                <a:gd name="connsiteX128" fmla="*/ 355540 w 2490683"/>
                <a:gd name="connsiteY128" fmla="*/ 1057357 h 2488086"/>
                <a:gd name="connsiteX129" fmla="*/ 254206 w 2490683"/>
                <a:gd name="connsiteY129" fmla="*/ 1656653 h 2488086"/>
                <a:gd name="connsiteX130" fmla="*/ 254206 w 2490683"/>
                <a:gd name="connsiteY130" fmla="*/ 1658217 h 2488086"/>
                <a:gd name="connsiteX131" fmla="*/ 20753 w 2490683"/>
                <a:gd name="connsiteY131" fmla="*/ 1337881 h 2488086"/>
                <a:gd name="connsiteX132" fmla="*/ 20753 w 2490683"/>
                <a:gd name="connsiteY132" fmla="*/ 1337881 h 2488086"/>
                <a:gd name="connsiteX133" fmla="*/ 353688 w 2490683"/>
                <a:gd name="connsiteY133" fmla="*/ 1060485 h 2488086"/>
                <a:gd name="connsiteX134" fmla="*/ 22748 w 2490683"/>
                <a:gd name="connsiteY134" fmla="*/ 1337739 h 2488086"/>
                <a:gd name="connsiteX135" fmla="*/ 253636 w 2490683"/>
                <a:gd name="connsiteY135" fmla="*/ 1655089 h 2488086"/>
                <a:gd name="connsiteX136" fmla="*/ 1057041 w 2490683"/>
                <a:gd name="connsiteY136" fmla="*/ 1110817 h 2488086"/>
                <a:gd name="connsiteX137" fmla="*/ 1059178 w 2490683"/>
                <a:gd name="connsiteY137" fmla="*/ 1109538 h 2488086"/>
                <a:gd name="connsiteX138" fmla="*/ 609375 w 2490683"/>
                <a:gd name="connsiteY138" fmla="*/ 1955661 h 2488086"/>
                <a:gd name="connsiteX139" fmla="*/ 609375 w 2490683"/>
                <a:gd name="connsiteY139" fmla="*/ 1956371 h 2488086"/>
                <a:gd name="connsiteX140" fmla="*/ 253066 w 2490683"/>
                <a:gd name="connsiteY140" fmla="*/ 1656510 h 2488086"/>
                <a:gd name="connsiteX141" fmla="*/ 1055758 w 2490683"/>
                <a:gd name="connsiteY141" fmla="*/ 1113234 h 2488086"/>
                <a:gd name="connsiteX142" fmla="*/ 255061 w 2490683"/>
                <a:gd name="connsiteY142" fmla="*/ 1656653 h 2488086"/>
                <a:gd name="connsiteX143" fmla="*/ 608662 w 2490683"/>
                <a:gd name="connsiteY143" fmla="*/ 1954381 h 2488086"/>
                <a:gd name="connsiteX144" fmla="*/ 608804 w 2490683"/>
                <a:gd name="connsiteY144" fmla="*/ 1954950 h 2488086"/>
                <a:gd name="connsiteX145" fmla="*/ 608804 w 2490683"/>
                <a:gd name="connsiteY145" fmla="*/ 1954950 h 2488086"/>
                <a:gd name="connsiteX146" fmla="*/ 217293 w 2490683"/>
                <a:gd name="connsiteY146" fmla="*/ 2466803 h 2488086"/>
                <a:gd name="connsiteX147" fmla="*/ 216010 w 2490683"/>
                <a:gd name="connsiteY147" fmla="*/ 2468367 h 2488086"/>
                <a:gd name="connsiteX148" fmla="*/ 252353 w 2490683"/>
                <a:gd name="connsiteY148" fmla="*/ 1656226 h 2488086"/>
                <a:gd name="connsiteX149" fmla="*/ 252353 w 2490683"/>
                <a:gd name="connsiteY149" fmla="*/ 1655089 h 2488086"/>
                <a:gd name="connsiteX150" fmla="*/ 607664 w 2490683"/>
                <a:gd name="connsiteY150" fmla="*/ 1954950 h 2488086"/>
                <a:gd name="connsiteX151" fmla="*/ 254491 w 2490683"/>
                <a:gd name="connsiteY151" fmla="*/ 1658359 h 2488086"/>
                <a:gd name="connsiteX152" fmla="*/ 218433 w 2490683"/>
                <a:gd name="connsiteY152" fmla="*/ 2465239 h 2488086"/>
                <a:gd name="connsiteX153" fmla="*/ 607664 w 2490683"/>
                <a:gd name="connsiteY153" fmla="*/ 1954950 h 2488086"/>
                <a:gd name="connsiteX154" fmla="*/ 607664 w 2490683"/>
                <a:gd name="connsiteY154" fmla="*/ 1954950 h 2488086"/>
                <a:gd name="connsiteX155" fmla="*/ 1180181 w 2490683"/>
                <a:gd name="connsiteY155" fmla="*/ 2276849 h 2488086"/>
                <a:gd name="connsiteX156" fmla="*/ 1181606 w 2490683"/>
                <a:gd name="connsiteY156" fmla="*/ 2276849 h 2488086"/>
                <a:gd name="connsiteX157" fmla="*/ 217863 w 2490683"/>
                <a:gd name="connsiteY157" fmla="*/ 2467372 h 2488086"/>
                <a:gd name="connsiteX158" fmla="*/ 216295 w 2490683"/>
                <a:gd name="connsiteY158" fmla="*/ 2467372 h 2488086"/>
                <a:gd name="connsiteX159" fmla="*/ 607664 w 2490683"/>
                <a:gd name="connsiteY159" fmla="*/ 1956229 h 2488086"/>
                <a:gd name="connsiteX160" fmla="*/ 219288 w 2490683"/>
                <a:gd name="connsiteY160" fmla="*/ 2465808 h 2488086"/>
                <a:gd name="connsiteX161" fmla="*/ 1179041 w 2490683"/>
                <a:gd name="connsiteY161" fmla="*/ 2276565 h 2488086"/>
                <a:gd name="connsiteX162" fmla="*/ 18472 w 2490683"/>
                <a:gd name="connsiteY162" fmla="*/ 617731 h 2488086"/>
                <a:gd name="connsiteX163" fmla="*/ 34008 w 2490683"/>
                <a:gd name="connsiteY163" fmla="*/ 622281 h 2488086"/>
                <a:gd name="connsiteX164" fmla="*/ 41846 w 2490683"/>
                <a:gd name="connsiteY164" fmla="*/ 636499 h 2488086"/>
                <a:gd name="connsiteX165" fmla="*/ 41846 w 2490683"/>
                <a:gd name="connsiteY165" fmla="*/ 644177 h 2488086"/>
                <a:gd name="connsiteX166" fmla="*/ 23603 w 2490683"/>
                <a:gd name="connsiteY166" fmla="*/ 659817 h 2488086"/>
                <a:gd name="connsiteX167" fmla="*/ 382 w 2490683"/>
                <a:gd name="connsiteY167" fmla="*/ 641134 h 2488086"/>
                <a:gd name="connsiteX168" fmla="*/ 372 w 2490683"/>
                <a:gd name="connsiteY168" fmla="*/ 641049 h 2488086"/>
                <a:gd name="connsiteX169" fmla="*/ 372 w 2490683"/>
                <a:gd name="connsiteY169" fmla="*/ 633371 h 2488086"/>
                <a:gd name="connsiteX170" fmla="*/ 18472 w 2490683"/>
                <a:gd name="connsiteY170" fmla="*/ 617731 h 2488086"/>
                <a:gd name="connsiteX171" fmla="*/ 37000 w 2490683"/>
                <a:gd name="connsiteY171" fmla="*/ 636926 h 2488086"/>
                <a:gd name="connsiteX172" fmla="*/ 31157 w 2490683"/>
                <a:gd name="connsiteY172" fmla="*/ 626120 h 2488086"/>
                <a:gd name="connsiteX173" fmla="*/ 8302 w 2490683"/>
                <a:gd name="connsiteY173" fmla="*/ 628480 h 2488086"/>
                <a:gd name="connsiteX174" fmla="*/ 5218 w 2490683"/>
                <a:gd name="connsiteY174" fmla="*/ 634509 h 2488086"/>
                <a:gd name="connsiteX175" fmla="*/ 5218 w 2490683"/>
                <a:gd name="connsiteY175" fmla="*/ 640338 h 2488086"/>
                <a:gd name="connsiteX176" fmla="*/ 23288 w 2490683"/>
                <a:gd name="connsiteY176" fmla="*/ 654500 h 2488086"/>
                <a:gd name="connsiteX177" fmla="*/ 37000 w 2490683"/>
                <a:gd name="connsiteY177" fmla="*/ 642755 h 2488086"/>
                <a:gd name="connsiteX178" fmla="*/ 37000 w 2490683"/>
                <a:gd name="connsiteY178" fmla="*/ 636926 h 2488086"/>
                <a:gd name="connsiteX179" fmla="*/ 537258 w 2490683"/>
                <a:gd name="connsiteY179" fmla="*/ 94 h 2488086"/>
                <a:gd name="connsiteX180" fmla="*/ 560489 w 2490683"/>
                <a:gd name="connsiteY180" fmla="*/ 18862 h 2488086"/>
                <a:gd name="connsiteX181" fmla="*/ 560489 w 2490683"/>
                <a:gd name="connsiteY181" fmla="*/ 26540 h 2488086"/>
                <a:gd name="connsiteX182" fmla="*/ 537757 w 2490683"/>
                <a:gd name="connsiteY182" fmla="*/ 45948 h 2488086"/>
                <a:gd name="connsiteX183" fmla="*/ 518302 w 2490683"/>
                <a:gd name="connsiteY183" fmla="*/ 23270 h 2488086"/>
                <a:gd name="connsiteX184" fmla="*/ 518302 w 2490683"/>
                <a:gd name="connsiteY184" fmla="*/ 15592 h 2488086"/>
                <a:gd name="connsiteX185" fmla="*/ 537115 w 2490683"/>
                <a:gd name="connsiteY185" fmla="*/ 94 h 2488086"/>
                <a:gd name="connsiteX186" fmla="*/ 555501 w 2490683"/>
                <a:gd name="connsiteY186" fmla="*/ 19431 h 2488086"/>
                <a:gd name="connsiteX187" fmla="*/ 537739 w 2490683"/>
                <a:gd name="connsiteY187" fmla="*/ 5207 h 2488086"/>
                <a:gd name="connsiteX188" fmla="*/ 537685 w 2490683"/>
                <a:gd name="connsiteY188" fmla="*/ 5213 h 2488086"/>
                <a:gd name="connsiteX189" fmla="*/ 523433 w 2490683"/>
                <a:gd name="connsiteY189" fmla="*/ 17156 h 2488086"/>
                <a:gd name="connsiteX190" fmla="*/ 523433 w 2490683"/>
                <a:gd name="connsiteY190" fmla="*/ 22986 h 2488086"/>
                <a:gd name="connsiteX191" fmla="*/ 541194 w 2490683"/>
                <a:gd name="connsiteY191" fmla="*/ 37210 h 2488086"/>
                <a:gd name="connsiteX192" fmla="*/ 541248 w 2490683"/>
                <a:gd name="connsiteY192" fmla="*/ 37204 h 2488086"/>
                <a:gd name="connsiteX193" fmla="*/ 555501 w 2490683"/>
                <a:gd name="connsiteY193" fmla="*/ 25261 h 2488086"/>
                <a:gd name="connsiteX194" fmla="*/ 555358 w 2490683"/>
                <a:gd name="connsiteY194" fmla="*/ 19431 h 2488086"/>
                <a:gd name="connsiteX195" fmla="*/ 877889 w 2490683"/>
                <a:gd name="connsiteY195" fmla="*/ 1026646 h 2488086"/>
                <a:gd name="connsiteX196" fmla="*/ 904826 w 2490683"/>
                <a:gd name="connsiteY196" fmla="*/ 1034608 h 2488086"/>
                <a:gd name="connsiteX197" fmla="*/ 919078 w 2490683"/>
                <a:gd name="connsiteY197" fmla="*/ 1059205 h 2488086"/>
                <a:gd name="connsiteX198" fmla="*/ 918080 w 2490683"/>
                <a:gd name="connsiteY198" fmla="*/ 1072570 h 2488086"/>
                <a:gd name="connsiteX199" fmla="*/ 873127 w 2490683"/>
                <a:gd name="connsiteY199" fmla="*/ 1098647 h 2488086"/>
                <a:gd name="connsiteX200" fmla="*/ 845963 w 2490683"/>
                <a:gd name="connsiteY200" fmla="*/ 1067025 h 2488086"/>
                <a:gd name="connsiteX201" fmla="*/ 846961 w 2490683"/>
                <a:gd name="connsiteY201" fmla="*/ 1053660 h 2488086"/>
                <a:gd name="connsiteX202" fmla="*/ 877889 w 2490683"/>
                <a:gd name="connsiteY202" fmla="*/ 1026646 h 2488086"/>
                <a:gd name="connsiteX203" fmla="*/ 913377 w 2490683"/>
                <a:gd name="connsiteY203" fmla="*/ 1059774 h 2488086"/>
                <a:gd name="connsiteX204" fmla="*/ 901833 w 2490683"/>
                <a:gd name="connsiteY204" fmla="*/ 1038447 h 2488086"/>
                <a:gd name="connsiteX205" fmla="*/ 856961 w 2490683"/>
                <a:gd name="connsiteY205" fmla="*/ 1043423 h 2488086"/>
                <a:gd name="connsiteX206" fmla="*/ 851094 w 2490683"/>
                <a:gd name="connsiteY206" fmla="*/ 1054940 h 2488086"/>
                <a:gd name="connsiteX207" fmla="*/ 873502 w 2490683"/>
                <a:gd name="connsiteY207" fmla="*/ 1093812 h 2488086"/>
                <a:gd name="connsiteX208" fmla="*/ 912466 w 2490683"/>
                <a:gd name="connsiteY208" fmla="*/ 1071461 h 2488086"/>
                <a:gd name="connsiteX209" fmla="*/ 913377 w 2490683"/>
                <a:gd name="connsiteY209" fmla="*/ 1059774 h 2488086"/>
                <a:gd name="connsiteX210" fmla="*/ 1503281 w 2490683"/>
                <a:gd name="connsiteY210" fmla="*/ 34218 h 2488086"/>
                <a:gd name="connsiteX211" fmla="*/ 1552523 w 2490683"/>
                <a:gd name="connsiteY211" fmla="*/ 73958 h 2488086"/>
                <a:gd name="connsiteX212" fmla="*/ 1512688 w 2490683"/>
                <a:gd name="connsiteY212" fmla="*/ 123081 h 2488086"/>
                <a:gd name="connsiteX213" fmla="*/ 1479908 w 2490683"/>
                <a:gd name="connsiteY213" fmla="*/ 113413 h 2488086"/>
                <a:gd name="connsiteX214" fmla="*/ 1463517 w 2490683"/>
                <a:gd name="connsiteY214" fmla="*/ 83413 h 2488086"/>
                <a:gd name="connsiteX215" fmla="*/ 1464658 w 2490683"/>
                <a:gd name="connsiteY215" fmla="*/ 67204 h 2488086"/>
                <a:gd name="connsiteX216" fmla="*/ 1503139 w 2490683"/>
                <a:gd name="connsiteY216" fmla="*/ 34218 h 2488086"/>
                <a:gd name="connsiteX217" fmla="*/ 1547749 w 2490683"/>
                <a:gd name="connsiteY217" fmla="*/ 74455 h 2488086"/>
                <a:gd name="connsiteX218" fmla="*/ 1503481 w 2490683"/>
                <a:gd name="connsiteY218" fmla="*/ 39540 h 2488086"/>
                <a:gd name="connsiteX219" fmla="*/ 1469646 w 2490683"/>
                <a:gd name="connsiteY219" fmla="*/ 68484 h 2488086"/>
                <a:gd name="connsiteX220" fmla="*/ 1468506 w 2490683"/>
                <a:gd name="connsiteY220" fmla="*/ 82702 h 2488086"/>
                <a:gd name="connsiteX221" fmla="*/ 1482758 w 2490683"/>
                <a:gd name="connsiteY221" fmla="*/ 109432 h 2488086"/>
                <a:gd name="connsiteX222" fmla="*/ 1538926 w 2490683"/>
                <a:gd name="connsiteY222" fmla="*/ 103901 h 2488086"/>
                <a:gd name="connsiteX223" fmla="*/ 1547749 w 2490683"/>
                <a:gd name="connsiteY223" fmla="*/ 74455 h 2488086"/>
                <a:gd name="connsiteX224" fmla="*/ 1504992 w 2490683"/>
                <a:gd name="connsiteY224" fmla="*/ 55972 h 2488086"/>
                <a:gd name="connsiteX225" fmla="*/ 1521809 w 2490683"/>
                <a:gd name="connsiteY225" fmla="*/ 60948 h 2488086"/>
                <a:gd name="connsiteX226" fmla="*/ 1528822 w 2490683"/>
                <a:gd name="connsiteY226" fmla="*/ 92555 h 2488086"/>
                <a:gd name="connsiteX227" fmla="*/ 1497139 w 2490683"/>
                <a:gd name="connsiteY227" fmla="*/ 99550 h 2488086"/>
                <a:gd name="connsiteX228" fmla="*/ 1493305 w 2490683"/>
                <a:gd name="connsiteY228" fmla="*/ 96494 h 2488086"/>
                <a:gd name="connsiteX229" fmla="*/ 1484896 w 2490683"/>
                <a:gd name="connsiteY229" fmla="*/ 81138 h 2488086"/>
                <a:gd name="connsiteX230" fmla="*/ 1484896 w 2490683"/>
                <a:gd name="connsiteY230" fmla="*/ 72749 h 2488086"/>
                <a:gd name="connsiteX231" fmla="*/ 1504992 w 2490683"/>
                <a:gd name="connsiteY231" fmla="*/ 55972 h 2488086"/>
                <a:gd name="connsiteX232" fmla="*/ 1525230 w 2490683"/>
                <a:gd name="connsiteY232" fmla="*/ 76730 h 2488086"/>
                <a:gd name="connsiteX233" fmla="*/ 1518674 w 2490683"/>
                <a:gd name="connsiteY233" fmla="*/ 64787 h 2488086"/>
                <a:gd name="connsiteX234" fmla="*/ 1505419 w 2490683"/>
                <a:gd name="connsiteY234" fmla="*/ 60806 h 2488086"/>
                <a:gd name="connsiteX235" fmla="*/ 1490027 w 2490683"/>
                <a:gd name="connsiteY235" fmla="*/ 74029 h 2488086"/>
                <a:gd name="connsiteX236" fmla="*/ 1490027 w 2490683"/>
                <a:gd name="connsiteY236" fmla="*/ 80569 h 2488086"/>
                <a:gd name="connsiteX237" fmla="*/ 1509510 w 2490683"/>
                <a:gd name="connsiteY237" fmla="*/ 96508 h 2488086"/>
                <a:gd name="connsiteX238" fmla="*/ 1509695 w 2490683"/>
                <a:gd name="connsiteY238" fmla="*/ 96494 h 2488086"/>
                <a:gd name="connsiteX239" fmla="*/ 1525230 w 2490683"/>
                <a:gd name="connsiteY239" fmla="*/ 83271 h 2488086"/>
                <a:gd name="connsiteX240" fmla="*/ 1525658 w 2490683"/>
                <a:gd name="connsiteY240" fmla="*/ 76730 h 2488086"/>
                <a:gd name="connsiteX241" fmla="*/ 1936838 w 2490683"/>
                <a:gd name="connsiteY241" fmla="*/ 578916 h 2488086"/>
                <a:gd name="connsiteX242" fmla="*/ 1962919 w 2490683"/>
                <a:gd name="connsiteY242" fmla="*/ 599959 h 2488086"/>
                <a:gd name="connsiteX243" fmla="*/ 1962919 w 2490683"/>
                <a:gd name="connsiteY243" fmla="*/ 608490 h 2488086"/>
                <a:gd name="connsiteX244" fmla="*/ 1934130 w 2490683"/>
                <a:gd name="connsiteY244" fmla="*/ 625495 h 2488086"/>
                <a:gd name="connsiteX245" fmla="*/ 1916457 w 2490683"/>
                <a:gd name="connsiteY245" fmla="*/ 604935 h 2488086"/>
                <a:gd name="connsiteX246" fmla="*/ 1917169 w 2490683"/>
                <a:gd name="connsiteY246" fmla="*/ 596404 h 2488086"/>
                <a:gd name="connsiteX247" fmla="*/ 1937265 w 2490683"/>
                <a:gd name="connsiteY247" fmla="*/ 578916 h 2488086"/>
                <a:gd name="connsiteX248" fmla="*/ 1957931 w 2490683"/>
                <a:gd name="connsiteY248" fmla="*/ 600528 h 2488086"/>
                <a:gd name="connsiteX249" fmla="*/ 1937479 w 2490683"/>
                <a:gd name="connsiteY249" fmla="*/ 583864 h 2488086"/>
                <a:gd name="connsiteX250" fmla="*/ 1937265 w 2490683"/>
                <a:gd name="connsiteY250" fmla="*/ 583892 h 2488086"/>
                <a:gd name="connsiteX251" fmla="*/ 1921160 w 2490683"/>
                <a:gd name="connsiteY251" fmla="*/ 598110 h 2488086"/>
                <a:gd name="connsiteX252" fmla="*/ 1921160 w 2490683"/>
                <a:gd name="connsiteY252" fmla="*/ 604935 h 2488086"/>
                <a:gd name="connsiteX253" fmla="*/ 1941470 w 2490683"/>
                <a:gd name="connsiteY253" fmla="*/ 621457 h 2488086"/>
                <a:gd name="connsiteX254" fmla="*/ 1941683 w 2490683"/>
                <a:gd name="connsiteY254" fmla="*/ 621428 h 2488086"/>
                <a:gd name="connsiteX255" fmla="*/ 1957931 w 2490683"/>
                <a:gd name="connsiteY255" fmla="*/ 607210 h 2488086"/>
                <a:gd name="connsiteX256" fmla="*/ 1958359 w 2490683"/>
                <a:gd name="connsiteY256" fmla="*/ 600528 h 2488086"/>
                <a:gd name="connsiteX257" fmla="*/ 1937693 w 2490683"/>
                <a:gd name="connsiteY257" fmla="*/ 587731 h 2488086"/>
                <a:gd name="connsiteX258" fmla="*/ 1948667 w 2490683"/>
                <a:gd name="connsiteY258" fmla="*/ 590859 h 2488086"/>
                <a:gd name="connsiteX259" fmla="*/ 1954083 w 2490683"/>
                <a:gd name="connsiteY259" fmla="*/ 600812 h 2488086"/>
                <a:gd name="connsiteX260" fmla="*/ 1954083 w 2490683"/>
                <a:gd name="connsiteY260" fmla="*/ 606215 h 2488086"/>
                <a:gd name="connsiteX261" fmla="*/ 1941256 w 2490683"/>
                <a:gd name="connsiteY261" fmla="*/ 617305 h 2488086"/>
                <a:gd name="connsiteX262" fmla="*/ 1930281 w 2490683"/>
                <a:gd name="connsiteY262" fmla="*/ 614035 h 2488086"/>
                <a:gd name="connsiteX263" fmla="*/ 1924723 w 2490683"/>
                <a:gd name="connsiteY263" fmla="*/ 604082 h 2488086"/>
                <a:gd name="connsiteX264" fmla="*/ 1924723 w 2490683"/>
                <a:gd name="connsiteY264" fmla="*/ 598679 h 2488086"/>
                <a:gd name="connsiteX265" fmla="*/ 1938120 w 2490683"/>
                <a:gd name="connsiteY265" fmla="*/ 587731 h 2488086"/>
                <a:gd name="connsiteX266" fmla="*/ 1949237 w 2490683"/>
                <a:gd name="connsiteY266" fmla="*/ 601949 h 2488086"/>
                <a:gd name="connsiteX267" fmla="*/ 1945532 w 2490683"/>
                <a:gd name="connsiteY267" fmla="*/ 595267 h 2488086"/>
                <a:gd name="connsiteX268" fmla="*/ 1938263 w 2490683"/>
                <a:gd name="connsiteY268" fmla="*/ 593134 h 2488086"/>
                <a:gd name="connsiteX269" fmla="*/ 1929426 w 2490683"/>
                <a:gd name="connsiteY269" fmla="*/ 604082 h 2488086"/>
                <a:gd name="connsiteX270" fmla="*/ 1933132 w 2490683"/>
                <a:gd name="connsiteY270" fmla="*/ 610765 h 2488086"/>
                <a:gd name="connsiteX271" fmla="*/ 1940401 w 2490683"/>
                <a:gd name="connsiteY271" fmla="*/ 612897 h 2488086"/>
                <a:gd name="connsiteX272" fmla="*/ 1948952 w 2490683"/>
                <a:gd name="connsiteY272" fmla="*/ 605646 h 2488086"/>
                <a:gd name="connsiteX273" fmla="*/ 1949665 w 2490683"/>
                <a:gd name="connsiteY273" fmla="*/ 601381 h 2488086"/>
                <a:gd name="connsiteX274" fmla="*/ 632036 w 2490683"/>
                <a:gd name="connsiteY274" fmla="*/ 408582 h 2488086"/>
                <a:gd name="connsiteX275" fmla="*/ 700732 w 2490683"/>
                <a:gd name="connsiteY275" fmla="*/ 464033 h 2488086"/>
                <a:gd name="connsiteX276" fmla="*/ 699022 w 2490683"/>
                <a:gd name="connsiteY276" fmla="*/ 486640 h 2488086"/>
                <a:gd name="connsiteX277" fmla="*/ 622705 w 2490683"/>
                <a:gd name="connsiteY277" fmla="*/ 530915 h 2488086"/>
                <a:gd name="connsiteX278" fmla="*/ 576594 w 2490683"/>
                <a:gd name="connsiteY278" fmla="*/ 477256 h 2488086"/>
                <a:gd name="connsiteX279" fmla="*/ 578304 w 2490683"/>
                <a:gd name="connsiteY279" fmla="*/ 454649 h 2488086"/>
                <a:gd name="connsiteX280" fmla="*/ 632036 w 2490683"/>
                <a:gd name="connsiteY280" fmla="*/ 408582 h 2488086"/>
                <a:gd name="connsiteX281" fmla="*/ 695886 w 2490683"/>
                <a:gd name="connsiteY281" fmla="*/ 464033 h 2488086"/>
                <a:gd name="connsiteX282" fmla="*/ 632566 w 2490683"/>
                <a:gd name="connsiteY282" fmla="*/ 412322 h 2488086"/>
                <a:gd name="connsiteX283" fmla="*/ 580729 w 2490683"/>
                <a:gd name="connsiteY283" fmla="*/ 475493 h 2488086"/>
                <a:gd name="connsiteX284" fmla="*/ 644049 w 2490683"/>
                <a:gd name="connsiteY284" fmla="*/ 527204 h 2488086"/>
                <a:gd name="connsiteX285" fmla="*/ 694176 w 2490683"/>
                <a:gd name="connsiteY285" fmla="*/ 484792 h 2488086"/>
                <a:gd name="connsiteX286" fmla="*/ 695886 w 2490683"/>
                <a:gd name="connsiteY286" fmla="*/ 464033 h 2488086"/>
                <a:gd name="connsiteX287" fmla="*/ 634031 w 2490683"/>
                <a:gd name="connsiteY287" fmla="*/ 426497 h 2488086"/>
                <a:gd name="connsiteX288" fmla="*/ 682347 w 2490683"/>
                <a:gd name="connsiteY288" fmla="*/ 465455 h 2488086"/>
                <a:gd name="connsiteX289" fmla="*/ 681206 w 2490683"/>
                <a:gd name="connsiteY289" fmla="*/ 481379 h 2488086"/>
                <a:gd name="connsiteX290" fmla="*/ 643295 w 2490683"/>
                <a:gd name="connsiteY290" fmla="*/ 513655 h 2488086"/>
                <a:gd name="connsiteX291" fmla="*/ 611085 w 2490683"/>
                <a:gd name="connsiteY291" fmla="*/ 504270 h 2488086"/>
                <a:gd name="connsiteX292" fmla="*/ 594980 w 2490683"/>
                <a:gd name="connsiteY292" fmla="*/ 474839 h 2488086"/>
                <a:gd name="connsiteX293" fmla="*/ 596262 w 2490683"/>
                <a:gd name="connsiteY293" fmla="*/ 458915 h 2488086"/>
                <a:gd name="connsiteX294" fmla="*/ 634031 w 2490683"/>
                <a:gd name="connsiteY294" fmla="*/ 426924 h 2488086"/>
                <a:gd name="connsiteX295" fmla="*/ 676788 w 2490683"/>
                <a:gd name="connsiteY295" fmla="*/ 466024 h 2488086"/>
                <a:gd name="connsiteX296" fmla="*/ 635894 w 2490683"/>
                <a:gd name="connsiteY296" fmla="*/ 429000 h 2488086"/>
                <a:gd name="connsiteX297" fmla="*/ 598777 w 2490683"/>
                <a:gd name="connsiteY297" fmla="*/ 469791 h 2488086"/>
                <a:gd name="connsiteX298" fmla="*/ 599255 w 2490683"/>
                <a:gd name="connsiteY298" fmla="*/ 474270 h 2488086"/>
                <a:gd name="connsiteX299" fmla="*/ 642012 w 2490683"/>
                <a:gd name="connsiteY299" fmla="*/ 508820 h 2488086"/>
                <a:gd name="connsiteX300" fmla="*/ 676646 w 2490683"/>
                <a:gd name="connsiteY300" fmla="*/ 466166 h 2488086"/>
                <a:gd name="connsiteX301" fmla="*/ 2129387 w 2490683"/>
                <a:gd name="connsiteY301" fmla="*/ 409151 h 2488086"/>
                <a:gd name="connsiteX302" fmla="*/ 2173426 w 2490683"/>
                <a:gd name="connsiteY302" fmla="*/ 444554 h 2488086"/>
                <a:gd name="connsiteX303" fmla="*/ 2172286 w 2490683"/>
                <a:gd name="connsiteY303" fmla="*/ 458772 h 2488086"/>
                <a:gd name="connsiteX304" fmla="*/ 2123030 w 2490683"/>
                <a:gd name="connsiteY304" fmla="*/ 486683 h 2488086"/>
                <a:gd name="connsiteX305" fmla="*/ 2093899 w 2490683"/>
                <a:gd name="connsiteY305" fmla="*/ 452801 h 2488086"/>
                <a:gd name="connsiteX306" fmla="*/ 2094896 w 2490683"/>
                <a:gd name="connsiteY306" fmla="*/ 438583 h 2488086"/>
                <a:gd name="connsiteX307" fmla="*/ 2130099 w 2490683"/>
                <a:gd name="connsiteY307" fmla="*/ 409720 h 2488086"/>
                <a:gd name="connsiteX308" fmla="*/ 2168438 w 2490683"/>
                <a:gd name="connsiteY308" fmla="*/ 445123 h 2488086"/>
                <a:gd name="connsiteX309" fmla="*/ 2129814 w 2490683"/>
                <a:gd name="connsiteY309" fmla="*/ 414113 h 2488086"/>
                <a:gd name="connsiteX310" fmla="*/ 2098730 w 2490683"/>
                <a:gd name="connsiteY310" fmla="*/ 452644 h 2488086"/>
                <a:gd name="connsiteX311" fmla="*/ 2137354 w 2490683"/>
                <a:gd name="connsiteY311" fmla="*/ 483654 h 2488086"/>
                <a:gd name="connsiteX312" fmla="*/ 2137368 w 2490683"/>
                <a:gd name="connsiteY312" fmla="*/ 483654 h 2488086"/>
                <a:gd name="connsiteX313" fmla="*/ 2167441 w 2490683"/>
                <a:gd name="connsiteY313" fmla="*/ 457777 h 2488086"/>
                <a:gd name="connsiteX314" fmla="*/ 2169151 w 2490683"/>
                <a:gd name="connsiteY314" fmla="*/ 445692 h 2488086"/>
                <a:gd name="connsiteX315" fmla="*/ 2131382 w 2490683"/>
                <a:gd name="connsiteY315" fmla="*/ 427635 h 2488086"/>
                <a:gd name="connsiteX316" fmla="*/ 2154742 w 2490683"/>
                <a:gd name="connsiteY316" fmla="*/ 446459 h 2488086"/>
                <a:gd name="connsiteX317" fmla="*/ 2154756 w 2490683"/>
                <a:gd name="connsiteY317" fmla="*/ 446545 h 2488086"/>
                <a:gd name="connsiteX318" fmla="*/ 2154756 w 2490683"/>
                <a:gd name="connsiteY318" fmla="*/ 454365 h 2488086"/>
                <a:gd name="connsiteX319" fmla="*/ 2129016 w 2490683"/>
                <a:gd name="connsiteY319" fmla="*/ 469791 h 2488086"/>
                <a:gd name="connsiteX320" fmla="*/ 2112997 w 2490683"/>
                <a:gd name="connsiteY320" fmla="*/ 451094 h 2488086"/>
                <a:gd name="connsiteX321" fmla="*/ 2112997 w 2490683"/>
                <a:gd name="connsiteY321" fmla="*/ 443417 h 2488086"/>
                <a:gd name="connsiteX322" fmla="*/ 2132095 w 2490683"/>
                <a:gd name="connsiteY322" fmla="*/ 428203 h 2488086"/>
                <a:gd name="connsiteX323" fmla="*/ 2149910 w 2490683"/>
                <a:gd name="connsiteY323" fmla="*/ 447113 h 2488086"/>
                <a:gd name="connsiteX324" fmla="*/ 2131681 w 2490683"/>
                <a:gd name="connsiteY324" fmla="*/ 432824 h 2488086"/>
                <a:gd name="connsiteX325" fmla="*/ 2117842 w 2490683"/>
                <a:gd name="connsiteY325" fmla="*/ 444696 h 2488086"/>
                <a:gd name="connsiteX326" fmla="*/ 2117842 w 2490683"/>
                <a:gd name="connsiteY326" fmla="*/ 450526 h 2488086"/>
                <a:gd name="connsiteX327" fmla="*/ 2135800 w 2490683"/>
                <a:gd name="connsiteY327" fmla="*/ 464744 h 2488086"/>
                <a:gd name="connsiteX328" fmla="*/ 2150053 w 2490683"/>
                <a:gd name="connsiteY328" fmla="*/ 452801 h 2488086"/>
                <a:gd name="connsiteX329" fmla="*/ 2150623 w 2490683"/>
                <a:gd name="connsiteY329" fmla="*/ 447682 h 2488086"/>
                <a:gd name="connsiteX330" fmla="*/ 2239700 w 2490683"/>
                <a:gd name="connsiteY330" fmla="*/ 1158022 h 2488086"/>
                <a:gd name="connsiteX331" fmla="*/ 2269060 w 2490683"/>
                <a:gd name="connsiteY331" fmla="*/ 1166553 h 2488086"/>
                <a:gd name="connsiteX332" fmla="*/ 2283312 w 2490683"/>
                <a:gd name="connsiteY332" fmla="*/ 1193425 h 2488086"/>
                <a:gd name="connsiteX333" fmla="*/ 2282172 w 2490683"/>
                <a:gd name="connsiteY333" fmla="*/ 1207643 h 2488086"/>
                <a:gd name="connsiteX334" fmla="*/ 2233614 w 2490683"/>
                <a:gd name="connsiteY334" fmla="*/ 1236335 h 2488086"/>
                <a:gd name="connsiteX335" fmla="*/ 2203784 w 2490683"/>
                <a:gd name="connsiteY335" fmla="*/ 1201529 h 2488086"/>
                <a:gd name="connsiteX336" fmla="*/ 2204924 w 2490683"/>
                <a:gd name="connsiteY336" fmla="*/ 1187311 h 2488086"/>
                <a:gd name="connsiteX337" fmla="*/ 2240413 w 2490683"/>
                <a:gd name="connsiteY337" fmla="*/ 1158733 h 2488086"/>
                <a:gd name="connsiteX338" fmla="*/ 2278751 w 2490683"/>
                <a:gd name="connsiteY338" fmla="*/ 1193851 h 2488086"/>
                <a:gd name="connsiteX339" fmla="*/ 2239956 w 2490683"/>
                <a:gd name="connsiteY339" fmla="*/ 1163055 h 2488086"/>
                <a:gd name="connsiteX340" fmla="*/ 2210055 w 2490683"/>
                <a:gd name="connsiteY340" fmla="*/ 1188733 h 2488086"/>
                <a:gd name="connsiteX341" fmla="*/ 2209200 w 2490683"/>
                <a:gd name="connsiteY341" fmla="*/ 1201387 h 2488086"/>
                <a:gd name="connsiteX342" fmla="*/ 2247681 w 2490683"/>
                <a:gd name="connsiteY342" fmla="*/ 1232382 h 2488086"/>
                <a:gd name="connsiteX343" fmla="*/ 2278837 w 2490683"/>
                <a:gd name="connsiteY343" fmla="*/ 1194690 h 2488086"/>
                <a:gd name="connsiteX344" fmla="*/ 2278751 w 2490683"/>
                <a:gd name="connsiteY344" fmla="*/ 1193851 h 2488086"/>
                <a:gd name="connsiteX345" fmla="*/ 2464032 w 2490683"/>
                <a:gd name="connsiteY345" fmla="*/ 726216 h 2488086"/>
                <a:gd name="connsiteX346" fmla="*/ 2490213 w 2490683"/>
                <a:gd name="connsiteY346" fmla="*/ 747003 h 2488086"/>
                <a:gd name="connsiteX347" fmla="*/ 2490256 w 2490683"/>
                <a:gd name="connsiteY347" fmla="*/ 747401 h 2488086"/>
                <a:gd name="connsiteX348" fmla="*/ 2490256 w 2490683"/>
                <a:gd name="connsiteY348" fmla="*/ 755932 h 2488086"/>
                <a:gd name="connsiteX349" fmla="*/ 2469875 w 2490683"/>
                <a:gd name="connsiteY349" fmla="*/ 773563 h 2488086"/>
                <a:gd name="connsiteX350" fmla="*/ 2452345 w 2490683"/>
                <a:gd name="connsiteY350" fmla="*/ 768444 h 2488086"/>
                <a:gd name="connsiteX351" fmla="*/ 2443509 w 2490683"/>
                <a:gd name="connsiteY351" fmla="*/ 752377 h 2488086"/>
                <a:gd name="connsiteX352" fmla="*/ 2443509 w 2490683"/>
                <a:gd name="connsiteY352" fmla="*/ 743704 h 2488086"/>
                <a:gd name="connsiteX353" fmla="*/ 2465457 w 2490683"/>
                <a:gd name="connsiteY353" fmla="*/ 726927 h 2488086"/>
                <a:gd name="connsiteX354" fmla="*/ 2485410 w 2490683"/>
                <a:gd name="connsiteY354" fmla="*/ 747828 h 2488086"/>
                <a:gd name="connsiteX355" fmla="*/ 2464687 w 2490683"/>
                <a:gd name="connsiteY355" fmla="*/ 731178 h 2488086"/>
                <a:gd name="connsiteX356" fmla="*/ 2464602 w 2490683"/>
                <a:gd name="connsiteY356" fmla="*/ 731192 h 2488086"/>
                <a:gd name="connsiteX357" fmla="*/ 2448212 w 2490683"/>
                <a:gd name="connsiteY357" fmla="*/ 745410 h 2488086"/>
                <a:gd name="connsiteX358" fmla="*/ 2448212 w 2490683"/>
                <a:gd name="connsiteY358" fmla="*/ 752235 h 2488086"/>
                <a:gd name="connsiteX359" fmla="*/ 2455053 w 2490683"/>
                <a:gd name="connsiteY359" fmla="*/ 765032 h 2488086"/>
                <a:gd name="connsiteX360" fmla="*/ 2481876 w 2490683"/>
                <a:gd name="connsiteY360" fmla="*/ 761875 h 2488086"/>
                <a:gd name="connsiteX361" fmla="*/ 2485268 w 2490683"/>
                <a:gd name="connsiteY361" fmla="*/ 755221 h 2488086"/>
                <a:gd name="connsiteX362" fmla="*/ 2486836 w 2490683"/>
                <a:gd name="connsiteY362" fmla="*/ 748396 h 2488086"/>
                <a:gd name="connsiteX363" fmla="*/ 1590506 w 2490683"/>
                <a:gd name="connsiteY363" fmla="*/ 1107831 h 2488086"/>
                <a:gd name="connsiteX364" fmla="*/ 1617828 w 2490683"/>
                <a:gd name="connsiteY364" fmla="*/ 1129443 h 2488086"/>
                <a:gd name="connsiteX365" fmla="*/ 1617870 w 2490683"/>
                <a:gd name="connsiteY365" fmla="*/ 1129870 h 2488086"/>
                <a:gd name="connsiteX366" fmla="*/ 1617870 w 2490683"/>
                <a:gd name="connsiteY366" fmla="*/ 1138969 h 2488086"/>
                <a:gd name="connsiteX367" fmla="*/ 1596349 w 2490683"/>
                <a:gd name="connsiteY367" fmla="*/ 1157311 h 2488086"/>
                <a:gd name="connsiteX368" fmla="*/ 1577964 w 2490683"/>
                <a:gd name="connsiteY368" fmla="*/ 1151908 h 2488086"/>
                <a:gd name="connsiteX369" fmla="*/ 1568842 w 2490683"/>
                <a:gd name="connsiteY369" fmla="*/ 1135130 h 2488086"/>
                <a:gd name="connsiteX370" fmla="*/ 1569555 w 2490683"/>
                <a:gd name="connsiteY370" fmla="*/ 1126173 h 2488086"/>
                <a:gd name="connsiteX371" fmla="*/ 1590506 w 2490683"/>
                <a:gd name="connsiteY371" fmla="*/ 1107831 h 2488086"/>
                <a:gd name="connsiteX372" fmla="*/ 1613024 w 2490683"/>
                <a:gd name="connsiteY372" fmla="*/ 1130438 h 2488086"/>
                <a:gd name="connsiteX373" fmla="*/ 1590933 w 2490683"/>
                <a:gd name="connsiteY373" fmla="*/ 1112666 h 2488086"/>
                <a:gd name="connsiteX374" fmla="*/ 1573688 w 2490683"/>
                <a:gd name="connsiteY374" fmla="*/ 1126884 h 2488086"/>
                <a:gd name="connsiteX375" fmla="*/ 1573688 w 2490683"/>
                <a:gd name="connsiteY375" fmla="*/ 1134135 h 2488086"/>
                <a:gd name="connsiteX376" fmla="*/ 1595408 w 2490683"/>
                <a:gd name="connsiteY376" fmla="*/ 1151794 h 2488086"/>
                <a:gd name="connsiteX377" fmla="*/ 1595637 w 2490683"/>
                <a:gd name="connsiteY377" fmla="*/ 1151766 h 2488086"/>
                <a:gd name="connsiteX378" fmla="*/ 1612882 w 2490683"/>
                <a:gd name="connsiteY378" fmla="*/ 1137547 h 2488086"/>
                <a:gd name="connsiteX379" fmla="*/ 1612597 w 2490683"/>
                <a:gd name="connsiteY379" fmla="*/ 1130438 h 2488086"/>
                <a:gd name="connsiteX380" fmla="*/ 1589651 w 2490683"/>
                <a:gd name="connsiteY380" fmla="*/ 1099869 h 2488086"/>
                <a:gd name="connsiteX381" fmla="*/ 1625851 w 2490683"/>
                <a:gd name="connsiteY381" fmla="*/ 1129017 h 2488086"/>
                <a:gd name="connsiteX382" fmla="*/ 1597347 w 2490683"/>
                <a:gd name="connsiteY382" fmla="*/ 1165273 h 2488086"/>
                <a:gd name="connsiteX383" fmla="*/ 1561003 w 2490683"/>
                <a:gd name="connsiteY383" fmla="*/ 1135983 h 2488086"/>
                <a:gd name="connsiteX384" fmla="*/ 1562001 w 2490683"/>
                <a:gd name="connsiteY384" fmla="*/ 1124040 h 2488086"/>
                <a:gd name="connsiteX385" fmla="*/ 1589223 w 2490683"/>
                <a:gd name="connsiteY385" fmla="*/ 1099869 h 2488086"/>
                <a:gd name="connsiteX386" fmla="*/ 1621006 w 2490683"/>
                <a:gd name="connsiteY386" fmla="*/ 1129585 h 2488086"/>
                <a:gd name="connsiteX387" fmla="*/ 1610744 w 2490683"/>
                <a:gd name="connsiteY387" fmla="*/ 1110817 h 2488086"/>
                <a:gd name="connsiteX388" fmla="*/ 1590078 w 2490683"/>
                <a:gd name="connsiteY388" fmla="*/ 1104846 h 2488086"/>
                <a:gd name="connsiteX389" fmla="*/ 1563982 w 2490683"/>
                <a:gd name="connsiteY389" fmla="*/ 1135500 h 2488086"/>
                <a:gd name="connsiteX390" fmla="*/ 1594725 w 2490683"/>
                <a:gd name="connsiteY390" fmla="*/ 1161534 h 2488086"/>
                <a:gd name="connsiteX391" fmla="*/ 1620151 w 2490683"/>
                <a:gd name="connsiteY391" fmla="*/ 1139680 h 2488086"/>
                <a:gd name="connsiteX392" fmla="*/ 1620578 w 2490683"/>
                <a:gd name="connsiteY392" fmla="*/ 1129585 h 2488086"/>
                <a:gd name="connsiteX393" fmla="*/ 2410015 w 2490683"/>
                <a:gd name="connsiteY393" fmla="*/ 209528 h 2488086"/>
                <a:gd name="connsiteX394" fmla="*/ 2446359 w 2490683"/>
                <a:gd name="connsiteY394" fmla="*/ 238817 h 2488086"/>
                <a:gd name="connsiteX395" fmla="*/ 2445361 w 2490683"/>
                <a:gd name="connsiteY395" fmla="*/ 250761 h 2488086"/>
                <a:gd name="connsiteX396" fmla="*/ 2405098 w 2490683"/>
                <a:gd name="connsiteY396" fmla="*/ 274078 h 2488086"/>
                <a:gd name="connsiteX397" fmla="*/ 2380798 w 2490683"/>
                <a:gd name="connsiteY397" fmla="*/ 245784 h 2488086"/>
                <a:gd name="connsiteX398" fmla="*/ 2381653 w 2490683"/>
                <a:gd name="connsiteY398" fmla="*/ 233841 h 2488086"/>
                <a:gd name="connsiteX399" fmla="*/ 2381653 w 2490683"/>
                <a:gd name="connsiteY399" fmla="*/ 233841 h 2488086"/>
                <a:gd name="connsiteX400" fmla="*/ 2410015 w 2490683"/>
                <a:gd name="connsiteY400" fmla="*/ 209528 h 2488086"/>
                <a:gd name="connsiteX401" fmla="*/ 2441371 w 2490683"/>
                <a:gd name="connsiteY401" fmla="*/ 239244 h 2488086"/>
                <a:gd name="connsiteX402" fmla="*/ 2431109 w 2490683"/>
                <a:gd name="connsiteY402" fmla="*/ 220476 h 2488086"/>
                <a:gd name="connsiteX403" fmla="*/ 2410585 w 2490683"/>
                <a:gd name="connsiteY403" fmla="*/ 214504 h 2488086"/>
                <a:gd name="connsiteX404" fmla="*/ 2386499 w 2490683"/>
                <a:gd name="connsiteY404" fmla="*/ 235121 h 2488086"/>
                <a:gd name="connsiteX405" fmla="*/ 2386499 w 2490683"/>
                <a:gd name="connsiteY405" fmla="*/ 235121 h 2488086"/>
                <a:gd name="connsiteX406" fmla="*/ 2385644 w 2490683"/>
                <a:gd name="connsiteY406" fmla="*/ 245216 h 2488086"/>
                <a:gd name="connsiteX407" fmla="*/ 2418709 w 2490683"/>
                <a:gd name="connsiteY407" fmla="*/ 268220 h 2488086"/>
                <a:gd name="connsiteX408" fmla="*/ 2440658 w 2490683"/>
                <a:gd name="connsiteY408" fmla="*/ 249481 h 2488086"/>
                <a:gd name="connsiteX409" fmla="*/ 2441371 w 2490683"/>
                <a:gd name="connsiteY409" fmla="*/ 239244 h 2488086"/>
                <a:gd name="connsiteX410" fmla="*/ 1194576 w 2490683"/>
                <a:gd name="connsiteY410" fmla="*/ 542517 h 2488086"/>
                <a:gd name="connsiteX411" fmla="*/ 1218805 w 2490683"/>
                <a:gd name="connsiteY411" fmla="*/ 549484 h 2488086"/>
                <a:gd name="connsiteX412" fmla="*/ 1230777 w 2490683"/>
                <a:gd name="connsiteY412" fmla="*/ 571665 h 2488086"/>
                <a:gd name="connsiteX413" fmla="*/ 1229921 w 2490683"/>
                <a:gd name="connsiteY413" fmla="*/ 583608 h 2488086"/>
                <a:gd name="connsiteX414" fmla="*/ 1189231 w 2490683"/>
                <a:gd name="connsiteY414" fmla="*/ 606584 h 2488086"/>
                <a:gd name="connsiteX415" fmla="*/ 1165216 w 2490683"/>
                <a:gd name="connsiteY415" fmla="*/ 578631 h 2488086"/>
                <a:gd name="connsiteX416" fmla="*/ 1166214 w 2490683"/>
                <a:gd name="connsiteY416" fmla="*/ 566688 h 2488086"/>
                <a:gd name="connsiteX417" fmla="*/ 1166214 w 2490683"/>
                <a:gd name="connsiteY417" fmla="*/ 566688 h 2488086"/>
                <a:gd name="connsiteX418" fmla="*/ 1194576 w 2490683"/>
                <a:gd name="connsiteY418" fmla="*/ 542517 h 2488086"/>
                <a:gd name="connsiteX419" fmla="*/ 1225931 w 2490683"/>
                <a:gd name="connsiteY419" fmla="*/ 572233 h 2488086"/>
                <a:gd name="connsiteX420" fmla="*/ 1195146 w 2490683"/>
                <a:gd name="connsiteY420" fmla="*/ 547352 h 2488086"/>
                <a:gd name="connsiteX421" fmla="*/ 1170917 w 2490683"/>
                <a:gd name="connsiteY421" fmla="*/ 567968 h 2488086"/>
                <a:gd name="connsiteX422" fmla="*/ 1170917 w 2490683"/>
                <a:gd name="connsiteY422" fmla="*/ 567968 h 2488086"/>
                <a:gd name="connsiteX423" fmla="*/ 1170917 w 2490683"/>
                <a:gd name="connsiteY423" fmla="*/ 578063 h 2488086"/>
                <a:gd name="connsiteX424" fmla="*/ 1204196 w 2490683"/>
                <a:gd name="connsiteY424" fmla="*/ 600755 h 2488086"/>
                <a:gd name="connsiteX425" fmla="*/ 1225788 w 2490683"/>
                <a:gd name="connsiteY425" fmla="*/ 582328 h 2488086"/>
                <a:gd name="connsiteX426" fmla="*/ 1225931 w 2490683"/>
                <a:gd name="connsiteY426" fmla="*/ 572233 h 2488086"/>
                <a:gd name="connsiteX427" fmla="*/ 1196428 w 2490683"/>
                <a:gd name="connsiteY427" fmla="*/ 559437 h 2488086"/>
                <a:gd name="connsiteX428" fmla="*/ 1207973 w 2490683"/>
                <a:gd name="connsiteY428" fmla="*/ 562849 h 2488086"/>
                <a:gd name="connsiteX429" fmla="*/ 1213816 w 2490683"/>
                <a:gd name="connsiteY429" fmla="*/ 573513 h 2488086"/>
                <a:gd name="connsiteX430" fmla="*/ 1213816 w 2490683"/>
                <a:gd name="connsiteY430" fmla="*/ 579200 h 2488086"/>
                <a:gd name="connsiteX431" fmla="*/ 1199564 w 2490683"/>
                <a:gd name="connsiteY431" fmla="*/ 590859 h 2488086"/>
                <a:gd name="connsiteX432" fmla="*/ 1188020 w 2490683"/>
                <a:gd name="connsiteY432" fmla="*/ 587447 h 2488086"/>
                <a:gd name="connsiteX433" fmla="*/ 1182176 w 2490683"/>
                <a:gd name="connsiteY433" fmla="*/ 576783 h 2488086"/>
                <a:gd name="connsiteX434" fmla="*/ 1182176 w 2490683"/>
                <a:gd name="connsiteY434" fmla="*/ 571096 h 2488086"/>
                <a:gd name="connsiteX435" fmla="*/ 1182176 w 2490683"/>
                <a:gd name="connsiteY435" fmla="*/ 571096 h 2488086"/>
                <a:gd name="connsiteX436" fmla="*/ 1196428 w 2490683"/>
                <a:gd name="connsiteY436" fmla="*/ 559437 h 2488086"/>
                <a:gd name="connsiteX437" fmla="*/ 1208828 w 2490683"/>
                <a:gd name="connsiteY437" fmla="*/ 573655 h 2488086"/>
                <a:gd name="connsiteX438" fmla="*/ 1204837 w 2490683"/>
                <a:gd name="connsiteY438" fmla="*/ 566404 h 2488086"/>
                <a:gd name="connsiteX439" fmla="*/ 1196856 w 2490683"/>
                <a:gd name="connsiteY439" fmla="*/ 564129 h 2488086"/>
                <a:gd name="connsiteX440" fmla="*/ 1187592 w 2490683"/>
                <a:gd name="connsiteY440" fmla="*/ 572091 h 2488086"/>
                <a:gd name="connsiteX441" fmla="*/ 1187592 w 2490683"/>
                <a:gd name="connsiteY441" fmla="*/ 572091 h 2488086"/>
                <a:gd name="connsiteX442" fmla="*/ 1187592 w 2490683"/>
                <a:gd name="connsiteY442" fmla="*/ 576072 h 2488086"/>
                <a:gd name="connsiteX443" fmla="*/ 1191583 w 2490683"/>
                <a:gd name="connsiteY443" fmla="*/ 583323 h 2488086"/>
                <a:gd name="connsiteX444" fmla="*/ 1206804 w 2490683"/>
                <a:gd name="connsiteY444" fmla="*/ 581646 h 2488086"/>
                <a:gd name="connsiteX445" fmla="*/ 1208828 w 2490683"/>
                <a:gd name="connsiteY445" fmla="*/ 577636 h 2488086"/>
                <a:gd name="connsiteX446" fmla="*/ 1208828 w 2490683"/>
                <a:gd name="connsiteY446" fmla="*/ 573939 h 2488086"/>
                <a:gd name="connsiteX447" fmla="*/ 317914 w 2490683"/>
                <a:gd name="connsiteY447" fmla="*/ 754652 h 2488086"/>
                <a:gd name="connsiteX448" fmla="*/ 354091 w 2490683"/>
                <a:gd name="connsiteY448" fmla="*/ 783572 h 2488086"/>
                <a:gd name="connsiteX449" fmla="*/ 354115 w 2490683"/>
                <a:gd name="connsiteY449" fmla="*/ 783800 h 2488086"/>
                <a:gd name="connsiteX450" fmla="*/ 353260 w 2490683"/>
                <a:gd name="connsiteY450" fmla="*/ 795743 h 2488086"/>
                <a:gd name="connsiteX451" fmla="*/ 313291 w 2490683"/>
                <a:gd name="connsiteY451" fmla="*/ 819572 h 2488086"/>
                <a:gd name="connsiteX452" fmla="*/ 288554 w 2490683"/>
                <a:gd name="connsiteY452" fmla="*/ 790766 h 2488086"/>
                <a:gd name="connsiteX453" fmla="*/ 289552 w 2490683"/>
                <a:gd name="connsiteY453" fmla="*/ 778823 h 2488086"/>
                <a:gd name="connsiteX454" fmla="*/ 289552 w 2490683"/>
                <a:gd name="connsiteY454" fmla="*/ 778823 h 2488086"/>
                <a:gd name="connsiteX455" fmla="*/ 317914 w 2490683"/>
                <a:gd name="connsiteY455" fmla="*/ 754652 h 2488086"/>
                <a:gd name="connsiteX456" fmla="*/ 349269 w 2490683"/>
                <a:gd name="connsiteY456" fmla="*/ 784368 h 2488086"/>
                <a:gd name="connsiteX457" fmla="*/ 339008 w 2490683"/>
                <a:gd name="connsiteY457" fmla="*/ 765600 h 2488086"/>
                <a:gd name="connsiteX458" fmla="*/ 299013 w 2490683"/>
                <a:gd name="connsiteY458" fmla="*/ 770633 h 2488086"/>
                <a:gd name="connsiteX459" fmla="*/ 294255 w 2490683"/>
                <a:gd name="connsiteY459" fmla="*/ 779819 h 2488086"/>
                <a:gd name="connsiteX460" fmla="*/ 307694 w 2490683"/>
                <a:gd name="connsiteY460" fmla="*/ 817738 h 2488086"/>
                <a:gd name="connsiteX461" fmla="*/ 345701 w 2490683"/>
                <a:gd name="connsiteY461" fmla="*/ 804331 h 2488086"/>
                <a:gd name="connsiteX462" fmla="*/ 348414 w 2490683"/>
                <a:gd name="connsiteY462" fmla="*/ 794037 h 2488086"/>
                <a:gd name="connsiteX463" fmla="*/ 349269 w 2490683"/>
                <a:gd name="connsiteY463" fmla="*/ 784368 h 2488086"/>
                <a:gd name="connsiteX464" fmla="*/ 1590506 w 2490683"/>
                <a:gd name="connsiteY464" fmla="*/ 1107831 h 2488086"/>
                <a:gd name="connsiteX465" fmla="*/ 1617828 w 2490683"/>
                <a:gd name="connsiteY465" fmla="*/ 1129443 h 2488086"/>
                <a:gd name="connsiteX466" fmla="*/ 1617870 w 2490683"/>
                <a:gd name="connsiteY466" fmla="*/ 1129870 h 2488086"/>
                <a:gd name="connsiteX467" fmla="*/ 1617870 w 2490683"/>
                <a:gd name="connsiteY467" fmla="*/ 1138969 h 2488086"/>
                <a:gd name="connsiteX468" fmla="*/ 1596349 w 2490683"/>
                <a:gd name="connsiteY468" fmla="*/ 1157311 h 2488086"/>
                <a:gd name="connsiteX469" fmla="*/ 1577964 w 2490683"/>
                <a:gd name="connsiteY469" fmla="*/ 1151908 h 2488086"/>
                <a:gd name="connsiteX470" fmla="*/ 1568842 w 2490683"/>
                <a:gd name="connsiteY470" fmla="*/ 1135130 h 2488086"/>
                <a:gd name="connsiteX471" fmla="*/ 1569555 w 2490683"/>
                <a:gd name="connsiteY471" fmla="*/ 1126173 h 2488086"/>
                <a:gd name="connsiteX472" fmla="*/ 1590506 w 2490683"/>
                <a:gd name="connsiteY472" fmla="*/ 1107831 h 2488086"/>
                <a:gd name="connsiteX473" fmla="*/ 1613024 w 2490683"/>
                <a:gd name="connsiteY473" fmla="*/ 1130438 h 2488086"/>
                <a:gd name="connsiteX474" fmla="*/ 1590933 w 2490683"/>
                <a:gd name="connsiteY474" fmla="*/ 1112666 h 2488086"/>
                <a:gd name="connsiteX475" fmla="*/ 1573688 w 2490683"/>
                <a:gd name="connsiteY475" fmla="*/ 1126884 h 2488086"/>
                <a:gd name="connsiteX476" fmla="*/ 1573688 w 2490683"/>
                <a:gd name="connsiteY476" fmla="*/ 1134135 h 2488086"/>
                <a:gd name="connsiteX477" fmla="*/ 1595408 w 2490683"/>
                <a:gd name="connsiteY477" fmla="*/ 1151794 h 2488086"/>
                <a:gd name="connsiteX478" fmla="*/ 1595637 w 2490683"/>
                <a:gd name="connsiteY478" fmla="*/ 1151766 h 2488086"/>
                <a:gd name="connsiteX479" fmla="*/ 1612882 w 2490683"/>
                <a:gd name="connsiteY479" fmla="*/ 1137547 h 2488086"/>
                <a:gd name="connsiteX480" fmla="*/ 1612597 w 2490683"/>
                <a:gd name="connsiteY480" fmla="*/ 1130438 h 2488086"/>
                <a:gd name="connsiteX481" fmla="*/ 551082 w 2490683"/>
                <a:gd name="connsiteY481" fmla="*/ 326543 h 2488086"/>
                <a:gd name="connsiteX482" fmla="*/ 577687 w 2490683"/>
                <a:gd name="connsiteY482" fmla="*/ 326359 h 2488086"/>
                <a:gd name="connsiteX483" fmla="*/ 577877 w 2490683"/>
                <a:gd name="connsiteY483" fmla="*/ 326543 h 2488086"/>
                <a:gd name="connsiteX484" fmla="*/ 582438 w 2490683"/>
                <a:gd name="connsiteY484" fmla="*/ 344458 h 2488086"/>
                <a:gd name="connsiteX485" fmla="*/ 577164 w 2490683"/>
                <a:gd name="connsiteY485" fmla="*/ 353416 h 2488086"/>
                <a:gd name="connsiteX486" fmla="*/ 563625 w 2490683"/>
                <a:gd name="connsiteY486" fmla="*/ 358534 h 2488086"/>
                <a:gd name="connsiteX487" fmla="*/ 545095 w 2490683"/>
                <a:gd name="connsiteY487" fmla="*/ 339212 h 2488086"/>
                <a:gd name="connsiteX488" fmla="*/ 551082 w 2490683"/>
                <a:gd name="connsiteY488" fmla="*/ 325833 h 2488086"/>
                <a:gd name="connsiteX489" fmla="*/ 574314 w 2490683"/>
                <a:gd name="connsiteY489" fmla="*/ 330667 h 2488086"/>
                <a:gd name="connsiteX490" fmla="*/ 564480 w 2490683"/>
                <a:gd name="connsiteY490" fmla="*/ 326259 h 2488086"/>
                <a:gd name="connsiteX491" fmla="*/ 554503 w 2490683"/>
                <a:gd name="connsiteY491" fmla="*/ 330098 h 2488086"/>
                <a:gd name="connsiteX492" fmla="*/ 550085 w 2490683"/>
                <a:gd name="connsiteY492" fmla="*/ 336070 h 2488086"/>
                <a:gd name="connsiteX493" fmla="*/ 553505 w 2490683"/>
                <a:gd name="connsiteY493" fmla="*/ 349435 h 2488086"/>
                <a:gd name="connsiteX494" fmla="*/ 563339 w 2490683"/>
                <a:gd name="connsiteY494" fmla="*/ 353700 h 2488086"/>
                <a:gd name="connsiteX495" fmla="*/ 573316 w 2490683"/>
                <a:gd name="connsiteY495" fmla="*/ 349861 h 2488086"/>
                <a:gd name="connsiteX496" fmla="*/ 577307 w 2490683"/>
                <a:gd name="connsiteY496" fmla="*/ 343321 h 2488086"/>
                <a:gd name="connsiteX497" fmla="*/ 574314 w 2490683"/>
                <a:gd name="connsiteY497" fmla="*/ 330667 h 2488086"/>
                <a:gd name="connsiteX498" fmla="*/ 203753 w 2490683"/>
                <a:gd name="connsiteY498" fmla="*/ 2451306 h 2488086"/>
                <a:gd name="connsiteX499" fmla="*/ 233774 w 2490683"/>
                <a:gd name="connsiteY499" fmla="*/ 2452102 h 2488086"/>
                <a:gd name="connsiteX500" fmla="*/ 233825 w 2490683"/>
                <a:gd name="connsiteY500" fmla="*/ 2452159 h 2488086"/>
                <a:gd name="connsiteX501" fmla="*/ 238956 w 2490683"/>
                <a:gd name="connsiteY501" fmla="*/ 2472206 h 2488086"/>
                <a:gd name="connsiteX502" fmla="*/ 232970 w 2490683"/>
                <a:gd name="connsiteY502" fmla="*/ 2482159 h 2488086"/>
                <a:gd name="connsiteX503" fmla="*/ 202943 w 2490683"/>
                <a:gd name="connsiteY503" fmla="*/ 2481605 h 2488086"/>
                <a:gd name="connsiteX504" fmla="*/ 197767 w 2490683"/>
                <a:gd name="connsiteY504" fmla="*/ 2461258 h 2488086"/>
                <a:gd name="connsiteX505" fmla="*/ 203183 w 2490683"/>
                <a:gd name="connsiteY505" fmla="*/ 2451306 h 2488086"/>
                <a:gd name="connsiteX506" fmla="*/ 230120 w 2490683"/>
                <a:gd name="connsiteY506" fmla="*/ 2455429 h 2488086"/>
                <a:gd name="connsiteX507" fmla="*/ 207031 w 2490683"/>
                <a:gd name="connsiteY507" fmla="*/ 2455429 h 2488086"/>
                <a:gd name="connsiteX508" fmla="*/ 204497 w 2490683"/>
                <a:gd name="connsiteY508" fmla="*/ 2478420 h 2488086"/>
                <a:gd name="connsiteX509" fmla="*/ 227537 w 2490683"/>
                <a:gd name="connsiteY509" fmla="*/ 2480936 h 2488086"/>
                <a:gd name="connsiteX510" fmla="*/ 229550 w 2490683"/>
                <a:gd name="connsiteY510" fmla="*/ 2479031 h 2488086"/>
                <a:gd name="connsiteX511" fmla="*/ 234110 w 2490683"/>
                <a:gd name="connsiteY511" fmla="*/ 2471495 h 2488086"/>
                <a:gd name="connsiteX512" fmla="*/ 229550 w 2490683"/>
                <a:gd name="connsiteY512" fmla="*/ 2455429 h 2488086"/>
                <a:gd name="connsiteX513" fmla="*/ 239954 w 2490683"/>
                <a:gd name="connsiteY513" fmla="*/ 1641155 h 2488086"/>
                <a:gd name="connsiteX514" fmla="*/ 270179 w 2490683"/>
                <a:gd name="connsiteY514" fmla="*/ 1641866 h 2488086"/>
                <a:gd name="connsiteX515" fmla="*/ 269469 w 2490683"/>
                <a:gd name="connsiteY515" fmla="*/ 1672022 h 2488086"/>
                <a:gd name="connsiteX516" fmla="*/ 239243 w 2490683"/>
                <a:gd name="connsiteY516" fmla="*/ 1671311 h 2488086"/>
                <a:gd name="connsiteX517" fmla="*/ 239099 w 2490683"/>
                <a:gd name="connsiteY517" fmla="*/ 1671155 h 2488086"/>
                <a:gd name="connsiteX518" fmla="*/ 233968 w 2490683"/>
                <a:gd name="connsiteY518" fmla="*/ 1651108 h 2488086"/>
                <a:gd name="connsiteX519" fmla="*/ 239384 w 2490683"/>
                <a:gd name="connsiteY519" fmla="*/ 1641155 h 2488086"/>
                <a:gd name="connsiteX520" fmla="*/ 266321 w 2490683"/>
                <a:gd name="connsiteY520" fmla="*/ 1645420 h 2488086"/>
                <a:gd name="connsiteX521" fmla="*/ 243374 w 2490683"/>
                <a:gd name="connsiteY521" fmla="*/ 1644709 h 2488086"/>
                <a:gd name="connsiteX522" fmla="*/ 246701 w 2490683"/>
                <a:gd name="connsiteY522" fmla="*/ 1667586 h 2488086"/>
                <a:gd name="connsiteX523" fmla="*/ 265038 w 2490683"/>
                <a:gd name="connsiteY523" fmla="*/ 1668454 h 2488086"/>
                <a:gd name="connsiteX524" fmla="*/ 269599 w 2490683"/>
                <a:gd name="connsiteY524" fmla="*/ 1660776 h 2488086"/>
                <a:gd name="connsiteX525" fmla="*/ 265751 w 2490683"/>
                <a:gd name="connsiteY525" fmla="*/ 1645420 h 2488086"/>
                <a:gd name="connsiteX526" fmla="*/ 1141557 w 2490683"/>
                <a:gd name="connsiteY526" fmla="*/ 2254384 h 2488086"/>
                <a:gd name="connsiteX527" fmla="*/ 1193749 w 2490683"/>
                <a:gd name="connsiteY527" fmla="*/ 2255536 h 2488086"/>
                <a:gd name="connsiteX528" fmla="*/ 1202700 w 2490683"/>
                <a:gd name="connsiteY528" fmla="*/ 2290640 h 2488086"/>
                <a:gd name="connsiteX529" fmla="*/ 1192438 w 2490683"/>
                <a:gd name="connsiteY529" fmla="*/ 2307844 h 2488086"/>
                <a:gd name="connsiteX530" fmla="*/ 1165928 w 2490683"/>
                <a:gd name="connsiteY530" fmla="*/ 2317940 h 2488086"/>
                <a:gd name="connsiteX531" fmla="*/ 1129950 w 2490683"/>
                <a:gd name="connsiteY531" fmla="*/ 2279920 h 2488086"/>
                <a:gd name="connsiteX532" fmla="*/ 1131153 w 2490683"/>
                <a:gd name="connsiteY532" fmla="*/ 2271588 h 2488086"/>
                <a:gd name="connsiteX533" fmla="*/ 1140987 w 2490683"/>
                <a:gd name="connsiteY533" fmla="*/ 2254384 h 2488086"/>
                <a:gd name="connsiteX534" fmla="*/ 1190158 w 2490683"/>
                <a:gd name="connsiteY534" fmla="*/ 2259076 h 2488086"/>
                <a:gd name="connsiteX535" fmla="*/ 1144835 w 2490683"/>
                <a:gd name="connsiteY535" fmla="*/ 2260612 h 2488086"/>
                <a:gd name="connsiteX536" fmla="*/ 1143695 w 2490683"/>
                <a:gd name="connsiteY536" fmla="*/ 2303010 h 2488086"/>
                <a:gd name="connsiteX537" fmla="*/ 1166071 w 2490683"/>
                <a:gd name="connsiteY537" fmla="*/ 2312963 h 2488086"/>
                <a:gd name="connsiteX538" fmla="*/ 1189017 w 2490683"/>
                <a:gd name="connsiteY538" fmla="*/ 2304290 h 2488086"/>
                <a:gd name="connsiteX539" fmla="*/ 1197854 w 2490683"/>
                <a:gd name="connsiteY539" fmla="*/ 2289361 h 2488086"/>
                <a:gd name="connsiteX540" fmla="*/ 1189587 w 2490683"/>
                <a:gd name="connsiteY540" fmla="*/ 2259076 h 2488086"/>
                <a:gd name="connsiteX541" fmla="*/ 1403230 w 2490683"/>
                <a:gd name="connsiteY541" fmla="*/ 638206 h 2488086"/>
                <a:gd name="connsiteX542" fmla="*/ 1455393 w 2490683"/>
                <a:gd name="connsiteY542" fmla="*/ 639485 h 2488086"/>
                <a:gd name="connsiteX543" fmla="*/ 1464373 w 2490683"/>
                <a:gd name="connsiteY543" fmla="*/ 674462 h 2488086"/>
                <a:gd name="connsiteX544" fmla="*/ 1454111 w 2490683"/>
                <a:gd name="connsiteY544" fmla="*/ 691666 h 2488086"/>
                <a:gd name="connsiteX545" fmla="*/ 1401805 w 2490683"/>
                <a:gd name="connsiteY545" fmla="*/ 690244 h 2488086"/>
                <a:gd name="connsiteX546" fmla="*/ 1403230 w 2490683"/>
                <a:gd name="connsiteY546" fmla="*/ 638206 h 2488086"/>
                <a:gd name="connsiteX547" fmla="*/ 1451830 w 2490683"/>
                <a:gd name="connsiteY547" fmla="*/ 642898 h 2488086"/>
                <a:gd name="connsiteX548" fmla="*/ 1406907 w 2490683"/>
                <a:gd name="connsiteY548" fmla="*/ 641518 h 2488086"/>
                <a:gd name="connsiteX549" fmla="*/ 1406651 w 2490683"/>
                <a:gd name="connsiteY549" fmla="*/ 641760 h 2488086"/>
                <a:gd name="connsiteX550" fmla="*/ 1405183 w 2490683"/>
                <a:gd name="connsiteY550" fmla="*/ 686775 h 2488086"/>
                <a:gd name="connsiteX551" fmla="*/ 1405368 w 2490683"/>
                <a:gd name="connsiteY551" fmla="*/ 686974 h 2488086"/>
                <a:gd name="connsiteX552" fmla="*/ 1450690 w 2490683"/>
                <a:gd name="connsiteY552" fmla="*/ 688111 h 2488086"/>
                <a:gd name="connsiteX553" fmla="*/ 1459527 w 2490683"/>
                <a:gd name="connsiteY553" fmla="*/ 673182 h 2488086"/>
                <a:gd name="connsiteX554" fmla="*/ 1451260 w 2490683"/>
                <a:gd name="connsiteY554" fmla="*/ 643466 h 2488086"/>
                <a:gd name="connsiteX555" fmla="*/ 1017134 w 2490683"/>
                <a:gd name="connsiteY555" fmla="*/ 1067310 h 2488086"/>
                <a:gd name="connsiteX556" fmla="*/ 1101987 w 2490683"/>
                <a:gd name="connsiteY556" fmla="*/ 1068106 h 2488086"/>
                <a:gd name="connsiteX557" fmla="*/ 1116900 w 2490683"/>
                <a:gd name="connsiteY557" fmla="*/ 1126315 h 2488086"/>
                <a:gd name="connsiteX558" fmla="*/ 1065450 w 2490683"/>
                <a:gd name="connsiteY558" fmla="*/ 1170391 h 2488086"/>
                <a:gd name="connsiteX559" fmla="*/ 999410 w 2490683"/>
                <a:gd name="connsiteY559" fmla="*/ 1116917 h 2488086"/>
                <a:gd name="connsiteX560" fmla="*/ 1017704 w 2490683"/>
                <a:gd name="connsiteY560" fmla="*/ 1067310 h 2488086"/>
                <a:gd name="connsiteX561" fmla="*/ 1098372 w 2490683"/>
                <a:gd name="connsiteY561" fmla="*/ 1072997 h 2488086"/>
                <a:gd name="connsiteX562" fmla="*/ 1020597 w 2490683"/>
                <a:gd name="connsiteY562" fmla="*/ 1070964 h 2488086"/>
                <a:gd name="connsiteX563" fmla="*/ 1020555 w 2490683"/>
                <a:gd name="connsiteY563" fmla="*/ 1071006 h 2488086"/>
                <a:gd name="connsiteX564" fmla="*/ 1005305 w 2490683"/>
                <a:gd name="connsiteY564" fmla="*/ 1096599 h 2488086"/>
                <a:gd name="connsiteX565" fmla="*/ 1044077 w 2490683"/>
                <a:gd name="connsiteY565" fmla="*/ 1163894 h 2488086"/>
                <a:gd name="connsiteX566" fmla="*/ 1096377 w 2490683"/>
                <a:gd name="connsiteY566" fmla="*/ 1150628 h 2488086"/>
                <a:gd name="connsiteX567" fmla="*/ 1111627 w 2490683"/>
                <a:gd name="connsiteY567" fmla="*/ 1125036 h 2488086"/>
                <a:gd name="connsiteX568" fmla="*/ 1097802 w 2490683"/>
                <a:gd name="connsiteY568" fmla="*/ 1073566 h 2488086"/>
                <a:gd name="connsiteX569" fmla="*/ 1022550 w 2490683"/>
                <a:gd name="connsiteY569" fmla="*/ 1072997 h 2488086"/>
                <a:gd name="connsiteX570" fmla="*/ 1096044 w 2490683"/>
                <a:gd name="connsiteY570" fmla="*/ 1076324 h 2488086"/>
                <a:gd name="connsiteX571" fmla="*/ 1108064 w 2490683"/>
                <a:gd name="connsiteY571" fmla="*/ 1124040 h 2488086"/>
                <a:gd name="connsiteX572" fmla="*/ 1093812 w 2490683"/>
                <a:gd name="connsiteY572" fmla="*/ 1148353 h 2488086"/>
                <a:gd name="connsiteX573" fmla="*/ 1063597 w 2490683"/>
                <a:gd name="connsiteY573" fmla="*/ 1162571 h 2488086"/>
                <a:gd name="connsiteX574" fmla="*/ 1006271 w 2490683"/>
                <a:gd name="connsiteY574" fmla="*/ 1116576 h 2488086"/>
                <a:gd name="connsiteX575" fmla="*/ 1007727 w 2490683"/>
                <a:gd name="connsiteY575" fmla="*/ 1097594 h 2488086"/>
                <a:gd name="connsiteX576" fmla="*/ 1007727 w 2490683"/>
                <a:gd name="connsiteY576" fmla="*/ 1097594 h 2488086"/>
                <a:gd name="connsiteX577" fmla="*/ 1021980 w 2490683"/>
                <a:gd name="connsiteY577" fmla="*/ 1073708 h 2488086"/>
                <a:gd name="connsiteX578" fmla="*/ 1092529 w 2490683"/>
                <a:gd name="connsiteY578" fmla="*/ 1078400 h 2488086"/>
                <a:gd name="connsiteX579" fmla="*/ 1026025 w 2490683"/>
                <a:gd name="connsiteY579" fmla="*/ 1077277 h 2488086"/>
                <a:gd name="connsiteX580" fmla="*/ 1024260 w 2490683"/>
                <a:gd name="connsiteY580" fmla="*/ 1142950 h 2488086"/>
                <a:gd name="connsiteX581" fmla="*/ 1063454 w 2490683"/>
                <a:gd name="connsiteY581" fmla="*/ 1157169 h 2488086"/>
                <a:gd name="connsiteX582" fmla="*/ 1090819 w 2490683"/>
                <a:gd name="connsiteY582" fmla="*/ 1144514 h 2488086"/>
                <a:gd name="connsiteX583" fmla="*/ 1103931 w 2490683"/>
                <a:gd name="connsiteY583" fmla="*/ 1122618 h 2488086"/>
                <a:gd name="connsiteX584" fmla="*/ 1091674 w 2490683"/>
                <a:gd name="connsiteY584" fmla="*/ 1079111 h 2488086"/>
                <a:gd name="connsiteX585" fmla="*/ 1032099 w 2490683"/>
                <a:gd name="connsiteY585" fmla="*/ 1082950 h 2488086"/>
                <a:gd name="connsiteX586" fmla="*/ 1086286 w 2490683"/>
                <a:gd name="connsiteY586" fmla="*/ 1084812 h 2488086"/>
                <a:gd name="connsiteX587" fmla="*/ 1095379 w 2490683"/>
                <a:gd name="connsiteY587" fmla="*/ 1120486 h 2488086"/>
                <a:gd name="connsiteX588" fmla="*/ 1084690 w 2490683"/>
                <a:gd name="connsiteY588" fmla="*/ 1138400 h 2488086"/>
                <a:gd name="connsiteX589" fmla="*/ 1030602 w 2490683"/>
                <a:gd name="connsiteY589" fmla="*/ 1136908 h 2488086"/>
                <a:gd name="connsiteX590" fmla="*/ 1032099 w 2490683"/>
                <a:gd name="connsiteY590" fmla="*/ 1082950 h 2488086"/>
                <a:gd name="connsiteX591" fmla="*/ 1082552 w 2490683"/>
                <a:gd name="connsiteY591" fmla="*/ 1087784 h 2488086"/>
                <a:gd name="connsiteX592" fmla="*/ 1059321 w 2490683"/>
                <a:gd name="connsiteY592" fmla="*/ 1077405 h 2488086"/>
                <a:gd name="connsiteX593" fmla="*/ 1035520 w 2490683"/>
                <a:gd name="connsiteY593" fmla="*/ 1086504 h 2488086"/>
                <a:gd name="connsiteX594" fmla="*/ 1026256 w 2490683"/>
                <a:gd name="connsiteY594" fmla="*/ 1102144 h 2488086"/>
                <a:gd name="connsiteX595" fmla="*/ 1049686 w 2490683"/>
                <a:gd name="connsiteY595" fmla="*/ 1142751 h 2488086"/>
                <a:gd name="connsiteX596" fmla="*/ 1081270 w 2490683"/>
                <a:gd name="connsiteY596" fmla="*/ 1134704 h 2488086"/>
                <a:gd name="connsiteX597" fmla="*/ 1090534 w 2490683"/>
                <a:gd name="connsiteY597" fmla="*/ 1119206 h 2488086"/>
                <a:gd name="connsiteX598" fmla="*/ 1081982 w 2490683"/>
                <a:gd name="connsiteY598" fmla="*/ 1088495 h 2488086"/>
                <a:gd name="connsiteX599" fmla="*/ 331596 w 2490683"/>
                <a:gd name="connsiteY599" fmla="*/ 1032902 h 2488086"/>
                <a:gd name="connsiteX600" fmla="*/ 380875 w 2490683"/>
                <a:gd name="connsiteY600" fmla="*/ 1036072 h 2488086"/>
                <a:gd name="connsiteX601" fmla="*/ 388606 w 2490683"/>
                <a:gd name="connsiteY601" fmla="*/ 1067168 h 2488086"/>
                <a:gd name="connsiteX602" fmla="*/ 353973 w 2490683"/>
                <a:gd name="connsiteY602" fmla="*/ 1093045 h 2488086"/>
                <a:gd name="connsiteX603" fmla="*/ 320028 w 2490683"/>
                <a:gd name="connsiteY603" fmla="*/ 1057272 h 2488086"/>
                <a:gd name="connsiteX604" fmla="*/ 321192 w 2490683"/>
                <a:gd name="connsiteY604" fmla="*/ 1049253 h 2488086"/>
                <a:gd name="connsiteX605" fmla="*/ 331026 w 2490683"/>
                <a:gd name="connsiteY605" fmla="*/ 1033613 h 2488086"/>
                <a:gd name="connsiteX606" fmla="*/ 377346 w 2490683"/>
                <a:gd name="connsiteY606" fmla="*/ 1037594 h 2488086"/>
                <a:gd name="connsiteX607" fmla="*/ 356395 w 2490683"/>
                <a:gd name="connsiteY607" fmla="*/ 1028352 h 2488086"/>
                <a:gd name="connsiteX608" fmla="*/ 326608 w 2490683"/>
                <a:gd name="connsiteY608" fmla="*/ 1050532 h 2488086"/>
                <a:gd name="connsiteX609" fmla="*/ 347831 w 2490683"/>
                <a:gd name="connsiteY609" fmla="*/ 1087073 h 2488086"/>
                <a:gd name="connsiteX610" fmla="*/ 355113 w 2490683"/>
                <a:gd name="connsiteY610" fmla="*/ 1088068 h 2488086"/>
                <a:gd name="connsiteX611" fmla="*/ 384900 w 2490683"/>
                <a:gd name="connsiteY611" fmla="*/ 1065888 h 2488086"/>
                <a:gd name="connsiteX612" fmla="*/ 376776 w 2490683"/>
                <a:gd name="connsiteY612" fmla="*/ 1038305 h 2488086"/>
                <a:gd name="connsiteX613" fmla="*/ 35290 w 2490683"/>
                <a:gd name="connsiteY613" fmla="*/ 1323947 h 2488086"/>
                <a:gd name="connsiteX614" fmla="*/ 8638 w 2490683"/>
                <a:gd name="connsiteY614" fmla="*/ 1323237 h 2488086"/>
                <a:gd name="connsiteX615" fmla="*/ 3365 w 2490683"/>
                <a:gd name="connsiteY615" fmla="*/ 1332052 h 2488086"/>
                <a:gd name="connsiteX616" fmla="*/ 7926 w 2490683"/>
                <a:gd name="connsiteY616" fmla="*/ 1349825 h 2488086"/>
                <a:gd name="connsiteX617" fmla="*/ 21180 w 2490683"/>
                <a:gd name="connsiteY617" fmla="*/ 1355654 h 2488086"/>
                <a:gd name="connsiteX618" fmla="*/ 39851 w 2490683"/>
                <a:gd name="connsiteY618" fmla="*/ 1341436 h 2488086"/>
                <a:gd name="connsiteX619" fmla="*/ 34863 w 2490683"/>
                <a:gd name="connsiteY619" fmla="*/ 1324658 h 2488086"/>
                <a:gd name="connsiteX620" fmla="*/ 1714216 w 2490683"/>
                <a:gd name="connsiteY620" fmla="*/ 1249302 h 2488086"/>
                <a:gd name="connsiteX621" fmla="*/ 1747851 w 2490683"/>
                <a:gd name="connsiteY621" fmla="*/ 1250298 h 2488086"/>
                <a:gd name="connsiteX622" fmla="*/ 1753695 w 2490683"/>
                <a:gd name="connsiteY622" fmla="*/ 1272762 h 2488086"/>
                <a:gd name="connsiteX623" fmla="*/ 1746996 w 2490683"/>
                <a:gd name="connsiteY623" fmla="*/ 1283852 h 2488086"/>
                <a:gd name="connsiteX624" fmla="*/ 1730036 w 2490683"/>
                <a:gd name="connsiteY624" fmla="*/ 1290393 h 2488086"/>
                <a:gd name="connsiteX625" fmla="*/ 1713361 w 2490683"/>
                <a:gd name="connsiteY625" fmla="*/ 1282999 h 2488086"/>
                <a:gd name="connsiteX626" fmla="*/ 1707660 w 2490683"/>
                <a:gd name="connsiteY626" fmla="*/ 1260535 h 2488086"/>
                <a:gd name="connsiteX627" fmla="*/ 1713788 w 2490683"/>
                <a:gd name="connsiteY627" fmla="*/ 1250013 h 2488086"/>
                <a:gd name="connsiteX628" fmla="*/ 1744288 w 2490683"/>
                <a:gd name="connsiteY628" fmla="*/ 1253710 h 2488086"/>
                <a:gd name="connsiteX629" fmla="*/ 1717694 w 2490683"/>
                <a:gd name="connsiteY629" fmla="*/ 1252942 h 2488086"/>
                <a:gd name="connsiteX630" fmla="*/ 1717637 w 2490683"/>
                <a:gd name="connsiteY630" fmla="*/ 1252999 h 2488086"/>
                <a:gd name="connsiteX631" fmla="*/ 1712363 w 2490683"/>
                <a:gd name="connsiteY631" fmla="*/ 1261672 h 2488086"/>
                <a:gd name="connsiteX632" fmla="*/ 1716924 w 2490683"/>
                <a:gd name="connsiteY632" fmla="*/ 1279587 h 2488086"/>
                <a:gd name="connsiteX633" fmla="*/ 1743576 w 2490683"/>
                <a:gd name="connsiteY633" fmla="*/ 1280298 h 2488086"/>
                <a:gd name="connsiteX634" fmla="*/ 1748849 w 2490683"/>
                <a:gd name="connsiteY634" fmla="*/ 1271482 h 2488086"/>
                <a:gd name="connsiteX635" fmla="*/ 1743861 w 2490683"/>
                <a:gd name="connsiteY635" fmla="*/ 1254421 h 2488086"/>
                <a:gd name="connsiteX636" fmla="*/ 569468 w 2490683"/>
                <a:gd name="connsiteY636" fmla="*/ 1914286 h 2488086"/>
                <a:gd name="connsiteX637" fmla="*/ 650091 w 2490683"/>
                <a:gd name="connsiteY637" fmla="*/ 1914414 h 2488086"/>
                <a:gd name="connsiteX638" fmla="*/ 664246 w 2490683"/>
                <a:gd name="connsiteY638" fmla="*/ 1971158 h 2488086"/>
                <a:gd name="connsiteX639" fmla="*/ 648283 w 2490683"/>
                <a:gd name="connsiteY639" fmla="*/ 1997888 h 2488086"/>
                <a:gd name="connsiteX640" fmla="*/ 566974 w 2490683"/>
                <a:gd name="connsiteY640" fmla="*/ 1995400 h 2488086"/>
                <a:gd name="connsiteX641" fmla="*/ 569468 w 2490683"/>
                <a:gd name="connsiteY641" fmla="*/ 1914286 h 2488086"/>
                <a:gd name="connsiteX642" fmla="*/ 646858 w 2490683"/>
                <a:gd name="connsiteY642" fmla="*/ 1919689 h 2488086"/>
                <a:gd name="connsiteX643" fmla="*/ 572889 w 2490683"/>
                <a:gd name="connsiteY643" fmla="*/ 1917840 h 2488086"/>
                <a:gd name="connsiteX644" fmla="*/ 558636 w 2490683"/>
                <a:gd name="connsiteY644" fmla="*/ 1942153 h 2488086"/>
                <a:gd name="connsiteX645" fmla="*/ 595698 w 2490683"/>
                <a:gd name="connsiteY645" fmla="*/ 2006021 h 2488086"/>
                <a:gd name="connsiteX646" fmla="*/ 645148 w 2490683"/>
                <a:gd name="connsiteY646" fmla="*/ 1993481 h 2488086"/>
                <a:gd name="connsiteX647" fmla="*/ 659400 w 2490683"/>
                <a:gd name="connsiteY647" fmla="*/ 1969168 h 2488086"/>
                <a:gd name="connsiteX648" fmla="*/ 646858 w 2490683"/>
                <a:gd name="connsiteY648" fmla="*/ 1919404 h 2488086"/>
                <a:gd name="connsiteX649" fmla="*/ 1764384 w 2490683"/>
                <a:gd name="connsiteY649" fmla="*/ 997356 h 2488086"/>
                <a:gd name="connsiteX650" fmla="*/ 1821394 w 2490683"/>
                <a:gd name="connsiteY650" fmla="*/ 999318 h 2488086"/>
                <a:gd name="connsiteX651" fmla="*/ 1830943 w 2490683"/>
                <a:gd name="connsiteY651" fmla="*/ 1036883 h 2488086"/>
                <a:gd name="connsiteX652" fmla="*/ 1819683 w 2490683"/>
                <a:gd name="connsiteY652" fmla="*/ 1055651 h 2488086"/>
                <a:gd name="connsiteX653" fmla="*/ 1762816 w 2490683"/>
                <a:gd name="connsiteY653" fmla="*/ 1054087 h 2488086"/>
                <a:gd name="connsiteX654" fmla="*/ 1764384 w 2490683"/>
                <a:gd name="connsiteY654" fmla="*/ 997356 h 2488086"/>
                <a:gd name="connsiteX655" fmla="*/ 1817545 w 2490683"/>
                <a:gd name="connsiteY655" fmla="*/ 1002333 h 2488086"/>
                <a:gd name="connsiteX656" fmla="*/ 1767662 w 2490683"/>
                <a:gd name="connsiteY656" fmla="*/ 1001053 h 2488086"/>
                <a:gd name="connsiteX657" fmla="*/ 1757971 w 2490683"/>
                <a:gd name="connsiteY657" fmla="*/ 1017404 h 2488086"/>
                <a:gd name="connsiteX658" fmla="*/ 1782884 w 2490683"/>
                <a:gd name="connsiteY658" fmla="*/ 1060400 h 2488086"/>
                <a:gd name="connsiteX659" fmla="*/ 1825983 w 2490683"/>
                <a:gd name="connsiteY659" fmla="*/ 1035546 h 2488086"/>
                <a:gd name="connsiteX660" fmla="*/ 1817545 w 2490683"/>
                <a:gd name="connsiteY660" fmla="*/ 1002333 h 2488086"/>
                <a:gd name="connsiteX661" fmla="*/ 2226873 w 2490683"/>
                <a:gd name="connsiteY661" fmla="*/ 1046978 h 2488086"/>
                <a:gd name="connsiteX662" fmla="*/ 2243976 w 2490683"/>
                <a:gd name="connsiteY662" fmla="*/ 1040437 h 2488086"/>
                <a:gd name="connsiteX663" fmla="*/ 2267421 w 2490683"/>
                <a:gd name="connsiteY663" fmla="*/ 1064807 h 2488086"/>
                <a:gd name="connsiteX664" fmla="*/ 2259938 w 2490683"/>
                <a:gd name="connsiteY664" fmla="*/ 1081670 h 2488086"/>
                <a:gd name="connsiteX665" fmla="*/ 2242836 w 2490683"/>
                <a:gd name="connsiteY665" fmla="*/ 1088210 h 2488086"/>
                <a:gd name="connsiteX666" fmla="*/ 2219376 w 2490683"/>
                <a:gd name="connsiteY666" fmla="*/ 1063841 h 2488086"/>
                <a:gd name="connsiteX667" fmla="*/ 2220174 w 2490683"/>
                <a:gd name="connsiteY667" fmla="*/ 1058210 h 2488086"/>
                <a:gd name="connsiteX668" fmla="*/ 2226873 w 2490683"/>
                <a:gd name="connsiteY668" fmla="*/ 1046978 h 2488086"/>
                <a:gd name="connsiteX669" fmla="*/ 2257230 w 2490683"/>
                <a:gd name="connsiteY669" fmla="*/ 1051243 h 2488086"/>
                <a:gd name="connsiteX670" fmla="*/ 2243976 w 2490683"/>
                <a:gd name="connsiteY670" fmla="*/ 1045272 h 2488086"/>
                <a:gd name="connsiteX671" fmla="*/ 2225020 w 2490683"/>
                <a:gd name="connsiteY671" fmla="*/ 1059490 h 2488086"/>
                <a:gd name="connsiteX672" fmla="*/ 2238460 w 2490683"/>
                <a:gd name="connsiteY672" fmla="*/ 1082864 h 2488086"/>
                <a:gd name="connsiteX673" fmla="*/ 2242978 w 2490683"/>
                <a:gd name="connsiteY673" fmla="*/ 1083519 h 2488086"/>
                <a:gd name="connsiteX674" fmla="*/ 2256518 w 2490683"/>
                <a:gd name="connsiteY674" fmla="*/ 1078258 h 2488086"/>
                <a:gd name="connsiteX675" fmla="*/ 2261791 w 2490683"/>
                <a:gd name="connsiteY675" fmla="*/ 1069300 h 2488086"/>
                <a:gd name="connsiteX676" fmla="*/ 2257230 w 2490683"/>
                <a:gd name="connsiteY676" fmla="*/ 1050532 h 248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</a:cxnLst>
              <a:rect l="l" t="t" r="r" b="b"/>
              <a:pathLst>
                <a:path w="2490683" h="2488086">
                  <a:moveTo>
                    <a:pt x="2413151" y="241803"/>
                  </a:moveTo>
                  <a:lnTo>
                    <a:pt x="2414006" y="241092"/>
                  </a:lnTo>
                  <a:lnTo>
                    <a:pt x="2468593" y="750529"/>
                  </a:lnTo>
                  <a:lnTo>
                    <a:pt x="2468593" y="752093"/>
                  </a:lnTo>
                  <a:lnTo>
                    <a:pt x="2133948" y="449815"/>
                  </a:lnTo>
                  <a:lnTo>
                    <a:pt x="2133948" y="449815"/>
                  </a:lnTo>
                  <a:close/>
                  <a:moveTo>
                    <a:pt x="2413151" y="243367"/>
                  </a:moveTo>
                  <a:lnTo>
                    <a:pt x="2135373" y="449815"/>
                  </a:lnTo>
                  <a:lnTo>
                    <a:pt x="2467167" y="749392"/>
                  </a:lnTo>
                  <a:close/>
                  <a:moveTo>
                    <a:pt x="2468307" y="749960"/>
                  </a:moveTo>
                  <a:lnTo>
                    <a:pt x="2468307" y="749960"/>
                  </a:lnTo>
                  <a:lnTo>
                    <a:pt x="2244688" y="1198259"/>
                  </a:lnTo>
                  <a:lnTo>
                    <a:pt x="2244688" y="1199396"/>
                  </a:lnTo>
                  <a:lnTo>
                    <a:pt x="1939261" y="602234"/>
                  </a:lnTo>
                  <a:lnTo>
                    <a:pt x="1938548" y="600954"/>
                  </a:lnTo>
                  <a:close/>
                  <a:moveTo>
                    <a:pt x="2467167" y="750955"/>
                  </a:moveTo>
                  <a:lnTo>
                    <a:pt x="1940971" y="603371"/>
                  </a:lnTo>
                  <a:lnTo>
                    <a:pt x="2244688" y="119697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2470018" y="752235"/>
                  </a:lnTo>
                  <a:lnTo>
                    <a:pt x="1939261" y="603371"/>
                  </a:lnTo>
                  <a:lnTo>
                    <a:pt x="1938120" y="603371"/>
                  </a:lnTo>
                  <a:close/>
                  <a:moveTo>
                    <a:pt x="2134090" y="450241"/>
                  </a:moveTo>
                  <a:lnTo>
                    <a:pt x="1941113" y="602234"/>
                  </a:lnTo>
                  <a:lnTo>
                    <a:pt x="2465599" y="74924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1939688" y="603371"/>
                  </a:lnTo>
                  <a:lnTo>
                    <a:pt x="1502996" y="75024"/>
                  </a:lnTo>
                  <a:lnTo>
                    <a:pt x="1500716" y="72323"/>
                  </a:lnTo>
                  <a:close/>
                  <a:moveTo>
                    <a:pt x="2132665" y="448962"/>
                  </a:moveTo>
                  <a:lnTo>
                    <a:pt x="1505562" y="76446"/>
                  </a:lnTo>
                  <a:lnTo>
                    <a:pt x="1939118" y="600954"/>
                  </a:lnTo>
                  <a:close/>
                  <a:moveTo>
                    <a:pt x="1938690" y="601523"/>
                  </a:moveTo>
                  <a:lnTo>
                    <a:pt x="1938690" y="600670"/>
                  </a:lnTo>
                  <a:lnTo>
                    <a:pt x="2244118" y="1197832"/>
                  </a:lnTo>
                  <a:lnTo>
                    <a:pt x="2244118" y="1198828"/>
                  </a:lnTo>
                  <a:lnTo>
                    <a:pt x="1591076" y="1132855"/>
                  </a:lnTo>
                  <a:lnTo>
                    <a:pt x="1590078" y="1132855"/>
                  </a:lnTo>
                  <a:close/>
                  <a:moveTo>
                    <a:pt x="1938690" y="603087"/>
                  </a:moveTo>
                  <a:lnTo>
                    <a:pt x="1593784" y="1132287"/>
                  </a:lnTo>
                  <a:lnTo>
                    <a:pt x="2243548" y="1197832"/>
                  </a:lnTo>
                  <a:close/>
                  <a:moveTo>
                    <a:pt x="1938690" y="601523"/>
                  </a:moveTo>
                  <a:lnTo>
                    <a:pt x="1938690" y="601523"/>
                  </a:lnTo>
                  <a:lnTo>
                    <a:pt x="1593214" y="1132287"/>
                  </a:lnTo>
                  <a:lnTo>
                    <a:pt x="1592216" y="1133851"/>
                  </a:lnTo>
                  <a:lnTo>
                    <a:pt x="1502711" y="72181"/>
                  </a:lnTo>
                  <a:close/>
                  <a:moveTo>
                    <a:pt x="1937408" y="601523"/>
                  </a:moveTo>
                  <a:lnTo>
                    <a:pt x="1502711" y="75451"/>
                  </a:lnTo>
                  <a:lnTo>
                    <a:pt x="1591504" y="1129585"/>
                  </a:lnTo>
                  <a:close/>
                  <a:moveTo>
                    <a:pt x="1504992" y="73318"/>
                  </a:moveTo>
                  <a:lnTo>
                    <a:pt x="896132" y="1068589"/>
                  </a:lnTo>
                  <a:lnTo>
                    <a:pt x="896132" y="1069585"/>
                  </a:lnTo>
                  <a:lnTo>
                    <a:pt x="638164" y="470858"/>
                  </a:lnTo>
                  <a:lnTo>
                    <a:pt x="638164" y="470858"/>
                  </a:lnTo>
                  <a:close/>
                  <a:moveTo>
                    <a:pt x="1501856" y="76162"/>
                  </a:moveTo>
                  <a:lnTo>
                    <a:pt x="639447" y="470858"/>
                  </a:lnTo>
                  <a:lnTo>
                    <a:pt x="895989" y="1067168"/>
                  </a:lnTo>
                  <a:close/>
                  <a:moveTo>
                    <a:pt x="538825" y="20711"/>
                  </a:moveTo>
                  <a:lnTo>
                    <a:pt x="539681" y="19715"/>
                  </a:lnTo>
                  <a:lnTo>
                    <a:pt x="639447" y="470431"/>
                  </a:lnTo>
                  <a:lnTo>
                    <a:pt x="639447" y="470431"/>
                  </a:lnTo>
                  <a:lnTo>
                    <a:pt x="20895" y="638632"/>
                  </a:lnTo>
                  <a:lnTo>
                    <a:pt x="19043" y="638632"/>
                  </a:lnTo>
                  <a:close/>
                  <a:moveTo>
                    <a:pt x="538825" y="22559"/>
                  </a:moveTo>
                  <a:lnTo>
                    <a:pt x="22748" y="637495"/>
                  </a:lnTo>
                  <a:lnTo>
                    <a:pt x="638307" y="470147"/>
                  </a:lnTo>
                  <a:close/>
                  <a:moveTo>
                    <a:pt x="638592" y="470005"/>
                  </a:moveTo>
                  <a:lnTo>
                    <a:pt x="638592" y="470005"/>
                  </a:lnTo>
                  <a:lnTo>
                    <a:pt x="895134" y="1068447"/>
                  </a:lnTo>
                  <a:lnTo>
                    <a:pt x="895134" y="1070011"/>
                  </a:lnTo>
                  <a:lnTo>
                    <a:pt x="20468" y="639201"/>
                  </a:lnTo>
                  <a:lnTo>
                    <a:pt x="19043" y="639201"/>
                  </a:lnTo>
                  <a:close/>
                  <a:moveTo>
                    <a:pt x="638592" y="471284"/>
                  </a:moveTo>
                  <a:lnTo>
                    <a:pt x="22748" y="638774"/>
                  </a:lnTo>
                  <a:lnTo>
                    <a:pt x="894706" y="1067310"/>
                  </a:lnTo>
                  <a:close/>
                  <a:moveTo>
                    <a:pt x="896132" y="1068447"/>
                  </a:moveTo>
                  <a:lnTo>
                    <a:pt x="897557" y="1069158"/>
                  </a:lnTo>
                  <a:lnTo>
                    <a:pt x="26311" y="1333616"/>
                  </a:lnTo>
                  <a:lnTo>
                    <a:pt x="25456" y="1333616"/>
                  </a:lnTo>
                  <a:lnTo>
                    <a:pt x="20468" y="638774"/>
                  </a:lnTo>
                  <a:lnTo>
                    <a:pt x="20468" y="637779"/>
                  </a:lnTo>
                  <a:close/>
                  <a:moveTo>
                    <a:pt x="894279" y="1068447"/>
                  </a:moveTo>
                  <a:lnTo>
                    <a:pt x="21465" y="639627"/>
                  </a:lnTo>
                  <a:lnTo>
                    <a:pt x="26454" y="1331341"/>
                  </a:lnTo>
                  <a:close/>
                  <a:moveTo>
                    <a:pt x="1887952" y="690102"/>
                  </a:moveTo>
                  <a:lnTo>
                    <a:pt x="1887952" y="689107"/>
                  </a:lnTo>
                  <a:lnTo>
                    <a:pt x="2244261" y="1064324"/>
                  </a:lnTo>
                  <a:lnTo>
                    <a:pt x="1791179" y="1026788"/>
                  </a:lnTo>
                  <a:lnTo>
                    <a:pt x="1791179" y="1026788"/>
                  </a:lnTo>
                  <a:close/>
                  <a:moveTo>
                    <a:pt x="1888950" y="691524"/>
                  </a:moveTo>
                  <a:lnTo>
                    <a:pt x="1793032" y="1025650"/>
                  </a:lnTo>
                  <a:lnTo>
                    <a:pt x="2242123" y="1062902"/>
                  </a:lnTo>
                  <a:close/>
                  <a:moveTo>
                    <a:pt x="2246113" y="1063186"/>
                  </a:moveTo>
                  <a:lnTo>
                    <a:pt x="1730464" y="1267928"/>
                  </a:lnTo>
                  <a:lnTo>
                    <a:pt x="1729324" y="1267928"/>
                  </a:lnTo>
                  <a:lnTo>
                    <a:pt x="1791464" y="1025224"/>
                  </a:lnTo>
                  <a:close/>
                  <a:moveTo>
                    <a:pt x="2240698" y="1064040"/>
                  </a:moveTo>
                  <a:lnTo>
                    <a:pt x="1792461" y="1026930"/>
                  </a:lnTo>
                  <a:lnTo>
                    <a:pt x="1731034" y="1266222"/>
                  </a:lnTo>
                  <a:close/>
                  <a:moveTo>
                    <a:pt x="1428314" y="664936"/>
                  </a:moveTo>
                  <a:lnTo>
                    <a:pt x="1428314" y="664936"/>
                  </a:lnTo>
                  <a:lnTo>
                    <a:pt x="1057753" y="1111528"/>
                  </a:lnTo>
                  <a:lnTo>
                    <a:pt x="1057753" y="1111528"/>
                  </a:lnTo>
                  <a:lnTo>
                    <a:pt x="565477" y="336781"/>
                  </a:lnTo>
                  <a:lnTo>
                    <a:pt x="564480" y="335217"/>
                  </a:lnTo>
                  <a:close/>
                  <a:moveTo>
                    <a:pt x="1427031" y="665789"/>
                  </a:moveTo>
                  <a:lnTo>
                    <a:pt x="567615" y="337634"/>
                  </a:lnTo>
                  <a:lnTo>
                    <a:pt x="1057896" y="1110391"/>
                  </a:lnTo>
                  <a:close/>
                  <a:moveTo>
                    <a:pt x="1427031" y="665078"/>
                  </a:moveTo>
                  <a:lnTo>
                    <a:pt x="1427031" y="665078"/>
                  </a:lnTo>
                  <a:lnTo>
                    <a:pt x="1791464" y="1026361"/>
                  </a:lnTo>
                  <a:lnTo>
                    <a:pt x="1792319" y="1027214"/>
                  </a:lnTo>
                  <a:lnTo>
                    <a:pt x="1056898" y="1112523"/>
                  </a:lnTo>
                  <a:lnTo>
                    <a:pt x="1055330" y="1112523"/>
                  </a:lnTo>
                  <a:close/>
                  <a:moveTo>
                    <a:pt x="1427031" y="666357"/>
                  </a:moveTo>
                  <a:lnTo>
                    <a:pt x="1059321" y="1110533"/>
                  </a:lnTo>
                  <a:lnTo>
                    <a:pt x="1790609" y="1025224"/>
                  </a:lnTo>
                  <a:close/>
                  <a:moveTo>
                    <a:pt x="1790751" y="1025650"/>
                  </a:moveTo>
                  <a:lnTo>
                    <a:pt x="1791749" y="1025650"/>
                  </a:lnTo>
                  <a:lnTo>
                    <a:pt x="1729609" y="1267359"/>
                  </a:lnTo>
                  <a:lnTo>
                    <a:pt x="1729609" y="1267359"/>
                  </a:lnTo>
                  <a:lnTo>
                    <a:pt x="1056756" y="1110959"/>
                  </a:lnTo>
                  <a:lnTo>
                    <a:pt x="1053193" y="1110959"/>
                  </a:lnTo>
                  <a:close/>
                  <a:moveTo>
                    <a:pt x="1790751" y="1026930"/>
                  </a:moveTo>
                  <a:lnTo>
                    <a:pt x="1061031" y="1111528"/>
                  </a:lnTo>
                  <a:lnTo>
                    <a:pt x="1729324" y="1266506"/>
                  </a:lnTo>
                  <a:close/>
                  <a:moveTo>
                    <a:pt x="355540" y="1057357"/>
                  </a:moveTo>
                  <a:lnTo>
                    <a:pt x="254206" y="1656653"/>
                  </a:lnTo>
                  <a:lnTo>
                    <a:pt x="254206" y="1658217"/>
                  </a:lnTo>
                  <a:lnTo>
                    <a:pt x="20753" y="1337881"/>
                  </a:lnTo>
                  <a:lnTo>
                    <a:pt x="20753" y="1337881"/>
                  </a:lnTo>
                  <a:close/>
                  <a:moveTo>
                    <a:pt x="353688" y="1060485"/>
                  </a:moveTo>
                  <a:lnTo>
                    <a:pt x="22748" y="1337739"/>
                  </a:lnTo>
                  <a:lnTo>
                    <a:pt x="253636" y="1655089"/>
                  </a:lnTo>
                  <a:close/>
                  <a:moveTo>
                    <a:pt x="1057041" y="1110817"/>
                  </a:moveTo>
                  <a:lnTo>
                    <a:pt x="1059178" y="1109538"/>
                  </a:lnTo>
                  <a:lnTo>
                    <a:pt x="609375" y="1955661"/>
                  </a:lnTo>
                  <a:lnTo>
                    <a:pt x="609375" y="1956371"/>
                  </a:lnTo>
                  <a:lnTo>
                    <a:pt x="253066" y="1656510"/>
                  </a:lnTo>
                  <a:close/>
                  <a:moveTo>
                    <a:pt x="1055758" y="1113234"/>
                  </a:moveTo>
                  <a:lnTo>
                    <a:pt x="255061" y="1656653"/>
                  </a:lnTo>
                  <a:lnTo>
                    <a:pt x="608662" y="1954381"/>
                  </a:lnTo>
                  <a:close/>
                  <a:moveTo>
                    <a:pt x="608804" y="1954950"/>
                  </a:moveTo>
                  <a:lnTo>
                    <a:pt x="608804" y="1954950"/>
                  </a:lnTo>
                  <a:lnTo>
                    <a:pt x="217293" y="2466803"/>
                  </a:lnTo>
                  <a:lnTo>
                    <a:pt x="216010" y="2468367"/>
                  </a:lnTo>
                  <a:lnTo>
                    <a:pt x="252353" y="1656226"/>
                  </a:lnTo>
                  <a:lnTo>
                    <a:pt x="252353" y="1655089"/>
                  </a:lnTo>
                  <a:close/>
                  <a:moveTo>
                    <a:pt x="607664" y="1954950"/>
                  </a:moveTo>
                  <a:lnTo>
                    <a:pt x="254491" y="1658359"/>
                  </a:lnTo>
                  <a:lnTo>
                    <a:pt x="218433" y="2465239"/>
                  </a:lnTo>
                  <a:close/>
                  <a:moveTo>
                    <a:pt x="607664" y="1954950"/>
                  </a:moveTo>
                  <a:lnTo>
                    <a:pt x="607664" y="1954950"/>
                  </a:lnTo>
                  <a:lnTo>
                    <a:pt x="1180181" y="2276849"/>
                  </a:lnTo>
                  <a:lnTo>
                    <a:pt x="1181606" y="2276849"/>
                  </a:lnTo>
                  <a:lnTo>
                    <a:pt x="217863" y="2467372"/>
                  </a:lnTo>
                  <a:lnTo>
                    <a:pt x="216295" y="2467372"/>
                  </a:lnTo>
                  <a:close/>
                  <a:moveTo>
                    <a:pt x="607664" y="1956229"/>
                  </a:moveTo>
                  <a:lnTo>
                    <a:pt x="219288" y="2465808"/>
                  </a:lnTo>
                  <a:lnTo>
                    <a:pt x="1179041" y="2276565"/>
                  </a:lnTo>
                  <a:close/>
                  <a:moveTo>
                    <a:pt x="18472" y="617731"/>
                  </a:moveTo>
                  <a:cubicBezTo>
                    <a:pt x="24059" y="617020"/>
                    <a:pt x="29689" y="618670"/>
                    <a:pt x="34008" y="622281"/>
                  </a:cubicBezTo>
                  <a:cubicBezTo>
                    <a:pt x="38446" y="625765"/>
                    <a:pt x="41275" y="630897"/>
                    <a:pt x="41846" y="636499"/>
                  </a:cubicBezTo>
                  <a:cubicBezTo>
                    <a:pt x="42282" y="639045"/>
                    <a:pt x="42282" y="641632"/>
                    <a:pt x="41846" y="644177"/>
                  </a:cubicBezTo>
                  <a:cubicBezTo>
                    <a:pt x="39526" y="652609"/>
                    <a:pt x="32310" y="658793"/>
                    <a:pt x="23603" y="659817"/>
                  </a:cubicBezTo>
                  <a:cubicBezTo>
                    <a:pt x="12020" y="661054"/>
                    <a:pt x="1623" y="652694"/>
                    <a:pt x="382" y="641134"/>
                  </a:cubicBezTo>
                  <a:cubicBezTo>
                    <a:pt x="378" y="641106"/>
                    <a:pt x="375" y="641078"/>
                    <a:pt x="372" y="641049"/>
                  </a:cubicBezTo>
                  <a:cubicBezTo>
                    <a:pt x="-124" y="638518"/>
                    <a:pt x="-124" y="635902"/>
                    <a:pt x="372" y="633371"/>
                  </a:cubicBezTo>
                  <a:cubicBezTo>
                    <a:pt x="2530" y="624897"/>
                    <a:pt x="9753" y="618656"/>
                    <a:pt x="18472" y="617731"/>
                  </a:cubicBezTo>
                  <a:close/>
                  <a:moveTo>
                    <a:pt x="37000" y="636926"/>
                  </a:moveTo>
                  <a:cubicBezTo>
                    <a:pt x="36563" y="632689"/>
                    <a:pt x="34462" y="628807"/>
                    <a:pt x="31157" y="626120"/>
                  </a:cubicBezTo>
                  <a:cubicBezTo>
                    <a:pt x="24192" y="620476"/>
                    <a:pt x="13959" y="621528"/>
                    <a:pt x="8302" y="628480"/>
                  </a:cubicBezTo>
                  <a:cubicBezTo>
                    <a:pt x="6860" y="630258"/>
                    <a:pt x="5809" y="632305"/>
                    <a:pt x="5218" y="634509"/>
                  </a:cubicBezTo>
                  <a:cubicBezTo>
                    <a:pt x="4928" y="636443"/>
                    <a:pt x="4928" y="638405"/>
                    <a:pt x="5218" y="640338"/>
                  </a:cubicBezTo>
                  <a:cubicBezTo>
                    <a:pt x="6288" y="649225"/>
                    <a:pt x="14379" y="655566"/>
                    <a:pt x="23288" y="654500"/>
                  </a:cubicBezTo>
                  <a:cubicBezTo>
                    <a:pt x="29820" y="653718"/>
                    <a:pt x="35235" y="649082"/>
                    <a:pt x="37000" y="642755"/>
                  </a:cubicBezTo>
                  <a:cubicBezTo>
                    <a:pt x="37431" y="640836"/>
                    <a:pt x="37431" y="638845"/>
                    <a:pt x="37000" y="636926"/>
                  </a:cubicBezTo>
                  <a:close/>
                  <a:moveTo>
                    <a:pt x="537258" y="94"/>
                  </a:moveTo>
                  <a:cubicBezTo>
                    <a:pt x="548828" y="-988"/>
                    <a:pt x="559145" y="7347"/>
                    <a:pt x="560489" y="18862"/>
                  </a:cubicBezTo>
                  <a:cubicBezTo>
                    <a:pt x="560988" y="21398"/>
                    <a:pt x="560988" y="24005"/>
                    <a:pt x="560489" y="26540"/>
                  </a:cubicBezTo>
                  <a:cubicBezTo>
                    <a:pt x="559584" y="38162"/>
                    <a:pt x="549406" y="46851"/>
                    <a:pt x="537757" y="45948"/>
                  </a:cubicBezTo>
                  <a:cubicBezTo>
                    <a:pt x="526107" y="45045"/>
                    <a:pt x="517397" y="34892"/>
                    <a:pt x="518302" y="23270"/>
                  </a:cubicBezTo>
                  <a:cubicBezTo>
                    <a:pt x="517803" y="20735"/>
                    <a:pt x="517803" y="18127"/>
                    <a:pt x="518302" y="15592"/>
                  </a:cubicBezTo>
                  <a:cubicBezTo>
                    <a:pt x="520748" y="7037"/>
                    <a:pt x="528232" y="872"/>
                    <a:pt x="537115" y="94"/>
                  </a:cubicBezTo>
                  <a:close/>
                  <a:moveTo>
                    <a:pt x="555501" y="19431"/>
                  </a:moveTo>
                  <a:cubicBezTo>
                    <a:pt x="554533" y="10610"/>
                    <a:pt x="546582" y="4242"/>
                    <a:pt x="537739" y="5207"/>
                  </a:cubicBezTo>
                  <a:cubicBezTo>
                    <a:pt x="537722" y="5209"/>
                    <a:pt x="537704" y="5211"/>
                    <a:pt x="537685" y="5213"/>
                  </a:cubicBezTo>
                  <a:cubicBezTo>
                    <a:pt x="530893" y="5816"/>
                    <a:pt x="525200" y="10586"/>
                    <a:pt x="523433" y="17156"/>
                  </a:cubicBezTo>
                  <a:cubicBezTo>
                    <a:pt x="523002" y="19076"/>
                    <a:pt x="523002" y="21066"/>
                    <a:pt x="523433" y="22986"/>
                  </a:cubicBezTo>
                  <a:cubicBezTo>
                    <a:pt x="524401" y="31807"/>
                    <a:pt x="532352" y="38175"/>
                    <a:pt x="541194" y="37210"/>
                  </a:cubicBezTo>
                  <a:cubicBezTo>
                    <a:pt x="541211" y="37208"/>
                    <a:pt x="541230" y="37205"/>
                    <a:pt x="541248" y="37204"/>
                  </a:cubicBezTo>
                  <a:cubicBezTo>
                    <a:pt x="548041" y="36601"/>
                    <a:pt x="553733" y="31831"/>
                    <a:pt x="555501" y="25261"/>
                  </a:cubicBezTo>
                  <a:cubicBezTo>
                    <a:pt x="555884" y="23331"/>
                    <a:pt x="555836" y="21341"/>
                    <a:pt x="555358" y="19431"/>
                  </a:cubicBezTo>
                  <a:close/>
                  <a:moveTo>
                    <a:pt x="877889" y="1026646"/>
                  </a:moveTo>
                  <a:cubicBezTo>
                    <a:pt x="887572" y="1025622"/>
                    <a:pt x="897265" y="1028494"/>
                    <a:pt x="904826" y="1034608"/>
                  </a:cubicBezTo>
                  <a:cubicBezTo>
                    <a:pt x="912746" y="1040523"/>
                    <a:pt x="917895" y="1049409"/>
                    <a:pt x="919078" y="1059205"/>
                  </a:cubicBezTo>
                  <a:cubicBezTo>
                    <a:pt x="919534" y="1063684"/>
                    <a:pt x="919196" y="1068205"/>
                    <a:pt x="918080" y="1072570"/>
                  </a:cubicBezTo>
                  <a:cubicBezTo>
                    <a:pt x="912885" y="1092149"/>
                    <a:pt x="892760" y="1103836"/>
                    <a:pt x="873127" y="1098647"/>
                  </a:cubicBezTo>
                  <a:cubicBezTo>
                    <a:pt x="858370" y="1094751"/>
                    <a:pt x="847561" y="1082168"/>
                    <a:pt x="845963" y="1067025"/>
                  </a:cubicBezTo>
                  <a:cubicBezTo>
                    <a:pt x="845507" y="1062547"/>
                    <a:pt x="845845" y="1058025"/>
                    <a:pt x="846961" y="1053660"/>
                  </a:cubicBezTo>
                  <a:cubicBezTo>
                    <a:pt x="850960" y="1039314"/>
                    <a:pt x="863108" y="1028707"/>
                    <a:pt x="877889" y="1026646"/>
                  </a:cubicBezTo>
                  <a:close/>
                  <a:moveTo>
                    <a:pt x="913377" y="1059774"/>
                  </a:moveTo>
                  <a:cubicBezTo>
                    <a:pt x="912543" y="1051414"/>
                    <a:pt x="908384" y="1043736"/>
                    <a:pt x="901833" y="1038447"/>
                  </a:cubicBezTo>
                  <a:cubicBezTo>
                    <a:pt x="888062" y="1027456"/>
                    <a:pt x="867972" y="1029688"/>
                    <a:pt x="856961" y="1043423"/>
                  </a:cubicBezTo>
                  <a:cubicBezTo>
                    <a:pt x="854238" y="1046821"/>
                    <a:pt x="852242" y="1050746"/>
                    <a:pt x="851094" y="1054940"/>
                  </a:cubicBezTo>
                  <a:cubicBezTo>
                    <a:pt x="846522" y="1071845"/>
                    <a:pt x="856556" y="1089248"/>
                    <a:pt x="873502" y="1093812"/>
                  </a:cubicBezTo>
                  <a:cubicBezTo>
                    <a:pt x="890449" y="1098376"/>
                    <a:pt x="907894" y="1088367"/>
                    <a:pt x="912466" y="1071461"/>
                  </a:cubicBezTo>
                  <a:cubicBezTo>
                    <a:pt x="913494" y="1067651"/>
                    <a:pt x="913803" y="1063684"/>
                    <a:pt x="913377" y="1059774"/>
                  </a:cubicBezTo>
                  <a:close/>
                  <a:moveTo>
                    <a:pt x="1503281" y="34218"/>
                  </a:moveTo>
                  <a:cubicBezTo>
                    <a:pt x="1527881" y="31626"/>
                    <a:pt x="1549929" y="49419"/>
                    <a:pt x="1552523" y="73958"/>
                  </a:cubicBezTo>
                  <a:cubicBezTo>
                    <a:pt x="1555117" y="98498"/>
                    <a:pt x="1537288" y="120494"/>
                    <a:pt x="1512688" y="123081"/>
                  </a:cubicBezTo>
                  <a:cubicBezTo>
                    <a:pt x="1500901" y="124390"/>
                    <a:pt x="1489086" y="120906"/>
                    <a:pt x="1479908" y="113413"/>
                  </a:cubicBezTo>
                  <a:cubicBezTo>
                    <a:pt x="1470558" y="106077"/>
                    <a:pt x="1464629" y="95228"/>
                    <a:pt x="1463517" y="83413"/>
                  </a:cubicBezTo>
                  <a:cubicBezTo>
                    <a:pt x="1462819" y="77982"/>
                    <a:pt x="1463204" y="72479"/>
                    <a:pt x="1464658" y="67204"/>
                  </a:cubicBezTo>
                  <a:cubicBezTo>
                    <a:pt x="1469503" y="49383"/>
                    <a:pt x="1484753" y="36312"/>
                    <a:pt x="1503139" y="34218"/>
                  </a:cubicBezTo>
                  <a:close/>
                  <a:moveTo>
                    <a:pt x="1547749" y="74455"/>
                  </a:moveTo>
                  <a:cubicBezTo>
                    <a:pt x="1545183" y="52616"/>
                    <a:pt x="1525373" y="36985"/>
                    <a:pt x="1503481" y="39540"/>
                  </a:cubicBezTo>
                  <a:cubicBezTo>
                    <a:pt x="1487347" y="41422"/>
                    <a:pt x="1473964" y="52872"/>
                    <a:pt x="1469646" y="68484"/>
                  </a:cubicBezTo>
                  <a:cubicBezTo>
                    <a:pt x="1468363" y="73105"/>
                    <a:pt x="1467978" y="77939"/>
                    <a:pt x="1468506" y="82702"/>
                  </a:cubicBezTo>
                  <a:cubicBezTo>
                    <a:pt x="1469503" y="93152"/>
                    <a:pt x="1474620" y="102778"/>
                    <a:pt x="1482758" y="109432"/>
                  </a:cubicBezTo>
                  <a:cubicBezTo>
                    <a:pt x="1499804" y="123380"/>
                    <a:pt x="1524945" y="120892"/>
                    <a:pt x="1538926" y="103901"/>
                  </a:cubicBezTo>
                  <a:cubicBezTo>
                    <a:pt x="1545696" y="95655"/>
                    <a:pt x="1548875" y="85048"/>
                    <a:pt x="1547749" y="74455"/>
                  </a:cubicBezTo>
                  <a:close/>
                  <a:moveTo>
                    <a:pt x="1504992" y="55972"/>
                  </a:moveTo>
                  <a:cubicBezTo>
                    <a:pt x="1511035" y="55318"/>
                    <a:pt x="1517106" y="57109"/>
                    <a:pt x="1521809" y="60948"/>
                  </a:cubicBezTo>
                  <a:cubicBezTo>
                    <a:pt x="1532499" y="67744"/>
                    <a:pt x="1535634" y="81892"/>
                    <a:pt x="1528822" y="92555"/>
                  </a:cubicBezTo>
                  <a:cubicBezTo>
                    <a:pt x="1522009" y="103219"/>
                    <a:pt x="1507814" y="106347"/>
                    <a:pt x="1497139" y="99550"/>
                  </a:cubicBezTo>
                  <a:cubicBezTo>
                    <a:pt x="1495756" y="98669"/>
                    <a:pt x="1494473" y="97645"/>
                    <a:pt x="1493305" y="96494"/>
                  </a:cubicBezTo>
                  <a:cubicBezTo>
                    <a:pt x="1488544" y="92712"/>
                    <a:pt x="1485523" y="87181"/>
                    <a:pt x="1484896" y="81138"/>
                  </a:cubicBezTo>
                  <a:cubicBezTo>
                    <a:pt x="1484397" y="78365"/>
                    <a:pt x="1484397" y="75522"/>
                    <a:pt x="1484896" y="72749"/>
                  </a:cubicBezTo>
                  <a:cubicBezTo>
                    <a:pt x="1487490" y="63564"/>
                    <a:pt x="1495471" y="56896"/>
                    <a:pt x="1504992" y="55972"/>
                  </a:cubicBezTo>
                  <a:close/>
                  <a:moveTo>
                    <a:pt x="1525230" y="76730"/>
                  </a:moveTo>
                  <a:cubicBezTo>
                    <a:pt x="1524745" y="72024"/>
                    <a:pt x="1522394" y="67716"/>
                    <a:pt x="1518674" y="64787"/>
                  </a:cubicBezTo>
                  <a:cubicBezTo>
                    <a:pt x="1514940" y="61787"/>
                    <a:pt x="1510194" y="60365"/>
                    <a:pt x="1505419" y="60806"/>
                  </a:cubicBezTo>
                  <a:cubicBezTo>
                    <a:pt x="1498065" y="61659"/>
                    <a:pt x="1491965" y="66891"/>
                    <a:pt x="1490027" y="74029"/>
                  </a:cubicBezTo>
                  <a:cubicBezTo>
                    <a:pt x="1489599" y="76190"/>
                    <a:pt x="1489599" y="78408"/>
                    <a:pt x="1490027" y="80569"/>
                  </a:cubicBezTo>
                  <a:cubicBezTo>
                    <a:pt x="1490996" y="90337"/>
                    <a:pt x="1499718" y="97475"/>
                    <a:pt x="1509510" y="96508"/>
                  </a:cubicBezTo>
                  <a:cubicBezTo>
                    <a:pt x="1509567" y="96508"/>
                    <a:pt x="1509638" y="96494"/>
                    <a:pt x="1509695" y="96494"/>
                  </a:cubicBezTo>
                  <a:cubicBezTo>
                    <a:pt x="1517106" y="95697"/>
                    <a:pt x="1523277" y="90451"/>
                    <a:pt x="1525230" y="83271"/>
                  </a:cubicBezTo>
                  <a:cubicBezTo>
                    <a:pt x="1525800" y="81138"/>
                    <a:pt x="1525943" y="78920"/>
                    <a:pt x="1525658" y="76730"/>
                  </a:cubicBezTo>
                  <a:close/>
                  <a:moveTo>
                    <a:pt x="1936838" y="578916"/>
                  </a:moveTo>
                  <a:cubicBezTo>
                    <a:pt x="1949850" y="577594"/>
                    <a:pt x="1961494" y="586992"/>
                    <a:pt x="1962919" y="599959"/>
                  </a:cubicBezTo>
                  <a:cubicBezTo>
                    <a:pt x="1963418" y="602774"/>
                    <a:pt x="1963418" y="605674"/>
                    <a:pt x="1962919" y="608490"/>
                  </a:cubicBezTo>
                  <a:cubicBezTo>
                    <a:pt x="1959670" y="621115"/>
                    <a:pt x="1946786" y="628722"/>
                    <a:pt x="1934130" y="625495"/>
                  </a:cubicBezTo>
                  <a:cubicBezTo>
                    <a:pt x="1924495" y="623021"/>
                    <a:pt x="1917426" y="614817"/>
                    <a:pt x="1916457" y="604935"/>
                  </a:cubicBezTo>
                  <a:cubicBezTo>
                    <a:pt x="1916129" y="602077"/>
                    <a:pt x="1916371" y="599177"/>
                    <a:pt x="1917169" y="596404"/>
                  </a:cubicBezTo>
                  <a:cubicBezTo>
                    <a:pt x="1919692" y="587049"/>
                    <a:pt x="1927631" y="580139"/>
                    <a:pt x="1937265" y="578916"/>
                  </a:cubicBezTo>
                  <a:close/>
                  <a:moveTo>
                    <a:pt x="1957931" y="600528"/>
                  </a:moveTo>
                  <a:cubicBezTo>
                    <a:pt x="1956891" y="590290"/>
                    <a:pt x="1947741" y="582840"/>
                    <a:pt x="1937479" y="583864"/>
                  </a:cubicBezTo>
                  <a:cubicBezTo>
                    <a:pt x="1937408" y="583878"/>
                    <a:pt x="1937337" y="583878"/>
                    <a:pt x="1937265" y="583892"/>
                  </a:cubicBezTo>
                  <a:cubicBezTo>
                    <a:pt x="1929483" y="584873"/>
                    <a:pt x="1923084" y="590518"/>
                    <a:pt x="1921160" y="598110"/>
                  </a:cubicBezTo>
                  <a:cubicBezTo>
                    <a:pt x="1920718" y="600371"/>
                    <a:pt x="1920718" y="602674"/>
                    <a:pt x="1921160" y="604935"/>
                  </a:cubicBezTo>
                  <a:cubicBezTo>
                    <a:pt x="1922200" y="615087"/>
                    <a:pt x="1931293" y="622480"/>
                    <a:pt x="1941470" y="621457"/>
                  </a:cubicBezTo>
                  <a:cubicBezTo>
                    <a:pt x="1941541" y="621442"/>
                    <a:pt x="1941612" y="621442"/>
                    <a:pt x="1941683" y="621428"/>
                  </a:cubicBezTo>
                  <a:cubicBezTo>
                    <a:pt x="1949579" y="620618"/>
                    <a:pt x="1956093" y="614916"/>
                    <a:pt x="1957931" y="607210"/>
                  </a:cubicBezTo>
                  <a:cubicBezTo>
                    <a:pt x="1958501" y="605035"/>
                    <a:pt x="1958644" y="602760"/>
                    <a:pt x="1958359" y="600528"/>
                  </a:cubicBezTo>
                  <a:close/>
                  <a:moveTo>
                    <a:pt x="1937693" y="587731"/>
                  </a:moveTo>
                  <a:cubicBezTo>
                    <a:pt x="1941626" y="587305"/>
                    <a:pt x="1945560" y="588428"/>
                    <a:pt x="1948667" y="590859"/>
                  </a:cubicBezTo>
                  <a:cubicBezTo>
                    <a:pt x="1951774" y="593290"/>
                    <a:pt x="1953741" y="596888"/>
                    <a:pt x="1954083" y="600812"/>
                  </a:cubicBezTo>
                  <a:cubicBezTo>
                    <a:pt x="1954425" y="602589"/>
                    <a:pt x="1954425" y="604423"/>
                    <a:pt x="1954083" y="606215"/>
                  </a:cubicBezTo>
                  <a:cubicBezTo>
                    <a:pt x="1952416" y="612144"/>
                    <a:pt x="1947370" y="616509"/>
                    <a:pt x="1941256" y="617305"/>
                  </a:cubicBezTo>
                  <a:cubicBezTo>
                    <a:pt x="1937294" y="617788"/>
                    <a:pt x="1933317" y="616608"/>
                    <a:pt x="1930281" y="614035"/>
                  </a:cubicBezTo>
                  <a:cubicBezTo>
                    <a:pt x="1927117" y="611632"/>
                    <a:pt x="1925108" y="608035"/>
                    <a:pt x="1924723" y="604082"/>
                  </a:cubicBezTo>
                  <a:cubicBezTo>
                    <a:pt x="1924438" y="602290"/>
                    <a:pt x="1924438" y="600470"/>
                    <a:pt x="1924723" y="598679"/>
                  </a:cubicBezTo>
                  <a:cubicBezTo>
                    <a:pt x="1926205" y="592437"/>
                    <a:pt x="1931692" y="587944"/>
                    <a:pt x="1938120" y="587731"/>
                  </a:cubicBezTo>
                  <a:close/>
                  <a:moveTo>
                    <a:pt x="1949237" y="601949"/>
                  </a:moveTo>
                  <a:cubicBezTo>
                    <a:pt x="1948938" y="599319"/>
                    <a:pt x="1947612" y="596916"/>
                    <a:pt x="1945532" y="595267"/>
                  </a:cubicBezTo>
                  <a:cubicBezTo>
                    <a:pt x="1943522" y="593575"/>
                    <a:pt x="1940885" y="592793"/>
                    <a:pt x="1938263" y="593134"/>
                  </a:cubicBezTo>
                  <a:cubicBezTo>
                    <a:pt x="1932833" y="593802"/>
                    <a:pt x="1928928" y="598651"/>
                    <a:pt x="1929426" y="604082"/>
                  </a:cubicBezTo>
                  <a:cubicBezTo>
                    <a:pt x="1929697" y="606726"/>
                    <a:pt x="1931037" y="609144"/>
                    <a:pt x="1933132" y="610765"/>
                  </a:cubicBezTo>
                  <a:cubicBezTo>
                    <a:pt x="1935142" y="612456"/>
                    <a:pt x="1937793" y="613239"/>
                    <a:pt x="1940401" y="612897"/>
                  </a:cubicBezTo>
                  <a:cubicBezTo>
                    <a:pt x="1944463" y="612428"/>
                    <a:pt x="1947826" y="609570"/>
                    <a:pt x="1948952" y="605646"/>
                  </a:cubicBezTo>
                  <a:cubicBezTo>
                    <a:pt x="1949479" y="604281"/>
                    <a:pt x="1949722" y="602831"/>
                    <a:pt x="1949665" y="601381"/>
                  </a:cubicBezTo>
                  <a:close/>
                  <a:moveTo>
                    <a:pt x="632036" y="408582"/>
                  </a:moveTo>
                  <a:cubicBezTo>
                    <a:pt x="666341" y="405013"/>
                    <a:pt x="697068" y="429824"/>
                    <a:pt x="700732" y="464033"/>
                  </a:cubicBezTo>
                  <a:cubicBezTo>
                    <a:pt x="701600" y="471611"/>
                    <a:pt x="701020" y="479275"/>
                    <a:pt x="699022" y="486640"/>
                  </a:cubicBezTo>
                  <a:cubicBezTo>
                    <a:pt x="690202" y="519896"/>
                    <a:pt x="656034" y="539716"/>
                    <a:pt x="622705" y="530915"/>
                  </a:cubicBezTo>
                  <a:cubicBezTo>
                    <a:pt x="597665" y="524304"/>
                    <a:pt x="579316" y="502948"/>
                    <a:pt x="576594" y="477256"/>
                  </a:cubicBezTo>
                  <a:cubicBezTo>
                    <a:pt x="575880" y="469678"/>
                    <a:pt x="576459" y="462028"/>
                    <a:pt x="578304" y="454649"/>
                  </a:cubicBezTo>
                  <a:cubicBezTo>
                    <a:pt x="585077" y="429767"/>
                    <a:pt x="606363" y="411525"/>
                    <a:pt x="632036" y="408582"/>
                  </a:cubicBezTo>
                  <a:close/>
                  <a:moveTo>
                    <a:pt x="695886" y="464033"/>
                  </a:moveTo>
                  <a:cubicBezTo>
                    <a:pt x="692715" y="432312"/>
                    <a:pt x="664366" y="409151"/>
                    <a:pt x="632566" y="412322"/>
                  </a:cubicBezTo>
                  <a:cubicBezTo>
                    <a:pt x="600766" y="415478"/>
                    <a:pt x="577558" y="443772"/>
                    <a:pt x="580729" y="475493"/>
                  </a:cubicBezTo>
                  <a:cubicBezTo>
                    <a:pt x="583900" y="507214"/>
                    <a:pt x="612249" y="530361"/>
                    <a:pt x="644049" y="527204"/>
                  </a:cubicBezTo>
                  <a:cubicBezTo>
                    <a:pt x="667966" y="524816"/>
                    <a:pt x="687918" y="507939"/>
                    <a:pt x="694176" y="484792"/>
                  </a:cubicBezTo>
                  <a:cubicBezTo>
                    <a:pt x="696022" y="478038"/>
                    <a:pt x="696602" y="471000"/>
                    <a:pt x="695886" y="464033"/>
                  </a:cubicBezTo>
                  <a:close/>
                  <a:moveTo>
                    <a:pt x="634031" y="426497"/>
                  </a:moveTo>
                  <a:cubicBezTo>
                    <a:pt x="658137" y="424009"/>
                    <a:pt x="679730" y="441412"/>
                    <a:pt x="682347" y="465455"/>
                  </a:cubicBezTo>
                  <a:cubicBezTo>
                    <a:pt x="682975" y="470787"/>
                    <a:pt x="682587" y="476190"/>
                    <a:pt x="681206" y="481379"/>
                  </a:cubicBezTo>
                  <a:cubicBezTo>
                    <a:pt x="676475" y="498924"/>
                    <a:pt x="661406" y="511749"/>
                    <a:pt x="643295" y="513655"/>
                  </a:cubicBezTo>
                  <a:cubicBezTo>
                    <a:pt x="631725" y="515034"/>
                    <a:pt x="620091" y="511650"/>
                    <a:pt x="611085" y="504270"/>
                  </a:cubicBezTo>
                  <a:cubicBezTo>
                    <a:pt x="602015" y="496977"/>
                    <a:pt x="596221" y="486398"/>
                    <a:pt x="594980" y="474839"/>
                  </a:cubicBezTo>
                  <a:cubicBezTo>
                    <a:pt x="594398" y="469493"/>
                    <a:pt x="594833" y="464090"/>
                    <a:pt x="596262" y="458915"/>
                  </a:cubicBezTo>
                  <a:cubicBezTo>
                    <a:pt x="601110" y="441554"/>
                    <a:pt x="616069" y="428886"/>
                    <a:pt x="634031" y="426924"/>
                  </a:cubicBezTo>
                  <a:close/>
                  <a:moveTo>
                    <a:pt x="676788" y="466024"/>
                  </a:moveTo>
                  <a:cubicBezTo>
                    <a:pt x="675745" y="444540"/>
                    <a:pt x="657436" y="427962"/>
                    <a:pt x="635894" y="429000"/>
                  </a:cubicBezTo>
                  <a:cubicBezTo>
                    <a:pt x="614351" y="430037"/>
                    <a:pt x="597733" y="448294"/>
                    <a:pt x="598777" y="469791"/>
                  </a:cubicBezTo>
                  <a:cubicBezTo>
                    <a:pt x="598849" y="471299"/>
                    <a:pt x="599009" y="472791"/>
                    <a:pt x="599255" y="474270"/>
                  </a:cubicBezTo>
                  <a:cubicBezTo>
                    <a:pt x="601499" y="495583"/>
                    <a:pt x="620642" y="511053"/>
                    <a:pt x="642012" y="508820"/>
                  </a:cubicBezTo>
                  <a:cubicBezTo>
                    <a:pt x="663303" y="506432"/>
                    <a:pt x="678726" y="487436"/>
                    <a:pt x="676646" y="466166"/>
                  </a:cubicBezTo>
                  <a:close/>
                  <a:moveTo>
                    <a:pt x="2129387" y="409151"/>
                  </a:moveTo>
                  <a:cubicBezTo>
                    <a:pt x="2151321" y="406905"/>
                    <a:pt x="2170961" y="422701"/>
                    <a:pt x="2173426" y="444554"/>
                  </a:cubicBezTo>
                  <a:cubicBezTo>
                    <a:pt x="2173883" y="449317"/>
                    <a:pt x="2173498" y="454137"/>
                    <a:pt x="2172286" y="458772"/>
                  </a:cubicBezTo>
                  <a:cubicBezTo>
                    <a:pt x="2166414" y="480043"/>
                    <a:pt x="2144366" y="492541"/>
                    <a:pt x="2123030" y="486683"/>
                  </a:cubicBezTo>
                  <a:cubicBezTo>
                    <a:pt x="2107324" y="482360"/>
                    <a:pt x="2095794" y="468952"/>
                    <a:pt x="2093899" y="452801"/>
                  </a:cubicBezTo>
                  <a:cubicBezTo>
                    <a:pt x="2093414" y="448038"/>
                    <a:pt x="2093742" y="443232"/>
                    <a:pt x="2094896" y="438583"/>
                  </a:cubicBezTo>
                  <a:cubicBezTo>
                    <a:pt x="2099571" y="422658"/>
                    <a:pt x="2113538" y="411213"/>
                    <a:pt x="2130099" y="409720"/>
                  </a:cubicBezTo>
                  <a:close/>
                  <a:moveTo>
                    <a:pt x="2168438" y="445123"/>
                  </a:moveTo>
                  <a:cubicBezTo>
                    <a:pt x="2166357" y="425914"/>
                    <a:pt x="2149069" y="412037"/>
                    <a:pt x="2129814" y="414113"/>
                  </a:cubicBezTo>
                  <a:cubicBezTo>
                    <a:pt x="2110559" y="416189"/>
                    <a:pt x="2096635" y="433436"/>
                    <a:pt x="2098730" y="452644"/>
                  </a:cubicBezTo>
                  <a:cubicBezTo>
                    <a:pt x="2100811" y="471853"/>
                    <a:pt x="2118099" y="485730"/>
                    <a:pt x="2137354" y="483654"/>
                  </a:cubicBezTo>
                  <a:cubicBezTo>
                    <a:pt x="2137354" y="483654"/>
                    <a:pt x="2137368" y="483654"/>
                    <a:pt x="2137368" y="483654"/>
                  </a:cubicBezTo>
                  <a:cubicBezTo>
                    <a:pt x="2151763" y="481991"/>
                    <a:pt x="2163678" y="471739"/>
                    <a:pt x="2167441" y="457777"/>
                  </a:cubicBezTo>
                  <a:cubicBezTo>
                    <a:pt x="2168723" y="453881"/>
                    <a:pt x="2169308" y="449786"/>
                    <a:pt x="2169151" y="445692"/>
                  </a:cubicBezTo>
                  <a:close/>
                  <a:moveTo>
                    <a:pt x="2131382" y="427635"/>
                  </a:moveTo>
                  <a:cubicBezTo>
                    <a:pt x="2143041" y="426398"/>
                    <a:pt x="2153502" y="434829"/>
                    <a:pt x="2154742" y="446459"/>
                  </a:cubicBezTo>
                  <a:cubicBezTo>
                    <a:pt x="2154756" y="446488"/>
                    <a:pt x="2154756" y="446516"/>
                    <a:pt x="2154756" y="446545"/>
                  </a:cubicBezTo>
                  <a:cubicBezTo>
                    <a:pt x="2155255" y="449132"/>
                    <a:pt x="2155255" y="451777"/>
                    <a:pt x="2154756" y="454365"/>
                  </a:cubicBezTo>
                  <a:cubicBezTo>
                    <a:pt x="2151920" y="465711"/>
                    <a:pt x="2140390" y="472621"/>
                    <a:pt x="2129016" y="469791"/>
                  </a:cubicBezTo>
                  <a:cubicBezTo>
                    <a:pt x="2120223" y="467602"/>
                    <a:pt x="2113795" y="460095"/>
                    <a:pt x="2112997" y="451094"/>
                  </a:cubicBezTo>
                  <a:cubicBezTo>
                    <a:pt x="2112498" y="448564"/>
                    <a:pt x="2112498" y="445948"/>
                    <a:pt x="2112997" y="443417"/>
                  </a:cubicBezTo>
                  <a:cubicBezTo>
                    <a:pt x="2115619" y="434900"/>
                    <a:pt x="2123201" y="428872"/>
                    <a:pt x="2132095" y="428203"/>
                  </a:cubicBezTo>
                  <a:close/>
                  <a:moveTo>
                    <a:pt x="2149910" y="447113"/>
                  </a:moveTo>
                  <a:cubicBezTo>
                    <a:pt x="2148827" y="438142"/>
                    <a:pt x="2140675" y="431758"/>
                    <a:pt x="2131681" y="432824"/>
                  </a:cubicBezTo>
                  <a:cubicBezTo>
                    <a:pt x="2125083" y="433620"/>
                    <a:pt x="2119624" y="438312"/>
                    <a:pt x="2117842" y="444696"/>
                  </a:cubicBezTo>
                  <a:cubicBezTo>
                    <a:pt x="2117415" y="446616"/>
                    <a:pt x="2117415" y="448606"/>
                    <a:pt x="2117842" y="450526"/>
                  </a:cubicBezTo>
                  <a:cubicBezTo>
                    <a:pt x="2118883" y="459384"/>
                    <a:pt x="2126907" y="465739"/>
                    <a:pt x="2135800" y="464744"/>
                  </a:cubicBezTo>
                  <a:cubicBezTo>
                    <a:pt x="2142556" y="464061"/>
                    <a:pt x="2148214" y="459327"/>
                    <a:pt x="2150053" y="452801"/>
                  </a:cubicBezTo>
                  <a:cubicBezTo>
                    <a:pt x="2150452" y="451123"/>
                    <a:pt x="2150637" y="449403"/>
                    <a:pt x="2150623" y="447682"/>
                  </a:cubicBezTo>
                  <a:close/>
                  <a:moveTo>
                    <a:pt x="2239700" y="1158022"/>
                  </a:moveTo>
                  <a:cubicBezTo>
                    <a:pt x="2250232" y="1156813"/>
                    <a:pt x="2260822" y="1159884"/>
                    <a:pt x="2269060" y="1166553"/>
                  </a:cubicBezTo>
                  <a:cubicBezTo>
                    <a:pt x="2277183" y="1173278"/>
                    <a:pt x="2282314" y="1182946"/>
                    <a:pt x="2283312" y="1193425"/>
                  </a:cubicBezTo>
                  <a:cubicBezTo>
                    <a:pt x="2283825" y="1198188"/>
                    <a:pt x="2283426" y="1203022"/>
                    <a:pt x="2282172" y="1207643"/>
                  </a:cubicBezTo>
                  <a:cubicBezTo>
                    <a:pt x="2276699" y="1228942"/>
                    <a:pt x="2254964" y="1241795"/>
                    <a:pt x="2233614" y="1236335"/>
                  </a:cubicBezTo>
                  <a:cubicBezTo>
                    <a:pt x="2217310" y="1232169"/>
                    <a:pt x="2205380" y="1218250"/>
                    <a:pt x="2203784" y="1201529"/>
                  </a:cubicBezTo>
                  <a:cubicBezTo>
                    <a:pt x="2203257" y="1196766"/>
                    <a:pt x="2203642" y="1191932"/>
                    <a:pt x="2204924" y="1187311"/>
                  </a:cubicBezTo>
                  <a:cubicBezTo>
                    <a:pt x="2209599" y="1171316"/>
                    <a:pt x="2223752" y="1159913"/>
                    <a:pt x="2240413" y="1158733"/>
                  </a:cubicBezTo>
                  <a:close/>
                  <a:moveTo>
                    <a:pt x="2278751" y="1193851"/>
                  </a:moveTo>
                  <a:cubicBezTo>
                    <a:pt x="2276557" y="1174657"/>
                    <a:pt x="2259183" y="1160865"/>
                    <a:pt x="2239956" y="1163055"/>
                  </a:cubicBezTo>
                  <a:cubicBezTo>
                    <a:pt x="2225647" y="1164676"/>
                    <a:pt x="2213789" y="1174856"/>
                    <a:pt x="2210055" y="1188733"/>
                  </a:cubicBezTo>
                  <a:cubicBezTo>
                    <a:pt x="2208986" y="1192856"/>
                    <a:pt x="2208701" y="1197150"/>
                    <a:pt x="2209200" y="1201387"/>
                  </a:cubicBezTo>
                  <a:cubicBezTo>
                    <a:pt x="2211295" y="1220525"/>
                    <a:pt x="2228483" y="1234373"/>
                    <a:pt x="2247681" y="1232382"/>
                  </a:cubicBezTo>
                  <a:cubicBezTo>
                    <a:pt x="2266722" y="1230563"/>
                    <a:pt x="2280675" y="1213686"/>
                    <a:pt x="2278837" y="1194690"/>
                  </a:cubicBezTo>
                  <a:cubicBezTo>
                    <a:pt x="2278808" y="1194406"/>
                    <a:pt x="2278780" y="1194136"/>
                    <a:pt x="2278751" y="1193851"/>
                  </a:cubicBezTo>
                  <a:close/>
                  <a:moveTo>
                    <a:pt x="2464032" y="726216"/>
                  </a:moveTo>
                  <a:cubicBezTo>
                    <a:pt x="2477016" y="724737"/>
                    <a:pt x="2488731" y="734050"/>
                    <a:pt x="2490213" y="747003"/>
                  </a:cubicBezTo>
                  <a:cubicBezTo>
                    <a:pt x="2490228" y="747131"/>
                    <a:pt x="2490242" y="747273"/>
                    <a:pt x="2490256" y="747401"/>
                  </a:cubicBezTo>
                  <a:cubicBezTo>
                    <a:pt x="2490826" y="750216"/>
                    <a:pt x="2490826" y="753117"/>
                    <a:pt x="2490256" y="755932"/>
                  </a:cubicBezTo>
                  <a:cubicBezTo>
                    <a:pt x="2487819" y="765472"/>
                    <a:pt x="2479695" y="772510"/>
                    <a:pt x="2469875" y="773563"/>
                  </a:cubicBezTo>
                  <a:cubicBezTo>
                    <a:pt x="2463576" y="774302"/>
                    <a:pt x="2457248" y="772453"/>
                    <a:pt x="2452345" y="768444"/>
                  </a:cubicBezTo>
                  <a:cubicBezTo>
                    <a:pt x="2447356" y="764477"/>
                    <a:pt x="2444178" y="758690"/>
                    <a:pt x="2443509" y="752377"/>
                  </a:cubicBezTo>
                  <a:cubicBezTo>
                    <a:pt x="2443010" y="749505"/>
                    <a:pt x="2443010" y="746576"/>
                    <a:pt x="2443509" y="743704"/>
                  </a:cubicBezTo>
                  <a:cubicBezTo>
                    <a:pt x="2446487" y="734008"/>
                    <a:pt x="2455295" y="727268"/>
                    <a:pt x="2465457" y="726927"/>
                  </a:cubicBezTo>
                  <a:close/>
                  <a:moveTo>
                    <a:pt x="2485410" y="747828"/>
                  </a:moveTo>
                  <a:cubicBezTo>
                    <a:pt x="2484299" y="737519"/>
                    <a:pt x="2475020" y="730069"/>
                    <a:pt x="2464687" y="731178"/>
                  </a:cubicBezTo>
                  <a:cubicBezTo>
                    <a:pt x="2464659" y="731192"/>
                    <a:pt x="2464630" y="731192"/>
                    <a:pt x="2464602" y="731192"/>
                  </a:cubicBezTo>
                  <a:cubicBezTo>
                    <a:pt x="2456692" y="732031"/>
                    <a:pt x="2450136" y="737704"/>
                    <a:pt x="2448212" y="745410"/>
                  </a:cubicBezTo>
                  <a:cubicBezTo>
                    <a:pt x="2447784" y="747671"/>
                    <a:pt x="2447784" y="749974"/>
                    <a:pt x="2448212" y="752235"/>
                  </a:cubicBezTo>
                  <a:cubicBezTo>
                    <a:pt x="2448682" y="757240"/>
                    <a:pt x="2451148" y="761847"/>
                    <a:pt x="2455053" y="765032"/>
                  </a:cubicBezTo>
                  <a:cubicBezTo>
                    <a:pt x="2463333" y="771544"/>
                    <a:pt x="2475348" y="770136"/>
                    <a:pt x="2481876" y="761875"/>
                  </a:cubicBezTo>
                  <a:cubicBezTo>
                    <a:pt x="2483429" y="759899"/>
                    <a:pt x="2484584" y="757638"/>
                    <a:pt x="2485268" y="755221"/>
                  </a:cubicBezTo>
                  <a:cubicBezTo>
                    <a:pt x="2486137" y="753046"/>
                    <a:pt x="2486665" y="750742"/>
                    <a:pt x="2486836" y="748396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1589651" y="1099869"/>
                  </a:moveTo>
                  <a:cubicBezTo>
                    <a:pt x="1607680" y="1098035"/>
                    <a:pt x="1623828" y="1111045"/>
                    <a:pt x="1625851" y="1129017"/>
                  </a:cubicBezTo>
                  <a:cubicBezTo>
                    <a:pt x="1627947" y="1146860"/>
                    <a:pt x="1615219" y="1163055"/>
                    <a:pt x="1597347" y="1165273"/>
                  </a:cubicBezTo>
                  <a:cubicBezTo>
                    <a:pt x="1579232" y="1167107"/>
                    <a:pt x="1563027" y="1154040"/>
                    <a:pt x="1561003" y="1135983"/>
                  </a:cubicBezTo>
                  <a:cubicBezTo>
                    <a:pt x="1560547" y="1131974"/>
                    <a:pt x="1560889" y="1127922"/>
                    <a:pt x="1562001" y="1124040"/>
                  </a:cubicBezTo>
                  <a:cubicBezTo>
                    <a:pt x="1565365" y="1111258"/>
                    <a:pt x="1576097" y="1101732"/>
                    <a:pt x="1589223" y="1099869"/>
                  </a:cubicBezTo>
                  <a:close/>
                  <a:moveTo>
                    <a:pt x="1621006" y="1129585"/>
                  </a:moveTo>
                  <a:cubicBezTo>
                    <a:pt x="1620165" y="1122234"/>
                    <a:pt x="1616488" y="1115509"/>
                    <a:pt x="1610744" y="1110817"/>
                  </a:cubicBezTo>
                  <a:cubicBezTo>
                    <a:pt x="1604943" y="1106125"/>
                    <a:pt x="1597489" y="1103964"/>
                    <a:pt x="1590078" y="1104846"/>
                  </a:cubicBezTo>
                  <a:cubicBezTo>
                    <a:pt x="1574386" y="1106125"/>
                    <a:pt x="1562714" y="1119846"/>
                    <a:pt x="1563982" y="1135500"/>
                  </a:cubicBezTo>
                  <a:cubicBezTo>
                    <a:pt x="1565265" y="1151154"/>
                    <a:pt x="1579033" y="1162813"/>
                    <a:pt x="1594725" y="1161534"/>
                  </a:cubicBezTo>
                  <a:cubicBezTo>
                    <a:pt x="1607053" y="1160524"/>
                    <a:pt x="1617329" y="1151695"/>
                    <a:pt x="1620151" y="1139680"/>
                  </a:cubicBezTo>
                  <a:cubicBezTo>
                    <a:pt x="1620863" y="1136367"/>
                    <a:pt x="1621006" y="1132955"/>
                    <a:pt x="1620578" y="1129585"/>
                  </a:cubicBezTo>
                  <a:close/>
                  <a:moveTo>
                    <a:pt x="2410015" y="209528"/>
                  </a:moveTo>
                  <a:cubicBezTo>
                    <a:pt x="2428159" y="207623"/>
                    <a:pt x="2444421" y="220732"/>
                    <a:pt x="2446359" y="238817"/>
                  </a:cubicBezTo>
                  <a:cubicBezTo>
                    <a:pt x="2446815" y="242827"/>
                    <a:pt x="2446473" y="246879"/>
                    <a:pt x="2445361" y="250761"/>
                  </a:cubicBezTo>
                  <a:cubicBezTo>
                    <a:pt x="2440701" y="268292"/>
                    <a:pt x="2422672" y="278742"/>
                    <a:pt x="2405098" y="274078"/>
                  </a:cubicBezTo>
                  <a:cubicBezTo>
                    <a:pt x="2391901" y="270595"/>
                    <a:pt x="2382238" y="259334"/>
                    <a:pt x="2380798" y="245784"/>
                  </a:cubicBezTo>
                  <a:cubicBezTo>
                    <a:pt x="2380356" y="241789"/>
                    <a:pt x="2380656" y="237737"/>
                    <a:pt x="2381653" y="233841"/>
                  </a:cubicBezTo>
                  <a:lnTo>
                    <a:pt x="2381653" y="233841"/>
                  </a:lnTo>
                  <a:cubicBezTo>
                    <a:pt x="2385159" y="220675"/>
                    <a:pt x="2396433" y="211007"/>
                    <a:pt x="2410015" y="209528"/>
                  </a:cubicBezTo>
                  <a:close/>
                  <a:moveTo>
                    <a:pt x="2441371" y="239244"/>
                  </a:moveTo>
                  <a:cubicBezTo>
                    <a:pt x="2440530" y="231893"/>
                    <a:pt x="2436853" y="225168"/>
                    <a:pt x="2431109" y="220476"/>
                  </a:cubicBezTo>
                  <a:cubicBezTo>
                    <a:pt x="2425351" y="215812"/>
                    <a:pt x="2417954" y="213651"/>
                    <a:pt x="2410585" y="214504"/>
                  </a:cubicBezTo>
                  <a:cubicBezTo>
                    <a:pt x="2399112" y="215869"/>
                    <a:pt x="2389592" y="224016"/>
                    <a:pt x="2386499" y="235121"/>
                  </a:cubicBezTo>
                  <a:lnTo>
                    <a:pt x="2386499" y="235121"/>
                  </a:lnTo>
                  <a:cubicBezTo>
                    <a:pt x="2385573" y="238405"/>
                    <a:pt x="2385288" y="241832"/>
                    <a:pt x="2385644" y="245216"/>
                  </a:cubicBezTo>
                  <a:cubicBezTo>
                    <a:pt x="2388409" y="260671"/>
                    <a:pt x="2403217" y="270979"/>
                    <a:pt x="2418709" y="268220"/>
                  </a:cubicBezTo>
                  <a:cubicBezTo>
                    <a:pt x="2428886" y="266401"/>
                    <a:pt x="2437294" y="259235"/>
                    <a:pt x="2440658" y="249481"/>
                  </a:cubicBezTo>
                  <a:cubicBezTo>
                    <a:pt x="2441542" y="246140"/>
                    <a:pt x="2441784" y="242670"/>
                    <a:pt x="2441371" y="239244"/>
                  </a:cubicBezTo>
                  <a:close/>
                  <a:moveTo>
                    <a:pt x="1194576" y="542517"/>
                  </a:moveTo>
                  <a:cubicBezTo>
                    <a:pt x="1203255" y="541550"/>
                    <a:pt x="1211964" y="544067"/>
                    <a:pt x="1218805" y="549484"/>
                  </a:cubicBezTo>
                  <a:cubicBezTo>
                    <a:pt x="1225632" y="554972"/>
                    <a:pt x="1229950" y="562963"/>
                    <a:pt x="1230777" y="571665"/>
                  </a:cubicBezTo>
                  <a:cubicBezTo>
                    <a:pt x="1231204" y="575660"/>
                    <a:pt x="1230919" y="579712"/>
                    <a:pt x="1229921" y="583608"/>
                  </a:cubicBezTo>
                  <a:cubicBezTo>
                    <a:pt x="1225047" y="601167"/>
                    <a:pt x="1206818" y="611447"/>
                    <a:pt x="1189231" y="606584"/>
                  </a:cubicBezTo>
                  <a:cubicBezTo>
                    <a:pt x="1176276" y="603001"/>
                    <a:pt x="1166784" y="591954"/>
                    <a:pt x="1165216" y="578631"/>
                  </a:cubicBezTo>
                  <a:cubicBezTo>
                    <a:pt x="1164831" y="574622"/>
                    <a:pt x="1165173" y="570584"/>
                    <a:pt x="1166214" y="566688"/>
                  </a:cubicBezTo>
                  <a:lnTo>
                    <a:pt x="1166214" y="566688"/>
                  </a:lnTo>
                  <a:cubicBezTo>
                    <a:pt x="1169734" y="553551"/>
                    <a:pt x="1181022" y="543939"/>
                    <a:pt x="1194576" y="542517"/>
                  </a:cubicBezTo>
                  <a:close/>
                  <a:moveTo>
                    <a:pt x="1225931" y="572233"/>
                  </a:moveTo>
                  <a:cubicBezTo>
                    <a:pt x="1224064" y="557020"/>
                    <a:pt x="1210453" y="546015"/>
                    <a:pt x="1195146" y="547352"/>
                  </a:cubicBezTo>
                  <a:cubicBezTo>
                    <a:pt x="1183616" y="548660"/>
                    <a:pt x="1174038" y="556821"/>
                    <a:pt x="1170917" y="567968"/>
                  </a:cubicBezTo>
                  <a:lnTo>
                    <a:pt x="1170917" y="567968"/>
                  </a:lnTo>
                  <a:cubicBezTo>
                    <a:pt x="1170275" y="571309"/>
                    <a:pt x="1170275" y="574722"/>
                    <a:pt x="1170917" y="578063"/>
                  </a:cubicBezTo>
                  <a:cubicBezTo>
                    <a:pt x="1173824" y="593504"/>
                    <a:pt x="1188732" y="603656"/>
                    <a:pt x="1204196" y="600755"/>
                  </a:cubicBezTo>
                  <a:cubicBezTo>
                    <a:pt x="1214173" y="598878"/>
                    <a:pt x="1222396" y="591869"/>
                    <a:pt x="1225788" y="582328"/>
                  </a:cubicBezTo>
                  <a:cubicBezTo>
                    <a:pt x="1226472" y="579001"/>
                    <a:pt x="1226529" y="575575"/>
                    <a:pt x="1225931" y="572233"/>
                  </a:cubicBezTo>
                  <a:close/>
                  <a:moveTo>
                    <a:pt x="1196428" y="559437"/>
                  </a:moveTo>
                  <a:cubicBezTo>
                    <a:pt x="1200576" y="559039"/>
                    <a:pt x="1204709" y="560262"/>
                    <a:pt x="1207973" y="562849"/>
                  </a:cubicBezTo>
                  <a:cubicBezTo>
                    <a:pt x="1211222" y="565522"/>
                    <a:pt x="1213318" y="569347"/>
                    <a:pt x="1213816" y="573513"/>
                  </a:cubicBezTo>
                  <a:cubicBezTo>
                    <a:pt x="1214173" y="575390"/>
                    <a:pt x="1214173" y="577323"/>
                    <a:pt x="1213816" y="579200"/>
                  </a:cubicBezTo>
                  <a:cubicBezTo>
                    <a:pt x="1212063" y="585726"/>
                    <a:pt x="1206334" y="590418"/>
                    <a:pt x="1199564" y="590859"/>
                  </a:cubicBezTo>
                  <a:cubicBezTo>
                    <a:pt x="1195417" y="591257"/>
                    <a:pt x="1191283" y="590034"/>
                    <a:pt x="1188020" y="587447"/>
                  </a:cubicBezTo>
                  <a:cubicBezTo>
                    <a:pt x="1184727" y="584816"/>
                    <a:pt x="1182618" y="580978"/>
                    <a:pt x="1182176" y="576783"/>
                  </a:cubicBezTo>
                  <a:cubicBezTo>
                    <a:pt x="1181891" y="574892"/>
                    <a:pt x="1181891" y="572987"/>
                    <a:pt x="1182176" y="571096"/>
                  </a:cubicBezTo>
                  <a:lnTo>
                    <a:pt x="1182176" y="571096"/>
                  </a:lnTo>
                  <a:cubicBezTo>
                    <a:pt x="1183972" y="564584"/>
                    <a:pt x="1189687" y="559920"/>
                    <a:pt x="1196428" y="559437"/>
                  </a:cubicBezTo>
                  <a:close/>
                  <a:moveTo>
                    <a:pt x="1208828" y="573655"/>
                  </a:moveTo>
                  <a:cubicBezTo>
                    <a:pt x="1208529" y="570797"/>
                    <a:pt x="1207089" y="568181"/>
                    <a:pt x="1204837" y="566404"/>
                  </a:cubicBezTo>
                  <a:cubicBezTo>
                    <a:pt x="1202571" y="564655"/>
                    <a:pt x="1199707" y="563845"/>
                    <a:pt x="1196856" y="564129"/>
                  </a:cubicBezTo>
                  <a:cubicBezTo>
                    <a:pt x="1192424" y="564627"/>
                    <a:pt x="1188746" y="567783"/>
                    <a:pt x="1187592" y="572091"/>
                  </a:cubicBezTo>
                  <a:lnTo>
                    <a:pt x="1187592" y="572091"/>
                  </a:lnTo>
                  <a:cubicBezTo>
                    <a:pt x="1187378" y="573413"/>
                    <a:pt x="1187378" y="574750"/>
                    <a:pt x="1187592" y="576072"/>
                  </a:cubicBezTo>
                  <a:cubicBezTo>
                    <a:pt x="1187891" y="578930"/>
                    <a:pt x="1189331" y="581546"/>
                    <a:pt x="1191583" y="583323"/>
                  </a:cubicBezTo>
                  <a:cubicBezTo>
                    <a:pt x="1196257" y="587049"/>
                    <a:pt x="1203070" y="586295"/>
                    <a:pt x="1206804" y="581646"/>
                  </a:cubicBezTo>
                  <a:cubicBezTo>
                    <a:pt x="1207759" y="580466"/>
                    <a:pt x="1208443" y="579101"/>
                    <a:pt x="1208828" y="577636"/>
                  </a:cubicBezTo>
                  <a:cubicBezTo>
                    <a:pt x="1209013" y="576414"/>
                    <a:pt x="1209013" y="575162"/>
                    <a:pt x="1208828" y="573939"/>
                  </a:cubicBezTo>
                  <a:close/>
                  <a:moveTo>
                    <a:pt x="317914" y="754652"/>
                  </a:moveTo>
                  <a:cubicBezTo>
                    <a:pt x="335909" y="752676"/>
                    <a:pt x="352106" y="765614"/>
                    <a:pt x="354091" y="783572"/>
                  </a:cubicBezTo>
                  <a:cubicBezTo>
                    <a:pt x="354099" y="783643"/>
                    <a:pt x="354108" y="783728"/>
                    <a:pt x="354115" y="783800"/>
                  </a:cubicBezTo>
                  <a:cubicBezTo>
                    <a:pt x="354550" y="787795"/>
                    <a:pt x="354260" y="791847"/>
                    <a:pt x="353260" y="795743"/>
                  </a:cubicBezTo>
                  <a:cubicBezTo>
                    <a:pt x="348818" y="813331"/>
                    <a:pt x="330922" y="823994"/>
                    <a:pt x="313291" y="819572"/>
                  </a:cubicBezTo>
                  <a:cubicBezTo>
                    <a:pt x="299761" y="816160"/>
                    <a:pt x="289850" y="804629"/>
                    <a:pt x="288554" y="790766"/>
                  </a:cubicBezTo>
                  <a:cubicBezTo>
                    <a:pt x="288105" y="786757"/>
                    <a:pt x="288443" y="782705"/>
                    <a:pt x="289552" y="778823"/>
                  </a:cubicBezTo>
                  <a:lnTo>
                    <a:pt x="289552" y="778823"/>
                  </a:lnTo>
                  <a:cubicBezTo>
                    <a:pt x="293078" y="765686"/>
                    <a:pt x="304356" y="756074"/>
                    <a:pt x="317914" y="754652"/>
                  </a:cubicBezTo>
                  <a:close/>
                  <a:moveTo>
                    <a:pt x="349269" y="784368"/>
                  </a:moveTo>
                  <a:cubicBezTo>
                    <a:pt x="348426" y="777017"/>
                    <a:pt x="344746" y="770292"/>
                    <a:pt x="339008" y="765600"/>
                  </a:cubicBezTo>
                  <a:cubicBezTo>
                    <a:pt x="326570" y="755975"/>
                    <a:pt x="308663" y="758221"/>
                    <a:pt x="299013" y="770633"/>
                  </a:cubicBezTo>
                  <a:cubicBezTo>
                    <a:pt x="296878" y="773378"/>
                    <a:pt x="295266" y="776491"/>
                    <a:pt x="294255" y="779819"/>
                  </a:cubicBezTo>
                  <a:cubicBezTo>
                    <a:pt x="287471" y="793994"/>
                    <a:pt x="293488" y="810970"/>
                    <a:pt x="307694" y="817738"/>
                  </a:cubicBezTo>
                  <a:cubicBezTo>
                    <a:pt x="321901" y="824506"/>
                    <a:pt x="338916" y="818492"/>
                    <a:pt x="345701" y="804331"/>
                  </a:cubicBezTo>
                  <a:cubicBezTo>
                    <a:pt x="347245" y="801103"/>
                    <a:pt x="348166" y="797605"/>
                    <a:pt x="348414" y="794037"/>
                  </a:cubicBezTo>
                  <a:cubicBezTo>
                    <a:pt x="349285" y="790894"/>
                    <a:pt x="349574" y="787610"/>
                    <a:pt x="349269" y="784368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551082" y="326543"/>
                  </a:moveTo>
                  <a:cubicBezTo>
                    <a:pt x="558377" y="319164"/>
                    <a:pt x="570289" y="319079"/>
                    <a:pt x="577687" y="326359"/>
                  </a:cubicBezTo>
                  <a:cubicBezTo>
                    <a:pt x="577751" y="326415"/>
                    <a:pt x="577814" y="326487"/>
                    <a:pt x="577877" y="326543"/>
                  </a:cubicBezTo>
                  <a:cubicBezTo>
                    <a:pt x="582418" y="331321"/>
                    <a:pt x="584145" y="338103"/>
                    <a:pt x="582438" y="344458"/>
                  </a:cubicBezTo>
                  <a:cubicBezTo>
                    <a:pt x="581538" y="347871"/>
                    <a:pt x="579714" y="350970"/>
                    <a:pt x="577164" y="353416"/>
                  </a:cubicBezTo>
                  <a:cubicBezTo>
                    <a:pt x="573526" y="356871"/>
                    <a:pt x="568644" y="358719"/>
                    <a:pt x="563625" y="358534"/>
                  </a:cubicBezTo>
                  <a:cubicBezTo>
                    <a:pt x="553158" y="358307"/>
                    <a:pt x="544863" y="349648"/>
                    <a:pt x="545095" y="339212"/>
                  </a:cubicBezTo>
                  <a:cubicBezTo>
                    <a:pt x="545209" y="334122"/>
                    <a:pt x="547367" y="329302"/>
                    <a:pt x="551082" y="325833"/>
                  </a:cubicBezTo>
                  <a:close/>
                  <a:moveTo>
                    <a:pt x="574314" y="330667"/>
                  </a:moveTo>
                  <a:cubicBezTo>
                    <a:pt x="571741" y="327965"/>
                    <a:pt x="568210" y="326387"/>
                    <a:pt x="564480" y="326259"/>
                  </a:cubicBezTo>
                  <a:cubicBezTo>
                    <a:pt x="560781" y="326202"/>
                    <a:pt x="557204" y="327581"/>
                    <a:pt x="554503" y="330098"/>
                  </a:cubicBezTo>
                  <a:cubicBezTo>
                    <a:pt x="552526" y="331662"/>
                    <a:pt x="551001" y="333724"/>
                    <a:pt x="550085" y="336070"/>
                  </a:cubicBezTo>
                  <a:cubicBezTo>
                    <a:pt x="548838" y="340818"/>
                    <a:pt x="550130" y="345866"/>
                    <a:pt x="553505" y="349435"/>
                  </a:cubicBezTo>
                  <a:cubicBezTo>
                    <a:pt x="556102" y="352079"/>
                    <a:pt x="559630" y="353615"/>
                    <a:pt x="563339" y="353700"/>
                  </a:cubicBezTo>
                  <a:cubicBezTo>
                    <a:pt x="567038" y="353757"/>
                    <a:pt x="570617" y="352378"/>
                    <a:pt x="573316" y="349861"/>
                  </a:cubicBezTo>
                  <a:cubicBezTo>
                    <a:pt x="575277" y="348127"/>
                    <a:pt x="576668" y="345852"/>
                    <a:pt x="577307" y="343321"/>
                  </a:cubicBezTo>
                  <a:cubicBezTo>
                    <a:pt x="578414" y="338871"/>
                    <a:pt x="577300" y="334150"/>
                    <a:pt x="574314" y="330667"/>
                  </a:cubicBezTo>
                  <a:close/>
                  <a:moveTo>
                    <a:pt x="203753" y="2451306"/>
                  </a:moveTo>
                  <a:cubicBezTo>
                    <a:pt x="212264" y="2443258"/>
                    <a:pt x="225706" y="2443614"/>
                    <a:pt x="233774" y="2452102"/>
                  </a:cubicBezTo>
                  <a:cubicBezTo>
                    <a:pt x="233791" y="2452116"/>
                    <a:pt x="233808" y="2452145"/>
                    <a:pt x="233825" y="2452159"/>
                  </a:cubicBezTo>
                  <a:cubicBezTo>
                    <a:pt x="238864" y="2457519"/>
                    <a:pt x="240799" y="2465083"/>
                    <a:pt x="238956" y="2472206"/>
                  </a:cubicBezTo>
                  <a:cubicBezTo>
                    <a:pt x="237839" y="2475974"/>
                    <a:pt x="235779" y="2479401"/>
                    <a:pt x="232970" y="2482159"/>
                  </a:cubicBezTo>
                  <a:cubicBezTo>
                    <a:pt x="224524" y="2490277"/>
                    <a:pt x="211081" y="2490022"/>
                    <a:pt x="202943" y="2481605"/>
                  </a:cubicBezTo>
                  <a:cubicBezTo>
                    <a:pt x="197734" y="2476216"/>
                    <a:pt x="195766" y="2468481"/>
                    <a:pt x="197767" y="2461258"/>
                  </a:cubicBezTo>
                  <a:cubicBezTo>
                    <a:pt x="198576" y="2457490"/>
                    <a:pt x="200456" y="2454036"/>
                    <a:pt x="203183" y="2451306"/>
                  </a:cubicBezTo>
                  <a:close/>
                  <a:moveTo>
                    <a:pt x="230120" y="2455429"/>
                  </a:moveTo>
                  <a:cubicBezTo>
                    <a:pt x="223698" y="2449173"/>
                    <a:pt x="213453" y="2449173"/>
                    <a:pt x="207031" y="2455429"/>
                  </a:cubicBezTo>
                  <a:cubicBezTo>
                    <a:pt x="199969" y="2461074"/>
                    <a:pt x="198834" y="2471367"/>
                    <a:pt x="204497" y="2478420"/>
                  </a:cubicBezTo>
                  <a:cubicBezTo>
                    <a:pt x="210159" y="2485458"/>
                    <a:pt x="220475" y="2486595"/>
                    <a:pt x="227537" y="2480936"/>
                  </a:cubicBezTo>
                  <a:cubicBezTo>
                    <a:pt x="228261" y="2480368"/>
                    <a:pt x="228934" y="2479728"/>
                    <a:pt x="229550" y="2479031"/>
                  </a:cubicBezTo>
                  <a:cubicBezTo>
                    <a:pt x="231705" y="2476955"/>
                    <a:pt x="233277" y="2474367"/>
                    <a:pt x="234110" y="2471495"/>
                  </a:cubicBezTo>
                  <a:cubicBezTo>
                    <a:pt x="235653" y="2465709"/>
                    <a:pt x="233904" y="2459552"/>
                    <a:pt x="229550" y="2455429"/>
                  </a:cubicBezTo>
                  <a:close/>
                  <a:moveTo>
                    <a:pt x="239954" y="1641155"/>
                  </a:moveTo>
                  <a:cubicBezTo>
                    <a:pt x="248497" y="1633022"/>
                    <a:pt x="262029" y="1633335"/>
                    <a:pt x="270179" y="1641866"/>
                  </a:cubicBezTo>
                  <a:cubicBezTo>
                    <a:pt x="278330" y="1650382"/>
                    <a:pt x="278012" y="1663890"/>
                    <a:pt x="269469" y="1672022"/>
                  </a:cubicBezTo>
                  <a:cubicBezTo>
                    <a:pt x="260926" y="1680141"/>
                    <a:pt x="247394" y="1679828"/>
                    <a:pt x="239243" y="1671311"/>
                  </a:cubicBezTo>
                  <a:cubicBezTo>
                    <a:pt x="239194" y="1671255"/>
                    <a:pt x="239147" y="1671212"/>
                    <a:pt x="239099" y="1671155"/>
                  </a:cubicBezTo>
                  <a:cubicBezTo>
                    <a:pt x="233986" y="1665837"/>
                    <a:pt x="232040" y="1658231"/>
                    <a:pt x="233968" y="1651108"/>
                  </a:cubicBezTo>
                  <a:cubicBezTo>
                    <a:pt x="234860" y="1647368"/>
                    <a:pt x="236730" y="1643941"/>
                    <a:pt x="239384" y="1641155"/>
                  </a:cubicBezTo>
                  <a:close/>
                  <a:moveTo>
                    <a:pt x="266321" y="1645420"/>
                  </a:moveTo>
                  <a:cubicBezTo>
                    <a:pt x="260178" y="1638908"/>
                    <a:pt x="249911" y="1638595"/>
                    <a:pt x="243374" y="1644709"/>
                  </a:cubicBezTo>
                  <a:cubicBezTo>
                    <a:pt x="237958" y="1651946"/>
                    <a:pt x="239448" y="1662198"/>
                    <a:pt x="246701" y="1667586"/>
                  </a:cubicBezTo>
                  <a:cubicBezTo>
                    <a:pt x="252064" y="1671581"/>
                    <a:pt x="259323" y="1671923"/>
                    <a:pt x="265038" y="1668454"/>
                  </a:cubicBezTo>
                  <a:cubicBezTo>
                    <a:pt x="267294" y="1666406"/>
                    <a:pt x="268882" y="1663733"/>
                    <a:pt x="269599" y="1660776"/>
                  </a:cubicBezTo>
                  <a:cubicBezTo>
                    <a:pt x="271108" y="1655344"/>
                    <a:pt x="269647" y="1649515"/>
                    <a:pt x="265751" y="1645420"/>
                  </a:cubicBezTo>
                  <a:close/>
                  <a:moveTo>
                    <a:pt x="1141557" y="2254384"/>
                  </a:moveTo>
                  <a:cubicBezTo>
                    <a:pt x="1156294" y="2240322"/>
                    <a:pt x="1179653" y="2240834"/>
                    <a:pt x="1193749" y="2255536"/>
                  </a:cubicBezTo>
                  <a:cubicBezTo>
                    <a:pt x="1202700" y="2264863"/>
                    <a:pt x="1206092" y="2278185"/>
                    <a:pt x="1202700" y="2290640"/>
                  </a:cubicBezTo>
                  <a:cubicBezTo>
                    <a:pt x="1200904" y="2297195"/>
                    <a:pt x="1197369" y="2303153"/>
                    <a:pt x="1192438" y="2307844"/>
                  </a:cubicBezTo>
                  <a:cubicBezTo>
                    <a:pt x="1185326" y="2314627"/>
                    <a:pt x="1175763" y="2318266"/>
                    <a:pt x="1165928" y="2317940"/>
                  </a:cubicBezTo>
                  <a:cubicBezTo>
                    <a:pt x="1145476" y="2317356"/>
                    <a:pt x="1129363" y="2300337"/>
                    <a:pt x="1129950" y="2279920"/>
                  </a:cubicBezTo>
                  <a:cubicBezTo>
                    <a:pt x="1130031" y="2277105"/>
                    <a:pt x="1130434" y="2274318"/>
                    <a:pt x="1131153" y="2271588"/>
                  </a:cubicBezTo>
                  <a:cubicBezTo>
                    <a:pt x="1132835" y="2265076"/>
                    <a:pt x="1136227" y="2259147"/>
                    <a:pt x="1140987" y="2254384"/>
                  </a:cubicBezTo>
                  <a:close/>
                  <a:moveTo>
                    <a:pt x="1190158" y="2259076"/>
                  </a:moveTo>
                  <a:cubicBezTo>
                    <a:pt x="1177216" y="2247019"/>
                    <a:pt x="1156921" y="2247702"/>
                    <a:pt x="1144835" y="2260612"/>
                  </a:cubicBezTo>
                  <a:cubicBezTo>
                    <a:pt x="1133764" y="2272427"/>
                    <a:pt x="1133276" y="2290626"/>
                    <a:pt x="1143695" y="2303010"/>
                  </a:cubicBezTo>
                  <a:cubicBezTo>
                    <a:pt x="1149496" y="2309224"/>
                    <a:pt x="1157562" y="2312806"/>
                    <a:pt x="1166071" y="2312963"/>
                  </a:cubicBezTo>
                  <a:cubicBezTo>
                    <a:pt x="1174565" y="2313233"/>
                    <a:pt x="1182832" y="2310119"/>
                    <a:pt x="1189017" y="2304290"/>
                  </a:cubicBezTo>
                  <a:cubicBezTo>
                    <a:pt x="1193250" y="2300195"/>
                    <a:pt x="1196315" y="2295034"/>
                    <a:pt x="1197854" y="2289361"/>
                  </a:cubicBezTo>
                  <a:cubicBezTo>
                    <a:pt x="1200590" y="2278512"/>
                    <a:pt x="1197455" y="2267038"/>
                    <a:pt x="1189587" y="2259076"/>
                  </a:cubicBezTo>
                  <a:close/>
                  <a:moveTo>
                    <a:pt x="1403230" y="638206"/>
                  </a:moveTo>
                  <a:cubicBezTo>
                    <a:pt x="1418024" y="624272"/>
                    <a:pt x="1441298" y="624855"/>
                    <a:pt x="1455393" y="639485"/>
                  </a:cubicBezTo>
                  <a:cubicBezTo>
                    <a:pt x="1464301" y="648784"/>
                    <a:pt x="1467708" y="662035"/>
                    <a:pt x="1464373" y="674462"/>
                  </a:cubicBezTo>
                  <a:cubicBezTo>
                    <a:pt x="1462577" y="681016"/>
                    <a:pt x="1459042" y="686974"/>
                    <a:pt x="1454111" y="691666"/>
                  </a:cubicBezTo>
                  <a:cubicBezTo>
                    <a:pt x="1439260" y="705657"/>
                    <a:pt x="1415872" y="705017"/>
                    <a:pt x="1401805" y="690244"/>
                  </a:cubicBezTo>
                  <a:cubicBezTo>
                    <a:pt x="1387809" y="675471"/>
                    <a:pt x="1388436" y="652182"/>
                    <a:pt x="1403230" y="638206"/>
                  </a:cubicBezTo>
                  <a:close/>
                  <a:moveTo>
                    <a:pt x="1451830" y="642898"/>
                  </a:moveTo>
                  <a:cubicBezTo>
                    <a:pt x="1439802" y="630144"/>
                    <a:pt x="1419691" y="629518"/>
                    <a:pt x="1406907" y="641518"/>
                  </a:cubicBezTo>
                  <a:cubicBezTo>
                    <a:pt x="1406822" y="641604"/>
                    <a:pt x="1406736" y="641675"/>
                    <a:pt x="1406651" y="641760"/>
                  </a:cubicBezTo>
                  <a:cubicBezTo>
                    <a:pt x="1393781" y="653789"/>
                    <a:pt x="1393125" y="673936"/>
                    <a:pt x="1405183" y="686775"/>
                  </a:cubicBezTo>
                  <a:cubicBezTo>
                    <a:pt x="1405240" y="686846"/>
                    <a:pt x="1405311" y="686903"/>
                    <a:pt x="1405368" y="686974"/>
                  </a:cubicBezTo>
                  <a:cubicBezTo>
                    <a:pt x="1417611" y="699685"/>
                    <a:pt x="1437820" y="700197"/>
                    <a:pt x="1450690" y="688111"/>
                  </a:cubicBezTo>
                  <a:cubicBezTo>
                    <a:pt x="1454980" y="684059"/>
                    <a:pt x="1458030" y="678884"/>
                    <a:pt x="1459527" y="673182"/>
                  </a:cubicBezTo>
                  <a:cubicBezTo>
                    <a:pt x="1462049" y="662519"/>
                    <a:pt x="1458942" y="651301"/>
                    <a:pt x="1451260" y="643466"/>
                  </a:cubicBezTo>
                  <a:close/>
                  <a:moveTo>
                    <a:pt x="1017134" y="1067310"/>
                  </a:moveTo>
                  <a:cubicBezTo>
                    <a:pt x="1040786" y="1044148"/>
                    <a:pt x="1078775" y="1044518"/>
                    <a:pt x="1101987" y="1068106"/>
                  </a:cubicBezTo>
                  <a:cubicBezTo>
                    <a:pt x="1117064" y="1083433"/>
                    <a:pt x="1122757" y="1105642"/>
                    <a:pt x="1116900" y="1126315"/>
                  </a:cubicBezTo>
                  <a:cubicBezTo>
                    <a:pt x="1110410" y="1150131"/>
                    <a:pt x="1090026" y="1167590"/>
                    <a:pt x="1065450" y="1170391"/>
                  </a:cubicBezTo>
                  <a:cubicBezTo>
                    <a:pt x="1032410" y="1173818"/>
                    <a:pt x="1002843" y="1149875"/>
                    <a:pt x="999410" y="1116917"/>
                  </a:cubicBezTo>
                  <a:cubicBezTo>
                    <a:pt x="997486" y="1098447"/>
                    <a:pt x="1004240" y="1080135"/>
                    <a:pt x="1017704" y="1067310"/>
                  </a:cubicBezTo>
                  <a:close/>
                  <a:moveTo>
                    <a:pt x="1098372" y="1072997"/>
                  </a:moveTo>
                  <a:cubicBezTo>
                    <a:pt x="1077457" y="1051016"/>
                    <a:pt x="1042637" y="1050106"/>
                    <a:pt x="1020597" y="1070964"/>
                  </a:cubicBezTo>
                  <a:cubicBezTo>
                    <a:pt x="1020583" y="1070978"/>
                    <a:pt x="1020569" y="1070992"/>
                    <a:pt x="1020555" y="1071006"/>
                  </a:cubicBezTo>
                  <a:cubicBezTo>
                    <a:pt x="1013156" y="1077931"/>
                    <a:pt x="1007870" y="1086803"/>
                    <a:pt x="1005305" y="1096599"/>
                  </a:cubicBezTo>
                  <a:cubicBezTo>
                    <a:pt x="997385" y="1125860"/>
                    <a:pt x="1014744" y="1155989"/>
                    <a:pt x="1044077" y="1163894"/>
                  </a:cubicBezTo>
                  <a:cubicBezTo>
                    <a:pt x="1062636" y="1168884"/>
                    <a:pt x="1082464" y="1163865"/>
                    <a:pt x="1096377" y="1150628"/>
                  </a:cubicBezTo>
                  <a:cubicBezTo>
                    <a:pt x="1103681" y="1143633"/>
                    <a:pt x="1108950" y="1134789"/>
                    <a:pt x="1111627" y="1125036"/>
                  </a:cubicBezTo>
                  <a:cubicBezTo>
                    <a:pt x="1116293" y="1106651"/>
                    <a:pt x="1111060" y="1087158"/>
                    <a:pt x="1097802" y="1073566"/>
                  </a:cubicBezTo>
                  <a:close/>
                  <a:moveTo>
                    <a:pt x="1022550" y="1072997"/>
                  </a:moveTo>
                  <a:cubicBezTo>
                    <a:pt x="1043764" y="1053674"/>
                    <a:pt x="1076669" y="1055153"/>
                    <a:pt x="1096044" y="1076324"/>
                  </a:cubicBezTo>
                  <a:cubicBezTo>
                    <a:pt x="1107835" y="1089206"/>
                    <a:pt x="1112351" y="1107135"/>
                    <a:pt x="1108064" y="1124040"/>
                  </a:cubicBezTo>
                  <a:cubicBezTo>
                    <a:pt x="1105651" y="1133296"/>
                    <a:pt x="1100718" y="1141713"/>
                    <a:pt x="1093812" y="1148353"/>
                  </a:cubicBezTo>
                  <a:cubicBezTo>
                    <a:pt x="1085557" y="1156244"/>
                    <a:pt x="1074950" y="1161235"/>
                    <a:pt x="1063597" y="1162571"/>
                  </a:cubicBezTo>
                  <a:cubicBezTo>
                    <a:pt x="1035034" y="1165657"/>
                    <a:pt x="1009368" y="1145069"/>
                    <a:pt x="1006271" y="1116576"/>
                  </a:cubicBezTo>
                  <a:cubicBezTo>
                    <a:pt x="1005580" y="1110206"/>
                    <a:pt x="1006073" y="1103779"/>
                    <a:pt x="1007727" y="1097594"/>
                  </a:cubicBezTo>
                  <a:lnTo>
                    <a:pt x="1007727" y="1097594"/>
                  </a:lnTo>
                  <a:cubicBezTo>
                    <a:pt x="1010213" y="1088481"/>
                    <a:pt x="1015140" y="1080234"/>
                    <a:pt x="1021980" y="1073708"/>
                  </a:cubicBezTo>
                  <a:close/>
                  <a:moveTo>
                    <a:pt x="1092529" y="1078400"/>
                  </a:moveTo>
                  <a:cubicBezTo>
                    <a:pt x="1074474" y="1059774"/>
                    <a:pt x="1044698" y="1059277"/>
                    <a:pt x="1026025" y="1077277"/>
                  </a:cubicBezTo>
                  <a:cubicBezTo>
                    <a:pt x="1007612" y="1095035"/>
                    <a:pt x="1006827" y="1124239"/>
                    <a:pt x="1024260" y="1142950"/>
                  </a:cubicBezTo>
                  <a:cubicBezTo>
                    <a:pt x="1034376" y="1153543"/>
                    <a:pt x="1048880" y="1158804"/>
                    <a:pt x="1063454" y="1157169"/>
                  </a:cubicBezTo>
                  <a:cubicBezTo>
                    <a:pt x="1073747" y="1156159"/>
                    <a:pt x="1083393" y="1151695"/>
                    <a:pt x="1090819" y="1144514"/>
                  </a:cubicBezTo>
                  <a:cubicBezTo>
                    <a:pt x="1097110" y="1138543"/>
                    <a:pt x="1101643" y="1130979"/>
                    <a:pt x="1103931" y="1122618"/>
                  </a:cubicBezTo>
                  <a:cubicBezTo>
                    <a:pt x="1107632" y="1106978"/>
                    <a:pt x="1103000" y="1090542"/>
                    <a:pt x="1091674" y="1079111"/>
                  </a:cubicBezTo>
                  <a:close/>
                  <a:moveTo>
                    <a:pt x="1032099" y="1082950"/>
                  </a:moveTo>
                  <a:cubicBezTo>
                    <a:pt x="1047576" y="1068533"/>
                    <a:pt x="1071836" y="1069371"/>
                    <a:pt x="1086286" y="1084812"/>
                  </a:cubicBezTo>
                  <a:cubicBezTo>
                    <a:pt x="1095233" y="1094367"/>
                    <a:pt x="1098663" y="1107817"/>
                    <a:pt x="1095379" y="1120486"/>
                  </a:cubicBezTo>
                  <a:cubicBezTo>
                    <a:pt x="1093501" y="1127310"/>
                    <a:pt x="1089807" y="1133495"/>
                    <a:pt x="1084690" y="1138400"/>
                  </a:cubicBezTo>
                  <a:cubicBezTo>
                    <a:pt x="1069340" y="1152889"/>
                    <a:pt x="1045126" y="1152220"/>
                    <a:pt x="1030602" y="1136908"/>
                  </a:cubicBezTo>
                  <a:cubicBezTo>
                    <a:pt x="1016079" y="1121595"/>
                    <a:pt x="1016749" y="1097438"/>
                    <a:pt x="1032099" y="1082950"/>
                  </a:cubicBezTo>
                  <a:close/>
                  <a:moveTo>
                    <a:pt x="1082552" y="1087784"/>
                  </a:moveTo>
                  <a:cubicBezTo>
                    <a:pt x="1076479" y="1081414"/>
                    <a:pt x="1068132" y="1077675"/>
                    <a:pt x="1059321" y="1077405"/>
                  </a:cubicBezTo>
                  <a:cubicBezTo>
                    <a:pt x="1050503" y="1077234"/>
                    <a:pt x="1041966" y="1080504"/>
                    <a:pt x="1035520" y="1086504"/>
                  </a:cubicBezTo>
                  <a:cubicBezTo>
                    <a:pt x="1031013" y="1090741"/>
                    <a:pt x="1027801" y="1096158"/>
                    <a:pt x="1026256" y="1102144"/>
                  </a:cubicBezTo>
                  <a:cubicBezTo>
                    <a:pt x="1021487" y="1119817"/>
                    <a:pt x="1031976" y="1137988"/>
                    <a:pt x="1049686" y="1142751"/>
                  </a:cubicBezTo>
                  <a:cubicBezTo>
                    <a:pt x="1060900" y="1145766"/>
                    <a:pt x="1072876" y="1142709"/>
                    <a:pt x="1081270" y="1134704"/>
                  </a:cubicBezTo>
                  <a:cubicBezTo>
                    <a:pt x="1085803" y="1130552"/>
                    <a:pt x="1089023" y="1125163"/>
                    <a:pt x="1090534" y="1119206"/>
                  </a:cubicBezTo>
                  <a:cubicBezTo>
                    <a:pt x="1093132" y="1108187"/>
                    <a:pt x="1089907" y="1096599"/>
                    <a:pt x="1081982" y="1088495"/>
                  </a:cubicBezTo>
                  <a:close/>
                  <a:moveTo>
                    <a:pt x="331596" y="1032902"/>
                  </a:moveTo>
                  <a:cubicBezTo>
                    <a:pt x="346084" y="1020205"/>
                    <a:pt x="368147" y="1021627"/>
                    <a:pt x="380875" y="1036072"/>
                  </a:cubicBezTo>
                  <a:cubicBezTo>
                    <a:pt x="388359" y="1044575"/>
                    <a:pt x="391241" y="1056163"/>
                    <a:pt x="388606" y="1067168"/>
                  </a:cubicBezTo>
                  <a:cubicBezTo>
                    <a:pt x="384501" y="1082779"/>
                    <a:pt x="370146" y="1093500"/>
                    <a:pt x="353973" y="1093045"/>
                  </a:cubicBezTo>
                  <a:cubicBezTo>
                    <a:pt x="334695" y="1092519"/>
                    <a:pt x="319498" y="1076495"/>
                    <a:pt x="320028" y="1057272"/>
                  </a:cubicBezTo>
                  <a:cubicBezTo>
                    <a:pt x="320102" y="1054556"/>
                    <a:pt x="320492" y="1051869"/>
                    <a:pt x="321192" y="1049253"/>
                  </a:cubicBezTo>
                  <a:cubicBezTo>
                    <a:pt x="322981" y="1043238"/>
                    <a:pt x="326381" y="1037835"/>
                    <a:pt x="331026" y="1033613"/>
                  </a:cubicBezTo>
                  <a:close/>
                  <a:moveTo>
                    <a:pt x="377346" y="1037594"/>
                  </a:moveTo>
                  <a:cubicBezTo>
                    <a:pt x="371868" y="1031864"/>
                    <a:pt x="364331" y="1028537"/>
                    <a:pt x="356395" y="1028352"/>
                  </a:cubicBezTo>
                  <a:cubicBezTo>
                    <a:pt x="342559" y="1028110"/>
                    <a:pt x="330309" y="1037224"/>
                    <a:pt x="326608" y="1050532"/>
                  </a:cubicBezTo>
                  <a:cubicBezTo>
                    <a:pt x="322357" y="1066471"/>
                    <a:pt x="331859" y="1082822"/>
                    <a:pt x="347831" y="1087073"/>
                  </a:cubicBezTo>
                  <a:cubicBezTo>
                    <a:pt x="350209" y="1087699"/>
                    <a:pt x="352654" y="1088040"/>
                    <a:pt x="355113" y="1088068"/>
                  </a:cubicBezTo>
                  <a:cubicBezTo>
                    <a:pt x="368949" y="1088310"/>
                    <a:pt x="381199" y="1079196"/>
                    <a:pt x="384900" y="1065888"/>
                  </a:cubicBezTo>
                  <a:cubicBezTo>
                    <a:pt x="387128" y="1055907"/>
                    <a:pt x="384059" y="1045499"/>
                    <a:pt x="376776" y="1038305"/>
                  </a:cubicBezTo>
                  <a:close/>
                  <a:moveTo>
                    <a:pt x="35290" y="1323947"/>
                  </a:moveTo>
                  <a:cubicBezTo>
                    <a:pt x="28103" y="1316469"/>
                    <a:pt x="16216" y="1316142"/>
                    <a:pt x="8638" y="1323237"/>
                  </a:cubicBezTo>
                  <a:cubicBezTo>
                    <a:pt x="6117" y="1325654"/>
                    <a:pt x="4294" y="1328696"/>
                    <a:pt x="3365" y="1332052"/>
                  </a:cubicBezTo>
                  <a:cubicBezTo>
                    <a:pt x="1652" y="1338365"/>
                    <a:pt x="3383" y="1345104"/>
                    <a:pt x="7926" y="1349825"/>
                  </a:cubicBezTo>
                  <a:cubicBezTo>
                    <a:pt x="11396" y="1353436"/>
                    <a:pt x="16162" y="1355540"/>
                    <a:pt x="21180" y="1355654"/>
                  </a:cubicBezTo>
                  <a:cubicBezTo>
                    <a:pt x="30005" y="1355953"/>
                    <a:pt x="37819" y="1350009"/>
                    <a:pt x="39851" y="1341436"/>
                  </a:cubicBezTo>
                  <a:cubicBezTo>
                    <a:pt x="41115" y="1335365"/>
                    <a:pt x="39242" y="1329066"/>
                    <a:pt x="34863" y="1324658"/>
                  </a:cubicBezTo>
                  <a:close/>
                  <a:moveTo>
                    <a:pt x="1714216" y="1249302"/>
                  </a:moveTo>
                  <a:cubicBezTo>
                    <a:pt x="1723779" y="1240316"/>
                    <a:pt x="1738844" y="1240757"/>
                    <a:pt x="1747851" y="1250298"/>
                  </a:cubicBezTo>
                  <a:cubicBezTo>
                    <a:pt x="1753667" y="1256212"/>
                    <a:pt x="1755890" y="1264771"/>
                    <a:pt x="1753695" y="1272762"/>
                  </a:cubicBezTo>
                  <a:cubicBezTo>
                    <a:pt x="1752583" y="1277028"/>
                    <a:pt x="1750246" y="1280881"/>
                    <a:pt x="1746996" y="1283852"/>
                  </a:cubicBezTo>
                  <a:cubicBezTo>
                    <a:pt x="1742450" y="1288217"/>
                    <a:pt x="1736336" y="1290563"/>
                    <a:pt x="1730036" y="1290393"/>
                  </a:cubicBezTo>
                  <a:cubicBezTo>
                    <a:pt x="1723708" y="1290236"/>
                    <a:pt x="1717708" y="1287577"/>
                    <a:pt x="1713361" y="1282999"/>
                  </a:cubicBezTo>
                  <a:cubicBezTo>
                    <a:pt x="1707632" y="1277042"/>
                    <a:pt x="1705465" y="1268497"/>
                    <a:pt x="1707660" y="1260535"/>
                  </a:cubicBezTo>
                  <a:cubicBezTo>
                    <a:pt x="1708757" y="1256554"/>
                    <a:pt x="1710867" y="1252928"/>
                    <a:pt x="1713788" y="1250013"/>
                  </a:cubicBezTo>
                  <a:close/>
                  <a:moveTo>
                    <a:pt x="1744288" y="1253710"/>
                  </a:moveTo>
                  <a:cubicBezTo>
                    <a:pt x="1737162" y="1246174"/>
                    <a:pt x="1725247" y="1245833"/>
                    <a:pt x="1717694" y="1252942"/>
                  </a:cubicBezTo>
                  <a:cubicBezTo>
                    <a:pt x="1717679" y="1252956"/>
                    <a:pt x="1717651" y="1252985"/>
                    <a:pt x="1717637" y="1252999"/>
                  </a:cubicBezTo>
                  <a:cubicBezTo>
                    <a:pt x="1715100" y="1255331"/>
                    <a:pt x="1713275" y="1258345"/>
                    <a:pt x="1712363" y="1261672"/>
                  </a:cubicBezTo>
                  <a:cubicBezTo>
                    <a:pt x="1710653" y="1268027"/>
                    <a:pt x="1712377" y="1274810"/>
                    <a:pt x="1716924" y="1279587"/>
                  </a:cubicBezTo>
                  <a:cubicBezTo>
                    <a:pt x="1724107" y="1287066"/>
                    <a:pt x="1735994" y="1287393"/>
                    <a:pt x="1743576" y="1280298"/>
                  </a:cubicBezTo>
                  <a:cubicBezTo>
                    <a:pt x="1746127" y="1277909"/>
                    <a:pt x="1747951" y="1274852"/>
                    <a:pt x="1748849" y="1271482"/>
                  </a:cubicBezTo>
                  <a:cubicBezTo>
                    <a:pt x="1750217" y="1265312"/>
                    <a:pt x="1748336" y="1258885"/>
                    <a:pt x="1743861" y="1254421"/>
                  </a:cubicBezTo>
                  <a:close/>
                  <a:moveTo>
                    <a:pt x="569468" y="1914286"/>
                  </a:moveTo>
                  <a:cubicBezTo>
                    <a:pt x="591766" y="1892105"/>
                    <a:pt x="627861" y="1892162"/>
                    <a:pt x="650091" y="1914414"/>
                  </a:cubicBezTo>
                  <a:cubicBezTo>
                    <a:pt x="664944" y="1929272"/>
                    <a:pt x="670384" y="1951082"/>
                    <a:pt x="664246" y="1971158"/>
                  </a:cubicBezTo>
                  <a:cubicBezTo>
                    <a:pt x="661458" y="1981353"/>
                    <a:pt x="655940" y="1990595"/>
                    <a:pt x="648283" y="1997888"/>
                  </a:cubicBezTo>
                  <a:cubicBezTo>
                    <a:pt x="625142" y="2019600"/>
                    <a:pt x="588739" y="2018490"/>
                    <a:pt x="566974" y="1995400"/>
                  </a:cubicBezTo>
                  <a:cubicBezTo>
                    <a:pt x="545209" y="1972310"/>
                    <a:pt x="546326" y="1935997"/>
                    <a:pt x="569468" y="1914286"/>
                  </a:cubicBezTo>
                  <a:close/>
                  <a:moveTo>
                    <a:pt x="646858" y="1919689"/>
                  </a:moveTo>
                  <a:cubicBezTo>
                    <a:pt x="626914" y="1898873"/>
                    <a:pt x="593854" y="1898049"/>
                    <a:pt x="572889" y="1917840"/>
                  </a:cubicBezTo>
                  <a:cubicBezTo>
                    <a:pt x="565946" y="1924452"/>
                    <a:pt x="561008" y="1932869"/>
                    <a:pt x="558636" y="1942153"/>
                  </a:cubicBezTo>
                  <a:cubicBezTo>
                    <a:pt x="551192" y="1969992"/>
                    <a:pt x="567786" y="1998585"/>
                    <a:pt x="595698" y="2006021"/>
                  </a:cubicBezTo>
                  <a:cubicBezTo>
                    <a:pt x="613245" y="2010685"/>
                    <a:pt x="631965" y="2005936"/>
                    <a:pt x="645148" y="1993481"/>
                  </a:cubicBezTo>
                  <a:cubicBezTo>
                    <a:pt x="652122" y="1986898"/>
                    <a:pt x="657066" y="1978467"/>
                    <a:pt x="659400" y="1969168"/>
                  </a:cubicBezTo>
                  <a:cubicBezTo>
                    <a:pt x="664249" y="1951537"/>
                    <a:pt x="659490" y="1932656"/>
                    <a:pt x="646858" y="1919404"/>
                  </a:cubicBezTo>
                  <a:close/>
                  <a:moveTo>
                    <a:pt x="1764384" y="997356"/>
                  </a:moveTo>
                  <a:cubicBezTo>
                    <a:pt x="1780675" y="982200"/>
                    <a:pt x="1806201" y="983081"/>
                    <a:pt x="1821394" y="999318"/>
                  </a:cubicBezTo>
                  <a:cubicBezTo>
                    <a:pt x="1830800" y="1009385"/>
                    <a:pt x="1834406" y="1023560"/>
                    <a:pt x="1830943" y="1036883"/>
                  </a:cubicBezTo>
                  <a:cubicBezTo>
                    <a:pt x="1828962" y="1044035"/>
                    <a:pt x="1825071" y="1050518"/>
                    <a:pt x="1819683" y="1055651"/>
                  </a:cubicBezTo>
                  <a:cubicBezTo>
                    <a:pt x="1803550" y="1070878"/>
                    <a:pt x="1778081" y="1070182"/>
                    <a:pt x="1762816" y="1054087"/>
                  </a:cubicBezTo>
                  <a:cubicBezTo>
                    <a:pt x="1747552" y="1037992"/>
                    <a:pt x="1748251" y="1012584"/>
                    <a:pt x="1764384" y="997356"/>
                  </a:cubicBezTo>
                  <a:close/>
                  <a:moveTo>
                    <a:pt x="1817545" y="1002333"/>
                  </a:moveTo>
                  <a:cubicBezTo>
                    <a:pt x="1804106" y="988271"/>
                    <a:pt x="1781801" y="987702"/>
                    <a:pt x="1767662" y="1001053"/>
                  </a:cubicBezTo>
                  <a:cubicBezTo>
                    <a:pt x="1762931" y="1005475"/>
                    <a:pt x="1759567" y="1011148"/>
                    <a:pt x="1757971" y="1017404"/>
                  </a:cubicBezTo>
                  <a:cubicBezTo>
                    <a:pt x="1752954" y="1036144"/>
                    <a:pt x="1764099" y="1055395"/>
                    <a:pt x="1782884" y="1060400"/>
                  </a:cubicBezTo>
                  <a:cubicBezTo>
                    <a:pt x="1801668" y="1065419"/>
                    <a:pt x="1820966" y="1054286"/>
                    <a:pt x="1825983" y="1035546"/>
                  </a:cubicBezTo>
                  <a:cubicBezTo>
                    <a:pt x="1829147" y="1023760"/>
                    <a:pt x="1825954" y="1011191"/>
                    <a:pt x="1817545" y="1002333"/>
                  </a:cubicBezTo>
                  <a:close/>
                  <a:moveTo>
                    <a:pt x="2226873" y="1046978"/>
                  </a:moveTo>
                  <a:cubicBezTo>
                    <a:pt x="2231434" y="1042556"/>
                    <a:pt x="2237619" y="1040196"/>
                    <a:pt x="2243976" y="1040437"/>
                  </a:cubicBezTo>
                  <a:cubicBezTo>
                    <a:pt x="2257202" y="1040708"/>
                    <a:pt x="2267692" y="1051627"/>
                    <a:pt x="2267421" y="1064807"/>
                  </a:cubicBezTo>
                  <a:cubicBezTo>
                    <a:pt x="2267292" y="1071205"/>
                    <a:pt x="2264599" y="1077277"/>
                    <a:pt x="2259938" y="1081670"/>
                  </a:cubicBezTo>
                  <a:cubicBezTo>
                    <a:pt x="2255335" y="1086035"/>
                    <a:pt x="2249178" y="1088395"/>
                    <a:pt x="2242836" y="1088210"/>
                  </a:cubicBezTo>
                  <a:cubicBezTo>
                    <a:pt x="2229609" y="1087940"/>
                    <a:pt x="2219120" y="1077035"/>
                    <a:pt x="2219376" y="1063841"/>
                  </a:cubicBezTo>
                  <a:cubicBezTo>
                    <a:pt x="2219419" y="1061949"/>
                    <a:pt x="2219690" y="1060044"/>
                    <a:pt x="2220174" y="1058210"/>
                  </a:cubicBezTo>
                  <a:cubicBezTo>
                    <a:pt x="2221257" y="1053888"/>
                    <a:pt x="2223581" y="1049992"/>
                    <a:pt x="2226873" y="1046978"/>
                  </a:cubicBezTo>
                  <a:close/>
                  <a:moveTo>
                    <a:pt x="2257230" y="1051243"/>
                  </a:moveTo>
                  <a:cubicBezTo>
                    <a:pt x="2253781" y="1047589"/>
                    <a:pt x="2249007" y="1045442"/>
                    <a:pt x="2243976" y="1045272"/>
                  </a:cubicBezTo>
                  <a:cubicBezTo>
                    <a:pt x="2235111" y="1045044"/>
                    <a:pt x="2227272" y="1050930"/>
                    <a:pt x="2225020" y="1059490"/>
                  </a:cubicBezTo>
                  <a:cubicBezTo>
                    <a:pt x="2222255" y="1069641"/>
                    <a:pt x="2228284" y="1080106"/>
                    <a:pt x="2238460" y="1082864"/>
                  </a:cubicBezTo>
                  <a:cubicBezTo>
                    <a:pt x="2239928" y="1083263"/>
                    <a:pt x="2241453" y="1083476"/>
                    <a:pt x="2242978" y="1083519"/>
                  </a:cubicBezTo>
                  <a:cubicBezTo>
                    <a:pt x="2247995" y="1083519"/>
                    <a:pt x="2252826" y="1081642"/>
                    <a:pt x="2256518" y="1078258"/>
                  </a:cubicBezTo>
                  <a:cubicBezTo>
                    <a:pt x="2259097" y="1075827"/>
                    <a:pt x="2260922" y="1072727"/>
                    <a:pt x="2261791" y="1069300"/>
                  </a:cubicBezTo>
                  <a:cubicBezTo>
                    <a:pt x="2263829" y="1062689"/>
                    <a:pt x="2262076" y="1055480"/>
                    <a:pt x="2257230" y="1050532"/>
                  </a:cubicBezTo>
                  <a:close/>
                </a:path>
              </a:pathLst>
            </a:custGeom>
            <a:solidFill>
              <a:schemeClr val="tx2">
                <a:alpha val="50000"/>
              </a:schemeClr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3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Lines and Dots">
              <a:extLst>
                <a:ext uri="{FF2B5EF4-FFF2-40B4-BE49-F238E27FC236}">
                  <a16:creationId xmlns:a16="http://schemas.microsoft.com/office/drawing/2014/main" id="{E79F4587-9117-4617-BDAF-BDEF3EA08FE8}"/>
                </a:ext>
              </a:extLst>
            </p:cNvPr>
            <p:cNvSpPr/>
            <p:nvPr/>
          </p:nvSpPr>
          <p:spPr>
            <a:xfrm>
              <a:off x="9340012" y="2495606"/>
              <a:ext cx="1910495" cy="2705303"/>
            </a:xfrm>
            <a:custGeom>
              <a:avLst/>
              <a:gdLst>
                <a:gd name="connsiteX0" fmla="*/ 668404 w 1910495"/>
                <a:gd name="connsiteY0" fmla="*/ 2142109 h 2705303"/>
                <a:gd name="connsiteX1" fmla="*/ 589018 w 1910495"/>
                <a:gd name="connsiteY1" fmla="*/ 2398890 h 2705303"/>
                <a:gd name="connsiteX2" fmla="*/ 321787 w 1910495"/>
                <a:gd name="connsiteY2" fmla="*/ 2106422 h 2705303"/>
                <a:gd name="connsiteX3" fmla="*/ 666979 w 1910495"/>
                <a:gd name="connsiteY3" fmla="*/ 2142962 h 2705303"/>
                <a:gd name="connsiteX4" fmla="*/ 324922 w 1910495"/>
                <a:gd name="connsiteY4" fmla="*/ 2107559 h 2705303"/>
                <a:gd name="connsiteX5" fmla="*/ 589303 w 1910495"/>
                <a:gd name="connsiteY5" fmla="*/ 2397041 h 2705303"/>
                <a:gd name="connsiteX6" fmla="*/ 666979 w 1910495"/>
                <a:gd name="connsiteY6" fmla="*/ 2142962 h 2705303"/>
                <a:gd name="connsiteX7" fmla="*/ 666979 w 1910495"/>
                <a:gd name="connsiteY7" fmla="*/ 2142109 h 2705303"/>
                <a:gd name="connsiteX8" fmla="*/ 941479 w 1910495"/>
                <a:gd name="connsiteY8" fmla="*/ 2424624 h 2705303"/>
                <a:gd name="connsiteX9" fmla="*/ 588591 w 1910495"/>
                <a:gd name="connsiteY9" fmla="*/ 2398463 h 2705303"/>
                <a:gd name="connsiteX10" fmla="*/ 588591 w 1910495"/>
                <a:gd name="connsiteY10" fmla="*/ 2398463 h 2705303"/>
                <a:gd name="connsiteX11" fmla="*/ 667691 w 1910495"/>
                <a:gd name="connsiteY11" fmla="*/ 2143958 h 2705303"/>
                <a:gd name="connsiteX12" fmla="*/ 589446 w 1910495"/>
                <a:gd name="connsiteY12" fmla="*/ 2397468 h 2705303"/>
                <a:gd name="connsiteX13" fmla="*/ 939341 w 1910495"/>
                <a:gd name="connsiteY13" fmla="*/ 2423629 h 2705303"/>
                <a:gd name="connsiteX14" fmla="*/ 718572 w 1910495"/>
                <a:gd name="connsiteY14" fmla="*/ 1959122 h 2705303"/>
                <a:gd name="connsiteX15" fmla="*/ 719712 w 1910495"/>
                <a:gd name="connsiteY15" fmla="*/ 1959122 h 2705303"/>
                <a:gd name="connsiteX16" fmla="*/ 323212 w 1910495"/>
                <a:gd name="connsiteY16" fmla="*/ 2107417 h 2705303"/>
                <a:gd name="connsiteX17" fmla="*/ 323212 w 1910495"/>
                <a:gd name="connsiteY17" fmla="*/ 2107417 h 2705303"/>
                <a:gd name="connsiteX18" fmla="*/ 257366 w 1910495"/>
                <a:gd name="connsiteY18" fmla="*/ 1726939 h 2705303"/>
                <a:gd name="connsiteX19" fmla="*/ 257366 w 1910495"/>
                <a:gd name="connsiteY19" fmla="*/ 1726939 h 2705303"/>
                <a:gd name="connsiteX20" fmla="*/ 717147 w 1910495"/>
                <a:gd name="connsiteY20" fmla="*/ 1959122 h 2705303"/>
                <a:gd name="connsiteX21" fmla="*/ 257366 w 1910495"/>
                <a:gd name="connsiteY21" fmla="*/ 1728361 h 2705303"/>
                <a:gd name="connsiteX22" fmla="*/ 322785 w 1910495"/>
                <a:gd name="connsiteY22" fmla="*/ 2106280 h 2705303"/>
                <a:gd name="connsiteX23" fmla="*/ 719142 w 1910495"/>
                <a:gd name="connsiteY23" fmla="*/ 1959122 h 2705303"/>
                <a:gd name="connsiteX24" fmla="*/ 667834 w 1910495"/>
                <a:gd name="connsiteY24" fmla="*/ 2143958 h 2705303"/>
                <a:gd name="connsiteX25" fmla="*/ 667834 w 1910495"/>
                <a:gd name="connsiteY25" fmla="*/ 2143958 h 2705303"/>
                <a:gd name="connsiteX26" fmla="*/ 322642 w 1910495"/>
                <a:gd name="connsiteY26" fmla="*/ 2108412 h 2705303"/>
                <a:gd name="connsiteX27" fmla="*/ 320504 w 1910495"/>
                <a:gd name="connsiteY27" fmla="*/ 2108412 h 2705303"/>
                <a:gd name="connsiteX28" fmla="*/ 717717 w 1910495"/>
                <a:gd name="connsiteY28" fmla="*/ 1960686 h 2705303"/>
                <a:gd name="connsiteX29" fmla="*/ 325065 w 1910495"/>
                <a:gd name="connsiteY29" fmla="*/ 2106706 h 2705303"/>
                <a:gd name="connsiteX30" fmla="*/ 667121 w 1910495"/>
                <a:gd name="connsiteY30" fmla="*/ 2141967 h 2705303"/>
                <a:gd name="connsiteX31" fmla="*/ 1229946 w 1910495"/>
                <a:gd name="connsiteY31" fmla="*/ 2088649 h 2705303"/>
                <a:gd name="connsiteX32" fmla="*/ 1229946 w 1910495"/>
                <a:gd name="connsiteY32" fmla="*/ 2088649 h 2705303"/>
                <a:gd name="connsiteX33" fmla="*/ 1594521 w 1910495"/>
                <a:gd name="connsiteY33" fmla="*/ 2689509 h 2705303"/>
                <a:gd name="connsiteX34" fmla="*/ 1594521 w 1910495"/>
                <a:gd name="connsiteY34" fmla="*/ 2690788 h 2705303"/>
                <a:gd name="connsiteX35" fmla="*/ 938913 w 1910495"/>
                <a:gd name="connsiteY35" fmla="*/ 2425335 h 2705303"/>
                <a:gd name="connsiteX36" fmla="*/ 938913 w 1910495"/>
                <a:gd name="connsiteY36" fmla="*/ 2425335 h 2705303"/>
                <a:gd name="connsiteX37" fmla="*/ 1229946 w 1910495"/>
                <a:gd name="connsiteY37" fmla="*/ 2089787 h 2705303"/>
                <a:gd name="connsiteX38" fmla="*/ 941479 w 1910495"/>
                <a:gd name="connsiteY38" fmla="*/ 2423629 h 2705303"/>
                <a:gd name="connsiteX39" fmla="*/ 1593808 w 1910495"/>
                <a:gd name="connsiteY39" fmla="*/ 2687802 h 2705303"/>
                <a:gd name="connsiteX40" fmla="*/ 1229946 w 1910495"/>
                <a:gd name="connsiteY40" fmla="*/ 2088365 h 2705303"/>
                <a:gd name="connsiteX41" fmla="*/ 1231229 w 1910495"/>
                <a:gd name="connsiteY41" fmla="*/ 2088365 h 2705303"/>
                <a:gd name="connsiteX42" fmla="*/ 941479 w 1910495"/>
                <a:gd name="connsiteY42" fmla="*/ 2424340 h 2705303"/>
                <a:gd name="connsiteX43" fmla="*/ 941479 w 1910495"/>
                <a:gd name="connsiteY43" fmla="*/ 2424340 h 2705303"/>
                <a:gd name="connsiteX44" fmla="*/ 667406 w 1910495"/>
                <a:gd name="connsiteY44" fmla="*/ 2142820 h 2705303"/>
                <a:gd name="connsiteX45" fmla="*/ 666694 w 1910495"/>
                <a:gd name="connsiteY45" fmla="*/ 2142109 h 2705303"/>
                <a:gd name="connsiteX46" fmla="*/ 1228806 w 1910495"/>
                <a:gd name="connsiteY46" fmla="*/ 2089502 h 2705303"/>
                <a:gd name="connsiteX47" fmla="*/ 668119 w 1910495"/>
                <a:gd name="connsiteY47" fmla="*/ 2143105 h 2705303"/>
                <a:gd name="connsiteX48" fmla="*/ 940481 w 1910495"/>
                <a:gd name="connsiteY48" fmla="*/ 2423629 h 2705303"/>
                <a:gd name="connsiteX49" fmla="*/ 717717 w 1910495"/>
                <a:gd name="connsiteY49" fmla="*/ 1959122 h 2705303"/>
                <a:gd name="connsiteX50" fmla="*/ 717717 w 1910495"/>
                <a:gd name="connsiteY50" fmla="*/ 1959122 h 2705303"/>
                <a:gd name="connsiteX51" fmla="*/ 1230801 w 1910495"/>
                <a:gd name="connsiteY51" fmla="*/ 2088934 h 2705303"/>
                <a:gd name="connsiteX52" fmla="*/ 1233652 w 1910495"/>
                <a:gd name="connsiteY52" fmla="*/ 2088934 h 2705303"/>
                <a:gd name="connsiteX53" fmla="*/ 667121 w 1910495"/>
                <a:gd name="connsiteY53" fmla="*/ 2143105 h 2705303"/>
                <a:gd name="connsiteX54" fmla="*/ 717717 w 1910495"/>
                <a:gd name="connsiteY54" fmla="*/ 1959975 h 2705303"/>
                <a:gd name="connsiteX55" fmla="*/ 667121 w 1910495"/>
                <a:gd name="connsiteY55" fmla="*/ 2142252 h 2705303"/>
                <a:gd name="connsiteX56" fmla="*/ 1226383 w 1910495"/>
                <a:gd name="connsiteY56" fmla="*/ 2088649 h 2705303"/>
                <a:gd name="connsiteX57" fmla="*/ 692063 w 1910495"/>
                <a:gd name="connsiteY57" fmla="*/ 1471723 h 2705303"/>
                <a:gd name="connsiteX58" fmla="*/ 692063 w 1910495"/>
                <a:gd name="connsiteY58" fmla="*/ 1471723 h 2705303"/>
                <a:gd name="connsiteX59" fmla="*/ 718429 w 1910495"/>
                <a:gd name="connsiteY59" fmla="*/ 1959406 h 2705303"/>
                <a:gd name="connsiteX60" fmla="*/ 718429 w 1910495"/>
                <a:gd name="connsiteY60" fmla="*/ 1960259 h 2705303"/>
                <a:gd name="connsiteX61" fmla="*/ 257366 w 1910495"/>
                <a:gd name="connsiteY61" fmla="*/ 1727934 h 2705303"/>
                <a:gd name="connsiteX62" fmla="*/ 256511 w 1910495"/>
                <a:gd name="connsiteY62" fmla="*/ 1727934 h 2705303"/>
                <a:gd name="connsiteX63" fmla="*/ 692063 w 1910495"/>
                <a:gd name="connsiteY63" fmla="*/ 1473003 h 2705303"/>
                <a:gd name="connsiteX64" fmla="*/ 258364 w 1910495"/>
                <a:gd name="connsiteY64" fmla="*/ 1726939 h 2705303"/>
                <a:gd name="connsiteX65" fmla="*/ 718144 w 1910495"/>
                <a:gd name="connsiteY65" fmla="*/ 1957842 h 2705303"/>
                <a:gd name="connsiteX66" fmla="*/ 1231086 w 1910495"/>
                <a:gd name="connsiteY66" fmla="*/ 2088365 h 2705303"/>
                <a:gd name="connsiteX67" fmla="*/ 1232084 w 1910495"/>
                <a:gd name="connsiteY67" fmla="*/ 2089502 h 2705303"/>
                <a:gd name="connsiteX68" fmla="*/ 719000 w 1910495"/>
                <a:gd name="connsiteY68" fmla="*/ 1959548 h 2705303"/>
                <a:gd name="connsiteX69" fmla="*/ 719000 w 1910495"/>
                <a:gd name="connsiteY69" fmla="*/ 1959548 h 2705303"/>
                <a:gd name="connsiteX70" fmla="*/ 692490 w 1910495"/>
                <a:gd name="connsiteY70" fmla="*/ 1472292 h 2705303"/>
                <a:gd name="connsiteX71" fmla="*/ 692490 w 1910495"/>
                <a:gd name="connsiteY71" fmla="*/ 1471012 h 2705303"/>
                <a:gd name="connsiteX72" fmla="*/ 1229376 w 1910495"/>
                <a:gd name="connsiteY72" fmla="*/ 2088365 h 2705303"/>
                <a:gd name="connsiteX73" fmla="*/ 693060 w 1910495"/>
                <a:gd name="connsiteY73" fmla="*/ 1474140 h 2705303"/>
                <a:gd name="connsiteX74" fmla="*/ 719142 w 1910495"/>
                <a:gd name="connsiteY74" fmla="*/ 1958695 h 2705303"/>
                <a:gd name="connsiteX75" fmla="*/ 1768114 w 1910495"/>
                <a:gd name="connsiteY75" fmla="*/ 2139266 h 2705303"/>
                <a:gd name="connsiteX76" fmla="*/ 1768114 w 1910495"/>
                <a:gd name="connsiteY76" fmla="*/ 2139266 h 2705303"/>
                <a:gd name="connsiteX77" fmla="*/ 1595376 w 1910495"/>
                <a:gd name="connsiteY77" fmla="*/ 2689224 h 2705303"/>
                <a:gd name="connsiteX78" fmla="*/ 1595376 w 1910495"/>
                <a:gd name="connsiteY78" fmla="*/ 2690362 h 2705303"/>
                <a:gd name="connsiteX79" fmla="*/ 1230231 w 1910495"/>
                <a:gd name="connsiteY79" fmla="*/ 2088934 h 2705303"/>
                <a:gd name="connsiteX80" fmla="*/ 1230231 w 1910495"/>
                <a:gd name="connsiteY80" fmla="*/ 2088080 h 2705303"/>
                <a:gd name="connsiteX81" fmla="*/ 1768114 w 1910495"/>
                <a:gd name="connsiteY81" fmla="*/ 2140261 h 2705303"/>
                <a:gd name="connsiteX82" fmla="*/ 1232939 w 1910495"/>
                <a:gd name="connsiteY82" fmla="*/ 2089502 h 2705303"/>
                <a:gd name="connsiteX83" fmla="*/ 1596089 w 1910495"/>
                <a:gd name="connsiteY83" fmla="*/ 2688087 h 2705303"/>
                <a:gd name="connsiteX84" fmla="*/ 1588678 w 1910495"/>
                <a:gd name="connsiteY84" fmla="*/ 1449827 h 2705303"/>
                <a:gd name="connsiteX85" fmla="*/ 1588678 w 1910495"/>
                <a:gd name="connsiteY85" fmla="*/ 1449827 h 2705303"/>
                <a:gd name="connsiteX86" fmla="*/ 1232369 w 1910495"/>
                <a:gd name="connsiteY86" fmla="*/ 2089644 h 2705303"/>
                <a:gd name="connsiteX87" fmla="*/ 1231514 w 1910495"/>
                <a:gd name="connsiteY87" fmla="*/ 2090924 h 2705303"/>
                <a:gd name="connsiteX88" fmla="*/ 1155264 w 1910495"/>
                <a:gd name="connsiteY88" fmla="*/ 1195180 h 2705303"/>
                <a:gd name="connsiteX89" fmla="*/ 1155264 w 1910495"/>
                <a:gd name="connsiteY89" fmla="*/ 1194327 h 2705303"/>
                <a:gd name="connsiteX90" fmla="*/ 1587822 w 1910495"/>
                <a:gd name="connsiteY90" fmla="*/ 1449827 h 2705303"/>
                <a:gd name="connsiteX91" fmla="*/ 1155264 w 1910495"/>
                <a:gd name="connsiteY91" fmla="*/ 1196175 h 2705303"/>
                <a:gd name="connsiteX92" fmla="*/ 1231229 w 1910495"/>
                <a:gd name="connsiteY92" fmla="*/ 2086943 h 2705303"/>
                <a:gd name="connsiteX93" fmla="*/ 1587822 w 1910495"/>
                <a:gd name="connsiteY93" fmla="*/ 1449827 h 2705303"/>
                <a:gd name="connsiteX94" fmla="*/ 1587822 w 1910495"/>
                <a:gd name="connsiteY94" fmla="*/ 1449827 h 2705303"/>
                <a:gd name="connsiteX95" fmla="*/ 1853629 w 1910495"/>
                <a:gd name="connsiteY95" fmla="*/ 1684285 h 2705303"/>
                <a:gd name="connsiteX96" fmla="*/ 1853629 w 1910495"/>
                <a:gd name="connsiteY96" fmla="*/ 1684285 h 2705303"/>
                <a:gd name="connsiteX97" fmla="*/ 1230801 w 1910495"/>
                <a:gd name="connsiteY97" fmla="*/ 2089076 h 2705303"/>
                <a:gd name="connsiteX98" fmla="*/ 1229233 w 1910495"/>
                <a:gd name="connsiteY98" fmla="*/ 2090071 h 2705303"/>
                <a:gd name="connsiteX99" fmla="*/ 1587822 w 1910495"/>
                <a:gd name="connsiteY99" fmla="*/ 1450822 h 2705303"/>
                <a:gd name="connsiteX100" fmla="*/ 1231941 w 1910495"/>
                <a:gd name="connsiteY100" fmla="*/ 2087085 h 2705303"/>
                <a:gd name="connsiteX101" fmla="*/ 1853629 w 1910495"/>
                <a:gd name="connsiteY101" fmla="*/ 1684285 h 2705303"/>
                <a:gd name="connsiteX102" fmla="*/ 1894390 w 1910495"/>
                <a:gd name="connsiteY102" fmla="*/ 1064657 h 2705303"/>
                <a:gd name="connsiteX103" fmla="*/ 1895388 w 1910495"/>
                <a:gd name="connsiteY103" fmla="*/ 1063377 h 2705303"/>
                <a:gd name="connsiteX104" fmla="*/ 1854341 w 1910495"/>
                <a:gd name="connsiteY104" fmla="*/ 1684285 h 2705303"/>
                <a:gd name="connsiteX105" fmla="*/ 1854341 w 1910495"/>
                <a:gd name="connsiteY105" fmla="*/ 1685280 h 2705303"/>
                <a:gd name="connsiteX106" fmla="*/ 1586682 w 1910495"/>
                <a:gd name="connsiteY106" fmla="*/ 1450538 h 2705303"/>
                <a:gd name="connsiteX107" fmla="*/ 1586682 w 1910495"/>
                <a:gd name="connsiteY107" fmla="*/ 1450538 h 2705303"/>
                <a:gd name="connsiteX108" fmla="*/ 1894390 w 1910495"/>
                <a:gd name="connsiteY108" fmla="*/ 1066505 h 2705303"/>
                <a:gd name="connsiteX109" fmla="*/ 1588535 w 1910495"/>
                <a:gd name="connsiteY109" fmla="*/ 1450396 h 2705303"/>
                <a:gd name="connsiteX110" fmla="*/ 1853629 w 1910495"/>
                <a:gd name="connsiteY110" fmla="*/ 1682863 h 2705303"/>
                <a:gd name="connsiteX111" fmla="*/ 1894390 w 1910495"/>
                <a:gd name="connsiteY111" fmla="*/ 1064515 h 2705303"/>
                <a:gd name="connsiteX112" fmla="*/ 1895673 w 1910495"/>
                <a:gd name="connsiteY112" fmla="*/ 1064515 h 2705303"/>
                <a:gd name="connsiteX113" fmla="*/ 1587822 w 1910495"/>
                <a:gd name="connsiteY113" fmla="*/ 1450680 h 2705303"/>
                <a:gd name="connsiteX114" fmla="*/ 1587822 w 1910495"/>
                <a:gd name="connsiteY114" fmla="*/ 1450680 h 2705303"/>
                <a:gd name="connsiteX115" fmla="*/ 1154266 w 1910495"/>
                <a:gd name="connsiteY115" fmla="*/ 1195606 h 2705303"/>
                <a:gd name="connsiteX116" fmla="*/ 1153126 w 1910495"/>
                <a:gd name="connsiteY116" fmla="*/ 1195606 h 2705303"/>
                <a:gd name="connsiteX117" fmla="*/ 1893250 w 1910495"/>
                <a:gd name="connsiteY117" fmla="*/ 1065652 h 2705303"/>
                <a:gd name="connsiteX118" fmla="*/ 1155264 w 1910495"/>
                <a:gd name="connsiteY118" fmla="*/ 1195464 h 2705303"/>
                <a:gd name="connsiteX119" fmla="*/ 1586397 w 1910495"/>
                <a:gd name="connsiteY119" fmla="*/ 1449258 h 2705303"/>
                <a:gd name="connsiteX120" fmla="*/ 1574140 w 1910495"/>
                <a:gd name="connsiteY120" fmla="*/ 635837 h 2705303"/>
                <a:gd name="connsiteX121" fmla="*/ 1574140 w 1910495"/>
                <a:gd name="connsiteY121" fmla="*/ 635837 h 2705303"/>
                <a:gd name="connsiteX122" fmla="*/ 1894533 w 1910495"/>
                <a:gd name="connsiteY122" fmla="*/ 1065226 h 2705303"/>
                <a:gd name="connsiteX123" fmla="*/ 1894533 w 1910495"/>
                <a:gd name="connsiteY123" fmla="*/ 1065226 h 2705303"/>
                <a:gd name="connsiteX124" fmla="*/ 1155264 w 1910495"/>
                <a:gd name="connsiteY124" fmla="*/ 1195749 h 2705303"/>
                <a:gd name="connsiteX125" fmla="*/ 1153981 w 1910495"/>
                <a:gd name="connsiteY125" fmla="*/ 1195749 h 2705303"/>
                <a:gd name="connsiteX126" fmla="*/ 1574140 w 1910495"/>
                <a:gd name="connsiteY126" fmla="*/ 636975 h 2705303"/>
                <a:gd name="connsiteX127" fmla="*/ 1155264 w 1910495"/>
                <a:gd name="connsiteY127" fmla="*/ 1194469 h 2705303"/>
                <a:gd name="connsiteX128" fmla="*/ 1892965 w 1910495"/>
                <a:gd name="connsiteY128" fmla="*/ 1064373 h 2705303"/>
                <a:gd name="connsiteX129" fmla="*/ 616810 w 1910495"/>
                <a:gd name="connsiteY129" fmla="*/ 1628265 h 2705303"/>
                <a:gd name="connsiteX130" fmla="*/ 616810 w 1910495"/>
                <a:gd name="connsiteY130" fmla="*/ 1628265 h 2705303"/>
                <a:gd name="connsiteX131" fmla="*/ 710591 w 1910495"/>
                <a:gd name="connsiteY131" fmla="*/ 1881206 h 2705303"/>
                <a:gd name="connsiteX132" fmla="*/ 710591 w 1910495"/>
                <a:gd name="connsiteY132" fmla="*/ 1882059 h 2705303"/>
                <a:gd name="connsiteX133" fmla="*/ 317511 w 1910495"/>
                <a:gd name="connsiteY133" fmla="*/ 1810968 h 2705303"/>
                <a:gd name="connsiteX134" fmla="*/ 616810 w 1910495"/>
                <a:gd name="connsiteY134" fmla="*/ 1629402 h 2705303"/>
                <a:gd name="connsiteX135" fmla="*/ 320932 w 1910495"/>
                <a:gd name="connsiteY135" fmla="*/ 1810257 h 2705303"/>
                <a:gd name="connsiteX136" fmla="*/ 709736 w 1910495"/>
                <a:gd name="connsiteY136" fmla="*/ 1880495 h 2705303"/>
                <a:gd name="connsiteX137" fmla="*/ 546404 w 1910495"/>
                <a:gd name="connsiteY137" fmla="*/ 1450254 h 2705303"/>
                <a:gd name="connsiteX138" fmla="*/ 320077 w 1910495"/>
                <a:gd name="connsiteY138" fmla="*/ 1810826 h 2705303"/>
                <a:gd name="connsiteX139" fmla="*/ 320077 w 1910495"/>
                <a:gd name="connsiteY139" fmla="*/ 1810826 h 2705303"/>
                <a:gd name="connsiteX140" fmla="*/ 33462 w 1910495"/>
                <a:gd name="connsiteY140" fmla="*/ 1546795 h 2705303"/>
                <a:gd name="connsiteX141" fmla="*/ 544408 w 1910495"/>
                <a:gd name="connsiteY141" fmla="*/ 1451533 h 2705303"/>
                <a:gd name="connsiteX142" fmla="*/ 35457 w 1910495"/>
                <a:gd name="connsiteY142" fmla="*/ 1547364 h 2705303"/>
                <a:gd name="connsiteX143" fmla="*/ 319506 w 1910495"/>
                <a:gd name="connsiteY143" fmla="*/ 1809831 h 2705303"/>
                <a:gd name="connsiteX144" fmla="*/ 544408 w 1910495"/>
                <a:gd name="connsiteY144" fmla="*/ 1450680 h 2705303"/>
                <a:gd name="connsiteX145" fmla="*/ 544408 w 1910495"/>
                <a:gd name="connsiteY145" fmla="*/ 1449827 h 2705303"/>
                <a:gd name="connsiteX146" fmla="*/ 616525 w 1910495"/>
                <a:gd name="connsiteY146" fmla="*/ 1628549 h 2705303"/>
                <a:gd name="connsiteX147" fmla="*/ 616525 w 1910495"/>
                <a:gd name="connsiteY147" fmla="*/ 1628549 h 2705303"/>
                <a:gd name="connsiteX148" fmla="*/ 318081 w 1910495"/>
                <a:gd name="connsiteY148" fmla="*/ 1812248 h 2705303"/>
                <a:gd name="connsiteX149" fmla="*/ 544408 w 1910495"/>
                <a:gd name="connsiteY149" fmla="*/ 1451960 h 2705303"/>
                <a:gd name="connsiteX150" fmla="*/ 321074 w 1910495"/>
                <a:gd name="connsiteY150" fmla="*/ 1808978 h 2705303"/>
                <a:gd name="connsiteX151" fmla="*/ 616383 w 1910495"/>
                <a:gd name="connsiteY151" fmla="*/ 1628549 h 2705303"/>
                <a:gd name="connsiteX152" fmla="*/ 1032836 w 1910495"/>
                <a:gd name="connsiteY152" fmla="*/ 1242242 h 2705303"/>
                <a:gd name="connsiteX153" fmla="*/ 1032836 w 1910495"/>
                <a:gd name="connsiteY153" fmla="*/ 1242242 h 2705303"/>
                <a:gd name="connsiteX154" fmla="*/ 1694145 w 1910495"/>
                <a:gd name="connsiteY154" fmla="*/ 1501012 h 2705303"/>
                <a:gd name="connsiteX155" fmla="*/ 1007895 w 1910495"/>
                <a:gd name="connsiteY155" fmla="*/ 1687839 h 2705303"/>
                <a:gd name="connsiteX156" fmla="*/ 1007895 w 1910495"/>
                <a:gd name="connsiteY156" fmla="*/ 1687839 h 2705303"/>
                <a:gd name="connsiteX157" fmla="*/ 1033691 w 1910495"/>
                <a:gd name="connsiteY157" fmla="*/ 1242953 h 2705303"/>
                <a:gd name="connsiteX158" fmla="*/ 1007467 w 1910495"/>
                <a:gd name="connsiteY158" fmla="*/ 1686702 h 2705303"/>
                <a:gd name="connsiteX159" fmla="*/ 1691579 w 1910495"/>
                <a:gd name="connsiteY159" fmla="*/ 1500159 h 2705303"/>
                <a:gd name="connsiteX160" fmla="*/ 1033691 w 1910495"/>
                <a:gd name="connsiteY160" fmla="*/ 1241958 h 2705303"/>
                <a:gd name="connsiteX161" fmla="*/ 1034546 w 1910495"/>
                <a:gd name="connsiteY161" fmla="*/ 1241104 h 2705303"/>
                <a:gd name="connsiteX162" fmla="*/ 1008037 w 1910495"/>
                <a:gd name="connsiteY162" fmla="*/ 1687413 h 2705303"/>
                <a:gd name="connsiteX163" fmla="*/ 1008037 w 1910495"/>
                <a:gd name="connsiteY163" fmla="*/ 1687413 h 2705303"/>
                <a:gd name="connsiteX164" fmla="*/ 616810 w 1910495"/>
                <a:gd name="connsiteY164" fmla="*/ 1628549 h 2705303"/>
                <a:gd name="connsiteX165" fmla="*/ 615813 w 1910495"/>
                <a:gd name="connsiteY165" fmla="*/ 1628549 h 2705303"/>
                <a:gd name="connsiteX166" fmla="*/ 1033691 w 1910495"/>
                <a:gd name="connsiteY166" fmla="*/ 1243522 h 2705303"/>
                <a:gd name="connsiteX167" fmla="*/ 618093 w 1910495"/>
                <a:gd name="connsiteY167" fmla="*/ 1628407 h 2705303"/>
                <a:gd name="connsiteX168" fmla="*/ 1007325 w 1910495"/>
                <a:gd name="connsiteY168" fmla="*/ 1686844 h 2705303"/>
                <a:gd name="connsiteX169" fmla="*/ 1033691 w 1910495"/>
                <a:gd name="connsiteY169" fmla="*/ 1241815 h 2705303"/>
                <a:gd name="connsiteX170" fmla="*/ 1036257 w 1910495"/>
                <a:gd name="connsiteY170" fmla="*/ 1240678 h 2705303"/>
                <a:gd name="connsiteX171" fmla="*/ 616810 w 1910495"/>
                <a:gd name="connsiteY171" fmla="*/ 1629545 h 2705303"/>
                <a:gd name="connsiteX172" fmla="*/ 545549 w 1910495"/>
                <a:gd name="connsiteY172" fmla="*/ 1451107 h 2705303"/>
                <a:gd name="connsiteX173" fmla="*/ 545549 w 1910495"/>
                <a:gd name="connsiteY173" fmla="*/ 1451107 h 2705303"/>
                <a:gd name="connsiteX174" fmla="*/ 1031411 w 1910495"/>
                <a:gd name="connsiteY174" fmla="*/ 1243806 h 2705303"/>
                <a:gd name="connsiteX175" fmla="*/ 545976 w 1910495"/>
                <a:gd name="connsiteY175" fmla="*/ 1451107 h 2705303"/>
                <a:gd name="connsiteX176" fmla="*/ 617238 w 1910495"/>
                <a:gd name="connsiteY176" fmla="*/ 1627838 h 2705303"/>
                <a:gd name="connsiteX177" fmla="*/ 225156 w 1910495"/>
                <a:gd name="connsiteY177" fmla="*/ 1077454 h 2705303"/>
                <a:gd name="connsiteX178" fmla="*/ 225156 w 1910495"/>
                <a:gd name="connsiteY178" fmla="*/ 1076600 h 2705303"/>
                <a:gd name="connsiteX179" fmla="*/ 545121 w 1910495"/>
                <a:gd name="connsiteY179" fmla="*/ 1450538 h 2705303"/>
                <a:gd name="connsiteX180" fmla="*/ 545121 w 1910495"/>
                <a:gd name="connsiteY180" fmla="*/ 1451249 h 2705303"/>
                <a:gd name="connsiteX181" fmla="*/ 32037 w 1910495"/>
                <a:gd name="connsiteY181" fmla="*/ 1547790 h 2705303"/>
                <a:gd name="connsiteX182" fmla="*/ 225156 w 1910495"/>
                <a:gd name="connsiteY182" fmla="*/ 1078449 h 2705303"/>
                <a:gd name="connsiteX183" fmla="*/ 35172 w 1910495"/>
                <a:gd name="connsiteY183" fmla="*/ 1546511 h 2705303"/>
                <a:gd name="connsiteX184" fmla="*/ 544408 w 1910495"/>
                <a:gd name="connsiteY184" fmla="*/ 1450538 h 2705303"/>
                <a:gd name="connsiteX185" fmla="*/ 1573427 w 1910495"/>
                <a:gd name="connsiteY185" fmla="*/ 630719 h 2705303"/>
                <a:gd name="connsiteX186" fmla="*/ 1573427 w 1910495"/>
                <a:gd name="connsiteY186" fmla="*/ 628302 h 2705303"/>
                <a:gd name="connsiteX187" fmla="*/ 1692435 w 1910495"/>
                <a:gd name="connsiteY187" fmla="*/ 1500159 h 2705303"/>
                <a:gd name="connsiteX188" fmla="*/ 1692435 w 1910495"/>
                <a:gd name="connsiteY188" fmla="*/ 1504709 h 2705303"/>
                <a:gd name="connsiteX189" fmla="*/ 1492902 w 1910495"/>
                <a:gd name="connsiteY189" fmla="*/ 955746 h 2705303"/>
                <a:gd name="connsiteX190" fmla="*/ 1492902 w 1910495"/>
                <a:gd name="connsiteY190" fmla="*/ 955746 h 2705303"/>
                <a:gd name="connsiteX191" fmla="*/ 1573427 w 1910495"/>
                <a:gd name="connsiteY191" fmla="*/ 633420 h 2705303"/>
                <a:gd name="connsiteX192" fmla="*/ 1494042 w 1910495"/>
                <a:gd name="connsiteY192" fmla="*/ 955604 h 2705303"/>
                <a:gd name="connsiteX193" fmla="*/ 1691152 w 1910495"/>
                <a:gd name="connsiteY193" fmla="*/ 1495894 h 2705303"/>
                <a:gd name="connsiteX194" fmla="*/ 1284105 w 1910495"/>
                <a:gd name="connsiteY194" fmla="*/ 538016 h 2705303"/>
                <a:gd name="connsiteX195" fmla="*/ 1034546 w 1910495"/>
                <a:gd name="connsiteY195" fmla="*/ 1242526 h 2705303"/>
                <a:gd name="connsiteX196" fmla="*/ 1034546 w 1910495"/>
                <a:gd name="connsiteY196" fmla="*/ 1244375 h 2705303"/>
                <a:gd name="connsiteX197" fmla="*/ 927226 w 1910495"/>
                <a:gd name="connsiteY197" fmla="*/ 514130 h 2705303"/>
                <a:gd name="connsiteX198" fmla="*/ 927226 w 1910495"/>
                <a:gd name="connsiteY198" fmla="*/ 514130 h 2705303"/>
                <a:gd name="connsiteX199" fmla="*/ 1282822 w 1910495"/>
                <a:gd name="connsiteY199" fmla="*/ 538869 h 2705303"/>
                <a:gd name="connsiteX200" fmla="*/ 926514 w 1910495"/>
                <a:gd name="connsiteY200" fmla="*/ 514698 h 2705303"/>
                <a:gd name="connsiteX201" fmla="*/ 1032551 w 1910495"/>
                <a:gd name="connsiteY201" fmla="*/ 1239825 h 2705303"/>
                <a:gd name="connsiteX202" fmla="*/ 936775 w 1910495"/>
                <a:gd name="connsiteY202" fmla="*/ 18769 h 2705303"/>
                <a:gd name="connsiteX203" fmla="*/ 936775 w 1910495"/>
                <a:gd name="connsiteY203" fmla="*/ 17205 h 2705303"/>
                <a:gd name="connsiteX204" fmla="*/ 1284960 w 1910495"/>
                <a:gd name="connsiteY204" fmla="*/ 538158 h 2705303"/>
                <a:gd name="connsiteX205" fmla="*/ 1284960 w 1910495"/>
                <a:gd name="connsiteY205" fmla="*/ 539012 h 2705303"/>
                <a:gd name="connsiteX206" fmla="*/ 927226 w 1910495"/>
                <a:gd name="connsiteY206" fmla="*/ 514556 h 2705303"/>
                <a:gd name="connsiteX207" fmla="*/ 927226 w 1910495"/>
                <a:gd name="connsiteY207" fmla="*/ 514556 h 2705303"/>
                <a:gd name="connsiteX208" fmla="*/ 937773 w 1910495"/>
                <a:gd name="connsiteY208" fmla="*/ 20475 h 2705303"/>
                <a:gd name="connsiteX209" fmla="*/ 928224 w 1910495"/>
                <a:gd name="connsiteY209" fmla="*/ 513703 h 2705303"/>
                <a:gd name="connsiteX210" fmla="*/ 1283535 w 1910495"/>
                <a:gd name="connsiteY210" fmla="*/ 537874 h 2705303"/>
                <a:gd name="connsiteX211" fmla="*/ 1883131 w 1910495"/>
                <a:gd name="connsiteY211" fmla="*/ 1052714 h 2705303"/>
                <a:gd name="connsiteX212" fmla="*/ 1894818 w 1910495"/>
                <a:gd name="connsiteY212" fmla="*/ 1048448 h 2705303"/>
                <a:gd name="connsiteX213" fmla="*/ 1906220 w 1910495"/>
                <a:gd name="connsiteY213" fmla="*/ 1053851 h 2705303"/>
                <a:gd name="connsiteX214" fmla="*/ 1910495 w 1910495"/>
                <a:gd name="connsiteY214" fmla="*/ 1064799 h 2705303"/>
                <a:gd name="connsiteX215" fmla="*/ 1905079 w 1910495"/>
                <a:gd name="connsiteY215" fmla="*/ 1076885 h 2705303"/>
                <a:gd name="connsiteX216" fmla="*/ 1882119 w 1910495"/>
                <a:gd name="connsiteY216" fmla="*/ 1075890 h 2705303"/>
                <a:gd name="connsiteX217" fmla="*/ 1881991 w 1910495"/>
                <a:gd name="connsiteY217" fmla="*/ 1075747 h 2705303"/>
                <a:gd name="connsiteX218" fmla="*/ 1877715 w 1910495"/>
                <a:gd name="connsiteY218" fmla="*/ 1064799 h 2705303"/>
                <a:gd name="connsiteX219" fmla="*/ 1883131 w 1910495"/>
                <a:gd name="connsiteY219" fmla="*/ 1052714 h 2705303"/>
                <a:gd name="connsiteX220" fmla="*/ 1903227 w 1910495"/>
                <a:gd name="connsiteY220" fmla="*/ 1056410 h 2705303"/>
                <a:gd name="connsiteX221" fmla="*/ 1894675 w 1910495"/>
                <a:gd name="connsiteY221" fmla="*/ 1052429 h 2705303"/>
                <a:gd name="connsiteX222" fmla="*/ 1885696 w 1910495"/>
                <a:gd name="connsiteY222" fmla="*/ 1055700 h 2705303"/>
                <a:gd name="connsiteX223" fmla="*/ 1884955 w 1910495"/>
                <a:gd name="connsiteY223" fmla="*/ 1073174 h 2705303"/>
                <a:gd name="connsiteX224" fmla="*/ 1893535 w 1910495"/>
                <a:gd name="connsiteY224" fmla="*/ 1077169 h 2705303"/>
                <a:gd name="connsiteX225" fmla="*/ 1902514 w 1910495"/>
                <a:gd name="connsiteY225" fmla="*/ 1073899 h 2705303"/>
                <a:gd name="connsiteX226" fmla="*/ 1902514 w 1910495"/>
                <a:gd name="connsiteY226" fmla="*/ 1056410 h 2705303"/>
                <a:gd name="connsiteX227" fmla="*/ 1842939 w 1910495"/>
                <a:gd name="connsiteY227" fmla="*/ 1671915 h 2705303"/>
                <a:gd name="connsiteX228" fmla="*/ 1865900 w 1910495"/>
                <a:gd name="connsiteY228" fmla="*/ 1672768 h 2705303"/>
                <a:gd name="connsiteX229" fmla="*/ 1866028 w 1910495"/>
                <a:gd name="connsiteY229" fmla="*/ 1672910 h 2705303"/>
                <a:gd name="connsiteX230" fmla="*/ 1864959 w 1910495"/>
                <a:gd name="connsiteY230" fmla="*/ 1696014 h 2705303"/>
                <a:gd name="connsiteX231" fmla="*/ 1841799 w 1910495"/>
                <a:gd name="connsiteY231" fmla="*/ 1694948 h 2705303"/>
                <a:gd name="connsiteX232" fmla="*/ 1837523 w 1910495"/>
                <a:gd name="connsiteY232" fmla="*/ 1683858 h 2705303"/>
                <a:gd name="connsiteX233" fmla="*/ 1842939 w 1910495"/>
                <a:gd name="connsiteY233" fmla="*/ 1671915 h 2705303"/>
                <a:gd name="connsiteX234" fmla="*/ 1863035 w 1910495"/>
                <a:gd name="connsiteY234" fmla="*/ 1675611 h 2705303"/>
                <a:gd name="connsiteX235" fmla="*/ 1845519 w 1910495"/>
                <a:gd name="connsiteY235" fmla="*/ 1674744 h 2705303"/>
                <a:gd name="connsiteX236" fmla="*/ 1845505 w 1910495"/>
                <a:gd name="connsiteY236" fmla="*/ 1674758 h 2705303"/>
                <a:gd name="connsiteX237" fmla="*/ 1844649 w 1910495"/>
                <a:gd name="connsiteY237" fmla="*/ 1692247 h 2705303"/>
                <a:gd name="connsiteX238" fmla="*/ 1862180 w 1910495"/>
                <a:gd name="connsiteY238" fmla="*/ 1693100 h 2705303"/>
                <a:gd name="connsiteX239" fmla="*/ 1863249 w 1910495"/>
                <a:gd name="connsiteY239" fmla="*/ 1675839 h 2705303"/>
                <a:gd name="connsiteX240" fmla="*/ 1863035 w 1910495"/>
                <a:gd name="connsiteY240" fmla="*/ 1675611 h 2705303"/>
                <a:gd name="connsiteX241" fmla="*/ 921383 w 1910495"/>
                <a:gd name="connsiteY241" fmla="*/ 2403155 h 2705303"/>
                <a:gd name="connsiteX242" fmla="*/ 941479 w 1910495"/>
                <a:gd name="connsiteY242" fmla="*/ 2395193 h 2705303"/>
                <a:gd name="connsiteX243" fmla="*/ 961004 w 1910495"/>
                <a:gd name="connsiteY243" fmla="*/ 2404434 h 2705303"/>
                <a:gd name="connsiteX244" fmla="*/ 968416 w 1910495"/>
                <a:gd name="connsiteY244" fmla="*/ 2423487 h 2705303"/>
                <a:gd name="connsiteX245" fmla="*/ 939533 w 1910495"/>
                <a:gd name="connsiteY245" fmla="*/ 2451539 h 2705303"/>
                <a:gd name="connsiteX246" fmla="*/ 919102 w 1910495"/>
                <a:gd name="connsiteY246" fmla="*/ 2442539 h 2705303"/>
                <a:gd name="connsiteX247" fmla="*/ 911691 w 1910495"/>
                <a:gd name="connsiteY247" fmla="*/ 2423487 h 2705303"/>
                <a:gd name="connsiteX248" fmla="*/ 921383 w 1910495"/>
                <a:gd name="connsiteY248" fmla="*/ 2403155 h 2705303"/>
                <a:gd name="connsiteX249" fmla="*/ 958581 w 1910495"/>
                <a:gd name="connsiteY249" fmla="*/ 2407562 h 2705303"/>
                <a:gd name="connsiteX250" fmla="*/ 941621 w 1910495"/>
                <a:gd name="connsiteY250" fmla="*/ 2399743 h 2705303"/>
                <a:gd name="connsiteX251" fmla="*/ 924091 w 1910495"/>
                <a:gd name="connsiteY251" fmla="*/ 2405999 h 2705303"/>
                <a:gd name="connsiteX252" fmla="*/ 916110 w 1910495"/>
                <a:gd name="connsiteY252" fmla="*/ 2424056 h 2705303"/>
                <a:gd name="connsiteX253" fmla="*/ 922523 w 1910495"/>
                <a:gd name="connsiteY253" fmla="*/ 2440406 h 2705303"/>
                <a:gd name="connsiteX254" fmla="*/ 957014 w 1910495"/>
                <a:gd name="connsiteY254" fmla="*/ 2441971 h 2705303"/>
                <a:gd name="connsiteX255" fmla="*/ 958581 w 1910495"/>
                <a:gd name="connsiteY255" fmla="*/ 2407562 h 2705303"/>
                <a:gd name="connsiteX256" fmla="*/ 1202867 w 1910495"/>
                <a:gd name="connsiteY256" fmla="*/ 2062630 h 2705303"/>
                <a:gd name="connsiteX257" fmla="*/ 1251610 w 1910495"/>
                <a:gd name="connsiteY257" fmla="*/ 2064905 h 2705303"/>
                <a:gd name="connsiteX258" fmla="*/ 1249329 w 1910495"/>
                <a:gd name="connsiteY258" fmla="*/ 2113531 h 2705303"/>
                <a:gd name="connsiteX259" fmla="*/ 1200586 w 1910495"/>
                <a:gd name="connsiteY259" fmla="*/ 2111256 h 2705303"/>
                <a:gd name="connsiteX260" fmla="*/ 1202867 w 1910495"/>
                <a:gd name="connsiteY260" fmla="*/ 2062630 h 2705303"/>
                <a:gd name="connsiteX261" fmla="*/ 1248617 w 1910495"/>
                <a:gd name="connsiteY261" fmla="*/ 2067606 h 2705303"/>
                <a:gd name="connsiteX262" fmla="*/ 1205860 w 1910495"/>
                <a:gd name="connsiteY262" fmla="*/ 2065616 h 2705303"/>
                <a:gd name="connsiteX263" fmla="*/ 1201944 w 1910495"/>
                <a:gd name="connsiteY263" fmla="*/ 2108469 h 2705303"/>
                <a:gd name="connsiteX264" fmla="*/ 1244900 w 1910495"/>
                <a:gd name="connsiteY264" fmla="*/ 2112379 h 2705303"/>
                <a:gd name="connsiteX265" fmla="*/ 1246621 w 1910495"/>
                <a:gd name="connsiteY265" fmla="*/ 2110829 h 2705303"/>
                <a:gd name="connsiteX266" fmla="*/ 1256598 w 1910495"/>
                <a:gd name="connsiteY266" fmla="*/ 2088223 h 2705303"/>
                <a:gd name="connsiteX267" fmla="*/ 1248617 w 1910495"/>
                <a:gd name="connsiteY267" fmla="*/ 2068175 h 2705303"/>
                <a:gd name="connsiteX268" fmla="*/ 1214126 w 1910495"/>
                <a:gd name="connsiteY268" fmla="*/ 2075142 h 2705303"/>
                <a:gd name="connsiteX269" fmla="*/ 1238905 w 1910495"/>
                <a:gd name="connsiteY269" fmla="*/ 2075952 h 2705303"/>
                <a:gd name="connsiteX270" fmla="*/ 1239210 w 1910495"/>
                <a:gd name="connsiteY270" fmla="*/ 2076279 h 2705303"/>
                <a:gd name="connsiteX271" fmla="*/ 1243771 w 1910495"/>
                <a:gd name="connsiteY271" fmla="*/ 2088080 h 2705303"/>
                <a:gd name="connsiteX272" fmla="*/ 1237927 w 1910495"/>
                <a:gd name="connsiteY272" fmla="*/ 2101161 h 2705303"/>
                <a:gd name="connsiteX273" fmla="*/ 1225243 w 1910495"/>
                <a:gd name="connsiteY273" fmla="*/ 2105711 h 2705303"/>
                <a:gd name="connsiteX274" fmla="*/ 1212986 w 1910495"/>
                <a:gd name="connsiteY274" fmla="*/ 2100024 h 2705303"/>
                <a:gd name="connsiteX275" fmla="*/ 1208425 w 1910495"/>
                <a:gd name="connsiteY275" fmla="*/ 2088080 h 2705303"/>
                <a:gd name="connsiteX276" fmla="*/ 1214126 w 1910495"/>
                <a:gd name="connsiteY276" fmla="*/ 2075142 h 2705303"/>
                <a:gd name="connsiteX277" fmla="*/ 1236217 w 1910495"/>
                <a:gd name="connsiteY277" fmla="*/ 2078839 h 2705303"/>
                <a:gd name="connsiteX278" fmla="*/ 1226668 w 1910495"/>
                <a:gd name="connsiteY278" fmla="*/ 2074431 h 2705303"/>
                <a:gd name="connsiteX279" fmla="*/ 1216834 w 1910495"/>
                <a:gd name="connsiteY279" fmla="*/ 2077985 h 2705303"/>
                <a:gd name="connsiteX280" fmla="*/ 1215836 w 1910495"/>
                <a:gd name="connsiteY280" fmla="*/ 2097322 h 2705303"/>
                <a:gd name="connsiteX281" fmla="*/ 1225385 w 1910495"/>
                <a:gd name="connsiteY281" fmla="*/ 2101872 h 2705303"/>
                <a:gd name="connsiteX282" fmla="*/ 1239638 w 1910495"/>
                <a:gd name="connsiteY282" fmla="*/ 2087654 h 2705303"/>
                <a:gd name="connsiteX283" fmla="*/ 1236217 w 1910495"/>
                <a:gd name="connsiteY283" fmla="*/ 2078839 h 2705303"/>
                <a:gd name="connsiteX284" fmla="*/ 1749301 w 1910495"/>
                <a:gd name="connsiteY284" fmla="*/ 2119787 h 2705303"/>
                <a:gd name="connsiteX285" fmla="*/ 1787156 w 1910495"/>
                <a:gd name="connsiteY285" fmla="*/ 2121436 h 2705303"/>
                <a:gd name="connsiteX286" fmla="*/ 1787213 w 1910495"/>
                <a:gd name="connsiteY286" fmla="*/ 2121493 h 2705303"/>
                <a:gd name="connsiteX287" fmla="*/ 1794196 w 1910495"/>
                <a:gd name="connsiteY287" fmla="*/ 2139550 h 2705303"/>
                <a:gd name="connsiteX288" fmla="*/ 1767316 w 1910495"/>
                <a:gd name="connsiteY288" fmla="*/ 2166195 h 2705303"/>
                <a:gd name="connsiteX289" fmla="*/ 1747591 w 1910495"/>
                <a:gd name="connsiteY289" fmla="*/ 2157465 h 2705303"/>
                <a:gd name="connsiteX290" fmla="*/ 1740607 w 1910495"/>
                <a:gd name="connsiteY290" fmla="*/ 2139550 h 2705303"/>
                <a:gd name="connsiteX291" fmla="*/ 1749301 w 1910495"/>
                <a:gd name="connsiteY291" fmla="*/ 2119787 h 2705303"/>
                <a:gd name="connsiteX292" fmla="*/ 1784220 w 1910495"/>
                <a:gd name="connsiteY292" fmla="*/ 2124195 h 2705303"/>
                <a:gd name="connsiteX293" fmla="*/ 1768399 w 1910495"/>
                <a:gd name="connsiteY293" fmla="*/ 2116801 h 2705303"/>
                <a:gd name="connsiteX294" fmla="*/ 1752009 w 1910495"/>
                <a:gd name="connsiteY294" fmla="*/ 2122631 h 2705303"/>
                <a:gd name="connsiteX295" fmla="*/ 1744598 w 1910495"/>
                <a:gd name="connsiteY295" fmla="*/ 2139550 h 2705303"/>
                <a:gd name="connsiteX296" fmla="*/ 1767388 w 1910495"/>
                <a:gd name="connsiteY296" fmla="*/ 2162313 h 2705303"/>
                <a:gd name="connsiteX297" fmla="*/ 1790206 w 1910495"/>
                <a:gd name="connsiteY297" fmla="*/ 2139564 h 2705303"/>
                <a:gd name="connsiteX298" fmla="*/ 1784220 w 1910495"/>
                <a:gd name="connsiteY298" fmla="*/ 2124195 h 2705303"/>
                <a:gd name="connsiteX299" fmla="*/ 706315 w 1910495"/>
                <a:gd name="connsiteY299" fmla="*/ 1945472 h 2705303"/>
                <a:gd name="connsiteX300" fmla="*/ 732096 w 1910495"/>
                <a:gd name="connsiteY300" fmla="*/ 1946453 h 2705303"/>
                <a:gd name="connsiteX301" fmla="*/ 736958 w 1910495"/>
                <a:gd name="connsiteY301" fmla="*/ 1958980 h 2705303"/>
                <a:gd name="connsiteX302" fmla="*/ 730972 w 1910495"/>
                <a:gd name="connsiteY302" fmla="*/ 1973198 h 2705303"/>
                <a:gd name="connsiteX303" fmla="*/ 717859 w 1910495"/>
                <a:gd name="connsiteY303" fmla="*/ 1978032 h 2705303"/>
                <a:gd name="connsiteX304" fmla="*/ 705175 w 1910495"/>
                <a:gd name="connsiteY304" fmla="*/ 1972060 h 2705303"/>
                <a:gd name="connsiteX305" fmla="*/ 700329 w 1910495"/>
                <a:gd name="connsiteY305" fmla="*/ 1959690 h 2705303"/>
                <a:gd name="connsiteX306" fmla="*/ 706315 w 1910495"/>
                <a:gd name="connsiteY306" fmla="*/ 1945472 h 2705303"/>
                <a:gd name="connsiteX307" fmla="*/ 729261 w 1910495"/>
                <a:gd name="connsiteY307" fmla="*/ 1949311 h 2705303"/>
                <a:gd name="connsiteX308" fmla="*/ 709146 w 1910495"/>
                <a:gd name="connsiteY308" fmla="*/ 1948046 h 2705303"/>
                <a:gd name="connsiteX309" fmla="*/ 704320 w 1910495"/>
                <a:gd name="connsiteY309" fmla="*/ 1958980 h 2705303"/>
                <a:gd name="connsiteX310" fmla="*/ 708025 w 1910495"/>
                <a:gd name="connsiteY310" fmla="*/ 1968648 h 2705303"/>
                <a:gd name="connsiteX311" fmla="*/ 718002 w 1910495"/>
                <a:gd name="connsiteY311" fmla="*/ 1973340 h 2705303"/>
                <a:gd name="connsiteX312" fmla="*/ 728406 w 1910495"/>
                <a:gd name="connsiteY312" fmla="*/ 1969643 h 2705303"/>
                <a:gd name="connsiteX313" fmla="*/ 733109 w 1910495"/>
                <a:gd name="connsiteY313" fmla="*/ 1958980 h 2705303"/>
                <a:gd name="connsiteX314" fmla="*/ 729261 w 1910495"/>
                <a:gd name="connsiteY314" fmla="*/ 1949311 h 2705303"/>
                <a:gd name="connsiteX315" fmla="*/ 710876 w 1910495"/>
                <a:gd name="connsiteY315" fmla="*/ 1950449 h 2705303"/>
                <a:gd name="connsiteX316" fmla="*/ 719285 w 1910495"/>
                <a:gd name="connsiteY316" fmla="*/ 1947463 h 2705303"/>
                <a:gd name="connsiteX317" fmla="*/ 730202 w 1910495"/>
                <a:gd name="connsiteY317" fmla="*/ 1959577 h 2705303"/>
                <a:gd name="connsiteX318" fmla="*/ 726411 w 1910495"/>
                <a:gd name="connsiteY318" fmla="*/ 1967510 h 2705303"/>
                <a:gd name="connsiteX319" fmla="*/ 718144 w 1910495"/>
                <a:gd name="connsiteY319" fmla="*/ 1970496 h 2705303"/>
                <a:gd name="connsiteX320" fmla="*/ 710163 w 1910495"/>
                <a:gd name="connsiteY320" fmla="*/ 1966799 h 2705303"/>
                <a:gd name="connsiteX321" fmla="*/ 707170 w 1910495"/>
                <a:gd name="connsiteY321" fmla="*/ 1958980 h 2705303"/>
                <a:gd name="connsiteX322" fmla="*/ 710876 w 1910495"/>
                <a:gd name="connsiteY322" fmla="*/ 1950449 h 2705303"/>
                <a:gd name="connsiteX323" fmla="*/ 724273 w 1910495"/>
                <a:gd name="connsiteY323" fmla="*/ 1953861 h 2705303"/>
                <a:gd name="connsiteX324" fmla="*/ 719000 w 1910495"/>
                <a:gd name="connsiteY324" fmla="*/ 1951444 h 2705303"/>
                <a:gd name="connsiteX325" fmla="*/ 713584 w 1910495"/>
                <a:gd name="connsiteY325" fmla="*/ 1953434 h 2705303"/>
                <a:gd name="connsiteX326" fmla="*/ 713302 w 1910495"/>
                <a:gd name="connsiteY326" fmla="*/ 1964283 h 2705303"/>
                <a:gd name="connsiteX327" fmla="*/ 718287 w 1910495"/>
                <a:gd name="connsiteY327" fmla="*/ 1966657 h 2705303"/>
                <a:gd name="connsiteX328" fmla="*/ 723845 w 1910495"/>
                <a:gd name="connsiteY328" fmla="*/ 1964667 h 2705303"/>
                <a:gd name="connsiteX329" fmla="*/ 723845 w 1910495"/>
                <a:gd name="connsiteY329" fmla="*/ 1953861 h 2705303"/>
                <a:gd name="connsiteX330" fmla="*/ 1554329 w 1910495"/>
                <a:gd name="connsiteY330" fmla="*/ 1414139 h 2705303"/>
                <a:gd name="connsiteX331" fmla="*/ 1622313 w 1910495"/>
                <a:gd name="connsiteY331" fmla="*/ 1417267 h 2705303"/>
                <a:gd name="connsiteX332" fmla="*/ 1634855 w 1910495"/>
                <a:gd name="connsiteY332" fmla="*/ 1449543 h 2705303"/>
                <a:gd name="connsiteX333" fmla="*/ 1586597 w 1910495"/>
                <a:gd name="connsiteY333" fmla="*/ 1497515 h 2705303"/>
                <a:gd name="connsiteX334" fmla="*/ 1551194 w 1910495"/>
                <a:gd name="connsiteY334" fmla="*/ 1481960 h 2705303"/>
                <a:gd name="connsiteX335" fmla="*/ 1538652 w 1910495"/>
                <a:gd name="connsiteY335" fmla="*/ 1449685 h 2705303"/>
                <a:gd name="connsiteX336" fmla="*/ 1554329 w 1910495"/>
                <a:gd name="connsiteY336" fmla="*/ 1414139 h 2705303"/>
                <a:gd name="connsiteX337" fmla="*/ 1619463 w 1910495"/>
                <a:gd name="connsiteY337" fmla="*/ 1419969 h 2705303"/>
                <a:gd name="connsiteX338" fmla="*/ 1556866 w 1910495"/>
                <a:gd name="connsiteY338" fmla="*/ 1416727 h 2705303"/>
                <a:gd name="connsiteX339" fmla="*/ 1553617 w 1910495"/>
                <a:gd name="connsiteY339" fmla="*/ 1479188 h 2705303"/>
                <a:gd name="connsiteX340" fmla="*/ 1616213 w 1910495"/>
                <a:gd name="connsiteY340" fmla="*/ 1482415 h 2705303"/>
                <a:gd name="connsiteX341" fmla="*/ 1630864 w 1910495"/>
                <a:gd name="connsiteY341" fmla="*/ 1449543 h 2705303"/>
                <a:gd name="connsiteX342" fmla="*/ 1619748 w 1910495"/>
                <a:gd name="connsiteY342" fmla="*/ 1420253 h 2705303"/>
                <a:gd name="connsiteX343" fmla="*/ 1563878 w 1910495"/>
                <a:gd name="connsiteY343" fmla="*/ 1424661 h 2705303"/>
                <a:gd name="connsiteX344" fmla="*/ 1611624 w 1910495"/>
                <a:gd name="connsiteY344" fmla="*/ 1425941 h 2705303"/>
                <a:gd name="connsiteX345" fmla="*/ 1620888 w 1910495"/>
                <a:gd name="connsiteY345" fmla="*/ 1449543 h 2705303"/>
                <a:gd name="connsiteX346" fmla="*/ 1586882 w 1910495"/>
                <a:gd name="connsiteY346" fmla="*/ 1483297 h 2705303"/>
                <a:gd name="connsiteX347" fmla="*/ 1553047 w 1910495"/>
                <a:gd name="connsiteY347" fmla="*/ 1449358 h 2705303"/>
                <a:gd name="connsiteX348" fmla="*/ 1563878 w 1910495"/>
                <a:gd name="connsiteY348" fmla="*/ 1424661 h 2705303"/>
                <a:gd name="connsiteX349" fmla="*/ 1608916 w 1910495"/>
                <a:gd name="connsiteY349" fmla="*/ 1429495 h 2705303"/>
                <a:gd name="connsiteX350" fmla="*/ 1566629 w 1910495"/>
                <a:gd name="connsiteY350" fmla="*/ 1427604 h 2705303"/>
                <a:gd name="connsiteX351" fmla="*/ 1564734 w 1910495"/>
                <a:gd name="connsiteY351" fmla="*/ 1469789 h 2705303"/>
                <a:gd name="connsiteX352" fmla="*/ 1607020 w 1910495"/>
                <a:gd name="connsiteY352" fmla="*/ 1471680 h 2705303"/>
                <a:gd name="connsiteX353" fmla="*/ 1616755 w 1910495"/>
                <a:gd name="connsiteY353" fmla="*/ 1449543 h 2705303"/>
                <a:gd name="connsiteX354" fmla="*/ 1609201 w 1910495"/>
                <a:gd name="connsiteY354" fmla="*/ 1429780 h 2705303"/>
                <a:gd name="connsiteX355" fmla="*/ 646883 w 1910495"/>
                <a:gd name="connsiteY355" fmla="*/ 2119787 h 2705303"/>
                <a:gd name="connsiteX356" fmla="*/ 690495 w 1910495"/>
                <a:gd name="connsiteY356" fmla="*/ 2121778 h 2705303"/>
                <a:gd name="connsiteX357" fmla="*/ 688626 w 1910495"/>
                <a:gd name="connsiteY357" fmla="*/ 2165171 h 2705303"/>
                <a:gd name="connsiteX358" fmla="*/ 688500 w 1910495"/>
                <a:gd name="connsiteY358" fmla="*/ 2165285 h 2705303"/>
                <a:gd name="connsiteX359" fmla="*/ 645009 w 1910495"/>
                <a:gd name="connsiteY359" fmla="*/ 2160650 h 2705303"/>
                <a:gd name="connsiteX360" fmla="*/ 646883 w 1910495"/>
                <a:gd name="connsiteY360" fmla="*/ 2119787 h 2705303"/>
                <a:gd name="connsiteX361" fmla="*/ 687644 w 1910495"/>
                <a:gd name="connsiteY361" fmla="*/ 2124337 h 2705303"/>
                <a:gd name="connsiteX362" fmla="*/ 649591 w 1910495"/>
                <a:gd name="connsiteY362" fmla="*/ 2122631 h 2705303"/>
                <a:gd name="connsiteX363" fmla="*/ 640754 w 1910495"/>
                <a:gd name="connsiteY363" fmla="*/ 2142536 h 2705303"/>
                <a:gd name="connsiteX364" fmla="*/ 647880 w 1910495"/>
                <a:gd name="connsiteY364" fmla="*/ 2160593 h 2705303"/>
                <a:gd name="connsiteX365" fmla="*/ 685732 w 1910495"/>
                <a:gd name="connsiteY365" fmla="*/ 2162356 h 2705303"/>
                <a:gd name="connsiteX366" fmla="*/ 685792 w 1910495"/>
                <a:gd name="connsiteY366" fmla="*/ 2162299 h 2705303"/>
                <a:gd name="connsiteX367" fmla="*/ 694628 w 1910495"/>
                <a:gd name="connsiteY367" fmla="*/ 2142536 h 2705303"/>
                <a:gd name="connsiteX368" fmla="*/ 687644 w 1910495"/>
                <a:gd name="connsiteY368" fmla="*/ 2125048 h 2705303"/>
                <a:gd name="connsiteX369" fmla="*/ 656574 w 1910495"/>
                <a:gd name="connsiteY369" fmla="*/ 2130308 h 2705303"/>
                <a:gd name="connsiteX370" fmla="*/ 679730 w 1910495"/>
                <a:gd name="connsiteY370" fmla="*/ 2131361 h 2705303"/>
                <a:gd name="connsiteX371" fmla="*/ 679806 w 1910495"/>
                <a:gd name="connsiteY371" fmla="*/ 2131446 h 2705303"/>
                <a:gd name="connsiteX372" fmla="*/ 684224 w 1910495"/>
                <a:gd name="connsiteY372" fmla="*/ 2142536 h 2705303"/>
                <a:gd name="connsiteX373" fmla="*/ 678808 w 1910495"/>
                <a:gd name="connsiteY373" fmla="*/ 2154621 h 2705303"/>
                <a:gd name="connsiteX374" fmla="*/ 655652 w 1910495"/>
                <a:gd name="connsiteY374" fmla="*/ 2153569 h 2705303"/>
                <a:gd name="connsiteX375" fmla="*/ 655577 w 1910495"/>
                <a:gd name="connsiteY375" fmla="*/ 2153484 h 2705303"/>
                <a:gd name="connsiteX376" fmla="*/ 651301 w 1910495"/>
                <a:gd name="connsiteY376" fmla="*/ 2142536 h 2705303"/>
                <a:gd name="connsiteX377" fmla="*/ 656432 w 1910495"/>
                <a:gd name="connsiteY377" fmla="*/ 2130308 h 2705303"/>
                <a:gd name="connsiteX378" fmla="*/ 676955 w 1910495"/>
                <a:gd name="connsiteY378" fmla="*/ 2134005 h 2705303"/>
                <a:gd name="connsiteX379" fmla="*/ 659421 w 1910495"/>
                <a:gd name="connsiteY379" fmla="*/ 2133863 h 2705303"/>
                <a:gd name="connsiteX380" fmla="*/ 659282 w 1910495"/>
                <a:gd name="connsiteY380" fmla="*/ 2134005 h 2705303"/>
                <a:gd name="connsiteX381" fmla="*/ 658427 w 1910495"/>
                <a:gd name="connsiteY381" fmla="*/ 2151636 h 2705303"/>
                <a:gd name="connsiteX382" fmla="*/ 676100 w 1910495"/>
                <a:gd name="connsiteY382" fmla="*/ 2152489 h 2705303"/>
                <a:gd name="connsiteX383" fmla="*/ 680233 w 1910495"/>
                <a:gd name="connsiteY383" fmla="*/ 2143247 h 2705303"/>
                <a:gd name="connsiteX384" fmla="*/ 676955 w 1910495"/>
                <a:gd name="connsiteY384" fmla="*/ 2134005 h 2705303"/>
                <a:gd name="connsiteX385" fmla="*/ 236558 w 1910495"/>
                <a:gd name="connsiteY385" fmla="*/ 1704616 h 2705303"/>
                <a:gd name="connsiteX386" fmla="*/ 280055 w 1910495"/>
                <a:gd name="connsiteY386" fmla="*/ 1706493 h 2705303"/>
                <a:gd name="connsiteX387" fmla="*/ 288151 w 1910495"/>
                <a:gd name="connsiteY387" fmla="*/ 1727366 h 2705303"/>
                <a:gd name="connsiteX388" fmla="*/ 278032 w 1910495"/>
                <a:gd name="connsiteY388" fmla="*/ 1750115 h 2705303"/>
                <a:gd name="connsiteX389" fmla="*/ 234491 w 1910495"/>
                <a:gd name="connsiteY389" fmla="*/ 1748053 h 2705303"/>
                <a:gd name="connsiteX390" fmla="*/ 236558 w 1910495"/>
                <a:gd name="connsiteY390" fmla="*/ 1704616 h 2705303"/>
                <a:gd name="connsiteX391" fmla="*/ 277177 w 1910495"/>
                <a:gd name="connsiteY391" fmla="*/ 1709308 h 2705303"/>
                <a:gd name="connsiteX392" fmla="*/ 239115 w 1910495"/>
                <a:gd name="connsiteY392" fmla="*/ 1707744 h 2705303"/>
                <a:gd name="connsiteX393" fmla="*/ 230429 w 1910495"/>
                <a:gd name="connsiteY393" fmla="*/ 1726939 h 2705303"/>
                <a:gd name="connsiteX394" fmla="*/ 257505 w 1910495"/>
                <a:gd name="connsiteY394" fmla="*/ 1753669 h 2705303"/>
                <a:gd name="connsiteX395" fmla="*/ 275467 w 1910495"/>
                <a:gd name="connsiteY395" fmla="*/ 1746702 h 2705303"/>
                <a:gd name="connsiteX396" fmla="*/ 284161 w 1910495"/>
                <a:gd name="connsiteY396" fmla="*/ 1726797 h 2705303"/>
                <a:gd name="connsiteX397" fmla="*/ 277177 w 1910495"/>
                <a:gd name="connsiteY397" fmla="*/ 1709308 h 2705303"/>
                <a:gd name="connsiteX398" fmla="*/ 310527 w 1910495"/>
                <a:gd name="connsiteY398" fmla="*/ 2093199 h 2705303"/>
                <a:gd name="connsiteX399" fmla="*/ 323782 w 1910495"/>
                <a:gd name="connsiteY399" fmla="*/ 2088507 h 2705303"/>
                <a:gd name="connsiteX400" fmla="*/ 336609 w 1910495"/>
                <a:gd name="connsiteY400" fmla="*/ 2094479 h 2705303"/>
                <a:gd name="connsiteX401" fmla="*/ 341455 w 1910495"/>
                <a:gd name="connsiteY401" fmla="*/ 2106848 h 2705303"/>
                <a:gd name="connsiteX402" fmla="*/ 335469 w 1910495"/>
                <a:gd name="connsiteY402" fmla="*/ 2121067 h 2705303"/>
                <a:gd name="connsiteX403" fmla="*/ 322072 w 1910495"/>
                <a:gd name="connsiteY403" fmla="*/ 2125759 h 2705303"/>
                <a:gd name="connsiteX404" fmla="*/ 309387 w 1910495"/>
                <a:gd name="connsiteY404" fmla="*/ 2119787 h 2705303"/>
                <a:gd name="connsiteX405" fmla="*/ 304542 w 1910495"/>
                <a:gd name="connsiteY405" fmla="*/ 2107417 h 2705303"/>
                <a:gd name="connsiteX406" fmla="*/ 310527 w 1910495"/>
                <a:gd name="connsiteY406" fmla="*/ 2093341 h 2705303"/>
                <a:gd name="connsiteX407" fmla="*/ 333759 w 1910495"/>
                <a:gd name="connsiteY407" fmla="*/ 2097038 h 2705303"/>
                <a:gd name="connsiteX408" fmla="*/ 323640 w 1910495"/>
                <a:gd name="connsiteY408" fmla="*/ 2092346 h 2705303"/>
                <a:gd name="connsiteX409" fmla="*/ 313235 w 1910495"/>
                <a:gd name="connsiteY409" fmla="*/ 2096185 h 2705303"/>
                <a:gd name="connsiteX410" fmla="*/ 308532 w 1910495"/>
                <a:gd name="connsiteY410" fmla="*/ 2106848 h 2705303"/>
                <a:gd name="connsiteX411" fmla="*/ 312238 w 1910495"/>
                <a:gd name="connsiteY411" fmla="*/ 2116517 h 2705303"/>
                <a:gd name="connsiteX412" fmla="*/ 332346 w 1910495"/>
                <a:gd name="connsiteY412" fmla="*/ 2117882 h 2705303"/>
                <a:gd name="connsiteX413" fmla="*/ 332761 w 1910495"/>
                <a:gd name="connsiteY413" fmla="*/ 2117512 h 2705303"/>
                <a:gd name="connsiteX414" fmla="*/ 334135 w 1910495"/>
                <a:gd name="connsiteY414" fmla="*/ 2097450 h 2705303"/>
                <a:gd name="connsiteX415" fmla="*/ 333759 w 1910495"/>
                <a:gd name="connsiteY415" fmla="*/ 2097038 h 2705303"/>
                <a:gd name="connsiteX416" fmla="*/ 679378 w 1910495"/>
                <a:gd name="connsiteY416" fmla="*/ 1457220 h 2705303"/>
                <a:gd name="connsiteX417" fmla="*/ 693630 w 1910495"/>
                <a:gd name="connsiteY417" fmla="*/ 1452244 h 2705303"/>
                <a:gd name="connsiteX418" fmla="*/ 707028 w 1910495"/>
                <a:gd name="connsiteY418" fmla="*/ 1458500 h 2705303"/>
                <a:gd name="connsiteX419" fmla="*/ 712016 w 1910495"/>
                <a:gd name="connsiteY419" fmla="*/ 1471439 h 2705303"/>
                <a:gd name="connsiteX420" fmla="*/ 705745 w 1910495"/>
                <a:gd name="connsiteY420" fmla="*/ 1485657 h 2705303"/>
                <a:gd name="connsiteX421" fmla="*/ 691493 w 1910495"/>
                <a:gd name="connsiteY421" fmla="*/ 1490633 h 2705303"/>
                <a:gd name="connsiteX422" fmla="*/ 678238 w 1910495"/>
                <a:gd name="connsiteY422" fmla="*/ 1484377 h 2705303"/>
                <a:gd name="connsiteX423" fmla="*/ 673107 w 1910495"/>
                <a:gd name="connsiteY423" fmla="*/ 1471439 h 2705303"/>
                <a:gd name="connsiteX424" fmla="*/ 679378 w 1910495"/>
                <a:gd name="connsiteY424" fmla="*/ 1457931 h 2705303"/>
                <a:gd name="connsiteX425" fmla="*/ 703607 w 1910495"/>
                <a:gd name="connsiteY425" fmla="*/ 1461059 h 2705303"/>
                <a:gd name="connsiteX426" fmla="*/ 693060 w 1910495"/>
                <a:gd name="connsiteY426" fmla="*/ 1456083 h 2705303"/>
                <a:gd name="connsiteX427" fmla="*/ 676972 w 1910495"/>
                <a:gd name="connsiteY427" fmla="*/ 1470714 h 2705303"/>
                <a:gd name="connsiteX428" fmla="*/ 676955 w 1910495"/>
                <a:gd name="connsiteY428" fmla="*/ 1471439 h 2705303"/>
                <a:gd name="connsiteX429" fmla="*/ 680946 w 1910495"/>
                <a:gd name="connsiteY429" fmla="*/ 1481676 h 2705303"/>
                <a:gd name="connsiteX430" fmla="*/ 691635 w 1910495"/>
                <a:gd name="connsiteY430" fmla="*/ 1486652 h 2705303"/>
                <a:gd name="connsiteX431" fmla="*/ 702609 w 1910495"/>
                <a:gd name="connsiteY431" fmla="*/ 1482671 h 2705303"/>
                <a:gd name="connsiteX432" fmla="*/ 707598 w 1910495"/>
                <a:gd name="connsiteY432" fmla="*/ 1471439 h 2705303"/>
                <a:gd name="connsiteX433" fmla="*/ 703607 w 1910495"/>
                <a:gd name="connsiteY433" fmla="*/ 1461770 h 2705303"/>
                <a:gd name="connsiteX434" fmla="*/ 675102 w 1910495"/>
                <a:gd name="connsiteY434" fmla="*/ 1452671 h 2705303"/>
                <a:gd name="connsiteX435" fmla="*/ 711155 w 1910495"/>
                <a:gd name="connsiteY435" fmla="*/ 1454036 h 2705303"/>
                <a:gd name="connsiteX436" fmla="*/ 709793 w 1910495"/>
                <a:gd name="connsiteY436" fmla="*/ 1489993 h 2705303"/>
                <a:gd name="connsiteX437" fmla="*/ 691065 w 1910495"/>
                <a:gd name="connsiteY437" fmla="*/ 1496747 h 2705303"/>
                <a:gd name="connsiteX438" fmla="*/ 673535 w 1910495"/>
                <a:gd name="connsiteY438" fmla="*/ 1488500 h 2705303"/>
                <a:gd name="connsiteX439" fmla="*/ 675027 w 1910495"/>
                <a:gd name="connsiteY439" fmla="*/ 1452742 h 2705303"/>
                <a:gd name="connsiteX440" fmla="*/ 675102 w 1910495"/>
                <a:gd name="connsiteY440" fmla="*/ 1452671 h 2705303"/>
                <a:gd name="connsiteX441" fmla="*/ 708168 w 1910495"/>
                <a:gd name="connsiteY441" fmla="*/ 1456936 h 2705303"/>
                <a:gd name="connsiteX442" fmla="*/ 677815 w 1910495"/>
                <a:gd name="connsiteY442" fmla="*/ 1459154 h 2705303"/>
                <a:gd name="connsiteX443" fmla="*/ 676385 w 1910495"/>
                <a:gd name="connsiteY443" fmla="*/ 1485372 h 2705303"/>
                <a:gd name="connsiteX444" fmla="*/ 691350 w 1910495"/>
                <a:gd name="connsiteY444" fmla="*/ 1492339 h 2705303"/>
                <a:gd name="connsiteX445" fmla="*/ 713869 w 1910495"/>
                <a:gd name="connsiteY445" fmla="*/ 1472221 h 2705303"/>
                <a:gd name="connsiteX446" fmla="*/ 708168 w 1910495"/>
                <a:gd name="connsiteY446" fmla="*/ 1456510 h 2705303"/>
                <a:gd name="connsiteX447" fmla="*/ 571630 w 1910495"/>
                <a:gd name="connsiteY447" fmla="*/ 2378557 h 2705303"/>
                <a:gd name="connsiteX448" fmla="*/ 607471 w 1910495"/>
                <a:gd name="connsiteY448" fmla="*/ 2380193 h 2705303"/>
                <a:gd name="connsiteX449" fmla="*/ 605836 w 1910495"/>
                <a:gd name="connsiteY449" fmla="*/ 2415937 h 2705303"/>
                <a:gd name="connsiteX450" fmla="*/ 569996 w 1910495"/>
                <a:gd name="connsiteY450" fmla="*/ 2414316 h 2705303"/>
                <a:gd name="connsiteX451" fmla="*/ 563364 w 1910495"/>
                <a:gd name="connsiteY451" fmla="*/ 2397325 h 2705303"/>
                <a:gd name="connsiteX452" fmla="*/ 563364 w 1910495"/>
                <a:gd name="connsiteY452" fmla="*/ 2397325 h 2705303"/>
                <a:gd name="connsiteX453" fmla="*/ 571630 w 1910495"/>
                <a:gd name="connsiteY453" fmla="*/ 2379268 h 2705303"/>
                <a:gd name="connsiteX454" fmla="*/ 604696 w 1910495"/>
                <a:gd name="connsiteY454" fmla="*/ 2382823 h 2705303"/>
                <a:gd name="connsiteX455" fmla="*/ 574504 w 1910495"/>
                <a:gd name="connsiteY455" fmla="*/ 2381245 h 2705303"/>
                <a:gd name="connsiteX456" fmla="*/ 574338 w 1910495"/>
                <a:gd name="connsiteY456" fmla="*/ 2381401 h 2705303"/>
                <a:gd name="connsiteX457" fmla="*/ 567355 w 1910495"/>
                <a:gd name="connsiteY457" fmla="*/ 2397325 h 2705303"/>
                <a:gd name="connsiteX458" fmla="*/ 567355 w 1910495"/>
                <a:gd name="connsiteY458" fmla="*/ 2397325 h 2705303"/>
                <a:gd name="connsiteX459" fmla="*/ 572913 w 1910495"/>
                <a:gd name="connsiteY459" fmla="*/ 2411544 h 2705303"/>
                <a:gd name="connsiteX460" fmla="*/ 603105 w 1910495"/>
                <a:gd name="connsiteY460" fmla="*/ 2413122 h 2705303"/>
                <a:gd name="connsiteX461" fmla="*/ 603271 w 1910495"/>
                <a:gd name="connsiteY461" fmla="*/ 2412965 h 2705303"/>
                <a:gd name="connsiteX462" fmla="*/ 605039 w 1910495"/>
                <a:gd name="connsiteY462" fmla="*/ 2383050 h 2705303"/>
                <a:gd name="connsiteX463" fmla="*/ 604696 w 1910495"/>
                <a:gd name="connsiteY463" fmla="*/ 2382681 h 2705303"/>
                <a:gd name="connsiteX464" fmla="*/ 1174790 w 1910495"/>
                <a:gd name="connsiteY464" fmla="*/ 1619592 h 2705303"/>
                <a:gd name="connsiteX465" fmla="*/ 1210848 w 1910495"/>
                <a:gd name="connsiteY465" fmla="*/ 1621298 h 2705303"/>
                <a:gd name="connsiteX466" fmla="*/ 1217404 w 1910495"/>
                <a:gd name="connsiteY466" fmla="*/ 1638360 h 2705303"/>
                <a:gd name="connsiteX467" fmla="*/ 1192068 w 1910495"/>
                <a:gd name="connsiteY467" fmla="*/ 1663697 h 2705303"/>
                <a:gd name="connsiteX468" fmla="*/ 1190752 w 1910495"/>
                <a:gd name="connsiteY468" fmla="*/ 1663668 h 2705303"/>
                <a:gd name="connsiteX469" fmla="*/ 1166523 w 1910495"/>
                <a:gd name="connsiteY469" fmla="*/ 1638360 h 2705303"/>
                <a:gd name="connsiteX470" fmla="*/ 1166523 w 1910495"/>
                <a:gd name="connsiteY470" fmla="*/ 1638360 h 2705303"/>
                <a:gd name="connsiteX471" fmla="*/ 1174647 w 1910495"/>
                <a:gd name="connsiteY471" fmla="*/ 1620303 h 2705303"/>
                <a:gd name="connsiteX472" fmla="*/ 1207855 w 1910495"/>
                <a:gd name="connsiteY472" fmla="*/ 1623857 h 2705303"/>
                <a:gd name="connsiteX473" fmla="*/ 1177497 w 1910495"/>
                <a:gd name="connsiteY473" fmla="*/ 1622435 h 2705303"/>
                <a:gd name="connsiteX474" fmla="*/ 1170514 w 1910495"/>
                <a:gd name="connsiteY474" fmla="*/ 1638360 h 2705303"/>
                <a:gd name="connsiteX475" fmla="*/ 1191037 w 1910495"/>
                <a:gd name="connsiteY475" fmla="*/ 1659829 h 2705303"/>
                <a:gd name="connsiteX476" fmla="*/ 1206430 w 1910495"/>
                <a:gd name="connsiteY476" fmla="*/ 1654142 h 2705303"/>
                <a:gd name="connsiteX477" fmla="*/ 1208198 w 1910495"/>
                <a:gd name="connsiteY477" fmla="*/ 1624227 h 2705303"/>
                <a:gd name="connsiteX478" fmla="*/ 1207855 w 1910495"/>
                <a:gd name="connsiteY478" fmla="*/ 1623857 h 2705303"/>
                <a:gd name="connsiteX479" fmla="*/ 1183768 w 1910495"/>
                <a:gd name="connsiteY479" fmla="*/ 1629402 h 2705303"/>
                <a:gd name="connsiteX480" fmla="*/ 1200891 w 1910495"/>
                <a:gd name="connsiteY480" fmla="*/ 1629985 h 2705303"/>
                <a:gd name="connsiteX481" fmla="*/ 1201014 w 1910495"/>
                <a:gd name="connsiteY481" fmla="*/ 1630113 h 2705303"/>
                <a:gd name="connsiteX482" fmla="*/ 1200159 w 1910495"/>
                <a:gd name="connsiteY482" fmla="*/ 1647317 h 2705303"/>
                <a:gd name="connsiteX483" fmla="*/ 1191465 w 1910495"/>
                <a:gd name="connsiteY483" fmla="*/ 1650588 h 2705303"/>
                <a:gd name="connsiteX484" fmla="*/ 1182913 w 1910495"/>
                <a:gd name="connsiteY484" fmla="*/ 1646607 h 2705303"/>
                <a:gd name="connsiteX485" fmla="*/ 1179778 w 1910495"/>
                <a:gd name="connsiteY485" fmla="*/ 1638360 h 2705303"/>
                <a:gd name="connsiteX486" fmla="*/ 1179778 w 1910495"/>
                <a:gd name="connsiteY486" fmla="*/ 1638360 h 2705303"/>
                <a:gd name="connsiteX487" fmla="*/ 1183768 w 1910495"/>
                <a:gd name="connsiteY487" fmla="*/ 1630113 h 2705303"/>
                <a:gd name="connsiteX488" fmla="*/ 1198021 w 1910495"/>
                <a:gd name="connsiteY488" fmla="*/ 1632815 h 2705303"/>
                <a:gd name="connsiteX489" fmla="*/ 1186533 w 1910495"/>
                <a:gd name="connsiteY489" fmla="*/ 1632616 h 2705303"/>
                <a:gd name="connsiteX490" fmla="*/ 1186334 w 1910495"/>
                <a:gd name="connsiteY490" fmla="*/ 1632815 h 2705303"/>
                <a:gd name="connsiteX491" fmla="*/ 1183626 w 1910495"/>
                <a:gd name="connsiteY491" fmla="*/ 1638929 h 2705303"/>
                <a:gd name="connsiteX492" fmla="*/ 1183626 w 1910495"/>
                <a:gd name="connsiteY492" fmla="*/ 1638929 h 2705303"/>
                <a:gd name="connsiteX493" fmla="*/ 1185764 w 1910495"/>
                <a:gd name="connsiteY493" fmla="*/ 1644474 h 2705303"/>
                <a:gd name="connsiteX494" fmla="*/ 1191465 w 1910495"/>
                <a:gd name="connsiteY494" fmla="*/ 1647175 h 2705303"/>
                <a:gd name="connsiteX495" fmla="*/ 1200589 w 1910495"/>
                <a:gd name="connsiteY495" fmla="*/ 1639881 h 2705303"/>
                <a:gd name="connsiteX496" fmla="*/ 1198021 w 1910495"/>
                <a:gd name="connsiteY496" fmla="*/ 1632957 h 2705303"/>
                <a:gd name="connsiteX497" fmla="*/ 1622313 w 1910495"/>
                <a:gd name="connsiteY497" fmla="*/ 1089539 h 2705303"/>
                <a:gd name="connsiteX498" fmla="*/ 1658371 w 1910495"/>
                <a:gd name="connsiteY498" fmla="*/ 1091245 h 2705303"/>
                <a:gd name="connsiteX499" fmla="*/ 1664928 w 1910495"/>
                <a:gd name="connsiteY499" fmla="*/ 1108307 h 2705303"/>
                <a:gd name="connsiteX500" fmla="*/ 1639587 w 1910495"/>
                <a:gd name="connsiteY500" fmla="*/ 1133644 h 2705303"/>
                <a:gd name="connsiteX501" fmla="*/ 1638276 w 1910495"/>
                <a:gd name="connsiteY501" fmla="*/ 1133615 h 2705303"/>
                <a:gd name="connsiteX502" fmla="*/ 1614047 w 1910495"/>
                <a:gd name="connsiteY502" fmla="*/ 1108307 h 2705303"/>
                <a:gd name="connsiteX503" fmla="*/ 1614047 w 1910495"/>
                <a:gd name="connsiteY503" fmla="*/ 1108307 h 2705303"/>
                <a:gd name="connsiteX504" fmla="*/ 1622313 w 1910495"/>
                <a:gd name="connsiteY504" fmla="*/ 1090250 h 2705303"/>
                <a:gd name="connsiteX505" fmla="*/ 1655378 w 1910495"/>
                <a:gd name="connsiteY505" fmla="*/ 1093804 h 2705303"/>
                <a:gd name="connsiteX506" fmla="*/ 1625021 w 1910495"/>
                <a:gd name="connsiteY506" fmla="*/ 1092382 h 2705303"/>
                <a:gd name="connsiteX507" fmla="*/ 1618037 w 1910495"/>
                <a:gd name="connsiteY507" fmla="*/ 1108307 h 2705303"/>
                <a:gd name="connsiteX508" fmla="*/ 1618037 w 1910495"/>
                <a:gd name="connsiteY508" fmla="*/ 1108307 h 2705303"/>
                <a:gd name="connsiteX509" fmla="*/ 1638561 w 1910495"/>
                <a:gd name="connsiteY509" fmla="*/ 1129776 h 2705303"/>
                <a:gd name="connsiteX510" fmla="*/ 1653953 w 1910495"/>
                <a:gd name="connsiteY510" fmla="*/ 1124089 h 2705303"/>
                <a:gd name="connsiteX511" fmla="*/ 1655720 w 1910495"/>
                <a:gd name="connsiteY511" fmla="*/ 1094174 h 2705303"/>
                <a:gd name="connsiteX512" fmla="*/ 1655378 w 1910495"/>
                <a:gd name="connsiteY512" fmla="*/ 1093804 h 2705303"/>
                <a:gd name="connsiteX513" fmla="*/ 679378 w 1910495"/>
                <a:gd name="connsiteY513" fmla="*/ 1457931 h 2705303"/>
                <a:gd name="connsiteX514" fmla="*/ 693630 w 1910495"/>
                <a:gd name="connsiteY514" fmla="*/ 1452955 h 2705303"/>
                <a:gd name="connsiteX515" fmla="*/ 707028 w 1910495"/>
                <a:gd name="connsiteY515" fmla="*/ 1459211 h 2705303"/>
                <a:gd name="connsiteX516" fmla="*/ 712016 w 1910495"/>
                <a:gd name="connsiteY516" fmla="*/ 1472150 h 2705303"/>
                <a:gd name="connsiteX517" fmla="*/ 705745 w 1910495"/>
                <a:gd name="connsiteY517" fmla="*/ 1486368 h 2705303"/>
                <a:gd name="connsiteX518" fmla="*/ 691493 w 1910495"/>
                <a:gd name="connsiteY518" fmla="*/ 1491344 h 2705303"/>
                <a:gd name="connsiteX519" fmla="*/ 678238 w 1910495"/>
                <a:gd name="connsiteY519" fmla="*/ 1485088 h 2705303"/>
                <a:gd name="connsiteX520" fmla="*/ 673107 w 1910495"/>
                <a:gd name="connsiteY520" fmla="*/ 1472150 h 2705303"/>
                <a:gd name="connsiteX521" fmla="*/ 679378 w 1910495"/>
                <a:gd name="connsiteY521" fmla="*/ 1457931 h 2705303"/>
                <a:gd name="connsiteX522" fmla="*/ 703607 w 1910495"/>
                <a:gd name="connsiteY522" fmla="*/ 1461770 h 2705303"/>
                <a:gd name="connsiteX523" fmla="*/ 693060 w 1910495"/>
                <a:gd name="connsiteY523" fmla="*/ 1456794 h 2705303"/>
                <a:gd name="connsiteX524" fmla="*/ 676972 w 1910495"/>
                <a:gd name="connsiteY524" fmla="*/ 1471425 h 2705303"/>
                <a:gd name="connsiteX525" fmla="*/ 676955 w 1910495"/>
                <a:gd name="connsiteY525" fmla="*/ 1472150 h 2705303"/>
                <a:gd name="connsiteX526" fmla="*/ 680946 w 1910495"/>
                <a:gd name="connsiteY526" fmla="*/ 1482387 h 2705303"/>
                <a:gd name="connsiteX527" fmla="*/ 691635 w 1910495"/>
                <a:gd name="connsiteY527" fmla="*/ 1487363 h 2705303"/>
                <a:gd name="connsiteX528" fmla="*/ 702609 w 1910495"/>
                <a:gd name="connsiteY528" fmla="*/ 1483382 h 2705303"/>
                <a:gd name="connsiteX529" fmla="*/ 707598 w 1910495"/>
                <a:gd name="connsiteY529" fmla="*/ 1472150 h 2705303"/>
                <a:gd name="connsiteX530" fmla="*/ 703607 w 1910495"/>
                <a:gd name="connsiteY530" fmla="*/ 1461770 h 2705303"/>
                <a:gd name="connsiteX531" fmla="*/ 1582834 w 1910495"/>
                <a:gd name="connsiteY531" fmla="*/ 2671736 h 2705303"/>
                <a:gd name="connsiteX532" fmla="*/ 1597086 w 1910495"/>
                <a:gd name="connsiteY532" fmla="*/ 2666760 h 2705303"/>
                <a:gd name="connsiteX533" fmla="*/ 1610484 w 1910495"/>
                <a:gd name="connsiteY533" fmla="*/ 2673016 h 2705303"/>
                <a:gd name="connsiteX534" fmla="*/ 1609073 w 1910495"/>
                <a:gd name="connsiteY534" fmla="*/ 2700329 h 2705303"/>
                <a:gd name="connsiteX535" fmla="*/ 1595376 w 1910495"/>
                <a:gd name="connsiteY535" fmla="*/ 2705291 h 2705303"/>
                <a:gd name="connsiteX536" fmla="*/ 1581979 w 1910495"/>
                <a:gd name="connsiteY536" fmla="*/ 2699035 h 2705303"/>
                <a:gd name="connsiteX537" fmla="*/ 1583262 w 1910495"/>
                <a:gd name="connsiteY537" fmla="*/ 2671736 h 2705303"/>
                <a:gd name="connsiteX538" fmla="*/ 1607063 w 1910495"/>
                <a:gd name="connsiteY538" fmla="*/ 2675717 h 2705303"/>
                <a:gd name="connsiteX539" fmla="*/ 1596516 w 1910495"/>
                <a:gd name="connsiteY539" fmla="*/ 2670741 h 2705303"/>
                <a:gd name="connsiteX540" fmla="*/ 1580425 w 1910495"/>
                <a:gd name="connsiteY540" fmla="*/ 2685371 h 2705303"/>
                <a:gd name="connsiteX541" fmla="*/ 1580411 w 1910495"/>
                <a:gd name="connsiteY541" fmla="*/ 2685954 h 2705303"/>
                <a:gd name="connsiteX542" fmla="*/ 1594664 w 1910495"/>
                <a:gd name="connsiteY542" fmla="*/ 2701310 h 2705303"/>
                <a:gd name="connsiteX543" fmla="*/ 1605638 w 1910495"/>
                <a:gd name="connsiteY543" fmla="*/ 2697329 h 2705303"/>
                <a:gd name="connsiteX544" fmla="*/ 1607134 w 1910495"/>
                <a:gd name="connsiteY544" fmla="*/ 2676272 h 2705303"/>
                <a:gd name="connsiteX545" fmla="*/ 1606635 w 1910495"/>
                <a:gd name="connsiteY545" fmla="*/ 2675717 h 2705303"/>
                <a:gd name="connsiteX546" fmla="*/ 1678325 w 1910495"/>
                <a:gd name="connsiteY546" fmla="*/ 1494330 h 2705303"/>
                <a:gd name="connsiteX547" fmla="*/ 1694530 w 1910495"/>
                <a:gd name="connsiteY547" fmla="*/ 1482358 h 2705303"/>
                <a:gd name="connsiteX548" fmla="*/ 1695428 w 1910495"/>
                <a:gd name="connsiteY548" fmla="*/ 1482529 h 2705303"/>
                <a:gd name="connsiteX549" fmla="*/ 1707428 w 1910495"/>
                <a:gd name="connsiteY549" fmla="*/ 1498695 h 2705303"/>
                <a:gd name="connsiteX550" fmla="*/ 1707257 w 1910495"/>
                <a:gd name="connsiteY550" fmla="*/ 1499591 h 2705303"/>
                <a:gd name="connsiteX551" fmla="*/ 1701129 w 1910495"/>
                <a:gd name="connsiteY551" fmla="*/ 1508975 h 2705303"/>
                <a:gd name="connsiteX552" fmla="*/ 1690154 w 1910495"/>
                <a:gd name="connsiteY552" fmla="*/ 1511392 h 2705303"/>
                <a:gd name="connsiteX553" fmla="*/ 1678040 w 1910495"/>
                <a:gd name="connsiteY553" fmla="*/ 1497173 h 2705303"/>
                <a:gd name="connsiteX554" fmla="*/ 1678325 w 1910495"/>
                <a:gd name="connsiteY554" fmla="*/ 1494330 h 2705303"/>
                <a:gd name="connsiteX555" fmla="*/ 1694715 w 1910495"/>
                <a:gd name="connsiteY555" fmla="*/ 1486368 h 2705303"/>
                <a:gd name="connsiteX556" fmla="*/ 1686591 w 1910495"/>
                <a:gd name="connsiteY556" fmla="*/ 1488074 h 2705303"/>
                <a:gd name="connsiteX557" fmla="*/ 1682173 w 1910495"/>
                <a:gd name="connsiteY557" fmla="*/ 1495041 h 2705303"/>
                <a:gd name="connsiteX558" fmla="*/ 1690582 w 1910495"/>
                <a:gd name="connsiteY558" fmla="*/ 1507567 h 2705303"/>
                <a:gd name="connsiteX559" fmla="*/ 1698991 w 1910495"/>
                <a:gd name="connsiteY559" fmla="*/ 1505704 h 2705303"/>
                <a:gd name="connsiteX560" fmla="*/ 1703409 w 1910495"/>
                <a:gd name="connsiteY560" fmla="*/ 1498880 h 2705303"/>
                <a:gd name="connsiteX561" fmla="*/ 1703409 w 1910495"/>
                <a:gd name="connsiteY561" fmla="*/ 1496889 h 2705303"/>
                <a:gd name="connsiteX562" fmla="*/ 1694715 w 1910495"/>
                <a:gd name="connsiteY562" fmla="*/ 1486368 h 2705303"/>
                <a:gd name="connsiteX563" fmla="*/ 937345 w 1910495"/>
                <a:gd name="connsiteY563" fmla="*/ 37821 h 2705303"/>
                <a:gd name="connsiteX564" fmla="*/ 933925 w 1910495"/>
                <a:gd name="connsiteY564" fmla="*/ 37821 h 2705303"/>
                <a:gd name="connsiteX565" fmla="*/ 933925 w 1910495"/>
                <a:gd name="connsiteY565" fmla="*/ 37821 h 2705303"/>
                <a:gd name="connsiteX566" fmla="*/ 918532 w 1910495"/>
                <a:gd name="connsiteY566" fmla="*/ 15783 h 2705303"/>
                <a:gd name="connsiteX567" fmla="*/ 926371 w 1910495"/>
                <a:gd name="connsiteY567" fmla="*/ 3556 h 2705303"/>
                <a:gd name="connsiteX568" fmla="*/ 953015 w 1910495"/>
                <a:gd name="connsiteY568" fmla="*/ 7972 h 2705303"/>
                <a:gd name="connsiteX569" fmla="*/ 948588 w 1910495"/>
                <a:gd name="connsiteY569" fmla="*/ 34553 h 2705303"/>
                <a:gd name="connsiteX570" fmla="*/ 937345 w 1910495"/>
                <a:gd name="connsiteY570" fmla="*/ 38106 h 2705303"/>
                <a:gd name="connsiteX571" fmla="*/ 937345 w 1910495"/>
                <a:gd name="connsiteY571" fmla="*/ 9385 h 2705303"/>
                <a:gd name="connsiteX572" fmla="*/ 931787 w 1910495"/>
                <a:gd name="connsiteY572" fmla="*/ 11091 h 2705303"/>
                <a:gd name="connsiteX573" fmla="*/ 927654 w 1910495"/>
                <a:gd name="connsiteY573" fmla="*/ 17489 h 2705303"/>
                <a:gd name="connsiteX574" fmla="*/ 935457 w 1910495"/>
                <a:gd name="connsiteY574" fmla="*/ 28973 h 2705303"/>
                <a:gd name="connsiteX575" fmla="*/ 935635 w 1910495"/>
                <a:gd name="connsiteY575" fmla="*/ 29006 h 2705303"/>
                <a:gd name="connsiteX576" fmla="*/ 935635 w 1910495"/>
                <a:gd name="connsiteY576" fmla="*/ 29006 h 2705303"/>
                <a:gd name="connsiteX577" fmla="*/ 948002 w 1910495"/>
                <a:gd name="connsiteY577" fmla="*/ 22231 h 2705303"/>
                <a:gd name="connsiteX578" fmla="*/ 941211 w 1910495"/>
                <a:gd name="connsiteY578" fmla="*/ 9894 h 2705303"/>
                <a:gd name="connsiteX579" fmla="*/ 939198 w 1910495"/>
                <a:gd name="connsiteY579" fmla="*/ 9527 h 2705303"/>
                <a:gd name="connsiteX580" fmla="*/ 1284818 w 1910495"/>
                <a:gd name="connsiteY580" fmla="*/ 557922 h 2705303"/>
                <a:gd name="connsiteX581" fmla="*/ 1281397 w 1910495"/>
                <a:gd name="connsiteY581" fmla="*/ 557922 h 2705303"/>
                <a:gd name="connsiteX582" fmla="*/ 1281397 w 1910495"/>
                <a:gd name="connsiteY582" fmla="*/ 557922 h 2705303"/>
                <a:gd name="connsiteX583" fmla="*/ 1266123 w 1910495"/>
                <a:gd name="connsiteY583" fmla="*/ 535699 h 2705303"/>
                <a:gd name="connsiteX584" fmla="*/ 1273843 w 1910495"/>
                <a:gd name="connsiteY584" fmla="*/ 523656 h 2705303"/>
                <a:gd name="connsiteX585" fmla="*/ 1288096 w 1910495"/>
                <a:gd name="connsiteY585" fmla="*/ 520670 h 2705303"/>
                <a:gd name="connsiteX586" fmla="*/ 1303488 w 1910495"/>
                <a:gd name="connsiteY586" fmla="*/ 542708 h 2705303"/>
                <a:gd name="connsiteX587" fmla="*/ 1295507 w 1910495"/>
                <a:gd name="connsiteY587" fmla="*/ 554936 h 2705303"/>
                <a:gd name="connsiteX588" fmla="*/ 1284675 w 1910495"/>
                <a:gd name="connsiteY588" fmla="*/ 557495 h 2705303"/>
                <a:gd name="connsiteX589" fmla="*/ 1283535 w 1910495"/>
                <a:gd name="connsiteY589" fmla="*/ 548253 h 2705303"/>
                <a:gd name="connsiteX590" fmla="*/ 1290946 w 1910495"/>
                <a:gd name="connsiteY590" fmla="*/ 546547 h 2705303"/>
                <a:gd name="connsiteX591" fmla="*/ 1295079 w 1910495"/>
                <a:gd name="connsiteY591" fmla="*/ 540291 h 2705303"/>
                <a:gd name="connsiteX592" fmla="*/ 1287276 w 1910495"/>
                <a:gd name="connsiteY592" fmla="*/ 528803 h 2705303"/>
                <a:gd name="connsiteX593" fmla="*/ 1287098 w 1910495"/>
                <a:gd name="connsiteY593" fmla="*/ 528775 h 2705303"/>
                <a:gd name="connsiteX594" fmla="*/ 1275586 w 1910495"/>
                <a:gd name="connsiteY594" fmla="*/ 536566 h 2705303"/>
                <a:gd name="connsiteX595" fmla="*/ 1275554 w 1910495"/>
                <a:gd name="connsiteY595" fmla="*/ 536737 h 2705303"/>
                <a:gd name="connsiteX596" fmla="*/ 1283535 w 1910495"/>
                <a:gd name="connsiteY596" fmla="*/ 548253 h 2705303"/>
                <a:gd name="connsiteX597" fmla="*/ 1008465 w 1910495"/>
                <a:gd name="connsiteY597" fmla="*/ 1718408 h 2705303"/>
                <a:gd name="connsiteX598" fmla="*/ 1002906 w 1910495"/>
                <a:gd name="connsiteY598" fmla="*/ 1718408 h 2705303"/>
                <a:gd name="connsiteX599" fmla="*/ 982953 w 1910495"/>
                <a:gd name="connsiteY599" fmla="*/ 1705470 h 2705303"/>
                <a:gd name="connsiteX600" fmla="*/ 977822 w 1910495"/>
                <a:gd name="connsiteY600" fmla="*/ 1682294 h 2705303"/>
                <a:gd name="connsiteX601" fmla="*/ 1012870 w 1910495"/>
                <a:gd name="connsiteY601" fmla="*/ 1655521 h 2705303"/>
                <a:gd name="connsiteX602" fmla="*/ 1039704 w 1910495"/>
                <a:gd name="connsiteY602" fmla="*/ 1690484 h 2705303"/>
                <a:gd name="connsiteX603" fmla="*/ 1025425 w 1910495"/>
                <a:gd name="connsiteY603" fmla="*/ 1712721 h 2705303"/>
                <a:gd name="connsiteX604" fmla="*/ 1007752 w 1910495"/>
                <a:gd name="connsiteY604" fmla="*/ 1718408 h 2705303"/>
                <a:gd name="connsiteX605" fmla="*/ 1008465 w 1910495"/>
                <a:gd name="connsiteY605" fmla="*/ 1665374 h 2705303"/>
                <a:gd name="connsiteX606" fmla="*/ 986088 w 1910495"/>
                <a:gd name="connsiteY606" fmla="*/ 1684285 h 2705303"/>
                <a:gd name="connsiteX607" fmla="*/ 989652 w 1910495"/>
                <a:gd name="connsiteY607" fmla="*/ 1700635 h 2705303"/>
                <a:gd name="connsiteX608" fmla="*/ 1003904 w 1910495"/>
                <a:gd name="connsiteY608" fmla="*/ 1709735 h 2705303"/>
                <a:gd name="connsiteX609" fmla="*/ 1003904 w 1910495"/>
                <a:gd name="connsiteY609" fmla="*/ 1709735 h 2705303"/>
                <a:gd name="connsiteX610" fmla="*/ 1029416 w 1910495"/>
                <a:gd name="connsiteY610" fmla="*/ 1692105 h 2705303"/>
                <a:gd name="connsiteX611" fmla="*/ 1011600 w 1910495"/>
                <a:gd name="connsiteY611" fmla="*/ 1666512 h 2705303"/>
                <a:gd name="connsiteX612" fmla="*/ 1034974 w 1910495"/>
                <a:gd name="connsiteY612" fmla="*/ 1291010 h 2705303"/>
                <a:gd name="connsiteX613" fmla="*/ 1026138 w 1910495"/>
                <a:gd name="connsiteY613" fmla="*/ 1290299 h 2705303"/>
                <a:gd name="connsiteX614" fmla="*/ 1026138 w 1910495"/>
                <a:gd name="connsiteY614" fmla="*/ 1290299 h 2705303"/>
                <a:gd name="connsiteX615" fmla="*/ 985382 w 1910495"/>
                <a:gd name="connsiteY615" fmla="*/ 1232858 h 2705303"/>
                <a:gd name="connsiteX616" fmla="*/ 1042962 w 1910495"/>
                <a:gd name="connsiteY616" fmla="*/ 1192194 h 2705303"/>
                <a:gd name="connsiteX617" fmla="*/ 1083719 w 1910495"/>
                <a:gd name="connsiteY617" fmla="*/ 1249635 h 2705303"/>
                <a:gd name="connsiteX618" fmla="*/ 1034974 w 1910495"/>
                <a:gd name="connsiteY618" fmla="*/ 1291010 h 2705303"/>
                <a:gd name="connsiteX619" fmla="*/ 1034974 w 1910495"/>
                <a:gd name="connsiteY619" fmla="*/ 1208687 h 2705303"/>
                <a:gd name="connsiteX620" fmla="*/ 1001909 w 1910495"/>
                <a:gd name="connsiteY620" fmla="*/ 1236270 h 2705303"/>
                <a:gd name="connsiteX621" fmla="*/ 1001909 w 1910495"/>
                <a:gd name="connsiteY621" fmla="*/ 1236270 h 2705303"/>
                <a:gd name="connsiteX622" fmla="*/ 1028890 w 1910495"/>
                <a:gd name="connsiteY622" fmla="*/ 1275356 h 2705303"/>
                <a:gd name="connsiteX623" fmla="*/ 1028988 w 1910495"/>
                <a:gd name="connsiteY623" fmla="*/ 1275370 h 2705303"/>
                <a:gd name="connsiteX624" fmla="*/ 1057493 w 1910495"/>
                <a:gd name="connsiteY624" fmla="*/ 1267124 h 2705303"/>
                <a:gd name="connsiteX625" fmla="*/ 1062481 w 1910495"/>
                <a:gd name="connsiteY625" fmla="*/ 1223190 h 2705303"/>
                <a:gd name="connsiteX626" fmla="*/ 1040817 w 1910495"/>
                <a:gd name="connsiteY626" fmla="*/ 1208972 h 2705303"/>
                <a:gd name="connsiteX627" fmla="*/ 1034119 w 1910495"/>
                <a:gd name="connsiteY627" fmla="*/ 1208687 h 2705303"/>
                <a:gd name="connsiteX628" fmla="*/ 1034974 w 1910495"/>
                <a:gd name="connsiteY628" fmla="*/ 1274233 h 2705303"/>
                <a:gd name="connsiteX629" fmla="*/ 1029273 w 1910495"/>
                <a:gd name="connsiteY629" fmla="*/ 1274233 h 2705303"/>
                <a:gd name="connsiteX630" fmla="*/ 1029273 w 1910495"/>
                <a:gd name="connsiteY630" fmla="*/ 1274233 h 2705303"/>
                <a:gd name="connsiteX631" fmla="*/ 999611 w 1910495"/>
                <a:gd name="connsiteY631" fmla="*/ 1238958 h 2705303"/>
                <a:gd name="connsiteX632" fmla="*/ 1034974 w 1910495"/>
                <a:gd name="connsiteY632" fmla="*/ 1209370 h 2705303"/>
                <a:gd name="connsiteX633" fmla="*/ 1064637 w 1910495"/>
                <a:gd name="connsiteY633" fmla="*/ 1244645 h 2705303"/>
                <a:gd name="connsiteX634" fmla="*/ 1034974 w 1910495"/>
                <a:gd name="connsiteY634" fmla="*/ 1274233 h 2705303"/>
                <a:gd name="connsiteX635" fmla="*/ 1030841 w 1910495"/>
                <a:gd name="connsiteY635" fmla="*/ 1264849 h 2705303"/>
                <a:gd name="connsiteX636" fmla="*/ 1057481 w 1910495"/>
                <a:gd name="connsiteY636" fmla="*/ 1246365 h 2705303"/>
                <a:gd name="connsiteX637" fmla="*/ 1038950 w 1910495"/>
                <a:gd name="connsiteY637" fmla="*/ 1219791 h 2705303"/>
                <a:gd name="connsiteX638" fmla="*/ 1012313 w 1910495"/>
                <a:gd name="connsiteY638" fmla="*/ 1238261 h 2705303"/>
                <a:gd name="connsiteX639" fmla="*/ 1030829 w 1910495"/>
                <a:gd name="connsiteY639" fmla="*/ 1264849 h 2705303"/>
                <a:gd name="connsiteX640" fmla="*/ 1030841 w 1910495"/>
                <a:gd name="connsiteY640" fmla="*/ 1264849 h 2705303"/>
                <a:gd name="connsiteX641" fmla="*/ 1495467 w 1910495"/>
                <a:gd name="connsiteY641" fmla="*/ 985035 h 2705303"/>
                <a:gd name="connsiteX642" fmla="*/ 1490194 w 1910495"/>
                <a:gd name="connsiteY642" fmla="*/ 985035 h 2705303"/>
                <a:gd name="connsiteX643" fmla="*/ 1490194 w 1910495"/>
                <a:gd name="connsiteY643" fmla="*/ 985035 h 2705303"/>
                <a:gd name="connsiteX644" fmla="*/ 1471238 w 1910495"/>
                <a:gd name="connsiteY644" fmla="*/ 972808 h 2705303"/>
                <a:gd name="connsiteX645" fmla="*/ 1466392 w 1910495"/>
                <a:gd name="connsiteY645" fmla="*/ 950770 h 2705303"/>
                <a:gd name="connsiteX646" fmla="*/ 1478649 w 1910495"/>
                <a:gd name="connsiteY646" fmla="*/ 931859 h 2705303"/>
                <a:gd name="connsiteX647" fmla="*/ 1500741 w 1910495"/>
                <a:gd name="connsiteY647" fmla="*/ 927025 h 2705303"/>
                <a:gd name="connsiteX648" fmla="*/ 1524542 w 1910495"/>
                <a:gd name="connsiteY648" fmla="*/ 961291 h 2705303"/>
                <a:gd name="connsiteX649" fmla="*/ 1512285 w 1910495"/>
                <a:gd name="connsiteY649" fmla="*/ 980201 h 2705303"/>
                <a:gd name="connsiteX650" fmla="*/ 1494612 w 1910495"/>
                <a:gd name="connsiteY650" fmla="*/ 985035 h 2705303"/>
                <a:gd name="connsiteX651" fmla="*/ 1491904 w 1910495"/>
                <a:gd name="connsiteY651" fmla="*/ 975651 h 2705303"/>
                <a:gd name="connsiteX652" fmla="*/ 1507154 w 1910495"/>
                <a:gd name="connsiteY652" fmla="*/ 972381 h 2705303"/>
                <a:gd name="connsiteX653" fmla="*/ 1515563 w 1910495"/>
                <a:gd name="connsiteY653" fmla="*/ 959158 h 2705303"/>
                <a:gd name="connsiteX654" fmla="*/ 1498731 w 1910495"/>
                <a:gd name="connsiteY654" fmla="*/ 935570 h 2705303"/>
                <a:gd name="connsiteX655" fmla="*/ 1483780 w 1910495"/>
                <a:gd name="connsiteY655" fmla="*/ 938826 h 2705303"/>
                <a:gd name="connsiteX656" fmla="*/ 1475371 w 1910495"/>
                <a:gd name="connsiteY656" fmla="*/ 951907 h 2705303"/>
                <a:gd name="connsiteX657" fmla="*/ 1478649 w 1910495"/>
                <a:gd name="connsiteY657" fmla="*/ 967263 h 2705303"/>
                <a:gd name="connsiteX658" fmla="*/ 1491904 w 1910495"/>
                <a:gd name="connsiteY658" fmla="*/ 975651 h 2705303"/>
                <a:gd name="connsiteX659" fmla="*/ 546261 w 1910495"/>
                <a:gd name="connsiteY659" fmla="*/ 1471865 h 2705303"/>
                <a:gd name="connsiteX660" fmla="*/ 542413 w 1910495"/>
                <a:gd name="connsiteY660" fmla="*/ 1471865 h 2705303"/>
                <a:gd name="connsiteX661" fmla="*/ 525595 w 1910495"/>
                <a:gd name="connsiteY661" fmla="*/ 1447552 h 2705303"/>
                <a:gd name="connsiteX662" fmla="*/ 534289 w 1910495"/>
                <a:gd name="connsiteY662" fmla="*/ 1434045 h 2705303"/>
                <a:gd name="connsiteX663" fmla="*/ 563507 w 1910495"/>
                <a:gd name="connsiteY663" fmla="*/ 1439306 h 2705303"/>
                <a:gd name="connsiteX664" fmla="*/ 566927 w 1910495"/>
                <a:gd name="connsiteY664" fmla="*/ 1455088 h 2705303"/>
                <a:gd name="connsiteX665" fmla="*/ 545406 w 1910495"/>
                <a:gd name="connsiteY665" fmla="*/ 1471865 h 2705303"/>
                <a:gd name="connsiteX666" fmla="*/ 546261 w 1910495"/>
                <a:gd name="connsiteY666" fmla="*/ 1439021 h 2705303"/>
                <a:gd name="connsiteX667" fmla="*/ 539563 w 1910495"/>
                <a:gd name="connsiteY667" fmla="*/ 1441154 h 2705303"/>
                <a:gd name="connsiteX668" fmla="*/ 534717 w 1910495"/>
                <a:gd name="connsiteY668" fmla="*/ 1448832 h 2705303"/>
                <a:gd name="connsiteX669" fmla="*/ 536570 w 1910495"/>
                <a:gd name="connsiteY669" fmla="*/ 1457647 h 2705303"/>
                <a:gd name="connsiteX670" fmla="*/ 544266 w 1910495"/>
                <a:gd name="connsiteY670" fmla="*/ 1462623 h 2705303"/>
                <a:gd name="connsiteX671" fmla="*/ 558437 w 1910495"/>
                <a:gd name="connsiteY671" fmla="*/ 1453382 h 2705303"/>
                <a:gd name="connsiteX672" fmla="*/ 558518 w 1910495"/>
                <a:gd name="connsiteY672" fmla="*/ 1452955 h 2705303"/>
                <a:gd name="connsiteX673" fmla="*/ 556523 w 1910495"/>
                <a:gd name="connsiteY673" fmla="*/ 1444140 h 2705303"/>
                <a:gd name="connsiteX674" fmla="*/ 548969 w 1910495"/>
                <a:gd name="connsiteY674" fmla="*/ 1439163 h 2705303"/>
                <a:gd name="connsiteX675" fmla="*/ 927226 w 1910495"/>
                <a:gd name="connsiteY675" fmla="*/ 561050 h 2705303"/>
                <a:gd name="connsiteX676" fmla="*/ 918817 w 1910495"/>
                <a:gd name="connsiteY676" fmla="*/ 561050 h 2705303"/>
                <a:gd name="connsiteX677" fmla="*/ 918817 w 1910495"/>
                <a:gd name="connsiteY677" fmla="*/ 561050 h 2705303"/>
                <a:gd name="connsiteX678" fmla="*/ 876321 w 1910495"/>
                <a:gd name="connsiteY678" fmla="*/ 510262 h 2705303"/>
                <a:gd name="connsiteX679" fmla="*/ 927226 w 1910495"/>
                <a:gd name="connsiteY679" fmla="*/ 467878 h 2705303"/>
                <a:gd name="connsiteX680" fmla="*/ 969724 w 1910495"/>
                <a:gd name="connsiteY680" fmla="*/ 518651 h 2705303"/>
                <a:gd name="connsiteX681" fmla="*/ 927226 w 1910495"/>
                <a:gd name="connsiteY681" fmla="*/ 561050 h 2705303"/>
                <a:gd name="connsiteX682" fmla="*/ 920385 w 1910495"/>
                <a:gd name="connsiteY682" fmla="*/ 551381 h 2705303"/>
                <a:gd name="connsiteX683" fmla="*/ 964193 w 1910495"/>
                <a:gd name="connsiteY683" fmla="*/ 521253 h 2705303"/>
                <a:gd name="connsiteX684" fmla="*/ 933988 w 1910495"/>
                <a:gd name="connsiteY684" fmla="*/ 477546 h 2705303"/>
                <a:gd name="connsiteX685" fmla="*/ 890180 w 1910495"/>
                <a:gd name="connsiteY685" fmla="*/ 507675 h 2705303"/>
                <a:gd name="connsiteX686" fmla="*/ 890170 w 1910495"/>
                <a:gd name="connsiteY686" fmla="*/ 507732 h 2705303"/>
                <a:gd name="connsiteX687" fmla="*/ 920385 w 1910495"/>
                <a:gd name="connsiteY687" fmla="*/ 551381 h 2705303"/>
                <a:gd name="connsiteX688" fmla="*/ 617095 w 1910495"/>
                <a:gd name="connsiteY688" fmla="*/ 1662246 h 2705303"/>
                <a:gd name="connsiteX689" fmla="*/ 610967 w 1910495"/>
                <a:gd name="connsiteY689" fmla="*/ 1662246 h 2705303"/>
                <a:gd name="connsiteX690" fmla="*/ 583887 w 1910495"/>
                <a:gd name="connsiteY690" fmla="*/ 1623289 h 2705303"/>
                <a:gd name="connsiteX691" fmla="*/ 622067 w 1910495"/>
                <a:gd name="connsiteY691" fmla="*/ 1594980 h 2705303"/>
                <a:gd name="connsiteX692" fmla="*/ 650440 w 1910495"/>
                <a:gd name="connsiteY692" fmla="*/ 1633071 h 2705303"/>
                <a:gd name="connsiteX693" fmla="*/ 636194 w 1910495"/>
                <a:gd name="connsiteY693" fmla="*/ 1655848 h 2705303"/>
                <a:gd name="connsiteX694" fmla="*/ 617095 w 1910495"/>
                <a:gd name="connsiteY694" fmla="*/ 1662246 h 2705303"/>
                <a:gd name="connsiteX695" fmla="*/ 617095 w 1910495"/>
                <a:gd name="connsiteY695" fmla="*/ 1604236 h 2705303"/>
                <a:gd name="connsiteX696" fmla="*/ 592631 w 1910495"/>
                <a:gd name="connsiteY696" fmla="*/ 1628734 h 2705303"/>
                <a:gd name="connsiteX697" fmla="*/ 597000 w 1910495"/>
                <a:gd name="connsiteY697" fmla="*/ 1642625 h 2705303"/>
                <a:gd name="connsiteX698" fmla="*/ 612820 w 1910495"/>
                <a:gd name="connsiteY698" fmla="*/ 1652720 h 2705303"/>
                <a:gd name="connsiteX699" fmla="*/ 612820 w 1910495"/>
                <a:gd name="connsiteY699" fmla="*/ 1652720 h 2705303"/>
                <a:gd name="connsiteX700" fmla="*/ 631205 w 1910495"/>
                <a:gd name="connsiteY700" fmla="*/ 1648881 h 2705303"/>
                <a:gd name="connsiteX701" fmla="*/ 641324 w 1910495"/>
                <a:gd name="connsiteY701" fmla="*/ 1633099 h 2705303"/>
                <a:gd name="connsiteX702" fmla="*/ 621514 w 1910495"/>
                <a:gd name="connsiteY702" fmla="*/ 1604663 h 2705303"/>
                <a:gd name="connsiteX703" fmla="*/ 34460 w 1910495"/>
                <a:gd name="connsiteY703" fmla="*/ 1580634 h 2705303"/>
                <a:gd name="connsiteX704" fmla="*/ 28474 w 1910495"/>
                <a:gd name="connsiteY704" fmla="*/ 1580634 h 2705303"/>
                <a:gd name="connsiteX705" fmla="*/ 28474 w 1910495"/>
                <a:gd name="connsiteY705" fmla="*/ 1580634 h 2705303"/>
                <a:gd name="connsiteX706" fmla="*/ 404 w 1910495"/>
                <a:gd name="connsiteY706" fmla="*/ 1542331 h 2705303"/>
                <a:gd name="connsiteX707" fmla="*/ 15076 w 1910495"/>
                <a:gd name="connsiteY707" fmla="*/ 1519496 h 2705303"/>
                <a:gd name="connsiteX708" fmla="*/ 61824 w 1910495"/>
                <a:gd name="connsiteY708" fmla="*/ 1528027 h 2705303"/>
                <a:gd name="connsiteX709" fmla="*/ 53235 w 1910495"/>
                <a:gd name="connsiteY709" fmla="*/ 1574705 h 2705303"/>
                <a:gd name="connsiteX710" fmla="*/ 34175 w 1910495"/>
                <a:gd name="connsiteY710" fmla="*/ 1580634 h 2705303"/>
                <a:gd name="connsiteX711" fmla="*/ 30041 w 1910495"/>
                <a:gd name="connsiteY711" fmla="*/ 1571250 h 2705303"/>
                <a:gd name="connsiteX712" fmla="*/ 58535 w 1910495"/>
                <a:gd name="connsiteY712" fmla="*/ 1551544 h 2705303"/>
                <a:gd name="connsiteX713" fmla="*/ 58546 w 1910495"/>
                <a:gd name="connsiteY713" fmla="*/ 1551487 h 2705303"/>
                <a:gd name="connsiteX714" fmla="*/ 38878 w 1910495"/>
                <a:gd name="connsiteY714" fmla="*/ 1523051 h 2705303"/>
                <a:gd name="connsiteX715" fmla="*/ 20492 w 1910495"/>
                <a:gd name="connsiteY715" fmla="*/ 1527032 h 2705303"/>
                <a:gd name="connsiteX716" fmla="*/ 14185 w 1910495"/>
                <a:gd name="connsiteY716" fmla="*/ 1561042 h 2705303"/>
                <a:gd name="connsiteX717" fmla="*/ 30041 w 1910495"/>
                <a:gd name="connsiteY717" fmla="*/ 1571250 h 2705303"/>
                <a:gd name="connsiteX718" fmla="*/ 319649 w 1910495"/>
                <a:gd name="connsiteY718" fmla="*/ 1831585 h 2705303"/>
                <a:gd name="connsiteX719" fmla="*/ 315801 w 1910495"/>
                <a:gd name="connsiteY719" fmla="*/ 1831585 h 2705303"/>
                <a:gd name="connsiteX720" fmla="*/ 315801 w 1910495"/>
                <a:gd name="connsiteY720" fmla="*/ 1831585 h 2705303"/>
                <a:gd name="connsiteX721" fmla="*/ 298841 w 1910495"/>
                <a:gd name="connsiteY721" fmla="*/ 1807129 h 2705303"/>
                <a:gd name="connsiteX722" fmla="*/ 322988 w 1910495"/>
                <a:gd name="connsiteY722" fmla="*/ 1789997 h 2705303"/>
                <a:gd name="connsiteX723" fmla="*/ 323355 w 1910495"/>
                <a:gd name="connsiteY723" fmla="*/ 1790068 h 2705303"/>
                <a:gd name="connsiteX724" fmla="*/ 340218 w 1910495"/>
                <a:gd name="connsiteY724" fmla="*/ 1814864 h 2705303"/>
                <a:gd name="connsiteX725" fmla="*/ 331621 w 1910495"/>
                <a:gd name="connsiteY725" fmla="*/ 1828172 h 2705303"/>
                <a:gd name="connsiteX726" fmla="*/ 319649 w 1910495"/>
                <a:gd name="connsiteY726" fmla="*/ 1831585 h 2705303"/>
                <a:gd name="connsiteX727" fmla="*/ 319649 w 1910495"/>
                <a:gd name="connsiteY727" fmla="*/ 1798598 h 2705303"/>
                <a:gd name="connsiteX728" fmla="*/ 312808 w 1910495"/>
                <a:gd name="connsiteY728" fmla="*/ 1800731 h 2705303"/>
                <a:gd name="connsiteX729" fmla="*/ 309642 w 1910495"/>
                <a:gd name="connsiteY729" fmla="*/ 1817125 h 2705303"/>
                <a:gd name="connsiteX730" fmla="*/ 309815 w 1910495"/>
                <a:gd name="connsiteY730" fmla="*/ 1817367 h 2705303"/>
                <a:gd name="connsiteX731" fmla="*/ 317654 w 1910495"/>
                <a:gd name="connsiteY731" fmla="*/ 1822343 h 2705303"/>
                <a:gd name="connsiteX732" fmla="*/ 317654 w 1910495"/>
                <a:gd name="connsiteY732" fmla="*/ 1822343 h 2705303"/>
                <a:gd name="connsiteX733" fmla="*/ 331771 w 1910495"/>
                <a:gd name="connsiteY733" fmla="*/ 1813385 h 2705303"/>
                <a:gd name="connsiteX734" fmla="*/ 331906 w 1910495"/>
                <a:gd name="connsiteY734" fmla="*/ 1812675 h 2705303"/>
                <a:gd name="connsiteX735" fmla="*/ 322358 w 1910495"/>
                <a:gd name="connsiteY735" fmla="*/ 1798485 h 2705303"/>
                <a:gd name="connsiteX736" fmla="*/ 322214 w 1910495"/>
                <a:gd name="connsiteY736" fmla="*/ 1798456 h 2705303"/>
                <a:gd name="connsiteX737" fmla="*/ 226011 w 1910495"/>
                <a:gd name="connsiteY737" fmla="*/ 1099491 h 2705303"/>
                <a:gd name="connsiteX738" fmla="*/ 222020 w 1910495"/>
                <a:gd name="connsiteY738" fmla="*/ 1099491 h 2705303"/>
                <a:gd name="connsiteX739" fmla="*/ 222020 w 1910495"/>
                <a:gd name="connsiteY739" fmla="*/ 1099491 h 2705303"/>
                <a:gd name="connsiteX740" fmla="*/ 204348 w 1910495"/>
                <a:gd name="connsiteY740" fmla="*/ 1073899 h 2705303"/>
                <a:gd name="connsiteX741" fmla="*/ 213469 w 1910495"/>
                <a:gd name="connsiteY741" fmla="*/ 1059681 h 2705303"/>
                <a:gd name="connsiteX742" fmla="*/ 229859 w 1910495"/>
                <a:gd name="connsiteY742" fmla="*/ 1056126 h 2705303"/>
                <a:gd name="connsiteX743" fmla="*/ 247675 w 1910495"/>
                <a:gd name="connsiteY743" fmla="*/ 1081577 h 2705303"/>
                <a:gd name="connsiteX744" fmla="*/ 238553 w 1910495"/>
                <a:gd name="connsiteY744" fmla="*/ 1095795 h 2705303"/>
                <a:gd name="connsiteX745" fmla="*/ 225869 w 1910495"/>
                <a:gd name="connsiteY745" fmla="*/ 1099491 h 2705303"/>
                <a:gd name="connsiteX746" fmla="*/ 226011 w 1910495"/>
                <a:gd name="connsiteY746" fmla="*/ 1064657 h 2705303"/>
                <a:gd name="connsiteX747" fmla="*/ 218742 w 1910495"/>
                <a:gd name="connsiteY747" fmla="*/ 1066932 h 2705303"/>
                <a:gd name="connsiteX748" fmla="*/ 213469 w 1910495"/>
                <a:gd name="connsiteY748" fmla="*/ 1075321 h 2705303"/>
                <a:gd name="connsiteX749" fmla="*/ 223873 w 1910495"/>
                <a:gd name="connsiteY749" fmla="*/ 1090250 h 2705303"/>
                <a:gd name="connsiteX750" fmla="*/ 223873 w 1910495"/>
                <a:gd name="connsiteY750" fmla="*/ 1090250 h 2705303"/>
                <a:gd name="connsiteX751" fmla="*/ 238126 w 1910495"/>
                <a:gd name="connsiteY751" fmla="*/ 1079871 h 2705303"/>
                <a:gd name="connsiteX752" fmla="*/ 235988 w 1910495"/>
                <a:gd name="connsiteY752" fmla="*/ 1070202 h 2705303"/>
                <a:gd name="connsiteX753" fmla="*/ 227721 w 1910495"/>
                <a:gd name="connsiteY753" fmla="*/ 1064941 h 270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</a:cxnLst>
              <a:rect l="l" t="t" r="r" b="b"/>
              <a:pathLst>
                <a:path w="1910495" h="2705303">
                  <a:moveTo>
                    <a:pt x="668404" y="2142109"/>
                  </a:moveTo>
                  <a:lnTo>
                    <a:pt x="589018" y="2398890"/>
                  </a:lnTo>
                  <a:lnTo>
                    <a:pt x="321787" y="2106422"/>
                  </a:lnTo>
                  <a:close/>
                  <a:moveTo>
                    <a:pt x="666979" y="2142962"/>
                  </a:moveTo>
                  <a:lnTo>
                    <a:pt x="324922" y="2107559"/>
                  </a:lnTo>
                  <a:lnTo>
                    <a:pt x="589303" y="2397041"/>
                  </a:lnTo>
                  <a:close/>
                  <a:moveTo>
                    <a:pt x="666979" y="2142962"/>
                  </a:moveTo>
                  <a:lnTo>
                    <a:pt x="666979" y="2142109"/>
                  </a:lnTo>
                  <a:lnTo>
                    <a:pt x="941479" y="2424624"/>
                  </a:lnTo>
                  <a:lnTo>
                    <a:pt x="588591" y="2398463"/>
                  </a:lnTo>
                  <a:lnTo>
                    <a:pt x="588591" y="2398463"/>
                  </a:lnTo>
                  <a:close/>
                  <a:moveTo>
                    <a:pt x="667691" y="2143958"/>
                  </a:moveTo>
                  <a:lnTo>
                    <a:pt x="589446" y="2397468"/>
                  </a:lnTo>
                  <a:lnTo>
                    <a:pt x="939341" y="2423629"/>
                  </a:lnTo>
                  <a:close/>
                  <a:moveTo>
                    <a:pt x="718572" y="1959122"/>
                  </a:moveTo>
                  <a:lnTo>
                    <a:pt x="719712" y="1959122"/>
                  </a:lnTo>
                  <a:lnTo>
                    <a:pt x="323212" y="2107417"/>
                  </a:lnTo>
                  <a:lnTo>
                    <a:pt x="323212" y="2107417"/>
                  </a:lnTo>
                  <a:lnTo>
                    <a:pt x="257366" y="1726939"/>
                  </a:lnTo>
                  <a:lnTo>
                    <a:pt x="257366" y="1726939"/>
                  </a:lnTo>
                  <a:close/>
                  <a:moveTo>
                    <a:pt x="717147" y="1959122"/>
                  </a:moveTo>
                  <a:lnTo>
                    <a:pt x="257366" y="1728361"/>
                  </a:lnTo>
                  <a:lnTo>
                    <a:pt x="322785" y="2106280"/>
                  </a:lnTo>
                  <a:close/>
                  <a:moveTo>
                    <a:pt x="719142" y="1959122"/>
                  </a:moveTo>
                  <a:lnTo>
                    <a:pt x="667834" y="2143958"/>
                  </a:lnTo>
                  <a:lnTo>
                    <a:pt x="667834" y="2143958"/>
                  </a:lnTo>
                  <a:lnTo>
                    <a:pt x="322642" y="2108412"/>
                  </a:lnTo>
                  <a:lnTo>
                    <a:pt x="320504" y="2108412"/>
                  </a:lnTo>
                  <a:close/>
                  <a:moveTo>
                    <a:pt x="717717" y="1960686"/>
                  </a:moveTo>
                  <a:lnTo>
                    <a:pt x="325065" y="2106706"/>
                  </a:lnTo>
                  <a:lnTo>
                    <a:pt x="667121" y="2141967"/>
                  </a:lnTo>
                  <a:close/>
                  <a:moveTo>
                    <a:pt x="1229946" y="2088649"/>
                  </a:moveTo>
                  <a:lnTo>
                    <a:pt x="1229946" y="2088649"/>
                  </a:lnTo>
                  <a:lnTo>
                    <a:pt x="1594521" y="2689509"/>
                  </a:lnTo>
                  <a:lnTo>
                    <a:pt x="1594521" y="2690788"/>
                  </a:lnTo>
                  <a:lnTo>
                    <a:pt x="938913" y="2425335"/>
                  </a:lnTo>
                  <a:lnTo>
                    <a:pt x="938913" y="2425335"/>
                  </a:lnTo>
                  <a:close/>
                  <a:moveTo>
                    <a:pt x="1229946" y="2089787"/>
                  </a:moveTo>
                  <a:lnTo>
                    <a:pt x="941479" y="2423629"/>
                  </a:lnTo>
                  <a:lnTo>
                    <a:pt x="1593808" y="2687802"/>
                  </a:lnTo>
                  <a:close/>
                  <a:moveTo>
                    <a:pt x="1229946" y="2088365"/>
                  </a:moveTo>
                  <a:lnTo>
                    <a:pt x="1231229" y="2088365"/>
                  </a:lnTo>
                  <a:lnTo>
                    <a:pt x="941479" y="2424340"/>
                  </a:lnTo>
                  <a:lnTo>
                    <a:pt x="941479" y="2424340"/>
                  </a:lnTo>
                  <a:lnTo>
                    <a:pt x="667406" y="2142820"/>
                  </a:lnTo>
                  <a:lnTo>
                    <a:pt x="666694" y="2142109"/>
                  </a:lnTo>
                  <a:close/>
                  <a:moveTo>
                    <a:pt x="1228806" y="2089502"/>
                  </a:moveTo>
                  <a:lnTo>
                    <a:pt x="668119" y="2143105"/>
                  </a:lnTo>
                  <a:lnTo>
                    <a:pt x="940481" y="2423629"/>
                  </a:lnTo>
                  <a:close/>
                  <a:moveTo>
                    <a:pt x="717717" y="1959122"/>
                  </a:moveTo>
                  <a:lnTo>
                    <a:pt x="717717" y="1959122"/>
                  </a:lnTo>
                  <a:lnTo>
                    <a:pt x="1230801" y="2088934"/>
                  </a:lnTo>
                  <a:lnTo>
                    <a:pt x="1233652" y="2088934"/>
                  </a:lnTo>
                  <a:lnTo>
                    <a:pt x="667121" y="2143105"/>
                  </a:lnTo>
                  <a:close/>
                  <a:moveTo>
                    <a:pt x="717717" y="1959975"/>
                  </a:moveTo>
                  <a:lnTo>
                    <a:pt x="667121" y="2142252"/>
                  </a:lnTo>
                  <a:lnTo>
                    <a:pt x="1226383" y="2088649"/>
                  </a:lnTo>
                  <a:close/>
                  <a:moveTo>
                    <a:pt x="692063" y="1471723"/>
                  </a:moveTo>
                  <a:lnTo>
                    <a:pt x="692063" y="1471723"/>
                  </a:lnTo>
                  <a:lnTo>
                    <a:pt x="718429" y="1959406"/>
                  </a:lnTo>
                  <a:lnTo>
                    <a:pt x="718429" y="1960259"/>
                  </a:lnTo>
                  <a:lnTo>
                    <a:pt x="257366" y="1727934"/>
                  </a:lnTo>
                  <a:lnTo>
                    <a:pt x="256511" y="1727934"/>
                  </a:lnTo>
                  <a:close/>
                  <a:moveTo>
                    <a:pt x="692063" y="1473003"/>
                  </a:moveTo>
                  <a:lnTo>
                    <a:pt x="258364" y="1726939"/>
                  </a:lnTo>
                  <a:lnTo>
                    <a:pt x="718144" y="1957842"/>
                  </a:lnTo>
                  <a:close/>
                  <a:moveTo>
                    <a:pt x="1231086" y="2088365"/>
                  </a:moveTo>
                  <a:lnTo>
                    <a:pt x="1232084" y="2089502"/>
                  </a:lnTo>
                  <a:lnTo>
                    <a:pt x="719000" y="1959548"/>
                  </a:lnTo>
                  <a:lnTo>
                    <a:pt x="719000" y="1959548"/>
                  </a:lnTo>
                  <a:lnTo>
                    <a:pt x="692490" y="1472292"/>
                  </a:lnTo>
                  <a:lnTo>
                    <a:pt x="692490" y="1471012"/>
                  </a:lnTo>
                  <a:close/>
                  <a:moveTo>
                    <a:pt x="1229376" y="2088365"/>
                  </a:moveTo>
                  <a:lnTo>
                    <a:pt x="693060" y="1474140"/>
                  </a:lnTo>
                  <a:lnTo>
                    <a:pt x="719142" y="1958695"/>
                  </a:lnTo>
                  <a:close/>
                  <a:moveTo>
                    <a:pt x="1768114" y="2139266"/>
                  </a:moveTo>
                  <a:lnTo>
                    <a:pt x="1768114" y="2139266"/>
                  </a:lnTo>
                  <a:lnTo>
                    <a:pt x="1595376" y="2689224"/>
                  </a:lnTo>
                  <a:lnTo>
                    <a:pt x="1595376" y="2690362"/>
                  </a:lnTo>
                  <a:lnTo>
                    <a:pt x="1230231" y="2088934"/>
                  </a:lnTo>
                  <a:lnTo>
                    <a:pt x="1230231" y="2088080"/>
                  </a:lnTo>
                  <a:close/>
                  <a:moveTo>
                    <a:pt x="1768114" y="2140261"/>
                  </a:moveTo>
                  <a:lnTo>
                    <a:pt x="1232939" y="2089502"/>
                  </a:lnTo>
                  <a:lnTo>
                    <a:pt x="1596089" y="2688087"/>
                  </a:lnTo>
                  <a:close/>
                  <a:moveTo>
                    <a:pt x="1588678" y="1449827"/>
                  </a:moveTo>
                  <a:lnTo>
                    <a:pt x="1588678" y="1449827"/>
                  </a:lnTo>
                  <a:lnTo>
                    <a:pt x="1232369" y="2089644"/>
                  </a:lnTo>
                  <a:lnTo>
                    <a:pt x="1231514" y="2090924"/>
                  </a:lnTo>
                  <a:lnTo>
                    <a:pt x="1155264" y="1195180"/>
                  </a:lnTo>
                  <a:lnTo>
                    <a:pt x="1155264" y="1194327"/>
                  </a:lnTo>
                  <a:close/>
                  <a:moveTo>
                    <a:pt x="1587822" y="1449827"/>
                  </a:moveTo>
                  <a:lnTo>
                    <a:pt x="1155264" y="1196175"/>
                  </a:lnTo>
                  <a:lnTo>
                    <a:pt x="1231229" y="2086943"/>
                  </a:lnTo>
                  <a:close/>
                  <a:moveTo>
                    <a:pt x="1587822" y="1449827"/>
                  </a:moveTo>
                  <a:lnTo>
                    <a:pt x="1587822" y="1449827"/>
                  </a:lnTo>
                  <a:lnTo>
                    <a:pt x="1853629" y="1684285"/>
                  </a:lnTo>
                  <a:lnTo>
                    <a:pt x="1853629" y="1684285"/>
                  </a:lnTo>
                  <a:lnTo>
                    <a:pt x="1230801" y="2089076"/>
                  </a:lnTo>
                  <a:lnTo>
                    <a:pt x="1229233" y="2090071"/>
                  </a:lnTo>
                  <a:close/>
                  <a:moveTo>
                    <a:pt x="1587822" y="1450822"/>
                  </a:moveTo>
                  <a:lnTo>
                    <a:pt x="1231941" y="2087085"/>
                  </a:lnTo>
                  <a:lnTo>
                    <a:pt x="1853629" y="1684285"/>
                  </a:lnTo>
                  <a:close/>
                  <a:moveTo>
                    <a:pt x="1894390" y="1064657"/>
                  </a:moveTo>
                  <a:lnTo>
                    <a:pt x="1895388" y="1063377"/>
                  </a:lnTo>
                  <a:lnTo>
                    <a:pt x="1854341" y="1684285"/>
                  </a:lnTo>
                  <a:lnTo>
                    <a:pt x="1854341" y="1685280"/>
                  </a:lnTo>
                  <a:lnTo>
                    <a:pt x="1586682" y="1450538"/>
                  </a:lnTo>
                  <a:lnTo>
                    <a:pt x="1586682" y="1450538"/>
                  </a:lnTo>
                  <a:close/>
                  <a:moveTo>
                    <a:pt x="1894390" y="1066505"/>
                  </a:moveTo>
                  <a:lnTo>
                    <a:pt x="1588535" y="1450396"/>
                  </a:lnTo>
                  <a:lnTo>
                    <a:pt x="1853629" y="1682863"/>
                  </a:lnTo>
                  <a:close/>
                  <a:moveTo>
                    <a:pt x="1894390" y="1064515"/>
                  </a:moveTo>
                  <a:lnTo>
                    <a:pt x="1895673" y="1064515"/>
                  </a:lnTo>
                  <a:lnTo>
                    <a:pt x="1587822" y="1450680"/>
                  </a:lnTo>
                  <a:lnTo>
                    <a:pt x="1587822" y="1450680"/>
                  </a:lnTo>
                  <a:lnTo>
                    <a:pt x="1154266" y="1195606"/>
                  </a:lnTo>
                  <a:lnTo>
                    <a:pt x="1153126" y="1195606"/>
                  </a:lnTo>
                  <a:close/>
                  <a:moveTo>
                    <a:pt x="1893250" y="1065652"/>
                  </a:moveTo>
                  <a:lnTo>
                    <a:pt x="1155264" y="1195464"/>
                  </a:lnTo>
                  <a:lnTo>
                    <a:pt x="1586397" y="1449258"/>
                  </a:lnTo>
                  <a:close/>
                  <a:moveTo>
                    <a:pt x="1574140" y="635837"/>
                  </a:moveTo>
                  <a:lnTo>
                    <a:pt x="1574140" y="635837"/>
                  </a:lnTo>
                  <a:lnTo>
                    <a:pt x="1894533" y="1065226"/>
                  </a:lnTo>
                  <a:lnTo>
                    <a:pt x="1894533" y="1065226"/>
                  </a:lnTo>
                  <a:lnTo>
                    <a:pt x="1155264" y="1195749"/>
                  </a:lnTo>
                  <a:lnTo>
                    <a:pt x="1153981" y="1195749"/>
                  </a:lnTo>
                  <a:close/>
                  <a:moveTo>
                    <a:pt x="1574140" y="636975"/>
                  </a:moveTo>
                  <a:lnTo>
                    <a:pt x="1155264" y="1194469"/>
                  </a:lnTo>
                  <a:lnTo>
                    <a:pt x="1892965" y="1064373"/>
                  </a:lnTo>
                  <a:close/>
                  <a:moveTo>
                    <a:pt x="616810" y="1628265"/>
                  </a:moveTo>
                  <a:lnTo>
                    <a:pt x="616810" y="1628265"/>
                  </a:lnTo>
                  <a:lnTo>
                    <a:pt x="710591" y="1881206"/>
                  </a:lnTo>
                  <a:lnTo>
                    <a:pt x="710591" y="1882059"/>
                  </a:lnTo>
                  <a:lnTo>
                    <a:pt x="317511" y="1810968"/>
                  </a:lnTo>
                  <a:close/>
                  <a:moveTo>
                    <a:pt x="616810" y="1629402"/>
                  </a:moveTo>
                  <a:lnTo>
                    <a:pt x="320932" y="1810257"/>
                  </a:lnTo>
                  <a:lnTo>
                    <a:pt x="709736" y="1880495"/>
                  </a:lnTo>
                  <a:close/>
                  <a:moveTo>
                    <a:pt x="546404" y="1450254"/>
                  </a:moveTo>
                  <a:lnTo>
                    <a:pt x="320077" y="1810826"/>
                  </a:lnTo>
                  <a:lnTo>
                    <a:pt x="320077" y="1810826"/>
                  </a:lnTo>
                  <a:lnTo>
                    <a:pt x="33462" y="1546795"/>
                  </a:lnTo>
                  <a:close/>
                  <a:moveTo>
                    <a:pt x="544408" y="1451533"/>
                  </a:moveTo>
                  <a:lnTo>
                    <a:pt x="35457" y="1547364"/>
                  </a:lnTo>
                  <a:lnTo>
                    <a:pt x="319506" y="1809831"/>
                  </a:lnTo>
                  <a:close/>
                  <a:moveTo>
                    <a:pt x="544408" y="1450680"/>
                  </a:moveTo>
                  <a:lnTo>
                    <a:pt x="544408" y="1449827"/>
                  </a:lnTo>
                  <a:lnTo>
                    <a:pt x="616525" y="1628549"/>
                  </a:lnTo>
                  <a:lnTo>
                    <a:pt x="616525" y="1628549"/>
                  </a:lnTo>
                  <a:lnTo>
                    <a:pt x="318081" y="1812248"/>
                  </a:lnTo>
                  <a:close/>
                  <a:moveTo>
                    <a:pt x="544408" y="1451960"/>
                  </a:moveTo>
                  <a:lnTo>
                    <a:pt x="321074" y="1808978"/>
                  </a:lnTo>
                  <a:lnTo>
                    <a:pt x="616383" y="1628549"/>
                  </a:lnTo>
                  <a:close/>
                  <a:moveTo>
                    <a:pt x="1032836" y="1242242"/>
                  </a:moveTo>
                  <a:lnTo>
                    <a:pt x="1032836" y="1242242"/>
                  </a:lnTo>
                  <a:lnTo>
                    <a:pt x="1694145" y="1501012"/>
                  </a:lnTo>
                  <a:lnTo>
                    <a:pt x="1007895" y="1687839"/>
                  </a:lnTo>
                  <a:lnTo>
                    <a:pt x="1007895" y="1687839"/>
                  </a:lnTo>
                  <a:close/>
                  <a:moveTo>
                    <a:pt x="1033691" y="1242953"/>
                  </a:moveTo>
                  <a:lnTo>
                    <a:pt x="1007467" y="1686702"/>
                  </a:lnTo>
                  <a:lnTo>
                    <a:pt x="1691579" y="1500159"/>
                  </a:lnTo>
                  <a:close/>
                  <a:moveTo>
                    <a:pt x="1033691" y="1241958"/>
                  </a:moveTo>
                  <a:lnTo>
                    <a:pt x="1034546" y="1241104"/>
                  </a:lnTo>
                  <a:lnTo>
                    <a:pt x="1008037" y="1687413"/>
                  </a:lnTo>
                  <a:lnTo>
                    <a:pt x="1008037" y="1687413"/>
                  </a:lnTo>
                  <a:lnTo>
                    <a:pt x="616810" y="1628549"/>
                  </a:lnTo>
                  <a:lnTo>
                    <a:pt x="615813" y="1628549"/>
                  </a:lnTo>
                  <a:close/>
                  <a:moveTo>
                    <a:pt x="1033691" y="1243522"/>
                  </a:moveTo>
                  <a:lnTo>
                    <a:pt x="618093" y="1628407"/>
                  </a:lnTo>
                  <a:lnTo>
                    <a:pt x="1007325" y="1686844"/>
                  </a:lnTo>
                  <a:close/>
                  <a:moveTo>
                    <a:pt x="1033691" y="1241815"/>
                  </a:moveTo>
                  <a:lnTo>
                    <a:pt x="1036257" y="1240678"/>
                  </a:lnTo>
                  <a:lnTo>
                    <a:pt x="616810" y="1629545"/>
                  </a:lnTo>
                  <a:lnTo>
                    <a:pt x="545549" y="1451107"/>
                  </a:lnTo>
                  <a:lnTo>
                    <a:pt x="545549" y="1451107"/>
                  </a:lnTo>
                  <a:close/>
                  <a:moveTo>
                    <a:pt x="1031411" y="1243806"/>
                  </a:moveTo>
                  <a:lnTo>
                    <a:pt x="545976" y="1451107"/>
                  </a:lnTo>
                  <a:lnTo>
                    <a:pt x="617238" y="1627838"/>
                  </a:lnTo>
                  <a:close/>
                  <a:moveTo>
                    <a:pt x="225156" y="1077454"/>
                  </a:moveTo>
                  <a:lnTo>
                    <a:pt x="225156" y="1076600"/>
                  </a:lnTo>
                  <a:lnTo>
                    <a:pt x="545121" y="1450538"/>
                  </a:lnTo>
                  <a:lnTo>
                    <a:pt x="545121" y="1451249"/>
                  </a:lnTo>
                  <a:lnTo>
                    <a:pt x="32037" y="1547790"/>
                  </a:lnTo>
                  <a:close/>
                  <a:moveTo>
                    <a:pt x="225156" y="1078449"/>
                  </a:moveTo>
                  <a:lnTo>
                    <a:pt x="35172" y="1546511"/>
                  </a:lnTo>
                  <a:lnTo>
                    <a:pt x="544408" y="1450538"/>
                  </a:lnTo>
                  <a:close/>
                  <a:moveTo>
                    <a:pt x="1573427" y="630719"/>
                  </a:moveTo>
                  <a:lnTo>
                    <a:pt x="1573427" y="628302"/>
                  </a:lnTo>
                  <a:lnTo>
                    <a:pt x="1692435" y="1500159"/>
                  </a:lnTo>
                  <a:lnTo>
                    <a:pt x="1692435" y="1504709"/>
                  </a:lnTo>
                  <a:lnTo>
                    <a:pt x="1492902" y="955746"/>
                  </a:lnTo>
                  <a:lnTo>
                    <a:pt x="1492902" y="955746"/>
                  </a:lnTo>
                  <a:close/>
                  <a:moveTo>
                    <a:pt x="1573427" y="633420"/>
                  </a:moveTo>
                  <a:lnTo>
                    <a:pt x="1494042" y="955604"/>
                  </a:lnTo>
                  <a:lnTo>
                    <a:pt x="1691152" y="1495894"/>
                  </a:lnTo>
                  <a:close/>
                  <a:moveTo>
                    <a:pt x="1284105" y="538016"/>
                  </a:moveTo>
                  <a:lnTo>
                    <a:pt x="1034546" y="1242526"/>
                  </a:lnTo>
                  <a:lnTo>
                    <a:pt x="1034546" y="1244375"/>
                  </a:lnTo>
                  <a:lnTo>
                    <a:pt x="927226" y="514130"/>
                  </a:lnTo>
                  <a:lnTo>
                    <a:pt x="927226" y="514130"/>
                  </a:lnTo>
                  <a:close/>
                  <a:moveTo>
                    <a:pt x="1282822" y="538869"/>
                  </a:moveTo>
                  <a:lnTo>
                    <a:pt x="926514" y="514698"/>
                  </a:lnTo>
                  <a:lnTo>
                    <a:pt x="1032551" y="1239825"/>
                  </a:lnTo>
                  <a:close/>
                  <a:moveTo>
                    <a:pt x="936775" y="18769"/>
                  </a:moveTo>
                  <a:lnTo>
                    <a:pt x="936775" y="17205"/>
                  </a:lnTo>
                  <a:lnTo>
                    <a:pt x="1284960" y="538158"/>
                  </a:lnTo>
                  <a:lnTo>
                    <a:pt x="1284960" y="539012"/>
                  </a:lnTo>
                  <a:lnTo>
                    <a:pt x="927226" y="514556"/>
                  </a:lnTo>
                  <a:lnTo>
                    <a:pt x="927226" y="514556"/>
                  </a:lnTo>
                  <a:close/>
                  <a:moveTo>
                    <a:pt x="937773" y="20475"/>
                  </a:moveTo>
                  <a:lnTo>
                    <a:pt x="928224" y="513703"/>
                  </a:lnTo>
                  <a:lnTo>
                    <a:pt x="1283535" y="537874"/>
                  </a:lnTo>
                  <a:close/>
                  <a:moveTo>
                    <a:pt x="1883131" y="1052714"/>
                  </a:moveTo>
                  <a:cubicBezTo>
                    <a:pt x="1886295" y="1049785"/>
                    <a:pt x="1890514" y="1048249"/>
                    <a:pt x="1894818" y="1048448"/>
                  </a:cubicBezTo>
                  <a:cubicBezTo>
                    <a:pt x="1899179" y="1048690"/>
                    <a:pt x="1903269" y="1050624"/>
                    <a:pt x="1906220" y="1053851"/>
                  </a:cubicBezTo>
                  <a:cubicBezTo>
                    <a:pt x="1908970" y="1056837"/>
                    <a:pt x="1910495" y="1060747"/>
                    <a:pt x="1910495" y="1064799"/>
                  </a:cubicBezTo>
                  <a:cubicBezTo>
                    <a:pt x="1910467" y="1069406"/>
                    <a:pt x="1908500" y="1073785"/>
                    <a:pt x="1905079" y="1076885"/>
                  </a:cubicBezTo>
                  <a:cubicBezTo>
                    <a:pt x="1898466" y="1082942"/>
                    <a:pt x="1888190" y="1082487"/>
                    <a:pt x="1882119" y="1075890"/>
                  </a:cubicBezTo>
                  <a:cubicBezTo>
                    <a:pt x="1882076" y="1075847"/>
                    <a:pt x="1882033" y="1075790"/>
                    <a:pt x="1881991" y="1075747"/>
                  </a:cubicBezTo>
                  <a:cubicBezTo>
                    <a:pt x="1879240" y="1072761"/>
                    <a:pt x="1877715" y="1068851"/>
                    <a:pt x="1877715" y="1064799"/>
                  </a:cubicBezTo>
                  <a:cubicBezTo>
                    <a:pt x="1877744" y="1060193"/>
                    <a:pt x="1879710" y="1055813"/>
                    <a:pt x="1883131" y="1052714"/>
                  </a:cubicBezTo>
                  <a:close/>
                  <a:moveTo>
                    <a:pt x="1903227" y="1056410"/>
                  </a:moveTo>
                  <a:cubicBezTo>
                    <a:pt x="1901032" y="1053979"/>
                    <a:pt x="1897953" y="1052543"/>
                    <a:pt x="1894675" y="1052429"/>
                  </a:cubicBezTo>
                  <a:cubicBezTo>
                    <a:pt x="1891369" y="1052273"/>
                    <a:pt x="1888134" y="1053453"/>
                    <a:pt x="1885696" y="1055700"/>
                  </a:cubicBezTo>
                  <a:cubicBezTo>
                    <a:pt x="1880651" y="1060321"/>
                    <a:pt x="1880323" y="1068140"/>
                    <a:pt x="1884955" y="1073174"/>
                  </a:cubicBezTo>
                  <a:cubicBezTo>
                    <a:pt x="1887164" y="1075591"/>
                    <a:pt x="1890257" y="1077027"/>
                    <a:pt x="1893535" y="1077169"/>
                  </a:cubicBezTo>
                  <a:cubicBezTo>
                    <a:pt x="1896842" y="1077297"/>
                    <a:pt x="1900077" y="1076131"/>
                    <a:pt x="1902514" y="1073899"/>
                  </a:cubicBezTo>
                  <a:cubicBezTo>
                    <a:pt x="1907360" y="1069065"/>
                    <a:pt x="1907360" y="1061245"/>
                    <a:pt x="1902514" y="1056410"/>
                  </a:cubicBezTo>
                  <a:close/>
                  <a:moveTo>
                    <a:pt x="1842939" y="1671915"/>
                  </a:moveTo>
                  <a:cubicBezTo>
                    <a:pt x="1849524" y="1665829"/>
                    <a:pt x="1859800" y="1666213"/>
                    <a:pt x="1865900" y="1672768"/>
                  </a:cubicBezTo>
                  <a:cubicBezTo>
                    <a:pt x="1865943" y="1672810"/>
                    <a:pt x="1865985" y="1672867"/>
                    <a:pt x="1866028" y="1672910"/>
                  </a:cubicBezTo>
                  <a:cubicBezTo>
                    <a:pt x="1872128" y="1679578"/>
                    <a:pt x="1871644" y="1689929"/>
                    <a:pt x="1864959" y="1696014"/>
                  </a:cubicBezTo>
                  <a:cubicBezTo>
                    <a:pt x="1858275" y="1702100"/>
                    <a:pt x="1847899" y="1701616"/>
                    <a:pt x="1841799" y="1694948"/>
                  </a:cubicBezTo>
                  <a:cubicBezTo>
                    <a:pt x="1839077" y="1691891"/>
                    <a:pt x="1837552" y="1687953"/>
                    <a:pt x="1837523" y="1683858"/>
                  </a:cubicBezTo>
                  <a:cubicBezTo>
                    <a:pt x="1837523" y="1679280"/>
                    <a:pt x="1839504" y="1674929"/>
                    <a:pt x="1842939" y="1671915"/>
                  </a:cubicBezTo>
                  <a:close/>
                  <a:moveTo>
                    <a:pt x="1863035" y="1675611"/>
                  </a:moveTo>
                  <a:cubicBezTo>
                    <a:pt x="1858446" y="1670550"/>
                    <a:pt x="1850593" y="1670152"/>
                    <a:pt x="1845519" y="1674744"/>
                  </a:cubicBezTo>
                  <a:cubicBezTo>
                    <a:pt x="1845519" y="1674744"/>
                    <a:pt x="1845505" y="1674758"/>
                    <a:pt x="1845505" y="1674758"/>
                  </a:cubicBezTo>
                  <a:cubicBezTo>
                    <a:pt x="1840645" y="1679450"/>
                    <a:pt x="1840260" y="1687100"/>
                    <a:pt x="1844649" y="1692247"/>
                  </a:cubicBezTo>
                  <a:cubicBezTo>
                    <a:pt x="1849282" y="1697237"/>
                    <a:pt x="1857078" y="1697621"/>
                    <a:pt x="1862180" y="1693100"/>
                  </a:cubicBezTo>
                  <a:cubicBezTo>
                    <a:pt x="1867254" y="1688621"/>
                    <a:pt x="1867724" y="1680901"/>
                    <a:pt x="1863249" y="1675839"/>
                  </a:cubicBezTo>
                  <a:cubicBezTo>
                    <a:pt x="1863178" y="1675768"/>
                    <a:pt x="1863106" y="1675683"/>
                    <a:pt x="1863035" y="1675611"/>
                  </a:cubicBezTo>
                  <a:close/>
                  <a:moveTo>
                    <a:pt x="921383" y="2403155"/>
                  </a:moveTo>
                  <a:cubicBezTo>
                    <a:pt x="926773" y="2397965"/>
                    <a:pt x="933992" y="2395107"/>
                    <a:pt x="941479" y="2395193"/>
                  </a:cubicBezTo>
                  <a:cubicBezTo>
                    <a:pt x="948991" y="2395434"/>
                    <a:pt x="956063" y="2398790"/>
                    <a:pt x="961004" y="2404434"/>
                  </a:cubicBezTo>
                  <a:cubicBezTo>
                    <a:pt x="965829" y="2409610"/>
                    <a:pt x="968481" y="2416421"/>
                    <a:pt x="968416" y="2423487"/>
                  </a:cubicBezTo>
                  <a:cubicBezTo>
                    <a:pt x="968206" y="2439184"/>
                    <a:pt x="955274" y="2451753"/>
                    <a:pt x="939533" y="2451539"/>
                  </a:cubicBezTo>
                  <a:cubicBezTo>
                    <a:pt x="931778" y="2451440"/>
                    <a:pt x="924402" y="2448184"/>
                    <a:pt x="919102" y="2442539"/>
                  </a:cubicBezTo>
                  <a:cubicBezTo>
                    <a:pt x="914351" y="2437321"/>
                    <a:pt x="911710" y="2430539"/>
                    <a:pt x="911691" y="2423487"/>
                  </a:cubicBezTo>
                  <a:cubicBezTo>
                    <a:pt x="911981" y="2415667"/>
                    <a:pt x="915487" y="2408316"/>
                    <a:pt x="921383" y="2403155"/>
                  </a:cubicBezTo>
                  <a:close/>
                  <a:moveTo>
                    <a:pt x="958581" y="2407562"/>
                  </a:moveTo>
                  <a:cubicBezTo>
                    <a:pt x="954213" y="2402785"/>
                    <a:pt x="948099" y="2399970"/>
                    <a:pt x="941621" y="2399743"/>
                  </a:cubicBezTo>
                  <a:cubicBezTo>
                    <a:pt x="935166" y="2399344"/>
                    <a:pt x="928831" y="2401605"/>
                    <a:pt x="924091" y="2405999"/>
                  </a:cubicBezTo>
                  <a:cubicBezTo>
                    <a:pt x="919006" y="2410634"/>
                    <a:pt x="916110" y="2417188"/>
                    <a:pt x="916110" y="2424056"/>
                  </a:cubicBezTo>
                  <a:cubicBezTo>
                    <a:pt x="916089" y="2430127"/>
                    <a:pt x="918381" y="2435971"/>
                    <a:pt x="922523" y="2440406"/>
                  </a:cubicBezTo>
                  <a:cubicBezTo>
                    <a:pt x="931615" y="2450345"/>
                    <a:pt x="947056" y="2451042"/>
                    <a:pt x="957014" y="2441971"/>
                  </a:cubicBezTo>
                  <a:cubicBezTo>
                    <a:pt x="966970" y="2432899"/>
                    <a:pt x="967673" y="2417501"/>
                    <a:pt x="958581" y="2407562"/>
                  </a:cubicBezTo>
                  <a:close/>
                  <a:moveTo>
                    <a:pt x="1202867" y="2062630"/>
                  </a:moveTo>
                  <a:cubicBezTo>
                    <a:pt x="1216956" y="2049834"/>
                    <a:pt x="1238780" y="2050843"/>
                    <a:pt x="1251610" y="2064905"/>
                  </a:cubicBezTo>
                  <a:cubicBezTo>
                    <a:pt x="1264440" y="2078967"/>
                    <a:pt x="1263419" y="2100734"/>
                    <a:pt x="1249329" y="2113531"/>
                  </a:cubicBezTo>
                  <a:cubicBezTo>
                    <a:pt x="1235239" y="2126327"/>
                    <a:pt x="1213416" y="2125318"/>
                    <a:pt x="1200586" y="2111256"/>
                  </a:cubicBezTo>
                  <a:cubicBezTo>
                    <a:pt x="1187756" y="2097194"/>
                    <a:pt x="1188777" y="2075426"/>
                    <a:pt x="1202867" y="2062630"/>
                  </a:cubicBezTo>
                  <a:close/>
                  <a:moveTo>
                    <a:pt x="1248617" y="2067606"/>
                  </a:moveTo>
                  <a:cubicBezTo>
                    <a:pt x="1237302" y="2055407"/>
                    <a:pt x="1218263" y="2054511"/>
                    <a:pt x="1205860" y="2065616"/>
                  </a:cubicBezTo>
                  <a:cubicBezTo>
                    <a:pt x="1192917" y="2076365"/>
                    <a:pt x="1191164" y="2095559"/>
                    <a:pt x="1201944" y="2108469"/>
                  </a:cubicBezTo>
                  <a:cubicBezTo>
                    <a:pt x="1212725" y="2121379"/>
                    <a:pt x="1231957" y="2123128"/>
                    <a:pt x="1244900" y="2112379"/>
                  </a:cubicBezTo>
                  <a:cubicBezTo>
                    <a:pt x="1245493" y="2111882"/>
                    <a:pt x="1246067" y="2111370"/>
                    <a:pt x="1246621" y="2110829"/>
                  </a:cubicBezTo>
                  <a:cubicBezTo>
                    <a:pt x="1253032" y="2105057"/>
                    <a:pt x="1256662" y="2096839"/>
                    <a:pt x="1256598" y="2088223"/>
                  </a:cubicBezTo>
                  <a:cubicBezTo>
                    <a:pt x="1256548" y="2080772"/>
                    <a:pt x="1253700" y="2073620"/>
                    <a:pt x="1248617" y="2068175"/>
                  </a:cubicBezTo>
                  <a:close/>
                  <a:moveTo>
                    <a:pt x="1214126" y="2075142"/>
                  </a:moveTo>
                  <a:cubicBezTo>
                    <a:pt x="1221191" y="2068545"/>
                    <a:pt x="1232285" y="2068900"/>
                    <a:pt x="1238905" y="2075952"/>
                  </a:cubicBezTo>
                  <a:cubicBezTo>
                    <a:pt x="1239008" y="2076052"/>
                    <a:pt x="1239109" y="2076165"/>
                    <a:pt x="1239210" y="2076279"/>
                  </a:cubicBezTo>
                  <a:cubicBezTo>
                    <a:pt x="1242118" y="2079535"/>
                    <a:pt x="1243740" y="2083730"/>
                    <a:pt x="1243771" y="2088080"/>
                  </a:cubicBezTo>
                  <a:cubicBezTo>
                    <a:pt x="1243784" y="2093071"/>
                    <a:pt x="1241657" y="2097834"/>
                    <a:pt x="1237927" y="2101161"/>
                  </a:cubicBezTo>
                  <a:cubicBezTo>
                    <a:pt x="1234530" y="2104389"/>
                    <a:pt x="1229925" y="2106038"/>
                    <a:pt x="1225243" y="2105711"/>
                  </a:cubicBezTo>
                  <a:cubicBezTo>
                    <a:pt x="1220544" y="2105597"/>
                    <a:pt x="1216104" y="2103536"/>
                    <a:pt x="1212986" y="2100024"/>
                  </a:cubicBezTo>
                  <a:cubicBezTo>
                    <a:pt x="1210021" y="2096753"/>
                    <a:pt x="1208395" y="2092488"/>
                    <a:pt x="1208425" y="2088080"/>
                  </a:cubicBezTo>
                  <a:cubicBezTo>
                    <a:pt x="1208398" y="2083161"/>
                    <a:pt x="1210470" y="2078455"/>
                    <a:pt x="1214126" y="2075142"/>
                  </a:cubicBezTo>
                  <a:close/>
                  <a:moveTo>
                    <a:pt x="1236217" y="2078839"/>
                  </a:moveTo>
                  <a:cubicBezTo>
                    <a:pt x="1233770" y="2076137"/>
                    <a:pt x="1230321" y="2074545"/>
                    <a:pt x="1226668" y="2074431"/>
                  </a:cubicBezTo>
                  <a:cubicBezTo>
                    <a:pt x="1223056" y="2074331"/>
                    <a:pt x="1219542" y="2075597"/>
                    <a:pt x="1216834" y="2077985"/>
                  </a:cubicBezTo>
                  <a:cubicBezTo>
                    <a:pt x="1211474" y="2083175"/>
                    <a:pt x="1211039" y="2091606"/>
                    <a:pt x="1215836" y="2097322"/>
                  </a:cubicBezTo>
                  <a:cubicBezTo>
                    <a:pt x="1218248" y="2100095"/>
                    <a:pt x="1221707" y="2101744"/>
                    <a:pt x="1225385" y="2101872"/>
                  </a:cubicBezTo>
                  <a:cubicBezTo>
                    <a:pt x="1233257" y="2101872"/>
                    <a:pt x="1239638" y="2095502"/>
                    <a:pt x="1239638" y="2087654"/>
                  </a:cubicBezTo>
                  <a:cubicBezTo>
                    <a:pt x="1239538" y="2084412"/>
                    <a:pt x="1238332" y="2081298"/>
                    <a:pt x="1236217" y="2078839"/>
                  </a:cubicBezTo>
                  <a:close/>
                  <a:moveTo>
                    <a:pt x="1749301" y="2119787"/>
                  </a:moveTo>
                  <a:cubicBezTo>
                    <a:pt x="1760204" y="2109806"/>
                    <a:pt x="1777165" y="2110545"/>
                    <a:pt x="1787156" y="2121436"/>
                  </a:cubicBezTo>
                  <a:cubicBezTo>
                    <a:pt x="1787170" y="2121450"/>
                    <a:pt x="1787198" y="2121479"/>
                    <a:pt x="1787213" y="2121493"/>
                  </a:cubicBezTo>
                  <a:cubicBezTo>
                    <a:pt x="1791674" y="2126455"/>
                    <a:pt x="1794154" y="2132882"/>
                    <a:pt x="1794196" y="2139550"/>
                  </a:cubicBezTo>
                  <a:cubicBezTo>
                    <a:pt x="1794154" y="2154309"/>
                    <a:pt x="1782110" y="2166238"/>
                    <a:pt x="1767316" y="2166195"/>
                  </a:cubicBezTo>
                  <a:cubicBezTo>
                    <a:pt x="1759805" y="2166181"/>
                    <a:pt x="1752651" y="2163010"/>
                    <a:pt x="1747591" y="2157465"/>
                  </a:cubicBezTo>
                  <a:cubicBezTo>
                    <a:pt x="1743059" y="2152602"/>
                    <a:pt x="1740565" y="2146190"/>
                    <a:pt x="1740607" y="2139550"/>
                  </a:cubicBezTo>
                  <a:cubicBezTo>
                    <a:pt x="1740607" y="2132043"/>
                    <a:pt x="1743757" y="2124877"/>
                    <a:pt x="1749301" y="2119787"/>
                  </a:cubicBezTo>
                  <a:close/>
                  <a:moveTo>
                    <a:pt x="1784220" y="2124195"/>
                  </a:moveTo>
                  <a:cubicBezTo>
                    <a:pt x="1780172" y="2119687"/>
                    <a:pt x="1774457" y="2117029"/>
                    <a:pt x="1768399" y="2116801"/>
                  </a:cubicBezTo>
                  <a:cubicBezTo>
                    <a:pt x="1762385" y="2116503"/>
                    <a:pt x="1756485" y="2118607"/>
                    <a:pt x="1752009" y="2122631"/>
                  </a:cubicBezTo>
                  <a:cubicBezTo>
                    <a:pt x="1747306" y="2127010"/>
                    <a:pt x="1744627" y="2133138"/>
                    <a:pt x="1744598" y="2139550"/>
                  </a:cubicBezTo>
                  <a:cubicBezTo>
                    <a:pt x="1744598" y="2152119"/>
                    <a:pt x="1754803" y="2162299"/>
                    <a:pt x="1767388" y="2162313"/>
                  </a:cubicBezTo>
                  <a:cubicBezTo>
                    <a:pt x="1779987" y="2162313"/>
                    <a:pt x="1790206" y="2152133"/>
                    <a:pt x="1790206" y="2139564"/>
                  </a:cubicBezTo>
                  <a:cubicBezTo>
                    <a:pt x="1790206" y="2133877"/>
                    <a:pt x="1788068" y="2128389"/>
                    <a:pt x="1784220" y="2124195"/>
                  </a:cubicBezTo>
                  <a:close/>
                  <a:moveTo>
                    <a:pt x="706315" y="1945472"/>
                  </a:moveTo>
                  <a:cubicBezTo>
                    <a:pt x="713705" y="1938633"/>
                    <a:pt x="725248" y="1939074"/>
                    <a:pt x="732096" y="1946453"/>
                  </a:cubicBezTo>
                  <a:cubicBezTo>
                    <a:pt x="735259" y="1949851"/>
                    <a:pt x="736997" y="1954330"/>
                    <a:pt x="736958" y="1958980"/>
                  </a:cubicBezTo>
                  <a:cubicBezTo>
                    <a:pt x="737193" y="1964368"/>
                    <a:pt x="734998" y="1969586"/>
                    <a:pt x="730972" y="1973198"/>
                  </a:cubicBezTo>
                  <a:cubicBezTo>
                    <a:pt x="727401" y="1976454"/>
                    <a:pt x="722695" y="1978188"/>
                    <a:pt x="717859" y="1978032"/>
                  </a:cubicBezTo>
                  <a:cubicBezTo>
                    <a:pt x="713014" y="1977762"/>
                    <a:pt x="708464" y="1975615"/>
                    <a:pt x="705175" y="1972060"/>
                  </a:cubicBezTo>
                  <a:cubicBezTo>
                    <a:pt x="702068" y="1968691"/>
                    <a:pt x="700339" y="1964269"/>
                    <a:pt x="700329" y="1959690"/>
                  </a:cubicBezTo>
                  <a:cubicBezTo>
                    <a:pt x="700209" y="1954316"/>
                    <a:pt x="702386" y="1949155"/>
                    <a:pt x="706315" y="1945472"/>
                  </a:cubicBezTo>
                  <a:close/>
                  <a:moveTo>
                    <a:pt x="729261" y="1949311"/>
                  </a:moveTo>
                  <a:cubicBezTo>
                    <a:pt x="724056" y="1943425"/>
                    <a:pt x="715050" y="1942856"/>
                    <a:pt x="709146" y="1948046"/>
                  </a:cubicBezTo>
                  <a:cubicBezTo>
                    <a:pt x="706006" y="1950804"/>
                    <a:pt x="704241" y="1954799"/>
                    <a:pt x="704320" y="1958980"/>
                  </a:cubicBezTo>
                  <a:cubicBezTo>
                    <a:pt x="704294" y="1962548"/>
                    <a:pt x="705617" y="1966003"/>
                    <a:pt x="708025" y="1968648"/>
                  </a:cubicBezTo>
                  <a:cubicBezTo>
                    <a:pt x="710585" y="1971477"/>
                    <a:pt x="714179" y="1973169"/>
                    <a:pt x="718002" y="1973340"/>
                  </a:cubicBezTo>
                  <a:cubicBezTo>
                    <a:pt x="721827" y="1973553"/>
                    <a:pt x="725577" y="1972217"/>
                    <a:pt x="728406" y="1969643"/>
                  </a:cubicBezTo>
                  <a:cubicBezTo>
                    <a:pt x="731429" y="1966927"/>
                    <a:pt x="733141" y="1963046"/>
                    <a:pt x="733109" y="1958980"/>
                  </a:cubicBezTo>
                  <a:cubicBezTo>
                    <a:pt x="733097" y="1955382"/>
                    <a:pt x="731723" y="1951927"/>
                    <a:pt x="729261" y="1949311"/>
                  </a:cubicBezTo>
                  <a:close/>
                  <a:moveTo>
                    <a:pt x="710876" y="1950449"/>
                  </a:moveTo>
                  <a:cubicBezTo>
                    <a:pt x="713188" y="1948415"/>
                    <a:pt x="716200" y="1947335"/>
                    <a:pt x="719285" y="1947463"/>
                  </a:cubicBezTo>
                  <a:cubicBezTo>
                    <a:pt x="725651" y="1947804"/>
                    <a:pt x="730540" y="1953221"/>
                    <a:pt x="730202" y="1959577"/>
                  </a:cubicBezTo>
                  <a:cubicBezTo>
                    <a:pt x="730039" y="1962619"/>
                    <a:pt x="728677" y="1965463"/>
                    <a:pt x="726411" y="1967510"/>
                  </a:cubicBezTo>
                  <a:cubicBezTo>
                    <a:pt x="724193" y="1969615"/>
                    <a:pt x="721197" y="1970695"/>
                    <a:pt x="718144" y="1970496"/>
                  </a:cubicBezTo>
                  <a:cubicBezTo>
                    <a:pt x="715103" y="1970354"/>
                    <a:pt x="712240" y="1969017"/>
                    <a:pt x="710163" y="1966799"/>
                  </a:cubicBezTo>
                  <a:cubicBezTo>
                    <a:pt x="708192" y="1964681"/>
                    <a:pt x="707120" y="1961880"/>
                    <a:pt x="707170" y="1958980"/>
                  </a:cubicBezTo>
                  <a:cubicBezTo>
                    <a:pt x="707246" y="1955766"/>
                    <a:pt x="708575" y="1952709"/>
                    <a:pt x="710876" y="1950449"/>
                  </a:cubicBezTo>
                  <a:close/>
                  <a:moveTo>
                    <a:pt x="724273" y="1953861"/>
                  </a:moveTo>
                  <a:cubicBezTo>
                    <a:pt x="722899" y="1952396"/>
                    <a:pt x="721006" y="1951529"/>
                    <a:pt x="719000" y="1951444"/>
                  </a:cubicBezTo>
                  <a:cubicBezTo>
                    <a:pt x="716994" y="1951316"/>
                    <a:pt x="715028" y="1952041"/>
                    <a:pt x="713584" y="1953434"/>
                  </a:cubicBezTo>
                  <a:cubicBezTo>
                    <a:pt x="710501" y="1956349"/>
                    <a:pt x="710374" y="1961212"/>
                    <a:pt x="713302" y="1964283"/>
                  </a:cubicBezTo>
                  <a:cubicBezTo>
                    <a:pt x="714613" y="1965662"/>
                    <a:pt x="716389" y="1966515"/>
                    <a:pt x="718287" y="1966657"/>
                  </a:cubicBezTo>
                  <a:cubicBezTo>
                    <a:pt x="720318" y="1966671"/>
                    <a:pt x="722289" y="1965975"/>
                    <a:pt x="723845" y="1964667"/>
                  </a:cubicBezTo>
                  <a:cubicBezTo>
                    <a:pt x="726816" y="1961681"/>
                    <a:pt x="726816" y="1956847"/>
                    <a:pt x="723845" y="1953861"/>
                  </a:cubicBezTo>
                  <a:close/>
                  <a:moveTo>
                    <a:pt x="1554329" y="1414139"/>
                  </a:moveTo>
                  <a:cubicBezTo>
                    <a:pt x="1574012" y="1396381"/>
                    <a:pt x="1604355" y="1397774"/>
                    <a:pt x="1622313" y="1417267"/>
                  </a:cubicBezTo>
                  <a:cubicBezTo>
                    <a:pt x="1630408" y="1426083"/>
                    <a:pt x="1634884" y="1437599"/>
                    <a:pt x="1634855" y="1449543"/>
                  </a:cubicBezTo>
                  <a:cubicBezTo>
                    <a:pt x="1634812" y="1476088"/>
                    <a:pt x="1613206" y="1497558"/>
                    <a:pt x="1586597" y="1497515"/>
                  </a:cubicBezTo>
                  <a:cubicBezTo>
                    <a:pt x="1573142" y="1497501"/>
                    <a:pt x="1560301" y="1491856"/>
                    <a:pt x="1551194" y="1481960"/>
                  </a:cubicBezTo>
                  <a:cubicBezTo>
                    <a:pt x="1543098" y="1473145"/>
                    <a:pt x="1538623" y="1461628"/>
                    <a:pt x="1538652" y="1449685"/>
                  </a:cubicBezTo>
                  <a:cubicBezTo>
                    <a:pt x="1538652" y="1436163"/>
                    <a:pt x="1544339" y="1423268"/>
                    <a:pt x="1554329" y="1414139"/>
                  </a:cubicBezTo>
                  <a:close/>
                  <a:moveTo>
                    <a:pt x="1619463" y="1419969"/>
                  </a:moveTo>
                  <a:cubicBezTo>
                    <a:pt x="1603072" y="1401827"/>
                    <a:pt x="1575038" y="1400376"/>
                    <a:pt x="1556866" y="1416727"/>
                  </a:cubicBezTo>
                  <a:cubicBezTo>
                    <a:pt x="1538680" y="1433078"/>
                    <a:pt x="1537227" y="1461045"/>
                    <a:pt x="1553617" y="1479188"/>
                  </a:cubicBezTo>
                  <a:cubicBezTo>
                    <a:pt x="1570007" y="1497316"/>
                    <a:pt x="1598041" y="1498766"/>
                    <a:pt x="1616213" y="1482415"/>
                  </a:cubicBezTo>
                  <a:cubicBezTo>
                    <a:pt x="1625548" y="1474026"/>
                    <a:pt x="1630879" y="1462083"/>
                    <a:pt x="1630864" y="1449543"/>
                  </a:cubicBezTo>
                  <a:cubicBezTo>
                    <a:pt x="1630879" y="1438751"/>
                    <a:pt x="1626917" y="1428329"/>
                    <a:pt x="1619748" y="1420253"/>
                  </a:cubicBezTo>
                  <a:close/>
                  <a:moveTo>
                    <a:pt x="1563878" y="1424661"/>
                  </a:moveTo>
                  <a:cubicBezTo>
                    <a:pt x="1577418" y="1411865"/>
                    <a:pt x="1598797" y="1412433"/>
                    <a:pt x="1611624" y="1425941"/>
                  </a:cubicBezTo>
                  <a:cubicBezTo>
                    <a:pt x="1617681" y="1432310"/>
                    <a:pt x="1621002" y="1440770"/>
                    <a:pt x="1620888" y="1449543"/>
                  </a:cubicBezTo>
                  <a:cubicBezTo>
                    <a:pt x="1620831" y="1468225"/>
                    <a:pt x="1605609" y="1483339"/>
                    <a:pt x="1586882" y="1483297"/>
                  </a:cubicBezTo>
                  <a:cubicBezTo>
                    <a:pt x="1568140" y="1483240"/>
                    <a:pt x="1552990" y="1468055"/>
                    <a:pt x="1553047" y="1449358"/>
                  </a:cubicBezTo>
                  <a:cubicBezTo>
                    <a:pt x="1553075" y="1439988"/>
                    <a:pt x="1556994" y="1431045"/>
                    <a:pt x="1563878" y="1424661"/>
                  </a:cubicBezTo>
                  <a:close/>
                  <a:moveTo>
                    <a:pt x="1608916" y="1429495"/>
                  </a:moveTo>
                  <a:cubicBezTo>
                    <a:pt x="1597756" y="1417324"/>
                    <a:pt x="1578829" y="1416471"/>
                    <a:pt x="1566629" y="1427604"/>
                  </a:cubicBezTo>
                  <a:cubicBezTo>
                    <a:pt x="1554429" y="1438723"/>
                    <a:pt x="1553588" y="1457619"/>
                    <a:pt x="1564734" y="1469789"/>
                  </a:cubicBezTo>
                  <a:cubicBezTo>
                    <a:pt x="1575893" y="1481960"/>
                    <a:pt x="1594820" y="1482799"/>
                    <a:pt x="1607020" y="1471680"/>
                  </a:cubicBezTo>
                  <a:cubicBezTo>
                    <a:pt x="1613249" y="1465993"/>
                    <a:pt x="1616783" y="1457960"/>
                    <a:pt x="1616755" y="1449543"/>
                  </a:cubicBezTo>
                  <a:cubicBezTo>
                    <a:pt x="1616740" y="1442263"/>
                    <a:pt x="1614047" y="1435225"/>
                    <a:pt x="1609201" y="1429780"/>
                  </a:cubicBezTo>
                  <a:close/>
                  <a:moveTo>
                    <a:pt x="646883" y="2119787"/>
                  </a:moveTo>
                  <a:cubicBezTo>
                    <a:pt x="659489" y="2108356"/>
                    <a:pt x="678989" y="2109251"/>
                    <a:pt x="690495" y="2121778"/>
                  </a:cubicBezTo>
                  <a:cubicBezTo>
                    <a:pt x="701991" y="2134275"/>
                    <a:pt x="701154" y="2153697"/>
                    <a:pt x="688626" y="2165171"/>
                  </a:cubicBezTo>
                  <a:cubicBezTo>
                    <a:pt x="688584" y="2165214"/>
                    <a:pt x="688542" y="2165242"/>
                    <a:pt x="688500" y="2165285"/>
                  </a:cubicBezTo>
                  <a:cubicBezTo>
                    <a:pt x="675208" y="2175991"/>
                    <a:pt x="655736" y="2173915"/>
                    <a:pt x="645009" y="2160650"/>
                  </a:cubicBezTo>
                  <a:cubicBezTo>
                    <a:pt x="635190" y="2148522"/>
                    <a:pt x="635994" y="2130977"/>
                    <a:pt x="646883" y="2119787"/>
                  </a:cubicBezTo>
                  <a:close/>
                  <a:moveTo>
                    <a:pt x="687644" y="2124337"/>
                  </a:moveTo>
                  <a:cubicBezTo>
                    <a:pt x="677608" y="2113389"/>
                    <a:pt x="660572" y="2112621"/>
                    <a:pt x="649591" y="2122631"/>
                  </a:cubicBezTo>
                  <a:cubicBezTo>
                    <a:pt x="644005" y="2127763"/>
                    <a:pt x="640806" y="2134972"/>
                    <a:pt x="640754" y="2142536"/>
                  </a:cubicBezTo>
                  <a:cubicBezTo>
                    <a:pt x="640778" y="2149233"/>
                    <a:pt x="643321" y="2155674"/>
                    <a:pt x="647880" y="2160593"/>
                  </a:cubicBezTo>
                  <a:cubicBezTo>
                    <a:pt x="657846" y="2171513"/>
                    <a:pt x="674793" y="2172295"/>
                    <a:pt x="685732" y="2162356"/>
                  </a:cubicBezTo>
                  <a:cubicBezTo>
                    <a:pt x="685752" y="2162342"/>
                    <a:pt x="685772" y="2162313"/>
                    <a:pt x="685792" y="2162299"/>
                  </a:cubicBezTo>
                  <a:cubicBezTo>
                    <a:pt x="691399" y="2157252"/>
                    <a:pt x="694607" y="2150072"/>
                    <a:pt x="694628" y="2142536"/>
                  </a:cubicBezTo>
                  <a:cubicBezTo>
                    <a:pt x="694440" y="2136067"/>
                    <a:pt x="691967" y="2129868"/>
                    <a:pt x="687644" y="2125048"/>
                  </a:cubicBezTo>
                  <a:close/>
                  <a:moveTo>
                    <a:pt x="656574" y="2130308"/>
                  </a:moveTo>
                  <a:cubicBezTo>
                    <a:pt x="663260" y="2124223"/>
                    <a:pt x="673627" y="2124692"/>
                    <a:pt x="679730" y="2131361"/>
                  </a:cubicBezTo>
                  <a:cubicBezTo>
                    <a:pt x="679754" y="2131389"/>
                    <a:pt x="679780" y="2131417"/>
                    <a:pt x="679806" y="2131446"/>
                  </a:cubicBezTo>
                  <a:cubicBezTo>
                    <a:pt x="682650" y="2134446"/>
                    <a:pt x="684232" y="2138413"/>
                    <a:pt x="684224" y="2142536"/>
                  </a:cubicBezTo>
                  <a:cubicBezTo>
                    <a:pt x="684190" y="2147143"/>
                    <a:pt x="682226" y="2151522"/>
                    <a:pt x="678808" y="2154621"/>
                  </a:cubicBezTo>
                  <a:cubicBezTo>
                    <a:pt x="672122" y="2160707"/>
                    <a:pt x="661755" y="2160238"/>
                    <a:pt x="655652" y="2153569"/>
                  </a:cubicBezTo>
                  <a:cubicBezTo>
                    <a:pt x="655628" y="2153541"/>
                    <a:pt x="655602" y="2153512"/>
                    <a:pt x="655577" y="2153484"/>
                  </a:cubicBezTo>
                  <a:cubicBezTo>
                    <a:pt x="652792" y="2150527"/>
                    <a:pt x="651261" y="2146602"/>
                    <a:pt x="651301" y="2142536"/>
                  </a:cubicBezTo>
                  <a:cubicBezTo>
                    <a:pt x="651221" y="2137929"/>
                    <a:pt x="653083" y="2133493"/>
                    <a:pt x="656432" y="2130308"/>
                  </a:cubicBezTo>
                  <a:close/>
                  <a:moveTo>
                    <a:pt x="676955" y="2134005"/>
                  </a:moveTo>
                  <a:cubicBezTo>
                    <a:pt x="672151" y="2129142"/>
                    <a:pt x="664301" y="2129071"/>
                    <a:pt x="659421" y="2133863"/>
                  </a:cubicBezTo>
                  <a:cubicBezTo>
                    <a:pt x="659374" y="2133920"/>
                    <a:pt x="659328" y="2133962"/>
                    <a:pt x="659282" y="2134005"/>
                  </a:cubicBezTo>
                  <a:cubicBezTo>
                    <a:pt x="654330" y="2138711"/>
                    <a:pt x="653953" y="2146474"/>
                    <a:pt x="658427" y="2151636"/>
                  </a:cubicBezTo>
                  <a:cubicBezTo>
                    <a:pt x="663079" y="2156726"/>
                    <a:pt x="670978" y="2157110"/>
                    <a:pt x="676100" y="2152489"/>
                  </a:cubicBezTo>
                  <a:cubicBezTo>
                    <a:pt x="678735" y="2150143"/>
                    <a:pt x="680239" y="2146773"/>
                    <a:pt x="680233" y="2143247"/>
                  </a:cubicBezTo>
                  <a:cubicBezTo>
                    <a:pt x="680414" y="2139849"/>
                    <a:pt x="679234" y="2136536"/>
                    <a:pt x="676955" y="2134005"/>
                  </a:cubicBezTo>
                  <a:close/>
                  <a:moveTo>
                    <a:pt x="236558" y="1704616"/>
                  </a:moveTo>
                  <a:cubicBezTo>
                    <a:pt x="249087" y="1693157"/>
                    <a:pt x="268561" y="1693996"/>
                    <a:pt x="280055" y="1706493"/>
                  </a:cubicBezTo>
                  <a:cubicBezTo>
                    <a:pt x="285289" y="1712181"/>
                    <a:pt x="288181" y="1719645"/>
                    <a:pt x="288151" y="1727366"/>
                  </a:cubicBezTo>
                  <a:cubicBezTo>
                    <a:pt x="288166" y="1736039"/>
                    <a:pt x="284487" y="1744299"/>
                    <a:pt x="278032" y="1750115"/>
                  </a:cubicBezTo>
                  <a:cubicBezTo>
                    <a:pt x="265437" y="1761546"/>
                    <a:pt x="245944" y="1760622"/>
                    <a:pt x="234491" y="1748053"/>
                  </a:cubicBezTo>
                  <a:cubicBezTo>
                    <a:pt x="223038" y="1735484"/>
                    <a:pt x="223963" y="1716048"/>
                    <a:pt x="236558" y="1704616"/>
                  </a:cubicBezTo>
                  <a:close/>
                  <a:moveTo>
                    <a:pt x="277177" y="1709308"/>
                  </a:moveTo>
                  <a:cubicBezTo>
                    <a:pt x="267101" y="1698389"/>
                    <a:pt x="250059" y="1697692"/>
                    <a:pt x="239115" y="1707744"/>
                  </a:cubicBezTo>
                  <a:cubicBezTo>
                    <a:pt x="233722" y="1712692"/>
                    <a:pt x="230585" y="1719631"/>
                    <a:pt x="230429" y="1726939"/>
                  </a:cubicBezTo>
                  <a:cubicBezTo>
                    <a:pt x="230506" y="1741783"/>
                    <a:pt x="242628" y="1753755"/>
                    <a:pt x="257505" y="1753669"/>
                  </a:cubicBezTo>
                  <a:cubicBezTo>
                    <a:pt x="264149" y="1753641"/>
                    <a:pt x="270545" y="1751153"/>
                    <a:pt x="275467" y="1746702"/>
                  </a:cubicBezTo>
                  <a:cubicBezTo>
                    <a:pt x="281014" y="1741555"/>
                    <a:pt x="284164" y="1734347"/>
                    <a:pt x="284161" y="1726797"/>
                  </a:cubicBezTo>
                  <a:cubicBezTo>
                    <a:pt x="284048" y="1720313"/>
                    <a:pt x="281565" y="1714100"/>
                    <a:pt x="277177" y="1709308"/>
                  </a:cubicBezTo>
                  <a:close/>
                  <a:moveTo>
                    <a:pt x="310527" y="2093199"/>
                  </a:moveTo>
                  <a:cubicBezTo>
                    <a:pt x="314148" y="2089943"/>
                    <a:pt x="318915" y="2088251"/>
                    <a:pt x="323782" y="2088507"/>
                  </a:cubicBezTo>
                  <a:cubicBezTo>
                    <a:pt x="328705" y="2088621"/>
                    <a:pt x="333354" y="2090796"/>
                    <a:pt x="336609" y="2094479"/>
                  </a:cubicBezTo>
                  <a:cubicBezTo>
                    <a:pt x="339716" y="2097848"/>
                    <a:pt x="341445" y="2102270"/>
                    <a:pt x="341455" y="2106848"/>
                  </a:cubicBezTo>
                  <a:cubicBezTo>
                    <a:pt x="341539" y="2112209"/>
                    <a:pt x="339369" y="2117370"/>
                    <a:pt x="335469" y="2121067"/>
                  </a:cubicBezTo>
                  <a:cubicBezTo>
                    <a:pt x="331813" y="2124351"/>
                    <a:pt x="326988" y="2126043"/>
                    <a:pt x="322072" y="2125759"/>
                  </a:cubicBezTo>
                  <a:cubicBezTo>
                    <a:pt x="317195" y="2125616"/>
                    <a:pt x="312598" y="2123455"/>
                    <a:pt x="309387" y="2119787"/>
                  </a:cubicBezTo>
                  <a:cubicBezTo>
                    <a:pt x="306280" y="2116417"/>
                    <a:pt x="304551" y="2111995"/>
                    <a:pt x="304542" y="2107417"/>
                  </a:cubicBezTo>
                  <a:cubicBezTo>
                    <a:pt x="304426" y="2102085"/>
                    <a:pt x="306605" y="2096967"/>
                    <a:pt x="310527" y="2093341"/>
                  </a:cubicBezTo>
                  <a:close/>
                  <a:moveTo>
                    <a:pt x="333759" y="2097038"/>
                  </a:moveTo>
                  <a:cubicBezTo>
                    <a:pt x="331101" y="2094251"/>
                    <a:pt x="327486" y="2092573"/>
                    <a:pt x="323640" y="2092346"/>
                  </a:cubicBezTo>
                  <a:cubicBezTo>
                    <a:pt x="319794" y="2092175"/>
                    <a:pt x="316042" y="2093554"/>
                    <a:pt x="313235" y="2096185"/>
                  </a:cubicBezTo>
                  <a:cubicBezTo>
                    <a:pt x="310213" y="2098900"/>
                    <a:pt x="308501" y="2102782"/>
                    <a:pt x="308532" y="2106848"/>
                  </a:cubicBezTo>
                  <a:cubicBezTo>
                    <a:pt x="308507" y="2110417"/>
                    <a:pt x="309829" y="2113872"/>
                    <a:pt x="312238" y="2116517"/>
                  </a:cubicBezTo>
                  <a:cubicBezTo>
                    <a:pt x="317411" y="2122431"/>
                    <a:pt x="326415" y="2123043"/>
                    <a:pt x="332346" y="2117882"/>
                  </a:cubicBezTo>
                  <a:cubicBezTo>
                    <a:pt x="332488" y="2117768"/>
                    <a:pt x="332626" y="2117640"/>
                    <a:pt x="332761" y="2117512"/>
                  </a:cubicBezTo>
                  <a:cubicBezTo>
                    <a:pt x="338693" y="2112351"/>
                    <a:pt x="339309" y="2103365"/>
                    <a:pt x="334135" y="2097450"/>
                  </a:cubicBezTo>
                  <a:cubicBezTo>
                    <a:pt x="334013" y="2097308"/>
                    <a:pt x="333887" y="2097180"/>
                    <a:pt x="333759" y="2097038"/>
                  </a:cubicBezTo>
                  <a:close/>
                  <a:moveTo>
                    <a:pt x="679378" y="1457220"/>
                  </a:moveTo>
                  <a:cubicBezTo>
                    <a:pt x="683195" y="1453609"/>
                    <a:pt x="688384" y="1451789"/>
                    <a:pt x="693630" y="1452244"/>
                  </a:cubicBezTo>
                  <a:cubicBezTo>
                    <a:pt x="698761" y="1452429"/>
                    <a:pt x="703596" y="1454690"/>
                    <a:pt x="707028" y="1458500"/>
                  </a:cubicBezTo>
                  <a:cubicBezTo>
                    <a:pt x="710213" y="1462069"/>
                    <a:pt x="711986" y="1466661"/>
                    <a:pt x="712016" y="1471439"/>
                  </a:cubicBezTo>
                  <a:cubicBezTo>
                    <a:pt x="712010" y="1476842"/>
                    <a:pt x="709736" y="1482003"/>
                    <a:pt x="705745" y="1485657"/>
                  </a:cubicBezTo>
                  <a:cubicBezTo>
                    <a:pt x="701873" y="1489183"/>
                    <a:pt x="696725" y="1490975"/>
                    <a:pt x="691493" y="1490633"/>
                  </a:cubicBezTo>
                  <a:cubicBezTo>
                    <a:pt x="686407" y="1490420"/>
                    <a:pt x="681626" y="1488159"/>
                    <a:pt x="678238" y="1484377"/>
                  </a:cubicBezTo>
                  <a:cubicBezTo>
                    <a:pt x="674954" y="1480865"/>
                    <a:pt x="673121" y="1476244"/>
                    <a:pt x="673107" y="1471439"/>
                  </a:cubicBezTo>
                  <a:cubicBezTo>
                    <a:pt x="673241" y="1466263"/>
                    <a:pt x="675511" y="1461372"/>
                    <a:pt x="679378" y="1457931"/>
                  </a:cubicBezTo>
                  <a:close/>
                  <a:moveTo>
                    <a:pt x="703607" y="1461059"/>
                  </a:moveTo>
                  <a:cubicBezTo>
                    <a:pt x="700902" y="1458059"/>
                    <a:pt x="697102" y="1456268"/>
                    <a:pt x="693060" y="1456083"/>
                  </a:cubicBezTo>
                  <a:cubicBezTo>
                    <a:pt x="684569" y="1455685"/>
                    <a:pt x="677366" y="1462239"/>
                    <a:pt x="676972" y="1470714"/>
                  </a:cubicBezTo>
                  <a:cubicBezTo>
                    <a:pt x="676961" y="1470955"/>
                    <a:pt x="676955" y="1471197"/>
                    <a:pt x="676955" y="1471439"/>
                  </a:cubicBezTo>
                  <a:cubicBezTo>
                    <a:pt x="676961" y="1475221"/>
                    <a:pt x="678385" y="1478875"/>
                    <a:pt x="680946" y="1481676"/>
                  </a:cubicBezTo>
                  <a:cubicBezTo>
                    <a:pt x="683621" y="1484789"/>
                    <a:pt x="687519" y="1486609"/>
                    <a:pt x="691635" y="1486652"/>
                  </a:cubicBezTo>
                  <a:cubicBezTo>
                    <a:pt x="695696" y="1486951"/>
                    <a:pt x="699689" y="1485500"/>
                    <a:pt x="702609" y="1482671"/>
                  </a:cubicBezTo>
                  <a:cubicBezTo>
                    <a:pt x="705892" y="1479870"/>
                    <a:pt x="707726" y="1475747"/>
                    <a:pt x="707598" y="1471439"/>
                  </a:cubicBezTo>
                  <a:cubicBezTo>
                    <a:pt x="707431" y="1467856"/>
                    <a:pt x="706020" y="1464429"/>
                    <a:pt x="703607" y="1461770"/>
                  </a:cubicBezTo>
                  <a:close/>
                  <a:moveTo>
                    <a:pt x="675102" y="1452671"/>
                  </a:moveTo>
                  <a:cubicBezTo>
                    <a:pt x="685434" y="1443116"/>
                    <a:pt x="701576" y="1443727"/>
                    <a:pt x="711155" y="1454036"/>
                  </a:cubicBezTo>
                  <a:cubicBezTo>
                    <a:pt x="720736" y="1464344"/>
                    <a:pt x="720126" y="1480439"/>
                    <a:pt x="709793" y="1489993"/>
                  </a:cubicBezTo>
                  <a:cubicBezTo>
                    <a:pt x="704724" y="1494685"/>
                    <a:pt x="697966" y="1497117"/>
                    <a:pt x="691065" y="1496747"/>
                  </a:cubicBezTo>
                  <a:cubicBezTo>
                    <a:pt x="684354" y="1496434"/>
                    <a:pt x="678044" y="1493463"/>
                    <a:pt x="673535" y="1488500"/>
                  </a:cubicBezTo>
                  <a:cubicBezTo>
                    <a:pt x="664048" y="1478221"/>
                    <a:pt x="664715" y="1462211"/>
                    <a:pt x="675027" y="1452742"/>
                  </a:cubicBezTo>
                  <a:cubicBezTo>
                    <a:pt x="675051" y="1452713"/>
                    <a:pt x="675077" y="1452699"/>
                    <a:pt x="675102" y="1452671"/>
                  </a:cubicBezTo>
                  <a:close/>
                  <a:moveTo>
                    <a:pt x="708168" y="1456936"/>
                  </a:moveTo>
                  <a:cubicBezTo>
                    <a:pt x="699172" y="1449187"/>
                    <a:pt x="685581" y="1450183"/>
                    <a:pt x="677815" y="1459154"/>
                  </a:cubicBezTo>
                  <a:cubicBezTo>
                    <a:pt x="671412" y="1466548"/>
                    <a:pt x="670825" y="1477325"/>
                    <a:pt x="676385" y="1485372"/>
                  </a:cubicBezTo>
                  <a:cubicBezTo>
                    <a:pt x="680186" y="1489666"/>
                    <a:pt x="685608" y="1492197"/>
                    <a:pt x="691350" y="1492339"/>
                  </a:cubicBezTo>
                  <a:cubicBezTo>
                    <a:pt x="703140" y="1492979"/>
                    <a:pt x="713222" y="1483979"/>
                    <a:pt x="713869" y="1472221"/>
                  </a:cubicBezTo>
                  <a:cubicBezTo>
                    <a:pt x="714188" y="1466420"/>
                    <a:pt x="712130" y="1460747"/>
                    <a:pt x="708168" y="1456510"/>
                  </a:cubicBezTo>
                  <a:close/>
                  <a:moveTo>
                    <a:pt x="571630" y="2378557"/>
                  </a:moveTo>
                  <a:cubicBezTo>
                    <a:pt x="581979" y="2369131"/>
                    <a:pt x="598024" y="2369870"/>
                    <a:pt x="607471" y="2380193"/>
                  </a:cubicBezTo>
                  <a:cubicBezTo>
                    <a:pt x="616916" y="2390515"/>
                    <a:pt x="616185" y="2406525"/>
                    <a:pt x="605836" y="2415937"/>
                  </a:cubicBezTo>
                  <a:cubicBezTo>
                    <a:pt x="595487" y="2425364"/>
                    <a:pt x="579441" y="2424639"/>
                    <a:pt x="569996" y="2414316"/>
                  </a:cubicBezTo>
                  <a:cubicBezTo>
                    <a:pt x="565747" y="2409667"/>
                    <a:pt x="563383" y="2403610"/>
                    <a:pt x="563364" y="2397325"/>
                  </a:cubicBezTo>
                  <a:lnTo>
                    <a:pt x="563364" y="2397325"/>
                  </a:lnTo>
                  <a:cubicBezTo>
                    <a:pt x="563507" y="2390430"/>
                    <a:pt x="566497" y="2383889"/>
                    <a:pt x="571630" y="2379268"/>
                  </a:cubicBezTo>
                  <a:close/>
                  <a:moveTo>
                    <a:pt x="604696" y="2382823"/>
                  </a:moveTo>
                  <a:cubicBezTo>
                    <a:pt x="596793" y="2374065"/>
                    <a:pt x="583276" y="2373368"/>
                    <a:pt x="574504" y="2381245"/>
                  </a:cubicBezTo>
                  <a:cubicBezTo>
                    <a:pt x="574448" y="2381302"/>
                    <a:pt x="574393" y="2381344"/>
                    <a:pt x="574338" y="2381401"/>
                  </a:cubicBezTo>
                  <a:cubicBezTo>
                    <a:pt x="569893" y="2385510"/>
                    <a:pt x="567363" y="2391283"/>
                    <a:pt x="567355" y="2397325"/>
                  </a:cubicBezTo>
                  <a:lnTo>
                    <a:pt x="567355" y="2397325"/>
                  </a:lnTo>
                  <a:cubicBezTo>
                    <a:pt x="567413" y="2402586"/>
                    <a:pt x="569389" y="2407634"/>
                    <a:pt x="572913" y="2411544"/>
                  </a:cubicBezTo>
                  <a:cubicBezTo>
                    <a:pt x="580816" y="2420302"/>
                    <a:pt x="594333" y="2420999"/>
                    <a:pt x="603105" y="2413122"/>
                  </a:cubicBezTo>
                  <a:cubicBezTo>
                    <a:pt x="603161" y="2413065"/>
                    <a:pt x="603216" y="2413022"/>
                    <a:pt x="603271" y="2412965"/>
                  </a:cubicBezTo>
                  <a:cubicBezTo>
                    <a:pt x="612037" y="2405188"/>
                    <a:pt x="612830" y="2391809"/>
                    <a:pt x="605039" y="2383050"/>
                  </a:cubicBezTo>
                  <a:cubicBezTo>
                    <a:pt x="604927" y="2382937"/>
                    <a:pt x="604811" y="2382809"/>
                    <a:pt x="604696" y="2382681"/>
                  </a:cubicBezTo>
                  <a:close/>
                  <a:moveTo>
                    <a:pt x="1174790" y="1619592"/>
                  </a:moveTo>
                  <a:cubicBezTo>
                    <a:pt x="1185245" y="1610208"/>
                    <a:pt x="1201330" y="1610962"/>
                    <a:pt x="1210848" y="1621298"/>
                  </a:cubicBezTo>
                  <a:cubicBezTo>
                    <a:pt x="1215111" y="1625962"/>
                    <a:pt x="1217453" y="1632047"/>
                    <a:pt x="1217404" y="1638360"/>
                  </a:cubicBezTo>
                  <a:cubicBezTo>
                    <a:pt x="1217423" y="1652336"/>
                    <a:pt x="1206078" y="1663682"/>
                    <a:pt x="1192068" y="1663697"/>
                  </a:cubicBezTo>
                  <a:cubicBezTo>
                    <a:pt x="1191629" y="1663697"/>
                    <a:pt x="1191190" y="1663697"/>
                    <a:pt x="1190752" y="1663668"/>
                  </a:cubicBezTo>
                  <a:cubicBezTo>
                    <a:pt x="1177221" y="1662986"/>
                    <a:pt x="1166582" y="1651881"/>
                    <a:pt x="1166523" y="1638360"/>
                  </a:cubicBezTo>
                  <a:lnTo>
                    <a:pt x="1166523" y="1638360"/>
                  </a:lnTo>
                  <a:cubicBezTo>
                    <a:pt x="1166679" y="1631493"/>
                    <a:pt x="1169607" y="1624981"/>
                    <a:pt x="1174647" y="1620303"/>
                  </a:cubicBezTo>
                  <a:close/>
                  <a:moveTo>
                    <a:pt x="1207855" y="1623857"/>
                  </a:moveTo>
                  <a:cubicBezTo>
                    <a:pt x="1199858" y="1615113"/>
                    <a:pt x="1186280" y="1614488"/>
                    <a:pt x="1177497" y="1622435"/>
                  </a:cubicBezTo>
                  <a:cubicBezTo>
                    <a:pt x="1173081" y="1626559"/>
                    <a:pt x="1170557" y="1632317"/>
                    <a:pt x="1170514" y="1638360"/>
                  </a:cubicBezTo>
                  <a:cubicBezTo>
                    <a:pt x="1170428" y="1649862"/>
                    <a:pt x="1179510" y="1659374"/>
                    <a:pt x="1191037" y="1659829"/>
                  </a:cubicBezTo>
                  <a:cubicBezTo>
                    <a:pt x="1196738" y="1660156"/>
                    <a:pt x="1202315" y="1658095"/>
                    <a:pt x="1206430" y="1654142"/>
                  </a:cubicBezTo>
                  <a:cubicBezTo>
                    <a:pt x="1215198" y="1646365"/>
                    <a:pt x="1215989" y="1632985"/>
                    <a:pt x="1208198" y="1624227"/>
                  </a:cubicBezTo>
                  <a:cubicBezTo>
                    <a:pt x="1208086" y="1624113"/>
                    <a:pt x="1207972" y="1623985"/>
                    <a:pt x="1207855" y="1623857"/>
                  </a:cubicBezTo>
                  <a:close/>
                  <a:moveTo>
                    <a:pt x="1183768" y="1629402"/>
                  </a:moveTo>
                  <a:cubicBezTo>
                    <a:pt x="1188657" y="1624838"/>
                    <a:pt x="1196323" y="1625109"/>
                    <a:pt x="1200891" y="1629985"/>
                  </a:cubicBezTo>
                  <a:cubicBezTo>
                    <a:pt x="1200933" y="1630028"/>
                    <a:pt x="1200974" y="1630071"/>
                    <a:pt x="1201014" y="1630113"/>
                  </a:cubicBezTo>
                  <a:cubicBezTo>
                    <a:pt x="1205435" y="1635132"/>
                    <a:pt x="1205057" y="1642753"/>
                    <a:pt x="1200159" y="1647317"/>
                  </a:cubicBezTo>
                  <a:cubicBezTo>
                    <a:pt x="1197848" y="1649578"/>
                    <a:pt x="1194694" y="1650758"/>
                    <a:pt x="1191465" y="1650588"/>
                  </a:cubicBezTo>
                  <a:cubicBezTo>
                    <a:pt x="1188214" y="1650374"/>
                    <a:pt x="1185161" y="1648952"/>
                    <a:pt x="1182913" y="1646607"/>
                  </a:cubicBezTo>
                  <a:cubicBezTo>
                    <a:pt x="1180911" y="1644317"/>
                    <a:pt x="1179798" y="1641388"/>
                    <a:pt x="1179778" y="1638360"/>
                  </a:cubicBezTo>
                  <a:lnTo>
                    <a:pt x="1179778" y="1638360"/>
                  </a:lnTo>
                  <a:cubicBezTo>
                    <a:pt x="1179957" y="1635189"/>
                    <a:pt x="1181393" y="1632218"/>
                    <a:pt x="1183768" y="1630113"/>
                  </a:cubicBezTo>
                  <a:close/>
                  <a:moveTo>
                    <a:pt x="1198021" y="1632815"/>
                  </a:moveTo>
                  <a:cubicBezTo>
                    <a:pt x="1194904" y="1629602"/>
                    <a:pt x="1189762" y="1629502"/>
                    <a:pt x="1186533" y="1632616"/>
                  </a:cubicBezTo>
                  <a:cubicBezTo>
                    <a:pt x="1186466" y="1632687"/>
                    <a:pt x="1186399" y="1632744"/>
                    <a:pt x="1186334" y="1632815"/>
                  </a:cubicBezTo>
                  <a:cubicBezTo>
                    <a:pt x="1184621" y="1634393"/>
                    <a:pt x="1183640" y="1636611"/>
                    <a:pt x="1183626" y="1638929"/>
                  </a:cubicBezTo>
                  <a:lnTo>
                    <a:pt x="1183626" y="1638929"/>
                  </a:lnTo>
                  <a:cubicBezTo>
                    <a:pt x="1183623" y="1640976"/>
                    <a:pt x="1184386" y="1642952"/>
                    <a:pt x="1185764" y="1644474"/>
                  </a:cubicBezTo>
                  <a:cubicBezTo>
                    <a:pt x="1187200" y="1646137"/>
                    <a:pt x="1189269" y="1647118"/>
                    <a:pt x="1191465" y="1647175"/>
                  </a:cubicBezTo>
                  <a:cubicBezTo>
                    <a:pt x="1196003" y="1647673"/>
                    <a:pt x="1200087" y="1644417"/>
                    <a:pt x="1200589" y="1639881"/>
                  </a:cubicBezTo>
                  <a:cubicBezTo>
                    <a:pt x="1200876" y="1637294"/>
                    <a:pt x="1199924" y="1634734"/>
                    <a:pt x="1198021" y="1632957"/>
                  </a:cubicBezTo>
                  <a:close/>
                  <a:moveTo>
                    <a:pt x="1622313" y="1089539"/>
                  </a:moveTo>
                  <a:cubicBezTo>
                    <a:pt x="1632774" y="1080155"/>
                    <a:pt x="1648851" y="1080908"/>
                    <a:pt x="1658371" y="1091245"/>
                  </a:cubicBezTo>
                  <a:cubicBezTo>
                    <a:pt x="1662633" y="1095909"/>
                    <a:pt x="1664970" y="1101994"/>
                    <a:pt x="1664928" y="1108307"/>
                  </a:cubicBezTo>
                  <a:cubicBezTo>
                    <a:pt x="1664942" y="1122283"/>
                    <a:pt x="1653597" y="1133629"/>
                    <a:pt x="1639587" y="1133644"/>
                  </a:cubicBezTo>
                  <a:cubicBezTo>
                    <a:pt x="1639145" y="1133644"/>
                    <a:pt x="1638717" y="1133644"/>
                    <a:pt x="1638276" y="1133615"/>
                  </a:cubicBezTo>
                  <a:cubicBezTo>
                    <a:pt x="1624750" y="1132933"/>
                    <a:pt x="1614104" y="1121828"/>
                    <a:pt x="1614047" y="1108307"/>
                  </a:cubicBezTo>
                  <a:lnTo>
                    <a:pt x="1614047" y="1108307"/>
                  </a:lnTo>
                  <a:cubicBezTo>
                    <a:pt x="1614232" y="1101425"/>
                    <a:pt x="1617225" y="1094899"/>
                    <a:pt x="1622313" y="1090250"/>
                  </a:cubicBezTo>
                  <a:close/>
                  <a:moveTo>
                    <a:pt x="1655378" y="1093804"/>
                  </a:moveTo>
                  <a:cubicBezTo>
                    <a:pt x="1647383" y="1085060"/>
                    <a:pt x="1633800" y="1084435"/>
                    <a:pt x="1625021" y="1092382"/>
                  </a:cubicBezTo>
                  <a:cubicBezTo>
                    <a:pt x="1620603" y="1096506"/>
                    <a:pt x="1618080" y="1102264"/>
                    <a:pt x="1618037" y="1108307"/>
                  </a:cubicBezTo>
                  <a:lnTo>
                    <a:pt x="1618037" y="1108307"/>
                  </a:lnTo>
                  <a:cubicBezTo>
                    <a:pt x="1617952" y="1119809"/>
                    <a:pt x="1627031" y="1129321"/>
                    <a:pt x="1638561" y="1129776"/>
                  </a:cubicBezTo>
                  <a:cubicBezTo>
                    <a:pt x="1644262" y="1130103"/>
                    <a:pt x="1649834" y="1128042"/>
                    <a:pt x="1653953" y="1124089"/>
                  </a:cubicBezTo>
                  <a:cubicBezTo>
                    <a:pt x="1662718" y="1116312"/>
                    <a:pt x="1663517" y="1102932"/>
                    <a:pt x="1655720" y="1094174"/>
                  </a:cubicBezTo>
                  <a:cubicBezTo>
                    <a:pt x="1655607" y="1094060"/>
                    <a:pt x="1655492" y="1093932"/>
                    <a:pt x="1655378" y="1093804"/>
                  </a:cubicBezTo>
                  <a:close/>
                  <a:moveTo>
                    <a:pt x="679378" y="1457931"/>
                  </a:moveTo>
                  <a:cubicBezTo>
                    <a:pt x="683195" y="1454320"/>
                    <a:pt x="688384" y="1452500"/>
                    <a:pt x="693630" y="1452955"/>
                  </a:cubicBezTo>
                  <a:cubicBezTo>
                    <a:pt x="698761" y="1453140"/>
                    <a:pt x="703596" y="1455400"/>
                    <a:pt x="707028" y="1459211"/>
                  </a:cubicBezTo>
                  <a:cubicBezTo>
                    <a:pt x="710213" y="1462780"/>
                    <a:pt x="711986" y="1467372"/>
                    <a:pt x="712016" y="1472150"/>
                  </a:cubicBezTo>
                  <a:cubicBezTo>
                    <a:pt x="712010" y="1477553"/>
                    <a:pt x="709736" y="1482714"/>
                    <a:pt x="705745" y="1486368"/>
                  </a:cubicBezTo>
                  <a:cubicBezTo>
                    <a:pt x="701873" y="1489894"/>
                    <a:pt x="696725" y="1491685"/>
                    <a:pt x="691493" y="1491344"/>
                  </a:cubicBezTo>
                  <a:cubicBezTo>
                    <a:pt x="686407" y="1491131"/>
                    <a:pt x="681626" y="1488870"/>
                    <a:pt x="678238" y="1485088"/>
                  </a:cubicBezTo>
                  <a:cubicBezTo>
                    <a:pt x="674954" y="1481576"/>
                    <a:pt x="673121" y="1476955"/>
                    <a:pt x="673107" y="1472150"/>
                  </a:cubicBezTo>
                  <a:cubicBezTo>
                    <a:pt x="673042" y="1466733"/>
                    <a:pt x="675328" y="1461543"/>
                    <a:pt x="679378" y="1457931"/>
                  </a:cubicBezTo>
                  <a:close/>
                  <a:moveTo>
                    <a:pt x="703607" y="1461770"/>
                  </a:moveTo>
                  <a:cubicBezTo>
                    <a:pt x="700902" y="1458770"/>
                    <a:pt x="697102" y="1456979"/>
                    <a:pt x="693060" y="1456794"/>
                  </a:cubicBezTo>
                  <a:cubicBezTo>
                    <a:pt x="684569" y="1456396"/>
                    <a:pt x="677366" y="1462950"/>
                    <a:pt x="676972" y="1471425"/>
                  </a:cubicBezTo>
                  <a:cubicBezTo>
                    <a:pt x="676961" y="1471666"/>
                    <a:pt x="676955" y="1471908"/>
                    <a:pt x="676955" y="1472150"/>
                  </a:cubicBezTo>
                  <a:cubicBezTo>
                    <a:pt x="676961" y="1475932"/>
                    <a:pt x="678385" y="1479586"/>
                    <a:pt x="680946" y="1482387"/>
                  </a:cubicBezTo>
                  <a:cubicBezTo>
                    <a:pt x="683621" y="1485515"/>
                    <a:pt x="687519" y="1487320"/>
                    <a:pt x="691635" y="1487363"/>
                  </a:cubicBezTo>
                  <a:cubicBezTo>
                    <a:pt x="695696" y="1487662"/>
                    <a:pt x="699689" y="1486211"/>
                    <a:pt x="702609" y="1483382"/>
                  </a:cubicBezTo>
                  <a:cubicBezTo>
                    <a:pt x="705892" y="1480581"/>
                    <a:pt x="707726" y="1476458"/>
                    <a:pt x="707598" y="1472150"/>
                  </a:cubicBezTo>
                  <a:cubicBezTo>
                    <a:pt x="707601" y="1468311"/>
                    <a:pt x="706178" y="1464614"/>
                    <a:pt x="703607" y="1461770"/>
                  </a:cubicBezTo>
                  <a:close/>
                  <a:moveTo>
                    <a:pt x="1582834" y="2671736"/>
                  </a:moveTo>
                  <a:cubicBezTo>
                    <a:pt x="1586725" y="2668238"/>
                    <a:pt x="1591856" y="2666447"/>
                    <a:pt x="1597086" y="2666760"/>
                  </a:cubicBezTo>
                  <a:cubicBezTo>
                    <a:pt x="1602189" y="2667073"/>
                    <a:pt x="1606978" y="2669305"/>
                    <a:pt x="1610484" y="2673016"/>
                  </a:cubicBezTo>
                  <a:cubicBezTo>
                    <a:pt x="1617653" y="2680949"/>
                    <a:pt x="1617025" y="2693177"/>
                    <a:pt x="1609073" y="2700329"/>
                  </a:cubicBezTo>
                  <a:cubicBezTo>
                    <a:pt x="1605324" y="2703698"/>
                    <a:pt x="1600421" y="2705476"/>
                    <a:pt x="1595376" y="2705291"/>
                  </a:cubicBezTo>
                  <a:cubicBezTo>
                    <a:pt x="1590260" y="2705035"/>
                    <a:pt x="1585456" y="2702788"/>
                    <a:pt x="1581979" y="2699035"/>
                  </a:cubicBezTo>
                  <a:cubicBezTo>
                    <a:pt x="1574867" y="2691115"/>
                    <a:pt x="1575437" y="2678959"/>
                    <a:pt x="1583262" y="2671736"/>
                  </a:cubicBezTo>
                  <a:close/>
                  <a:moveTo>
                    <a:pt x="1607063" y="2675717"/>
                  </a:moveTo>
                  <a:cubicBezTo>
                    <a:pt x="1604426" y="2672632"/>
                    <a:pt x="1600578" y="2670826"/>
                    <a:pt x="1596516" y="2670741"/>
                  </a:cubicBezTo>
                  <a:cubicBezTo>
                    <a:pt x="1588022" y="2670342"/>
                    <a:pt x="1580824" y="2676897"/>
                    <a:pt x="1580425" y="2685371"/>
                  </a:cubicBezTo>
                  <a:cubicBezTo>
                    <a:pt x="1580411" y="2685570"/>
                    <a:pt x="1580411" y="2685755"/>
                    <a:pt x="1580411" y="2685954"/>
                  </a:cubicBezTo>
                  <a:cubicBezTo>
                    <a:pt x="1580311" y="2694044"/>
                    <a:pt x="1586582" y="2700784"/>
                    <a:pt x="1594664" y="2701310"/>
                  </a:cubicBezTo>
                  <a:cubicBezTo>
                    <a:pt x="1598697" y="2701466"/>
                    <a:pt x="1602645" y="2700044"/>
                    <a:pt x="1605638" y="2697329"/>
                  </a:cubicBezTo>
                  <a:cubicBezTo>
                    <a:pt x="1611880" y="2691926"/>
                    <a:pt x="1612550" y="2682499"/>
                    <a:pt x="1607134" y="2676272"/>
                  </a:cubicBezTo>
                  <a:cubicBezTo>
                    <a:pt x="1606978" y="2676087"/>
                    <a:pt x="1606806" y="2675902"/>
                    <a:pt x="1606635" y="2675717"/>
                  </a:cubicBezTo>
                  <a:close/>
                  <a:moveTo>
                    <a:pt x="1678325" y="1494330"/>
                  </a:moveTo>
                  <a:cubicBezTo>
                    <a:pt x="1679479" y="1486567"/>
                    <a:pt x="1686734" y="1481206"/>
                    <a:pt x="1694530" y="1482358"/>
                  </a:cubicBezTo>
                  <a:cubicBezTo>
                    <a:pt x="1694829" y="1482415"/>
                    <a:pt x="1695128" y="1482458"/>
                    <a:pt x="1695428" y="1482529"/>
                  </a:cubicBezTo>
                  <a:cubicBezTo>
                    <a:pt x="1703209" y="1483681"/>
                    <a:pt x="1708582" y="1490917"/>
                    <a:pt x="1707428" y="1498695"/>
                  </a:cubicBezTo>
                  <a:cubicBezTo>
                    <a:pt x="1707371" y="1498994"/>
                    <a:pt x="1707328" y="1499292"/>
                    <a:pt x="1707257" y="1499591"/>
                  </a:cubicBezTo>
                  <a:cubicBezTo>
                    <a:pt x="1706587" y="1503430"/>
                    <a:pt x="1704378" y="1506814"/>
                    <a:pt x="1701129" y="1508975"/>
                  </a:cubicBezTo>
                  <a:cubicBezTo>
                    <a:pt x="1697950" y="1511250"/>
                    <a:pt x="1693988" y="1512117"/>
                    <a:pt x="1690154" y="1511392"/>
                  </a:cubicBezTo>
                  <a:cubicBezTo>
                    <a:pt x="1683128" y="1510325"/>
                    <a:pt x="1677954" y="1504268"/>
                    <a:pt x="1678040" y="1497173"/>
                  </a:cubicBezTo>
                  <a:cubicBezTo>
                    <a:pt x="1678054" y="1496221"/>
                    <a:pt x="1678139" y="1495268"/>
                    <a:pt x="1678325" y="1494330"/>
                  </a:cubicBezTo>
                  <a:close/>
                  <a:moveTo>
                    <a:pt x="1694715" y="1486368"/>
                  </a:moveTo>
                  <a:cubicBezTo>
                    <a:pt x="1691893" y="1485856"/>
                    <a:pt x="1688971" y="1486467"/>
                    <a:pt x="1686591" y="1488074"/>
                  </a:cubicBezTo>
                  <a:cubicBezTo>
                    <a:pt x="1684297" y="1489766"/>
                    <a:pt x="1682714" y="1492254"/>
                    <a:pt x="1682173" y="1495041"/>
                  </a:cubicBezTo>
                  <a:cubicBezTo>
                    <a:pt x="1681018" y="1500813"/>
                    <a:pt x="1684795" y="1506430"/>
                    <a:pt x="1690582" y="1507567"/>
                  </a:cubicBezTo>
                  <a:cubicBezTo>
                    <a:pt x="1693518" y="1508150"/>
                    <a:pt x="1696568" y="1507482"/>
                    <a:pt x="1698991" y="1505704"/>
                  </a:cubicBezTo>
                  <a:cubicBezTo>
                    <a:pt x="1701299" y="1504084"/>
                    <a:pt x="1702881" y="1501638"/>
                    <a:pt x="1703409" y="1498880"/>
                  </a:cubicBezTo>
                  <a:cubicBezTo>
                    <a:pt x="1703480" y="1498211"/>
                    <a:pt x="1703480" y="1497558"/>
                    <a:pt x="1703409" y="1496889"/>
                  </a:cubicBezTo>
                  <a:cubicBezTo>
                    <a:pt x="1703380" y="1491771"/>
                    <a:pt x="1699746" y="1487377"/>
                    <a:pt x="1694715" y="1486368"/>
                  </a:cubicBezTo>
                  <a:close/>
                  <a:moveTo>
                    <a:pt x="937345" y="37821"/>
                  </a:moveTo>
                  <a:lnTo>
                    <a:pt x="933925" y="37821"/>
                  </a:lnTo>
                  <a:lnTo>
                    <a:pt x="933925" y="37821"/>
                  </a:lnTo>
                  <a:cubicBezTo>
                    <a:pt x="923593" y="35946"/>
                    <a:pt x="916717" y="26101"/>
                    <a:pt x="918532" y="15783"/>
                  </a:cubicBezTo>
                  <a:cubicBezTo>
                    <a:pt x="919440" y="10841"/>
                    <a:pt x="922255" y="6450"/>
                    <a:pt x="926371" y="3556"/>
                  </a:cubicBezTo>
                  <a:cubicBezTo>
                    <a:pt x="934951" y="-2564"/>
                    <a:pt x="946880" y="-588"/>
                    <a:pt x="953015" y="7972"/>
                  </a:cubicBezTo>
                  <a:cubicBezTo>
                    <a:pt x="959149" y="16532"/>
                    <a:pt x="957168" y="28432"/>
                    <a:pt x="948588" y="34553"/>
                  </a:cubicBezTo>
                  <a:cubicBezTo>
                    <a:pt x="945310" y="36890"/>
                    <a:pt x="941375" y="38134"/>
                    <a:pt x="937345" y="38106"/>
                  </a:cubicBezTo>
                  <a:close/>
                  <a:moveTo>
                    <a:pt x="937345" y="9385"/>
                  </a:moveTo>
                  <a:cubicBezTo>
                    <a:pt x="935363" y="9382"/>
                    <a:pt x="933425" y="9977"/>
                    <a:pt x="931787" y="11091"/>
                  </a:cubicBezTo>
                  <a:cubicBezTo>
                    <a:pt x="929591" y="12570"/>
                    <a:pt x="928097" y="14883"/>
                    <a:pt x="927654" y="17489"/>
                  </a:cubicBezTo>
                  <a:cubicBezTo>
                    <a:pt x="926629" y="22810"/>
                    <a:pt x="930124" y="27952"/>
                    <a:pt x="935457" y="28973"/>
                  </a:cubicBezTo>
                  <a:cubicBezTo>
                    <a:pt x="935517" y="28985"/>
                    <a:pt x="935575" y="28996"/>
                    <a:pt x="935635" y="29006"/>
                  </a:cubicBezTo>
                  <a:lnTo>
                    <a:pt x="935635" y="29006"/>
                  </a:lnTo>
                  <a:cubicBezTo>
                    <a:pt x="940926" y="30542"/>
                    <a:pt x="946463" y="27509"/>
                    <a:pt x="948002" y="22231"/>
                  </a:cubicBezTo>
                  <a:cubicBezTo>
                    <a:pt x="949541" y="16953"/>
                    <a:pt x="946501" y="11430"/>
                    <a:pt x="941211" y="9894"/>
                  </a:cubicBezTo>
                  <a:cubicBezTo>
                    <a:pt x="940554" y="9703"/>
                    <a:pt x="939880" y="9580"/>
                    <a:pt x="939198" y="9527"/>
                  </a:cubicBezTo>
                  <a:close/>
                  <a:moveTo>
                    <a:pt x="1284818" y="557922"/>
                  </a:moveTo>
                  <a:cubicBezTo>
                    <a:pt x="1283682" y="558064"/>
                    <a:pt x="1282533" y="558064"/>
                    <a:pt x="1281397" y="557922"/>
                  </a:cubicBezTo>
                  <a:lnTo>
                    <a:pt x="1281397" y="557922"/>
                  </a:lnTo>
                  <a:cubicBezTo>
                    <a:pt x="1271028" y="555988"/>
                    <a:pt x="1264190" y="546050"/>
                    <a:pt x="1266123" y="535699"/>
                  </a:cubicBezTo>
                  <a:cubicBezTo>
                    <a:pt x="1267032" y="530836"/>
                    <a:pt x="1269800" y="526514"/>
                    <a:pt x="1273843" y="523656"/>
                  </a:cubicBezTo>
                  <a:cubicBezTo>
                    <a:pt x="1277994" y="520784"/>
                    <a:pt x="1283136" y="519703"/>
                    <a:pt x="1288096" y="520670"/>
                  </a:cubicBezTo>
                  <a:cubicBezTo>
                    <a:pt x="1298427" y="522547"/>
                    <a:pt x="1305304" y="532386"/>
                    <a:pt x="1303488" y="542708"/>
                  </a:cubicBezTo>
                  <a:cubicBezTo>
                    <a:pt x="1302545" y="547670"/>
                    <a:pt x="1299677" y="552064"/>
                    <a:pt x="1295507" y="554936"/>
                  </a:cubicBezTo>
                  <a:cubicBezTo>
                    <a:pt x="1292232" y="556841"/>
                    <a:pt x="1288460" y="557737"/>
                    <a:pt x="1284675" y="557495"/>
                  </a:cubicBezTo>
                  <a:close/>
                  <a:moveTo>
                    <a:pt x="1283535" y="548253"/>
                  </a:moveTo>
                  <a:cubicBezTo>
                    <a:pt x="1286135" y="548694"/>
                    <a:pt x="1288805" y="548083"/>
                    <a:pt x="1290946" y="546547"/>
                  </a:cubicBezTo>
                  <a:cubicBezTo>
                    <a:pt x="1293122" y="545111"/>
                    <a:pt x="1294616" y="542851"/>
                    <a:pt x="1295079" y="540291"/>
                  </a:cubicBezTo>
                  <a:cubicBezTo>
                    <a:pt x="1296104" y="534974"/>
                    <a:pt x="1292609" y="529827"/>
                    <a:pt x="1287276" y="528803"/>
                  </a:cubicBezTo>
                  <a:cubicBezTo>
                    <a:pt x="1287216" y="528789"/>
                    <a:pt x="1287158" y="528789"/>
                    <a:pt x="1287098" y="528775"/>
                  </a:cubicBezTo>
                  <a:cubicBezTo>
                    <a:pt x="1281765" y="527751"/>
                    <a:pt x="1276610" y="531234"/>
                    <a:pt x="1275586" y="536566"/>
                  </a:cubicBezTo>
                  <a:cubicBezTo>
                    <a:pt x="1275575" y="536623"/>
                    <a:pt x="1275563" y="536680"/>
                    <a:pt x="1275554" y="536737"/>
                  </a:cubicBezTo>
                  <a:cubicBezTo>
                    <a:pt x="1274600" y="542111"/>
                    <a:pt x="1278160" y="547244"/>
                    <a:pt x="1283535" y="548253"/>
                  </a:cubicBezTo>
                  <a:close/>
                  <a:moveTo>
                    <a:pt x="1008465" y="1718408"/>
                  </a:moveTo>
                  <a:lnTo>
                    <a:pt x="1002906" y="1718408"/>
                  </a:lnTo>
                  <a:cubicBezTo>
                    <a:pt x="994804" y="1716887"/>
                    <a:pt x="987631" y="1712238"/>
                    <a:pt x="982953" y="1705470"/>
                  </a:cubicBezTo>
                  <a:cubicBezTo>
                    <a:pt x="978168" y="1698759"/>
                    <a:pt x="976317" y="1690398"/>
                    <a:pt x="977822" y="1682294"/>
                  </a:cubicBezTo>
                  <a:cubicBezTo>
                    <a:pt x="980090" y="1665246"/>
                    <a:pt x="995781" y="1653260"/>
                    <a:pt x="1012870" y="1655521"/>
                  </a:cubicBezTo>
                  <a:cubicBezTo>
                    <a:pt x="1029959" y="1657782"/>
                    <a:pt x="1041972" y="1673436"/>
                    <a:pt x="1039704" y="1690484"/>
                  </a:cubicBezTo>
                  <a:cubicBezTo>
                    <a:pt x="1038486" y="1699640"/>
                    <a:pt x="1033255" y="1707787"/>
                    <a:pt x="1025425" y="1712721"/>
                  </a:cubicBezTo>
                  <a:cubicBezTo>
                    <a:pt x="1020278" y="1716418"/>
                    <a:pt x="1014096" y="1718408"/>
                    <a:pt x="1007752" y="1718408"/>
                  </a:cubicBezTo>
                  <a:close/>
                  <a:moveTo>
                    <a:pt x="1008465" y="1665374"/>
                  </a:moveTo>
                  <a:cubicBezTo>
                    <a:pt x="997282" y="1665118"/>
                    <a:pt x="987673" y="1673237"/>
                    <a:pt x="986088" y="1684285"/>
                  </a:cubicBezTo>
                  <a:cubicBezTo>
                    <a:pt x="985106" y="1689986"/>
                    <a:pt x="986384" y="1695858"/>
                    <a:pt x="989652" y="1700635"/>
                  </a:cubicBezTo>
                  <a:cubicBezTo>
                    <a:pt x="992981" y="1705455"/>
                    <a:pt x="998119" y="1708740"/>
                    <a:pt x="1003904" y="1709735"/>
                  </a:cubicBezTo>
                  <a:lnTo>
                    <a:pt x="1003904" y="1709735"/>
                  </a:lnTo>
                  <a:cubicBezTo>
                    <a:pt x="1015829" y="1711896"/>
                    <a:pt x="1027249" y="1704005"/>
                    <a:pt x="1029416" y="1692105"/>
                  </a:cubicBezTo>
                  <a:cubicBezTo>
                    <a:pt x="1031576" y="1680133"/>
                    <a:pt x="1023602" y="1668673"/>
                    <a:pt x="1011600" y="1666512"/>
                  </a:cubicBezTo>
                  <a:close/>
                  <a:moveTo>
                    <a:pt x="1034974" y="1291010"/>
                  </a:moveTo>
                  <a:cubicBezTo>
                    <a:pt x="1032015" y="1290982"/>
                    <a:pt x="1029062" y="1290740"/>
                    <a:pt x="1026138" y="1290299"/>
                  </a:cubicBezTo>
                  <a:lnTo>
                    <a:pt x="1026138" y="1290299"/>
                  </a:lnTo>
                  <a:cubicBezTo>
                    <a:pt x="998983" y="1285664"/>
                    <a:pt x="980735" y="1259944"/>
                    <a:pt x="985382" y="1232858"/>
                  </a:cubicBezTo>
                  <a:cubicBezTo>
                    <a:pt x="990026" y="1205772"/>
                    <a:pt x="1015807" y="1187559"/>
                    <a:pt x="1042962" y="1192194"/>
                  </a:cubicBezTo>
                  <a:cubicBezTo>
                    <a:pt x="1070118" y="1196829"/>
                    <a:pt x="1088365" y="1222550"/>
                    <a:pt x="1083719" y="1249635"/>
                  </a:cubicBezTo>
                  <a:cubicBezTo>
                    <a:pt x="1079647" y="1273380"/>
                    <a:pt x="1059117" y="1290811"/>
                    <a:pt x="1034974" y="1291010"/>
                  </a:cubicBezTo>
                  <a:close/>
                  <a:moveTo>
                    <a:pt x="1034974" y="1208687"/>
                  </a:moveTo>
                  <a:cubicBezTo>
                    <a:pt x="1018719" y="1208701"/>
                    <a:pt x="1004802" y="1220317"/>
                    <a:pt x="1001909" y="1236270"/>
                  </a:cubicBezTo>
                  <a:lnTo>
                    <a:pt x="1001909" y="1236270"/>
                  </a:lnTo>
                  <a:cubicBezTo>
                    <a:pt x="998541" y="1254498"/>
                    <a:pt x="1010621" y="1271986"/>
                    <a:pt x="1028890" y="1275356"/>
                  </a:cubicBezTo>
                  <a:cubicBezTo>
                    <a:pt x="1028922" y="1275356"/>
                    <a:pt x="1028955" y="1275370"/>
                    <a:pt x="1028988" y="1275370"/>
                  </a:cubicBezTo>
                  <a:cubicBezTo>
                    <a:pt x="1039261" y="1277247"/>
                    <a:pt x="1049819" y="1274190"/>
                    <a:pt x="1057493" y="1267124"/>
                  </a:cubicBezTo>
                  <a:cubicBezTo>
                    <a:pt x="1069901" y="1255763"/>
                    <a:pt x="1072029" y="1237024"/>
                    <a:pt x="1062481" y="1223190"/>
                  </a:cubicBezTo>
                  <a:cubicBezTo>
                    <a:pt x="1057478" y="1215725"/>
                    <a:pt x="1049665" y="1210606"/>
                    <a:pt x="1040817" y="1208972"/>
                  </a:cubicBezTo>
                  <a:cubicBezTo>
                    <a:pt x="1038596" y="1208701"/>
                    <a:pt x="1036356" y="1208602"/>
                    <a:pt x="1034119" y="1208687"/>
                  </a:cubicBezTo>
                  <a:close/>
                  <a:moveTo>
                    <a:pt x="1034974" y="1274233"/>
                  </a:moveTo>
                  <a:lnTo>
                    <a:pt x="1029273" y="1274233"/>
                  </a:lnTo>
                  <a:lnTo>
                    <a:pt x="1029273" y="1274233"/>
                  </a:lnTo>
                  <a:cubicBezTo>
                    <a:pt x="1011317" y="1272669"/>
                    <a:pt x="998036" y="1256872"/>
                    <a:pt x="999611" y="1238958"/>
                  </a:cubicBezTo>
                  <a:cubicBezTo>
                    <a:pt x="1001185" y="1221043"/>
                    <a:pt x="1017018" y="1207791"/>
                    <a:pt x="1034974" y="1209370"/>
                  </a:cubicBezTo>
                  <a:cubicBezTo>
                    <a:pt x="1052931" y="1210933"/>
                    <a:pt x="1066211" y="1226730"/>
                    <a:pt x="1064637" y="1244645"/>
                  </a:cubicBezTo>
                  <a:cubicBezTo>
                    <a:pt x="1063253" y="1260384"/>
                    <a:pt x="1050749" y="1272854"/>
                    <a:pt x="1034974" y="1274233"/>
                  </a:cubicBezTo>
                  <a:close/>
                  <a:moveTo>
                    <a:pt x="1030841" y="1264849"/>
                  </a:moveTo>
                  <a:cubicBezTo>
                    <a:pt x="1043315" y="1267081"/>
                    <a:pt x="1055241" y="1258806"/>
                    <a:pt x="1057481" y="1246365"/>
                  </a:cubicBezTo>
                  <a:cubicBezTo>
                    <a:pt x="1059720" y="1233924"/>
                    <a:pt x="1051424" y="1222024"/>
                    <a:pt x="1038950" y="1219791"/>
                  </a:cubicBezTo>
                  <a:cubicBezTo>
                    <a:pt x="1026483" y="1217559"/>
                    <a:pt x="1014558" y="1225820"/>
                    <a:pt x="1012313" y="1238261"/>
                  </a:cubicBezTo>
                  <a:cubicBezTo>
                    <a:pt x="1010067" y="1250702"/>
                    <a:pt x="1018357" y="1262602"/>
                    <a:pt x="1030829" y="1264849"/>
                  </a:cubicBezTo>
                  <a:cubicBezTo>
                    <a:pt x="1030832" y="1264849"/>
                    <a:pt x="1030837" y="1264849"/>
                    <a:pt x="1030841" y="1264849"/>
                  </a:cubicBezTo>
                  <a:close/>
                  <a:moveTo>
                    <a:pt x="1495467" y="985035"/>
                  </a:moveTo>
                  <a:lnTo>
                    <a:pt x="1490194" y="985035"/>
                  </a:lnTo>
                  <a:lnTo>
                    <a:pt x="1490194" y="985035"/>
                  </a:lnTo>
                  <a:cubicBezTo>
                    <a:pt x="1482512" y="983614"/>
                    <a:pt x="1475699" y="979220"/>
                    <a:pt x="1471238" y="972808"/>
                  </a:cubicBezTo>
                  <a:cubicBezTo>
                    <a:pt x="1466649" y="966438"/>
                    <a:pt x="1464896" y="958462"/>
                    <a:pt x="1466392" y="950770"/>
                  </a:cubicBezTo>
                  <a:cubicBezTo>
                    <a:pt x="1467818" y="943106"/>
                    <a:pt x="1472222" y="936310"/>
                    <a:pt x="1478649" y="931859"/>
                  </a:cubicBezTo>
                  <a:cubicBezTo>
                    <a:pt x="1485034" y="927281"/>
                    <a:pt x="1493030" y="925532"/>
                    <a:pt x="1500741" y="927025"/>
                  </a:cubicBezTo>
                  <a:cubicBezTo>
                    <a:pt x="1516774" y="929983"/>
                    <a:pt x="1527392" y="945281"/>
                    <a:pt x="1524542" y="961291"/>
                  </a:cubicBezTo>
                  <a:cubicBezTo>
                    <a:pt x="1523245" y="969011"/>
                    <a:pt x="1518798" y="975850"/>
                    <a:pt x="1512285" y="980201"/>
                  </a:cubicBezTo>
                  <a:cubicBezTo>
                    <a:pt x="1507054" y="983628"/>
                    <a:pt x="1500869" y="985320"/>
                    <a:pt x="1494612" y="985035"/>
                  </a:cubicBezTo>
                  <a:close/>
                  <a:moveTo>
                    <a:pt x="1491904" y="975651"/>
                  </a:moveTo>
                  <a:cubicBezTo>
                    <a:pt x="1497220" y="976661"/>
                    <a:pt x="1502722" y="975481"/>
                    <a:pt x="1507154" y="972381"/>
                  </a:cubicBezTo>
                  <a:cubicBezTo>
                    <a:pt x="1511587" y="969239"/>
                    <a:pt x="1514594" y="964490"/>
                    <a:pt x="1515563" y="959158"/>
                  </a:cubicBezTo>
                  <a:cubicBezTo>
                    <a:pt x="1517444" y="948011"/>
                    <a:pt x="1509919" y="937447"/>
                    <a:pt x="1498731" y="935570"/>
                  </a:cubicBezTo>
                  <a:cubicBezTo>
                    <a:pt x="1493515" y="934689"/>
                    <a:pt x="1488156" y="935855"/>
                    <a:pt x="1483780" y="938826"/>
                  </a:cubicBezTo>
                  <a:cubicBezTo>
                    <a:pt x="1479391" y="941940"/>
                    <a:pt x="1476369" y="946632"/>
                    <a:pt x="1475371" y="951907"/>
                  </a:cubicBezTo>
                  <a:cubicBezTo>
                    <a:pt x="1474359" y="957253"/>
                    <a:pt x="1475542" y="962784"/>
                    <a:pt x="1478649" y="967263"/>
                  </a:cubicBezTo>
                  <a:cubicBezTo>
                    <a:pt x="1481799" y="971684"/>
                    <a:pt x="1486560" y="974684"/>
                    <a:pt x="1491904" y="975651"/>
                  </a:cubicBezTo>
                  <a:close/>
                  <a:moveTo>
                    <a:pt x="546261" y="1471865"/>
                  </a:moveTo>
                  <a:cubicBezTo>
                    <a:pt x="544983" y="1472008"/>
                    <a:pt x="543692" y="1472008"/>
                    <a:pt x="542413" y="1471865"/>
                  </a:cubicBezTo>
                  <a:cubicBezTo>
                    <a:pt x="531090" y="1469704"/>
                    <a:pt x="523599" y="1458884"/>
                    <a:pt x="525595" y="1447552"/>
                  </a:cubicBezTo>
                  <a:cubicBezTo>
                    <a:pt x="526604" y="1442092"/>
                    <a:pt x="529727" y="1437230"/>
                    <a:pt x="534289" y="1434045"/>
                  </a:cubicBezTo>
                  <a:cubicBezTo>
                    <a:pt x="543860" y="1427661"/>
                    <a:pt x="556775" y="1429993"/>
                    <a:pt x="563507" y="1439306"/>
                  </a:cubicBezTo>
                  <a:cubicBezTo>
                    <a:pt x="566662" y="1443927"/>
                    <a:pt x="567889" y="1449585"/>
                    <a:pt x="566927" y="1455088"/>
                  </a:cubicBezTo>
                  <a:cubicBezTo>
                    <a:pt x="564841" y="1465183"/>
                    <a:pt x="555730" y="1472292"/>
                    <a:pt x="545406" y="1471865"/>
                  </a:cubicBezTo>
                  <a:close/>
                  <a:moveTo>
                    <a:pt x="546261" y="1439021"/>
                  </a:moveTo>
                  <a:cubicBezTo>
                    <a:pt x="543863" y="1439036"/>
                    <a:pt x="541524" y="1439775"/>
                    <a:pt x="539563" y="1441154"/>
                  </a:cubicBezTo>
                  <a:cubicBezTo>
                    <a:pt x="536937" y="1442917"/>
                    <a:pt x="535179" y="1445704"/>
                    <a:pt x="534717" y="1448832"/>
                  </a:cubicBezTo>
                  <a:cubicBezTo>
                    <a:pt x="534110" y="1451903"/>
                    <a:pt x="534778" y="1455088"/>
                    <a:pt x="536570" y="1457647"/>
                  </a:cubicBezTo>
                  <a:cubicBezTo>
                    <a:pt x="538393" y="1460235"/>
                    <a:pt x="541152" y="1462026"/>
                    <a:pt x="544266" y="1462623"/>
                  </a:cubicBezTo>
                  <a:cubicBezTo>
                    <a:pt x="550738" y="1463974"/>
                    <a:pt x="557082" y="1459837"/>
                    <a:pt x="558437" y="1453382"/>
                  </a:cubicBezTo>
                  <a:cubicBezTo>
                    <a:pt x="558467" y="1453239"/>
                    <a:pt x="558494" y="1453097"/>
                    <a:pt x="558518" y="1452955"/>
                  </a:cubicBezTo>
                  <a:cubicBezTo>
                    <a:pt x="559103" y="1449870"/>
                    <a:pt x="558380" y="1446671"/>
                    <a:pt x="556523" y="1444140"/>
                  </a:cubicBezTo>
                  <a:cubicBezTo>
                    <a:pt x="554827" y="1441481"/>
                    <a:pt x="552080" y="1439675"/>
                    <a:pt x="548969" y="1439163"/>
                  </a:cubicBezTo>
                  <a:close/>
                  <a:moveTo>
                    <a:pt x="927226" y="561050"/>
                  </a:moveTo>
                  <a:cubicBezTo>
                    <a:pt x="924427" y="561263"/>
                    <a:pt x="921617" y="561263"/>
                    <a:pt x="918817" y="561050"/>
                  </a:cubicBezTo>
                  <a:lnTo>
                    <a:pt x="918817" y="561050"/>
                  </a:lnTo>
                  <a:cubicBezTo>
                    <a:pt x="893025" y="558732"/>
                    <a:pt x="873998" y="535997"/>
                    <a:pt x="876321" y="510262"/>
                  </a:cubicBezTo>
                  <a:cubicBezTo>
                    <a:pt x="878643" y="484542"/>
                    <a:pt x="901434" y="465561"/>
                    <a:pt x="927226" y="467878"/>
                  </a:cubicBezTo>
                  <a:cubicBezTo>
                    <a:pt x="953019" y="470181"/>
                    <a:pt x="972046" y="492931"/>
                    <a:pt x="969724" y="518651"/>
                  </a:cubicBezTo>
                  <a:cubicBezTo>
                    <a:pt x="967692" y="541173"/>
                    <a:pt x="949802" y="559017"/>
                    <a:pt x="927226" y="561050"/>
                  </a:cubicBezTo>
                  <a:close/>
                  <a:moveTo>
                    <a:pt x="920385" y="551381"/>
                  </a:moveTo>
                  <a:cubicBezTo>
                    <a:pt x="940823" y="555135"/>
                    <a:pt x="960437" y="541642"/>
                    <a:pt x="964193" y="521253"/>
                  </a:cubicBezTo>
                  <a:cubicBezTo>
                    <a:pt x="967950" y="500864"/>
                    <a:pt x="954426" y="481300"/>
                    <a:pt x="933988" y="477546"/>
                  </a:cubicBezTo>
                  <a:cubicBezTo>
                    <a:pt x="913550" y="473793"/>
                    <a:pt x="893936" y="487286"/>
                    <a:pt x="890180" y="507675"/>
                  </a:cubicBezTo>
                  <a:cubicBezTo>
                    <a:pt x="890176" y="507703"/>
                    <a:pt x="890173" y="507717"/>
                    <a:pt x="890170" y="507732"/>
                  </a:cubicBezTo>
                  <a:cubicBezTo>
                    <a:pt x="886529" y="528092"/>
                    <a:pt x="900013" y="547571"/>
                    <a:pt x="920385" y="551381"/>
                  </a:cubicBezTo>
                  <a:close/>
                  <a:moveTo>
                    <a:pt x="617095" y="1662246"/>
                  </a:moveTo>
                  <a:cubicBezTo>
                    <a:pt x="615057" y="1662446"/>
                    <a:pt x="613005" y="1662446"/>
                    <a:pt x="610967" y="1662246"/>
                  </a:cubicBezTo>
                  <a:cubicBezTo>
                    <a:pt x="592807" y="1658791"/>
                    <a:pt x="580763" y="1641460"/>
                    <a:pt x="583887" y="1623289"/>
                  </a:cubicBezTo>
                  <a:cubicBezTo>
                    <a:pt x="586595" y="1604962"/>
                    <a:pt x="603688" y="1592279"/>
                    <a:pt x="622067" y="1594980"/>
                  </a:cubicBezTo>
                  <a:cubicBezTo>
                    <a:pt x="640445" y="1597682"/>
                    <a:pt x="653148" y="1614743"/>
                    <a:pt x="650440" y="1633071"/>
                  </a:cubicBezTo>
                  <a:cubicBezTo>
                    <a:pt x="649075" y="1642313"/>
                    <a:pt x="643913" y="1650559"/>
                    <a:pt x="636194" y="1655848"/>
                  </a:cubicBezTo>
                  <a:cubicBezTo>
                    <a:pt x="630654" y="1659915"/>
                    <a:pt x="623975" y="1662161"/>
                    <a:pt x="617095" y="1662246"/>
                  </a:cubicBezTo>
                  <a:close/>
                  <a:moveTo>
                    <a:pt x="617095" y="1604236"/>
                  </a:moveTo>
                  <a:cubicBezTo>
                    <a:pt x="603557" y="1604265"/>
                    <a:pt x="592604" y="1615241"/>
                    <a:pt x="592631" y="1628734"/>
                  </a:cubicBezTo>
                  <a:cubicBezTo>
                    <a:pt x="592641" y="1633710"/>
                    <a:pt x="594165" y="1638545"/>
                    <a:pt x="597000" y="1642625"/>
                  </a:cubicBezTo>
                  <a:cubicBezTo>
                    <a:pt x="600698" y="1647971"/>
                    <a:pt x="606400" y="1651611"/>
                    <a:pt x="612820" y="1652720"/>
                  </a:cubicBezTo>
                  <a:lnTo>
                    <a:pt x="612820" y="1652720"/>
                  </a:lnTo>
                  <a:cubicBezTo>
                    <a:pt x="619216" y="1653971"/>
                    <a:pt x="625851" y="1652592"/>
                    <a:pt x="631205" y="1648881"/>
                  </a:cubicBezTo>
                  <a:cubicBezTo>
                    <a:pt x="636500" y="1645128"/>
                    <a:pt x="640127" y="1639469"/>
                    <a:pt x="641324" y="1633099"/>
                  </a:cubicBezTo>
                  <a:cubicBezTo>
                    <a:pt x="643660" y="1619805"/>
                    <a:pt x="634820" y="1607108"/>
                    <a:pt x="621514" y="1604663"/>
                  </a:cubicBezTo>
                  <a:close/>
                  <a:moveTo>
                    <a:pt x="34460" y="1580634"/>
                  </a:moveTo>
                  <a:cubicBezTo>
                    <a:pt x="32470" y="1580848"/>
                    <a:pt x="30463" y="1580848"/>
                    <a:pt x="28474" y="1580634"/>
                  </a:cubicBezTo>
                  <a:lnTo>
                    <a:pt x="28474" y="1580634"/>
                  </a:lnTo>
                  <a:cubicBezTo>
                    <a:pt x="10118" y="1577790"/>
                    <a:pt x="-2449" y="1560629"/>
                    <a:pt x="404" y="1542331"/>
                  </a:cubicBezTo>
                  <a:cubicBezTo>
                    <a:pt x="1858" y="1532989"/>
                    <a:pt x="7184" y="1524714"/>
                    <a:pt x="15076" y="1519496"/>
                  </a:cubicBezTo>
                  <a:cubicBezTo>
                    <a:pt x="30351" y="1508989"/>
                    <a:pt x="51266" y="1512814"/>
                    <a:pt x="61824" y="1528027"/>
                  </a:cubicBezTo>
                  <a:cubicBezTo>
                    <a:pt x="72372" y="1543283"/>
                    <a:pt x="68526" y="1564184"/>
                    <a:pt x="53235" y="1574705"/>
                  </a:cubicBezTo>
                  <a:cubicBezTo>
                    <a:pt x="47630" y="1578558"/>
                    <a:pt x="40984" y="1580620"/>
                    <a:pt x="34175" y="1580634"/>
                  </a:cubicBezTo>
                  <a:close/>
                  <a:moveTo>
                    <a:pt x="30041" y="1571250"/>
                  </a:moveTo>
                  <a:cubicBezTo>
                    <a:pt x="43363" y="1573653"/>
                    <a:pt x="56120" y="1564838"/>
                    <a:pt x="58535" y="1551544"/>
                  </a:cubicBezTo>
                  <a:cubicBezTo>
                    <a:pt x="58539" y="1551530"/>
                    <a:pt x="58542" y="1551501"/>
                    <a:pt x="58546" y="1551487"/>
                  </a:cubicBezTo>
                  <a:cubicBezTo>
                    <a:pt x="60971" y="1538221"/>
                    <a:pt x="52172" y="1525496"/>
                    <a:pt x="38878" y="1523051"/>
                  </a:cubicBezTo>
                  <a:cubicBezTo>
                    <a:pt x="32462" y="1521842"/>
                    <a:pt x="25826" y="1523278"/>
                    <a:pt x="20492" y="1527032"/>
                  </a:cubicBezTo>
                  <a:cubicBezTo>
                    <a:pt x="9337" y="1534681"/>
                    <a:pt x="6513" y="1549909"/>
                    <a:pt x="14185" y="1561042"/>
                  </a:cubicBezTo>
                  <a:cubicBezTo>
                    <a:pt x="17893" y="1566416"/>
                    <a:pt x="23602" y="1570098"/>
                    <a:pt x="30041" y="1571250"/>
                  </a:cubicBezTo>
                  <a:close/>
                  <a:moveTo>
                    <a:pt x="319649" y="1831585"/>
                  </a:moveTo>
                  <a:lnTo>
                    <a:pt x="315801" y="1831585"/>
                  </a:lnTo>
                  <a:lnTo>
                    <a:pt x="315801" y="1831585"/>
                  </a:lnTo>
                  <a:cubicBezTo>
                    <a:pt x="304353" y="1829495"/>
                    <a:pt x="296764" y="1818547"/>
                    <a:pt x="298841" y="1807129"/>
                  </a:cubicBezTo>
                  <a:cubicBezTo>
                    <a:pt x="300768" y="1795741"/>
                    <a:pt x="311579" y="1788077"/>
                    <a:pt x="322988" y="1789997"/>
                  </a:cubicBezTo>
                  <a:cubicBezTo>
                    <a:pt x="323111" y="1790025"/>
                    <a:pt x="323233" y="1790039"/>
                    <a:pt x="323355" y="1790068"/>
                  </a:cubicBezTo>
                  <a:cubicBezTo>
                    <a:pt x="334873" y="1792272"/>
                    <a:pt x="342423" y="1803362"/>
                    <a:pt x="340218" y="1814864"/>
                  </a:cubicBezTo>
                  <a:cubicBezTo>
                    <a:pt x="339185" y="1820239"/>
                    <a:pt x="336103" y="1825016"/>
                    <a:pt x="331621" y="1828172"/>
                  </a:cubicBezTo>
                  <a:cubicBezTo>
                    <a:pt x="328062" y="1830476"/>
                    <a:pt x="323892" y="1831670"/>
                    <a:pt x="319649" y="1831585"/>
                  </a:cubicBezTo>
                  <a:close/>
                  <a:moveTo>
                    <a:pt x="319649" y="1798598"/>
                  </a:moveTo>
                  <a:cubicBezTo>
                    <a:pt x="317205" y="1798598"/>
                    <a:pt x="314820" y="1799352"/>
                    <a:pt x="312808" y="1800731"/>
                  </a:cubicBezTo>
                  <a:cubicBezTo>
                    <a:pt x="307398" y="1804385"/>
                    <a:pt x="305980" y="1811722"/>
                    <a:pt x="309642" y="1817125"/>
                  </a:cubicBezTo>
                  <a:cubicBezTo>
                    <a:pt x="309699" y="1817196"/>
                    <a:pt x="309756" y="1817281"/>
                    <a:pt x="309815" y="1817367"/>
                  </a:cubicBezTo>
                  <a:cubicBezTo>
                    <a:pt x="311626" y="1820040"/>
                    <a:pt x="314464" y="1821831"/>
                    <a:pt x="317654" y="1822343"/>
                  </a:cubicBezTo>
                  <a:lnTo>
                    <a:pt x="317654" y="1822343"/>
                  </a:lnTo>
                  <a:cubicBezTo>
                    <a:pt x="324032" y="1823765"/>
                    <a:pt x="330351" y="1819755"/>
                    <a:pt x="331771" y="1813385"/>
                  </a:cubicBezTo>
                  <a:cubicBezTo>
                    <a:pt x="331823" y="1813144"/>
                    <a:pt x="331868" y="1812916"/>
                    <a:pt x="331906" y="1812675"/>
                  </a:cubicBezTo>
                  <a:cubicBezTo>
                    <a:pt x="333197" y="1806120"/>
                    <a:pt x="328923" y="1799779"/>
                    <a:pt x="322358" y="1798485"/>
                  </a:cubicBezTo>
                  <a:cubicBezTo>
                    <a:pt x="322310" y="1798471"/>
                    <a:pt x="322263" y="1798471"/>
                    <a:pt x="322214" y="1798456"/>
                  </a:cubicBezTo>
                  <a:close/>
                  <a:moveTo>
                    <a:pt x="226011" y="1099491"/>
                  </a:moveTo>
                  <a:lnTo>
                    <a:pt x="222020" y="1099491"/>
                  </a:lnTo>
                  <a:lnTo>
                    <a:pt x="222020" y="1099491"/>
                  </a:lnTo>
                  <a:cubicBezTo>
                    <a:pt x="210123" y="1097188"/>
                    <a:pt x="202261" y="1085814"/>
                    <a:pt x="204348" y="1073899"/>
                  </a:cubicBezTo>
                  <a:cubicBezTo>
                    <a:pt x="205361" y="1068140"/>
                    <a:pt x="208646" y="1063008"/>
                    <a:pt x="213469" y="1059681"/>
                  </a:cubicBezTo>
                  <a:cubicBezTo>
                    <a:pt x="218264" y="1056425"/>
                    <a:pt x="224141" y="1055145"/>
                    <a:pt x="229859" y="1056126"/>
                  </a:cubicBezTo>
                  <a:cubicBezTo>
                    <a:pt x="241750" y="1058358"/>
                    <a:pt x="249667" y="1069676"/>
                    <a:pt x="247675" y="1081577"/>
                  </a:cubicBezTo>
                  <a:cubicBezTo>
                    <a:pt x="246562" y="1087307"/>
                    <a:pt x="243298" y="1092382"/>
                    <a:pt x="238553" y="1095795"/>
                  </a:cubicBezTo>
                  <a:cubicBezTo>
                    <a:pt x="234795" y="1098269"/>
                    <a:pt x="230374" y="1099563"/>
                    <a:pt x="225869" y="1099491"/>
                  </a:cubicBezTo>
                  <a:close/>
                  <a:moveTo>
                    <a:pt x="226011" y="1064657"/>
                  </a:moveTo>
                  <a:cubicBezTo>
                    <a:pt x="223426" y="1064742"/>
                    <a:pt x="220913" y="1065524"/>
                    <a:pt x="218742" y="1066932"/>
                  </a:cubicBezTo>
                  <a:cubicBezTo>
                    <a:pt x="215915" y="1068894"/>
                    <a:pt x="214012" y="1071923"/>
                    <a:pt x="213469" y="1075321"/>
                  </a:cubicBezTo>
                  <a:cubicBezTo>
                    <a:pt x="212256" y="1082302"/>
                    <a:pt x="216894" y="1088956"/>
                    <a:pt x="223873" y="1090250"/>
                  </a:cubicBezTo>
                  <a:lnTo>
                    <a:pt x="223873" y="1090250"/>
                  </a:lnTo>
                  <a:cubicBezTo>
                    <a:pt x="230596" y="1090975"/>
                    <a:pt x="236769" y="1086482"/>
                    <a:pt x="238126" y="1079871"/>
                  </a:cubicBezTo>
                  <a:cubicBezTo>
                    <a:pt x="238726" y="1076487"/>
                    <a:pt x="237957" y="1073017"/>
                    <a:pt x="235988" y="1070202"/>
                  </a:cubicBezTo>
                  <a:cubicBezTo>
                    <a:pt x="234074" y="1067387"/>
                    <a:pt x="231085" y="1065482"/>
                    <a:pt x="227721" y="1064941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3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Dots">
              <a:extLst>
                <a:ext uri="{FF2B5EF4-FFF2-40B4-BE49-F238E27FC236}">
                  <a16:creationId xmlns:a16="http://schemas.microsoft.com/office/drawing/2014/main" id="{007F40DD-8BF9-4E86-8C28-787CFE448D83}"/>
                </a:ext>
              </a:extLst>
            </p:cNvPr>
            <p:cNvSpPr/>
            <p:nvPr/>
          </p:nvSpPr>
          <p:spPr>
            <a:xfrm>
              <a:off x="9581556" y="2505842"/>
              <a:ext cx="2309166" cy="2483088"/>
            </a:xfrm>
            <a:custGeom>
              <a:avLst/>
              <a:gdLst>
                <a:gd name="connsiteX0" fmla="*/ 2294915 w 2309166"/>
                <a:gd name="connsiteY0" fmla="*/ 1299115 h 2483088"/>
                <a:gd name="connsiteX1" fmla="*/ 2309167 w 2309166"/>
                <a:gd name="connsiteY1" fmla="*/ 1313333 h 2483088"/>
                <a:gd name="connsiteX2" fmla="*/ 2309167 w 2309166"/>
                <a:gd name="connsiteY2" fmla="*/ 1313333 h 2483088"/>
                <a:gd name="connsiteX3" fmla="*/ 2294915 w 2309166"/>
                <a:gd name="connsiteY3" fmla="*/ 1327551 h 2483088"/>
                <a:gd name="connsiteX4" fmla="*/ 2294915 w 2309166"/>
                <a:gd name="connsiteY4" fmla="*/ 1327551 h 2483088"/>
                <a:gd name="connsiteX5" fmla="*/ 2280662 w 2309166"/>
                <a:gd name="connsiteY5" fmla="*/ 1313333 h 2483088"/>
                <a:gd name="connsiteX6" fmla="*/ 2280662 w 2309166"/>
                <a:gd name="connsiteY6" fmla="*/ 1313333 h 2483088"/>
                <a:gd name="connsiteX7" fmla="*/ 2294915 w 2309166"/>
                <a:gd name="connsiteY7" fmla="*/ 1299115 h 2483088"/>
                <a:gd name="connsiteX8" fmla="*/ 1344996 w 2309166"/>
                <a:gd name="connsiteY8" fmla="*/ 1424661 h 2483088"/>
                <a:gd name="connsiteX9" fmla="*/ 1327466 w 2309166"/>
                <a:gd name="connsiteY9" fmla="*/ 1442149 h 2483088"/>
                <a:gd name="connsiteX10" fmla="*/ 1327466 w 2309166"/>
                <a:gd name="connsiteY10" fmla="*/ 1442149 h 2483088"/>
                <a:gd name="connsiteX11" fmla="*/ 1344996 w 2309166"/>
                <a:gd name="connsiteY11" fmla="*/ 1459496 h 2483088"/>
                <a:gd name="connsiteX12" fmla="*/ 1344996 w 2309166"/>
                <a:gd name="connsiteY12" fmla="*/ 1459496 h 2483088"/>
                <a:gd name="connsiteX13" fmla="*/ 1362384 w 2309166"/>
                <a:gd name="connsiteY13" fmla="*/ 1442149 h 2483088"/>
                <a:gd name="connsiteX14" fmla="*/ 1362384 w 2309166"/>
                <a:gd name="connsiteY14" fmla="*/ 1442149 h 2483088"/>
                <a:gd name="connsiteX15" fmla="*/ 1344996 w 2309166"/>
                <a:gd name="connsiteY15" fmla="*/ 1424661 h 2483088"/>
                <a:gd name="connsiteX16" fmla="*/ 1314068 w 2309166"/>
                <a:gd name="connsiteY16" fmla="*/ 1096932 h 2483088"/>
                <a:gd name="connsiteX17" fmla="*/ 1296681 w 2309166"/>
                <a:gd name="connsiteY17" fmla="*/ 1114279 h 2483088"/>
                <a:gd name="connsiteX18" fmla="*/ 1296681 w 2309166"/>
                <a:gd name="connsiteY18" fmla="*/ 1114279 h 2483088"/>
                <a:gd name="connsiteX19" fmla="*/ 1314068 w 2309166"/>
                <a:gd name="connsiteY19" fmla="*/ 1131767 h 2483088"/>
                <a:gd name="connsiteX20" fmla="*/ 1314068 w 2309166"/>
                <a:gd name="connsiteY20" fmla="*/ 1131767 h 2483088"/>
                <a:gd name="connsiteX21" fmla="*/ 1331599 w 2309166"/>
                <a:gd name="connsiteY21" fmla="*/ 1114279 h 2483088"/>
                <a:gd name="connsiteX22" fmla="*/ 1331599 w 2309166"/>
                <a:gd name="connsiteY22" fmla="*/ 1114279 h 2483088"/>
                <a:gd name="connsiteX23" fmla="*/ 1314211 w 2309166"/>
                <a:gd name="connsiteY23" fmla="*/ 1096932 h 2483088"/>
                <a:gd name="connsiteX24" fmla="*/ 1314068 w 2309166"/>
                <a:gd name="connsiteY24" fmla="*/ 1096932 h 2483088"/>
                <a:gd name="connsiteX25" fmla="*/ 1345566 w 2309166"/>
                <a:gd name="connsiteY25" fmla="*/ 1190630 h 2483088"/>
                <a:gd name="connsiteX26" fmla="*/ 1336445 w 2309166"/>
                <a:gd name="connsiteY26" fmla="*/ 1199730 h 2483088"/>
                <a:gd name="connsiteX27" fmla="*/ 1336445 w 2309166"/>
                <a:gd name="connsiteY27" fmla="*/ 1199730 h 2483088"/>
                <a:gd name="connsiteX28" fmla="*/ 1345566 w 2309166"/>
                <a:gd name="connsiteY28" fmla="*/ 1208687 h 2483088"/>
                <a:gd name="connsiteX29" fmla="*/ 1345566 w 2309166"/>
                <a:gd name="connsiteY29" fmla="*/ 1208687 h 2483088"/>
                <a:gd name="connsiteX30" fmla="*/ 1354545 w 2309166"/>
                <a:gd name="connsiteY30" fmla="*/ 1199730 h 2483088"/>
                <a:gd name="connsiteX31" fmla="*/ 1354545 w 2309166"/>
                <a:gd name="connsiteY31" fmla="*/ 1199730 h 2483088"/>
                <a:gd name="connsiteX32" fmla="*/ 1345566 w 2309166"/>
                <a:gd name="connsiteY32" fmla="*/ 1190630 h 2483088"/>
                <a:gd name="connsiteX33" fmla="*/ 1410984 w 2309166"/>
                <a:gd name="connsiteY33" fmla="*/ 1183094 h 2483088"/>
                <a:gd name="connsiteX34" fmla="*/ 1401863 w 2309166"/>
                <a:gd name="connsiteY34" fmla="*/ 1192194 h 2483088"/>
                <a:gd name="connsiteX35" fmla="*/ 1401863 w 2309166"/>
                <a:gd name="connsiteY35" fmla="*/ 1192194 h 2483088"/>
                <a:gd name="connsiteX36" fmla="*/ 1410984 w 2309166"/>
                <a:gd name="connsiteY36" fmla="*/ 1201152 h 2483088"/>
                <a:gd name="connsiteX37" fmla="*/ 1410984 w 2309166"/>
                <a:gd name="connsiteY37" fmla="*/ 1201152 h 2483088"/>
                <a:gd name="connsiteX38" fmla="*/ 1419963 w 2309166"/>
                <a:gd name="connsiteY38" fmla="*/ 1192194 h 2483088"/>
                <a:gd name="connsiteX39" fmla="*/ 1419963 w 2309166"/>
                <a:gd name="connsiteY39" fmla="*/ 1192194 h 2483088"/>
                <a:gd name="connsiteX40" fmla="*/ 1410984 w 2309166"/>
                <a:gd name="connsiteY40" fmla="*/ 1183094 h 2483088"/>
                <a:gd name="connsiteX41" fmla="*/ 1556216 w 2309166"/>
                <a:gd name="connsiteY41" fmla="*/ 1166317 h 2483088"/>
                <a:gd name="connsiteX42" fmla="*/ 1547237 w 2309166"/>
                <a:gd name="connsiteY42" fmla="*/ 1175274 h 2483088"/>
                <a:gd name="connsiteX43" fmla="*/ 1547237 w 2309166"/>
                <a:gd name="connsiteY43" fmla="*/ 1175274 h 2483088"/>
                <a:gd name="connsiteX44" fmla="*/ 1556216 w 2309166"/>
                <a:gd name="connsiteY44" fmla="*/ 1184374 h 2483088"/>
                <a:gd name="connsiteX45" fmla="*/ 1556216 w 2309166"/>
                <a:gd name="connsiteY45" fmla="*/ 1184374 h 2483088"/>
                <a:gd name="connsiteX46" fmla="*/ 1565337 w 2309166"/>
                <a:gd name="connsiteY46" fmla="*/ 1175274 h 2483088"/>
                <a:gd name="connsiteX47" fmla="*/ 1565337 w 2309166"/>
                <a:gd name="connsiteY47" fmla="*/ 1175274 h 2483088"/>
                <a:gd name="connsiteX48" fmla="*/ 1556216 w 2309166"/>
                <a:gd name="connsiteY48" fmla="*/ 1166317 h 2483088"/>
                <a:gd name="connsiteX49" fmla="*/ 2294915 w 2309166"/>
                <a:gd name="connsiteY49" fmla="*/ 1175417 h 2483088"/>
                <a:gd name="connsiteX50" fmla="*/ 2291067 w 2309166"/>
                <a:gd name="connsiteY50" fmla="*/ 1179256 h 2483088"/>
                <a:gd name="connsiteX51" fmla="*/ 2291067 w 2309166"/>
                <a:gd name="connsiteY51" fmla="*/ 1179256 h 2483088"/>
                <a:gd name="connsiteX52" fmla="*/ 2294915 w 2309166"/>
                <a:gd name="connsiteY52" fmla="*/ 1183094 h 2483088"/>
                <a:gd name="connsiteX53" fmla="*/ 2294915 w 2309166"/>
                <a:gd name="connsiteY53" fmla="*/ 1183094 h 2483088"/>
                <a:gd name="connsiteX54" fmla="*/ 2298763 w 2309166"/>
                <a:gd name="connsiteY54" fmla="*/ 1179256 h 2483088"/>
                <a:gd name="connsiteX55" fmla="*/ 2298763 w 2309166"/>
                <a:gd name="connsiteY55" fmla="*/ 1179256 h 2483088"/>
                <a:gd name="connsiteX56" fmla="*/ 2294915 w 2309166"/>
                <a:gd name="connsiteY56" fmla="*/ 1175417 h 2483088"/>
                <a:gd name="connsiteX57" fmla="*/ 2237050 w 2309166"/>
                <a:gd name="connsiteY57" fmla="*/ 1197739 h 2483088"/>
                <a:gd name="connsiteX58" fmla="*/ 2233202 w 2309166"/>
                <a:gd name="connsiteY58" fmla="*/ 1201578 h 2483088"/>
                <a:gd name="connsiteX59" fmla="*/ 2233202 w 2309166"/>
                <a:gd name="connsiteY59" fmla="*/ 1201578 h 2483088"/>
                <a:gd name="connsiteX60" fmla="*/ 2237050 w 2309166"/>
                <a:gd name="connsiteY60" fmla="*/ 1205559 h 2483088"/>
                <a:gd name="connsiteX61" fmla="*/ 2237050 w 2309166"/>
                <a:gd name="connsiteY61" fmla="*/ 1205559 h 2483088"/>
                <a:gd name="connsiteX62" fmla="*/ 2240898 w 2309166"/>
                <a:gd name="connsiteY62" fmla="*/ 1201578 h 2483088"/>
                <a:gd name="connsiteX63" fmla="*/ 2240898 w 2309166"/>
                <a:gd name="connsiteY63" fmla="*/ 1201578 h 2483088"/>
                <a:gd name="connsiteX64" fmla="*/ 2237050 w 2309166"/>
                <a:gd name="connsiteY64" fmla="*/ 1197739 h 2483088"/>
                <a:gd name="connsiteX65" fmla="*/ 2222798 w 2309166"/>
                <a:gd name="connsiteY65" fmla="*/ 1169303 h 2483088"/>
                <a:gd name="connsiteX66" fmla="*/ 2218950 w 2309166"/>
                <a:gd name="connsiteY66" fmla="*/ 1173142 h 2483088"/>
                <a:gd name="connsiteX67" fmla="*/ 2218950 w 2309166"/>
                <a:gd name="connsiteY67" fmla="*/ 1173142 h 2483088"/>
                <a:gd name="connsiteX68" fmla="*/ 2222798 w 2309166"/>
                <a:gd name="connsiteY68" fmla="*/ 1176981 h 2483088"/>
                <a:gd name="connsiteX69" fmla="*/ 2222798 w 2309166"/>
                <a:gd name="connsiteY69" fmla="*/ 1176981 h 2483088"/>
                <a:gd name="connsiteX70" fmla="*/ 2226646 w 2309166"/>
                <a:gd name="connsiteY70" fmla="*/ 1173142 h 2483088"/>
                <a:gd name="connsiteX71" fmla="*/ 2226646 w 2309166"/>
                <a:gd name="connsiteY71" fmla="*/ 1173142 h 2483088"/>
                <a:gd name="connsiteX72" fmla="*/ 2222798 w 2309166"/>
                <a:gd name="connsiteY72" fmla="*/ 1169303 h 2483088"/>
                <a:gd name="connsiteX73" fmla="*/ 2146690 w 2309166"/>
                <a:gd name="connsiteY73" fmla="*/ 1021150 h 2483088"/>
                <a:gd name="connsiteX74" fmla="*/ 2142842 w 2309166"/>
                <a:gd name="connsiteY74" fmla="*/ 1024989 h 2483088"/>
                <a:gd name="connsiteX75" fmla="*/ 2142842 w 2309166"/>
                <a:gd name="connsiteY75" fmla="*/ 1024989 h 2483088"/>
                <a:gd name="connsiteX76" fmla="*/ 2146690 w 2309166"/>
                <a:gd name="connsiteY76" fmla="*/ 1028827 h 2483088"/>
                <a:gd name="connsiteX77" fmla="*/ 2146690 w 2309166"/>
                <a:gd name="connsiteY77" fmla="*/ 1028827 h 2483088"/>
                <a:gd name="connsiteX78" fmla="*/ 2150538 w 2309166"/>
                <a:gd name="connsiteY78" fmla="*/ 1024989 h 2483088"/>
                <a:gd name="connsiteX79" fmla="*/ 2150538 w 2309166"/>
                <a:gd name="connsiteY79" fmla="*/ 1024989 h 2483088"/>
                <a:gd name="connsiteX80" fmla="*/ 2146690 w 2309166"/>
                <a:gd name="connsiteY80" fmla="*/ 1021150 h 2483088"/>
                <a:gd name="connsiteX81" fmla="*/ 1840978 w 2309166"/>
                <a:gd name="connsiteY81" fmla="*/ 1135890 h 2483088"/>
                <a:gd name="connsiteX82" fmla="*/ 1834564 w 2309166"/>
                <a:gd name="connsiteY82" fmla="*/ 1142288 h 2483088"/>
                <a:gd name="connsiteX83" fmla="*/ 1834564 w 2309166"/>
                <a:gd name="connsiteY83" fmla="*/ 1142288 h 2483088"/>
                <a:gd name="connsiteX84" fmla="*/ 1840978 w 2309166"/>
                <a:gd name="connsiteY84" fmla="*/ 1148829 h 2483088"/>
                <a:gd name="connsiteX85" fmla="*/ 1840978 w 2309166"/>
                <a:gd name="connsiteY85" fmla="*/ 1148829 h 2483088"/>
                <a:gd name="connsiteX86" fmla="*/ 1847534 w 2309166"/>
                <a:gd name="connsiteY86" fmla="*/ 1142288 h 2483088"/>
                <a:gd name="connsiteX87" fmla="*/ 1847534 w 2309166"/>
                <a:gd name="connsiteY87" fmla="*/ 1142288 h 2483088"/>
                <a:gd name="connsiteX88" fmla="*/ 1840978 w 2309166"/>
                <a:gd name="connsiteY88" fmla="*/ 1135890 h 2483088"/>
                <a:gd name="connsiteX89" fmla="*/ 1780263 w 2309166"/>
                <a:gd name="connsiteY89" fmla="*/ 1377599 h 2483088"/>
                <a:gd name="connsiteX90" fmla="*/ 1773706 w 2309166"/>
                <a:gd name="connsiteY90" fmla="*/ 1384139 h 2483088"/>
                <a:gd name="connsiteX91" fmla="*/ 1773706 w 2309166"/>
                <a:gd name="connsiteY91" fmla="*/ 1384139 h 2483088"/>
                <a:gd name="connsiteX92" fmla="*/ 1780263 w 2309166"/>
                <a:gd name="connsiteY92" fmla="*/ 1390537 h 2483088"/>
                <a:gd name="connsiteX93" fmla="*/ 1780263 w 2309166"/>
                <a:gd name="connsiteY93" fmla="*/ 1390537 h 2483088"/>
                <a:gd name="connsiteX94" fmla="*/ 1786676 w 2309166"/>
                <a:gd name="connsiteY94" fmla="*/ 1384139 h 2483088"/>
                <a:gd name="connsiteX95" fmla="*/ 1786676 w 2309166"/>
                <a:gd name="connsiteY95" fmla="*/ 1384139 h 2483088"/>
                <a:gd name="connsiteX96" fmla="*/ 1780263 w 2309166"/>
                <a:gd name="connsiteY96" fmla="*/ 1377599 h 2483088"/>
                <a:gd name="connsiteX97" fmla="*/ 1642443 w 2309166"/>
                <a:gd name="connsiteY97" fmla="*/ 1242953 h 2483088"/>
                <a:gd name="connsiteX98" fmla="*/ 1635886 w 2309166"/>
                <a:gd name="connsiteY98" fmla="*/ 1249351 h 2483088"/>
                <a:gd name="connsiteX99" fmla="*/ 1635886 w 2309166"/>
                <a:gd name="connsiteY99" fmla="*/ 1249351 h 2483088"/>
                <a:gd name="connsiteX100" fmla="*/ 1642443 w 2309166"/>
                <a:gd name="connsiteY100" fmla="*/ 1255891 h 2483088"/>
                <a:gd name="connsiteX101" fmla="*/ 1642443 w 2309166"/>
                <a:gd name="connsiteY101" fmla="*/ 1255891 h 2483088"/>
                <a:gd name="connsiteX102" fmla="*/ 1648856 w 2309166"/>
                <a:gd name="connsiteY102" fmla="*/ 1249351 h 2483088"/>
                <a:gd name="connsiteX103" fmla="*/ 1648856 w 2309166"/>
                <a:gd name="connsiteY103" fmla="*/ 1249351 h 2483088"/>
                <a:gd name="connsiteX104" fmla="*/ 1642443 w 2309166"/>
                <a:gd name="connsiteY104" fmla="*/ 1242953 h 2483088"/>
                <a:gd name="connsiteX105" fmla="*/ 1651849 w 2309166"/>
                <a:gd name="connsiteY105" fmla="*/ 1048733 h 2483088"/>
                <a:gd name="connsiteX106" fmla="*/ 1645435 w 2309166"/>
                <a:gd name="connsiteY106" fmla="*/ 1055273 h 2483088"/>
                <a:gd name="connsiteX107" fmla="*/ 1645435 w 2309166"/>
                <a:gd name="connsiteY107" fmla="*/ 1055273 h 2483088"/>
                <a:gd name="connsiteX108" fmla="*/ 1651849 w 2309166"/>
                <a:gd name="connsiteY108" fmla="*/ 1061671 h 2483088"/>
                <a:gd name="connsiteX109" fmla="*/ 1651849 w 2309166"/>
                <a:gd name="connsiteY109" fmla="*/ 1061671 h 2483088"/>
                <a:gd name="connsiteX110" fmla="*/ 1658405 w 2309166"/>
                <a:gd name="connsiteY110" fmla="*/ 1055273 h 2483088"/>
                <a:gd name="connsiteX111" fmla="*/ 1658405 w 2309166"/>
                <a:gd name="connsiteY111" fmla="*/ 1055273 h 2483088"/>
                <a:gd name="connsiteX112" fmla="*/ 1651849 w 2309166"/>
                <a:gd name="connsiteY112" fmla="*/ 1048733 h 2483088"/>
                <a:gd name="connsiteX113" fmla="*/ 1398300 w 2309166"/>
                <a:gd name="connsiteY113" fmla="*/ 1092951 h 2483088"/>
                <a:gd name="connsiteX114" fmla="*/ 1391886 w 2309166"/>
                <a:gd name="connsiteY114" fmla="*/ 1099492 h 2483088"/>
                <a:gd name="connsiteX115" fmla="*/ 1391886 w 2309166"/>
                <a:gd name="connsiteY115" fmla="*/ 1099492 h 2483088"/>
                <a:gd name="connsiteX116" fmla="*/ 1398300 w 2309166"/>
                <a:gd name="connsiteY116" fmla="*/ 1106032 h 2483088"/>
                <a:gd name="connsiteX117" fmla="*/ 1398300 w 2309166"/>
                <a:gd name="connsiteY117" fmla="*/ 1106032 h 2483088"/>
                <a:gd name="connsiteX118" fmla="*/ 1404856 w 2309166"/>
                <a:gd name="connsiteY118" fmla="*/ 1099492 h 2483088"/>
                <a:gd name="connsiteX119" fmla="*/ 1404856 w 2309166"/>
                <a:gd name="connsiteY119" fmla="*/ 1099492 h 2483088"/>
                <a:gd name="connsiteX120" fmla="*/ 1398300 w 2309166"/>
                <a:gd name="connsiteY120" fmla="*/ 1092951 h 2483088"/>
                <a:gd name="connsiteX121" fmla="*/ 1478683 w 2309166"/>
                <a:gd name="connsiteY121" fmla="*/ 773611 h 2483088"/>
                <a:gd name="connsiteX122" fmla="*/ 1472127 w 2309166"/>
                <a:gd name="connsiteY122" fmla="*/ 780152 h 2483088"/>
                <a:gd name="connsiteX123" fmla="*/ 1472127 w 2309166"/>
                <a:gd name="connsiteY123" fmla="*/ 780152 h 2483088"/>
                <a:gd name="connsiteX124" fmla="*/ 1478683 w 2309166"/>
                <a:gd name="connsiteY124" fmla="*/ 786550 h 2483088"/>
                <a:gd name="connsiteX125" fmla="*/ 1478683 w 2309166"/>
                <a:gd name="connsiteY125" fmla="*/ 786550 h 2483088"/>
                <a:gd name="connsiteX126" fmla="*/ 1485097 w 2309166"/>
                <a:gd name="connsiteY126" fmla="*/ 780152 h 2483088"/>
                <a:gd name="connsiteX127" fmla="*/ 1485097 w 2309166"/>
                <a:gd name="connsiteY127" fmla="*/ 780152 h 2483088"/>
                <a:gd name="connsiteX128" fmla="*/ 1478683 w 2309166"/>
                <a:gd name="connsiteY128" fmla="*/ 773611 h 2483088"/>
                <a:gd name="connsiteX129" fmla="*/ 1614365 w 2309166"/>
                <a:gd name="connsiteY129" fmla="*/ 909679 h 2483088"/>
                <a:gd name="connsiteX130" fmla="*/ 1607952 w 2309166"/>
                <a:gd name="connsiteY130" fmla="*/ 916220 h 2483088"/>
                <a:gd name="connsiteX131" fmla="*/ 1607952 w 2309166"/>
                <a:gd name="connsiteY131" fmla="*/ 916220 h 2483088"/>
                <a:gd name="connsiteX132" fmla="*/ 1614365 w 2309166"/>
                <a:gd name="connsiteY132" fmla="*/ 922618 h 2483088"/>
                <a:gd name="connsiteX133" fmla="*/ 1614365 w 2309166"/>
                <a:gd name="connsiteY133" fmla="*/ 922618 h 2483088"/>
                <a:gd name="connsiteX134" fmla="*/ 1620921 w 2309166"/>
                <a:gd name="connsiteY134" fmla="*/ 916220 h 2483088"/>
                <a:gd name="connsiteX135" fmla="*/ 1620921 w 2309166"/>
                <a:gd name="connsiteY135" fmla="*/ 916220 h 2483088"/>
                <a:gd name="connsiteX136" fmla="*/ 1614365 w 2309166"/>
                <a:gd name="connsiteY136" fmla="*/ 909679 h 2483088"/>
                <a:gd name="connsiteX137" fmla="*/ 1762590 w 2309166"/>
                <a:gd name="connsiteY137" fmla="*/ 1057690 h 2483088"/>
                <a:gd name="connsiteX138" fmla="*/ 1756176 w 2309166"/>
                <a:gd name="connsiteY138" fmla="*/ 1064089 h 2483088"/>
                <a:gd name="connsiteX139" fmla="*/ 1756176 w 2309166"/>
                <a:gd name="connsiteY139" fmla="*/ 1064089 h 2483088"/>
                <a:gd name="connsiteX140" fmla="*/ 1762590 w 2309166"/>
                <a:gd name="connsiteY140" fmla="*/ 1070629 h 2483088"/>
                <a:gd name="connsiteX141" fmla="*/ 1762590 w 2309166"/>
                <a:gd name="connsiteY141" fmla="*/ 1070629 h 2483088"/>
                <a:gd name="connsiteX142" fmla="*/ 1769146 w 2309166"/>
                <a:gd name="connsiteY142" fmla="*/ 1064089 h 2483088"/>
                <a:gd name="connsiteX143" fmla="*/ 1769146 w 2309166"/>
                <a:gd name="connsiteY143" fmla="*/ 1064089 h 2483088"/>
                <a:gd name="connsiteX144" fmla="*/ 1762732 w 2309166"/>
                <a:gd name="connsiteY144" fmla="*/ 1057690 h 2483088"/>
                <a:gd name="connsiteX145" fmla="*/ 1762590 w 2309166"/>
                <a:gd name="connsiteY145" fmla="*/ 1057690 h 2483088"/>
                <a:gd name="connsiteX146" fmla="*/ 1701590 w 2309166"/>
                <a:gd name="connsiteY146" fmla="*/ 1150962 h 2483088"/>
                <a:gd name="connsiteX147" fmla="*/ 1695176 w 2309166"/>
                <a:gd name="connsiteY147" fmla="*/ 1157502 h 2483088"/>
                <a:gd name="connsiteX148" fmla="*/ 1695176 w 2309166"/>
                <a:gd name="connsiteY148" fmla="*/ 1157502 h 2483088"/>
                <a:gd name="connsiteX149" fmla="*/ 1701590 w 2309166"/>
                <a:gd name="connsiteY149" fmla="*/ 1163900 h 2483088"/>
                <a:gd name="connsiteX150" fmla="*/ 1701590 w 2309166"/>
                <a:gd name="connsiteY150" fmla="*/ 1163900 h 2483088"/>
                <a:gd name="connsiteX151" fmla="*/ 1708146 w 2309166"/>
                <a:gd name="connsiteY151" fmla="*/ 1157502 h 2483088"/>
                <a:gd name="connsiteX152" fmla="*/ 1708146 w 2309166"/>
                <a:gd name="connsiteY152" fmla="*/ 1157502 h 2483088"/>
                <a:gd name="connsiteX153" fmla="*/ 1701590 w 2309166"/>
                <a:gd name="connsiteY153" fmla="*/ 1150962 h 2483088"/>
                <a:gd name="connsiteX154" fmla="*/ 1810905 w 2309166"/>
                <a:gd name="connsiteY154" fmla="*/ 1257740 h 2483088"/>
                <a:gd name="connsiteX155" fmla="*/ 1804349 w 2309166"/>
                <a:gd name="connsiteY155" fmla="*/ 1264280 h 2483088"/>
                <a:gd name="connsiteX156" fmla="*/ 1804349 w 2309166"/>
                <a:gd name="connsiteY156" fmla="*/ 1264280 h 2483088"/>
                <a:gd name="connsiteX157" fmla="*/ 1810905 w 2309166"/>
                <a:gd name="connsiteY157" fmla="*/ 1270678 h 2483088"/>
                <a:gd name="connsiteX158" fmla="*/ 1810905 w 2309166"/>
                <a:gd name="connsiteY158" fmla="*/ 1270678 h 2483088"/>
                <a:gd name="connsiteX159" fmla="*/ 1817461 w 2309166"/>
                <a:gd name="connsiteY159" fmla="*/ 1264280 h 2483088"/>
                <a:gd name="connsiteX160" fmla="*/ 1817461 w 2309166"/>
                <a:gd name="connsiteY160" fmla="*/ 1264280 h 2483088"/>
                <a:gd name="connsiteX161" fmla="*/ 1810905 w 2309166"/>
                <a:gd name="connsiteY161" fmla="*/ 1257740 h 2483088"/>
                <a:gd name="connsiteX162" fmla="*/ 2024690 w 2309166"/>
                <a:gd name="connsiteY162" fmla="*/ 1280347 h 2483088"/>
                <a:gd name="connsiteX163" fmla="*/ 2018277 w 2309166"/>
                <a:gd name="connsiteY163" fmla="*/ 1286745 h 2483088"/>
                <a:gd name="connsiteX164" fmla="*/ 2018277 w 2309166"/>
                <a:gd name="connsiteY164" fmla="*/ 1286887 h 2483088"/>
                <a:gd name="connsiteX165" fmla="*/ 2018277 w 2309166"/>
                <a:gd name="connsiteY165" fmla="*/ 1286887 h 2483088"/>
                <a:gd name="connsiteX166" fmla="*/ 2024690 w 2309166"/>
                <a:gd name="connsiteY166" fmla="*/ 1293285 h 2483088"/>
                <a:gd name="connsiteX167" fmla="*/ 2024690 w 2309166"/>
                <a:gd name="connsiteY167" fmla="*/ 1293285 h 2483088"/>
                <a:gd name="connsiteX168" fmla="*/ 2031246 w 2309166"/>
                <a:gd name="connsiteY168" fmla="*/ 1286887 h 2483088"/>
                <a:gd name="connsiteX169" fmla="*/ 2031246 w 2309166"/>
                <a:gd name="connsiteY169" fmla="*/ 1286887 h 2483088"/>
                <a:gd name="connsiteX170" fmla="*/ 2024690 w 2309166"/>
                <a:gd name="connsiteY170" fmla="*/ 1280347 h 2483088"/>
                <a:gd name="connsiteX171" fmla="*/ 1939176 w 2309166"/>
                <a:gd name="connsiteY171" fmla="*/ 800199 h 2483088"/>
                <a:gd name="connsiteX172" fmla="*/ 1932620 w 2309166"/>
                <a:gd name="connsiteY172" fmla="*/ 806740 h 2483088"/>
                <a:gd name="connsiteX173" fmla="*/ 1932620 w 2309166"/>
                <a:gd name="connsiteY173" fmla="*/ 806740 h 2483088"/>
                <a:gd name="connsiteX174" fmla="*/ 1939176 w 2309166"/>
                <a:gd name="connsiteY174" fmla="*/ 813138 h 2483088"/>
                <a:gd name="connsiteX175" fmla="*/ 1939176 w 2309166"/>
                <a:gd name="connsiteY175" fmla="*/ 813138 h 2483088"/>
                <a:gd name="connsiteX176" fmla="*/ 1945590 w 2309166"/>
                <a:gd name="connsiteY176" fmla="*/ 806740 h 2483088"/>
                <a:gd name="connsiteX177" fmla="*/ 1945590 w 2309166"/>
                <a:gd name="connsiteY177" fmla="*/ 806740 h 2483088"/>
                <a:gd name="connsiteX178" fmla="*/ 1939176 w 2309166"/>
                <a:gd name="connsiteY178" fmla="*/ 800199 h 2483088"/>
                <a:gd name="connsiteX179" fmla="*/ 1332597 w 2309166"/>
                <a:gd name="connsiteY179" fmla="*/ 616643 h 2483088"/>
                <a:gd name="connsiteX180" fmla="*/ 1323903 w 2309166"/>
                <a:gd name="connsiteY180" fmla="*/ 625316 h 2483088"/>
                <a:gd name="connsiteX181" fmla="*/ 1323903 w 2309166"/>
                <a:gd name="connsiteY181" fmla="*/ 625458 h 2483088"/>
                <a:gd name="connsiteX182" fmla="*/ 1323903 w 2309166"/>
                <a:gd name="connsiteY182" fmla="*/ 625458 h 2483088"/>
                <a:gd name="connsiteX183" fmla="*/ 1332454 w 2309166"/>
                <a:gd name="connsiteY183" fmla="*/ 634273 h 2483088"/>
                <a:gd name="connsiteX184" fmla="*/ 1332597 w 2309166"/>
                <a:gd name="connsiteY184" fmla="*/ 634273 h 2483088"/>
                <a:gd name="connsiteX185" fmla="*/ 1332597 w 2309166"/>
                <a:gd name="connsiteY185" fmla="*/ 634273 h 2483088"/>
                <a:gd name="connsiteX186" fmla="*/ 1341433 w 2309166"/>
                <a:gd name="connsiteY186" fmla="*/ 625458 h 2483088"/>
                <a:gd name="connsiteX187" fmla="*/ 1341433 w 2309166"/>
                <a:gd name="connsiteY187" fmla="*/ 625458 h 2483088"/>
                <a:gd name="connsiteX188" fmla="*/ 1332597 w 2309166"/>
                <a:gd name="connsiteY188" fmla="*/ 616643 h 2483088"/>
                <a:gd name="connsiteX189" fmla="*/ 1348274 w 2309166"/>
                <a:gd name="connsiteY189" fmla="*/ 723137 h 2483088"/>
                <a:gd name="connsiteX190" fmla="*/ 1339438 w 2309166"/>
                <a:gd name="connsiteY190" fmla="*/ 731952 h 2483088"/>
                <a:gd name="connsiteX191" fmla="*/ 1339438 w 2309166"/>
                <a:gd name="connsiteY191" fmla="*/ 731952 h 2483088"/>
                <a:gd name="connsiteX192" fmla="*/ 1348274 w 2309166"/>
                <a:gd name="connsiteY192" fmla="*/ 740767 h 2483088"/>
                <a:gd name="connsiteX193" fmla="*/ 1348274 w 2309166"/>
                <a:gd name="connsiteY193" fmla="*/ 740767 h 2483088"/>
                <a:gd name="connsiteX194" fmla="*/ 1357111 w 2309166"/>
                <a:gd name="connsiteY194" fmla="*/ 731952 h 2483088"/>
                <a:gd name="connsiteX195" fmla="*/ 1357111 w 2309166"/>
                <a:gd name="connsiteY195" fmla="*/ 731952 h 2483088"/>
                <a:gd name="connsiteX196" fmla="*/ 1348274 w 2309166"/>
                <a:gd name="connsiteY196" fmla="*/ 723137 h 2483088"/>
                <a:gd name="connsiteX197" fmla="*/ 1310220 w 2309166"/>
                <a:gd name="connsiteY197" fmla="*/ 708919 h 2483088"/>
                <a:gd name="connsiteX198" fmla="*/ 1301526 w 2309166"/>
                <a:gd name="connsiteY198" fmla="*/ 717592 h 2483088"/>
                <a:gd name="connsiteX199" fmla="*/ 1301526 w 2309166"/>
                <a:gd name="connsiteY199" fmla="*/ 717592 h 2483088"/>
                <a:gd name="connsiteX200" fmla="*/ 1310078 w 2309166"/>
                <a:gd name="connsiteY200" fmla="*/ 726407 h 2483088"/>
                <a:gd name="connsiteX201" fmla="*/ 1310220 w 2309166"/>
                <a:gd name="connsiteY201" fmla="*/ 726407 h 2483088"/>
                <a:gd name="connsiteX202" fmla="*/ 1310220 w 2309166"/>
                <a:gd name="connsiteY202" fmla="*/ 726407 h 2483088"/>
                <a:gd name="connsiteX203" fmla="*/ 1319057 w 2309166"/>
                <a:gd name="connsiteY203" fmla="*/ 717876 h 2483088"/>
                <a:gd name="connsiteX204" fmla="*/ 1319057 w 2309166"/>
                <a:gd name="connsiteY204" fmla="*/ 717592 h 2483088"/>
                <a:gd name="connsiteX205" fmla="*/ 1319057 w 2309166"/>
                <a:gd name="connsiteY205" fmla="*/ 717592 h 2483088"/>
                <a:gd name="connsiteX206" fmla="*/ 1310363 w 2309166"/>
                <a:gd name="connsiteY206" fmla="*/ 708919 h 2483088"/>
                <a:gd name="connsiteX207" fmla="*/ 1310220 w 2309166"/>
                <a:gd name="connsiteY207" fmla="*/ 708919 h 2483088"/>
                <a:gd name="connsiteX208" fmla="*/ 1254066 w 2309166"/>
                <a:gd name="connsiteY208" fmla="*/ 936409 h 2483088"/>
                <a:gd name="connsiteX209" fmla="*/ 1245230 w 2309166"/>
                <a:gd name="connsiteY209" fmla="*/ 945225 h 2483088"/>
                <a:gd name="connsiteX210" fmla="*/ 1245230 w 2309166"/>
                <a:gd name="connsiteY210" fmla="*/ 945225 h 2483088"/>
                <a:gd name="connsiteX211" fmla="*/ 1254066 w 2309166"/>
                <a:gd name="connsiteY211" fmla="*/ 954040 h 2483088"/>
                <a:gd name="connsiteX212" fmla="*/ 1254066 w 2309166"/>
                <a:gd name="connsiteY212" fmla="*/ 954040 h 2483088"/>
                <a:gd name="connsiteX213" fmla="*/ 1262903 w 2309166"/>
                <a:gd name="connsiteY213" fmla="*/ 945225 h 2483088"/>
                <a:gd name="connsiteX214" fmla="*/ 1262903 w 2309166"/>
                <a:gd name="connsiteY214" fmla="*/ 945225 h 2483088"/>
                <a:gd name="connsiteX215" fmla="*/ 1254066 w 2309166"/>
                <a:gd name="connsiteY215" fmla="*/ 936409 h 2483088"/>
                <a:gd name="connsiteX216" fmla="*/ 1372646 w 2309166"/>
                <a:gd name="connsiteY216" fmla="*/ 899158 h 2483088"/>
                <a:gd name="connsiteX217" fmla="*/ 1363809 w 2309166"/>
                <a:gd name="connsiteY217" fmla="*/ 907973 h 2483088"/>
                <a:gd name="connsiteX218" fmla="*/ 1363809 w 2309166"/>
                <a:gd name="connsiteY218" fmla="*/ 907973 h 2483088"/>
                <a:gd name="connsiteX219" fmla="*/ 1372646 w 2309166"/>
                <a:gd name="connsiteY219" fmla="*/ 916788 h 2483088"/>
                <a:gd name="connsiteX220" fmla="*/ 1372646 w 2309166"/>
                <a:gd name="connsiteY220" fmla="*/ 916788 h 2483088"/>
                <a:gd name="connsiteX221" fmla="*/ 1381482 w 2309166"/>
                <a:gd name="connsiteY221" fmla="*/ 907973 h 2483088"/>
                <a:gd name="connsiteX222" fmla="*/ 1381482 w 2309166"/>
                <a:gd name="connsiteY222" fmla="*/ 907973 h 2483088"/>
                <a:gd name="connsiteX223" fmla="*/ 1372646 w 2309166"/>
                <a:gd name="connsiteY223" fmla="*/ 899158 h 2483088"/>
                <a:gd name="connsiteX224" fmla="*/ 1279720 w 2309166"/>
                <a:gd name="connsiteY224" fmla="*/ 1010486 h 2483088"/>
                <a:gd name="connsiteX225" fmla="*/ 1270884 w 2309166"/>
                <a:gd name="connsiteY225" fmla="*/ 1019301 h 2483088"/>
                <a:gd name="connsiteX226" fmla="*/ 1270884 w 2309166"/>
                <a:gd name="connsiteY226" fmla="*/ 1019301 h 2483088"/>
                <a:gd name="connsiteX227" fmla="*/ 1279720 w 2309166"/>
                <a:gd name="connsiteY227" fmla="*/ 1028117 h 2483088"/>
                <a:gd name="connsiteX228" fmla="*/ 1279720 w 2309166"/>
                <a:gd name="connsiteY228" fmla="*/ 1028117 h 2483088"/>
                <a:gd name="connsiteX229" fmla="*/ 1288414 w 2309166"/>
                <a:gd name="connsiteY229" fmla="*/ 1019444 h 2483088"/>
                <a:gd name="connsiteX230" fmla="*/ 1288414 w 2309166"/>
                <a:gd name="connsiteY230" fmla="*/ 1019301 h 2483088"/>
                <a:gd name="connsiteX231" fmla="*/ 1288414 w 2309166"/>
                <a:gd name="connsiteY231" fmla="*/ 1019301 h 2483088"/>
                <a:gd name="connsiteX232" fmla="*/ 1279863 w 2309166"/>
                <a:gd name="connsiteY232" fmla="*/ 1010486 h 2483088"/>
                <a:gd name="connsiteX233" fmla="*/ 1279720 w 2309166"/>
                <a:gd name="connsiteY233" fmla="*/ 1010486 h 2483088"/>
                <a:gd name="connsiteX234" fmla="*/ 1041991 w 2309166"/>
                <a:gd name="connsiteY234" fmla="*/ 521523 h 2483088"/>
                <a:gd name="connsiteX235" fmla="*/ 1035293 w 2309166"/>
                <a:gd name="connsiteY235" fmla="*/ 528206 h 2483088"/>
                <a:gd name="connsiteX236" fmla="*/ 1035293 w 2309166"/>
                <a:gd name="connsiteY236" fmla="*/ 528206 h 2483088"/>
                <a:gd name="connsiteX237" fmla="*/ 1041847 w 2309166"/>
                <a:gd name="connsiteY237" fmla="*/ 535031 h 2483088"/>
                <a:gd name="connsiteX238" fmla="*/ 1041991 w 2309166"/>
                <a:gd name="connsiteY238" fmla="*/ 535031 h 2483088"/>
                <a:gd name="connsiteX239" fmla="*/ 1041991 w 2309166"/>
                <a:gd name="connsiteY239" fmla="*/ 535031 h 2483088"/>
                <a:gd name="connsiteX240" fmla="*/ 1048833 w 2309166"/>
                <a:gd name="connsiteY240" fmla="*/ 528490 h 2483088"/>
                <a:gd name="connsiteX241" fmla="*/ 1048833 w 2309166"/>
                <a:gd name="connsiteY241" fmla="*/ 528206 h 2483088"/>
                <a:gd name="connsiteX242" fmla="*/ 1048833 w 2309166"/>
                <a:gd name="connsiteY242" fmla="*/ 528206 h 2483088"/>
                <a:gd name="connsiteX243" fmla="*/ 1042135 w 2309166"/>
                <a:gd name="connsiteY243" fmla="*/ 521523 h 2483088"/>
                <a:gd name="connsiteX244" fmla="*/ 1041991 w 2309166"/>
                <a:gd name="connsiteY244" fmla="*/ 521523 h 2483088"/>
                <a:gd name="connsiteX245" fmla="*/ 1015339 w 2309166"/>
                <a:gd name="connsiteY245" fmla="*/ 597448 h 2483088"/>
                <a:gd name="connsiteX246" fmla="*/ 1008498 w 2309166"/>
                <a:gd name="connsiteY246" fmla="*/ 603989 h 2483088"/>
                <a:gd name="connsiteX247" fmla="*/ 1008498 w 2309166"/>
                <a:gd name="connsiteY247" fmla="*/ 604273 h 2483088"/>
                <a:gd name="connsiteX248" fmla="*/ 1008498 w 2309166"/>
                <a:gd name="connsiteY248" fmla="*/ 604273 h 2483088"/>
                <a:gd name="connsiteX249" fmla="*/ 1015196 w 2309166"/>
                <a:gd name="connsiteY249" fmla="*/ 610956 h 2483088"/>
                <a:gd name="connsiteX250" fmla="*/ 1015339 w 2309166"/>
                <a:gd name="connsiteY250" fmla="*/ 610956 h 2483088"/>
                <a:gd name="connsiteX251" fmla="*/ 1015339 w 2309166"/>
                <a:gd name="connsiteY251" fmla="*/ 610956 h 2483088"/>
                <a:gd name="connsiteX252" fmla="*/ 1022038 w 2309166"/>
                <a:gd name="connsiteY252" fmla="*/ 604273 h 2483088"/>
                <a:gd name="connsiteX253" fmla="*/ 1022038 w 2309166"/>
                <a:gd name="connsiteY253" fmla="*/ 604273 h 2483088"/>
                <a:gd name="connsiteX254" fmla="*/ 1015483 w 2309166"/>
                <a:gd name="connsiteY254" fmla="*/ 597448 h 2483088"/>
                <a:gd name="connsiteX255" fmla="*/ 1015339 w 2309166"/>
                <a:gd name="connsiteY255" fmla="*/ 597448 h 2483088"/>
                <a:gd name="connsiteX256" fmla="*/ 988830 w 2309166"/>
                <a:gd name="connsiteY256" fmla="*/ 441049 h 2483088"/>
                <a:gd name="connsiteX257" fmla="*/ 981989 w 2309166"/>
                <a:gd name="connsiteY257" fmla="*/ 447873 h 2483088"/>
                <a:gd name="connsiteX258" fmla="*/ 981989 w 2309166"/>
                <a:gd name="connsiteY258" fmla="*/ 447873 h 2483088"/>
                <a:gd name="connsiteX259" fmla="*/ 988830 w 2309166"/>
                <a:gd name="connsiteY259" fmla="*/ 454698 h 2483088"/>
                <a:gd name="connsiteX260" fmla="*/ 988830 w 2309166"/>
                <a:gd name="connsiteY260" fmla="*/ 454698 h 2483088"/>
                <a:gd name="connsiteX261" fmla="*/ 995671 w 2309166"/>
                <a:gd name="connsiteY261" fmla="*/ 447873 h 2483088"/>
                <a:gd name="connsiteX262" fmla="*/ 995671 w 2309166"/>
                <a:gd name="connsiteY262" fmla="*/ 447873 h 2483088"/>
                <a:gd name="connsiteX263" fmla="*/ 988830 w 2309166"/>
                <a:gd name="connsiteY263" fmla="*/ 441049 h 2483088"/>
                <a:gd name="connsiteX264" fmla="*/ 815807 w 2309166"/>
                <a:gd name="connsiteY264" fmla="*/ 522376 h 2483088"/>
                <a:gd name="connsiteX265" fmla="*/ 809108 w 2309166"/>
                <a:gd name="connsiteY265" fmla="*/ 529201 h 2483088"/>
                <a:gd name="connsiteX266" fmla="*/ 809108 w 2309166"/>
                <a:gd name="connsiteY266" fmla="*/ 529201 h 2483088"/>
                <a:gd name="connsiteX267" fmla="*/ 815807 w 2309166"/>
                <a:gd name="connsiteY267" fmla="*/ 536026 h 2483088"/>
                <a:gd name="connsiteX268" fmla="*/ 815807 w 2309166"/>
                <a:gd name="connsiteY268" fmla="*/ 536026 h 2483088"/>
                <a:gd name="connsiteX269" fmla="*/ 822648 w 2309166"/>
                <a:gd name="connsiteY269" fmla="*/ 529201 h 2483088"/>
                <a:gd name="connsiteX270" fmla="*/ 822648 w 2309166"/>
                <a:gd name="connsiteY270" fmla="*/ 529201 h 2483088"/>
                <a:gd name="connsiteX271" fmla="*/ 815807 w 2309166"/>
                <a:gd name="connsiteY271" fmla="*/ 522376 h 2483088"/>
                <a:gd name="connsiteX272" fmla="*/ 685683 w 2309166"/>
                <a:gd name="connsiteY272" fmla="*/ 497210 h 2483088"/>
                <a:gd name="connsiteX273" fmla="*/ 678984 w 2309166"/>
                <a:gd name="connsiteY273" fmla="*/ 503893 h 2483088"/>
                <a:gd name="connsiteX274" fmla="*/ 678984 w 2309166"/>
                <a:gd name="connsiteY274" fmla="*/ 503893 h 2483088"/>
                <a:gd name="connsiteX275" fmla="*/ 685539 w 2309166"/>
                <a:gd name="connsiteY275" fmla="*/ 510718 h 2483088"/>
                <a:gd name="connsiteX276" fmla="*/ 685683 w 2309166"/>
                <a:gd name="connsiteY276" fmla="*/ 510718 h 2483088"/>
                <a:gd name="connsiteX277" fmla="*/ 685683 w 2309166"/>
                <a:gd name="connsiteY277" fmla="*/ 510718 h 2483088"/>
                <a:gd name="connsiteX278" fmla="*/ 692524 w 2309166"/>
                <a:gd name="connsiteY278" fmla="*/ 503893 h 2483088"/>
                <a:gd name="connsiteX279" fmla="*/ 692524 w 2309166"/>
                <a:gd name="connsiteY279" fmla="*/ 503893 h 2483088"/>
                <a:gd name="connsiteX280" fmla="*/ 685683 w 2309166"/>
                <a:gd name="connsiteY280" fmla="*/ 497210 h 2483088"/>
                <a:gd name="connsiteX281" fmla="*/ 615419 w 2309166"/>
                <a:gd name="connsiteY281" fmla="*/ 444603 h 2483088"/>
                <a:gd name="connsiteX282" fmla="*/ 608578 w 2309166"/>
                <a:gd name="connsiteY282" fmla="*/ 451143 h 2483088"/>
                <a:gd name="connsiteX283" fmla="*/ 608578 w 2309166"/>
                <a:gd name="connsiteY283" fmla="*/ 451428 h 2483088"/>
                <a:gd name="connsiteX284" fmla="*/ 608578 w 2309166"/>
                <a:gd name="connsiteY284" fmla="*/ 451428 h 2483088"/>
                <a:gd name="connsiteX285" fmla="*/ 615275 w 2309166"/>
                <a:gd name="connsiteY285" fmla="*/ 458110 h 2483088"/>
                <a:gd name="connsiteX286" fmla="*/ 615419 w 2309166"/>
                <a:gd name="connsiteY286" fmla="*/ 458110 h 2483088"/>
                <a:gd name="connsiteX287" fmla="*/ 615419 w 2309166"/>
                <a:gd name="connsiteY287" fmla="*/ 458110 h 2483088"/>
                <a:gd name="connsiteX288" fmla="*/ 622117 w 2309166"/>
                <a:gd name="connsiteY288" fmla="*/ 451428 h 2483088"/>
                <a:gd name="connsiteX289" fmla="*/ 622117 w 2309166"/>
                <a:gd name="connsiteY289" fmla="*/ 451428 h 2483088"/>
                <a:gd name="connsiteX290" fmla="*/ 615563 w 2309166"/>
                <a:gd name="connsiteY290" fmla="*/ 444603 h 2483088"/>
                <a:gd name="connsiteX291" fmla="*/ 615419 w 2309166"/>
                <a:gd name="connsiteY291" fmla="*/ 444603 h 2483088"/>
                <a:gd name="connsiteX292" fmla="*/ 909017 w 2309166"/>
                <a:gd name="connsiteY292" fmla="*/ 903423 h 2483088"/>
                <a:gd name="connsiteX293" fmla="*/ 902176 w 2309166"/>
                <a:gd name="connsiteY293" fmla="*/ 910248 h 2483088"/>
                <a:gd name="connsiteX294" fmla="*/ 902176 w 2309166"/>
                <a:gd name="connsiteY294" fmla="*/ 910248 h 2483088"/>
                <a:gd name="connsiteX295" fmla="*/ 909017 w 2309166"/>
                <a:gd name="connsiteY295" fmla="*/ 917073 h 2483088"/>
                <a:gd name="connsiteX296" fmla="*/ 909017 w 2309166"/>
                <a:gd name="connsiteY296" fmla="*/ 917073 h 2483088"/>
                <a:gd name="connsiteX297" fmla="*/ 915858 w 2309166"/>
                <a:gd name="connsiteY297" fmla="*/ 910248 h 2483088"/>
                <a:gd name="connsiteX298" fmla="*/ 915858 w 2309166"/>
                <a:gd name="connsiteY298" fmla="*/ 910248 h 2483088"/>
                <a:gd name="connsiteX299" fmla="*/ 909017 w 2309166"/>
                <a:gd name="connsiteY299" fmla="*/ 903423 h 2483088"/>
                <a:gd name="connsiteX300" fmla="*/ 870963 w 2309166"/>
                <a:gd name="connsiteY300" fmla="*/ 1004514 h 2483088"/>
                <a:gd name="connsiteX301" fmla="*/ 864122 w 2309166"/>
                <a:gd name="connsiteY301" fmla="*/ 1011339 h 2483088"/>
                <a:gd name="connsiteX302" fmla="*/ 864122 w 2309166"/>
                <a:gd name="connsiteY302" fmla="*/ 1011339 h 2483088"/>
                <a:gd name="connsiteX303" fmla="*/ 870963 w 2309166"/>
                <a:gd name="connsiteY303" fmla="*/ 1018164 h 2483088"/>
                <a:gd name="connsiteX304" fmla="*/ 870963 w 2309166"/>
                <a:gd name="connsiteY304" fmla="*/ 1018164 h 2483088"/>
                <a:gd name="connsiteX305" fmla="*/ 877662 w 2309166"/>
                <a:gd name="connsiteY305" fmla="*/ 1011339 h 2483088"/>
                <a:gd name="connsiteX306" fmla="*/ 877662 w 2309166"/>
                <a:gd name="connsiteY306" fmla="*/ 1011339 h 2483088"/>
                <a:gd name="connsiteX307" fmla="*/ 870963 w 2309166"/>
                <a:gd name="connsiteY307" fmla="*/ 1004514 h 2483088"/>
                <a:gd name="connsiteX308" fmla="*/ 929113 w 2309166"/>
                <a:gd name="connsiteY308" fmla="*/ 1342053 h 2483088"/>
                <a:gd name="connsiteX309" fmla="*/ 922272 w 2309166"/>
                <a:gd name="connsiteY309" fmla="*/ 1348878 h 2483088"/>
                <a:gd name="connsiteX310" fmla="*/ 922272 w 2309166"/>
                <a:gd name="connsiteY310" fmla="*/ 1348878 h 2483088"/>
                <a:gd name="connsiteX311" fmla="*/ 929113 w 2309166"/>
                <a:gd name="connsiteY311" fmla="*/ 1355703 h 2483088"/>
                <a:gd name="connsiteX312" fmla="*/ 929113 w 2309166"/>
                <a:gd name="connsiteY312" fmla="*/ 1355703 h 2483088"/>
                <a:gd name="connsiteX313" fmla="*/ 935811 w 2309166"/>
                <a:gd name="connsiteY313" fmla="*/ 1348878 h 2483088"/>
                <a:gd name="connsiteX314" fmla="*/ 935811 w 2309166"/>
                <a:gd name="connsiteY314" fmla="*/ 1348878 h 2483088"/>
                <a:gd name="connsiteX315" fmla="*/ 929113 w 2309166"/>
                <a:gd name="connsiteY315" fmla="*/ 1342053 h 2483088"/>
                <a:gd name="connsiteX316" fmla="*/ 922272 w 2309166"/>
                <a:gd name="connsiteY316" fmla="*/ 1274802 h 2483088"/>
                <a:gd name="connsiteX317" fmla="*/ 915573 w 2309166"/>
                <a:gd name="connsiteY317" fmla="*/ 1281626 h 2483088"/>
                <a:gd name="connsiteX318" fmla="*/ 915573 w 2309166"/>
                <a:gd name="connsiteY318" fmla="*/ 1281626 h 2483088"/>
                <a:gd name="connsiteX319" fmla="*/ 922272 w 2309166"/>
                <a:gd name="connsiteY319" fmla="*/ 1288309 h 2483088"/>
                <a:gd name="connsiteX320" fmla="*/ 922272 w 2309166"/>
                <a:gd name="connsiteY320" fmla="*/ 1288309 h 2483088"/>
                <a:gd name="connsiteX321" fmla="*/ 929113 w 2309166"/>
                <a:gd name="connsiteY321" fmla="*/ 1281626 h 2483088"/>
                <a:gd name="connsiteX322" fmla="*/ 929113 w 2309166"/>
                <a:gd name="connsiteY322" fmla="*/ 1281626 h 2483088"/>
                <a:gd name="connsiteX323" fmla="*/ 922272 w 2309166"/>
                <a:gd name="connsiteY323" fmla="*/ 1274802 h 2483088"/>
                <a:gd name="connsiteX324" fmla="*/ 1050543 w 2309166"/>
                <a:gd name="connsiteY324" fmla="*/ 1326271 h 2483088"/>
                <a:gd name="connsiteX325" fmla="*/ 1043702 w 2309166"/>
                <a:gd name="connsiteY325" fmla="*/ 1332812 h 2483088"/>
                <a:gd name="connsiteX326" fmla="*/ 1043702 w 2309166"/>
                <a:gd name="connsiteY326" fmla="*/ 1333096 h 2483088"/>
                <a:gd name="connsiteX327" fmla="*/ 1043702 w 2309166"/>
                <a:gd name="connsiteY327" fmla="*/ 1333096 h 2483088"/>
                <a:gd name="connsiteX328" fmla="*/ 1050399 w 2309166"/>
                <a:gd name="connsiteY328" fmla="*/ 1339779 h 2483088"/>
                <a:gd name="connsiteX329" fmla="*/ 1050543 w 2309166"/>
                <a:gd name="connsiteY329" fmla="*/ 1339779 h 2483088"/>
                <a:gd name="connsiteX330" fmla="*/ 1050543 w 2309166"/>
                <a:gd name="connsiteY330" fmla="*/ 1339779 h 2483088"/>
                <a:gd name="connsiteX331" fmla="*/ 1057241 w 2309166"/>
                <a:gd name="connsiteY331" fmla="*/ 1333096 h 2483088"/>
                <a:gd name="connsiteX332" fmla="*/ 1057241 w 2309166"/>
                <a:gd name="connsiteY332" fmla="*/ 1333096 h 2483088"/>
                <a:gd name="connsiteX333" fmla="*/ 1050687 w 2309166"/>
                <a:gd name="connsiteY333" fmla="*/ 1326271 h 2483088"/>
                <a:gd name="connsiteX334" fmla="*/ 1050543 w 2309166"/>
                <a:gd name="connsiteY334" fmla="*/ 1326271 h 2483088"/>
                <a:gd name="connsiteX335" fmla="*/ 986977 w 2309166"/>
                <a:gd name="connsiteY335" fmla="*/ 1301532 h 2483088"/>
                <a:gd name="connsiteX336" fmla="*/ 980136 w 2309166"/>
                <a:gd name="connsiteY336" fmla="*/ 1308072 h 2483088"/>
                <a:gd name="connsiteX337" fmla="*/ 980136 w 2309166"/>
                <a:gd name="connsiteY337" fmla="*/ 1308356 h 2483088"/>
                <a:gd name="connsiteX338" fmla="*/ 980136 w 2309166"/>
                <a:gd name="connsiteY338" fmla="*/ 1308356 h 2483088"/>
                <a:gd name="connsiteX339" fmla="*/ 986833 w 2309166"/>
                <a:gd name="connsiteY339" fmla="*/ 1315039 h 2483088"/>
                <a:gd name="connsiteX340" fmla="*/ 986977 w 2309166"/>
                <a:gd name="connsiteY340" fmla="*/ 1315039 h 2483088"/>
                <a:gd name="connsiteX341" fmla="*/ 986977 w 2309166"/>
                <a:gd name="connsiteY341" fmla="*/ 1315039 h 2483088"/>
                <a:gd name="connsiteX342" fmla="*/ 993676 w 2309166"/>
                <a:gd name="connsiteY342" fmla="*/ 1308356 h 2483088"/>
                <a:gd name="connsiteX343" fmla="*/ 993676 w 2309166"/>
                <a:gd name="connsiteY343" fmla="*/ 1308356 h 2483088"/>
                <a:gd name="connsiteX344" fmla="*/ 987121 w 2309166"/>
                <a:gd name="connsiteY344" fmla="*/ 1301532 h 2483088"/>
                <a:gd name="connsiteX345" fmla="*/ 986977 w 2309166"/>
                <a:gd name="connsiteY345" fmla="*/ 1301532 h 2483088"/>
                <a:gd name="connsiteX346" fmla="*/ 945788 w 2309166"/>
                <a:gd name="connsiteY346" fmla="*/ 1177265 h 2483088"/>
                <a:gd name="connsiteX347" fmla="*/ 939089 w 2309166"/>
                <a:gd name="connsiteY347" fmla="*/ 1184090 h 2483088"/>
                <a:gd name="connsiteX348" fmla="*/ 939089 w 2309166"/>
                <a:gd name="connsiteY348" fmla="*/ 1184090 h 2483088"/>
                <a:gd name="connsiteX349" fmla="*/ 945788 w 2309166"/>
                <a:gd name="connsiteY349" fmla="*/ 1190915 h 2483088"/>
                <a:gd name="connsiteX350" fmla="*/ 945788 w 2309166"/>
                <a:gd name="connsiteY350" fmla="*/ 1190915 h 2483088"/>
                <a:gd name="connsiteX351" fmla="*/ 952629 w 2309166"/>
                <a:gd name="connsiteY351" fmla="*/ 1184090 h 2483088"/>
                <a:gd name="connsiteX352" fmla="*/ 952629 w 2309166"/>
                <a:gd name="connsiteY352" fmla="*/ 1184090 h 2483088"/>
                <a:gd name="connsiteX353" fmla="*/ 945788 w 2309166"/>
                <a:gd name="connsiteY353" fmla="*/ 1177265 h 2483088"/>
                <a:gd name="connsiteX354" fmla="*/ 911867 w 2309166"/>
                <a:gd name="connsiteY354" fmla="*/ 1177265 h 2483088"/>
                <a:gd name="connsiteX355" fmla="*/ 905169 w 2309166"/>
                <a:gd name="connsiteY355" fmla="*/ 1184090 h 2483088"/>
                <a:gd name="connsiteX356" fmla="*/ 905169 w 2309166"/>
                <a:gd name="connsiteY356" fmla="*/ 1184090 h 2483088"/>
                <a:gd name="connsiteX357" fmla="*/ 911867 w 2309166"/>
                <a:gd name="connsiteY357" fmla="*/ 1190772 h 2483088"/>
                <a:gd name="connsiteX358" fmla="*/ 911867 w 2309166"/>
                <a:gd name="connsiteY358" fmla="*/ 1190772 h 2483088"/>
                <a:gd name="connsiteX359" fmla="*/ 918707 w 2309166"/>
                <a:gd name="connsiteY359" fmla="*/ 1184232 h 2483088"/>
                <a:gd name="connsiteX360" fmla="*/ 918709 w 2309166"/>
                <a:gd name="connsiteY360" fmla="*/ 1184090 h 2483088"/>
                <a:gd name="connsiteX361" fmla="*/ 918709 w 2309166"/>
                <a:gd name="connsiteY361" fmla="*/ 1184090 h 2483088"/>
                <a:gd name="connsiteX362" fmla="*/ 911867 w 2309166"/>
                <a:gd name="connsiteY362" fmla="*/ 1177265 h 2483088"/>
                <a:gd name="connsiteX363" fmla="*/ 565250 w 2309166"/>
                <a:gd name="connsiteY363" fmla="*/ 1586890 h 2483088"/>
                <a:gd name="connsiteX364" fmla="*/ 558550 w 2309166"/>
                <a:gd name="connsiteY364" fmla="*/ 1593573 h 2483088"/>
                <a:gd name="connsiteX365" fmla="*/ 558552 w 2309166"/>
                <a:gd name="connsiteY365" fmla="*/ 1593715 h 2483088"/>
                <a:gd name="connsiteX366" fmla="*/ 558552 w 2309166"/>
                <a:gd name="connsiteY366" fmla="*/ 1593715 h 2483088"/>
                <a:gd name="connsiteX367" fmla="*/ 565250 w 2309166"/>
                <a:gd name="connsiteY367" fmla="*/ 1600398 h 2483088"/>
                <a:gd name="connsiteX368" fmla="*/ 565250 w 2309166"/>
                <a:gd name="connsiteY368" fmla="*/ 1600398 h 2483088"/>
                <a:gd name="connsiteX369" fmla="*/ 572092 w 2309166"/>
                <a:gd name="connsiteY369" fmla="*/ 1593715 h 2483088"/>
                <a:gd name="connsiteX370" fmla="*/ 572092 w 2309166"/>
                <a:gd name="connsiteY370" fmla="*/ 1593715 h 2483088"/>
                <a:gd name="connsiteX371" fmla="*/ 565250 w 2309166"/>
                <a:gd name="connsiteY371" fmla="*/ 1586890 h 2483088"/>
                <a:gd name="connsiteX372" fmla="*/ 773477 w 2309166"/>
                <a:gd name="connsiteY372" fmla="*/ 1091103 h 2483088"/>
                <a:gd name="connsiteX373" fmla="*/ 766636 w 2309166"/>
                <a:gd name="connsiteY373" fmla="*/ 1097928 h 2483088"/>
                <a:gd name="connsiteX374" fmla="*/ 766636 w 2309166"/>
                <a:gd name="connsiteY374" fmla="*/ 1097928 h 2483088"/>
                <a:gd name="connsiteX375" fmla="*/ 773333 w 2309166"/>
                <a:gd name="connsiteY375" fmla="*/ 1104610 h 2483088"/>
                <a:gd name="connsiteX376" fmla="*/ 773477 w 2309166"/>
                <a:gd name="connsiteY376" fmla="*/ 1104610 h 2483088"/>
                <a:gd name="connsiteX377" fmla="*/ 773477 w 2309166"/>
                <a:gd name="connsiteY377" fmla="*/ 1104610 h 2483088"/>
                <a:gd name="connsiteX378" fmla="*/ 780176 w 2309166"/>
                <a:gd name="connsiteY378" fmla="*/ 1097928 h 2483088"/>
                <a:gd name="connsiteX379" fmla="*/ 780176 w 2309166"/>
                <a:gd name="connsiteY379" fmla="*/ 1097928 h 2483088"/>
                <a:gd name="connsiteX380" fmla="*/ 773477 w 2309166"/>
                <a:gd name="connsiteY380" fmla="*/ 1091103 h 2483088"/>
                <a:gd name="connsiteX381" fmla="*/ 792148 w 2309166"/>
                <a:gd name="connsiteY381" fmla="*/ 1217360 h 2483088"/>
                <a:gd name="connsiteX382" fmla="*/ 777895 w 2309166"/>
                <a:gd name="connsiteY382" fmla="*/ 1231578 h 2483088"/>
                <a:gd name="connsiteX383" fmla="*/ 777895 w 2309166"/>
                <a:gd name="connsiteY383" fmla="*/ 1231578 h 2483088"/>
                <a:gd name="connsiteX384" fmla="*/ 792148 w 2309166"/>
                <a:gd name="connsiteY384" fmla="*/ 1245797 h 2483088"/>
                <a:gd name="connsiteX385" fmla="*/ 792148 w 2309166"/>
                <a:gd name="connsiteY385" fmla="*/ 1245797 h 2483088"/>
                <a:gd name="connsiteX386" fmla="*/ 806400 w 2309166"/>
                <a:gd name="connsiteY386" fmla="*/ 1231578 h 2483088"/>
                <a:gd name="connsiteX387" fmla="*/ 806400 w 2309166"/>
                <a:gd name="connsiteY387" fmla="*/ 1231578 h 2483088"/>
                <a:gd name="connsiteX388" fmla="*/ 792148 w 2309166"/>
                <a:gd name="connsiteY388" fmla="*/ 1217360 h 2483088"/>
                <a:gd name="connsiteX389" fmla="*/ 492849 w 2309166"/>
                <a:gd name="connsiteY389" fmla="*/ 1494757 h 2483088"/>
                <a:gd name="connsiteX390" fmla="*/ 478596 w 2309166"/>
                <a:gd name="connsiteY390" fmla="*/ 1508975 h 2483088"/>
                <a:gd name="connsiteX391" fmla="*/ 478596 w 2309166"/>
                <a:gd name="connsiteY391" fmla="*/ 1508975 h 2483088"/>
                <a:gd name="connsiteX392" fmla="*/ 492849 w 2309166"/>
                <a:gd name="connsiteY392" fmla="*/ 1522482 h 2483088"/>
                <a:gd name="connsiteX393" fmla="*/ 492849 w 2309166"/>
                <a:gd name="connsiteY393" fmla="*/ 1522482 h 2483088"/>
                <a:gd name="connsiteX394" fmla="*/ 506388 w 2309166"/>
                <a:gd name="connsiteY394" fmla="*/ 1508975 h 2483088"/>
                <a:gd name="connsiteX395" fmla="*/ 506388 w 2309166"/>
                <a:gd name="connsiteY395" fmla="*/ 1508975 h 2483088"/>
                <a:gd name="connsiteX396" fmla="*/ 492849 w 2309166"/>
                <a:gd name="connsiteY396" fmla="*/ 1494757 h 2483088"/>
                <a:gd name="connsiteX397" fmla="*/ 888636 w 2309166"/>
                <a:gd name="connsiteY397" fmla="*/ 2184480 h 2483088"/>
                <a:gd name="connsiteX398" fmla="*/ 875096 w 2309166"/>
                <a:gd name="connsiteY398" fmla="*/ 2197987 h 2483088"/>
                <a:gd name="connsiteX399" fmla="*/ 875096 w 2309166"/>
                <a:gd name="connsiteY399" fmla="*/ 2197987 h 2483088"/>
                <a:gd name="connsiteX400" fmla="*/ 888636 w 2309166"/>
                <a:gd name="connsiteY400" fmla="*/ 2212205 h 2483088"/>
                <a:gd name="connsiteX401" fmla="*/ 888636 w 2309166"/>
                <a:gd name="connsiteY401" fmla="*/ 2212205 h 2483088"/>
                <a:gd name="connsiteX402" fmla="*/ 902888 w 2309166"/>
                <a:gd name="connsiteY402" fmla="*/ 2199750 h 2483088"/>
                <a:gd name="connsiteX403" fmla="*/ 902888 w 2309166"/>
                <a:gd name="connsiteY403" fmla="*/ 2197987 h 2483088"/>
                <a:gd name="connsiteX404" fmla="*/ 902888 w 2309166"/>
                <a:gd name="connsiteY404" fmla="*/ 2197987 h 2483088"/>
                <a:gd name="connsiteX405" fmla="*/ 888636 w 2309166"/>
                <a:gd name="connsiteY405" fmla="*/ 2184480 h 2483088"/>
                <a:gd name="connsiteX406" fmla="*/ 699935 w 2309166"/>
                <a:gd name="connsiteY406" fmla="*/ 2400880 h 2483088"/>
                <a:gd name="connsiteX407" fmla="*/ 685683 w 2309166"/>
                <a:gd name="connsiteY407" fmla="*/ 2414387 h 2483088"/>
                <a:gd name="connsiteX408" fmla="*/ 685683 w 2309166"/>
                <a:gd name="connsiteY408" fmla="*/ 2414387 h 2483088"/>
                <a:gd name="connsiteX409" fmla="*/ 699935 w 2309166"/>
                <a:gd name="connsiteY409" fmla="*/ 2427894 h 2483088"/>
                <a:gd name="connsiteX410" fmla="*/ 699935 w 2309166"/>
                <a:gd name="connsiteY410" fmla="*/ 2427894 h 2483088"/>
                <a:gd name="connsiteX411" fmla="*/ 714187 w 2309166"/>
                <a:gd name="connsiteY411" fmla="*/ 2414387 h 2483088"/>
                <a:gd name="connsiteX412" fmla="*/ 714187 w 2309166"/>
                <a:gd name="connsiteY412" fmla="*/ 2414387 h 2483088"/>
                <a:gd name="connsiteX413" fmla="*/ 700961 w 2309166"/>
                <a:gd name="connsiteY413" fmla="*/ 2400852 h 2483088"/>
                <a:gd name="connsiteX414" fmla="*/ 699935 w 2309166"/>
                <a:gd name="connsiteY414" fmla="*/ 2400880 h 2483088"/>
                <a:gd name="connsiteX415" fmla="*/ 530332 w 2309166"/>
                <a:gd name="connsiteY415" fmla="*/ 2226281 h 2483088"/>
                <a:gd name="connsiteX416" fmla="*/ 516080 w 2309166"/>
                <a:gd name="connsiteY416" fmla="*/ 2239788 h 2483088"/>
                <a:gd name="connsiteX417" fmla="*/ 516080 w 2309166"/>
                <a:gd name="connsiteY417" fmla="*/ 2239788 h 2483088"/>
                <a:gd name="connsiteX418" fmla="*/ 530332 w 2309166"/>
                <a:gd name="connsiteY418" fmla="*/ 2254006 h 2483088"/>
                <a:gd name="connsiteX419" fmla="*/ 530332 w 2309166"/>
                <a:gd name="connsiteY419" fmla="*/ 2254006 h 2483088"/>
                <a:gd name="connsiteX420" fmla="*/ 544585 w 2309166"/>
                <a:gd name="connsiteY420" fmla="*/ 2239788 h 2483088"/>
                <a:gd name="connsiteX421" fmla="*/ 544585 w 2309166"/>
                <a:gd name="connsiteY421" fmla="*/ 2239788 h 2483088"/>
                <a:gd name="connsiteX422" fmla="*/ 530332 w 2309166"/>
                <a:gd name="connsiteY422" fmla="*/ 2226281 h 2483088"/>
                <a:gd name="connsiteX423" fmla="*/ 766351 w 2309166"/>
                <a:gd name="connsiteY423" fmla="*/ 1664095 h 2483088"/>
                <a:gd name="connsiteX424" fmla="*/ 752099 w 2309166"/>
                <a:gd name="connsiteY424" fmla="*/ 1677602 h 2483088"/>
                <a:gd name="connsiteX425" fmla="*/ 752099 w 2309166"/>
                <a:gd name="connsiteY425" fmla="*/ 1677602 h 2483088"/>
                <a:gd name="connsiteX426" fmla="*/ 766351 w 2309166"/>
                <a:gd name="connsiteY426" fmla="*/ 1691820 h 2483088"/>
                <a:gd name="connsiteX427" fmla="*/ 766351 w 2309166"/>
                <a:gd name="connsiteY427" fmla="*/ 1691820 h 2483088"/>
                <a:gd name="connsiteX428" fmla="*/ 780603 w 2309166"/>
                <a:gd name="connsiteY428" fmla="*/ 1677602 h 2483088"/>
                <a:gd name="connsiteX429" fmla="*/ 780603 w 2309166"/>
                <a:gd name="connsiteY429" fmla="*/ 1677602 h 2483088"/>
                <a:gd name="connsiteX430" fmla="*/ 766351 w 2309166"/>
                <a:gd name="connsiteY430" fmla="*/ 1664095 h 2483088"/>
                <a:gd name="connsiteX431" fmla="*/ 780603 w 2309166"/>
                <a:gd name="connsiteY431" fmla="*/ 1826466 h 2483088"/>
                <a:gd name="connsiteX432" fmla="*/ 767064 w 2309166"/>
                <a:gd name="connsiteY432" fmla="*/ 1840684 h 2483088"/>
                <a:gd name="connsiteX433" fmla="*/ 767064 w 2309166"/>
                <a:gd name="connsiteY433" fmla="*/ 1840684 h 2483088"/>
                <a:gd name="connsiteX434" fmla="*/ 780603 w 2309166"/>
                <a:gd name="connsiteY434" fmla="*/ 1854192 h 2483088"/>
                <a:gd name="connsiteX435" fmla="*/ 780603 w 2309166"/>
                <a:gd name="connsiteY435" fmla="*/ 1854192 h 2483088"/>
                <a:gd name="connsiteX436" fmla="*/ 794856 w 2309166"/>
                <a:gd name="connsiteY436" fmla="*/ 1840684 h 2483088"/>
                <a:gd name="connsiteX437" fmla="*/ 794856 w 2309166"/>
                <a:gd name="connsiteY437" fmla="*/ 1840684 h 2483088"/>
                <a:gd name="connsiteX438" fmla="*/ 780603 w 2309166"/>
                <a:gd name="connsiteY438" fmla="*/ 1826466 h 2483088"/>
                <a:gd name="connsiteX439" fmla="*/ 465484 w 2309166"/>
                <a:gd name="connsiteY439" fmla="*/ 1650588 h 2483088"/>
                <a:gd name="connsiteX440" fmla="*/ 451944 w 2309166"/>
                <a:gd name="connsiteY440" fmla="*/ 1664806 h 2483088"/>
                <a:gd name="connsiteX441" fmla="*/ 451944 w 2309166"/>
                <a:gd name="connsiteY441" fmla="*/ 1664806 h 2483088"/>
                <a:gd name="connsiteX442" fmla="*/ 465484 w 2309166"/>
                <a:gd name="connsiteY442" fmla="*/ 1678313 h 2483088"/>
                <a:gd name="connsiteX443" fmla="*/ 465484 w 2309166"/>
                <a:gd name="connsiteY443" fmla="*/ 1678313 h 2483088"/>
                <a:gd name="connsiteX444" fmla="*/ 479711 w 2309166"/>
                <a:gd name="connsiteY444" fmla="*/ 1665829 h 2483088"/>
                <a:gd name="connsiteX445" fmla="*/ 479736 w 2309166"/>
                <a:gd name="connsiteY445" fmla="*/ 1664806 h 2483088"/>
                <a:gd name="connsiteX446" fmla="*/ 479736 w 2309166"/>
                <a:gd name="connsiteY446" fmla="*/ 1664806 h 2483088"/>
                <a:gd name="connsiteX447" fmla="*/ 465484 w 2309166"/>
                <a:gd name="connsiteY447" fmla="*/ 1650588 h 2483088"/>
                <a:gd name="connsiteX448" fmla="*/ 780176 w 2309166"/>
                <a:gd name="connsiteY448" fmla="*/ 1435182 h 2483088"/>
                <a:gd name="connsiteX449" fmla="*/ 766636 w 2309166"/>
                <a:gd name="connsiteY449" fmla="*/ 1449401 h 2483088"/>
                <a:gd name="connsiteX450" fmla="*/ 766636 w 2309166"/>
                <a:gd name="connsiteY450" fmla="*/ 1449401 h 2483088"/>
                <a:gd name="connsiteX451" fmla="*/ 780176 w 2309166"/>
                <a:gd name="connsiteY451" fmla="*/ 1462908 h 2483088"/>
                <a:gd name="connsiteX452" fmla="*/ 780176 w 2309166"/>
                <a:gd name="connsiteY452" fmla="*/ 1462908 h 2483088"/>
                <a:gd name="connsiteX453" fmla="*/ 794428 w 2309166"/>
                <a:gd name="connsiteY453" fmla="*/ 1449401 h 2483088"/>
                <a:gd name="connsiteX454" fmla="*/ 794428 w 2309166"/>
                <a:gd name="connsiteY454" fmla="*/ 1449401 h 2483088"/>
                <a:gd name="connsiteX455" fmla="*/ 781944 w 2309166"/>
                <a:gd name="connsiteY455" fmla="*/ 1435182 h 2483088"/>
                <a:gd name="connsiteX456" fmla="*/ 780176 w 2309166"/>
                <a:gd name="connsiteY456" fmla="*/ 1435182 h 2483088"/>
                <a:gd name="connsiteX457" fmla="*/ 942225 w 2309166"/>
                <a:gd name="connsiteY457" fmla="*/ 1522198 h 2483088"/>
                <a:gd name="connsiteX458" fmla="*/ 927973 w 2309166"/>
                <a:gd name="connsiteY458" fmla="*/ 1536416 h 2483088"/>
                <a:gd name="connsiteX459" fmla="*/ 927973 w 2309166"/>
                <a:gd name="connsiteY459" fmla="*/ 1536416 h 2483088"/>
                <a:gd name="connsiteX460" fmla="*/ 941199 w 2309166"/>
                <a:gd name="connsiteY460" fmla="*/ 1549952 h 2483088"/>
                <a:gd name="connsiteX461" fmla="*/ 942225 w 2309166"/>
                <a:gd name="connsiteY461" fmla="*/ 1549923 h 2483088"/>
                <a:gd name="connsiteX462" fmla="*/ 942225 w 2309166"/>
                <a:gd name="connsiteY462" fmla="*/ 1549923 h 2483088"/>
                <a:gd name="connsiteX463" fmla="*/ 955765 w 2309166"/>
                <a:gd name="connsiteY463" fmla="*/ 1536700 h 2483088"/>
                <a:gd name="connsiteX464" fmla="*/ 955765 w 2309166"/>
                <a:gd name="connsiteY464" fmla="*/ 1536416 h 2483088"/>
                <a:gd name="connsiteX465" fmla="*/ 955765 w 2309166"/>
                <a:gd name="connsiteY465" fmla="*/ 1536416 h 2483088"/>
                <a:gd name="connsiteX466" fmla="*/ 942225 w 2309166"/>
                <a:gd name="connsiteY466" fmla="*/ 1522198 h 2483088"/>
                <a:gd name="connsiteX467" fmla="*/ 885216 w 2309166"/>
                <a:gd name="connsiteY467" fmla="*/ 1629971 h 2483088"/>
                <a:gd name="connsiteX468" fmla="*/ 871676 w 2309166"/>
                <a:gd name="connsiteY468" fmla="*/ 1643479 h 2483088"/>
                <a:gd name="connsiteX469" fmla="*/ 871676 w 2309166"/>
                <a:gd name="connsiteY469" fmla="*/ 1643479 h 2483088"/>
                <a:gd name="connsiteX470" fmla="*/ 885216 w 2309166"/>
                <a:gd name="connsiteY470" fmla="*/ 1657697 h 2483088"/>
                <a:gd name="connsiteX471" fmla="*/ 885216 w 2309166"/>
                <a:gd name="connsiteY471" fmla="*/ 1657697 h 2483088"/>
                <a:gd name="connsiteX472" fmla="*/ 899468 w 2309166"/>
                <a:gd name="connsiteY472" fmla="*/ 1643479 h 2483088"/>
                <a:gd name="connsiteX473" fmla="*/ 899468 w 2309166"/>
                <a:gd name="connsiteY473" fmla="*/ 1643479 h 2483088"/>
                <a:gd name="connsiteX474" fmla="*/ 885216 w 2309166"/>
                <a:gd name="connsiteY474" fmla="*/ 1629971 h 2483088"/>
                <a:gd name="connsiteX475" fmla="*/ 1293403 w 2309166"/>
                <a:gd name="connsiteY475" fmla="*/ 1522198 h 2483088"/>
                <a:gd name="connsiteX476" fmla="*/ 1279863 w 2309166"/>
                <a:gd name="connsiteY476" fmla="*/ 1536416 h 2483088"/>
                <a:gd name="connsiteX477" fmla="*/ 1279863 w 2309166"/>
                <a:gd name="connsiteY477" fmla="*/ 1536416 h 2483088"/>
                <a:gd name="connsiteX478" fmla="*/ 1293118 w 2309166"/>
                <a:gd name="connsiteY478" fmla="*/ 1549923 h 2483088"/>
                <a:gd name="connsiteX479" fmla="*/ 1293403 w 2309166"/>
                <a:gd name="connsiteY479" fmla="*/ 1549923 h 2483088"/>
                <a:gd name="connsiteX480" fmla="*/ 1293403 w 2309166"/>
                <a:gd name="connsiteY480" fmla="*/ 1549923 h 2483088"/>
                <a:gd name="connsiteX481" fmla="*/ 1307655 w 2309166"/>
                <a:gd name="connsiteY481" fmla="*/ 1536416 h 2483088"/>
                <a:gd name="connsiteX482" fmla="*/ 1307655 w 2309166"/>
                <a:gd name="connsiteY482" fmla="*/ 1536416 h 2483088"/>
                <a:gd name="connsiteX483" fmla="*/ 1293403 w 2309166"/>
                <a:gd name="connsiteY483" fmla="*/ 1522198 h 2483088"/>
                <a:gd name="connsiteX484" fmla="*/ 1430938 w 2309166"/>
                <a:gd name="connsiteY484" fmla="*/ 1321864 h 2483088"/>
                <a:gd name="connsiteX485" fmla="*/ 1416685 w 2309166"/>
                <a:gd name="connsiteY485" fmla="*/ 1336082 h 2483088"/>
                <a:gd name="connsiteX486" fmla="*/ 1416685 w 2309166"/>
                <a:gd name="connsiteY486" fmla="*/ 1336082 h 2483088"/>
                <a:gd name="connsiteX487" fmla="*/ 1430938 w 2309166"/>
                <a:gd name="connsiteY487" fmla="*/ 1349589 h 2483088"/>
                <a:gd name="connsiteX488" fmla="*/ 1430938 w 2309166"/>
                <a:gd name="connsiteY488" fmla="*/ 1349589 h 2483088"/>
                <a:gd name="connsiteX489" fmla="*/ 1445190 w 2309166"/>
                <a:gd name="connsiteY489" fmla="*/ 1336082 h 2483088"/>
                <a:gd name="connsiteX490" fmla="*/ 1445190 w 2309166"/>
                <a:gd name="connsiteY490" fmla="*/ 1336082 h 2483088"/>
                <a:gd name="connsiteX491" fmla="*/ 1432705 w 2309166"/>
                <a:gd name="connsiteY491" fmla="*/ 1321864 h 2483088"/>
                <a:gd name="connsiteX492" fmla="*/ 1430938 w 2309166"/>
                <a:gd name="connsiteY492" fmla="*/ 1321864 h 2483088"/>
                <a:gd name="connsiteX493" fmla="*/ 1381625 w 2309166"/>
                <a:gd name="connsiteY493" fmla="*/ 1274802 h 2483088"/>
                <a:gd name="connsiteX494" fmla="*/ 1367372 w 2309166"/>
                <a:gd name="connsiteY494" fmla="*/ 1289020 h 2483088"/>
                <a:gd name="connsiteX495" fmla="*/ 1367372 w 2309166"/>
                <a:gd name="connsiteY495" fmla="*/ 1289020 h 2483088"/>
                <a:gd name="connsiteX496" fmla="*/ 1381625 w 2309166"/>
                <a:gd name="connsiteY496" fmla="*/ 1303238 h 2483088"/>
                <a:gd name="connsiteX497" fmla="*/ 1381625 w 2309166"/>
                <a:gd name="connsiteY497" fmla="*/ 1303238 h 2483088"/>
                <a:gd name="connsiteX498" fmla="*/ 1395164 w 2309166"/>
                <a:gd name="connsiteY498" fmla="*/ 1289020 h 2483088"/>
                <a:gd name="connsiteX499" fmla="*/ 1395164 w 2309166"/>
                <a:gd name="connsiteY499" fmla="*/ 1289020 h 2483088"/>
                <a:gd name="connsiteX500" fmla="*/ 1381625 w 2309166"/>
                <a:gd name="connsiteY500" fmla="*/ 1274802 h 2483088"/>
                <a:gd name="connsiteX501" fmla="*/ 1108977 w 2309166"/>
                <a:gd name="connsiteY501" fmla="*/ 1213521 h 2483088"/>
                <a:gd name="connsiteX502" fmla="*/ 1094751 w 2309166"/>
                <a:gd name="connsiteY502" fmla="*/ 1226005 h 2483088"/>
                <a:gd name="connsiteX503" fmla="*/ 1094725 w 2309166"/>
                <a:gd name="connsiteY503" fmla="*/ 1227029 h 2483088"/>
                <a:gd name="connsiteX504" fmla="*/ 1094725 w 2309166"/>
                <a:gd name="connsiteY504" fmla="*/ 1227029 h 2483088"/>
                <a:gd name="connsiteX505" fmla="*/ 1108977 w 2309166"/>
                <a:gd name="connsiteY505" fmla="*/ 1240536 h 2483088"/>
                <a:gd name="connsiteX506" fmla="*/ 1108977 w 2309166"/>
                <a:gd name="connsiteY506" fmla="*/ 1240536 h 2483088"/>
                <a:gd name="connsiteX507" fmla="*/ 1123230 w 2309166"/>
                <a:gd name="connsiteY507" fmla="*/ 1227029 h 2483088"/>
                <a:gd name="connsiteX508" fmla="*/ 1123230 w 2309166"/>
                <a:gd name="connsiteY508" fmla="*/ 1227029 h 2483088"/>
                <a:gd name="connsiteX509" fmla="*/ 1110004 w 2309166"/>
                <a:gd name="connsiteY509" fmla="*/ 1213493 h 2483088"/>
                <a:gd name="connsiteX510" fmla="*/ 1108977 w 2309166"/>
                <a:gd name="connsiteY510" fmla="*/ 1213521 h 2483088"/>
                <a:gd name="connsiteX511" fmla="*/ 1526571 w 2309166"/>
                <a:gd name="connsiteY511" fmla="*/ 2114811 h 2483088"/>
                <a:gd name="connsiteX512" fmla="*/ 1513031 w 2309166"/>
                <a:gd name="connsiteY512" fmla="*/ 2129029 h 2483088"/>
                <a:gd name="connsiteX513" fmla="*/ 1513031 w 2309166"/>
                <a:gd name="connsiteY513" fmla="*/ 2129029 h 2483088"/>
                <a:gd name="connsiteX514" fmla="*/ 1526571 w 2309166"/>
                <a:gd name="connsiteY514" fmla="*/ 2142536 h 2483088"/>
                <a:gd name="connsiteX515" fmla="*/ 1526571 w 2309166"/>
                <a:gd name="connsiteY515" fmla="*/ 2142536 h 2483088"/>
                <a:gd name="connsiteX516" fmla="*/ 1540823 w 2309166"/>
                <a:gd name="connsiteY516" fmla="*/ 2129029 h 2483088"/>
                <a:gd name="connsiteX517" fmla="*/ 1540823 w 2309166"/>
                <a:gd name="connsiteY517" fmla="*/ 2129029 h 2483088"/>
                <a:gd name="connsiteX518" fmla="*/ 1526571 w 2309166"/>
                <a:gd name="connsiteY518" fmla="*/ 2114811 h 2483088"/>
                <a:gd name="connsiteX519" fmla="*/ 836187 w 2309166"/>
                <a:gd name="connsiteY519" fmla="*/ 2456047 h 2483088"/>
                <a:gd name="connsiteX520" fmla="*/ 821935 w 2309166"/>
                <a:gd name="connsiteY520" fmla="*/ 2469554 h 2483088"/>
                <a:gd name="connsiteX521" fmla="*/ 821935 w 2309166"/>
                <a:gd name="connsiteY521" fmla="*/ 2469554 h 2483088"/>
                <a:gd name="connsiteX522" fmla="*/ 836187 w 2309166"/>
                <a:gd name="connsiteY522" fmla="*/ 2483061 h 2483088"/>
                <a:gd name="connsiteX523" fmla="*/ 836187 w 2309166"/>
                <a:gd name="connsiteY523" fmla="*/ 2483061 h 2483088"/>
                <a:gd name="connsiteX524" fmla="*/ 850414 w 2309166"/>
                <a:gd name="connsiteY524" fmla="*/ 2470578 h 2483088"/>
                <a:gd name="connsiteX525" fmla="*/ 850440 w 2309166"/>
                <a:gd name="connsiteY525" fmla="*/ 2469554 h 2483088"/>
                <a:gd name="connsiteX526" fmla="*/ 850440 w 2309166"/>
                <a:gd name="connsiteY526" fmla="*/ 2469554 h 2483088"/>
                <a:gd name="connsiteX527" fmla="*/ 837214 w 2309166"/>
                <a:gd name="connsiteY527" fmla="*/ 2456018 h 2483088"/>
                <a:gd name="connsiteX528" fmla="*/ 836187 w 2309166"/>
                <a:gd name="connsiteY528" fmla="*/ 2456047 h 2483088"/>
                <a:gd name="connsiteX529" fmla="*/ 1221001 w 2309166"/>
                <a:gd name="connsiteY529" fmla="*/ 2380975 h 2483088"/>
                <a:gd name="connsiteX530" fmla="*/ 1206748 w 2309166"/>
                <a:gd name="connsiteY530" fmla="*/ 2394482 h 2483088"/>
                <a:gd name="connsiteX531" fmla="*/ 1206748 w 2309166"/>
                <a:gd name="connsiteY531" fmla="*/ 2394482 h 2483088"/>
                <a:gd name="connsiteX532" fmla="*/ 1221001 w 2309166"/>
                <a:gd name="connsiteY532" fmla="*/ 2407989 h 2483088"/>
                <a:gd name="connsiteX533" fmla="*/ 1221001 w 2309166"/>
                <a:gd name="connsiteY533" fmla="*/ 2407989 h 2483088"/>
                <a:gd name="connsiteX534" fmla="*/ 1235253 w 2309166"/>
                <a:gd name="connsiteY534" fmla="*/ 2394482 h 2483088"/>
                <a:gd name="connsiteX535" fmla="*/ 1235253 w 2309166"/>
                <a:gd name="connsiteY535" fmla="*/ 2394482 h 2483088"/>
                <a:gd name="connsiteX536" fmla="*/ 1221001 w 2309166"/>
                <a:gd name="connsiteY536" fmla="*/ 2380975 h 2483088"/>
                <a:gd name="connsiteX537" fmla="*/ 659173 w 2309166"/>
                <a:gd name="connsiteY537" fmla="*/ 2057938 h 2483088"/>
                <a:gd name="connsiteX538" fmla="*/ 644921 w 2309166"/>
                <a:gd name="connsiteY538" fmla="*/ 2070393 h 2483088"/>
                <a:gd name="connsiteX539" fmla="*/ 644921 w 2309166"/>
                <a:gd name="connsiteY539" fmla="*/ 2072156 h 2483088"/>
                <a:gd name="connsiteX540" fmla="*/ 644921 w 2309166"/>
                <a:gd name="connsiteY540" fmla="*/ 2072156 h 2483088"/>
                <a:gd name="connsiteX541" fmla="*/ 658147 w 2309166"/>
                <a:gd name="connsiteY541" fmla="*/ 2085692 h 2483088"/>
                <a:gd name="connsiteX542" fmla="*/ 659173 w 2309166"/>
                <a:gd name="connsiteY542" fmla="*/ 2085663 h 2483088"/>
                <a:gd name="connsiteX543" fmla="*/ 659173 w 2309166"/>
                <a:gd name="connsiteY543" fmla="*/ 2085663 h 2483088"/>
                <a:gd name="connsiteX544" fmla="*/ 673400 w 2309166"/>
                <a:gd name="connsiteY544" fmla="*/ 2073180 h 2483088"/>
                <a:gd name="connsiteX545" fmla="*/ 673426 w 2309166"/>
                <a:gd name="connsiteY545" fmla="*/ 2072156 h 2483088"/>
                <a:gd name="connsiteX546" fmla="*/ 673426 w 2309166"/>
                <a:gd name="connsiteY546" fmla="*/ 2072156 h 2483088"/>
                <a:gd name="connsiteX547" fmla="*/ 660942 w 2309166"/>
                <a:gd name="connsiteY547" fmla="*/ 2057938 h 2483088"/>
                <a:gd name="connsiteX548" fmla="*/ 659173 w 2309166"/>
                <a:gd name="connsiteY548" fmla="*/ 2057938 h 2483088"/>
                <a:gd name="connsiteX549" fmla="*/ 1631896 w 2309166"/>
                <a:gd name="connsiteY549" fmla="*/ 1335229 h 2483088"/>
                <a:gd name="connsiteX550" fmla="*/ 1617643 w 2309166"/>
                <a:gd name="connsiteY550" fmla="*/ 1348736 h 2483088"/>
                <a:gd name="connsiteX551" fmla="*/ 1617643 w 2309166"/>
                <a:gd name="connsiteY551" fmla="*/ 1348736 h 2483088"/>
                <a:gd name="connsiteX552" fmla="*/ 1631896 w 2309166"/>
                <a:gd name="connsiteY552" fmla="*/ 1362954 h 2483088"/>
                <a:gd name="connsiteX553" fmla="*/ 1631896 w 2309166"/>
                <a:gd name="connsiteY553" fmla="*/ 1362954 h 2483088"/>
                <a:gd name="connsiteX554" fmla="*/ 1646148 w 2309166"/>
                <a:gd name="connsiteY554" fmla="*/ 1348736 h 2483088"/>
                <a:gd name="connsiteX555" fmla="*/ 1646148 w 2309166"/>
                <a:gd name="connsiteY555" fmla="*/ 1348736 h 2483088"/>
                <a:gd name="connsiteX556" fmla="*/ 1631896 w 2309166"/>
                <a:gd name="connsiteY556" fmla="*/ 1335229 h 2483088"/>
                <a:gd name="connsiteX557" fmla="*/ 1451176 w 2309166"/>
                <a:gd name="connsiteY557" fmla="*/ 1472861 h 2483088"/>
                <a:gd name="connsiteX558" fmla="*/ 1437636 w 2309166"/>
                <a:gd name="connsiteY558" fmla="*/ 1486368 h 2483088"/>
                <a:gd name="connsiteX559" fmla="*/ 1437636 w 2309166"/>
                <a:gd name="connsiteY559" fmla="*/ 1486368 h 2483088"/>
                <a:gd name="connsiteX560" fmla="*/ 1451176 w 2309166"/>
                <a:gd name="connsiteY560" fmla="*/ 1499875 h 2483088"/>
                <a:gd name="connsiteX561" fmla="*/ 1451176 w 2309166"/>
                <a:gd name="connsiteY561" fmla="*/ 1499875 h 2483088"/>
                <a:gd name="connsiteX562" fmla="*/ 1465428 w 2309166"/>
                <a:gd name="connsiteY562" fmla="*/ 1486368 h 2483088"/>
                <a:gd name="connsiteX563" fmla="*/ 1465428 w 2309166"/>
                <a:gd name="connsiteY563" fmla="*/ 1486368 h 2483088"/>
                <a:gd name="connsiteX564" fmla="*/ 1451176 w 2309166"/>
                <a:gd name="connsiteY564" fmla="*/ 1472861 h 2483088"/>
                <a:gd name="connsiteX565" fmla="*/ 1612085 w 2309166"/>
                <a:gd name="connsiteY565" fmla="*/ 1665517 h 2483088"/>
                <a:gd name="connsiteX566" fmla="*/ 1604104 w 2309166"/>
                <a:gd name="connsiteY566" fmla="*/ 1673479 h 2483088"/>
                <a:gd name="connsiteX567" fmla="*/ 1604104 w 2309166"/>
                <a:gd name="connsiteY567" fmla="*/ 1673479 h 2483088"/>
                <a:gd name="connsiteX568" fmla="*/ 1612085 w 2309166"/>
                <a:gd name="connsiteY568" fmla="*/ 1681441 h 2483088"/>
                <a:gd name="connsiteX569" fmla="*/ 1612085 w 2309166"/>
                <a:gd name="connsiteY569" fmla="*/ 1681441 h 2483088"/>
                <a:gd name="connsiteX570" fmla="*/ 1620209 w 2309166"/>
                <a:gd name="connsiteY570" fmla="*/ 1673479 h 2483088"/>
                <a:gd name="connsiteX571" fmla="*/ 1620209 w 2309166"/>
                <a:gd name="connsiteY571" fmla="*/ 1673479 h 2483088"/>
                <a:gd name="connsiteX572" fmla="*/ 1612085 w 2309166"/>
                <a:gd name="connsiteY572" fmla="*/ 1665517 h 2483088"/>
                <a:gd name="connsiteX573" fmla="*/ 1627763 w 2309166"/>
                <a:gd name="connsiteY573" fmla="*/ 1077027 h 2483088"/>
                <a:gd name="connsiteX574" fmla="*/ 1619781 w 2309166"/>
                <a:gd name="connsiteY574" fmla="*/ 1084989 h 2483088"/>
                <a:gd name="connsiteX575" fmla="*/ 1619781 w 2309166"/>
                <a:gd name="connsiteY575" fmla="*/ 1084989 h 2483088"/>
                <a:gd name="connsiteX576" fmla="*/ 1627763 w 2309166"/>
                <a:gd name="connsiteY576" fmla="*/ 1092951 h 2483088"/>
                <a:gd name="connsiteX577" fmla="*/ 1627763 w 2309166"/>
                <a:gd name="connsiteY577" fmla="*/ 1092951 h 2483088"/>
                <a:gd name="connsiteX578" fmla="*/ 1635744 w 2309166"/>
                <a:gd name="connsiteY578" fmla="*/ 1084989 h 2483088"/>
                <a:gd name="connsiteX579" fmla="*/ 1635744 w 2309166"/>
                <a:gd name="connsiteY579" fmla="*/ 1084989 h 2483088"/>
                <a:gd name="connsiteX580" fmla="*/ 1627763 w 2309166"/>
                <a:gd name="connsiteY580" fmla="*/ 1077027 h 2483088"/>
                <a:gd name="connsiteX581" fmla="*/ 1645293 w 2309166"/>
                <a:gd name="connsiteY581" fmla="*/ 1158497 h 2483088"/>
                <a:gd name="connsiteX582" fmla="*/ 1639735 w 2309166"/>
                <a:gd name="connsiteY582" fmla="*/ 1163758 h 2483088"/>
                <a:gd name="connsiteX583" fmla="*/ 1639735 w 2309166"/>
                <a:gd name="connsiteY583" fmla="*/ 1163900 h 2483088"/>
                <a:gd name="connsiteX584" fmla="*/ 1639735 w 2309166"/>
                <a:gd name="connsiteY584" fmla="*/ 1163900 h 2483088"/>
                <a:gd name="connsiteX585" fmla="*/ 1645008 w 2309166"/>
                <a:gd name="connsiteY585" fmla="*/ 1169445 h 2483088"/>
                <a:gd name="connsiteX586" fmla="*/ 1645293 w 2309166"/>
                <a:gd name="connsiteY586" fmla="*/ 1169445 h 2483088"/>
                <a:gd name="connsiteX587" fmla="*/ 1645293 w 2309166"/>
                <a:gd name="connsiteY587" fmla="*/ 1169445 h 2483088"/>
                <a:gd name="connsiteX588" fmla="*/ 1650709 w 2309166"/>
                <a:gd name="connsiteY588" fmla="*/ 1164042 h 2483088"/>
                <a:gd name="connsiteX589" fmla="*/ 1650709 w 2309166"/>
                <a:gd name="connsiteY589" fmla="*/ 1163900 h 2483088"/>
                <a:gd name="connsiteX590" fmla="*/ 1650709 w 2309166"/>
                <a:gd name="connsiteY590" fmla="*/ 1163900 h 2483088"/>
                <a:gd name="connsiteX591" fmla="*/ 1645293 w 2309166"/>
                <a:gd name="connsiteY591" fmla="*/ 1158497 h 2483088"/>
                <a:gd name="connsiteX592" fmla="*/ 588909 w 2309166"/>
                <a:gd name="connsiteY592" fmla="*/ 130524 h 2483088"/>
                <a:gd name="connsiteX593" fmla="*/ 583351 w 2309166"/>
                <a:gd name="connsiteY593" fmla="*/ 135927 h 2483088"/>
                <a:gd name="connsiteX594" fmla="*/ 583351 w 2309166"/>
                <a:gd name="connsiteY594" fmla="*/ 135927 h 2483088"/>
                <a:gd name="connsiteX595" fmla="*/ 588909 w 2309166"/>
                <a:gd name="connsiteY595" fmla="*/ 141472 h 2483088"/>
                <a:gd name="connsiteX596" fmla="*/ 588909 w 2309166"/>
                <a:gd name="connsiteY596" fmla="*/ 141472 h 2483088"/>
                <a:gd name="connsiteX597" fmla="*/ 594468 w 2309166"/>
                <a:gd name="connsiteY597" fmla="*/ 136215 h 2483088"/>
                <a:gd name="connsiteX598" fmla="*/ 594468 w 2309166"/>
                <a:gd name="connsiteY598" fmla="*/ 135927 h 2483088"/>
                <a:gd name="connsiteX599" fmla="*/ 594468 w 2309166"/>
                <a:gd name="connsiteY599" fmla="*/ 135927 h 2483088"/>
                <a:gd name="connsiteX600" fmla="*/ 589053 w 2309166"/>
                <a:gd name="connsiteY600" fmla="*/ 130523 h 2483088"/>
                <a:gd name="connsiteX601" fmla="*/ 588909 w 2309166"/>
                <a:gd name="connsiteY601" fmla="*/ 130524 h 2483088"/>
                <a:gd name="connsiteX602" fmla="*/ 695802 w 2309166"/>
                <a:gd name="connsiteY602" fmla="*/ 1 h 2483088"/>
                <a:gd name="connsiteX603" fmla="*/ 687109 w 2309166"/>
                <a:gd name="connsiteY603" fmla="*/ 8388 h 2483088"/>
                <a:gd name="connsiteX604" fmla="*/ 687108 w 2309166"/>
                <a:gd name="connsiteY604" fmla="*/ 8532 h 2483088"/>
                <a:gd name="connsiteX605" fmla="*/ 687108 w 2309166"/>
                <a:gd name="connsiteY605" fmla="*/ 8532 h 2483088"/>
                <a:gd name="connsiteX606" fmla="*/ 695802 w 2309166"/>
                <a:gd name="connsiteY606" fmla="*/ 17205 h 2483088"/>
                <a:gd name="connsiteX607" fmla="*/ 695802 w 2309166"/>
                <a:gd name="connsiteY607" fmla="*/ 17205 h 2483088"/>
                <a:gd name="connsiteX608" fmla="*/ 704355 w 2309166"/>
                <a:gd name="connsiteY608" fmla="*/ 8676 h 2483088"/>
                <a:gd name="connsiteX609" fmla="*/ 704353 w 2309166"/>
                <a:gd name="connsiteY609" fmla="*/ 8532 h 2483088"/>
                <a:gd name="connsiteX610" fmla="*/ 704353 w 2309166"/>
                <a:gd name="connsiteY610" fmla="*/ 8532 h 2483088"/>
                <a:gd name="connsiteX611" fmla="*/ 695802 w 2309166"/>
                <a:gd name="connsiteY611" fmla="*/ 1 h 2483088"/>
                <a:gd name="connsiteX612" fmla="*/ 738559 w 2309166"/>
                <a:gd name="connsiteY612" fmla="*/ 162373 h 2483088"/>
                <a:gd name="connsiteX613" fmla="*/ 729866 w 2309166"/>
                <a:gd name="connsiteY613" fmla="*/ 170761 h 2483088"/>
                <a:gd name="connsiteX614" fmla="*/ 729865 w 2309166"/>
                <a:gd name="connsiteY614" fmla="*/ 170903 h 2483088"/>
                <a:gd name="connsiteX615" fmla="*/ 729865 w 2309166"/>
                <a:gd name="connsiteY615" fmla="*/ 170903 h 2483088"/>
                <a:gd name="connsiteX616" fmla="*/ 738559 w 2309166"/>
                <a:gd name="connsiteY616" fmla="*/ 179577 h 2483088"/>
                <a:gd name="connsiteX617" fmla="*/ 738559 w 2309166"/>
                <a:gd name="connsiteY617" fmla="*/ 179577 h 2483088"/>
                <a:gd name="connsiteX618" fmla="*/ 747112 w 2309166"/>
                <a:gd name="connsiteY618" fmla="*/ 171046 h 2483088"/>
                <a:gd name="connsiteX619" fmla="*/ 747110 w 2309166"/>
                <a:gd name="connsiteY619" fmla="*/ 170903 h 2483088"/>
                <a:gd name="connsiteX620" fmla="*/ 747110 w 2309166"/>
                <a:gd name="connsiteY620" fmla="*/ 170903 h 2483088"/>
                <a:gd name="connsiteX621" fmla="*/ 738559 w 2309166"/>
                <a:gd name="connsiteY621" fmla="*/ 162373 h 2483088"/>
                <a:gd name="connsiteX622" fmla="*/ 689103 w 2309166"/>
                <a:gd name="connsiteY622" fmla="*/ 559201 h 2483088"/>
                <a:gd name="connsiteX623" fmla="*/ 662166 w 2309166"/>
                <a:gd name="connsiteY623" fmla="*/ 586074 h 2483088"/>
                <a:gd name="connsiteX624" fmla="*/ 662166 w 2309166"/>
                <a:gd name="connsiteY624" fmla="*/ 586074 h 2483088"/>
                <a:gd name="connsiteX625" fmla="*/ 689103 w 2309166"/>
                <a:gd name="connsiteY625" fmla="*/ 612946 h 2483088"/>
                <a:gd name="connsiteX626" fmla="*/ 689103 w 2309166"/>
                <a:gd name="connsiteY626" fmla="*/ 612946 h 2483088"/>
                <a:gd name="connsiteX627" fmla="*/ 716040 w 2309166"/>
                <a:gd name="connsiteY627" fmla="*/ 586074 h 2483088"/>
                <a:gd name="connsiteX628" fmla="*/ 716040 w 2309166"/>
                <a:gd name="connsiteY628" fmla="*/ 586074 h 2483088"/>
                <a:gd name="connsiteX629" fmla="*/ 689103 w 2309166"/>
                <a:gd name="connsiteY629" fmla="*/ 559201 h 2483088"/>
                <a:gd name="connsiteX630" fmla="*/ 829631 w 2309166"/>
                <a:gd name="connsiteY630" fmla="*/ 1107454 h 2483088"/>
                <a:gd name="connsiteX631" fmla="*/ 810961 w 2309166"/>
                <a:gd name="connsiteY631" fmla="*/ 1126222 h 2483088"/>
                <a:gd name="connsiteX632" fmla="*/ 810961 w 2309166"/>
                <a:gd name="connsiteY632" fmla="*/ 1126222 h 2483088"/>
                <a:gd name="connsiteX633" fmla="*/ 829631 w 2309166"/>
                <a:gd name="connsiteY633" fmla="*/ 1144848 h 2483088"/>
                <a:gd name="connsiteX634" fmla="*/ 829631 w 2309166"/>
                <a:gd name="connsiteY634" fmla="*/ 1144848 h 2483088"/>
                <a:gd name="connsiteX635" fmla="*/ 848444 w 2309166"/>
                <a:gd name="connsiteY635" fmla="*/ 1126364 h 2483088"/>
                <a:gd name="connsiteX636" fmla="*/ 848444 w 2309166"/>
                <a:gd name="connsiteY636" fmla="*/ 1126222 h 2483088"/>
                <a:gd name="connsiteX637" fmla="*/ 848444 w 2309166"/>
                <a:gd name="connsiteY637" fmla="*/ 1126222 h 2483088"/>
                <a:gd name="connsiteX638" fmla="*/ 829631 w 2309166"/>
                <a:gd name="connsiteY638" fmla="*/ 1107454 h 2483088"/>
                <a:gd name="connsiteX639" fmla="*/ 1010494 w 2309166"/>
                <a:gd name="connsiteY639" fmla="*/ 1057690 h 2483088"/>
                <a:gd name="connsiteX640" fmla="*/ 992246 w 2309166"/>
                <a:gd name="connsiteY640" fmla="*/ 1076728 h 2483088"/>
                <a:gd name="connsiteX641" fmla="*/ 992251 w 2309166"/>
                <a:gd name="connsiteY641" fmla="*/ 1076885 h 2483088"/>
                <a:gd name="connsiteX642" fmla="*/ 992251 w 2309166"/>
                <a:gd name="connsiteY642" fmla="*/ 1076885 h 2483088"/>
                <a:gd name="connsiteX643" fmla="*/ 1010921 w 2309166"/>
                <a:gd name="connsiteY643" fmla="*/ 1095653 h 2483088"/>
                <a:gd name="connsiteX644" fmla="*/ 1010921 w 2309166"/>
                <a:gd name="connsiteY644" fmla="*/ 1095653 h 2483088"/>
                <a:gd name="connsiteX645" fmla="*/ 1029734 w 2309166"/>
                <a:gd name="connsiteY645" fmla="*/ 1076885 h 2483088"/>
                <a:gd name="connsiteX646" fmla="*/ 1029734 w 2309166"/>
                <a:gd name="connsiteY646" fmla="*/ 1076885 h 2483088"/>
                <a:gd name="connsiteX647" fmla="*/ 1011064 w 2309166"/>
                <a:gd name="connsiteY647" fmla="*/ 1058259 h 2483088"/>
                <a:gd name="connsiteX648" fmla="*/ 1010921 w 2309166"/>
                <a:gd name="connsiteY648" fmla="*/ 1058259 h 2483088"/>
                <a:gd name="connsiteX649" fmla="*/ 372131 w 2309166"/>
                <a:gd name="connsiteY649" fmla="*/ 882665 h 2483088"/>
                <a:gd name="connsiteX650" fmla="*/ 353318 w 2309166"/>
                <a:gd name="connsiteY650" fmla="*/ 901433 h 2483088"/>
                <a:gd name="connsiteX651" fmla="*/ 353318 w 2309166"/>
                <a:gd name="connsiteY651" fmla="*/ 901433 h 2483088"/>
                <a:gd name="connsiteX652" fmla="*/ 371843 w 2309166"/>
                <a:gd name="connsiteY652" fmla="*/ 920485 h 2483088"/>
                <a:gd name="connsiteX653" fmla="*/ 372131 w 2309166"/>
                <a:gd name="connsiteY653" fmla="*/ 920485 h 2483088"/>
                <a:gd name="connsiteX654" fmla="*/ 372131 w 2309166"/>
                <a:gd name="connsiteY654" fmla="*/ 920485 h 2483088"/>
                <a:gd name="connsiteX655" fmla="*/ 390802 w 2309166"/>
                <a:gd name="connsiteY655" fmla="*/ 901859 h 2483088"/>
                <a:gd name="connsiteX656" fmla="*/ 390802 w 2309166"/>
                <a:gd name="connsiteY656" fmla="*/ 901859 h 2483088"/>
                <a:gd name="connsiteX657" fmla="*/ 372422 w 2309166"/>
                <a:gd name="connsiteY657" fmla="*/ 882665 h 2483088"/>
                <a:gd name="connsiteX658" fmla="*/ 372131 w 2309166"/>
                <a:gd name="connsiteY658" fmla="*/ 882665 h 2483088"/>
                <a:gd name="connsiteX659" fmla="*/ 404199 w 2309166"/>
                <a:gd name="connsiteY659" fmla="*/ 1156933 h 2483088"/>
                <a:gd name="connsiteX660" fmla="*/ 385516 w 2309166"/>
                <a:gd name="connsiteY660" fmla="*/ 1175829 h 2483088"/>
                <a:gd name="connsiteX661" fmla="*/ 385528 w 2309166"/>
                <a:gd name="connsiteY661" fmla="*/ 1176412 h 2483088"/>
                <a:gd name="connsiteX662" fmla="*/ 385528 w 2309166"/>
                <a:gd name="connsiteY662" fmla="*/ 1176412 h 2483088"/>
                <a:gd name="connsiteX663" fmla="*/ 404199 w 2309166"/>
                <a:gd name="connsiteY663" fmla="*/ 1195180 h 2483088"/>
                <a:gd name="connsiteX664" fmla="*/ 404199 w 2309166"/>
                <a:gd name="connsiteY664" fmla="*/ 1195180 h 2483088"/>
                <a:gd name="connsiteX665" fmla="*/ 423012 w 2309166"/>
                <a:gd name="connsiteY665" fmla="*/ 1176412 h 2483088"/>
                <a:gd name="connsiteX666" fmla="*/ 423012 w 2309166"/>
                <a:gd name="connsiteY666" fmla="*/ 1176412 h 2483088"/>
                <a:gd name="connsiteX667" fmla="*/ 404199 w 2309166"/>
                <a:gd name="connsiteY667" fmla="*/ 1157644 h 2483088"/>
                <a:gd name="connsiteX668" fmla="*/ 212648 w 2309166"/>
                <a:gd name="connsiteY668" fmla="*/ 1316887 h 2483088"/>
                <a:gd name="connsiteX669" fmla="*/ 193834 w 2309166"/>
                <a:gd name="connsiteY669" fmla="*/ 1335513 h 2483088"/>
                <a:gd name="connsiteX670" fmla="*/ 193834 w 2309166"/>
                <a:gd name="connsiteY670" fmla="*/ 1335513 h 2483088"/>
                <a:gd name="connsiteX671" fmla="*/ 212648 w 2309166"/>
                <a:gd name="connsiteY671" fmla="*/ 1354281 h 2483088"/>
                <a:gd name="connsiteX672" fmla="*/ 212648 w 2309166"/>
                <a:gd name="connsiteY672" fmla="*/ 1354281 h 2483088"/>
                <a:gd name="connsiteX673" fmla="*/ 231461 w 2309166"/>
                <a:gd name="connsiteY673" fmla="*/ 1335513 h 2483088"/>
                <a:gd name="connsiteX674" fmla="*/ 231461 w 2309166"/>
                <a:gd name="connsiteY674" fmla="*/ 1335513 h 2483088"/>
                <a:gd name="connsiteX675" fmla="*/ 212648 w 2309166"/>
                <a:gd name="connsiteY675" fmla="*/ 1316887 h 2483088"/>
                <a:gd name="connsiteX676" fmla="*/ 262246 w 2309166"/>
                <a:gd name="connsiteY676" fmla="*/ 1372623 h 2483088"/>
                <a:gd name="connsiteX677" fmla="*/ 243860 w 2309166"/>
                <a:gd name="connsiteY677" fmla="*/ 1391248 h 2483088"/>
                <a:gd name="connsiteX678" fmla="*/ 243860 w 2309166"/>
                <a:gd name="connsiteY678" fmla="*/ 1391248 h 2483088"/>
                <a:gd name="connsiteX679" fmla="*/ 262673 w 2309166"/>
                <a:gd name="connsiteY679" fmla="*/ 1410016 h 2483088"/>
                <a:gd name="connsiteX680" fmla="*/ 262673 w 2309166"/>
                <a:gd name="connsiteY680" fmla="*/ 1410016 h 2483088"/>
                <a:gd name="connsiteX681" fmla="*/ 281344 w 2309166"/>
                <a:gd name="connsiteY681" fmla="*/ 1391248 h 2483088"/>
                <a:gd name="connsiteX682" fmla="*/ 281344 w 2309166"/>
                <a:gd name="connsiteY682" fmla="*/ 1391248 h 2483088"/>
                <a:gd name="connsiteX683" fmla="*/ 262673 w 2309166"/>
                <a:gd name="connsiteY683" fmla="*/ 1372623 h 2483088"/>
                <a:gd name="connsiteX684" fmla="*/ 372986 w 2309166"/>
                <a:gd name="connsiteY684" fmla="*/ 1339921 h 2483088"/>
                <a:gd name="connsiteX685" fmla="*/ 354316 w 2309166"/>
                <a:gd name="connsiteY685" fmla="*/ 1358689 h 2483088"/>
                <a:gd name="connsiteX686" fmla="*/ 354316 w 2309166"/>
                <a:gd name="connsiteY686" fmla="*/ 1358689 h 2483088"/>
                <a:gd name="connsiteX687" fmla="*/ 372986 w 2309166"/>
                <a:gd name="connsiteY687" fmla="*/ 1377315 h 2483088"/>
                <a:gd name="connsiteX688" fmla="*/ 372986 w 2309166"/>
                <a:gd name="connsiteY688" fmla="*/ 1377315 h 2483088"/>
                <a:gd name="connsiteX689" fmla="*/ 391799 w 2309166"/>
                <a:gd name="connsiteY689" fmla="*/ 1358689 h 2483088"/>
                <a:gd name="connsiteX690" fmla="*/ 391799 w 2309166"/>
                <a:gd name="connsiteY690" fmla="*/ 1358689 h 2483088"/>
                <a:gd name="connsiteX691" fmla="*/ 372986 w 2309166"/>
                <a:gd name="connsiteY691" fmla="*/ 1339921 h 2483088"/>
                <a:gd name="connsiteX692" fmla="*/ 346762 w 2309166"/>
                <a:gd name="connsiteY692" fmla="*/ 1505847 h 2483088"/>
                <a:gd name="connsiteX693" fmla="*/ 327949 w 2309166"/>
                <a:gd name="connsiteY693" fmla="*/ 1524615 h 2483088"/>
                <a:gd name="connsiteX694" fmla="*/ 327949 w 2309166"/>
                <a:gd name="connsiteY694" fmla="*/ 1524615 h 2483088"/>
                <a:gd name="connsiteX695" fmla="*/ 346762 w 2309166"/>
                <a:gd name="connsiteY695" fmla="*/ 1543241 h 2483088"/>
                <a:gd name="connsiteX696" fmla="*/ 346762 w 2309166"/>
                <a:gd name="connsiteY696" fmla="*/ 1543241 h 2483088"/>
                <a:gd name="connsiteX697" fmla="*/ 365433 w 2309166"/>
                <a:gd name="connsiteY697" fmla="*/ 1524615 h 2483088"/>
                <a:gd name="connsiteX698" fmla="*/ 365433 w 2309166"/>
                <a:gd name="connsiteY698" fmla="*/ 1524615 h 2483088"/>
                <a:gd name="connsiteX699" fmla="*/ 346762 w 2309166"/>
                <a:gd name="connsiteY699" fmla="*/ 1505847 h 2483088"/>
                <a:gd name="connsiteX700" fmla="*/ 247993 w 2309166"/>
                <a:gd name="connsiteY700" fmla="*/ 1685849 h 2483088"/>
                <a:gd name="connsiteX701" fmla="*/ 238444 w 2309166"/>
                <a:gd name="connsiteY701" fmla="*/ 1695517 h 2483088"/>
                <a:gd name="connsiteX702" fmla="*/ 238444 w 2309166"/>
                <a:gd name="connsiteY702" fmla="*/ 1695517 h 2483088"/>
                <a:gd name="connsiteX703" fmla="*/ 247849 w 2309166"/>
                <a:gd name="connsiteY703" fmla="*/ 1705185 h 2483088"/>
                <a:gd name="connsiteX704" fmla="*/ 247993 w 2309166"/>
                <a:gd name="connsiteY704" fmla="*/ 1705185 h 2483088"/>
                <a:gd name="connsiteX705" fmla="*/ 247993 w 2309166"/>
                <a:gd name="connsiteY705" fmla="*/ 1705185 h 2483088"/>
                <a:gd name="connsiteX706" fmla="*/ 257685 w 2309166"/>
                <a:gd name="connsiteY706" fmla="*/ 1695801 h 2483088"/>
                <a:gd name="connsiteX707" fmla="*/ 257685 w 2309166"/>
                <a:gd name="connsiteY707" fmla="*/ 1695517 h 2483088"/>
                <a:gd name="connsiteX708" fmla="*/ 257685 w 2309166"/>
                <a:gd name="connsiteY708" fmla="*/ 1695517 h 2483088"/>
                <a:gd name="connsiteX709" fmla="*/ 247993 w 2309166"/>
                <a:gd name="connsiteY709" fmla="*/ 1685849 h 2483088"/>
                <a:gd name="connsiteX710" fmla="*/ 376264 w 2309166"/>
                <a:gd name="connsiteY710" fmla="*/ 1608075 h 2483088"/>
                <a:gd name="connsiteX711" fmla="*/ 366573 w 2309166"/>
                <a:gd name="connsiteY711" fmla="*/ 1617744 h 2483088"/>
                <a:gd name="connsiteX712" fmla="*/ 366573 w 2309166"/>
                <a:gd name="connsiteY712" fmla="*/ 1617744 h 2483088"/>
                <a:gd name="connsiteX713" fmla="*/ 376264 w 2309166"/>
                <a:gd name="connsiteY713" fmla="*/ 1627412 h 2483088"/>
                <a:gd name="connsiteX714" fmla="*/ 376264 w 2309166"/>
                <a:gd name="connsiteY714" fmla="*/ 1627412 h 2483088"/>
                <a:gd name="connsiteX715" fmla="*/ 385956 w 2309166"/>
                <a:gd name="connsiteY715" fmla="*/ 1617744 h 2483088"/>
                <a:gd name="connsiteX716" fmla="*/ 385956 w 2309166"/>
                <a:gd name="connsiteY716" fmla="*/ 1617744 h 2483088"/>
                <a:gd name="connsiteX717" fmla="*/ 376552 w 2309166"/>
                <a:gd name="connsiteY717" fmla="*/ 1608075 h 2483088"/>
                <a:gd name="connsiteX718" fmla="*/ 376264 w 2309166"/>
                <a:gd name="connsiteY718" fmla="*/ 1608075 h 2483088"/>
                <a:gd name="connsiteX719" fmla="*/ 197255 w 2309166"/>
                <a:gd name="connsiteY719" fmla="*/ 1601535 h 2483088"/>
                <a:gd name="connsiteX720" fmla="*/ 187563 w 2309166"/>
                <a:gd name="connsiteY720" fmla="*/ 1611203 h 2483088"/>
                <a:gd name="connsiteX721" fmla="*/ 187563 w 2309166"/>
                <a:gd name="connsiteY721" fmla="*/ 1611203 h 2483088"/>
                <a:gd name="connsiteX722" fmla="*/ 197255 w 2309166"/>
                <a:gd name="connsiteY722" fmla="*/ 1620872 h 2483088"/>
                <a:gd name="connsiteX723" fmla="*/ 197255 w 2309166"/>
                <a:gd name="connsiteY723" fmla="*/ 1620872 h 2483088"/>
                <a:gd name="connsiteX724" fmla="*/ 206947 w 2309166"/>
                <a:gd name="connsiteY724" fmla="*/ 1611488 h 2483088"/>
                <a:gd name="connsiteX725" fmla="*/ 206947 w 2309166"/>
                <a:gd name="connsiteY725" fmla="*/ 1611203 h 2483088"/>
                <a:gd name="connsiteX726" fmla="*/ 206947 w 2309166"/>
                <a:gd name="connsiteY726" fmla="*/ 1611203 h 2483088"/>
                <a:gd name="connsiteX727" fmla="*/ 197255 w 2309166"/>
                <a:gd name="connsiteY727" fmla="*/ 1601535 h 2483088"/>
                <a:gd name="connsiteX728" fmla="*/ 124996 w 2309166"/>
                <a:gd name="connsiteY728" fmla="*/ 1761632 h 2483088"/>
                <a:gd name="connsiteX729" fmla="*/ 115304 w 2309166"/>
                <a:gd name="connsiteY729" fmla="*/ 1771300 h 2483088"/>
                <a:gd name="connsiteX730" fmla="*/ 115304 w 2309166"/>
                <a:gd name="connsiteY730" fmla="*/ 1771300 h 2483088"/>
                <a:gd name="connsiteX731" fmla="*/ 124996 w 2309166"/>
                <a:gd name="connsiteY731" fmla="*/ 1780826 h 2483088"/>
                <a:gd name="connsiteX732" fmla="*/ 124996 w 2309166"/>
                <a:gd name="connsiteY732" fmla="*/ 1780826 h 2483088"/>
                <a:gd name="connsiteX733" fmla="*/ 134686 w 2309166"/>
                <a:gd name="connsiteY733" fmla="*/ 1771442 h 2483088"/>
                <a:gd name="connsiteX734" fmla="*/ 134687 w 2309166"/>
                <a:gd name="connsiteY734" fmla="*/ 1771300 h 2483088"/>
                <a:gd name="connsiteX735" fmla="*/ 134687 w 2309166"/>
                <a:gd name="connsiteY735" fmla="*/ 1771300 h 2483088"/>
                <a:gd name="connsiteX736" fmla="*/ 125284 w 2309166"/>
                <a:gd name="connsiteY736" fmla="*/ 1761632 h 2483088"/>
                <a:gd name="connsiteX737" fmla="*/ 124996 w 2309166"/>
                <a:gd name="connsiteY737" fmla="*/ 1761632 h 2483088"/>
                <a:gd name="connsiteX738" fmla="*/ 77820 w 2309166"/>
                <a:gd name="connsiteY738" fmla="*/ 1791063 h 2483088"/>
                <a:gd name="connsiteX739" fmla="*/ 68129 w 2309166"/>
                <a:gd name="connsiteY739" fmla="*/ 1800731 h 2483088"/>
                <a:gd name="connsiteX740" fmla="*/ 68129 w 2309166"/>
                <a:gd name="connsiteY740" fmla="*/ 1800731 h 2483088"/>
                <a:gd name="connsiteX741" fmla="*/ 77820 w 2309166"/>
                <a:gd name="connsiteY741" fmla="*/ 1810400 h 2483088"/>
                <a:gd name="connsiteX742" fmla="*/ 77820 w 2309166"/>
                <a:gd name="connsiteY742" fmla="*/ 1810400 h 2483088"/>
                <a:gd name="connsiteX743" fmla="*/ 87512 w 2309166"/>
                <a:gd name="connsiteY743" fmla="*/ 1800731 h 2483088"/>
                <a:gd name="connsiteX744" fmla="*/ 87512 w 2309166"/>
                <a:gd name="connsiteY744" fmla="*/ 1800731 h 2483088"/>
                <a:gd name="connsiteX745" fmla="*/ 78108 w 2309166"/>
                <a:gd name="connsiteY745" fmla="*/ 1791063 h 2483088"/>
                <a:gd name="connsiteX746" fmla="*/ 77820 w 2309166"/>
                <a:gd name="connsiteY746" fmla="*/ 1791063 h 2483088"/>
                <a:gd name="connsiteX747" fmla="*/ 15823 w 2309166"/>
                <a:gd name="connsiteY747" fmla="*/ 1701062 h 2483088"/>
                <a:gd name="connsiteX748" fmla="*/ 3 w 2309166"/>
                <a:gd name="connsiteY748" fmla="*/ 1716702 h 2483088"/>
                <a:gd name="connsiteX749" fmla="*/ 3 w 2309166"/>
                <a:gd name="connsiteY749" fmla="*/ 1716702 h 2483088"/>
                <a:gd name="connsiteX750" fmla="*/ 15817 w 2309166"/>
                <a:gd name="connsiteY750" fmla="*/ 1733053 h 2483088"/>
                <a:gd name="connsiteX751" fmla="*/ 15823 w 2309166"/>
                <a:gd name="connsiteY751" fmla="*/ 1733053 h 2483088"/>
                <a:gd name="connsiteX752" fmla="*/ 15823 w 2309166"/>
                <a:gd name="connsiteY752" fmla="*/ 1733053 h 2483088"/>
                <a:gd name="connsiteX753" fmla="*/ 32073 w 2309166"/>
                <a:gd name="connsiteY753" fmla="*/ 1717427 h 2483088"/>
                <a:gd name="connsiteX754" fmla="*/ 32070 w 2309166"/>
                <a:gd name="connsiteY754" fmla="*/ 1716702 h 2483088"/>
                <a:gd name="connsiteX755" fmla="*/ 32070 w 2309166"/>
                <a:gd name="connsiteY755" fmla="*/ 1716702 h 2483088"/>
                <a:gd name="connsiteX756" fmla="*/ 15828 w 2309166"/>
                <a:gd name="connsiteY756" fmla="*/ 1701062 h 2483088"/>
                <a:gd name="connsiteX757" fmla="*/ 15823 w 2309166"/>
                <a:gd name="connsiteY757" fmla="*/ 1701062 h 2483088"/>
                <a:gd name="connsiteX758" fmla="*/ 293601 w 2309166"/>
                <a:gd name="connsiteY758" fmla="*/ 2006753 h 2483088"/>
                <a:gd name="connsiteX759" fmla="*/ 283480 w 2309166"/>
                <a:gd name="connsiteY759" fmla="*/ 2016848 h 2483088"/>
                <a:gd name="connsiteX760" fmla="*/ 283482 w 2309166"/>
                <a:gd name="connsiteY760" fmla="*/ 2016990 h 2483088"/>
                <a:gd name="connsiteX761" fmla="*/ 283482 w 2309166"/>
                <a:gd name="connsiteY761" fmla="*/ 2016990 h 2483088"/>
                <a:gd name="connsiteX762" fmla="*/ 293601 w 2309166"/>
                <a:gd name="connsiteY762" fmla="*/ 2027085 h 2483088"/>
                <a:gd name="connsiteX763" fmla="*/ 293601 w 2309166"/>
                <a:gd name="connsiteY763" fmla="*/ 2027085 h 2483088"/>
                <a:gd name="connsiteX764" fmla="*/ 303861 w 2309166"/>
                <a:gd name="connsiteY764" fmla="*/ 2017132 h 2483088"/>
                <a:gd name="connsiteX765" fmla="*/ 303863 w 2309166"/>
                <a:gd name="connsiteY765" fmla="*/ 2016990 h 2483088"/>
                <a:gd name="connsiteX766" fmla="*/ 303863 w 2309166"/>
                <a:gd name="connsiteY766" fmla="*/ 2016990 h 2483088"/>
                <a:gd name="connsiteX767" fmla="*/ 293601 w 2309166"/>
                <a:gd name="connsiteY767" fmla="*/ 2006753 h 2483088"/>
                <a:gd name="connsiteX768" fmla="*/ 288898 w 2309166"/>
                <a:gd name="connsiteY768" fmla="*/ 2109408 h 2483088"/>
                <a:gd name="connsiteX769" fmla="*/ 278636 w 2309166"/>
                <a:gd name="connsiteY769" fmla="*/ 2119645 h 2483088"/>
                <a:gd name="connsiteX770" fmla="*/ 278636 w 2309166"/>
                <a:gd name="connsiteY770" fmla="*/ 2119645 h 2483088"/>
                <a:gd name="connsiteX771" fmla="*/ 288754 w 2309166"/>
                <a:gd name="connsiteY771" fmla="*/ 2129740 h 2483088"/>
                <a:gd name="connsiteX772" fmla="*/ 288898 w 2309166"/>
                <a:gd name="connsiteY772" fmla="*/ 2129740 h 2483088"/>
                <a:gd name="connsiteX773" fmla="*/ 288898 w 2309166"/>
                <a:gd name="connsiteY773" fmla="*/ 2129740 h 2483088"/>
                <a:gd name="connsiteX774" fmla="*/ 299158 w 2309166"/>
                <a:gd name="connsiteY774" fmla="*/ 2119787 h 2483088"/>
                <a:gd name="connsiteX775" fmla="*/ 299159 w 2309166"/>
                <a:gd name="connsiteY775" fmla="*/ 2119645 h 2483088"/>
                <a:gd name="connsiteX776" fmla="*/ 299159 w 2309166"/>
                <a:gd name="connsiteY776" fmla="*/ 2119645 h 2483088"/>
                <a:gd name="connsiteX777" fmla="*/ 288898 w 2309166"/>
                <a:gd name="connsiteY777" fmla="*/ 2109408 h 2483088"/>
                <a:gd name="connsiteX778" fmla="*/ 467907 w 2309166"/>
                <a:gd name="connsiteY778" fmla="*/ 1855045 h 2483088"/>
                <a:gd name="connsiteX779" fmla="*/ 452799 w 2309166"/>
                <a:gd name="connsiteY779" fmla="*/ 1870116 h 2483088"/>
                <a:gd name="connsiteX780" fmla="*/ 452799 w 2309166"/>
                <a:gd name="connsiteY780" fmla="*/ 1870258 h 2483088"/>
                <a:gd name="connsiteX781" fmla="*/ 452799 w 2309166"/>
                <a:gd name="connsiteY781" fmla="*/ 1870258 h 2483088"/>
                <a:gd name="connsiteX782" fmla="*/ 467764 w 2309166"/>
                <a:gd name="connsiteY782" fmla="*/ 1885472 h 2483088"/>
                <a:gd name="connsiteX783" fmla="*/ 467907 w 2309166"/>
                <a:gd name="connsiteY783" fmla="*/ 1885472 h 2483088"/>
                <a:gd name="connsiteX784" fmla="*/ 467907 w 2309166"/>
                <a:gd name="connsiteY784" fmla="*/ 1885472 h 2483088"/>
                <a:gd name="connsiteX785" fmla="*/ 483157 w 2309166"/>
                <a:gd name="connsiteY785" fmla="*/ 1870258 h 2483088"/>
                <a:gd name="connsiteX786" fmla="*/ 483157 w 2309166"/>
                <a:gd name="connsiteY786" fmla="*/ 1870258 h 2483088"/>
                <a:gd name="connsiteX787" fmla="*/ 467907 w 2309166"/>
                <a:gd name="connsiteY787" fmla="*/ 1855045 h 2483088"/>
                <a:gd name="connsiteX788" fmla="*/ 408190 w 2309166"/>
                <a:gd name="connsiteY788" fmla="*/ 1849926 h 2483088"/>
                <a:gd name="connsiteX789" fmla="*/ 397500 w 2309166"/>
                <a:gd name="connsiteY789" fmla="*/ 1860590 h 2483088"/>
                <a:gd name="connsiteX790" fmla="*/ 397500 w 2309166"/>
                <a:gd name="connsiteY790" fmla="*/ 1860590 h 2483088"/>
                <a:gd name="connsiteX791" fmla="*/ 408190 w 2309166"/>
                <a:gd name="connsiteY791" fmla="*/ 1871111 h 2483088"/>
                <a:gd name="connsiteX792" fmla="*/ 408190 w 2309166"/>
                <a:gd name="connsiteY792" fmla="*/ 1871111 h 2483088"/>
                <a:gd name="connsiteX793" fmla="*/ 418736 w 2309166"/>
                <a:gd name="connsiteY793" fmla="*/ 1860590 h 2483088"/>
                <a:gd name="connsiteX794" fmla="*/ 418736 w 2309166"/>
                <a:gd name="connsiteY794" fmla="*/ 1860590 h 2483088"/>
                <a:gd name="connsiteX795" fmla="*/ 408190 w 2309166"/>
                <a:gd name="connsiteY795" fmla="*/ 1849926 h 2483088"/>
                <a:gd name="connsiteX796" fmla="*/ 405482 w 2309166"/>
                <a:gd name="connsiteY796" fmla="*/ 1690825 h 2483088"/>
                <a:gd name="connsiteX797" fmla="*/ 394792 w 2309166"/>
                <a:gd name="connsiteY797" fmla="*/ 1701489 h 2483088"/>
                <a:gd name="connsiteX798" fmla="*/ 394792 w 2309166"/>
                <a:gd name="connsiteY798" fmla="*/ 1701489 h 2483088"/>
                <a:gd name="connsiteX799" fmla="*/ 405482 w 2309166"/>
                <a:gd name="connsiteY799" fmla="*/ 1712010 h 2483088"/>
                <a:gd name="connsiteX800" fmla="*/ 405482 w 2309166"/>
                <a:gd name="connsiteY800" fmla="*/ 1712010 h 2483088"/>
                <a:gd name="connsiteX801" fmla="*/ 416028 w 2309166"/>
                <a:gd name="connsiteY801" fmla="*/ 1701489 h 2483088"/>
                <a:gd name="connsiteX802" fmla="*/ 416028 w 2309166"/>
                <a:gd name="connsiteY802" fmla="*/ 1701489 h 2483088"/>
                <a:gd name="connsiteX803" fmla="*/ 405626 w 2309166"/>
                <a:gd name="connsiteY803" fmla="*/ 1690825 h 2483088"/>
                <a:gd name="connsiteX804" fmla="*/ 405482 w 2309166"/>
                <a:gd name="connsiteY804" fmla="*/ 1690825 h 2483088"/>
                <a:gd name="connsiteX805" fmla="*/ 236449 w 2309166"/>
                <a:gd name="connsiteY805" fmla="*/ 1817367 h 2483088"/>
                <a:gd name="connsiteX806" fmla="*/ 225760 w 2309166"/>
                <a:gd name="connsiteY806" fmla="*/ 1827888 h 2483088"/>
                <a:gd name="connsiteX807" fmla="*/ 225760 w 2309166"/>
                <a:gd name="connsiteY807" fmla="*/ 1827888 h 2483088"/>
                <a:gd name="connsiteX808" fmla="*/ 236449 w 2309166"/>
                <a:gd name="connsiteY808" fmla="*/ 1838552 h 2483088"/>
                <a:gd name="connsiteX809" fmla="*/ 236449 w 2309166"/>
                <a:gd name="connsiteY809" fmla="*/ 1838552 h 2483088"/>
                <a:gd name="connsiteX810" fmla="*/ 246996 w 2309166"/>
                <a:gd name="connsiteY810" fmla="*/ 1827888 h 2483088"/>
                <a:gd name="connsiteX811" fmla="*/ 246996 w 2309166"/>
                <a:gd name="connsiteY811" fmla="*/ 1827888 h 2483088"/>
                <a:gd name="connsiteX812" fmla="*/ 236449 w 2309166"/>
                <a:gd name="connsiteY812" fmla="*/ 1817367 h 2483088"/>
                <a:gd name="connsiteX813" fmla="*/ 82666 w 2309166"/>
                <a:gd name="connsiteY813" fmla="*/ 2086374 h 2483088"/>
                <a:gd name="connsiteX814" fmla="*/ 72119 w 2309166"/>
                <a:gd name="connsiteY814" fmla="*/ 2096896 h 2483088"/>
                <a:gd name="connsiteX815" fmla="*/ 72119 w 2309166"/>
                <a:gd name="connsiteY815" fmla="*/ 2096896 h 2483088"/>
                <a:gd name="connsiteX816" fmla="*/ 82666 w 2309166"/>
                <a:gd name="connsiteY816" fmla="*/ 2107560 h 2483088"/>
                <a:gd name="connsiteX817" fmla="*/ 82666 w 2309166"/>
                <a:gd name="connsiteY817" fmla="*/ 2107560 h 2483088"/>
                <a:gd name="connsiteX818" fmla="*/ 93355 w 2309166"/>
                <a:gd name="connsiteY818" fmla="*/ 2096896 h 2483088"/>
                <a:gd name="connsiteX819" fmla="*/ 93355 w 2309166"/>
                <a:gd name="connsiteY819" fmla="*/ 2096896 h 2483088"/>
                <a:gd name="connsiteX820" fmla="*/ 82666 w 2309166"/>
                <a:gd name="connsiteY820" fmla="*/ 2086374 h 2483088"/>
                <a:gd name="connsiteX821" fmla="*/ 280346 w 2309166"/>
                <a:gd name="connsiteY821" fmla="*/ 2302348 h 2483088"/>
                <a:gd name="connsiteX822" fmla="*/ 269657 w 2309166"/>
                <a:gd name="connsiteY822" fmla="*/ 2313012 h 2483088"/>
                <a:gd name="connsiteX823" fmla="*/ 269657 w 2309166"/>
                <a:gd name="connsiteY823" fmla="*/ 2313012 h 2483088"/>
                <a:gd name="connsiteX824" fmla="*/ 280346 w 2309166"/>
                <a:gd name="connsiteY824" fmla="*/ 2323533 h 2483088"/>
                <a:gd name="connsiteX825" fmla="*/ 280346 w 2309166"/>
                <a:gd name="connsiteY825" fmla="*/ 2323533 h 2483088"/>
                <a:gd name="connsiteX826" fmla="*/ 290893 w 2309166"/>
                <a:gd name="connsiteY826" fmla="*/ 2313012 h 2483088"/>
                <a:gd name="connsiteX827" fmla="*/ 290893 w 2309166"/>
                <a:gd name="connsiteY827" fmla="*/ 2313012 h 2483088"/>
                <a:gd name="connsiteX828" fmla="*/ 280490 w 2309166"/>
                <a:gd name="connsiteY828" fmla="*/ 2302348 h 2483088"/>
                <a:gd name="connsiteX829" fmla="*/ 280346 w 2309166"/>
                <a:gd name="connsiteY829" fmla="*/ 2302348 h 2483088"/>
                <a:gd name="connsiteX830" fmla="*/ 347047 w 2309166"/>
                <a:gd name="connsiteY830" fmla="*/ 2375714 h 2483088"/>
                <a:gd name="connsiteX831" fmla="*/ 336500 w 2309166"/>
                <a:gd name="connsiteY831" fmla="*/ 2386378 h 2483088"/>
                <a:gd name="connsiteX832" fmla="*/ 336500 w 2309166"/>
                <a:gd name="connsiteY832" fmla="*/ 2386378 h 2483088"/>
                <a:gd name="connsiteX833" fmla="*/ 347047 w 2309166"/>
                <a:gd name="connsiteY833" fmla="*/ 2396899 h 2483088"/>
                <a:gd name="connsiteX834" fmla="*/ 347047 w 2309166"/>
                <a:gd name="connsiteY834" fmla="*/ 2396899 h 2483088"/>
                <a:gd name="connsiteX835" fmla="*/ 357736 w 2309166"/>
                <a:gd name="connsiteY835" fmla="*/ 2386378 h 2483088"/>
                <a:gd name="connsiteX836" fmla="*/ 357736 w 2309166"/>
                <a:gd name="connsiteY836" fmla="*/ 2386378 h 2483088"/>
                <a:gd name="connsiteX837" fmla="*/ 347047 w 2309166"/>
                <a:gd name="connsiteY837" fmla="*/ 2375714 h 2483088"/>
                <a:gd name="connsiteX838" fmla="*/ 410470 w 2309166"/>
                <a:gd name="connsiteY838" fmla="*/ 2381970 h 2483088"/>
                <a:gd name="connsiteX839" fmla="*/ 399923 w 2309166"/>
                <a:gd name="connsiteY839" fmla="*/ 2392491 h 2483088"/>
                <a:gd name="connsiteX840" fmla="*/ 399923 w 2309166"/>
                <a:gd name="connsiteY840" fmla="*/ 2392491 h 2483088"/>
                <a:gd name="connsiteX841" fmla="*/ 410470 w 2309166"/>
                <a:gd name="connsiteY841" fmla="*/ 2403155 h 2483088"/>
                <a:gd name="connsiteX842" fmla="*/ 410470 w 2309166"/>
                <a:gd name="connsiteY842" fmla="*/ 2403155 h 2483088"/>
                <a:gd name="connsiteX843" fmla="*/ 421159 w 2309166"/>
                <a:gd name="connsiteY843" fmla="*/ 2392491 h 2483088"/>
                <a:gd name="connsiteX844" fmla="*/ 421159 w 2309166"/>
                <a:gd name="connsiteY844" fmla="*/ 2392491 h 2483088"/>
                <a:gd name="connsiteX845" fmla="*/ 410470 w 2309166"/>
                <a:gd name="connsiteY845" fmla="*/ 2381970 h 2483088"/>
                <a:gd name="connsiteX846" fmla="*/ 1152732 w 2309166"/>
                <a:gd name="connsiteY846" fmla="*/ 2337751 h 2483088"/>
                <a:gd name="connsiteX847" fmla="*/ 1142185 w 2309166"/>
                <a:gd name="connsiteY847" fmla="*/ 2348273 h 2483088"/>
                <a:gd name="connsiteX848" fmla="*/ 1142185 w 2309166"/>
                <a:gd name="connsiteY848" fmla="*/ 2348273 h 2483088"/>
                <a:gd name="connsiteX849" fmla="*/ 1152732 w 2309166"/>
                <a:gd name="connsiteY849" fmla="*/ 2358937 h 2483088"/>
                <a:gd name="connsiteX850" fmla="*/ 1152732 w 2309166"/>
                <a:gd name="connsiteY850" fmla="*/ 2358937 h 2483088"/>
                <a:gd name="connsiteX851" fmla="*/ 1163279 w 2309166"/>
                <a:gd name="connsiteY851" fmla="*/ 2348273 h 2483088"/>
                <a:gd name="connsiteX852" fmla="*/ 1163279 w 2309166"/>
                <a:gd name="connsiteY852" fmla="*/ 2348273 h 2483088"/>
                <a:gd name="connsiteX853" fmla="*/ 1152732 w 2309166"/>
                <a:gd name="connsiteY853" fmla="*/ 2337751 h 2483088"/>
                <a:gd name="connsiteX854" fmla="*/ 986122 w 2309166"/>
                <a:gd name="connsiteY854" fmla="*/ 2067606 h 2483088"/>
                <a:gd name="connsiteX855" fmla="*/ 975575 w 2309166"/>
                <a:gd name="connsiteY855" fmla="*/ 2078128 h 2483088"/>
                <a:gd name="connsiteX856" fmla="*/ 975575 w 2309166"/>
                <a:gd name="connsiteY856" fmla="*/ 2078128 h 2483088"/>
                <a:gd name="connsiteX857" fmla="*/ 986122 w 2309166"/>
                <a:gd name="connsiteY857" fmla="*/ 2088791 h 2483088"/>
                <a:gd name="connsiteX858" fmla="*/ 986122 w 2309166"/>
                <a:gd name="connsiteY858" fmla="*/ 2088791 h 2483088"/>
                <a:gd name="connsiteX859" fmla="*/ 996811 w 2309166"/>
                <a:gd name="connsiteY859" fmla="*/ 2078128 h 2483088"/>
                <a:gd name="connsiteX860" fmla="*/ 996811 w 2309166"/>
                <a:gd name="connsiteY860" fmla="*/ 2078128 h 2483088"/>
                <a:gd name="connsiteX861" fmla="*/ 986266 w 2309166"/>
                <a:gd name="connsiteY861" fmla="*/ 2067606 h 2483088"/>
                <a:gd name="connsiteX862" fmla="*/ 986122 w 2309166"/>
                <a:gd name="connsiteY862" fmla="*/ 2067606 h 2483088"/>
                <a:gd name="connsiteX863" fmla="*/ 693664 w 2309166"/>
                <a:gd name="connsiteY863" fmla="*/ 1995662 h 2483088"/>
                <a:gd name="connsiteX864" fmla="*/ 685825 w 2309166"/>
                <a:gd name="connsiteY864" fmla="*/ 2003482 h 2483088"/>
                <a:gd name="connsiteX865" fmla="*/ 685825 w 2309166"/>
                <a:gd name="connsiteY865" fmla="*/ 2003482 h 2483088"/>
                <a:gd name="connsiteX866" fmla="*/ 693664 w 2309166"/>
                <a:gd name="connsiteY866" fmla="*/ 2011445 h 2483088"/>
                <a:gd name="connsiteX867" fmla="*/ 693664 w 2309166"/>
                <a:gd name="connsiteY867" fmla="*/ 2011445 h 2483088"/>
                <a:gd name="connsiteX868" fmla="*/ 701645 w 2309166"/>
                <a:gd name="connsiteY868" fmla="*/ 2003482 h 2483088"/>
                <a:gd name="connsiteX869" fmla="*/ 701645 w 2309166"/>
                <a:gd name="connsiteY869" fmla="*/ 2003482 h 2483088"/>
                <a:gd name="connsiteX870" fmla="*/ 693664 w 2309166"/>
                <a:gd name="connsiteY870" fmla="*/ 1995662 h 248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</a:cxnLst>
              <a:rect l="l" t="t" r="r" b="b"/>
              <a:pathLst>
                <a:path w="2309166" h="2483088">
                  <a:moveTo>
                    <a:pt x="2294915" y="1299115"/>
                  </a:moveTo>
                  <a:cubicBezTo>
                    <a:pt x="2302782" y="1299115"/>
                    <a:pt x="2309167" y="1305484"/>
                    <a:pt x="2309167" y="1313333"/>
                  </a:cubicBezTo>
                  <a:lnTo>
                    <a:pt x="2309167" y="1313333"/>
                  </a:lnTo>
                  <a:cubicBezTo>
                    <a:pt x="2309167" y="1321181"/>
                    <a:pt x="2302782" y="1327551"/>
                    <a:pt x="2294915" y="1327551"/>
                  </a:cubicBezTo>
                  <a:lnTo>
                    <a:pt x="2294915" y="1327551"/>
                  </a:lnTo>
                  <a:cubicBezTo>
                    <a:pt x="2287047" y="1327551"/>
                    <a:pt x="2280662" y="1321181"/>
                    <a:pt x="2280662" y="1313333"/>
                  </a:cubicBezTo>
                  <a:lnTo>
                    <a:pt x="2280662" y="1313333"/>
                  </a:lnTo>
                  <a:cubicBezTo>
                    <a:pt x="2280662" y="1305484"/>
                    <a:pt x="2287047" y="1299115"/>
                    <a:pt x="2294915" y="1299115"/>
                  </a:cubicBezTo>
                  <a:close/>
                  <a:moveTo>
                    <a:pt x="1344996" y="1424661"/>
                  </a:moveTo>
                  <a:cubicBezTo>
                    <a:pt x="1335319" y="1424661"/>
                    <a:pt x="1327466" y="1432495"/>
                    <a:pt x="1327466" y="1442149"/>
                  </a:cubicBezTo>
                  <a:lnTo>
                    <a:pt x="1327466" y="1442149"/>
                  </a:lnTo>
                  <a:cubicBezTo>
                    <a:pt x="1327537" y="1451747"/>
                    <a:pt x="1335376" y="1459496"/>
                    <a:pt x="1344996" y="1459496"/>
                  </a:cubicBezTo>
                  <a:lnTo>
                    <a:pt x="1344996" y="1459496"/>
                  </a:lnTo>
                  <a:cubicBezTo>
                    <a:pt x="1354602" y="1459496"/>
                    <a:pt x="1362384" y="1451732"/>
                    <a:pt x="1362384" y="1442149"/>
                  </a:cubicBezTo>
                  <a:lnTo>
                    <a:pt x="1362384" y="1442149"/>
                  </a:lnTo>
                  <a:cubicBezTo>
                    <a:pt x="1362384" y="1432552"/>
                    <a:pt x="1354616" y="1424732"/>
                    <a:pt x="1344996" y="1424661"/>
                  </a:cubicBezTo>
                  <a:close/>
                  <a:moveTo>
                    <a:pt x="1314068" y="1096932"/>
                  </a:moveTo>
                  <a:cubicBezTo>
                    <a:pt x="1304462" y="1096932"/>
                    <a:pt x="1296681" y="1104695"/>
                    <a:pt x="1296681" y="1114279"/>
                  </a:cubicBezTo>
                  <a:lnTo>
                    <a:pt x="1296681" y="1114279"/>
                  </a:lnTo>
                  <a:cubicBezTo>
                    <a:pt x="1296681" y="1123876"/>
                    <a:pt x="1304448" y="1131696"/>
                    <a:pt x="1314068" y="1131767"/>
                  </a:cubicBezTo>
                  <a:lnTo>
                    <a:pt x="1314068" y="1131767"/>
                  </a:lnTo>
                  <a:cubicBezTo>
                    <a:pt x="1323746" y="1131767"/>
                    <a:pt x="1331599" y="1123933"/>
                    <a:pt x="1331599" y="1114279"/>
                  </a:cubicBezTo>
                  <a:lnTo>
                    <a:pt x="1331599" y="1114279"/>
                  </a:lnTo>
                  <a:cubicBezTo>
                    <a:pt x="1331599" y="1104695"/>
                    <a:pt x="1323817" y="1096932"/>
                    <a:pt x="1314211" y="1096932"/>
                  </a:cubicBezTo>
                  <a:cubicBezTo>
                    <a:pt x="1314168" y="1096932"/>
                    <a:pt x="1314111" y="1096932"/>
                    <a:pt x="1314068" y="1096932"/>
                  </a:cubicBezTo>
                  <a:close/>
                  <a:moveTo>
                    <a:pt x="1345566" y="1190630"/>
                  </a:moveTo>
                  <a:cubicBezTo>
                    <a:pt x="1340535" y="1190630"/>
                    <a:pt x="1336445" y="1194711"/>
                    <a:pt x="1336445" y="1199730"/>
                  </a:cubicBezTo>
                  <a:lnTo>
                    <a:pt x="1336445" y="1199730"/>
                  </a:lnTo>
                  <a:cubicBezTo>
                    <a:pt x="1336516" y="1204706"/>
                    <a:pt x="1340578" y="1208687"/>
                    <a:pt x="1345566" y="1208687"/>
                  </a:cubicBezTo>
                  <a:lnTo>
                    <a:pt x="1345566" y="1208687"/>
                  </a:lnTo>
                  <a:cubicBezTo>
                    <a:pt x="1350526" y="1208687"/>
                    <a:pt x="1354545" y="1204678"/>
                    <a:pt x="1354545" y="1199730"/>
                  </a:cubicBezTo>
                  <a:lnTo>
                    <a:pt x="1354545" y="1199730"/>
                  </a:lnTo>
                  <a:cubicBezTo>
                    <a:pt x="1354545" y="1194753"/>
                    <a:pt x="1350555" y="1190701"/>
                    <a:pt x="1345566" y="1190630"/>
                  </a:cubicBezTo>
                  <a:close/>
                  <a:moveTo>
                    <a:pt x="1410984" y="1183094"/>
                  </a:moveTo>
                  <a:cubicBezTo>
                    <a:pt x="1405953" y="1183094"/>
                    <a:pt x="1401863" y="1187175"/>
                    <a:pt x="1401863" y="1192194"/>
                  </a:cubicBezTo>
                  <a:lnTo>
                    <a:pt x="1401863" y="1192194"/>
                  </a:lnTo>
                  <a:cubicBezTo>
                    <a:pt x="1401934" y="1197171"/>
                    <a:pt x="1405996" y="1201152"/>
                    <a:pt x="1410984" y="1201152"/>
                  </a:cubicBezTo>
                  <a:lnTo>
                    <a:pt x="1410984" y="1201152"/>
                  </a:lnTo>
                  <a:cubicBezTo>
                    <a:pt x="1415944" y="1201152"/>
                    <a:pt x="1419963" y="1197142"/>
                    <a:pt x="1419963" y="1192194"/>
                  </a:cubicBezTo>
                  <a:lnTo>
                    <a:pt x="1419963" y="1192194"/>
                  </a:lnTo>
                  <a:cubicBezTo>
                    <a:pt x="1419963" y="1187218"/>
                    <a:pt x="1415973" y="1183166"/>
                    <a:pt x="1410984" y="1183094"/>
                  </a:cubicBezTo>
                  <a:close/>
                  <a:moveTo>
                    <a:pt x="1556216" y="1166317"/>
                  </a:moveTo>
                  <a:cubicBezTo>
                    <a:pt x="1551256" y="1166317"/>
                    <a:pt x="1547237" y="1170327"/>
                    <a:pt x="1547237" y="1175274"/>
                  </a:cubicBezTo>
                  <a:lnTo>
                    <a:pt x="1547237" y="1175274"/>
                  </a:lnTo>
                  <a:cubicBezTo>
                    <a:pt x="1547237" y="1180251"/>
                    <a:pt x="1551228" y="1184303"/>
                    <a:pt x="1556216" y="1184374"/>
                  </a:cubicBezTo>
                  <a:lnTo>
                    <a:pt x="1556216" y="1184374"/>
                  </a:lnTo>
                  <a:cubicBezTo>
                    <a:pt x="1561247" y="1184374"/>
                    <a:pt x="1565337" y="1180293"/>
                    <a:pt x="1565337" y="1175274"/>
                  </a:cubicBezTo>
                  <a:lnTo>
                    <a:pt x="1565337" y="1175274"/>
                  </a:lnTo>
                  <a:cubicBezTo>
                    <a:pt x="1565266" y="1170298"/>
                    <a:pt x="1561204" y="1166317"/>
                    <a:pt x="1556216" y="1166317"/>
                  </a:cubicBezTo>
                  <a:close/>
                  <a:moveTo>
                    <a:pt x="2294915" y="1175417"/>
                  </a:moveTo>
                  <a:cubicBezTo>
                    <a:pt x="2292791" y="1175417"/>
                    <a:pt x="2291067" y="1177137"/>
                    <a:pt x="2291067" y="1179256"/>
                  </a:cubicBezTo>
                  <a:lnTo>
                    <a:pt x="2291067" y="1179256"/>
                  </a:lnTo>
                  <a:cubicBezTo>
                    <a:pt x="2291138" y="1181346"/>
                    <a:pt x="2292820" y="1183023"/>
                    <a:pt x="2294915" y="1183094"/>
                  </a:cubicBezTo>
                  <a:lnTo>
                    <a:pt x="2294915" y="1183094"/>
                  </a:lnTo>
                  <a:cubicBezTo>
                    <a:pt x="2297010" y="1183023"/>
                    <a:pt x="2298692" y="1181346"/>
                    <a:pt x="2298763" y="1179256"/>
                  </a:cubicBezTo>
                  <a:lnTo>
                    <a:pt x="2298763" y="1179256"/>
                  </a:lnTo>
                  <a:cubicBezTo>
                    <a:pt x="2298692" y="1177165"/>
                    <a:pt x="2297010" y="1175488"/>
                    <a:pt x="2294915" y="1175417"/>
                  </a:cubicBezTo>
                  <a:close/>
                  <a:moveTo>
                    <a:pt x="2237050" y="1197739"/>
                  </a:moveTo>
                  <a:cubicBezTo>
                    <a:pt x="2234955" y="1197810"/>
                    <a:pt x="2233273" y="1199488"/>
                    <a:pt x="2233202" y="1201578"/>
                  </a:cubicBezTo>
                  <a:lnTo>
                    <a:pt x="2233202" y="1201578"/>
                  </a:lnTo>
                  <a:cubicBezTo>
                    <a:pt x="2233202" y="1203725"/>
                    <a:pt x="2234898" y="1205488"/>
                    <a:pt x="2237050" y="1205559"/>
                  </a:cubicBezTo>
                  <a:lnTo>
                    <a:pt x="2237050" y="1205559"/>
                  </a:lnTo>
                  <a:cubicBezTo>
                    <a:pt x="2239202" y="1205488"/>
                    <a:pt x="2240898" y="1203725"/>
                    <a:pt x="2240898" y="1201578"/>
                  </a:cubicBezTo>
                  <a:lnTo>
                    <a:pt x="2240898" y="1201578"/>
                  </a:lnTo>
                  <a:cubicBezTo>
                    <a:pt x="2240827" y="1199488"/>
                    <a:pt x="2239145" y="1197810"/>
                    <a:pt x="2237050" y="1197739"/>
                  </a:cubicBezTo>
                  <a:close/>
                  <a:moveTo>
                    <a:pt x="2222798" y="1169303"/>
                  </a:moveTo>
                  <a:cubicBezTo>
                    <a:pt x="2220674" y="1169303"/>
                    <a:pt x="2218950" y="1171023"/>
                    <a:pt x="2218950" y="1173142"/>
                  </a:cubicBezTo>
                  <a:lnTo>
                    <a:pt x="2218950" y="1173142"/>
                  </a:lnTo>
                  <a:cubicBezTo>
                    <a:pt x="2218950" y="1175260"/>
                    <a:pt x="2220674" y="1176981"/>
                    <a:pt x="2222798" y="1176981"/>
                  </a:cubicBezTo>
                  <a:lnTo>
                    <a:pt x="2222798" y="1176981"/>
                  </a:lnTo>
                  <a:cubicBezTo>
                    <a:pt x="2224921" y="1176981"/>
                    <a:pt x="2226646" y="1175260"/>
                    <a:pt x="2226646" y="1173142"/>
                  </a:cubicBezTo>
                  <a:lnTo>
                    <a:pt x="2226646" y="1173142"/>
                  </a:lnTo>
                  <a:cubicBezTo>
                    <a:pt x="2226646" y="1171023"/>
                    <a:pt x="2224921" y="1169303"/>
                    <a:pt x="2222798" y="1169303"/>
                  </a:cubicBezTo>
                  <a:close/>
                  <a:moveTo>
                    <a:pt x="2146690" y="1021150"/>
                  </a:moveTo>
                  <a:cubicBezTo>
                    <a:pt x="2144567" y="1021150"/>
                    <a:pt x="2142842" y="1022870"/>
                    <a:pt x="2142842" y="1024989"/>
                  </a:cubicBezTo>
                  <a:lnTo>
                    <a:pt x="2142842" y="1024989"/>
                  </a:lnTo>
                  <a:cubicBezTo>
                    <a:pt x="2142842" y="1027107"/>
                    <a:pt x="2144567" y="1028827"/>
                    <a:pt x="2146690" y="1028827"/>
                  </a:cubicBezTo>
                  <a:lnTo>
                    <a:pt x="2146690" y="1028827"/>
                  </a:lnTo>
                  <a:cubicBezTo>
                    <a:pt x="2148814" y="1028827"/>
                    <a:pt x="2150538" y="1027107"/>
                    <a:pt x="2150538" y="1024989"/>
                  </a:cubicBezTo>
                  <a:lnTo>
                    <a:pt x="2150538" y="1024989"/>
                  </a:lnTo>
                  <a:cubicBezTo>
                    <a:pt x="2150538" y="1022870"/>
                    <a:pt x="2148814" y="1021150"/>
                    <a:pt x="2146690" y="1021150"/>
                  </a:cubicBezTo>
                  <a:close/>
                  <a:moveTo>
                    <a:pt x="1840978" y="1135890"/>
                  </a:moveTo>
                  <a:cubicBezTo>
                    <a:pt x="1837429" y="1135890"/>
                    <a:pt x="1834564" y="1138748"/>
                    <a:pt x="1834564" y="1142288"/>
                  </a:cubicBezTo>
                  <a:lnTo>
                    <a:pt x="1834564" y="1142288"/>
                  </a:lnTo>
                  <a:cubicBezTo>
                    <a:pt x="1834564" y="1145843"/>
                    <a:pt x="1837414" y="1148758"/>
                    <a:pt x="1840978" y="1148829"/>
                  </a:cubicBezTo>
                  <a:lnTo>
                    <a:pt x="1840978" y="1148829"/>
                  </a:lnTo>
                  <a:cubicBezTo>
                    <a:pt x="1844569" y="1148758"/>
                    <a:pt x="1847462" y="1145871"/>
                    <a:pt x="1847534" y="1142288"/>
                  </a:cubicBezTo>
                  <a:lnTo>
                    <a:pt x="1847534" y="1142288"/>
                  </a:lnTo>
                  <a:cubicBezTo>
                    <a:pt x="1847462" y="1138734"/>
                    <a:pt x="1844541" y="1135890"/>
                    <a:pt x="1840978" y="1135890"/>
                  </a:cubicBezTo>
                  <a:close/>
                  <a:moveTo>
                    <a:pt x="1780263" y="1377599"/>
                  </a:moveTo>
                  <a:cubicBezTo>
                    <a:pt x="1776671" y="1377670"/>
                    <a:pt x="1773778" y="1380556"/>
                    <a:pt x="1773706" y="1384139"/>
                  </a:cubicBezTo>
                  <a:lnTo>
                    <a:pt x="1773706" y="1384139"/>
                  </a:lnTo>
                  <a:cubicBezTo>
                    <a:pt x="1773778" y="1387694"/>
                    <a:pt x="1776700" y="1390537"/>
                    <a:pt x="1780263" y="1390537"/>
                  </a:cubicBezTo>
                  <a:lnTo>
                    <a:pt x="1780263" y="1390537"/>
                  </a:lnTo>
                  <a:cubicBezTo>
                    <a:pt x="1783811" y="1390537"/>
                    <a:pt x="1786676" y="1387680"/>
                    <a:pt x="1786676" y="1384139"/>
                  </a:cubicBezTo>
                  <a:lnTo>
                    <a:pt x="1786676" y="1384139"/>
                  </a:lnTo>
                  <a:cubicBezTo>
                    <a:pt x="1786676" y="1380585"/>
                    <a:pt x="1783826" y="1377670"/>
                    <a:pt x="1780263" y="1377599"/>
                  </a:cubicBezTo>
                  <a:close/>
                  <a:moveTo>
                    <a:pt x="1642443" y="1242953"/>
                  </a:moveTo>
                  <a:cubicBezTo>
                    <a:pt x="1638879" y="1242953"/>
                    <a:pt x="1635958" y="1245797"/>
                    <a:pt x="1635886" y="1249351"/>
                  </a:cubicBezTo>
                  <a:lnTo>
                    <a:pt x="1635886" y="1249351"/>
                  </a:lnTo>
                  <a:cubicBezTo>
                    <a:pt x="1635958" y="1252934"/>
                    <a:pt x="1638851" y="1255820"/>
                    <a:pt x="1642443" y="1255891"/>
                  </a:cubicBezTo>
                  <a:lnTo>
                    <a:pt x="1642443" y="1255891"/>
                  </a:lnTo>
                  <a:cubicBezTo>
                    <a:pt x="1646006" y="1255820"/>
                    <a:pt x="1648856" y="1252906"/>
                    <a:pt x="1648856" y="1249351"/>
                  </a:cubicBezTo>
                  <a:lnTo>
                    <a:pt x="1648856" y="1249351"/>
                  </a:lnTo>
                  <a:cubicBezTo>
                    <a:pt x="1648856" y="1245811"/>
                    <a:pt x="1645991" y="1242953"/>
                    <a:pt x="1642443" y="1242953"/>
                  </a:cubicBezTo>
                  <a:close/>
                  <a:moveTo>
                    <a:pt x="1651849" y="1048733"/>
                  </a:moveTo>
                  <a:cubicBezTo>
                    <a:pt x="1648286" y="1048804"/>
                    <a:pt x="1645435" y="1051719"/>
                    <a:pt x="1645435" y="1055273"/>
                  </a:cubicBezTo>
                  <a:lnTo>
                    <a:pt x="1645435" y="1055273"/>
                  </a:lnTo>
                  <a:cubicBezTo>
                    <a:pt x="1645435" y="1058814"/>
                    <a:pt x="1648300" y="1061671"/>
                    <a:pt x="1651849" y="1061671"/>
                  </a:cubicBezTo>
                  <a:lnTo>
                    <a:pt x="1651849" y="1061671"/>
                  </a:lnTo>
                  <a:cubicBezTo>
                    <a:pt x="1655412" y="1061671"/>
                    <a:pt x="1658334" y="1058828"/>
                    <a:pt x="1658405" y="1055273"/>
                  </a:cubicBezTo>
                  <a:lnTo>
                    <a:pt x="1658405" y="1055273"/>
                  </a:lnTo>
                  <a:cubicBezTo>
                    <a:pt x="1658334" y="1051690"/>
                    <a:pt x="1655441" y="1048804"/>
                    <a:pt x="1651849" y="1048733"/>
                  </a:cubicBezTo>
                  <a:close/>
                  <a:moveTo>
                    <a:pt x="1398300" y="1092951"/>
                  </a:moveTo>
                  <a:cubicBezTo>
                    <a:pt x="1394737" y="1093022"/>
                    <a:pt x="1391886" y="1095937"/>
                    <a:pt x="1391886" y="1099492"/>
                  </a:cubicBezTo>
                  <a:lnTo>
                    <a:pt x="1391886" y="1099492"/>
                  </a:lnTo>
                  <a:cubicBezTo>
                    <a:pt x="1391886" y="1103046"/>
                    <a:pt x="1394737" y="1105961"/>
                    <a:pt x="1398300" y="1106032"/>
                  </a:cubicBezTo>
                  <a:lnTo>
                    <a:pt x="1398300" y="1106032"/>
                  </a:lnTo>
                  <a:cubicBezTo>
                    <a:pt x="1401920" y="1106032"/>
                    <a:pt x="1404856" y="1103103"/>
                    <a:pt x="1404856" y="1099492"/>
                  </a:cubicBezTo>
                  <a:lnTo>
                    <a:pt x="1404856" y="1099492"/>
                  </a:lnTo>
                  <a:cubicBezTo>
                    <a:pt x="1404856" y="1095880"/>
                    <a:pt x="1401920" y="1092951"/>
                    <a:pt x="1398300" y="1092951"/>
                  </a:cubicBezTo>
                  <a:close/>
                  <a:moveTo>
                    <a:pt x="1478683" y="773611"/>
                  </a:moveTo>
                  <a:cubicBezTo>
                    <a:pt x="1475091" y="773683"/>
                    <a:pt x="1472198" y="776569"/>
                    <a:pt x="1472127" y="780152"/>
                  </a:cubicBezTo>
                  <a:lnTo>
                    <a:pt x="1472127" y="780152"/>
                  </a:lnTo>
                  <a:cubicBezTo>
                    <a:pt x="1472198" y="783706"/>
                    <a:pt x="1475120" y="786550"/>
                    <a:pt x="1478683" y="786550"/>
                  </a:cubicBezTo>
                  <a:lnTo>
                    <a:pt x="1478683" y="786550"/>
                  </a:lnTo>
                  <a:cubicBezTo>
                    <a:pt x="1482232" y="786550"/>
                    <a:pt x="1485097" y="783692"/>
                    <a:pt x="1485097" y="780152"/>
                  </a:cubicBezTo>
                  <a:lnTo>
                    <a:pt x="1485097" y="780152"/>
                  </a:lnTo>
                  <a:cubicBezTo>
                    <a:pt x="1485097" y="776597"/>
                    <a:pt x="1482246" y="773683"/>
                    <a:pt x="1478683" y="773611"/>
                  </a:cubicBezTo>
                  <a:close/>
                  <a:moveTo>
                    <a:pt x="1614365" y="909679"/>
                  </a:moveTo>
                  <a:cubicBezTo>
                    <a:pt x="1610802" y="909750"/>
                    <a:pt x="1607952" y="912665"/>
                    <a:pt x="1607952" y="916220"/>
                  </a:cubicBezTo>
                  <a:lnTo>
                    <a:pt x="1607952" y="916220"/>
                  </a:lnTo>
                  <a:cubicBezTo>
                    <a:pt x="1607952" y="919760"/>
                    <a:pt x="1610816" y="922618"/>
                    <a:pt x="1614365" y="922618"/>
                  </a:cubicBezTo>
                  <a:lnTo>
                    <a:pt x="1614365" y="922618"/>
                  </a:lnTo>
                  <a:cubicBezTo>
                    <a:pt x="1617928" y="922618"/>
                    <a:pt x="1620850" y="919774"/>
                    <a:pt x="1620921" y="916220"/>
                  </a:cubicBezTo>
                  <a:lnTo>
                    <a:pt x="1620921" y="916220"/>
                  </a:lnTo>
                  <a:cubicBezTo>
                    <a:pt x="1620850" y="912637"/>
                    <a:pt x="1617957" y="909750"/>
                    <a:pt x="1614365" y="909679"/>
                  </a:cubicBezTo>
                  <a:close/>
                  <a:moveTo>
                    <a:pt x="1762590" y="1057690"/>
                  </a:moveTo>
                  <a:cubicBezTo>
                    <a:pt x="1759041" y="1057690"/>
                    <a:pt x="1756176" y="1060548"/>
                    <a:pt x="1756176" y="1064089"/>
                  </a:cubicBezTo>
                  <a:lnTo>
                    <a:pt x="1756176" y="1064089"/>
                  </a:lnTo>
                  <a:cubicBezTo>
                    <a:pt x="1756176" y="1067643"/>
                    <a:pt x="1759027" y="1070558"/>
                    <a:pt x="1762590" y="1070629"/>
                  </a:cubicBezTo>
                  <a:lnTo>
                    <a:pt x="1762590" y="1070629"/>
                  </a:lnTo>
                  <a:cubicBezTo>
                    <a:pt x="1766210" y="1070629"/>
                    <a:pt x="1769146" y="1067700"/>
                    <a:pt x="1769146" y="1064089"/>
                  </a:cubicBezTo>
                  <a:lnTo>
                    <a:pt x="1769146" y="1064089"/>
                  </a:lnTo>
                  <a:cubicBezTo>
                    <a:pt x="1769146" y="1060548"/>
                    <a:pt x="1766281" y="1057690"/>
                    <a:pt x="1762732" y="1057690"/>
                  </a:cubicBezTo>
                  <a:cubicBezTo>
                    <a:pt x="1762689" y="1057690"/>
                    <a:pt x="1762633" y="1057690"/>
                    <a:pt x="1762590" y="1057690"/>
                  </a:cubicBezTo>
                  <a:close/>
                  <a:moveTo>
                    <a:pt x="1701590" y="1150962"/>
                  </a:moveTo>
                  <a:cubicBezTo>
                    <a:pt x="1698027" y="1151032"/>
                    <a:pt x="1695176" y="1153947"/>
                    <a:pt x="1695176" y="1157502"/>
                  </a:cubicBezTo>
                  <a:lnTo>
                    <a:pt x="1695176" y="1157502"/>
                  </a:lnTo>
                  <a:cubicBezTo>
                    <a:pt x="1695176" y="1161042"/>
                    <a:pt x="1698041" y="1163900"/>
                    <a:pt x="1701590" y="1163900"/>
                  </a:cubicBezTo>
                  <a:lnTo>
                    <a:pt x="1701590" y="1163900"/>
                  </a:lnTo>
                  <a:cubicBezTo>
                    <a:pt x="1705153" y="1163900"/>
                    <a:pt x="1708075" y="1161056"/>
                    <a:pt x="1708146" y="1157502"/>
                  </a:cubicBezTo>
                  <a:lnTo>
                    <a:pt x="1708146" y="1157502"/>
                  </a:lnTo>
                  <a:cubicBezTo>
                    <a:pt x="1708075" y="1153919"/>
                    <a:pt x="1705181" y="1151032"/>
                    <a:pt x="1701590" y="1150962"/>
                  </a:cubicBezTo>
                  <a:close/>
                  <a:moveTo>
                    <a:pt x="1810905" y="1257740"/>
                  </a:moveTo>
                  <a:cubicBezTo>
                    <a:pt x="1807285" y="1257740"/>
                    <a:pt x="1804349" y="1260669"/>
                    <a:pt x="1804349" y="1264280"/>
                  </a:cubicBezTo>
                  <a:lnTo>
                    <a:pt x="1804349" y="1264280"/>
                  </a:lnTo>
                  <a:cubicBezTo>
                    <a:pt x="1804420" y="1267835"/>
                    <a:pt x="1807342" y="1270678"/>
                    <a:pt x="1810905" y="1270678"/>
                  </a:cubicBezTo>
                  <a:lnTo>
                    <a:pt x="1810905" y="1270678"/>
                  </a:lnTo>
                  <a:cubicBezTo>
                    <a:pt x="1814468" y="1270678"/>
                    <a:pt x="1817390" y="1267835"/>
                    <a:pt x="1817461" y="1264280"/>
                  </a:cubicBezTo>
                  <a:lnTo>
                    <a:pt x="1817461" y="1264280"/>
                  </a:lnTo>
                  <a:cubicBezTo>
                    <a:pt x="1817461" y="1260669"/>
                    <a:pt x="1814525" y="1257740"/>
                    <a:pt x="1810905" y="1257740"/>
                  </a:cubicBezTo>
                  <a:close/>
                  <a:moveTo>
                    <a:pt x="2024690" y="1280347"/>
                  </a:moveTo>
                  <a:cubicBezTo>
                    <a:pt x="2021141" y="1280347"/>
                    <a:pt x="2018277" y="1283205"/>
                    <a:pt x="2018277" y="1286745"/>
                  </a:cubicBezTo>
                  <a:cubicBezTo>
                    <a:pt x="2018277" y="1286788"/>
                    <a:pt x="2018277" y="1286844"/>
                    <a:pt x="2018277" y="1286887"/>
                  </a:cubicBezTo>
                  <a:lnTo>
                    <a:pt x="2018277" y="1286887"/>
                  </a:lnTo>
                  <a:cubicBezTo>
                    <a:pt x="2018277" y="1290427"/>
                    <a:pt x="2021141" y="1293285"/>
                    <a:pt x="2024690" y="1293285"/>
                  </a:cubicBezTo>
                  <a:lnTo>
                    <a:pt x="2024690" y="1293285"/>
                  </a:lnTo>
                  <a:cubicBezTo>
                    <a:pt x="2028253" y="1293285"/>
                    <a:pt x="2031175" y="1290442"/>
                    <a:pt x="2031246" y="1286887"/>
                  </a:cubicBezTo>
                  <a:lnTo>
                    <a:pt x="2031246" y="1286887"/>
                  </a:lnTo>
                  <a:cubicBezTo>
                    <a:pt x="2031246" y="1283276"/>
                    <a:pt x="2028310" y="1280347"/>
                    <a:pt x="2024690" y="1280347"/>
                  </a:cubicBezTo>
                  <a:close/>
                  <a:moveTo>
                    <a:pt x="1939176" y="800199"/>
                  </a:moveTo>
                  <a:cubicBezTo>
                    <a:pt x="1935585" y="800270"/>
                    <a:pt x="1932691" y="803157"/>
                    <a:pt x="1932620" y="806740"/>
                  </a:cubicBezTo>
                  <a:lnTo>
                    <a:pt x="1932620" y="806740"/>
                  </a:lnTo>
                  <a:cubicBezTo>
                    <a:pt x="1932691" y="810294"/>
                    <a:pt x="1935613" y="813138"/>
                    <a:pt x="1939176" y="813138"/>
                  </a:cubicBezTo>
                  <a:lnTo>
                    <a:pt x="1939176" y="813138"/>
                  </a:lnTo>
                  <a:cubicBezTo>
                    <a:pt x="1942725" y="813138"/>
                    <a:pt x="1945590" y="810280"/>
                    <a:pt x="1945590" y="806740"/>
                  </a:cubicBezTo>
                  <a:lnTo>
                    <a:pt x="1945590" y="806740"/>
                  </a:lnTo>
                  <a:cubicBezTo>
                    <a:pt x="1945590" y="803185"/>
                    <a:pt x="1942739" y="800270"/>
                    <a:pt x="1939176" y="800199"/>
                  </a:cubicBezTo>
                  <a:close/>
                  <a:moveTo>
                    <a:pt x="1332597" y="616643"/>
                  </a:moveTo>
                  <a:cubicBezTo>
                    <a:pt x="1327794" y="616643"/>
                    <a:pt x="1323903" y="620524"/>
                    <a:pt x="1323903" y="625316"/>
                  </a:cubicBezTo>
                  <a:cubicBezTo>
                    <a:pt x="1323903" y="625359"/>
                    <a:pt x="1323903" y="625415"/>
                    <a:pt x="1323903" y="625458"/>
                  </a:cubicBezTo>
                  <a:lnTo>
                    <a:pt x="1323903" y="625458"/>
                  </a:lnTo>
                  <a:cubicBezTo>
                    <a:pt x="1323817" y="630250"/>
                    <a:pt x="1327651" y="634188"/>
                    <a:pt x="1332454" y="634273"/>
                  </a:cubicBezTo>
                  <a:cubicBezTo>
                    <a:pt x="1332497" y="634273"/>
                    <a:pt x="1332554" y="634273"/>
                    <a:pt x="1332597" y="634273"/>
                  </a:cubicBezTo>
                  <a:lnTo>
                    <a:pt x="1332597" y="634273"/>
                  </a:lnTo>
                  <a:cubicBezTo>
                    <a:pt x="1337471" y="634273"/>
                    <a:pt x="1341433" y="630321"/>
                    <a:pt x="1341433" y="625458"/>
                  </a:cubicBezTo>
                  <a:lnTo>
                    <a:pt x="1341433" y="625458"/>
                  </a:lnTo>
                  <a:cubicBezTo>
                    <a:pt x="1341433" y="620596"/>
                    <a:pt x="1337471" y="616643"/>
                    <a:pt x="1332597" y="616643"/>
                  </a:cubicBezTo>
                  <a:close/>
                  <a:moveTo>
                    <a:pt x="1348274" y="723137"/>
                  </a:moveTo>
                  <a:cubicBezTo>
                    <a:pt x="1343400" y="723137"/>
                    <a:pt x="1339438" y="727089"/>
                    <a:pt x="1339438" y="731952"/>
                  </a:cubicBezTo>
                  <a:lnTo>
                    <a:pt x="1339438" y="731952"/>
                  </a:lnTo>
                  <a:cubicBezTo>
                    <a:pt x="1339438" y="736815"/>
                    <a:pt x="1343400" y="740767"/>
                    <a:pt x="1348274" y="740767"/>
                  </a:cubicBezTo>
                  <a:lnTo>
                    <a:pt x="1348274" y="740767"/>
                  </a:lnTo>
                  <a:cubicBezTo>
                    <a:pt x="1353148" y="740767"/>
                    <a:pt x="1357111" y="736815"/>
                    <a:pt x="1357111" y="731952"/>
                  </a:cubicBezTo>
                  <a:lnTo>
                    <a:pt x="1357111" y="731952"/>
                  </a:lnTo>
                  <a:cubicBezTo>
                    <a:pt x="1357111" y="727089"/>
                    <a:pt x="1353148" y="723137"/>
                    <a:pt x="1348274" y="723137"/>
                  </a:cubicBezTo>
                  <a:close/>
                  <a:moveTo>
                    <a:pt x="1310220" y="708919"/>
                  </a:moveTo>
                  <a:cubicBezTo>
                    <a:pt x="1305417" y="708919"/>
                    <a:pt x="1301526" y="712800"/>
                    <a:pt x="1301526" y="717592"/>
                  </a:cubicBezTo>
                  <a:lnTo>
                    <a:pt x="1301526" y="717592"/>
                  </a:lnTo>
                  <a:cubicBezTo>
                    <a:pt x="1301441" y="722383"/>
                    <a:pt x="1305275" y="726322"/>
                    <a:pt x="1310078" y="726407"/>
                  </a:cubicBezTo>
                  <a:cubicBezTo>
                    <a:pt x="1310121" y="726407"/>
                    <a:pt x="1310178" y="726407"/>
                    <a:pt x="1310220" y="726407"/>
                  </a:cubicBezTo>
                  <a:lnTo>
                    <a:pt x="1310220" y="726407"/>
                  </a:lnTo>
                  <a:cubicBezTo>
                    <a:pt x="1315023" y="726492"/>
                    <a:pt x="1318971" y="722668"/>
                    <a:pt x="1319057" y="717876"/>
                  </a:cubicBezTo>
                  <a:cubicBezTo>
                    <a:pt x="1319057" y="717777"/>
                    <a:pt x="1319057" y="717691"/>
                    <a:pt x="1319057" y="717592"/>
                  </a:cubicBezTo>
                  <a:lnTo>
                    <a:pt x="1319057" y="717592"/>
                  </a:lnTo>
                  <a:cubicBezTo>
                    <a:pt x="1319057" y="712800"/>
                    <a:pt x="1315166" y="708919"/>
                    <a:pt x="1310363" y="708919"/>
                  </a:cubicBezTo>
                  <a:cubicBezTo>
                    <a:pt x="1310320" y="708919"/>
                    <a:pt x="1310263" y="708919"/>
                    <a:pt x="1310220" y="708919"/>
                  </a:cubicBezTo>
                  <a:close/>
                  <a:moveTo>
                    <a:pt x="1254066" y="936409"/>
                  </a:moveTo>
                  <a:cubicBezTo>
                    <a:pt x="1249192" y="936409"/>
                    <a:pt x="1245230" y="940362"/>
                    <a:pt x="1245230" y="945225"/>
                  </a:cubicBezTo>
                  <a:lnTo>
                    <a:pt x="1245230" y="945225"/>
                  </a:lnTo>
                  <a:cubicBezTo>
                    <a:pt x="1245230" y="950087"/>
                    <a:pt x="1249192" y="954040"/>
                    <a:pt x="1254066" y="954040"/>
                  </a:cubicBezTo>
                  <a:lnTo>
                    <a:pt x="1254066" y="954040"/>
                  </a:lnTo>
                  <a:cubicBezTo>
                    <a:pt x="1258940" y="954040"/>
                    <a:pt x="1262903" y="950087"/>
                    <a:pt x="1262903" y="945225"/>
                  </a:cubicBezTo>
                  <a:lnTo>
                    <a:pt x="1262903" y="945225"/>
                  </a:lnTo>
                  <a:cubicBezTo>
                    <a:pt x="1262903" y="940362"/>
                    <a:pt x="1258940" y="936409"/>
                    <a:pt x="1254066" y="936409"/>
                  </a:cubicBezTo>
                  <a:close/>
                  <a:moveTo>
                    <a:pt x="1372646" y="899158"/>
                  </a:moveTo>
                  <a:cubicBezTo>
                    <a:pt x="1367771" y="899158"/>
                    <a:pt x="1363809" y="903110"/>
                    <a:pt x="1363809" y="907973"/>
                  </a:cubicBezTo>
                  <a:lnTo>
                    <a:pt x="1363809" y="907973"/>
                  </a:lnTo>
                  <a:cubicBezTo>
                    <a:pt x="1363809" y="912836"/>
                    <a:pt x="1367771" y="916788"/>
                    <a:pt x="1372646" y="916788"/>
                  </a:cubicBezTo>
                  <a:lnTo>
                    <a:pt x="1372646" y="916788"/>
                  </a:lnTo>
                  <a:cubicBezTo>
                    <a:pt x="1377520" y="916788"/>
                    <a:pt x="1381482" y="912836"/>
                    <a:pt x="1381482" y="907973"/>
                  </a:cubicBezTo>
                  <a:lnTo>
                    <a:pt x="1381482" y="907973"/>
                  </a:lnTo>
                  <a:cubicBezTo>
                    <a:pt x="1381482" y="903110"/>
                    <a:pt x="1377520" y="899158"/>
                    <a:pt x="1372646" y="899158"/>
                  </a:cubicBezTo>
                  <a:close/>
                  <a:moveTo>
                    <a:pt x="1279720" y="1010486"/>
                  </a:moveTo>
                  <a:cubicBezTo>
                    <a:pt x="1274846" y="1010486"/>
                    <a:pt x="1270884" y="1014439"/>
                    <a:pt x="1270884" y="1019301"/>
                  </a:cubicBezTo>
                  <a:lnTo>
                    <a:pt x="1270884" y="1019301"/>
                  </a:lnTo>
                  <a:cubicBezTo>
                    <a:pt x="1270884" y="1024164"/>
                    <a:pt x="1274846" y="1028117"/>
                    <a:pt x="1279720" y="1028117"/>
                  </a:cubicBezTo>
                  <a:lnTo>
                    <a:pt x="1279720" y="1028117"/>
                  </a:lnTo>
                  <a:cubicBezTo>
                    <a:pt x="1284523" y="1028117"/>
                    <a:pt x="1288414" y="1024235"/>
                    <a:pt x="1288414" y="1019444"/>
                  </a:cubicBezTo>
                  <a:cubicBezTo>
                    <a:pt x="1288414" y="1019401"/>
                    <a:pt x="1288414" y="1019344"/>
                    <a:pt x="1288414" y="1019301"/>
                  </a:cubicBezTo>
                  <a:lnTo>
                    <a:pt x="1288414" y="1019301"/>
                  </a:lnTo>
                  <a:cubicBezTo>
                    <a:pt x="1288500" y="1014510"/>
                    <a:pt x="1284666" y="1010571"/>
                    <a:pt x="1279863" y="1010486"/>
                  </a:cubicBezTo>
                  <a:cubicBezTo>
                    <a:pt x="1279820" y="1010486"/>
                    <a:pt x="1279763" y="1010486"/>
                    <a:pt x="1279720" y="1010486"/>
                  </a:cubicBezTo>
                  <a:close/>
                  <a:moveTo>
                    <a:pt x="1041991" y="521523"/>
                  </a:moveTo>
                  <a:cubicBezTo>
                    <a:pt x="1038291" y="521523"/>
                    <a:pt x="1035293" y="524509"/>
                    <a:pt x="1035293" y="528206"/>
                  </a:cubicBezTo>
                  <a:lnTo>
                    <a:pt x="1035293" y="528206"/>
                  </a:lnTo>
                  <a:cubicBezTo>
                    <a:pt x="1035214" y="531903"/>
                    <a:pt x="1038149" y="534945"/>
                    <a:pt x="1041847" y="535031"/>
                  </a:cubicBezTo>
                  <a:cubicBezTo>
                    <a:pt x="1041896" y="535031"/>
                    <a:pt x="1041943" y="535031"/>
                    <a:pt x="1041991" y="535031"/>
                  </a:cubicBezTo>
                  <a:lnTo>
                    <a:pt x="1041991" y="535031"/>
                  </a:lnTo>
                  <a:cubicBezTo>
                    <a:pt x="1045690" y="535116"/>
                    <a:pt x="1048753" y="532187"/>
                    <a:pt x="1048833" y="528490"/>
                  </a:cubicBezTo>
                  <a:cubicBezTo>
                    <a:pt x="1048834" y="528391"/>
                    <a:pt x="1048834" y="528305"/>
                    <a:pt x="1048833" y="528206"/>
                  </a:cubicBezTo>
                  <a:lnTo>
                    <a:pt x="1048833" y="528206"/>
                  </a:lnTo>
                  <a:cubicBezTo>
                    <a:pt x="1048834" y="524509"/>
                    <a:pt x="1045835" y="521523"/>
                    <a:pt x="1042135" y="521523"/>
                  </a:cubicBezTo>
                  <a:cubicBezTo>
                    <a:pt x="1042087" y="521523"/>
                    <a:pt x="1042040" y="521523"/>
                    <a:pt x="1041991" y="521523"/>
                  </a:cubicBezTo>
                  <a:close/>
                  <a:moveTo>
                    <a:pt x="1015339" y="597448"/>
                  </a:moveTo>
                  <a:cubicBezTo>
                    <a:pt x="1011641" y="597363"/>
                    <a:pt x="1008578" y="600292"/>
                    <a:pt x="1008498" y="603989"/>
                  </a:cubicBezTo>
                  <a:cubicBezTo>
                    <a:pt x="1008495" y="604088"/>
                    <a:pt x="1008495" y="604174"/>
                    <a:pt x="1008498" y="604273"/>
                  </a:cubicBezTo>
                  <a:lnTo>
                    <a:pt x="1008498" y="604273"/>
                  </a:lnTo>
                  <a:cubicBezTo>
                    <a:pt x="1008497" y="607970"/>
                    <a:pt x="1011496" y="610956"/>
                    <a:pt x="1015196" y="610956"/>
                  </a:cubicBezTo>
                  <a:cubicBezTo>
                    <a:pt x="1015244" y="610956"/>
                    <a:pt x="1015291" y="610956"/>
                    <a:pt x="1015339" y="610956"/>
                  </a:cubicBezTo>
                  <a:lnTo>
                    <a:pt x="1015339" y="610956"/>
                  </a:lnTo>
                  <a:cubicBezTo>
                    <a:pt x="1019039" y="610956"/>
                    <a:pt x="1022038" y="607970"/>
                    <a:pt x="1022038" y="604273"/>
                  </a:cubicBezTo>
                  <a:lnTo>
                    <a:pt x="1022038" y="604273"/>
                  </a:lnTo>
                  <a:cubicBezTo>
                    <a:pt x="1022116" y="600576"/>
                    <a:pt x="1019182" y="597534"/>
                    <a:pt x="1015483" y="597448"/>
                  </a:cubicBezTo>
                  <a:cubicBezTo>
                    <a:pt x="1015435" y="597448"/>
                    <a:pt x="1015388" y="597448"/>
                    <a:pt x="1015339" y="597448"/>
                  </a:cubicBezTo>
                  <a:close/>
                  <a:moveTo>
                    <a:pt x="988830" y="441049"/>
                  </a:moveTo>
                  <a:cubicBezTo>
                    <a:pt x="985083" y="441120"/>
                    <a:pt x="982065" y="444134"/>
                    <a:pt x="981989" y="447873"/>
                  </a:cubicBezTo>
                  <a:lnTo>
                    <a:pt x="981989" y="447873"/>
                  </a:lnTo>
                  <a:cubicBezTo>
                    <a:pt x="982065" y="451613"/>
                    <a:pt x="985083" y="454627"/>
                    <a:pt x="988830" y="454698"/>
                  </a:cubicBezTo>
                  <a:lnTo>
                    <a:pt x="988830" y="454698"/>
                  </a:lnTo>
                  <a:cubicBezTo>
                    <a:pt x="992577" y="454627"/>
                    <a:pt x="995596" y="451613"/>
                    <a:pt x="995671" y="447873"/>
                  </a:cubicBezTo>
                  <a:lnTo>
                    <a:pt x="995671" y="447873"/>
                  </a:lnTo>
                  <a:cubicBezTo>
                    <a:pt x="995596" y="444134"/>
                    <a:pt x="992577" y="441120"/>
                    <a:pt x="988830" y="441049"/>
                  </a:cubicBezTo>
                  <a:close/>
                  <a:moveTo>
                    <a:pt x="815807" y="522376"/>
                  </a:moveTo>
                  <a:cubicBezTo>
                    <a:pt x="812084" y="522448"/>
                    <a:pt x="809107" y="525490"/>
                    <a:pt x="809108" y="529201"/>
                  </a:cubicBezTo>
                  <a:lnTo>
                    <a:pt x="809108" y="529201"/>
                  </a:lnTo>
                  <a:cubicBezTo>
                    <a:pt x="809108" y="532912"/>
                    <a:pt x="812084" y="535955"/>
                    <a:pt x="815807" y="536026"/>
                  </a:cubicBezTo>
                  <a:lnTo>
                    <a:pt x="815807" y="536026"/>
                  </a:lnTo>
                  <a:cubicBezTo>
                    <a:pt x="819585" y="536026"/>
                    <a:pt x="822648" y="532969"/>
                    <a:pt x="822648" y="529201"/>
                  </a:cubicBezTo>
                  <a:lnTo>
                    <a:pt x="822648" y="529201"/>
                  </a:lnTo>
                  <a:cubicBezTo>
                    <a:pt x="822648" y="525433"/>
                    <a:pt x="819585" y="522376"/>
                    <a:pt x="815807" y="522376"/>
                  </a:cubicBezTo>
                  <a:close/>
                  <a:moveTo>
                    <a:pt x="685683" y="497210"/>
                  </a:moveTo>
                  <a:cubicBezTo>
                    <a:pt x="681983" y="497210"/>
                    <a:pt x="678984" y="500196"/>
                    <a:pt x="678984" y="503893"/>
                  </a:cubicBezTo>
                  <a:lnTo>
                    <a:pt x="678984" y="503893"/>
                  </a:lnTo>
                  <a:cubicBezTo>
                    <a:pt x="678906" y="507590"/>
                    <a:pt x="681840" y="510632"/>
                    <a:pt x="685539" y="510718"/>
                  </a:cubicBezTo>
                  <a:cubicBezTo>
                    <a:pt x="685587" y="510718"/>
                    <a:pt x="685634" y="510718"/>
                    <a:pt x="685683" y="510718"/>
                  </a:cubicBezTo>
                  <a:lnTo>
                    <a:pt x="685683" y="510718"/>
                  </a:lnTo>
                  <a:cubicBezTo>
                    <a:pt x="689461" y="510718"/>
                    <a:pt x="692524" y="507661"/>
                    <a:pt x="692524" y="503893"/>
                  </a:cubicBezTo>
                  <a:lnTo>
                    <a:pt x="692524" y="503893"/>
                  </a:lnTo>
                  <a:cubicBezTo>
                    <a:pt x="692447" y="500182"/>
                    <a:pt x="689405" y="497210"/>
                    <a:pt x="685683" y="497210"/>
                  </a:cubicBezTo>
                  <a:close/>
                  <a:moveTo>
                    <a:pt x="615419" y="444603"/>
                  </a:moveTo>
                  <a:cubicBezTo>
                    <a:pt x="611720" y="444518"/>
                    <a:pt x="608657" y="447447"/>
                    <a:pt x="608578" y="451143"/>
                  </a:cubicBezTo>
                  <a:cubicBezTo>
                    <a:pt x="608576" y="451243"/>
                    <a:pt x="608576" y="451328"/>
                    <a:pt x="608578" y="451428"/>
                  </a:cubicBezTo>
                  <a:lnTo>
                    <a:pt x="608578" y="451428"/>
                  </a:lnTo>
                  <a:cubicBezTo>
                    <a:pt x="608576" y="455124"/>
                    <a:pt x="611575" y="458110"/>
                    <a:pt x="615275" y="458110"/>
                  </a:cubicBezTo>
                  <a:cubicBezTo>
                    <a:pt x="615323" y="458110"/>
                    <a:pt x="615370" y="458110"/>
                    <a:pt x="615419" y="458110"/>
                  </a:cubicBezTo>
                  <a:lnTo>
                    <a:pt x="615419" y="458110"/>
                  </a:lnTo>
                  <a:cubicBezTo>
                    <a:pt x="619119" y="458110"/>
                    <a:pt x="622117" y="455124"/>
                    <a:pt x="622117" y="451428"/>
                  </a:cubicBezTo>
                  <a:lnTo>
                    <a:pt x="622117" y="451428"/>
                  </a:lnTo>
                  <a:cubicBezTo>
                    <a:pt x="622196" y="447731"/>
                    <a:pt x="619261" y="444688"/>
                    <a:pt x="615563" y="444603"/>
                  </a:cubicBezTo>
                  <a:cubicBezTo>
                    <a:pt x="615514" y="444603"/>
                    <a:pt x="615467" y="444603"/>
                    <a:pt x="615419" y="444603"/>
                  </a:cubicBezTo>
                  <a:close/>
                  <a:moveTo>
                    <a:pt x="909017" y="903423"/>
                  </a:moveTo>
                  <a:cubicBezTo>
                    <a:pt x="905270" y="903494"/>
                    <a:pt x="902251" y="906509"/>
                    <a:pt x="902176" y="910248"/>
                  </a:cubicBezTo>
                  <a:lnTo>
                    <a:pt x="902176" y="910248"/>
                  </a:lnTo>
                  <a:cubicBezTo>
                    <a:pt x="902251" y="913987"/>
                    <a:pt x="905270" y="917002"/>
                    <a:pt x="909017" y="917073"/>
                  </a:cubicBezTo>
                  <a:lnTo>
                    <a:pt x="909017" y="917073"/>
                  </a:lnTo>
                  <a:cubicBezTo>
                    <a:pt x="912764" y="917002"/>
                    <a:pt x="915783" y="913987"/>
                    <a:pt x="915858" y="910248"/>
                  </a:cubicBezTo>
                  <a:lnTo>
                    <a:pt x="915858" y="910248"/>
                  </a:lnTo>
                  <a:cubicBezTo>
                    <a:pt x="915783" y="906509"/>
                    <a:pt x="912764" y="903494"/>
                    <a:pt x="909017" y="903423"/>
                  </a:cubicBezTo>
                  <a:close/>
                  <a:moveTo>
                    <a:pt x="870963" y="1004514"/>
                  </a:moveTo>
                  <a:cubicBezTo>
                    <a:pt x="867216" y="1004585"/>
                    <a:pt x="864198" y="1007600"/>
                    <a:pt x="864122" y="1011339"/>
                  </a:cubicBezTo>
                  <a:lnTo>
                    <a:pt x="864122" y="1011339"/>
                  </a:lnTo>
                  <a:cubicBezTo>
                    <a:pt x="864198" y="1015078"/>
                    <a:pt x="867216" y="1018093"/>
                    <a:pt x="870963" y="1018164"/>
                  </a:cubicBezTo>
                  <a:lnTo>
                    <a:pt x="870963" y="1018164"/>
                  </a:lnTo>
                  <a:cubicBezTo>
                    <a:pt x="874686" y="1018093"/>
                    <a:pt x="877663" y="1015050"/>
                    <a:pt x="877662" y="1011339"/>
                  </a:cubicBezTo>
                  <a:lnTo>
                    <a:pt x="877662" y="1011339"/>
                  </a:lnTo>
                  <a:cubicBezTo>
                    <a:pt x="877663" y="1007628"/>
                    <a:pt x="874686" y="1004585"/>
                    <a:pt x="870963" y="1004514"/>
                  </a:cubicBezTo>
                  <a:close/>
                  <a:moveTo>
                    <a:pt x="929113" y="1342053"/>
                  </a:moveTo>
                  <a:cubicBezTo>
                    <a:pt x="925366" y="1342125"/>
                    <a:pt x="922347" y="1345139"/>
                    <a:pt x="922272" y="1348878"/>
                  </a:cubicBezTo>
                  <a:lnTo>
                    <a:pt x="922272" y="1348878"/>
                  </a:lnTo>
                  <a:cubicBezTo>
                    <a:pt x="922347" y="1352618"/>
                    <a:pt x="925366" y="1355632"/>
                    <a:pt x="929113" y="1355703"/>
                  </a:cubicBezTo>
                  <a:lnTo>
                    <a:pt x="929113" y="1355703"/>
                  </a:lnTo>
                  <a:cubicBezTo>
                    <a:pt x="932835" y="1355632"/>
                    <a:pt x="935813" y="1352589"/>
                    <a:pt x="935811" y="1348878"/>
                  </a:cubicBezTo>
                  <a:lnTo>
                    <a:pt x="935811" y="1348878"/>
                  </a:lnTo>
                  <a:cubicBezTo>
                    <a:pt x="935813" y="1345167"/>
                    <a:pt x="932835" y="1342125"/>
                    <a:pt x="929113" y="1342053"/>
                  </a:cubicBezTo>
                  <a:close/>
                  <a:moveTo>
                    <a:pt x="922272" y="1274802"/>
                  </a:moveTo>
                  <a:cubicBezTo>
                    <a:pt x="918549" y="1274873"/>
                    <a:pt x="915572" y="1277916"/>
                    <a:pt x="915573" y="1281626"/>
                  </a:cubicBezTo>
                  <a:lnTo>
                    <a:pt x="915573" y="1281626"/>
                  </a:lnTo>
                  <a:cubicBezTo>
                    <a:pt x="915573" y="1285323"/>
                    <a:pt x="918572" y="1288309"/>
                    <a:pt x="922272" y="1288309"/>
                  </a:cubicBezTo>
                  <a:lnTo>
                    <a:pt x="922272" y="1288309"/>
                  </a:lnTo>
                  <a:cubicBezTo>
                    <a:pt x="925994" y="1288309"/>
                    <a:pt x="929036" y="1285337"/>
                    <a:pt x="929113" y="1281626"/>
                  </a:cubicBezTo>
                  <a:lnTo>
                    <a:pt x="929113" y="1281626"/>
                  </a:lnTo>
                  <a:cubicBezTo>
                    <a:pt x="929037" y="1277887"/>
                    <a:pt x="926019" y="1274873"/>
                    <a:pt x="922272" y="1274802"/>
                  </a:cubicBezTo>
                  <a:close/>
                  <a:moveTo>
                    <a:pt x="1050543" y="1326271"/>
                  </a:moveTo>
                  <a:cubicBezTo>
                    <a:pt x="1046844" y="1326186"/>
                    <a:pt x="1043781" y="1329115"/>
                    <a:pt x="1043702" y="1332812"/>
                  </a:cubicBezTo>
                  <a:cubicBezTo>
                    <a:pt x="1043700" y="1332911"/>
                    <a:pt x="1043700" y="1332997"/>
                    <a:pt x="1043702" y="1333096"/>
                  </a:cubicBezTo>
                  <a:lnTo>
                    <a:pt x="1043702" y="1333096"/>
                  </a:lnTo>
                  <a:cubicBezTo>
                    <a:pt x="1043700" y="1336793"/>
                    <a:pt x="1046699" y="1339779"/>
                    <a:pt x="1050399" y="1339779"/>
                  </a:cubicBezTo>
                  <a:cubicBezTo>
                    <a:pt x="1050447" y="1339779"/>
                    <a:pt x="1050494" y="1339779"/>
                    <a:pt x="1050543" y="1339779"/>
                  </a:cubicBezTo>
                  <a:lnTo>
                    <a:pt x="1050543" y="1339779"/>
                  </a:lnTo>
                  <a:cubicBezTo>
                    <a:pt x="1054243" y="1339779"/>
                    <a:pt x="1057241" y="1336793"/>
                    <a:pt x="1057241" y="1333096"/>
                  </a:cubicBezTo>
                  <a:lnTo>
                    <a:pt x="1057241" y="1333096"/>
                  </a:lnTo>
                  <a:cubicBezTo>
                    <a:pt x="1057320" y="1329399"/>
                    <a:pt x="1054385" y="1326357"/>
                    <a:pt x="1050687" y="1326271"/>
                  </a:cubicBezTo>
                  <a:cubicBezTo>
                    <a:pt x="1050638" y="1326271"/>
                    <a:pt x="1050591" y="1326271"/>
                    <a:pt x="1050543" y="1326271"/>
                  </a:cubicBezTo>
                  <a:close/>
                  <a:moveTo>
                    <a:pt x="986977" y="1301532"/>
                  </a:moveTo>
                  <a:cubicBezTo>
                    <a:pt x="983279" y="1301447"/>
                    <a:pt x="980216" y="1304375"/>
                    <a:pt x="980136" y="1308072"/>
                  </a:cubicBezTo>
                  <a:cubicBezTo>
                    <a:pt x="980135" y="1308172"/>
                    <a:pt x="980135" y="1308257"/>
                    <a:pt x="980136" y="1308356"/>
                  </a:cubicBezTo>
                  <a:lnTo>
                    <a:pt x="980136" y="1308356"/>
                  </a:lnTo>
                  <a:cubicBezTo>
                    <a:pt x="980135" y="1312053"/>
                    <a:pt x="983133" y="1315039"/>
                    <a:pt x="986833" y="1315039"/>
                  </a:cubicBezTo>
                  <a:cubicBezTo>
                    <a:pt x="986882" y="1315039"/>
                    <a:pt x="986929" y="1315039"/>
                    <a:pt x="986977" y="1315039"/>
                  </a:cubicBezTo>
                  <a:lnTo>
                    <a:pt x="986977" y="1315039"/>
                  </a:lnTo>
                  <a:cubicBezTo>
                    <a:pt x="990677" y="1315039"/>
                    <a:pt x="993676" y="1312053"/>
                    <a:pt x="993676" y="1308356"/>
                  </a:cubicBezTo>
                  <a:lnTo>
                    <a:pt x="993676" y="1308356"/>
                  </a:lnTo>
                  <a:cubicBezTo>
                    <a:pt x="993754" y="1304660"/>
                    <a:pt x="990820" y="1301617"/>
                    <a:pt x="987121" y="1301532"/>
                  </a:cubicBezTo>
                  <a:cubicBezTo>
                    <a:pt x="987073" y="1301532"/>
                    <a:pt x="987026" y="1301532"/>
                    <a:pt x="986977" y="1301532"/>
                  </a:cubicBezTo>
                  <a:close/>
                  <a:moveTo>
                    <a:pt x="945788" y="1177265"/>
                  </a:moveTo>
                  <a:cubicBezTo>
                    <a:pt x="942065" y="1177336"/>
                    <a:pt x="939088" y="1180379"/>
                    <a:pt x="939089" y="1184090"/>
                  </a:cubicBezTo>
                  <a:lnTo>
                    <a:pt x="939089" y="1184090"/>
                  </a:lnTo>
                  <a:cubicBezTo>
                    <a:pt x="939088" y="1187801"/>
                    <a:pt x="942065" y="1190843"/>
                    <a:pt x="945788" y="1190915"/>
                  </a:cubicBezTo>
                  <a:lnTo>
                    <a:pt x="945788" y="1190915"/>
                  </a:lnTo>
                  <a:cubicBezTo>
                    <a:pt x="949535" y="1190843"/>
                    <a:pt x="952554" y="1187829"/>
                    <a:pt x="952629" y="1184090"/>
                  </a:cubicBezTo>
                  <a:lnTo>
                    <a:pt x="952629" y="1184090"/>
                  </a:lnTo>
                  <a:cubicBezTo>
                    <a:pt x="952554" y="1180350"/>
                    <a:pt x="949535" y="1177336"/>
                    <a:pt x="945788" y="1177265"/>
                  </a:cubicBezTo>
                  <a:close/>
                  <a:moveTo>
                    <a:pt x="911867" y="1177265"/>
                  </a:moveTo>
                  <a:cubicBezTo>
                    <a:pt x="908145" y="1177336"/>
                    <a:pt x="905167" y="1180379"/>
                    <a:pt x="905169" y="1184090"/>
                  </a:cubicBezTo>
                  <a:lnTo>
                    <a:pt x="905169" y="1184090"/>
                  </a:lnTo>
                  <a:cubicBezTo>
                    <a:pt x="905169" y="1187787"/>
                    <a:pt x="908167" y="1190772"/>
                    <a:pt x="911867" y="1190772"/>
                  </a:cubicBezTo>
                  <a:lnTo>
                    <a:pt x="911867" y="1190772"/>
                  </a:lnTo>
                  <a:cubicBezTo>
                    <a:pt x="915566" y="1190858"/>
                    <a:pt x="918629" y="1187929"/>
                    <a:pt x="918707" y="1184232"/>
                  </a:cubicBezTo>
                  <a:cubicBezTo>
                    <a:pt x="918709" y="1184189"/>
                    <a:pt x="918709" y="1184132"/>
                    <a:pt x="918709" y="1184090"/>
                  </a:cubicBezTo>
                  <a:lnTo>
                    <a:pt x="918709" y="1184090"/>
                  </a:lnTo>
                  <a:cubicBezTo>
                    <a:pt x="918709" y="1180322"/>
                    <a:pt x="915646" y="1177265"/>
                    <a:pt x="911867" y="1177265"/>
                  </a:cubicBezTo>
                  <a:close/>
                  <a:moveTo>
                    <a:pt x="565250" y="1586890"/>
                  </a:moveTo>
                  <a:cubicBezTo>
                    <a:pt x="561551" y="1586890"/>
                    <a:pt x="558552" y="1589876"/>
                    <a:pt x="558550" y="1593573"/>
                  </a:cubicBezTo>
                  <a:cubicBezTo>
                    <a:pt x="558550" y="1593616"/>
                    <a:pt x="558550" y="1593672"/>
                    <a:pt x="558552" y="1593715"/>
                  </a:cubicBezTo>
                  <a:lnTo>
                    <a:pt x="558552" y="1593715"/>
                  </a:lnTo>
                  <a:cubicBezTo>
                    <a:pt x="558552" y="1597412"/>
                    <a:pt x="561551" y="1600398"/>
                    <a:pt x="565250" y="1600398"/>
                  </a:cubicBezTo>
                  <a:lnTo>
                    <a:pt x="565250" y="1600398"/>
                  </a:lnTo>
                  <a:cubicBezTo>
                    <a:pt x="568973" y="1600398"/>
                    <a:pt x="572015" y="1597426"/>
                    <a:pt x="572092" y="1593715"/>
                  </a:cubicBezTo>
                  <a:lnTo>
                    <a:pt x="572092" y="1593715"/>
                  </a:lnTo>
                  <a:cubicBezTo>
                    <a:pt x="572092" y="1589947"/>
                    <a:pt x="569029" y="1586890"/>
                    <a:pt x="565250" y="1586890"/>
                  </a:cubicBezTo>
                  <a:close/>
                  <a:moveTo>
                    <a:pt x="773477" y="1091103"/>
                  </a:moveTo>
                  <a:cubicBezTo>
                    <a:pt x="769699" y="1091103"/>
                    <a:pt x="766636" y="1094160"/>
                    <a:pt x="766636" y="1097928"/>
                  </a:cubicBezTo>
                  <a:lnTo>
                    <a:pt x="766636" y="1097928"/>
                  </a:lnTo>
                  <a:cubicBezTo>
                    <a:pt x="766635" y="1101624"/>
                    <a:pt x="769633" y="1104610"/>
                    <a:pt x="773333" y="1104610"/>
                  </a:cubicBezTo>
                  <a:cubicBezTo>
                    <a:pt x="773382" y="1104610"/>
                    <a:pt x="773429" y="1104610"/>
                    <a:pt x="773477" y="1104610"/>
                  </a:cubicBezTo>
                  <a:lnTo>
                    <a:pt x="773477" y="1104610"/>
                  </a:lnTo>
                  <a:cubicBezTo>
                    <a:pt x="777177" y="1104610"/>
                    <a:pt x="780176" y="1101624"/>
                    <a:pt x="780176" y="1097928"/>
                  </a:cubicBezTo>
                  <a:lnTo>
                    <a:pt x="780176" y="1097928"/>
                  </a:lnTo>
                  <a:cubicBezTo>
                    <a:pt x="780177" y="1094217"/>
                    <a:pt x="777200" y="1091174"/>
                    <a:pt x="773477" y="1091103"/>
                  </a:cubicBezTo>
                  <a:close/>
                  <a:moveTo>
                    <a:pt x="792148" y="1217360"/>
                  </a:moveTo>
                  <a:cubicBezTo>
                    <a:pt x="784276" y="1217360"/>
                    <a:pt x="777895" y="1223730"/>
                    <a:pt x="777895" y="1231578"/>
                  </a:cubicBezTo>
                  <a:lnTo>
                    <a:pt x="777895" y="1231578"/>
                  </a:lnTo>
                  <a:cubicBezTo>
                    <a:pt x="777895" y="1239427"/>
                    <a:pt x="784276" y="1245797"/>
                    <a:pt x="792148" y="1245797"/>
                  </a:cubicBezTo>
                  <a:lnTo>
                    <a:pt x="792148" y="1245797"/>
                  </a:lnTo>
                  <a:cubicBezTo>
                    <a:pt x="800019" y="1245797"/>
                    <a:pt x="806400" y="1239427"/>
                    <a:pt x="806400" y="1231578"/>
                  </a:cubicBezTo>
                  <a:lnTo>
                    <a:pt x="806400" y="1231578"/>
                  </a:lnTo>
                  <a:cubicBezTo>
                    <a:pt x="806400" y="1223730"/>
                    <a:pt x="800019" y="1217360"/>
                    <a:pt x="792148" y="1217360"/>
                  </a:cubicBezTo>
                  <a:close/>
                  <a:moveTo>
                    <a:pt x="492849" y="1494757"/>
                  </a:moveTo>
                  <a:cubicBezTo>
                    <a:pt x="484977" y="1494757"/>
                    <a:pt x="478596" y="1501126"/>
                    <a:pt x="478596" y="1508975"/>
                  </a:cubicBezTo>
                  <a:lnTo>
                    <a:pt x="478596" y="1508975"/>
                  </a:lnTo>
                  <a:cubicBezTo>
                    <a:pt x="478977" y="1516553"/>
                    <a:pt x="485248" y="1522496"/>
                    <a:pt x="492849" y="1522482"/>
                  </a:cubicBezTo>
                  <a:lnTo>
                    <a:pt x="492849" y="1522482"/>
                  </a:lnTo>
                  <a:cubicBezTo>
                    <a:pt x="500173" y="1522127"/>
                    <a:pt x="506031" y="1516283"/>
                    <a:pt x="506388" y="1508975"/>
                  </a:cubicBezTo>
                  <a:lnTo>
                    <a:pt x="506388" y="1508975"/>
                  </a:lnTo>
                  <a:cubicBezTo>
                    <a:pt x="506398" y="1501396"/>
                    <a:pt x="500441" y="1495141"/>
                    <a:pt x="492849" y="1494757"/>
                  </a:cubicBezTo>
                  <a:close/>
                  <a:moveTo>
                    <a:pt x="888636" y="2184480"/>
                  </a:moveTo>
                  <a:cubicBezTo>
                    <a:pt x="881312" y="2184835"/>
                    <a:pt x="875454" y="2190679"/>
                    <a:pt x="875096" y="2197987"/>
                  </a:cubicBezTo>
                  <a:lnTo>
                    <a:pt x="875096" y="2197987"/>
                  </a:lnTo>
                  <a:cubicBezTo>
                    <a:pt x="875086" y="2205565"/>
                    <a:pt x="881044" y="2211821"/>
                    <a:pt x="888636" y="2212205"/>
                  </a:cubicBezTo>
                  <a:lnTo>
                    <a:pt x="888636" y="2212205"/>
                  </a:lnTo>
                  <a:cubicBezTo>
                    <a:pt x="896019" y="2212689"/>
                    <a:pt x="902400" y="2207115"/>
                    <a:pt x="902888" y="2199750"/>
                  </a:cubicBezTo>
                  <a:cubicBezTo>
                    <a:pt x="902927" y="2199167"/>
                    <a:pt x="902927" y="2198570"/>
                    <a:pt x="902888" y="2197987"/>
                  </a:cubicBezTo>
                  <a:lnTo>
                    <a:pt x="902888" y="2197987"/>
                  </a:lnTo>
                  <a:cubicBezTo>
                    <a:pt x="902508" y="2190409"/>
                    <a:pt x="896237" y="2184465"/>
                    <a:pt x="888636" y="2184480"/>
                  </a:cubicBezTo>
                  <a:close/>
                  <a:moveTo>
                    <a:pt x="699935" y="2400880"/>
                  </a:moveTo>
                  <a:cubicBezTo>
                    <a:pt x="692334" y="2400866"/>
                    <a:pt x="686063" y="2406809"/>
                    <a:pt x="685683" y="2414387"/>
                  </a:cubicBezTo>
                  <a:lnTo>
                    <a:pt x="685683" y="2414387"/>
                  </a:lnTo>
                  <a:cubicBezTo>
                    <a:pt x="686063" y="2421966"/>
                    <a:pt x="692334" y="2427909"/>
                    <a:pt x="699935" y="2427894"/>
                  </a:cubicBezTo>
                  <a:lnTo>
                    <a:pt x="699935" y="2427894"/>
                  </a:lnTo>
                  <a:cubicBezTo>
                    <a:pt x="707536" y="2427909"/>
                    <a:pt x="713807" y="2421966"/>
                    <a:pt x="714187" y="2414387"/>
                  </a:cubicBezTo>
                  <a:lnTo>
                    <a:pt x="714187" y="2414387"/>
                  </a:lnTo>
                  <a:cubicBezTo>
                    <a:pt x="714282" y="2407008"/>
                    <a:pt x="708360" y="2400951"/>
                    <a:pt x="700961" y="2400852"/>
                  </a:cubicBezTo>
                  <a:cubicBezTo>
                    <a:pt x="700619" y="2400852"/>
                    <a:pt x="700277" y="2400852"/>
                    <a:pt x="699935" y="2400880"/>
                  </a:cubicBezTo>
                  <a:close/>
                  <a:moveTo>
                    <a:pt x="530332" y="2226281"/>
                  </a:moveTo>
                  <a:cubicBezTo>
                    <a:pt x="522731" y="2226267"/>
                    <a:pt x="516460" y="2232210"/>
                    <a:pt x="516080" y="2239788"/>
                  </a:cubicBezTo>
                  <a:lnTo>
                    <a:pt x="516080" y="2239788"/>
                  </a:lnTo>
                  <a:cubicBezTo>
                    <a:pt x="516080" y="2247637"/>
                    <a:pt x="522461" y="2254006"/>
                    <a:pt x="530332" y="2254006"/>
                  </a:cubicBezTo>
                  <a:lnTo>
                    <a:pt x="530332" y="2254006"/>
                  </a:lnTo>
                  <a:cubicBezTo>
                    <a:pt x="538204" y="2254006"/>
                    <a:pt x="544585" y="2247637"/>
                    <a:pt x="544585" y="2239788"/>
                  </a:cubicBezTo>
                  <a:lnTo>
                    <a:pt x="544585" y="2239788"/>
                  </a:lnTo>
                  <a:cubicBezTo>
                    <a:pt x="544204" y="2232210"/>
                    <a:pt x="537933" y="2226267"/>
                    <a:pt x="530332" y="2226281"/>
                  </a:cubicBezTo>
                  <a:close/>
                  <a:moveTo>
                    <a:pt x="766351" y="1664095"/>
                  </a:moveTo>
                  <a:cubicBezTo>
                    <a:pt x="758750" y="1664081"/>
                    <a:pt x="752479" y="1670024"/>
                    <a:pt x="752099" y="1677602"/>
                  </a:cubicBezTo>
                  <a:lnTo>
                    <a:pt x="752099" y="1677602"/>
                  </a:lnTo>
                  <a:cubicBezTo>
                    <a:pt x="752099" y="1685451"/>
                    <a:pt x="758479" y="1691820"/>
                    <a:pt x="766351" y="1691820"/>
                  </a:cubicBezTo>
                  <a:lnTo>
                    <a:pt x="766351" y="1691820"/>
                  </a:lnTo>
                  <a:cubicBezTo>
                    <a:pt x="774223" y="1691820"/>
                    <a:pt x="780603" y="1685451"/>
                    <a:pt x="780603" y="1677602"/>
                  </a:cubicBezTo>
                  <a:lnTo>
                    <a:pt x="780603" y="1677602"/>
                  </a:lnTo>
                  <a:cubicBezTo>
                    <a:pt x="780223" y="1670024"/>
                    <a:pt x="773952" y="1664081"/>
                    <a:pt x="766351" y="1664095"/>
                  </a:cubicBezTo>
                  <a:close/>
                  <a:moveTo>
                    <a:pt x="780603" y="1826466"/>
                  </a:moveTo>
                  <a:cubicBezTo>
                    <a:pt x="773011" y="1826850"/>
                    <a:pt x="767054" y="1833106"/>
                    <a:pt x="767064" y="1840684"/>
                  </a:cubicBezTo>
                  <a:lnTo>
                    <a:pt x="767064" y="1840684"/>
                  </a:lnTo>
                  <a:cubicBezTo>
                    <a:pt x="767421" y="1847993"/>
                    <a:pt x="773279" y="1853836"/>
                    <a:pt x="780603" y="1854192"/>
                  </a:cubicBezTo>
                  <a:lnTo>
                    <a:pt x="780603" y="1854192"/>
                  </a:lnTo>
                  <a:cubicBezTo>
                    <a:pt x="788204" y="1854206"/>
                    <a:pt x="794475" y="1848263"/>
                    <a:pt x="794856" y="1840684"/>
                  </a:cubicBezTo>
                  <a:lnTo>
                    <a:pt x="794856" y="1840684"/>
                  </a:lnTo>
                  <a:cubicBezTo>
                    <a:pt x="794856" y="1832836"/>
                    <a:pt x="788475" y="1826466"/>
                    <a:pt x="780603" y="1826466"/>
                  </a:cubicBezTo>
                  <a:close/>
                  <a:moveTo>
                    <a:pt x="465484" y="1650588"/>
                  </a:moveTo>
                  <a:cubicBezTo>
                    <a:pt x="457892" y="1650972"/>
                    <a:pt x="451934" y="1657228"/>
                    <a:pt x="451944" y="1664806"/>
                  </a:cubicBezTo>
                  <a:lnTo>
                    <a:pt x="451944" y="1664806"/>
                  </a:lnTo>
                  <a:cubicBezTo>
                    <a:pt x="452302" y="1672114"/>
                    <a:pt x="458160" y="1677958"/>
                    <a:pt x="465484" y="1678313"/>
                  </a:cubicBezTo>
                  <a:lnTo>
                    <a:pt x="465484" y="1678313"/>
                  </a:lnTo>
                  <a:cubicBezTo>
                    <a:pt x="472868" y="1678782"/>
                    <a:pt x="479238" y="1673195"/>
                    <a:pt x="479711" y="1665829"/>
                  </a:cubicBezTo>
                  <a:cubicBezTo>
                    <a:pt x="479732" y="1665488"/>
                    <a:pt x="479741" y="1665147"/>
                    <a:pt x="479736" y="1664806"/>
                  </a:cubicBezTo>
                  <a:lnTo>
                    <a:pt x="479736" y="1664806"/>
                  </a:lnTo>
                  <a:cubicBezTo>
                    <a:pt x="479736" y="1656957"/>
                    <a:pt x="473356" y="1650588"/>
                    <a:pt x="465484" y="1650588"/>
                  </a:cubicBezTo>
                  <a:close/>
                  <a:moveTo>
                    <a:pt x="780176" y="1435182"/>
                  </a:moveTo>
                  <a:cubicBezTo>
                    <a:pt x="772584" y="1435566"/>
                    <a:pt x="766626" y="1441822"/>
                    <a:pt x="766636" y="1449401"/>
                  </a:cubicBezTo>
                  <a:lnTo>
                    <a:pt x="766636" y="1449401"/>
                  </a:lnTo>
                  <a:cubicBezTo>
                    <a:pt x="766994" y="1456709"/>
                    <a:pt x="772851" y="1462552"/>
                    <a:pt x="780176" y="1462908"/>
                  </a:cubicBezTo>
                  <a:lnTo>
                    <a:pt x="780176" y="1462908"/>
                  </a:lnTo>
                  <a:cubicBezTo>
                    <a:pt x="787777" y="1462922"/>
                    <a:pt x="794048" y="1456979"/>
                    <a:pt x="794428" y="1449401"/>
                  </a:cubicBezTo>
                  <a:lnTo>
                    <a:pt x="794428" y="1449401"/>
                  </a:lnTo>
                  <a:cubicBezTo>
                    <a:pt x="794917" y="1442036"/>
                    <a:pt x="789327" y="1435666"/>
                    <a:pt x="781944" y="1435182"/>
                  </a:cubicBezTo>
                  <a:cubicBezTo>
                    <a:pt x="781356" y="1435140"/>
                    <a:pt x="780764" y="1435140"/>
                    <a:pt x="780176" y="1435182"/>
                  </a:cubicBezTo>
                  <a:close/>
                  <a:moveTo>
                    <a:pt x="942225" y="1522198"/>
                  </a:moveTo>
                  <a:cubicBezTo>
                    <a:pt x="934353" y="1522198"/>
                    <a:pt x="927973" y="1528567"/>
                    <a:pt x="927973" y="1536416"/>
                  </a:cubicBezTo>
                  <a:lnTo>
                    <a:pt x="927973" y="1536416"/>
                  </a:lnTo>
                  <a:cubicBezTo>
                    <a:pt x="927879" y="1543795"/>
                    <a:pt x="933800" y="1549852"/>
                    <a:pt x="941199" y="1549952"/>
                  </a:cubicBezTo>
                  <a:cubicBezTo>
                    <a:pt x="941541" y="1549952"/>
                    <a:pt x="941883" y="1549952"/>
                    <a:pt x="942225" y="1549923"/>
                  </a:cubicBezTo>
                  <a:lnTo>
                    <a:pt x="942225" y="1549923"/>
                  </a:lnTo>
                  <a:cubicBezTo>
                    <a:pt x="949623" y="1550008"/>
                    <a:pt x="955686" y="1544079"/>
                    <a:pt x="955765" y="1536700"/>
                  </a:cubicBezTo>
                  <a:cubicBezTo>
                    <a:pt x="955766" y="1536601"/>
                    <a:pt x="955766" y="1536515"/>
                    <a:pt x="955765" y="1536416"/>
                  </a:cubicBezTo>
                  <a:lnTo>
                    <a:pt x="955765" y="1536416"/>
                  </a:lnTo>
                  <a:cubicBezTo>
                    <a:pt x="955775" y="1528838"/>
                    <a:pt x="949817" y="1522582"/>
                    <a:pt x="942225" y="1522198"/>
                  </a:cubicBezTo>
                  <a:close/>
                  <a:moveTo>
                    <a:pt x="885216" y="1629971"/>
                  </a:moveTo>
                  <a:cubicBezTo>
                    <a:pt x="877891" y="1630327"/>
                    <a:pt x="872034" y="1636170"/>
                    <a:pt x="871676" y="1643479"/>
                  </a:cubicBezTo>
                  <a:lnTo>
                    <a:pt x="871676" y="1643479"/>
                  </a:lnTo>
                  <a:cubicBezTo>
                    <a:pt x="871666" y="1651057"/>
                    <a:pt x="877623" y="1657313"/>
                    <a:pt x="885216" y="1657697"/>
                  </a:cubicBezTo>
                  <a:lnTo>
                    <a:pt x="885216" y="1657697"/>
                  </a:lnTo>
                  <a:cubicBezTo>
                    <a:pt x="893087" y="1657697"/>
                    <a:pt x="899468" y="1651327"/>
                    <a:pt x="899468" y="1643479"/>
                  </a:cubicBezTo>
                  <a:lnTo>
                    <a:pt x="899468" y="1643479"/>
                  </a:lnTo>
                  <a:cubicBezTo>
                    <a:pt x="899087" y="1635900"/>
                    <a:pt x="892816" y="1629957"/>
                    <a:pt x="885216" y="1629971"/>
                  </a:cubicBezTo>
                  <a:close/>
                  <a:moveTo>
                    <a:pt x="1293403" y="1522198"/>
                  </a:moveTo>
                  <a:cubicBezTo>
                    <a:pt x="1285806" y="1522582"/>
                    <a:pt x="1279849" y="1528838"/>
                    <a:pt x="1279863" y="1536416"/>
                  </a:cubicBezTo>
                  <a:lnTo>
                    <a:pt x="1279863" y="1536416"/>
                  </a:lnTo>
                  <a:cubicBezTo>
                    <a:pt x="1279777" y="1543795"/>
                    <a:pt x="1285721" y="1549838"/>
                    <a:pt x="1293118" y="1549923"/>
                  </a:cubicBezTo>
                  <a:cubicBezTo>
                    <a:pt x="1293217" y="1549923"/>
                    <a:pt x="1293303" y="1549923"/>
                    <a:pt x="1293403" y="1549923"/>
                  </a:cubicBezTo>
                  <a:lnTo>
                    <a:pt x="1293403" y="1549923"/>
                  </a:lnTo>
                  <a:cubicBezTo>
                    <a:pt x="1300999" y="1549937"/>
                    <a:pt x="1307270" y="1543994"/>
                    <a:pt x="1307655" y="1536416"/>
                  </a:cubicBezTo>
                  <a:lnTo>
                    <a:pt x="1307655" y="1536416"/>
                  </a:lnTo>
                  <a:cubicBezTo>
                    <a:pt x="1307655" y="1528567"/>
                    <a:pt x="1301270" y="1522198"/>
                    <a:pt x="1293403" y="1522198"/>
                  </a:cubicBezTo>
                  <a:close/>
                  <a:moveTo>
                    <a:pt x="1430938" y="1321864"/>
                  </a:moveTo>
                  <a:cubicBezTo>
                    <a:pt x="1423070" y="1321864"/>
                    <a:pt x="1416685" y="1328233"/>
                    <a:pt x="1416685" y="1336082"/>
                  </a:cubicBezTo>
                  <a:lnTo>
                    <a:pt x="1416685" y="1336082"/>
                  </a:lnTo>
                  <a:cubicBezTo>
                    <a:pt x="1417070" y="1343660"/>
                    <a:pt x="1423341" y="1349603"/>
                    <a:pt x="1430938" y="1349589"/>
                  </a:cubicBezTo>
                  <a:lnTo>
                    <a:pt x="1430938" y="1349589"/>
                  </a:lnTo>
                  <a:cubicBezTo>
                    <a:pt x="1438534" y="1349603"/>
                    <a:pt x="1444805" y="1343660"/>
                    <a:pt x="1445190" y="1336082"/>
                  </a:cubicBezTo>
                  <a:lnTo>
                    <a:pt x="1445190" y="1336082"/>
                  </a:lnTo>
                  <a:cubicBezTo>
                    <a:pt x="1445675" y="1328717"/>
                    <a:pt x="1440088" y="1322347"/>
                    <a:pt x="1432705" y="1321864"/>
                  </a:cubicBezTo>
                  <a:cubicBezTo>
                    <a:pt x="1432121" y="1321821"/>
                    <a:pt x="1431522" y="1321821"/>
                    <a:pt x="1430938" y="1321864"/>
                  </a:cubicBezTo>
                  <a:close/>
                  <a:moveTo>
                    <a:pt x="1381625" y="1274802"/>
                  </a:moveTo>
                  <a:cubicBezTo>
                    <a:pt x="1373757" y="1274802"/>
                    <a:pt x="1367372" y="1281171"/>
                    <a:pt x="1367372" y="1289020"/>
                  </a:cubicBezTo>
                  <a:lnTo>
                    <a:pt x="1367372" y="1289020"/>
                  </a:lnTo>
                  <a:cubicBezTo>
                    <a:pt x="1367372" y="1296868"/>
                    <a:pt x="1373757" y="1303238"/>
                    <a:pt x="1381625" y="1303238"/>
                  </a:cubicBezTo>
                  <a:lnTo>
                    <a:pt x="1381625" y="1303238"/>
                  </a:lnTo>
                  <a:cubicBezTo>
                    <a:pt x="1389221" y="1302854"/>
                    <a:pt x="1395179" y="1296598"/>
                    <a:pt x="1395164" y="1289020"/>
                  </a:cubicBezTo>
                  <a:lnTo>
                    <a:pt x="1395164" y="1289020"/>
                  </a:lnTo>
                  <a:cubicBezTo>
                    <a:pt x="1395179" y="1281441"/>
                    <a:pt x="1389221" y="1275186"/>
                    <a:pt x="1381625" y="1274802"/>
                  </a:cubicBezTo>
                  <a:close/>
                  <a:moveTo>
                    <a:pt x="1108977" y="1213521"/>
                  </a:moveTo>
                  <a:cubicBezTo>
                    <a:pt x="1101593" y="1213052"/>
                    <a:pt x="1095224" y="1218640"/>
                    <a:pt x="1094751" y="1226005"/>
                  </a:cubicBezTo>
                  <a:cubicBezTo>
                    <a:pt x="1094729" y="1226346"/>
                    <a:pt x="1094721" y="1226687"/>
                    <a:pt x="1094725" y="1227029"/>
                  </a:cubicBezTo>
                  <a:lnTo>
                    <a:pt x="1094725" y="1227029"/>
                  </a:lnTo>
                  <a:cubicBezTo>
                    <a:pt x="1095106" y="1234607"/>
                    <a:pt x="1101377" y="1240550"/>
                    <a:pt x="1108977" y="1240536"/>
                  </a:cubicBezTo>
                  <a:lnTo>
                    <a:pt x="1108977" y="1240536"/>
                  </a:lnTo>
                  <a:cubicBezTo>
                    <a:pt x="1116578" y="1240550"/>
                    <a:pt x="1122849" y="1234607"/>
                    <a:pt x="1123230" y="1227029"/>
                  </a:cubicBezTo>
                  <a:lnTo>
                    <a:pt x="1123230" y="1227029"/>
                  </a:lnTo>
                  <a:cubicBezTo>
                    <a:pt x="1123324" y="1219649"/>
                    <a:pt x="1117402" y="1213593"/>
                    <a:pt x="1110004" y="1213493"/>
                  </a:cubicBezTo>
                  <a:cubicBezTo>
                    <a:pt x="1109661" y="1213493"/>
                    <a:pt x="1109319" y="1213493"/>
                    <a:pt x="1108977" y="1213521"/>
                  </a:cubicBezTo>
                  <a:close/>
                  <a:moveTo>
                    <a:pt x="1526571" y="2114811"/>
                  </a:moveTo>
                  <a:cubicBezTo>
                    <a:pt x="1518974" y="2115194"/>
                    <a:pt x="1513017" y="2121451"/>
                    <a:pt x="1513031" y="2129029"/>
                  </a:cubicBezTo>
                  <a:lnTo>
                    <a:pt x="1513031" y="2129029"/>
                  </a:lnTo>
                  <a:cubicBezTo>
                    <a:pt x="1513387" y="2136337"/>
                    <a:pt x="1519245" y="2142181"/>
                    <a:pt x="1526571" y="2142536"/>
                  </a:cubicBezTo>
                  <a:lnTo>
                    <a:pt x="1526571" y="2142536"/>
                  </a:lnTo>
                  <a:cubicBezTo>
                    <a:pt x="1534167" y="2142550"/>
                    <a:pt x="1540438" y="2136607"/>
                    <a:pt x="1540823" y="2129029"/>
                  </a:cubicBezTo>
                  <a:lnTo>
                    <a:pt x="1540823" y="2129029"/>
                  </a:lnTo>
                  <a:cubicBezTo>
                    <a:pt x="1540823" y="2121180"/>
                    <a:pt x="1534438" y="2114811"/>
                    <a:pt x="1526571" y="2114811"/>
                  </a:cubicBezTo>
                  <a:close/>
                  <a:moveTo>
                    <a:pt x="836187" y="2456047"/>
                  </a:moveTo>
                  <a:cubicBezTo>
                    <a:pt x="828587" y="2456032"/>
                    <a:pt x="822316" y="2461975"/>
                    <a:pt x="821935" y="2469554"/>
                  </a:cubicBezTo>
                  <a:lnTo>
                    <a:pt x="821935" y="2469554"/>
                  </a:lnTo>
                  <a:cubicBezTo>
                    <a:pt x="822316" y="2477132"/>
                    <a:pt x="828587" y="2483075"/>
                    <a:pt x="836187" y="2483061"/>
                  </a:cubicBezTo>
                  <a:lnTo>
                    <a:pt x="836187" y="2483061"/>
                  </a:lnTo>
                  <a:cubicBezTo>
                    <a:pt x="843572" y="2483530"/>
                    <a:pt x="849941" y="2477943"/>
                    <a:pt x="850414" y="2470578"/>
                  </a:cubicBezTo>
                  <a:cubicBezTo>
                    <a:pt x="850436" y="2470236"/>
                    <a:pt x="850444" y="2469895"/>
                    <a:pt x="850440" y="2469554"/>
                  </a:cubicBezTo>
                  <a:lnTo>
                    <a:pt x="850440" y="2469554"/>
                  </a:lnTo>
                  <a:cubicBezTo>
                    <a:pt x="850534" y="2462175"/>
                    <a:pt x="844612" y="2456118"/>
                    <a:pt x="837214" y="2456018"/>
                  </a:cubicBezTo>
                  <a:cubicBezTo>
                    <a:pt x="836872" y="2456018"/>
                    <a:pt x="836530" y="2456018"/>
                    <a:pt x="836187" y="2456047"/>
                  </a:cubicBezTo>
                  <a:close/>
                  <a:moveTo>
                    <a:pt x="1221001" y="2380975"/>
                  </a:moveTo>
                  <a:cubicBezTo>
                    <a:pt x="1213404" y="2380960"/>
                    <a:pt x="1207133" y="2386904"/>
                    <a:pt x="1206748" y="2394482"/>
                  </a:cubicBezTo>
                  <a:lnTo>
                    <a:pt x="1206748" y="2394482"/>
                  </a:lnTo>
                  <a:cubicBezTo>
                    <a:pt x="1207133" y="2402060"/>
                    <a:pt x="1213404" y="2408003"/>
                    <a:pt x="1221001" y="2407989"/>
                  </a:cubicBezTo>
                  <a:lnTo>
                    <a:pt x="1221001" y="2407989"/>
                  </a:lnTo>
                  <a:cubicBezTo>
                    <a:pt x="1228597" y="2408003"/>
                    <a:pt x="1234868" y="2402060"/>
                    <a:pt x="1235253" y="2394482"/>
                  </a:cubicBezTo>
                  <a:lnTo>
                    <a:pt x="1235253" y="2394482"/>
                  </a:lnTo>
                  <a:cubicBezTo>
                    <a:pt x="1234868" y="2386904"/>
                    <a:pt x="1228597" y="2380960"/>
                    <a:pt x="1221001" y="2380975"/>
                  </a:cubicBezTo>
                  <a:close/>
                  <a:moveTo>
                    <a:pt x="659173" y="2057938"/>
                  </a:moveTo>
                  <a:cubicBezTo>
                    <a:pt x="651791" y="2057455"/>
                    <a:pt x="645410" y="2063028"/>
                    <a:pt x="644921" y="2070393"/>
                  </a:cubicBezTo>
                  <a:cubicBezTo>
                    <a:pt x="644883" y="2070976"/>
                    <a:pt x="644883" y="2071573"/>
                    <a:pt x="644921" y="2072156"/>
                  </a:cubicBezTo>
                  <a:lnTo>
                    <a:pt x="644921" y="2072156"/>
                  </a:lnTo>
                  <a:cubicBezTo>
                    <a:pt x="644827" y="2079535"/>
                    <a:pt x="650749" y="2085592"/>
                    <a:pt x="658147" y="2085692"/>
                  </a:cubicBezTo>
                  <a:cubicBezTo>
                    <a:pt x="658489" y="2085692"/>
                    <a:pt x="658831" y="2085692"/>
                    <a:pt x="659173" y="2085663"/>
                  </a:cubicBezTo>
                  <a:lnTo>
                    <a:pt x="659173" y="2085663"/>
                  </a:lnTo>
                  <a:cubicBezTo>
                    <a:pt x="666558" y="2086133"/>
                    <a:pt x="672927" y="2080545"/>
                    <a:pt x="673400" y="2073180"/>
                  </a:cubicBezTo>
                  <a:cubicBezTo>
                    <a:pt x="673422" y="2072839"/>
                    <a:pt x="673430" y="2072497"/>
                    <a:pt x="673426" y="2072156"/>
                  </a:cubicBezTo>
                  <a:lnTo>
                    <a:pt x="673426" y="2072156"/>
                  </a:lnTo>
                  <a:cubicBezTo>
                    <a:pt x="673915" y="2064791"/>
                    <a:pt x="668325" y="2058421"/>
                    <a:pt x="660942" y="2057938"/>
                  </a:cubicBezTo>
                  <a:cubicBezTo>
                    <a:pt x="660354" y="2057895"/>
                    <a:pt x="659762" y="2057895"/>
                    <a:pt x="659173" y="2057938"/>
                  </a:cubicBezTo>
                  <a:close/>
                  <a:moveTo>
                    <a:pt x="1631896" y="1335229"/>
                  </a:moveTo>
                  <a:cubicBezTo>
                    <a:pt x="1624299" y="1335215"/>
                    <a:pt x="1618028" y="1341158"/>
                    <a:pt x="1617643" y="1348736"/>
                  </a:cubicBezTo>
                  <a:lnTo>
                    <a:pt x="1617643" y="1348736"/>
                  </a:lnTo>
                  <a:cubicBezTo>
                    <a:pt x="1617643" y="1356584"/>
                    <a:pt x="1624028" y="1362954"/>
                    <a:pt x="1631896" y="1362954"/>
                  </a:cubicBezTo>
                  <a:lnTo>
                    <a:pt x="1631896" y="1362954"/>
                  </a:lnTo>
                  <a:cubicBezTo>
                    <a:pt x="1639763" y="1362954"/>
                    <a:pt x="1646148" y="1356584"/>
                    <a:pt x="1646148" y="1348736"/>
                  </a:cubicBezTo>
                  <a:lnTo>
                    <a:pt x="1646148" y="1348736"/>
                  </a:lnTo>
                  <a:cubicBezTo>
                    <a:pt x="1645763" y="1341158"/>
                    <a:pt x="1639492" y="1335215"/>
                    <a:pt x="1631896" y="1335229"/>
                  </a:cubicBezTo>
                  <a:close/>
                  <a:moveTo>
                    <a:pt x="1451176" y="1472861"/>
                  </a:moveTo>
                  <a:cubicBezTo>
                    <a:pt x="1443850" y="1473216"/>
                    <a:pt x="1437993" y="1479060"/>
                    <a:pt x="1437636" y="1486368"/>
                  </a:cubicBezTo>
                  <a:lnTo>
                    <a:pt x="1437636" y="1486368"/>
                  </a:lnTo>
                  <a:cubicBezTo>
                    <a:pt x="1437993" y="1493676"/>
                    <a:pt x="1443850" y="1499520"/>
                    <a:pt x="1451176" y="1499875"/>
                  </a:cubicBezTo>
                  <a:lnTo>
                    <a:pt x="1451176" y="1499875"/>
                  </a:lnTo>
                  <a:cubicBezTo>
                    <a:pt x="1458772" y="1499889"/>
                    <a:pt x="1465044" y="1493946"/>
                    <a:pt x="1465428" y="1486368"/>
                  </a:cubicBezTo>
                  <a:lnTo>
                    <a:pt x="1465428" y="1486368"/>
                  </a:lnTo>
                  <a:cubicBezTo>
                    <a:pt x="1465044" y="1478790"/>
                    <a:pt x="1458772" y="1472846"/>
                    <a:pt x="1451176" y="1472861"/>
                  </a:cubicBezTo>
                  <a:close/>
                  <a:moveTo>
                    <a:pt x="1612085" y="1665517"/>
                  </a:moveTo>
                  <a:cubicBezTo>
                    <a:pt x="1607681" y="1665517"/>
                    <a:pt x="1604104" y="1669085"/>
                    <a:pt x="1604104" y="1673479"/>
                  </a:cubicBezTo>
                  <a:lnTo>
                    <a:pt x="1604104" y="1673479"/>
                  </a:lnTo>
                  <a:cubicBezTo>
                    <a:pt x="1604104" y="1677872"/>
                    <a:pt x="1607681" y="1681441"/>
                    <a:pt x="1612085" y="1681441"/>
                  </a:cubicBezTo>
                  <a:lnTo>
                    <a:pt x="1612085" y="1681441"/>
                  </a:lnTo>
                  <a:cubicBezTo>
                    <a:pt x="1616518" y="1681441"/>
                    <a:pt x="1620138" y="1677901"/>
                    <a:pt x="1620209" y="1673479"/>
                  </a:cubicBezTo>
                  <a:lnTo>
                    <a:pt x="1620209" y="1673479"/>
                  </a:lnTo>
                  <a:cubicBezTo>
                    <a:pt x="1620138" y="1669057"/>
                    <a:pt x="1616518" y="1665517"/>
                    <a:pt x="1612085" y="1665517"/>
                  </a:cubicBezTo>
                  <a:close/>
                  <a:moveTo>
                    <a:pt x="1627763" y="1077027"/>
                  </a:moveTo>
                  <a:cubicBezTo>
                    <a:pt x="1623359" y="1077027"/>
                    <a:pt x="1619781" y="1080596"/>
                    <a:pt x="1619781" y="1084989"/>
                  </a:cubicBezTo>
                  <a:lnTo>
                    <a:pt x="1619781" y="1084989"/>
                  </a:lnTo>
                  <a:cubicBezTo>
                    <a:pt x="1619781" y="1089383"/>
                    <a:pt x="1623359" y="1092951"/>
                    <a:pt x="1627763" y="1092951"/>
                  </a:cubicBezTo>
                  <a:lnTo>
                    <a:pt x="1627763" y="1092951"/>
                  </a:lnTo>
                  <a:cubicBezTo>
                    <a:pt x="1632166" y="1092951"/>
                    <a:pt x="1635744" y="1089383"/>
                    <a:pt x="1635744" y="1084989"/>
                  </a:cubicBezTo>
                  <a:lnTo>
                    <a:pt x="1635744" y="1084989"/>
                  </a:lnTo>
                  <a:cubicBezTo>
                    <a:pt x="1635744" y="1080596"/>
                    <a:pt x="1632166" y="1077027"/>
                    <a:pt x="1627763" y="1077027"/>
                  </a:cubicBezTo>
                  <a:close/>
                  <a:moveTo>
                    <a:pt x="1645293" y="1158497"/>
                  </a:moveTo>
                  <a:cubicBezTo>
                    <a:pt x="1642300" y="1158412"/>
                    <a:pt x="1639820" y="1160772"/>
                    <a:pt x="1639735" y="1163758"/>
                  </a:cubicBezTo>
                  <a:cubicBezTo>
                    <a:pt x="1639735" y="1163801"/>
                    <a:pt x="1639735" y="1163857"/>
                    <a:pt x="1639735" y="1163900"/>
                  </a:cubicBezTo>
                  <a:lnTo>
                    <a:pt x="1639735" y="1163900"/>
                  </a:lnTo>
                  <a:cubicBezTo>
                    <a:pt x="1639649" y="1166886"/>
                    <a:pt x="1642015" y="1169360"/>
                    <a:pt x="1645008" y="1169445"/>
                  </a:cubicBezTo>
                  <a:cubicBezTo>
                    <a:pt x="1645093" y="1169445"/>
                    <a:pt x="1645193" y="1169445"/>
                    <a:pt x="1645293" y="1169445"/>
                  </a:cubicBezTo>
                  <a:lnTo>
                    <a:pt x="1645293" y="1169445"/>
                  </a:lnTo>
                  <a:cubicBezTo>
                    <a:pt x="1648286" y="1169445"/>
                    <a:pt x="1650709" y="1167028"/>
                    <a:pt x="1650709" y="1164042"/>
                  </a:cubicBezTo>
                  <a:cubicBezTo>
                    <a:pt x="1650709" y="1163999"/>
                    <a:pt x="1650709" y="1163943"/>
                    <a:pt x="1650709" y="1163900"/>
                  </a:cubicBezTo>
                  <a:lnTo>
                    <a:pt x="1650709" y="1163900"/>
                  </a:lnTo>
                  <a:cubicBezTo>
                    <a:pt x="1650709" y="1160914"/>
                    <a:pt x="1648286" y="1158497"/>
                    <a:pt x="1645293" y="1158497"/>
                  </a:cubicBezTo>
                  <a:close/>
                  <a:moveTo>
                    <a:pt x="588909" y="130524"/>
                  </a:moveTo>
                  <a:cubicBezTo>
                    <a:pt x="585895" y="130523"/>
                    <a:pt x="583428" y="132920"/>
                    <a:pt x="583351" y="135927"/>
                  </a:cubicBezTo>
                  <a:lnTo>
                    <a:pt x="583351" y="135927"/>
                  </a:lnTo>
                  <a:cubicBezTo>
                    <a:pt x="583351" y="138989"/>
                    <a:pt x="585839" y="141472"/>
                    <a:pt x="588909" y="141472"/>
                  </a:cubicBezTo>
                  <a:lnTo>
                    <a:pt x="588909" y="141472"/>
                  </a:lnTo>
                  <a:cubicBezTo>
                    <a:pt x="591900" y="141551"/>
                    <a:pt x="594388" y="139198"/>
                    <a:pt x="594468" y="136215"/>
                  </a:cubicBezTo>
                  <a:cubicBezTo>
                    <a:pt x="594471" y="136119"/>
                    <a:pt x="594471" y="136023"/>
                    <a:pt x="594468" y="135927"/>
                  </a:cubicBezTo>
                  <a:lnTo>
                    <a:pt x="594468" y="135927"/>
                  </a:lnTo>
                  <a:cubicBezTo>
                    <a:pt x="594469" y="132942"/>
                    <a:pt x="592045" y="130523"/>
                    <a:pt x="589053" y="130523"/>
                  </a:cubicBezTo>
                  <a:cubicBezTo>
                    <a:pt x="589006" y="130523"/>
                    <a:pt x="588958" y="130523"/>
                    <a:pt x="588909" y="130524"/>
                  </a:cubicBezTo>
                  <a:close/>
                  <a:moveTo>
                    <a:pt x="695802" y="1"/>
                  </a:moveTo>
                  <a:cubicBezTo>
                    <a:pt x="691080" y="-77"/>
                    <a:pt x="687188" y="3678"/>
                    <a:pt x="687109" y="8388"/>
                  </a:cubicBezTo>
                  <a:cubicBezTo>
                    <a:pt x="687108" y="8437"/>
                    <a:pt x="687108" y="8484"/>
                    <a:pt x="687108" y="8532"/>
                  </a:cubicBezTo>
                  <a:lnTo>
                    <a:pt x="687108" y="8532"/>
                  </a:lnTo>
                  <a:cubicBezTo>
                    <a:pt x="687108" y="13322"/>
                    <a:pt x="691000" y="17205"/>
                    <a:pt x="695802" y="17205"/>
                  </a:cubicBezTo>
                  <a:lnTo>
                    <a:pt x="695802" y="17205"/>
                  </a:lnTo>
                  <a:cubicBezTo>
                    <a:pt x="700525" y="17205"/>
                    <a:pt x="704353" y="13388"/>
                    <a:pt x="704355" y="8676"/>
                  </a:cubicBezTo>
                  <a:cubicBezTo>
                    <a:pt x="704355" y="8627"/>
                    <a:pt x="704355" y="8580"/>
                    <a:pt x="704353" y="8532"/>
                  </a:cubicBezTo>
                  <a:lnTo>
                    <a:pt x="704353" y="8532"/>
                  </a:lnTo>
                  <a:cubicBezTo>
                    <a:pt x="704353" y="3820"/>
                    <a:pt x="700525" y="1"/>
                    <a:pt x="695802" y="1"/>
                  </a:cubicBezTo>
                  <a:close/>
                  <a:moveTo>
                    <a:pt x="738559" y="162373"/>
                  </a:moveTo>
                  <a:cubicBezTo>
                    <a:pt x="733837" y="162294"/>
                    <a:pt x="729945" y="166049"/>
                    <a:pt x="729866" y="170761"/>
                  </a:cubicBezTo>
                  <a:cubicBezTo>
                    <a:pt x="729865" y="170804"/>
                    <a:pt x="729865" y="170861"/>
                    <a:pt x="729865" y="170903"/>
                  </a:cubicBezTo>
                  <a:lnTo>
                    <a:pt x="729865" y="170903"/>
                  </a:lnTo>
                  <a:cubicBezTo>
                    <a:pt x="729865" y="175695"/>
                    <a:pt x="733757" y="179577"/>
                    <a:pt x="738559" y="179577"/>
                  </a:cubicBezTo>
                  <a:lnTo>
                    <a:pt x="738559" y="179577"/>
                  </a:lnTo>
                  <a:cubicBezTo>
                    <a:pt x="743282" y="179577"/>
                    <a:pt x="747110" y="175752"/>
                    <a:pt x="747112" y="171046"/>
                  </a:cubicBezTo>
                  <a:cubicBezTo>
                    <a:pt x="747112" y="171003"/>
                    <a:pt x="747112" y="170946"/>
                    <a:pt x="747110" y="170903"/>
                  </a:cubicBezTo>
                  <a:lnTo>
                    <a:pt x="747110" y="170903"/>
                  </a:lnTo>
                  <a:cubicBezTo>
                    <a:pt x="747110" y="166192"/>
                    <a:pt x="743282" y="162373"/>
                    <a:pt x="738559" y="162373"/>
                  </a:cubicBezTo>
                  <a:close/>
                  <a:moveTo>
                    <a:pt x="689103" y="559201"/>
                  </a:moveTo>
                  <a:cubicBezTo>
                    <a:pt x="674227" y="559201"/>
                    <a:pt x="662166" y="571230"/>
                    <a:pt x="662166" y="586074"/>
                  </a:cubicBezTo>
                  <a:lnTo>
                    <a:pt x="662166" y="586074"/>
                  </a:lnTo>
                  <a:cubicBezTo>
                    <a:pt x="662166" y="600918"/>
                    <a:pt x="674227" y="612946"/>
                    <a:pt x="689103" y="612946"/>
                  </a:cubicBezTo>
                  <a:lnTo>
                    <a:pt x="689103" y="612946"/>
                  </a:lnTo>
                  <a:cubicBezTo>
                    <a:pt x="703980" y="612946"/>
                    <a:pt x="716040" y="600918"/>
                    <a:pt x="716040" y="586074"/>
                  </a:cubicBezTo>
                  <a:lnTo>
                    <a:pt x="716040" y="586074"/>
                  </a:lnTo>
                  <a:cubicBezTo>
                    <a:pt x="716040" y="571230"/>
                    <a:pt x="703980" y="559201"/>
                    <a:pt x="689103" y="559201"/>
                  </a:cubicBezTo>
                  <a:close/>
                  <a:moveTo>
                    <a:pt x="829631" y="1107454"/>
                  </a:moveTo>
                  <a:cubicBezTo>
                    <a:pt x="819297" y="1107525"/>
                    <a:pt x="810961" y="1115914"/>
                    <a:pt x="810961" y="1126222"/>
                  </a:cubicBezTo>
                  <a:lnTo>
                    <a:pt x="810961" y="1126222"/>
                  </a:lnTo>
                  <a:cubicBezTo>
                    <a:pt x="810961" y="1136501"/>
                    <a:pt x="819320" y="1144848"/>
                    <a:pt x="829631" y="1144848"/>
                  </a:cubicBezTo>
                  <a:lnTo>
                    <a:pt x="829631" y="1144848"/>
                  </a:lnTo>
                  <a:cubicBezTo>
                    <a:pt x="839943" y="1144933"/>
                    <a:pt x="848365" y="1136658"/>
                    <a:pt x="848444" y="1126364"/>
                  </a:cubicBezTo>
                  <a:cubicBezTo>
                    <a:pt x="848444" y="1126321"/>
                    <a:pt x="848444" y="1126265"/>
                    <a:pt x="848444" y="1126222"/>
                  </a:cubicBezTo>
                  <a:lnTo>
                    <a:pt x="848444" y="1126222"/>
                  </a:lnTo>
                  <a:cubicBezTo>
                    <a:pt x="848444" y="1115857"/>
                    <a:pt x="840021" y="1107454"/>
                    <a:pt x="829631" y="1107454"/>
                  </a:cubicBezTo>
                  <a:close/>
                  <a:moveTo>
                    <a:pt x="1010494" y="1057690"/>
                  </a:moveTo>
                  <a:cubicBezTo>
                    <a:pt x="1000185" y="1057918"/>
                    <a:pt x="992015" y="1066449"/>
                    <a:pt x="992246" y="1076728"/>
                  </a:cubicBezTo>
                  <a:cubicBezTo>
                    <a:pt x="992248" y="1076785"/>
                    <a:pt x="992249" y="1076828"/>
                    <a:pt x="992251" y="1076885"/>
                  </a:cubicBezTo>
                  <a:lnTo>
                    <a:pt x="992251" y="1076885"/>
                  </a:lnTo>
                  <a:cubicBezTo>
                    <a:pt x="992251" y="1087193"/>
                    <a:pt x="1000587" y="1095582"/>
                    <a:pt x="1010921" y="1095653"/>
                  </a:cubicBezTo>
                  <a:lnTo>
                    <a:pt x="1010921" y="1095653"/>
                  </a:lnTo>
                  <a:cubicBezTo>
                    <a:pt x="1021311" y="1095653"/>
                    <a:pt x="1029734" y="1087250"/>
                    <a:pt x="1029734" y="1076885"/>
                  </a:cubicBezTo>
                  <a:lnTo>
                    <a:pt x="1029734" y="1076885"/>
                  </a:lnTo>
                  <a:cubicBezTo>
                    <a:pt x="1029734" y="1066605"/>
                    <a:pt x="1021375" y="1058259"/>
                    <a:pt x="1011064" y="1058259"/>
                  </a:cubicBezTo>
                  <a:cubicBezTo>
                    <a:pt x="1011017" y="1058259"/>
                    <a:pt x="1010968" y="1058259"/>
                    <a:pt x="1010921" y="1058259"/>
                  </a:cubicBezTo>
                  <a:close/>
                  <a:moveTo>
                    <a:pt x="372131" y="882665"/>
                  </a:moveTo>
                  <a:cubicBezTo>
                    <a:pt x="361741" y="882665"/>
                    <a:pt x="353318" y="891068"/>
                    <a:pt x="353318" y="901433"/>
                  </a:cubicBezTo>
                  <a:lnTo>
                    <a:pt x="353318" y="901433"/>
                  </a:lnTo>
                  <a:cubicBezTo>
                    <a:pt x="353161" y="911798"/>
                    <a:pt x="361455" y="920329"/>
                    <a:pt x="371843" y="920485"/>
                  </a:cubicBezTo>
                  <a:cubicBezTo>
                    <a:pt x="371940" y="920485"/>
                    <a:pt x="372036" y="920485"/>
                    <a:pt x="372131" y="920485"/>
                  </a:cubicBezTo>
                  <a:lnTo>
                    <a:pt x="372131" y="920485"/>
                  </a:lnTo>
                  <a:cubicBezTo>
                    <a:pt x="382443" y="920485"/>
                    <a:pt x="390802" y="912139"/>
                    <a:pt x="390802" y="901859"/>
                  </a:cubicBezTo>
                  <a:lnTo>
                    <a:pt x="390802" y="901859"/>
                  </a:lnTo>
                  <a:cubicBezTo>
                    <a:pt x="391038" y="891494"/>
                    <a:pt x="382809" y="882906"/>
                    <a:pt x="372422" y="882665"/>
                  </a:cubicBezTo>
                  <a:cubicBezTo>
                    <a:pt x="372325" y="882665"/>
                    <a:pt x="372228" y="882665"/>
                    <a:pt x="372131" y="882665"/>
                  </a:cubicBezTo>
                  <a:close/>
                  <a:moveTo>
                    <a:pt x="404199" y="1156933"/>
                  </a:moveTo>
                  <a:cubicBezTo>
                    <a:pt x="393809" y="1157004"/>
                    <a:pt x="385444" y="1165464"/>
                    <a:pt x="385516" y="1175829"/>
                  </a:cubicBezTo>
                  <a:cubicBezTo>
                    <a:pt x="385517" y="1176028"/>
                    <a:pt x="385521" y="1176213"/>
                    <a:pt x="385528" y="1176412"/>
                  </a:cubicBezTo>
                  <a:lnTo>
                    <a:pt x="385528" y="1176412"/>
                  </a:lnTo>
                  <a:cubicBezTo>
                    <a:pt x="385528" y="1186720"/>
                    <a:pt x="393865" y="1195109"/>
                    <a:pt x="404199" y="1195180"/>
                  </a:cubicBezTo>
                  <a:lnTo>
                    <a:pt x="404199" y="1195180"/>
                  </a:lnTo>
                  <a:cubicBezTo>
                    <a:pt x="414589" y="1195180"/>
                    <a:pt x="423012" y="1186777"/>
                    <a:pt x="423012" y="1176412"/>
                  </a:cubicBezTo>
                  <a:lnTo>
                    <a:pt x="423012" y="1176412"/>
                  </a:lnTo>
                  <a:cubicBezTo>
                    <a:pt x="423012" y="1166047"/>
                    <a:pt x="414589" y="1157644"/>
                    <a:pt x="404199" y="1157644"/>
                  </a:cubicBezTo>
                  <a:close/>
                  <a:moveTo>
                    <a:pt x="212648" y="1316887"/>
                  </a:moveTo>
                  <a:cubicBezTo>
                    <a:pt x="202313" y="1316887"/>
                    <a:pt x="193913" y="1325205"/>
                    <a:pt x="193834" y="1335513"/>
                  </a:cubicBezTo>
                  <a:lnTo>
                    <a:pt x="193834" y="1335513"/>
                  </a:lnTo>
                  <a:cubicBezTo>
                    <a:pt x="193834" y="1345878"/>
                    <a:pt x="202258" y="1354281"/>
                    <a:pt x="212648" y="1354281"/>
                  </a:cubicBezTo>
                  <a:lnTo>
                    <a:pt x="212648" y="1354281"/>
                  </a:lnTo>
                  <a:cubicBezTo>
                    <a:pt x="223038" y="1354281"/>
                    <a:pt x="231461" y="1345878"/>
                    <a:pt x="231461" y="1335513"/>
                  </a:cubicBezTo>
                  <a:lnTo>
                    <a:pt x="231461" y="1335513"/>
                  </a:lnTo>
                  <a:cubicBezTo>
                    <a:pt x="231382" y="1325205"/>
                    <a:pt x="222982" y="1316887"/>
                    <a:pt x="212648" y="1316887"/>
                  </a:cubicBezTo>
                  <a:close/>
                  <a:moveTo>
                    <a:pt x="262246" y="1372623"/>
                  </a:moveTo>
                  <a:cubicBezTo>
                    <a:pt x="252078" y="1372850"/>
                    <a:pt x="243934" y="1381097"/>
                    <a:pt x="243860" y="1391248"/>
                  </a:cubicBezTo>
                  <a:lnTo>
                    <a:pt x="243860" y="1391248"/>
                  </a:lnTo>
                  <a:cubicBezTo>
                    <a:pt x="243860" y="1401613"/>
                    <a:pt x="252283" y="1410016"/>
                    <a:pt x="262673" y="1410016"/>
                  </a:cubicBezTo>
                  <a:lnTo>
                    <a:pt x="262673" y="1410016"/>
                  </a:lnTo>
                  <a:cubicBezTo>
                    <a:pt x="273008" y="1409931"/>
                    <a:pt x="281344" y="1401557"/>
                    <a:pt x="281344" y="1391248"/>
                  </a:cubicBezTo>
                  <a:lnTo>
                    <a:pt x="281344" y="1391248"/>
                  </a:lnTo>
                  <a:cubicBezTo>
                    <a:pt x="281344" y="1380969"/>
                    <a:pt x="272985" y="1372623"/>
                    <a:pt x="262673" y="1372623"/>
                  </a:cubicBezTo>
                  <a:close/>
                  <a:moveTo>
                    <a:pt x="372986" y="1339921"/>
                  </a:moveTo>
                  <a:cubicBezTo>
                    <a:pt x="362652" y="1339992"/>
                    <a:pt x="354316" y="1348381"/>
                    <a:pt x="354316" y="1358689"/>
                  </a:cubicBezTo>
                  <a:lnTo>
                    <a:pt x="354316" y="1358689"/>
                  </a:lnTo>
                  <a:cubicBezTo>
                    <a:pt x="354316" y="1368983"/>
                    <a:pt x="362675" y="1377315"/>
                    <a:pt x="372986" y="1377315"/>
                  </a:cubicBezTo>
                  <a:lnTo>
                    <a:pt x="372986" y="1377315"/>
                  </a:lnTo>
                  <a:cubicBezTo>
                    <a:pt x="383321" y="1377315"/>
                    <a:pt x="391721" y="1368997"/>
                    <a:pt x="391799" y="1358689"/>
                  </a:cubicBezTo>
                  <a:lnTo>
                    <a:pt x="391799" y="1358689"/>
                  </a:lnTo>
                  <a:cubicBezTo>
                    <a:pt x="391799" y="1348324"/>
                    <a:pt x="383376" y="1339921"/>
                    <a:pt x="372986" y="1339921"/>
                  </a:cubicBezTo>
                  <a:close/>
                  <a:moveTo>
                    <a:pt x="346762" y="1505847"/>
                  </a:moveTo>
                  <a:cubicBezTo>
                    <a:pt x="336372" y="1505847"/>
                    <a:pt x="327949" y="1514250"/>
                    <a:pt x="327949" y="1524615"/>
                  </a:cubicBezTo>
                  <a:lnTo>
                    <a:pt x="327949" y="1524615"/>
                  </a:lnTo>
                  <a:cubicBezTo>
                    <a:pt x="328027" y="1534923"/>
                    <a:pt x="336428" y="1543241"/>
                    <a:pt x="346762" y="1543241"/>
                  </a:cubicBezTo>
                  <a:lnTo>
                    <a:pt x="346762" y="1543241"/>
                  </a:lnTo>
                  <a:cubicBezTo>
                    <a:pt x="357074" y="1543241"/>
                    <a:pt x="365433" y="1534909"/>
                    <a:pt x="365433" y="1524615"/>
                  </a:cubicBezTo>
                  <a:lnTo>
                    <a:pt x="365433" y="1524615"/>
                  </a:lnTo>
                  <a:cubicBezTo>
                    <a:pt x="365433" y="1514307"/>
                    <a:pt x="357096" y="1505918"/>
                    <a:pt x="346762" y="1505847"/>
                  </a:cubicBezTo>
                  <a:close/>
                  <a:moveTo>
                    <a:pt x="247993" y="1685849"/>
                  </a:moveTo>
                  <a:cubicBezTo>
                    <a:pt x="242697" y="1685920"/>
                    <a:pt x="238444" y="1690228"/>
                    <a:pt x="238444" y="1695517"/>
                  </a:cubicBezTo>
                  <a:lnTo>
                    <a:pt x="238444" y="1695517"/>
                  </a:lnTo>
                  <a:cubicBezTo>
                    <a:pt x="238366" y="1700778"/>
                    <a:pt x="242576" y="1705100"/>
                    <a:pt x="247849" y="1705185"/>
                  </a:cubicBezTo>
                  <a:cubicBezTo>
                    <a:pt x="247898" y="1705185"/>
                    <a:pt x="247945" y="1705185"/>
                    <a:pt x="247993" y="1705185"/>
                  </a:cubicBezTo>
                  <a:lnTo>
                    <a:pt x="247993" y="1705185"/>
                  </a:lnTo>
                  <a:cubicBezTo>
                    <a:pt x="253267" y="1705271"/>
                    <a:pt x="257605" y="1701062"/>
                    <a:pt x="257685" y="1695801"/>
                  </a:cubicBezTo>
                  <a:cubicBezTo>
                    <a:pt x="257686" y="1695702"/>
                    <a:pt x="257686" y="1695617"/>
                    <a:pt x="257685" y="1695517"/>
                  </a:cubicBezTo>
                  <a:lnTo>
                    <a:pt x="257685" y="1695517"/>
                  </a:lnTo>
                  <a:cubicBezTo>
                    <a:pt x="257685" y="1690171"/>
                    <a:pt x="253347" y="1685849"/>
                    <a:pt x="247993" y="1685849"/>
                  </a:cubicBezTo>
                  <a:close/>
                  <a:moveTo>
                    <a:pt x="376264" y="1608075"/>
                  </a:moveTo>
                  <a:cubicBezTo>
                    <a:pt x="370911" y="1608075"/>
                    <a:pt x="366573" y="1612398"/>
                    <a:pt x="366573" y="1617744"/>
                  </a:cubicBezTo>
                  <a:lnTo>
                    <a:pt x="366573" y="1617744"/>
                  </a:lnTo>
                  <a:cubicBezTo>
                    <a:pt x="366650" y="1623047"/>
                    <a:pt x="370944" y="1627341"/>
                    <a:pt x="376264" y="1627412"/>
                  </a:cubicBezTo>
                  <a:lnTo>
                    <a:pt x="376264" y="1627412"/>
                  </a:lnTo>
                  <a:cubicBezTo>
                    <a:pt x="381618" y="1627412"/>
                    <a:pt x="385956" y="1623090"/>
                    <a:pt x="385956" y="1617744"/>
                  </a:cubicBezTo>
                  <a:lnTo>
                    <a:pt x="385956" y="1617744"/>
                  </a:lnTo>
                  <a:cubicBezTo>
                    <a:pt x="386036" y="1612483"/>
                    <a:pt x="381824" y="1608161"/>
                    <a:pt x="376552" y="1608075"/>
                  </a:cubicBezTo>
                  <a:cubicBezTo>
                    <a:pt x="376455" y="1608075"/>
                    <a:pt x="376360" y="1608075"/>
                    <a:pt x="376264" y="1608075"/>
                  </a:cubicBezTo>
                  <a:close/>
                  <a:moveTo>
                    <a:pt x="197255" y="1601535"/>
                  </a:moveTo>
                  <a:cubicBezTo>
                    <a:pt x="191935" y="1601606"/>
                    <a:pt x="187640" y="1605900"/>
                    <a:pt x="187563" y="1611203"/>
                  </a:cubicBezTo>
                  <a:lnTo>
                    <a:pt x="187563" y="1611203"/>
                  </a:lnTo>
                  <a:cubicBezTo>
                    <a:pt x="187563" y="1616549"/>
                    <a:pt x="191902" y="1620872"/>
                    <a:pt x="197255" y="1620872"/>
                  </a:cubicBezTo>
                  <a:lnTo>
                    <a:pt x="197255" y="1620872"/>
                  </a:lnTo>
                  <a:cubicBezTo>
                    <a:pt x="202528" y="1620957"/>
                    <a:pt x="206867" y="1616748"/>
                    <a:pt x="206947" y="1611488"/>
                  </a:cubicBezTo>
                  <a:cubicBezTo>
                    <a:pt x="206948" y="1611388"/>
                    <a:pt x="206948" y="1611303"/>
                    <a:pt x="206947" y="1611203"/>
                  </a:cubicBezTo>
                  <a:lnTo>
                    <a:pt x="206947" y="1611203"/>
                  </a:lnTo>
                  <a:cubicBezTo>
                    <a:pt x="206947" y="1605857"/>
                    <a:pt x="202608" y="1601535"/>
                    <a:pt x="197255" y="1601535"/>
                  </a:cubicBezTo>
                  <a:close/>
                  <a:moveTo>
                    <a:pt x="124996" y="1761632"/>
                  </a:moveTo>
                  <a:cubicBezTo>
                    <a:pt x="119642" y="1761632"/>
                    <a:pt x="115304" y="1765954"/>
                    <a:pt x="115304" y="1771300"/>
                  </a:cubicBezTo>
                  <a:lnTo>
                    <a:pt x="115304" y="1771300"/>
                  </a:lnTo>
                  <a:cubicBezTo>
                    <a:pt x="115382" y="1776589"/>
                    <a:pt x="119698" y="1780826"/>
                    <a:pt x="124996" y="1780826"/>
                  </a:cubicBezTo>
                  <a:lnTo>
                    <a:pt x="124996" y="1780826"/>
                  </a:lnTo>
                  <a:cubicBezTo>
                    <a:pt x="130269" y="1780911"/>
                    <a:pt x="134607" y="1776703"/>
                    <a:pt x="134686" y="1771442"/>
                  </a:cubicBezTo>
                  <a:cubicBezTo>
                    <a:pt x="134687" y="1771399"/>
                    <a:pt x="134687" y="1771343"/>
                    <a:pt x="134687" y="1771300"/>
                  </a:cubicBezTo>
                  <a:lnTo>
                    <a:pt x="134687" y="1771300"/>
                  </a:lnTo>
                  <a:cubicBezTo>
                    <a:pt x="134767" y="1766039"/>
                    <a:pt x="130555" y="1761717"/>
                    <a:pt x="125284" y="1761632"/>
                  </a:cubicBezTo>
                  <a:cubicBezTo>
                    <a:pt x="125187" y="1761632"/>
                    <a:pt x="125091" y="1761632"/>
                    <a:pt x="124996" y="1761632"/>
                  </a:cubicBezTo>
                  <a:close/>
                  <a:moveTo>
                    <a:pt x="77820" y="1791063"/>
                  </a:moveTo>
                  <a:cubicBezTo>
                    <a:pt x="72467" y="1791063"/>
                    <a:pt x="68129" y="1795385"/>
                    <a:pt x="68129" y="1800731"/>
                  </a:cubicBezTo>
                  <a:lnTo>
                    <a:pt x="68129" y="1800731"/>
                  </a:lnTo>
                  <a:cubicBezTo>
                    <a:pt x="68206" y="1806035"/>
                    <a:pt x="72500" y="1810329"/>
                    <a:pt x="77820" y="1810400"/>
                  </a:cubicBezTo>
                  <a:lnTo>
                    <a:pt x="77820" y="1810400"/>
                  </a:lnTo>
                  <a:cubicBezTo>
                    <a:pt x="83174" y="1810400"/>
                    <a:pt x="87512" y="1806077"/>
                    <a:pt x="87512" y="1800731"/>
                  </a:cubicBezTo>
                  <a:lnTo>
                    <a:pt x="87512" y="1800731"/>
                  </a:lnTo>
                  <a:cubicBezTo>
                    <a:pt x="87592" y="1795471"/>
                    <a:pt x="83380" y="1791148"/>
                    <a:pt x="78108" y="1791063"/>
                  </a:cubicBezTo>
                  <a:cubicBezTo>
                    <a:pt x="78011" y="1791063"/>
                    <a:pt x="77916" y="1791063"/>
                    <a:pt x="77820" y="1791063"/>
                  </a:cubicBezTo>
                  <a:close/>
                  <a:moveTo>
                    <a:pt x="15823" y="1701062"/>
                  </a:moveTo>
                  <a:cubicBezTo>
                    <a:pt x="7203" y="1701204"/>
                    <a:pt x="231" y="1708100"/>
                    <a:pt x="3" y="1716702"/>
                  </a:cubicBezTo>
                  <a:lnTo>
                    <a:pt x="3" y="1716702"/>
                  </a:lnTo>
                  <a:cubicBezTo>
                    <a:pt x="-156" y="1725574"/>
                    <a:pt x="6925" y="1732897"/>
                    <a:pt x="15817" y="1733053"/>
                  </a:cubicBezTo>
                  <a:cubicBezTo>
                    <a:pt x="15820" y="1733053"/>
                    <a:pt x="15821" y="1733053"/>
                    <a:pt x="15823" y="1733053"/>
                  </a:cubicBezTo>
                  <a:lnTo>
                    <a:pt x="15823" y="1733053"/>
                  </a:lnTo>
                  <a:cubicBezTo>
                    <a:pt x="24638" y="1733209"/>
                    <a:pt x="31914" y="1726214"/>
                    <a:pt x="32073" y="1717427"/>
                  </a:cubicBezTo>
                  <a:cubicBezTo>
                    <a:pt x="32077" y="1717185"/>
                    <a:pt x="32077" y="1716944"/>
                    <a:pt x="32070" y="1716702"/>
                  </a:cubicBezTo>
                  <a:lnTo>
                    <a:pt x="32070" y="1716702"/>
                  </a:lnTo>
                  <a:cubicBezTo>
                    <a:pt x="31915" y="1707915"/>
                    <a:pt x="24642" y="1700906"/>
                    <a:pt x="15828" y="1701062"/>
                  </a:cubicBezTo>
                  <a:cubicBezTo>
                    <a:pt x="15826" y="1701062"/>
                    <a:pt x="15824" y="1701062"/>
                    <a:pt x="15823" y="1701062"/>
                  </a:cubicBezTo>
                  <a:close/>
                  <a:moveTo>
                    <a:pt x="293601" y="2006753"/>
                  </a:moveTo>
                  <a:cubicBezTo>
                    <a:pt x="288013" y="2006753"/>
                    <a:pt x="283482" y="2011274"/>
                    <a:pt x="283480" y="2016848"/>
                  </a:cubicBezTo>
                  <a:cubicBezTo>
                    <a:pt x="283480" y="2016890"/>
                    <a:pt x="283482" y="2016947"/>
                    <a:pt x="283482" y="2016990"/>
                  </a:cubicBezTo>
                  <a:lnTo>
                    <a:pt x="283482" y="2016990"/>
                  </a:lnTo>
                  <a:cubicBezTo>
                    <a:pt x="283482" y="2022563"/>
                    <a:pt x="288013" y="2027085"/>
                    <a:pt x="293601" y="2027085"/>
                  </a:cubicBezTo>
                  <a:lnTo>
                    <a:pt x="293601" y="2027085"/>
                  </a:lnTo>
                  <a:cubicBezTo>
                    <a:pt x="299189" y="2027170"/>
                    <a:pt x="303783" y="2022705"/>
                    <a:pt x="303861" y="2017132"/>
                  </a:cubicBezTo>
                  <a:cubicBezTo>
                    <a:pt x="303863" y="2017089"/>
                    <a:pt x="303863" y="2017032"/>
                    <a:pt x="303863" y="2016990"/>
                  </a:cubicBezTo>
                  <a:lnTo>
                    <a:pt x="303863" y="2016990"/>
                  </a:lnTo>
                  <a:cubicBezTo>
                    <a:pt x="303863" y="2011331"/>
                    <a:pt x="299268" y="2006753"/>
                    <a:pt x="293601" y="2006753"/>
                  </a:cubicBezTo>
                  <a:close/>
                  <a:moveTo>
                    <a:pt x="288898" y="2109408"/>
                  </a:moveTo>
                  <a:cubicBezTo>
                    <a:pt x="283231" y="2109408"/>
                    <a:pt x="278636" y="2113986"/>
                    <a:pt x="278636" y="2119645"/>
                  </a:cubicBezTo>
                  <a:lnTo>
                    <a:pt x="278636" y="2119645"/>
                  </a:lnTo>
                  <a:cubicBezTo>
                    <a:pt x="278636" y="2125218"/>
                    <a:pt x="283165" y="2129740"/>
                    <a:pt x="288754" y="2129740"/>
                  </a:cubicBezTo>
                  <a:cubicBezTo>
                    <a:pt x="288802" y="2129740"/>
                    <a:pt x="288849" y="2129740"/>
                    <a:pt x="288898" y="2129740"/>
                  </a:cubicBezTo>
                  <a:lnTo>
                    <a:pt x="288898" y="2129740"/>
                  </a:lnTo>
                  <a:cubicBezTo>
                    <a:pt x="294486" y="2129825"/>
                    <a:pt x="299079" y="2125361"/>
                    <a:pt x="299158" y="2119787"/>
                  </a:cubicBezTo>
                  <a:cubicBezTo>
                    <a:pt x="299159" y="2119744"/>
                    <a:pt x="299159" y="2119688"/>
                    <a:pt x="299159" y="2119645"/>
                  </a:cubicBezTo>
                  <a:lnTo>
                    <a:pt x="299159" y="2119645"/>
                  </a:lnTo>
                  <a:cubicBezTo>
                    <a:pt x="299159" y="2113986"/>
                    <a:pt x="294564" y="2109408"/>
                    <a:pt x="288898" y="2109408"/>
                  </a:cubicBezTo>
                  <a:close/>
                  <a:moveTo>
                    <a:pt x="467907" y="1855045"/>
                  </a:moveTo>
                  <a:cubicBezTo>
                    <a:pt x="459564" y="1855045"/>
                    <a:pt x="452799" y="1861798"/>
                    <a:pt x="452799" y="1870116"/>
                  </a:cubicBezTo>
                  <a:cubicBezTo>
                    <a:pt x="452799" y="1870159"/>
                    <a:pt x="452799" y="1870216"/>
                    <a:pt x="452799" y="1870258"/>
                  </a:cubicBezTo>
                  <a:lnTo>
                    <a:pt x="452799" y="1870258"/>
                  </a:lnTo>
                  <a:cubicBezTo>
                    <a:pt x="452721" y="1878576"/>
                    <a:pt x="459421" y="1885386"/>
                    <a:pt x="467764" y="1885472"/>
                  </a:cubicBezTo>
                  <a:cubicBezTo>
                    <a:pt x="467811" y="1885472"/>
                    <a:pt x="467860" y="1885472"/>
                    <a:pt x="467907" y="1885472"/>
                  </a:cubicBezTo>
                  <a:lnTo>
                    <a:pt x="467907" y="1885472"/>
                  </a:lnTo>
                  <a:cubicBezTo>
                    <a:pt x="476329" y="1885472"/>
                    <a:pt x="483157" y="1878661"/>
                    <a:pt x="483157" y="1870258"/>
                  </a:cubicBezTo>
                  <a:lnTo>
                    <a:pt x="483157" y="1870258"/>
                  </a:lnTo>
                  <a:cubicBezTo>
                    <a:pt x="483157" y="1861855"/>
                    <a:pt x="476329" y="1855045"/>
                    <a:pt x="467907" y="1855045"/>
                  </a:cubicBezTo>
                  <a:close/>
                  <a:moveTo>
                    <a:pt x="408190" y="1849926"/>
                  </a:moveTo>
                  <a:cubicBezTo>
                    <a:pt x="402318" y="1849997"/>
                    <a:pt x="397577" y="1854732"/>
                    <a:pt x="397500" y="1860590"/>
                  </a:cubicBezTo>
                  <a:lnTo>
                    <a:pt x="397500" y="1860590"/>
                  </a:lnTo>
                  <a:cubicBezTo>
                    <a:pt x="397579" y="1866419"/>
                    <a:pt x="402342" y="1871111"/>
                    <a:pt x="408190" y="1871111"/>
                  </a:cubicBezTo>
                  <a:lnTo>
                    <a:pt x="408190" y="1871111"/>
                  </a:lnTo>
                  <a:cubicBezTo>
                    <a:pt x="414015" y="1871111"/>
                    <a:pt x="418736" y="1866405"/>
                    <a:pt x="418736" y="1860590"/>
                  </a:cubicBezTo>
                  <a:lnTo>
                    <a:pt x="418736" y="1860590"/>
                  </a:lnTo>
                  <a:cubicBezTo>
                    <a:pt x="418736" y="1854761"/>
                    <a:pt x="414037" y="1849997"/>
                    <a:pt x="408190" y="1849926"/>
                  </a:cubicBezTo>
                  <a:close/>
                  <a:moveTo>
                    <a:pt x="405482" y="1690825"/>
                  </a:moveTo>
                  <a:cubicBezTo>
                    <a:pt x="399578" y="1690825"/>
                    <a:pt x="394792" y="1695602"/>
                    <a:pt x="394792" y="1701489"/>
                  </a:cubicBezTo>
                  <a:lnTo>
                    <a:pt x="394792" y="1701489"/>
                  </a:lnTo>
                  <a:cubicBezTo>
                    <a:pt x="394871" y="1707318"/>
                    <a:pt x="399634" y="1712010"/>
                    <a:pt x="405482" y="1712010"/>
                  </a:cubicBezTo>
                  <a:lnTo>
                    <a:pt x="405482" y="1712010"/>
                  </a:lnTo>
                  <a:cubicBezTo>
                    <a:pt x="411307" y="1712010"/>
                    <a:pt x="416028" y="1707304"/>
                    <a:pt x="416028" y="1701489"/>
                  </a:cubicBezTo>
                  <a:lnTo>
                    <a:pt x="416028" y="1701489"/>
                  </a:lnTo>
                  <a:cubicBezTo>
                    <a:pt x="416107" y="1695673"/>
                    <a:pt x="411449" y="1690910"/>
                    <a:pt x="405626" y="1690825"/>
                  </a:cubicBezTo>
                  <a:cubicBezTo>
                    <a:pt x="405577" y="1690825"/>
                    <a:pt x="405530" y="1690825"/>
                    <a:pt x="405482" y="1690825"/>
                  </a:cubicBezTo>
                  <a:close/>
                  <a:moveTo>
                    <a:pt x="236449" y="1817367"/>
                  </a:moveTo>
                  <a:cubicBezTo>
                    <a:pt x="230601" y="1817367"/>
                    <a:pt x="225838" y="1822059"/>
                    <a:pt x="225760" y="1827888"/>
                  </a:cubicBezTo>
                  <a:lnTo>
                    <a:pt x="225760" y="1827888"/>
                  </a:lnTo>
                  <a:cubicBezTo>
                    <a:pt x="225837" y="1833746"/>
                    <a:pt x="230577" y="1838481"/>
                    <a:pt x="236449" y="1838552"/>
                  </a:cubicBezTo>
                  <a:lnTo>
                    <a:pt x="236449" y="1838552"/>
                  </a:lnTo>
                  <a:cubicBezTo>
                    <a:pt x="242297" y="1838481"/>
                    <a:pt x="246996" y="1833718"/>
                    <a:pt x="246996" y="1827888"/>
                  </a:cubicBezTo>
                  <a:lnTo>
                    <a:pt x="246996" y="1827888"/>
                  </a:lnTo>
                  <a:cubicBezTo>
                    <a:pt x="246996" y="1822073"/>
                    <a:pt x="242274" y="1817367"/>
                    <a:pt x="236449" y="1817367"/>
                  </a:cubicBezTo>
                  <a:close/>
                  <a:moveTo>
                    <a:pt x="82666" y="2086374"/>
                  </a:moveTo>
                  <a:cubicBezTo>
                    <a:pt x="76841" y="2086374"/>
                    <a:pt x="72119" y="2091080"/>
                    <a:pt x="72119" y="2096896"/>
                  </a:cubicBezTo>
                  <a:lnTo>
                    <a:pt x="72119" y="2096896"/>
                  </a:lnTo>
                  <a:cubicBezTo>
                    <a:pt x="72119" y="2102725"/>
                    <a:pt x="76818" y="2107488"/>
                    <a:pt x="82666" y="2107560"/>
                  </a:cubicBezTo>
                  <a:lnTo>
                    <a:pt x="82666" y="2107560"/>
                  </a:lnTo>
                  <a:cubicBezTo>
                    <a:pt x="88538" y="2107488"/>
                    <a:pt x="93278" y="2102754"/>
                    <a:pt x="93355" y="2096896"/>
                  </a:cubicBezTo>
                  <a:lnTo>
                    <a:pt x="93355" y="2096896"/>
                  </a:lnTo>
                  <a:cubicBezTo>
                    <a:pt x="93277" y="2091066"/>
                    <a:pt x="88514" y="2086374"/>
                    <a:pt x="82666" y="2086374"/>
                  </a:cubicBezTo>
                  <a:close/>
                  <a:moveTo>
                    <a:pt x="280346" y="2302348"/>
                  </a:moveTo>
                  <a:cubicBezTo>
                    <a:pt x="274443" y="2302348"/>
                    <a:pt x="269657" y="2307126"/>
                    <a:pt x="269657" y="2313012"/>
                  </a:cubicBezTo>
                  <a:lnTo>
                    <a:pt x="269657" y="2313012"/>
                  </a:lnTo>
                  <a:cubicBezTo>
                    <a:pt x="269735" y="2318841"/>
                    <a:pt x="274498" y="2323533"/>
                    <a:pt x="280346" y="2323533"/>
                  </a:cubicBezTo>
                  <a:lnTo>
                    <a:pt x="280346" y="2323533"/>
                  </a:lnTo>
                  <a:cubicBezTo>
                    <a:pt x="286171" y="2323533"/>
                    <a:pt x="290893" y="2318827"/>
                    <a:pt x="290893" y="2313012"/>
                  </a:cubicBezTo>
                  <a:lnTo>
                    <a:pt x="290893" y="2313012"/>
                  </a:lnTo>
                  <a:cubicBezTo>
                    <a:pt x="290971" y="2307197"/>
                    <a:pt x="286314" y="2302434"/>
                    <a:pt x="280490" y="2302348"/>
                  </a:cubicBezTo>
                  <a:cubicBezTo>
                    <a:pt x="280442" y="2302348"/>
                    <a:pt x="280395" y="2302348"/>
                    <a:pt x="280346" y="2302348"/>
                  </a:cubicBezTo>
                  <a:close/>
                  <a:moveTo>
                    <a:pt x="347047" y="2375714"/>
                  </a:moveTo>
                  <a:cubicBezTo>
                    <a:pt x="341199" y="2375785"/>
                    <a:pt x="336500" y="2380548"/>
                    <a:pt x="336500" y="2386378"/>
                  </a:cubicBezTo>
                  <a:lnTo>
                    <a:pt x="336500" y="2386378"/>
                  </a:lnTo>
                  <a:cubicBezTo>
                    <a:pt x="336500" y="2392193"/>
                    <a:pt x="341222" y="2396899"/>
                    <a:pt x="347047" y="2396899"/>
                  </a:cubicBezTo>
                  <a:lnTo>
                    <a:pt x="347047" y="2396899"/>
                  </a:lnTo>
                  <a:cubicBezTo>
                    <a:pt x="352895" y="2396899"/>
                    <a:pt x="357658" y="2392207"/>
                    <a:pt x="357736" y="2386378"/>
                  </a:cubicBezTo>
                  <a:lnTo>
                    <a:pt x="357736" y="2386378"/>
                  </a:lnTo>
                  <a:cubicBezTo>
                    <a:pt x="357659" y="2380520"/>
                    <a:pt x="352919" y="2375785"/>
                    <a:pt x="347047" y="2375714"/>
                  </a:cubicBezTo>
                  <a:close/>
                  <a:moveTo>
                    <a:pt x="410470" y="2381970"/>
                  </a:moveTo>
                  <a:cubicBezTo>
                    <a:pt x="404645" y="2381970"/>
                    <a:pt x="399923" y="2386676"/>
                    <a:pt x="399923" y="2392491"/>
                  </a:cubicBezTo>
                  <a:lnTo>
                    <a:pt x="399923" y="2392491"/>
                  </a:lnTo>
                  <a:cubicBezTo>
                    <a:pt x="399923" y="2398321"/>
                    <a:pt x="404622" y="2403084"/>
                    <a:pt x="410470" y="2403155"/>
                  </a:cubicBezTo>
                  <a:lnTo>
                    <a:pt x="410470" y="2403155"/>
                  </a:lnTo>
                  <a:cubicBezTo>
                    <a:pt x="416342" y="2403084"/>
                    <a:pt x="421082" y="2398349"/>
                    <a:pt x="421159" y="2392491"/>
                  </a:cubicBezTo>
                  <a:lnTo>
                    <a:pt x="421159" y="2392491"/>
                  </a:lnTo>
                  <a:cubicBezTo>
                    <a:pt x="421081" y="2386662"/>
                    <a:pt x="416318" y="2381970"/>
                    <a:pt x="410470" y="2381970"/>
                  </a:cubicBezTo>
                  <a:close/>
                  <a:moveTo>
                    <a:pt x="1152732" y="2337751"/>
                  </a:moveTo>
                  <a:cubicBezTo>
                    <a:pt x="1146907" y="2337751"/>
                    <a:pt x="1142185" y="2342458"/>
                    <a:pt x="1142185" y="2348273"/>
                  </a:cubicBezTo>
                  <a:lnTo>
                    <a:pt x="1142185" y="2348273"/>
                  </a:lnTo>
                  <a:cubicBezTo>
                    <a:pt x="1142185" y="2354102"/>
                    <a:pt x="1146884" y="2358865"/>
                    <a:pt x="1152732" y="2358937"/>
                  </a:cubicBezTo>
                  <a:lnTo>
                    <a:pt x="1152732" y="2358937"/>
                  </a:lnTo>
                  <a:cubicBezTo>
                    <a:pt x="1158580" y="2358865"/>
                    <a:pt x="1163279" y="2354102"/>
                    <a:pt x="1163279" y="2348273"/>
                  </a:cubicBezTo>
                  <a:lnTo>
                    <a:pt x="1163279" y="2348273"/>
                  </a:lnTo>
                  <a:cubicBezTo>
                    <a:pt x="1163279" y="2342458"/>
                    <a:pt x="1158557" y="2337751"/>
                    <a:pt x="1152732" y="2337751"/>
                  </a:cubicBezTo>
                  <a:close/>
                  <a:moveTo>
                    <a:pt x="986122" y="2067606"/>
                  </a:moveTo>
                  <a:cubicBezTo>
                    <a:pt x="980297" y="2067606"/>
                    <a:pt x="975575" y="2072313"/>
                    <a:pt x="975575" y="2078128"/>
                  </a:cubicBezTo>
                  <a:lnTo>
                    <a:pt x="975575" y="2078128"/>
                  </a:lnTo>
                  <a:cubicBezTo>
                    <a:pt x="975575" y="2083957"/>
                    <a:pt x="980274" y="2088720"/>
                    <a:pt x="986122" y="2088791"/>
                  </a:cubicBezTo>
                  <a:lnTo>
                    <a:pt x="986122" y="2088791"/>
                  </a:lnTo>
                  <a:cubicBezTo>
                    <a:pt x="992025" y="2088791"/>
                    <a:pt x="996811" y="2084014"/>
                    <a:pt x="996811" y="2078128"/>
                  </a:cubicBezTo>
                  <a:lnTo>
                    <a:pt x="996811" y="2078128"/>
                  </a:lnTo>
                  <a:cubicBezTo>
                    <a:pt x="996811" y="2072313"/>
                    <a:pt x="992091" y="2067606"/>
                    <a:pt x="986266" y="2067606"/>
                  </a:cubicBezTo>
                  <a:cubicBezTo>
                    <a:pt x="986218" y="2067606"/>
                    <a:pt x="986171" y="2067606"/>
                    <a:pt x="986122" y="2067606"/>
                  </a:cubicBezTo>
                  <a:close/>
                  <a:moveTo>
                    <a:pt x="693664" y="1995662"/>
                  </a:moveTo>
                  <a:cubicBezTo>
                    <a:pt x="689334" y="1995662"/>
                    <a:pt x="685825" y="1999160"/>
                    <a:pt x="685825" y="2003482"/>
                  </a:cubicBezTo>
                  <a:lnTo>
                    <a:pt x="685825" y="2003482"/>
                  </a:lnTo>
                  <a:cubicBezTo>
                    <a:pt x="685825" y="2007819"/>
                    <a:pt x="689311" y="2011374"/>
                    <a:pt x="693664" y="2011445"/>
                  </a:cubicBezTo>
                  <a:lnTo>
                    <a:pt x="693664" y="2011445"/>
                  </a:lnTo>
                  <a:cubicBezTo>
                    <a:pt x="698072" y="2011445"/>
                    <a:pt x="701645" y="2007876"/>
                    <a:pt x="701645" y="2003482"/>
                  </a:cubicBezTo>
                  <a:lnTo>
                    <a:pt x="701645" y="2003482"/>
                  </a:lnTo>
                  <a:cubicBezTo>
                    <a:pt x="701567" y="1999146"/>
                    <a:pt x="698017" y="1995662"/>
                    <a:pt x="693664" y="1995662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3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99661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68664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044">
            <a:extLst>
              <a:ext uri="{FF2B5EF4-FFF2-40B4-BE49-F238E27FC236}">
                <a16:creationId xmlns:a16="http://schemas.microsoft.com/office/drawing/2014/main" id="{E584094B-C9C2-4D47-8B52-8848BE79E062}"/>
              </a:ext>
            </a:extLst>
          </p:cNvPr>
          <p:cNvGrpSpPr>
            <a:grpSpLocks noChangeAspect="1"/>
          </p:cNvGrpSpPr>
          <p:nvPr userDrawn="1"/>
        </p:nvGrpSpPr>
        <p:grpSpPr bwMode="gray">
          <a:xfrm>
            <a:off x="-621252" y="590649"/>
            <a:ext cx="12837335" cy="7276907"/>
            <a:chOff x="1272" y="1145"/>
            <a:chExt cx="4779" cy="2709"/>
          </a:xfrm>
          <a:gradFill>
            <a:gsLst>
              <a:gs pos="0">
                <a:schemeClr val="accent6">
                  <a:alpha val="38000"/>
                </a:schemeClr>
              </a:gs>
              <a:gs pos="100000">
                <a:schemeClr val="accent1">
                  <a:alpha val="49000"/>
                </a:schemeClr>
              </a:gs>
            </a:gsLst>
            <a:lin ang="2700000" scaled="0"/>
          </a:gradFill>
        </p:grpSpPr>
        <p:grpSp>
          <p:nvGrpSpPr>
            <p:cNvPr id="8" name="Group 6245">
              <a:extLst>
                <a:ext uri="{FF2B5EF4-FFF2-40B4-BE49-F238E27FC236}">
                  <a16:creationId xmlns:a16="http://schemas.microsoft.com/office/drawing/2014/main" id="{FA983CAD-4918-487A-80D4-91574F347E17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1272" y="1193"/>
              <a:ext cx="4779" cy="1973"/>
              <a:chOff x="1272" y="1193"/>
              <a:chExt cx="4779" cy="1973"/>
            </a:xfrm>
            <a:grpFill/>
          </p:grpSpPr>
          <p:sp>
            <p:nvSpPr>
              <p:cNvPr id="307" name="Freeform 6045">
                <a:extLst>
                  <a:ext uri="{FF2B5EF4-FFF2-40B4-BE49-F238E27FC236}">
                    <a16:creationId xmlns:a16="http://schemas.microsoft.com/office/drawing/2014/main" id="{EC22E223-CB7F-41DE-8B84-DAAF02DB723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69" y="1740"/>
                <a:ext cx="8" cy="7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3 h 4"/>
                  <a:gd name="T4" fmla="*/ 4 w 4"/>
                  <a:gd name="T5" fmla="*/ 0 h 4"/>
                  <a:gd name="T6" fmla="*/ 0 w 4"/>
                  <a:gd name="T7" fmla="*/ 2 h 4"/>
                  <a:gd name="T8" fmla="*/ 1 w 4"/>
                  <a:gd name="T9" fmla="*/ 3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8" name="Freeform 6046">
                <a:extLst>
                  <a:ext uri="{FF2B5EF4-FFF2-40B4-BE49-F238E27FC236}">
                    <a16:creationId xmlns:a16="http://schemas.microsoft.com/office/drawing/2014/main" id="{DB00C511-78A9-41F9-B760-B5910676A9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1" y="1734"/>
                <a:ext cx="21" cy="19"/>
              </a:xfrm>
              <a:custGeom>
                <a:avLst/>
                <a:gdLst>
                  <a:gd name="T0" fmla="*/ 21 w 21"/>
                  <a:gd name="T1" fmla="*/ 4 h 19"/>
                  <a:gd name="T2" fmla="*/ 19 w 21"/>
                  <a:gd name="T3" fmla="*/ 0 h 19"/>
                  <a:gd name="T4" fmla="*/ 15 w 21"/>
                  <a:gd name="T5" fmla="*/ 4 h 19"/>
                  <a:gd name="T6" fmla="*/ 15 w 21"/>
                  <a:gd name="T7" fmla="*/ 4 h 19"/>
                  <a:gd name="T8" fmla="*/ 11 w 21"/>
                  <a:gd name="T9" fmla="*/ 8 h 19"/>
                  <a:gd name="T10" fmla="*/ 9 w 21"/>
                  <a:gd name="T11" fmla="*/ 8 h 19"/>
                  <a:gd name="T12" fmla="*/ 4 w 21"/>
                  <a:gd name="T13" fmla="*/ 13 h 19"/>
                  <a:gd name="T14" fmla="*/ 4 w 21"/>
                  <a:gd name="T15" fmla="*/ 13 h 19"/>
                  <a:gd name="T16" fmla="*/ 2 w 21"/>
                  <a:gd name="T17" fmla="*/ 15 h 19"/>
                  <a:gd name="T18" fmla="*/ 0 w 21"/>
                  <a:gd name="T19" fmla="*/ 15 h 19"/>
                  <a:gd name="T20" fmla="*/ 0 w 21"/>
                  <a:gd name="T21" fmla="*/ 19 h 19"/>
                  <a:gd name="T22" fmla="*/ 4 w 21"/>
                  <a:gd name="T23" fmla="*/ 19 h 19"/>
                  <a:gd name="T24" fmla="*/ 6 w 21"/>
                  <a:gd name="T25" fmla="*/ 17 h 19"/>
                  <a:gd name="T26" fmla="*/ 9 w 21"/>
                  <a:gd name="T27" fmla="*/ 17 h 19"/>
                  <a:gd name="T28" fmla="*/ 11 w 21"/>
                  <a:gd name="T29" fmla="*/ 15 h 19"/>
                  <a:gd name="T30" fmla="*/ 9 w 21"/>
                  <a:gd name="T31" fmla="*/ 15 h 19"/>
                  <a:gd name="T32" fmla="*/ 11 w 21"/>
                  <a:gd name="T33" fmla="*/ 13 h 19"/>
                  <a:gd name="T34" fmla="*/ 15 w 21"/>
                  <a:gd name="T35" fmla="*/ 9 h 19"/>
                  <a:gd name="T36" fmla="*/ 19 w 21"/>
                  <a:gd name="T37" fmla="*/ 8 h 19"/>
                  <a:gd name="T38" fmla="*/ 21 w 21"/>
                  <a:gd name="T39" fmla="*/ 6 h 19"/>
                  <a:gd name="T40" fmla="*/ 21 w 21"/>
                  <a:gd name="T41" fmla="*/ 4 h 19"/>
                  <a:gd name="T42" fmla="*/ 21 w 21"/>
                  <a:gd name="T4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21" y="4"/>
                    </a:moveTo>
                    <a:lnTo>
                      <a:pt x="19" y="0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9" name="Freeform 6047">
                <a:extLst>
                  <a:ext uri="{FF2B5EF4-FFF2-40B4-BE49-F238E27FC236}">
                    <a16:creationId xmlns:a16="http://schemas.microsoft.com/office/drawing/2014/main" id="{9EF2B10F-C8A1-4AF1-AFAC-EF65D8A5CF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9" y="1760"/>
                <a:ext cx="11" cy="4"/>
              </a:xfrm>
              <a:custGeom>
                <a:avLst/>
                <a:gdLst>
                  <a:gd name="T0" fmla="*/ 0 w 11"/>
                  <a:gd name="T1" fmla="*/ 4 h 4"/>
                  <a:gd name="T2" fmla="*/ 11 w 11"/>
                  <a:gd name="T3" fmla="*/ 4 h 4"/>
                  <a:gd name="T4" fmla="*/ 5 w 11"/>
                  <a:gd name="T5" fmla="*/ 0 h 4"/>
                  <a:gd name="T6" fmla="*/ 0 w 1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lnTo>
                      <a:pt x="11" y="4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0" name="Freeform 6048">
                <a:extLst>
                  <a:ext uri="{FF2B5EF4-FFF2-40B4-BE49-F238E27FC236}">
                    <a16:creationId xmlns:a16="http://schemas.microsoft.com/office/drawing/2014/main" id="{37E51195-F2FF-4CC3-A4C9-E43344A657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95" y="1740"/>
                <a:ext cx="11" cy="3"/>
              </a:xfrm>
              <a:custGeom>
                <a:avLst/>
                <a:gdLst>
                  <a:gd name="T0" fmla="*/ 0 w 11"/>
                  <a:gd name="T1" fmla="*/ 2 h 3"/>
                  <a:gd name="T2" fmla="*/ 5 w 11"/>
                  <a:gd name="T3" fmla="*/ 3 h 3"/>
                  <a:gd name="T4" fmla="*/ 11 w 11"/>
                  <a:gd name="T5" fmla="*/ 2 h 3"/>
                  <a:gd name="T6" fmla="*/ 5 w 11"/>
                  <a:gd name="T7" fmla="*/ 0 h 3"/>
                  <a:gd name="T8" fmla="*/ 0 w 1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lnTo>
                      <a:pt x="5" y="3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1" name="Freeform 6049">
                <a:extLst>
                  <a:ext uri="{FF2B5EF4-FFF2-40B4-BE49-F238E27FC236}">
                    <a16:creationId xmlns:a16="http://schemas.microsoft.com/office/drawing/2014/main" id="{401520D1-01EF-4797-9D07-4831B7B055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0" y="172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0 h 5"/>
                  <a:gd name="T4" fmla="*/ 0 w 5"/>
                  <a:gd name="T5" fmla="*/ 4 h 5"/>
                  <a:gd name="T6" fmla="*/ 5 w 5"/>
                  <a:gd name="T7" fmla="*/ 5 h 5"/>
                  <a:gd name="T8" fmla="*/ 3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2" name="Freeform 6050">
                <a:extLst>
                  <a:ext uri="{FF2B5EF4-FFF2-40B4-BE49-F238E27FC236}">
                    <a16:creationId xmlns:a16="http://schemas.microsoft.com/office/drawing/2014/main" id="{1163C0B3-D8F9-4914-82E6-760D9C3C47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3" y="1732"/>
                <a:ext cx="10" cy="8"/>
              </a:xfrm>
              <a:custGeom>
                <a:avLst/>
                <a:gdLst>
                  <a:gd name="T0" fmla="*/ 6 w 10"/>
                  <a:gd name="T1" fmla="*/ 4 h 8"/>
                  <a:gd name="T2" fmla="*/ 6 w 10"/>
                  <a:gd name="T3" fmla="*/ 2 h 8"/>
                  <a:gd name="T4" fmla="*/ 2 w 10"/>
                  <a:gd name="T5" fmla="*/ 0 h 8"/>
                  <a:gd name="T6" fmla="*/ 0 w 10"/>
                  <a:gd name="T7" fmla="*/ 2 h 8"/>
                  <a:gd name="T8" fmla="*/ 0 w 10"/>
                  <a:gd name="T9" fmla="*/ 8 h 8"/>
                  <a:gd name="T10" fmla="*/ 6 w 10"/>
                  <a:gd name="T11" fmla="*/ 8 h 8"/>
                  <a:gd name="T12" fmla="*/ 10 w 10"/>
                  <a:gd name="T13" fmla="*/ 8 h 8"/>
                  <a:gd name="T14" fmla="*/ 8 w 10"/>
                  <a:gd name="T15" fmla="*/ 4 h 8"/>
                  <a:gd name="T16" fmla="*/ 6 w 10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6" y="4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3" name="Freeform 6051">
                <a:extLst>
                  <a:ext uri="{FF2B5EF4-FFF2-40B4-BE49-F238E27FC236}">
                    <a16:creationId xmlns:a16="http://schemas.microsoft.com/office/drawing/2014/main" id="{38C1E7C1-F880-4C15-A71E-00655881BE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43" y="1779"/>
                <a:ext cx="54" cy="41"/>
              </a:xfrm>
              <a:custGeom>
                <a:avLst/>
                <a:gdLst>
                  <a:gd name="T0" fmla="*/ 52 w 54"/>
                  <a:gd name="T1" fmla="*/ 4 h 41"/>
                  <a:gd name="T2" fmla="*/ 46 w 54"/>
                  <a:gd name="T3" fmla="*/ 4 h 41"/>
                  <a:gd name="T4" fmla="*/ 44 w 54"/>
                  <a:gd name="T5" fmla="*/ 4 h 41"/>
                  <a:gd name="T6" fmla="*/ 39 w 54"/>
                  <a:gd name="T7" fmla="*/ 2 h 41"/>
                  <a:gd name="T8" fmla="*/ 39 w 54"/>
                  <a:gd name="T9" fmla="*/ 5 h 41"/>
                  <a:gd name="T10" fmla="*/ 37 w 54"/>
                  <a:gd name="T11" fmla="*/ 5 h 41"/>
                  <a:gd name="T12" fmla="*/ 35 w 54"/>
                  <a:gd name="T13" fmla="*/ 2 h 41"/>
                  <a:gd name="T14" fmla="*/ 28 w 54"/>
                  <a:gd name="T15" fmla="*/ 5 h 41"/>
                  <a:gd name="T16" fmla="*/ 31 w 54"/>
                  <a:gd name="T17" fmla="*/ 7 h 41"/>
                  <a:gd name="T18" fmla="*/ 28 w 54"/>
                  <a:gd name="T19" fmla="*/ 9 h 41"/>
                  <a:gd name="T20" fmla="*/ 28 w 54"/>
                  <a:gd name="T21" fmla="*/ 13 h 41"/>
                  <a:gd name="T22" fmla="*/ 26 w 54"/>
                  <a:gd name="T23" fmla="*/ 7 h 41"/>
                  <a:gd name="T24" fmla="*/ 15 w 54"/>
                  <a:gd name="T25" fmla="*/ 11 h 41"/>
                  <a:gd name="T26" fmla="*/ 11 w 54"/>
                  <a:gd name="T27" fmla="*/ 17 h 41"/>
                  <a:gd name="T28" fmla="*/ 11 w 54"/>
                  <a:gd name="T29" fmla="*/ 20 h 41"/>
                  <a:gd name="T30" fmla="*/ 9 w 54"/>
                  <a:gd name="T31" fmla="*/ 24 h 41"/>
                  <a:gd name="T32" fmla="*/ 13 w 54"/>
                  <a:gd name="T33" fmla="*/ 30 h 41"/>
                  <a:gd name="T34" fmla="*/ 16 w 54"/>
                  <a:gd name="T35" fmla="*/ 26 h 41"/>
                  <a:gd name="T36" fmla="*/ 18 w 54"/>
                  <a:gd name="T37" fmla="*/ 28 h 41"/>
                  <a:gd name="T38" fmla="*/ 13 w 54"/>
                  <a:gd name="T39" fmla="*/ 32 h 41"/>
                  <a:gd name="T40" fmla="*/ 3 w 54"/>
                  <a:gd name="T41" fmla="*/ 35 h 41"/>
                  <a:gd name="T42" fmla="*/ 5 w 54"/>
                  <a:gd name="T43" fmla="*/ 41 h 41"/>
                  <a:gd name="T44" fmla="*/ 11 w 54"/>
                  <a:gd name="T45" fmla="*/ 41 h 41"/>
                  <a:gd name="T46" fmla="*/ 9 w 54"/>
                  <a:gd name="T47" fmla="*/ 35 h 41"/>
                  <a:gd name="T48" fmla="*/ 13 w 54"/>
                  <a:gd name="T49" fmla="*/ 35 h 41"/>
                  <a:gd name="T50" fmla="*/ 18 w 54"/>
                  <a:gd name="T51" fmla="*/ 33 h 41"/>
                  <a:gd name="T52" fmla="*/ 20 w 54"/>
                  <a:gd name="T53" fmla="*/ 32 h 41"/>
                  <a:gd name="T54" fmla="*/ 24 w 54"/>
                  <a:gd name="T55" fmla="*/ 28 h 41"/>
                  <a:gd name="T56" fmla="*/ 26 w 54"/>
                  <a:gd name="T57" fmla="*/ 26 h 41"/>
                  <a:gd name="T58" fmla="*/ 28 w 54"/>
                  <a:gd name="T59" fmla="*/ 24 h 41"/>
                  <a:gd name="T60" fmla="*/ 33 w 54"/>
                  <a:gd name="T61" fmla="*/ 24 h 41"/>
                  <a:gd name="T62" fmla="*/ 33 w 54"/>
                  <a:gd name="T63" fmla="*/ 19 h 41"/>
                  <a:gd name="T64" fmla="*/ 37 w 54"/>
                  <a:gd name="T65" fmla="*/ 22 h 41"/>
                  <a:gd name="T66" fmla="*/ 42 w 54"/>
                  <a:gd name="T67" fmla="*/ 19 h 41"/>
                  <a:gd name="T68" fmla="*/ 42 w 54"/>
                  <a:gd name="T69" fmla="*/ 17 h 41"/>
                  <a:gd name="T70" fmla="*/ 44 w 54"/>
                  <a:gd name="T71" fmla="*/ 17 h 41"/>
                  <a:gd name="T72" fmla="*/ 50 w 54"/>
                  <a:gd name="T73" fmla="*/ 13 h 41"/>
                  <a:gd name="T74" fmla="*/ 48 w 54"/>
                  <a:gd name="T75" fmla="*/ 9 h 41"/>
                  <a:gd name="T76" fmla="*/ 54 w 54"/>
                  <a:gd name="T7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41">
                    <a:moveTo>
                      <a:pt x="54" y="9"/>
                    </a:moveTo>
                    <a:lnTo>
                      <a:pt x="52" y="4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1" y="0"/>
                    </a:lnTo>
                    <a:lnTo>
                      <a:pt x="39" y="2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5" y="2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29" y="7"/>
                    </a:lnTo>
                    <a:lnTo>
                      <a:pt x="28" y="9"/>
                    </a:lnTo>
                    <a:lnTo>
                      <a:pt x="29" y="11"/>
                    </a:lnTo>
                    <a:lnTo>
                      <a:pt x="28" y="13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9" y="24"/>
                    </a:lnTo>
                    <a:lnTo>
                      <a:pt x="11" y="28"/>
                    </a:lnTo>
                    <a:lnTo>
                      <a:pt x="13" y="30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3" y="35"/>
                    </a:lnTo>
                    <a:lnTo>
                      <a:pt x="0" y="41"/>
                    </a:lnTo>
                    <a:lnTo>
                      <a:pt x="5" y="41"/>
                    </a:lnTo>
                    <a:lnTo>
                      <a:pt x="9" y="37"/>
                    </a:lnTo>
                    <a:lnTo>
                      <a:pt x="11" y="41"/>
                    </a:lnTo>
                    <a:lnTo>
                      <a:pt x="15" y="35"/>
                    </a:lnTo>
                    <a:lnTo>
                      <a:pt x="9" y="35"/>
                    </a:lnTo>
                    <a:lnTo>
                      <a:pt x="13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33" y="24"/>
                    </a:lnTo>
                    <a:lnTo>
                      <a:pt x="35" y="22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22"/>
                    </a:lnTo>
                    <a:lnTo>
                      <a:pt x="41" y="22"/>
                    </a:lnTo>
                    <a:lnTo>
                      <a:pt x="42" y="19"/>
                    </a:lnTo>
                    <a:lnTo>
                      <a:pt x="41" y="15"/>
                    </a:lnTo>
                    <a:lnTo>
                      <a:pt x="42" y="17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8" y="17"/>
                    </a:lnTo>
                    <a:lnTo>
                      <a:pt x="50" y="13"/>
                    </a:lnTo>
                    <a:lnTo>
                      <a:pt x="48" y="11"/>
                    </a:lnTo>
                    <a:lnTo>
                      <a:pt x="48" y="9"/>
                    </a:lnTo>
                    <a:lnTo>
                      <a:pt x="50" y="9"/>
                    </a:lnTo>
                    <a:lnTo>
                      <a:pt x="54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4" name="Freeform 6052">
                <a:extLst>
                  <a:ext uri="{FF2B5EF4-FFF2-40B4-BE49-F238E27FC236}">
                    <a16:creationId xmlns:a16="http://schemas.microsoft.com/office/drawing/2014/main" id="{08DB11F8-B7F3-47F7-945A-6791A52B01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24" y="1831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w 6"/>
                  <a:gd name="T9" fmla="*/ 2 h 6"/>
                  <a:gd name="T10" fmla="*/ 0 w 6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5" name="Freeform 6053">
                <a:extLst>
                  <a:ext uri="{FF2B5EF4-FFF2-40B4-BE49-F238E27FC236}">
                    <a16:creationId xmlns:a16="http://schemas.microsoft.com/office/drawing/2014/main" id="{6306D185-351A-4A90-8667-8A55561FB6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85" y="1764"/>
                <a:ext cx="19" cy="19"/>
              </a:xfrm>
              <a:custGeom>
                <a:avLst/>
                <a:gdLst>
                  <a:gd name="T0" fmla="*/ 17 w 19"/>
                  <a:gd name="T1" fmla="*/ 11 h 19"/>
                  <a:gd name="T2" fmla="*/ 17 w 19"/>
                  <a:gd name="T3" fmla="*/ 11 h 19"/>
                  <a:gd name="T4" fmla="*/ 19 w 19"/>
                  <a:gd name="T5" fmla="*/ 9 h 19"/>
                  <a:gd name="T6" fmla="*/ 17 w 19"/>
                  <a:gd name="T7" fmla="*/ 6 h 19"/>
                  <a:gd name="T8" fmla="*/ 13 w 19"/>
                  <a:gd name="T9" fmla="*/ 7 h 19"/>
                  <a:gd name="T10" fmla="*/ 13 w 19"/>
                  <a:gd name="T11" fmla="*/ 6 h 19"/>
                  <a:gd name="T12" fmla="*/ 13 w 19"/>
                  <a:gd name="T13" fmla="*/ 6 h 19"/>
                  <a:gd name="T14" fmla="*/ 17 w 19"/>
                  <a:gd name="T15" fmla="*/ 4 h 19"/>
                  <a:gd name="T16" fmla="*/ 17 w 19"/>
                  <a:gd name="T17" fmla="*/ 0 h 19"/>
                  <a:gd name="T18" fmla="*/ 13 w 19"/>
                  <a:gd name="T19" fmla="*/ 0 h 19"/>
                  <a:gd name="T20" fmla="*/ 12 w 19"/>
                  <a:gd name="T21" fmla="*/ 0 h 19"/>
                  <a:gd name="T22" fmla="*/ 12 w 19"/>
                  <a:gd name="T23" fmla="*/ 4 h 19"/>
                  <a:gd name="T24" fmla="*/ 13 w 19"/>
                  <a:gd name="T25" fmla="*/ 6 h 19"/>
                  <a:gd name="T26" fmla="*/ 12 w 19"/>
                  <a:gd name="T27" fmla="*/ 4 h 19"/>
                  <a:gd name="T28" fmla="*/ 8 w 19"/>
                  <a:gd name="T29" fmla="*/ 6 h 19"/>
                  <a:gd name="T30" fmla="*/ 6 w 19"/>
                  <a:gd name="T31" fmla="*/ 7 h 19"/>
                  <a:gd name="T32" fmla="*/ 8 w 19"/>
                  <a:gd name="T33" fmla="*/ 9 h 19"/>
                  <a:gd name="T34" fmla="*/ 6 w 19"/>
                  <a:gd name="T35" fmla="*/ 11 h 19"/>
                  <a:gd name="T36" fmla="*/ 6 w 19"/>
                  <a:gd name="T37" fmla="*/ 9 h 19"/>
                  <a:gd name="T38" fmla="*/ 4 w 19"/>
                  <a:gd name="T39" fmla="*/ 11 h 19"/>
                  <a:gd name="T40" fmla="*/ 2 w 19"/>
                  <a:gd name="T41" fmla="*/ 9 h 19"/>
                  <a:gd name="T42" fmla="*/ 0 w 19"/>
                  <a:gd name="T43" fmla="*/ 13 h 19"/>
                  <a:gd name="T44" fmla="*/ 0 w 19"/>
                  <a:gd name="T45" fmla="*/ 15 h 19"/>
                  <a:gd name="T46" fmla="*/ 4 w 19"/>
                  <a:gd name="T47" fmla="*/ 19 h 19"/>
                  <a:gd name="T48" fmla="*/ 8 w 19"/>
                  <a:gd name="T49" fmla="*/ 17 h 19"/>
                  <a:gd name="T50" fmla="*/ 10 w 19"/>
                  <a:gd name="T51" fmla="*/ 17 h 19"/>
                  <a:gd name="T52" fmla="*/ 10 w 19"/>
                  <a:gd name="T53" fmla="*/ 17 h 19"/>
                  <a:gd name="T54" fmla="*/ 12 w 19"/>
                  <a:gd name="T55" fmla="*/ 17 h 19"/>
                  <a:gd name="T56" fmla="*/ 13 w 19"/>
                  <a:gd name="T57" fmla="*/ 15 h 19"/>
                  <a:gd name="T58" fmla="*/ 15 w 19"/>
                  <a:gd name="T59" fmla="*/ 17 h 19"/>
                  <a:gd name="T60" fmla="*/ 19 w 19"/>
                  <a:gd name="T61" fmla="*/ 15 h 19"/>
                  <a:gd name="T62" fmla="*/ 17 w 19"/>
                  <a:gd name="T63" fmla="*/ 11 h 19"/>
                  <a:gd name="T64" fmla="*/ 17 w 19"/>
                  <a:gd name="T6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9">
                    <a:moveTo>
                      <a:pt x="17" y="11"/>
                    </a:moveTo>
                    <a:lnTo>
                      <a:pt x="17" y="11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7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9" y="15"/>
                    </a:lnTo>
                    <a:lnTo>
                      <a:pt x="17" y="11"/>
                    </a:lnTo>
                    <a:lnTo>
                      <a:pt x="17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6" name="Freeform 6054">
                <a:extLst>
                  <a:ext uri="{FF2B5EF4-FFF2-40B4-BE49-F238E27FC236}">
                    <a16:creationId xmlns:a16="http://schemas.microsoft.com/office/drawing/2014/main" id="{A9708D66-0DBB-4B0D-A3F2-8B086132B0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892" y="1880"/>
                <a:ext cx="6" cy="7"/>
              </a:xfrm>
              <a:custGeom>
                <a:avLst/>
                <a:gdLst>
                  <a:gd name="T0" fmla="*/ 6 w 6"/>
                  <a:gd name="T1" fmla="*/ 3 h 7"/>
                  <a:gd name="T2" fmla="*/ 0 w 6"/>
                  <a:gd name="T3" fmla="*/ 0 h 7"/>
                  <a:gd name="T4" fmla="*/ 2 w 6"/>
                  <a:gd name="T5" fmla="*/ 7 h 7"/>
                  <a:gd name="T6" fmla="*/ 6 w 6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7" name="Freeform 6055">
                <a:extLst>
                  <a:ext uri="{FF2B5EF4-FFF2-40B4-BE49-F238E27FC236}">
                    <a16:creationId xmlns:a16="http://schemas.microsoft.com/office/drawing/2014/main" id="{C2CF9CF5-B507-4971-83C9-32D023F780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53" y="1839"/>
                <a:ext cx="15" cy="14"/>
              </a:xfrm>
              <a:custGeom>
                <a:avLst/>
                <a:gdLst>
                  <a:gd name="T0" fmla="*/ 8 w 15"/>
                  <a:gd name="T1" fmla="*/ 0 h 14"/>
                  <a:gd name="T2" fmla="*/ 8 w 15"/>
                  <a:gd name="T3" fmla="*/ 1 h 14"/>
                  <a:gd name="T4" fmla="*/ 6 w 15"/>
                  <a:gd name="T5" fmla="*/ 3 h 14"/>
                  <a:gd name="T6" fmla="*/ 0 w 15"/>
                  <a:gd name="T7" fmla="*/ 14 h 14"/>
                  <a:gd name="T8" fmla="*/ 8 w 15"/>
                  <a:gd name="T9" fmla="*/ 7 h 14"/>
                  <a:gd name="T10" fmla="*/ 11 w 15"/>
                  <a:gd name="T11" fmla="*/ 5 h 14"/>
                  <a:gd name="T12" fmla="*/ 11 w 15"/>
                  <a:gd name="T13" fmla="*/ 3 h 14"/>
                  <a:gd name="T14" fmla="*/ 15 w 15"/>
                  <a:gd name="T15" fmla="*/ 0 h 14"/>
                  <a:gd name="T16" fmla="*/ 8 w 15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lnTo>
                      <a:pt x="8" y="1"/>
                    </a:lnTo>
                    <a:lnTo>
                      <a:pt x="6" y="3"/>
                    </a:lnTo>
                    <a:lnTo>
                      <a:pt x="0" y="14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8" name="Freeform 6056">
                <a:extLst>
                  <a:ext uri="{FF2B5EF4-FFF2-40B4-BE49-F238E27FC236}">
                    <a16:creationId xmlns:a16="http://schemas.microsoft.com/office/drawing/2014/main" id="{9E84C100-3A7B-4238-A468-1BF3FD0A3F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4"/>
                <a:ext cx="11" cy="7"/>
              </a:xfrm>
              <a:custGeom>
                <a:avLst/>
                <a:gdLst>
                  <a:gd name="T0" fmla="*/ 8 w 11"/>
                  <a:gd name="T1" fmla="*/ 4 h 7"/>
                  <a:gd name="T2" fmla="*/ 6 w 11"/>
                  <a:gd name="T3" fmla="*/ 0 h 7"/>
                  <a:gd name="T4" fmla="*/ 0 w 11"/>
                  <a:gd name="T5" fmla="*/ 4 h 7"/>
                  <a:gd name="T6" fmla="*/ 4 w 11"/>
                  <a:gd name="T7" fmla="*/ 4 h 7"/>
                  <a:gd name="T8" fmla="*/ 4 w 11"/>
                  <a:gd name="T9" fmla="*/ 4 h 7"/>
                  <a:gd name="T10" fmla="*/ 8 w 11"/>
                  <a:gd name="T11" fmla="*/ 7 h 7"/>
                  <a:gd name="T12" fmla="*/ 11 w 11"/>
                  <a:gd name="T13" fmla="*/ 6 h 7"/>
                  <a:gd name="T14" fmla="*/ 10 w 11"/>
                  <a:gd name="T15" fmla="*/ 2 h 7"/>
                  <a:gd name="T16" fmla="*/ 8 w 11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8" y="4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9" name="Freeform 6057">
                <a:extLst>
                  <a:ext uri="{FF2B5EF4-FFF2-40B4-BE49-F238E27FC236}">
                    <a16:creationId xmlns:a16="http://schemas.microsoft.com/office/drawing/2014/main" id="{CC1CB7E7-92B9-4A4C-937E-E9D87B0877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8"/>
                <a:ext cx="8" cy="5"/>
              </a:xfrm>
              <a:custGeom>
                <a:avLst/>
                <a:gdLst>
                  <a:gd name="T0" fmla="*/ 0 w 8"/>
                  <a:gd name="T1" fmla="*/ 3 h 5"/>
                  <a:gd name="T2" fmla="*/ 4 w 8"/>
                  <a:gd name="T3" fmla="*/ 5 h 5"/>
                  <a:gd name="T4" fmla="*/ 8 w 8"/>
                  <a:gd name="T5" fmla="*/ 3 h 5"/>
                  <a:gd name="T6" fmla="*/ 4 w 8"/>
                  <a:gd name="T7" fmla="*/ 0 h 5"/>
                  <a:gd name="T8" fmla="*/ 0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lnTo>
                      <a:pt x="4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0" name="Freeform 6058">
                <a:extLst>
                  <a:ext uri="{FF2B5EF4-FFF2-40B4-BE49-F238E27FC236}">
                    <a16:creationId xmlns:a16="http://schemas.microsoft.com/office/drawing/2014/main" id="{69263B5A-530E-4813-AA1F-C9E1A6E470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88" y="1880"/>
                <a:ext cx="5" cy="9"/>
              </a:xfrm>
              <a:custGeom>
                <a:avLst/>
                <a:gdLst>
                  <a:gd name="T0" fmla="*/ 0 w 5"/>
                  <a:gd name="T1" fmla="*/ 5 h 9"/>
                  <a:gd name="T2" fmla="*/ 5 w 5"/>
                  <a:gd name="T3" fmla="*/ 9 h 9"/>
                  <a:gd name="T4" fmla="*/ 3 w 5"/>
                  <a:gd name="T5" fmla="*/ 0 h 9"/>
                  <a:gd name="T6" fmla="*/ 0 w 5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lnTo>
                      <a:pt x="5" y="9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1" name="Freeform 6059">
                <a:extLst>
                  <a:ext uri="{FF2B5EF4-FFF2-40B4-BE49-F238E27FC236}">
                    <a16:creationId xmlns:a16="http://schemas.microsoft.com/office/drawing/2014/main" id="{1A167390-4502-41F8-A320-0FD2E43B62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67" y="1885"/>
                <a:ext cx="11" cy="4"/>
              </a:xfrm>
              <a:custGeom>
                <a:avLst/>
                <a:gdLst>
                  <a:gd name="T0" fmla="*/ 2 w 11"/>
                  <a:gd name="T1" fmla="*/ 0 h 4"/>
                  <a:gd name="T2" fmla="*/ 0 w 11"/>
                  <a:gd name="T3" fmla="*/ 4 h 4"/>
                  <a:gd name="T4" fmla="*/ 8 w 11"/>
                  <a:gd name="T5" fmla="*/ 4 h 4"/>
                  <a:gd name="T6" fmla="*/ 11 w 11"/>
                  <a:gd name="T7" fmla="*/ 2 h 4"/>
                  <a:gd name="T8" fmla="*/ 8 w 11"/>
                  <a:gd name="T9" fmla="*/ 0 h 4"/>
                  <a:gd name="T10" fmla="*/ 2 w 1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0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2" name="Freeform 6060">
                <a:extLst>
                  <a:ext uri="{FF2B5EF4-FFF2-40B4-BE49-F238E27FC236}">
                    <a16:creationId xmlns:a16="http://schemas.microsoft.com/office/drawing/2014/main" id="{4F95F72D-9B7B-481F-8431-3159B1A36E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95" y="1878"/>
                <a:ext cx="11" cy="9"/>
              </a:xfrm>
              <a:custGeom>
                <a:avLst/>
                <a:gdLst>
                  <a:gd name="T0" fmla="*/ 2 w 11"/>
                  <a:gd name="T1" fmla="*/ 3 h 9"/>
                  <a:gd name="T2" fmla="*/ 0 w 11"/>
                  <a:gd name="T3" fmla="*/ 9 h 9"/>
                  <a:gd name="T4" fmla="*/ 6 w 11"/>
                  <a:gd name="T5" fmla="*/ 5 h 9"/>
                  <a:gd name="T6" fmla="*/ 11 w 11"/>
                  <a:gd name="T7" fmla="*/ 5 h 9"/>
                  <a:gd name="T8" fmla="*/ 4 w 11"/>
                  <a:gd name="T9" fmla="*/ 0 h 9"/>
                  <a:gd name="T10" fmla="*/ 2 w 11"/>
                  <a:gd name="T1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lnTo>
                      <a:pt x="0" y="9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4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3" name="Freeform 6061">
                <a:extLst>
                  <a:ext uri="{FF2B5EF4-FFF2-40B4-BE49-F238E27FC236}">
                    <a16:creationId xmlns:a16="http://schemas.microsoft.com/office/drawing/2014/main" id="{54C8EBE2-70F7-42FF-8E6D-2C1EE02C2E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81" y="1855"/>
                <a:ext cx="13" cy="4"/>
              </a:xfrm>
              <a:custGeom>
                <a:avLst/>
                <a:gdLst>
                  <a:gd name="T0" fmla="*/ 11 w 13"/>
                  <a:gd name="T1" fmla="*/ 0 h 4"/>
                  <a:gd name="T2" fmla="*/ 5 w 13"/>
                  <a:gd name="T3" fmla="*/ 0 h 4"/>
                  <a:gd name="T4" fmla="*/ 7 w 13"/>
                  <a:gd name="T5" fmla="*/ 2 h 4"/>
                  <a:gd name="T6" fmla="*/ 3 w 13"/>
                  <a:gd name="T7" fmla="*/ 0 h 4"/>
                  <a:gd name="T8" fmla="*/ 0 w 13"/>
                  <a:gd name="T9" fmla="*/ 4 h 4"/>
                  <a:gd name="T10" fmla="*/ 9 w 13"/>
                  <a:gd name="T11" fmla="*/ 4 h 4"/>
                  <a:gd name="T12" fmla="*/ 9 w 13"/>
                  <a:gd name="T13" fmla="*/ 4 h 4"/>
                  <a:gd name="T14" fmla="*/ 13 w 13"/>
                  <a:gd name="T15" fmla="*/ 2 h 4"/>
                  <a:gd name="T16" fmla="*/ 11 w 1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">
                    <a:moveTo>
                      <a:pt x="11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4" name="Freeform 6062">
                <a:extLst>
                  <a:ext uri="{FF2B5EF4-FFF2-40B4-BE49-F238E27FC236}">
                    <a16:creationId xmlns:a16="http://schemas.microsoft.com/office/drawing/2014/main" id="{FAD07182-D629-4422-A8E2-D6C0C4433B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18" y="1850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4 w 7"/>
                  <a:gd name="T3" fmla="*/ 5 h 5"/>
                  <a:gd name="T4" fmla="*/ 7 w 7"/>
                  <a:gd name="T5" fmla="*/ 3 h 5"/>
                  <a:gd name="T6" fmla="*/ 4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4" y="5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5" name="Freeform 6063">
                <a:extLst>
                  <a:ext uri="{FF2B5EF4-FFF2-40B4-BE49-F238E27FC236}">
                    <a16:creationId xmlns:a16="http://schemas.microsoft.com/office/drawing/2014/main" id="{2327D956-8F86-417E-BA3E-9418F83875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79" y="1648"/>
                <a:ext cx="9" cy="19"/>
              </a:xfrm>
              <a:custGeom>
                <a:avLst/>
                <a:gdLst>
                  <a:gd name="T0" fmla="*/ 1 w 5"/>
                  <a:gd name="T1" fmla="*/ 7 h 10"/>
                  <a:gd name="T2" fmla="*/ 5 w 5"/>
                  <a:gd name="T3" fmla="*/ 10 h 10"/>
                  <a:gd name="T4" fmla="*/ 5 w 5"/>
                  <a:gd name="T5" fmla="*/ 7 h 10"/>
                  <a:gd name="T6" fmla="*/ 3 w 5"/>
                  <a:gd name="T7" fmla="*/ 5 h 10"/>
                  <a:gd name="T8" fmla="*/ 3 w 5"/>
                  <a:gd name="T9" fmla="*/ 4 h 10"/>
                  <a:gd name="T10" fmla="*/ 2 w 5"/>
                  <a:gd name="T11" fmla="*/ 3 h 10"/>
                  <a:gd name="T12" fmla="*/ 3 w 5"/>
                  <a:gd name="T13" fmla="*/ 3 h 10"/>
                  <a:gd name="T14" fmla="*/ 2 w 5"/>
                  <a:gd name="T15" fmla="*/ 0 h 10"/>
                  <a:gd name="T16" fmla="*/ 1 w 5"/>
                  <a:gd name="T17" fmla="*/ 2 h 10"/>
                  <a:gd name="T18" fmla="*/ 1 w 5"/>
                  <a:gd name="T19" fmla="*/ 3 h 10"/>
                  <a:gd name="T20" fmla="*/ 0 w 5"/>
                  <a:gd name="T21" fmla="*/ 4 h 10"/>
                  <a:gd name="T22" fmla="*/ 0 w 5"/>
                  <a:gd name="T23" fmla="*/ 4 h 10"/>
                  <a:gd name="T24" fmla="*/ 1 w 5"/>
                  <a:gd name="T25" fmla="*/ 5 h 10"/>
                  <a:gd name="T26" fmla="*/ 1 w 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1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6" name="Freeform 6064">
                <a:extLst>
                  <a:ext uri="{FF2B5EF4-FFF2-40B4-BE49-F238E27FC236}">
                    <a16:creationId xmlns:a16="http://schemas.microsoft.com/office/drawing/2014/main" id="{13ACA35F-E27E-455C-A1E7-3634C53200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17" y="1850"/>
                <a:ext cx="69" cy="31"/>
              </a:xfrm>
              <a:custGeom>
                <a:avLst/>
                <a:gdLst>
                  <a:gd name="T0" fmla="*/ 36 w 37"/>
                  <a:gd name="T1" fmla="*/ 0 h 17"/>
                  <a:gd name="T2" fmla="*/ 34 w 37"/>
                  <a:gd name="T3" fmla="*/ 2 h 17"/>
                  <a:gd name="T4" fmla="*/ 33 w 37"/>
                  <a:gd name="T5" fmla="*/ 2 h 17"/>
                  <a:gd name="T6" fmla="*/ 30 w 37"/>
                  <a:gd name="T7" fmla="*/ 1 h 17"/>
                  <a:gd name="T8" fmla="*/ 31 w 37"/>
                  <a:gd name="T9" fmla="*/ 4 h 17"/>
                  <a:gd name="T10" fmla="*/ 29 w 37"/>
                  <a:gd name="T11" fmla="*/ 4 h 17"/>
                  <a:gd name="T12" fmla="*/ 27 w 37"/>
                  <a:gd name="T13" fmla="*/ 3 h 17"/>
                  <a:gd name="T14" fmla="*/ 24 w 37"/>
                  <a:gd name="T15" fmla="*/ 3 h 17"/>
                  <a:gd name="T16" fmla="*/ 23 w 37"/>
                  <a:gd name="T17" fmla="*/ 6 h 17"/>
                  <a:gd name="T18" fmla="*/ 22 w 37"/>
                  <a:gd name="T19" fmla="*/ 6 h 17"/>
                  <a:gd name="T20" fmla="*/ 20 w 37"/>
                  <a:gd name="T21" fmla="*/ 8 h 17"/>
                  <a:gd name="T22" fmla="*/ 19 w 37"/>
                  <a:gd name="T23" fmla="*/ 9 h 17"/>
                  <a:gd name="T24" fmla="*/ 16 w 37"/>
                  <a:gd name="T25" fmla="*/ 11 h 17"/>
                  <a:gd name="T26" fmla="*/ 14 w 37"/>
                  <a:gd name="T27" fmla="*/ 11 h 17"/>
                  <a:gd name="T28" fmla="*/ 17 w 37"/>
                  <a:gd name="T29" fmla="*/ 10 h 17"/>
                  <a:gd name="T30" fmla="*/ 13 w 37"/>
                  <a:gd name="T31" fmla="*/ 4 h 17"/>
                  <a:gd name="T32" fmla="*/ 12 w 37"/>
                  <a:gd name="T33" fmla="*/ 8 h 17"/>
                  <a:gd name="T34" fmla="*/ 10 w 37"/>
                  <a:gd name="T35" fmla="*/ 9 h 17"/>
                  <a:gd name="T36" fmla="*/ 8 w 37"/>
                  <a:gd name="T37" fmla="*/ 11 h 17"/>
                  <a:gd name="T38" fmla="*/ 6 w 37"/>
                  <a:gd name="T39" fmla="*/ 13 h 17"/>
                  <a:gd name="T40" fmla="*/ 4 w 37"/>
                  <a:gd name="T41" fmla="*/ 15 h 17"/>
                  <a:gd name="T42" fmla="*/ 0 w 37"/>
                  <a:gd name="T43" fmla="*/ 17 h 17"/>
                  <a:gd name="T44" fmla="*/ 7 w 37"/>
                  <a:gd name="T45" fmla="*/ 16 h 17"/>
                  <a:gd name="T46" fmla="*/ 11 w 37"/>
                  <a:gd name="T47" fmla="*/ 13 h 17"/>
                  <a:gd name="T48" fmla="*/ 14 w 37"/>
                  <a:gd name="T49" fmla="*/ 12 h 17"/>
                  <a:gd name="T50" fmla="*/ 18 w 37"/>
                  <a:gd name="T51" fmla="*/ 13 h 17"/>
                  <a:gd name="T52" fmla="*/ 21 w 37"/>
                  <a:gd name="T53" fmla="*/ 11 h 17"/>
                  <a:gd name="T54" fmla="*/ 23 w 37"/>
                  <a:gd name="T55" fmla="*/ 12 h 17"/>
                  <a:gd name="T56" fmla="*/ 24 w 37"/>
                  <a:gd name="T57" fmla="*/ 11 h 17"/>
                  <a:gd name="T58" fmla="*/ 27 w 37"/>
                  <a:gd name="T59" fmla="*/ 9 h 17"/>
                  <a:gd name="T60" fmla="*/ 29 w 37"/>
                  <a:gd name="T61" fmla="*/ 7 h 17"/>
                  <a:gd name="T62" fmla="*/ 29 w 37"/>
                  <a:gd name="T63" fmla="*/ 6 h 17"/>
                  <a:gd name="T64" fmla="*/ 31 w 37"/>
                  <a:gd name="T65" fmla="*/ 6 h 17"/>
                  <a:gd name="T66" fmla="*/ 32 w 37"/>
                  <a:gd name="T67" fmla="*/ 5 h 17"/>
                  <a:gd name="T68" fmla="*/ 34 w 37"/>
                  <a:gd name="T6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17">
                    <a:moveTo>
                      <a:pt x="37" y="3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3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7" name="Freeform 6065">
                <a:extLst>
                  <a:ext uri="{FF2B5EF4-FFF2-40B4-BE49-F238E27FC236}">
                    <a16:creationId xmlns:a16="http://schemas.microsoft.com/office/drawing/2014/main" id="{F8DFDF90-6B7B-4314-922E-7A3C86B5A8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6" y="1555"/>
                <a:ext cx="35" cy="37"/>
              </a:xfrm>
              <a:custGeom>
                <a:avLst/>
                <a:gdLst>
                  <a:gd name="T0" fmla="*/ 7 w 35"/>
                  <a:gd name="T1" fmla="*/ 19 h 37"/>
                  <a:gd name="T2" fmla="*/ 7 w 35"/>
                  <a:gd name="T3" fmla="*/ 17 h 37"/>
                  <a:gd name="T4" fmla="*/ 11 w 35"/>
                  <a:gd name="T5" fmla="*/ 17 h 37"/>
                  <a:gd name="T6" fmla="*/ 13 w 35"/>
                  <a:gd name="T7" fmla="*/ 19 h 37"/>
                  <a:gd name="T8" fmla="*/ 15 w 35"/>
                  <a:gd name="T9" fmla="*/ 23 h 37"/>
                  <a:gd name="T10" fmla="*/ 13 w 35"/>
                  <a:gd name="T11" fmla="*/ 26 h 37"/>
                  <a:gd name="T12" fmla="*/ 17 w 35"/>
                  <a:gd name="T13" fmla="*/ 28 h 37"/>
                  <a:gd name="T14" fmla="*/ 17 w 35"/>
                  <a:gd name="T15" fmla="*/ 30 h 37"/>
                  <a:gd name="T16" fmla="*/ 15 w 35"/>
                  <a:gd name="T17" fmla="*/ 36 h 37"/>
                  <a:gd name="T18" fmla="*/ 18 w 35"/>
                  <a:gd name="T19" fmla="*/ 37 h 37"/>
                  <a:gd name="T20" fmla="*/ 22 w 35"/>
                  <a:gd name="T21" fmla="*/ 34 h 37"/>
                  <a:gd name="T22" fmla="*/ 26 w 35"/>
                  <a:gd name="T23" fmla="*/ 34 h 37"/>
                  <a:gd name="T24" fmla="*/ 26 w 35"/>
                  <a:gd name="T25" fmla="*/ 32 h 37"/>
                  <a:gd name="T26" fmla="*/ 28 w 35"/>
                  <a:gd name="T27" fmla="*/ 32 h 37"/>
                  <a:gd name="T28" fmla="*/ 31 w 35"/>
                  <a:gd name="T29" fmla="*/ 34 h 37"/>
                  <a:gd name="T30" fmla="*/ 35 w 35"/>
                  <a:gd name="T31" fmla="*/ 32 h 37"/>
                  <a:gd name="T32" fmla="*/ 33 w 35"/>
                  <a:gd name="T33" fmla="*/ 28 h 37"/>
                  <a:gd name="T34" fmla="*/ 28 w 35"/>
                  <a:gd name="T35" fmla="*/ 23 h 37"/>
                  <a:gd name="T36" fmla="*/ 30 w 35"/>
                  <a:gd name="T37" fmla="*/ 21 h 37"/>
                  <a:gd name="T38" fmla="*/ 26 w 35"/>
                  <a:gd name="T39" fmla="*/ 19 h 37"/>
                  <a:gd name="T40" fmla="*/ 24 w 35"/>
                  <a:gd name="T41" fmla="*/ 15 h 37"/>
                  <a:gd name="T42" fmla="*/ 26 w 35"/>
                  <a:gd name="T43" fmla="*/ 15 h 37"/>
                  <a:gd name="T44" fmla="*/ 26 w 35"/>
                  <a:gd name="T45" fmla="*/ 11 h 37"/>
                  <a:gd name="T46" fmla="*/ 22 w 35"/>
                  <a:gd name="T47" fmla="*/ 9 h 37"/>
                  <a:gd name="T48" fmla="*/ 17 w 35"/>
                  <a:gd name="T49" fmla="*/ 8 h 37"/>
                  <a:gd name="T50" fmla="*/ 15 w 35"/>
                  <a:gd name="T51" fmla="*/ 9 h 37"/>
                  <a:gd name="T52" fmla="*/ 13 w 35"/>
                  <a:gd name="T53" fmla="*/ 9 h 37"/>
                  <a:gd name="T54" fmla="*/ 13 w 35"/>
                  <a:gd name="T55" fmla="*/ 8 h 37"/>
                  <a:gd name="T56" fmla="*/ 11 w 35"/>
                  <a:gd name="T57" fmla="*/ 6 h 37"/>
                  <a:gd name="T58" fmla="*/ 11 w 35"/>
                  <a:gd name="T59" fmla="*/ 6 h 37"/>
                  <a:gd name="T60" fmla="*/ 11 w 35"/>
                  <a:gd name="T61" fmla="*/ 0 h 37"/>
                  <a:gd name="T62" fmla="*/ 7 w 35"/>
                  <a:gd name="T63" fmla="*/ 0 h 37"/>
                  <a:gd name="T64" fmla="*/ 5 w 35"/>
                  <a:gd name="T65" fmla="*/ 6 h 37"/>
                  <a:gd name="T66" fmla="*/ 0 w 35"/>
                  <a:gd name="T67" fmla="*/ 11 h 37"/>
                  <a:gd name="T68" fmla="*/ 0 w 35"/>
                  <a:gd name="T69" fmla="*/ 15 h 37"/>
                  <a:gd name="T70" fmla="*/ 2 w 35"/>
                  <a:gd name="T71" fmla="*/ 19 h 37"/>
                  <a:gd name="T72" fmla="*/ 7 w 35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37">
                    <a:moveTo>
                      <a:pt x="7" y="19"/>
                    </a:moveTo>
                    <a:lnTo>
                      <a:pt x="7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5" y="23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5" y="36"/>
                    </a:lnTo>
                    <a:lnTo>
                      <a:pt x="18" y="37"/>
                    </a:lnTo>
                    <a:lnTo>
                      <a:pt x="22" y="34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33" y="28"/>
                    </a:lnTo>
                    <a:lnTo>
                      <a:pt x="28" y="23"/>
                    </a:lnTo>
                    <a:lnTo>
                      <a:pt x="30" y="21"/>
                    </a:lnTo>
                    <a:lnTo>
                      <a:pt x="26" y="19"/>
                    </a:lnTo>
                    <a:lnTo>
                      <a:pt x="24" y="15"/>
                    </a:lnTo>
                    <a:lnTo>
                      <a:pt x="26" y="15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17" y="8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8" name="Freeform 6066">
                <a:extLst>
                  <a:ext uri="{FF2B5EF4-FFF2-40B4-BE49-F238E27FC236}">
                    <a16:creationId xmlns:a16="http://schemas.microsoft.com/office/drawing/2014/main" id="{43EE6115-03BD-4784-A830-981958DD79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2" y="1678"/>
                <a:ext cx="24" cy="17"/>
              </a:xfrm>
              <a:custGeom>
                <a:avLst/>
                <a:gdLst>
                  <a:gd name="T0" fmla="*/ 6 w 24"/>
                  <a:gd name="T1" fmla="*/ 13 h 17"/>
                  <a:gd name="T2" fmla="*/ 8 w 24"/>
                  <a:gd name="T3" fmla="*/ 15 h 17"/>
                  <a:gd name="T4" fmla="*/ 11 w 24"/>
                  <a:gd name="T5" fmla="*/ 17 h 17"/>
                  <a:gd name="T6" fmla="*/ 13 w 24"/>
                  <a:gd name="T7" fmla="*/ 15 h 17"/>
                  <a:gd name="T8" fmla="*/ 15 w 24"/>
                  <a:gd name="T9" fmla="*/ 15 h 17"/>
                  <a:gd name="T10" fmla="*/ 21 w 24"/>
                  <a:gd name="T11" fmla="*/ 15 h 17"/>
                  <a:gd name="T12" fmla="*/ 22 w 24"/>
                  <a:gd name="T13" fmla="*/ 11 h 17"/>
                  <a:gd name="T14" fmla="*/ 24 w 24"/>
                  <a:gd name="T15" fmla="*/ 8 h 17"/>
                  <a:gd name="T16" fmla="*/ 24 w 24"/>
                  <a:gd name="T17" fmla="*/ 4 h 17"/>
                  <a:gd name="T18" fmla="*/ 21 w 24"/>
                  <a:gd name="T19" fmla="*/ 2 h 17"/>
                  <a:gd name="T20" fmla="*/ 21 w 24"/>
                  <a:gd name="T21" fmla="*/ 0 h 17"/>
                  <a:gd name="T22" fmla="*/ 15 w 24"/>
                  <a:gd name="T23" fmla="*/ 0 h 17"/>
                  <a:gd name="T24" fmla="*/ 13 w 24"/>
                  <a:gd name="T25" fmla="*/ 4 h 17"/>
                  <a:gd name="T26" fmla="*/ 11 w 24"/>
                  <a:gd name="T27" fmla="*/ 2 h 17"/>
                  <a:gd name="T28" fmla="*/ 8 w 24"/>
                  <a:gd name="T29" fmla="*/ 2 h 17"/>
                  <a:gd name="T30" fmla="*/ 6 w 24"/>
                  <a:gd name="T31" fmla="*/ 2 h 17"/>
                  <a:gd name="T32" fmla="*/ 0 w 24"/>
                  <a:gd name="T33" fmla="*/ 2 h 17"/>
                  <a:gd name="T34" fmla="*/ 2 w 24"/>
                  <a:gd name="T35" fmla="*/ 8 h 17"/>
                  <a:gd name="T36" fmla="*/ 6 w 24"/>
                  <a:gd name="T3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7">
                    <a:moveTo>
                      <a:pt x="6" y="13"/>
                    </a:moveTo>
                    <a:lnTo>
                      <a:pt x="8" y="15"/>
                    </a:lnTo>
                    <a:lnTo>
                      <a:pt x="11" y="17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21" y="15"/>
                    </a:lnTo>
                    <a:lnTo>
                      <a:pt x="22" y="11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8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9" name="Freeform 6067">
                <a:extLst>
                  <a:ext uri="{FF2B5EF4-FFF2-40B4-BE49-F238E27FC236}">
                    <a16:creationId xmlns:a16="http://schemas.microsoft.com/office/drawing/2014/main" id="{7F8F252E-6274-49EF-AFD8-E9D41533BA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2" y="1894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6 h 8"/>
                  <a:gd name="T4" fmla="*/ 4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6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0" name="Freeform 6068">
                <a:extLst>
                  <a:ext uri="{FF2B5EF4-FFF2-40B4-BE49-F238E27FC236}">
                    <a16:creationId xmlns:a16="http://schemas.microsoft.com/office/drawing/2014/main" id="{300A0E0E-6A3F-4649-BC6B-71475BC82A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34" y="1881"/>
                <a:ext cx="33" cy="13"/>
              </a:xfrm>
              <a:custGeom>
                <a:avLst/>
                <a:gdLst>
                  <a:gd name="T0" fmla="*/ 14 w 18"/>
                  <a:gd name="T1" fmla="*/ 5 h 7"/>
                  <a:gd name="T2" fmla="*/ 10 w 18"/>
                  <a:gd name="T3" fmla="*/ 4 h 7"/>
                  <a:gd name="T4" fmla="*/ 10 w 18"/>
                  <a:gd name="T5" fmla="*/ 4 h 7"/>
                  <a:gd name="T6" fmla="*/ 9 w 18"/>
                  <a:gd name="T7" fmla="*/ 5 h 7"/>
                  <a:gd name="T8" fmla="*/ 9 w 18"/>
                  <a:gd name="T9" fmla="*/ 5 h 7"/>
                  <a:gd name="T10" fmla="*/ 9 w 18"/>
                  <a:gd name="T11" fmla="*/ 3 h 7"/>
                  <a:gd name="T12" fmla="*/ 10 w 18"/>
                  <a:gd name="T13" fmla="*/ 3 h 7"/>
                  <a:gd name="T14" fmla="*/ 10 w 18"/>
                  <a:gd name="T15" fmla="*/ 0 h 7"/>
                  <a:gd name="T16" fmla="*/ 8 w 18"/>
                  <a:gd name="T17" fmla="*/ 0 h 7"/>
                  <a:gd name="T18" fmla="*/ 6 w 18"/>
                  <a:gd name="T19" fmla="*/ 1 h 7"/>
                  <a:gd name="T20" fmla="*/ 6 w 18"/>
                  <a:gd name="T21" fmla="*/ 2 h 7"/>
                  <a:gd name="T22" fmla="*/ 6 w 18"/>
                  <a:gd name="T23" fmla="*/ 2 h 7"/>
                  <a:gd name="T24" fmla="*/ 5 w 18"/>
                  <a:gd name="T25" fmla="*/ 2 h 7"/>
                  <a:gd name="T26" fmla="*/ 4 w 18"/>
                  <a:gd name="T27" fmla="*/ 3 h 7"/>
                  <a:gd name="T28" fmla="*/ 3 w 18"/>
                  <a:gd name="T29" fmla="*/ 3 h 7"/>
                  <a:gd name="T30" fmla="*/ 1 w 18"/>
                  <a:gd name="T31" fmla="*/ 3 h 7"/>
                  <a:gd name="T32" fmla="*/ 0 w 18"/>
                  <a:gd name="T33" fmla="*/ 4 h 7"/>
                  <a:gd name="T34" fmla="*/ 2 w 18"/>
                  <a:gd name="T35" fmla="*/ 6 h 7"/>
                  <a:gd name="T36" fmla="*/ 3 w 18"/>
                  <a:gd name="T37" fmla="*/ 5 h 7"/>
                  <a:gd name="T38" fmla="*/ 5 w 18"/>
                  <a:gd name="T39" fmla="*/ 5 h 7"/>
                  <a:gd name="T40" fmla="*/ 7 w 18"/>
                  <a:gd name="T41" fmla="*/ 5 h 7"/>
                  <a:gd name="T42" fmla="*/ 8 w 18"/>
                  <a:gd name="T43" fmla="*/ 5 h 7"/>
                  <a:gd name="T44" fmla="*/ 8 w 18"/>
                  <a:gd name="T45" fmla="*/ 5 h 7"/>
                  <a:gd name="T46" fmla="*/ 10 w 18"/>
                  <a:gd name="T47" fmla="*/ 7 h 7"/>
                  <a:gd name="T48" fmla="*/ 11 w 18"/>
                  <a:gd name="T49" fmla="*/ 6 h 7"/>
                  <a:gd name="T50" fmla="*/ 15 w 18"/>
                  <a:gd name="T51" fmla="*/ 7 h 7"/>
                  <a:gd name="T52" fmla="*/ 18 w 18"/>
                  <a:gd name="T53" fmla="*/ 6 h 7"/>
                  <a:gd name="T54" fmla="*/ 15 w 18"/>
                  <a:gd name="T55" fmla="*/ 5 h 7"/>
                  <a:gd name="T56" fmla="*/ 14 w 18"/>
                  <a:gd name="T5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7">
                    <a:moveTo>
                      <a:pt x="14" y="5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5" y="5"/>
                      <a:pt x="15" y="5"/>
                      <a:pt x="15" y="5"/>
                    </a:cubicBezTo>
                    <a:lnTo>
                      <a:pt x="1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1" name="Freeform 6069">
                <a:extLst>
                  <a:ext uri="{FF2B5EF4-FFF2-40B4-BE49-F238E27FC236}">
                    <a16:creationId xmlns:a16="http://schemas.microsoft.com/office/drawing/2014/main" id="{D05FD3C5-5376-445C-9EAC-C1CB1B6315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15" y="1531"/>
                <a:ext cx="7" cy="6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  <a:gd name="T8" fmla="*/ 1 w 4"/>
                  <a:gd name="T9" fmla="*/ 0 h 3"/>
                  <a:gd name="T10" fmla="*/ 0 w 4"/>
                  <a:gd name="T11" fmla="*/ 1 h 3"/>
                  <a:gd name="T12" fmla="*/ 0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2" name="Freeform 6070">
                <a:extLst>
                  <a:ext uri="{FF2B5EF4-FFF2-40B4-BE49-F238E27FC236}">
                    <a16:creationId xmlns:a16="http://schemas.microsoft.com/office/drawing/2014/main" id="{5B750A7D-42EB-4890-BA71-4F20A32150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8" y="1885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3 w 9"/>
                  <a:gd name="T3" fmla="*/ 4 h 9"/>
                  <a:gd name="T4" fmla="*/ 1 w 9"/>
                  <a:gd name="T5" fmla="*/ 4 h 9"/>
                  <a:gd name="T6" fmla="*/ 0 w 9"/>
                  <a:gd name="T7" fmla="*/ 9 h 9"/>
                  <a:gd name="T8" fmla="*/ 5 w 9"/>
                  <a:gd name="T9" fmla="*/ 9 h 9"/>
                  <a:gd name="T10" fmla="*/ 9 w 9"/>
                  <a:gd name="T11" fmla="*/ 6 h 9"/>
                  <a:gd name="T12" fmla="*/ 7 w 9"/>
                  <a:gd name="T13" fmla="*/ 2 h 9"/>
                  <a:gd name="T14" fmla="*/ 5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3" y="4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3" name="Freeform 6071">
                <a:extLst>
                  <a:ext uri="{FF2B5EF4-FFF2-40B4-BE49-F238E27FC236}">
                    <a16:creationId xmlns:a16="http://schemas.microsoft.com/office/drawing/2014/main" id="{DD6F439D-82F8-41FA-88E9-BBC56B7B8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0" y="1885"/>
                <a:ext cx="9" cy="9"/>
              </a:xfrm>
              <a:custGeom>
                <a:avLst/>
                <a:gdLst>
                  <a:gd name="T0" fmla="*/ 8 w 9"/>
                  <a:gd name="T1" fmla="*/ 0 h 9"/>
                  <a:gd name="T2" fmla="*/ 4 w 9"/>
                  <a:gd name="T3" fmla="*/ 2 h 9"/>
                  <a:gd name="T4" fmla="*/ 2 w 9"/>
                  <a:gd name="T5" fmla="*/ 6 h 9"/>
                  <a:gd name="T6" fmla="*/ 0 w 9"/>
                  <a:gd name="T7" fmla="*/ 8 h 9"/>
                  <a:gd name="T8" fmla="*/ 4 w 9"/>
                  <a:gd name="T9" fmla="*/ 9 h 9"/>
                  <a:gd name="T10" fmla="*/ 8 w 9"/>
                  <a:gd name="T11" fmla="*/ 8 h 9"/>
                  <a:gd name="T12" fmla="*/ 8 w 9"/>
                  <a:gd name="T13" fmla="*/ 4 h 9"/>
                  <a:gd name="T14" fmla="*/ 9 w 9"/>
                  <a:gd name="T15" fmla="*/ 2 h 9"/>
                  <a:gd name="T16" fmla="*/ 8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4" name="Freeform 6072">
                <a:extLst>
                  <a:ext uri="{FF2B5EF4-FFF2-40B4-BE49-F238E27FC236}">
                    <a16:creationId xmlns:a16="http://schemas.microsoft.com/office/drawing/2014/main" id="{2ECE4527-2398-40E7-8F0F-D35C6439B8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80" y="1881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0 h 8"/>
                  <a:gd name="T4" fmla="*/ 0 w 5"/>
                  <a:gd name="T5" fmla="*/ 4 h 8"/>
                  <a:gd name="T6" fmla="*/ 5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5" name="Freeform 6073">
                <a:extLst>
                  <a:ext uri="{FF2B5EF4-FFF2-40B4-BE49-F238E27FC236}">
                    <a16:creationId xmlns:a16="http://schemas.microsoft.com/office/drawing/2014/main" id="{04A588E5-F564-4085-827A-CE2B9BB358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6" y="1891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5 h 5"/>
                  <a:gd name="T4" fmla="*/ 7 w 7"/>
                  <a:gd name="T5" fmla="*/ 2 h 5"/>
                  <a:gd name="T6" fmla="*/ 2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2" y="5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6" name="Freeform 6074">
                <a:extLst>
                  <a:ext uri="{FF2B5EF4-FFF2-40B4-BE49-F238E27FC236}">
                    <a16:creationId xmlns:a16="http://schemas.microsoft.com/office/drawing/2014/main" id="{AA4055D6-D88D-43C8-8B25-2327A896A79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91" y="1883"/>
                <a:ext cx="11" cy="10"/>
              </a:xfrm>
              <a:custGeom>
                <a:avLst/>
                <a:gdLst>
                  <a:gd name="T0" fmla="*/ 5 w 11"/>
                  <a:gd name="T1" fmla="*/ 0 h 10"/>
                  <a:gd name="T2" fmla="*/ 3 w 11"/>
                  <a:gd name="T3" fmla="*/ 0 h 10"/>
                  <a:gd name="T4" fmla="*/ 0 w 11"/>
                  <a:gd name="T5" fmla="*/ 2 h 10"/>
                  <a:gd name="T6" fmla="*/ 2 w 11"/>
                  <a:gd name="T7" fmla="*/ 4 h 10"/>
                  <a:gd name="T8" fmla="*/ 2 w 11"/>
                  <a:gd name="T9" fmla="*/ 4 h 10"/>
                  <a:gd name="T10" fmla="*/ 2 w 11"/>
                  <a:gd name="T11" fmla="*/ 4 h 10"/>
                  <a:gd name="T12" fmla="*/ 2 w 11"/>
                  <a:gd name="T13" fmla="*/ 10 h 10"/>
                  <a:gd name="T14" fmla="*/ 5 w 11"/>
                  <a:gd name="T15" fmla="*/ 8 h 10"/>
                  <a:gd name="T16" fmla="*/ 7 w 11"/>
                  <a:gd name="T17" fmla="*/ 6 h 10"/>
                  <a:gd name="T18" fmla="*/ 11 w 11"/>
                  <a:gd name="T19" fmla="*/ 4 h 10"/>
                  <a:gd name="T20" fmla="*/ 5 w 11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7" name="Freeform 6075">
                <a:extLst>
                  <a:ext uri="{FF2B5EF4-FFF2-40B4-BE49-F238E27FC236}">
                    <a16:creationId xmlns:a16="http://schemas.microsoft.com/office/drawing/2014/main" id="{FEFC41CD-05D6-44D1-B8F2-7BC4965065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66" y="1837"/>
                <a:ext cx="6" cy="13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1 w 3"/>
                  <a:gd name="T5" fmla="*/ 4 h 7"/>
                  <a:gd name="T6" fmla="*/ 0 w 3"/>
                  <a:gd name="T7" fmla="*/ 4 h 7"/>
                  <a:gd name="T8" fmla="*/ 1 w 3"/>
                  <a:gd name="T9" fmla="*/ 4 h 7"/>
                  <a:gd name="T10" fmla="*/ 1 w 3"/>
                  <a:gd name="T11" fmla="*/ 5 h 7"/>
                  <a:gd name="T12" fmla="*/ 2 w 3"/>
                  <a:gd name="T13" fmla="*/ 5 h 7"/>
                  <a:gd name="T14" fmla="*/ 2 w 3"/>
                  <a:gd name="T15" fmla="*/ 5 h 7"/>
                  <a:gd name="T16" fmla="*/ 2 w 3"/>
                  <a:gd name="T17" fmla="*/ 5 h 7"/>
                  <a:gd name="T18" fmla="*/ 2 w 3"/>
                  <a:gd name="T19" fmla="*/ 4 h 7"/>
                  <a:gd name="T20" fmla="*/ 1 w 3"/>
                  <a:gd name="T21" fmla="*/ 5 h 7"/>
                  <a:gd name="T22" fmla="*/ 2 w 3"/>
                  <a:gd name="T23" fmla="*/ 7 h 7"/>
                  <a:gd name="T24" fmla="*/ 3 w 3"/>
                  <a:gd name="T25" fmla="*/ 6 h 7"/>
                  <a:gd name="T26" fmla="*/ 3 w 3"/>
                  <a:gd name="T27" fmla="*/ 3 h 7"/>
                  <a:gd name="T28" fmla="*/ 3 w 3"/>
                  <a:gd name="T2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8" name="Freeform 6076">
                <a:extLst>
                  <a:ext uri="{FF2B5EF4-FFF2-40B4-BE49-F238E27FC236}">
                    <a16:creationId xmlns:a16="http://schemas.microsoft.com/office/drawing/2014/main" id="{35E6692A-2D80-478E-8EBD-60ADE68AE7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78" y="3039"/>
                <a:ext cx="6" cy="9"/>
              </a:xfrm>
              <a:custGeom>
                <a:avLst/>
                <a:gdLst>
                  <a:gd name="T0" fmla="*/ 2 w 6"/>
                  <a:gd name="T1" fmla="*/ 9 h 9"/>
                  <a:gd name="T2" fmla="*/ 6 w 6"/>
                  <a:gd name="T3" fmla="*/ 4 h 9"/>
                  <a:gd name="T4" fmla="*/ 4 w 6"/>
                  <a:gd name="T5" fmla="*/ 0 h 9"/>
                  <a:gd name="T6" fmla="*/ 0 w 6"/>
                  <a:gd name="T7" fmla="*/ 0 h 9"/>
                  <a:gd name="T8" fmla="*/ 0 w 6"/>
                  <a:gd name="T9" fmla="*/ 4 h 9"/>
                  <a:gd name="T10" fmla="*/ 0 w 6"/>
                  <a:gd name="T11" fmla="*/ 6 h 9"/>
                  <a:gd name="T12" fmla="*/ 2 w 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9" name="Freeform 6077">
                <a:extLst>
                  <a:ext uri="{FF2B5EF4-FFF2-40B4-BE49-F238E27FC236}">
                    <a16:creationId xmlns:a16="http://schemas.microsoft.com/office/drawing/2014/main" id="{3285EC29-B23D-49E8-96FF-759422CAC4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5" y="3030"/>
                <a:ext cx="10" cy="7"/>
              </a:xfrm>
              <a:custGeom>
                <a:avLst/>
                <a:gdLst>
                  <a:gd name="T0" fmla="*/ 8 w 10"/>
                  <a:gd name="T1" fmla="*/ 7 h 7"/>
                  <a:gd name="T2" fmla="*/ 10 w 10"/>
                  <a:gd name="T3" fmla="*/ 5 h 7"/>
                  <a:gd name="T4" fmla="*/ 8 w 10"/>
                  <a:gd name="T5" fmla="*/ 0 h 7"/>
                  <a:gd name="T6" fmla="*/ 4 w 10"/>
                  <a:gd name="T7" fmla="*/ 2 h 7"/>
                  <a:gd name="T8" fmla="*/ 0 w 10"/>
                  <a:gd name="T9" fmla="*/ 4 h 7"/>
                  <a:gd name="T10" fmla="*/ 4 w 10"/>
                  <a:gd name="T11" fmla="*/ 5 h 7"/>
                  <a:gd name="T12" fmla="*/ 8 w 10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lnTo>
                      <a:pt x="10" y="5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0" name="Freeform 6078">
                <a:extLst>
                  <a:ext uri="{FF2B5EF4-FFF2-40B4-BE49-F238E27FC236}">
                    <a16:creationId xmlns:a16="http://schemas.microsoft.com/office/drawing/2014/main" id="{7D5707BD-A664-4F8B-97B4-82D657C09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3021"/>
                <a:ext cx="8" cy="11"/>
              </a:xfrm>
              <a:custGeom>
                <a:avLst/>
                <a:gdLst>
                  <a:gd name="T0" fmla="*/ 6 w 8"/>
                  <a:gd name="T1" fmla="*/ 0 h 11"/>
                  <a:gd name="T2" fmla="*/ 4 w 8"/>
                  <a:gd name="T3" fmla="*/ 0 h 11"/>
                  <a:gd name="T4" fmla="*/ 0 w 8"/>
                  <a:gd name="T5" fmla="*/ 3 h 11"/>
                  <a:gd name="T6" fmla="*/ 2 w 8"/>
                  <a:gd name="T7" fmla="*/ 5 h 11"/>
                  <a:gd name="T8" fmla="*/ 2 w 8"/>
                  <a:gd name="T9" fmla="*/ 9 h 11"/>
                  <a:gd name="T10" fmla="*/ 4 w 8"/>
                  <a:gd name="T11" fmla="*/ 11 h 11"/>
                  <a:gd name="T12" fmla="*/ 6 w 8"/>
                  <a:gd name="T13" fmla="*/ 9 h 11"/>
                  <a:gd name="T14" fmla="*/ 8 w 8"/>
                  <a:gd name="T15" fmla="*/ 7 h 11"/>
                  <a:gd name="T16" fmla="*/ 8 w 8"/>
                  <a:gd name="T17" fmla="*/ 5 h 11"/>
                  <a:gd name="T18" fmla="*/ 8 w 8"/>
                  <a:gd name="T19" fmla="*/ 3 h 11"/>
                  <a:gd name="T20" fmla="*/ 6 w 8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1" name="Freeform 6079">
                <a:extLst>
                  <a:ext uri="{FF2B5EF4-FFF2-40B4-BE49-F238E27FC236}">
                    <a16:creationId xmlns:a16="http://schemas.microsoft.com/office/drawing/2014/main" id="{011E7F10-F3FD-4956-8E78-5C2012A4CE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6" y="303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2" name="Freeform 6080">
                <a:extLst>
                  <a:ext uri="{FF2B5EF4-FFF2-40B4-BE49-F238E27FC236}">
                    <a16:creationId xmlns:a16="http://schemas.microsoft.com/office/drawing/2014/main" id="{D467EF2A-64F2-4AF5-92AB-4C1D64CF224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3" y="292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4 h 6"/>
                  <a:gd name="T4" fmla="*/ 2 w 8"/>
                  <a:gd name="T5" fmla="*/ 6 h 6"/>
                  <a:gd name="T6" fmla="*/ 8 w 8"/>
                  <a:gd name="T7" fmla="*/ 4 h 6"/>
                  <a:gd name="T8" fmla="*/ 6 w 8"/>
                  <a:gd name="T9" fmla="*/ 2 h 6"/>
                  <a:gd name="T10" fmla="*/ 2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3" name="Freeform 6081">
                <a:extLst>
                  <a:ext uri="{FF2B5EF4-FFF2-40B4-BE49-F238E27FC236}">
                    <a16:creationId xmlns:a16="http://schemas.microsoft.com/office/drawing/2014/main" id="{D7CF1DD9-2707-41B3-AEEB-DAFB5CC939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9" y="299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2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4" name="Freeform 6082">
                <a:extLst>
                  <a:ext uri="{FF2B5EF4-FFF2-40B4-BE49-F238E27FC236}">
                    <a16:creationId xmlns:a16="http://schemas.microsoft.com/office/drawing/2014/main" id="{6C5C858E-3261-4953-B7E8-CC7E0B8011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5" y="2993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4 w 9"/>
                  <a:gd name="T3" fmla="*/ 0 h 3"/>
                  <a:gd name="T4" fmla="*/ 0 w 9"/>
                  <a:gd name="T5" fmla="*/ 3 h 3"/>
                  <a:gd name="T6" fmla="*/ 4 w 9"/>
                  <a:gd name="T7" fmla="*/ 3 h 3"/>
                  <a:gd name="T8" fmla="*/ 7 w 9"/>
                  <a:gd name="T9" fmla="*/ 3 h 3"/>
                  <a:gd name="T10" fmla="*/ 9 w 9"/>
                  <a:gd name="T11" fmla="*/ 1 h 3"/>
                  <a:gd name="T12" fmla="*/ 6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5" name="Freeform 6083">
                <a:extLst>
                  <a:ext uri="{FF2B5EF4-FFF2-40B4-BE49-F238E27FC236}">
                    <a16:creationId xmlns:a16="http://schemas.microsoft.com/office/drawing/2014/main" id="{8612EAB2-4463-45F9-B657-27A12FAF8E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2763"/>
                <a:ext cx="7" cy="13"/>
              </a:xfrm>
              <a:custGeom>
                <a:avLst/>
                <a:gdLst>
                  <a:gd name="T0" fmla="*/ 4 w 4"/>
                  <a:gd name="T1" fmla="*/ 2 h 7"/>
                  <a:gd name="T2" fmla="*/ 3 w 4"/>
                  <a:gd name="T3" fmla="*/ 1 h 7"/>
                  <a:gd name="T4" fmla="*/ 4 w 4"/>
                  <a:gd name="T5" fmla="*/ 0 h 7"/>
                  <a:gd name="T6" fmla="*/ 1 w 4"/>
                  <a:gd name="T7" fmla="*/ 0 h 7"/>
                  <a:gd name="T8" fmla="*/ 0 w 4"/>
                  <a:gd name="T9" fmla="*/ 1 h 7"/>
                  <a:gd name="T10" fmla="*/ 1 w 4"/>
                  <a:gd name="T11" fmla="*/ 2 h 7"/>
                  <a:gd name="T12" fmla="*/ 1 w 4"/>
                  <a:gd name="T13" fmla="*/ 3 h 7"/>
                  <a:gd name="T14" fmla="*/ 1 w 4"/>
                  <a:gd name="T15" fmla="*/ 5 h 7"/>
                  <a:gd name="T16" fmla="*/ 1 w 4"/>
                  <a:gd name="T17" fmla="*/ 5 h 7"/>
                  <a:gd name="T18" fmla="*/ 2 w 4"/>
                  <a:gd name="T19" fmla="*/ 5 h 7"/>
                  <a:gd name="T20" fmla="*/ 2 w 4"/>
                  <a:gd name="T21" fmla="*/ 6 h 7"/>
                  <a:gd name="T22" fmla="*/ 3 w 4"/>
                  <a:gd name="T23" fmla="*/ 7 h 7"/>
                  <a:gd name="T24" fmla="*/ 4 w 4"/>
                  <a:gd name="T25" fmla="*/ 5 h 7"/>
                  <a:gd name="T26" fmla="*/ 4 w 4"/>
                  <a:gd name="T27" fmla="*/ 4 h 7"/>
                  <a:gd name="T28" fmla="*/ 4 w 4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6" name="Freeform 6084">
                <a:extLst>
                  <a:ext uri="{FF2B5EF4-FFF2-40B4-BE49-F238E27FC236}">
                    <a16:creationId xmlns:a16="http://schemas.microsoft.com/office/drawing/2014/main" id="{411A6757-EB1E-474F-A18B-95D473AA36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43" y="2737"/>
                <a:ext cx="7" cy="6"/>
              </a:xfrm>
              <a:custGeom>
                <a:avLst/>
                <a:gdLst>
                  <a:gd name="T0" fmla="*/ 0 w 7"/>
                  <a:gd name="T1" fmla="*/ 4 h 6"/>
                  <a:gd name="T2" fmla="*/ 5 w 7"/>
                  <a:gd name="T3" fmla="*/ 6 h 6"/>
                  <a:gd name="T4" fmla="*/ 7 w 7"/>
                  <a:gd name="T5" fmla="*/ 0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lnTo>
                      <a:pt x="5" y="6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7" name="Freeform 6085">
                <a:extLst>
                  <a:ext uri="{FF2B5EF4-FFF2-40B4-BE49-F238E27FC236}">
                    <a16:creationId xmlns:a16="http://schemas.microsoft.com/office/drawing/2014/main" id="{62759EF8-1930-4467-8E31-DE9A254C21F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2" y="2705"/>
                <a:ext cx="9" cy="6"/>
              </a:xfrm>
              <a:custGeom>
                <a:avLst/>
                <a:gdLst>
                  <a:gd name="T0" fmla="*/ 0 w 9"/>
                  <a:gd name="T1" fmla="*/ 2 h 6"/>
                  <a:gd name="T2" fmla="*/ 9 w 9"/>
                  <a:gd name="T3" fmla="*/ 6 h 6"/>
                  <a:gd name="T4" fmla="*/ 5 w 9"/>
                  <a:gd name="T5" fmla="*/ 0 h 6"/>
                  <a:gd name="T6" fmla="*/ 0 w 9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lnTo>
                      <a:pt x="9" y="6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8" name="Freeform 6086">
                <a:extLst>
                  <a:ext uri="{FF2B5EF4-FFF2-40B4-BE49-F238E27FC236}">
                    <a16:creationId xmlns:a16="http://schemas.microsoft.com/office/drawing/2014/main" id="{00776759-F03E-40FC-9322-9E6400CEDB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0" y="2748"/>
                <a:ext cx="11" cy="13"/>
              </a:xfrm>
              <a:custGeom>
                <a:avLst/>
                <a:gdLst>
                  <a:gd name="T0" fmla="*/ 5 w 6"/>
                  <a:gd name="T1" fmla="*/ 5 h 7"/>
                  <a:gd name="T2" fmla="*/ 6 w 6"/>
                  <a:gd name="T3" fmla="*/ 4 h 7"/>
                  <a:gd name="T4" fmla="*/ 6 w 6"/>
                  <a:gd name="T5" fmla="*/ 2 h 7"/>
                  <a:gd name="T6" fmla="*/ 4 w 6"/>
                  <a:gd name="T7" fmla="*/ 1 h 7"/>
                  <a:gd name="T8" fmla="*/ 3 w 6"/>
                  <a:gd name="T9" fmla="*/ 3 h 7"/>
                  <a:gd name="T10" fmla="*/ 4 w 6"/>
                  <a:gd name="T11" fmla="*/ 4 h 7"/>
                  <a:gd name="T12" fmla="*/ 3 w 6"/>
                  <a:gd name="T13" fmla="*/ 4 h 7"/>
                  <a:gd name="T14" fmla="*/ 2 w 6"/>
                  <a:gd name="T15" fmla="*/ 1 h 7"/>
                  <a:gd name="T16" fmla="*/ 0 w 6"/>
                  <a:gd name="T17" fmla="*/ 0 h 7"/>
                  <a:gd name="T18" fmla="*/ 0 w 6"/>
                  <a:gd name="T19" fmla="*/ 1 h 7"/>
                  <a:gd name="T20" fmla="*/ 0 w 6"/>
                  <a:gd name="T21" fmla="*/ 2 h 7"/>
                  <a:gd name="T22" fmla="*/ 2 w 6"/>
                  <a:gd name="T23" fmla="*/ 4 h 7"/>
                  <a:gd name="T24" fmla="*/ 2 w 6"/>
                  <a:gd name="T25" fmla="*/ 4 h 7"/>
                  <a:gd name="T26" fmla="*/ 2 w 6"/>
                  <a:gd name="T27" fmla="*/ 6 h 7"/>
                  <a:gd name="T28" fmla="*/ 4 w 6"/>
                  <a:gd name="T29" fmla="*/ 7 h 7"/>
                  <a:gd name="T30" fmla="*/ 5 w 6"/>
                  <a:gd name="T31" fmla="*/ 6 h 7"/>
                  <a:gd name="T32" fmla="*/ 5 w 6"/>
                  <a:gd name="T3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9" name="Freeform 6087">
                <a:extLst>
                  <a:ext uri="{FF2B5EF4-FFF2-40B4-BE49-F238E27FC236}">
                    <a16:creationId xmlns:a16="http://schemas.microsoft.com/office/drawing/2014/main" id="{8E74A9CE-CD1C-4F90-A7A0-1E37E8431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676"/>
                <a:ext cx="9" cy="37"/>
              </a:xfrm>
              <a:custGeom>
                <a:avLst/>
                <a:gdLst>
                  <a:gd name="T0" fmla="*/ 2 w 9"/>
                  <a:gd name="T1" fmla="*/ 26 h 37"/>
                  <a:gd name="T2" fmla="*/ 0 w 9"/>
                  <a:gd name="T3" fmla="*/ 28 h 37"/>
                  <a:gd name="T4" fmla="*/ 2 w 9"/>
                  <a:gd name="T5" fmla="*/ 31 h 37"/>
                  <a:gd name="T6" fmla="*/ 2 w 9"/>
                  <a:gd name="T7" fmla="*/ 33 h 37"/>
                  <a:gd name="T8" fmla="*/ 4 w 9"/>
                  <a:gd name="T9" fmla="*/ 37 h 37"/>
                  <a:gd name="T10" fmla="*/ 8 w 9"/>
                  <a:gd name="T11" fmla="*/ 31 h 37"/>
                  <a:gd name="T12" fmla="*/ 6 w 9"/>
                  <a:gd name="T13" fmla="*/ 28 h 37"/>
                  <a:gd name="T14" fmla="*/ 6 w 9"/>
                  <a:gd name="T15" fmla="*/ 26 h 37"/>
                  <a:gd name="T16" fmla="*/ 6 w 9"/>
                  <a:gd name="T17" fmla="*/ 24 h 37"/>
                  <a:gd name="T18" fmla="*/ 8 w 9"/>
                  <a:gd name="T19" fmla="*/ 22 h 37"/>
                  <a:gd name="T20" fmla="*/ 8 w 9"/>
                  <a:gd name="T21" fmla="*/ 18 h 37"/>
                  <a:gd name="T22" fmla="*/ 6 w 9"/>
                  <a:gd name="T23" fmla="*/ 20 h 37"/>
                  <a:gd name="T24" fmla="*/ 9 w 9"/>
                  <a:gd name="T25" fmla="*/ 16 h 37"/>
                  <a:gd name="T26" fmla="*/ 9 w 9"/>
                  <a:gd name="T27" fmla="*/ 13 h 37"/>
                  <a:gd name="T28" fmla="*/ 8 w 9"/>
                  <a:gd name="T29" fmla="*/ 11 h 37"/>
                  <a:gd name="T30" fmla="*/ 9 w 9"/>
                  <a:gd name="T31" fmla="*/ 9 h 37"/>
                  <a:gd name="T32" fmla="*/ 9 w 9"/>
                  <a:gd name="T33" fmla="*/ 5 h 37"/>
                  <a:gd name="T34" fmla="*/ 9 w 9"/>
                  <a:gd name="T35" fmla="*/ 5 h 37"/>
                  <a:gd name="T36" fmla="*/ 9 w 9"/>
                  <a:gd name="T37" fmla="*/ 3 h 37"/>
                  <a:gd name="T38" fmla="*/ 8 w 9"/>
                  <a:gd name="T39" fmla="*/ 0 h 37"/>
                  <a:gd name="T40" fmla="*/ 4 w 9"/>
                  <a:gd name="T41" fmla="*/ 3 h 37"/>
                  <a:gd name="T42" fmla="*/ 4 w 9"/>
                  <a:gd name="T43" fmla="*/ 9 h 37"/>
                  <a:gd name="T44" fmla="*/ 4 w 9"/>
                  <a:gd name="T45" fmla="*/ 11 h 37"/>
                  <a:gd name="T46" fmla="*/ 4 w 9"/>
                  <a:gd name="T47" fmla="*/ 13 h 37"/>
                  <a:gd name="T48" fmla="*/ 2 w 9"/>
                  <a:gd name="T49" fmla="*/ 18 h 37"/>
                  <a:gd name="T50" fmla="*/ 4 w 9"/>
                  <a:gd name="T51" fmla="*/ 20 h 37"/>
                  <a:gd name="T52" fmla="*/ 2 w 9"/>
                  <a:gd name="T53" fmla="*/ 20 h 37"/>
                  <a:gd name="T54" fmla="*/ 2 w 9"/>
                  <a:gd name="T55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37">
                    <a:moveTo>
                      <a:pt x="2" y="26"/>
                    </a:moveTo>
                    <a:lnTo>
                      <a:pt x="0" y="28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4" y="37"/>
                    </a:lnTo>
                    <a:lnTo>
                      <a:pt x="8" y="31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2" y="2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0" name="Freeform 6088">
                <a:extLst>
                  <a:ext uri="{FF2B5EF4-FFF2-40B4-BE49-F238E27FC236}">
                    <a16:creationId xmlns:a16="http://schemas.microsoft.com/office/drawing/2014/main" id="{104000C3-B0B8-46CC-92CA-066CA56F01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715"/>
                <a:ext cx="6" cy="9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0 h 9"/>
                  <a:gd name="T4" fmla="*/ 0 w 6"/>
                  <a:gd name="T5" fmla="*/ 2 h 9"/>
                  <a:gd name="T6" fmla="*/ 0 w 6"/>
                  <a:gd name="T7" fmla="*/ 5 h 9"/>
                  <a:gd name="T8" fmla="*/ 0 w 6"/>
                  <a:gd name="T9" fmla="*/ 9 h 9"/>
                  <a:gd name="T10" fmla="*/ 4 w 6"/>
                  <a:gd name="T11" fmla="*/ 9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1" name="Freeform 6089">
                <a:extLst>
                  <a:ext uri="{FF2B5EF4-FFF2-40B4-BE49-F238E27FC236}">
                    <a16:creationId xmlns:a16="http://schemas.microsoft.com/office/drawing/2014/main" id="{56015F9B-F7B1-47BD-BE85-171C6BC59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7" y="2664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4 w 7"/>
                  <a:gd name="T3" fmla="*/ 4 h 4"/>
                  <a:gd name="T4" fmla="*/ 7 w 7"/>
                  <a:gd name="T5" fmla="*/ 4 h 4"/>
                  <a:gd name="T6" fmla="*/ 6 w 7"/>
                  <a:gd name="T7" fmla="*/ 0 h 4"/>
                  <a:gd name="T8" fmla="*/ 0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4" y="4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2" name="Freeform 6090">
                <a:extLst>
                  <a:ext uri="{FF2B5EF4-FFF2-40B4-BE49-F238E27FC236}">
                    <a16:creationId xmlns:a16="http://schemas.microsoft.com/office/drawing/2014/main" id="{06A72BF0-7B44-4CB1-AEA9-60B93FB3903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3" y="2646"/>
                <a:ext cx="5" cy="13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4 h 13"/>
                  <a:gd name="T4" fmla="*/ 5 w 5"/>
                  <a:gd name="T5" fmla="*/ 13 h 13"/>
                  <a:gd name="T6" fmla="*/ 5 w 5"/>
                  <a:gd name="T7" fmla="*/ 5 h 13"/>
                  <a:gd name="T8" fmla="*/ 5 w 5"/>
                  <a:gd name="T9" fmla="*/ 4 h 13"/>
                  <a:gd name="T10" fmla="*/ 5 w 5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lnTo>
                      <a:pt x="0" y="4"/>
                    </a:lnTo>
                    <a:lnTo>
                      <a:pt x="5" y="13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3" name="Freeform 6091">
                <a:extLst>
                  <a:ext uri="{FF2B5EF4-FFF2-40B4-BE49-F238E27FC236}">
                    <a16:creationId xmlns:a16="http://schemas.microsoft.com/office/drawing/2014/main" id="{AEDB2310-F820-41C7-9700-82CD4BC998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0" y="2674"/>
                <a:ext cx="9" cy="7"/>
              </a:xfrm>
              <a:custGeom>
                <a:avLst/>
                <a:gdLst>
                  <a:gd name="T0" fmla="*/ 1 w 9"/>
                  <a:gd name="T1" fmla="*/ 0 h 7"/>
                  <a:gd name="T2" fmla="*/ 1 w 9"/>
                  <a:gd name="T3" fmla="*/ 3 h 7"/>
                  <a:gd name="T4" fmla="*/ 0 w 9"/>
                  <a:gd name="T5" fmla="*/ 5 h 7"/>
                  <a:gd name="T6" fmla="*/ 1 w 9"/>
                  <a:gd name="T7" fmla="*/ 7 h 7"/>
                  <a:gd name="T8" fmla="*/ 5 w 9"/>
                  <a:gd name="T9" fmla="*/ 7 h 7"/>
                  <a:gd name="T10" fmla="*/ 9 w 9"/>
                  <a:gd name="T11" fmla="*/ 2 h 7"/>
                  <a:gd name="T12" fmla="*/ 5 w 9"/>
                  <a:gd name="T13" fmla="*/ 0 h 7"/>
                  <a:gd name="T14" fmla="*/ 1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4" name="Freeform 6092">
                <a:extLst>
                  <a:ext uri="{FF2B5EF4-FFF2-40B4-BE49-F238E27FC236}">
                    <a16:creationId xmlns:a16="http://schemas.microsoft.com/office/drawing/2014/main" id="{3A6E782E-F150-47B4-ACF7-C014AA99B0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090"/>
                <a:ext cx="22" cy="30"/>
              </a:xfrm>
              <a:custGeom>
                <a:avLst/>
                <a:gdLst>
                  <a:gd name="T0" fmla="*/ 0 w 22"/>
                  <a:gd name="T1" fmla="*/ 24 h 30"/>
                  <a:gd name="T2" fmla="*/ 0 w 22"/>
                  <a:gd name="T3" fmla="*/ 30 h 30"/>
                  <a:gd name="T4" fmla="*/ 3 w 22"/>
                  <a:gd name="T5" fmla="*/ 28 h 30"/>
                  <a:gd name="T6" fmla="*/ 3 w 22"/>
                  <a:gd name="T7" fmla="*/ 26 h 30"/>
                  <a:gd name="T8" fmla="*/ 5 w 22"/>
                  <a:gd name="T9" fmla="*/ 24 h 30"/>
                  <a:gd name="T10" fmla="*/ 5 w 22"/>
                  <a:gd name="T11" fmla="*/ 21 h 30"/>
                  <a:gd name="T12" fmla="*/ 7 w 22"/>
                  <a:gd name="T13" fmla="*/ 19 h 30"/>
                  <a:gd name="T14" fmla="*/ 7 w 22"/>
                  <a:gd name="T15" fmla="*/ 17 h 30"/>
                  <a:gd name="T16" fmla="*/ 7 w 22"/>
                  <a:gd name="T17" fmla="*/ 17 h 30"/>
                  <a:gd name="T18" fmla="*/ 9 w 22"/>
                  <a:gd name="T19" fmla="*/ 19 h 30"/>
                  <a:gd name="T20" fmla="*/ 11 w 22"/>
                  <a:gd name="T21" fmla="*/ 15 h 30"/>
                  <a:gd name="T22" fmla="*/ 13 w 22"/>
                  <a:gd name="T23" fmla="*/ 11 h 30"/>
                  <a:gd name="T24" fmla="*/ 16 w 22"/>
                  <a:gd name="T25" fmla="*/ 10 h 30"/>
                  <a:gd name="T26" fmla="*/ 18 w 22"/>
                  <a:gd name="T27" fmla="*/ 8 h 30"/>
                  <a:gd name="T28" fmla="*/ 22 w 22"/>
                  <a:gd name="T29" fmla="*/ 8 h 30"/>
                  <a:gd name="T30" fmla="*/ 22 w 22"/>
                  <a:gd name="T31" fmla="*/ 4 h 30"/>
                  <a:gd name="T32" fmla="*/ 20 w 22"/>
                  <a:gd name="T33" fmla="*/ 0 h 30"/>
                  <a:gd name="T34" fmla="*/ 16 w 22"/>
                  <a:gd name="T35" fmla="*/ 0 h 30"/>
                  <a:gd name="T36" fmla="*/ 14 w 22"/>
                  <a:gd name="T37" fmla="*/ 4 h 30"/>
                  <a:gd name="T38" fmla="*/ 13 w 22"/>
                  <a:gd name="T39" fmla="*/ 6 h 30"/>
                  <a:gd name="T40" fmla="*/ 13 w 22"/>
                  <a:gd name="T41" fmla="*/ 6 h 30"/>
                  <a:gd name="T42" fmla="*/ 11 w 22"/>
                  <a:gd name="T43" fmla="*/ 8 h 30"/>
                  <a:gd name="T44" fmla="*/ 11 w 22"/>
                  <a:gd name="T45" fmla="*/ 6 h 30"/>
                  <a:gd name="T46" fmla="*/ 9 w 22"/>
                  <a:gd name="T47" fmla="*/ 4 h 30"/>
                  <a:gd name="T48" fmla="*/ 7 w 22"/>
                  <a:gd name="T49" fmla="*/ 6 h 30"/>
                  <a:gd name="T50" fmla="*/ 5 w 22"/>
                  <a:gd name="T51" fmla="*/ 8 h 30"/>
                  <a:gd name="T52" fmla="*/ 7 w 22"/>
                  <a:gd name="T53" fmla="*/ 10 h 30"/>
                  <a:gd name="T54" fmla="*/ 3 w 22"/>
                  <a:gd name="T55" fmla="*/ 13 h 30"/>
                  <a:gd name="T56" fmla="*/ 1 w 22"/>
                  <a:gd name="T57" fmla="*/ 13 h 30"/>
                  <a:gd name="T58" fmla="*/ 3 w 22"/>
                  <a:gd name="T59" fmla="*/ 15 h 30"/>
                  <a:gd name="T60" fmla="*/ 1 w 22"/>
                  <a:gd name="T61" fmla="*/ 17 h 30"/>
                  <a:gd name="T62" fmla="*/ 0 w 22"/>
                  <a:gd name="T63" fmla="*/ 19 h 30"/>
                  <a:gd name="T64" fmla="*/ 0 w 22"/>
                  <a:gd name="T65" fmla="*/ 21 h 30"/>
                  <a:gd name="T66" fmla="*/ 0 w 22"/>
                  <a:gd name="T67" fmla="*/ 23 h 30"/>
                  <a:gd name="T68" fmla="*/ 0 w 22"/>
                  <a:gd name="T69" fmla="*/ 23 h 30"/>
                  <a:gd name="T70" fmla="*/ 0 w 22"/>
                  <a:gd name="T7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30">
                    <a:moveTo>
                      <a:pt x="0" y="24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9" y="19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5" name="Freeform 6093">
                <a:extLst>
                  <a:ext uri="{FF2B5EF4-FFF2-40B4-BE49-F238E27FC236}">
                    <a16:creationId xmlns:a16="http://schemas.microsoft.com/office/drawing/2014/main" id="{11EF876B-A8C4-4866-8886-2888CB0B5C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06" y="2070"/>
                <a:ext cx="16" cy="20"/>
              </a:xfrm>
              <a:custGeom>
                <a:avLst/>
                <a:gdLst>
                  <a:gd name="T0" fmla="*/ 5 w 16"/>
                  <a:gd name="T1" fmla="*/ 16 h 20"/>
                  <a:gd name="T2" fmla="*/ 7 w 16"/>
                  <a:gd name="T3" fmla="*/ 15 h 20"/>
                  <a:gd name="T4" fmla="*/ 11 w 16"/>
                  <a:gd name="T5" fmla="*/ 13 h 20"/>
                  <a:gd name="T6" fmla="*/ 11 w 16"/>
                  <a:gd name="T7" fmla="*/ 9 h 20"/>
                  <a:gd name="T8" fmla="*/ 11 w 16"/>
                  <a:gd name="T9" fmla="*/ 7 h 20"/>
                  <a:gd name="T10" fmla="*/ 16 w 16"/>
                  <a:gd name="T11" fmla="*/ 0 h 20"/>
                  <a:gd name="T12" fmla="*/ 11 w 16"/>
                  <a:gd name="T13" fmla="*/ 2 h 20"/>
                  <a:gd name="T14" fmla="*/ 7 w 16"/>
                  <a:gd name="T15" fmla="*/ 3 h 20"/>
                  <a:gd name="T16" fmla="*/ 7 w 16"/>
                  <a:gd name="T17" fmla="*/ 5 h 20"/>
                  <a:gd name="T18" fmla="*/ 5 w 16"/>
                  <a:gd name="T19" fmla="*/ 7 h 20"/>
                  <a:gd name="T20" fmla="*/ 3 w 16"/>
                  <a:gd name="T21" fmla="*/ 9 h 20"/>
                  <a:gd name="T22" fmla="*/ 3 w 16"/>
                  <a:gd name="T23" fmla="*/ 11 h 20"/>
                  <a:gd name="T24" fmla="*/ 3 w 16"/>
                  <a:gd name="T25" fmla="*/ 13 h 20"/>
                  <a:gd name="T26" fmla="*/ 1 w 16"/>
                  <a:gd name="T27" fmla="*/ 15 h 20"/>
                  <a:gd name="T28" fmla="*/ 0 w 16"/>
                  <a:gd name="T29" fmla="*/ 20 h 20"/>
                  <a:gd name="T30" fmla="*/ 3 w 16"/>
                  <a:gd name="T31" fmla="*/ 20 h 20"/>
                  <a:gd name="T32" fmla="*/ 5 w 16"/>
                  <a:gd name="T3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0">
                    <a:moveTo>
                      <a:pt x="5" y="16"/>
                    </a:moveTo>
                    <a:lnTo>
                      <a:pt x="7" y="15"/>
                    </a:lnTo>
                    <a:lnTo>
                      <a:pt x="11" y="13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6" name="Freeform 6094">
                <a:extLst>
                  <a:ext uri="{FF2B5EF4-FFF2-40B4-BE49-F238E27FC236}">
                    <a16:creationId xmlns:a16="http://schemas.microsoft.com/office/drawing/2014/main" id="{CF7BB6D5-2BCD-489B-BAEC-E49C7D0D46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128"/>
                <a:ext cx="7" cy="7"/>
              </a:xfrm>
              <a:custGeom>
                <a:avLst/>
                <a:gdLst>
                  <a:gd name="T0" fmla="*/ 0 w 7"/>
                  <a:gd name="T1" fmla="*/ 5 h 7"/>
                  <a:gd name="T2" fmla="*/ 3 w 7"/>
                  <a:gd name="T3" fmla="*/ 7 h 7"/>
                  <a:gd name="T4" fmla="*/ 5 w 7"/>
                  <a:gd name="T5" fmla="*/ 3 h 7"/>
                  <a:gd name="T6" fmla="*/ 7 w 7"/>
                  <a:gd name="T7" fmla="*/ 0 h 7"/>
                  <a:gd name="T8" fmla="*/ 3 w 7"/>
                  <a:gd name="T9" fmla="*/ 1 h 7"/>
                  <a:gd name="T10" fmla="*/ 0 w 7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lnTo>
                      <a:pt x="3" y="7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7" name="Freeform 6095">
                <a:extLst>
                  <a:ext uri="{FF2B5EF4-FFF2-40B4-BE49-F238E27FC236}">
                    <a16:creationId xmlns:a16="http://schemas.microsoft.com/office/drawing/2014/main" id="{4A1EC2B2-8D77-42E3-ACFF-61EC6EAF88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4" y="2027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2 h 5"/>
                  <a:gd name="T4" fmla="*/ 3 w 5"/>
                  <a:gd name="T5" fmla="*/ 0 h 5"/>
                  <a:gd name="T6" fmla="*/ 0 w 5"/>
                  <a:gd name="T7" fmla="*/ 2 h 5"/>
                  <a:gd name="T8" fmla="*/ 3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8" name="Freeform 6096">
                <a:extLst>
                  <a:ext uri="{FF2B5EF4-FFF2-40B4-BE49-F238E27FC236}">
                    <a16:creationId xmlns:a16="http://schemas.microsoft.com/office/drawing/2014/main" id="{FB466F13-FC72-4AF0-963B-0F37CC6E29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1891"/>
                <a:ext cx="22" cy="15"/>
              </a:xfrm>
              <a:custGeom>
                <a:avLst/>
                <a:gdLst>
                  <a:gd name="T0" fmla="*/ 22 w 22"/>
                  <a:gd name="T1" fmla="*/ 5 h 15"/>
                  <a:gd name="T2" fmla="*/ 22 w 22"/>
                  <a:gd name="T3" fmla="*/ 3 h 15"/>
                  <a:gd name="T4" fmla="*/ 19 w 22"/>
                  <a:gd name="T5" fmla="*/ 3 h 15"/>
                  <a:gd name="T6" fmla="*/ 19 w 22"/>
                  <a:gd name="T7" fmla="*/ 3 h 15"/>
                  <a:gd name="T8" fmla="*/ 19 w 22"/>
                  <a:gd name="T9" fmla="*/ 2 h 15"/>
                  <a:gd name="T10" fmla="*/ 17 w 22"/>
                  <a:gd name="T11" fmla="*/ 2 h 15"/>
                  <a:gd name="T12" fmla="*/ 15 w 22"/>
                  <a:gd name="T13" fmla="*/ 2 h 15"/>
                  <a:gd name="T14" fmla="*/ 13 w 22"/>
                  <a:gd name="T15" fmla="*/ 0 h 15"/>
                  <a:gd name="T16" fmla="*/ 9 w 22"/>
                  <a:gd name="T17" fmla="*/ 2 h 15"/>
                  <a:gd name="T18" fmla="*/ 9 w 22"/>
                  <a:gd name="T19" fmla="*/ 5 h 15"/>
                  <a:gd name="T20" fmla="*/ 8 w 22"/>
                  <a:gd name="T21" fmla="*/ 7 h 15"/>
                  <a:gd name="T22" fmla="*/ 8 w 22"/>
                  <a:gd name="T23" fmla="*/ 9 h 15"/>
                  <a:gd name="T24" fmla="*/ 6 w 22"/>
                  <a:gd name="T25" fmla="*/ 7 h 15"/>
                  <a:gd name="T26" fmla="*/ 8 w 22"/>
                  <a:gd name="T27" fmla="*/ 5 h 15"/>
                  <a:gd name="T28" fmla="*/ 6 w 22"/>
                  <a:gd name="T29" fmla="*/ 2 h 15"/>
                  <a:gd name="T30" fmla="*/ 4 w 22"/>
                  <a:gd name="T31" fmla="*/ 2 h 15"/>
                  <a:gd name="T32" fmla="*/ 2 w 22"/>
                  <a:gd name="T33" fmla="*/ 3 h 15"/>
                  <a:gd name="T34" fmla="*/ 0 w 22"/>
                  <a:gd name="T35" fmla="*/ 5 h 15"/>
                  <a:gd name="T36" fmla="*/ 0 w 22"/>
                  <a:gd name="T37" fmla="*/ 9 h 15"/>
                  <a:gd name="T38" fmla="*/ 2 w 22"/>
                  <a:gd name="T39" fmla="*/ 11 h 15"/>
                  <a:gd name="T40" fmla="*/ 4 w 22"/>
                  <a:gd name="T41" fmla="*/ 11 h 15"/>
                  <a:gd name="T42" fmla="*/ 4 w 22"/>
                  <a:gd name="T43" fmla="*/ 9 h 15"/>
                  <a:gd name="T44" fmla="*/ 6 w 22"/>
                  <a:gd name="T45" fmla="*/ 11 h 15"/>
                  <a:gd name="T46" fmla="*/ 8 w 22"/>
                  <a:gd name="T47" fmla="*/ 9 h 15"/>
                  <a:gd name="T48" fmla="*/ 8 w 22"/>
                  <a:gd name="T49" fmla="*/ 9 h 15"/>
                  <a:gd name="T50" fmla="*/ 9 w 22"/>
                  <a:gd name="T51" fmla="*/ 15 h 15"/>
                  <a:gd name="T52" fmla="*/ 13 w 22"/>
                  <a:gd name="T53" fmla="*/ 13 h 15"/>
                  <a:gd name="T54" fmla="*/ 13 w 22"/>
                  <a:gd name="T55" fmla="*/ 11 h 15"/>
                  <a:gd name="T56" fmla="*/ 13 w 22"/>
                  <a:gd name="T57" fmla="*/ 11 h 15"/>
                  <a:gd name="T58" fmla="*/ 13 w 22"/>
                  <a:gd name="T59" fmla="*/ 11 h 15"/>
                  <a:gd name="T60" fmla="*/ 15 w 22"/>
                  <a:gd name="T61" fmla="*/ 13 h 15"/>
                  <a:gd name="T62" fmla="*/ 19 w 22"/>
                  <a:gd name="T63" fmla="*/ 15 h 15"/>
                  <a:gd name="T64" fmla="*/ 21 w 22"/>
                  <a:gd name="T65" fmla="*/ 13 h 15"/>
                  <a:gd name="T66" fmla="*/ 22 w 22"/>
                  <a:gd name="T67" fmla="*/ 9 h 15"/>
                  <a:gd name="T68" fmla="*/ 21 w 22"/>
                  <a:gd name="T69" fmla="*/ 7 h 15"/>
                  <a:gd name="T70" fmla="*/ 21 w 22"/>
                  <a:gd name="T71" fmla="*/ 7 h 15"/>
                  <a:gd name="T72" fmla="*/ 22 w 22"/>
                  <a:gd name="T7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5">
                    <a:moveTo>
                      <a:pt x="22" y="5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9" name="Freeform 6097">
                <a:extLst>
                  <a:ext uri="{FF2B5EF4-FFF2-40B4-BE49-F238E27FC236}">
                    <a16:creationId xmlns:a16="http://schemas.microsoft.com/office/drawing/2014/main" id="{D91D1C6A-EB74-4013-BCF1-D3503DD1BB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8" y="2051"/>
                <a:ext cx="6" cy="8"/>
              </a:xfrm>
              <a:custGeom>
                <a:avLst/>
                <a:gdLst>
                  <a:gd name="T0" fmla="*/ 2 w 6"/>
                  <a:gd name="T1" fmla="*/ 2 h 8"/>
                  <a:gd name="T2" fmla="*/ 0 w 6"/>
                  <a:gd name="T3" fmla="*/ 8 h 8"/>
                  <a:gd name="T4" fmla="*/ 4 w 6"/>
                  <a:gd name="T5" fmla="*/ 8 h 8"/>
                  <a:gd name="T6" fmla="*/ 6 w 6"/>
                  <a:gd name="T7" fmla="*/ 6 h 8"/>
                  <a:gd name="T8" fmla="*/ 6 w 6"/>
                  <a:gd name="T9" fmla="*/ 0 h 8"/>
                  <a:gd name="T10" fmla="*/ 2 w 6"/>
                  <a:gd name="T11" fmla="*/ 0 h 8"/>
                  <a:gd name="T12" fmla="*/ 2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2"/>
                    </a:moveTo>
                    <a:lnTo>
                      <a:pt x="0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0" name="Freeform 6098">
                <a:extLst>
                  <a:ext uri="{FF2B5EF4-FFF2-40B4-BE49-F238E27FC236}">
                    <a16:creationId xmlns:a16="http://schemas.microsoft.com/office/drawing/2014/main" id="{1C826B08-D1C8-4F23-A3D0-95FCCCBD4D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7" y="1956"/>
                <a:ext cx="6" cy="7"/>
              </a:xfrm>
              <a:custGeom>
                <a:avLst/>
                <a:gdLst>
                  <a:gd name="T0" fmla="*/ 6 w 6"/>
                  <a:gd name="T1" fmla="*/ 7 h 7"/>
                  <a:gd name="T2" fmla="*/ 6 w 6"/>
                  <a:gd name="T3" fmla="*/ 4 h 7"/>
                  <a:gd name="T4" fmla="*/ 2 w 6"/>
                  <a:gd name="T5" fmla="*/ 0 h 7"/>
                  <a:gd name="T6" fmla="*/ 0 w 6"/>
                  <a:gd name="T7" fmla="*/ 2 h 7"/>
                  <a:gd name="T8" fmla="*/ 0 w 6"/>
                  <a:gd name="T9" fmla="*/ 6 h 7"/>
                  <a:gd name="T10" fmla="*/ 2 w 6"/>
                  <a:gd name="T11" fmla="*/ 7 h 7"/>
                  <a:gd name="T12" fmla="*/ 6 w 6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1" name="Freeform 6099">
                <a:extLst>
                  <a:ext uri="{FF2B5EF4-FFF2-40B4-BE49-F238E27FC236}">
                    <a16:creationId xmlns:a16="http://schemas.microsoft.com/office/drawing/2014/main" id="{66C642D0-6F73-4A81-8697-8BCE865F155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91" y="1643"/>
                <a:ext cx="7" cy="15"/>
              </a:xfrm>
              <a:custGeom>
                <a:avLst/>
                <a:gdLst>
                  <a:gd name="T0" fmla="*/ 2 w 7"/>
                  <a:gd name="T1" fmla="*/ 9 h 15"/>
                  <a:gd name="T2" fmla="*/ 3 w 7"/>
                  <a:gd name="T3" fmla="*/ 15 h 15"/>
                  <a:gd name="T4" fmla="*/ 7 w 7"/>
                  <a:gd name="T5" fmla="*/ 11 h 15"/>
                  <a:gd name="T6" fmla="*/ 7 w 7"/>
                  <a:gd name="T7" fmla="*/ 9 h 15"/>
                  <a:gd name="T8" fmla="*/ 5 w 7"/>
                  <a:gd name="T9" fmla="*/ 7 h 15"/>
                  <a:gd name="T10" fmla="*/ 5 w 7"/>
                  <a:gd name="T11" fmla="*/ 7 h 15"/>
                  <a:gd name="T12" fmla="*/ 5 w 7"/>
                  <a:gd name="T13" fmla="*/ 4 h 15"/>
                  <a:gd name="T14" fmla="*/ 3 w 7"/>
                  <a:gd name="T15" fmla="*/ 0 h 15"/>
                  <a:gd name="T16" fmla="*/ 0 w 7"/>
                  <a:gd name="T17" fmla="*/ 2 h 15"/>
                  <a:gd name="T18" fmla="*/ 0 w 7"/>
                  <a:gd name="T19" fmla="*/ 4 h 15"/>
                  <a:gd name="T20" fmla="*/ 3 w 7"/>
                  <a:gd name="T21" fmla="*/ 7 h 15"/>
                  <a:gd name="T22" fmla="*/ 3 w 7"/>
                  <a:gd name="T23" fmla="*/ 7 h 15"/>
                  <a:gd name="T24" fmla="*/ 3 w 7"/>
                  <a:gd name="T25" fmla="*/ 7 h 15"/>
                  <a:gd name="T26" fmla="*/ 2 w 7"/>
                  <a:gd name="T2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5">
                    <a:moveTo>
                      <a:pt x="2" y="9"/>
                    </a:moveTo>
                    <a:lnTo>
                      <a:pt x="3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2" name="Freeform 6100">
                <a:extLst>
                  <a:ext uri="{FF2B5EF4-FFF2-40B4-BE49-F238E27FC236}">
                    <a16:creationId xmlns:a16="http://schemas.microsoft.com/office/drawing/2014/main" id="{CF580DD3-5C1E-4B75-AE5F-E2E7F8E939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715"/>
                <a:ext cx="21" cy="30"/>
              </a:xfrm>
              <a:custGeom>
                <a:avLst/>
                <a:gdLst>
                  <a:gd name="T0" fmla="*/ 11 w 21"/>
                  <a:gd name="T1" fmla="*/ 21 h 30"/>
                  <a:gd name="T2" fmla="*/ 13 w 21"/>
                  <a:gd name="T3" fmla="*/ 19 h 30"/>
                  <a:gd name="T4" fmla="*/ 15 w 21"/>
                  <a:gd name="T5" fmla="*/ 15 h 30"/>
                  <a:gd name="T6" fmla="*/ 19 w 21"/>
                  <a:gd name="T7" fmla="*/ 14 h 30"/>
                  <a:gd name="T8" fmla="*/ 21 w 21"/>
                  <a:gd name="T9" fmla="*/ 14 h 30"/>
                  <a:gd name="T10" fmla="*/ 19 w 21"/>
                  <a:gd name="T11" fmla="*/ 8 h 30"/>
                  <a:gd name="T12" fmla="*/ 19 w 21"/>
                  <a:gd name="T13" fmla="*/ 6 h 30"/>
                  <a:gd name="T14" fmla="*/ 15 w 21"/>
                  <a:gd name="T15" fmla="*/ 0 h 30"/>
                  <a:gd name="T16" fmla="*/ 11 w 21"/>
                  <a:gd name="T17" fmla="*/ 0 h 30"/>
                  <a:gd name="T18" fmla="*/ 9 w 21"/>
                  <a:gd name="T19" fmla="*/ 2 h 30"/>
                  <a:gd name="T20" fmla="*/ 9 w 21"/>
                  <a:gd name="T21" fmla="*/ 4 h 30"/>
                  <a:gd name="T22" fmla="*/ 8 w 21"/>
                  <a:gd name="T23" fmla="*/ 4 h 30"/>
                  <a:gd name="T24" fmla="*/ 6 w 21"/>
                  <a:gd name="T25" fmla="*/ 8 h 30"/>
                  <a:gd name="T26" fmla="*/ 4 w 21"/>
                  <a:gd name="T27" fmla="*/ 10 h 30"/>
                  <a:gd name="T28" fmla="*/ 0 w 21"/>
                  <a:gd name="T29" fmla="*/ 14 h 30"/>
                  <a:gd name="T30" fmla="*/ 4 w 21"/>
                  <a:gd name="T31" fmla="*/ 14 h 30"/>
                  <a:gd name="T32" fmla="*/ 6 w 21"/>
                  <a:gd name="T33" fmla="*/ 14 h 30"/>
                  <a:gd name="T34" fmla="*/ 6 w 21"/>
                  <a:gd name="T35" fmla="*/ 14 h 30"/>
                  <a:gd name="T36" fmla="*/ 6 w 21"/>
                  <a:gd name="T37" fmla="*/ 19 h 30"/>
                  <a:gd name="T38" fmla="*/ 8 w 21"/>
                  <a:gd name="T39" fmla="*/ 21 h 30"/>
                  <a:gd name="T40" fmla="*/ 8 w 21"/>
                  <a:gd name="T41" fmla="*/ 23 h 30"/>
                  <a:gd name="T42" fmla="*/ 6 w 21"/>
                  <a:gd name="T43" fmla="*/ 25 h 30"/>
                  <a:gd name="T44" fmla="*/ 8 w 21"/>
                  <a:gd name="T45" fmla="*/ 27 h 30"/>
                  <a:gd name="T46" fmla="*/ 9 w 21"/>
                  <a:gd name="T47" fmla="*/ 30 h 30"/>
                  <a:gd name="T48" fmla="*/ 13 w 21"/>
                  <a:gd name="T49" fmla="*/ 30 h 30"/>
                  <a:gd name="T50" fmla="*/ 13 w 21"/>
                  <a:gd name="T51" fmla="*/ 27 h 30"/>
                  <a:gd name="T52" fmla="*/ 11 w 21"/>
                  <a:gd name="T53" fmla="*/ 25 h 30"/>
                  <a:gd name="T54" fmla="*/ 11 w 21"/>
                  <a:gd name="T55" fmla="*/ 23 h 30"/>
                  <a:gd name="T56" fmla="*/ 11 w 21"/>
                  <a:gd name="T5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30">
                    <a:moveTo>
                      <a:pt x="11" y="21"/>
                    </a:moveTo>
                    <a:lnTo>
                      <a:pt x="13" y="19"/>
                    </a:lnTo>
                    <a:lnTo>
                      <a:pt x="15" y="15"/>
                    </a:lnTo>
                    <a:lnTo>
                      <a:pt x="19" y="14"/>
                    </a:lnTo>
                    <a:lnTo>
                      <a:pt x="21" y="14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3" y="27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3" name="Freeform 6101">
                <a:extLst>
                  <a:ext uri="{FF2B5EF4-FFF2-40B4-BE49-F238E27FC236}">
                    <a16:creationId xmlns:a16="http://schemas.microsoft.com/office/drawing/2014/main" id="{52D7F3DB-E695-4BCC-AA0C-74A80017BBE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5" y="2004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4 h 4"/>
                  <a:gd name="T10" fmla="*/ 4 w 6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4" name="Freeform 6102">
                <a:extLst>
                  <a:ext uri="{FF2B5EF4-FFF2-40B4-BE49-F238E27FC236}">
                    <a16:creationId xmlns:a16="http://schemas.microsoft.com/office/drawing/2014/main" id="{23C66587-CBEC-41EA-AB50-15ECF877036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2034"/>
                <a:ext cx="7" cy="15"/>
              </a:xfrm>
              <a:custGeom>
                <a:avLst/>
                <a:gdLst>
                  <a:gd name="T0" fmla="*/ 0 w 7"/>
                  <a:gd name="T1" fmla="*/ 11 h 15"/>
                  <a:gd name="T2" fmla="*/ 0 w 7"/>
                  <a:gd name="T3" fmla="*/ 15 h 15"/>
                  <a:gd name="T4" fmla="*/ 3 w 7"/>
                  <a:gd name="T5" fmla="*/ 15 h 15"/>
                  <a:gd name="T6" fmla="*/ 3 w 7"/>
                  <a:gd name="T7" fmla="*/ 11 h 15"/>
                  <a:gd name="T8" fmla="*/ 3 w 7"/>
                  <a:gd name="T9" fmla="*/ 11 h 15"/>
                  <a:gd name="T10" fmla="*/ 7 w 7"/>
                  <a:gd name="T11" fmla="*/ 8 h 15"/>
                  <a:gd name="T12" fmla="*/ 5 w 7"/>
                  <a:gd name="T13" fmla="*/ 6 h 15"/>
                  <a:gd name="T14" fmla="*/ 5 w 7"/>
                  <a:gd name="T15" fmla="*/ 4 h 15"/>
                  <a:gd name="T16" fmla="*/ 5 w 7"/>
                  <a:gd name="T17" fmla="*/ 0 h 15"/>
                  <a:gd name="T18" fmla="*/ 2 w 7"/>
                  <a:gd name="T19" fmla="*/ 4 h 15"/>
                  <a:gd name="T20" fmla="*/ 3 w 7"/>
                  <a:gd name="T21" fmla="*/ 6 h 15"/>
                  <a:gd name="T22" fmla="*/ 2 w 7"/>
                  <a:gd name="T23" fmla="*/ 6 h 15"/>
                  <a:gd name="T24" fmla="*/ 3 w 7"/>
                  <a:gd name="T25" fmla="*/ 11 h 15"/>
                  <a:gd name="T26" fmla="*/ 2 w 7"/>
                  <a:gd name="T27" fmla="*/ 10 h 15"/>
                  <a:gd name="T28" fmla="*/ 0 w 7"/>
                  <a:gd name="T2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0" y="11"/>
                    </a:moveTo>
                    <a:lnTo>
                      <a:pt x="0" y="15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5" name="Freeform 6103">
                <a:extLst>
                  <a:ext uri="{FF2B5EF4-FFF2-40B4-BE49-F238E27FC236}">
                    <a16:creationId xmlns:a16="http://schemas.microsoft.com/office/drawing/2014/main" id="{0CB5C1BF-599B-4D1E-A088-E732FD175A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990"/>
                <a:ext cx="9" cy="14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2 h 8"/>
                  <a:gd name="T4" fmla="*/ 3 w 5"/>
                  <a:gd name="T5" fmla="*/ 1 h 8"/>
                  <a:gd name="T6" fmla="*/ 1 w 5"/>
                  <a:gd name="T7" fmla="*/ 0 h 8"/>
                  <a:gd name="T8" fmla="*/ 1 w 5"/>
                  <a:gd name="T9" fmla="*/ 2 h 8"/>
                  <a:gd name="T10" fmla="*/ 0 w 5"/>
                  <a:gd name="T11" fmla="*/ 4 h 8"/>
                  <a:gd name="T12" fmla="*/ 2 w 5"/>
                  <a:gd name="T13" fmla="*/ 5 h 8"/>
                  <a:gd name="T14" fmla="*/ 2 w 5"/>
                  <a:gd name="T15" fmla="*/ 5 h 8"/>
                  <a:gd name="T16" fmla="*/ 1 w 5"/>
                  <a:gd name="T17" fmla="*/ 6 h 8"/>
                  <a:gd name="T18" fmla="*/ 1 w 5"/>
                  <a:gd name="T19" fmla="*/ 7 h 8"/>
                  <a:gd name="T20" fmla="*/ 2 w 5"/>
                  <a:gd name="T21" fmla="*/ 8 h 8"/>
                  <a:gd name="T22" fmla="*/ 4 w 5"/>
                  <a:gd name="T23" fmla="*/ 8 h 8"/>
                  <a:gd name="T24" fmla="*/ 4 w 5"/>
                  <a:gd name="T25" fmla="*/ 7 h 8"/>
                  <a:gd name="T26" fmla="*/ 5 w 5"/>
                  <a:gd name="T27" fmla="*/ 8 h 8"/>
                  <a:gd name="T28" fmla="*/ 3 w 5"/>
                  <a:gd name="T29" fmla="*/ 6 h 8"/>
                  <a:gd name="T30" fmla="*/ 3 w 5"/>
                  <a:gd name="T31" fmla="*/ 6 h 8"/>
                  <a:gd name="T32" fmla="*/ 3 w 5"/>
                  <a:gd name="T33" fmla="*/ 6 h 8"/>
                  <a:gd name="T34" fmla="*/ 3 w 5"/>
                  <a:gd name="T35" fmla="*/ 5 h 8"/>
                  <a:gd name="T36" fmla="*/ 3 w 5"/>
                  <a:gd name="T37" fmla="*/ 4 h 8"/>
                  <a:gd name="T38" fmla="*/ 4 w 5"/>
                  <a:gd name="T3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6" name="Freeform 6104">
                <a:extLst>
                  <a:ext uri="{FF2B5EF4-FFF2-40B4-BE49-F238E27FC236}">
                    <a16:creationId xmlns:a16="http://schemas.microsoft.com/office/drawing/2014/main" id="{2189A93B-459A-4E96-B1CB-6E350940F1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2006"/>
                <a:ext cx="6" cy="10"/>
              </a:xfrm>
              <a:custGeom>
                <a:avLst/>
                <a:gdLst>
                  <a:gd name="T0" fmla="*/ 2 w 6"/>
                  <a:gd name="T1" fmla="*/ 4 h 10"/>
                  <a:gd name="T2" fmla="*/ 0 w 6"/>
                  <a:gd name="T3" fmla="*/ 10 h 10"/>
                  <a:gd name="T4" fmla="*/ 4 w 6"/>
                  <a:gd name="T5" fmla="*/ 8 h 10"/>
                  <a:gd name="T6" fmla="*/ 4 w 6"/>
                  <a:gd name="T7" fmla="*/ 6 h 10"/>
                  <a:gd name="T8" fmla="*/ 6 w 6"/>
                  <a:gd name="T9" fmla="*/ 2 h 10"/>
                  <a:gd name="T10" fmla="*/ 2 w 6"/>
                  <a:gd name="T11" fmla="*/ 0 h 10"/>
                  <a:gd name="T12" fmla="*/ 2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2" y="4"/>
                    </a:moveTo>
                    <a:lnTo>
                      <a:pt x="0" y="10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7" name="Freeform 6105">
                <a:extLst>
                  <a:ext uri="{FF2B5EF4-FFF2-40B4-BE49-F238E27FC236}">
                    <a16:creationId xmlns:a16="http://schemas.microsoft.com/office/drawing/2014/main" id="{A641DB5C-5278-45CB-BB5D-FB577D36F1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1818"/>
                <a:ext cx="24" cy="19"/>
              </a:xfrm>
              <a:custGeom>
                <a:avLst/>
                <a:gdLst>
                  <a:gd name="T0" fmla="*/ 9 w 24"/>
                  <a:gd name="T1" fmla="*/ 13 h 19"/>
                  <a:gd name="T2" fmla="*/ 11 w 24"/>
                  <a:gd name="T3" fmla="*/ 13 h 19"/>
                  <a:gd name="T4" fmla="*/ 13 w 24"/>
                  <a:gd name="T5" fmla="*/ 15 h 19"/>
                  <a:gd name="T6" fmla="*/ 15 w 24"/>
                  <a:gd name="T7" fmla="*/ 17 h 19"/>
                  <a:gd name="T8" fmla="*/ 17 w 24"/>
                  <a:gd name="T9" fmla="*/ 15 h 19"/>
                  <a:gd name="T10" fmla="*/ 19 w 24"/>
                  <a:gd name="T11" fmla="*/ 19 h 19"/>
                  <a:gd name="T12" fmla="*/ 23 w 24"/>
                  <a:gd name="T13" fmla="*/ 19 h 19"/>
                  <a:gd name="T14" fmla="*/ 24 w 24"/>
                  <a:gd name="T15" fmla="*/ 17 h 19"/>
                  <a:gd name="T16" fmla="*/ 23 w 24"/>
                  <a:gd name="T17" fmla="*/ 13 h 19"/>
                  <a:gd name="T18" fmla="*/ 19 w 24"/>
                  <a:gd name="T19" fmla="*/ 11 h 19"/>
                  <a:gd name="T20" fmla="*/ 15 w 24"/>
                  <a:gd name="T21" fmla="*/ 9 h 19"/>
                  <a:gd name="T22" fmla="*/ 15 w 24"/>
                  <a:gd name="T23" fmla="*/ 6 h 19"/>
                  <a:gd name="T24" fmla="*/ 11 w 24"/>
                  <a:gd name="T25" fmla="*/ 6 h 19"/>
                  <a:gd name="T26" fmla="*/ 9 w 24"/>
                  <a:gd name="T27" fmla="*/ 2 h 19"/>
                  <a:gd name="T28" fmla="*/ 13 w 24"/>
                  <a:gd name="T29" fmla="*/ 0 h 19"/>
                  <a:gd name="T30" fmla="*/ 8 w 24"/>
                  <a:gd name="T31" fmla="*/ 0 h 19"/>
                  <a:gd name="T32" fmla="*/ 6 w 24"/>
                  <a:gd name="T33" fmla="*/ 0 h 19"/>
                  <a:gd name="T34" fmla="*/ 4 w 24"/>
                  <a:gd name="T35" fmla="*/ 0 h 19"/>
                  <a:gd name="T36" fmla="*/ 0 w 24"/>
                  <a:gd name="T37" fmla="*/ 4 h 19"/>
                  <a:gd name="T38" fmla="*/ 0 w 24"/>
                  <a:gd name="T39" fmla="*/ 6 h 19"/>
                  <a:gd name="T40" fmla="*/ 4 w 24"/>
                  <a:gd name="T41" fmla="*/ 7 h 19"/>
                  <a:gd name="T42" fmla="*/ 6 w 24"/>
                  <a:gd name="T43" fmla="*/ 7 h 19"/>
                  <a:gd name="T44" fmla="*/ 6 w 24"/>
                  <a:gd name="T45" fmla="*/ 7 h 19"/>
                  <a:gd name="T46" fmla="*/ 6 w 24"/>
                  <a:gd name="T47" fmla="*/ 9 h 19"/>
                  <a:gd name="T48" fmla="*/ 9 w 24"/>
                  <a:gd name="T4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9" y="13"/>
                    </a:moveTo>
                    <a:lnTo>
                      <a:pt x="11" y="13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9" y="19"/>
                    </a:lnTo>
                    <a:lnTo>
                      <a:pt x="23" y="19"/>
                    </a:lnTo>
                    <a:lnTo>
                      <a:pt x="24" y="17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8" name="Freeform 6106">
                <a:extLst>
                  <a:ext uri="{FF2B5EF4-FFF2-40B4-BE49-F238E27FC236}">
                    <a16:creationId xmlns:a16="http://schemas.microsoft.com/office/drawing/2014/main" id="{E2A68AA7-5273-4520-9E1F-F633B9777D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376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0 w 9"/>
                  <a:gd name="T3" fmla="*/ 4 h 6"/>
                  <a:gd name="T4" fmla="*/ 2 w 9"/>
                  <a:gd name="T5" fmla="*/ 6 h 6"/>
                  <a:gd name="T6" fmla="*/ 5 w 9"/>
                  <a:gd name="T7" fmla="*/ 6 h 6"/>
                  <a:gd name="T8" fmla="*/ 9 w 9"/>
                  <a:gd name="T9" fmla="*/ 4 h 6"/>
                  <a:gd name="T10" fmla="*/ 9 w 9"/>
                  <a:gd name="T11" fmla="*/ 2 h 6"/>
                  <a:gd name="T12" fmla="*/ 5 w 9"/>
                  <a:gd name="T13" fmla="*/ 0 h 6"/>
                  <a:gd name="T14" fmla="*/ 3 w 9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3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9" name="Freeform 6107">
                <a:extLst>
                  <a:ext uri="{FF2B5EF4-FFF2-40B4-BE49-F238E27FC236}">
                    <a16:creationId xmlns:a16="http://schemas.microsoft.com/office/drawing/2014/main" id="{2670A0B5-8867-4100-8D0D-39E2FC8BA1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7" y="1827"/>
                <a:ext cx="21" cy="12"/>
              </a:xfrm>
              <a:custGeom>
                <a:avLst/>
                <a:gdLst>
                  <a:gd name="T0" fmla="*/ 13 w 21"/>
                  <a:gd name="T1" fmla="*/ 10 h 12"/>
                  <a:gd name="T2" fmla="*/ 15 w 21"/>
                  <a:gd name="T3" fmla="*/ 12 h 12"/>
                  <a:gd name="T4" fmla="*/ 21 w 21"/>
                  <a:gd name="T5" fmla="*/ 10 h 12"/>
                  <a:gd name="T6" fmla="*/ 19 w 21"/>
                  <a:gd name="T7" fmla="*/ 8 h 12"/>
                  <a:gd name="T8" fmla="*/ 13 w 21"/>
                  <a:gd name="T9" fmla="*/ 6 h 12"/>
                  <a:gd name="T10" fmla="*/ 11 w 21"/>
                  <a:gd name="T11" fmla="*/ 4 h 12"/>
                  <a:gd name="T12" fmla="*/ 9 w 21"/>
                  <a:gd name="T13" fmla="*/ 4 h 12"/>
                  <a:gd name="T14" fmla="*/ 8 w 21"/>
                  <a:gd name="T15" fmla="*/ 2 h 12"/>
                  <a:gd name="T16" fmla="*/ 4 w 21"/>
                  <a:gd name="T17" fmla="*/ 0 h 12"/>
                  <a:gd name="T18" fmla="*/ 0 w 21"/>
                  <a:gd name="T19" fmla="*/ 2 h 12"/>
                  <a:gd name="T20" fmla="*/ 4 w 21"/>
                  <a:gd name="T21" fmla="*/ 6 h 12"/>
                  <a:gd name="T22" fmla="*/ 6 w 21"/>
                  <a:gd name="T23" fmla="*/ 6 h 12"/>
                  <a:gd name="T24" fmla="*/ 9 w 21"/>
                  <a:gd name="T25" fmla="*/ 8 h 12"/>
                  <a:gd name="T26" fmla="*/ 13 w 21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2">
                    <a:moveTo>
                      <a:pt x="13" y="10"/>
                    </a:moveTo>
                    <a:lnTo>
                      <a:pt x="15" y="12"/>
                    </a:lnTo>
                    <a:lnTo>
                      <a:pt x="21" y="10"/>
                    </a:lnTo>
                    <a:lnTo>
                      <a:pt x="19" y="8"/>
                    </a:lnTo>
                    <a:lnTo>
                      <a:pt x="13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0" name="Freeform 6108">
                <a:extLst>
                  <a:ext uri="{FF2B5EF4-FFF2-40B4-BE49-F238E27FC236}">
                    <a16:creationId xmlns:a16="http://schemas.microsoft.com/office/drawing/2014/main" id="{9CFDB27C-FEEB-4245-B2BB-90309DABC16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76" y="1365"/>
                <a:ext cx="11" cy="11"/>
              </a:xfrm>
              <a:custGeom>
                <a:avLst/>
                <a:gdLst>
                  <a:gd name="T0" fmla="*/ 6 w 11"/>
                  <a:gd name="T1" fmla="*/ 7 h 11"/>
                  <a:gd name="T2" fmla="*/ 6 w 11"/>
                  <a:gd name="T3" fmla="*/ 11 h 11"/>
                  <a:gd name="T4" fmla="*/ 8 w 11"/>
                  <a:gd name="T5" fmla="*/ 11 h 11"/>
                  <a:gd name="T6" fmla="*/ 11 w 11"/>
                  <a:gd name="T7" fmla="*/ 9 h 11"/>
                  <a:gd name="T8" fmla="*/ 11 w 11"/>
                  <a:gd name="T9" fmla="*/ 7 h 11"/>
                  <a:gd name="T10" fmla="*/ 9 w 11"/>
                  <a:gd name="T11" fmla="*/ 6 h 11"/>
                  <a:gd name="T12" fmla="*/ 8 w 11"/>
                  <a:gd name="T13" fmla="*/ 4 h 11"/>
                  <a:gd name="T14" fmla="*/ 8 w 11"/>
                  <a:gd name="T15" fmla="*/ 4 h 11"/>
                  <a:gd name="T16" fmla="*/ 9 w 11"/>
                  <a:gd name="T17" fmla="*/ 0 h 11"/>
                  <a:gd name="T18" fmla="*/ 6 w 11"/>
                  <a:gd name="T19" fmla="*/ 0 h 11"/>
                  <a:gd name="T20" fmla="*/ 2 w 11"/>
                  <a:gd name="T21" fmla="*/ 0 h 11"/>
                  <a:gd name="T22" fmla="*/ 0 w 11"/>
                  <a:gd name="T23" fmla="*/ 4 h 11"/>
                  <a:gd name="T24" fmla="*/ 2 w 11"/>
                  <a:gd name="T25" fmla="*/ 4 h 11"/>
                  <a:gd name="T26" fmla="*/ 4 w 11"/>
                  <a:gd name="T27" fmla="*/ 4 h 11"/>
                  <a:gd name="T28" fmla="*/ 4 w 11"/>
                  <a:gd name="T29" fmla="*/ 6 h 11"/>
                  <a:gd name="T30" fmla="*/ 6 w 1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6" y="7"/>
                    </a:moveTo>
                    <a:lnTo>
                      <a:pt x="6" y="11"/>
                    </a:lnTo>
                    <a:lnTo>
                      <a:pt x="8" y="11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1" name="Freeform 6109">
                <a:extLst>
                  <a:ext uri="{FF2B5EF4-FFF2-40B4-BE49-F238E27FC236}">
                    <a16:creationId xmlns:a16="http://schemas.microsoft.com/office/drawing/2014/main" id="{F535C642-3323-477E-A9A8-CB3A56450D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0" y="1352"/>
                <a:ext cx="17" cy="17"/>
              </a:xfrm>
              <a:custGeom>
                <a:avLst/>
                <a:gdLst>
                  <a:gd name="T0" fmla="*/ 6 w 17"/>
                  <a:gd name="T1" fmla="*/ 15 h 17"/>
                  <a:gd name="T2" fmla="*/ 7 w 17"/>
                  <a:gd name="T3" fmla="*/ 13 h 17"/>
                  <a:gd name="T4" fmla="*/ 4 w 17"/>
                  <a:gd name="T5" fmla="*/ 17 h 17"/>
                  <a:gd name="T6" fmla="*/ 11 w 17"/>
                  <a:gd name="T7" fmla="*/ 13 h 17"/>
                  <a:gd name="T8" fmla="*/ 15 w 17"/>
                  <a:gd name="T9" fmla="*/ 9 h 17"/>
                  <a:gd name="T10" fmla="*/ 15 w 17"/>
                  <a:gd name="T11" fmla="*/ 7 h 17"/>
                  <a:gd name="T12" fmla="*/ 17 w 17"/>
                  <a:gd name="T13" fmla="*/ 7 h 17"/>
                  <a:gd name="T14" fmla="*/ 17 w 17"/>
                  <a:gd name="T15" fmla="*/ 2 h 17"/>
                  <a:gd name="T16" fmla="*/ 15 w 17"/>
                  <a:gd name="T17" fmla="*/ 0 h 17"/>
                  <a:gd name="T18" fmla="*/ 11 w 17"/>
                  <a:gd name="T19" fmla="*/ 2 h 17"/>
                  <a:gd name="T20" fmla="*/ 11 w 17"/>
                  <a:gd name="T21" fmla="*/ 4 h 17"/>
                  <a:gd name="T22" fmla="*/ 9 w 17"/>
                  <a:gd name="T23" fmla="*/ 6 h 17"/>
                  <a:gd name="T24" fmla="*/ 6 w 17"/>
                  <a:gd name="T25" fmla="*/ 7 h 17"/>
                  <a:gd name="T26" fmla="*/ 2 w 17"/>
                  <a:gd name="T27" fmla="*/ 11 h 17"/>
                  <a:gd name="T28" fmla="*/ 0 w 17"/>
                  <a:gd name="T29" fmla="*/ 15 h 17"/>
                  <a:gd name="T30" fmla="*/ 4 w 17"/>
                  <a:gd name="T31" fmla="*/ 15 h 17"/>
                  <a:gd name="T32" fmla="*/ 6 w 17"/>
                  <a:gd name="T3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7">
                    <a:moveTo>
                      <a:pt x="6" y="15"/>
                    </a:moveTo>
                    <a:lnTo>
                      <a:pt x="7" y="13"/>
                    </a:lnTo>
                    <a:lnTo>
                      <a:pt x="4" y="17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2" name="Freeform 6110">
                <a:extLst>
                  <a:ext uri="{FF2B5EF4-FFF2-40B4-BE49-F238E27FC236}">
                    <a16:creationId xmlns:a16="http://schemas.microsoft.com/office/drawing/2014/main" id="{4EC2D66E-FF82-4084-9546-FEEF8E4B5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2" y="1233"/>
                <a:ext cx="76" cy="59"/>
              </a:xfrm>
              <a:custGeom>
                <a:avLst/>
                <a:gdLst>
                  <a:gd name="T0" fmla="*/ 9 w 76"/>
                  <a:gd name="T1" fmla="*/ 11 h 59"/>
                  <a:gd name="T2" fmla="*/ 5 w 76"/>
                  <a:gd name="T3" fmla="*/ 13 h 59"/>
                  <a:gd name="T4" fmla="*/ 0 w 76"/>
                  <a:gd name="T5" fmla="*/ 20 h 59"/>
                  <a:gd name="T6" fmla="*/ 4 w 76"/>
                  <a:gd name="T7" fmla="*/ 26 h 59"/>
                  <a:gd name="T8" fmla="*/ 5 w 76"/>
                  <a:gd name="T9" fmla="*/ 26 h 59"/>
                  <a:gd name="T10" fmla="*/ 2 w 76"/>
                  <a:gd name="T11" fmla="*/ 31 h 59"/>
                  <a:gd name="T12" fmla="*/ 4 w 76"/>
                  <a:gd name="T13" fmla="*/ 37 h 59"/>
                  <a:gd name="T14" fmla="*/ 0 w 76"/>
                  <a:gd name="T15" fmla="*/ 43 h 59"/>
                  <a:gd name="T16" fmla="*/ 4 w 76"/>
                  <a:gd name="T17" fmla="*/ 44 h 59"/>
                  <a:gd name="T18" fmla="*/ 5 w 76"/>
                  <a:gd name="T19" fmla="*/ 41 h 59"/>
                  <a:gd name="T20" fmla="*/ 11 w 76"/>
                  <a:gd name="T21" fmla="*/ 44 h 59"/>
                  <a:gd name="T22" fmla="*/ 15 w 76"/>
                  <a:gd name="T23" fmla="*/ 43 h 59"/>
                  <a:gd name="T24" fmla="*/ 17 w 76"/>
                  <a:gd name="T25" fmla="*/ 50 h 59"/>
                  <a:gd name="T26" fmla="*/ 24 w 76"/>
                  <a:gd name="T27" fmla="*/ 54 h 59"/>
                  <a:gd name="T28" fmla="*/ 30 w 76"/>
                  <a:gd name="T29" fmla="*/ 56 h 59"/>
                  <a:gd name="T30" fmla="*/ 35 w 76"/>
                  <a:gd name="T31" fmla="*/ 54 h 59"/>
                  <a:gd name="T32" fmla="*/ 41 w 76"/>
                  <a:gd name="T33" fmla="*/ 56 h 59"/>
                  <a:gd name="T34" fmla="*/ 50 w 76"/>
                  <a:gd name="T35" fmla="*/ 56 h 59"/>
                  <a:gd name="T36" fmla="*/ 56 w 76"/>
                  <a:gd name="T37" fmla="*/ 56 h 59"/>
                  <a:gd name="T38" fmla="*/ 63 w 76"/>
                  <a:gd name="T39" fmla="*/ 59 h 59"/>
                  <a:gd name="T40" fmla="*/ 69 w 76"/>
                  <a:gd name="T41" fmla="*/ 54 h 59"/>
                  <a:gd name="T42" fmla="*/ 76 w 76"/>
                  <a:gd name="T43" fmla="*/ 48 h 59"/>
                  <a:gd name="T44" fmla="*/ 72 w 76"/>
                  <a:gd name="T45" fmla="*/ 41 h 59"/>
                  <a:gd name="T46" fmla="*/ 67 w 76"/>
                  <a:gd name="T47" fmla="*/ 37 h 59"/>
                  <a:gd name="T48" fmla="*/ 61 w 76"/>
                  <a:gd name="T49" fmla="*/ 35 h 59"/>
                  <a:gd name="T50" fmla="*/ 61 w 76"/>
                  <a:gd name="T51" fmla="*/ 33 h 59"/>
                  <a:gd name="T52" fmla="*/ 67 w 76"/>
                  <a:gd name="T53" fmla="*/ 35 h 59"/>
                  <a:gd name="T54" fmla="*/ 63 w 76"/>
                  <a:gd name="T55" fmla="*/ 28 h 59"/>
                  <a:gd name="T56" fmla="*/ 59 w 76"/>
                  <a:gd name="T57" fmla="*/ 20 h 59"/>
                  <a:gd name="T58" fmla="*/ 58 w 76"/>
                  <a:gd name="T59" fmla="*/ 15 h 59"/>
                  <a:gd name="T60" fmla="*/ 56 w 76"/>
                  <a:gd name="T61" fmla="*/ 9 h 59"/>
                  <a:gd name="T62" fmla="*/ 45 w 76"/>
                  <a:gd name="T63" fmla="*/ 2 h 59"/>
                  <a:gd name="T64" fmla="*/ 33 w 76"/>
                  <a:gd name="T65" fmla="*/ 3 h 59"/>
                  <a:gd name="T66" fmla="*/ 33 w 76"/>
                  <a:gd name="T67" fmla="*/ 7 h 59"/>
                  <a:gd name="T68" fmla="*/ 37 w 76"/>
                  <a:gd name="T69" fmla="*/ 13 h 59"/>
                  <a:gd name="T70" fmla="*/ 37 w 76"/>
                  <a:gd name="T71" fmla="*/ 16 h 59"/>
                  <a:gd name="T72" fmla="*/ 35 w 76"/>
                  <a:gd name="T73" fmla="*/ 16 h 59"/>
                  <a:gd name="T74" fmla="*/ 35 w 76"/>
                  <a:gd name="T75" fmla="*/ 11 h 59"/>
                  <a:gd name="T76" fmla="*/ 26 w 76"/>
                  <a:gd name="T77" fmla="*/ 2 h 59"/>
                  <a:gd name="T78" fmla="*/ 18 w 76"/>
                  <a:gd name="T79" fmla="*/ 2 h 59"/>
                  <a:gd name="T80" fmla="*/ 13 w 76"/>
                  <a:gd name="T81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59">
                    <a:moveTo>
                      <a:pt x="9" y="9"/>
                    </a:move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4" y="29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1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7" y="50"/>
                    </a:lnTo>
                    <a:lnTo>
                      <a:pt x="20" y="54"/>
                    </a:lnTo>
                    <a:lnTo>
                      <a:pt x="24" y="54"/>
                    </a:lnTo>
                    <a:lnTo>
                      <a:pt x="26" y="56"/>
                    </a:lnTo>
                    <a:lnTo>
                      <a:pt x="30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7" y="54"/>
                    </a:lnTo>
                    <a:lnTo>
                      <a:pt x="41" y="56"/>
                    </a:lnTo>
                    <a:lnTo>
                      <a:pt x="48" y="57"/>
                    </a:lnTo>
                    <a:lnTo>
                      <a:pt x="50" y="56"/>
                    </a:lnTo>
                    <a:lnTo>
                      <a:pt x="54" y="57"/>
                    </a:lnTo>
                    <a:lnTo>
                      <a:pt x="56" y="56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7" y="57"/>
                    </a:lnTo>
                    <a:lnTo>
                      <a:pt x="69" y="54"/>
                    </a:lnTo>
                    <a:lnTo>
                      <a:pt x="72" y="54"/>
                    </a:lnTo>
                    <a:lnTo>
                      <a:pt x="76" y="48"/>
                    </a:lnTo>
                    <a:lnTo>
                      <a:pt x="76" y="46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67" y="37"/>
                    </a:lnTo>
                    <a:lnTo>
                      <a:pt x="63" y="37"/>
                    </a:lnTo>
                    <a:lnTo>
                      <a:pt x="61" y="35"/>
                    </a:lnTo>
                    <a:lnTo>
                      <a:pt x="61" y="33"/>
                    </a:lnTo>
                    <a:lnTo>
                      <a:pt x="61" y="33"/>
                    </a:lnTo>
                    <a:lnTo>
                      <a:pt x="63" y="35"/>
                    </a:lnTo>
                    <a:lnTo>
                      <a:pt x="67" y="35"/>
                    </a:lnTo>
                    <a:lnTo>
                      <a:pt x="67" y="31"/>
                    </a:lnTo>
                    <a:lnTo>
                      <a:pt x="63" y="28"/>
                    </a:lnTo>
                    <a:lnTo>
                      <a:pt x="59" y="24"/>
                    </a:lnTo>
                    <a:lnTo>
                      <a:pt x="59" y="20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1"/>
                    </a:lnTo>
                    <a:lnTo>
                      <a:pt x="56" y="9"/>
                    </a:lnTo>
                    <a:lnTo>
                      <a:pt x="54" y="9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37" y="13"/>
                    </a:lnTo>
                    <a:lnTo>
                      <a:pt x="37" y="15"/>
                    </a:lnTo>
                    <a:lnTo>
                      <a:pt x="37" y="16"/>
                    </a:lnTo>
                    <a:lnTo>
                      <a:pt x="35" y="18"/>
                    </a:lnTo>
                    <a:lnTo>
                      <a:pt x="35" y="16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0" y="3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7" y="5"/>
                    </a:lnTo>
                    <a:lnTo>
                      <a:pt x="13" y="7"/>
                    </a:lnTo>
                    <a:lnTo>
                      <a:pt x="9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3" name="Freeform 6111">
                <a:extLst>
                  <a:ext uri="{FF2B5EF4-FFF2-40B4-BE49-F238E27FC236}">
                    <a16:creationId xmlns:a16="http://schemas.microsoft.com/office/drawing/2014/main" id="{4CDBE892-798F-499B-BE25-CC4F8F3686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9" y="1486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9 w 9"/>
                  <a:gd name="T3" fmla="*/ 2 h 6"/>
                  <a:gd name="T4" fmla="*/ 4 w 9"/>
                  <a:gd name="T5" fmla="*/ 0 h 6"/>
                  <a:gd name="T6" fmla="*/ 2 w 9"/>
                  <a:gd name="T7" fmla="*/ 0 h 6"/>
                  <a:gd name="T8" fmla="*/ 2 w 9"/>
                  <a:gd name="T9" fmla="*/ 2 h 6"/>
                  <a:gd name="T10" fmla="*/ 0 w 9"/>
                  <a:gd name="T11" fmla="*/ 6 h 6"/>
                  <a:gd name="T12" fmla="*/ 6 w 9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6"/>
                    </a:moveTo>
                    <a:lnTo>
                      <a:pt x="9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4" name="Freeform 6112">
                <a:extLst>
                  <a:ext uri="{FF2B5EF4-FFF2-40B4-BE49-F238E27FC236}">
                    <a16:creationId xmlns:a16="http://schemas.microsoft.com/office/drawing/2014/main" id="{95217731-D053-49A5-9E92-1415107A19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481"/>
                <a:ext cx="8" cy="7"/>
              </a:xfrm>
              <a:custGeom>
                <a:avLst/>
                <a:gdLst>
                  <a:gd name="T0" fmla="*/ 2 w 8"/>
                  <a:gd name="T1" fmla="*/ 3 h 7"/>
                  <a:gd name="T2" fmla="*/ 2 w 8"/>
                  <a:gd name="T3" fmla="*/ 7 h 7"/>
                  <a:gd name="T4" fmla="*/ 6 w 8"/>
                  <a:gd name="T5" fmla="*/ 7 h 7"/>
                  <a:gd name="T6" fmla="*/ 8 w 8"/>
                  <a:gd name="T7" fmla="*/ 5 h 7"/>
                  <a:gd name="T8" fmla="*/ 8 w 8"/>
                  <a:gd name="T9" fmla="*/ 3 h 7"/>
                  <a:gd name="T10" fmla="*/ 8 w 8"/>
                  <a:gd name="T11" fmla="*/ 1 h 7"/>
                  <a:gd name="T12" fmla="*/ 4 w 8"/>
                  <a:gd name="T13" fmla="*/ 0 h 7"/>
                  <a:gd name="T14" fmla="*/ 0 w 8"/>
                  <a:gd name="T15" fmla="*/ 0 h 7"/>
                  <a:gd name="T16" fmla="*/ 0 w 8"/>
                  <a:gd name="T17" fmla="*/ 3 h 7"/>
                  <a:gd name="T18" fmla="*/ 2 w 8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2" y="3"/>
                    </a:moveTo>
                    <a:lnTo>
                      <a:pt x="2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5" name="Freeform 6113">
                <a:extLst>
                  <a:ext uri="{FF2B5EF4-FFF2-40B4-BE49-F238E27FC236}">
                    <a16:creationId xmlns:a16="http://schemas.microsoft.com/office/drawing/2014/main" id="{056369CE-3669-425C-A0A2-9BBD6EB595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1432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2 h 8"/>
                  <a:gd name="T4" fmla="*/ 6 w 11"/>
                  <a:gd name="T5" fmla="*/ 2 h 8"/>
                  <a:gd name="T6" fmla="*/ 2 w 11"/>
                  <a:gd name="T7" fmla="*/ 0 h 8"/>
                  <a:gd name="T8" fmla="*/ 0 w 11"/>
                  <a:gd name="T9" fmla="*/ 2 h 8"/>
                  <a:gd name="T10" fmla="*/ 0 w 11"/>
                  <a:gd name="T11" fmla="*/ 6 h 8"/>
                  <a:gd name="T12" fmla="*/ 4 w 11"/>
                  <a:gd name="T13" fmla="*/ 8 h 8"/>
                  <a:gd name="T14" fmla="*/ 8 w 11"/>
                  <a:gd name="T15" fmla="*/ 8 h 8"/>
                  <a:gd name="T16" fmla="*/ 11 w 11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6" name="Freeform 6114">
                <a:extLst>
                  <a:ext uri="{FF2B5EF4-FFF2-40B4-BE49-F238E27FC236}">
                    <a16:creationId xmlns:a16="http://schemas.microsoft.com/office/drawing/2014/main" id="{FE6C423B-53A2-4A62-98A2-9FDC756E61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5" y="1492"/>
                <a:ext cx="9" cy="5"/>
              </a:xfrm>
              <a:custGeom>
                <a:avLst/>
                <a:gdLst>
                  <a:gd name="T0" fmla="*/ 5 w 9"/>
                  <a:gd name="T1" fmla="*/ 5 h 5"/>
                  <a:gd name="T2" fmla="*/ 9 w 9"/>
                  <a:gd name="T3" fmla="*/ 4 h 5"/>
                  <a:gd name="T4" fmla="*/ 9 w 9"/>
                  <a:gd name="T5" fmla="*/ 0 h 5"/>
                  <a:gd name="T6" fmla="*/ 5 w 9"/>
                  <a:gd name="T7" fmla="*/ 0 h 5"/>
                  <a:gd name="T8" fmla="*/ 4 w 9"/>
                  <a:gd name="T9" fmla="*/ 2 h 5"/>
                  <a:gd name="T10" fmla="*/ 0 w 9"/>
                  <a:gd name="T11" fmla="*/ 2 h 5"/>
                  <a:gd name="T12" fmla="*/ 2 w 9"/>
                  <a:gd name="T13" fmla="*/ 5 h 5"/>
                  <a:gd name="T14" fmla="*/ 5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5" y="5"/>
                    </a:move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7" name="Freeform 6115">
                <a:extLst>
                  <a:ext uri="{FF2B5EF4-FFF2-40B4-BE49-F238E27FC236}">
                    <a16:creationId xmlns:a16="http://schemas.microsoft.com/office/drawing/2014/main" id="{903FB818-501A-4978-A509-3417B161B8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7" y="1494"/>
                <a:ext cx="10" cy="5"/>
              </a:xfrm>
              <a:custGeom>
                <a:avLst/>
                <a:gdLst>
                  <a:gd name="T0" fmla="*/ 4 w 10"/>
                  <a:gd name="T1" fmla="*/ 0 h 5"/>
                  <a:gd name="T2" fmla="*/ 0 w 10"/>
                  <a:gd name="T3" fmla="*/ 2 h 5"/>
                  <a:gd name="T4" fmla="*/ 2 w 10"/>
                  <a:gd name="T5" fmla="*/ 5 h 5"/>
                  <a:gd name="T6" fmla="*/ 6 w 10"/>
                  <a:gd name="T7" fmla="*/ 5 h 5"/>
                  <a:gd name="T8" fmla="*/ 10 w 10"/>
                  <a:gd name="T9" fmla="*/ 2 h 5"/>
                  <a:gd name="T10" fmla="*/ 8 w 10"/>
                  <a:gd name="T11" fmla="*/ 0 h 5"/>
                  <a:gd name="T12" fmla="*/ 4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8" name="Freeform 6116">
                <a:extLst>
                  <a:ext uri="{FF2B5EF4-FFF2-40B4-BE49-F238E27FC236}">
                    <a16:creationId xmlns:a16="http://schemas.microsoft.com/office/drawing/2014/main" id="{12BCC800-5D4A-4B41-8C84-86DE80446C3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1" y="1445"/>
                <a:ext cx="10" cy="19"/>
              </a:xfrm>
              <a:custGeom>
                <a:avLst/>
                <a:gdLst>
                  <a:gd name="T0" fmla="*/ 4 w 10"/>
                  <a:gd name="T1" fmla="*/ 13 h 19"/>
                  <a:gd name="T2" fmla="*/ 6 w 10"/>
                  <a:gd name="T3" fmla="*/ 11 h 19"/>
                  <a:gd name="T4" fmla="*/ 6 w 10"/>
                  <a:gd name="T5" fmla="*/ 15 h 19"/>
                  <a:gd name="T6" fmla="*/ 10 w 10"/>
                  <a:gd name="T7" fmla="*/ 19 h 19"/>
                  <a:gd name="T8" fmla="*/ 10 w 10"/>
                  <a:gd name="T9" fmla="*/ 13 h 19"/>
                  <a:gd name="T10" fmla="*/ 8 w 10"/>
                  <a:gd name="T11" fmla="*/ 9 h 19"/>
                  <a:gd name="T12" fmla="*/ 10 w 10"/>
                  <a:gd name="T13" fmla="*/ 9 h 19"/>
                  <a:gd name="T14" fmla="*/ 10 w 10"/>
                  <a:gd name="T15" fmla="*/ 6 h 19"/>
                  <a:gd name="T16" fmla="*/ 8 w 10"/>
                  <a:gd name="T17" fmla="*/ 4 h 19"/>
                  <a:gd name="T18" fmla="*/ 8 w 10"/>
                  <a:gd name="T19" fmla="*/ 4 h 19"/>
                  <a:gd name="T20" fmla="*/ 8 w 10"/>
                  <a:gd name="T21" fmla="*/ 0 h 19"/>
                  <a:gd name="T22" fmla="*/ 4 w 10"/>
                  <a:gd name="T23" fmla="*/ 2 h 19"/>
                  <a:gd name="T24" fmla="*/ 2 w 10"/>
                  <a:gd name="T25" fmla="*/ 2 h 19"/>
                  <a:gd name="T26" fmla="*/ 0 w 10"/>
                  <a:gd name="T27" fmla="*/ 4 h 19"/>
                  <a:gd name="T28" fmla="*/ 0 w 10"/>
                  <a:gd name="T29" fmla="*/ 2 h 19"/>
                  <a:gd name="T30" fmla="*/ 0 w 10"/>
                  <a:gd name="T31" fmla="*/ 11 h 19"/>
                  <a:gd name="T32" fmla="*/ 4 w 10"/>
                  <a:gd name="T3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">
                    <a:moveTo>
                      <a:pt x="4" y="13"/>
                    </a:moveTo>
                    <a:lnTo>
                      <a:pt x="6" y="11"/>
                    </a:lnTo>
                    <a:lnTo>
                      <a:pt x="6" y="15"/>
                    </a:lnTo>
                    <a:lnTo>
                      <a:pt x="10" y="19"/>
                    </a:lnTo>
                    <a:lnTo>
                      <a:pt x="10" y="13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1"/>
                    </a:lnTo>
                    <a:lnTo>
                      <a:pt x="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9" name="Freeform 6117">
                <a:extLst>
                  <a:ext uri="{FF2B5EF4-FFF2-40B4-BE49-F238E27FC236}">
                    <a16:creationId xmlns:a16="http://schemas.microsoft.com/office/drawing/2014/main" id="{61CA0C94-5CF8-4CA0-9454-D6839F33B9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253"/>
                <a:ext cx="32" cy="23"/>
              </a:xfrm>
              <a:custGeom>
                <a:avLst/>
                <a:gdLst>
                  <a:gd name="T0" fmla="*/ 26 w 32"/>
                  <a:gd name="T1" fmla="*/ 17 h 23"/>
                  <a:gd name="T2" fmla="*/ 28 w 32"/>
                  <a:gd name="T3" fmla="*/ 15 h 23"/>
                  <a:gd name="T4" fmla="*/ 30 w 32"/>
                  <a:gd name="T5" fmla="*/ 11 h 23"/>
                  <a:gd name="T6" fmla="*/ 32 w 32"/>
                  <a:gd name="T7" fmla="*/ 8 h 23"/>
                  <a:gd name="T8" fmla="*/ 30 w 32"/>
                  <a:gd name="T9" fmla="*/ 4 h 23"/>
                  <a:gd name="T10" fmla="*/ 24 w 32"/>
                  <a:gd name="T11" fmla="*/ 2 h 23"/>
                  <a:gd name="T12" fmla="*/ 19 w 32"/>
                  <a:gd name="T13" fmla="*/ 0 h 23"/>
                  <a:gd name="T14" fmla="*/ 15 w 32"/>
                  <a:gd name="T15" fmla="*/ 2 h 23"/>
                  <a:gd name="T16" fmla="*/ 11 w 32"/>
                  <a:gd name="T17" fmla="*/ 2 h 23"/>
                  <a:gd name="T18" fmla="*/ 10 w 32"/>
                  <a:gd name="T19" fmla="*/ 2 h 23"/>
                  <a:gd name="T20" fmla="*/ 8 w 32"/>
                  <a:gd name="T21" fmla="*/ 2 h 23"/>
                  <a:gd name="T22" fmla="*/ 6 w 32"/>
                  <a:gd name="T23" fmla="*/ 4 h 23"/>
                  <a:gd name="T24" fmla="*/ 2 w 32"/>
                  <a:gd name="T25" fmla="*/ 4 h 23"/>
                  <a:gd name="T26" fmla="*/ 0 w 32"/>
                  <a:gd name="T27" fmla="*/ 6 h 23"/>
                  <a:gd name="T28" fmla="*/ 2 w 32"/>
                  <a:gd name="T29" fmla="*/ 8 h 23"/>
                  <a:gd name="T30" fmla="*/ 6 w 32"/>
                  <a:gd name="T31" fmla="*/ 9 h 23"/>
                  <a:gd name="T32" fmla="*/ 6 w 32"/>
                  <a:gd name="T33" fmla="*/ 11 h 23"/>
                  <a:gd name="T34" fmla="*/ 10 w 32"/>
                  <a:gd name="T35" fmla="*/ 13 h 23"/>
                  <a:gd name="T36" fmla="*/ 11 w 32"/>
                  <a:gd name="T37" fmla="*/ 15 h 23"/>
                  <a:gd name="T38" fmla="*/ 15 w 32"/>
                  <a:gd name="T39" fmla="*/ 17 h 23"/>
                  <a:gd name="T40" fmla="*/ 19 w 32"/>
                  <a:gd name="T41" fmla="*/ 17 h 23"/>
                  <a:gd name="T42" fmla="*/ 17 w 32"/>
                  <a:gd name="T43" fmla="*/ 17 h 23"/>
                  <a:gd name="T44" fmla="*/ 13 w 32"/>
                  <a:gd name="T45" fmla="*/ 17 h 23"/>
                  <a:gd name="T46" fmla="*/ 13 w 32"/>
                  <a:gd name="T47" fmla="*/ 19 h 23"/>
                  <a:gd name="T48" fmla="*/ 17 w 32"/>
                  <a:gd name="T49" fmla="*/ 21 h 23"/>
                  <a:gd name="T50" fmla="*/ 21 w 32"/>
                  <a:gd name="T51" fmla="*/ 23 h 23"/>
                  <a:gd name="T52" fmla="*/ 23 w 32"/>
                  <a:gd name="T53" fmla="*/ 19 h 23"/>
                  <a:gd name="T54" fmla="*/ 26 w 32"/>
                  <a:gd name="T5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3">
                    <a:moveTo>
                      <a:pt x="26" y="17"/>
                    </a:moveTo>
                    <a:lnTo>
                      <a:pt x="28" y="15"/>
                    </a:lnTo>
                    <a:lnTo>
                      <a:pt x="30" y="11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1" y="15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7" y="21"/>
                    </a:lnTo>
                    <a:lnTo>
                      <a:pt x="21" y="23"/>
                    </a:lnTo>
                    <a:lnTo>
                      <a:pt x="23" y="19"/>
                    </a:lnTo>
                    <a:lnTo>
                      <a:pt x="2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0" name="Freeform 6118">
                <a:extLst>
                  <a:ext uri="{FF2B5EF4-FFF2-40B4-BE49-F238E27FC236}">
                    <a16:creationId xmlns:a16="http://schemas.microsoft.com/office/drawing/2014/main" id="{05F57FC5-3BE2-4D3D-B4FE-0D31A65727D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0" y="1428"/>
                <a:ext cx="13" cy="8"/>
              </a:xfrm>
              <a:custGeom>
                <a:avLst/>
                <a:gdLst>
                  <a:gd name="T0" fmla="*/ 3 w 7"/>
                  <a:gd name="T1" fmla="*/ 0 h 4"/>
                  <a:gd name="T2" fmla="*/ 1 w 7"/>
                  <a:gd name="T3" fmla="*/ 1 h 4"/>
                  <a:gd name="T4" fmla="*/ 0 w 7"/>
                  <a:gd name="T5" fmla="*/ 3 h 4"/>
                  <a:gd name="T6" fmla="*/ 0 w 7"/>
                  <a:gd name="T7" fmla="*/ 3 h 4"/>
                  <a:gd name="T8" fmla="*/ 1 w 7"/>
                  <a:gd name="T9" fmla="*/ 4 h 4"/>
                  <a:gd name="T10" fmla="*/ 2 w 7"/>
                  <a:gd name="T11" fmla="*/ 4 h 4"/>
                  <a:gd name="T12" fmla="*/ 3 w 7"/>
                  <a:gd name="T13" fmla="*/ 4 h 4"/>
                  <a:gd name="T14" fmla="*/ 5 w 7"/>
                  <a:gd name="T15" fmla="*/ 4 h 4"/>
                  <a:gd name="T16" fmla="*/ 6 w 7"/>
                  <a:gd name="T17" fmla="*/ 3 h 4"/>
                  <a:gd name="T18" fmla="*/ 7 w 7"/>
                  <a:gd name="T19" fmla="*/ 2 h 4"/>
                  <a:gd name="T20" fmla="*/ 4 w 7"/>
                  <a:gd name="T21" fmla="*/ 1 h 4"/>
                  <a:gd name="T22" fmla="*/ 3 w 7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1" name="Freeform 6119">
                <a:extLst>
                  <a:ext uri="{FF2B5EF4-FFF2-40B4-BE49-F238E27FC236}">
                    <a16:creationId xmlns:a16="http://schemas.microsoft.com/office/drawing/2014/main" id="{37CAFCF0-D6B7-485A-800E-48ACDB1D47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66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6 w 9"/>
                  <a:gd name="T3" fmla="*/ 0 h 5"/>
                  <a:gd name="T4" fmla="*/ 4 w 9"/>
                  <a:gd name="T5" fmla="*/ 0 h 5"/>
                  <a:gd name="T6" fmla="*/ 0 w 9"/>
                  <a:gd name="T7" fmla="*/ 2 h 5"/>
                  <a:gd name="T8" fmla="*/ 2 w 9"/>
                  <a:gd name="T9" fmla="*/ 3 h 5"/>
                  <a:gd name="T10" fmla="*/ 6 w 9"/>
                  <a:gd name="T11" fmla="*/ 3 h 5"/>
                  <a:gd name="T12" fmla="*/ 7 w 9"/>
                  <a:gd name="T13" fmla="*/ 5 h 5"/>
                  <a:gd name="T14" fmla="*/ 9 w 9"/>
                  <a:gd name="T15" fmla="*/ 2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2" name="Freeform 6120">
                <a:extLst>
                  <a:ext uri="{FF2B5EF4-FFF2-40B4-BE49-F238E27FC236}">
                    <a16:creationId xmlns:a16="http://schemas.microsoft.com/office/drawing/2014/main" id="{FF21B348-398C-4029-96BF-E2A7B854CBE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2" y="1343"/>
                <a:ext cx="7" cy="5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1 h 5"/>
                  <a:gd name="T4" fmla="*/ 3 w 7"/>
                  <a:gd name="T5" fmla="*/ 5 h 5"/>
                  <a:gd name="T6" fmla="*/ 7 w 7"/>
                  <a:gd name="T7" fmla="*/ 5 h 5"/>
                  <a:gd name="T8" fmla="*/ 5 w 7"/>
                  <a:gd name="T9" fmla="*/ 1 h 5"/>
                  <a:gd name="T10" fmla="*/ 3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3" name="Freeform 6121">
                <a:extLst>
                  <a:ext uri="{FF2B5EF4-FFF2-40B4-BE49-F238E27FC236}">
                    <a16:creationId xmlns:a16="http://schemas.microsoft.com/office/drawing/2014/main" id="{0839533B-2D10-4D58-BB9E-02683AA4A9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96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4 w 11"/>
                  <a:gd name="T3" fmla="*/ 3 h 3"/>
                  <a:gd name="T4" fmla="*/ 7 w 11"/>
                  <a:gd name="T5" fmla="*/ 3 h 3"/>
                  <a:gd name="T6" fmla="*/ 11 w 11"/>
                  <a:gd name="T7" fmla="*/ 1 h 3"/>
                  <a:gd name="T8" fmla="*/ 6 w 11"/>
                  <a:gd name="T9" fmla="*/ 0 h 3"/>
                  <a:gd name="T10" fmla="*/ 0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11" y="1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4" name="Freeform 6122">
                <a:extLst>
                  <a:ext uri="{FF2B5EF4-FFF2-40B4-BE49-F238E27FC236}">
                    <a16:creationId xmlns:a16="http://schemas.microsoft.com/office/drawing/2014/main" id="{DFCAA8B3-E6A6-4F0C-AFB5-DF3D873F442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9" y="1363"/>
                <a:ext cx="7" cy="11"/>
              </a:xfrm>
              <a:custGeom>
                <a:avLst/>
                <a:gdLst>
                  <a:gd name="T0" fmla="*/ 7 w 7"/>
                  <a:gd name="T1" fmla="*/ 8 h 11"/>
                  <a:gd name="T2" fmla="*/ 7 w 7"/>
                  <a:gd name="T3" fmla="*/ 4 h 11"/>
                  <a:gd name="T4" fmla="*/ 5 w 7"/>
                  <a:gd name="T5" fmla="*/ 0 h 11"/>
                  <a:gd name="T6" fmla="*/ 1 w 7"/>
                  <a:gd name="T7" fmla="*/ 0 h 11"/>
                  <a:gd name="T8" fmla="*/ 0 w 7"/>
                  <a:gd name="T9" fmla="*/ 2 h 11"/>
                  <a:gd name="T10" fmla="*/ 0 w 7"/>
                  <a:gd name="T11" fmla="*/ 6 h 11"/>
                  <a:gd name="T12" fmla="*/ 0 w 7"/>
                  <a:gd name="T13" fmla="*/ 8 h 11"/>
                  <a:gd name="T14" fmla="*/ 1 w 7"/>
                  <a:gd name="T15" fmla="*/ 11 h 11"/>
                  <a:gd name="T16" fmla="*/ 3 w 7"/>
                  <a:gd name="T17" fmla="*/ 11 h 11"/>
                  <a:gd name="T18" fmla="*/ 7 w 7"/>
                  <a:gd name="T19" fmla="*/ 9 h 11"/>
                  <a:gd name="T20" fmla="*/ 7 w 7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1">
                    <a:moveTo>
                      <a:pt x="7" y="8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5" name="Freeform 6123">
                <a:extLst>
                  <a:ext uri="{FF2B5EF4-FFF2-40B4-BE49-F238E27FC236}">
                    <a16:creationId xmlns:a16="http://schemas.microsoft.com/office/drawing/2014/main" id="{922E19C5-8CFD-417E-A62C-7A1AA8D1B8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3" y="1193"/>
                <a:ext cx="11" cy="12"/>
              </a:xfrm>
              <a:custGeom>
                <a:avLst/>
                <a:gdLst>
                  <a:gd name="T0" fmla="*/ 7 w 11"/>
                  <a:gd name="T1" fmla="*/ 8 h 12"/>
                  <a:gd name="T2" fmla="*/ 11 w 11"/>
                  <a:gd name="T3" fmla="*/ 6 h 12"/>
                  <a:gd name="T4" fmla="*/ 9 w 11"/>
                  <a:gd name="T5" fmla="*/ 4 h 12"/>
                  <a:gd name="T6" fmla="*/ 9 w 11"/>
                  <a:gd name="T7" fmla="*/ 2 h 12"/>
                  <a:gd name="T8" fmla="*/ 7 w 11"/>
                  <a:gd name="T9" fmla="*/ 0 h 12"/>
                  <a:gd name="T10" fmla="*/ 2 w 11"/>
                  <a:gd name="T11" fmla="*/ 4 h 12"/>
                  <a:gd name="T12" fmla="*/ 0 w 11"/>
                  <a:gd name="T13" fmla="*/ 12 h 12"/>
                  <a:gd name="T14" fmla="*/ 5 w 11"/>
                  <a:gd name="T15" fmla="*/ 10 h 12"/>
                  <a:gd name="T16" fmla="*/ 7 w 1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lnTo>
                      <a:pt x="11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5" y="10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6" name="Freeform 6124">
                <a:extLst>
                  <a:ext uri="{FF2B5EF4-FFF2-40B4-BE49-F238E27FC236}">
                    <a16:creationId xmlns:a16="http://schemas.microsoft.com/office/drawing/2014/main" id="{261A0429-2055-462E-965F-B37A51035B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5" y="1246"/>
                <a:ext cx="98" cy="69"/>
              </a:xfrm>
              <a:custGeom>
                <a:avLst/>
                <a:gdLst>
                  <a:gd name="T0" fmla="*/ 3 w 98"/>
                  <a:gd name="T1" fmla="*/ 31 h 69"/>
                  <a:gd name="T2" fmla="*/ 7 w 98"/>
                  <a:gd name="T3" fmla="*/ 37 h 69"/>
                  <a:gd name="T4" fmla="*/ 13 w 98"/>
                  <a:gd name="T5" fmla="*/ 43 h 69"/>
                  <a:gd name="T6" fmla="*/ 14 w 98"/>
                  <a:gd name="T7" fmla="*/ 46 h 69"/>
                  <a:gd name="T8" fmla="*/ 14 w 98"/>
                  <a:gd name="T9" fmla="*/ 52 h 69"/>
                  <a:gd name="T10" fmla="*/ 31 w 98"/>
                  <a:gd name="T11" fmla="*/ 59 h 69"/>
                  <a:gd name="T12" fmla="*/ 37 w 98"/>
                  <a:gd name="T13" fmla="*/ 65 h 69"/>
                  <a:gd name="T14" fmla="*/ 48 w 98"/>
                  <a:gd name="T15" fmla="*/ 67 h 69"/>
                  <a:gd name="T16" fmla="*/ 57 w 98"/>
                  <a:gd name="T17" fmla="*/ 67 h 69"/>
                  <a:gd name="T18" fmla="*/ 57 w 98"/>
                  <a:gd name="T19" fmla="*/ 57 h 69"/>
                  <a:gd name="T20" fmla="*/ 59 w 98"/>
                  <a:gd name="T21" fmla="*/ 57 h 69"/>
                  <a:gd name="T22" fmla="*/ 65 w 98"/>
                  <a:gd name="T23" fmla="*/ 56 h 69"/>
                  <a:gd name="T24" fmla="*/ 76 w 98"/>
                  <a:gd name="T25" fmla="*/ 46 h 69"/>
                  <a:gd name="T26" fmla="*/ 80 w 98"/>
                  <a:gd name="T27" fmla="*/ 46 h 69"/>
                  <a:gd name="T28" fmla="*/ 85 w 98"/>
                  <a:gd name="T29" fmla="*/ 44 h 69"/>
                  <a:gd name="T30" fmla="*/ 91 w 98"/>
                  <a:gd name="T31" fmla="*/ 37 h 69"/>
                  <a:gd name="T32" fmla="*/ 89 w 98"/>
                  <a:gd name="T33" fmla="*/ 35 h 69"/>
                  <a:gd name="T34" fmla="*/ 94 w 98"/>
                  <a:gd name="T35" fmla="*/ 35 h 69"/>
                  <a:gd name="T36" fmla="*/ 98 w 98"/>
                  <a:gd name="T37" fmla="*/ 26 h 69"/>
                  <a:gd name="T38" fmla="*/ 94 w 98"/>
                  <a:gd name="T39" fmla="*/ 18 h 69"/>
                  <a:gd name="T40" fmla="*/ 93 w 98"/>
                  <a:gd name="T41" fmla="*/ 13 h 69"/>
                  <a:gd name="T42" fmla="*/ 89 w 98"/>
                  <a:gd name="T43" fmla="*/ 7 h 69"/>
                  <a:gd name="T44" fmla="*/ 76 w 98"/>
                  <a:gd name="T45" fmla="*/ 5 h 69"/>
                  <a:gd name="T46" fmla="*/ 55 w 98"/>
                  <a:gd name="T47" fmla="*/ 3 h 69"/>
                  <a:gd name="T48" fmla="*/ 63 w 98"/>
                  <a:gd name="T49" fmla="*/ 11 h 69"/>
                  <a:gd name="T50" fmla="*/ 65 w 98"/>
                  <a:gd name="T51" fmla="*/ 15 h 69"/>
                  <a:gd name="T52" fmla="*/ 65 w 98"/>
                  <a:gd name="T53" fmla="*/ 22 h 69"/>
                  <a:gd name="T54" fmla="*/ 74 w 98"/>
                  <a:gd name="T55" fmla="*/ 35 h 69"/>
                  <a:gd name="T56" fmla="*/ 81 w 98"/>
                  <a:gd name="T57" fmla="*/ 39 h 69"/>
                  <a:gd name="T58" fmla="*/ 72 w 98"/>
                  <a:gd name="T59" fmla="*/ 33 h 69"/>
                  <a:gd name="T60" fmla="*/ 65 w 98"/>
                  <a:gd name="T61" fmla="*/ 28 h 69"/>
                  <a:gd name="T62" fmla="*/ 59 w 98"/>
                  <a:gd name="T63" fmla="*/ 18 h 69"/>
                  <a:gd name="T64" fmla="*/ 57 w 98"/>
                  <a:gd name="T65" fmla="*/ 13 h 69"/>
                  <a:gd name="T66" fmla="*/ 57 w 98"/>
                  <a:gd name="T67" fmla="*/ 5 h 69"/>
                  <a:gd name="T68" fmla="*/ 46 w 98"/>
                  <a:gd name="T69" fmla="*/ 3 h 69"/>
                  <a:gd name="T70" fmla="*/ 37 w 98"/>
                  <a:gd name="T71" fmla="*/ 0 h 69"/>
                  <a:gd name="T72" fmla="*/ 37 w 98"/>
                  <a:gd name="T73" fmla="*/ 5 h 69"/>
                  <a:gd name="T74" fmla="*/ 37 w 98"/>
                  <a:gd name="T75" fmla="*/ 15 h 69"/>
                  <a:gd name="T76" fmla="*/ 42 w 98"/>
                  <a:gd name="T77" fmla="*/ 24 h 69"/>
                  <a:gd name="T78" fmla="*/ 37 w 98"/>
                  <a:gd name="T79" fmla="*/ 22 h 69"/>
                  <a:gd name="T80" fmla="*/ 29 w 98"/>
                  <a:gd name="T81" fmla="*/ 16 h 69"/>
                  <a:gd name="T82" fmla="*/ 26 w 98"/>
                  <a:gd name="T83" fmla="*/ 16 h 69"/>
                  <a:gd name="T84" fmla="*/ 22 w 98"/>
                  <a:gd name="T85" fmla="*/ 11 h 69"/>
                  <a:gd name="T86" fmla="*/ 13 w 98"/>
                  <a:gd name="T87" fmla="*/ 7 h 69"/>
                  <a:gd name="T88" fmla="*/ 5 w 98"/>
                  <a:gd name="T89" fmla="*/ 7 h 69"/>
                  <a:gd name="T90" fmla="*/ 3 w 98"/>
                  <a:gd name="T91" fmla="*/ 16 h 69"/>
                  <a:gd name="T92" fmla="*/ 0 w 98"/>
                  <a:gd name="T93" fmla="*/ 2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8" h="69">
                    <a:moveTo>
                      <a:pt x="5" y="30"/>
                    </a:moveTo>
                    <a:lnTo>
                      <a:pt x="5" y="30"/>
                    </a:lnTo>
                    <a:lnTo>
                      <a:pt x="3" y="31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7"/>
                    </a:lnTo>
                    <a:lnTo>
                      <a:pt x="7" y="39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8"/>
                    </a:lnTo>
                    <a:lnTo>
                      <a:pt x="14" y="52"/>
                    </a:lnTo>
                    <a:lnTo>
                      <a:pt x="22" y="57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40" y="67"/>
                    </a:lnTo>
                    <a:lnTo>
                      <a:pt x="44" y="67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7" y="67"/>
                    </a:lnTo>
                    <a:lnTo>
                      <a:pt x="59" y="65"/>
                    </a:lnTo>
                    <a:lnTo>
                      <a:pt x="59" y="61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9" y="57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0"/>
                    </a:lnTo>
                    <a:lnTo>
                      <a:pt x="72" y="46"/>
                    </a:lnTo>
                    <a:lnTo>
                      <a:pt x="76" y="46"/>
                    </a:lnTo>
                    <a:lnTo>
                      <a:pt x="76" y="44"/>
                    </a:lnTo>
                    <a:lnTo>
                      <a:pt x="76" y="46"/>
                    </a:lnTo>
                    <a:lnTo>
                      <a:pt x="80" y="46"/>
                    </a:lnTo>
                    <a:lnTo>
                      <a:pt x="81" y="48"/>
                    </a:lnTo>
                    <a:lnTo>
                      <a:pt x="85" y="46"/>
                    </a:lnTo>
                    <a:lnTo>
                      <a:pt x="85" y="44"/>
                    </a:lnTo>
                    <a:lnTo>
                      <a:pt x="89" y="43"/>
                    </a:lnTo>
                    <a:lnTo>
                      <a:pt x="93" y="39"/>
                    </a:lnTo>
                    <a:lnTo>
                      <a:pt x="91" y="37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93" y="37"/>
                    </a:lnTo>
                    <a:lnTo>
                      <a:pt x="94" y="35"/>
                    </a:lnTo>
                    <a:lnTo>
                      <a:pt x="96" y="33"/>
                    </a:lnTo>
                    <a:lnTo>
                      <a:pt x="96" y="30"/>
                    </a:lnTo>
                    <a:lnTo>
                      <a:pt x="98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4" y="18"/>
                    </a:lnTo>
                    <a:lnTo>
                      <a:pt x="91" y="16"/>
                    </a:lnTo>
                    <a:lnTo>
                      <a:pt x="91" y="15"/>
                    </a:lnTo>
                    <a:lnTo>
                      <a:pt x="93" y="13"/>
                    </a:lnTo>
                    <a:lnTo>
                      <a:pt x="96" y="13"/>
                    </a:lnTo>
                    <a:lnTo>
                      <a:pt x="96" y="9"/>
                    </a:lnTo>
                    <a:lnTo>
                      <a:pt x="89" y="7"/>
                    </a:lnTo>
                    <a:lnTo>
                      <a:pt x="81" y="5"/>
                    </a:lnTo>
                    <a:lnTo>
                      <a:pt x="80" y="7"/>
                    </a:lnTo>
                    <a:lnTo>
                      <a:pt x="76" y="5"/>
                    </a:lnTo>
                    <a:lnTo>
                      <a:pt x="70" y="3"/>
                    </a:lnTo>
                    <a:lnTo>
                      <a:pt x="67" y="2"/>
                    </a:lnTo>
                    <a:lnTo>
                      <a:pt x="55" y="3"/>
                    </a:lnTo>
                    <a:lnTo>
                      <a:pt x="59" y="7"/>
                    </a:lnTo>
                    <a:lnTo>
                      <a:pt x="61" y="9"/>
                    </a:lnTo>
                    <a:lnTo>
                      <a:pt x="63" y="11"/>
                    </a:lnTo>
                    <a:lnTo>
                      <a:pt x="63" y="13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5" y="18"/>
                    </a:lnTo>
                    <a:lnTo>
                      <a:pt x="65" y="22"/>
                    </a:lnTo>
                    <a:lnTo>
                      <a:pt x="65" y="26"/>
                    </a:lnTo>
                    <a:lnTo>
                      <a:pt x="72" y="31"/>
                    </a:lnTo>
                    <a:lnTo>
                      <a:pt x="74" y="35"/>
                    </a:lnTo>
                    <a:lnTo>
                      <a:pt x="81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80" y="37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5" y="28"/>
                    </a:lnTo>
                    <a:lnTo>
                      <a:pt x="63" y="26"/>
                    </a:lnTo>
                    <a:lnTo>
                      <a:pt x="61" y="20"/>
                    </a:lnTo>
                    <a:lnTo>
                      <a:pt x="59" y="18"/>
                    </a:lnTo>
                    <a:lnTo>
                      <a:pt x="59" y="15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5" y="11"/>
                    </a:lnTo>
                    <a:lnTo>
                      <a:pt x="57" y="9"/>
                    </a:lnTo>
                    <a:lnTo>
                      <a:pt x="57" y="5"/>
                    </a:lnTo>
                    <a:lnTo>
                      <a:pt x="53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3" y="7"/>
                    </a:lnTo>
                    <a:lnTo>
                      <a:pt x="35" y="11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42" y="22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39" y="24"/>
                    </a:lnTo>
                    <a:lnTo>
                      <a:pt x="37" y="22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29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6" y="15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18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5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7" name="Freeform 6125">
                <a:extLst>
                  <a:ext uri="{FF2B5EF4-FFF2-40B4-BE49-F238E27FC236}">
                    <a16:creationId xmlns:a16="http://schemas.microsoft.com/office/drawing/2014/main" id="{D54E4824-A01C-42A7-91CD-3F48105D7C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1" y="1328"/>
                <a:ext cx="45" cy="30"/>
              </a:xfrm>
              <a:custGeom>
                <a:avLst/>
                <a:gdLst>
                  <a:gd name="T0" fmla="*/ 4 w 45"/>
                  <a:gd name="T1" fmla="*/ 22 h 30"/>
                  <a:gd name="T2" fmla="*/ 0 w 45"/>
                  <a:gd name="T3" fmla="*/ 26 h 30"/>
                  <a:gd name="T4" fmla="*/ 0 w 45"/>
                  <a:gd name="T5" fmla="*/ 30 h 30"/>
                  <a:gd name="T6" fmla="*/ 4 w 45"/>
                  <a:gd name="T7" fmla="*/ 30 h 30"/>
                  <a:gd name="T8" fmla="*/ 6 w 45"/>
                  <a:gd name="T9" fmla="*/ 28 h 30"/>
                  <a:gd name="T10" fmla="*/ 8 w 45"/>
                  <a:gd name="T11" fmla="*/ 26 h 30"/>
                  <a:gd name="T12" fmla="*/ 11 w 45"/>
                  <a:gd name="T13" fmla="*/ 22 h 30"/>
                  <a:gd name="T14" fmla="*/ 15 w 45"/>
                  <a:gd name="T15" fmla="*/ 24 h 30"/>
                  <a:gd name="T16" fmla="*/ 23 w 45"/>
                  <a:gd name="T17" fmla="*/ 24 h 30"/>
                  <a:gd name="T18" fmla="*/ 25 w 45"/>
                  <a:gd name="T19" fmla="*/ 24 h 30"/>
                  <a:gd name="T20" fmla="*/ 32 w 45"/>
                  <a:gd name="T21" fmla="*/ 24 h 30"/>
                  <a:gd name="T22" fmla="*/ 34 w 45"/>
                  <a:gd name="T23" fmla="*/ 22 h 30"/>
                  <a:gd name="T24" fmla="*/ 39 w 45"/>
                  <a:gd name="T25" fmla="*/ 20 h 30"/>
                  <a:gd name="T26" fmla="*/ 41 w 45"/>
                  <a:gd name="T27" fmla="*/ 22 h 30"/>
                  <a:gd name="T28" fmla="*/ 45 w 45"/>
                  <a:gd name="T29" fmla="*/ 18 h 30"/>
                  <a:gd name="T30" fmla="*/ 43 w 45"/>
                  <a:gd name="T31" fmla="*/ 16 h 30"/>
                  <a:gd name="T32" fmla="*/ 41 w 45"/>
                  <a:gd name="T33" fmla="*/ 13 h 30"/>
                  <a:gd name="T34" fmla="*/ 38 w 45"/>
                  <a:gd name="T35" fmla="*/ 9 h 30"/>
                  <a:gd name="T36" fmla="*/ 32 w 45"/>
                  <a:gd name="T37" fmla="*/ 3 h 30"/>
                  <a:gd name="T38" fmla="*/ 28 w 45"/>
                  <a:gd name="T39" fmla="*/ 3 h 30"/>
                  <a:gd name="T40" fmla="*/ 25 w 45"/>
                  <a:gd name="T41" fmla="*/ 3 h 30"/>
                  <a:gd name="T42" fmla="*/ 21 w 45"/>
                  <a:gd name="T43" fmla="*/ 0 h 30"/>
                  <a:gd name="T44" fmla="*/ 19 w 45"/>
                  <a:gd name="T45" fmla="*/ 0 h 30"/>
                  <a:gd name="T46" fmla="*/ 17 w 45"/>
                  <a:gd name="T47" fmla="*/ 2 h 30"/>
                  <a:gd name="T48" fmla="*/ 13 w 45"/>
                  <a:gd name="T49" fmla="*/ 0 h 30"/>
                  <a:gd name="T50" fmla="*/ 10 w 45"/>
                  <a:gd name="T51" fmla="*/ 0 h 30"/>
                  <a:gd name="T52" fmla="*/ 4 w 45"/>
                  <a:gd name="T53" fmla="*/ 9 h 30"/>
                  <a:gd name="T54" fmla="*/ 6 w 45"/>
                  <a:gd name="T55" fmla="*/ 11 h 30"/>
                  <a:gd name="T56" fmla="*/ 6 w 45"/>
                  <a:gd name="T57" fmla="*/ 16 h 30"/>
                  <a:gd name="T58" fmla="*/ 4 w 45"/>
                  <a:gd name="T5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0">
                    <a:moveTo>
                      <a:pt x="4" y="22"/>
                    </a:move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8" y="26"/>
                    </a:lnTo>
                    <a:lnTo>
                      <a:pt x="11" y="22"/>
                    </a:lnTo>
                    <a:lnTo>
                      <a:pt x="15" y="24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32" y="24"/>
                    </a:lnTo>
                    <a:lnTo>
                      <a:pt x="34" y="22"/>
                    </a:lnTo>
                    <a:lnTo>
                      <a:pt x="39" y="20"/>
                    </a:lnTo>
                    <a:lnTo>
                      <a:pt x="41" y="22"/>
                    </a:lnTo>
                    <a:lnTo>
                      <a:pt x="45" y="18"/>
                    </a:lnTo>
                    <a:lnTo>
                      <a:pt x="43" y="16"/>
                    </a:lnTo>
                    <a:lnTo>
                      <a:pt x="41" y="13"/>
                    </a:lnTo>
                    <a:lnTo>
                      <a:pt x="38" y="9"/>
                    </a:lnTo>
                    <a:lnTo>
                      <a:pt x="32" y="3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8" name="Freeform 6126">
                <a:extLst>
                  <a:ext uri="{FF2B5EF4-FFF2-40B4-BE49-F238E27FC236}">
                    <a16:creationId xmlns:a16="http://schemas.microsoft.com/office/drawing/2014/main" id="{5DB42CBB-0337-4799-A4A6-A259D9B20D3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82" y="1248"/>
                <a:ext cx="56" cy="24"/>
              </a:xfrm>
              <a:custGeom>
                <a:avLst/>
                <a:gdLst>
                  <a:gd name="T0" fmla="*/ 8 w 56"/>
                  <a:gd name="T1" fmla="*/ 13 h 24"/>
                  <a:gd name="T2" fmla="*/ 8 w 56"/>
                  <a:gd name="T3" fmla="*/ 16 h 24"/>
                  <a:gd name="T4" fmla="*/ 19 w 56"/>
                  <a:gd name="T5" fmla="*/ 20 h 24"/>
                  <a:gd name="T6" fmla="*/ 27 w 56"/>
                  <a:gd name="T7" fmla="*/ 20 h 24"/>
                  <a:gd name="T8" fmla="*/ 30 w 56"/>
                  <a:gd name="T9" fmla="*/ 22 h 24"/>
                  <a:gd name="T10" fmla="*/ 36 w 56"/>
                  <a:gd name="T11" fmla="*/ 24 h 24"/>
                  <a:gd name="T12" fmla="*/ 40 w 56"/>
                  <a:gd name="T13" fmla="*/ 22 h 24"/>
                  <a:gd name="T14" fmla="*/ 43 w 56"/>
                  <a:gd name="T15" fmla="*/ 24 h 24"/>
                  <a:gd name="T16" fmla="*/ 47 w 56"/>
                  <a:gd name="T17" fmla="*/ 22 h 24"/>
                  <a:gd name="T18" fmla="*/ 53 w 56"/>
                  <a:gd name="T19" fmla="*/ 18 h 24"/>
                  <a:gd name="T20" fmla="*/ 53 w 56"/>
                  <a:gd name="T21" fmla="*/ 14 h 24"/>
                  <a:gd name="T22" fmla="*/ 56 w 56"/>
                  <a:gd name="T23" fmla="*/ 11 h 24"/>
                  <a:gd name="T24" fmla="*/ 54 w 56"/>
                  <a:gd name="T25" fmla="*/ 7 h 24"/>
                  <a:gd name="T26" fmla="*/ 51 w 56"/>
                  <a:gd name="T27" fmla="*/ 5 h 24"/>
                  <a:gd name="T28" fmla="*/ 51 w 56"/>
                  <a:gd name="T29" fmla="*/ 5 h 24"/>
                  <a:gd name="T30" fmla="*/ 49 w 56"/>
                  <a:gd name="T31" fmla="*/ 5 h 24"/>
                  <a:gd name="T32" fmla="*/ 49 w 56"/>
                  <a:gd name="T33" fmla="*/ 3 h 24"/>
                  <a:gd name="T34" fmla="*/ 47 w 56"/>
                  <a:gd name="T35" fmla="*/ 0 h 24"/>
                  <a:gd name="T36" fmla="*/ 45 w 56"/>
                  <a:gd name="T37" fmla="*/ 1 h 24"/>
                  <a:gd name="T38" fmla="*/ 41 w 56"/>
                  <a:gd name="T39" fmla="*/ 1 h 24"/>
                  <a:gd name="T40" fmla="*/ 34 w 56"/>
                  <a:gd name="T41" fmla="*/ 1 h 24"/>
                  <a:gd name="T42" fmla="*/ 28 w 56"/>
                  <a:gd name="T43" fmla="*/ 5 h 24"/>
                  <a:gd name="T44" fmla="*/ 28 w 56"/>
                  <a:gd name="T45" fmla="*/ 5 h 24"/>
                  <a:gd name="T46" fmla="*/ 27 w 56"/>
                  <a:gd name="T47" fmla="*/ 5 h 24"/>
                  <a:gd name="T48" fmla="*/ 27 w 56"/>
                  <a:gd name="T49" fmla="*/ 1 h 24"/>
                  <a:gd name="T50" fmla="*/ 23 w 56"/>
                  <a:gd name="T51" fmla="*/ 1 h 24"/>
                  <a:gd name="T52" fmla="*/ 21 w 56"/>
                  <a:gd name="T53" fmla="*/ 3 h 24"/>
                  <a:gd name="T54" fmla="*/ 15 w 56"/>
                  <a:gd name="T55" fmla="*/ 3 h 24"/>
                  <a:gd name="T56" fmla="*/ 14 w 56"/>
                  <a:gd name="T57" fmla="*/ 1 h 24"/>
                  <a:gd name="T58" fmla="*/ 14 w 56"/>
                  <a:gd name="T59" fmla="*/ 5 h 24"/>
                  <a:gd name="T60" fmla="*/ 12 w 56"/>
                  <a:gd name="T61" fmla="*/ 5 h 24"/>
                  <a:gd name="T62" fmla="*/ 8 w 56"/>
                  <a:gd name="T63" fmla="*/ 5 h 24"/>
                  <a:gd name="T64" fmla="*/ 6 w 56"/>
                  <a:gd name="T65" fmla="*/ 3 h 24"/>
                  <a:gd name="T66" fmla="*/ 6 w 56"/>
                  <a:gd name="T67" fmla="*/ 1 h 24"/>
                  <a:gd name="T68" fmla="*/ 0 w 56"/>
                  <a:gd name="T69" fmla="*/ 0 h 24"/>
                  <a:gd name="T70" fmla="*/ 2 w 56"/>
                  <a:gd name="T71" fmla="*/ 7 h 24"/>
                  <a:gd name="T72" fmla="*/ 8 w 56"/>
                  <a:gd name="T73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" h="24">
                    <a:moveTo>
                      <a:pt x="8" y="13"/>
                    </a:moveTo>
                    <a:lnTo>
                      <a:pt x="8" y="16"/>
                    </a:lnTo>
                    <a:lnTo>
                      <a:pt x="19" y="20"/>
                    </a:lnTo>
                    <a:lnTo>
                      <a:pt x="27" y="20"/>
                    </a:lnTo>
                    <a:lnTo>
                      <a:pt x="30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3" y="24"/>
                    </a:lnTo>
                    <a:lnTo>
                      <a:pt x="47" y="22"/>
                    </a:lnTo>
                    <a:lnTo>
                      <a:pt x="53" y="18"/>
                    </a:lnTo>
                    <a:lnTo>
                      <a:pt x="53" y="14"/>
                    </a:lnTo>
                    <a:lnTo>
                      <a:pt x="56" y="11"/>
                    </a:lnTo>
                    <a:lnTo>
                      <a:pt x="54" y="7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1" y="1"/>
                    </a:lnTo>
                    <a:lnTo>
                      <a:pt x="34" y="1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1"/>
                    </a:lnTo>
                    <a:lnTo>
                      <a:pt x="23" y="1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9" name="Freeform 6127">
                <a:extLst>
                  <a:ext uri="{FF2B5EF4-FFF2-40B4-BE49-F238E27FC236}">
                    <a16:creationId xmlns:a16="http://schemas.microsoft.com/office/drawing/2014/main" id="{9E502B69-0B04-4892-8629-8ACE995A84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5" y="1318"/>
                <a:ext cx="16" cy="19"/>
              </a:xfrm>
              <a:custGeom>
                <a:avLst/>
                <a:gdLst>
                  <a:gd name="T0" fmla="*/ 16 w 16"/>
                  <a:gd name="T1" fmla="*/ 12 h 19"/>
                  <a:gd name="T2" fmla="*/ 14 w 16"/>
                  <a:gd name="T3" fmla="*/ 8 h 19"/>
                  <a:gd name="T4" fmla="*/ 11 w 16"/>
                  <a:gd name="T5" fmla="*/ 4 h 19"/>
                  <a:gd name="T6" fmla="*/ 11 w 16"/>
                  <a:gd name="T7" fmla="*/ 0 h 19"/>
                  <a:gd name="T8" fmla="*/ 7 w 16"/>
                  <a:gd name="T9" fmla="*/ 0 h 19"/>
                  <a:gd name="T10" fmla="*/ 3 w 16"/>
                  <a:gd name="T11" fmla="*/ 0 h 19"/>
                  <a:gd name="T12" fmla="*/ 0 w 16"/>
                  <a:gd name="T13" fmla="*/ 4 h 19"/>
                  <a:gd name="T14" fmla="*/ 1 w 16"/>
                  <a:gd name="T15" fmla="*/ 8 h 19"/>
                  <a:gd name="T16" fmla="*/ 3 w 16"/>
                  <a:gd name="T17" fmla="*/ 10 h 19"/>
                  <a:gd name="T18" fmla="*/ 1 w 16"/>
                  <a:gd name="T19" fmla="*/ 12 h 19"/>
                  <a:gd name="T20" fmla="*/ 3 w 16"/>
                  <a:gd name="T21" fmla="*/ 13 h 19"/>
                  <a:gd name="T22" fmla="*/ 5 w 16"/>
                  <a:gd name="T23" fmla="*/ 15 h 19"/>
                  <a:gd name="T24" fmla="*/ 9 w 16"/>
                  <a:gd name="T25" fmla="*/ 17 h 19"/>
                  <a:gd name="T26" fmla="*/ 13 w 16"/>
                  <a:gd name="T27" fmla="*/ 19 h 19"/>
                  <a:gd name="T28" fmla="*/ 14 w 16"/>
                  <a:gd name="T29" fmla="*/ 17 h 19"/>
                  <a:gd name="T30" fmla="*/ 13 w 16"/>
                  <a:gd name="T31" fmla="*/ 15 h 19"/>
                  <a:gd name="T32" fmla="*/ 14 w 16"/>
                  <a:gd name="T33" fmla="*/ 13 h 19"/>
                  <a:gd name="T34" fmla="*/ 16 w 16"/>
                  <a:gd name="T3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9">
                    <a:moveTo>
                      <a:pt x="16" y="12"/>
                    </a:moveTo>
                    <a:lnTo>
                      <a:pt x="14" y="8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9" y="17"/>
                    </a:lnTo>
                    <a:lnTo>
                      <a:pt x="13" y="19"/>
                    </a:lnTo>
                    <a:lnTo>
                      <a:pt x="14" y="17"/>
                    </a:lnTo>
                    <a:lnTo>
                      <a:pt x="13" y="15"/>
                    </a:lnTo>
                    <a:lnTo>
                      <a:pt x="14" y="13"/>
                    </a:lnTo>
                    <a:lnTo>
                      <a:pt x="16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0" name="Freeform 6128">
                <a:extLst>
                  <a:ext uri="{FF2B5EF4-FFF2-40B4-BE49-F238E27FC236}">
                    <a16:creationId xmlns:a16="http://schemas.microsoft.com/office/drawing/2014/main" id="{563D8277-FB13-4FC6-88A2-FE15AC0A97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2" y="1359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6 w 6"/>
                  <a:gd name="T3" fmla="*/ 4 h 6"/>
                  <a:gd name="T4" fmla="*/ 6 w 6"/>
                  <a:gd name="T5" fmla="*/ 2 h 6"/>
                  <a:gd name="T6" fmla="*/ 2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4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1" name="Freeform 6129">
                <a:extLst>
                  <a:ext uri="{FF2B5EF4-FFF2-40B4-BE49-F238E27FC236}">
                    <a16:creationId xmlns:a16="http://schemas.microsoft.com/office/drawing/2014/main" id="{500E0D64-3E43-49C1-894A-B02AD88A26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5" y="1358"/>
                <a:ext cx="3" cy="7"/>
              </a:xfrm>
              <a:custGeom>
                <a:avLst/>
                <a:gdLst>
                  <a:gd name="T0" fmla="*/ 3 w 3"/>
                  <a:gd name="T1" fmla="*/ 5 h 7"/>
                  <a:gd name="T2" fmla="*/ 3 w 3"/>
                  <a:gd name="T3" fmla="*/ 3 h 7"/>
                  <a:gd name="T4" fmla="*/ 2 w 3"/>
                  <a:gd name="T5" fmla="*/ 0 h 7"/>
                  <a:gd name="T6" fmla="*/ 0 w 3"/>
                  <a:gd name="T7" fmla="*/ 3 h 7"/>
                  <a:gd name="T8" fmla="*/ 0 w 3"/>
                  <a:gd name="T9" fmla="*/ 7 h 7"/>
                  <a:gd name="T10" fmla="*/ 3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2" name="Freeform 6130">
                <a:extLst>
                  <a:ext uri="{FF2B5EF4-FFF2-40B4-BE49-F238E27FC236}">
                    <a16:creationId xmlns:a16="http://schemas.microsoft.com/office/drawing/2014/main" id="{0D9BC8C4-5B90-4260-831A-AB4CE4C492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4" y="1358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1 h 3"/>
                  <a:gd name="T4" fmla="*/ 0 w 5"/>
                  <a:gd name="T5" fmla="*/ 0 h 3"/>
                  <a:gd name="T6" fmla="*/ 0 w 5"/>
                  <a:gd name="T7" fmla="*/ 1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3" name="Freeform 6131">
                <a:extLst>
                  <a:ext uri="{FF2B5EF4-FFF2-40B4-BE49-F238E27FC236}">
                    <a16:creationId xmlns:a16="http://schemas.microsoft.com/office/drawing/2014/main" id="{2132EB41-72F9-4DF9-B7F4-E99B759222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7" y="1372"/>
                <a:ext cx="9" cy="12"/>
              </a:xfrm>
              <a:custGeom>
                <a:avLst/>
                <a:gdLst>
                  <a:gd name="T0" fmla="*/ 5 w 9"/>
                  <a:gd name="T1" fmla="*/ 0 h 12"/>
                  <a:gd name="T2" fmla="*/ 4 w 9"/>
                  <a:gd name="T3" fmla="*/ 2 h 12"/>
                  <a:gd name="T4" fmla="*/ 2 w 9"/>
                  <a:gd name="T5" fmla="*/ 4 h 12"/>
                  <a:gd name="T6" fmla="*/ 0 w 9"/>
                  <a:gd name="T7" fmla="*/ 6 h 12"/>
                  <a:gd name="T8" fmla="*/ 0 w 9"/>
                  <a:gd name="T9" fmla="*/ 10 h 12"/>
                  <a:gd name="T10" fmla="*/ 4 w 9"/>
                  <a:gd name="T11" fmla="*/ 8 h 12"/>
                  <a:gd name="T12" fmla="*/ 4 w 9"/>
                  <a:gd name="T13" fmla="*/ 8 h 12"/>
                  <a:gd name="T14" fmla="*/ 5 w 9"/>
                  <a:gd name="T15" fmla="*/ 12 h 12"/>
                  <a:gd name="T16" fmla="*/ 7 w 9"/>
                  <a:gd name="T17" fmla="*/ 8 h 12"/>
                  <a:gd name="T18" fmla="*/ 9 w 9"/>
                  <a:gd name="T19" fmla="*/ 6 h 12"/>
                  <a:gd name="T20" fmla="*/ 7 w 9"/>
                  <a:gd name="T21" fmla="*/ 4 h 12"/>
                  <a:gd name="T22" fmla="*/ 7 w 9"/>
                  <a:gd name="T23" fmla="*/ 0 h 12"/>
                  <a:gd name="T24" fmla="*/ 5 w 9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12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4" name="Freeform 6132">
                <a:extLst>
                  <a:ext uri="{FF2B5EF4-FFF2-40B4-BE49-F238E27FC236}">
                    <a16:creationId xmlns:a16="http://schemas.microsoft.com/office/drawing/2014/main" id="{50AFE777-2541-44E2-ADCD-C6D856F6B8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251"/>
                <a:ext cx="57" cy="69"/>
              </a:xfrm>
              <a:custGeom>
                <a:avLst/>
                <a:gdLst>
                  <a:gd name="T0" fmla="*/ 2 w 31"/>
                  <a:gd name="T1" fmla="*/ 5 h 37"/>
                  <a:gd name="T2" fmla="*/ 0 w 31"/>
                  <a:gd name="T3" fmla="*/ 4 h 37"/>
                  <a:gd name="T4" fmla="*/ 0 w 31"/>
                  <a:gd name="T5" fmla="*/ 6 h 37"/>
                  <a:gd name="T6" fmla="*/ 0 w 31"/>
                  <a:gd name="T7" fmla="*/ 9 h 37"/>
                  <a:gd name="T8" fmla="*/ 2 w 31"/>
                  <a:gd name="T9" fmla="*/ 10 h 37"/>
                  <a:gd name="T10" fmla="*/ 2 w 31"/>
                  <a:gd name="T11" fmla="*/ 12 h 37"/>
                  <a:gd name="T12" fmla="*/ 5 w 31"/>
                  <a:gd name="T13" fmla="*/ 17 h 37"/>
                  <a:gd name="T14" fmla="*/ 3 w 31"/>
                  <a:gd name="T15" fmla="*/ 20 h 37"/>
                  <a:gd name="T16" fmla="*/ 5 w 31"/>
                  <a:gd name="T17" fmla="*/ 24 h 37"/>
                  <a:gd name="T18" fmla="*/ 6 w 31"/>
                  <a:gd name="T19" fmla="*/ 27 h 37"/>
                  <a:gd name="T20" fmla="*/ 5 w 31"/>
                  <a:gd name="T21" fmla="*/ 29 h 37"/>
                  <a:gd name="T22" fmla="*/ 7 w 31"/>
                  <a:gd name="T23" fmla="*/ 33 h 37"/>
                  <a:gd name="T24" fmla="*/ 8 w 31"/>
                  <a:gd name="T25" fmla="*/ 36 h 37"/>
                  <a:gd name="T26" fmla="*/ 9 w 31"/>
                  <a:gd name="T27" fmla="*/ 37 h 37"/>
                  <a:gd name="T28" fmla="*/ 11 w 31"/>
                  <a:gd name="T29" fmla="*/ 37 h 37"/>
                  <a:gd name="T30" fmla="*/ 12 w 31"/>
                  <a:gd name="T31" fmla="*/ 37 h 37"/>
                  <a:gd name="T32" fmla="*/ 15 w 31"/>
                  <a:gd name="T33" fmla="*/ 32 h 37"/>
                  <a:gd name="T34" fmla="*/ 16 w 31"/>
                  <a:gd name="T35" fmla="*/ 30 h 37"/>
                  <a:gd name="T36" fmla="*/ 19 w 31"/>
                  <a:gd name="T37" fmla="*/ 28 h 37"/>
                  <a:gd name="T38" fmla="*/ 21 w 31"/>
                  <a:gd name="T39" fmla="*/ 28 h 37"/>
                  <a:gd name="T40" fmla="*/ 23 w 31"/>
                  <a:gd name="T41" fmla="*/ 26 h 37"/>
                  <a:gd name="T42" fmla="*/ 25 w 31"/>
                  <a:gd name="T43" fmla="*/ 25 h 37"/>
                  <a:gd name="T44" fmla="*/ 28 w 31"/>
                  <a:gd name="T45" fmla="*/ 22 h 37"/>
                  <a:gd name="T46" fmla="*/ 31 w 31"/>
                  <a:gd name="T47" fmla="*/ 18 h 37"/>
                  <a:gd name="T48" fmla="*/ 28 w 31"/>
                  <a:gd name="T49" fmla="*/ 14 h 37"/>
                  <a:gd name="T50" fmla="*/ 27 w 31"/>
                  <a:gd name="T51" fmla="*/ 11 h 37"/>
                  <a:gd name="T52" fmla="*/ 23 w 31"/>
                  <a:gd name="T53" fmla="*/ 9 h 37"/>
                  <a:gd name="T54" fmla="*/ 21 w 31"/>
                  <a:gd name="T55" fmla="*/ 8 h 37"/>
                  <a:gd name="T56" fmla="*/ 18 w 31"/>
                  <a:gd name="T57" fmla="*/ 6 h 37"/>
                  <a:gd name="T58" fmla="*/ 16 w 31"/>
                  <a:gd name="T59" fmla="*/ 6 h 37"/>
                  <a:gd name="T60" fmla="*/ 15 w 31"/>
                  <a:gd name="T61" fmla="*/ 5 h 37"/>
                  <a:gd name="T62" fmla="*/ 12 w 31"/>
                  <a:gd name="T63" fmla="*/ 4 h 37"/>
                  <a:gd name="T64" fmla="*/ 11 w 31"/>
                  <a:gd name="T65" fmla="*/ 3 h 37"/>
                  <a:gd name="T66" fmla="*/ 9 w 31"/>
                  <a:gd name="T67" fmla="*/ 4 h 37"/>
                  <a:gd name="T68" fmla="*/ 10 w 31"/>
                  <a:gd name="T69" fmla="*/ 6 h 37"/>
                  <a:gd name="T70" fmla="*/ 9 w 31"/>
                  <a:gd name="T71" fmla="*/ 7 h 37"/>
                  <a:gd name="T72" fmla="*/ 9 w 31"/>
                  <a:gd name="T73" fmla="*/ 2 h 37"/>
                  <a:gd name="T74" fmla="*/ 5 w 31"/>
                  <a:gd name="T75" fmla="*/ 1 h 37"/>
                  <a:gd name="T76" fmla="*/ 2 w 31"/>
                  <a:gd name="T77" fmla="*/ 0 h 37"/>
                  <a:gd name="T78" fmla="*/ 1 w 31"/>
                  <a:gd name="T79" fmla="*/ 4 h 37"/>
                  <a:gd name="T80" fmla="*/ 3 w 31"/>
                  <a:gd name="T81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1" h="37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5" name="Freeform 6133">
                <a:extLst>
                  <a:ext uri="{FF2B5EF4-FFF2-40B4-BE49-F238E27FC236}">
                    <a16:creationId xmlns:a16="http://schemas.microsoft.com/office/drawing/2014/main" id="{559097F0-943B-4532-AA50-59621A26A5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7" y="1762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6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6" name="Freeform 6134">
                <a:extLst>
                  <a:ext uri="{FF2B5EF4-FFF2-40B4-BE49-F238E27FC236}">
                    <a16:creationId xmlns:a16="http://schemas.microsoft.com/office/drawing/2014/main" id="{A3BEA2E4-CD45-48E7-A819-2567E32673D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21" y="1281"/>
                <a:ext cx="22" cy="11"/>
              </a:xfrm>
              <a:custGeom>
                <a:avLst/>
                <a:gdLst>
                  <a:gd name="T0" fmla="*/ 5 w 22"/>
                  <a:gd name="T1" fmla="*/ 9 h 11"/>
                  <a:gd name="T2" fmla="*/ 7 w 22"/>
                  <a:gd name="T3" fmla="*/ 8 h 11"/>
                  <a:gd name="T4" fmla="*/ 7 w 22"/>
                  <a:gd name="T5" fmla="*/ 9 h 11"/>
                  <a:gd name="T6" fmla="*/ 7 w 22"/>
                  <a:gd name="T7" fmla="*/ 11 h 11"/>
                  <a:gd name="T8" fmla="*/ 13 w 22"/>
                  <a:gd name="T9" fmla="*/ 11 h 11"/>
                  <a:gd name="T10" fmla="*/ 17 w 22"/>
                  <a:gd name="T11" fmla="*/ 11 h 11"/>
                  <a:gd name="T12" fmla="*/ 18 w 22"/>
                  <a:gd name="T13" fmla="*/ 9 h 11"/>
                  <a:gd name="T14" fmla="*/ 20 w 22"/>
                  <a:gd name="T15" fmla="*/ 11 h 11"/>
                  <a:gd name="T16" fmla="*/ 22 w 22"/>
                  <a:gd name="T17" fmla="*/ 8 h 11"/>
                  <a:gd name="T18" fmla="*/ 20 w 22"/>
                  <a:gd name="T19" fmla="*/ 4 h 11"/>
                  <a:gd name="T20" fmla="*/ 18 w 22"/>
                  <a:gd name="T21" fmla="*/ 2 h 11"/>
                  <a:gd name="T22" fmla="*/ 17 w 22"/>
                  <a:gd name="T23" fmla="*/ 4 h 11"/>
                  <a:gd name="T24" fmla="*/ 15 w 22"/>
                  <a:gd name="T25" fmla="*/ 4 h 11"/>
                  <a:gd name="T26" fmla="*/ 13 w 22"/>
                  <a:gd name="T27" fmla="*/ 6 h 11"/>
                  <a:gd name="T28" fmla="*/ 9 w 22"/>
                  <a:gd name="T29" fmla="*/ 6 h 11"/>
                  <a:gd name="T30" fmla="*/ 7 w 22"/>
                  <a:gd name="T31" fmla="*/ 8 h 11"/>
                  <a:gd name="T32" fmla="*/ 9 w 22"/>
                  <a:gd name="T33" fmla="*/ 6 h 11"/>
                  <a:gd name="T34" fmla="*/ 7 w 22"/>
                  <a:gd name="T35" fmla="*/ 4 h 11"/>
                  <a:gd name="T36" fmla="*/ 9 w 22"/>
                  <a:gd name="T37" fmla="*/ 4 h 11"/>
                  <a:gd name="T38" fmla="*/ 9 w 22"/>
                  <a:gd name="T39" fmla="*/ 0 h 11"/>
                  <a:gd name="T40" fmla="*/ 5 w 22"/>
                  <a:gd name="T41" fmla="*/ 0 h 11"/>
                  <a:gd name="T42" fmla="*/ 2 w 22"/>
                  <a:gd name="T43" fmla="*/ 4 h 11"/>
                  <a:gd name="T44" fmla="*/ 4 w 22"/>
                  <a:gd name="T45" fmla="*/ 4 h 11"/>
                  <a:gd name="T46" fmla="*/ 2 w 22"/>
                  <a:gd name="T47" fmla="*/ 6 h 11"/>
                  <a:gd name="T48" fmla="*/ 0 w 22"/>
                  <a:gd name="T49" fmla="*/ 9 h 11"/>
                  <a:gd name="T50" fmla="*/ 4 w 22"/>
                  <a:gd name="T51" fmla="*/ 11 h 11"/>
                  <a:gd name="T52" fmla="*/ 5 w 22"/>
                  <a:gd name="T5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1">
                    <a:moveTo>
                      <a:pt x="5" y="9"/>
                    </a:moveTo>
                    <a:lnTo>
                      <a:pt x="7" y="8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18" y="9"/>
                    </a:lnTo>
                    <a:lnTo>
                      <a:pt x="20" y="11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3" y="6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7" name="Freeform 6135">
                <a:extLst>
                  <a:ext uri="{FF2B5EF4-FFF2-40B4-BE49-F238E27FC236}">
                    <a16:creationId xmlns:a16="http://schemas.microsoft.com/office/drawing/2014/main" id="{EFEDAFD8-7CFF-42E4-AA94-287487ED1C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805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2 w 6"/>
                  <a:gd name="T3" fmla="*/ 0 h 7"/>
                  <a:gd name="T4" fmla="*/ 0 w 6"/>
                  <a:gd name="T5" fmla="*/ 2 h 7"/>
                  <a:gd name="T6" fmla="*/ 0 w 6"/>
                  <a:gd name="T7" fmla="*/ 6 h 7"/>
                  <a:gd name="T8" fmla="*/ 2 w 6"/>
                  <a:gd name="T9" fmla="*/ 7 h 7"/>
                  <a:gd name="T10" fmla="*/ 4 w 6"/>
                  <a:gd name="T11" fmla="*/ 7 h 7"/>
                  <a:gd name="T12" fmla="*/ 6 w 6"/>
                  <a:gd name="T13" fmla="*/ 7 h 7"/>
                  <a:gd name="T14" fmla="*/ 6 w 6"/>
                  <a:gd name="T15" fmla="*/ 6 h 7"/>
                  <a:gd name="T16" fmla="*/ 6 w 6"/>
                  <a:gd name="T17" fmla="*/ 4 h 7"/>
                  <a:gd name="T18" fmla="*/ 6 w 6"/>
                  <a:gd name="T19" fmla="*/ 2 h 7"/>
                  <a:gd name="T20" fmla="*/ 6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8" name="Freeform 6136">
                <a:extLst>
                  <a:ext uri="{FF2B5EF4-FFF2-40B4-BE49-F238E27FC236}">
                    <a16:creationId xmlns:a16="http://schemas.microsoft.com/office/drawing/2014/main" id="{F2CE1610-B32B-46AA-90A8-087111D312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1341"/>
                <a:ext cx="19" cy="13"/>
              </a:xfrm>
              <a:custGeom>
                <a:avLst/>
                <a:gdLst>
                  <a:gd name="T0" fmla="*/ 9 w 19"/>
                  <a:gd name="T1" fmla="*/ 3 h 13"/>
                  <a:gd name="T2" fmla="*/ 7 w 19"/>
                  <a:gd name="T3" fmla="*/ 3 h 13"/>
                  <a:gd name="T4" fmla="*/ 4 w 19"/>
                  <a:gd name="T5" fmla="*/ 2 h 13"/>
                  <a:gd name="T6" fmla="*/ 0 w 19"/>
                  <a:gd name="T7" fmla="*/ 0 h 13"/>
                  <a:gd name="T8" fmla="*/ 0 w 19"/>
                  <a:gd name="T9" fmla="*/ 2 h 13"/>
                  <a:gd name="T10" fmla="*/ 0 w 19"/>
                  <a:gd name="T11" fmla="*/ 5 h 13"/>
                  <a:gd name="T12" fmla="*/ 2 w 19"/>
                  <a:gd name="T13" fmla="*/ 7 h 13"/>
                  <a:gd name="T14" fmla="*/ 6 w 19"/>
                  <a:gd name="T15" fmla="*/ 7 h 13"/>
                  <a:gd name="T16" fmla="*/ 7 w 19"/>
                  <a:gd name="T17" fmla="*/ 9 h 13"/>
                  <a:gd name="T18" fmla="*/ 11 w 19"/>
                  <a:gd name="T19" fmla="*/ 9 h 13"/>
                  <a:gd name="T20" fmla="*/ 15 w 19"/>
                  <a:gd name="T21" fmla="*/ 13 h 13"/>
                  <a:gd name="T22" fmla="*/ 17 w 19"/>
                  <a:gd name="T23" fmla="*/ 13 h 13"/>
                  <a:gd name="T24" fmla="*/ 19 w 19"/>
                  <a:gd name="T25" fmla="*/ 9 h 13"/>
                  <a:gd name="T26" fmla="*/ 13 w 19"/>
                  <a:gd name="T27" fmla="*/ 5 h 13"/>
                  <a:gd name="T28" fmla="*/ 9 w 19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3"/>
                    </a:move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5" y="13"/>
                    </a:lnTo>
                    <a:lnTo>
                      <a:pt x="17" y="13"/>
                    </a:lnTo>
                    <a:lnTo>
                      <a:pt x="19" y="9"/>
                    </a:lnTo>
                    <a:lnTo>
                      <a:pt x="13" y="5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9" name="Freeform 6137">
                <a:extLst>
                  <a:ext uri="{FF2B5EF4-FFF2-40B4-BE49-F238E27FC236}">
                    <a16:creationId xmlns:a16="http://schemas.microsoft.com/office/drawing/2014/main" id="{5F3320E4-DA12-404E-AE77-B89272872A7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1277"/>
                <a:ext cx="20" cy="25"/>
              </a:xfrm>
              <a:custGeom>
                <a:avLst/>
                <a:gdLst>
                  <a:gd name="T0" fmla="*/ 5 w 20"/>
                  <a:gd name="T1" fmla="*/ 8 h 25"/>
                  <a:gd name="T2" fmla="*/ 9 w 20"/>
                  <a:gd name="T3" fmla="*/ 12 h 25"/>
                  <a:gd name="T4" fmla="*/ 13 w 20"/>
                  <a:gd name="T5" fmla="*/ 17 h 25"/>
                  <a:gd name="T6" fmla="*/ 15 w 20"/>
                  <a:gd name="T7" fmla="*/ 23 h 25"/>
                  <a:gd name="T8" fmla="*/ 18 w 20"/>
                  <a:gd name="T9" fmla="*/ 25 h 25"/>
                  <a:gd name="T10" fmla="*/ 20 w 20"/>
                  <a:gd name="T11" fmla="*/ 23 h 25"/>
                  <a:gd name="T12" fmla="*/ 20 w 20"/>
                  <a:gd name="T13" fmla="*/ 19 h 25"/>
                  <a:gd name="T14" fmla="*/ 18 w 20"/>
                  <a:gd name="T15" fmla="*/ 13 h 25"/>
                  <a:gd name="T16" fmla="*/ 17 w 20"/>
                  <a:gd name="T17" fmla="*/ 10 h 25"/>
                  <a:gd name="T18" fmla="*/ 15 w 20"/>
                  <a:gd name="T19" fmla="*/ 6 h 25"/>
                  <a:gd name="T20" fmla="*/ 9 w 20"/>
                  <a:gd name="T21" fmla="*/ 6 h 25"/>
                  <a:gd name="T22" fmla="*/ 7 w 20"/>
                  <a:gd name="T23" fmla="*/ 2 h 25"/>
                  <a:gd name="T24" fmla="*/ 5 w 20"/>
                  <a:gd name="T25" fmla="*/ 0 h 25"/>
                  <a:gd name="T26" fmla="*/ 0 w 20"/>
                  <a:gd name="T27" fmla="*/ 0 h 25"/>
                  <a:gd name="T28" fmla="*/ 2 w 20"/>
                  <a:gd name="T29" fmla="*/ 4 h 25"/>
                  <a:gd name="T30" fmla="*/ 5 w 20"/>
                  <a:gd name="T3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5" y="8"/>
                    </a:moveTo>
                    <a:lnTo>
                      <a:pt x="9" y="12"/>
                    </a:lnTo>
                    <a:lnTo>
                      <a:pt x="13" y="17"/>
                    </a:lnTo>
                    <a:lnTo>
                      <a:pt x="15" y="23"/>
                    </a:lnTo>
                    <a:lnTo>
                      <a:pt x="18" y="25"/>
                    </a:lnTo>
                    <a:lnTo>
                      <a:pt x="20" y="23"/>
                    </a:lnTo>
                    <a:lnTo>
                      <a:pt x="20" y="19"/>
                    </a:lnTo>
                    <a:lnTo>
                      <a:pt x="18" y="13"/>
                    </a:lnTo>
                    <a:lnTo>
                      <a:pt x="17" y="10"/>
                    </a:lnTo>
                    <a:lnTo>
                      <a:pt x="15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0" name="Freeform 6138">
                <a:extLst>
                  <a:ext uri="{FF2B5EF4-FFF2-40B4-BE49-F238E27FC236}">
                    <a16:creationId xmlns:a16="http://schemas.microsoft.com/office/drawing/2014/main" id="{21F7DF2B-5558-4C01-B3E0-D3FF61EA0E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72" y="1400"/>
                <a:ext cx="22" cy="21"/>
              </a:xfrm>
              <a:custGeom>
                <a:avLst/>
                <a:gdLst>
                  <a:gd name="T0" fmla="*/ 0 w 22"/>
                  <a:gd name="T1" fmla="*/ 13 h 21"/>
                  <a:gd name="T2" fmla="*/ 0 w 22"/>
                  <a:gd name="T3" fmla="*/ 15 h 21"/>
                  <a:gd name="T4" fmla="*/ 1 w 22"/>
                  <a:gd name="T5" fmla="*/ 17 h 21"/>
                  <a:gd name="T6" fmla="*/ 5 w 22"/>
                  <a:gd name="T7" fmla="*/ 17 h 21"/>
                  <a:gd name="T8" fmla="*/ 14 w 22"/>
                  <a:gd name="T9" fmla="*/ 19 h 21"/>
                  <a:gd name="T10" fmla="*/ 16 w 22"/>
                  <a:gd name="T11" fmla="*/ 21 h 21"/>
                  <a:gd name="T12" fmla="*/ 20 w 22"/>
                  <a:gd name="T13" fmla="*/ 19 h 21"/>
                  <a:gd name="T14" fmla="*/ 20 w 22"/>
                  <a:gd name="T15" fmla="*/ 17 h 21"/>
                  <a:gd name="T16" fmla="*/ 22 w 22"/>
                  <a:gd name="T17" fmla="*/ 15 h 21"/>
                  <a:gd name="T18" fmla="*/ 22 w 22"/>
                  <a:gd name="T19" fmla="*/ 13 h 21"/>
                  <a:gd name="T20" fmla="*/ 20 w 22"/>
                  <a:gd name="T21" fmla="*/ 12 h 21"/>
                  <a:gd name="T22" fmla="*/ 20 w 22"/>
                  <a:gd name="T23" fmla="*/ 8 h 21"/>
                  <a:gd name="T24" fmla="*/ 18 w 22"/>
                  <a:gd name="T25" fmla="*/ 6 h 21"/>
                  <a:gd name="T26" fmla="*/ 18 w 22"/>
                  <a:gd name="T27" fmla="*/ 2 h 21"/>
                  <a:gd name="T28" fmla="*/ 18 w 22"/>
                  <a:gd name="T29" fmla="*/ 0 h 21"/>
                  <a:gd name="T30" fmla="*/ 14 w 22"/>
                  <a:gd name="T31" fmla="*/ 0 h 21"/>
                  <a:gd name="T32" fmla="*/ 9 w 22"/>
                  <a:gd name="T33" fmla="*/ 0 h 21"/>
                  <a:gd name="T34" fmla="*/ 3 w 22"/>
                  <a:gd name="T35" fmla="*/ 4 h 21"/>
                  <a:gd name="T36" fmla="*/ 1 w 22"/>
                  <a:gd name="T37" fmla="*/ 4 h 21"/>
                  <a:gd name="T38" fmla="*/ 0 w 22"/>
                  <a:gd name="T39" fmla="*/ 6 h 21"/>
                  <a:gd name="T40" fmla="*/ 1 w 22"/>
                  <a:gd name="T41" fmla="*/ 10 h 21"/>
                  <a:gd name="T42" fmla="*/ 3 w 22"/>
                  <a:gd name="T43" fmla="*/ 12 h 21"/>
                  <a:gd name="T44" fmla="*/ 3 w 22"/>
                  <a:gd name="T45" fmla="*/ 13 h 21"/>
                  <a:gd name="T46" fmla="*/ 3 w 22"/>
                  <a:gd name="T47" fmla="*/ 13 h 21"/>
                  <a:gd name="T48" fmla="*/ 0 w 22"/>
                  <a:gd name="T4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lnTo>
                      <a:pt x="0" y="15"/>
                    </a:lnTo>
                    <a:lnTo>
                      <a:pt x="1" y="17"/>
                    </a:lnTo>
                    <a:lnTo>
                      <a:pt x="5" y="17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1" name="Freeform 6139">
                <a:extLst>
                  <a:ext uri="{FF2B5EF4-FFF2-40B4-BE49-F238E27FC236}">
                    <a16:creationId xmlns:a16="http://schemas.microsoft.com/office/drawing/2014/main" id="{E3E03D86-F07F-44B5-9C6F-D8A3800F39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56" y="1315"/>
                <a:ext cx="8" cy="9"/>
              </a:xfrm>
              <a:custGeom>
                <a:avLst/>
                <a:gdLst>
                  <a:gd name="T0" fmla="*/ 2 w 8"/>
                  <a:gd name="T1" fmla="*/ 7 h 9"/>
                  <a:gd name="T2" fmla="*/ 2 w 8"/>
                  <a:gd name="T3" fmla="*/ 9 h 9"/>
                  <a:gd name="T4" fmla="*/ 8 w 8"/>
                  <a:gd name="T5" fmla="*/ 7 h 9"/>
                  <a:gd name="T6" fmla="*/ 8 w 8"/>
                  <a:gd name="T7" fmla="*/ 3 h 9"/>
                  <a:gd name="T8" fmla="*/ 6 w 8"/>
                  <a:gd name="T9" fmla="*/ 0 h 9"/>
                  <a:gd name="T10" fmla="*/ 2 w 8"/>
                  <a:gd name="T11" fmla="*/ 0 h 9"/>
                  <a:gd name="T12" fmla="*/ 0 w 8"/>
                  <a:gd name="T13" fmla="*/ 0 h 9"/>
                  <a:gd name="T14" fmla="*/ 0 w 8"/>
                  <a:gd name="T15" fmla="*/ 3 h 9"/>
                  <a:gd name="T16" fmla="*/ 2 w 8"/>
                  <a:gd name="T17" fmla="*/ 5 h 9"/>
                  <a:gd name="T18" fmla="*/ 2 w 8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2" y="7"/>
                    </a:moveTo>
                    <a:lnTo>
                      <a:pt x="2" y="9"/>
                    </a:lnTo>
                    <a:lnTo>
                      <a:pt x="8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2" name="Freeform 6140">
                <a:extLst>
                  <a:ext uri="{FF2B5EF4-FFF2-40B4-BE49-F238E27FC236}">
                    <a16:creationId xmlns:a16="http://schemas.microsoft.com/office/drawing/2014/main" id="{E2F97EBA-13F9-4C99-8F85-C30023E611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77"/>
                <a:ext cx="7" cy="7"/>
              </a:xfrm>
              <a:custGeom>
                <a:avLst/>
                <a:gdLst>
                  <a:gd name="T0" fmla="*/ 0 w 7"/>
                  <a:gd name="T1" fmla="*/ 2 h 7"/>
                  <a:gd name="T2" fmla="*/ 0 w 7"/>
                  <a:gd name="T3" fmla="*/ 5 h 7"/>
                  <a:gd name="T4" fmla="*/ 4 w 7"/>
                  <a:gd name="T5" fmla="*/ 7 h 7"/>
                  <a:gd name="T6" fmla="*/ 6 w 7"/>
                  <a:gd name="T7" fmla="*/ 5 h 7"/>
                  <a:gd name="T8" fmla="*/ 6 w 7"/>
                  <a:gd name="T9" fmla="*/ 4 h 7"/>
                  <a:gd name="T10" fmla="*/ 7 w 7"/>
                  <a:gd name="T11" fmla="*/ 2 h 7"/>
                  <a:gd name="T12" fmla="*/ 7 w 7"/>
                  <a:gd name="T13" fmla="*/ 0 h 7"/>
                  <a:gd name="T14" fmla="*/ 6 w 7"/>
                  <a:gd name="T15" fmla="*/ 0 h 7"/>
                  <a:gd name="T16" fmla="*/ 0 w 7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lnTo>
                      <a:pt x="0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3" name="Freeform 6141">
                <a:extLst>
                  <a:ext uri="{FF2B5EF4-FFF2-40B4-BE49-F238E27FC236}">
                    <a16:creationId xmlns:a16="http://schemas.microsoft.com/office/drawing/2014/main" id="{84F7675C-D1A7-4601-8397-1D45262E8A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20"/>
                <a:ext cx="9" cy="8"/>
              </a:xfrm>
              <a:custGeom>
                <a:avLst/>
                <a:gdLst>
                  <a:gd name="T0" fmla="*/ 5 w 9"/>
                  <a:gd name="T1" fmla="*/ 0 h 8"/>
                  <a:gd name="T2" fmla="*/ 3 w 9"/>
                  <a:gd name="T3" fmla="*/ 2 h 8"/>
                  <a:gd name="T4" fmla="*/ 2 w 9"/>
                  <a:gd name="T5" fmla="*/ 4 h 8"/>
                  <a:gd name="T6" fmla="*/ 0 w 9"/>
                  <a:gd name="T7" fmla="*/ 4 h 8"/>
                  <a:gd name="T8" fmla="*/ 0 w 9"/>
                  <a:gd name="T9" fmla="*/ 8 h 8"/>
                  <a:gd name="T10" fmla="*/ 3 w 9"/>
                  <a:gd name="T11" fmla="*/ 8 h 8"/>
                  <a:gd name="T12" fmla="*/ 7 w 9"/>
                  <a:gd name="T13" fmla="*/ 8 h 8"/>
                  <a:gd name="T14" fmla="*/ 9 w 9"/>
                  <a:gd name="T15" fmla="*/ 6 h 8"/>
                  <a:gd name="T16" fmla="*/ 7 w 9"/>
                  <a:gd name="T17" fmla="*/ 4 h 8"/>
                  <a:gd name="T18" fmla="*/ 5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4" name="Freeform 6142">
                <a:extLst>
                  <a:ext uri="{FF2B5EF4-FFF2-40B4-BE49-F238E27FC236}">
                    <a16:creationId xmlns:a16="http://schemas.microsoft.com/office/drawing/2014/main" id="{01AC3E9F-0402-4907-87D3-D25C439DBB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9" y="1302"/>
                <a:ext cx="9" cy="7"/>
              </a:xfrm>
              <a:custGeom>
                <a:avLst/>
                <a:gdLst>
                  <a:gd name="T0" fmla="*/ 5 w 9"/>
                  <a:gd name="T1" fmla="*/ 1 h 7"/>
                  <a:gd name="T2" fmla="*/ 3 w 9"/>
                  <a:gd name="T3" fmla="*/ 3 h 7"/>
                  <a:gd name="T4" fmla="*/ 0 w 9"/>
                  <a:gd name="T5" fmla="*/ 3 h 7"/>
                  <a:gd name="T6" fmla="*/ 3 w 9"/>
                  <a:gd name="T7" fmla="*/ 7 h 7"/>
                  <a:gd name="T8" fmla="*/ 7 w 9"/>
                  <a:gd name="T9" fmla="*/ 7 h 7"/>
                  <a:gd name="T10" fmla="*/ 9 w 9"/>
                  <a:gd name="T11" fmla="*/ 5 h 7"/>
                  <a:gd name="T12" fmla="*/ 9 w 9"/>
                  <a:gd name="T13" fmla="*/ 3 h 7"/>
                  <a:gd name="T14" fmla="*/ 7 w 9"/>
                  <a:gd name="T15" fmla="*/ 0 h 7"/>
                  <a:gd name="T16" fmla="*/ 5 w 9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5" y="1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5" name="Freeform 6143">
                <a:extLst>
                  <a:ext uri="{FF2B5EF4-FFF2-40B4-BE49-F238E27FC236}">
                    <a16:creationId xmlns:a16="http://schemas.microsoft.com/office/drawing/2014/main" id="{13BA157B-5672-44C9-BC23-C40C430CB6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9" y="1757"/>
                <a:ext cx="6" cy="5"/>
              </a:xfrm>
              <a:custGeom>
                <a:avLst/>
                <a:gdLst>
                  <a:gd name="T0" fmla="*/ 6 w 6"/>
                  <a:gd name="T1" fmla="*/ 1 h 5"/>
                  <a:gd name="T2" fmla="*/ 6 w 6"/>
                  <a:gd name="T3" fmla="*/ 0 h 5"/>
                  <a:gd name="T4" fmla="*/ 2 w 6"/>
                  <a:gd name="T5" fmla="*/ 0 h 5"/>
                  <a:gd name="T6" fmla="*/ 0 w 6"/>
                  <a:gd name="T7" fmla="*/ 1 h 5"/>
                  <a:gd name="T8" fmla="*/ 0 w 6"/>
                  <a:gd name="T9" fmla="*/ 5 h 5"/>
                  <a:gd name="T10" fmla="*/ 4 w 6"/>
                  <a:gd name="T11" fmla="*/ 5 h 5"/>
                  <a:gd name="T12" fmla="*/ 6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6" name="Freeform 6144">
                <a:extLst>
                  <a:ext uri="{FF2B5EF4-FFF2-40B4-BE49-F238E27FC236}">
                    <a16:creationId xmlns:a16="http://schemas.microsoft.com/office/drawing/2014/main" id="{701D2224-26D3-4052-8CFE-D3522F2C133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8" y="1324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4 h 9"/>
                  <a:gd name="T4" fmla="*/ 2 w 6"/>
                  <a:gd name="T5" fmla="*/ 7 h 9"/>
                  <a:gd name="T6" fmla="*/ 4 w 6"/>
                  <a:gd name="T7" fmla="*/ 9 h 9"/>
                  <a:gd name="T8" fmla="*/ 6 w 6"/>
                  <a:gd name="T9" fmla="*/ 4 h 9"/>
                  <a:gd name="T10" fmla="*/ 4 w 6"/>
                  <a:gd name="T11" fmla="*/ 2 h 9"/>
                  <a:gd name="T12" fmla="*/ 0 w 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7" name="Freeform 6145">
                <a:extLst>
                  <a:ext uri="{FF2B5EF4-FFF2-40B4-BE49-F238E27FC236}">
                    <a16:creationId xmlns:a16="http://schemas.microsoft.com/office/drawing/2014/main" id="{DC7FB6DA-9154-4E2A-9025-4F7ADD05D7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1898"/>
                <a:ext cx="95" cy="200"/>
              </a:xfrm>
              <a:custGeom>
                <a:avLst/>
                <a:gdLst>
                  <a:gd name="T0" fmla="*/ 35 w 95"/>
                  <a:gd name="T1" fmla="*/ 79 h 200"/>
                  <a:gd name="T2" fmla="*/ 37 w 95"/>
                  <a:gd name="T3" fmla="*/ 92 h 200"/>
                  <a:gd name="T4" fmla="*/ 42 w 95"/>
                  <a:gd name="T5" fmla="*/ 97 h 200"/>
                  <a:gd name="T6" fmla="*/ 44 w 95"/>
                  <a:gd name="T7" fmla="*/ 106 h 200"/>
                  <a:gd name="T8" fmla="*/ 46 w 95"/>
                  <a:gd name="T9" fmla="*/ 118 h 200"/>
                  <a:gd name="T10" fmla="*/ 48 w 95"/>
                  <a:gd name="T11" fmla="*/ 125 h 200"/>
                  <a:gd name="T12" fmla="*/ 50 w 95"/>
                  <a:gd name="T13" fmla="*/ 136 h 200"/>
                  <a:gd name="T14" fmla="*/ 57 w 95"/>
                  <a:gd name="T15" fmla="*/ 147 h 200"/>
                  <a:gd name="T16" fmla="*/ 61 w 95"/>
                  <a:gd name="T17" fmla="*/ 162 h 200"/>
                  <a:gd name="T18" fmla="*/ 67 w 95"/>
                  <a:gd name="T19" fmla="*/ 174 h 200"/>
                  <a:gd name="T20" fmla="*/ 67 w 95"/>
                  <a:gd name="T21" fmla="*/ 185 h 200"/>
                  <a:gd name="T22" fmla="*/ 72 w 95"/>
                  <a:gd name="T23" fmla="*/ 196 h 200"/>
                  <a:gd name="T24" fmla="*/ 78 w 95"/>
                  <a:gd name="T25" fmla="*/ 190 h 200"/>
                  <a:gd name="T26" fmla="*/ 76 w 95"/>
                  <a:gd name="T27" fmla="*/ 181 h 200"/>
                  <a:gd name="T28" fmla="*/ 82 w 95"/>
                  <a:gd name="T29" fmla="*/ 183 h 200"/>
                  <a:gd name="T30" fmla="*/ 87 w 95"/>
                  <a:gd name="T31" fmla="*/ 185 h 200"/>
                  <a:gd name="T32" fmla="*/ 95 w 95"/>
                  <a:gd name="T33" fmla="*/ 194 h 200"/>
                  <a:gd name="T34" fmla="*/ 95 w 95"/>
                  <a:gd name="T35" fmla="*/ 185 h 200"/>
                  <a:gd name="T36" fmla="*/ 91 w 95"/>
                  <a:gd name="T37" fmla="*/ 175 h 200"/>
                  <a:gd name="T38" fmla="*/ 85 w 95"/>
                  <a:gd name="T39" fmla="*/ 174 h 200"/>
                  <a:gd name="T40" fmla="*/ 80 w 95"/>
                  <a:gd name="T41" fmla="*/ 166 h 200"/>
                  <a:gd name="T42" fmla="*/ 72 w 95"/>
                  <a:gd name="T43" fmla="*/ 159 h 200"/>
                  <a:gd name="T44" fmla="*/ 68 w 95"/>
                  <a:gd name="T45" fmla="*/ 147 h 200"/>
                  <a:gd name="T46" fmla="*/ 67 w 95"/>
                  <a:gd name="T47" fmla="*/ 136 h 200"/>
                  <a:gd name="T48" fmla="*/ 65 w 95"/>
                  <a:gd name="T49" fmla="*/ 125 h 200"/>
                  <a:gd name="T50" fmla="*/ 67 w 95"/>
                  <a:gd name="T51" fmla="*/ 121 h 200"/>
                  <a:gd name="T52" fmla="*/ 70 w 95"/>
                  <a:gd name="T53" fmla="*/ 121 h 200"/>
                  <a:gd name="T54" fmla="*/ 78 w 95"/>
                  <a:gd name="T55" fmla="*/ 127 h 200"/>
                  <a:gd name="T56" fmla="*/ 87 w 95"/>
                  <a:gd name="T57" fmla="*/ 133 h 200"/>
                  <a:gd name="T58" fmla="*/ 85 w 95"/>
                  <a:gd name="T59" fmla="*/ 125 h 200"/>
                  <a:gd name="T60" fmla="*/ 78 w 95"/>
                  <a:gd name="T61" fmla="*/ 116 h 200"/>
                  <a:gd name="T62" fmla="*/ 72 w 95"/>
                  <a:gd name="T63" fmla="*/ 108 h 200"/>
                  <a:gd name="T64" fmla="*/ 68 w 95"/>
                  <a:gd name="T65" fmla="*/ 101 h 200"/>
                  <a:gd name="T66" fmla="*/ 61 w 95"/>
                  <a:gd name="T67" fmla="*/ 86 h 200"/>
                  <a:gd name="T68" fmla="*/ 52 w 95"/>
                  <a:gd name="T69" fmla="*/ 75 h 200"/>
                  <a:gd name="T70" fmla="*/ 46 w 95"/>
                  <a:gd name="T71" fmla="*/ 67 h 200"/>
                  <a:gd name="T72" fmla="*/ 42 w 95"/>
                  <a:gd name="T73" fmla="*/ 62 h 200"/>
                  <a:gd name="T74" fmla="*/ 37 w 95"/>
                  <a:gd name="T75" fmla="*/ 54 h 200"/>
                  <a:gd name="T76" fmla="*/ 39 w 95"/>
                  <a:gd name="T77" fmla="*/ 52 h 200"/>
                  <a:gd name="T78" fmla="*/ 39 w 95"/>
                  <a:gd name="T79" fmla="*/ 43 h 200"/>
                  <a:gd name="T80" fmla="*/ 28 w 95"/>
                  <a:gd name="T81" fmla="*/ 23 h 200"/>
                  <a:gd name="T82" fmla="*/ 20 w 95"/>
                  <a:gd name="T83" fmla="*/ 17 h 200"/>
                  <a:gd name="T84" fmla="*/ 16 w 95"/>
                  <a:gd name="T85" fmla="*/ 8 h 200"/>
                  <a:gd name="T86" fmla="*/ 9 w 95"/>
                  <a:gd name="T87" fmla="*/ 0 h 200"/>
                  <a:gd name="T88" fmla="*/ 7 w 95"/>
                  <a:gd name="T89" fmla="*/ 6 h 200"/>
                  <a:gd name="T90" fmla="*/ 0 w 95"/>
                  <a:gd name="T91" fmla="*/ 4 h 200"/>
                  <a:gd name="T92" fmla="*/ 11 w 95"/>
                  <a:gd name="T93" fmla="*/ 13 h 200"/>
                  <a:gd name="T94" fmla="*/ 13 w 95"/>
                  <a:gd name="T95" fmla="*/ 23 h 200"/>
                  <a:gd name="T96" fmla="*/ 15 w 95"/>
                  <a:gd name="T97" fmla="*/ 24 h 200"/>
                  <a:gd name="T98" fmla="*/ 7 w 95"/>
                  <a:gd name="T99" fmla="*/ 23 h 200"/>
                  <a:gd name="T100" fmla="*/ 9 w 95"/>
                  <a:gd name="T101" fmla="*/ 34 h 200"/>
                  <a:gd name="T102" fmla="*/ 15 w 95"/>
                  <a:gd name="T103" fmla="*/ 47 h 200"/>
                  <a:gd name="T104" fmla="*/ 18 w 95"/>
                  <a:gd name="T105" fmla="*/ 60 h 200"/>
                  <a:gd name="T106" fmla="*/ 24 w 95"/>
                  <a:gd name="T107" fmla="*/ 6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5" h="200">
                    <a:moveTo>
                      <a:pt x="29" y="75"/>
                    </a:moveTo>
                    <a:lnTo>
                      <a:pt x="31" y="75"/>
                    </a:lnTo>
                    <a:lnTo>
                      <a:pt x="35" y="79"/>
                    </a:lnTo>
                    <a:lnTo>
                      <a:pt x="35" y="84"/>
                    </a:lnTo>
                    <a:lnTo>
                      <a:pt x="35" y="88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41" y="95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101"/>
                    </a:lnTo>
                    <a:lnTo>
                      <a:pt x="44" y="106"/>
                    </a:lnTo>
                    <a:lnTo>
                      <a:pt x="46" y="108"/>
                    </a:lnTo>
                    <a:lnTo>
                      <a:pt x="46" y="112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1"/>
                    </a:lnTo>
                    <a:lnTo>
                      <a:pt x="48" y="125"/>
                    </a:lnTo>
                    <a:lnTo>
                      <a:pt x="50" y="131"/>
                    </a:lnTo>
                    <a:lnTo>
                      <a:pt x="50" y="133"/>
                    </a:lnTo>
                    <a:lnTo>
                      <a:pt x="50" y="136"/>
                    </a:lnTo>
                    <a:lnTo>
                      <a:pt x="54" y="140"/>
                    </a:lnTo>
                    <a:lnTo>
                      <a:pt x="57" y="146"/>
                    </a:lnTo>
                    <a:lnTo>
                      <a:pt x="57" y="147"/>
                    </a:lnTo>
                    <a:lnTo>
                      <a:pt x="59" y="151"/>
                    </a:lnTo>
                    <a:lnTo>
                      <a:pt x="59" y="157"/>
                    </a:lnTo>
                    <a:lnTo>
                      <a:pt x="61" y="162"/>
                    </a:lnTo>
                    <a:lnTo>
                      <a:pt x="63" y="166"/>
                    </a:lnTo>
                    <a:lnTo>
                      <a:pt x="63" y="168"/>
                    </a:lnTo>
                    <a:lnTo>
                      <a:pt x="67" y="174"/>
                    </a:lnTo>
                    <a:lnTo>
                      <a:pt x="67" y="175"/>
                    </a:lnTo>
                    <a:lnTo>
                      <a:pt x="67" y="179"/>
                    </a:lnTo>
                    <a:lnTo>
                      <a:pt x="67" y="185"/>
                    </a:lnTo>
                    <a:lnTo>
                      <a:pt x="68" y="188"/>
                    </a:lnTo>
                    <a:lnTo>
                      <a:pt x="70" y="192"/>
                    </a:lnTo>
                    <a:lnTo>
                      <a:pt x="72" y="196"/>
                    </a:lnTo>
                    <a:lnTo>
                      <a:pt x="78" y="200"/>
                    </a:lnTo>
                    <a:lnTo>
                      <a:pt x="78" y="194"/>
                    </a:lnTo>
                    <a:lnTo>
                      <a:pt x="78" y="190"/>
                    </a:lnTo>
                    <a:lnTo>
                      <a:pt x="78" y="188"/>
                    </a:lnTo>
                    <a:lnTo>
                      <a:pt x="76" y="185"/>
                    </a:lnTo>
                    <a:lnTo>
                      <a:pt x="76" y="181"/>
                    </a:lnTo>
                    <a:lnTo>
                      <a:pt x="78" y="179"/>
                    </a:lnTo>
                    <a:lnTo>
                      <a:pt x="78" y="181"/>
                    </a:lnTo>
                    <a:lnTo>
                      <a:pt x="82" y="183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5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5" y="194"/>
                    </a:lnTo>
                    <a:lnTo>
                      <a:pt x="95" y="190"/>
                    </a:lnTo>
                    <a:lnTo>
                      <a:pt x="95" y="188"/>
                    </a:lnTo>
                    <a:lnTo>
                      <a:pt x="95" y="185"/>
                    </a:lnTo>
                    <a:lnTo>
                      <a:pt x="95" y="181"/>
                    </a:lnTo>
                    <a:lnTo>
                      <a:pt x="91" y="179"/>
                    </a:lnTo>
                    <a:lnTo>
                      <a:pt x="91" y="175"/>
                    </a:lnTo>
                    <a:lnTo>
                      <a:pt x="89" y="174"/>
                    </a:lnTo>
                    <a:lnTo>
                      <a:pt x="87" y="174"/>
                    </a:lnTo>
                    <a:lnTo>
                      <a:pt x="85" y="174"/>
                    </a:lnTo>
                    <a:lnTo>
                      <a:pt x="82" y="172"/>
                    </a:lnTo>
                    <a:lnTo>
                      <a:pt x="82" y="170"/>
                    </a:lnTo>
                    <a:lnTo>
                      <a:pt x="80" y="166"/>
                    </a:lnTo>
                    <a:lnTo>
                      <a:pt x="76" y="162"/>
                    </a:lnTo>
                    <a:lnTo>
                      <a:pt x="74" y="162"/>
                    </a:lnTo>
                    <a:lnTo>
                      <a:pt x="72" y="159"/>
                    </a:lnTo>
                    <a:lnTo>
                      <a:pt x="70" y="155"/>
                    </a:lnTo>
                    <a:lnTo>
                      <a:pt x="68" y="151"/>
                    </a:lnTo>
                    <a:lnTo>
                      <a:pt x="68" y="147"/>
                    </a:lnTo>
                    <a:lnTo>
                      <a:pt x="68" y="144"/>
                    </a:lnTo>
                    <a:lnTo>
                      <a:pt x="68" y="138"/>
                    </a:lnTo>
                    <a:lnTo>
                      <a:pt x="67" y="136"/>
                    </a:lnTo>
                    <a:lnTo>
                      <a:pt x="67" y="131"/>
                    </a:lnTo>
                    <a:lnTo>
                      <a:pt x="67" y="129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8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6" y="123"/>
                    </a:lnTo>
                    <a:lnTo>
                      <a:pt x="78" y="127"/>
                    </a:lnTo>
                    <a:lnTo>
                      <a:pt x="82" y="127"/>
                    </a:lnTo>
                    <a:lnTo>
                      <a:pt x="83" y="129"/>
                    </a:lnTo>
                    <a:lnTo>
                      <a:pt x="87" y="133"/>
                    </a:lnTo>
                    <a:lnTo>
                      <a:pt x="91" y="134"/>
                    </a:lnTo>
                    <a:lnTo>
                      <a:pt x="89" y="129"/>
                    </a:lnTo>
                    <a:lnTo>
                      <a:pt x="85" y="125"/>
                    </a:lnTo>
                    <a:lnTo>
                      <a:pt x="82" y="123"/>
                    </a:lnTo>
                    <a:lnTo>
                      <a:pt x="80" y="120"/>
                    </a:lnTo>
                    <a:lnTo>
                      <a:pt x="78" y="116"/>
                    </a:lnTo>
                    <a:lnTo>
                      <a:pt x="78" y="114"/>
                    </a:lnTo>
                    <a:lnTo>
                      <a:pt x="76" y="112"/>
                    </a:lnTo>
                    <a:lnTo>
                      <a:pt x="72" y="108"/>
                    </a:lnTo>
                    <a:lnTo>
                      <a:pt x="72" y="105"/>
                    </a:lnTo>
                    <a:lnTo>
                      <a:pt x="70" y="103"/>
                    </a:lnTo>
                    <a:lnTo>
                      <a:pt x="68" y="101"/>
                    </a:lnTo>
                    <a:lnTo>
                      <a:pt x="65" y="95"/>
                    </a:lnTo>
                    <a:lnTo>
                      <a:pt x="61" y="90"/>
                    </a:lnTo>
                    <a:lnTo>
                      <a:pt x="61" y="86"/>
                    </a:lnTo>
                    <a:lnTo>
                      <a:pt x="55" y="80"/>
                    </a:lnTo>
                    <a:lnTo>
                      <a:pt x="54" y="75"/>
                    </a:lnTo>
                    <a:lnTo>
                      <a:pt x="52" y="75"/>
                    </a:lnTo>
                    <a:lnTo>
                      <a:pt x="52" y="71"/>
                    </a:lnTo>
                    <a:lnTo>
                      <a:pt x="50" y="67"/>
                    </a:lnTo>
                    <a:lnTo>
                      <a:pt x="46" y="67"/>
                    </a:lnTo>
                    <a:lnTo>
                      <a:pt x="46" y="65"/>
                    </a:lnTo>
                    <a:lnTo>
                      <a:pt x="44" y="64"/>
                    </a:lnTo>
                    <a:lnTo>
                      <a:pt x="42" y="62"/>
                    </a:lnTo>
                    <a:lnTo>
                      <a:pt x="41" y="60"/>
                    </a:lnTo>
                    <a:lnTo>
                      <a:pt x="39" y="56"/>
                    </a:lnTo>
                    <a:lnTo>
                      <a:pt x="37" y="54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9" y="52"/>
                    </a:lnTo>
                    <a:lnTo>
                      <a:pt x="37" y="45"/>
                    </a:lnTo>
                    <a:lnTo>
                      <a:pt x="37" y="41"/>
                    </a:lnTo>
                    <a:lnTo>
                      <a:pt x="39" y="43"/>
                    </a:lnTo>
                    <a:lnTo>
                      <a:pt x="33" y="32"/>
                    </a:lnTo>
                    <a:lnTo>
                      <a:pt x="31" y="26"/>
                    </a:lnTo>
                    <a:lnTo>
                      <a:pt x="28" y="23"/>
                    </a:lnTo>
                    <a:lnTo>
                      <a:pt x="26" y="23"/>
                    </a:lnTo>
                    <a:lnTo>
                      <a:pt x="26" y="21"/>
                    </a:lnTo>
                    <a:lnTo>
                      <a:pt x="20" y="17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5" y="10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1" y="21"/>
                    </a:lnTo>
                    <a:lnTo>
                      <a:pt x="7" y="23"/>
                    </a:lnTo>
                    <a:lnTo>
                      <a:pt x="5" y="28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2" y="67"/>
                    </a:lnTo>
                    <a:lnTo>
                      <a:pt x="29" y="7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8" name="Freeform 6146">
                <a:extLst>
                  <a:ext uri="{FF2B5EF4-FFF2-40B4-BE49-F238E27FC236}">
                    <a16:creationId xmlns:a16="http://schemas.microsoft.com/office/drawing/2014/main" id="{DB7CE2D6-F917-4010-B1C1-D9FDE0A2A5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1" y="1330"/>
                <a:ext cx="20" cy="20"/>
              </a:xfrm>
              <a:custGeom>
                <a:avLst/>
                <a:gdLst>
                  <a:gd name="T0" fmla="*/ 6 w 11"/>
                  <a:gd name="T1" fmla="*/ 6 h 11"/>
                  <a:gd name="T2" fmla="*/ 5 w 11"/>
                  <a:gd name="T3" fmla="*/ 7 h 11"/>
                  <a:gd name="T4" fmla="*/ 4 w 11"/>
                  <a:gd name="T5" fmla="*/ 7 h 11"/>
                  <a:gd name="T6" fmla="*/ 3 w 11"/>
                  <a:gd name="T7" fmla="*/ 7 h 11"/>
                  <a:gd name="T8" fmla="*/ 4 w 11"/>
                  <a:gd name="T9" fmla="*/ 5 h 11"/>
                  <a:gd name="T10" fmla="*/ 5 w 11"/>
                  <a:gd name="T11" fmla="*/ 4 h 11"/>
                  <a:gd name="T12" fmla="*/ 5 w 11"/>
                  <a:gd name="T13" fmla="*/ 2 h 11"/>
                  <a:gd name="T14" fmla="*/ 3 w 11"/>
                  <a:gd name="T15" fmla="*/ 1 h 11"/>
                  <a:gd name="T16" fmla="*/ 1 w 11"/>
                  <a:gd name="T17" fmla="*/ 0 h 11"/>
                  <a:gd name="T18" fmla="*/ 0 w 11"/>
                  <a:gd name="T19" fmla="*/ 3 h 11"/>
                  <a:gd name="T20" fmla="*/ 0 w 11"/>
                  <a:gd name="T21" fmla="*/ 4 h 11"/>
                  <a:gd name="T22" fmla="*/ 0 w 11"/>
                  <a:gd name="T23" fmla="*/ 5 h 11"/>
                  <a:gd name="T24" fmla="*/ 3 w 11"/>
                  <a:gd name="T25" fmla="*/ 7 h 11"/>
                  <a:gd name="T26" fmla="*/ 2 w 11"/>
                  <a:gd name="T27" fmla="*/ 8 h 11"/>
                  <a:gd name="T28" fmla="*/ 4 w 11"/>
                  <a:gd name="T29" fmla="*/ 9 h 11"/>
                  <a:gd name="T30" fmla="*/ 5 w 11"/>
                  <a:gd name="T31" fmla="*/ 11 h 11"/>
                  <a:gd name="T32" fmla="*/ 5 w 11"/>
                  <a:gd name="T33" fmla="*/ 11 h 11"/>
                  <a:gd name="T34" fmla="*/ 7 w 11"/>
                  <a:gd name="T35" fmla="*/ 10 h 11"/>
                  <a:gd name="T36" fmla="*/ 8 w 11"/>
                  <a:gd name="T37" fmla="*/ 10 h 11"/>
                  <a:gd name="T38" fmla="*/ 10 w 11"/>
                  <a:gd name="T39" fmla="*/ 10 h 11"/>
                  <a:gd name="T40" fmla="*/ 11 w 11"/>
                  <a:gd name="T41" fmla="*/ 9 h 11"/>
                  <a:gd name="T42" fmla="*/ 10 w 11"/>
                  <a:gd name="T43" fmla="*/ 7 h 11"/>
                  <a:gd name="T44" fmla="*/ 9 w 11"/>
                  <a:gd name="T45" fmla="*/ 7 h 11"/>
                  <a:gd name="T46" fmla="*/ 9 w 11"/>
                  <a:gd name="T47" fmla="*/ 6 h 11"/>
                  <a:gd name="T48" fmla="*/ 7 w 11"/>
                  <a:gd name="T49" fmla="*/ 2 h 11"/>
                  <a:gd name="T50" fmla="*/ 6 w 11"/>
                  <a:gd name="T51" fmla="*/ 4 h 11"/>
                  <a:gd name="T52" fmla="*/ 6 w 11"/>
                  <a:gd name="T5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11">
                    <a:moveTo>
                      <a:pt x="6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9" name="Freeform 6147">
                <a:extLst>
                  <a:ext uri="{FF2B5EF4-FFF2-40B4-BE49-F238E27FC236}">
                    <a16:creationId xmlns:a16="http://schemas.microsoft.com/office/drawing/2014/main" id="{CC64C781-F60A-48F9-8681-258DF19E0C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5" y="1324"/>
                <a:ext cx="13" cy="13"/>
              </a:xfrm>
              <a:custGeom>
                <a:avLst/>
                <a:gdLst>
                  <a:gd name="T0" fmla="*/ 8 w 13"/>
                  <a:gd name="T1" fmla="*/ 13 h 13"/>
                  <a:gd name="T2" fmla="*/ 11 w 13"/>
                  <a:gd name="T3" fmla="*/ 9 h 13"/>
                  <a:gd name="T4" fmla="*/ 13 w 13"/>
                  <a:gd name="T5" fmla="*/ 6 h 13"/>
                  <a:gd name="T6" fmla="*/ 11 w 13"/>
                  <a:gd name="T7" fmla="*/ 2 h 13"/>
                  <a:gd name="T8" fmla="*/ 9 w 13"/>
                  <a:gd name="T9" fmla="*/ 2 h 13"/>
                  <a:gd name="T10" fmla="*/ 8 w 13"/>
                  <a:gd name="T11" fmla="*/ 0 h 13"/>
                  <a:gd name="T12" fmla="*/ 6 w 13"/>
                  <a:gd name="T13" fmla="*/ 0 h 13"/>
                  <a:gd name="T14" fmla="*/ 2 w 13"/>
                  <a:gd name="T15" fmla="*/ 2 h 13"/>
                  <a:gd name="T16" fmla="*/ 4 w 13"/>
                  <a:gd name="T17" fmla="*/ 6 h 13"/>
                  <a:gd name="T18" fmla="*/ 4 w 13"/>
                  <a:gd name="T19" fmla="*/ 6 h 13"/>
                  <a:gd name="T20" fmla="*/ 0 w 13"/>
                  <a:gd name="T21" fmla="*/ 9 h 13"/>
                  <a:gd name="T22" fmla="*/ 4 w 13"/>
                  <a:gd name="T23" fmla="*/ 11 h 13"/>
                  <a:gd name="T24" fmla="*/ 8 w 13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8" y="13"/>
                    </a:move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0" name="Freeform 6148">
                <a:extLst>
                  <a:ext uri="{FF2B5EF4-FFF2-40B4-BE49-F238E27FC236}">
                    <a16:creationId xmlns:a16="http://schemas.microsoft.com/office/drawing/2014/main" id="{3ADB4E3A-80E0-48D8-B764-8F887F01728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7" y="1311"/>
                <a:ext cx="19" cy="13"/>
              </a:xfrm>
              <a:custGeom>
                <a:avLst/>
                <a:gdLst>
                  <a:gd name="T0" fmla="*/ 3 w 10"/>
                  <a:gd name="T1" fmla="*/ 6 h 7"/>
                  <a:gd name="T2" fmla="*/ 4 w 10"/>
                  <a:gd name="T3" fmla="*/ 5 h 7"/>
                  <a:gd name="T4" fmla="*/ 3 w 10"/>
                  <a:gd name="T5" fmla="*/ 3 h 7"/>
                  <a:gd name="T6" fmla="*/ 3 w 10"/>
                  <a:gd name="T7" fmla="*/ 3 h 7"/>
                  <a:gd name="T8" fmla="*/ 4 w 10"/>
                  <a:gd name="T9" fmla="*/ 5 h 7"/>
                  <a:gd name="T10" fmla="*/ 6 w 10"/>
                  <a:gd name="T11" fmla="*/ 5 h 7"/>
                  <a:gd name="T12" fmla="*/ 6 w 10"/>
                  <a:gd name="T13" fmla="*/ 4 h 7"/>
                  <a:gd name="T14" fmla="*/ 6 w 10"/>
                  <a:gd name="T15" fmla="*/ 5 h 7"/>
                  <a:gd name="T16" fmla="*/ 6 w 10"/>
                  <a:gd name="T17" fmla="*/ 6 h 7"/>
                  <a:gd name="T18" fmla="*/ 7 w 10"/>
                  <a:gd name="T19" fmla="*/ 7 h 7"/>
                  <a:gd name="T20" fmla="*/ 8 w 10"/>
                  <a:gd name="T21" fmla="*/ 7 h 7"/>
                  <a:gd name="T22" fmla="*/ 9 w 10"/>
                  <a:gd name="T23" fmla="*/ 5 h 7"/>
                  <a:gd name="T24" fmla="*/ 9 w 10"/>
                  <a:gd name="T25" fmla="*/ 4 h 7"/>
                  <a:gd name="T26" fmla="*/ 9 w 10"/>
                  <a:gd name="T27" fmla="*/ 4 h 7"/>
                  <a:gd name="T28" fmla="*/ 10 w 10"/>
                  <a:gd name="T29" fmla="*/ 4 h 7"/>
                  <a:gd name="T30" fmla="*/ 10 w 10"/>
                  <a:gd name="T31" fmla="*/ 3 h 7"/>
                  <a:gd name="T32" fmla="*/ 9 w 10"/>
                  <a:gd name="T33" fmla="*/ 1 h 7"/>
                  <a:gd name="T34" fmla="*/ 7 w 10"/>
                  <a:gd name="T35" fmla="*/ 1 h 7"/>
                  <a:gd name="T36" fmla="*/ 6 w 10"/>
                  <a:gd name="T37" fmla="*/ 2 h 7"/>
                  <a:gd name="T38" fmla="*/ 7 w 10"/>
                  <a:gd name="T39" fmla="*/ 3 h 7"/>
                  <a:gd name="T40" fmla="*/ 6 w 10"/>
                  <a:gd name="T41" fmla="*/ 3 h 7"/>
                  <a:gd name="T42" fmla="*/ 6 w 10"/>
                  <a:gd name="T43" fmla="*/ 2 h 7"/>
                  <a:gd name="T44" fmla="*/ 4 w 10"/>
                  <a:gd name="T45" fmla="*/ 0 h 7"/>
                  <a:gd name="T46" fmla="*/ 3 w 10"/>
                  <a:gd name="T47" fmla="*/ 1 h 7"/>
                  <a:gd name="T48" fmla="*/ 3 w 10"/>
                  <a:gd name="T49" fmla="*/ 1 h 7"/>
                  <a:gd name="T50" fmla="*/ 1 w 10"/>
                  <a:gd name="T51" fmla="*/ 0 h 7"/>
                  <a:gd name="T52" fmla="*/ 1 w 10"/>
                  <a:gd name="T53" fmla="*/ 3 h 7"/>
                  <a:gd name="T54" fmla="*/ 0 w 10"/>
                  <a:gd name="T55" fmla="*/ 4 h 7"/>
                  <a:gd name="T56" fmla="*/ 1 w 10"/>
                  <a:gd name="T57" fmla="*/ 5 h 7"/>
                  <a:gd name="T58" fmla="*/ 3 w 10"/>
                  <a:gd name="T5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3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1" name="Freeform 6149">
                <a:extLst>
                  <a:ext uri="{FF2B5EF4-FFF2-40B4-BE49-F238E27FC236}">
                    <a16:creationId xmlns:a16="http://schemas.microsoft.com/office/drawing/2014/main" id="{E304E3F5-2F2E-4440-91FF-4456C2E4313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5" y="1261"/>
                <a:ext cx="7" cy="7"/>
              </a:xfrm>
              <a:custGeom>
                <a:avLst/>
                <a:gdLst>
                  <a:gd name="T0" fmla="*/ 0 w 7"/>
                  <a:gd name="T1" fmla="*/ 7 h 7"/>
                  <a:gd name="T2" fmla="*/ 4 w 7"/>
                  <a:gd name="T3" fmla="*/ 7 h 7"/>
                  <a:gd name="T4" fmla="*/ 5 w 7"/>
                  <a:gd name="T5" fmla="*/ 5 h 7"/>
                  <a:gd name="T6" fmla="*/ 7 w 7"/>
                  <a:gd name="T7" fmla="*/ 3 h 7"/>
                  <a:gd name="T8" fmla="*/ 5 w 7"/>
                  <a:gd name="T9" fmla="*/ 1 h 7"/>
                  <a:gd name="T10" fmla="*/ 4 w 7"/>
                  <a:gd name="T11" fmla="*/ 0 h 7"/>
                  <a:gd name="T12" fmla="*/ 2 w 7"/>
                  <a:gd name="T13" fmla="*/ 0 h 7"/>
                  <a:gd name="T14" fmla="*/ 0 w 7"/>
                  <a:gd name="T15" fmla="*/ 1 h 7"/>
                  <a:gd name="T16" fmla="*/ 0 w 7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2" name="Freeform 6150">
                <a:extLst>
                  <a:ext uri="{FF2B5EF4-FFF2-40B4-BE49-F238E27FC236}">
                    <a16:creationId xmlns:a16="http://schemas.microsoft.com/office/drawing/2014/main" id="{2AA69DD9-050E-464C-B0F2-DA1EEFF63E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73" y="1287"/>
                <a:ext cx="8" cy="7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4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1 h 4"/>
                  <a:gd name="T10" fmla="*/ 3 w 4"/>
                  <a:gd name="T11" fmla="*/ 0 h 4"/>
                  <a:gd name="T12" fmla="*/ 1 w 4"/>
                  <a:gd name="T13" fmla="*/ 0 h 4"/>
                  <a:gd name="T14" fmla="*/ 0 w 4"/>
                  <a:gd name="T15" fmla="*/ 1 h 4"/>
                  <a:gd name="T16" fmla="*/ 0 w 4"/>
                  <a:gd name="T17" fmla="*/ 3 h 4"/>
                  <a:gd name="T18" fmla="*/ 1 w 4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3" name="Freeform 6151">
                <a:extLst>
                  <a:ext uri="{FF2B5EF4-FFF2-40B4-BE49-F238E27FC236}">
                    <a16:creationId xmlns:a16="http://schemas.microsoft.com/office/drawing/2014/main" id="{AF587CBB-F0FA-4FAD-A242-A0A09E36B7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296"/>
                <a:ext cx="39" cy="52"/>
              </a:xfrm>
              <a:custGeom>
                <a:avLst/>
                <a:gdLst>
                  <a:gd name="T0" fmla="*/ 13 w 39"/>
                  <a:gd name="T1" fmla="*/ 24 h 52"/>
                  <a:gd name="T2" fmla="*/ 9 w 39"/>
                  <a:gd name="T3" fmla="*/ 24 h 52"/>
                  <a:gd name="T4" fmla="*/ 6 w 39"/>
                  <a:gd name="T5" fmla="*/ 22 h 52"/>
                  <a:gd name="T6" fmla="*/ 0 w 39"/>
                  <a:gd name="T7" fmla="*/ 22 h 52"/>
                  <a:gd name="T8" fmla="*/ 0 w 39"/>
                  <a:gd name="T9" fmla="*/ 26 h 52"/>
                  <a:gd name="T10" fmla="*/ 4 w 39"/>
                  <a:gd name="T11" fmla="*/ 30 h 52"/>
                  <a:gd name="T12" fmla="*/ 6 w 39"/>
                  <a:gd name="T13" fmla="*/ 30 h 52"/>
                  <a:gd name="T14" fmla="*/ 7 w 39"/>
                  <a:gd name="T15" fmla="*/ 34 h 52"/>
                  <a:gd name="T16" fmla="*/ 2 w 39"/>
                  <a:gd name="T17" fmla="*/ 35 h 52"/>
                  <a:gd name="T18" fmla="*/ 6 w 39"/>
                  <a:gd name="T19" fmla="*/ 45 h 52"/>
                  <a:gd name="T20" fmla="*/ 6 w 39"/>
                  <a:gd name="T21" fmla="*/ 50 h 52"/>
                  <a:gd name="T22" fmla="*/ 11 w 39"/>
                  <a:gd name="T23" fmla="*/ 48 h 52"/>
                  <a:gd name="T24" fmla="*/ 13 w 39"/>
                  <a:gd name="T25" fmla="*/ 45 h 52"/>
                  <a:gd name="T26" fmla="*/ 15 w 39"/>
                  <a:gd name="T27" fmla="*/ 50 h 52"/>
                  <a:gd name="T28" fmla="*/ 19 w 39"/>
                  <a:gd name="T29" fmla="*/ 50 h 52"/>
                  <a:gd name="T30" fmla="*/ 20 w 39"/>
                  <a:gd name="T31" fmla="*/ 45 h 52"/>
                  <a:gd name="T32" fmla="*/ 24 w 39"/>
                  <a:gd name="T33" fmla="*/ 45 h 52"/>
                  <a:gd name="T34" fmla="*/ 24 w 39"/>
                  <a:gd name="T35" fmla="*/ 35 h 52"/>
                  <a:gd name="T36" fmla="*/ 24 w 39"/>
                  <a:gd name="T37" fmla="*/ 34 h 52"/>
                  <a:gd name="T38" fmla="*/ 30 w 39"/>
                  <a:gd name="T39" fmla="*/ 32 h 52"/>
                  <a:gd name="T40" fmla="*/ 32 w 39"/>
                  <a:gd name="T41" fmla="*/ 28 h 52"/>
                  <a:gd name="T42" fmla="*/ 30 w 39"/>
                  <a:gd name="T43" fmla="*/ 26 h 52"/>
                  <a:gd name="T44" fmla="*/ 28 w 39"/>
                  <a:gd name="T45" fmla="*/ 26 h 52"/>
                  <a:gd name="T46" fmla="*/ 28 w 39"/>
                  <a:gd name="T47" fmla="*/ 22 h 52"/>
                  <a:gd name="T48" fmla="*/ 30 w 39"/>
                  <a:gd name="T49" fmla="*/ 24 h 52"/>
                  <a:gd name="T50" fmla="*/ 33 w 39"/>
                  <a:gd name="T51" fmla="*/ 24 h 52"/>
                  <a:gd name="T52" fmla="*/ 39 w 39"/>
                  <a:gd name="T53" fmla="*/ 21 h 52"/>
                  <a:gd name="T54" fmla="*/ 37 w 39"/>
                  <a:gd name="T55" fmla="*/ 15 h 52"/>
                  <a:gd name="T56" fmla="*/ 35 w 39"/>
                  <a:gd name="T57" fmla="*/ 11 h 52"/>
                  <a:gd name="T58" fmla="*/ 32 w 39"/>
                  <a:gd name="T59" fmla="*/ 9 h 52"/>
                  <a:gd name="T60" fmla="*/ 30 w 39"/>
                  <a:gd name="T61" fmla="*/ 6 h 52"/>
                  <a:gd name="T62" fmla="*/ 30 w 39"/>
                  <a:gd name="T63" fmla="*/ 0 h 52"/>
                  <a:gd name="T64" fmla="*/ 24 w 39"/>
                  <a:gd name="T65" fmla="*/ 6 h 52"/>
                  <a:gd name="T66" fmla="*/ 20 w 39"/>
                  <a:gd name="T67" fmla="*/ 4 h 52"/>
                  <a:gd name="T68" fmla="*/ 17 w 39"/>
                  <a:gd name="T69" fmla="*/ 7 h 52"/>
                  <a:gd name="T70" fmla="*/ 19 w 39"/>
                  <a:gd name="T71" fmla="*/ 13 h 52"/>
                  <a:gd name="T72" fmla="*/ 22 w 39"/>
                  <a:gd name="T73" fmla="*/ 13 h 52"/>
                  <a:gd name="T74" fmla="*/ 17 w 39"/>
                  <a:gd name="T75" fmla="*/ 17 h 52"/>
                  <a:gd name="T76" fmla="*/ 17 w 39"/>
                  <a:gd name="T77" fmla="*/ 2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52">
                    <a:moveTo>
                      <a:pt x="15" y="21"/>
                    </a:moveTo>
                    <a:lnTo>
                      <a:pt x="13" y="24"/>
                    </a:lnTo>
                    <a:lnTo>
                      <a:pt x="11" y="24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2" y="35"/>
                    </a:lnTo>
                    <a:lnTo>
                      <a:pt x="4" y="43"/>
                    </a:lnTo>
                    <a:lnTo>
                      <a:pt x="6" y="45"/>
                    </a:lnTo>
                    <a:lnTo>
                      <a:pt x="4" y="47"/>
                    </a:lnTo>
                    <a:lnTo>
                      <a:pt x="6" y="50"/>
                    </a:lnTo>
                    <a:lnTo>
                      <a:pt x="7" y="48"/>
                    </a:lnTo>
                    <a:lnTo>
                      <a:pt x="11" y="48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5" y="45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0"/>
                    </a:lnTo>
                    <a:lnTo>
                      <a:pt x="20" y="47"/>
                    </a:lnTo>
                    <a:lnTo>
                      <a:pt x="20" y="45"/>
                    </a:lnTo>
                    <a:lnTo>
                      <a:pt x="20" y="47"/>
                    </a:lnTo>
                    <a:lnTo>
                      <a:pt x="24" y="45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2" y="34"/>
                    </a:lnTo>
                    <a:lnTo>
                      <a:pt x="24" y="34"/>
                    </a:lnTo>
                    <a:lnTo>
                      <a:pt x="26" y="34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0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7" y="21"/>
                    </a:lnTo>
                    <a:lnTo>
                      <a:pt x="39" y="21"/>
                    </a:lnTo>
                    <a:lnTo>
                      <a:pt x="39" y="19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28" y="9"/>
                    </a:lnTo>
                    <a:lnTo>
                      <a:pt x="30" y="6"/>
                    </a:lnTo>
                    <a:lnTo>
                      <a:pt x="30" y="2"/>
                    </a:lnTo>
                    <a:lnTo>
                      <a:pt x="30" y="0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9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5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4" name="Freeform 6152">
                <a:extLst>
                  <a:ext uri="{FF2B5EF4-FFF2-40B4-BE49-F238E27FC236}">
                    <a16:creationId xmlns:a16="http://schemas.microsoft.com/office/drawing/2014/main" id="{006459E8-0DA9-4834-804A-9B4C43B926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1" y="1307"/>
                <a:ext cx="39" cy="28"/>
              </a:xfrm>
              <a:custGeom>
                <a:avLst/>
                <a:gdLst>
                  <a:gd name="T0" fmla="*/ 3 w 39"/>
                  <a:gd name="T1" fmla="*/ 23 h 28"/>
                  <a:gd name="T2" fmla="*/ 7 w 39"/>
                  <a:gd name="T3" fmla="*/ 21 h 28"/>
                  <a:gd name="T4" fmla="*/ 9 w 39"/>
                  <a:gd name="T5" fmla="*/ 23 h 28"/>
                  <a:gd name="T6" fmla="*/ 11 w 39"/>
                  <a:gd name="T7" fmla="*/ 24 h 28"/>
                  <a:gd name="T8" fmla="*/ 13 w 39"/>
                  <a:gd name="T9" fmla="*/ 26 h 28"/>
                  <a:gd name="T10" fmla="*/ 15 w 39"/>
                  <a:gd name="T11" fmla="*/ 23 h 28"/>
                  <a:gd name="T12" fmla="*/ 15 w 39"/>
                  <a:gd name="T13" fmla="*/ 21 h 28"/>
                  <a:gd name="T14" fmla="*/ 15 w 39"/>
                  <a:gd name="T15" fmla="*/ 21 h 28"/>
                  <a:gd name="T16" fmla="*/ 16 w 39"/>
                  <a:gd name="T17" fmla="*/ 23 h 28"/>
                  <a:gd name="T18" fmla="*/ 18 w 39"/>
                  <a:gd name="T19" fmla="*/ 26 h 28"/>
                  <a:gd name="T20" fmla="*/ 22 w 39"/>
                  <a:gd name="T21" fmla="*/ 28 h 28"/>
                  <a:gd name="T22" fmla="*/ 22 w 39"/>
                  <a:gd name="T23" fmla="*/ 24 h 28"/>
                  <a:gd name="T24" fmla="*/ 20 w 39"/>
                  <a:gd name="T25" fmla="*/ 21 h 28"/>
                  <a:gd name="T26" fmla="*/ 20 w 39"/>
                  <a:gd name="T27" fmla="*/ 17 h 28"/>
                  <a:gd name="T28" fmla="*/ 18 w 39"/>
                  <a:gd name="T29" fmla="*/ 15 h 28"/>
                  <a:gd name="T30" fmla="*/ 16 w 39"/>
                  <a:gd name="T31" fmla="*/ 15 h 28"/>
                  <a:gd name="T32" fmla="*/ 16 w 39"/>
                  <a:gd name="T33" fmla="*/ 13 h 28"/>
                  <a:gd name="T34" fmla="*/ 18 w 39"/>
                  <a:gd name="T35" fmla="*/ 11 h 28"/>
                  <a:gd name="T36" fmla="*/ 20 w 39"/>
                  <a:gd name="T37" fmla="*/ 10 h 28"/>
                  <a:gd name="T38" fmla="*/ 24 w 39"/>
                  <a:gd name="T39" fmla="*/ 8 h 28"/>
                  <a:gd name="T40" fmla="*/ 26 w 39"/>
                  <a:gd name="T41" fmla="*/ 8 h 28"/>
                  <a:gd name="T42" fmla="*/ 26 w 39"/>
                  <a:gd name="T43" fmla="*/ 8 h 28"/>
                  <a:gd name="T44" fmla="*/ 28 w 39"/>
                  <a:gd name="T45" fmla="*/ 10 h 28"/>
                  <a:gd name="T46" fmla="*/ 31 w 39"/>
                  <a:gd name="T47" fmla="*/ 11 h 28"/>
                  <a:gd name="T48" fmla="*/ 35 w 39"/>
                  <a:gd name="T49" fmla="*/ 11 h 28"/>
                  <a:gd name="T50" fmla="*/ 37 w 39"/>
                  <a:gd name="T51" fmla="*/ 10 h 28"/>
                  <a:gd name="T52" fmla="*/ 39 w 39"/>
                  <a:gd name="T53" fmla="*/ 10 h 28"/>
                  <a:gd name="T54" fmla="*/ 37 w 39"/>
                  <a:gd name="T55" fmla="*/ 6 h 28"/>
                  <a:gd name="T56" fmla="*/ 33 w 39"/>
                  <a:gd name="T57" fmla="*/ 6 h 28"/>
                  <a:gd name="T58" fmla="*/ 26 w 39"/>
                  <a:gd name="T59" fmla="*/ 0 h 28"/>
                  <a:gd name="T60" fmla="*/ 18 w 39"/>
                  <a:gd name="T61" fmla="*/ 0 h 28"/>
                  <a:gd name="T62" fmla="*/ 15 w 39"/>
                  <a:gd name="T63" fmla="*/ 0 h 28"/>
                  <a:gd name="T64" fmla="*/ 9 w 39"/>
                  <a:gd name="T65" fmla="*/ 6 h 28"/>
                  <a:gd name="T66" fmla="*/ 7 w 39"/>
                  <a:gd name="T67" fmla="*/ 8 h 28"/>
                  <a:gd name="T68" fmla="*/ 5 w 39"/>
                  <a:gd name="T69" fmla="*/ 10 h 28"/>
                  <a:gd name="T70" fmla="*/ 0 w 39"/>
                  <a:gd name="T71" fmla="*/ 13 h 28"/>
                  <a:gd name="T72" fmla="*/ 1 w 39"/>
                  <a:gd name="T73" fmla="*/ 21 h 28"/>
                  <a:gd name="T74" fmla="*/ 3 w 39"/>
                  <a:gd name="T75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" h="28">
                    <a:moveTo>
                      <a:pt x="3" y="23"/>
                    </a:moveTo>
                    <a:lnTo>
                      <a:pt x="7" y="21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3" y="26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6" y="23"/>
                    </a:lnTo>
                    <a:lnTo>
                      <a:pt x="18" y="26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0" y="21"/>
                    </a:lnTo>
                    <a:lnTo>
                      <a:pt x="20" y="17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8" y="11"/>
                    </a:lnTo>
                    <a:lnTo>
                      <a:pt x="20" y="10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31" y="11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37" y="6"/>
                    </a:lnTo>
                    <a:lnTo>
                      <a:pt x="33" y="6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0" y="13"/>
                    </a:lnTo>
                    <a:lnTo>
                      <a:pt x="1" y="21"/>
                    </a:lnTo>
                    <a:lnTo>
                      <a:pt x="3" y="2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5" name="Freeform 6153">
                <a:extLst>
                  <a:ext uri="{FF2B5EF4-FFF2-40B4-BE49-F238E27FC236}">
                    <a16:creationId xmlns:a16="http://schemas.microsoft.com/office/drawing/2014/main" id="{2F767C78-FEC9-4177-B9BE-52DA4C476D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2" y="1242"/>
                <a:ext cx="13" cy="11"/>
              </a:xfrm>
              <a:custGeom>
                <a:avLst/>
                <a:gdLst>
                  <a:gd name="T0" fmla="*/ 1 w 7"/>
                  <a:gd name="T1" fmla="*/ 5 h 6"/>
                  <a:gd name="T2" fmla="*/ 1 w 7"/>
                  <a:gd name="T3" fmla="*/ 5 h 6"/>
                  <a:gd name="T4" fmla="*/ 2 w 7"/>
                  <a:gd name="T5" fmla="*/ 6 h 6"/>
                  <a:gd name="T6" fmla="*/ 3 w 7"/>
                  <a:gd name="T7" fmla="*/ 6 h 6"/>
                  <a:gd name="T8" fmla="*/ 4 w 7"/>
                  <a:gd name="T9" fmla="*/ 5 h 6"/>
                  <a:gd name="T10" fmla="*/ 5 w 7"/>
                  <a:gd name="T11" fmla="*/ 5 h 6"/>
                  <a:gd name="T12" fmla="*/ 6 w 7"/>
                  <a:gd name="T13" fmla="*/ 4 h 6"/>
                  <a:gd name="T14" fmla="*/ 7 w 7"/>
                  <a:gd name="T15" fmla="*/ 4 h 6"/>
                  <a:gd name="T16" fmla="*/ 6 w 7"/>
                  <a:gd name="T17" fmla="*/ 3 h 6"/>
                  <a:gd name="T18" fmla="*/ 6 w 7"/>
                  <a:gd name="T19" fmla="*/ 1 h 6"/>
                  <a:gd name="T20" fmla="*/ 4 w 7"/>
                  <a:gd name="T21" fmla="*/ 0 h 6"/>
                  <a:gd name="T22" fmla="*/ 3 w 7"/>
                  <a:gd name="T23" fmla="*/ 1 h 6"/>
                  <a:gd name="T24" fmla="*/ 1 w 7"/>
                  <a:gd name="T25" fmla="*/ 1 h 6"/>
                  <a:gd name="T26" fmla="*/ 0 w 7"/>
                  <a:gd name="T27" fmla="*/ 2 h 6"/>
                  <a:gd name="T28" fmla="*/ 0 w 7"/>
                  <a:gd name="T29" fmla="*/ 3 h 6"/>
                  <a:gd name="T30" fmla="*/ 1 w 7"/>
                  <a:gd name="T31" fmla="*/ 4 h 6"/>
                  <a:gd name="T32" fmla="*/ 1 w 7"/>
                  <a:gd name="T3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6" name="Freeform 6154">
                <a:extLst>
                  <a:ext uri="{FF2B5EF4-FFF2-40B4-BE49-F238E27FC236}">
                    <a16:creationId xmlns:a16="http://schemas.microsoft.com/office/drawing/2014/main" id="{B1233370-ADFF-4B66-980D-7848ACB9CAF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07" y="1253"/>
                <a:ext cx="41" cy="56"/>
              </a:xfrm>
              <a:custGeom>
                <a:avLst/>
                <a:gdLst>
                  <a:gd name="T0" fmla="*/ 4 w 22"/>
                  <a:gd name="T1" fmla="*/ 23 h 30"/>
                  <a:gd name="T2" fmla="*/ 6 w 22"/>
                  <a:gd name="T3" fmla="*/ 22 h 30"/>
                  <a:gd name="T4" fmla="*/ 4 w 22"/>
                  <a:gd name="T5" fmla="*/ 24 h 30"/>
                  <a:gd name="T6" fmla="*/ 2 w 22"/>
                  <a:gd name="T7" fmla="*/ 26 h 30"/>
                  <a:gd name="T8" fmla="*/ 5 w 22"/>
                  <a:gd name="T9" fmla="*/ 28 h 30"/>
                  <a:gd name="T10" fmla="*/ 9 w 22"/>
                  <a:gd name="T11" fmla="*/ 28 h 30"/>
                  <a:gd name="T12" fmla="*/ 12 w 22"/>
                  <a:gd name="T13" fmla="*/ 30 h 30"/>
                  <a:gd name="T14" fmla="*/ 15 w 22"/>
                  <a:gd name="T15" fmla="*/ 30 h 30"/>
                  <a:gd name="T16" fmla="*/ 15 w 22"/>
                  <a:gd name="T17" fmla="*/ 26 h 30"/>
                  <a:gd name="T18" fmla="*/ 17 w 22"/>
                  <a:gd name="T19" fmla="*/ 27 h 30"/>
                  <a:gd name="T20" fmla="*/ 18 w 22"/>
                  <a:gd name="T21" fmla="*/ 23 h 30"/>
                  <a:gd name="T22" fmla="*/ 22 w 22"/>
                  <a:gd name="T23" fmla="*/ 23 h 30"/>
                  <a:gd name="T24" fmla="*/ 22 w 22"/>
                  <a:gd name="T25" fmla="*/ 20 h 30"/>
                  <a:gd name="T26" fmla="*/ 19 w 22"/>
                  <a:gd name="T27" fmla="*/ 19 h 30"/>
                  <a:gd name="T28" fmla="*/ 18 w 22"/>
                  <a:gd name="T29" fmla="*/ 20 h 30"/>
                  <a:gd name="T30" fmla="*/ 20 w 22"/>
                  <a:gd name="T31" fmla="*/ 18 h 30"/>
                  <a:gd name="T32" fmla="*/ 18 w 22"/>
                  <a:gd name="T33" fmla="*/ 14 h 30"/>
                  <a:gd name="T34" fmla="*/ 15 w 22"/>
                  <a:gd name="T35" fmla="*/ 15 h 30"/>
                  <a:gd name="T36" fmla="*/ 17 w 22"/>
                  <a:gd name="T37" fmla="*/ 18 h 30"/>
                  <a:gd name="T38" fmla="*/ 12 w 22"/>
                  <a:gd name="T39" fmla="*/ 16 h 30"/>
                  <a:gd name="T40" fmla="*/ 15 w 22"/>
                  <a:gd name="T41" fmla="*/ 14 h 30"/>
                  <a:gd name="T42" fmla="*/ 14 w 22"/>
                  <a:gd name="T43" fmla="*/ 10 h 30"/>
                  <a:gd name="T44" fmla="*/ 12 w 22"/>
                  <a:gd name="T45" fmla="*/ 8 h 30"/>
                  <a:gd name="T46" fmla="*/ 14 w 22"/>
                  <a:gd name="T47" fmla="*/ 6 h 30"/>
                  <a:gd name="T48" fmla="*/ 13 w 22"/>
                  <a:gd name="T49" fmla="*/ 3 h 30"/>
                  <a:gd name="T50" fmla="*/ 13 w 22"/>
                  <a:gd name="T51" fmla="*/ 2 h 30"/>
                  <a:gd name="T52" fmla="*/ 11 w 22"/>
                  <a:gd name="T53" fmla="*/ 3 h 30"/>
                  <a:gd name="T54" fmla="*/ 8 w 22"/>
                  <a:gd name="T55" fmla="*/ 4 h 30"/>
                  <a:gd name="T56" fmla="*/ 7 w 22"/>
                  <a:gd name="T57" fmla="*/ 7 h 30"/>
                  <a:gd name="T58" fmla="*/ 10 w 22"/>
                  <a:gd name="T59" fmla="*/ 8 h 30"/>
                  <a:gd name="T60" fmla="*/ 9 w 22"/>
                  <a:gd name="T61" fmla="*/ 8 h 30"/>
                  <a:gd name="T62" fmla="*/ 5 w 22"/>
                  <a:gd name="T63" fmla="*/ 11 h 30"/>
                  <a:gd name="T64" fmla="*/ 8 w 22"/>
                  <a:gd name="T65" fmla="*/ 13 h 30"/>
                  <a:gd name="T66" fmla="*/ 3 w 22"/>
                  <a:gd name="T67" fmla="*/ 15 h 30"/>
                  <a:gd name="T68" fmla="*/ 7 w 22"/>
                  <a:gd name="T69" fmla="*/ 17 h 30"/>
                  <a:gd name="T70" fmla="*/ 10 w 22"/>
                  <a:gd name="T71" fmla="*/ 18 h 30"/>
                  <a:gd name="T72" fmla="*/ 15 w 22"/>
                  <a:gd name="T73" fmla="*/ 22 h 30"/>
                  <a:gd name="T74" fmla="*/ 10 w 22"/>
                  <a:gd name="T75" fmla="*/ 19 h 30"/>
                  <a:gd name="T76" fmla="*/ 6 w 22"/>
                  <a:gd name="T77" fmla="*/ 18 h 30"/>
                  <a:gd name="T78" fmla="*/ 1 w 22"/>
                  <a:gd name="T79" fmla="*/ 20 h 30"/>
                  <a:gd name="T80" fmla="*/ 18 w 22"/>
                  <a:gd name="T81" fmla="*/ 23 h 30"/>
                  <a:gd name="T82" fmla="*/ 10 w 22"/>
                  <a:gd name="T83" fmla="*/ 15 h 30"/>
                  <a:gd name="T84" fmla="*/ 12 w 22"/>
                  <a:gd name="T85" fmla="*/ 13 h 30"/>
                  <a:gd name="T86" fmla="*/ 12 w 22"/>
                  <a:gd name="T87" fmla="*/ 12 h 30"/>
                  <a:gd name="T88" fmla="*/ 11 w 22"/>
                  <a:gd name="T89" fmla="*/ 26 h 30"/>
                  <a:gd name="T90" fmla="*/ 11 w 22"/>
                  <a:gd name="T91" fmla="*/ 26 h 30"/>
                  <a:gd name="T92" fmla="*/ 9 w 22"/>
                  <a:gd name="T93" fmla="*/ 25 h 30"/>
                  <a:gd name="T94" fmla="*/ 8 w 22"/>
                  <a:gd name="T95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30">
                    <a:moveTo>
                      <a:pt x="0" y="21"/>
                    </a:moveTo>
                    <a:cubicBezTo>
                      <a:pt x="2" y="22"/>
                      <a:pt x="2" y="22"/>
                      <a:pt x="2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lnTo>
                      <a:pt x="0" y="21"/>
                    </a:lnTo>
                    <a:close/>
                    <a:moveTo>
                      <a:pt x="18" y="22"/>
                    </a:move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2"/>
                      <a:pt x="17" y="22"/>
                      <a:pt x="17" y="22"/>
                    </a:cubicBezTo>
                    <a:lnTo>
                      <a:pt x="18" y="22"/>
                    </a:lnTo>
                    <a:close/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lose/>
                    <a:moveTo>
                      <a:pt x="12" y="13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11" y="26"/>
                    </a:moveTo>
                    <a:cubicBezTo>
                      <a:pt x="11" y="26"/>
                      <a:pt x="11" y="26"/>
                      <a:pt x="11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5"/>
                      <a:pt x="10" y="25"/>
                      <a:pt x="10" y="25"/>
                    </a:cubicBezTo>
                    <a:lnTo>
                      <a:pt x="11" y="26"/>
                    </a:lnTo>
                    <a:close/>
                    <a:moveTo>
                      <a:pt x="8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4"/>
                      <a:pt x="7" y="24"/>
                      <a:pt x="7" y="24"/>
                    </a:cubicBezTo>
                    <a:lnTo>
                      <a:pt x="8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7" name="Freeform 6155">
                <a:extLst>
                  <a:ext uri="{FF2B5EF4-FFF2-40B4-BE49-F238E27FC236}">
                    <a16:creationId xmlns:a16="http://schemas.microsoft.com/office/drawing/2014/main" id="{0DFAE647-6304-4163-BD13-5628559A09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06" y="1630"/>
                <a:ext cx="13" cy="15"/>
              </a:xfrm>
              <a:custGeom>
                <a:avLst/>
                <a:gdLst>
                  <a:gd name="T0" fmla="*/ 13 w 13"/>
                  <a:gd name="T1" fmla="*/ 3 h 15"/>
                  <a:gd name="T2" fmla="*/ 9 w 13"/>
                  <a:gd name="T3" fmla="*/ 3 h 15"/>
                  <a:gd name="T4" fmla="*/ 9 w 13"/>
                  <a:gd name="T5" fmla="*/ 2 h 15"/>
                  <a:gd name="T6" fmla="*/ 5 w 13"/>
                  <a:gd name="T7" fmla="*/ 0 h 15"/>
                  <a:gd name="T8" fmla="*/ 1 w 13"/>
                  <a:gd name="T9" fmla="*/ 0 h 15"/>
                  <a:gd name="T10" fmla="*/ 0 w 13"/>
                  <a:gd name="T11" fmla="*/ 3 h 15"/>
                  <a:gd name="T12" fmla="*/ 0 w 13"/>
                  <a:gd name="T13" fmla="*/ 5 h 15"/>
                  <a:gd name="T14" fmla="*/ 3 w 13"/>
                  <a:gd name="T15" fmla="*/ 7 h 15"/>
                  <a:gd name="T16" fmla="*/ 3 w 13"/>
                  <a:gd name="T17" fmla="*/ 7 h 15"/>
                  <a:gd name="T18" fmla="*/ 5 w 13"/>
                  <a:gd name="T19" fmla="*/ 7 h 15"/>
                  <a:gd name="T20" fmla="*/ 5 w 13"/>
                  <a:gd name="T21" fmla="*/ 9 h 15"/>
                  <a:gd name="T22" fmla="*/ 7 w 13"/>
                  <a:gd name="T23" fmla="*/ 11 h 15"/>
                  <a:gd name="T24" fmla="*/ 11 w 13"/>
                  <a:gd name="T25" fmla="*/ 13 h 15"/>
                  <a:gd name="T26" fmla="*/ 13 w 13"/>
                  <a:gd name="T27" fmla="*/ 15 h 15"/>
                  <a:gd name="T28" fmla="*/ 13 w 13"/>
                  <a:gd name="T29" fmla="*/ 11 h 15"/>
                  <a:gd name="T30" fmla="*/ 13 w 13"/>
                  <a:gd name="T31" fmla="*/ 9 h 15"/>
                  <a:gd name="T32" fmla="*/ 13 w 13"/>
                  <a:gd name="T33" fmla="*/ 7 h 15"/>
                  <a:gd name="T34" fmla="*/ 13 w 13"/>
                  <a:gd name="T3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5">
                    <a:moveTo>
                      <a:pt x="13" y="3"/>
                    </a:moveTo>
                    <a:lnTo>
                      <a:pt x="9" y="3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8" name="Freeform 6156">
                <a:extLst>
                  <a:ext uri="{FF2B5EF4-FFF2-40B4-BE49-F238E27FC236}">
                    <a16:creationId xmlns:a16="http://schemas.microsoft.com/office/drawing/2014/main" id="{986105DD-7247-49D0-BFA2-A6CC0865D0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23" y="1311"/>
                <a:ext cx="15" cy="7"/>
              </a:xfrm>
              <a:custGeom>
                <a:avLst/>
                <a:gdLst>
                  <a:gd name="T0" fmla="*/ 5 w 15"/>
                  <a:gd name="T1" fmla="*/ 2 h 7"/>
                  <a:gd name="T2" fmla="*/ 4 w 15"/>
                  <a:gd name="T3" fmla="*/ 0 h 7"/>
                  <a:gd name="T4" fmla="*/ 2 w 15"/>
                  <a:gd name="T5" fmla="*/ 0 h 7"/>
                  <a:gd name="T6" fmla="*/ 0 w 15"/>
                  <a:gd name="T7" fmla="*/ 4 h 7"/>
                  <a:gd name="T8" fmla="*/ 2 w 15"/>
                  <a:gd name="T9" fmla="*/ 6 h 7"/>
                  <a:gd name="T10" fmla="*/ 5 w 15"/>
                  <a:gd name="T11" fmla="*/ 6 h 7"/>
                  <a:gd name="T12" fmla="*/ 7 w 15"/>
                  <a:gd name="T13" fmla="*/ 7 h 7"/>
                  <a:gd name="T14" fmla="*/ 9 w 15"/>
                  <a:gd name="T15" fmla="*/ 7 h 7"/>
                  <a:gd name="T16" fmla="*/ 13 w 15"/>
                  <a:gd name="T17" fmla="*/ 6 h 7"/>
                  <a:gd name="T18" fmla="*/ 15 w 15"/>
                  <a:gd name="T19" fmla="*/ 2 h 7"/>
                  <a:gd name="T20" fmla="*/ 11 w 15"/>
                  <a:gd name="T21" fmla="*/ 2 h 7"/>
                  <a:gd name="T22" fmla="*/ 7 w 15"/>
                  <a:gd name="T23" fmla="*/ 2 h 7"/>
                  <a:gd name="T24" fmla="*/ 5 w 15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7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3" y="6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9" name="Freeform 6157">
                <a:extLst>
                  <a:ext uri="{FF2B5EF4-FFF2-40B4-BE49-F238E27FC236}">
                    <a16:creationId xmlns:a16="http://schemas.microsoft.com/office/drawing/2014/main" id="{831F66F5-F739-472F-B57F-78D987570A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17" y="1249"/>
                <a:ext cx="15" cy="10"/>
              </a:xfrm>
              <a:custGeom>
                <a:avLst/>
                <a:gdLst>
                  <a:gd name="T0" fmla="*/ 1 w 8"/>
                  <a:gd name="T1" fmla="*/ 5 h 5"/>
                  <a:gd name="T2" fmla="*/ 2 w 8"/>
                  <a:gd name="T3" fmla="*/ 5 h 5"/>
                  <a:gd name="T4" fmla="*/ 5 w 8"/>
                  <a:gd name="T5" fmla="*/ 5 h 5"/>
                  <a:gd name="T6" fmla="*/ 7 w 8"/>
                  <a:gd name="T7" fmla="*/ 4 h 5"/>
                  <a:gd name="T8" fmla="*/ 8 w 8"/>
                  <a:gd name="T9" fmla="*/ 3 h 5"/>
                  <a:gd name="T10" fmla="*/ 7 w 8"/>
                  <a:gd name="T11" fmla="*/ 1 h 5"/>
                  <a:gd name="T12" fmla="*/ 5 w 8"/>
                  <a:gd name="T13" fmla="*/ 0 h 5"/>
                  <a:gd name="T14" fmla="*/ 2 w 8"/>
                  <a:gd name="T15" fmla="*/ 0 h 5"/>
                  <a:gd name="T16" fmla="*/ 0 w 8"/>
                  <a:gd name="T17" fmla="*/ 2 h 5"/>
                  <a:gd name="T18" fmla="*/ 0 w 8"/>
                  <a:gd name="T19" fmla="*/ 4 h 5"/>
                  <a:gd name="T20" fmla="*/ 1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0" name="Freeform 6158">
                <a:extLst>
                  <a:ext uri="{FF2B5EF4-FFF2-40B4-BE49-F238E27FC236}">
                    <a16:creationId xmlns:a16="http://schemas.microsoft.com/office/drawing/2014/main" id="{93BBBC40-A05D-4D14-9AB0-F2DA96CD760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89" y="1423"/>
                <a:ext cx="126" cy="231"/>
              </a:xfrm>
              <a:custGeom>
                <a:avLst/>
                <a:gdLst>
                  <a:gd name="T0" fmla="*/ 8 w 68"/>
                  <a:gd name="T1" fmla="*/ 52 h 124"/>
                  <a:gd name="T2" fmla="*/ 11 w 68"/>
                  <a:gd name="T3" fmla="*/ 58 h 124"/>
                  <a:gd name="T4" fmla="*/ 8 w 68"/>
                  <a:gd name="T5" fmla="*/ 61 h 124"/>
                  <a:gd name="T6" fmla="*/ 8 w 68"/>
                  <a:gd name="T7" fmla="*/ 64 h 124"/>
                  <a:gd name="T8" fmla="*/ 7 w 68"/>
                  <a:gd name="T9" fmla="*/ 68 h 124"/>
                  <a:gd name="T10" fmla="*/ 5 w 68"/>
                  <a:gd name="T11" fmla="*/ 71 h 124"/>
                  <a:gd name="T12" fmla="*/ 8 w 68"/>
                  <a:gd name="T13" fmla="*/ 74 h 124"/>
                  <a:gd name="T14" fmla="*/ 8 w 68"/>
                  <a:gd name="T15" fmla="*/ 77 h 124"/>
                  <a:gd name="T16" fmla="*/ 8 w 68"/>
                  <a:gd name="T17" fmla="*/ 79 h 124"/>
                  <a:gd name="T18" fmla="*/ 5 w 68"/>
                  <a:gd name="T19" fmla="*/ 86 h 124"/>
                  <a:gd name="T20" fmla="*/ 3 w 68"/>
                  <a:gd name="T21" fmla="*/ 87 h 124"/>
                  <a:gd name="T22" fmla="*/ 5 w 68"/>
                  <a:gd name="T23" fmla="*/ 92 h 124"/>
                  <a:gd name="T24" fmla="*/ 7 w 68"/>
                  <a:gd name="T25" fmla="*/ 96 h 124"/>
                  <a:gd name="T26" fmla="*/ 4 w 68"/>
                  <a:gd name="T27" fmla="*/ 99 h 124"/>
                  <a:gd name="T28" fmla="*/ 1 w 68"/>
                  <a:gd name="T29" fmla="*/ 104 h 124"/>
                  <a:gd name="T30" fmla="*/ 5 w 68"/>
                  <a:gd name="T31" fmla="*/ 112 h 124"/>
                  <a:gd name="T32" fmla="*/ 11 w 68"/>
                  <a:gd name="T33" fmla="*/ 111 h 124"/>
                  <a:gd name="T34" fmla="*/ 18 w 68"/>
                  <a:gd name="T35" fmla="*/ 114 h 124"/>
                  <a:gd name="T36" fmla="*/ 18 w 68"/>
                  <a:gd name="T37" fmla="*/ 117 h 124"/>
                  <a:gd name="T38" fmla="*/ 22 w 68"/>
                  <a:gd name="T39" fmla="*/ 121 h 124"/>
                  <a:gd name="T40" fmla="*/ 28 w 68"/>
                  <a:gd name="T41" fmla="*/ 124 h 124"/>
                  <a:gd name="T42" fmla="*/ 33 w 68"/>
                  <a:gd name="T43" fmla="*/ 123 h 124"/>
                  <a:gd name="T44" fmla="*/ 37 w 68"/>
                  <a:gd name="T45" fmla="*/ 122 h 124"/>
                  <a:gd name="T46" fmla="*/ 38 w 68"/>
                  <a:gd name="T47" fmla="*/ 124 h 124"/>
                  <a:gd name="T48" fmla="*/ 42 w 68"/>
                  <a:gd name="T49" fmla="*/ 119 h 124"/>
                  <a:gd name="T50" fmla="*/ 38 w 68"/>
                  <a:gd name="T51" fmla="*/ 116 h 124"/>
                  <a:gd name="T52" fmla="*/ 31 w 68"/>
                  <a:gd name="T53" fmla="*/ 111 h 124"/>
                  <a:gd name="T54" fmla="*/ 24 w 68"/>
                  <a:gd name="T55" fmla="*/ 96 h 124"/>
                  <a:gd name="T56" fmla="*/ 23 w 68"/>
                  <a:gd name="T57" fmla="*/ 86 h 124"/>
                  <a:gd name="T58" fmla="*/ 24 w 68"/>
                  <a:gd name="T59" fmla="*/ 79 h 124"/>
                  <a:gd name="T60" fmla="*/ 26 w 68"/>
                  <a:gd name="T61" fmla="*/ 75 h 124"/>
                  <a:gd name="T62" fmla="*/ 27 w 68"/>
                  <a:gd name="T63" fmla="*/ 70 h 124"/>
                  <a:gd name="T64" fmla="*/ 29 w 68"/>
                  <a:gd name="T65" fmla="*/ 64 h 124"/>
                  <a:gd name="T66" fmla="*/ 29 w 68"/>
                  <a:gd name="T67" fmla="*/ 58 h 124"/>
                  <a:gd name="T68" fmla="*/ 29 w 68"/>
                  <a:gd name="T69" fmla="*/ 53 h 124"/>
                  <a:gd name="T70" fmla="*/ 33 w 68"/>
                  <a:gd name="T71" fmla="*/ 54 h 124"/>
                  <a:gd name="T72" fmla="*/ 36 w 68"/>
                  <a:gd name="T73" fmla="*/ 49 h 124"/>
                  <a:gd name="T74" fmla="*/ 38 w 68"/>
                  <a:gd name="T75" fmla="*/ 44 h 124"/>
                  <a:gd name="T76" fmla="*/ 44 w 68"/>
                  <a:gd name="T77" fmla="*/ 36 h 124"/>
                  <a:gd name="T78" fmla="*/ 53 w 68"/>
                  <a:gd name="T79" fmla="*/ 26 h 124"/>
                  <a:gd name="T80" fmla="*/ 62 w 68"/>
                  <a:gd name="T81" fmla="*/ 20 h 124"/>
                  <a:gd name="T82" fmla="*/ 67 w 68"/>
                  <a:gd name="T83" fmla="*/ 15 h 124"/>
                  <a:gd name="T84" fmla="*/ 67 w 68"/>
                  <a:gd name="T85" fmla="*/ 9 h 124"/>
                  <a:gd name="T86" fmla="*/ 64 w 68"/>
                  <a:gd name="T87" fmla="*/ 4 h 124"/>
                  <a:gd name="T88" fmla="*/ 61 w 68"/>
                  <a:gd name="T89" fmla="*/ 0 h 124"/>
                  <a:gd name="T90" fmla="*/ 53 w 68"/>
                  <a:gd name="T91" fmla="*/ 3 h 124"/>
                  <a:gd name="T92" fmla="*/ 49 w 68"/>
                  <a:gd name="T93" fmla="*/ 7 h 124"/>
                  <a:gd name="T94" fmla="*/ 48 w 68"/>
                  <a:gd name="T95" fmla="*/ 11 h 124"/>
                  <a:gd name="T96" fmla="*/ 43 w 68"/>
                  <a:gd name="T97" fmla="*/ 16 h 124"/>
                  <a:gd name="T98" fmla="*/ 38 w 68"/>
                  <a:gd name="T99" fmla="*/ 19 h 124"/>
                  <a:gd name="T100" fmla="*/ 35 w 68"/>
                  <a:gd name="T101" fmla="*/ 20 h 124"/>
                  <a:gd name="T102" fmla="*/ 28 w 68"/>
                  <a:gd name="T103" fmla="*/ 21 h 124"/>
                  <a:gd name="T104" fmla="*/ 24 w 68"/>
                  <a:gd name="T105" fmla="*/ 25 h 124"/>
                  <a:gd name="T106" fmla="*/ 21 w 68"/>
                  <a:gd name="T107" fmla="*/ 29 h 124"/>
                  <a:gd name="T108" fmla="*/ 17 w 68"/>
                  <a:gd name="T109" fmla="*/ 29 h 124"/>
                  <a:gd name="T110" fmla="*/ 17 w 68"/>
                  <a:gd name="T111" fmla="*/ 35 h 124"/>
                  <a:gd name="T112" fmla="*/ 15 w 68"/>
                  <a:gd name="T113" fmla="*/ 41 h 124"/>
                  <a:gd name="T114" fmla="*/ 17 w 68"/>
                  <a:gd name="T115" fmla="*/ 42 h 124"/>
                  <a:gd name="T116" fmla="*/ 11 w 68"/>
                  <a:gd name="T117" fmla="*/ 44 h 124"/>
                  <a:gd name="T118" fmla="*/ 8 w 68"/>
                  <a:gd name="T119" fmla="*/ 46 h 124"/>
                  <a:gd name="T120" fmla="*/ 20 w 68"/>
                  <a:gd name="T121" fmla="*/ 78 h 124"/>
                  <a:gd name="T122" fmla="*/ 20 w 68"/>
                  <a:gd name="T123" fmla="*/ 31 h 124"/>
                  <a:gd name="T124" fmla="*/ 19 w 68"/>
                  <a:gd name="T125" fmla="*/ 3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124">
                    <a:moveTo>
                      <a:pt x="6" y="49"/>
                    </a:moveTo>
                    <a:cubicBezTo>
                      <a:pt x="8" y="50"/>
                      <a:pt x="8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9"/>
                      <a:pt x="17" y="119"/>
                      <a:pt x="17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20" y="120"/>
                      <a:pt x="20" y="120"/>
                      <a:pt x="20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6" y="122"/>
                      <a:pt x="26" y="122"/>
                      <a:pt x="26" y="122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2"/>
                      <a:pt x="33" y="122"/>
                      <a:pt x="33" y="122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2" y="111"/>
                      <a:pt x="32" y="111"/>
                      <a:pt x="32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05"/>
                      <a:pt x="27" y="105"/>
                      <a:pt x="27" y="105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lnTo>
                      <a:pt x="6" y="49"/>
                    </a:lnTo>
                    <a:close/>
                    <a:moveTo>
                      <a:pt x="20" y="78"/>
                    </a:moveTo>
                    <a:cubicBezTo>
                      <a:pt x="19" y="78"/>
                      <a:pt x="19" y="78"/>
                      <a:pt x="19" y="78"/>
                    </a:cubicBezTo>
                    <a:cubicBezTo>
                      <a:pt x="20" y="78"/>
                      <a:pt x="20" y="78"/>
                      <a:pt x="20" y="78"/>
                    </a:cubicBezTo>
                    <a:cubicBezTo>
                      <a:pt x="21" y="78"/>
                      <a:pt x="21" y="78"/>
                      <a:pt x="21" y="78"/>
                    </a:cubicBezTo>
                    <a:lnTo>
                      <a:pt x="20" y="78"/>
                    </a:lnTo>
                    <a:close/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19" y="31"/>
                      <a:pt x="19" y="31"/>
                      <a:pt x="19" y="31"/>
                    </a:cubicBezTo>
                    <a:lnTo>
                      <a:pt x="20" y="31"/>
                    </a:lnTo>
                    <a:close/>
                    <a:moveTo>
                      <a:pt x="19" y="31"/>
                    </a:move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1" name="Freeform 6159">
                <a:extLst>
                  <a:ext uri="{FF2B5EF4-FFF2-40B4-BE49-F238E27FC236}">
                    <a16:creationId xmlns:a16="http://schemas.microsoft.com/office/drawing/2014/main" id="{0CA8232D-9DCD-4707-91C4-2CB38249DF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55" y="1276"/>
                <a:ext cx="28" cy="37"/>
              </a:xfrm>
              <a:custGeom>
                <a:avLst/>
                <a:gdLst>
                  <a:gd name="T0" fmla="*/ 6 w 28"/>
                  <a:gd name="T1" fmla="*/ 11 h 37"/>
                  <a:gd name="T2" fmla="*/ 10 w 28"/>
                  <a:gd name="T3" fmla="*/ 13 h 37"/>
                  <a:gd name="T4" fmla="*/ 12 w 28"/>
                  <a:gd name="T5" fmla="*/ 11 h 37"/>
                  <a:gd name="T6" fmla="*/ 10 w 28"/>
                  <a:gd name="T7" fmla="*/ 14 h 37"/>
                  <a:gd name="T8" fmla="*/ 8 w 28"/>
                  <a:gd name="T9" fmla="*/ 14 h 37"/>
                  <a:gd name="T10" fmla="*/ 6 w 28"/>
                  <a:gd name="T11" fmla="*/ 13 h 37"/>
                  <a:gd name="T12" fmla="*/ 2 w 28"/>
                  <a:gd name="T13" fmla="*/ 14 h 37"/>
                  <a:gd name="T14" fmla="*/ 2 w 28"/>
                  <a:gd name="T15" fmla="*/ 16 h 37"/>
                  <a:gd name="T16" fmla="*/ 4 w 28"/>
                  <a:gd name="T17" fmla="*/ 20 h 37"/>
                  <a:gd name="T18" fmla="*/ 4 w 28"/>
                  <a:gd name="T19" fmla="*/ 27 h 37"/>
                  <a:gd name="T20" fmla="*/ 6 w 28"/>
                  <a:gd name="T21" fmla="*/ 31 h 37"/>
                  <a:gd name="T22" fmla="*/ 10 w 28"/>
                  <a:gd name="T23" fmla="*/ 37 h 37"/>
                  <a:gd name="T24" fmla="*/ 12 w 28"/>
                  <a:gd name="T25" fmla="*/ 37 h 37"/>
                  <a:gd name="T26" fmla="*/ 17 w 28"/>
                  <a:gd name="T27" fmla="*/ 35 h 37"/>
                  <a:gd name="T28" fmla="*/ 21 w 28"/>
                  <a:gd name="T29" fmla="*/ 35 h 37"/>
                  <a:gd name="T30" fmla="*/ 23 w 28"/>
                  <a:gd name="T31" fmla="*/ 33 h 37"/>
                  <a:gd name="T32" fmla="*/ 28 w 28"/>
                  <a:gd name="T33" fmla="*/ 31 h 37"/>
                  <a:gd name="T34" fmla="*/ 28 w 28"/>
                  <a:gd name="T35" fmla="*/ 29 h 37"/>
                  <a:gd name="T36" fmla="*/ 25 w 28"/>
                  <a:gd name="T37" fmla="*/ 27 h 37"/>
                  <a:gd name="T38" fmla="*/ 23 w 28"/>
                  <a:gd name="T39" fmla="*/ 24 h 37"/>
                  <a:gd name="T40" fmla="*/ 21 w 28"/>
                  <a:gd name="T41" fmla="*/ 22 h 37"/>
                  <a:gd name="T42" fmla="*/ 19 w 28"/>
                  <a:gd name="T43" fmla="*/ 20 h 37"/>
                  <a:gd name="T44" fmla="*/ 19 w 28"/>
                  <a:gd name="T45" fmla="*/ 18 h 37"/>
                  <a:gd name="T46" fmla="*/ 21 w 28"/>
                  <a:gd name="T47" fmla="*/ 18 h 37"/>
                  <a:gd name="T48" fmla="*/ 25 w 28"/>
                  <a:gd name="T49" fmla="*/ 18 h 37"/>
                  <a:gd name="T50" fmla="*/ 28 w 28"/>
                  <a:gd name="T51" fmla="*/ 16 h 37"/>
                  <a:gd name="T52" fmla="*/ 28 w 28"/>
                  <a:gd name="T53" fmla="*/ 13 h 37"/>
                  <a:gd name="T54" fmla="*/ 25 w 28"/>
                  <a:gd name="T55" fmla="*/ 9 h 37"/>
                  <a:gd name="T56" fmla="*/ 23 w 28"/>
                  <a:gd name="T57" fmla="*/ 9 h 37"/>
                  <a:gd name="T58" fmla="*/ 21 w 28"/>
                  <a:gd name="T59" fmla="*/ 3 h 37"/>
                  <a:gd name="T60" fmla="*/ 17 w 28"/>
                  <a:gd name="T61" fmla="*/ 7 h 37"/>
                  <a:gd name="T62" fmla="*/ 17 w 28"/>
                  <a:gd name="T63" fmla="*/ 9 h 37"/>
                  <a:gd name="T64" fmla="*/ 17 w 28"/>
                  <a:gd name="T65" fmla="*/ 11 h 37"/>
                  <a:gd name="T66" fmla="*/ 15 w 28"/>
                  <a:gd name="T67" fmla="*/ 11 h 37"/>
                  <a:gd name="T68" fmla="*/ 13 w 28"/>
                  <a:gd name="T69" fmla="*/ 11 h 37"/>
                  <a:gd name="T70" fmla="*/ 15 w 28"/>
                  <a:gd name="T71" fmla="*/ 7 h 37"/>
                  <a:gd name="T72" fmla="*/ 17 w 28"/>
                  <a:gd name="T73" fmla="*/ 7 h 37"/>
                  <a:gd name="T74" fmla="*/ 17 w 28"/>
                  <a:gd name="T75" fmla="*/ 3 h 37"/>
                  <a:gd name="T76" fmla="*/ 15 w 28"/>
                  <a:gd name="T77" fmla="*/ 1 h 37"/>
                  <a:gd name="T78" fmla="*/ 13 w 28"/>
                  <a:gd name="T79" fmla="*/ 0 h 37"/>
                  <a:gd name="T80" fmla="*/ 10 w 28"/>
                  <a:gd name="T81" fmla="*/ 0 h 37"/>
                  <a:gd name="T82" fmla="*/ 6 w 28"/>
                  <a:gd name="T83" fmla="*/ 1 h 37"/>
                  <a:gd name="T84" fmla="*/ 2 w 28"/>
                  <a:gd name="T85" fmla="*/ 3 h 37"/>
                  <a:gd name="T86" fmla="*/ 0 w 28"/>
                  <a:gd name="T87" fmla="*/ 5 h 37"/>
                  <a:gd name="T88" fmla="*/ 2 w 28"/>
                  <a:gd name="T89" fmla="*/ 9 h 37"/>
                  <a:gd name="T90" fmla="*/ 6 w 28"/>
                  <a:gd name="T91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7">
                    <a:moveTo>
                      <a:pt x="6" y="11"/>
                    </a:moveTo>
                    <a:lnTo>
                      <a:pt x="10" y="13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4" y="20"/>
                    </a:lnTo>
                    <a:lnTo>
                      <a:pt x="4" y="27"/>
                    </a:lnTo>
                    <a:lnTo>
                      <a:pt x="6" y="31"/>
                    </a:lnTo>
                    <a:lnTo>
                      <a:pt x="10" y="37"/>
                    </a:lnTo>
                    <a:lnTo>
                      <a:pt x="12" y="37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3" y="33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5" y="27"/>
                    </a:lnTo>
                    <a:lnTo>
                      <a:pt x="23" y="24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9" y="18"/>
                    </a:lnTo>
                    <a:lnTo>
                      <a:pt x="21" y="18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28" y="13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2" name="Freeform 6160">
                <a:extLst>
                  <a:ext uri="{FF2B5EF4-FFF2-40B4-BE49-F238E27FC236}">
                    <a16:creationId xmlns:a16="http://schemas.microsoft.com/office/drawing/2014/main" id="{F0505771-81C9-4D75-922A-9EA90AE523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6" y="1525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12 h 12"/>
                  <a:gd name="T4" fmla="*/ 4 w 11"/>
                  <a:gd name="T5" fmla="*/ 8 h 12"/>
                  <a:gd name="T6" fmla="*/ 6 w 11"/>
                  <a:gd name="T7" fmla="*/ 8 h 12"/>
                  <a:gd name="T8" fmla="*/ 9 w 11"/>
                  <a:gd name="T9" fmla="*/ 6 h 12"/>
                  <a:gd name="T10" fmla="*/ 9 w 11"/>
                  <a:gd name="T11" fmla="*/ 4 h 12"/>
                  <a:gd name="T12" fmla="*/ 9 w 11"/>
                  <a:gd name="T13" fmla="*/ 2 h 12"/>
                  <a:gd name="T14" fmla="*/ 11 w 11"/>
                  <a:gd name="T15" fmla="*/ 2 h 12"/>
                  <a:gd name="T16" fmla="*/ 9 w 11"/>
                  <a:gd name="T17" fmla="*/ 0 h 12"/>
                  <a:gd name="T18" fmla="*/ 6 w 11"/>
                  <a:gd name="T19" fmla="*/ 0 h 12"/>
                  <a:gd name="T20" fmla="*/ 2 w 11"/>
                  <a:gd name="T21" fmla="*/ 2 h 12"/>
                  <a:gd name="T22" fmla="*/ 0 w 11"/>
                  <a:gd name="T2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12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3" name="Freeform 6161">
                <a:extLst>
                  <a:ext uri="{FF2B5EF4-FFF2-40B4-BE49-F238E27FC236}">
                    <a16:creationId xmlns:a16="http://schemas.microsoft.com/office/drawing/2014/main" id="{A881D388-3EF1-418A-A788-CC52795819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7" y="1535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2 h 5"/>
                  <a:gd name="T6" fmla="*/ 8 w 11"/>
                  <a:gd name="T7" fmla="*/ 2 h 5"/>
                  <a:gd name="T8" fmla="*/ 4 w 11"/>
                  <a:gd name="T9" fmla="*/ 0 h 5"/>
                  <a:gd name="T10" fmla="*/ 0 w 11"/>
                  <a:gd name="T11" fmla="*/ 2 h 5"/>
                  <a:gd name="T12" fmla="*/ 4 w 11"/>
                  <a:gd name="T13" fmla="*/ 5 h 5"/>
                  <a:gd name="T14" fmla="*/ 9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4" name="Freeform 6162">
                <a:extLst>
                  <a:ext uri="{FF2B5EF4-FFF2-40B4-BE49-F238E27FC236}">
                    <a16:creationId xmlns:a16="http://schemas.microsoft.com/office/drawing/2014/main" id="{45BF5A80-2950-41CA-AB5C-2859EDD6F2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66" y="1535"/>
                <a:ext cx="20" cy="22"/>
              </a:xfrm>
              <a:custGeom>
                <a:avLst/>
                <a:gdLst>
                  <a:gd name="T0" fmla="*/ 2 w 20"/>
                  <a:gd name="T1" fmla="*/ 13 h 22"/>
                  <a:gd name="T2" fmla="*/ 2 w 20"/>
                  <a:gd name="T3" fmla="*/ 15 h 22"/>
                  <a:gd name="T4" fmla="*/ 2 w 20"/>
                  <a:gd name="T5" fmla="*/ 18 h 22"/>
                  <a:gd name="T6" fmla="*/ 5 w 20"/>
                  <a:gd name="T7" fmla="*/ 20 h 22"/>
                  <a:gd name="T8" fmla="*/ 7 w 20"/>
                  <a:gd name="T9" fmla="*/ 22 h 22"/>
                  <a:gd name="T10" fmla="*/ 7 w 20"/>
                  <a:gd name="T11" fmla="*/ 18 h 22"/>
                  <a:gd name="T12" fmla="*/ 7 w 20"/>
                  <a:gd name="T13" fmla="*/ 18 h 22"/>
                  <a:gd name="T14" fmla="*/ 7 w 20"/>
                  <a:gd name="T15" fmla="*/ 20 h 22"/>
                  <a:gd name="T16" fmla="*/ 9 w 20"/>
                  <a:gd name="T17" fmla="*/ 20 h 22"/>
                  <a:gd name="T18" fmla="*/ 11 w 20"/>
                  <a:gd name="T19" fmla="*/ 20 h 22"/>
                  <a:gd name="T20" fmla="*/ 15 w 20"/>
                  <a:gd name="T21" fmla="*/ 20 h 22"/>
                  <a:gd name="T22" fmla="*/ 15 w 20"/>
                  <a:gd name="T23" fmla="*/ 16 h 22"/>
                  <a:gd name="T24" fmla="*/ 16 w 20"/>
                  <a:gd name="T25" fmla="*/ 15 h 22"/>
                  <a:gd name="T26" fmla="*/ 20 w 20"/>
                  <a:gd name="T27" fmla="*/ 15 h 22"/>
                  <a:gd name="T28" fmla="*/ 20 w 20"/>
                  <a:gd name="T29" fmla="*/ 13 h 22"/>
                  <a:gd name="T30" fmla="*/ 18 w 20"/>
                  <a:gd name="T31" fmla="*/ 9 h 22"/>
                  <a:gd name="T32" fmla="*/ 16 w 20"/>
                  <a:gd name="T33" fmla="*/ 7 h 22"/>
                  <a:gd name="T34" fmla="*/ 15 w 20"/>
                  <a:gd name="T35" fmla="*/ 5 h 22"/>
                  <a:gd name="T36" fmla="*/ 13 w 20"/>
                  <a:gd name="T37" fmla="*/ 2 h 22"/>
                  <a:gd name="T38" fmla="*/ 11 w 20"/>
                  <a:gd name="T39" fmla="*/ 0 h 22"/>
                  <a:gd name="T40" fmla="*/ 7 w 20"/>
                  <a:gd name="T41" fmla="*/ 2 h 22"/>
                  <a:gd name="T42" fmla="*/ 5 w 20"/>
                  <a:gd name="T43" fmla="*/ 3 h 22"/>
                  <a:gd name="T44" fmla="*/ 3 w 20"/>
                  <a:gd name="T45" fmla="*/ 3 h 22"/>
                  <a:gd name="T46" fmla="*/ 0 w 20"/>
                  <a:gd name="T47" fmla="*/ 7 h 22"/>
                  <a:gd name="T48" fmla="*/ 0 w 20"/>
                  <a:gd name="T49" fmla="*/ 9 h 22"/>
                  <a:gd name="T50" fmla="*/ 2 w 20"/>
                  <a:gd name="T5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22">
                    <a:moveTo>
                      <a:pt x="2" y="13"/>
                    </a:moveTo>
                    <a:lnTo>
                      <a:pt x="2" y="15"/>
                    </a:lnTo>
                    <a:lnTo>
                      <a:pt x="2" y="18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6"/>
                    </a:lnTo>
                    <a:lnTo>
                      <a:pt x="16" y="15"/>
                    </a:lnTo>
                    <a:lnTo>
                      <a:pt x="20" y="15"/>
                    </a:lnTo>
                    <a:lnTo>
                      <a:pt x="20" y="13"/>
                    </a:lnTo>
                    <a:lnTo>
                      <a:pt x="18" y="9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5" name="Freeform 6163">
                <a:extLst>
                  <a:ext uri="{FF2B5EF4-FFF2-40B4-BE49-F238E27FC236}">
                    <a16:creationId xmlns:a16="http://schemas.microsoft.com/office/drawing/2014/main" id="{08468E45-2A2A-4B02-B288-21AC7DF7C6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86" y="167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0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2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6" name="Freeform 6164">
                <a:extLst>
                  <a:ext uri="{FF2B5EF4-FFF2-40B4-BE49-F238E27FC236}">
                    <a16:creationId xmlns:a16="http://schemas.microsoft.com/office/drawing/2014/main" id="{E76F37EE-FB89-4726-9BA0-682F58F7AFA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1542"/>
                <a:ext cx="9" cy="13"/>
              </a:xfrm>
              <a:custGeom>
                <a:avLst/>
                <a:gdLst>
                  <a:gd name="T0" fmla="*/ 9 w 9"/>
                  <a:gd name="T1" fmla="*/ 4 h 13"/>
                  <a:gd name="T2" fmla="*/ 8 w 9"/>
                  <a:gd name="T3" fmla="*/ 2 h 13"/>
                  <a:gd name="T4" fmla="*/ 4 w 9"/>
                  <a:gd name="T5" fmla="*/ 0 h 13"/>
                  <a:gd name="T6" fmla="*/ 0 w 9"/>
                  <a:gd name="T7" fmla="*/ 2 h 13"/>
                  <a:gd name="T8" fmla="*/ 0 w 9"/>
                  <a:gd name="T9" fmla="*/ 8 h 13"/>
                  <a:gd name="T10" fmla="*/ 2 w 9"/>
                  <a:gd name="T11" fmla="*/ 11 h 13"/>
                  <a:gd name="T12" fmla="*/ 4 w 9"/>
                  <a:gd name="T13" fmla="*/ 11 h 13"/>
                  <a:gd name="T14" fmla="*/ 6 w 9"/>
                  <a:gd name="T15" fmla="*/ 13 h 13"/>
                  <a:gd name="T16" fmla="*/ 9 w 9"/>
                  <a:gd name="T17" fmla="*/ 13 h 13"/>
                  <a:gd name="T18" fmla="*/ 8 w 9"/>
                  <a:gd name="T19" fmla="*/ 8 h 13"/>
                  <a:gd name="T20" fmla="*/ 8 w 9"/>
                  <a:gd name="T21" fmla="*/ 8 h 13"/>
                  <a:gd name="T22" fmla="*/ 8 w 9"/>
                  <a:gd name="T23" fmla="*/ 6 h 13"/>
                  <a:gd name="T24" fmla="*/ 9 w 9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7" name="Freeform 6165">
                <a:extLst>
                  <a:ext uri="{FF2B5EF4-FFF2-40B4-BE49-F238E27FC236}">
                    <a16:creationId xmlns:a16="http://schemas.microsoft.com/office/drawing/2014/main" id="{2CE2F99E-FA95-481E-9853-E383D3B476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03" y="1208"/>
                <a:ext cx="15" cy="10"/>
              </a:xfrm>
              <a:custGeom>
                <a:avLst/>
                <a:gdLst>
                  <a:gd name="T0" fmla="*/ 6 w 15"/>
                  <a:gd name="T1" fmla="*/ 10 h 10"/>
                  <a:gd name="T2" fmla="*/ 9 w 15"/>
                  <a:gd name="T3" fmla="*/ 8 h 10"/>
                  <a:gd name="T4" fmla="*/ 13 w 15"/>
                  <a:gd name="T5" fmla="*/ 6 h 10"/>
                  <a:gd name="T6" fmla="*/ 13 w 15"/>
                  <a:gd name="T7" fmla="*/ 4 h 10"/>
                  <a:gd name="T8" fmla="*/ 15 w 15"/>
                  <a:gd name="T9" fmla="*/ 0 h 10"/>
                  <a:gd name="T10" fmla="*/ 11 w 15"/>
                  <a:gd name="T11" fmla="*/ 0 h 10"/>
                  <a:gd name="T12" fmla="*/ 6 w 15"/>
                  <a:gd name="T13" fmla="*/ 0 h 10"/>
                  <a:gd name="T14" fmla="*/ 4 w 15"/>
                  <a:gd name="T15" fmla="*/ 2 h 10"/>
                  <a:gd name="T16" fmla="*/ 0 w 15"/>
                  <a:gd name="T17" fmla="*/ 6 h 10"/>
                  <a:gd name="T18" fmla="*/ 2 w 15"/>
                  <a:gd name="T19" fmla="*/ 8 h 10"/>
                  <a:gd name="T20" fmla="*/ 6 w 15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0">
                    <a:moveTo>
                      <a:pt x="6" y="10"/>
                    </a:moveTo>
                    <a:lnTo>
                      <a:pt x="9" y="8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8" name="Freeform 6166">
                <a:extLst>
                  <a:ext uri="{FF2B5EF4-FFF2-40B4-BE49-F238E27FC236}">
                    <a16:creationId xmlns:a16="http://schemas.microsoft.com/office/drawing/2014/main" id="{3F0D97F0-0F79-4EF8-8659-DE41F859D4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35" y="1193"/>
                <a:ext cx="54" cy="60"/>
              </a:xfrm>
              <a:custGeom>
                <a:avLst/>
                <a:gdLst>
                  <a:gd name="T0" fmla="*/ 1 w 54"/>
                  <a:gd name="T1" fmla="*/ 38 h 60"/>
                  <a:gd name="T2" fmla="*/ 3 w 54"/>
                  <a:gd name="T3" fmla="*/ 40 h 60"/>
                  <a:gd name="T4" fmla="*/ 5 w 54"/>
                  <a:gd name="T5" fmla="*/ 42 h 60"/>
                  <a:gd name="T6" fmla="*/ 3 w 54"/>
                  <a:gd name="T7" fmla="*/ 49 h 60"/>
                  <a:gd name="T8" fmla="*/ 1 w 54"/>
                  <a:gd name="T9" fmla="*/ 51 h 60"/>
                  <a:gd name="T10" fmla="*/ 1 w 54"/>
                  <a:gd name="T11" fmla="*/ 55 h 60"/>
                  <a:gd name="T12" fmla="*/ 3 w 54"/>
                  <a:gd name="T13" fmla="*/ 56 h 60"/>
                  <a:gd name="T14" fmla="*/ 5 w 54"/>
                  <a:gd name="T15" fmla="*/ 56 h 60"/>
                  <a:gd name="T16" fmla="*/ 7 w 54"/>
                  <a:gd name="T17" fmla="*/ 53 h 60"/>
                  <a:gd name="T18" fmla="*/ 9 w 54"/>
                  <a:gd name="T19" fmla="*/ 53 h 60"/>
                  <a:gd name="T20" fmla="*/ 11 w 54"/>
                  <a:gd name="T21" fmla="*/ 53 h 60"/>
                  <a:gd name="T22" fmla="*/ 11 w 54"/>
                  <a:gd name="T23" fmla="*/ 56 h 60"/>
                  <a:gd name="T24" fmla="*/ 16 w 54"/>
                  <a:gd name="T25" fmla="*/ 58 h 60"/>
                  <a:gd name="T26" fmla="*/ 18 w 54"/>
                  <a:gd name="T27" fmla="*/ 58 h 60"/>
                  <a:gd name="T28" fmla="*/ 20 w 54"/>
                  <a:gd name="T29" fmla="*/ 58 h 60"/>
                  <a:gd name="T30" fmla="*/ 22 w 54"/>
                  <a:gd name="T31" fmla="*/ 58 h 60"/>
                  <a:gd name="T32" fmla="*/ 24 w 54"/>
                  <a:gd name="T33" fmla="*/ 60 h 60"/>
                  <a:gd name="T34" fmla="*/ 29 w 54"/>
                  <a:gd name="T35" fmla="*/ 60 h 60"/>
                  <a:gd name="T36" fmla="*/ 31 w 54"/>
                  <a:gd name="T37" fmla="*/ 60 h 60"/>
                  <a:gd name="T38" fmla="*/ 37 w 54"/>
                  <a:gd name="T39" fmla="*/ 58 h 60"/>
                  <a:gd name="T40" fmla="*/ 39 w 54"/>
                  <a:gd name="T41" fmla="*/ 55 h 60"/>
                  <a:gd name="T42" fmla="*/ 41 w 54"/>
                  <a:gd name="T43" fmla="*/ 51 h 60"/>
                  <a:gd name="T44" fmla="*/ 42 w 54"/>
                  <a:gd name="T45" fmla="*/ 49 h 60"/>
                  <a:gd name="T46" fmla="*/ 48 w 54"/>
                  <a:gd name="T47" fmla="*/ 45 h 60"/>
                  <a:gd name="T48" fmla="*/ 52 w 54"/>
                  <a:gd name="T49" fmla="*/ 43 h 60"/>
                  <a:gd name="T50" fmla="*/ 54 w 54"/>
                  <a:gd name="T51" fmla="*/ 40 h 60"/>
                  <a:gd name="T52" fmla="*/ 54 w 54"/>
                  <a:gd name="T53" fmla="*/ 36 h 60"/>
                  <a:gd name="T54" fmla="*/ 48 w 54"/>
                  <a:gd name="T55" fmla="*/ 34 h 60"/>
                  <a:gd name="T56" fmla="*/ 44 w 54"/>
                  <a:gd name="T57" fmla="*/ 30 h 60"/>
                  <a:gd name="T58" fmla="*/ 42 w 54"/>
                  <a:gd name="T59" fmla="*/ 27 h 60"/>
                  <a:gd name="T60" fmla="*/ 42 w 54"/>
                  <a:gd name="T61" fmla="*/ 23 h 60"/>
                  <a:gd name="T62" fmla="*/ 44 w 54"/>
                  <a:gd name="T63" fmla="*/ 21 h 60"/>
                  <a:gd name="T64" fmla="*/ 44 w 54"/>
                  <a:gd name="T65" fmla="*/ 17 h 60"/>
                  <a:gd name="T66" fmla="*/ 42 w 54"/>
                  <a:gd name="T67" fmla="*/ 15 h 60"/>
                  <a:gd name="T68" fmla="*/ 35 w 54"/>
                  <a:gd name="T69" fmla="*/ 15 h 60"/>
                  <a:gd name="T70" fmla="*/ 29 w 54"/>
                  <a:gd name="T71" fmla="*/ 15 h 60"/>
                  <a:gd name="T72" fmla="*/ 26 w 54"/>
                  <a:gd name="T73" fmla="*/ 12 h 60"/>
                  <a:gd name="T74" fmla="*/ 20 w 54"/>
                  <a:gd name="T75" fmla="*/ 6 h 60"/>
                  <a:gd name="T76" fmla="*/ 16 w 54"/>
                  <a:gd name="T77" fmla="*/ 2 h 60"/>
                  <a:gd name="T78" fmla="*/ 13 w 54"/>
                  <a:gd name="T79" fmla="*/ 0 h 60"/>
                  <a:gd name="T80" fmla="*/ 9 w 54"/>
                  <a:gd name="T81" fmla="*/ 0 h 60"/>
                  <a:gd name="T82" fmla="*/ 7 w 54"/>
                  <a:gd name="T83" fmla="*/ 2 h 60"/>
                  <a:gd name="T84" fmla="*/ 7 w 54"/>
                  <a:gd name="T85" fmla="*/ 4 h 60"/>
                  <a:gd name="T86" fmla="*/ 7 w 54"/>
                  <a:gd name="T87" fmla="*/ 6 h 60"/>
                  <a:gd name="T88" fmla="*/ 7 w 54"/>
                  <a:gd name="T89" fmla="*/ 10 h 60"/>
                  <a:gd name="T90" fmla="*/ 5 w 54"/>
                  <a:gd name="T91" fmla="*/ 14 h 60"/>
                  <a:gd name="T92" fmla="*/ 3 w 54"/>
                  <a:gd name="T93" fmla="*/ 17 h 60"/>
                  <a:gd name="T94" fmla="*/ 0 w 54"/>
                  <a:gd name="T95" fmla="*/ 21 h 60"/>
                  <a:gd name="T96" fmla="*/ 0 w 54"/>
                  <a:gd name="T97" fmla="*/ 25 h 60"/>
                  <a:gd name="T98" fmla="*/ 0 w 54"/>
                  <a:gd name="T99" fmla="*/ 34 h 60"/>
                  <a:gd name="T100" fmla="*/ 1 w 54"/>
                  <a:gd name="T101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" h="60">
                    <a:moveTo>
                      <a:pt x="1" y="38"/>
                    </a:moveTo>
                    <a:lnTo>
                      <a:pt x="3" y="40"/>
                    </a:lnTo>
                    <a:lnTo>
                      <a:pt x="5" y="42"/>
                    </a:lnTo>
                    <a:lnTo>
                      <a:pt x="3" y="49"/>
                    </a:lnTo>
                    <a:lnTo>
                      <a:pt x="1" y="51"/>
                    </a:lnTo>
                    <a:lnTo>
                      <a:pt x="1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9" y="60"/>
                    </a:lnTo>
                    <a:lnTo>
                      <a:pt x="31" y="60"/>
                    </a:lnTo>
                    <a:lnTo>
                      <a:pt x="37" y="58"/>
                    </a:lnTo>
                    <a:lnTo>
                      <a:pt x="39" y="55"/>
                    </a:lnTo>
                    <a:lnTo>
                      <a:pt x="41" y="51"/>
                    </a:lnTo>
                    <a:lnTo>
                      <a:pt x="42" y="49"/>
                    </a:lnTo>
                    <a:lnTo>
                      <a:pt x="48" y="45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4" y="36"/>
                    </a:lnTo>
                    <a:lnTo>
                      <a:pt x="48" y="34"/>
                    </a:lnTo>
                    <a:lnTo>
                      <a:pt x="44" y="30"/>
                    </a:lnTo>
                    <a:lnTo>
                      <a:pt x="42" y="27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7"/>
                    </a:lnTo>
                    <a:lnTo>
                      <a:pt x="42" y="15"/>
                    </a:lnTo>
                    <a:lnTo>
                      <a:pt x="35" y="15"/>
                    </a:lnTo>
                    <a:lnTo>
                      <a:pt x="29" y="15"/>
                    </a:lnTo>
                    <a:lnTo>
                      <a:pt x="26" y="12"/>
                    </a:lnTo>
                    <a:lnTo>
                      <a:pt x="20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1" y="3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9" name="Freeform 6167">
                <a:extLst>
                  <a:ext uri="{FF2B5EF4-FFF2-40B4-BE49-F238E27FC236}">
                    <a16:creationId xmlns:a16="http://schemas.microsoft.com/office/drawing/2014/main" id="{58E0B39F-4B70-4D78-974B-2EA110565E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255"/>
                <a:ext cx="24" cy="34"/>
              </a:xfrm>
              <a:custGeom>
                <a:avLst/>
                <a:gdLst>
                  <a:gd name="T0" fmla="*/ 2 w 24"/>
                  <a:gd name="T1" fmla="*/ 21 h 34"/>
                  <a:gd name="T2" fmla="*/ 2 w 24"/>
                  <a:gd name="T3" fmla="*/ 22 h 34"/>
                  <a:gd name="T4" fmla="*/ 2 w 24"/>
                  <a:gd name="T5" fmla="*/ 24 h 34"/>
                  <a:gd name="T6" fmla="*/ 4 w 24"/>
                  <a:gd name="T7" fmla="*/ 28 h 34"/>
                  <a:gd name="T8" fmla="*/ 7 w 24"/>
                  <a:gd name="T9" fmla="*/ 28 h 34"/>
                  <a:gd name="T10" fmla="*/ 7 w 24"/>
                  <a:gd name="T11" fmla="*/ 28 h 34"/>
                  <a:gd name="T12" fmla="*/ 9 w 24"/>
                  <a:gd name="T13" fmla="*/ 32 h 34"/>
                  <a:gd name="T14" fmla="*/ 13 w 24"/>
                  <a:gd name="T15" fmla="*/ 34 h 34"/>
                  <a:gd name="T16" fmla="*/ 15 w 24"/>
                  <a:gd name="T17" fmla="*/ 30 h 34"/>
                  <a:gd name="T18" fmla="*/ 15 w 24"/>
                  <a:gd name="T19" fmla="*/ 26 h 34"/>
                  <a:gd name="T20" fmla="*/ 15 w 24"/>
                  <a:gd name="T21" fmla="*/ 24 h 34"/>
                  <a:gd name="T22" fmla="*/ 15 w 24"/>
                  <a:gd name="T23" fmla="*/ 22 h 34"/>
                  <a:gd name="T24" fmla="*/ 18 w 24"/>
                  <a:gd name="T25" fmla="*/ 21 h 34"/>
                  <a:gd name="T26" fmla="*/ 24 w 24"/>
                  <a:gd name="T27" fmla="*/ 19 h 34"/>
                  <a:gd name="T28" fmla="*/ 24 w 24"/>
                  <a:gd name="T29" fmla="*/ 15 h 34"/>
                  <a:gd name="T30" fmla="*/ 22 w 24"/>
                  <a:gd name="T31" fmla="*/ 15 h 34"/>
                  <a:gd name="T32" fmla="*/ 18 w 24"/>
                  <a:gd name="T33" fmla="*/ 11 h 34"/>
                  <a:gd name="T34" fmla="*/ 17 w 24"/>
                  <a:gd name="T35" fmla="*/ 11 h 34"/>
                  <a:gd name="T36" fmla="*/ 17 w 24"/>
                  <a:gd name="T37" fmla="*/ 9 h 34"/>
                  <a:gd name="T38" fmla="*/ 17 w 24"/>
                  <a:gd name="T39" fmla="*/ 6 h 34"/>
                  <a:gd name="T40" fmla="*/ 15 w 24"/>
                  <a:gd name="T41" fmla="*/ 2 h 34"/>
                  <a:gd name="T42" fmla="*/ 13 w 24"/>
                  <a:gd name="T43" fmla="*/ 2 h 34"/>
                  <a:gd name="T44" fmla="*/ 9 w 24"/>
                  <a:gd name="T45" fmla="*/ 0 h 34"/>
                  <a:gd name="T46" fmla="*/ 7 w 24"/>
                  <a:gd name="T47" fmla="*/ 0 h 34"/>
                  <a:gd name="T48" fmla="*/ 5 w 24"/>
                  <a:gd name="T49" fmla="*/ 4 h 34"/>
                  <a:gd name="T50" fmla="*/ 5 w 24"/>
                  <a:gd name="T51" fmla="*/ 6 h 34"/>
                  <a:gd name="T52" fmla="*/ 4 w 24"/>
                  <a:gd name="T53" fmla="*/ 7 h 34"/>
                  <a:gd name="T54" fmla="*/ 2 w 24"/>
                  <a:gd name="T55" fmla="*/ 9 h 34"/>
                  <a:gd name="T56" fmla="*/ 0 w 24"/>
                  <a:gd name="T57" fmla="*/ 13 h 34"/>
                  <a:gd name="T58" fmla="*/ 2 w 24"/>
                  <a:gd name="T59" fmla="*/ 17 h 34"/>
                  <a:gd name="T60" fmla="*/ 2 w 24"/>
                  <a:gd name="T61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4">
                    <a:moveTo>
                      <a:pt x="2" y="21"/>
                    </a:moveTo>
                    <a:lnTo>
                      <a:pt x="2" y="22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5" y="30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4" y="19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7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0" name="Freeform 6168">
                <a:extLst>
                  <a:ext uri="{FF2B5EF4-FFF2-40B4-BE49-F238E27FC236}">
                    <a16:creationId xmlns:a16="http://schemas.microsoft.com/office/drawing/2014/main" id="{B553FA6F-C5BA-4F63-A17F-3236C2F1FC6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3" y="1693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2 h 6"/>
                  <a:gd name="T8" fmla="*/ 2 w 6"/>
                  <a:gd name="T9" fmla="*/ 6 h 6"/>
                  <a:gd name="T10" fmla="*/ 6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1" name="Freeform 6169">
                <a:extLst>
                  <a:ext uri="{FF2B5EF4-FFF2-40B4-BE49-F238E27FC236}">
                    <a16:creationId xmlns:a16="http://schemas.microsoft.com/office/drawing/2014/main" id="{D5C8C8C9-6076-4414-8A81-23281D9282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244"/>
                <a:ext cx="13" cy="7"/>
              </a:xfrm>
              <a:custGeom>
                <a:avLst/>
                <a:gdLst>
                  <a:gd name="T0" fmla="*/ 6 w 13"/>
                  <a:gd name="T1" fmla="*/ 7 h 7"/>
                  <a:gd name="T2" fmla="*/ 7 w 13"/>
                  <a:gd name="T3" fmla="*/ 7 h 7"/>
                  <a:gd name="T4" fmla="*/ 11 w 13"/>
                  <a:gd name="T5" fmla="*/ 7 h 7"/>
                  <a:gd name="T6" fmla="*/ 13 w 13"/>
                  <a:gd name="T7" fmla="*/ 5 h 7"/>
                  <a:gd name="T8" fmla="*/ 13 w 13"/>
                  <a:gd name="T9" fmla="*/ 2 h 7"/>
                  <a:gd name="T10" fmla="*/ 11 w 13"/>
                  <a:gd name="T11" fmla="*/ 2 h 7"/>
                  <a:gd name="T12" fmla="*/ 9 w 13"/>
                  <a:gd name="T13" fmla="*/ 0 h 7"/>
                  <a:gd name="T14" fmla="*/ 7 w 13"/>
                  <a:gd name="T15" fmla="*/ 0 h 7"/>
                  <a:gd name="T16" fmla="*/ 4 w 13"/>
                  <a:gd name="T17" fmla="*/ 2 h 7"/>
                  <a:gd name="T18" fmla="*/ 4 w 13"/>
                  <a:gd name="T19" fmla="*/ 2 h 7"/>
                  <a:gd name="T20" fmla="*/ 0 w 13"/>
                  <a:gd name="T21" fmla="*/ 4 h 7"/>
                  <a:gd name="T22" fmla="*/ 2 w 13"/>
                  <a:gd name="T23" fmla="*/ 5 h 7"/>
                  <a:gd name="T24" fmla="*/ 6 w 13"/>
                  <a:gd name="T2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7">
                    <a:moveTo>
                      <a:pt x="6" y="7"/>
                    </a:moveTo>
                    <a:lnTo>
                      <a:pt x="7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2" name="Freeform 6170">
                <a:extLst>
                  <a:ext uri="{FF2B5EF4-FFF2-40B4-BE49-F238E27FC236}">
                    <a16:creationId xmlns:a16="http://schemas.microsoft.com/office/drawing/2014/main" id="{E679BEDA-4248-47A6-B1DE-2C5927E9E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24"/>
                <a:ext cx="15" cy="13"/>
              </a:xfrm>
              <a:custGeom>
                <a:avLst/>
                <a:gdLst>
                  <a:gd name="T0" fmla="*/ 15 w 15"/>
                  <a:gd name="T1" fmla="*/ 7 h 13"/>
                  <a:gd name="T2" fmla="*/ 13 w 15"/>
                  <a:gd name="T3" fmla="*/ 2 h 13"/>
                  <a:gd name="T4" fmla="*/ 9 w 15"/>
                  <a:gd name="T5" fmla="*/ 0 h 13"/>
                  <a:gd name="T6" fmla="*/ 6 w 15"/>
                  <a:gd name="T7" fmla="*/ 2 h 13"/>
                  <a:gd name="T8" fmla="*/ 2 w 15"/>
                  <a:gd name="T9" fmla="*/ 4 h 13"/>
                  <a:gd name="T10" fmla="*/ 0 w 15"/>
                  <a:gd name="T11" fmla="*/ 7 h 13"/>
                  <a:gd name="T12" fmla="*/ 4 w 15"/>
                  <a:gd name="T13" fmla="*/ 9 h 13"/>
                  <a:gd name="T14" fmla="*/ 7 w 15"/>
                  <a:gd name="T15" fmla="*/ 11 h 13"/>
                  <a:gd name="T16" fmla="*/ 11 w 15"/>
                  <a:gd name="T17" fmla="*/ 13 h 13"/>
                  <a:gd name="T18" fmla="*/ 15 w 15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3" name="Freeform 6171">
                <a:extLst>
                  <a:ext uri="{FF2B5EF4-FFF2-40B4-BE49-F238E27FC236}">
                    <a16:creationId xmlns:a16="http://schemas.microsoft.com/office/drawing/2014/main" id="{6D008856-1BD1-4B76-8700-86B125C6B8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686"/>
                <a:ext cx="24" cy="24"/>
              </a:xfrm>
              <a:custGeom>
                <a:avLst/>
                <a:gdLst>
                  <a:gd name="T0" fmla="*/ 24 w 24"/>
                  <a:gd name="T1" fmla="*/ 13 h 24"/>
                  <a:gd name="T2" fmla="*/ 24 w 24"/>
                  <a:gd name="T3" fmla="*/ 9 h 24"/>
                  <a:gd name="T4" fmla="*/ 20 w 24"/>
                  <a:gd name="T5" fmla="*/ 5 h 24"/>
                  <a:gd name="T6" fmla="*/ 11 w 24"/>
                  <a:gd name="T7" fmla="*/ 0 h 24"/>
                  <a:gd name="T8" fmla="*/ 5 w 24"/>
                  <a:gd name="T9" fmla="*/ 0 h 24"/>
                  <a:gd name="T10" fmla="*/ 2 w 24"/>
                  <a:gd name="T11" fmla="*/ 2 h 24"/>
                  <a:gd name="T12" fmla="*/ 0 w 24"/>
                  <a:gd name="T13" fmla="*/ 7 h 24"/>
                  <a:gd name="T14" fmla="*/ 0 w 24"/>
                  <a:gd name="T15" fmla="*/ 15 h 24"/>
                  <a:gd name="T16" fmla="*/ 2 w 24"/>
                  <a:gd name="T17" fmla="*/ 18 h 24"/>
                  <a:gd name="T18" fmla="*/ 2 w 24"/>
                  <a:gd name="T19" fmla="*/ 24 h 24"/>
                  <a:gd name="T20" fmla="*/ 4 w 24"/>
                  <a:gd name="T21" fmla="*/ 22 h 24"/>
                  <a:gd name="T22" fmla="*/ 5 w 24"/>
                  <a:gd name="T23" fmla="*/ 22 h 24"/>
                  <a:gd name="T24" fmla="*/ 4 w 24"/>
                  <a:gd name="T25" fmla="*/ 24 h 24"/>
                  <a:gd name="T26" fmla="*/ 7 w 24"/>
                  <a:gd name="T27" fmla="*/ 24 h 24"/>
                  <a:gd name="T28" fmla="*/ 9 w 24"/>
                  <a:gd name="T29" fmla="*/ 22 h 24"/>
                  <a:gd name="T30" fmla="*/ 13 w 24"/>
                  <a:gd name="T31" fmla="*/ 22 h 24"/>
                  <a:gd name="T32" fmla="*/ 17 w 24"/>
                  <a:gd name="T33" fmla="*/ 18 h 24"/>
                  <a:gd name="T34" fmla="*/ 18 w 24"/>
                  <a:gd name="T35" fmla="*/ 16 h 24"/>
                  <a:gd name="T36" fmla="*/ 18 w 24"/>
                  <a:gd name="T37" fmla="*/ 22 h 24"/>
                  <a:gd name="T38" fmla="*/ 24 w 24"/>
                  <a:gd name="T3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24" y="13"/>
                    </a:moveTo>
                    <a:lnTo>
                      <a:pt x="24" y="9"/>
                    </a:lnTo>
                    <a:lnTo>
                      <a:pt x="20" y="5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5" y="22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4" name="Freeform 6172">
                <a:extLst>
                  <a:ext uri="{FF2B5EF4-FFF2-40B4-BE49-F238E27FC236}">
                    <a16:creationId xmlns:a16="http://schemas.microsoft.com/office/drawing/2014/main" id="{F8C4824B-515C-435D-AEA8-2DCF30118D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33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4 h 6"/>
                  <a:gd name="T4" fmla="*/ 4 w 7"/>
                  <a:gd name="T5" fmla="*/ 6 h 6"/>
                  <a:gd name="T6" fmla="*/ 6 w 7"/>
                  <a:gd name="T7" fmla="*/ 6 h 6"/>
                  <a:gd name="T8" fmla="*/ 7 w 7"/>
                  <a:gd name="T9" fmla="*/ 4 h 6"/>
                  <a:gd name="T10" fmla="*/ 4 w 7"/>
                  <a:gd name="T11" fmla="*/ 0 h 6"/>
                  <a:gd name="T12" fmla="*/ 0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5" name="Freeform 6173">
                <a:extLst>
                  <a:ext uri="{FF2B5EF4-FFF2-40B4-BE49-F238E27FC236}">
                    <a16:creationId xmlns:a16="http://schemas.microsoft.com/office/drawing/2014/main" id="{025733B6-B5D3-4A0E-A154-AC1EE054D9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1693"/>
                <a:ext cx="13" cy="6"/>
              </a:xfrm>
              <a:custGeom>
                <a:avLst/>
                <a:gdLst>
                  <a:gd name="T0" fmla="*/ 8 w 13"/>
                  <a:gd name="T1" fmla="*/ 0 h 6"/>
                  <a:gd name="T2" fmla="*/ 6 w 13"/>
                  <a:gd name="T3" fmla="*/ 2 h 6"/>
                  <a:gd name="T4" fmla="*/ 4 w 13"/>
                  <a:gd name="T5" fmla="*/ 0 h 6"/>
                  <a:gd name="T6" fmla="*/ 0 w 13"/>
                  <a:gd name="T7" fmla="*/ 2 h 6"/>
                  <a:gd name="T8" fmla="*/ 2 w 13"/>
                  <a:gd name="T9" fmla="*/ 4 h 6"/>
                  <a:gd name="T10" fmla="*/ 4 w 13"/>
                  <a:gd name="T11" fmla="*/ 4 h 6"/>
                  <a:gd name="T12" fmla="*/ 6 w 13"/>
                  <a:gd name="T13" fmla="*/ 4 h 6"/>
                  <a:gd name="T14" fmla="*/ 8 w 13"/>
                  <a:gd name="T15" fmla="*/ 4 h 6"/>
                  <a:gd name="T16" fmla="*/ 10 w 13"/>
                  <a:gd name="T17" fmla="*/ 6 h 6"/>
                  <a:gd name="T18" fmla="*/ 13 w 13"/>
                  <a:gd name="T19" fmla="*/ 6 h 6"/>
                  <a:gd name="T20" fmla="*/ 11 w 13"/>
                  <a:gd name="T21" fmla="*/ 2 h 6"/>
                  <a:gd name="T22" fmla="*/ 8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6" name="Freeform 6174">
                <a:extLst>
                  <a:ext uri="{FF2B5EF4-FFF2-40B4-BE49-F238E27FC236}">
                    <a16:creationId xmlns:a16="http://schemas.microsoft.com/office/drawing/2014/main" id="{C4EEAD2C-8E8E-40CD-9538-205217C69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61" y="1529"/>
                <a:ext cx="13" cy="19"/>
              </a:xfrm>
              <a:custGeom>
                <a:avLst/>
                <a:gdLst>
                  <a:gd name="T0" fmla="*/ 3 w 13"/>
                  <a:gd name="T1" fmla="*/ 17 h 19"/>
                  <a:gd name="T2" fmla="*/ 3 w 13"/>
                  <a:gd name="T3" fmla="*/ 19 h 19"/>
                  <a:gd name="T4" fmla="*/ 7 w 13"/>
                  <a:gd name="T5" fmla="*/ 19 h 19"/>
                  <a:gd name="T6" fmla="*/ 9 w 13"/>
                  <a:gd name="T7" fmla="*/ 19 h 19"/>
                  <a:gd name="T8" fmla="*/ 13 w 13"/>
                  <a:gd name="T9" fmla="*/ 19 h 19"/>
                  <a:gd name="T10" fmla="*/ 13 w 13"/>
                  <a:gd name="T11" fmla="*/ 15 h 19"/>
                  <a:gd name="T12" fmla="*/ 11 w 13"/>
                  <a:gd name="T13" fmla="*/ 11 h 19"/>
                  <a:gd name="T14" fmla="*/ 11 w 13"/>
                  <a:gd name="T15" fmla="*/ 8 h 19"/>
                  <a:gd name="T16" fmla="*/ 7 w 13"/>
                  <a:gd name="T17" fmla="*/ 6 h 19"/>
                  <a:gd name="T18" fmla="*/ 5 w 13"/>
                  <a:gd name="T19" fmla="*/ 0 h 19"/>
                  <a:gd name="T20" fmla="*/ 2 w 13"/>
                  <a:gd name="T21" fmla="*/ 6 h 19"/>
                  <a:gd name="T22" fmla="*/ 2 w 13"/>
                  <a:gd name="T23" fmla="*/ 9 h 19"/>
                  <a:gd name="T24" fmla="*/ 0 w 13"/>
                  <a:gd name="T25" fmla="*/ 13 h 19"/>
                  <a:gd name="T26" fmla="*/ 0 w 13"/>
                  <a:gd name="T27" fmla="*/ 17 h 19"/>
                  <a:gd name="T28" fmla="*/ 3 w 13"/>
                  <a:gd name="T2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9">
                    <a:moveTo>
                      <a:pt x="3" y="17"/>
                    </a:moveTo>
                    <a:lnTo>
                      <a:pt x="3" y="19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3" y="15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7" y="6"/>
                    </a:lnTo>
                    <a:lnTo>
                      <a:pt x="5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7" name="Freeform 6175">
                <a:extLst>
                  <a:ext uri="{FF2B5EF4-FFF2-40B4-BE49-F238E27FC236}">
                    <a16:creationId xmlns:a16="http://schemas.microsoft.com/office/drawing/2014/main" id="{FA23A376-FCD5-4C83-840C-A3DC9BE583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09"/>
                <a:ext cx="39" cy="24"/>
              </a:xfrm>
              <a:custGeom>
                <a:avLst/>
                <a:gdLst>
                  <a:gd name="T0" fmla="*/ 22 w 39"/>
                  <a:gd name="T1" fmla="*/ 2 h 24"/>
                  <a:gd name="T2" fmla="*/ 20 w 39"/>
                  <a:gd name="T3" fmla="*/ 2 h 24"/>
                  <a:gd name="T4" fmla="*/ 18 w 39"/>
                  <a:gd name="T5" fmla="*/ 6 h 24"/>
                  <a:gd name="T6" fmla="*/ 22 w 39"/>
                  <a:gd name="T7" fmla="*/ 11 h 24"/>
                  <a:gd name="T8" fmla="*/ 22 w 39"/>
                  <a:gd name="T9" fmla="*/ 11 h 24"/>
                  <a:gd name="T10" fmla="*/ 20 w 39"/>
                  <a:gd name="T11" fmla="*/ 9 h 24"/>
                  <a:gd name="T12" fmla="*/ 18 w 39"/>
                  <a:gd name="T13" fmla="*/ 6 h 24"/>
                  <a:gd name="T14" fmla="*/ 16 w 39"/>
                  <a:gd name="T15" fmla="*/ 8 h 24"/>
                  <a:gd name="T16" fmla="*/ 13 w 39"/>
                  <a:gd name="T17" fmla="*/ 8 h 24"/>
                  <a:gd name="T18" fmla="*/ 11 w 39"/>
                  <a:gd name="T19" fmla="*/ 9 h 24"/>
                  <a:gd name="T20" fmla="*/ 13 w 39"/>
                  <a:gd name="T21" fmla="*/ 8 h 24"/>
                  <a:gd name="T22" fmla="*/ 11 w 39"/>
                  <a:gd name="T23" fmla="*/ 6 h 24"/>
                  <a:gd name="T24" fmla="*/ 7 w 39"/>
                  <a:gd name="T25" fmla="*/ 6 h 24"/>
                  <a:gd name="T26" fmla="*/ 7 w 39"/>
                  <a:gd name="T27" fmla="*/ 8 h 24"/>
                  <a:gd name="T28" fmla="*/ 5 w 39"/>
                  <a:gd name="T29" fmla="*/ 8 h 24"/>
                  <a:gd name="T30" fmla="*/ 5 w 39"/>
                  <a:gd name="T31" fmla="*/ 6 h 24"/>
                  <a:gd name="T32" fmla="*/ 2 w 39"/>
                  <a:gd name="T33" fmla="*/ 8 h 24"/>
                  <a:gd name="T34" fmla="*/ 0 w 39"/>
                  <a:gd name="T35" fmla="*/ 13 h 24"/>
                  <a:gd name="T36" fmla="*/ 3 w 39"/>
                  <a:gd name="T37" fmla="*/ 11 h 24"/>
                  <a:gd name="T38" fmla="*/ 5 w 39"/>
                  <a:gd name="T39" fmla="*/ 9 h 24"/>
                  <a:gd name="T40" fmla="*/ 5 w 39"/>
                  <a:gd name="T41" fmla="*/ 11 h 24"/>
                  <a:gd name="T42" fmla="*/ 7 w 39"/>
                  <a:gd name="T43" fmla="*/ 11 h 24"/>
                  <a:gd name="T44" fmla="*/ 9 w 39"/>
                  <a:gd name="T45" fmla="*/ 11 h 24"/>
                  <a:gd name="T46" fmla="*/ 7 w 39"/>
                  <a:gd name="T47" fmla="*/ 13 h 24"/>
                  <a:gd name="T48" fmla="*/ 11 w 39"/>
                  <a:gd name="T49" fmla="*/ 17 h 24"/>
                  <a:gd name="T50" fmla="*/ 11 w 39"/>
                  <a:gd name="T51" fmla="*/ 22 h 24"/>
                  <a:gd name="T52" fmla="*/ 13 w 39"/>
                  <a:gd name="T53" fmla="*/ 24 h 24"/>
                  <a:gd name="T54" fmla="*/ 16 w 39"/>
                  <a:gd name="T55" fmla="*/ 24 h 24"/>
                  <a:gd name="T56" fmla="*/ 20 w 39"/>
                  <a:gd name="T57" fmla="*/ 22 h 24"/>
                  <a:gd name="T58" fmla="*/ 24 w 39"/>
                  <a:gd name="T59" fmla="*/ 24 h 24"/>
                  <a:gd name="T60" fmla="*/ 24 w 39"/>
                  <a:gd name="T61" fmla="*/ 21 h 24"/>
                  <a:gd name="T62" fmla="*/ 22 w 39"/>
                  <a:gd name="T63" fmla="*/ 17 h 24"/>
                  <a:gd name="T64" fmla="*/ 22 w 39"/>
                  <a:gd name="T65" fmla="*/ 15 h 24"/>
                  <a:gd name="T66" fmla="*/ 24 w 39"/>
                  <a:gd name="T67" fmla="*/ 19 h 24"/>
                  <a:gd name="T68" fmla="*/ 28 w 39"/>
                  <a:gd name="T69" fmla="*/ 21 h 24"/>
                  <a:gd name="T70" fmla="*/ 31 w 39"/>
                  <a:gd name="T71" fmla="*/ 21 h 24"/>
                  <a:gd name="T72" fmla="*/ 31 w 39"/>
                  <a:gd name="T73" fmla="*/ 19 h 24"/>
                  <a:gd name="T74" fmla="*/ 29 w 39"/>
                  <a:gd name="T75" fmla="*/ 17 h 24"/>
                  <a:gd name="T76" fmla="*/ 31 w 39"/>
                  <a:gd name="T77" fmla="*/ 15 h 24"/>
                  <a:gd name="T78" fmla="*/ 33 w 39"/>
                  <a:gd name="T79" fmla="*/ 11 h 24"/>
                  <a:gd name="T80" fmla="*/ 33 w 39"/>
                  <a:gd name="T81" fmla="*/ 11 h 24"/>
                  <a:gd name="T82" fmla="*/ 35 w 39"/>
                  <a:gd name="T83" fmla="*/ 9 h 24"/>
                  <a:gd name="T84" fmla="*/ 39 w 39"/>
                  <a:gd name="T85" fmla="*/ 9 h 24"/>
                  <a:gd name="T86" fmla="*/ 39 w 39"/>
                  <a:gd name="T87" fmla="*/ 6 h 24"/>
                  <a:gd name="T88" fmla="*/ 35 w 39"/>
                  <a:gd name="T89" fmla="*/ 6 h 24"/>
                  <a:gd name="T90" fmla="*/ 33 w 39"/>
                  <a:gd name="T91" fmla="*/ 6 h 24"/>
                  <a:gd name="T92" fmla="*/ 29 w 39"/>
                  <a:gd name="T93" fmla="*/ 2 h 24"/>
                  <a:gd name="T94" fmla="*/ 26 w 39"/>
                  <a:gd name="T95" fmla="*/ 0 h 24"/>
                  <a:gd name="T96" fmla="*/ 24 w 39"/>
                  <a:gd name="T97" fmla="*/ 0 h 24"/>
                  <a:gd name="T98" fmla="*/ 22 w 39"/>
                  <a:gd name="T9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24">
                    <a:moveTo>
                      <a:pt x="22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0" y="9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11" y="17"/>
                    </a:lnTo>
                    <a:lnTo>
                      <a:pt x="11" y="22"/>
                    </a:lnTo>
                    <a:lnTo>
                      <a:pt x="13" y="24"/>
                    </a:lnTo>
                    <a:lnTo>
                      <a:pt x="16" y="24"/>
                    </a:lnTo>
                    <a:lnTo>
                      <a:pt x="20" y="22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4" y="19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29" y="17"/>
                    </a:lnTo>
                    <a:lnTo>
                      <a:pt x="31" y="15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9" y="9"/>
                    </a:lnTo>
                    <a:lnTo>
                      <a:pt x="39" y="6"/>
                    </a:lnTo>
                    <a:lnTo>
                      <a:pt x="35" y="6"/>
                    </a:lnTo>
                    <a:lnTo>
                      <a:pt x="33" y="6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8" name="Freeform 6176">
                <a:extLst>
                  <a:ext uri="{FF2B5EF4-FFF2-40B4-BE49-F238E27FC236}">
                    <a16:creationId xmlns:a16="http://schemas.microsoft.com/office/drawing/2014/main" id="{36DACB15-2232-4626-A6F9-CE0E888E505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3" y="2413"/>
                <a:ext cx="10" cy="7"/>
              </a:xfrm>
              <a:custGeom>
                <a:avLst/>
                <a:gdLst>
                  <a:gd name="T0" fmla="*/ 6 w 10"/>
                  <a:gd name="T1" fmla="*/ 0 h 7"/>
                  <a:gd name="T2" fmla="*/ 4 w 10"/>
                  <a:gd name="T3" fmla="*/ 0 h 7"/>
                  <a:gd name="T4" fmla="*/ 0 w 10"/>
                  <a:gd name="T5" fmla="*/ 0 h 7"/>
                  <a:gd name="T6" fmla="*/ 2 w 10"/>
                  <a:gd name="T7" fmla="*/ 3 h 7"/>
                  <a:gd name="T8" fmla="*/ 6 w 10"/>
                  <a:gd name="T9" fmla="*/ 5 h 7"/>
                  <a:gd name="T10" fmla="*/ 8 w 10"/>
                  <a:gd name="T11" fmla="*/ 7 h 7"/>
                  <a:gd name="T12" fmla="*/ 10 w 10"/>
                  <a:gd name="T13" fmla="*/ 2 h 7"/>
                  <a:gd name="T14" fmla="*/ 6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9" name="Freeform 6177">
                <a:extLst>
                  <a:ext uri="{FF2B5EF4-FFF2-40B4-BE49-F238E27FC236}">
                    <a16:creationId xmlns:a16="http://schemas.microsoft.com/office/drawing/2014/main" id="{3055649E-C269-457A-9805-122D73F6C4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4" y="2493"/>
                <a:ext cx="28" cy="60"/>
              </a:xfrm>
              <a:custGeom>
                <a:avLst/>
                <a:gdLst>
                  <a:gd name="T0" fmla="*/ 6 w 28"/>
                  <a:gd name="T1" fmla="*/ 17 h 60"/>
                  <a:gd name="T2" fmla="*/ 4 w 28"/>
                  <a:gd name="T3" fmla="*/ 20 h 60"/>
                  <a:gd name="T4" fmla="*/ 2 w 28"/>
                  <a:gd name="T5" fmla="*/ 26 h 60"/>
                  <a:gd name="T6" fmla="*/ 0 w 28"/>
                  <a:gd name="T7" fmla="*/ 28 h 60"/>
                  <a:gd name="T8" fmla="*/ 2 w 28"/>
                  <a:gd name="T9" fmla="*/ 30 h 60"/>
                  <a:gd name="T10" fmla="*/ 2 w 28"/>
                  <a:gd name="T11" fmla="*/ 35 h 60"/>
                  <a:gd name="T12" fmla="*/ 2 w 28"/>
                  <a:gd name="T13" fmla="*/ 41 h 60"/>
                  <a:gd name="T14" fmla="*/ 4 w 28"/>
                  <a:gd name="T15" fmla="*/ 41 h 60"/>
                  <a:gd name="T16" fmla="*/ 4 w 28"/>
                  <a:gd name="T17" fmla="*/ 41 h 60"/>
                  <a:gd name="T18" fmla="*/ 4 w 28"/>
                  <a:gd name="T19" fmla="*/ 41 h 60"/>
                  <a:gd name="T20" fmla="*/ 2 w 28"/>
                  <a:gd name="T21" fmla="*/ 45 h 60"/>
                  <a:gd name="T22" fmla="*/ 4 w 28"/>
                  <a:gd name="T23" fmla="*/ 48 h 60"/>
                  <a:gd name="T24" fmla="*/ 6 w 28"/>
                  <a:gd name="T25" fmla="*/ 48 h 60"/>
                  <a:gd name="T26" fmla="*/ 6 w 28"/>
                  <a:gd name="T27" fmla="*/ 50 h 60"/>
                  <a:gd name="T28" fmla="*/ 11 w 28"/>
                  <a:gd name="T29" fmla="*/ 50 h 60"/>
                  <a:gd name="T30" fmla="*/ 11 w 28"/>
                  <a:gd name="T31" fmla="*/ 54 h 60"/>
                  <a:gd name="T32" fmla="*/ 11 w 28"/>
                  <a:gd name="T33" fmla="*/ 56 h 60"/>
                  <a:gd name="T34" fmla="*/ 11 w 28"/>
                  <a:gd name="T35" fmla="*/ 60 h 60"/>
                  <a:gd name="T36" fmla="*/ 15 w 28"/>
                  <a:gd name="T37" fmla="*/ 60 h 60"/>
                  <a:gd name="T38" fmla="*/ 19 w 28"/>
                  <a:gd name="T39" fmla="*/ 60 h 60"/>
                  <a:gd name="T40" fmla="*/ 17 w 28"/>
                  <a:gd name="T41" fmla="*/ 56 h 60"/>
                  <a:gd name="T42" fmla="*/ 19 w 28"/>
                  <a:gd name="T43" fmla="*/ 52 h 60"/>
                  <a:gd name="T44" fmla="*/ 17 w 28"/>
                  <a:gd name="T45" fmla="*/ 48 h 60"/>
                  <a:gd name="T46" fmla="*/ 19 w 28"/>
                  <a:gd name="T47" fmla="*/ 47 h 60"/>
                  <a:gd name="T48" fmla="*/ 22 w 28"/>
                  <a:gd name="T49" fmla="*/ 41 h 60"/>
                  <a:gd name="T50" fmla="*/ 22 w 28"/>
                  <a:gd name="T51" fmla="*/ 37 h 60"/>
                  <a:gd name="T52" fmla="*/ 24 w 28"/>
                  <a:gd name="T53" fmla="*/ 35 h 60"/>
                  <a:gd name="T54" fmla="*/ 22 w 28"/>
                  <a:gd name="T55" fmla="*/ 35 h 60"/>
                  <a:gd name="T56" fmla="*/ 22 w 28"/>
                  <a:gd name="T57" fmla="*/ 30 h 60"/>
                  <a:gd name="T58" fmla="*/ 24 w 28"/>
                  <a:gd name="T59" fmla="*/ 26 h 60"/>
                  <a:gd name="T60" fmla="*/ 22 w 28"/>
                  <a:gd name="T61" fmla="*/ 22 h 60"/>
                  <a:gd name="T62" fmla="*/ 24 w 28"/>
                  <a:gd name="T63" fmla="*/ 20 h 60"/>
                  <a:gd name="T64" fmla="*/ 24 w 28"/>
                  <a:gd name="T65" fmla="*/ 13 h 60"/>
                  <a:gd name="T66" fmla="*/ 26 w 28"/>
                  <a:gd name="T67" fmla="*/ 11 h 60"/>
                  <a:gd name="T68" fmla="*/ 28 w 28"/>
                  <a:gd name="T69" fmla="*/ 9 h 60"/>
                  <a:gd name="T70" fmla="*/ 26 w 28"/>
                  <a:gd name="T71" fmla="*/ 6 h 60"/>
                  <a:gd name="T72" fmla="*/ 24 w 28"/>
                  <a:gd name="T73" fmla="*/ 4 h 60"/>
                  <a:gd name="T74" fmla="*/ 22 w 28"/>
                  <a:gd name="T75" fmla="*/ 4 h 60"/>
                  <a:gd name="T76" fmla="*/ 22 w 28"/>
                  <a:gd name="T77" fmla="*/ 2 h 60"/>
                  <a:gd name="T78" fmla="*/ 17 w 28"/>
                  <a:gd name="T79" fmla="*/ 0 h 60"/>
                  <a:gd name="T80" fmla="*/ 15 w 28"/>
                  <a:gd name="T81" fmla="*/ 2 h 60"/>
                  <a:gd name="T82" fmla="*/ 15 w 28"/>
                  <a:gd name="T83" fmla="*/ 4 h 60"/>
                  <a:gd name="T84" fmla="*/ 13 w 28"/>
                  <a:gd name="T85" fmla="*/ 4 h 60"/>
                  <a:gd name="T86" fmla="*/ 9 w 28"/>
                  <a:gd name="T87" fmla="*/ 7 h 60"/>
                  <a:gd name="T88" fmla="*/ 6 w 28"/>
                  <a:gd name="T89" fmla="*/ 13 h 60"/>
                  <a:gd name="T90" fmla="*/ 7 w 28"/>
                  <a:gd name="T91" fmla="*/ 15 h 60"/>
                  <a:gd name="T92" fmla="*/ 7 w 28"/>
                  <a:gd name="T93" fmla="*/ 15 h 60"/>
                  <a:gd name="T94" fmla="*/ 6 w 28"/>
                  <a:gd name="T95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60">
                    <a:moveTo>
                      <a:pt x="6" y="17"/>
                    </a:moveTo>
                    <a:lnTo>
                      <a:pt x="4" y="20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2" y="30"/>
                    </a:lnTo>
                    <a:lnTo>
                      <a:pt x="2" y="35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11" y="50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1" y="60"/>
                    </a:lnTo>
                    <a:lnTo>
                      <a:pt x="15" y="60"/>
                    </a:lnTo>
                    <a:lnTo>
                      <a:pt x="19" y="60"/>
                    </a:lnTo>
                    <a:lnTo>
                      <a:pt x="17" y="56"/>
                    </a:lnTo>
                    <a:lnTo>
                      <a:pt x="19" y="52"/>
                    </a:lnTo>
                    <a:lnTo>
                      <a:pt x="17" y="48"/>
                    </a:lnTo>
                    <a:lnTo>
                      <a:pt x="19" y="47"/>
                    </a:lnTo>
                    <a:lnTo>
                      <a:pt x="22" y="41"/>
                    </a:lnTo>
                    <a:lnTo>
                      <a:pt x="22" y="37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2" y="30"/>
                    </a:lnTo>
                    <a:lnTo>
                      <a:pt x="24" y="26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8" y="9"/>
                    </a:lnTo>
                    <a:lnTo>
                      <a:pt x="26" y="6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9" y="7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0" name="Freeform 6178">
                <a:extLst>
                  <a:ext uri="{FF2B5EF4-FFF2-40B4-BE49-F238E27FC236}">
                    <a16:creationId xmlns:a16="http://schemas.microsoft.com/office/drawing/2014/main" id="{B1783AA2-2710-4B5B-A746-972C07B04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3" y="2577"/>
                <a:ext cx="37" cy="32"/>
              </a:xfrm>
              <a:custGeom>
                <a:avLst/>
                <a:gdLst>
                  <a:gd name="T0" fmla="*/ 8 w 37"/>
                  <a:gd name="T1" fmla="*/ 30 h 32"/>
                  <a:gd name="T2" fmla="*/ 10 w 37"/>
                  <a:gd name="T3" fmla="*/ 30 h 32"/>
                  <a:gd name="T4" fmla="*/ 11 w 37"/>
                  <a:gd name="T5" fmla="*/ 32 h 32"/>
                  <a:gd name="T6" fmla="*/ 15 w 37"/>
                  <a:gd name="T7" fmla="*/ 32 h 32"/>
                  <a:gd name="T8" fmla="*/ 17 w 37"/>
                  <a:gd name="T9" fmla="*/ 32 h 32"/>
                  <a:gd name="T10" fmla="*/ 19 w 37"/>
                  <a:gd name="T11" fmla="*/ 32 h 32"/>
                  <a:gd name="T12" fmla="*/ 21 w 37"/>
                  <a:gd name="T13" fmla="*/ 30 h 32"/>
                  <a:gd name="T14" fmla="*/ 21 w 37"/>
                  <a:gd name="T15" fmla="*/ 28 h 32"/>
                  <a:gd name="T16" fmla="*/ 24 w 37"/>
                  <a:gd name="T17" fmla="*/ 30 h 32"/>
                  <a:gd name="T18" fmla="*/ 26 w 37"/>
                  <a:gd name="T19" fmla="*/ 26 h 32"/>
                  <a:gd name="T20" fmla="*/ 26 w 37"/>
                  <a:gd name="T21" fmla="*/ 26 h 32"/>
                  <a:gd name="T22" fmla="*/ 28 w 37"/>
                  <a:gd name="T23" fmla="*/ 24 h 32"/>
                  <a:gd name="T24" fmla="*/ 32 w 37"/>
                  <a:gd name="T25" fmla="*/ 22 h 32"/>
                  <a:gd name="T26" fmla="*/ 32 w 37"/>
                  <a:gd name="T27" fmla="*/ 20 h 32"/>
                  <a:gd name="T28" fmla="*/ 32 w 37"/>
                  <a:gd name="T29" fmla="*/ 17 h 32"/>
                  <a:gd name="T30" fmla="*/ 34 w 37"/>
                  <a:gd name="T31" fmla="*/ 15 h 32"/>
                  <a:gd name="T32" fmla="*/ 34 w 37"/>
                  <a:gd name="T33" fmla="*/ 13 h 32"/>
                  <a:gd name="T34" fmla="*/ 37 w 37"/>
                  <a:gd name="T35" fmla="*/ 9 h 32"/>
                  <a:gd name="T36" fmla="*/ 36 w 37"/>
                  <a:gd name="T37" fmla="*/ 5 h 32"/>
                  <a:gd name="T38" fmla="*/ 32 w 37"/>
                  <a:gd name="T39" fmla="*/ 2 h 32"/>
                  <a:gd name="T40" fmla="*/ 30 w 37"/>
                  <a:gd name="T41" fmla="*/ 2 h 32"/>
                  <a:gd name="T42" fmla="*/ 32 w 37"/>
                  <a:gd name="T43" fmla="*/ 0 h 32"/>
                  <a:gd name="T44" fmla="*/ 23 w 37"/>
                  <a:gd name="T45" fmla="*/ 2 h 32"/>
                  <a:gd name="T46" fmla="*/ 21 w 37"/>
                  <a:gd name="T47" fmla="*/ 2 h 32"/>
                  <a:gd name="T48" fmla="*/ 19 w 37"/>
                  <a:gd name="T49" fmla="*/ 4 h 32"/>
                  <a:gd name="T50" fmla="*/ 17 w 37"/>
                  <a:gd name="T51" fmla="*/ 4 h 32"/>
                  <a:gd name="T52" fmla="*/ 13 w 37"/>
                  <a:gd name="T53" fmla="*/ 4 h 32"/>
                  <a:gd name="T54" fmla="*/ 10 w 37"/>
                  <a:gd name="T55" fmla="*/ 5 h 32"/>
                  <a:gd name="T56" fmla="*/ 10 w 37"/>
                  <a:gd name="T57" fmla="*/ 7 h 32"/>
                  <a:gd name="T58" fmla="*/ 6 w 37"/>
                  <a:gd name="T59" fmla="*/ 9 h 32"/>
                  <a:gd name="T60" fmla="*/ 0 w 37"/>
                  <a:gd name="T61" fmla="*/ 15 h 32"/>
                  <a:gd name="T62" fmla="*/ 2 w 37"/>
                  <a:gd name="T63" fmla="*/ 17 h 32"/>
                  <a:gd name="T64" fmla="*/ 2 w 37"/>
                  <a:gd name="T65" fmla="*/ 22 h 32"/>
                  <a:gd name="T66" fmla="*/ 4 w 37"/>
                  <a:gd name="T67" fmla="*/ 24 h 32"/>
                  <a:gd name="T68" fmla="*/ 4 w 37"/>
                  <a:gd name="T69" fmla="*/ 26 h 32"/>
                  <a:gd name="T70" fmla="*/ 8 w 37"/>
                  <a:gd name="T71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" h="32">
                    <a:moveTo>
                      <a:pt x="8" y="30"/>
                    </a:moveTo>
                    <a:lnTo>
                      <a:pt x="10" y="30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7"/>
                    </a:lnTo>
                    <a:lnTo>
                      <a:pt x="34" y="15"/>
                    </a:lnTo>
                    <a:lnTo>
                      <a:pt x="34" y="13"/>
                    </a:lnTo>
                    <a:lnTo>
                      <a:pt x="37" y="9"/>
                    </a:lnTo>
                    <a:lnTo>
                      <a:pt x="36" y="5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6" y="9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8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1" name="Freeform 6179">
                <a:extLst>
                  <a:ext uri="{FF2B5EF4-FFF2-40B4-BE49-F238E27FC236}">
                    <a16:creationId xmlns:a16="http://schemas.microsoft.com/office/drawing/2014/main" id="{CEDE155D-4A57-47B3-9874-C1CBE63B56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6" y="1415"/>
                <a:ext cx="17" cy="28"/>
              </a:xfrm>
              <a:custGeom>
                <a:avLst/>
                <a:gdLst>
                  <a:gd name="T0" fmla="*/ 4 w 9"/>
                  <a:gd name="T1" fmla="*/ 3 h 15"/>
                  <a:gd name="T2" fmla="*/ 2 w 9"/>
                  <a:gd name="T3" fmla="*/ 1 h 15"/>
                  <a:gd name="T4" fmla="*/ 1 w 9"/>
                  <a:gd name="T5" fmla="*/ 0 h 15"/>
                  <a:gd name="T6" fmla="*/ 0 w 9"/>
                  <a:gd name="T7" fmla="*/ 2 h 15"/>
                  <a:gd name="T8" fmla="*/ 0 w 9"/>
                  <a:gd name="T9" fmla="*/ 4 h 15"/>
                  <a:gd name="T10" fmla="*/ 1 w 9"/>
                  <a:gd name="T11" fmla="*/ 5 h 15"/>
                  <a:gd name="T12" fmla="*/ 1 w 9"/>
                  <a:gd name="T13" fmla="*/ 6 h 15"/>
                  <a:gd name="T14" fmla="*/ 2 w 9"/>
                  <a:gd name="T15" fmla="*/ 9 h 15"/>
                  <a:gd name="T16" fmla="*/ 2 w 9"/>
                  <a:gd name="T17" fmla="*/ 10 h 15"/>
                  <a:gd name="T18" fmla="*/ 4 w 9"/>
                  <a:gd name="T19" fmla="*/ 10 h 15"/>
                  <a:gd name="T20" fmla="*/ 5 w 9"/>
                  <a:gd name="T21" fmla="*/ 11 h 15"/>
                  <a:gd name="T22" fmla="*/ 5 w 9"/>
                  <a:gd name="T23" fmla="*/ 13 h 15"/>
                  <a:gd name="T24" fmla="*/ 6 w 9"/>
                  <a:gd name="T25" fmla="*/ 13 h 15"/>
                  <a:gd name="T26" fmla="*/ 6 w 9"/>
                  <a:gd name="T27" fmla="*/ 14 h 15"/>
                  <a:gd name="T28" fmla="*/ 7 w 9"/>
                  <a:gd name="T29" fmla="*/ 15 h 15"/>
                  <a:gd name="T30" fmla="*/ 7 w 9"/>
                  <a:gd name="T31" fmla="*/ 15 h 15"/>
                  <a:gd name="T32" fmla="*/ 9 w 9"/>
                  <a:gd name="T33" fmla="*/ 15 h 15"/>
                  <a:gd name="T34" fmla="*/ 9 w 9"/>
                  <a:gd name="T35" fmla="*/ 13 h 15"/>
                  <a:gd name="T36" fmla="*/ 8 w 9"/>
                  <a:gd name="T37" fmla="*/ 12 h 15"/>
                  <a:gd name="T38" fmla="*/ 7 w 9"/>
                  <a:gd name="T39" fmla="*/ 10 h 15"/>
                  <a:gd name="T40" fmla="*/ 7 w 9"/>
                  <a:gd name="T41" fmla="*/ 8 h 15"/>
                  <a:gd name="T42" fmla="*/ 6 w 9"/>
                  <a:gd name="T43" fmla="*/ 8 h 15"/>
                  <a:gd name="T44" fmla="*/ 6 w 9"/>
                  <a:gd name="T45" fmla="*/ 8 h 15"/>
                  <a:gd name="T46" fmla="*/ 5 w 9"/>
                  <a:gd name="T47" fmla="*/ 8 h 15"/>
                  <a:gd name="T48" fmla="*/ 5 w 9"/>
                  <a:gd name="T49" fmla="*/ 7 h 15"/>
                  <a:gd name="T50" fmla="*/ 4 w 9"/>
                  <a:gd name="T51" fmla="*/ 6 h 15"/>
                  <a:gd name="T52" fmla="*/ 4 w 9"/>
                  <a:gd name="T53" fmla="*/ 4 h 15"/>
                  <a:gd name="T54" fmla="*/ 4 w 9"/>
                  <a:gd name="T5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15">
                    <a:moveTo>
                      <a:pt x="4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2" name="Freeform 6180">
                <a:extLst>
                  <a:ext uri="{FF2B5EF4-FFF2-40B4-BE49-F238E27FC236}">
                    <a16:creationId xmlns:a16="http://schemas.microsoft.com/office/drawing/2014/main" id="{22910086-40D0-4B19-91A7-172C338C12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9" y="1412"/>
                <a:ext cx="8" cy="13"/>
              </a:xfrm>
              <a:custGeom>
                <a:avLst/>
                <a:gdLst>
                  <a:gd name="T0" fmla="*/ 6 w 8"/>
                  <a:gd name="T1" fmla="*/ 1 h 13"/>
                  <a:gd name="T2" fmla="*/ 4 w 8"/>
                  <a:gd name="T3" fmla="*/ 0 h 13"/>
                  <a:gd name="T4" fmla="*/ 2 w 8"/>
                  <a:gd name="T5" fmla="*/ 1 h 13"/>
                  <a:gd name="T6" fmla="*/ 0 w 8"/>
                  <a:gd name="T7" fmla="*/ 3 h 13"/>
                  <a:gd name="T8" fmla="*/ 0 w 8"/>
                  <a:gd name="T9" fmla="*/ 7 h 13"/>
                  <a:gd name="T10" fmla="*/ 2 w 8"/>
                  <a:gd name="T11" fmla="*/ 9 h 13"/>
                  <a:gd name="T12" fmla="*/ 2 w 8"/>
                  <a:gd name="T13" fmla="*/ 11 h 13"/>
                  <a:gd name="T14" fmla="*/ 6 w 8"/>
                  <a:gd name="T15" fmla="*/ 13 h 13"/>
                  <a:gd name="T16" fmla="*/ 8 w 8"/>
                  <a:gd name="T17" fmla="*/ 9 h 13"/>
                  <a:gd name="T18" fmla="*/ 8 w 8"/>
                  <a:gd name="T19" fmla="*/ 7 h 13"/>
                  <a:gd name="T20" fmla="*/ 6 w 8"/>
                  <a:gd name="T21" fmla="*/ 5 h 13"/>
                  <a:gd name="T22" fmla="*/ 6 w 8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6" y="13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3" name="Freeform 6181">
                <a:extLst>
                  <a:ext uri="{FF2B5EF4-FFF2-40B4-BE49-F238E27FC236}">
                    <a16:creationId xmlns:a16="http://schemas.microsoft.com/office/drawing/2014/main" id="{F4FCA85F-ED56-40EF-BE7C-0372144E84E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705" y="1346"/>
                <a:ext cx="86" cy="58"/>
              </a:xfrm>
              <a:custGeom>
                <a:avLst/>
                <a:gdLst>
                  <a:gd name="T0" fmla="*/ 2 w 46"/>
                  <a:gd name="T1" fmla="*/ 13 h 31"/>
                  <a:gd name="T2" fmla="*/ 2 w 46"/>
                  <a:gd name="T3" fmla="*/ 15 h 31"/>
                  <a:gd name="T4" fmla="*/ 5 w 46"/>
                  <a:gd name="T5" fmla="*/ 19 h 31"/>
                  <a:gd name="T6" fmla="*/ 9 w 46"/>
                  <a:gd name="T7" fmla="*/ 20 h 31"/>
                  <a:gd name="T8" fmla="*/ 11 w 46"/>
                  <a:gd name="T9" fmla="*/ 20 h 31"/>
                  <a:gd name="T10" fmla="*/ 14 w 46"/>
                  <a:gd name="T11" fmla="*/ 19 h 31"/>
                  <a:gd name="T12" fmla="*/ 15 w 46"/>
                  <a:gd name="T13" fmla="*/ 21 h 31"/>
                  <a:gd name="T14" fmla="*/ 13 w 46"/>
                  <a:gd name="T15" fmla="*/ 21 h 31"/>
                  <a:gd name="T16" fmla="*/ 9 w 46"/>
                  <a:gd name="T17" fmla="*/ 23 h 31"/>
                  <a:gd name="T18" fmla="*/ 14 w 46"/>
                  <a:gd name="T19" fmla="*/ 26 h 31"/>
                  <a:gd name="T20" fmla="*/ 16 w 46"/>
                  <a:gd name="T21" fmla="*/ 26 h 31"/>
                  <a:gd name="T22" fmla="*/ 19 w 46"/>
                  <a:gd name="T23" fmla="*/ 28 h 31"/>
                  <a:gd name="T24" fmla="*/ 25 w 46"/>
                  <a:gd name="T25" fmla="*/ 27 h 31"/>
                  <a:gd name="T26" fmla="*/ 26 w 46"/>
                  <a:gd name="T27" fmla="*/ 28 h 31"/>
                  <a:gd name="T28" fmla="*/ 30 w 46"/>
                  <a:gd name="T29" fmla="*/ 31 h 31"/>
                  <a:gd name="T30" fmla="*/ 33 w 46"/>
                  <a:gd name="T31" fmla="*/ 28 h 31"/>
                  <a:gd name="T32" fmla="*/ 35 w 46"/>
                  <a:gd name="T33" fmla="*/ 26 h 31"/>
                  <a:gd name="T34" fmla="*/ 37 w 46"/>
                  <a:gd name="T35" fmla="*/ 27 h 31"/>
                  <a:gd name="T36" fmla="*/ 41 w 46"/>
                  <a:gd name="T37" fmla="*/ 25 h 31"/>
                  <a:gd name="T38" fmla="*/ 41 w 46"/>
                  <a:gd name="T39" fmla="*/ 22 h 31"/>
                  <a:gd name="T40" fmla="*/ 44 w 46"/>
                  <a:gd name="T41" fmla="*/ 17 h 31"/>
                  <a:gd name="T42" fmla="*/ 46 w 46"/>
                  <a:gd name="T43" fmla="*/ 13 h 31"/>
                  <a:gd name="T44" fmla="*/ 46 w 46"/>
                  <a:gd name="T45" fmla="*/ 10 h 31"/>
                  <a:gd name="T46" fmla="*/ 43 w 46"/>
                  <a:gd name="T47" fmla="*/ 8 h 31"/>
                  <a:gd name="T48" fmla="*/ 39 w 46"/>
                  <a:gd name="T49" fmla="*/ 7 h 31"/>
                  <a:gd name="T50" fmla="*/ 35 w 46"/>
                  <a:gd name="T51" fmla="*/ 6 h 31"/>
                  <a:gd name="T52" fmla="*/ 33 w 46"/>
                  <a:gd name="T53" fmla="*/ 4 h 31"/>
                  <a:gd name="T54" fmla="*/ 32 w 46"/>
                  <a:gd name="T55" fmla="*/ 2 h 31"/>
                  <a:gd name="T56" fmla="*/ 30 w 46"/>
                  <a:gd name="T57" fmla="*/ 4 h 31"/>
                  <a:gd name="T58" fmla="*/ 28 w 46"/>
                  <a:gd name="T59" fmla="*/ 5 h 31"/>
                  <a:gd name="T60" fmla="*/ 27 w 46"/>
                  <a:gd name="T61" fmla="*/ 8 h 31"/>
                  <a:gd name="T62" fmla="*/ 26 w 46"/>
                  <a:gd name="T63" fmla="*/ 7 h 31"/>
                  <a:gd name="T64" fmla="*/ 26 w 46"/>
                  <a:gd name="T65" fmla="*/ 3 h 31"/>
                  <a:gd name="T66" fmla="*/ 23 w 46"/>
                  <a:gd name="T67" fmla="*/ 0 h 31"/>
                  <a:gd name="T68" fmla="*/ 20 w 46"/>
                  <a:gd name="T69" fmla="*/ 3 h 31"/>
                  <a:gd name="T70" fmla="*/ 22 w 46"/>
                  <a:gd name="T71" fmla="*/ 7 h 31"/>
                  <a:gd name="T72" fmla="*/ 22 w 46"/>
                  <a:gd name="T73" fmla="*/ 12 h 31"/>
                  <a:gd name="T74" fmla="*/ 20 w 46"/>
                  <a:gd name="T75" fmla="*/ 10 h 31"/>
                  <a:gd name="T76" fmla="*/ 20 w 46"/>
                  <a:gd name="T77" fmla="*/ 8 h 31"/>
                  <a:gd name="T78" fmla="*/ 17 w 46"/>
                  <a:gd name="T79" fmla="*/ 7 h 31"/>
                  <a:gd name="T80" fmla="*/ 15 w 46"/>
                  <a:gd name="T81" fmla="*/ 8 h 31"/>
                  <a:gd name="T82" fmla="*/ 14 w 46"/>
                  <a:gd name="T83" fmla="*/ 6 h 31"/>
                  <a:gd name="T84" fmla="*/ 12 w 46"/>
                  <a:gd name="T85" fmla="*/ 4 h 31"/>
                  <a:gd name="T86" fmla="*/ 10 w 46"/>
                  <a:gd name="T87" fmla="*/ 3 h 31"/>
                  <a:gd name="T88" fmla="*/ 8 w 46"/>
                  <a:gd name="T89" fmla="*/ 0 h 31"/>
                  <a:gd name="T90" fmla="*/ 7 w 46"/>
                  <a:gd name="T91" fmla="*/ 5 h 31"/>
                  <a:gd name="T92" fmla="*/ 8 w 46"/>
                  <a:gd name="T93" fmla="*/ 8 h 31"/>
                  <a:gd name="T94" fmla="*/ 6 w 46"/>
                  <a:gd name="T95" fmla="*/ 8 h 31"/>
                  <a:gd name="T96" fmla="*/ 7 w 46"/>
                  <a:gd name="T97" fmla="*/ 11 h 31"/>
                  <a:gd name="T98" fmla="*/ 5 w 46"/>
                  <a:gd name="T99" fmla="*/ 9 h 31"/>
                  <a:gd name="T100" fmla="*/ 5 w 46"/>
                  <a:gd name="T101" fmla="*/ 8 h 31"/>
                  <a:gd name="T102" fmla="*/ 3 w 46"/>
                  <a:gd name="T103" fmla="*/ 5 h 31"/>
                  <a:gd name="T104" fmla="*/ 2 w 46"/>
                  <a:gd name="T105" fmla="*/ 8 h 31"/>
                  <a:gd name="T106" fmla="*/ 1 w 46"/>
                  <a:gd name="T107" fmla="*/ 8 h 31"/>
                  <a:gd name="T108" fmla="*/ 2 w 46"/>
                  <a:gd name="T109" fmla="*/ 12 h 31"/>
                  <a:gd name="T110" fmla="*/ 20 w 46"/>
                  <a:gd name="T111" fmla="*/ 18 h 31"/>
                  <a:gd name="T112" fmla="*/ 20 w 46"/>
                  <a:gd name="T113" fmla="*/ 18 h 31"/>
                  <a:gd name="T114" fmla="*/ 19 w 46"/>
                  <a:gd name="T115" fmla="*/ 19 h 31"/>
                  <a:gd name="T116" fmla="*/ 14 w 46"/>
                  <a:gd name="T117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" h="31">
                    <a:moveTo>
                      <a:pt x="2" y="12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lnTo>
                      <a:pt x="2" y="12"/>
                    </a:lnTo>
                    <a:close/>
                    <a:moveTo>
                      <a:pt x="16" y="19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16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4" name="Freeform 6182">
                <a:extLst>
                  <a:ext uri="{FF2B5EF4-FFF2-40B4-BE49-F238E27FC236}">
                    <a16:creationId xmlns:a16="http://schemas.microsoft.com/office/drawing/2014/main" id="{1591B074-643B-4273-B295-E943DBEF53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22" y="1337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9 w 13"/>
                  <a:gd name="T3" fmla="*/ 7 h 7"/>
                  <a:gd name="T4" fmla="*/ 11 w 13"/>
                  <a:gd name="T5" fmla="*/ 6 h 7"/>
                  <a:gd name="T6" fmla="*/ 13 w 13"/>
                  <a:gd name="T7" fmla="*/ 4 h 7"/>
                  <a:gd name="T8" fmla="*/ 11 w 13"/>
                  <a:gd name="T9" fmla="*/ 2 h 7"/>
                  <a:gd name="T10" fmla="*/ 8 w 13"/>
                  <a:gd name="T11" fmla="*/ 2 h 7"/>
                  <a:gd name="T12" fmla="*/ 6 w 13"/>
                  <a:gd name="T13" fmla="*/ 0 h 7"/>
                  <a:gd name="T14" fmla="*/ 2 w 13"/>
                  <a:gd name="T15" fmla="*/ 0 h 7"/>
                  <a:gd name="T16" fmla="*/ 0 w 13"/>
                  <a:gd name="T17" fmla="*/ 2 h 7"/>
                  <a:gd name="T18" fmla="*/ 2 w 13"/>
                  <a:gd name="T19" fmla="*/ 4 h 7"/>
                  <a:gd name="T20" fmla="*/ 8 w 13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9" y="7"/>
                    </a:lnTo>
                    <a:lnTo>
                      <a:pt x="11" y="6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5" name="Freeform 6183">
                <a:extLst>
                  <a:ext uri="{FF2B5EF4-FFF2-40B4-BE49-F238E27FC236}">
                    <a16:creationId xmlns:a16="http://schemas.microsoft.com/office/drawing/2014/main" id="{D8E4D5F1-00F4-4BC1-9BD9-0A09B3FB76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7" y="1563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3 h 11"/>
                  <a:gd name="T4" fmla="*/ 0 w 7"/>
                  <a:gd name="T5" fmla="*/ 5 h 11"/>
                  <a:gd name="T6" fmla="*/ 2 w 7"/>
                  <a:gd name="T7" fmla="*/ 7 h 11"/>
                  <a:gd name="T8" fmla="*/ 2 w 7"/>
                  <a:gd name="T9" fmla="*/ 9 h 11"/>
                  <a:gd name="T10" fmla="*/ 6 w 7"/>
                  <a:gd name="T11" fmla="*/ 11 h 11"/>
                  <a:gd name="T12" fmla="*/ 7 w 7"/>
                  <a:gd name="T13" fmla="*/ 7 h 11"/>
                  <a:gd name="T14" fmla="*/ 7 w 7"/>
                  <a:gd name="T15" fmla="*/ 3 h 11"/>
                  <a:gd name="T16" fmla="*/ 6 w 7"/>
                  <a:gd name="T17" fmla="*/ 1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6" name="Freeform 6184">
                <a:extLst>
                  <a:ext uri="{FF2B5EF4-FFF2-40B4-BE49-F238E27FC236}">
                    <a16:creationId xmlns:a16="http://schemas.microsoft.com/office/drawing/2014/main" id="{19A522B0-91A5-4E44-8C77-D1A7B5D012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91" y="1358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6 w 6"/>
                  <a:gd name="T5" fmla="*/ 0 h 5"/>
                  <a:gd name="T6" fmla="*/ 2 w 6"/>
                  <a:gd name="T7" fmla="*/ 0 h 5"/>
                  <a:gd name="T8" fmla="*/ 0 w 6"/>
                  <a:gd name="T9" fmla="*/ 0 h 5"/>
                  <a:gd name="T10" fmla="*/ 0 w 6"/>
                  <a:gd name="T11" fmla="*/ 1 h 5"/>
                  <a:gd name="T12" fmla="*/ 2 w 6"/>
                  <a:gd name="T13" fmla="*/ 5 h 5"/>
                  <a:gd name="T14" fmla="*/ 4 w 6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7" name="Freeform 6185">
                <a:extLst>
                  <a:ext uri="{FF2B5EF4-FFF2-40B4-BE49-F238E27FC236}">
                    <a16:creationId xmlns:a16="http://schemas.microsoft.com/office/drawing/2014/main" id="{3F373E53-AD84-4BCD-A7CB-D4E3EA48464B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644" y="1369"/>
                <a:ext cx="140" cy="136"/>
              </a:xfrm>
              <a:custGeom>
                <a:avLst/>
                <a:gdLst>
                  <a:gd name="T0" fmla="*/ 9 w 140"/>
                  <a:gd name="T1" fmla="*/ 35 h 136"/>
                  <a:gd name="T2" fmla="*/ 9 w 140"/>
                  <a:gd name="T3" fmla="*/ 43 h 136"/>
                  <a:gd name="T4" fmla="*/ 13 w 140"/>
                  <a:gd name="T5" fmla="*/ 46 h 136"/>
                  <a:gd name="T6" fmla="*/ 11 w 140"/>
                  <a:gd name="T7" fmla="*/ 52 h 136"/>
                  <a:gd name="T8" fmla="*/ 19 w 140"/>
                  <a:gd name="T9" fmla="*/ 63 h 136"/>
                  <a:gd name="T10" fmla="*/ 26 w 140"/>
                  <a:gd name="T11" fmla="*/ 74 h 136"/>
                  <a:gd name="T12" fmla="*/ 43 w 140"/>
                  <a:gd name="T13" fmla="*/ 69 h 136"/>
                  <a:gd name="T14" fmla="*/ 39 w 140"/>
                  <a:gd name="T15" fmla="*/ 54 h 136"/>
                  <a:gd name="T16" fmla="*/ 45 w 140"/>
                  <a:gd name="T17" fmla="*/ 52 h 136"/>
                  <a:gd name="T18" fmla="*/ 45 w 140"/>
                  <a:gd name="T19" fmla="*/ 59 h 136"/>
                  <a:gd name="T20" fmla="*/ 56 w 140"/>
                  <a:gd name="T21" fmla="*/ 54 h 136"/>
                  <a:gd name="T22" fmla="*/ 58 w 140"/>
                  <a:gd name="T23" fmla="*/ 65 h 136"/>
                  <a:gd name="T24" fmla="*/ 43 w 140"/>
                  <a:gd name="T25" fmla="*/ 76 h 136"/>
                  <a:gd name="T26" fmla="*/ 32 w 140"/>
                  <a:gd name="T27" fmla="*/ 82 h 136"/>
                  <a:gd name="T28" fmla="*/ 43 w 140"/>
                  <a:gd name="T29" fmla="*/ 89 h 136"/>
                  <a:gd name="T30" fmla="*/ 52 w 140"/>
                  <a:gd name="T31" fmla="*/ 85 h 136"/>
                  <a:gd name="T32" fmla="*/ 46 w 140"/>
                  <a:gd name="T33" fmla="*/ 93 h 136"/>
                  <a:gd name="T34" fmla="*/ 45 w 140"/>
                  <a:gd name="T35" fmla="*/ 95 h 136"/>
                  <a:gd name="T36" fmla="*/ 37 w 140"/>
                  <a:gd name="T37" fmla="*/ 99 h 136"/>
                  <a:gd name="T38" fmla="*/ 39 w 140"/>
                  <a:gd name="T39" fmla="*/ 106 h 136"/>
                  <a:gd name="T40" fmla="*/ 46 w 140"/>
                  <a:gd name="T41" fmla="*/ 112 h 136"/>
                  <a:gd name="T42" fmla="*/ 58 w 140"/>
                  <a:gd name="T43" fmla="*/ 117 h 136"/>
                  <a:gd name="T44" fmla="*/ 59 w 140"/>
                  <a:gd name="T45" fmla="*/ 127 h 136"/>
                  <a:gd name="T46" fmla="*/ 67 w 140"/>
                  <a:gd name="T47" fmla="*/ 136 h 136"/>
                  <a:gd name="T48" fmla="*/ 71 w 140"/>
                  <a:gd name="T49" fmla="*/ 119 h 136"/>
                  <a:gd name="T50" fmla="*/ 76 w 140"/>
                  <a:gd name="T51" fmla="*/ 100 h 136"/>
                  <a:gd name="T52" fmla="*/ 82 w 140"/>
                  <a:gd name="T53" fmla="*/ 87 h 136"/>
                  <a:gd name="T54" fmla="*/ 84 w 140"/>
                  <a:gd name="T55" fmla="*/ 76 h 136"/>
                  <a:gd name="T56" fmla="*/ 87 w 140"/>
                  <a:gd name="T57" fmla="*/ 58 h 136"/>
                  <a:gd name="T58" fmla="*/ 99 w 140"/>
                  <a:gd name="T59" fmla="*/ 54 h 136"/>
                  <a:gd name="T60" fmla="*/ 93 w 140"/>
                  <a:gd name="T61" fmla="*/ 63 h 136"/>
                  <a:gd name="T62" fmla="*/ 100 w 140"/>
                  <a:gd name="T63" fmla="*/ 71 h 136"/>
                  <a:gd name="T64" fmla="*/ 106 w 140"/>
                  <a:gd name="T65" fmla="*/ 82 h 136"/>
                  <a:gd name="T66" fmla="*/ 100 w 140"/>
                  <a:gd name="T67" fmla="*/ 99 h 136"/>
                  <a:gd name="T68" fmla="*/ 113 w 140"/>
                  <a:gd name="T69" fmla="*/ 97 h 136"/>
                  <a:gd name="T70" fmla="*/ 115 w 140"/>
                  <a:gd name="T71" fmla="*/ 102 h 136"/>
                  <a:gd name="T72" fmla="*/ 128 w 140"/>
                  <a:gd name="T73" fmla="*/ 97 h 136"/>
                  <a:gd name="T74" fmla="*/ 134 w 140"/>
                  <a:gd name="T75" fmla="*/ 80 h 136"/>
                  <a:gd name="T76" fmla="*/ 121 w 140"/>
                  <a:gd name="T77" fmla="*/ 72 h 136"/>
                  <a:gd name="T78" fmla="*/ 108 w 140"/>
                  <a:gd name="T79" fmla="*/ 69 h 136"/>
                  <a:gd name="T80" fmla="*/ 112 w 140"/>
                  <a:gd name="T81" fmla="*/ 59 h 136"/>
                  <a:gd name="T82" fmla="*/ 102 w 140"/>
                  <a:gd name="T83" fmla="*/ 54 h 136"/>
                  <a:gd name="T84" fmla="*/ 93 w 140"/>
                  <a:gd name="T85" fmla="*/ 44 h 136"/>
                  <a:gd name="T86" fmla="*/ 86 w 140"/>
                  <a:gd name="T87" fmla="*/ 35 h 136"/>
                  <a:gd name="T88" fmla="*/ 76 w 140"/>
                  <a:gd name="T89" fmla="*/ 31 h 136"/>
                  <a:gd name="T90" fmla="*/ 63 w 140"/>
                  <a:gd name="T91" fmla="*/ 11 h 136"/>
                  <a:gd name="T92" fmla="*/ 50 w 140"/>
                  <a:gd name="T93" fmla="*/ 0 h 136"/>
                  <a:gd name="T94" fmla="*/ 45 w 140"/>
                  <a:gd name="T95" fmla="*/ 18 h 136"/>
                  <a:gd name="T96" fmla="*/ 52 w 140"/>
                  <a:gd name="T97" fmla="*/ 43 h 136"/>
                  <a:gd name="T98" fmla="*/ 43 w 140"/>
                  <a:gd name="T99" fmla="*/ 37 h 136"/>
                  <a:gd name="T100" fmla="*/ 39 w 140"/>
                  <a:gd name="T101" fmla="*/ 17 h 136"/>
                  <a:gd name="T102" fmla="*/ 28 w 140"/>
                  <a:gd name="T103" fmla="*/ 26 h 136"/>
                  <a:gd name="T104" fmla="*/ 20 w 140"/>
                  <a:gd name="T105" fmla="*/ 20 h 136"/>
                  <a:gd name="T106" fmla="*/ 30 w 140"/>
                  <a:gd name="T107" fmla="*/ 13 h 136"/>
                  <a:gd name="T108" fmla="*/ 15 w 140"/>
                  <a:gd name="T109" fmla="*/ 13 h 136"/>
                  <a:gd name="T110" fmla="*/ 4 w 140"/>
                  <a:gd name="T111" fmla="*/ 18 h 136"/>
                  <a:gd name="T112" fmla="*/ 63 w 140"/>
                  <a:gd name="T113" fmla="*/ 2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136">
                    <a:moveTo>
                      <a:pt x="0" y="31"/>
                    </a:moveTo>
                    <a:lnTo>
                      <a:pt x="2" y="33"/>
                    </a:lnTo>
                    <a:lnTo>
                      <a:pt x="4" y="37"/>
                    </a:lnTo>
                    <a:lnTo>
                      <a:pt x="4" y="41"/>
                    </a:lnTo>
                    <a:lnTo>
                      <a:pt x="7" y="41"/>
                    </a:lnTo>
                    <a:lnTo>
                      <a:pt x="9" y="37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9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3" y="46"/>
                    </a:lnTo>
                    <a:lnTo>
                      <a:pt x="9" y="43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3" y="56"/>
                    </a:lnTo>
                    <a:lnTo>
                      <a:pt x="15" y="56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63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30" y="76"/>
                    </a:lnTo>
                    <a:lnTo>
                      <a:pt x="35" y="74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9" y="69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3" y="65"/>
                    </a:lnTo>
                    <a:lnTo>
                      <a:pt x="41" y="61"/>
                    </a:lnTo>
                    <a:lnTo>
                      <a:pt x="39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41" y="56"/>
                    </a:lnTo>
                    <a:lnTo>
                      <a:pt x="41" y="58"/>
                    </a:lnTo>
                    <a:lnTo>
                      <a:pt x="41" y="61"/>
                    </a:lnTo>
                    <a:lnTo>
                      <a:pt x="45" y="58"/>
                    </a:lnTo>
                    <a:lnTo>
                      <a:pt x="45" y="56"/>
                    </a:lnTo>
                    <a:lnTo>
                      <a:pt x="45" y="52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6" y="54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63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4" y="61"/>
                    </a:lnTo>
                    <a:lnTo>
                      <a:pt x="56" y="58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6"/>
                    </a:lnTo>
                    <a:lnTo>
                      <a:pt x="56" y="58"/>
                    </a:lnTo>
                    <a:lnTo>
                      <a:pt x="56" y="59"/>
                    </a:lnTo>
                    <a:lnTo>
                      <a:pt x="56" y="63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4" y="65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3" y="74"/>
                    </a:lnTo>
                    <a:lnTo>
                      <a:pt x="43" y="76"/>
                    </a:lnTo>
                    <a:lnTo>
                      <a:pt x="41" y="74"/>
                    </a:lnTo>
                    <a:lnTo>
                      <a:pt x="39" y="76"/>
                    </a:lnTo>
                    <a:lnTo>
                      <a:pt x="37" y="78"/>
                    </a:lnTo>
                    <a:lnTo>
                      <a:pt x="37" y="76"/>
                    </a:lnTo>
                    <a:lnTo>
                      <a:pt x="32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5"/>
                    </a:lnTo>
                    <a:lnTo>
                      <a:pt x="32" y="89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9" y="89"/>
                    </a:lnTo>
                    <a:lnTo>
                      <a:pt x="41" y="89"/>
                    </a:lnTo>
                    <a:lnTo>
                      <a:pt x="43" y="89"/>
                    </a:lnTo>
                    <a:lnTo>
                      <a:pt x="45" y="89"/>
                    </a:lnTo>
                    <a:lnTo>
                      <a:pt x="46" y="87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2" y="85"/>
                    </a:lnTo>
                    <a:lnTo>
                      <a:pt x="56" y="85"/>
                    </a:lnTo>
                    <a:lnTo>
                      <a:pt x="52" y="87"/>
                    </a:lnTo>
                    <a:lnTo>
                      <a:pt x="48" y="89"/>
                    </a:lnTo>
                    <a:lnTo>
                      <a:pt x="46" y="89"/>
                    </a:lnTo>
                    <a:lnTo>
                      <a:pt x="43" y="89"/>
                    </a:lnTo>
                    <a:lnTo>
                      <a:pt x="43" y="93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2" y="95"/>
                    </a:lnTo>
                    <a:lnTo>
                      <a:pt x="54" y="95"/>
                    </a:lnTo>
                    <a:lnTo>
                      <a:pt x="50" y="95"/>
                    </a:lnTo>
                    <a:lnTo>
                      <a:pt x="48" y="95"/>
                    </a:lnTo>
                    <a:lnTo>
                      <a:pt x="48" y="95"/>
                    </a:lnTo>
                    <a:lnTo>
                      <a:pt x="45" y="95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1" y="93"/>
                    </a:lnTo>
                    <a:lnTo>
                      <a:pt x="39" y="93"/>
                    </a:lnTo>
                    <a:lnTo>
                      <a:pt x="35" y="95"/>
                    </a:lnTo>
                    <a:lnTo>
                      <a:pt x="35" y="97"/>
                    </a:lnTo>
                    <a:lnTo>
                      <a:pt x="37" y="99"/>
                    </a:lnTo>
                    <a:lnTo>
                      <a:pt x="37" y="99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7" y="104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43" y="112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52" y="119"/>
                    </a:lnTo>
                    <a:lnTo>
                      <a:pt x="56" y="117"/>
                    </a:lnTo>
                    <a:lnTo>
                      <a:pt x="56" y="115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4" y="121"/>
                    </a:lnTo>
                    <a:lnTo>
                      <a:pt x="54" y="123"/>
                    </a:lnTo>
                    <a:lnTo>
                      <a:pt x="59" y="127"/>
                    </a:lnTo>
                    <a:lnTo>
                      <a:pt x="59" y="128"/>
                    </a:lnTo>
                    <a:lnTo>
                      <a:pt x="61" y="128"/>
                    </a:lnTo>
                    <a:lnTo>
                      <a:pt x="61" y="132"/>
                    </a:lnTo>
                    <a:lnTo>
                      <a:pt x="61" y="136"/>
                    </a:lnTo>
                    <a:lnTo>
                      <a:pt x="63" y="134"/>
                    </a:lnTo>
                    <a:lnTo>
                      <a:pt x="65" y="134"/>
                    </a:lnTo>
                    <a:lnTo>
                      <a:pt x="67" y="136"/>
                    </a:lnTo>
                    <a:lnTo>
                      <a:pt x="69" y="134"/>
                    </a:lnTo>
                    <a:lnTo>
                      <a:pt x="71" y="132"/>
                    </a:lnTo>
                    <a:lnTo>
                      <a:pt x="73" y="128"/>
                    </a:lnTo>
                    <a:lnTo>
                      <a:pt x="73" y="128"/>
                    </a:lnTo>
                    <a:lnTo>
                      <a:pt x="73" y="127"/>
                    </a:lnTo>
                    <a:lnTo>
                      <a:pt x="71" y="123"/>
                    </a:lnTo>
                    <a:lnTo>
                      <a:pt x="71" y="119"/>
                    </a:lnTo>
                    <a:lnTo>
                      <a:pt x="73" y="119"/>
                    </a:lnTo>
                    <a:lnTo>
                      <a:pt x="73" y="115"/>
                    </a:lnTo>
                    <a:lnTo>
                      <a:pt x="74" y="108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6" y="102"/>
                    </a:lnTo>
                    <a:lnTo>
                      <a:pt x="76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0" y="95"/>
                    </a:lnTo>
                    <a:lnTo>
                      <a:pt x="80" y="91"/>
                    </a:lnTo>
                    <a:lnTo>
                      <a:pt x="82" y="87"/>
                    </a:lnTo>
                    <a:lnTo>
                      <a:pt x="80" y="85"/>
                    </a:lnTo>
                    <a:lnTo>
                      <a:pt x="78" y="82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4" y="72"/>
                    </a:lnTo>
                    <a:lnTo>
                      <a:pt x="84" y="71"/>
                    </a:lnTo>
                    <a:lnTo>
                      <a:pt x="84" y="67"/>
                    </a:lnTo>
                    <a:lnTo>
                      <a:pt x="84" y="63"/>
                    </a:lnTo>
                    <a:lnTo>
                      <a:pt x="84" y="61"/>
                    </a:lnTo>
                    <a:lnTo>
                      <a:pt x="86" y="59"/>
                    </a:lnTo>
                    <a:lnTo>
                      <a:pt x="87" y="58"/>
                    </a:lnTo>
                    <a:lnTo>
                      <a:pt x="86" y="56"/>
                    </a:lnTo>
                    <a:lnTo>
                      <a:pt x="87" y="56"/>
                    </a:lnTo>
                    <a:lnTo>
                      <a:pt x="91" y="54"/>
                    </a:lnTo>
                    <a:lnTo>
                      <a:pt x="93" y="54"/>
                    </a:lnTo>
                    <a:lnTo>
                      <a:pt x="95" y="52"/>
                    </a:lnTo>
                    <a:lnTo>
                      <a:pt x="97" y="56"/>
                    </a:lnTo>
                    <a:lnTo>
                      <a:pt x="99" y="54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8"/>
                    </a:lnTo>
                    <a:lnTo>
                      <a:pt x="95" y="56"/>
                    </a:lnTo>
                    <a:lnTo>
                      <a:pt x="93" y="59"/>
                    </a:lnTo>
                    <a:lnTo>
                      <a:pt x="89" y="61"/>
                    </a:lnTo>
                    <a:lnTo>
                      <a:pt x="93" y="63"/>
                    </a:lnTo>
                    <a:lnTo>
                      <a:pt x="97" y="63"/>
                    </a:lnTo>
                    <a:lnTo>
                      <a:pt x="97" y="65"/>
                    </a:lnTo>
                    <a:lnTo>
                      <a:pt x="97" y="65"/>
                    </a:lnTo>
                    <a:lnTo>
                      <a:pt x="97" y="67"/>
                    </a:lnTo>
                    <a:lnTo>
                      <a:pt x="99" y="69"/>
                    </a:lnTo>
                    <a:lnTo>
                      <a:pt x="97" y="71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0" y="72"/>
                    </a:lnTo>
                    <a:lnTo>
                      <a:pt x="99" y="76"/>
                    </a:lnTo>
                    <a:lnTo>
                      <a:pt x="100" y="78"/>
                    </a:lnTo>
                    <a:lnTo>
                      <a:pt x="102" y="80"/>
                    </a:lnTo>
                    <a:lnTo>
                      <a:pt x="106" y="80"/>
                    </a:lnTo>
                    <a:lnTo>
                      <a:pt x="106" y="82"/>
                    </a:lnTo>
                    <a:lnTo>
                      <a:pt x="104" y="82"/>
                    </a:lnTo>
                    <a:lnTo>
                      <a:pt x="104" y="85"/>
                    </a:lnTo>
                    <a:lnTo>
                      <a:pt x="102" y="87"/>
                    </a:lnTo>
                    <a:lnTo>
                      <a:pt x="102" y="93"/>
                    </a:lnTo>
                    <a:lnTo>
                      <a:pt x="100" y="93"/>
                    </a:lnTo>
                    <a:lnTo>
                      <a:pt x="100" y="97"/>
                    </a:lnTo>
                    <a:lnTo>
                      <a:pt x="100" y="99"/>
                    </a:lnTo>
                    <a:lnTo>
                      <a:pt x="100" y="100"/>
                    </a:lnTo>
                    <a:lnTo>
                      <a:pt x="102" y="102"/>
                    </a:lnTo>
                    <a:lnTo>
                      <a:pt x="104" y="100"/>
                    </a:lnTo>
                    <a:lnTo>
                      <a:pt x="108" y="100"/>
                    </a:lnTo>
                    <a:lnTo>
                      <a:pt x="110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5" y="93"/>
                    </a:lnTo>
                    <a:lnTo>
                      <a:pt x="117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7" y="97"/>
                    </a:lnTo>
                    <a:lnTo>
                      <a:pt x="117" y="100"/>
                    </a:lnTo>
                    <a:lnTo>
                      <a:pt x="115" y="102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3" y="104"/>
                    </a:lnTo>
                    <a:lnTo>
                      <a:pt x="123" y="100"/>
                    </a:lnTo>
                    <a:lnTo>
                      <a:pt x="125" y="100"/>
                    </a:lnTo>
                    <a:lnTo>
                      <a:pt x="127" y="99"/>
                    </a:lnTo>
                    <a:lnTo>
                      <a:pt x="128" y="97"/>
                    </a:lnTo>
                    <a:lnTo>
                      <a:pt x="130" y="91"/>
                    </a:lnTo>
                    <a:lnTo>
                      <a:pt x="132" y="89"/>
                    </a:lnTo>
                    <a:lnTo>
                      <a:pt x="134" y="85"/>
                    </a:lnTo>
                    <a:lnTo>
                      <a:pt x="136" y="85"/>
                    </a:lnTo>
                    <a:lnTo>
                      <a:pt x="140" y="82"/>
                    </a:lnTo>
                    <a:lnTo>
                      <a:pt x="136" y="80"/>
                    </a:lnTo>
                    <a:lnTo>
                      <a:pt x="134" y="80"/>
                    </a:lnTo>
                    <a:lnTo>
                      <a:pt x="130" y="78"/>
                    </a:lnTo>
                    <a:lnTo>
                      <a:pt x="127" y="80"/>
                    </a:lnTo>
                    <a:lnTo>
                      <a:pt x="127" y="80"/>
                    </a:lnTo>
                    <a:lnTo>
                      <a:pt x="123" y="80"/>
                    </a:lnTo>
                    <a:lnTo>
                      <a:pt x="121" y="76"/>
                    </a:lnTo>
                    <a:lnTo>
                      <a:pt x="119" y="74"/>
                    </a:lnTo>
                    <a:lnTo>
                      <a:pt x="121" y="72"/>
                    </a:lnTo>
                    <a:lnTo>
                      <a:pt x="123" y="72"/>
                    </a:lnTo>
                    <a:lnTo>
                      <a:pt x="123" y="71"/>
                    </a:lnTo>
                    <a:lnTo>
                      <a:pt x="121" y="67"/>
                    </a:lnTo>
                    <a:lnTo>
                      <a:pt x="119" y="63"/>
                    </a:lnTo>
                    <a:lnTo>
                      <a:pt x="113" y="65"/>
                    </a:lnTo>
                    <a:lnTo>
                      <a:pt x="112" y="69"/>
                    </a:lnTo>
                    <a:lnTo>
                      <a:pt x="108" y="69"/>
                    </a:lnTo>
                    <a:lnTo>
                      <a:pt x="104" y="71"/>
                    </a:lnTo>
                    <a:lnTo>
                      <a:pt x="106" y="69"/>
                    </a:lnTo>
                    <a:lnTo>
                      <a:pt x="108" y="69"/>
                    </a:lnTo>
                    <a:lnTo>
                      <a:pt x="112" y="65"/>
                    </a:lnTo>
                    <a:lnTo>
                      <a:pt x="110" y="63"/>
                    </a:lnTo>
                    <a:lnTo>
                      <a:pt x="112" y="61"/>
                    </a:lnTo>
                    <a:lnTo>
                      <a:pt x="112" y="59"/>
                    </a:lnTo>
                    <a:lnTo>
                      <a:pt x="113" y="58"/>
                    </a:lnTo>
                    <a:lnTo>
                      <a:pt x="112" y="54"/>
                    </a:lnTo>
                    <a:lnTo>
                      <a:pt x="110" y="54"/>
                    </a:lnTo>
                    <a:lnTo>
                      <a:pt x="110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0" y="52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100" y="50"/>
                    </a:lnTo>
                    <a:lnTo>
                      <a:pt x="100" y="46"/>
                    </a:lnTo>
                    <a:lnTo>
                      <a:pt x="93" y="44"/>
                    </a:lnTo>
                    <a:lnTo>
                      <a:pt x="89" y="43"/>
                    </a:lnTo>
                    <a:lnTo>
                      <a:pt x="91" y="43"/>
                    </a:lnTo>
                    <a:lnTo>
                      <a:pt x="95" y="41"/>
                    </a:lnTo>
                    <a:lnTo>
                      <a:pt x="95" y="37"/>
                    </a:lnTo>
                    <a:lnTo>
                      <a:pt x="93" y="35"/>
                    </a:lnTo>
                    <a:lnTo>
                      <a:pt x="87" y="33"/>
                    </a:lnTo>
                    <a:lnTo>
                      <a:pt x="86" y="35"/>
                    </a:lnTo>
                    <a:lnTo>
                      <a:pt x="86" y="37"/>
                    </a:lnTo>
                    <a:lnTo>
                      <a:pt x="86" y="39"/>
                    </a:lnTo>
                    <a:lnTo>
                      <a:pt x="86" y="37"/>
                    </a:lnTo>
                    <a:lnTo>
                      <a:pt x="82" y="33"/>
                    </a:lnTo>
                    <a:lnTo>
                      <a:pt x="80" y="33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6" y="30"/>
                    </a:lnTo>
                    <a:lnTo>
                      <a:pt x="74" y="24"/>
                    </a:lnTo>
                    <a:lnTo>
                      <a:pt x="73" y="18"/>
                    </a:lnTo>
                    <a:lnTo>
                      <a:pt x="67" y="15"/>
                    </a:lnTo>
                    <a:lnTo>
                      <a:pt x="65" y="17"/>
                    </a:lnTo>
                    <a:lnTo>
                      <a:pt x="65" y="15"/>
                    </a:lnTo>
                    <a:lnTo>
                      <a:pt x="63" y="11"/>
                    </a:lnTo>
                    <a:lnTo>
                      <a:pt x="61" y="7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5" y="28"/>
                    </a:lnTo>
                    <a:lnTo>
                      <a:pt x="46" y="31"/>
                    </a:lnTo>
                    <a:lnTo>
                      <a:pt x="46" y="35"/>
                    </a:lnTo>
                    <a:lnTo>
                      <a:pt x="48" y="37"/>
                    </a:lnTo>
                    <a:lnTo>
                      <a:pt x="50" y="41"/>
                    </a:lnTo>
                    <a:lnTo>
                      <a:pt x="52" y="43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8" y="39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5" y="33"/>
                    </a:lnTo>
                    <a:lnTo>
                      <a:pt x="45" y="31"/>
                    </a:lnTo>
                    <a:lnTo>
                      <a:pt x="43" y="26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32" y="17"/>
                    </a:lnTo>
                    <a:lnTo>
                      <a:pt x="30" y="20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6" y="24"/>
                    </a:lnTo>
                    <a:lnTo>
                      <a:pt x="2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2" y="20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0" y="13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0" y="31"/>
                    </a:lnTo>
                    <a:close/>
                    <a:moveTo>
                      <a:pt x="63" y="22"/>
                    </a:moveTo>
                    <a:lnTo>
                      <a:pt x="65" y="24"/>
                    </a:lnTo>
                    <a:lnTo>
                      <a:pt x="65" y="28"/>
                    </a:lnTo>
                    <a:lnTo>
                      <a:pt x="63" y="28"/>
                    </a:lnTo>
                    <a:lnTo>
                      <a:pt x="63" y="24"/>
                    </a:lnTo>
                    <a:lnTo>
                      <a:pt x="63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8" name="Freeform 6186">
                <a:extLst>
                  <a:ext uri="{FF2B5EF4-FFF2-40B4-BE49-F238E27FC236}">
                    <a16:creationId xmlns:a16="http://schemas.microsoft.com/office/drawing/2014/main" id="{64785C66-7EDA-419D-BE0E-831CFC1F6B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5" y="1348"/>
                <a:ext cx="18" cy="11"/>
              </a:xfrm>
              <a:custGeom>
                <a:avLst/>
                <a:gdLst>
                  <a:gd name="T0" fmla="*/ 2 w 10"/>
                  <a:gd name="T1" fmla="*/ 6 h 6"/>
                  <a:gd name="T2" fmla="*/ 4 w 10"/>
                  <a:gd name="T3" fmla="*/ 6 h 6"/>
                  <a:gd name="T4" fmla="*/ 6 w 10"/>
                  <a:gd name="T5" fmla="*/ 4 h 6"/>
                  <a:gd name="T6" fmla="*/ 7 w 10"/>
                  <a:gd name="T7" fmla="*/ 4 h 6"/>
                  <a:gd name="T8" fmla="*/ 9 w 10"/>
                  <a:gd name="T9" fmla="*/ 2 h 6"/>
                  <a:gd name="T10" fmla="*/ 10 w 10"/>
                  <a:gd name="T11" fmla="*/ 1 h 6"/>
                  <a:gd name="T12" fmla="*/ 9 w 10"/>
                  <a:gd name="T13" fmla="*/ 0 h 6"/>
                  <a:gd name="T14" fmla="*/ 7 w 10"/>
                  <a:gd name="T15" fmla="*/ 0 h 6"/>
                  <a:gd name="T16" fmla="*/ 5 w 10"/>
                  <a:gd name="T17" fmla="*/ 1 h 6"/>
                  <a:gd name="T18" fmla="*/ 4 w 10"/>
                  <a:gd name="T19" fmla="*/ 2 h 6"/>
                  <a:gd name="T20" fmla="*/ 3 w 10"/>
                  <a:gd name="T21" fmla="*/ 3 h 6"/>
                  <a:gd name="T22" fmla="*/ 2 w 10"/>
                  <a:gd name="T23" fmla="*/ 4 h 6"/>
                  <a:gd name="T24" fmla="*/ 1 w 10"/>
                  <a:gd name="T25" fmla="*/ 4 h 6"/>
                  <a:gd name="T26" fmla="*/ 1 w 10"/>
                  <a:gd name="T27" fmla="*/ 5 h 6"/>
                  <a:gd name="T28" fmla="*/ 0 w 10"/>
                  <a:gd name="T29" fmla="*/ 5 h 6"/>
                  <a:gd name="T30" fmla="*/ 1 w 10"/>
                  <a:gd name="T31" fmla="*/ 6 h 6"/>
                  <a:gd name="T32" fmla="*/ 2 w 10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6">
                    <a:moveTo>
                      <a:pt x="2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9" name="Freeform 6187">
                <a:extLst>
                  <a:ext uri="{FF2B5EF4-FFF2-40B4-BE49-F238E27FC236}">
                    <a16:creationId xmlns:a16="http://schemas.microsoft.com/office/drawing/2014/main" id="{2349A447-6EB3-4743-8DA8-F2282328F6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0" y="1406"/>
                <a:ext cx="19" cy="9"/>
              </a:xfrm>
              <a:custGeom>
                <a:avLst/>
                <a:gdLst>
                  <a:gd name="T0" fmla="*/ 8 w 19"/>
                  <a:gd name="T1" fmla="*/ 6 h 9"/>
                  <a:gd name="T2" fmla="*/ 8 w 19"/>
                  <a:gd name="T3" fmla="*/ 6 h 9"/>
                  <a:gd name="T4" fmla="*/ 10 w 19"/>
                  <a:gd name="T5" fmla="*/ 6 h 9"/>
                  <a:gd name="T6" fmla="*/ 11 w 19"/>
                  <a:gd name="T7" fmla="*/ 6 h 9"/>
                  <a:gd name="T8" fmla="*/ 13 w 19"/>
                  <a:gd name="T9" fmla="*/ 7 h 9"/>
                  <a:gd name="T10" fmla="*/ 17 w 19"/>
                  <a:gd name="T11" fmla="*/ 6 h 9"/>
                  <a:gd name="T12" fmla="*/ 19 w 19"/>
                  <a:gd name="T13" fmla="*/ 2 h 9"/>
                  <a:gd name="T14" fmla="*/ 15 w 19"/>
                  <a:gd name="T15" fmla="*/ 2 h 9"/>
                  <a:gd name="T16" fmla="*/ 11 w 19"/>
                  <a:gd name="T17" fmla="*/ 2 h 9"/>
                  <a:gd name="T18" fmla="*/ 11 w 19"/>
                  <a:gd name="T19" fmla="*/ 0 h 9"/>
                  <a:gd name="T20" fmla="*/ 10 w 19"/>
                  <a:gd name="T21" fmla="*/ 0 h 9"/>
                  <a:gd name="T22" fmla="*/ 8 w 19"/>
                  <a:gd name="T23" fmla="*/ 0 h 9"/>
                  <a:gd name="T24" fmla="*/ 4 w 19"/>
                  <a:gd name="T25" fmla="*/ 2 h 9"/>
                  <a:gd name="T26" fmla="*/ 0 w 19"/>
                  <a:gd name="T27" fmla="*/ 7 h 9"/>
                  <a:gd name="T28" fmla="*/ 4 w 19"/>
                  <a:gd name="T29" fmla="*/ 9 h 9"/>
                  <a:gd name="T30" fmla="*/ 8 w 19"/>
                  <a:gd name="T3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9">
                    <a:moveTo>
                      <a:pt x="8" y="6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7" y="6"/>
                    </a:lnTo>
                    <a:lnTo>
                      <a:pt x="19" y="2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0" name="Freeform 6188">
                <a:extLst>
                  <a:ext uri="{FF2B5EF4-FFF2-40B4-BE49-F238E27FC236}">
                    <a16:creationId xmlns:a16="http://schemas.microsoft.com/office/drawing/2014/main" id="{A835D372-6F0A-4B44-B1D1-ED7AC16883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8" y="2103"/>
                <a:ext cx="80" cy="90"/>
              </a:xfrm>
              <a:custGeom>
                <a:avLst/>
                <a:gdLst>
                  <a:gd name="T0" fmla="*/ 35 w 43"/>
                  <a:gd name="T1" fmla="*/ 10 h 48"/>
                  <a:gd name="T2" fmla="*/ 32 w 43"/>
                  <a:gd name="T3" fmla="*/ 13 h 48"/>
                  <a:gd name="T4" fmla="*/ 28 w 43"/>
                  <a:gd name="T5" fmla="*/ 15 h 48"/>
                  <a:gd name="T6" fmla="*/ 24 w 43"/>
                  <a:gd name="T7" fmla="*/ 13 h 48"/>
                  <a:gd name="T8" fmla="*/ 19 w 43"/>
                  <a:gd name="T9" fmla="*/ 11 h 48"/>
                  <a:gd name="T10" fmla="*/ 13 w 43"/>
                  <a:gd name="T11" fmla="*/ 5 h 48"/>
                  <a:gd name="T12" fmla="*/ 8 w 43"/>
                  <a:gd name="T13" fmla="*/ 1 h 48"/>
                  <a:gd name="T14" fmla="*/ 5 w 43"/>
                  <a:gd name="T15" fmla="*/ 1 h 48"/>
                  <a:gd name="T16" fmla="*/ 3 w 43"/>
                  <a:gd name="T17" fmla="*/ 2 h 48"/>
                  <a:gd name="T18" fmla="*/ 7 w 43"/>
                  <a:gd name="T19" fmla="*/ 9 h 48"/>
                  <a:gd name="T20" fmla="*/ 7 w 43"/>
                  <a:gd name="T21" fmla="*/ 14 h 48"/>
                  <a:gd name="T22" fmla="*/ 8 w 43"/>
                  <a:gd name="T23" fmla="*/ 18 h 48"/>
                  <a:gd name="T24" fmla="*/ 8 w 43"/>
                  <a:gd name="T25" fmla="*/ 23 h 48"/>
                  <a:gd name="T26" fmla="*/ 9 w 43"/>
                  <a:gd name="T27" fmla="*/ 24 h 48"/>
                  <a:gd name="T28" fmla="*/ 8 w 43"/>
                  <a:gd name="T29" fmla="*/ 26 h 48"/>
                  <a:gd name="T30" fmla="*/ 2 w 43"/>
                  <a:gd name="T31" fmla="*/ 25 h 48"/>
                  <a:gd name="T32" fmla="*/ 3 w 43"/>
                  <a:gd name="T33" fmla="*/ 28 h 48"/>
                  <a:gd name="T34" fmla="*/ 4 w 43"/>
                  <a:gd name="T35" fmla="*/ 29 h 48"/>
                  <a:gd name="T36" fmla="*/ 2 w 43"/>
                  <a:gd name="T37" fmla="*/ 31 h 48"/>
                  <a:gd name="T38" fmla="*/ 1 w 43"/>
                  <a:gd name="T39" fmla="*/ 35 h 48"/>
                  <a:gd name="T40" fmla="*/ 2 w 43"/>
                  <a:gd name="T41" fmla="*/ 38 h 48"/>
                  <a:gd name="T42" fmla="*/ 5 w 43"/>
                  <a:gd name="T43" fmla="*/ 42 h 48"/>
                  <a:gd name="T44" fmla="*/ 6 w 43"/>
                  <a:gd name="T45" fmla="*/ 47 h 48"/>
                  <a:gd name="T46" fmla="*/ 10 w 43"/>
                  <a:gd name="T47" fmla="*/ 44 h 48"/>
                  <a:gd name="T48" fmla="*/ 12 w 43"/>
                  <a:gd name="T49" fmla="*/ 43 h 48"/>
                  <a:gd name="T50" fmla="*/ 15 w 43"/>
                  <a:gd name="T51" fmla="*/ 41 h 48"/>
                  <a:gd name="T52" fmla="*/ 11 w 43"/>
                  <a:gd name="T53" fmla="*/ 39 h 48"/>
                  <a:gd name="T54" fmla="*/ 6 w 43"/>
                  <a:gd name="T55" fmla="*/ 36 h 48"/>
                  <a:gd name="T56" fmla="*/ 6 w 43"/>
                  <a:gd name="T57" fmla="*/ 34 h 48"/>
                  <a:gd name="T58" fmla="*/ 12 w 43"/>
                  <a:gd name="T59" fmla="*/ 33 h 48"/>
                  <a:gd name="T60" fmla="*/ 15 w 43"/>
                  <a:gd name="T61" fmla="*/ 33 h 48"/>
                  <a:gd name="T62" fmla="*/ 19 w 43"/>
                  <a:gd name="T63" fmla="*/ 34 h 48"/>
                  <a:gd name="T64" fmla="*/ 25 w 43"/>
                  <a:gd name="T65" fmla="*/ 38 h 48"/>
                  <a:gd name="T66" fmla="*/ 28 w 43"/>
                  <a:gd name="T67" fmla="*/ 37 h 48"/>
                  <a:gd name="T68" fmla="*/ 28 w 43"/>
                  <a:gd name="T69" fmla="*/ 32 h 48"/>
                  <a:gd name="T70" fmla="*/ 32 w 43"/>
                  <a:gd name="T71" fmla="*/ 27 h 48"/>
                  <a:gd name="T72" fmla="*/ 35 w 43"/>
                  <a:gd name="T73" fmla="*/ 26 h 48"/>
                  <a:gd name="T74" fmla="*/ 38 w 43"/>
                  <a:gd name="T75" fmla="*/ 26 h 48"/>
                  <a:gd name="T76" fmla="*/ 40 w 43"/>
                  <a:gd name="T77" fmla="*/ 23 h 48"/>
                  <a:gd name="T78" fmla="*/ 42 w 43"/>
                  <a:gd name="T79" fmla="*/ 21 h 48"/>
                  <a:gd name="T80" fmla="*/ 40 w 43"/>
                  <a:gd name="T81" fmla="*/ 20 h 48"/>
                  <a:gd name="T82" fmla="*/ 40 w 43"/>
                  <a:gd name="T83" fmla="*/ 13 h 48"/>
                  <a:gd name="T84" fmla="*/ 43 w 43"/>
                  <a:gd name="T85" fmla="*/ 8 h 48"/>
                  <a:gd name="T86" fmla="*/ 40 w 43"/>
                  <a:gd name="T87" fmla="*/ 8 h 48"/>
                  <a:gd name="T88" fmla="*/ 38 w 43"/>
                  <a:gd name="T89" fmla="*/ 10 h 48"/>
                  <a:gd name="T90" fmla="*/ 36 w 43"/>
                  <a:gd name="T91" fmla="*/ 15 h 48"/>
                  <a:gd name="T92" fmla="*/ 39 w 43"/>
                  <a:gd name="T93" fmla="*/ 20 h 48"/>
                  <a:gd name="T94" fmla="*/ 39 w 43"/>
                  <a:gd name="T95" fmla="*/ 21 h 48"/>
                  <a:gd name="T96" fmla="*/ 35 w 43"/>
                  <a:gd name="T97" fmla="*/ 17 h 48"/>
                  <a:gd name="T98" fmla="*/ 36 w 43"/>
                  <a:gd name="T99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" h="48">
                    <a:moveTo>
                      <a:pt x="36" y="13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9" y="16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lnTo>
                      <a:pt x="3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1" name="Freeform 6189">
                <a:extLst>
                  <a:ext uri="{FF2B5EF4-FFF2-40B4-BE49-F238E27FC236}">
                    <a16:creationId xmlns:a16="http://schemas.microsoft.com/office/drawing/2014/main" id="{444B6E93-99ED-4040-996C-BDFF5BBB4E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2170"/>
                <a:ext cx="6" cy="10"/>
              </a:xfrm>
              <a:custGeom>
                <a:avLst/>
                <a:gdLst>
                  <a:gd name="T0" fmla="*/ 0 w 6"/>
                  <a:gd name="T1" fmla="*/ 4 h 10"/>
                  <a:gd name="T2" fmla="*/ 0 w 6"/>
                  <a:gd name="T3" fmla="*/ 6 h 10"/>
                  <a:gd name="T4" fmla="*/ 2 w 6"/>
                  <a:gd name="T5" fmla="*/ 10 h 10"/>
                  <a:gd name="T6" fmla="*/ 6 w 6"/>
                  <a:gd name="T7" fmla="*/ 8 h 10"/>
                  <a:gd name="T8" fmla="*/ 6 w 6"/>
                  <a:gd name="T9" fmla="*/ 4 h 10"/>
                  <a:gd name="T10" fmla="*/ 6 w 6"/>
                  <a:gd name="T11" fmla="*/ 0 h 10"/>
                  <a:gd name="T12" fmla="*/ 2 w 6"/>
                  <a:gd name="T13" fmla="*/ 0 h 10"/>
                  <a:gd name="T14" fmla="*/ 0 w 6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lnTo>
                      <a:pt x="0" y="6"/>
                    </a:ln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2" name="Freeform 6190">
                <a:extLst>
                  <a:ext uri="{FF2B5EF4-FFF2-40B4-BE49-F238E27FC236}">
                    <a16:creationId xmlns:a16="http://schemas.microsoft.com/office/drawing/2014/main" id="{3E5B2B67-B42D-4FE3-A54C-36D87C31C0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03" y="2252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2 w 8"/>
                  <a:gd name="T3" fmla="*/ 4 h 15"/>
                  <a:gd name="T4" fmla="*/ 0 w 8"/>
                  <a:gd name="T5" fmla="*/ 8 h 15"/>
                  <a:gd name="T6" fmla="*/ 2 w 8"/>
                  <a:gd name="T7" fmla="*/ 12 h 15"/>
                  <a:gd name="T8" fmla="*/ 2 w 8"/>
                  <a:gd name="T9" fmla="*/ 12 h 15"/>
                  <a:gd name="T10" fmla="*/ 2 w 8"/>
                  <a:gd name="T11" fmla="*/ 15 h 15"/>
                  <a:gd name="T12" fmla="*/ 6 w 8"/>
                  <a:gd name="T13" fmla="*/ 13 h 15"/>
                  <a:gd name="T14" fmla="*/ 8 w 8"/>
                  <a:gd name="T15" fmla="*/ 12 h 15"/>
                  <a:gd name="T16" fmla="*/ 8 w 8"/>
                  <a:gd name="T17" fmla="*/ 8 h 15"/>
                  <a:gd name="T18" fmla="*/ 8 w 8"/>
                  <a:gd name="T19" fmla="*/ 6 h 15"/>
                  <a:gd name="T20" fmla="*/ 6 w 8"/>
                  <a:gd name="T21" fmla="*/ 6 h 15"/>
                  <a:gd name="T22" fmla="*/ 6 w 8"/>
                  <a:gd name="T23" fmla="*/ 4 h 15"/>
                  <a:gd name="T24" fmla="*/ 4 w 8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3" name="Freeform 6191">
                <a:extLst>
                  <a:ext uri="{FF2B5EF4-FFF2-40B4-BE49-F238E27FC236}">
                    <a16:creationId xmlns:a16="http://schemas.microsoft.com/office/drawing/2014/main" id="{B1A74771-2F2F-4D44-A017-0DE7B9C1A0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403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 h 8"/>
                  <a:gd name="T4" fmla="*/ 1 w 5"/>
                  <a:gd name="T5" fmla="*/ 8 h 8"/>
                  <a:gd name="T6" fmla="*/ 5 w 5"/>
                  <a:gd name="T7" fmla="*/ 8 h 8"/>
                  <a:gd name="T8" fmla="*/ 5 w 5"/>
                  <a:gd name="T9" fmla="*/ 6 h 8"/>
                  <a:gd name="T10" fmla="*/ 5 w 5"/>
                  <a:gd name="T11" fmla="*/ 4 h 8"/>
                  <a:gd name="T12" fmla="*/ 3 w 5"/>
                  <a:gd name="T13" fmla="*/ 0 h 8"/>
                  <a:gd name="T14" fmla="*/ 0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4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4" name="Freeform 6192">
                <a:extLst>
                  <a:ext uri="{FF2B5EF4-FFF2-40B4-BE49-F238E27FC236}">
                    <a16:creationId xmlns:a16="http://schemas.microsoft.com/office/drawing/2014/main" id="{E2648B79-6F27-4619-B627-DEE3C00FAF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4" y="2512"/>
                <a:ext cx="6" cy="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3 h 3"/>
                  <a:gd name="T4" fmla="*/ 4 w 6"/>
                  <a:gd name="T5" fmla="*/ 3 h 3"/>
                  <a:gd name="T6" fmla="*/ 6 w 6"/>
                  <a:gd name="T7" fmla="*/ 1 h 3"/>
                  <a:gd name="T8" fmla="*/ 6 w 6"/>
                  <a:gd name="T9" fmla="*/ 0 h 3"/>
                  <a:gd name="T10" fmla="*/ 2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5" name="Freeform 6193">
                <a:extLst>
                  <a:ext uri="{FF2B5EF4-FFF2-40B4-BE49-F238E27FC236}">
                    <a16:creationId xmlns:a16="http://schemas.microsoft.com/office/drawing/2014/main" id="{F1C5BF99-5704-4ADB-8194-BCFFF0F9F8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508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5 h 7"/>
                  <a:gd name="T4" fmla="*/ 4 w 5"/>
                  <a:gd name="T5" fmla="*/ 7 h 7"/>
                  <a:gd name="T6" fmla="*/ 5 w 5"/>
                  <a:gd name="T7" fmla="*/ 4 h 7"/>
                  <a:gd name="T8" fmla="*/ 2 w 5"/>
                  <a:gd name="T9" fmla="*/ 0 h 7"/>
                  <a:gd name="T10" fmla="*/ 0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lnTo>
                      <a:pt x="2" y="5"/>
                    </a:lnTo>
                    <a:lnTo>
                      <a:pt x="4" y="7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6" name="Freeform 6194">
                <a:extLst>
                  <a:ext uri="{FF2B5EF4-FFF2-40B4-BE49-F238E27FC236}">
                    <a16:creationId xmlns:a16="http://schemas.microsoft.com/office/drawing/2014/main" id="{C93D17F2-837C-4DA8-92F4-69C8ABD11D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2" y="2297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2 w 7"/>
                  <a:gd name="T7" fmla="*/ 2 h 8"/>
                  <a:gd name="T8" fmla="*/ 2 w 7"/>
                  <a:gd name="T9" fmla="*/ 2 h 8"/>
                  <a:gd name="T10" fmla="*/ 0 w 7"/>
                  <a:gd name="T11" fmla="*/ 6 h 8"/>
                  <a:gd name="T12" fmla="*/ 2 w 7"/>
                  <a:gd name="T13" fmla="*/ 8 h 8"/>
                  <a:gd name="T14" fmla="*/ 5 w 7"/>
                  <a:gd name="T15" fmla="*/ 6 h 8"/>
                  <a:gd name="T16" fmla="*/ 5 w 7"/>
                  <a:gd name="T17" fmla="*/ 6 h 8"/>
                  <a:gd name="T18" fmla="*/ 5 w 7"/>
                  <a:gd name="T19" fmla="*/ 6 h 8"/>
                  <a:gd name="T20" fmla="*/ 7 w 7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7" name="Freeform 6195">
                <a:extLst>
                  <a:ext uri="{FF2B5EF4-FFF2-40B4-BE49-F238E27FC236}">
                    <a16:creationId xmlns:a16="http://schemas.microsoft.com/office/drawing/2014/main" id="{993A6CA5-95ED-4129-ACB2-66FB99655B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465"/>
                <a:ext cx="9" cy="15"/>
              </a:xfrm>
              <a:custGeom>
                <a:avLst/>
                <a:gdLst>
                  <a:gd name="T0" fmla="*/ 0 w 9"/>
                  <a:gd name="T1" fmla="*/ 9 h 15"/>
                  <a:gd name="T2" fmla="*/ 0 w 9"/>
                  <a:gd name="T3" fmla="*/ 15 h 15"/>
                  <a:gd name="T4" fmla="*/ 3 w 9"/>
                  <a:gd name="T5" fmla="*/ 13 h 15"/>
                  <a:gd name="T6" fmla="*/ 3 w 9"/>
                  <a:gd name="T7" fmla="*/ 11 h 15"/>
                  <a:gd name="T8" fmla="*/ 7 w 9"/>
                  <a:gd name="T9" fmla="*/ 9 h 15"/>
                  <a:gd name="T10" fmla="*/ 7 w 9"/>
                  <a:gd name="T11" fmla="*/ 7 h 15"/>
                  <a:gd name="T12" fmla="*/ 9 w 9"/>
                  <a:gd name="T13" fmla="*/ 4 h 15"/>
                  <a:gd name="T14" fmla="*/ 7 w 9"/>
                  <a:gd name="T15" fmla="*/ 0 h 15"/>
                  <a:gd name="T16" fmla="*/ 3 w 9"/>
                  <a:gd name="T17" fmla="*/ 4 h 15"/>
                  <a:gd name="T18" fmla="*/ 2 w 9"/>
                  <a:gd name="T19" fmla="*/ 6 h 15"/>
                  <a:gd name="T20" fmla="*/ 2 w 9"/>
                  <a:gd name="T21" fmla="*/ 7 h 15"/>
                  <a:gd name="T22" fmla="*/ 2 w 9"/>
                  <a:gd name="T23" fmla="*/ 7 h 15"/>
                  <a:gd name="T24" fmla="*/ 0 w 9"/>
                  <a:gd name="T2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lnTo>
                      <a:pt x="0" y="15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8" name="Freeform 6196">
                <a:extLst>
                  <a:ext uri="{FF2B5EF4-FFF2-40B4-BE49-F238E27FC236}">
                    <a16:creationId xmlns:a16="http://schemas.microsoft.com/office/drawing/2014/main" id="{5AE20BC1-0EDC-4D3D-9D95-D03F031C52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3" y="25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2 h 8"/>
                  <a:gd name="T4" fmla="*/ 0 w 5"/>
                  <a:gd name="T5" fmla="*/ 0 h 8"/>
                  <a:gd name="T6" fmla="*/ 0 w 5"/>
                  <a:gd name="T7" fmla="*/ 6 h 8"/>
                  <a:gd name="T8" fmla="*/ 2 w 5"/>
                  <a:gd name="T9" fmla="*/ 8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9" name="Freeform 6197">
                <a:extLst>
                  <a:ext uri="{FF2B5EF4-FFF2-40B4-BE49-F238E27FC236}">
                    <a16:creationId xmlns:a16="http://schemas.microsoft.com/office/drawing/2014/main" id="{B9B98896-D0EA-4E2F-97C9-78402BA663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6" y="2396"/>
                <a:ext cx="4" cy="11"/>
              </a:xfrm>
              <a:custGeom>
                <a:avLst/>
                <a:gdLst>
                  <a:gd name="T0" fmla="*/ 4 w 4"/>
                  <a:gd name="T1" fmla="*/ 7 h 11"/>
                  <a:gd name="T2" fmla="*/ 4 w 4"/>
                  <a:gd name="T3" fmla="*/ 6 h 11"/>
                  <a:gd name="T4" fmla="*/ 4 w 4"/>
                  <a:gd name="T5" fmla="*/ 2 h 11"/>
                  <a:gd name="T6" fmla="*/ 0 w 4"/>
                  <a:gd name="T7" fmla="*/ 0 h 11"/>
                  <a:gd name="T8" fmla="*/ 0 w 4"/>
                  <a:gd name="T9" fmla="*/ 4 h 11"/>
                  <a:gd name="T10" fmla="*/ 0 w 4"/>
                  <a:gd name="T11" fmla="*/ 11 h 11"/>
                  <a:gd name="T12" fmla="*/ 4 w 4"/>
                  <a:gd name="T1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7"/>
                    </a:move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0" name="Freeform 6198">
                <a:extLst>
                  <a:ext uri="{FF2B5EF4-FFF2-40B4-BE49-F238E27FC236}">
                    <a16:creationId xmlns:a16="http://schemas.microsoft.com/office/drawing/2014/main" id="{057ABFE3-EE8D-4C63-8FB7-66F55DBA6A6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6" y="2450"/>
                <a:ext cx="5" cy="7"/>
              </a:xfrm>
              <a:custGeom>
                <a:avLst/>
                <a:gdLst>
                  <a:gd name="T0" fmla="*/ 0 w 5"/>
                  <a:gd name="T1" fmla="*/ 2 h 7"/>
                  <a:gd name="T2" fmla="*/ 0 w 5"/>
                  <a:gd name="T3" fmla="*/ 4 h 7"/>
                  <a:gd name="T4" fmla="*/ 2 w 5"/>
                  <a:gd name="T5" fmla="*/ 7 h 7"/>
                  <a:gd name="T6" fmla="*/ 5 w 5"/>
                  <a:gd name="T7" fmla="*/ 6 h 7"/>
                  <a:gd name="T8" fmla="*/ 3 w 5"/>
                  <a:gd name="T9" fmla="*/ 2 h 7"/>
                  <a:gd name="T10" fmla="*/ 2 w 5"/>
                  <a:gd name="T11" fmla="*/ 0 h 7"/>
                  <a:gd name="T12" fmla="*/ 0 w 5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2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1" name="Freeform 6199">
                <a:extLst>
                  <a:ext uri="{FF2B5EF4-FFF2-40B4-BE49-F238E27FC236}">
                    <a16:creationId xmlns:a16="http://schemas.microsoft.com/office/drawing/2014/main" id="{6ACE2EF7-FCEF-4578-8E34-037E9433B6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8" y="2437"/>
                <a:ext cx="13" cy="11"/>
              </a:xfrm>
              <a:custGeom>
                <a:avLst/>
                <a:gdLst>
                  <a:gd name="T0" fmla="*/ 5 w 13"/>
                  <a:gd name="T1" fmla="*/ 11 h 11"/>
                  <a:gd name="T2" fmla="*/ 7 w 13"/>
                  <a:gd name="T3" fmla="*/ 9 h 11"/>
                  <a:gd name="T4" fmla="*/ 7 w 13"/>
                  <a:gd name="T5" fmla="*/ 7 h 11"/>
                  <a:gd name="T6" fmla="*/ 9 w 13"/>
                  <a:gd name="T7" fmla="*/ 6 h 11"/>
                  <a:gd name="T8" fmla="*/ 13 w 13"/>
                  <a:gd name="T9" fmla="*/ 0 h 11"/>
                  <a:gd name="T10" fmla="*/ 7 w 13"/>
                  <a:gd name="T11" fmla="*/ 2 h 11"/>
                  <a:gd name="T12" fmla="*/ 7 w 13"/>
                  <a:gd name="T13" fmla="*/ 2 h 11"/>
                  <a:gd name="T14" fmla="*/ 5 w 13"/>
                  <a:gd name="T15" fmla="*/ 2 h 11"/>
                  <a:gd name="T16" fmla="*/ 3 w 13"/>
                  <a:gd name="T17" fmla="*/ 4 h 11"/>
                  <a:gd name="T18" fmla="*/ 1 w 13"/>
                  <a:gd name="T19" fmla="*/ 6 h 11"/>
                  <a:gd name="T20" fmla="*/ 0 w 13"/>
                  <a:gd name="T21" fmla="*/ 7 h 11"/>
                  <a:gd name="T22" fmla="*/ 1 w 13"/>
                  <a:gd name="T23" fmla="*/ 9 h 11"/>
                  <a:gd name="T24" fmla="*/ 3 w 13"/>
                  <a:gd name="T25" fmla="*/ 9 h 11"/>
                  <a:gd name="T26" fmla="*/ 5 w 13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5" y="11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2" name="Freeform 6200">
                <a:extLst>
                  <a:ext uri="{FF2B5EF4-FFF2-40B4-BE49-F238E27FC236}">
                    <a16:creationId xmlns:a16="http://schemas.microsoft.com/office/drawing/2014/main" id="{FF054F22-DD1F-47A4-8051-604B07B05AD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97" y="2187"/>
                <a:ext cx="156" cy="211"/>
              </a:xfrm>
              <a:custGeom>
                <a:avLst/>
                <a:gdLst>
                  <a:gd name="T0" fmla="*/ 9 w 156"/>
                  <a:gd name="T1" fmla="*/ 175 h 211"/>
                  <a:gd name="T2" fmla="*/ 13 w 156"/>
                  <a:gd name="T3" fmla="*/ 170 h 211"/>
                  <a:gd name="T4" fmla="*/ 19 w 156"/>
                  <a:gd name="T5" fmla="*/ 179 h 211"/>
                  <a:gd name="T6" fmla="*/ 19 w 156"/>
                  <a:gd name="T7" fmla="*/ 188 h 211"/>
                  <a:gd name="T8" fmla="*/ 26 w 156"/>
                  <a:gd name="T9" fmla="*/ 202 h 211"/>
                  <a:gd name="T10" fmla="*/ 35 w 156"/>
                  <a:gd name="T11" fmla="*/ 211 h 211"/>
                  <a:gd name="T12" fmla="*/ 43 w 156"/>
                  <a:gd name="T13" fmla="*/ 203 h 211"/>
                  <a:gd name="T14" fmla="*/ 49 w 156"/>
                  <a:gd name="T15" fmla="*/ 175 h 211"/>
                  <a:gd name="T16" fmla="*/ 41 w 156"/>
                  <a:gd name="T17" fmla="*/ 166 h 211"/>
                  <a:gd name="T18" fmla="*/ 34 w 156"/>
                  <a:gd name="T19" fmla="*/ 161 h 211"/>
                  <a:gd name="T20" fmla="*/ 47 w 156"/>
                  <a:gd name="T21" fmla="*/ 155 h 211"/>
                  <a:gd name="T22" fmla="*/ 50 w 156"/>
                  <a:gd name="T23" fmla="*/ 149 h 211"/>
                  <a:gd name="T24" fmla="*/ 67 w 156"/>
                  <a:gd name="T25" fmla="*/ 146 h 211"/>
                  <a:gd name="T26" fmla="*/ 58 w 156"/>
                  <a:gd name="T27" fmla="*/ 155 h 211"/>
                  <a:gd name="T28" fmla="*/ 50 w 156"/>
                  <a:gd name="T29" fmla="*/ 164 h 211"/>
                  <a:gd name="T30" fmla="*/ 58 w 156"/>
                  <a:gd name="T31" fmla="*/ 175 h 211"/>
                  <a:gd name="T32" fmla="*/ 62 w 156"/>
                  <a:gd name="T33" fmla="*/ 164 h 211"/>
                  <a:gd name="T34" fmla="*/ 76 w 156"/>
                  <a:gd name="T35" fmla="*/ 159 h 211"/>
                  <a:gd name="T36" fmla="*/ 73 w 156"/>
                  <a:gd name="T37" fmla="*/ 147 h 211"/>
                  <a:gd name="T38" fmla="*/ 80 w 156"/>
                  <a:gd name="T39" fmla="*/ 140 h 211"/>
                  <a:gd name="T40" fmla="*/ 76 w 156"/>
                  <a:gd name="T41" fmla="*/ 142 h 211"/>
                  <a:gd name="T42" fmla="*/ 82 w 156"/>
                  <a:gd name="T43" fmla="*/ 153 h 211"/>
                  <a:gd name="T44" fmla="*/ 99 w 156"/>
                  <a:gd name="T45" fmla="*/ 153 h 211"/>
                  <a:gd name="T46" fmla="*/ 108 w 156"/>
                  <a:gd name="T47" fmla="*/ 144 h 211"/>
                  <a:gd name="T48" fmla="*/ 102 w 156"/>
                  <a:gd name="T49" fmla="*/ 136 h 211"/>
                  <a:gd name="T50" fmla="*/ 106 w 156"/>
                  <a:gd name="T51" fmla="*/ 140 h 211"/>
                  <a:gd name="T52" fmla="*/ 125 w 156"/>
                  <a:gd name="T53" fmla="*/ 133 h 211"/>
                  <a:gd name="T54" fmla="*/ 132 w 156"/>
                  <a:gd name="T55" fmla="*/ 136 h 211"/>
                  <a:gd name="T56" fmla="*/ 140 w 156"/>
                  <a:gd name="T57" fmla="*/ 119 h 211"/>
                  <a:gd name="T58" fmla="*/ 142 w 156"/>
                  <a:gd name="T59" fmla="*/ 133 h 211"/>
                  <a:gd name="T60" fmla="*/ 153 w 156"/>
                  <a:gd name="T61" fmla="*/ 119 h 211"/>
                  <a:gd name="T62" fmla="*/ 151 w 156"/>
                  <a:gd name="T63" fmla="*/ 92 h 211"/>
                  <a:gd name="T64" fmla="*/ 149 w 156"/>
                  <a:gd name="T65" fmla="*/ 64 h 211"/>
                  <a:gd name="T66" fmla="*/ 151 w 156"/>
                  <a:gd name="T67" fmla="*/ 52 h 211"/>
                  <a:gd name="T68" fmla="*/ 151 w 156"/>
                  <a:gd name="T69" fmla="*/ 37 h 211"/>
                  <a:gd name="T70" fmla="*/ 136 w 156"/>
                  <a:gd name="T71" fmla="*/ 13 h 211"/>
                  <a:gd name="T72" fmla="*/ 129 w 156"/>
                  <a:gd name="T73" fmla="*/ 2 h 211"/>
                  <a:gd name="T74" fmla="*/ 119 w 156"/>
                  <a:gd name="T75" fmla="*/ 8 h 211"/>
                  <a:gd name="T76" fmla="*/ 114 w 156"/>
                  <a:gd name="T77" fmla="*/ 21 h 211"/>
                  <a:gd name="T78" fmla="*/ 116 w 156"/>
                  <a:gd name="T79" fmla="*/ 36 h 211"/>
                  <a:gd name="T80" fmla="*/ 119 w 156"/>
                  <a:gd name="T81" fmla="*/ 64 h 211"/>
                  <a:gd name="T82" fmla="*/ 114 w 156"/>
                  <a:gd name="T83" fmla="*/ 88 h 211"/>
                  <a:gd name="T84" fmla="*/ 95 w 156"/>
                  <a:gd name="T85" fmla="*/ 92 h 211"/>
                  <a:gd name="T86" fmla="*/ 91 w 156"/>
                  <a:gd name="T87" fmla="*/ 86 h 211"/>
                  <a:gd name="T88" fmla="*/ 86 w 156"/>
                  <a:gd name="T89" fmla="*/ 108 h 211"/>
                  <a:gd name="T90" fmla="*/ 86 w 156"/>
                  <a:gd name="T91" fmla="*/ 119 h 211"/>
                  <a:gd name="T92" fmla="*/ 78 w 156"/>
                  <a:gd name="T93" fmla="*/ 118 h 211"/>
                  <a:gd name="T94" fmla="*/ 54 w 156"/>
                  <a:gd name="T95" fmla="*/ 123 h 211"/>
                  <a:gd name="T96" fmla="*/ 35 w 156"/>
                  <a:gd name="T97" fmla="*/ 140 h 211"/>
                  <a:gd name="T98" fmla="*/ 26 w 156"/>
                  <a:gd name="T99" fmla="*/ 155 h 211"/>
                  <a:gd name="T100" fmla="*/ 17 w 156"/>
                  <a:gd name="T101" fmla="*/ 164 h 211"/>
                  <a:gd name="T102" fmla="*/ 4 w 156"/>
                  <a:gd name="T103" fmla="*/ 170 h 211"/>
                  <a:gd name="T104" fmla="*/ 0 w 156"/>
                  <a:gd name="T105" fmla="*/ 179 h 211"/>
                  <a:gd name="T106" fmla="*/ 32 w 156"/>
                  <a:gd name="T107" fmla="*/ 200 h 211"/>
                  <a:gd name="T108" fmla="*/ 125 w 156"/>
                  <a:gd name="T109" fmla="*/ 9 h 211"/>
                  <a:gd name="T110" fmla="*/ 123 w 156"/>
                  <a:gd name="T111" fmla="*/ 13 h 211"/>
                  <a:gd name="T112" fmla="*/ 21 w 156"/>
                  <a:gd name="T113" fmla="*/ 181 h 211"/>
                  <a:gd name="T114" fmla="*/ 24 w 156"/>
                  <a:gd name="T115" fmla="*/ 187 h 211"/>
                  <a:gd name="T116" fmla="*/ 24 w 156"/>
                  <a:gd name="T117" fmla="*/ 183 h 211"/>
                  <a:gd name="T118" fmla="*/ 24 w 156"/>
                  <a:gd name="T119" fmla="*/ 179 h 211"/>
                  <a:gd name="T120" fmla="*/ 21 w 156"/>
                  <a:gd name="T121" fmla="*/ 17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6" h="211">
                    <a:moveTo>
                      <a:pt x="0" y="179"/>
                    </a:moveTo>
                    <a:lnTo>
                      <a:pt x="0" y="183"/>
                    </a:lnTo>
                    <a:lnTo>
                      <a:pt x="4" y="183"/>
                    </a:lnTo>
                    <a:lnTo>
                      <a:pt x="6" y="181"/>
                    </a:lnTo>
                    <a:lnTo>
                      <a:pt x="4" y="177"/>
                    </a:lnTo>
                    <a:lnTo>
                      <a:pt x="4" y="177"/>
                    </a:lnTo>
                    <a:lnTo>
                      <a:pt x="9" y="175"/>
                    </a:lnTo>
                    <a:lnTo>
                      <a:pt x="8" y="175"/>
                    </a:lnTo>
                    <a:lnTo>
                      <a:pt x="9" y="172"/>
                    </a:lnTo>
                    <a:lnTo>
                      <a:pt x="9" y="174"/>
                    </a:lnTo>
                    <a:lnTo>
                      <a:pt x="11" y="172"/>
                    </a:lnTo>
                    <a:lnTo>
                      <a:pt x="11" y="170"/>
                    </a:lnTo>
                    <a:lnTo>
                      <a:pt x="13" y="170"/>
                    </a:lnTo>
                    <a:lnTo>
                      <a:pt x="13" y="170"/>
                    </a:lnTo>
                    <a:lnTo>
                      <a:pt x="11" y="174"/>
                    </a:lnTo>
                    <a:lnTo>
                      <a:pt x="13" y="177"/>
                    </a:lnTo>
                    <a:lnTo>
                      <a:pt x="15" y="177"/>
                    </a:lnTo>
                    <a:lnTo>
                      <a:pt x="15" y="179"/>
                    </a:lnTo>
                    <a:lnTo>
                      <a:pt x="11" y="183"/>
                    </a:lnTo>
                    <a:lnTo>
                      <a:pt x="17" y="181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7" y="181"/>
                    </a:lnTo>
                    <a:lnTo>
                      <a:pt x="17" y="185"/>
                    </a:lnTo>
                    <a:lnTo>
                      <a:pt x="19" y="187"/>
                    </a:lnTo>
                    <a:lnTo>
                      <a:pt x="19" y="187"/>
                    </a:lnTo>
                    <a:lnTo>
                      <a:pt x="19" y="188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4"/>
                    </a:lnTo>
                    <a:lnTo>
                      <a:pt x="24" y="198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4" y="203"/>
                    </a:lnTo>
                    <a:lnTo>
                      <a:pt x="28" y="207"/>
                    </a:lnTo>
                    <a:lnTo>
                      <a:pt x="30" y="207"/>
                    </a:lnTo>
                    <a:lnTo>
                      <a:pt x="32" y="209"/>
                    </a:lnTo>
                    <a:lnTo>
                      <a:pt x="34" y="207"/>
                    </a:lnTo>
                    <a:lnTo>
                      <a:pt x="34" y="207"/>
                    </a:lnTo>
                    <a:lnTo>
                      <a:pt x="35" y="211"/>
                    </a:lnTo>
                    <a:lnTo>
                      <a:pt x="39" y="209"/>
                    </a:lnTo>
                    <a:lnTo>
                      <a:pt x="43" y="203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41" y="202"/>
                    </a:lnTo>
                    <a:lnTo>
                      <a:pt x="43" y="203"/>
                    </a:lnTo>
                    <a:lnTo>
                      <a:pt x="45" y="198"/>
                    </a:lnTo>
                    <a:lnTo>
                      <a:pt x="45" y="194"/>
                    </a:lnTo>
                    <a:lnTo>
                      <a:pt x="43" y="192"/>
                    </a:lnTo>
                    <a:lnTo>
                      <a:pt x="45" y="185"/>
                    </a:lnTo>
                    <a:lnTo>
                      <a:pt x="43" y="181"/>
                    </a:lnTo>
                    <a:lnTo>
                      <a:pt x="45" y="179"/>
                    </a:lnTo>
                    <a:lnTo>
                      <a:pt x="49" y="175"/>
                    </a:lnTo>
                    <a:lnTo>
                      <a:pt x="47" y="172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1" y="166"/>
                    </a:lnTo>
                    <a:lnTo>
                      <a:pt x="41" y="166"/>
                    </a:lnTo>
                    <a:lnTo>
                      <a:pt x="43" y="164"/>
                    </a:lnTo>
                    <a:lnTo>
                      <a:pt x="41" y="161"/>
                    </a:lnTo>
                    <a:lnTo>
                      <a:pt x="39" y="159"/>
                    </a:lnTo>
                    <a:lnTo>
                      <a:pt x="35" y="159"/>
                    </a:lnTo>
                    <a:lnTo>
                      <a:pt x="35" y="161"/>
                    </a:lnTo>
                    <a:lnTo>
                      <a:pt x="34" y="161"/>
                    </a:lnTo>
                    <a:lnTo>
                      <a:pt x="34" y="161"/>
                    </a:lnTo>
                    <a:lnTo>
                      <a:pt x="32" y="159"/>
                    </a:lnTo>
                    <a:lnTo>
                      <a:pt x="32" y="157"/>
                    </a:lnTo>
                    <a:lnTo>
                      <a:pt x="35" y="155"/>
                    </a:lnTo>
                    <a:lnTo>
                      <a:pt x="37" y="155"/>
                    </a:lnTo>
                    <a:lnTo>
                      <a:pt x="41" y="157"/>
                    </a:lnTo>
                    <a:lnTo>
                      <a:pt x="45" y="157"/>
                    </a:lnTo>
                    <a:lnTo>
                      <a:pt x="47" y="155"/>
                    </a:lnTo>
                    <a:lnTo>
                      <a:pt x="47" y="153"/>
                    </a:lnTo>
                    <a:lnTo>
                      <a:pt x="47" y="151"/>
                    </a:lnTo>
                    <a:lnTo>
                      <a:pt x="45" y="149"/>
                    </a:lnTo>
                    <a:lnTo>
                      <a:pt x="47" y="147"/>
                    </a:lnTo>
                    <a:lnTo>
                      <a:pt x="47" y="147"/>
                    </a:lnTo>
                    <a:lnTo>
                      <a:pt x="49" y="149"/>
                    </a:lnTo>
                    <a:lnTo>
                      <a:pt x="50" y="149"/>
                    </a:lnTo>
                    <a:lnTo>
                      <a:pt x="52" y="149"/>
                    </a:lnTo>
                    <a:lnTo>
                      <a:pt x="58" y="147"/>
                    </a:lnTo>
                    <a:lnTo>
                      <a:pt x="62" y="146"/>
                    </a:lnTo>
                    <a:lnTo>
                      <a:pt x="63" y="146"/>
                    </a:lnTo>
                    <a:lnTo>
                      <a:pt x="65" y="147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6" y="151"/>
                    </a:lnTo>
                    <a:lnTo>
                      <a:pt x="54" y="151"/>
                    </a:lnTo>
                    <a:lnTo>
                      <a:pt x="49" y="155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7" y="164"/>
                    </a:lnTo>
                    <a:lnTo>
                      <a:pt x="50" y="164"/>
                    </a:lnTo>
                    <a:lnTo>
                      <a:pt x="50" y="166"/>
                    </a:lnTo>
                    <a:lnTo>
                      <a:pt x="50" y="166"/>
                    </a:lnTo>
                    <a:lnTo>
                      <a:pt x="50" y="170"/>
                    </a:lnTo>
                    <a:lnTo>
                      <a:pt x="52" y="174"/>
                    </a:lnTo>
                    <a:lnTo>
                      <a:pt x="56" y="174"/>
                    </a:lnTo>
                    <a:lnTo>
                      <a:pt x="56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0" y="175"/>
                    </a:lnTo>
                    <a:lnTo>
                      <a:pt x="63" y="174"/>
                    </a:lnTo>
                    <a:lnTo>
                      <a:pt x="62" y="172"/>
                    </a:lnTo>
                    <a:lnTo>
                      <a:pt x="60" y="170"/>
                    </a:lnTo>
                    <a:lnTo>
                      <a:pt x="62" y="168"/>
                    </a:lnTo>
                    <a:lnTo>
                      <a:pt x="62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7" y="161"/>
                    </a:lnTo>
                    <a:lnTo>
                      <a:pt x="71" y="164"/>
                    </a:lnTo>
                    <a:lnTo>
                      <a:pt x="73" y="166"/>
                    </a:lnTo>
                    <a:lnTo>
                      <a:pt x="76" y="164"/>
                    </a:lnTo>
                    <a:lnTo>
                      <a:pt x="76" y="159"/>
                    </a:lnTo>
                    <a:lnTo>
                      <a:pt x="80" y="157"/>
                    </a:lnTo>
                    <a:lnTo>
                      <a:pt x="80" y="153"/>
                    </a:lnTo>
                    <a:lnTo>
                      <a:pt x="80" y="153"/>
                    </a:lnTo>
                    <a:lnTo>
                      <a:pt x="78" y="151"/>
                    </a:lnTo>
                    <a:lnTo>
                      <a:pt x="75" y="147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75" y="146"/>
                    </a:lnTo>
                    <a:lnTo>
                      <a:pt x="75" y="144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5" y="140"/>
                    </a:lnTo>
                    <a:lnTo>
                      <a:pt x="76" y="138"/>
                    </a:lnTo>
                    <a:lnTo>
                      <a:pt x="80" y="140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4" y="140"/>
                    </a:lnTo>
                    <a:lnTo>
                      <a:pt x="82" y="144"/>
                    </a:lnTo>
                    <a:lnTo>
                      <a:pt x="80" y="140"/>
                    </a:lnTo>
                    <a:lnTo>
                      <a:pt x="78" y="140"/>
                    </a:lnTo>
                    <a:lnTo>
                      <a:pt x="76" y="142"/>
                    </a:lnTo>
                    <a:lnTo>
                      <a:pt x="76" y="146"/>
                    </a:lnTo>
                    <a:lnTo>
                      <a:pt x="78" y="149"/>
                    </a:lnTo>
                    <a:lnTo>
                      <a:pt x="80" y="149"/>
                    </a:lnTo>
                    <a:lnTo>
                      <a:pt x="82" y="147"/>
                    </a:lnTo>
                    <a:lnTo>
                      <a:pt x="82" y="147"/>
                    </a:lnTo>
                    <a:lnTo>
                      <a:pt x="82" y="151"/>
                    </a:lnTo>
                    <a:lnTo>
                      <a:pt x="82" y="153"/>
                    </a:lnTo>
                    <a:lnTo>
                      <a:pt x="82" y="157"/>
                    </a:lnTo>
                    <a:lnTo>
                      <a:pt x="86" y="157"/>
                    </a:lnTo>
                    <a:lnTo>
                      <a:pt x="89" y="161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9" y="157"/>
                    </a:lnTo>
                    <a:lnTo>
                      <a:pt x="99" y="153"/>
                    </a:lnTo>
                    <a:lnTo>
                      <a:pt x="101" y="153"/>
                    </a:lnTo>
                    <a:lnTo>
                      <a:pt x="101" y="151"/>
                    </a:lnTo>
                    <a:lnTo>
                      <a:pt x="101" y="149"/>
                    </a:lnTo>
                    <a:lnTo>
                      <a:pt x="102" y="147"/>
                    </a:lnTo>
                    <a:lnTo>
                      <a:pt x="102" y="147"/>
                    </a:lnTo>
                    <a:lnTo>
                      <a:pt x="106" y="147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0"/>
                    </a:lnTo>
                    <a:lnTo>
                      <a:pt x="101" y="138"/>
                    </a:lnTo>
                    <a:lnTo>
                      <a:pt x="101" y="136"/>
                    </a:lnTo>
                    <a:lnTo>
                      <a:pt x="101" y="134"/>
                    </a:lnTo>
                    <a:lnTo>
                      <a:pt x="101" y="134"/>
                    </a:lnTo>
                    <a:lnTo>
                      <a:pt x="102" y="136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6"/>
                    </a:lnTo>
                    <a:lnTo>
                      <a:pt x="108" y="136"/>
                    </a:lnTo>
                    <a:lnTo>
                      <a:pt x="106" y="140"/>
                    </a:lnTo>
                    <a:lnTo>
                      <a:pt x="108" y="140"/>
                    </a:lnTo>
                    <a:lnTo>
                      <a:pt x="112" y="140"/>
                    </a:lnTo>
                    <a:lnTo>
                      <a:pt x="116" y="138"/>
                    </a:lnTo>
                    <a:lnTo>
                      <a:pt x="121" y="138"/>
                    </a:lnTo>
                    <a:lnTo>
                      <a:pt x="129" y="138"/>
                    </a:lnTo>
                    <a:lnTo>
                      <a:pt x="125" y="136"/>
                    </a:lnTo>
                    <a:lnTo>
                      <a:pt x="125" y="133"/>
                    </a:lnTo>
                    <a:lnTo>
                      <a:pt x="125" y="131"/>
                    </a:lnTo>
                    <a:lnTo>
                      <a:pt x="127" y="131"/>
                    </a:lnTo>
                    <a:lnTo>
                      <a:pt x="129" y="131"/>
                    </a:lnTo>
                    <a:lnTo>
                      <a:pt x="129" y="133"/>
                    </a:lnTo>
                    <a:lnTo>
                      <a:pt x="129" y="134"/>
                    </a:lnTo>
                    <a:lnTo>
                      <a:pt x="129" y="138"/>
                    </a:lnTo>
                    <a:lnTo>
                      <a:pt x="132" y="136"/>
                    </a:lnTo>
                    <a:lnTo>
                      <a:pt x="136" y="133"/>
                    </a:lnTo>
                    <a:lnTo>
                      <a:pt x="134" y="129"/>
                    </a:lnTo>
                    <a:lnTo>
                      <a:pt x="134" y="127"/>
                    </a:lnTo>
                    <a:lnTo>
                      <a:pt x="138" y="125"/>
                    </a:lnTo>
                    <a:lnTo>
                      <a:pt x="140" y="123"/>
                    </a:lnTo>
                    <a:lnTo>
                      <a:pt x="142" y="121"/>
                    </a:lnTo>
                    <a:lnTo>
                      <a:pt x="140" y="119"/>
                    </a:lnTo>
                    <a:lnTo>
                      <a:pt x="140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9"/>
                    </a:lnTo>
                    <a:lnTo>
                      <a:pt x="140" y="12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7" y="131"/>
                    </a:lnTo>
                    <a:lnTo>
                      <a:pt x="147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5" y="121"/>
                    </a:lnTo>
                    <a:lnTo>
                      <a:pt x="153" y="119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5" y="112"/>
                    </a:lnTo>
                    <a:lnTo>
                      <a:pt x="151" y="108"/>
                    </a:lnTo>
                    <a:lnTo>
                      <a:pt x="149" y="106"/>
                    </a:lnTo>
                    <a:lnTo>
                      <a:pt x="149" y="99"/>
                    </a:lnTo>
                    <a:lnTo>
                      <a:pt x="151" y="92"/>
                    </a:lnTo>
                    <a:lnTo>
                      <a:pt x="151" y="86"/>
                    </a:lnTo>
                    <a:lnTo>
                      <a:pt x="147" y="77"/>
                    </a:lnTo>
                    <a:lnTo>
                      <a:pt x="145" y="73"/>
                    </a:lnTo>
                    <a:lnTo>
                      <a:pt x="143" y="69"/>
                    </a:lnTo>
                    <a:lnTo>
                      <a:pt x="145" y="65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7"/>
                    </a:lnTo>
                    <a:lnTo>
                      <a:pt x="153" y="64"/>
                    </a:lnTo>
                    <a:lnTo>
                      <a:pt x="153" y="58"/>
                    </a:lnTo>
                    <a:lnTo>
                      <a:pt x="151" y="58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2"/>
                    </a:lnTo>
                    <a:lnTo>
                      <a:pt x="151" y="51"/>
                    </a:lnTo>
                    <a:lnTo>
                      <a:pt x="151" y="49"/>
                    </a:lnTo>
                    <a:lnTo>
                      <a:pt x="153" y="47"/>
                    </a:lnTo>
                    <a:lnTo>
                      <a:pt x="151" y="45"/>
                    </a:lnTo>
                    <a:lnTo>
                      <a:pt x="151" y="43"/>
                    </a:lnTo>
                    <a:lnTo>
                      <a:pt x="151" y="41"/>
                    </a:lnTo>
                    <a:lnTo>
                      <a:pt x="151" y="37"/>
                    </a:lnTo>
                    <a:lnTo>
                      <a:pt x="149" y="34"/>
                    </a:lnTo>
                    <a:lnTo>
                      <a:pt x="147" y="28"/>
                    </a:lnTo>
                    <a:lnTo>
                      <a:pt x="145" y="28"/>
                    </a:lnTo>
                    <a:lnTo>
                      <a:pt x="143" y="28"/>
                    </a:lnTo>
                    <a:lnTo>
                      <a:pt x="143" y="23"/>
                    </a:lnTo>
                    <a:lnTo>
                      <a:pt x="142" y="19"/>
                    </a:lnTo>
                    <a:lnTo>
                      <a:pt x="136" y="13"/>
                    </a:lnTo>
                    <a:lnTo>
                      <a:pt x="134" y="11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4" y="0"/>
                    </a:lnTo>
                    <a:lnTo>
                      <a:pt x="130" y="2"/>
                    </a:lnTo>
                    <a:lnTo>
                      <a:pt x="129" y="2"/>
                    </a:lnTo>
                    <a:lnTo>
                      <a:pt x="129" y="2"/>
                    </a:lnTo>
                    <a:lnTo>
                      <a:pt x="127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3" y="4"/>
                    </a:lnTo>
                    <a:lnTo>
                      <a:pt x="123" y="8"/>
                    </a:lnTo>
                    <a:lnTo>
                      <a:pt x="121" y="6"/>
                    </a:lnTo>
                    <a:lnTo>
                      <a:pt x="119" y="8"/>
                    </a:lnTo>
                    <a:lnTo>
                      <a:pt x="117" y="6"/>
                    </a:lnTo>
                    <a:lnTo>
                      <a:pt x="116" y="9"/>
                    </a:lnTo>
                    <a:lnTo>
                      <a:pt x="117" y="13"/>
                    </a:lnTo>
                    <a:lnTo>
                      <a:pt x="117" y="15"/>
                    </a:lnTo>
                    <a:lnTo>
                      <a:pt x="116" y="17"/>
                    </a:lnTo>
                    <a:lnTo>
                      <a:pt x="114" y="19"/>
                    </a:lnTo>
                    <a:lnTo>
                      <a:pt x="114" y="21"/>
                    </a:lnTo>
                    <a:lnTo>
                      <a:pt x="117" y="24"/>
                    </a:lnTo>
                    <a:lnTo>
                      <a:pt x="119" y="26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6" y="36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21" y="39"/>
                    </a:lnTo>
                    <a:lnTo>
                      <a:pt x="123" y="45"/>
                    </a:lnTo>
                    <a:lnTo>
                      <a:pt x="123" y="49"/>
                    </a:lnTo>
                    <a:lnTo>
                      <a:pt x="123" y="54"/>
                    </a:lnTo>
                    <a:lnTo>
                      <a:pt x="119" y="64"/>
                    </a:lnTo>
                    <a:lnTo>
                      <a:pt x="121" y="67"/>
                    </a:lnTo>
                    <a:lnTo>
                      <a:pt x="119" y="71"/>
                    </a:lnTo>
                    <a:lnTo>
                      <a:pt x="116" y="73"/>
                    </a:lnTo>
                    <a:lnTo>
                      <a:pt x="116" y="78"/>
                    </a:lnTo>
                    <a:lnTo>
                      <a:pt x="116" y="82"/>
                    </a:lnTo>
                    <a:lnTo>
                      <a:pt x="114" y="84"/>
                    </a:lnTo>
                    <a:lnTo>
                      <a:pt x="114" y="88"/>
                    </a:lnTo>
                    <a:lnTo>
                      <a:pt x="110" y="90"/>
                    </a:lnTo>
                    <a:lnTo>
                      <a:pt x="104" y="93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7" y="95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9" y="84"/>
                    </a:lnTo>
                    <a:lnTo>
                      <a:pt x="99" y="82"/>
                    </a:lnTo>
                    <a:lnTo>
                      <a:pt x="93" y="84"/>
                    </a:lnTo>
                    <a:lnTo>
                      <a:pt x="91" y="86"/>
                    </a:lnTo>
                    <a:lnTo>
                      <a:pt x="88" y="86"/>
                    </a:lnTo>
                    <a:lnTo>
                      <a:pt x="88" y="90"/>
                    </a:lnTo>
                    <a:lnTo>
                      <a:pt x="89" y="93"/>
                    </a:lnTo>
                    <a:lnTo>
                      <a:pt x="89" y="99"/>
                    </a:lnTo>
                    <a:lnTo>
                      <a:pt x="89" y="103"/>
                    </a:lnTo>
                    <a:lnTo>
                      <a:pt x="86" y="106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4" y="114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4" y="118"/>
                    </a:lnTo>
                    <a:lnTo>
                      <a:pt x="86" y="119"/>
                    </a:lnTo>
                    <a:lnTo>
                      <a:pt x="86" y="119"/>
                    </a:lnTo>
                    <a:lnTo>
                      <a:pt x="82" y="119"/>
                    </a:lnTo>
                    <a:lnTo>
                      <a:pt x="84" y="121"/>
                    </a:lnTo>
                    <a:lnTo>
                      <a:pt x="84" y="121"/>
                    </a:lnTo>
                    <a:lnTo>
                      <a:pt x="82" y="119"/>
                    </a:lnTo>
                    <a:lnTo>
                      <a:pt x="80" y="121"/>
                    </a:lnTo>
                    <a:lnTo>
                      <a:pt x="80" y="119"/>
                    </a:lnTo>
                    <a:lnTo>
                      <a:pt x="78" y="118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3" y="119"/>
                    </a:lnTo>
                    <a:lnTo>
                      <a:pt x="62" y="123"/>
                    </a:lnTo>
                    <a:lnTo>
                      <a:pt x="58" y="123"/>
                    </a:lnTo>
                    <a:lnTo>
                      <a:pt x="54" y="125"/>
                    </a:lnTo>
                    <a:lnTo>
                      <a:pt x="54" y="123"/>
                    </a:lnTo>
                    <a:lnTo>
                      <a:pt x="50" y="123"/>
                    </a:lnTo>
                    <a:lnTo>
                      <a:pt x="45" y="129"/>
                    </a:lnTo>
                    <a:lnTo>
                      <a:pt x="43" y="131"/>
                    </a:lnTo>
                    <a:lnTo>
                      <a:pt x="41" y="133"/>
                    </a:lnTo>
                    <a:lnTo>
                      <a:pt x="41" y="134"/>
                    </a:lnTo>
                    <a:lnTo>
                      <a:pt x="37" y="138"/>
                    </a:lnTo>
                    <a:lnTo>
                      <a:pt x="35" y="140"/>
                    </a:lnTo>
                    <a:lnTo>
                      <a:pt x="32" y="142"/>
                    </a:lnTo>
                    <a:lnTo>
                      <a:pt x="32" y="144"/>
                    </a:lnTo>
                    <a:lnTo>
                      <a:pt x="30" y="146"/>
                    </a:lnTo>
                    <a:lnTo>
                      <a:pt x="26" y="146"/>
                    </a:lnTo>
                    <a:lnTo>
                      <a:pt x="24" y="149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8" y="155"/>
                    </a:lnTo>
                    <a:lnTo>
                      <a:pt x="26" y="157"/>
                    </a:lnTo>
                    <a:lnTo>
                      <a:pt x="24" y="157"/>
                    </a:lnTo>
                    <a:lnTo>
                      <a:pt x="22" y="159"/>
                    </a:lnTo>
                    <a:lnTo>
                      <a:pt x="21" y="161"/>
                    </a:lnTo>
                    <a:lnTo>
                      <a:pt x="19" y="162"/>
                    </a:lnTo>
                    <a:lnTo>
                      <a:pt x="17" y="164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9" y="168"/>
                    </a:lnTo>
                    <a:lnTo>
                      <a:pt x="8" y="168"/>
                    </a:lnTo>
                    <a:lnTo>
                      <a:pt x="6" y="168"/>
                    </a:lnTo>
                    <a:lnTo>
                      <a:pt x="6" y="172"/>
                    </a:lnTo>
                    <a:lnTo>
                      <a:pt x="4" y="170"/>
                    </a:lnTo>
                    <a:lnTo>
                      <a:pt x="6" y="172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5"/>
                    </a:lnTo>
                    <a:lnTo>
                      <a:pt x="0" y="175"/>
                    </a:lnTo>
                    <a:lnTo>
                      <a:pt x="0" y="179"/>
                    </a:lnTo>
                    <a:close/>
                    <a:moveTo>
                      <a:pt x="32" y="200"/>
                    </a:moveTo>
                    <a:lnTo>
                      <a:pt x="34" y="202"/>
                    </a:lnTo>
                    <a:lnTo>
                      <a:pt x="35" y="205"/>
                    </a:lnTo>
                    <a:lnTo>
                      <a:pt x="34" y="207"/>
                    </a:lnTo>
                    <a:lnTo>
                      <a:pt x="34" y="203"/>
                    </a:lnTo>
                    <a:lnTo>
                      <a:pt x="32" y="202"/>
                    </a:lnTo>
                    <a:lnTo>
                      <a:pt x="32" y="200"/>
                    </a:lnTo>
                    <a:close/>
                    <a:moveTo>
                      <a:pt x="127" y="9"/>
                    </a:moveTo>
                    <a:lnTo>
                      <a:pt x="129" y="8"/>
                    </a:lnTo>
                    <a:lnTo>
                      <a:pt x="129" y="8"/>
                    </a:lnTo>
                    <a:lnTo>
                      <a:pt x="129" y="9"/>
                    </a:lnTo>
                    <a:lnTo>
                      <a:pt x="129" y="11"/>
                    </a:lnTo>
                    <a:lnTo>
                      <a:pt x="127" y="9"/>
                    </a:lnTo>
                    <a:lnTo>
                      <a:pt x="125" y="9"/>
                    </a:lnTo>
                    <a:lnTo>
                      <a:pt x="127" y="9"/>
                    </a:lnTo>
                    <a:close/>
                    <a:moveTo>
                      <a:pt x="123" y="8"/>
                    </a:moveTo>
                    <a:lnTo>
                      <a:pt x="125" y="9"/>
                    </a:lnTo>
                    <a:lnTo>
                      <a:pt x="123" y="9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3" y="13"/>
                    </a:lnTo>
                    <a:lnTo>
                      <a:pt x="123" y="9"/>
                    </a:lnTo>
                    <a:lnTo>
                      <a:pt x="123" y="8"/>
                    </a:lnTo>
                    <a:close/>
                    <a:moveTo>
                      <a:pt x="67" y="146"/>
                    </a:moveTo>
                    <a:lnTo>
                      <a:pt x="69" y="144"/>
                    </a:lnTo>
                    <a:lnTo>
                      <a:pt x="67" y="146"/>
                    </a:lnTo>
                    <a:lnTo>
                      <a:pt x="67" y="146"/>
                    </a:lnTo>
                    <a:close/>
                    <a:moveTo>
                      <a:pt x="21" y="181"/>
                    </a:moveTo>
                    <a:lnTo>
                      <a:pt x="21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2" y="179"/>
                    </a:lnTo>
                    <a:lnTo>
                      <a:pt x="21" y="181"/>
                    </a:lnTo>
                    <a:close/>
                    <a:moveTo>
                      <a:pt x="24" y="187"/>
                    </a:moveTo>
                    <a:lnTo>
                      <a:pt x="24" y="187"/>
                    </a:lnTo>
                    <a:lnTo>
                      <a:pt x="24" y="187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7"/>
                    </a:lnTo>
                    <a:close/>
                    <a:moveTo>
                      <a:pt x="24" y="183"/>
                    </a:moveTo>
                    <a:lnTo>
                      <a:pt x="24" y="183"/>
                    </a:lnTo>
                    <a:lnTo>
                      <a:pt x="24" y="183"/>
                    </a:lnTo>
                    <a:lnTo>
                      <a:pt x="24" y="183"/>
                    </a:lnTo>
                    <a:close/>
                    <a:moveTo>
                      <a:pt x="21" y="172"/>
                    </a:moveTo>
                    <a:lnTo>
                      <a:pt x="21" y="172"/>
                    </a:lnTo>
                    <a:lnTo>
                      <a:pt x="24" y="175"/>
                    </a:lnTo>
                    <a:lnTo>
                      <a:pt x="24" y="177"/>
                    </a:lnTo>
                    <a:lnTo>
                      <a:pt x="24" y="179"/>
                    </a:lnTo>
                    <a:lnTo>
                      <a:pt x="24" y="181"/>
                    </a:lnTo>
                    <a:lnTo>
                      <a:pt x="22" y="179"/>
                    </a:lnTo>
                    <a:lnTo>
                      <a:pt x="24" y="179"/>
                    </a:lnTo>
                    <a:lnTo>
                      <a:pt x="24" y="175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2"/>
                    </a:lnTo>
                    <a:lnTo>
                      <a:pt x="21" y="17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3" name="Freeform 6201">
                <a:extLst>
                  <a:ext uri="{FF2B5EF4-FFF2-40B4-BE49-F238E27FC236}">
                    <a16:creationId xmlns:a16="http://schemas.microsoft.com/office/drawing/2014/main" id="{93E220CE-ACCA-4969-AB69-F4C02EEFA8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349"/>
                <a:ext cx="13" cy="10"/>
              </a:xfrm>
              <a:custGeom>
                <a:avLst/>
                <a:gdLst>
                  <a:gd name="T0" fmla="*/ 13 w 13"/>
                  <a:gd name="T1" fmla="*/ 4 h 10"/>
                  <a:gd name="T2" fmla="*/ 11 w 13"/>
                  <a:gd name="T3" fmla="*/ 2 h 10"/>
                  <a:gd name="T4" fmla="*/ 7 w 13"/>
                  <a:gd name="T5" fmla="*/ 0 h 10"/>
                  <a:gd name="T6" fmla="*/ 2 w 13"/>
                  <a:gd name="T7" fmla="*/ 4 h 10"/>
                  <a:gd name="T8" fmla="*/ 0 w 13"/>
                  <a:gd name="T9" fmla="*/ 6 h 10"/>
                  <a:gd name="T10" fmla="*/ 2 w 13"/>
                  <a:gd name="T11" fmla="*/ 10 h 10"/>
                  <a:gd name="T12" fmla="*/ 4 w 13"/>
                  <a:gd name="T13" fmla="*/ 10 h 10"/>
                  <a:gd name="T14" fmla="*/ 9 w 13"/>
                  <a:gd name="T15" fmla="*/ 10 h 10"/>
                  <a:gd name="T16" fmla="*/ 13 w 13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lnTo>
                      <a:pt x="11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9" y="10"/>
                    </a:lnTo>
                    <a:lnTo>
                      <a:pt x="1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4" name="Freeform 6202">
                <a:extLst>
                  <a:ext uri="{FF2B5EF4-FFF2-40B4-BE49-F238E27FC236}">
                    <a16:creationId xmlns:a16="http://schemas.microsoft.com/office/drawing/2014/main" id="{B470F294-AFD8-4006-82DD-FFA2E884D17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7" y="2329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4 w 8"/>
                  <a:gd name="T3" fmla="*/ 15 h 15"/>
                  <a:gd name="T4" fmla="*/ 6 w 8"/>
                  <a:gd name="T5" fmla="*/ 13 h 15"/>
                  <a:gd name="T6" fmla="*/ 6 w 8"/>
                  <a:gd name="T7" fmla="*/ 9 h 15"/>
                  <a:gd name="T8" fmla="*/ 4 w 8"/>
                  <a:gd name="T9" fmla="*/ 9 h 15"/>
                  <a:gd name="T10" fmla="*/ 6 w 8"/>
                  <a:gd name="T11" fmla="*/ 9 h 15"/>
                  <a:gd name="T12" fmla="*/ 8 w 8"/>
                  <a:gd name="T13" fmla="*/ 5 h 15"/>
                  <a:gd name="T14" fmla="*/ 6 w 8"/>
                  <a:gd name="T15" fmla="*/ 4 h 15"/>
                  <a:gd name="T16" fmla="*/ 6 w 8"/>
                  <a:gd name="T17" fmla="*/ 0 h 15"/>
                  <a:gd name="T18" fmla="*/ 2 w 8"/>
                  <a:gd name="T19" fmla="*/ 2 h 15"/>
                  <a:gd name="T20" fmla="*/ 2 w 8"/>
                  <a:gd name="T21" fmla="*/ 4 h 15"/>
                  <a:gd name="T22" fmla="*/ 2 w 8"/>
                  <a:gd name="T23" fmla="*/ 7 h 15"/>
                  <a:gd name="T24" fmla="*/ 2 w 8"/>
                  <a:gd name="T25" fmla="*/ 9 h 15"/>
                  <a:gd name="T26" fmla="*/ 0 w 8"/>
                  <a:gd name="T27" fmla="*/ 11 h 15"/>
                  <a:gd name="T28" fmla="*/ 0 w 8"/>
                  <a:gd name="T2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lnTo>
                      <a:pt x="4" y="15"/>
                    </a:lnTo>
                    <a:lnTo>
                      <a:pt x="6" y="13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5" name="Freeform 6203">
                <a:extLst>
                  <a:ext uri="{FF2B5EF4-FFF2-40B4-BE49-F238E27FC236}">
                    <a16:creationId xmlns:a16="http://schemas.microsoft.com/office/drawing/2014/main" id="{0C65AA32-3416-47FB-A240-59F4FEA2C2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27" y="3104"/>
                <a:ext cx="24" cy="19"/>
              </a:xfrm>
              <a:custGeom>
                <a:avLst/>
                <a:gdLst>
                  <a:gd name="T0" fmla="*/ 22 w 24"/>
                  <a:gd name="T1" fmla="*/ 8 h 19"/>
                  <a:gd name="T2" fmla="*/ 24 w 24"/>
                  <a:gd name="T3" fmla="*/ 4 h 19"/>
                  <a:gd name="T4" fmla="*/ 24 w 24"/>
                  <a:gd name="T5" fmla="*/ 0 h 19"/>
                  <a:gd name="T6" fmla="*/ 19 w 24"/>
                  <a:gd name="T7" fmla="*/ 6 h 19"/>
                  <a:gd name="T8" fmla="*/ 15 w 24"/>
                  <a:gd name="T9" fmla="*/ 6 h 19"/>
                  <a:gd name="T10" fmla="*/ 13 w 24"/>
                  <a:gd name="T11" fmla="*/ 10 h 19"/>
                  <a:gd name="T12" fmla="*/ 9 w 24"/>
                  <a:gd name="T13" fmla="*/ 8 h 19"/>
                  <a:gd name="T14" fmla="*/ 5 w 24"/>
                  <a:gd name="T15" fmla="*/ 10 h 19"/>
                  <a:gd name="T16" fmla="*/ 2 w 24"/>
                  <a:gd name="T17" fmla="*/ 10 h 19"/>
                  <a:gd name="T18" fmla="*/ 0 w 24"/>
                  <a:gd name="T19" fmla="*/ 15 h 19"/>
                  <a:gd name="T20" fmla="*/ 5 w 24"/>
                  <a:gd name="T21" fmla="*/ 19 h 19"/>
                  <a:gd name="T22" fmla="*/ 5 w 24"/>
                  <a:gd name="T23" fmla="*/ 17 h 19"/>
                  <a:gd name="T24" fmla="*/ 9 w 24"/>
                  <a:gd name="T25" fmla="*/ 17 h 19"/>
                  <a:gd name="T26" fmla="*/ 11 w 24"/>
                  <a:gd name="T27" fmla="*/ 15 h 19"/>
                  <a:gd name="T28" fmla="*/ 11 w 24"/>
                  <a:gd name="T29" fmla="*/ 15 h 19"/>
                  <a:gd name="T30" fmla="*/ 13 w 24"/>
                  <a:gd name="T31" fmla="*/ 17 h 19"/>
                  <a:gd name="T32" fmla="*/ 20 w 24"/>
                  <a:gd name="T33" fmla="*/ 17 h 19"/>
                  <a:gd name="T34" fmla="*/ 24 w 24"/>
                  <a:gd name="T35" fmla="*/ 13 h 19"/>
                  <a:gd name="T36" fmla="*/ 22 w 24"/>
                  <a:gd name="T37" fmla="*/ 10 h 19"/>
                  <a:gd name="T38" fmla="*/ 22 w 24"/>
                  <a:gd name="T3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19">
                    <a:moveTo>
                      <a:pt x="22" y="8"/>
                    </a:moveTo>
                    <a:lnTo>
                      <a:pt x="24" y="4"/>
                    </a:lnTo>
                    <a:lnTo>
                      <a:pt x="24" y="0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9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20" y="17"/>
                    </a:lnTo>
                    <a:lnTo>
                      <a:pt x="24" y="13"/>
                    </a:lnTo>
                    <a:lnTo>
                      <a:pt x="22" y="10"/>
                    </a:lnTo>
                    <a:lnTo>
                      <a:pt x="2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6" name="Freeform 6204">
                <a:extLst>
                  <a:ext uri="{FF2B5EF4-FFF2-40B4-BE49-F238E27FC236}">
                    <a16:creationId xmlns:a16="http://schemas.microsoft.com/office/drawing/2014/main" id="{442714AC-20BC-42F7-B60D-52AD998FCA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08" y="3125"/>
                <a:ext cx="23" cy="17"/>
              </a:xfrm>
              <a:custGeom>
                <a:avLst/>
                <a:gdLst>
                  <a:gd name="T0" fmla="*/ 15 w 23"/>
                  <a:gd name="T1" fmla="*/ 0 h 17"/>
                  <a:gd name="T2" fmla="*/ 8 w 23"/>
                  <a:gd name="T3" fmla="*/ 2 h 17"/>
                  <a:gd name="T4" fmla="*/ 2 w 23"/>
                  <a:gd name="T5" fmla="*/ 6 h 17"/>
                  <a:gd name="T6" fmla="*/ 2 w 23"/>
                  <a:gd name="T7" fmla="*/ 9 h 17"/>
                  <a:gd name="T8" fmla="*/ 0 w 23"/>
                  <a:gd name="T9" fmla="*/ 9 h 17"/>
                  <a:gd name="T10" fmla="*/ 0 w 23"/>
                  <a:gd name="T11" fmla="*/ 15 h 17"/>
                  <a:gd name="T12" fmla="*/ 4 w 23"/>
                  <a:gd name="T13" fmla="*/ 17 h 17"/>
                  <a:gd name="T14" fmla="*/ 11 w 23"/>
                  <a:gd name="T15" fmla="*/ 17 h 17"/>
                  <a:gd name="T16" fmla="*/ 13 w 23"/>
                  <a:gd name="T17" fmla="*/ 17 h 17"/>
                  <a:gd name="T18" fmla="*/ 17 w 23"/>
                  <a:gd name="T19" fmla="*/ 17 h 17"/>
                  <a:gd name="T20" fmla="*/ 23 w 23"/>
                  <a:gd name="T21" fmla="*/ 15 h 17"/>
                  <a:gd name="T22" fmla="*/ 21 w 23"/>
                  <a:gd name="T23" fmla="*/ 6 h 17"/>
                  <a:gd name="T24" fmla="*/ 15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15" y="0"/>
                    </a:moveTo>
                    <a:lnTo>
                      <a:pt x="8" y="2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4" y="17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3" y="15"/>
                    </a:lnTo>
                    <a:lnTo>
                      <a:pt x="21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7" name="Freeform 6205">
                <a:extLst>
                  <a:ext uri="{FF2B5EF4-FFF2-40B4-BE49-F238E27FC236}">
                    <a16:creationId xmlns:a16="http://schemas.microsoft.com/office/drawing/2014/main" id="{232DEE62-583B-4A2B-BE67-0C447F7F0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5" y="3155"/>
                <a:ext cx="3" cy="11"/>
              </a:xfrm>
              <a:custGeom>
                <a:avLst/>
                <a:gdLst>
                  <a:gd name="T0" fmla="*/ 0 w 3"/>
                  <a:gd name="T1" fmla="*/ 5 h 11"/>
                  <a:gd name="T2" fmla="*/ 2 w 3"/>
                  <a:gd name="T3" fmla="*/ 11 h 11"/>
                  <a:gd name="T4" fmla="*/ 3 w 3"/>
                  <a:gd name="T5" fmla="*/ 5 h 11"/>
                  <a:gd name="T6" fmla="*/ 0 w 3"/>
                  <a:gd name="T7" fmla="*/ 0 h 11"/>
                  <a:gd name="T8" fmla="*/ 0 w 3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1">
                    <a:moveTo>
                      <a:pt x="0" y="5"/>
                    </a:moveTo>
                    <a:lnTo>
                      <a:pt x="2" y="11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8" name="Freeform 6206">
                <a:extLst>
                  <a:ext uri="{FF2B5EF4-FFF2-40B4-BE49-F238E27FC236}">
                    <a16:creationId xmlns:a16="http://schemas.microsoft.com/office/drawing/2014/main" id="{68CBEA5B-65CC-430B-8C4C-0D5FEE92EE6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12"/>
                <a:ext cx="7" cy="7"/>
              </a:xfrm>
              <a:custGeom>
                <a:avLst/>
                <a:gdLst>
                  <a:gd name="T0" fmla="*/ 5 w 7"/>
                  <a:gd name="T1" fmla="*/ 4 h 7"/>
                  <a:gd name="T2" fmla="*/ 1 w 7"/>
                  <a:gd name="T3" fmla="*/ 0 h 7"/>
                  <a:gd name="T4" fmla="*/ 0 w 7"/>
                  <a:gd name="T5" fmla="*/ 5 h 7"/>
                  <a:gd name="T6" fmla="*/ 1 w 7"/>
                  <a:gd name="T7" fmla="*/ 7 h 7"/>
                  <a:gd name="T8" fmla="*/ 7 w 7"/>
                  <a:gd name="T9" fmla="*/ 5 h 7"/>
                  <a:gd name="T10" fmla="*/ 5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7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9" name="Freeform 6207">
                <a:extLst>
                  <a:ext uri="{FF2B5EF4-FFF2-40B4-BE49-F238E27FC236}">
                    <a16:creationId xmlns:a16="http://schemas.microsoft.com/office/drawing/2014/main" id="{944E7752-F173-4D36-9545-AE63C152A2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3" y="3078"/>
                <a:ext cx="13" cy="21"/>
              </a:xfrm>
              <a:custGeom>
                <a:avLst/>
                <a:gdLst>
                  <a:gd name="T0" fmla="*/ 1 w 7"/>
                  <a:gd name="T1" fmla="*/ 2 h 11"/>
                  <a:gd name="T2" fmla="*/ 1 w 7"/>
                  <a:gd name="T3" fmla="*/ 2 h 11"/>
                  <a:gd name="T4" fmla="*/ 0 w 7"/>
                  <a:gd name="T5" fmla="*/ 5 h 11"/>
                  <a:gd name="T6" fmla="*/ 1 w 7"/>
                  <a:gd name="T7" fmla="*/ 7 h 11"/>
                  <a:gd name="T8" fmla="*/ 1 w 7"/>
                  <a:gd name="T9" fmla="*/ 9 h 11"/>
                  <a:gd name="T10" fmla="*/ 2 w 7"/>
                  <a:gd name="T11" fmla="*/ 11 h 11"/>
                  <a:gd name="T12" fmla="*/ 4 w 7"/>
                  <a:gd name="T13" fmla="*/ 11 h 11"/>
                  <a:gd name="T14" fmla="*/ 4 w 7"/>
                  <a:gd name="T15" fmla="*/ 10 h 11"/>
                  <a:gd name="T16" fmla="*/ 5 w 7"/>
                  <a:gd name="T17" fmla="*/ 11 h 11"/>
                  <a:gd name="T18" fmla="*/ 7 w 7"/>
                  <a:gd name="T19" fmla="*/ 9 h 11"/>
                  <a:gd name="T20" fmla="*/ 7 w 7"/>
                  <a:gd name="T21" fmla="*/ 7 h 11"/>
                  <a:gd name="T22" fmla="*/ 6 w 7"/>
                  <a:gd name="T23" fmla="*/ 6 h 11"/>
                  <a:gd name="T24" fmla="*/ 6 w 7"/>
                  <a:gd name="T25" fmla="*/ 5 h 11"/>
                  <a:gd name="T26" fmla="*/ 5 w 7"/>
                  <a:gd name="T27" fmla="*/ 3 h 11"/>
                  <a:gd name="T28" fmla="*/ 4 w 7"/>
                  <a:gd name="T29" fmla="*/ 4 h 11"/>
                  <a:gd name="T30" fmla="*/ 4 w 7"/>
                  <a:gd name="T31" fmla="*/ 5 h 11"/>
                  <a:gd name="T32" fmla="*/ 4 w 7"/>
                  <a:gd name="T33" fmla="*/ 6 h 11"/>
                  <a:gd name="T34" fmla="*/ 3 w 7"/>
                  <a:gd name="T35" fmla="*/ 5 h 11"/>
                  <a:gd name="T36" fmla="*/ 3 w 7"/>
                  <a:gd name="T37" fmla="*/ 3 h 11"/>
                  <a:gd name="T38" fmla="*/ 3 w 7"/>
                  <a:gd name="T39" fmla="*/ 3 h 11"/>
                  <a:gd name="T40" fmla="*/ 2 w 7"/>
                  <a:gd name="T41" fmla="*/ 2 h 11"/>
                  <a:gd name="T42" fmla="*/ 3 w 7"/>
                  <a:gd name="T43" fmla="*/ 0 h 11"/>
                  <a:gd name="T44" fmla="*/ 1 w 7"/>
                  <a:gd name="T4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" h="11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0" name="Freeform 6208">
                <a:extLst>
                  <a:ext uri="{FF2B5EF4-FFF2-40B4-BE49-F238E27FC236}">
                    <a16:creationId xmlns:a16="http://schemas.microsoft.com/office/drawing/2014/main" id="{52BB72E8-8C67-4ED6-81CC-F86CC1F4F6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01"/>
                <a:ext cx="18" cy="15"/>
              </a:xfrm>
              <a:custGeom>
                <a:avLst/>
                <a:gdLst>
                  <a:gd name="T0" fmla="*/ 0 w 18"/>
                  <a:gd name="T1" fmla="*/ 2 h 15"/>
                  <a:gd name="T2" fmla="*/ 1 w 18"/>
                  <a:gd name="T3" fmla="*/ 5 h 15"/>
                  <a:gd name="T4" fmla="*/ 3 w 18"/>
                  <a:gd name="T5" fmla="*/ 5 h 15"/>
                  <a:gd name="T6" fmla="*/ 3 w 18"/>
                  <a:gd name="T7" fmla="*/ 5 h 15"/>
                  <a:gd name="T8" fmla="*/ 3 w 18"/>
                  <a:gd name="T9" fmla="*/ 7 h 15"/>
                  <a:gd name="T10" fmla="*/ 1 w 18"/>
                  <a:gd name="T11" fmla="*/ 11 h 15"/>
                  <a:gd name="T12" fmla="*/ 3 w 18"/>
                  <a:gd name="T13" fmla="*/ 15 h 15"/>
                  <a:gd name="T14" fmla="*/ 7 w 18"/>
                  <a:gd name="T15" fmla="*/ 13 h 15"/>
                  <a:gd name="T16" fmla="*/ 13 w 18"/>
                  <a:gd name="T17" fmla="*/ 11 h 15"/>
                  <a:gd name="T18" fmla="*/ 11 w 18"/>
                  <a:gd name="T19" fmla="*/ 11 h 15"/>
                  <a:gd name="T20" fmla="*/ 13 w 18"/>
                  <a:gd name="T21" fmla="*/ 11 h 15"/>
                  <a:gd name="T22" fmla="*/ 14 w 18"/>
                  <a:gd name="T23" fmla="*/ 11 h 15"/>
                  <a:gd name="T24" fmla="*/ 16 w 18"/>
                  <a:gd name="T25" fmla="*/ 11 h 15"/>
                  <a:gd name="T26" fmla="*/ 18 w 18"/>
                  <a:gd name="T27" fmla="*/ 11 h 15"/>
                  <a:gd name="T28" fmla="*/ 18 w 18"/>
                  <a:gd name="T29" fmla="*/ 7 h 15"/>
                  <a:gd name="T30" fmla="*/ 16 w 18"/>
                  <a:gd name="T31" fmla="*/ 5 h 15"/>
                  <a:gd name="T32" fmla="*/ 16 w 18"/>
                  <a:gd name="T33" fmla="*/ 3 h 15"/>
                  <a:gd name="T34" fmla="*/ 11 w 18"/>
                  <a:gd name="T35" fmla="*/ 7 h 15"/>
                  <a:gd name="T36" fmla="*/ 11 w 18"/>
                  <a:gd name="T37" fmla="*/ 9 h 15"/>
                  <a:gd name="T38" fmla="*/ 9 w 18"/>
                  <a:gd name="T39" fmla="*/ 9 h 15"/>
                  <a:gd name="T40" fmla="*/ 7 w 18"/>
                  <a:gd name="T41" fmla="*/ 5 h 15"/>
                  <a:gd name="T42" fmla="*/ 7 w 18"/>
                  <a:gd name="T43" fmla="*/ 2 h 15"/>
                  <a:gd name="T44" fmla="*/ 5 w 18"/>
                  <a:gd name="T45" fmla="*/ 0 h 15"/>
                  <a:gd name="T46" fmla="*/ 1 w 18"/>
                  <a:gd name="T47" fmla="*/ 0 h 15"/>
                  <a:gd name="T48" fmla="*/ 0 w 18"/>
                  <a:gd name="T4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1" name="Freeform 6209">
                <a:extLst>
                  <a:ext uri="{FF2B5EF4-FFF2-40B4-BE49-F238E27FC236}">
                    <a16:creationId xmlns:a16="http://schemas.microsoft.com/office/drawing/2014/main" id="{79329FC3-E51B-4FC1-A5A7-7A9F2DB5F9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1" y="314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3 h 11"/>
                  <a:gd name="T4" fmla="*/ 2 w 6"/>
                  <a:gd name="T5" fmla="*/ 0 h 11"/>
                  <a:gd name="T6" fmla="*/ 0 w 6"/>
                  <a:gd name="T7" fmla="*/ 1 h 11"/>
                  <a:gd name="T8" fmla="*/ 0 w 6"/>
                  <a:gd name="T9" fmla="*/ 5 h 11"/>
                  <a:gd name="T10" fmla="*/ 6 w 6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2" name="Freeform 6210">
                <a:extLst>
                  <a:ext uri="{FF2B5EF4-FFF2-40B4-BE49-F238E27FC236}">
                    <a16:creationId xmlns:a16="http://schemas.microsoft.com/office/drawing/2014/main" id="{7258EB31-E2E6-4DC8-9DB2-B5BC8A4F74A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25"/>
                <a:ext cx="5" cy="9"/>
              </a:xfrm>
              <a:custGeom>
                <a:avLst/>
                <a:gdLst>
                  <a:gd name="T0" fmla="*/ 0 w 5"/>
                  <a:gd name="T1" fmla="*/ 6 h 9"/>
                  <a:gd name="T2" fmla="*/ 1 w 5"/>
                  <a:gd name="T3" fmla="*/ 9 h 9"/>
                  <a:gd name="T4" fmla="*/ 5 w 5"/>
                  <a:gd name="T5" fmla="*/ 7 h 9"/>
                  <a:gd name="T6" fmla="*/ 5 w 5"/>
                  <a:gd name="T7" fmla="*/ 4 h 9"/>
                  <a:gd name="T8" fmla="*/ 3 w 5"/>
                  <a:gd name="T9" fmla="*/ 0 h 9"/>
                  <a:gd name="T10" fmla="*/ 0 w 5"/>
                  <a:gd name="T11" fmla="*/ 4 h 9"/>
                  <a:gd name="T12" fmla="*/ 0 w 5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0" y="6"/>
                    </a:moveTo>
                    <a:lnTo>
                      <a:pt x="1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3" name="Freeform 6211">
                <a:extLst>
                  <a:ext uri="{FF2B5EF4-FFF2-40B4-BE49-F238E27FC236}">
                    <a16:creationId xmlns:a16="http://schemas.microsoft.com/office/drawing/2014/main" id="{5A31F5BD-305D-4AE2-A6ED-4AD49E8D03A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8" y="3086"/>
                <a:ext cx="13" cy="18"/>
              </a:xfrm>
              <a:custGeom>
                <a:avLst/>
                <a:gdLst>
                  <a:gd name="T0" fmla="*/ 3 w 7"/>
                  <a:gd name="T1" fmla="*/ 5 h 10"/>
                  <a:gd name="T2" fmla="*/ 4 w 7"/>
                  <a:gd name="T3" fmla="*/ 6 h 10"/>
                  <a:gd name="T4" fmla="*/ 4 w 7"/>
                  <a:gd name="T5" fmla="*/ 7 h 10"/>
                  <a:gd name="T6" fmla="*/ 4 w 7"/>
                  <a:gd name="T7" fmla="*/ 6 h 10"/>
                  <a:gd name="T8" fmla="*/ 4 w 7"/>
                  <a:gd name="T9" fmla="*/ 7 h 10"/>
                  <a:gd name="T10" fmla="*/ 4 w 7"/>
                  <a:gd name="T11" fmla="*/ 7 h 10"/>
                  <a:gd name="T12" fmla="*/ 5 w 7"/>
                  <a:gd name="T13" fmla="*/ 9 h 10"/>
                  <a:gd name="T14" fmla="*/ 6 w 7"/>
                  <a:gd name="T15" fmla="*/ 10 h 10"/>
                  <a:gd name="T16" fmla="*/ 6 w 7"/>
                  <a:gd name="T17" fmla="*/ 6 h 10"/>
                  <a:gd name="T18" fmla="*/ 6 w 7"/>
                  <a:gd name="T19" fmla="*/ 5 h 10"/>
                  <a:gd name="T20" fmla="*/ 5 w 7"/>
                  <a:gd name="T21" fmla="*/ 5 h 10"/>
                  <a:gd name="T22" fmla="*/ 5 w 7"/>
                  <a:gd name="T23" fmla="*/ 5 h 10"/>
                  <a:gd name="T24" fmla="*/ 7 w 7"/>
                  <a:gd name="T25" fmla="*/ 2 h 10"/>
                  <a:gd name="T26" fmla="*/ 6 w 7"/>
                  <a:gd name="T27" fmla="*/ 0 h 10"/>
                  <a:gd name="T28" fmla="*/ 5 w 7"/>
                  <a:gd name="T29" fmla="*/ 0 h 10"/>
                  <a:gd name="T30" fmla="*/ 5 w 7"/>
                  <a:gd name="T31" fmla="*/ 2 h 10"/>
                  <a:gd name="T32" fmla="*/ 2 w 7"/>
                  <a:gd name="T33" fmla="*/ 3 h 10"/>
                  <a:gd name="T34" fmla="*/ 2 w 7"/>
                  <a:gd name="T35" fmla="*/ 3 h 10"/>
                  <a:gd name="T36" fmla="*/ 2 w 7"/>
                  <a:gd name="T37" fmla="*/ 3 h 10"/>
                  <a:gd name="T38" fmla="*/ 2 w 7"/>
                  <a:gd name="T39" fmla="*/ 3 h 10"/>
                  <a:gd name="T40" fmla="*/ 2 w 7"/>
                  <a:gd name="T41" fmla="*/ 3 h 10"/>
                  <a:gd name="T42" fmla="*/ 1 w 7"/>
                  <a:gd name="T43" fmla="*/ 4 h 10"/>
                  <a:gd name="T44" fmla="*/ 0 w 7"/>
                  <a:gd name="T45" fmla="*/ 5 h 10"/>
                  <a:gd name="T46" fmla="*/ 3 w 7"/>
                  <a:gd name="T47" fmla="*/ 5 h 10"/>
                  <a:gd name="T48" fmla="*/ 4 w 7"/>
                  <a:gd name="T49" fmla="*/ 4 h 10"/>
                  <a:gd name="T50" fmla="*/ 5 w 7"/>
                  <a:gd name="T51" fmla="*/ 3 h 10"/>
                  <a:gd name="T52" fmla="*/ 4 w 7"/>
                  <a:gd name="T53" fmla="*/ 5 h 10"/>
                  <a:gd name="T54" fmla="*/ 4 w 7"/>
                  <a:gd name="T5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4" y="4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4" name="Freeform 6212">
                <a:extLst>
                  <a:ext uri="{FF2B5EF4-FFF2-40B4-BE49-F238E27FC236}">
                    <a16:creationId xmlns:a16="http://schemas.microsoft.com/office/drawing/2014/main" id="{D894E253-0688-4410-9DF2-F29E46D4B4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7" y="2938"/>
                <a:ext cx="44" cy="36"/>
              </a:xfrm>
              <a:custGeom>
                <a:avLst/>
                <a:gdLst>
                  <a:gd name="T0" fmla="*/ 24 w 44"/>
                  <a:gd name="T1" fmla="*/ 25 h 36"/>
                  <a:gd name="T2" fmla="*/ 24 w 44"/>
                  <a:gd name="T3" fmla="*/ 25 h 36"/>
                  <a:gd name="T4" fmla="*/ 28 w 44"/>
                  <a:gd name="T5" fmla="*/ 23 h 36"/>
                  <a:gd name="T6" fmla="*/ 26 w 44"/>
                  <a:gd name="T7" fmla="*/ 25 h 36"/>
                  <a:gd name="T8" fmla="*/ 29 w 44"/>
                  <a:gd name="T9" fmla="*/ 28 h 36"/>
                  <a:gd name="T10" fmla="*/ 33 w 44"/>
                  <a:gd name="T11" fmla="*/ 32 h 36"/>
                  <a:gd name="T12" fmla="*/ 37 w 44"/>
                  <a:gd name="T13" fmla="*/ 34 h 36"/>
                  <a:gd name="T14" fmla="*/ 41 w 44"/>
                  <a:gd name="T15" fmla="*/ 36 h 36"/>
                  <a:gd name="T16" fmla="*/ 44 w 44"/>
                  <a:gd name="T17" fmla="*/ 36 h 36"/>
                  <a:gd name="T18" fmla="*/ 44 w 44"/>
                  <a:gd name="T19" fmla="*/ 32 h 36"/>
                  <a:gd name="T20" fmla="*/ 41 w 44"/>
                  <a:gd name="T21" fmla="*/ 30 h 36"/>
                  <a:gd name="T22" fmla="*/ 39 w 44"/>
                  <a:gd name="T23" fmla="*/ 28 h 36"/>
                  <a:gd name="T24" fmla="*/ 39 w 44"/>
                  <a:gd name="T25" fmla="*/ 27 h 36"/>
                  <a:gd name="T26" fmla="*/ 37 w 44"/>
                  <a:gd name="T27" fmla="*/ 25 h 36"/>
                  <a:gd name="T28" fmla="*/ 31 w 44"/>
                  <a:gd name="T29" fmla="*/ 25 h 36"/>
                  <a:gd name="T30" fmla="*/ 31 w 44"/>
                  <a:gd name="T31" fmla="*/ 23 h 36"/>
                  <a:gd name="T32" fmla="*/ 29 w 44"/>
                  <a:gd name="T33" fmla="*/ 21 h 36"/>
                  <a:gd name="T34" fmla="*/ 29 w 44"/>
                  <a:gd name="T35" fmla="*/ 21 h 36"/>
                  <a:gd name="T36" fmla="*/ 31 w 44"/>
                  <a:gd name="T37" fmla="*/ 15 h 36"/>
                  <a:gd name="T38" fmla="*/ 22 w 44"/>
                  <a:gd name="T39" fmla="*/ 25 h 36"/>
                  <a:gd name="T40" fmla="*/ 22 w 44"/>
                  <a:gd name="T41" fmla="*/ 21 h 36"/>
                  <a:gd name="T42" fmla="*/ 18 w 44"/>
                  <a:gd name="T43" fmla="*/ 17 h 36"/>
                  <a:gd name="T44" fmla="*/ 15 w 44"/>
                  <a:gd name="T45" fmla="*/ 14 h 36"/>
                  <a:gd name="T46" fmla="*/ 11 w 44"/>
                  <a:gd name="T47" fmla="*/ 12 h 36"/>
                  <a:gd name="T48" fmla="*/ 11 w 44"/>
                  <a:gd name="T49" fmla="*/ 10 h 36"/>
                  <a:gd name="T50" fmla="*/ 9 w 44"/>
                  <a:gd name="T51" fmla="*/ 6 h 36"/>
                  <a:gd name="T52" fmla="*/ 3 w 44"/>
                  <a:gd name="T53" fmla="*/ 6 h 36"/>
                  <a:gd name="T54" fmla="*/ 5 w 44"/>
                  <a:gd name="T55" fmla="*/ 4 h 36"/>
                  <a:gd name="T56" fmla="*/ 5 w 44"/>
                  <a:gd name="T57" fmla="*/ 0 h 36"/>
                  <a:gd name="T58" fmla="*/ 2 w 44"/>
                  <a:gd name="T59" fmla="*/ 0 h 36"/>
                  <a:gd name="T60" fmla="*/ 0 w 44"/>
                  <a:gd name="T61" fmla="*/ 2 h 36"/>
                  <a:gd name="T62" fmla="*/ 2 w 44"/>
                  <a:gd name="T63" fmla="*/ 4 h 36"/>
                  <a:gd name="T64" fmla="*/ 2 w 44"/>
                  <a:gd name="T65" fmla="*/ 10 h 36"/>
                  <a:gd name="T66" fmla="*/ 3 w 44"/>
                  <a:gd name="T67" fmla="*/ 6 h 36"/>
                  <a:gd name="T68" fmla="*/ 3 w 44"/>
                  <a:gd name="T69" fmla="*/ 10 h 36"/>
                  <a:gd name="T70" fmla="*/ 3 w 44"/>
                  <a:gd name="T71" fmla="*/ 12 h 36"/>
                  <a:gd name="T72" fmla="*/ 3 w 44"/>
                  <a:gd name="T73" fmla="*/ 17 h 36"/>
                  <a:gd name="T74" fmla="*/ 7 w 44"/>
                  <a:gd name="T75" fmla="*/ 19 h 36"/>
                  <a:gd name="T76" fmla="*/ 9 w 44"/>
                  <a:gd name="T77" fmla="*/ 23 h 36"/>
                  <a:gd name="T78" fmla="*/ 7 w 44"/>
                  <a:gd name="T79" fmla="*/ 25 h 36"/>
                  <a:gd name="T80" fmla="*/ 11 w 44"/>
                  <a:gd name="T81" fmla="*/ 27 h 36"/>
                  <a:gd name="T82" fmla="*/ 13 w 44"/>
                  <a:gd name="T83" fmla="*/ 27 h 36"/>
                  <a:gd name="T84" fmla="*/ 15 w 44"/>
                  <a:gd name="T85" fmla="*/ 28 h 36"/>
                  <a:gd name="T86" fmla="*/ 18 w 44"/>
                  <a:gd name="T87" fmla="*/ 28 h 36"/>
                  <a:gd name="T88" fmla="*/ 20 w 44"/>
                  <a:gd name="T89" fmla="*/ 27 h 36"/>
                  <a:gd name="T90" fmla="*/ 20 w 44"/>
                  <a:gd name="T91" fmla="*/ 27 h 36"/>
                  <a:gd name="T92" fmla="*/ 26 w 44"/>
                  <a:gd name="T93" fmla="*/ 30 h 36"/>
                  <a:gd name="T94" fmla="*/ 24 w 44"/>
                  <a:gd name="T95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4" h="36">
                    <a:moveTo>
                      <a:pt x="24" y="25"/>
                    </a:moveTo>
                    <a:lnTo>
                      <a:pt x="24" y="25"/>
                    </a:lnTo>
                    <a:lnTo>
                      <a:pt x="28" y="23"/>
                    </a:lnTo>
                    <a:lnTo>
                      <a:pt x="26" y="25"/>
                    </a:lnTo>
                    <a:lnTo>
                      <a:pt x="29" y="28"/>
                    </a:lnTo>
                    <a:lnTo>
                      <a:pt x="33" y="32"/>
                    </a:lnTo>
                    <a:lnTo>
                      <a:pt x="37" y="34"/>
                    </a:lnTo>
                    <a:lnTo>
                      <a:pt x="41" y="36"/>
                    </a:lnTo>
                    <a:lnTo>
                      <a:pt x="44" y="36"/>
                    </a:lnTo>
                    <a:lnTo>
                      <a:pt x="44" y="32"/>
                    </a:lnTo>
                    <a:lnTo>
                      <a:pt x="41" y="30"/>
                    </a:lnTo>
                    <a:lnTo>
                      <a:pt x="39" y="28"/>
                    </a:lnTo>
                    <a:lnTo>
                      <a:pt x="39" y="27"/>
                    </a:lnTo>
                    <a:lnTo>
                      <a:pt x="37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1" y="15"/>
                    </a:lnTo>
                    <a:lnTo>
                      <a:pt x="22" y="25"/>
                    </a:lnTo>
                    <a:lnTo>
                      <a:pt x="22" y="21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7" y="19"/>
                    </a:lnTo>
                    <a:lnTo>
                      <a:pt x="9" y="23"/>
                    </a:lnTo>
                    <a:lnTo>
                      <a:pt x="7" y="25"/>
                    </a:lnTo>
                    <a:lnTo>
                      <a:pt x="11" y="27"/>
                    </a:lnTo>
                    <a:lnTo>
                      <a:pt x="13" y="27"/>
                    </a:lnTo>
                    <a:lnTo>
                      <a:pt x="15" y="28"/>
                    </a:lnTo>
                    <a:lnTo>
                      <a:pt x="18" y="28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6" y="30"/>
                    </a:lnTo>
                    <a:lnTo>
                      <a:pt x="24" y="2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5" name="Freeform 6213">
                <a:extLst>
                  <a:ext uri="{FF2B5EF4-FFF2-40B4-BE49-F238E27FC236}">
                    <a16:creationId xmlns:a16="http://schemas.microsoft.com/office/drawing/2014/main" id="{9137CECE-D34F-4C86-9FE9-57DE660B6E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35" y="2974"/>
                <a:ext cx="24" cy="20"/>
              </a:xfrm>
              <a:custGeom>
                <a:avLst/>
                <a:gdLst>
                  <a:gd name="T0" fmla="*/ 14 w 24"/>
                  <a:gd name="T1" fmla="*/ 7 h 20"/>
                  <a:gd name="T2" fmla="*/ 13 w 24"/>
                  <a:gd name="T3" fmla="*/ 6 h 20"/>
                  <a:gd name="T4" fmla="*/ 13 w 24"/>
                  <a:gd name="T5" fmla="*/ 7 h 20"/>
                  <a:gd name="T6" fmla="*/ 13 w 24"/>
                  <a:gd name="T7" fmla="*/ 6 h 20"/>
                  <a:gd name="T8" fmla="*/ 7 w 24"/>
                  <a:gd name="T9" fmla="*/ 4 h 20"/>
                  <a:gd name="T10" fmla="*/ 5 w 24"/>
                  <a:gd name="T11" fmla="*/ 6 h 20"/>
                  <a:gd name="T12" fmla="*/ 5 w 24"/>
                  <a:gd name="T13" fmla="*/ 6 h 20"/>
                  <a:gd name="T14" fmla="*/ 7 w 24"/>
                  <a:gd name="T15" fmla="*/ 4 h 20"/>
                  <a:gd name="T16" fmla="*/ 1 w 24"/>
                  <a:gd name="T17" fmla="*/ 0 h 20"/>
                  <a:gd name="T18" fmla="*/ 0 w 24"/>
                  <a:gd name="T19" fmla="*/ 4 h 20"/>
                  <a:gd name="T20" fmla="*/ 1 w 24"/>
                  <a:gd name="T21" fmla="*/ 6 h 20"/>
                  <a:gd name="T22" fmla="*/ 1 w 24"/>
                  <a:gd name="T23" fmla="*/ 9 h 20"/>
                  <a:gd name="T24" fmla="*/ 5 w 24"/>
                  <a:gd name="T25" fmla="*/ 7 h 20"/>
                  <a:gd name="T26" fmla="*/ 5 w 24"/>
                  <a:gd name="T27" fmla="*/ 6 h 20"/>
                  <a:gd name="T28" fmla="*/ 5 w 24"/>
                  <a:gd name="T29" fmla="*/ 7 h 20"/>
                  <a:gd name="T30" fmla="*/ 5 w 24"/>
                  <a:gd name="T31" fmla="*/ 7 h 20"/>
                  <a:gd name="T32" fmla="*/ 7 w 24"/>
                  <a:gd name="T33" fmla="*/ 9 h 20"/>
                  <a:gd name="T34" fmla="*/ 11 w 24"/>
                  <a:gd name="T35" fmla="*/ 9 h 20"/>
                  <a:gd name="T36" fmla="*/ 9 w 24"/>
                  <a:gd name="T37" fmla="*/ 13 h 20"/>
                  <a:gd name="T38" fmla="*/ 13 w 24"/>
                  <a:gd name="T39" fmla="*/ 13 h 20"/>
                  <a:gd name="T40" fmla="*/ 14 w 24"/>
                  <a:gd name="T41" fmla="*/ 15 h 20"/>
                  <a:gd name="T42" fmla="*/ 11 w 24"/>
                  <a:gd name="T43" fmla="*/ 13 h 20"/>
                  <a:gd name="T44" fmla="*/ 7 w 24"/>
                  <a:gd name="T45" fmla="*/ 15 h 20"/>
                  <a:gd name="T46" fmla="*/ 13 w 24"/>
                  <a:gd name="T47" fmla="*/ 17 h 20"/>
                  <a:gd name="T48" fmla="*/ 14 w 24"/>
                  <a:gd name="T49" fmla="*/ 15 h 20"/>
                  <a:gd name="T50" fmla="*/ 16 w 24"/>
                  <a:gd name="T51" fmla="*/ 15 h 20"/>
                  <a:gd name="T52" fmla="*/ 18 w 24"/>
                  <a:gd name="T53" fmla="*/ 17 h 20"/>
                  <a:gd name="T54" fmla="*/ 18 w 24"/>
                  <a:gd name="T55" fmla="*/ 17 h 20"/>
                  <a:gd name="T56" fmla="*/ 18 w 24"/>
                  <a:gd name="T57" fmla="*/ 20 h 20"/>
                  <a:gd name="T58" fmla="*/ 22 w 24"/>
                  <a:gd name="T59" fmla="*/ 19 h 20"/>
                  <a:gd name="T60" fmla="*/ 24 w 24"/>
                  <a:gd name="T61" fmla="*/ 15 h 20"/>
                  <a:gd name="T62" fmla="*/ 20 w 24"/>
                  <a:gd name="T63" fmla="*/ 15 h 20"/>
                  <a:gd name="T64" fmla="*/ 20 w 24"/>
                  <a:gd name="T65" fmla="*/ 11 h 20"/>
                  <a:gd name="T66" fmla="*/ 18 w 24"/>
                  <a:gd name="T67" fmla="*/ 9 h 20"/>
                  <a:gd name="T68" fmla="*/ 16 w 24"/>
                  <a:gd name="T69" fmla="*/ 9 h 20"/>
                  <a:gd name="T70" fmla="*/ 14 w 24"/>
                  <a:gd name="T71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20">
                    <a:moveTo>
                      <a:pt x="14" y="7"/>
                    </a:moveTo>
                    <a:lnTo>
                      <a:pt x="13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7" y="15"/>
                    </a:lnTo>
                    <a:lnTo>
                      <a:pt x="13" y="17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6" name="Freeform 6214">
                <a:extLst>
                  <a:ext uri="{FF2B5EF4-FFF2-40B4-BE49-F238E27FC236}">
                    <a16:creationId xmlns:a16="http://schemas.microsoft.com/office/drawing/2014/main" id="{1C08102D-3898-40FC-9DA4-35DCA24EC7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7" y="3021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1 h 5"/>
                  <a:gd name="T4" fmla="*/ 6 w 8"/>
                  <a:gd name="T5" fmla="*/ 0 h 5"/>
                  <a:gd name="T6" fmla="*/ 4 w 8"/>
                  <a:gd name="T7" fmla="*/ 0 h 5"/>
                  <a:gd name="T8" fmla="*/ 0 w 8"/>
                  <a:gd name="T9" fmla="*/ 1 h 5"/>
                  <a:gd name="T10" fmla="*/ 2 w 8"/>
                  <a:gd name="T11" fmla="*/ 5 h 5"/>
                  <a:gd name="T12" fmla="*/ 6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7" name="Freeform 6215">
                <a:extLst>
                  <a:ext uri="{FF2B5EF4-FFF2-40B4-BE49-F238E27FC236}">
                    <a16:creationId xmlns:a16="http://schemas.microsoft.com/office/drawing/2014/main" id="{0D1A48F8-1BDF-4103-B7E9-58D645AE24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9" y="2985"/>
                <a:ext cx="16" cy="22"/>
              </a:xfrm>
              <a:custGeom>
                <a:avLst/>
                <a:gdLst>
                  <a:gd name="T0" fmla="*/ 1 w 16"/>
                  <a:gd name="T1" fmla="*/ 4 h 22"/>
                  <a:gd name="T2" fmla="*/ 1 w 16"/>
                  <a:gd name="T3" fmla="*/ 6 h 22"/>
                  <a:gd name="T4" fmla="*/ 3 w 16"/>
                  <a:gd name="T5" fmla="*/ 9 h 22"/>
                  <a:gd name="T6" fmla="*/ 3 w 16"/>
                  <a:gd name="T7" fmla="*/ 13 h 22"/>
                  <a:gd name="T8" fmla="*/ 11 w 16"/>
                  <a:gd name="T9" fmla="*/ 19 h 22"/>
                  <a:gd name="T10" fmla="*/ 13 w 16"/>
                  <a:gd name="T11" fmla="*/ 19 h 22"/>
                  <a:gd name="T12" fmla="*/ 13 w 16"/>
                  <a:gd name="T13" fmla="*/ 21 h 22"/>
                  <a:gd name="T14" fmla="*/ 16 w 16"/>
                  <a:gd name="T15" fmla="*/ 22 h 22"/>
                  <a:gd name="T16" fmla="*/ 16 w 16"/>
                  <a:gd name="T17" fmla="*/ 17 h 22"/>
                  <a:gd name="T18" fmla="*/ 14 w 16"/>
                  <a:gd name="T19" fmla="*/ 15 h 22"/>
                  <a:gd name="T20" fmla="*/ 13 w 16"/>
                  <a:gd name="T21" fmla="*/ 13 h 22"/>
                  <a:gd name="T22" fmla="*/ 11 w 16"/>
                  <a:gd name="T23" fmla="*/ 11 h 22"/>
                  <a:gd name="T24" fmla="*/ 7 w 16"/>
                  <a:gd name="T25" fmla="*/ 8 h 22"/>
                  <a:gd name="T26" fmla="*/ 9 w 16"/>
                  <a:gd name="T27" fmla="*/ 6 h 22"/>
                  <a:gd name="T28" fmla="*/ 5 w 16"/>
                  <a:gd name="T29" fmla="*/ 0 h 22"/>
                  <a:gd name="T30" fmla="*/ 0 w 16"/>
                  <a:gd name="T31" fmla="*/ 0 h 22"/>
                  <a:gd name="T32" fmla="*/ 0 w 16"/>
                  <a:gd name="T33" fmla="*/ 4 h 22"/>
                  <a:gd name="T34" fmla="*/ 1 w 16"/>
                  <a:gd name="T3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lnTo>
                      <a:pt x="1" y="6"/>
                    </a:lnTo>
                    <a:lnTo>
                      <a:pt x="3" y="9"/>
                    </a:lnTo>
                    <a:lnTo>
                      <a:pt x="3" y="13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6" y="22"/>
                    </a:lnTo>
                    <a:lnTo>
                      <a:pt x="16" y="17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8" name="Freeform 6216">
                <a:extLst>
                  <a:ext uri="{FF2B5EF4-FFF2-40B4-BE49-F238E27FC236}">
                    <a16:creationId xmlns:a16="http://schemas.microsoft.com/office/drawing/2014/main" id="{FCEDBA0B-C29A-464E-8717-B9E01D400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59" y="2974"/>
                <a:ext cx="24" cy="19"/>
              </a:xfrm>
              <a:custGeom>
                <a:avLst/>
                <a:gdLst>
                  <a:gd name="T0" fmla="*/ 3 w 13"/>
                  <a:gd name="T1" fmla="*/ 2 h 10"/>
                  <a:gd name="T2" fmla="*/ 7 w 13"/>
                  <a:gd name="T3" fmla="*/ 6 h 10"/>
                  <a:gd name="T4" fmla="*/ 8 w 13"/>
                  <a:gd name="T5" fmla="*/ 7 h 10"/>
                  <a:gd name="T6" fmla="*/ 9 w 13"/>
                  <a:gd name="T7" fmla="*/ 7 h 10"/>
                  <a:gd name="T8" fmla="*/ 9 w 13"/>
                  <a:gd name="T9" fmla="*/ 9 h 10"/>
                  <a:gd name="T10" fmla="*/ 10 w 13"/>
                  <a:gd name="T11" fmla="*/ 8 h 10"/>
                  <a:gd name="T12" fmla="*/ 13 w 13"/>
                  <a:gd name="T13" fmla="*/ 10 h 10"/>
                  <a:gd name="T14" fmla="*/ 11 w 13"/>
                  <a:gd name="T15" fmla="*/ 7 h 10"/>
                  <a:gd name="T16" fmla="*/ 12 w 13"/>
                  <a:gd name="T17" fmla="*/ 6 h 10"/>
                  <a:gd name="T18" fmla="*/ 9 w 13"/>
                  <a:gd name="T19" fmla="*/ 3 h 10"/>
                  <a:gd name="T20" fmla="*/ 7 w 13"/>
                  <a:gd name="T21" fmla="*/ 2 h 10"/>
                  <a:gd name="T22" fmla="*/ 5 w 13"/>
                  <a:gd name="T23" fmla="*/ 0 h 10"/>
                  <a:gd name="T24" fmla="*/ 0 w 13"/>
                  <a:gd name="T25" fmla="*/ 0 h 10"/>
                  <a:gd name="T26" fmla="*/ 1 w 13"/>
                  <a:gd name="T27" fmla="*/ 1 h 10"/>
                  <a:gd name="T28" fmla="*/ 3 w 13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0">
                    <a:moveTo>
                      <a:pt x="3" y="2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3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9" name="Freeform 6217">
                <a:extLst>
                  <a:ext uri="{FF2B5EF4-FFF2-40B4-BE49-F238E27FC236}">
                    <a16:creationId xmlns:a16="http://schemas.microsoft.com/office/drawing/2014/main" id="{672D9B26-BB33-4901-A1D8-EA592FAC68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5" y="2994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0 w 5"/>
                  <a:gd name="T7" fmla="*/ 4 h 6"/>
                  <a:gd name="T8" fmla="*/ 5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0" name="Freeform 6218">
                <a:extLst>
                  <a:ext uri="{FF2B5EF4-FFF2-40B4-BE49-F238E27FC236}">
                    <a16:creationId xmlns:a16="http://schemas.microsoft.com/office/drawing/2014/main" id="{021AB2E6-3CC7-445C-8BDB-DA594C4037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96" y="3013"/>
                <a:ext cx="19" cy="13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0 h 13"/>
                  <a:gd name="T4" fmla="*/ 4 w 19"/>
                  <a:gd name="T5" fmla="*/ 4 h 13"/>
                  <a:gd name="T6" fmla="*/ 4 w 19"/>
                  <a:gd name="T7" fmla="*/ 8 h 13"/>
                  <a:gd name="T8" fmla="*/ 7 w 19"/>
                  <a:gd name="T9" fmla="*/ 9 h 13"/>
                  <a:gd name="T10" fmla="*/ 13 w 19"/>
                  <a:gd name="T11" fmla="*/ 13 h 13"/>
                  <a:gd name="T12" fmla="*/ 19 w 19"/>
                  <a:gd name="T13" fmla="*/ 11 h 13"/>
                  <a:gd name="T14" fmla="*/ 17 w 19"/>
                  <a:gd name="T15" fmla="*/ 9 h 13"/>
                  <a:gd name="T16" fmla="*/ 17 w 19"/>
                  <a:gd name="T17" fmla="*/ 8 h 13"/>
                  <a:gd name="T18" fmla="*/ 15 w 19"/>
                  <a:gd name="T19" fmla="*/ 6 h 13"/>
                  <a:gd name="T20" fmla="*/ 9 w 19"/>
                  <a:gd name="T21" fmla="*/ 4 h 13"/>
                  <a:gd name="T22" fmla="*/ 6 w 1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13" y="13"/>
                    </a:lnTo>
                    <a:lnTo>
                      <a:pt x="19" y="11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9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1" name="Freeform 6219">
                <a:extLst>
                  <a:ext uri="{FF2B5EF4-FFF2-40B4-BE49-F238E27FC236}">
                    <a16:creationId xmlns:a16="http://schemas.microsoft.com/office/drawing/2014/main" id="{B47BE1CF-9C13-4068-A12C-C98C7688FF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6" y="2998"/>
                <a:ext cx="18" cy="13"/>
              </a:xfrm>
              <a:custGeom>
                <a:avLst/>
                <a:gdLst>
                  <a:gd name="T0" fmla="*/ 18 w 18"/>
                  <a:gd name="T1" fmla="*/ 9 h 13"/>
                  <a:gd name="T2" fmla="*/ 18 w 18"/>
                  <a:gd name="T3" fmla="*/ 6 h 13"/>
                  <a:gd name="T4" fmla="*/ 16 w 18"/>
                  <a:gd name="T5" fmla="*/ 6 h 13"/>
                  <a:gd name="T6" fmla="*/ 14 w 18"/>
                  <a:gd name="T7" fmla="*/ 4 h 13"/>
                  <a:gd name="T8" fmla="*/ 9 w 18"/>
                  <a:gd name="T9" fmla="*/ 2 h 13"/>
                  <a:gd name="T10" fmla="*/ 7 w 18"/>
                  <a:gd name="T11" fmla="*/ 2 h 13"/>
                  <a:gd name="T12" fmla="*/ 3 w 18"/>
                  <a:gd name="T13" fmla="*/ 0 h 13"/>
                  <a:gd name="T14" fmla="*/ 1 w 18"/>
                  <a:gd name="T15" fmla="*/ 2 h 13"/>
                  <a:gd name="T16" fmla="*/ 0 w 18"/>
                  <a:gd name="T17" fmla="*/ 6 h 13"/>
                  <a:gd name="T18" fmla="*/ 3 w 18"/>
                  <a:gd name="T19" fmla="*/ 9 h 13"/>
                  <a:gd name="T20" fmla="*/ 7 w 18"/>
                  <a:gd name="T21" fmla="*/ 11 h 13"/>
                  <a:gd name="T22" fmla="*/ 11 w 18"/>
                  <a:gd name="T23" fmla="*/ 11 h 13"/>
                  <a:gd name="T24" fmla="*/ 13 w 18"/>
                  <a:gd name="T25" fmla="*/ 13 h 13"/>
                  <a:gd name="T26" fmla="*/ 16 w 18"/>
                  <a:gd name="T27" fmla="*/ 13 h 13"/>
                  <a:gd name="T28" fmla="*/ 18 w 18"/>
                  <a:gd name="T2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3">
                    <a:moveTo>
                      <a:pt x="18" y="9"/>
                    </a:moveTo>
                    <a:lnTo>
                      <a:pt x="18" y="6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6" y="13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2" name="Freeform 6220">
                <a:extLst>
                  <a:ext uri="{FF2B5EF4-FFF2-40B4-BE49-F238E27FC236}">
                    <a16:creationId xmlns:a16="http://schemas.microsoft.com/office/drawing/2014/main" id="{C20243E7-9FA7-4D89-8ED4-44D6A172A3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9" y="3032"/>
                <a:ext cx="11" cy="5"/>
              </a:xfrm>
              <a:custGeom>
                <a:avLst/>
                <a:gdLst>
                  <a:gd name="T0" fmla="*/ 4 w 11"/>
                  <a:gd name="T1" fmla="*/ 0 h 5"/>
                  <a:gd name="T2" fmla="*/ 0 w 11"/>
                  <a:gd name="T3" fmla="*/ 0 h 5"/>
                  <a:gd name="T4" fmla="*/ 0 w 11"/>
                  <a:gd name="T5" fmla="*/ 3 h 5"/>
                  <a:gd name="T6" fmla="*/ 2 w 11"/>
                  <a:gd name="T7" fmla="*/ 5 h 5"/>
                  <a:gd name="T8" fmla="*/ 4 w 11"/>
                  <a:gd name="T9" fmla="*/ 5 h 5"/>
                  <a:gd name="T10" fmla="*/ 8 w 11"/>
                  <a:gd name="T11" fmla="*/ 5 h 5"/>
                  <a:gd name="T12" fmla="*/ 11 w 11"/>
                  <a:gd name="T13" fmla="*/ 3 h 5"/>
                  <a:gd name="T14" fmla="*/ 8 w 11"/>
                  <a:gd name="T15" fmla="*/ 2 h 5"/>
                  <a:gd name="T16" fmla="*/ 4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3" name="Freeform 6221">
                <a:extLst>
                  <a:ext uri="{FF2B5EF4-FFF2-40B4-BE49-F238E27FC236}">
                    <a16:creationId xmlns:a16="http://schemas.microsoft.com/office/drawing/2014/main" id="{0663306E-41EB-4E59-A335-EE84C85102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3" y="2929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4 w 7"/>
                  <a:gd name="T3" fmla="*/ 0 h 8"/>
                  <a:gd name="T4" fmla="*/ 2 w 7"/>
                  <a:gd name="T5" fmla="*/ 2 h 8"/>
                  <a:gd name="T6" fmla="*/ 0 w 7"/>
                  <a:gd name="T7" fmla="*/ 4 h 8"/>
                  <a:gd name="T8" fmla="*/ 0 w 7"/>
                  <a:gd name="T9" fmla="*/ 6 h 8"/>
                  <a:gd name="T10" fmla="*/ 4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4" name="Freeform 6222">
                <a:extLst>
                  <a:ext uri="{FF2B5EF4-FFF2-40B4-BE49-F238E27FC236}">
                    <a16:creationId xmlns:a16="http://schemas.microsoft.com/office/drawing/2014/main" id="{F82FA059-ABA7-4450-B8F5-5BE3A3B7C626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70" y="2873"/>
                <a:ext cx="292" cy="149"/>
              </a:xfrm>
              <a:custGeom>
                <a:avLst/>
                <a:gdLst>
                  <a:gd name="T0" fmla="*/ 137 w 157"/>
                  <a:gd name="T1" fmla="*/ 65 h 80"/>
                  <a:gd name="T2" fmla="*/ 130 w 157"/>
                  <a:gd name="T3" fmla="*/ 57 h 80"/>
                  <a:gd name="T4" fmla="*/ 131 w 157"/>
                  <a:gd name="T5" fmla="*/ 49 h 80"/>
                  <a:gd name="T6" fmla="*/ 123 w 157"/>
                  <a:gd name="T7" fmla="*/ 41 h 80"/>
                  <a:gd name="T8" fmla="*/ 117 w 157"/>
                  <a:gd name="T9" fmla="*/ 33 h 80"/>
                  <a:gd name="T10" fmla="*/ 108 w 157"/>
                  <a:gd name="T11" fmla="*/ 28 h 80"/>
                  <a:gd name="T12" fmla="*/ 98 w 157"/>
                  <a:gd name="T13" fmla="*/ 23 h 80"/>
                  <a:gd name="T14" fmla="*/ 87 w 157"/>
                  <a:gd name="T15" fmla="*/ 19 h 80"/>
                  <a:gd name="T16" fmla="*/ 81 w 157"/>
                  <a:gd name="T17" fmla="*/ 18 h 80"/>
                  <a:gd name="T18" fmla="*/ 75 w 157"/>
                  <a:gd name="T19" fmla="*/ 15 h 80"/>
                  <a:gd name="T20" fmla="*/ 61 w 157"/>
                  <a:gd name="T21" fmla="*/ 11 h 80"/>
                  <a:gd name="T22" fmla="*/ 52 w 157"/>
                  <a:gd name="T23" fmla="*/ 14 h 80"/>
                  <a:gd name="T24" fmla="*/ 45 w 157"/>
                  <a:gd name="T25" fmla="*/ 17 h 80"/>
                  <a:gd name="T26" fmla="*/ 39 w 157"/>
                  <a:gd name="T27" fmla="*/ 23 h 80"/>
                  <a:gd name="T28" fmla="*/ 35 w 157"/>
                  <a:gd name="T29" fmla="*/ 18 h 80"/>
                  <a:gd name="T30" fmla="*/ 31 w 157"/>
                  <a:gd name="T31" fmla="*/ 11 h 80"/>
                  <a:gd name="T32" fmla="*/ 27 w 157"/>
                  <a:gd name="T33" fmla="*/ 3 h 80"/>
                  <a:gd name="T34" fmla="*/ 11 w 157"/>
                  <a:gd name="T35" fmla="*/ 4 h 80"/>
                  <a:gd name="T36" fmla="*/ 4 w 157"/>
                  <a:gd name="T37" fmla="*/ 4 h 80"/>
                  <a:gd name="T38" fmla="*/ 8 w 157"/>
                  <a:gd name="T39" fmla="*/ 10 h 80"/>
                  <a:gd name="T40" fmla="*/ 13 w 157"/>
                  <a:gd name="T41" fmla="*/ 14 h 80"/>
                  <a:gd name="T42" fmla="*/ 23 w 157"/>
                  <a:gd name="T43" fmla="*/ 16 h 80"/>
                  <a:gd name="T44" fmla="*/ 27 w 157"/>
                  <a:gd name="T45" fmla="*/ 16 h 80"/>
                  <a:gd name="T46" fmla="*/ 19 w 157"/>
                  <a:gd name="T47" fmla="*/ 19 h 80"/>
                  <a:gd name="T48" fmla="*/ 16 w 157"/>
                  <a:gd name="T49" fmla="*/ 21 h 80"/>
                  <a:gd name="T50" fmla="*/ 18 w 157"/>
                  <a:gd name="T51" fmla="*/ 25 h 80"/>
                  <a:gd name="T52" fmla="*/ 26 w 157"/>
                  <a:gd name="T53" fmla="*/ 25 h 80"/>
                  <a:gd name="T54" fmla="*/ 29 w 157"/>
                  <a:gd name="T55" fmla="*/ 27 h 80"/>
                  <a:gd name="T56" fmla="*/ 35 w 157"/>
                  <a:gd name="T57" fmla="*/ 30 h 80"/>
                  <a:gd name="T58" fmla="*/ 51 w 157"/>
                  <a:gd name="T59" fmla="*/ 35 h 80"/>
                  <a:gd name="T60" fmla="*/ 57 w 157"/>
                  <a:gd name="T61" fmla="*/ 39 h 80"/>
                  <a:gd name="T62" fmla="*/ 60 w 157"/>
                  <a:gd name="T63" fmla="*/ 44 h 80"/>
                  <a:gd name="T64" fmla="*/ 64 w 157"/>
                  <a:gd name="T65" fmla="*/ 52 h 80"/>
                  <a:gd name="T66" fmla="*/ 53 w 157"/>
                  <a:gd name="T67" fmla="*/ 61 h 80"/>
                  <a:gd name="T68" fmla="*/ 61 w 157"/>
                  <a:gd name="T69" fmla="*/ 61 h 80"/>
                  <a:gd name="T70" fmla="*/ 68 w 157"/>
                  <a:gd name="T71" fmla="*/ 60 h 80"/>
                  <a:gd name="T72" fmla="*/ 75 w 157"/>
                  <a:gd name="T73" fmla="*/ 64 h 80"/>
                  <a:gd name="T74" fmla="*/ 84 w 157"/>
                  <a:gd name="T75" fmla="*/ 68 h 80"/>
                  <a:gd name="T76" fmla="*/ 96 w 157"/>
                  <a:gd name="T77" fmla="*/ 68 h 80"/>
                  <a:gd name="T78" fmla="*/ 101 w 157"/>
                  <a:gd name="T79" fmla="*/ 65 h 80"/>
                  <a:gd name="T80" fmla="*/ 100 w 157"/>
                  <a:gd name="T81" fmla="*/ 60 h 80"/>
                  <a:gd name="T82" fmla="*/ 104 w 157"/>
                  <a:gd name="T83" fmla="*/ 59 h 80"/>
                  <a:gd name="T84" fmla="*/ 107 w 157"/>
                  <a:gd name="T85" fmla="*/ 57 h 80"/>
                  <a:gd name="T86" fmla="*/ 109 w 157"/>
                  <a:gd name="T87" fmla="*/ 56 h 80"/>
                  <a:gd name="T88" fmla="*/ 116 w 157"/>
                  <a:gd name="T89" fmla="*/ 60 h 80"/>
                  <a:gd name="T90" fmla="*/ 124 w 157"/>
                  <a:gd name="T91" fmla="*/ 68 h 80"/>
                  <a:gd name="T92" fmla="*/ 133 w 157"/>
                  <a:gd name="T93" fmla="*/ 75 h 80"/>
                  <a:gd name="T94" fmla="*/ 144 w 157"/>
                  <a:gd name="T95" fmla="*/ 77 h 80"/>
                  <a:gd name="T96" fmla="*/ 152 w 157"/>
                  <a:gd name="T97" fmla="*/ 78 h 80"/>
                  <a:gd name="T98" fmla="*/ 156 w 157"/>
                  <a:gd name="T99" fmla="*/ 74 h 80"/>
                  <a:gd name="T100" fmla="*/ 154 w 157"/>
                  <a:gd name="T101" fmla="*/ 72 h 80"/>
                  <a:gd name="T102" fmla="*/ 151 w 157"/>
                  <a:gd name="T103" fmla="*/ 69 h 80"/>
                  <a:gd name="T104" fmla="*/ 151 w 157"/>
                  <a:gd name="T105" fmla="*/ 71 h 80"/>
                  <a:gd name="T106" fmla="*/ 153 w 157"/>
                  <a:gd name="T107" fmla="*/ 74 h 80"/>
                  <a:gd name="T108" fmla="*/ 147 w 157"/>
                  <a:gd name="T109" fmla="*/ 73 h 80"/>
                  <a:gd name="T110" fmla="*/ 142 w 157"/>
                  <a:gd name="T111" fmla="*/ 68 h 80"/>
                  <a:gd name="T112" fmla="*/ 96 w 157"/>
                  <a:gd name="T113" fmla="*/ 63 h 80"/>
                  <a:gd name="T114" fmla="*/ 99 w 157"/>
                  <a:gd name="T115" fmla="*/ 61 h 80"/>
                  <a:gd name="T116" fmla="*/ 105 w 157"/>
                  <a:gd name="T117" fmla="*/ 5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80">
                    <a:moveTo>
                      <a:pt x="142" y="67"/>
                    </a:moveTo>
                    <a:cubicBezTo>
                      <a:pt x="141" y="65"/>
                      <a:pt x="141" y="65"/>
                      <a:pt x="141" y="65"/>
                    </a:cubicBezTo>
                    <a:cubicBezTo>
                      <a:pt x="140" y="65"/>
                      <a:pt x="140" y="65"/>
                      <a:pt x="140" y="65"/>
                    </a:cubicBezTo>
                    <a:cubicBezTo>
                      <a:pt x="139" y="66"/>
                      <a:pt x="139" y="66"/>
                      <a:pt x="139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7" y="65"/>
                      <a:pt x="137" y="65"/>
                      <a:pt x="137" y="65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33" y="58"/>
                      <a:pt x="133" y="58"/>
                      <a:pt x="133" y="58"/>
                    </a:cubicBezTo>
                    <a:cubicBezTo>
                      <a:pt x="133" y="57"/>
                      <a:pt x="133" y="57"/>
                      <a:pt x="133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0" y="57"/>
                      <a:pt x="130" y="57"/>
                      <a:pt x="130" y="57"/>
                    </a:cubicBezTo>
                    <a:cubicBezTo>
                      <a:pt x="129" y="55"/>
                      <a:pt x="129" y="55"/>
                      <a:pt x="129" y="55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31" y="49"/>
                      <a:pt x="131" y="49"/>
                      <a:pt x="131" y="49"/>
                    </a:cubicBezTo>
                    <a:cubicBezTo>
                      <a:pt x="132" y="47"/>
                      <a:pt x="132" y="47"/>
                      <a:pt x="132" y="47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28" y="42"/>
                      <a:pt x="128" y="42"/>
                      <a:pt x="128" y="42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6"/>
                      <a:pt x="80" y="16"/>
                      <a:pt x="80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7" y="56"/>
                      <a:pt x="57" y="56"/>
                      <a:pt x="57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2"/>
                      <a:pt x="54" y="62"/>
                    </a:cubicBezTo>
                    <a:cubicBezTo>
                      <a:pt x="55" y="62"/>
                      <a:pt x="56" y="61"/>
                      <a:pt x="57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8" y="68"/>
                      <a:pt x="88" y="68"/>
                      <a:pt x="88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2" y="70"/>
                      <a:pt x="92" y="70"/>
                      <a:pt x="92" y="70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7" y="68"/>
                      <a:pt x="97" y="68"/>
                      <a:pt x="97" y="68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1" y="65"/>
                      <a:pt x="101" y="65"/>
                      <a:pt x="101" y="65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100" y="63"/>
                      <a:pt x="101" y="63"/>
                      <a:pt x="101" y="63"/>
                    </a:cubicBezTo>
                    <a:cubicBezTo>
                      <a:pt x="101" y="63"/>
                      <a:pt x="101" y="63"/>
                      <a:pt x="101" y="63"/>
                    </a:cubicBezTo>
                    <a:cubicBezTo>
                      <a:pt x="102" y="61"/>
                      <a:pt x="102" y="61"/>
                      <a:pt x="102" y="61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1" y="60"/>
                      <a:pt x="101" y="60"/>
                      <a:pt x="101" y="60"/>
                    </a:cubicBezTo>
                    <a:cubicBezTo>
                      <a:pt x="102" y="60"/>
                      <a:pt x="102" y="60"/>
                      <a:pt x="102" y="60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1"/>
                      <a:pt x="118" y="61"/>
                      <a:pt x="118" y="61"/>
                    </a:cubicBezTo>
                    <a:cubicBezTo>
                      <a:pt x="119" y="63"/>
                      <a:pt x="119" y="63"/>
                      <a:pt x="119" y="63"/>
                    </a:cubicBezTo>
                    <a:cubicBezTo>
                      <a:pt x="121" y="66"/>
                      <a:pt x="121" y="66"/>
                      <a:pt x="121" y="66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3" y="67"/>
                      <a:pt x="123" y="67"/>
                      <a:pt x="123" y="67"/>
                    </a:cubicBezTo>
                    <a:cubicBezTo>
                      <a:pt x="124" y="68"/>
                      <a:pt x="124" y="68"/>
                      <a:pt x="124" y="68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7" y="74"/>
                      <a:pt x="127" y="74"/>
                      <a:pt x="127" y="74"/>
                    </a:cubicBezTo>
                    <a:cubicBezTo>
                      <a:pt x="129" y="75"/>
                      <a:pt x="129" y="75"/>
                      <a:pt x="129" y="75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32" y="75"/>
                      <a:pt x="132" y="75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6"/>
                      <a:pt x="134" y="76"/>
                      <a:pt x="134" y="76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8" y="76"/>
                      <a:pt x="138" y="76"/>
                      <a:pt x="138" y="76"/>
                    </a:cubicBezTo>
                    <a:cubicBezTo>
                      <a:pt x="139" y="76"/>
                      <a:pt x="139" y="76"/>
                      <a:pt x="139" y="76"/>
                    </a:cubicBezTo>
                    <a:cubicBezTo>
                      <a:pt x="141" y="76"/>
                      <a:pt x="141" y="76"/>
                      <a:pt x="141" y="76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44" y="77"/>
                      <a:pt x="144" y="77"/>
                      <a:pt x="144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6" y="77"/>
                      <a:pt x="146" y="77"/>
                      <a:pt x="146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1" y="79"/>
                      <a:pt x="151" y="79"/>
                      <a:pt x="151" y="79"/>
                    </a:cubicBezTo>
                    <a:cubicBezTo>
                      <a:pt x="152" y="78"/>
                      <a:pt x="152" y="78"/>
                      <a:pt x="152" y="78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1" y="77"/>
                      <a:pt x="151" y="77"/>
                      <a:pt x="151" y="77"/>
                    </a:cubicBezTo>
                    <a:cubicBezTo>
                      <a:pt x="154" y="75"/>
                      <a:pt x="154" y="75"/>
                      <a:pt x="154" y="75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5"/>
                      <a:pt x="156" y="75"/>
                      <a:pt x="156" y="75"/>
                    </a:cubicBezTo>
                    <a:cubicBezTo>
                      <a:pt x="156" y="74"/>
                      <a:pt x="156" y="74"/>
                      <a:pt x="156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2"/>
                      <a:pt x="157" y="72"/>
                      <a:pt x="157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1"/>
                      <a:pt x="154" y="71"/>
                      <a:pt x="154" y="71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3" y="70"/>
                      <a:pt x="153" y="70"/>
                      <a:pt x="153" y="70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52" y="69"/>
                      <a:pt x="152" y="69"/>
                      <a:pt x="152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0" y="68"/>
                      <a:pt x="150" y="68"/>
                      <a:pt x="150" y="68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48" y="70"/>
                      <a:pt x="148" y="70"/>
                      <a:pt x="148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1"/>
                      <a:pt x="149" y="71"/>
                      <a:pt x="149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5"/>
                      <a:pt x="153" y="75"/>
                      <a:pt x="153" y="75"/>
                    </a:cubicBezTo>
                    <a:cubicBezTo>
                      <a:pt x="150" y="74"/>
                      <a:pt x="150" y="74"/>
                      <a:pt x="150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6" y="72"/>
                      <a:pt x="146" y="72"/>
                      <a:pt x="146" y="72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44" y="70"/>
                      <a:pt x="144" y="70"/>
                      <a:pt x="144" y="70"/>
                    </a:cubicBezTo>
                    <a:cubicBezTo>
                      <a:pt x="142" y="70"/>
                      <a:pt x="142" y="70"/>
                      <a:pt x="142" y="70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2" y="68"/>
                      <a:pt x="142" y="68"/>
                      <a:pt x="142" y="68"/>
                    </a:cubicBezTo>
                    <a:lnTo>
                      <a:pt x="142" y="67"/>
                    </a:lnTo>
                    <a:close/>
                    <a:moveTo>
                      <a:pt x="8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lnTo>
                      <a:pt x="8" y="7"/>
                    </a:lnTo>
                    <a:close/>
                    <a:moveTo>
                      <a:pt x="96" y="63"/>
                    </a:move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2"/>
                      <a:pt x="96" y="62"/>
                    </a:cubicBezTo>
                    <a:lnTo>
                      <a:pt x="96" y="63"/>
                    </a:lnTo>
                    <a:close/>
                    <a:moveTo>
                      <a:pt x="99" y="61"/>
                    </a:move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1"/>
                      <a:pt x="99" y="61"/>
                    </a:cubicBezTo>
                    <a:close/>
                    <a:moveTo>
                      <a:pt x="106" y="55"/>
                    </a:move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6" y="54"/>
                      <a:pt x="106" y="54"/>
                      <a:pt x="106" y="54"/>
                    </a:cubicBezTo>
                    <a:lnTo>
                      <a:pt x="106" y="5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5" name="Freeform 6223">
                <a:extLst>
                  <a:ext uri="{FF2B5EF4-FFF2-40B4-BE49-F238E27FC236}">
                    <a16:creationId xmlns:a16="http://schemas.microsoft.com/office/drawing/2014/main" id="{156E54C5-3846-4F98-83B6-BEC30108E3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7" y="302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6 w 6"/>
                  <a:gd name="T9" fmla="*/ 0 h 6"/>
                  <a:gd name="T10" fmla="*/ 2 w 6"/>
                  <a:gd name="T11" fmla="*/ 0 h 6"/>
                  <a:gd name="T12" fmla="*/ 0 w 6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6" name="Freeform 6224">
                <a:extLst>
                  <a:ext uri="{FF2B5EF4-FFF2-40B4-BE49-F238E27FC236}">
                    <a16:creationId xmlns:a16="http://schemas.microsoft.com/office/drawing/2014/main" id="{3387233A-E571-4BA2-95A7-C6317F78A6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03"/>
                <a:ext cx="34" cy="37"/>
              </a:xfrm>
              <a:custGeom>
                <a:avLst/>
                <a:gdLst>
                  <a:gd name="T0" fmla="*/ 26 w 34"/>
                  <a:gd name="T1" fmla="*/ 15 h 37"/>
                  <a:gd name="T2" fmla="*/ 25 w 34"/>
                  <a:gd name="T3" fmla="*/ 13 h 37"/>
                  <a:gd name="T4" fmla="*/ 23 w 34"/>
                  <a:gd name="T5" fmla="*/ 11 h 37"/>
                  <a:gd name="T6" fmla="*/ 17 w 34"/>
                  <a:gd name="T7" fmla="*/ 11 h 37"/>
                  <a:gd name="T8" fmla="*/ 13 w 34"/>
                  <a:gd name="T9" fmla="*/ 6 h 37"/>
                  <a:gd name="T10" fmla="*/ 8 w 34"/>
                  <a:gd name="T11" fmla="*/ 6 h 37"/>
                  <a:gd name="T12" fmla="*/ 0 w 34"/>
                  <a:gd name="T13" fmla="*/ 0 h 37"/>
                  <a:gd name="T14" fmla="*/ 0 w 34"/>
                  <a:gd name="T15" fmla="*/ 6 h 37"/>
                  <a:gd name="T16" fmla="*/ 2 w 34"/>
                  <a:gd name="T17" fmla="*/ 8 h 37"/>
                  <a:gd name="T18" fmla="*/ 13 w 34"/>
                  <a:gd name="T19" fmla="*/ 13 h 37"/>
                  <a:gd name="T20" fmla="*/ 17 w 34"/>
                  <a:gd name="T21" fmla="*/ 15 h 37"/>
                  <a:gd name="T22" fmla="*/ 21 w 34"/>
                  <a:gd name="T23" fmla="*/ 15 h 37"/>
                  <a:gd name="T24" fmla="*/ 26 w 34"/>
                  <a:gd name="T25" fmla="*/ 21 h 37"/>
                  <a:gd name="T26" fmla="*/ 28 w 34"/>
                  <a:gd name="T27" fmla="*/ 26 h 37"/>
                  <a:gd name="T28" fmla="*/ 26 w 34"/>
                  <a:gd name="T29" fmla="*/ 28 h 37"/>
                  <a:gd name="T30" fmla="*/ 26 w 34"/>
                  <a:gd name="T31" fmla="*/ 32 h 37"/>
                  <a:gd name="T32" fmla="*/ 32 w 34"/>
                  <a:gd name="T33" fmla="*/ 37 h 37"/>
                  <a:gd name="T34" fmla="*/ 34 w 34"/>
                  <a:gd name="T35" fmla="*/ 32 h 37"/>
                  <a:gd name="T36" fmla="*/ 34 w 34"/>
                  <a:gd name="T37" fmla="*/ 28 h 37"/>
                  <a:gd name="T38" fmla="*/ 34 w 34"/>
                  <a:gd name="T39" fmla="*/ 26 h 37"/>
                  <a:gd name="T40" fmla="*/ 32 w 34"/>
                  <a:gd name="T41" fmla="*/ 24 h 37"/>
                  <a:gd name="T42" fmla="*/ 32 w 34"/>
                  <a:gd name="T43" fmla="*/ 19 h 37"/>
                  <a:gd name="T44" fmla="*/ 30 w 34"/>
                  <a:gd name="T45" fmla="*/ 19 h 37"/>
                  <a:gd name="T46" fmla="*/ 26 w 34"/>
                  <a:gd name="T47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7">
                    <a:moveTo>
                      <a:pt x="26" y="15"/>
                    </a:moveTo>
                    <a:lnTo>
                      <a:pt x="25" y="13"/>
                    </a:lnTo>
                    <a:lnTo>
                      <a:pt x="23" y="11"/>
                    </a:lnTo>
                    <a:lnTo>
                      <a:pt x="17" y="11"/>
                    </a:lnTo>
                    <a:lnTo>
                      <a:pt x="13" y="6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13" y="13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6" y="21"/>
                    </a:lnTo>
                    <a:lnTo>
                      <a:pt x="28" y="26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32" y="37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2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7" name="Freeform 6225">
                <a:extLst>
                  <a:ext uri="{FF2B5EF4-FFF2-40B4-BE49-F238E27FC236}">
                    <a16:creationId xmlns:a16="http://schemas.microsoft.com/office/drawing/2014/main" id="{ABFB4BCC-F3C6-4207-9612-6ED77CAC26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7" y="299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7 h 11"/>
                  <a:gd name="T4" fmla="*/ 4 w 9"/>
                  <a:gd name="T5" fmla="*/ 7 h 11"/>
                  <a:gd name="T6" fmla="*/ 9 w 9"/>
                  <a:gd name="T7" fmla="*/ 11 h 11"/>
                  <a:gd name="T8" fmla="*/ 7 w 9"/>
                  <a:gd name="T9" fmla="*/ 5 h 11"/>
                  <a:gd name="T10" fmla="*/ 2 w 9"/>
                  <a:gd name="T11" fmla="*/ 0 h 11"/>
                  <a:gd name="T12" fmla="*/ 0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7" y="5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8" name="Freeform 6226">
                <a:extLst>
                  <a:ext uri="{FF2B5EF4-FFF2-40B4-BE49-F238E27FC236}">
                    <a16:creationId xmlns:a16="http://schemas.microsoft.com/office/drawing/2014/main" id="{03A65EA0-F518-413B-B50A-EB4CD1FEE6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84" y="3030"/>
                <a:ext cx="12" cy="5"/>
              </a:xfrm>
              <a:custGeom>
                <a:avLst/>
                <a:gdLst>
                  <a:gd name="T0" fmla="*/ 12 w 12"/>
                  <a:gd name="T1" fmla="*/ 5 h 5"/>
                  <a:gd name="T2" fmla="*/ 10 w 12"/>
                  <a:gd name="T3" fmla="*/ 2 h 5"/>
                  <a:gd name="T4" fmla="*/ 8 w 12"/>
                  <a:gd name="T5" fmla="*/ 2 h 5"/>
                  <a:gd name="T6" fmla="*/ 4 w 12"/>
                  <a:gd name="T7" fmla="*/ 0 h 5"/>
                  <a:gd name="T8" fmla="*/ 0 w 12"/>
                  <a:gd name="T9" fmla="*/ 0 h 5"/>
                  <a:gd name="T10" fmla="*/ 6 w 12"/>
                  <a:gd name="T11" fmla="*/ 5 h 5"/>
                  <a:gd name="T12" fmla="*/ 8 w 12"/>
                  <a:gd name="T13" fmla="*/ 5 h 5"/>
                  <a:gd name="T14" fmla="*/ 10 w 12"/>
                  <a:gd name="T15" fmla="*/ 5 h 5"/>
                  <a:gd name="T16" fmla="*/ 12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lnTo>
                      <a:pt x="10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9" name="Freeform 6227">
                <a:extLst>
                  <a:ext uri="{FF2B5EF4-FFF2-40B4-BE49-F238E27FC236}">
                    <a16:creationId xmlns:a16="http://schemas.microsoft.com/office/drawing/2014/main" id="{BBE81BD8-1081-4CA2-9B72-55F42713FB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5" y="2903"/>
                <a:ext cx="8" cy="8"/>
              </a:xfrm>
              <a:custGeom>
                <a:avLst/>
                <a:gdLst>
                  <a:gd name="T0" fmla="*/ 0 w 8"/>
                  <a:gd name="T1" fmla="*/ 2 h 8"/>
                  <a:gd name="T2" fmla="*/ 0 w 8"/>
                  <a:gd name="T3" fmla="*/ 6 h 8"/>
                  <a:gd name="T4" fmla="*/ 4 w 8"/>
                  <a:gd name="T5" fmla="*/ 8 h 8"/>
                  <a:gd name="T6" fmla="*/ 8 w 8"/>
                  <a:gd name="T7" fmla="*/ 6 h 8"/>
                  <a:gd name="T8" fmla="*/ 8 w 8"/>
                  <a:gd name="T9" fmla="*/ 2 h 8"/>
                  <a:gd name="T10" fmla="*/ 6 w 8"/>
                  <a:gd name="T11" fmla="*/ 0 h 8"/>
                  <a:gd name="T12" fmla="*/ 0 w 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0" name="Freeform 6228">
                <a:extLst>
                  <a:ext uri="{FF2B5EF4-FFF2-40B4-BE49-F238E27FC236}">
                    <a16:creationId xmlns:a16="http://schemas.microsoft.com/office/drawing/2014/main" id="{DC49409C-74BD-4B0A-A2AA-F00DCC7A6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8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6 h 9"/>
                  <a:gd name="T4" fmla="*/ 6 w 6"/>
                  <a:gd name="T5" fmla="*/ 0 h 9"/>
                  <a:gd name="T6" fmla="*/ 2 w 6"/>
                  <a:gd name="T7" fmla="*/ 2 h 9"/>
                  <a:gd name="T8" fmla="*/ 0 w 6"/>
                  <a:gd name="T9" fmla="*/ 4 h 9"/>
                  <a:gd name="T10" fmla="*/ 2 w 6"/>
                  <a:gd name="T11" fmla="*/ 6 h 9"/>
                  <a:gd name="T12" fmla="*/ 2 w 6"/>
                  <a:gd name="T13" fmla="*/ 6 h 9"/>
                  <a:gd name="T14" fmla="*/ 2 w 6"/>
                  <a:gd name="T15" fmla="*/ 8 h 9"/>
                  <a:gd name="T16" fmla="*/ 2 w 6"/>
                  <a:gd name="T17" fmla="*/ 9 h 9"/>
                  <a:gd name="T18" fmla="*/ 6 w 6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1" name="Freeform 6229">
                <a:extLst>
                  <a:ext uri="{FF2B5EF4-FFF2-40B4-BE49-F238E27FC236}">
                    <a16:creationId xmlns:a16="http://schemas.microsoft.com/office/drawing/2014/main" id="{809EC48B-D79A-412B-80FC-790CE9A828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88" y="2931"/>
                <a:ext cx="5" cy="7"/>
              </a:xfrm>
              <a:custGeom>
                <a:avLst/>
                <a:gdLst>
                  <a:gd name="T0" fmla="*/ 5 w 5"/>
                  <a:gd name="T1" fmla="*/ 6 h 7"/>
                  <a:gd name="T2" fmla="*/ 5 w 5"/>
                  <a:gd name="T3" fmla="*/ 0 h 7"/>
                  <a:gd name="T4" fmla="*/ 0 w 5"/>
                  <a:gd name="T5" fmla="*/ 4 h 7"/>
                  <a:gd name="T6" fmla="*/ 1 w 5"/>
                  <a:gd name="T7" fmla="*/ 7 h 7"/>
                  <a:gd name="T8" fmla="*/ 5 w 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2" name="Freeform 6230">
                <a:extLst>
                  <a:ext uri="{FF2B5EF4-FFF2-40B4-BE49-F238E27FC236}">
                    <a16:creationId xmlns:a16="http://schemas.microsoft.com/office/drawing/2014/main" id="{66C65020-0065-4099-BB52-2A927C40C7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38" y="2884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4 h 8"/>
                  <a:gd name="T4" fmla="*/ 4 w 5"/>
                  <a:gd name="T5" fmla="*/ 0 h 8"/>
                  <a:gd name="T6" fmla="*/ 0 w 5"/>
                  <a:gd name="T7" fmla="*/ 0 h 8"/>
                  <a:gd name="T8" fmla="*/ 0 w 5"/>
                  <a:gd name="T9" fmla="*/ 4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3" name="Freeform 6231">
                <a:extLst>
                  <a:ext uri="{FF2B5EF4-FFF2-40B4-BE49-F238E27FC236}">
                    <a16:creationId xmlns:a16="http://schemas.microsoft.com/office/drawing/2014/main" id="{B60059FC-A364-48C4-AF3A-7647D6079B0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99" y="2896"/>
                <a:ext cx="13" cy="5"/>
              </a:xfrm>
              <a:custGeom>
                <a:avLst/>
                <a:gdLst>
                  <a:gd name="T0" fmla="*/ 5 w 7"/>
                  <a:gd name="T1" fmla="*/ 0 h 3"/>
                  <a:gd name="T2" fmla="*/ 4 w 7"/>
                  <a:gd name="T3" fmla="*/ 0 h 3"/>
                  <a:gd name="T4" fmla="*/ 3 w 7"/>
                  <a:gd name="T5" fmla="*/ 0 h 3"/>
                  <a:gd name="T6" fmla="*/ 2 w 7"/>
                  <a:gd name="T7" fmla="*/ 0 h 3"/>
                  <a:gd name="T8" fmla="*/ 1 w 7"/>
                  <a:gd name="T9" fmla="*/ 0 h 3"/>
                  <a:gd name="T10" fmla="*/ 0 w 7"/>
                  <a:gd name="T11" fmla="*/ 0 h 3"/>
                  <a:gd name="T12" fmla="*/ 0 w 7"/>
                  <a:gd name="T13" fmla="*/ 1 h 3"/>
                  <a:gd name="T14" fmla="*/ 0 w 7"/>
                  <a:gd name="T15" fmla="*/ 1 h 3"/>
                  <a:gd name="T16" fmla="*/ 0 w 7"/>
                  <a:gd name="T17" fmla="*/ 1 h 3"/>
                  <a:gd name="T18" fmla="*/ 0 w 7"/>
                  <a:gd name="T19" fmla="*/ 2 h 3"/>
                  <a:gd name="T20" fmla="*/ 0 w 7"/>
                  <a:gd name="T21" fmla="*/ 2 h 3"/>
                  <a:gd name="T22" fmla="*/ 2 w 7"/>
                  <a:gd name="T23" fmla="*/ 3 h 3"/>
                  <a:gd name="T24" fmla="*/ 2 w 7"/>
                  <a:gd name="T25" fmla="*/ 3 h 3"/>
                  <a:gd name="T26" fmla="*/ 5 w 7"/>
                  <a:gd name="T27" fmla="*/ 3 h 3"/>
                  <a:gd name="T28" fmla="*/ 7 w 7"/>
                  <a:gd name="T29" fmla="*/ 1 h 3"/>
                  <a:gd name="T30" fmla="*/ 5 w 7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1"/>
                      <a:pt x="7" y="1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4" name="Freeform 6232">
                <a:extLst>
                  <a:ext uri="{FF2B5EF4-FFF2-40B4-BE49-F238E27FC236}">
                    <a16:creationId xmlns:a16="http://schemas.microsoft.com/office/drawing/2014/main" id="{F51AABA0-FEEA-4DEB-8AB0-ED18224480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2" y="2944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5 w 7"/>
                  <a:gd name="T3" fmla="*/ 2 h 9"/>
                  <a:gd name="T4" fmla="*/ 3 w 7"/>
                  <a:gd name="T5" fmla="*/ 0 h 9"/>
                  <a:gd name="T6" fmla="*/ 0 w 7"/>
                  <a:gd name="T7" fmla="*/ 4 h 9"/>
                  <a:gd name="T8" fmla="*/ 2 w 7"/>
                  <a:gd name="T9" fmla="*/ 6 h 9"/>
                  <a:gd name="T10" fmla="*/ 5 w 7"/>
                  <a:gd name="T11" fmla="*/ 9 h 9"/>
                  <a:gd name="T12" fmla="*/ 7 w 7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5" name="Freeform 6233">
                <a:extLst>
                  <a:ext uri="{FF2B5EF4-FFF2-40B4-BE49-F238E27FC236}">
                    <a16:creationId xmlns:a16="http://schemas.microsoft.com/office/drawing/2014/main" id="{6EDAA9C4-912B-4834-B591-C68FE1B14A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02" y="2940"/>
                <a:ext cx="6" cy="8"/>
              </a:xfrm>
              <a:custGeom>
                <a:avLst/>
                <a:gdLst>
                  <a:gd name="T0" fmla="*/ 0 w 6"/>
                  <a:gd name="T1" fmla="*/ 4 h 8"/>
                  <a:gd name="T2" fmla="*/ 2 w 6"/>
                  <a:gd name="T3" fmla="*/ 8 h 8"/>
                  <a:gd name="T4" fmla="*/ 6 w 6"/>
                  <a:gd name="T5" fmla="*/ 6 h 8"/>
                  <a:gd name="T6" fmla="*/ 6 w 6"/>
                  <a:gd name="T7" fmla="*/ 2 h 8"/>
                  <a:gd name="T8" fmla="*/ 2 w 6"/>
                  <a:gd name="T9" fmla="*/ 0 h 8"/>
                  <a:gd name="T10" fmla="*/ 0 w 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6" name="Freeform 6234">
                <a:extLst>
                  <a:ext uri="{FF2B5EF4-FFF2-40B4-BE49-F238E27FC236}">
                    <a16:creationId xmlns:a16="http://schemas.microsoft.com/office/drawing/2014/main" id="{13EDEA14-3F7F-4AD3-A6C1-2B332430AC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2925"/>
                <a:ext cx="62" cy="34"/>
              </a:xfrm>
              <a:custGeom>
                <a:avLst/>
                <a:gdLst>
                  <a:gd name="T0" fmla="*/ 56 w 62"/>
                  <a:gd name="T1" fmla="*/ 15 h 34"/>
                  <a:gd name="T2" fmla="*/ 56 w 62"/>
                  <a:gd name="T3" fmla="*/ 15 h 34"/>
                  <a:gd name="T4" fmla="*/ 62 w 62"/>
                  <a:gd name="T5" fmla="*/ 12 h 34"/>
                  <a:gd name="T6" fmla="*/ 58 w 62"/>
                  <a:gd name="T7" fmla="*/ 0 h 34"/>
                  <a:gd name="T8" fmla="*/ 56 w 62"/>
                  <a:gd name="T9" fmla="*/ 4 h 34"/>
                  <a:gd name="T10" fmla="*/ 50 w 62"/>
                  <a:gd name="T11" fmla="*/ 2 h 34"/>
                  <a:gd name="T12" fmla="*/ 49 w 62"/>
                  <a:gd name="T13" fmla="*/ 12 h 34"/>
                  <a:gd name="T14" fmla="*/ 49 w 62"/>
                  <a:gd name="T15" fmla="*/ 13 h 34"/>
                  <a:gd name="T16" fmla="*/ 41 w 62"/>
                  <a:gd name="T17" fmla="*/ 17 h 34"/>
                  <a:gd name="T18" fmla="*/ 39 w 62"/>
                  <a:gd name="T19" fmla="*/ 21 h 34"/>
                  <a:gd name="T20" fmla="*/ 36 w 62"/>
                  <a:gd name="T21" fmla="*/ 21 h 34"/>
                  <a:gd name="T22" fmla="*/ 32 w 62"/>
                  <a:gd name="T23" fmla="*/ 19 h 34"/>
                  <a:gd name="T24" fmla="*/ 30 w 62"/>
                  <a:gd name="T25" fmla="*/ 21 h 34"/>
                  <a:gd name="T26" fmla="*/ 30 w 62"/>
                  <a:gd name="T27" fmla="*/ 17 h 34"/>
                  <a:gd name="T28" fmla="*/ 32 w 62"/>
                  <a:gd name="T29" fmla="*/ 13 h 34"/>
                  <a:gd name="T30" fmla="*/ 26 w 62"/>
                  <a:gd name="T31" fmla="*/ 12 h 34"/>
                  <a:gd name="T32" fmla="*/ 26 w 62"/>
                  <a:gd name="T33" fmla="*/ 15 h 34"/>
                  <a:gd name="T34" fmla="*/ 24 w 62"/>
                  <a:gd name="T35" fmla="*/ 17 h 34"/>
                  <a:gd name="T36" fmla="*/ 23 w 62"/>
                  <a:gd name="T37" fmla="*/ 19 h 34"/>
                  <a:gd name="T38" fmla="*/ 17 w 62"/>
                  <a:gd name="T39" fmla="*/ 21 h 34"/>
                  <a:gd name="T40" fmla="*/ 13 w 62"/>
                  <a:gd name="T41" fmla="*/ 19 h 34"/>
                  <a:gd name="T42" fmla="*/ 8 w 62"/>
                  <a:gd name="T43" fmla="*/ 21 h 34"/>
                  <a:gd name="T44" fmla="*/ 0 w 62"/>
                  <a:gd name="T45" fmla="*/ 23 h 34"/>
                  <a:gd name="T46" fmla="*/ 8 w 62"/>
                  <a:gd name="T47" fmla="*/ 28 h 34"/>
                  <a:gd name="T48" fmla="*/ 11 w 62"/>
                  <a:gd name="T49" fmla="*/ 34 h 34"/>
                  <a:gd name="T50" fmla="*/ 19 w 62"/>
                  <a:gd name="T51" fmla="*/ 32 h 34"/>
                  <a:gd name="T52" fmla="*/ 24 w 62"/>
                  <a:gd name="T53" fmla="*/ 34 h 34"/>
                  <a:gd name="T54" fmla="*/ 34 w 62"/>
                  <a:gd name="T55" fmla="*/ 34 h 34"/>
                  <a:gd name="T56" fmla="*/ 39 w 62"/>
                  <a:gd name="T57" fmla="*/ 34 h 34"/>
                  <a:gd name="T58" fmla="*/ 41 w 62"/>
                  <a:gd name="T59" fmla="*/ 30 h 34"/>
                  <a:gd name="T60" fmla="*/ 50 w 62"/>
                  <a:gd name="T61" fmla="*/ 25 h 34"/>
                  <a:gd name="T62" fmla="*/ 50 w 62"/>
                  <a:gd name="T63" fmla="*/ 23 h 34"/>
                  <a:gd name="T64" fmla="*/ 56 w 62"/>
                  <a:gd name="T65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" h="34">
                    <a:moveTo>
                      <a:pt x="60" y="19"/>
                    </a:moveTo>
                    <a:lnTo>
                      <a:pt x="56" y="15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8" y="15"/>
                    </a:lnTo>
                    <a:lnTo>
                      <a:pt x="62" y="12"/>
                    </a:lnTo>
                    <a:lnTo>
                      <a:pt x="62" y="4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1" y="17"/>
                    </a:lnTo>
                    <a:lnTo>
                      <a:pt x="39" y="19"/>
                    </a:lnTo>
                    <a:lnTo>
                      <a:pt x="39" y="21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8" y="19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2" y="13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4" y="13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4" y="17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4" y="27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1" y="34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1" y="34"/>
                    </a:lnTo>
                    <a:lnTo>
                      <a:pt x="24" y="34"/>
                    </a:lnTo>
                    <a:lnTo>
                      <a:pt x="32" y="34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39" y="34"/>
                    </a:lnTo>
                    <a:lnTo>
                      <a:pt x="41" y="32"/>
                    </a:lnTo>
                    <a:lnTo>
                      <a:pt x="41" y="30"/>
                    </a:lnTo>
                    <a:lnTo>
                      <a:pt x="45" y="30"/>
                    </a:lnTo>
                    <a:lnTo>
                      <a:pt x="50" y="25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2" y="25"/>
                    </a:lnTo>
                    <a:lnTo>
                      <a:pt x="56" y="23"/>
                    </a:lnTo>
                    <a:lnTo>
                      <a:pt x="6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7" name="Freeform 6235">
                <a:extLst>
                  <a:ext uri="{FF2B5EF4-FFF2-40B4-BE49-F238E27FC236}">
                    <a16:creationId xmlns:a16="http://schemas.microsoft.com/office/drawing/2014/main" id="{FAAF5306-409E-4010-8F7D-81D0D062D6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6" y="2590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5 h 5"/>
                  <a:gd name="T4" fmla="*/ 8 w 8"/>
                  <a:gd name="T5" fmla="*/ 4 h 5"/>
                  <a:gd name="T6" fmla="*/ 2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lnTo>
                      <a:pt x="0" y="5"/>
                    </a:lnTo>
                    <a:lnTo>
                      <a:pt x="8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8" name="Freeform 6236">
                <a:extLst>
                  <a:ext uri="{FF2B5EF4-FFF2-40B4-BE49-F238E27FC236}">
                    <a16:creationId xmlns:a16="http://schemas.microsoft.com/office/drawing/2014/main" id="{954418AD-4BDA-47E6-8762-1174BF16AC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7" y="2685"/>
                <a:ext cx="22" cy="39"/>
              </a:xfrm>
              <a:custGeom>
                <a:avLst/>
                <a:gdLst>
                  <a:gd name="T0" fmla="*/ 4 w 22"/>
                  <a:gd name="T1" fmla="*/ 37 h 39"/>
                  <a:gd name="T2" fmla="*/ 7 w 22"/>
                  <a:gd name="T3" fmla="*/ 35 h 39"/>
                  <a:gd name="T4" fmla="*/ 7 w 22"/>
                  <a:gd name="T5" fmla="*/ 35 h 39"/>
                  <a:gd name="T6" fmla="*/ 11 w 22"/>
                  <a:gd name="T7" fmla="*/ 34 h 39"/>
                  <a:gd name="T8" fmla="*/ 9 w 22"/>
                  <a:gd name="T9" fmla="*/ 35 h 39"/>
                  <a:gd name="T10" fmla="*/ 13 w 22"/>
                  <a:gd name="T11" fmla="*/ 39 h 39"/>
                  <a:gd name="T12" fmla="*/ 17 w 22"/>
                  <a:gd name="T13" fmla="*/ 35 h 39"/>
                  <a:gd name="T14" fmla="*/ 17 w 22"/>
                  <a:gd name="T15" fmla="*/ 32 h 39"/>
                  <a:gd name="T16" fmla="*/ 15 w 22"/>
                  <a:gd name="T17" fmla="*/ 32 h 39"/>
                  <a:gd name="T18" fmla="*/ 17 w 22"/>
                  <a:gd name="T19" fmla="*/ 30 h 39"/>
                  <a:gd name="T20" fmla="*/ 18 w 22"/>
                  <a:gd name="T21" fmla="*/ 28 h 39"/>
                  <a:gd name="T22" fmla="*/ 20 w 22"/>
                  <a:gd name="T23" fmla="*/ 24 h 39"/>
                  <a:gd name="T24" fmla="*/ 22 w 22"/>
                  <a:gd name="T25" fmla="*/ 24 h 39"/>
                  <a:gd name="T26" fmla="*/ 22 w 22"/>
                  <a:gd name="T27" fmla="*/ 20 h 39"/>
                  <a:gd name="T28" fmla="*/ 20 w 22"/>
                  <a:gd name="T29" fmla="*/ 17 h 39"/>
                  <a:gd name="T30" fmla="*/ 18 w 22"/>
                  <a:gd name="T31" fmla="*/ 19 h 39"/>
                  <a:gd name="T32" fmla="*/ 17 w 22"/>
                  <a:gd name="T33" fmla="*/ 20 h 39"/>
                  <a:gd name="T34" fmla="*/ 17 w 22"/>
                  <a:gd name="T35" fmla="*/ 19 h 39"/>
                  <a:gd name="T36" fmla="*/ 13 w 22"/>
                  <a:gd name="T37" fmla="*/ 17 h 39"/>
                  <a:gd name="T38" fmla="*/ 11 w 22"/>
                  <a:gd name="T39" fmla="*/ 17 h 39"/>
                  <a:gd name="T40" fmla="*/ 11 w 22"/>
                  <a:gd name="T41" fmla="*/ 17 h 39"/>
                  <a:gd name="T42" fmla="*/ 7 w 22"/>
                  <a:gd name="T43" fmla="*/ 15 h 39"/>
                  <a:gd name="T44" fmla="*/ 5 w 22"/>
                  <a:gd name="T45" fmla="*/ 13 h 39"/>
                  <a:gd name="T46" fmla="*/ 5 w 22"/>
                  <a:gd name="T47" fmla="*/ 13 h 39"/>
                  <a:gd name="T48" fmla="*/ 7 w 22"/>
                  <a:gd name="T49" fmla="*/ 7 h 39"/>
                  <a:gd name="T50" fmla="*/ 7 w 22"/>
                  <a:gd name="T51" fmla="*/ 6 h 39"/>
                  <a:gd name="T52" fmla="*/ 7 w 22"/>
                  <a:gd name="T53" fmla="*/ 0 h 39"/>
                  <a:gd name="T54" fmla="*/ 4 w 22"/>
                  <a:gd name="T55" fmla="*/ 4 h 39"/>
                  <a:gd name="T56" fmla="*/ 4 w 22"/>
                  <a:gd name="T57" fmla="*/ 6 h 39"/>
                  <a:gd name="T58" fmla="*/ 2 w 22"/>
                  <a:gd name="T59" fmla="*/ 9 h 39"/>
                  <a:gd name="T60" fmla="*/ 4 w 22"/>
                  <a:gd name="T61" fmla="*/ 13 h 39"/>
                  <a:gd name="T62" fmla="*/ 2 w 22"/>
                  <a:gd name="T63" fmla="*/ 15 h 39"/>
                  <a:gd name="T64" fmla="*/ 0 w 22"/>
                  <a:gd name="T65" fmla="*/ 17 h 39"/>
                  <a:gd name="T66" fmla="*/ 4 w 22"/>
                  <a:gd name="T67" fmla="*/ 19 h 39"/>
                  <a:gd name="T68" fmla="*/ 4 w 22"/>
                  <a:gd name="T69" fmla="*/ 19 h 39"/>
                  <a:gd name="T70" fmla="*/ 4 w 22"/>
                  <a:gd name="T71" fmla="*/ 20 h 39"/>
                  <a:gd name="T72" fmla="*/ 4 w 22"/>
                  <a:gd name="T73" fmla="*/ 22 h 39"/>
                  <a:gd name="T74" fmla="*/ 4 w 22"/>
                  <a:gd name="T75" fmla="*/ 28 h 39"/>
                  <a:gd name="T76" fmla="*/ 4 w 22"/>
                  <a:gd name="T77" fmla="*/ 32 h 39"/>
                  <a:gd name="T78" fmla="*/ 4 w 22"/>
                  <a:gd name="T7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39">
                    <a:moveTo>
                      <a:pt x="4" y="37"/>
                    </a:moveTo>
                    <a:lnTo>
                      <a:pt x="7" y="35"/>
                    </a:lnTo>
                    <a:lnTo>
                      <a:pt x="7" y="35"/>
                    </a:lnTo>
                    <a:lnTo>
                      <a:pt x="11" y="34"/>
                    </a:lnTo>
                    <a:lnTo>
                      <a:pt x="9" y="35"/>
                    </a:lnTo>
                    <a:lnTo>
                      <a:pt x="13" y="39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5" y="32"/>
                    </a:lnTo>
                    <a:lnTo>
                      <a:pt x="17" y="30"/>
                    </a:lnTo>
                    <a:lnTo>
                      <a:pt x="18" y="28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0" y="17"/>
                    </a:lnTo>
                    <a:lnTo>
                      <a:pt x="18" y="19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4" y="3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9" name="Freeform 6237">
                <a:extLst>
                  <a:ext uri="{FF2B5EF4-FFF2-40B4-BE49-F238E27FC236}">
                    <a16:creationId xmlns:a16="http://schemas.microsoft.com/office/drawing/2014/main" id="{4A4401D6-E6A5-49A5-B380-A801D9940A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691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2 w 6"/>
                  <a:gd name="T3" fmla="*/ 0 h 3"/>
                  <a:gd name="T4" fmla="*/ 0 w 6"/>
                  <a:gd name="T5" fmla="*/ 0 h 3"/>
                  <a:gd name="T6" fmla="*/ 0 w 6"/>
                  <a:gd name="T7" fmla="*/ 3 h 3"/>
                  <a:gd name="T8" fmla="*/ 6 w 6"/>
                  <a:gd name="T9" fmla="*/ 3 h 3"/>
                  <a:gd name="T10" fmla="*/ 6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0" name="Freeform 6238">
                <a:extLst>
                  <a:ext uri="{FF2B5EF4-FFF2-40B4-BE49-F238E27FC236}">
                    <a16:creationId xmlns:a16="http://schemas.microsoft.com/office/drawing/2014/main" id="{4B8037FE-A155-4FAA-B1A8-5E64D7DDA0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709"/>
                <a:ext cx="26" cy="34"/>
              </a:xfrm>
              <a:custGeom>
                <a:avLst/>
                <a:gdLst>
                  <a:gd name="T0" fmla="*/ 19 w 26"/>
                  <a:gd name="T1" fmla="*/ 10 h 34"/>
                  <a:gd name="T2" fmla="*/ 19 w 26"/>
                  <a:gd name="T3" fmla="*/ 6 h 34"/>
                  <a:gd name="T4" fmla="*/ 15 w 26"/>
                  <a:gd name="T5" fmla="*/ 4 h 34"/>
                  <a:gd name="T6" fmla="*/ 13 w 26"/>
                  <a:gd name="T7" fmla="*/ 4 h 34"/>
                  <a:gd name="T8" fmla="*/ 11 w 26"/>
                  <a:gd name="T9" fmla="*/ 4 h 34"/>
                  <a:gd name="T10" fmla="*/ 9 w 26"/>
                  <a:gd name="T11" fmla="*/ 6 h 34"/>
                  <a:gd name="T12" fmla="*/ 9 w 26"/>
                  <a:gd name="T13" fmla="*/ 8 h 34"/>
                  <a:gd name="T14" fmla="*/ 8 w 26"/>
                  <a:gd name="T15" fmla="*/ 11 h 34"/>
                  <a:gd name="T16" fmla="*/ 8 w 26"/>
                  <a:gd name="T17" fmla="*/ 15 h 34"/>
                  <a:gd name="T18" fmla="*/ 6 w 26"/>
                  <a:gd name="T19" fmla="*/ 17 h 34"/>
                  <a:gd name="T20" fmla="*/ 2 w 26"/>
                  <a:gd name="T21" fmla="*/ 19 h 34"/>
                  <a:gd name="T22" fmla="*/ 0 w 26"/>
                  <a:gd name="T23" fmla="*/ 21 h 34"/>
                  <a:gd name="T24" fmla="*/ 2 w 26"/>
                  <a:gd name="T25" fmla="*/ 26 h 34"/>
                  <a:gd name="T26" fmla="*/ 4 w 26"/>
                  <a:gd name="T27" fmla="*/ 26 h 34"/>
                  <a:gd name="T28" fmla="*/ 8 w 26"/>
                  <a:gd name="T29" fmla="*/ 28 h 34"/>
                  <a:gd name="T30" fmla="*/ 9 w 26"/>
                  <a:gd name="T31" fmla="*/ 28 h 34"/>
                  <a:gd name="T32" fmla="*/ 9 w 26"/>
                  <a:gd name="T33" fmla="*/ 32 h 34"/>
                  <a:gd name="T34" fmla="*/ 13 w 26"/>
                  <a:gd name="T35" fmla="*/ 32 h 34"/>
                  <a:gd name="T36" fmla="*/ 15 w 26"/>
                  <a:gd name="T37" fmla="*/ 30 h 34"/>
                  <a:gd name="T38" fmla="*/ 19 w 26"/>
                  <a:gd name="T39" fmla="*/ 34 h 34"/>
                  <a:gd name="T40" fmla="*/ 22 w 26"/>
                  <a:gd name="T41" fmla="*/ 32 h 34"/>
                  <a:gd name="T42" fmla="*/ 22 w 26"/>
                  <a:gd name="T43" fmla="*/ 28 h 34"/>
                  <a:gd name="T44" fmla="*/ 21 w 26"/>
                  <a:gd name="T45" fmla="*/ 28 h 34"/>
                  <a:gd name="T46" fmla="*/ 17 w 26"/>
                  <a:gd name="T47" fmla="*/ 28 h 34"/>
                  <a:gd name="T48" fmla="*/ 17 w 26"/>
                  <a:gd name="T49" fmla="*/ 30 h 34"/>
                  <a:gd name="T50" fmla="*/ 17 w 26"/>
                  <a:gd name="T51" fmla="*/ 28 h 34"/>
                  <a:gd name="T52" fmla="*/ 17 w 26"/>
                  <a:gd name="T53" fmla="*/ 26 h 34"/>
                  <a:gd name="T54" fmla="*/ 19 w 26"/>
                  <a:gd name="T55" fmla="*/ 24 h 34"/>
                  <a:gd name="T56" fmla="*/ 21 w 26"/>
                  <a:gd name="T57" fmla="*/ 17 h 34"/>
                  <a:gd name="T58" fmla="*/ 24 w 26"/>
                  <a:gd name="T59" fmla="*/ 13 h 34"/>
                  <a:gd name="T60" fmla="*/ 24 w 26"/>
                  <a:gd name="T61" fmla="*/ 11 h 34"/>
                  <a:gd name="T62" fmla="*/ 24 w 26"/>
                  <a:gd name="T63" fmla="*/ 8 h 34"/>
                  <a:gd name="T64" fmla="*/ 26 w 26"/>
                  <a:gd name="T65" fmla="*/ 6 h 34"/>
                  <a:gd name="T66" fmla="*/ 26 w 26"/>
                  <a:gd name="T67" fmla="*/ 0 h 34"/>
                  <a:gd name="T68" fmla="*/ 22 w 26"/>
                  <a:gd name="T69" fmla="*/ 0 h 34"/>
                  <a:gd name="T70" fmla="*/ 21 w 26"/>
                  <a:gd name="T71" fmla="*/ 6 h 34"/>
                  <a:gd name="T72" fmla="*/ 19 w 26"/>
                  <a:gd name="T73" fmla="*/ 10 h 34"/>
                  <a:gd name="T74" fmla="*/ 19 w 26"/>
                  <a:gd name="T75" fmla="*/ 13 h 34"/>
                  <a:gd name="T76" fmla="*/ 17 w 26"/>
                  <a:gd name="T77" fmla="*/ 17 h 34"/>
                  <a:gd name="T78" fmla="*/ 15 w 26"/>
                  <a:gd name="T79" fmla="*/ 21 h 34"/>
                  <a:gd name="T80" fmla="*/ 15 w 26"/>
                  <a:gd name="T81" fmla="*/ 23 h 34"/>
                  <a:gd name="T82" fmla="*/ 15 w 26"/>
                  <a:gd name="T83" fmla="*/ 24 h 34"/>
                  <a:gd name="T84" fmla="*/ 15 w 26"/>
                  <a:gd name="T85" fmla="*/ 24 h 34"/>
                  <a:gd name="T86" fmla="*/ 15 w 26"/>
                  <a:gd name="T87" fmla="*/ 19 h 34"/>
                  <a:gd name="T88" fmla="*/ 15 w 26"/>
                  <a:gd name="T89" fmla="*/ 11 h 34"/>
                  <a:gd name="T90" fmla="*/ 19 w 26"/>
                  <a:gd name="T9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34">
                    <a:moveTo>
                      <a:pt x="19" y="10"/>
                    </a:moveTo>
                    <a:lnTo>
                      <a:pt x="19" y="6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9" y="34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9" y="24"/>
                    </a:lnTo>
                    <a:lnTo>
                      <a:pt x="21" y="17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6" y="6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6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9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1" name="Freeform 6239">
                <a:extLst>
                  <a:ext uri="{FF2B5EF4-FFF2-40B4-BE49-F238E27FC236}">
                    <a16:creationId xmlns:a16="http://schemas.microsoft.com/office/drawing/2014/main" id="{8E45C486-A903-4730-A49E-64812865B6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80" y="2705"/>
                <a:ext cx="45" cy="56"/>
              </a:xfrm>
              <a:custGeom>
                <a:avLst/>
                <a:gdLst>
                  <a:gd name="T0" fmla="*/ 0 w 45"/>
                  <a:gd name="T1" fmla="*/ 53 h 56"/>
                  <a:gd name="T2" fmla="*/ 4 w 45"/>
                  <a:gd name="T3" fmla="*/ 56 h 56"/>
                  <a:gd name="T4" fmla="*/ 5 w 45"/>
                  <a:gd name="T5" fmla="*/ 56 h 56"/>
                  <a:gd name="T6" fmla="*/ 5 w 45"/>
                  <a:gd name="T7" fmla="*/ 53 h 56"/>
                  <a:gd name="T8" fmla="*/ 7 w 45"/>
                  <a:gd name="T9" fmla="*/ 51 h 56"/>
                  <a:gd name="T10" fmla="*/ 5 w 45"/>
                  <a:gd name="T11" fmla="*/ 49 h 56"/>
                  <a:gd name="T12" fmla="*/ 7 w 45"/>
                  <a:gd name="T13" fmla="*/ 49 h 56"/>
                  <a:gd name="T14" fmla="*/ 11 w 45"/>
                  <a:gd name="T15" fmla="*/ 51 h 56"/>
                  <a:gd name="T16" fmla="*/ 9 w 45"/>
                  <a:gd name="T17" fmla="*/ 45 h 56"/>
                  <a:gd name="T18" fmla="*/ 7 w 45"/>
                  <a:gd name="T19" fmla="*/ 45 h 56"/>
                  <a:gd name="T20" fmla="*/ 7 w 45"/>
                  <a:gd name="T21" fmla="*/ 45 h 56"/>
                  <a:gd name="T22" fmla="*/ 9 w 45"/>
                  <a:gd name="T23" fmla="*/ 43 h 56"/>
                  <a:gd name="T24" fmla="*/ 11 w 45"/>
                  <a:gd name="T25" fmla="*/ 43 h 56"/>
                  <a:gd name="T26" fmla="*/ 13 w 45"/>
                  <a:gd name="T27" fmla="*/ 41 h 56"/>
                  <a:gd name="T28" fmla="*/ 17 w 45"/>
                  <a:gd name="T29" fmla="*/ 40 h 56"/>
                  <a:gd name="T30" fmla="*/ 18 w 45"/>
                  <a:gd name="T31" fmla="*/ 36 h 56"/>
                  <a:gd name="T32" fmla="*/ 22 w 45"/>
                  <a:gd name="T33" fmla="*/ 34 h 56"/>
                  <a:gd name="T34" fmla="*/ 26 w 45"/>
                  <a:gd name="T35" fmla="*/ 32 h 56"/>
                  <a:gd name="T36" fmla="*/ 26 w 45"/>
                  <a:gd name="T37" fmla="*/ 30 h 56"/>
                  <a:gd name="T38" fmla="*/ 28 w 45"/>
                  <a:gd name="T39" fmla="*/ 28 h 56"/>
                  <a:gd name="T40" fmla="*/ 28 w 45"/>
                  <a:gd name="T41" fmla="*/ 25 h 56"/>
                  <a:gd name="T42" fmla="*/ 28 w 45"/>
                  <a:gd name="T43" fmla="*/ 23 h 56"/>
                  <a:gd name="T44" fmla="*/ 33 w 45"/>
                  <a:gd name="T45" fmla="*/ 23 h 56"/>
                  <a:gd name="T46" fmla="*/ 33 w 45"/>
                  <a:gd name="T47" fmla="*/ 19 h 56"/>
                  <a:gd name="T48" fmla="*/ 35 w 45"/>
                  <a:gd name="T49" fmla="*/ 19 h 56"/>
                  <a:gd name="T50" fmla="*/ 37 w 45"/>
                  <a:gd name="T51" fmla="*/ 17 h 56"/>
                  <a:gd name="T52" fmla="*/ 39 w 45"/>
                  <a:gd name="T53" fmla="*/ 17 h 56"/>
                  <a:gd name="T54" fmla="*/ 41 w 45"/>
                  <a:gd name="T55" fmla="*/ 17 h 56"/>
                  <a:gd name="T56" fmla="*/ 45 w 45"/>
                  <a:gd name="T57" fmla="*/ 17 h 56"/>
                  <a:gd name="T58" fmla="*/ 45 w 45"/>
                  <a:gd name="T59" fmla="*/ 14 h 56"/>
                  <a:gd name="T60" fmla="*/ 43 w 45"/>
                  <a:gd name="T61" fmla="*/ 14 h 56"/>
                  <a:gd name="T62" fmla="*/ 41 w 45"/>
                  <a:gd name="T63" fmla="*/ 10 h 56"/>
                  <a:gd name="T64" fmla="*/ 41 w 45"/>
                  <a:gd name="T65" fmla="*/ 14 h 56"/>
                  <a:gd name="T66" fmla="*/ 39 w 45"/>
                  <a:gd name="T67" fmla="*/ 14 h 56"/>
                  <a:gd name="T68" fmla="*/ 37 w 45"/>
                  <a:gd name="T69" fmla="*/ 12 h 56"/>
                  <a:gd name="T70" fmla="*/ 35 w 45"/>
                  <a:gd name="T71" fmla="*/ 8 h 56"/>
                  <a:gd name="T72" fmla="*/ 35 w 45"/>
                  <a:gd name="T73" fmla="*/ 6 h 56"/>
                  <a:gd name="T74" fmla="*/ 35 w 45"/>
                  <a:gd name="T75" fmla="*/ 0 h 56"/>
                  <a:gd name="T76" fmla="*/ 33 w 45"/>
                  <a:gd name="T77" fmla="*/ 2 h 56"/>
                  <a:gd name="T78" fmla="*/ 31 w 45"/>
                  <a:gd name="T79" fmla="*/ 8 h 56"/>
                  <a:gd name="T80" fmla="*/ 31 w 45"/>
                  <a:gd name="T81" fmla="*/ 10 h 56"/>
                  <a:gd name="T82" fmla="*/ 28 w 45"/>
                  <a:gd name="T83" fmla="*/ 6 h 56"/>
                  <a:gd name="T84" fmla="*/ 31 w 45"/>
                  <a:gd name="T85" fmla="*/ 14 h 56"/>
                  <a:gd name="T86" fmla="*/ 31 w 45"/>
                  <a:gd name="T87" fmla="*/ 14 h 56"/>
                  <a:gd name="T88" fmla="*/ 30 w 45"/>
                  <a:gd name="T89" fmla="*/ 15 h 56"/>
                  <a:gd name="T90" fmla="*/ 28 w 45"/>
                  <a:gd name="T91" fmla="*/ 15 h 56"/>
                  <a:gd name="T92" fmla="*/ 26 w 45"/>
                  <a:gd name="T93" fmla="*/ 19 h 56"/>
                  <a:gd name="T94" fmla="*/ 26 w 45"/>
                  <a:gd name="T95" fmla="*/ 21 h 56"/>
                  <a:gd name="T96" fmla="*/ 22 w 45"/>
                  <a:gd name="T97" fmla="*/ 23 h 56"/>
                  <a:gd name="T98" fmla="*/ 20 w 45"/>
                  <a:gd name="T99" fmla="*/ 28 h 56"/>
                  <a:gd name="T100" fmla="*/ 17 w 45"/>
                  <a:gd name="T101" fmla="*/ 32 h 56"/>
                  <a:gd name="T102" fmla="*/ 13 w 45"/>
                  <a:gd name="T103" fmla="*/ 32 h 56"/>
                  <a:gd name="T104" fmla="*/ 11 w 45"/>
                  <a:gd name="T105" fmla="*/ 36 h 56"/>
                  <a:gd name="T106" fmla="*/ 9 w 45"/>
                  <a:gd name="T107" fmla="*/ 36 h 56"/>
                  <a:gd name="T108" fmla="*/ 5 w 45"/>
                  <a:gd name="T109" fmla="*/ 41 h 56"/>
                  <a:gd name="T110" fmla="*/ 5 w 45"/>
                  <a:gd name="T111" fmla="*/ 43 h 56"/>
                  <a:gd name="T112" fmla="*/ 5 w 45"/>
                  <a:gd name="T113" fmla="*/ 45 h 56"/>
                  <a:gd name="T114" fmla="*/ 2 w 45"/>
                  <a:gd name="T115" fmla="*/ 49 h 56"/>
                  <a:gd name="T116" fmla="*/ 4 w 45"/>
                  <a:gd name="T117" fmla="*/ 49 h 56"/>
                  <a:gd name="T118" fmla="*/ 0 w 45"/>
                  <a:gd name="T119" fmla="*/ 49 h 56"/>
                  <a:gd name="T120" fmla="*/ 0 w 45"/>
                  <a:gd name="T121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" h="56">
                    <a:moveTo>
                      <a:pt x="0" y="53"/>
                    </a:moveTo>
                    <a:lnTo>
                      <a:pt x="4" y="56"/>
                    </a:lnTo>
                    <a:lnTo>
                      <a:pt x="5" y="56"/>
                    </a:lnTo>
                    <a:lnTo>
                      <a:pt x="5" y="53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11" y="51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3" y="41"/>
                    </a:lnTo>
                    <a:lnTo>
                      <a:pt x="17" y="40"/>
                    </a:lnTo>
                    <a:lnTo>
                      <a:pt x="18" y="36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8" y="28"/>
                    </a:lnTo>
                    <a:lnTo>
                      <a:pt x="28" y="25"/>
                    </a:lnTo>
                    <a:lnTo>
                      <a:pt x="28" y="23"/>
                    </a:lnTo>
                    <a:lnTo>
                      <a:pt x="33" y="23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3" y="14"/>
                    </a:lnTo>
                    <a:lnTo>
                      <a:pt x="41" y="10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8" y="15"/>
                    </a:lnTo>
                    <a:lnTo>
                      <a:pt x="26" y="19"/>
                    </a:lnTo>
                    <a:lnTo>
                      <a:pt x="26" y="21"/>
                    </a:lnTo>
                    <a:lnTo>
                      <a:pt x="22" y="23"/>
                    </a:lnTo>
                    <a:lnTo>
                      <a:pt x="20" y="28"/>
                    </a:lnTo>
                    <a:lnTo>
                      <a:pt x="17" y="32"/>
                    </a:lnTo>
                    <a:lnTo>
                      <a:pt x="13" y="32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5" y="41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2" y="49"/>
                    </a:lnTo>
                    <a:lnTo>
                      <a:pt x="4" y="49"/>
                    </a:lnTo>
                    <a:lnTo>
                      <a:pt x="0" y="49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2" name="Freeform 6240">
                <a:extLst>
                  <a:ext uri="{FF2B5EF4-FFF2-40B4-BE49-F238E27FC236}">
                    <a16:creationId xmlns:a16="http://schemas.microsoft.com/office/drawing/2014/main" id="{AAB74FC5-DC73-4CFC-BAD7-FA1107119D1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599"/>
                <a:ext cx="71" cy="103"/>
              </a:xfrm>
              <a:custGeom>
                <a:avLst/>
                <a:gdLst>
                  <a:gd name="T0" fmla="*/ 30 w 71"/>
                  <a:gd name="T1" fmla="*/ 2 h 103"/>
                  <a:gd name="T2" fmla="*/ 25 w 71"/>
                  <a:gd name="T3" fmla="*/ 6 h 103"/>
                  <a:gd name="T4" fmla="*/ 10 w 71"/>
                  <a:gd name="T5" fmla="*/ 2 h 103"/>
                  <a:gd name="T6" fmla="*/ 8 w 71"/>
                  <a:gd name="T7" fmla="*/ 21 h 103"/>
                  <a:gd name="T8" fmla="*/ 6 w 71"/>
                  <a:gd name="T9" fmla="*/ 36 h 103"/>
                  <a:gd name="T10" fmla="*/ 0 w 71"/>
                  <a:gd name="T11" fmla="*/ 39 h 103"/>
                  <a:gd name="T12" fmla="*/ 2 w 71"/>
                  <a:gd name="T13" fmla="*/ 49 h 103"/>
                  <a:gd name="T14" fmla="*/ 8 w 71"/>
                  <a:gd name="T15" fmla="*/ 58 h 103"/>
                  <a:gd name="T16" fmla="*/ 17 w 71"/>
                  <a:gd name="T17" fmla="*/ 62 h 103"/>
                  <a:gd name="T18" fmla="*/ 17 w 71"/>
                  <a:gd name="T19" fmla="*/ 62 h 103"/>
                  <a:gd name="T20" fmla="*/ 17 w 71"/>
                  <a:gd name="T21" fmla="*/ 77 h 103"/>
                  <a:gd name="T22" fmla="*/ 13 w 71"/>
                  <a:gd name="T23" fmla="*/ 80 h 103"/>
                  <a:gd name="T24" fmla="*/ 17 w 71"/>
                  <a:gd name="T25" fmla="*/ 90 h 103"/>
                  <a:gd name="T26" fmla="*/ 26 w 71"/>
                  <a:gd name="T27" fmla="*/ 97 h 103"/>
                  <a:gd name="T28" fmla="*/ 32 w 71"/>
                  <a:gd name="T29" fmla="*/ 90 h 103"/>
                  <a:gd name="T30" fmla="*/ 28 w 71"/>
                  <a:gd name="T31" fmla="*/ 80 h 103"/>
                  <a:gd name="T32" fmla="*/ 26 w 71"/>
                  <a:gd name="T33" fmla="*/ 78 h 103"/>
                  <a:gd name="T34" fmla="*/ 32 w 71"/>
                  <a:gd name="T35" fmla="*/ 71 h 103"/>
                  <a:gd name="T36" fmla="*/ 45 w 71"/>
                  <a:gd name="T37" fmla="*/ 82 h 103"/>
                  <a:gd name="T38" fmla="*/ 45 w 71"/>
                  <a:gd name="T39" fmla="*/ 73 h 103"/>
                  <a:gd name="T40" fmla="*/ 54 w 71"/>
                  <a:gd name="T41" fmla="*/ 80 h 103"/>
                  <a:gd name="T42" fmla="*/ 49 w 71"/>
                  <a:gd name="T43" fmla="*/ 84 h 103"/>
                  <a:gd name="T44" fmla="*/ 52 w 71"/>
                  <a:gd name="T45" fmla="*/ 97 h 103"/>
                  <a:gd name="T46" fmla="*/ 58 w 71"/>
                  <a:gd name="T47" fmla="*/ 97 h 103"/>
                  <a:gd name="T48" fmla="*/ 69 w 71"/>
                  <a:gd name="T49" fmla="*/ 99 h 103"/>
                  <a:gd name="T50" fmla="*/ 64 w 71"/>
                  <a:gd name="T51" fmla="*/ 93 h 103"/>
                  <a:gd name="T52" fmla="*/ 69 w 71"/>
                  <a:gd name="T53" fmla="*/ 86 h 103"/>
                  <a:gd name="T54" fmla="*/ 62 w 71"/>
                  <a:gd name="T55" fmla="*/ 82 h 103"/>
                  <a:gd name="T56" fmla="*/ 60 w 71"/>
                  <a:gd name="T57" fmla="*/ 75 h 103"/>
                  <a:gd name="T58" fmla="*/ 71 w 71"/>
                  <a:gd name="T59" fmla="*/ 77 h 103"/>
                  <a:gd name="T60" fmla="*/ 65 w 71"/>
                  <a:gd name="T61" fmla="*/ 69 h 103"/>
                  <a:gd name="T62" fmla="*/ 64 w 71"/>
                  <a:gd name="T63" fmla="*/ 73 h 103"/>
                  <a:gd name="T64" fmla="*/ 52 w 71"/>
                  <a:gd name="T65" fmla="*/ 69 h 103"/>
                  <a:gd name="T66" fmla="*/ 52 w 71"/>
                  <a:gd name="T67" fmla="*/ 69 h 103"/>
                  <a:gd name="T68" fmla="*/ 38 w 71"/>
                  <a:gd name="T69" fmla="*/ 65 h 103"/>
                  <a:gd name="T70" fmla="*/ 36 w 71"/>
                  <a:gd name="T71" fmla="*/ 60 h 103"/>
                  <a:gd name="T72" fmla="*/ 30 w 71"/>
                  <a:gd name="T73" fmla="*/ 54 h 103"/>
                  <a:gd name="T74" fmla="*/ 32 w 71"/>
                  <a:gd name="T75" fmla="*/ 64 h 103"/>
                  <a:gd name="T76" fmla="*/ 30 w 71"/>
                  <a:gd name="T77" fmla="*/ 64 h 103"/>
                  <a:gd name="T78" fmla="*/ 28 w 71"/>
                  <a:gd name="T79" fmla="*/ 54 h 103"/>
                  <a:gd name="T80" fmla="*/ 28 w 71"/>
                  <a:gd name="T81" fmla="*/ 45 h 103"/>
                  <a:gd name="T82" fmla="*/ 38 w 71"/>
                  <a:gd name="T83" fmla="*/ 37 h 103"/>
                  <a:gd name="T84" fmla="*/ 36 w 71"/>
                  <a:gd name="T85" fmla="*/ 34 h 103"/>
                  <a:gd name="T86" fmla="*/ 38 w 71"/>
                  <a:gd name="T87" fmla="*/ 17 h 103"/>
                  <a:gd name="T88" fmla="*/ 36 w 71"/>
                  <a:gd name="T89" fmla="*/ 8 h 103"/>
                  <a:gd name="T90" fmla="*/ 19 w 71"/>
                  <a:gd name="T91" fmla="*/ 73 h 103"/>
                  <a:gd name="T92" fmla="*/ 56 w 71"/>
                  <a:gd name="T93" fmla="*/ 86 h 103"/>
                  <a:gd name="T94" fmla="*/ 62 w 71"/>
                  <a:gd name="T95" fmla="*/ 90 h 103"/>
                  <a:gd name="T96" fmla="*/ 58 w 71"/>
                  <a:gd name="T97" fmla="*/ 9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03">
                    <a:moveTo>
                      <a:pt x="36" y="8"/>
                    </a:moveTo>
                    <a:lnTo>
                      <a:pt x="36" y="4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6" y="11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2" y="49"/>
                    </a:lnTo>
                    <a:lnTo>
                      <a:pt x="4" y="52"/>
                    </a:lnTo>
                    <a:lnTo>
                      <a:pt x="4" y="58"/>
                    </a:lnTo>
                    <a:lnTo>
                      <a:pt x="8" y="60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5"/>
                    </a:lnTo>
                    <a:lnTo>
                      <a:pt x="15" y="65"/>
                    </a:lnTo>
                    <a:lnTo>
                      <a:pt x="17" y="62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1"/>
                    </a:lnTo>
                    <a:lnTo>
                      <a:pt x="17" y="77"/>
                    </a:lnTo>
                    <a:lnTo>
                      <a:pt x="15" y="75"/>
                    </a:lnTo>
                    <a:lnTo>
                      <a:pt x="12" y="77"/>
                    </a:lnTo>
                    <a:lnTo>
                      <a:pt x="12" y="80"/>
                    </a:lnTo>
                    <a:lnTo>
                      <a:pt x="13" y="80"/>
                    </a:lnTo>
                    <a:lnTo>
                      <a:pt x="15" y="82"/>
                    </a:lnTo>
                    <a:lnTo>
                      <a:pt x="17" y="84"/>
                    </a:lnTo>
                    <a:lnTo>
                      <a:pt x="17" y="86"/>
                    </a:lnTo>
                    <a:lnTo>
                      <a:pt x="17" y="90"/>
                    </a:lnTo>
                    <a:lnTo>
                      <a:pt x="21" y="92"/>
                    </a:lnTo>
                    <a:lnTo>
                      <a:pt x="21" y="93"/>
                    </a:lnTo>
                    <a:lnTo>
                      <a:pt x="23" y="97"/>
                    </a:lnTo>
                    <a:lnTo>
                      <a:pt x="26" y="97"/>
                    </a:lnTo>
                    <a:lnTo>
                      <a:pt x="30" y="95"/>
                    </a:lnTo>
                    <a:lnTo>
                      <a:pt x="30" y="93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8" y="80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78"/>
                    </a:lnTo>
                    <a:lnTo>
                      <a:pt x="30" y="75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1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41" y="78"/>
                    </a:lnTo>
                    <a:lnTo>
                      <a:pt x="45" y="82"/>
                    </a:lnTo>
                    <a:lnTo>
                      <a:pt x="47" y="82"/>
                    </a:lnTo>
                    <a:lnTo>
                      <a:pt x="47" y="77"/>
                    </a:lnTo>
                    <a:lnTo>
                      <a:pt x="43" y="73"/>
                    </a:lnTo>
                    <a:lnTo>
                      <a:pt x="45" y="73"/>
                    </a:lnTo>
                    <a:lnTo>
                      <a:pt x="47" y="75"/>
                    </a:lnTo>
                    <a:lnTo>
                      <a:pt x="49" y="77"/>
                    </a:lnTo>
                    <a:lnTo>
                      <a:pt x="52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2" y="80"/>
                    </a:lnTo>
                    <a:lnTo>
                      <a:pt x="49" y="82"/>
                    </a:lnTo>
                    <a:lnTo>
                      <a:pt x="49" y="84"/>
                    </a:lnTo>
                    <a:lnTo>
                      <a:pt x="54" y="90"/>
                    </a:lnTo>
                    <a:lnTo>
                      <a:pt x="54" y="93"/>
                    </a:lnTo>
                    <a:lnTo>
                      <a:pt x="54" y="95"/>
                    </a:lnTo>
                    <a:lnTo>
                      <a:pt x="52" y="97"/>
                    </a:lnTo>
                    <a:lnTo>
                      <a:pt x="52" y="99"/>
                    </a:lnTo>
                    <a:lnTo>
                      <a:pt x="54" y="103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62" y="101"/>
                    </a:lnTo>
                    <a:lnTo>
                      <a:pt x="65" y="103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7" y="97"/>
                    </a:lnTo>
                    <a:lnTo>
                      <a:pt x="64" y="95"/>
                    </a:lnTo>
                    <a:lnTo>
                      <a:pt x="65" y="95"/>
                    </a:lnTo>
                    <a:lnTo>
                      <a:pt x="64" y="93"/>
                    </a:lnTo>
                    <a:lnTo>
                      <a:pt x="67" y="93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6"/>
                    </a:lnTo>
                    <a:lnTo>
                      <a:pt x="67" y="84"/>
                    </a:lnTo>
                    <a:lnTo>
                      <a:pt x="65" y="84"/>
                    </a:lnTo>
                    <a:lnTo>
                      <a:pt x="64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0" y="77"/>
                    </a:lnTo>
                    <a:lnTo>
                      <a:pt x="60" y="75"/>
                    </a:lnTo>
                    <a:lnTo>
                      <a:pt x="60" y="75"/>
                    </a:lnTo>
                    <a:lnTo>
                      <a:pt x="60" y="77"/>
                    </a:lnTo>
                    <a:lnTo>
                      <a:pt x="64" y="75"/>
                    </a:lnTo>
                    <a:lnTo>
                      <a:pt x="65" y="78"/>
                    </a:lnTo>
                    <a:lnTo>
                      <a:pt x="71" y="77"/>
                    </a:lnTo>
                    <a:lnTo>
                      <a:pt x="71" y="73"/>
                    </a:lnTo>
                    <a:lnTo>
                      <a:pt x="71" y="69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5" y="73"/>
                    </a:lnTo>
                    <a:lnTo>
                      <a:pt x="65" y="75"/>
                    </a:lnTo>
                    <a:lnTo>
                      <a:pt x="64" y="75"/>
                    </a:lnTo>
                    <a:lnTo>
                      <a:pt x="64" y="73"/>
                    </a:lnTo>
                    <a:lnTo>
                      <a:pt x="60" y="71"/>
                    </a:lnTo>
                    <a:lnTo>
                      <a:pt x="56" y="71"/>
                    </a:lnTo>
                    <a:lnTo>
                      <a:pt x="54" y="67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2" y="73"/>
                    </a:lnTo>
                    <a:lnTo>
                      <a:pt x="52" y="71"/>
                    </a:lnTo>
                    <a:lnTo>
                      <a:pt x="52" y="69"/>
                    </a:lnTo>
                    <a:lnTo>
                      <a:pt x="51" y="65"/>
                    </a:lnTo>
                    <a:lnTo>
                      <a:pt x="45" y="62"/>
                    </a:lnTo>
                    <a:lnTo>
                      <a:pt x="41" y="64"/>
                    </a:lnTo>
                    <a:lnTo>
                      <a:pt x="38" y="65"/>
                    </a:lnTo>
                    <a:lnTo>
                      <a:pt x="38" y="67"/>
                    </a:lnTo>
                    <a:lnTo>
                      <a:pt x="38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8" y="56"/>
                    </a:lnTo>
                    <a:lnTo>
                      <a:pt x="39" y="54"/>
                    </a:lnTo>
                    <a:lnTo>
                      <a:pt x="36" y="52"/>
                    </a:lnTo>
                    <a:lnTo>
                      <a:pt x="30" y="54"/>
                    </a:lnTo>
                    <a:lnTo>
                      <a:pt x="32" y="58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32" y="65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0" y="58"/>
                    </a:lnTo>
                    <a:lnTo>
                      <a:pt x="28" y="54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8" y="49"/>
                    </a:lnTo>
                    <a:lnTo>
                      <a:pt x="28" y="45"/>
                    </a:lnTo>
                    <a:lnTo>
                      <a:pt x="30" y="43"/>
                    </a:lnTo>
                    <a:lnTo>
                      <a:pt x="32" y="39"/>
                    </a:lnTo>
                    <a:lnTo>
                      <a:pt x="32" y="43"/>
                    </a:lnTo>
                    <a:lnTo>
                      <a:pt x="38" y="37"/>
                    </a:lnTo>
                    <a:lnTo>
                      <a:pt x="36" y="36"/>
                    </a:lnTo>
                    <a:lnTo>
                      <a:pt x="38" y="34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9" y="23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6" y="17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8"/>
                    </a:lnTo>
                    <a:close/>
                    <a:moveTo>
                      <a:pt x="17" y="77"/>
                    </a:moveTo>
                    <a:lnTo>
                      <a:pt x="19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7"/>
                    </a:lnTo>
                    <a:close/>
                    <a:moveTo>
                      <a:pt x="56" y="88"/>
                    </a:moveTo>
                    <a:lnTo>
                      <a:pt x="54" y="84"/>
                    </a:lnTo>
                    <a:lnTo>
                      <a:pt x="56" y="86"/>
                    </a:lnTo>
                    <a:lnTo>
                      <a:pt x="60" y="90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56" y="88"/>
                    </a:lnTo>
                    <a:lnTo>
                      <a:pt x="60" y="92"/>
                    </a:lnTo>
                    <a:lnTo>
                      <a:pt x="58" y="92"/>
                    </a:lnTo>
                    <a:lnTo>
                      <a:pt x="58" y="92"/>
                    </a:lnTo>
                    <a:lnTo>
                      <a:pt x="54" y="90"/>
                    </a:lnTo>
                    <a:lnTo>
                      <a:pt x="56" y="8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3" name="Freeform 6241">
                <a:extLst>
                  <a:ext uri="{FF2B5EF4-FFF2-40B4-BE49-F238E27FC236}">
                    <a16:creationId xmlns:a16="http://schemas.microsoft.com/office/drawing/2014/main" id="{62DC5BC0-9D2D-4228-B839-A3A7F7902D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7" y="2724"/>
                <a:ext cx="13" cy="9"/>
              </a:xfrm>
              <a:custGeom>
                <a:avLst/>
                <a:gdLst>
                  <a:gd name="T0" fmla="*/ 7 w 13"/>
                  <a:gd name="T1" fmla="*/ 9 h 9"/>
                  <a:gd name="T2" fmla="*/ 11 w 13"/>
                  <a:gd name="T3" fmla="*/ 8 h 9"/>
                  <a:gd name="T4" fmla="*/ 13 w 13"/>
                  <a:gd name="T5" fmla="*/ 6 h 9"/>
                  <a:gd name="T6" fmla="*/ 13 w 13"/>
                  <a:gd name="T7" fmla="*/ 2 h 9"/>
                  <a:gd name="T8" fmla="*/ 11 w 13"/>
                  <a:gd name="T9" fmla="*/ 0 h 9"/>
                  <a:gd name="T10" fmla="*/ 7 w 13"/>
                  <a:gd name="T11" fmla="*/ 0 h 9"/>
                  <a:gd name="T12" fmla="*/ 3 w 13"/>
                  <a:gd name="T13" fmla="*/ 2 h 9"/>
                  <a:gd name="T14" fmla="*/ 0 w 13"/>
                  <a:gd name="T15" fmla="*/ 6 h 9"/>
                  <a:gd name="T16" fmla="*/ 1 w 13"/>
                  <a:gd name="T17" fmla="*/ 8 h 9"/>
                  <a:gd name="T18" fmla="*/ 1 w 13"/>
                  <a:gd name="T19" fmla="*/ 9 h 9"/>
                  <a:gd name="T20" fmla="*/ 7 w 13"/>
                  <a:gd name="T2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7" y="9"/>
                    </a:moveTo>
                    <a:lnTo>
                      <a:pt x="11" y="8"/>
                    </a:lnTo>
                    <a:lnTo>
                      <a:pt x="13" y="6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4" name="Freeform 6242">
                <a:extLst>
                  <a:ext uri="{FF2B5EF4-FFF2-40B4-BE49-F238E27FC236}">
                    <a16:creationId xmlns:a16="http://schemas.microsoft.com/office/drawing/2014/main" id="{548B5DAB-AEF0-4F9D-8AB9-4B25847B03A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51" y="2689"/>
                <a:ext cx="70" cy="104"/>
              </a:xfrm>
              <a:custGeom>
                <a:avLst/>
                <a:gdLst>
                  <a:gd name="T0" fmla="*/ 39 w 70"/>
                  <a:gd name="T1" fmla="*/ 0 h 104"/>
                  <a:gd name="T2" fmla="*/ 31 w 70"/>
                  <a:gd name="T3" fmla="*/ 0 h 104"/>
                  <a:gd name="T4" fmla="*/ 41 w 70"/>
                  <a:gd name="T5" fmla="*/ 15 h 104"/>
                  <a:gd name="T6" fmla="*/ 37 w 70"/>
                  <a:gd name="T7" fmla="*/ 18 h 104"/>
                  <a:gd name="T8" fmla="*/ 33 w 70"/>
                  <a:gd name="T9" fmla="*/ 15 h 104"/>
                  <a:gd name="T10" fmla="*/ 33 w 70"/>
                  <a:gd name="T11" fmla="*/ 22 h 104"/>
                  <a:gd name="T12" fmla="*/ 35 w 70"/>
                  <a:gd name="T13" fmla="*/ 33 h 104"/>
                  <a:gd name="T14" fmla="*/ 39 w 70"/>
                  <a:gd name="T15" fmla="*/ 26 h 104"/>
                  <a:gd name="T16" fmla="*/ 44 w 70"/>
                  <a:gd name="T17" fmla="*/ 39 h 104"/>
                  <a:gd name="T18" fmla="*/ 44 w 70"/>
                  <a:gd name="T19" fmla="*/ 39 h 104"/>
                  <a:gd name="T20" fmla="*/ 48 w 70"/>
                  <a:gd name="T21" fmla="*/ 48 h 104"/>
                  <a:gd name="T22" fmla="*/ 42 w 70"/>
                  <a:gd name="T23" fmla="*/ 52 h 104"/>
                  <a:gd name="T24" fmla="*/ 39 w 70"/>
                  <a:gd name="T25" fmla="*/ 50 h 104"/>
                  <a:gd name="T26" fmla="*/ 35 w 70"/>
                  <a:gd name="T27" fmla="*/ 59 h 104"/>
                  <a:gd name="T28" fmla="*/ 29 w 70"/>
                  <a:gd name="T29" fmla="*/ 65 h 104"/>
                  <a:gd name="T30" fmla="*/ 20 w 70"/>
                  <a:gd name="T31" fmla="*/ 57 h 104"/>
                  <a:gd name="T32" fmla="*/ 14 w 70"/>
                  <a:gd name="T33" fmla="*/ 65 h 104"/>
                  <a:gd name="T34" fmla="*/ 3 w 70"/>
                  <a:gd name="T35" fmla="*/ 71 h 104"/>
                  <a:gd name="T36" fmla="*/ 3 w 70"/>
                  <a:gd name="T37" fmla="*/ 84 h 104"/>
                  <a:gd name="T38" fmla="*/ 1 w 70"/>
                  <a:gd name="T39" fmla="*/ 91 h 104"/>
                  <a:gd name="T40" fmla="*/ 7 w 70"/>
                  <a:gd name="T41" fmla="*/ 85 h 104"/>
                  <a:gd name="T42" fmla="*/ 11 w 70"/>
                  <a:gd name="T43" fmla="*/ 76 h 104"/>
                  <a:gd name="T44" fmla="*/ 13 w 70"/>
                  <a:gd name="T45" fmla="*/ 76 h 104"/>
                  <a:gd name="T46" fmla="*/ 18 w 70"/>
                  <a:gd name="T47" fmla="*/ 76 h 104"/>
                  <a:gd name="T48" fmla="*/ 20 w 70"/>
                  <a:gd name="T49" fmla="*/ 76 h 104"/>
                  <a:gd name="T50" fmla="*/ 26 w 70"/>
                  <a:gd name="T51" fmla="*/ 74 h 104"/>
                  <a:gd name="T52" fmla="*/ 27 w 70"/>
                  <a:gd name="T53" fmla="*/ 74 h 104"/>
                  <a:gd name="T54" fmla="*/ 31 w 70"/>
                  <a:gd name="T55" fmla="*/ 80 h 104"/>
                  <a:gd name="T56" fmla="*/ 31 w 70"/>
                  <a:gd name="T57" fmla="*/ 85 h 104"/>
                  <a:gd name="T58" fmla="*/ 37 w 70"/>
                  <a:gd name="T59" fmla="*/ 97 h 104"/>
                  <a:gd name="T60" fmla="*/ 48 w 70"/>
                  <a:gd name="T61" fmla="*/ 98 h 104"/>
                  <a:gd name="T62" fmla="*/ 57 w 70"/>
                  <a:gd name="T63" fmla="*/ 97 h 104"/>
                  <a:gd name="T64" fmla="*/ 54 w 70"/>
                  <a:gd name="T65" fmla="*/ 85 h 104"/>
                  <a:gd name="T66" fmla="*/ 59 w 70"/>
                  <a:gd name="T67" fmla="*/ 80 h 104"/>
                  <a:gd name="T68" fmla="*/ 61 w 70"/>
                  <a:gd name="T69" fmla="*/ 91 h 104"/>
                  <a:gd name="T70" fmla="*/ 65 w 70"/>
                  <a:gd name="T71" fmla="*/ 84 h 104"/>
                  <a:gd name="T72" fmla="*/ 67 w 70"/>
                  <a:gd name="T73" fmla="*/ 84 h 104"/>
                  <a:gd name="T74" fmla="*/ 67 w 70"/>
                  <a:gd name="T75" fmla="*/ 69 h 104"/>
                  <a:gd name="T76" fmla="*/ 65 w 70"/>
                  <a:gd name="T77" fmla="*/ 59 h 104"/>
                  <a:gd name="T78" fmla="*/ 65 w 70"/>
                  <a:gd name="T79" fmla="*/ 54 h 104"/>
                  <a:gd name="T80" fmla="*/ 59 w 70"/>
                  <a:gd name="T81" fmla="*/ 46 h 104"/>
                  <a:gd name="T82" fmla="*/ 59 w 70"/>
                  <a:gd name="T83" fmla="*/ 33 h 104"/>
                  <a:gd name="T84" fmla="*/ 55 w 70"/>
                  <a:gd name="T85" fmla="*/ 41 h 104"/>
                  <a:gd name="T86" fmla="*/ 54 w 70"/>
                  <a:gd name="T87" fmla="*/ 43 h 104"/>
                  <a:gd name="T88" fmla="*/ 54 w 70"/>
                  <a:gd name="T89" fmla="*/ 33 h 104"/>
                  <a:gd name="T90" fmla="*/ 55 w 70"/>
                  <a:gd name="T91" fmla="*/ 28 h 104"/>
                  <a:gd name="T92" fmla="*/ 52 w 70"/>
                  <a:gd name="T93" fmla="*/ 20 h 104"/>
                  <a:gd name="T94" fmla="*/ 50 w 70"/>
                  <a:gd name="T95" fmla="*/ 9 h 104"/>
                  <a:gd name="T96" fmla="*/ 44 w 70"/>
                  <a:gd name="T97" fmla="*/ 0 h 104"/>
                  <a:gd name="T98" fmla="*/ 52 w 70"/>
                  <a:gd name="T99" fmla="*/ 24 h 104"/>
                  <a:gd name="T100" fmla="*/ 52 w 70"/>
                  <a:gd name="T101" fmla="*/ 26 h 104"/>
                  <a:gd name="T102" fmla="*/ 50 w 70"/>
                  <a:gd name="T103" fmla="*/ 35 h 104"/>
                  <a:gd name="T104" fmla="*/ 50 w 70"/>
                  <a:gd name="T105" fmla="*/ 41 h 104"/>
                  <a:gd name="T106" fmla="*/ 48 w 70"/>
                  <a:gd name="T107" fmla="*/ 33 h 104"/>
                  <a:gd name="T108" fmla="*/ 42 w 70"/>
                  <a:gd name="T109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104">
                    <a:moveTo>
                      <a:pt x="42" y="0"/>
                    </a:moveTo>
                    <a:lnTo>
                      <a:pt x="42" y="0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3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39" y="16"/>
                    </a:lnTo>
                    <a:lnTo>
                      <a:pt x="39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9" y="13"/>
                    </a:lnTo>
                    <a:lnTo>
                      <a:pt x="33" y="15"/>
                    </a:lnTo>
                    <a:lnTo>
                      <a:pt x="29" y="16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1" y="28"/>
                    </a:lnTo>
                    <a:lnTo>
                      <a:pt x="35" y="33"/>
                    </a:lnTo>
                    <a:lnTo>
                      <a:pt x="35" y="26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37" y="30"/>
                    </a:lnTo>
                    <a:lnTo>
                      <a:pt x="39" y="31"/>
                    </a:lnTo>
                    <a:lnTo>
                      <a:pt x="39" y="37"/>
                    </a:lnTo>
                    <a:lnTo>
                      <a:pt x="44" y="39"/>
                    </a:lnTo>
                    <a:lnTo>
                      <a:pt x="44" y="37"/>
                    </a:lnTo>
                    <a:lnTo>
                      <a:pt x="44" y="37"/>
                    </a:lnTo>
                    <a:lnTo>
                      <a:pt x="46" y="37"/>
                    </a:lnTo>
                    <a:lnTo>
                      <a:pt x="44" y="39"/>
                    </a:lnTo>
                    <a:lnTo>
                      <a:pt x="48" y="43"/>
                    </a:lnTo>
                    <a:lnTo>
                      <a:pt x="48" y="44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6" y="48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2" y="52"/>
                    </a:lnTo>
                    <a:lnTo>
                      <a:pt x="42" y="48"/>
                    </a:lnTo>
                    <a:lnTo>
                      <a:pt x="39" y="44"/>
                    </a:lnTo>
                    <a:lnTo>
                      <a:pt x="37" y="48"/>
                    </a:lnTo>
                    <a:lnTo>
                      <a:pt x="39" y="50"/>
                    </a:lnTo>
                    <a:lnTo>
                      <a:pt x="41" y="52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5" y="59"/>
                    </a:lnTo>
                    <a:lnTo>
                      <a:pt x="33" y="63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59"/>
                    </a:lnTo>
                    <a:lnTo>
                      <a:pt x="26" y="56"/>
                    </a:lnTo>
                    <a:lnTo>
                      <a:pt x="22" y="56"/>
                    </a:lnTo>
                    <a:lnTo>
                      <a:pt x="20" y="57"/>
                    </a:lnTo>
                    <a:lnTo>
                      <a:pt x="16" y="59"/>
                    </a:lnTo>
                    <a:lnTo>
                      <a:pt x="14" y="63"/>
                    </a:lnTo>
                    <a:lnTo>
                      <a:pt x="16" y="65"/>
                    </a:lnTo>
                    <a:lnTo>
                      <a:pt x="14" y="65"/>
                    </a:lnTo>
                    <a:lnTo>
                      <a:pt x="11" y="65"/>
                    </a:lnTo>
                    <a:lnTo>
                      <a:pt x="9" y="67"/>
                    </a:lnTo>
                    <a:lnTo>
                      <a:pt x="5" y="67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3" y="76"/>
                    </a:lnTo>
                    <a:lnTo>
                      <a:pt x="1" y="80"/>
                    </a:lnTo>
                    <a:lnTo>
                      <a:pt x="3" y="84"/>
                    </a:lnTo>
                    <a:lnTo>
                      <a:pt x="3" y="85"/>
                    </a:lnTo>
                    <a:lnTo>
                      <a:pt x="0" y="85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5" y="93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7" y="85"/>
                    </a:lnTo>
                    <a:lnTo>
                      <a:pt x="5" y="85"/>
                    </a:lnTo>
                    <a:lnTo>
                      <a:pt x="7" y="82"/>
                    </a:lnTo>
                    <a:lnTo>
                      <a:pt x="9" y="76"/>
                    </a:lnTo>
                    <a:lnTo>
                      <a:pt x="11" y="76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6"/>
                    </a:lnTo>
                    <a:lnTo>
                      <a:pt x="14" y="78"/>
                    </a:lnTo>
                    <a:lnTo>
                      <a:pt x="16" y="76"/>
                    </a:lnTo>
                    <a:lnTo>
                      <a:pt x="18" y="78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2" y="78"/>
                    </a:lnTo>
                    <a:lnTo>
                      <a:pt x="26" y="78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6" y="72"/>
                    </a:lnTo>
                    <a:lnTo>
                      <a:pt x="27" y="74"/>
                    </a:lnTo>
                    <a:lnTo>
                      <a:pt x="29" y="74"/>
                    </a:lnTo>
                    <a:lnTo>
                      <a:pt x="31" y="76"/>
                    </a:lnTo>
                    <a:lnTo>
                      <a:pt x="33" y="78"/>
                    </a:lnTo>
                    <a:lnTo>
                      <a:pt x="31" y="80"/>
                    </a:lnTo>
                    <a:lnTo>
                      <a:pt x="31" y="82"/>
                    </a:lnTo>
                    <a:lnTo>
                      <a:pt x="29" y="84"/>
                    </a:lnTo>
                    <a:lnTo>
                      <a:pt x="31" y="85"/>
                    </a:lnTo>
                    <a:lnTo>
                      <a:pt x="31" y="85"/>
                    </a:lnTo>
                    <a:lnTo>
                      <a:pt x="31" y="89"/>
                    </a:lnTo>
                    <a:lnTo>
                      <a:pt x="33" y="91"/>
                    </a:lnTo>
                    <a:lnTo>
                      <a:pt x="33" y="93"/>
                    </a:lnTo>
                    <a:lnTo>
                      <a:pt x="37" y="97"/>
                    </a:lnTo>
                    <a:lnTo>
                      <a:pt x="41" y="97"/>
                    </a:lnTo>
                    <a:lnTo>
                      <a:pt x="42" y="98"/>
                    </a:lnTo>
                    <a:lnTo>
                      <a:pt x="46" y="100"/>
                    </a:lnTo>
                    <a:lnTo>
                      <a:pt x="48" y="98"/>
                    </a:lnTo>
                    <a:lnTo>
                      <a:pt x="50" y="100"/>
                    </a:lnTo>
                    <a:lnTo>
                      <a:pt x="52" y="104"/>
                    </a:lnTo>
                    <a:lnTo>
                      <a:pt x="54" y="100"/>
                    </a:lnTo>
                    <a:lnTo>
                      <a:pt x="57" y="97"/>
                    </a:lnTo>
                    <a:lnTo>
                      <a:pt x="57" y="93"/>
                    </a:lnTo>
                    <a:lnTo>
                      <a:pt x="57" y="91"/>
                    </a:lnTo>
                    <a:lnTo>
                      <a:pt x="55" y="87"/>
                    </a:lnTo>
                    <a:lnTo>
                      <a:pt x="54" y="85"/>
                    </a:lnTo>
                    <a:lnTo>
                      <a:pt x="54" y="84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9" y="80"/>
                    </a:lnTo>
                    <a:lnTo>
                      <a:pt x="59" y="82"/>
                    </a:lnTo>
                    <a:lnTo>
                      <a:pt x="61" y="84"/>
                    </a:lnTo>
                    <a:lnTo>
                      <a:pt x="61" y="87"/>
                    </a:lnTo>
                    <a:lnTo>
                      <a:pt x="61" y="91"/>
                    </a:lnTo>
                    <a:lnTo>
                      <a:pt x="65" y="97"/>
                    </a:lnTo>
                    <a:lnTo>
                      <a:pt x="65" y="93"/>
                    </a:lnTo>
                    <a:lnTo>
                      <a:pt x="65" y="87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7" y="87"/>
                    </a:lnTo>
                    <a:lnTo>
                      <a:pt x="67" y="84"/>
                    </a:lnTo>
                    <a:lnTo>
                      <a:pt x="68" y="84"/>
                    </a:lnTo>
                    <a:lnTo>
                      <a:pt x="70" y="78"/>
                    </a:lnTo>
                    <a:lnTo>
                      <a:pt x="68" y="74"/>
                    </a:lnTo>
                    <a:lnTo>
                      <a:pt x="67" y="69"/>
                    </a:lnTo>
                    <a:lnTo>
                      <a:pt x="67" y="67"/>
                    </a:lnTo>
                    <a:lnTo>
                      <a:pt x="65" y="59"/>
                    </a:lnTo>
                    <a:lnTo>
                      <a:pt x="65" y="61"/>
                    </a:lnTo>
                    <a:lnTo>
                      <a:pt x="65" y="59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5" y="57"/>
                    </a:lnTo>
                    <a:lnTo>
                      <a:pt x="65" y="54"/>
                    </a:lnTo>
                    <a:lnTo>
                      <a:pt x="63" y="50"/>
                    </a:lnTo>
                    <a:lnTo>
                      <a:pt x="63" y="46"/>
                    </a:lnTo>
                    <a:lnTo>
                      <a:pt x="59" y="48"/>
                    </a:lnTo>
                    <a:lnTo>
                      <a:pt x="59" y="46"/>
                    </a:lnTo>
                    <a:lnTo>
                      <a:pt x="59" y="43"/>
                    </a:lnTo>
                    <a:lnTo>
                      <a:pt x="63" y="43"/>
                    </a:lnTo>
                    <a:lnTo>
                      <a:pt x="61" y="39"/>
                    </a:lnTo>
                    <a:lnTo>
                      <a:pt x="59" y="33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5" y="41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4" y="35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7" y="26"/>
                    </a:lnTo>
                    <a:lnTo>
                      <a:pt x="55" y="24"/>
                    </a:lnTo>
                    <a:lnTo>
                      <a:pt x="52" y="20"/>
                    </a:lnTo>
                    <a:lnTo>
                      <a:pt x="52" y="18"/>
                    </a:lnTo>
                    <a:lnTo>
                      <a:pt x="50" y="16"/>
                    </a:lnTo>
                    <a:lnTo>
                      <a:pt x="50" y="13"/>
                    </a:lnTo>
                    <a:lnTo>
                      <a:pt x="50" y="9"/>
                    </a:lnTo>
                    <a:lnTo>
                      <a:pt x="50" y="7"/>
                    </a:lnTo>
                    <a:lnTo>
                      <a:pt x="48" y="5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50" y="24"/>
                    </a:moveTo>
                    <a:lnTo>
                      <a:pt x="52" y="24"/>
                    </a:lnTo>
                    <a:lnTo>
                      <a:pt x="52" y="24"/>
                    </a:lnTo>
                    <a:lnTo>
                      <a:pt x="54" y="24"/>
                    </a:lnTo>
                    <a:lnTo>
                      <a:pt x="52" y="24"/>
                    </a:lnTo>
                    <a:lnTo>
                      <a:pt x="54" y="26"/>
                    </a:lnTo>
                    <a:lnTo>
                      <a:pt x="52" y="26"/>
                    </a:lnTo>
                    <a:lnTo>
                      <a:pt x="52" y="30"/>
                    </a:lnTo>
                    <a:lnTo>
                      <a:pt x="54" y="30"/>
                    </a:lnTo>
                    <a:lnTo>
                      <a:pt x="50" y="31"/>
                    </a:lnTo>
                    <a:lnTo>
                      <a:pt x="50" y="35"/>
                    </a:lnTo>
                    <a:lnTo>
                      <a:pt x="52" y="39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0" y="41"/>
                    </a:lnTo>
                    <a:lnTo>
                      <a:pt x="50" y="39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3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4" y="24"/>
                    </a:lnTo>
                    <a:lnTo>
                      <a:pt x="42" y="18"/>
                    </a:lnTo>
                    <a:lnTo>
                      <a:pt x="44" y="20"/>
                    </a:lnTo>
                    <a:lnTo>
                      <a:pt x="44" y="22"/>
                    </a:lnTo>
                    <a:lnTo>
                      <a:pt x="5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5" name="Freeform 6243">
                <a:extLst>
                  <a:ext uri="{FF2B5EF4-FFF2-40B4-BE49-F238E27FC236}">
                    <a16:creationId xmlns:a16="http://schemas.microsoft.com/office/drawing/2014/main" id="{34BA51A4-A2BF-4326-9EB5-3DBCEB20C0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8" y="2594"/>
                <a:ext cx="15" cy="5"/>
              </a:xfrm>
              <a:custGeom>
                <a:avLst/>
                <a:gdLst>
                  <a:gd name="T0" fmla="*/ 7 w 8"/>
                  <a:gd name="T1" fmla="*/ 0 h 3"/>
                  <a:gd name="T2" fmla="*/ 6 w 8"/>
                  <a:gd name="T3" fmla="*/ 0 h 3"/>
                  <a:gd name="T4" fmla="*/ 5 w 8"/>
                  <a:gd name="T5" fmla="*/ 1 h 3"/>
                  <a:gd name="T6" fmla="*/ 0 w 8"/>
                  <a:gd name="T7" fmla="*/ 1 h 3"/>
                  <a:gd name="T8" fmla="*/ 2 w 8"/>
                  <a:gd name="T9" fmla="*/ 3 h 3"/>
                  <a:gd name="T10" fmla="*/ 5 w 8"/>
                  <a:gd name="T11" fmla="*/ 2 h 3"/>
                  <a:gd name="T12" fmla="*/ 7 w 8"/>
                  <a:gd name="T13" fmla="*/ 3 h 3"/>
                  <a:gd name="T14" fmla="*/ 8 w 8"/>
                  <a:gd name="T15" fmla="*/ 1 h 3"/>
                  <a:gd name="T16" fmla="*/ 8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7 w 8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6" name="Freeform 6244">
                <a:extLst>
                  <a:ext uri="{FF2B5EF4-FFF2-40B4-BE49-F238E27FC236}">
                    <a16:creationId xmlns:a16="http://schemas.microsoft.com/office/drawing/2014/main" id="{44F6F543-DE6A-4B8A-9071-16E0A2D97C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2674"/>
                <a:ext cx="7" cy="9"/>
              </a:xfrm>
              <a:custGeom>
                <a:avLst/>
                <a:gdLst>
                  <a:gd name="T0" fmla="*/ 6 w 7"/>
                  <a:gd name="T1" fmla="*/ 5 h 9"/>
                  <a:gd name="T2" fmla="*/ 7 w 7"/>
                  <a:gd name="T3" fmla="*/ 3 h 9"/>
                  <a:gd name="T4" fmla="*/ 6 w 7"/>
                  <a:gd name="T5" fmla="*/ 0 h 9"/>
                  <a:gd name="T6" fmla="*/ 2 w 7"/>
                  <a:gd name="T7" fmla="*/ 0 h 9"/>
                  <a:gd name="T8" fmla="*/ 0 w 7"/>
                  <a:gd name="T9" fmla="*/ 2 h 9"/>
                  <a:gd name="T10" fmla="*/ 0 w 7"/>
                  <a:gd name="T11" fmla="*/ 5 h 9"/>
                  <a:gd name="T12" fmla="*/ 6 w 7"/>
                  <a:gd name="T13" fmla="*/ 9 h 9"/>
                  <a:gd name="T14" fmla="*/ 6 w 7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6" y="5"/>
                    </a:moveTo>
                    <a:lnTo>
                      <a:pt x="7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6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grpSp>
          <p:nvGrpSpPr>
            <p:cNvPr id="9" name="Group 6446">
              <a:extLst>
                <a:ext uri="{FF2B5EF4-FFF2-40B4-BE49-F238E27FC236}">
                  <a16:creationId xmlns:a16="http://schemas.microsoft.com/office/drawing/2014/main" id="{A2F78469-78B8-4384-9647-76C6C707E131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2335" y="1184"/>
              <a:ext cx="3621" cy="2670"/>
              <a:chOff x="2335" y="1184"/>
              <a:chExt cx="3621" cy="2670"/>
            </a:xfrm>
            <a:grpFill/>
          </p:grpSpPr>
          <p:sp>
            <p:nvSpPr>
              <p:cNvPr id="107" name="Freeform 6246">
                <a:extLst>
                  <a:ext uri="{FF2B5EF4-FFF2-40B4-BE49-F238E27FC236}">
                    <a16:creationId xmlns:a16="http://schemas.microsoft.com/office/drawing/2014/main" id="{3CC69C05-79F3-40B6-B5EF-258425E10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586"/>
                <a:ext cx="4" cy="8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0 h 8"/>
                  <a:gd name="T4" fmla="*/ 0 w 4"/>
                  <a:gd name="T5" fmla="*/ 4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8" name="Freeform 6247">
                <a:extLst>
                  <a:ext uri="{FF2B5EF4-FFF2-40B4-BE49-F238E27FC236}">
                    <a16:creationId xmlns:a16="http://schemas.microsoft.com/office/drawing/2014/main" id="{0A3EF582-677A-4BFE-8886-889D022F2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9" y="2670"/>
                <a:ext cx="7" cy="6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0 h 6"/>
                  <a:gd name="T4" fmla="*/ 0 w 7"/>
                  <a:gd name="T5" fmla="*/ 0 h 6"/>
                  <a:gd name="T6" fmla="*/ 0 w 7"/>
                  <a:gd name="T7" fmla="*/ 4 h 6"/>
                  <a:gd name="T8" fmla="*/ 6 w 7"/>
                  <a:gd name="T9" fmla="*/ 6 h 6"/>
                  <a:gd name="T10" fmla="*/ 7 w 7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6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9" name="Freeform 6248">
                <a:extLst>
                  <a:ext uri="{FF2B5EF4-FFF2-40B4-BE49-F238E27FC236}">
                    <a16:creationId xmlns:a16="http://schemas.microsoft.com/office/drawing/2014/main" id="{44655AE2-DBB2-409C-95F0-666891DCCB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692"/>
                <a:ext cx="9" cy="13"/>
              </a:xfrm>
              <a:custGeom>
                <a:avLst/>
                <a:gdLst>
                  <a:gd name="T0" fmla="*/ 8 w 9"/>
                  <a:gd name="T1" fmla="*/ 8 h 13"/>
                  <a:gd name="T2" fmla="*/ 9 w 9"/>
                  <a:gd name="T3" fmla="*/ 6 h 13"/>
                  <a:gd name="T4" fmla="*/ 9 w 9"/>
                  <a:gd name="T5" fmla="*/ 4 h 13"/>
                  <a:gd name="T6" fmla="*/ 6 w 9"/>
                  <a:gd name="T7" fmla="*/ 2 h 13"/>
                  <a:gd name="T8" fmla="*/ 4 w 9"/>
                  <a:gd name="T9" fmla="*/ 0 h 13"/>
                  <a:gd name="T10" fmla="*/ 2 w 9"/>
                  <a:gd name="T11" fmla="*/ 0 h 13"/>
                  <a:gd name="T12" fmla="*/ 0 w 9"/>
                  <a:gd name="T13" fmla="*/ 2 h 13"/>
                  <a:gd name="T14" fmla="*/ 0 w 9"/>
                  <a:gd name="T15" fmla="*/ 6 h 13"/>
                  <a:gd name="T16" fmla="*/ 2 w 9"/>
                  <a:gd name="T17" fmla="*/ 6 h 13"/>
                  <a:gd name="T18" fmla="*/ 0 w 9"/>
                  <a:gd name="T19" fmla="*/ 6 h 13"/>
                  <a:gd name="T20" fmla="*/ 0 w 9"/>
                  <a:gd name="T21" fmla="*/ 10 h 13"/>
                  <a:gd name="T22" fmla="*/ 0 w 9"/>
                  <a:gd name="T23" fmla="*/ 13 h 13"/>
                  <a:gd name="T24" fmla="*/ 4 w 9"/>
                  <a:gd name="T25" fmla="*/ 13 h 13"/>
                  <a:gd name="T26" fmla="*/ 6 w 9"/>
                  <a:gd name="T27" fmla="*/ 12 h 13"/>
                  <a:gd name="T28" fmla="*/ 6 w 9"/>
                  <a:gd name="T29" fmla="*/ 10 h 13"/>
                  <a:gd name="T30" fmla="*/ 6 w 9"/>
                  <a:gd name="T31" fmla="*/ 8 h 13"/>
                  <a:gd name="T32" fmla="*/ 6 w 9"/>
                  <a:gd name="T33" fmla="*/ 8 h 13"/>
                  <a:gd name="T34" fmla="*/ 8 w 9"/>
                  <a:gd name="T3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13">
                    <a:moveTo>
                      <a:pt x="8" y="8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0" name="Freeform 6249">
                <a:extLst>
                  <a:ext uri="{FF2B5EF4-FFF2-40B4-BE49-F238E27FC236}">
                    <a16:creationId xmlns:a16="http://schemas.microsoft.com/office/drawing/2014/main" id="{C58488EA-BFDF-490B-890D-F443F671EE4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9" y="2804"/>
                <a:ext cx="6" cy="13"/>
              </a:xfrm>
              <a:custGeom>
                <a:avLst/>
                <a:gdLst>
                  <a:gd name="T0" fmla="*/ 0 w 3"/>
                  <a:gd name="T1" fmla="*/ 3 h 7"/>
                  <a:gd name="T2" fmla="*/ 1 w 3"/>
                  <a:gd name="T3" fmla="*/ 5 h 7"/>
                  <a:gd name="T4" fmla="*/ 0 w 3"/>
                  <a:gd name="T5" fmla="*/ 4 h 7"/>
                  <a:gd name="T6" fmla="*/ 0 w 3"/>
                  <a:gd name="T7" fmla="*/ 5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2 w 3"/>
                  <a:gd name="T15" fmla="*/ 5 h 7"/>
                  <a:gd name="T16" fmla="*/ 2 w 3"/>
                  <a:gd name="T17" fmla="*/ 5 h 7"/>
                  <a:gd name="T18" fmla="*/ 3 w 3"/>
                  <a:gd name="T19" fmla="*/ 3 h 7"/>
                  <a:gd name="T20" fmla="*/ 3 w 3"/>
                  <a:gd name="T21" fmla="*/ 1 h 7"/>
                  <a:gd name="T22" fmla="*/ 1 w 3"/>
                  <a:gd name="T23" fmla="*/ 0 h 7"/>
                  <a:gd name="T24" fmla="*/ 0 w 3"/>
                  <a:gd name="T25" fmla="*/ 1 h 7"/>
                  <a:gd name="T26" fmla="*/ 0 w 3"/>
                  <a:gd name="T2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1" name="Freeform 6250">
                <a:extLst>
                  <a:ext uri="{FF2B5EF4-FFF2-40B4-BE49-F238E27FC236}">
                    <a16:creationId xmlns:a16="http://schemas.microsoft.com/office/drawing/2014/main" id="{180587D1-2A4B-4741-BB9B-81AF5D7A61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797"/>
                <a:ext cx="2" cy="13"/>
              </a:xfrm>
              <a:custGeom>
                <a:avLst/>
                <a:gdLst>
                  <a:gd name="T0" fmla="*/ 0 w 2"/>
                  <a:gd name="T1" fmla="*/ 5 h 13"/>
                  <a:gd name="T2" fmla="*/ 2 w 2"/>
                  <a:gd name="T3" fmla="*/ 13 h 13"/>
                  <a:gd name="T4" fmla="*/ 2 w 2"/>
                  <a:gd name="T5" fmla="*/ 5 h 13"/>
                  <a:gd name="T6" fmla="*/ 0 w 2"/>
                  <a:gd name="T7" fmla="*/ 0 h 13"/>
                  <a:gd name="T8" fmla="*/ 0 w 2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3">
                    <a:moveTo>
                      <a:pt x="0" y="5"/>
                    </a:moveTo>
                    <a:lnTo>
                      <a:pt x="2" y="13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2" name="Freeform 6251">
                <a:extLst>
                  <a:ext uri="{FF2B5EF4-FFF2-40B4-BE49-F238E27FC236}">
                    <a16:creationId xmlns:a16="http://schemas.microsoft.com/office/drawing/2014/main" id="{F1F27B32-FD85-42D8-81A5-C86FFB9F4B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5" y="2974"/>
                <a:ext cx="16" cy="9"/>
              </a:xfrm>
              <a:custGeom>
                <a:avLst/>
                <a:gdLst>
                  <a:gd name="T0" fmla="*/ 5 w 16"/>
                  <a:gd name="T1" fmla="*/ 7 h 9"/>
                  <a:gd name="T2" fmla="*/ 9 w 16"/>
                  <a:gd name="T3" fmla="*/ 7 h 9"/>
                  <a:gd name="T4" fmla="*/ 11 w 16"/>
                  <a:gd name="T5" fmla="*/ 9 h 9"/>
                  <a:gd name="T6" fmla="*/ 13 w 16"/>
                  <a:gd name="T7" fmla="*/ 7 h 9"/>
                  <a:gd name="T8" fmla="*/ 14 w 16"/>
                  <a:gd name="T9" fmla="*/ 6 h 9"/>
                  <a:gd name="T10" fmla="*/ 16 w 16"/>
                  <a:gd name="T11" fmla="*/ 6 h 9"/>
                  <a:gd name="T12" fmla="*/ 16 w 16"/>
                  <a:gd name="T13" fmla="*/ 2 h 9"/>
                  <a:gd name="T14" fmla="*/ 13 w 16"/>
                  <a:gd name="T15" fmla="*/ 0 h 9"/>
                  <a:gd name="T16" fmla="*/ 11 w 16"/>
                  <a:gd name="T17" fmla="*/ 2 h 9"/>
                  <a:gd name="T18" fmla="*/ 5 w 16"/>
                  <a:gd name="T19" fmla="*/ 2 h 9"/>
                  <a:gd name="T20" fmla="*/ 5 w 16"/>
                  <a:gd name="T21" fmla="*/ 2 h 9"/>
                  <a:gd name="T22" fmla="*/ 1 w 16"/>
                  <a:gd name="T23" fmla="*/ 4 h 9"/>
                  <a:gd name="T24" fmla="*/ 0 w 16"/>
                  <a:gd name="T25" fmla="*/ 7 h 9"/>
                  <a:gd name="T26" fmla="*/ 1 w 16"/>
                  <a:gd name="T27" fmla="*/ 9 h 9"/>
                  <a:gd name="T28" fmla="*/ 5 w 16"/>
                  <a:gd name="T2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9">
                    <a:moveTo>
                      <a:pt x="5" y="7"/>
                    </a:moveTo>
                    <a:lnTo>
                      <a:pt x="9" y="7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3" name="Freeform 6252">
                <a:extLst>
                  <a:ext uri="{FF2B5EF4-FFF2-40B4-BE49-F238E27FC236}">
                    <a16:creationId xmlns:a16="http://schemas.microsoft.com/office/drawing/2014/main" id="{4D424A63-CBA4-490D-BAB9-73D5CC9171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1" y="2793"/>
                <a:ext cx="9" cy="8"/>
              </a:xfrm>
              <a:custGeom>
                <a:avLst/>
                <a:gdLst>
                  <a:gd name="T0" fmla="*/ 2 w 9"/>
                  <a:gd name="T1" fmla="*/ 8 h 8"/>
                  <a:gd name="T2" fmla="*/ 5 w 9"/>
                  <a:gd name="T3" fmla="*/ 6 h 8"/>
                  <a:gd name="T4" fmla="*/ 9 w 9"/>
                  <a:gd name="T5" fmla="*/ 4 h 8"/>
                  <a:gd name="T6" fmla="*/ 9 w 9"/>
                  <a:gd name="T7" fmla="*/ 0 h 8"/>
                  <a:gd name="T8" fmla="*/ 5 w 9"/>
                  <a:gd name="T9" fmla="*/ 0 h 8"/>
                  <a:gd name="T10" fmla="*/ 0 w 9"/>
                  <a:gd name="T11" fmla="*/ 4 h 8"/>
                  <a:gd name="T12" fmla="*/ 2 w 9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lnTo>
                      <a:pt x="5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4" name="Freeform 6253">
                <a:extLst>
                  <a:ext uri="{FF2B5EF4-FFF2-40B4-BE49-F238E27FC236}">
                    <a16:creationId xmlns:a16="http://schemas.microsoft.com/office/drawing/2014/main" id="{C3929F62-64C7-49D4-A57A-C1D220389D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8" y="2912"/>
                <a:ext cx="23" cy="13"/>
              </a:xfrm>
              <a:custGeom>
                <a:avLst/>
                <a:gdLst>
                  <a:gd name="T0" fmla="*/ 19 w 23"/>
                  <a:gd name="T1" fmla="*/ 12 h 13"/>
                  <a:gd name="T2" fmla="*/ 21 w 23"/>
                  <a:gd name="T3" fmla="*/ 12 h 13"/>
                  <a:gd name="T4" fmla="*/ 23 w 23"/>
                  <a:gd name="T5" fmla="*/ 8 h 13"/>
                  <a:gd name="T6" fmla="*/ 19 w 23"/>
                  <a:gd name="T7" fmla="*/ 4 h 13"/>
                  <a:gd name="T8" fmla="*/ 19 w 23"/>
                  <a:gd name="T9" fmla="*/ 2 h 13"/>
                  <a:gd name="T10" fmla="*/ 15 w 23"/>
                  <a:gd name="T11" fmla="*/ 0 h 13"/>
                  <a:gd name="T12" fmla="*/ 10 w 23"/>
                  <a:gd name="T13" fmla="*/ 0 h 13"/>
                  <a:gd name="T14" fmla="*/ 6 w 23"/>
                  <a:gd name="T15" fmla="*/ 2 h 13"/>
                  <a:gd name="T16" fmla="*/ 4 w 23"/>
                  <a:gd name="T17" fmla="*/ 0 h 13"/>
                  <a:gd name="T18" fmla="*/ 0 w 23"/>
                  <a:gd name="T19" fmla="*/ 4 h 13"/>
                  <a:gd name="T20" fmla="*/ 0 w 23"/>
                  <a:gd name="T21" fmla="*/ 8 h 13"/>
                  <a:gd name="T22" fmla="*/ 4 w 23"/>
                  <a:gd name="T23" fmla="*/ 12 h 13"/>
                  <a:gd name="T24" fmla="*/ 8 w 23"/>
                  <a:gd name="T25" fmla="*/ 12 h 13"/>
                  <a:gd name="T26" fmla="*/ 10 w 23"/>
                  <a:gd name="T27" fmla="*/ 13 h 13"/>
                  <a:gd name="T28" fmla="*/ 11 w 23"/>
                  <a:gd name="T29" fmla="*/ 13 h 13"/>
                  <a:gd name="T30" fmla="*/ 15 w 23"/>
                  <a:gd name="T31" fmla="*/ 13 h 13"/>
                  <a:gd name="T32" fmla="*/ 19 w 23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3">
                    <a:moveTo>
                      <a:pt x="19" y="12"/>
                    </a:moveTo>
                    <a:lnTo>
                      <a:pt x="21" y="12"/>
                    </a:lnTo>
                    <a:lnTo>
                      <a:pt x="23" y="8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19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5" name="Freeform 6254">
                <a:extLst>
                  <a:ext uri="{FF2B5EF4-FFF2-40B4-BE49-F238E27FC236}">
                    <a16:creationId xmlns:a16="http://schemas.microsoft.com/office/drawing/2014/main" id="{307CCF80-1CD1-469E-80AF-C826E7A3FF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815"/>
                <a:ext cx="5" cy="12"/>
              </a:xfrm>
              <a:custGeom>
                <a:avLst/>
                <a:gdLst>
                  <a:gd name="T0" fmla="*/ 5 w 5"/>
                  <a:gd name="T1" fmla="*/ 8 h 12"/>
                  <a:gd name="T2" fmla="*/ 3 w 5"/>
                  <a:gd name="T3" fmla="*/ 4 h 12"/>
                  <a:gd name="T4" fmla="*/ 0 w 5"/>
                  <a:gd name="T5" fmla="*/ 0 h 12"/>
                  <a:gd name="T6" fmla="*/ 0 w 5"/>
                  <a:gd name="T7" fmla="*/ 4 h 12"/>
                  <a:gd name="T8" fmla="*/ 0 w 5"/>
                  <a:gd name="T9" fmla="*/ 8 h 12"/>
                  <a:gd name="T10" fmla="*/ 3 w 5"/>
                  <a:gd name="T11" fmla="*/ 12 h 12"/>
                  <a:gd name="T12" fmla="*/ 5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5" y="8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2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6" name="Freeform 6255">
                <a:extLst>
                  <a:ext uri="{FF2B5EF4-FFF2-40B4-BE49-F238E27FC236}">
                    <a16:creationId xmlns:a16="http://schemas.microsoft.com/office/drawing/2014/main" id="{C9FF68A6-6F46-434D-84D9-5352FCC531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776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4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7" name="Freeform 6256">
                <a:extLst>
                  <a:ext uri="{FF2B5EF4-FFF2-40B4-BE49-F238E27FC236}">
                    <a16:creationId xmlns:a16="http://schemas.microsoft.com/office/drawing/2014/main" id="{09919017-7479-4E9C-A149-743B221879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6" y="2782"/>
                <a:ext cx="11" cy="5"/>
              </a:xfrm>
              <a:custGeom>
                <a:avLst/>
                <a:gdLst>
                  <a:gd name="T0" fmla="*/ 5 w 11"/>
                  <a:gd name="T1" fmla="*/ 5 h 5"/>
                  <a:gd name="T2" fmla="*/ 7 w 11"/>
                  <a:gd name="T3" fmla="*/ 5 h 5"/>
                  <a:gd name="T4" fmla="*/ 7 w 11"/>
                  <a:gd name="T5" fmla="*/ 5 h 5"/>
                  <a:gd name="T6" fmla="*/ 11 w 11"/>
                  <a:gd name="T7" fmla="*/ 4 h 5"/>
                  <a:gd name="T8" fmla="*/ 11 w 11"/>
                  <a:gd name="T9" fmla="*/ 2 h 5"/>
                  <a:gd name="T10" fmla="*/ 7 w 11"/>
                  <a:gd name="T11" fmla="*/ 0 h 5"/>
                  <a:gd name="T12" fmla="*/ 3 w 11"/>
                  <a:gd name="T13" fmla="*/ 2 h 5"/>
                  <a:gd name="T14" fmla="*/ 0 w 11"/>
                  <a:gd name="T15" fmla="*/ 4 h 5"/>
                  <a:gd name="T16" fmla="*/ 2 w 11"/>
                  <a:gd name="T17" fmla="*/ 5 h 5"/>
                  <a:gd name="T18" fmla="*/ 5 w 11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5" y="5"/>
                    </a:moveTo>
                    <a:lnTo>
                      <a:pt x="7" y="5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8" name="Freeform 6257">
                <a:extLst>
                  <a:ext uri="{FF2B5EF4-FFF2-40B4-BE49-F238E27FC236}">
                    <a16:creationId xmlns:a16="http://schemas.microsoft.com/office/drawing/2014/main" id="{D49AA57B-2D84-4BC5-9D02-E7A2F9058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9" y="2875"/>
                <a:ext cx="7" cy="4"/>
              </a:xfrm>
              <a:custGeom>
                <a:avLst/>
                <a:gdLst>
                  <a:gd name="T0" fmla="*/ 3 w 4"/>
                  <a:gd name="T1" fmla="*/ 0 h 2"/>
                  <a:gd name="T2" fmla="*/ 1 w 4"/>
                  <a:gd name="T3" fmla="*/ 0 h 2"/>
                  <a:gd name="T4" fmla="*/ 1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4 w 4"/>
                  <a:gd name="T11" fmla="*/ 2 h 2"/>
                  <a:gd name="T12" fmla="*/ 4 w 4"/>
                  <a:gd name="T13" fmla="*/ 2 h 2"/>
                  <a:gd name="T14" fmla="*/ 4 w 4"/>
                  <a:gd name="T15" fmla="*/ 2 h 2"/>
                  <a:gd name="T16" fmla="*/ 4 w 4"/>
                  <a:gd name="T17" fmla="*/ 2 h 2"/>
                  <a:gd name="T18" fmla="*/ 4 w 4"/>
                  <a:gd name="T19" fmla="*/ 2 h 2"/>
                  <a:gd name="T20" fmla="*/ 4 w 4"/>
                  <a:gd name="T21" fmla="*/ 0 h 2"/>
                  <a:gd name="T22" fmla="*/ 3 w 4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9" name="Freeform 6258">
                <a:extLst>
                  <a:ext uri="{FF2B5EF4-FFF2-40B4-BE49-F238E27FC236}">
                    <a16:creationId xmlns:a16="http://schemas.microsoft.com/office/drawing/2014/main" id="{BD621E78-2A92-40BF-BC62-EEBEE4D34A2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08" y="2847"/>
                <a:ext cx="95" cy="118"/>
              </a:xfrm>
              <a:custGeom>
                <a:avLst/>
                <a:gdLst>
                  <a:gd name="T0" fmla="*/ 5 w 51"/>
                  <a:gd name="T1" fmla="*/ 40 h 63"/>
                  <a:gd name="T2" fmla="*/ 5 w 51"/>
                  <a:gd name="T3" fmla="*/ 48 h 63"/>
                  <a:gd name="T4" fmla="*/ 9 w 51"/>
                  <a:gd name="T5" fmla="*/ 55 h 63"/>
                  <a:gd name="T6" fmla="*/ 13 w 51"/>
                  <a:gd name="T7" fmla="*/ 56 h 63"/>
                  <a:gd name="T8" fmla="*/ 15 w 51"/>
                  <a:gd name="T9" fmla="*/ 60 h 63"/>
                  <a:gd name="T10" fmla="*/ 13 w 51"/>
                  <a:gd name="T11" fmla="*/ 51 h 63"/>
                  <a:gd name="T12" fmla="*/ 13 w 51"/>
                  <a:gd name="T13" fmla="*/ 43 h 63"/>
                  <a:gd name="T14" fmla="*/ 15 w 51"/>
                  <a:gd name="T15" fmla="*/ 35 h 63"/>
                  <a:gd name="T16" fmla="*/ 18 w 51"/>
                  <a:gd name="T17" fmla="*/ 36 h 63"/>
                  <a:gd name="T18" fmla="*/ 18 w 51"/>
                  <a:gd name="T19" fmla="*/ 42 h 63"/>
                  <a:gd name="T20" fmla="*/ 20 w 51"/>
                  <a:gd name="T21" fmla="*/ 47 h 63"/>
                  <a:gd name="T22" fmla="*/ 24 w 51"/>
                  <a:gd name="T23" fmla="*/ 50 h 63"/>
                  <a:gd name="T24" fmla="*/ 23 w 51"/>
                  <a:gd name="T25" fmla="*/ 54 h 63"/>
                  <a:gd name="T26" fmla="*/ 27 w 51"/>
                  <a:gd name="T27" fmla="*/ 53 h 63"/>
                  <a:gd name="T28" fmla="*/ 29 w 51"/>
                  <a:gd name="T29" fmla="*/ 54 h 63"/>
                  <a:gd name="T30" fmla="*/ 35 w 51"/>
                  <a:gd name="T31" fmla="*/ 52 h 63"/>
                  <a:gd name="T32" fmla="*/ 34 w 51"/>
                  <a:gd name="T33" fmla="*/ 49 h 63"/>
                  <a:gd name="T34" fmla="*/ 33 w 51"/>
                  <a:gd name="T35" fmla="*/ 45 h 63"/>
                  <a:gd name="T36" fmla="*/ 35 w 51"/>
                  <a:gd name="T37" fmla="*/ 42 h 63"/>
                  <a:gd name="T38" fmla="*/ 31 w 51"/>
                  <a:gd name="T39" fmla="*/ 42 h 63"/>
                  <a:gd name="T40" fmla="*/ 29 w 51"/>
                  <a:gd name="T41" fmla="*/ 40 h 63"/>
                  <a:gd name="T42" fmla="*/ 29 w 51"/>
                  <a:gd name="T43" fmla="*/ 39 h 63"/>
                  <a:gd name="T44" fmla="*/ 28 w 51"/>
                  <a:gd name="T45" fmla="*/ 35 h 63"/>
                  <a:gd name="T46" fmla="*/ 25 w 51"/>
                  <a:gd name="T47" fmla="*/ 32 h 63"/>
                  <a:gd name="T48" fmla="*/ 25 w 51"/>
                  <a:gd name="T49" fmla="*/ 27 h 63"/>
                  <a:gd name="T50" fmla="*/ 33 w 51"/>
                  <a:gd name="T51" fmla="*/ 21 h 63"/>
                  <a:gd name="T52" fmla="*/ 38 w 51"/>
                  <a:gd name="T53" fmla="*/ 19 h 63"/>
                  <a:gd name="T54" fmla="*/ 29 w 51"/>
                  <a:gd name="T55" fmla="*/ 17 h 63"/>
                  <a:gd name="T56" fmla="*/ 23 w 51"/>
                  <a:gd name="T57" fmla="*/ 19 h 63"/>
                  <a:gd name="T58" fmla="*/ 16 w 51"/>
                  <a:gd name="T59" fmla="*/ 23 h 63"/>
                  <a:gd name="T60" fmla="*/ 12 w 51"/>
                  <a:gd name="T61" fmla="*/ 14 h 63"/>
                  <a:gd name="T62" fmla="*/ 20 w 51"/>
                  <a:gd name="T63" fmla="*/ 11 h 63"/>
                  <a:gd name="T64" fmla="*/ 27 w 51"/>
                  <a:gd name="T65" fmla="*/ 10 h 63"/>
                  <a:gd name="T66" fmla="*/ 35 w 51"/>
                  <a:gd name="T67" fmla="*/ 10 h 63"/>
                  <a:gd name="T68" fmla="*/ 46 w 51"/>
                  <a:gd name="T69" fmla="*/ 8 h 63"/>
                  <a:gd name="T70" fmla="*/ 50 w 51"/>
                  <a:gd name="T71" fmla="*/ 3 h 63"/>
                  <a:gd name="T72" fmla="*/ 45 w 51"/>
                  <a:gd name="T73" fmla="*/ 0 h 63"/>
                  <a:gd name="T74" fmla="*/ 41 w 51"/>
                  <a:gd name="T75" fmla="*/ 5 h 63"/>
                  <a:gd name="T76" fmla="*/ 32 w 51"/>
                  <a:gd name="T77" fmla="*/ 6 h 63"/>
                  <a:gd name="T78" fmla="*/ 26 w 51"/>
                  <a:gd name="T79" fmla="*/ 4 h 63"/>
                  <a:gd name="T80" fmla="*/ 18 w 51"/>
                  <a:gd name="T81" fmla="*/ 2 h 63"/>
                  <a:gd name="T82" fmla="*/ 14 w 51"/>
                  <a:gd name="T83" fmla="*/ 7 h 63"/>
                  <a:gd name="T84" fmla="*/ 8 w 51"/>
                  <a:gd name="T85" fmla="*/ 10 h 63"/>
                  <a:gd name="T86" fmla="*/ 8 w 51"/>
                  <a:gd name="T87" fmla="*/ 17 h 63"/>
                  <a:gd name="T88" fmla="*/ 4 w 51"/>
                  <a:gd name="T89" fmla="*/ 23 h 63"/>
                  <a:gd name="T90" fmla="*/ 3 w 51"/>
                  <a:gd name="T91" fmla="*/ 29 h 63"/>
                  <a:gd name="T92" fmla="*/ 0 w 51"/>
                  <a:gd name="T93" fmla="*/ 36 h 63"/>
                  <a:gd name="T94" fmla="*/ 30 w 51"/>
                  <a:gd name="T95" fmla="*/ 51 h 63"/>
                  <a:gd name="T96" fmla="*/ 26 w 51"/>
                  <a:gd name="T97" fmla="*/ 48 h 63"/>
                  <a:gd name="T98" fmla="*/ 32 w 51"/>
                  <a:gd name="T99" fmla="*/ 46 h 63"/>
                  <a:gd name="T100" fmla="*/ 30 w 51"/>
                  <a:gd name="T101" fmla="*/ 47 h 63"/>
                  <a:gd name="T102" fmla="*/ 26 w 51"/>
                  <a:gd name="T10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1" h="63">
                    <a:moveTo>
                      <a:pt x="2" y="40"/>
                    </a:moveTo>
                    <a:cubicBezTo>
                      <a:pt x="3" y="40"/>
                      <a:pt x="3" y="40"/>
                      <a:pt x="3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9"/>
                      <a:pt x="1" y="39"/>
                      <a:pt x="1" y="39"/>
                    </a:cubicBezTo>
                    <a:lnTo>
                      <a:pt x="2" y="40"/>
                    </a:lnTo>
                    <a:close/>
                    <a:moveTo>
                      <a:pt x="31" y="51"/>
                    </a:move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0"/>
                      <a:pt x="31" y="50"/>
                      <a:pt x="31" y="50"/>
                    </a:cubicBezTo>
                    <a:lnTo>
                      <a:pt x="31" y="51"/>
                    </a:lnTo>
                    <a:close/>
                    <a:moveTo>
                      <a:pt x="25" y="50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4" y="50"/>
                      <a:pt x="24" y="50"/>
                      <a:pt x="24" y="50"/>
                    </a:cubicBezTo>
                    <a:lnTo>
                      <a:pt x="25" y="5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0" name="Freeform 6259">
                <a:extLst>
                  <a:ext uri="{FF2B5EF4-FFF2-40B4-BE49-F238E27FC236}">
                    <a16:creationId xmlns:a16="http://schemas.microsoft.com/office/drawing/2014/main" id="{2D5A7538-F8CC-4F19-878C-FF190122FA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5" y="2886"/>
                <a:ext cx="15" cy="13"/>
              </a:xfrm>
              <a:custGeom>
                <a:avLst/>
                <a:gdLst>
                  <a:gd name="T0" fmla="*/ 7 w 8"/>
                  <a:gd name="T1" fmla="*/ 3 h 7"/>
                  <a:gd name="T2" fmla="*/ 7 w 8"/>
                  <a:gd name="T3" fmla="*/ 2 h 7"/>
                  <a:gd name="T4" fmla="*/ 6 w 8"/>
                  <a:gd name="T5" fmla="*/ 0 h 7"/>
                  <a:gd name="T6" fmla="*/ 5 w 8"/>
                  <a:gd name="T7" fmla="*/ 1 h 7"/>
                  <a:gd name="T8" fmla="*/ 5 w 8"/>
                  <a:gd name="T9" fmla="*/ 0 h 7"/>
                  <a:gd name="T10" fmla="*/ 2 w 8"/>
                  <a:gd name="T11" fmla="*/ 0 h 7"/>
                  <a:gd name="T12" fmla="*/ 0 w 8"/>
                  <a:gd name="T13" fmla="*/ 1 h 7"/>
                  <a:gd name="T14" fmla="*/ 0 w 8"/>
                  <a:gd name="T15" fmla="*/ 3 h 7"/>
                  <a:gd name="T16" fmla="*/ 2 w 8"/>
                  <a:gd name="T17" fmla="*/ 5 h 7"/>
                  <a:gd name="T18" fmla="*/ 3 w 8"/>
                  <a:gd name="T19" fmla="*/ 4 h 7"/>
                  <a:gd name="T20" fmla="*/ 4 w 8"/>
                  <a:gd name="T21" fmla="*/ 5 h 7"/>
                  <a:gd name="T22" fmla="*/ 5 w 8"/>
                  <a:gd name="T23" fmla="*/ 4 h 7"/>
                  <a:gd name="T24" fmla="*/ 5 w 8"/>
                  <a:gd name="T25" fmla="*/ 4 h 7"/>
                  <a:gd name="T26" fmla="*/ 5 w 8"/>
                  <a:gd name="T27" fmla="*/ 4 h 7"/>
                  <a:gd name="T28" fmla="*/ 5 w 8"/>
                  <a:gd name="T29" fmla="*/ 4 h 7"/>
                  <a:gd name="T30" fmla="*/ 5 w 8"/>
                  <a:gd name="T31" fmla="*/ 4 h 7"/>
                  <a:gd name="T32" fmla="*/ 5 w 8"/>
                  <a:gd name="T33" fmla="*/ 4 h 7"/>
                  <a:gd name="T34" fmla="*/ 4 w 8"/>
                  <a:gd name="T35" fmla="*/ 5 h 7"/>
                  <a:gd name="T36" fmla="*/ 4 w 8"/>
                  <a:gd name="T37" fmla="*/ 5 h 7"/>
                  <a:gd name="T38" fmla="*/ 1 w 8"/>
                  <a:gd name="T39" fmla="*/ 6 h 7"/>
                  <a:gd name="T40" fmla="*/ 3 w 8"/>
                  <a:gd name="T41" fmla="*/ 7 h 7"/>
                  <a:gd name="T42" fmla="*/ 4 w 8"/>
                  <a:gd name="T43" fmla="*/ 7 h 7"/>
                  <a:gd name="T44" fmla="*/ 4 w 8"/>
                  <a:gd name="T45" fmla="*/ 6 h 7"/>
                  <a:gd name="T46" fmla="*/ 7 w 8"/>
                  <a:gd name="T47" fmla="*/ 6 h 7"/>
                  <a:gd name="T48" fmla="*/ 5 w 8"/>
                  <a:gd name="T49" fmla="*/ 5 h 7"/>
                  <a:gd name="T50" fmla="*/ 8 w 8"/>
                  <a:gd name="T51" fmla="*/ 5 h 7"/>
                  <a:gd name="T52" fmla="*/ 7 w 8"/>
                  <a:gd name="T5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" h="7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5"/>
                      <a:pt x="8" y="5"/>
                      <a:pt x="8" y="5"/>
                    </a:cubicBezTo>
                    <a:lnTo>
                      <a:pt x="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1" name="Freeform 6260">
                <a:extLst>
                  <a:ext uri="{FF2B5EF4-FFF2-40B4-BE49-F238E27FC236}">
                    <a16:creationId xmlns:a16="http://schemas.microsoft.com/office/drawing/2014/main" id="{596FA3D2-ECEA-4235-AB22-FE794487F21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2894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13 w 13"/>
                  <a:gd name="T3" fmla="*/ 3 h 7"/>
                  <a:gd name="T4" fmla="*/ 11 w 13"/>
                  <a:gd name="T5" fmla="*/ 3 h 7"/>
                  <a:gd name="T6" fmla="*/ 11 w 13"/>
                  <a:gd name="T7" fmla="*/ 2 h 7"/>
                  <a:gd name="T8" fmla="*/ 10 w 13"/>
                  <a:gd name="T9" fmla="*/ 0 h 7"/>
                  <a:gd name="T10" fmla="*/ 4 w 13"/>
                  <a:gd name="T11" fmla="*/ 0 h 7"/>
                  <a:gd name="T12" fmla="*/ 0 w 13"/>
                  <a:gd name="T13" fmla="*/ 2 h 7"/>
                  <a:gd name="T14" fmla="*/ 2 w 13"/>
                  <a:gd name="T15" fmla="*/ 5 h 7"/>
                  <a:gd name="T16" fmla="*/ 8 w 13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13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2" name="Freeform 6261">
                <a:extLst>
                  <a:ext uri="{FF2B5EF4-FFF2-40B4-BE49-F238E27FC236}">
                    <a16:creationId xmlns:a16="http://schemas.microsoft.com/office/drawing/2014/main" id="{986B22AD-D4FE-4417-A97F-621D854CC77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25" y="2875"/>
                <a:ext cx="13" cy="9"/>
              </a:xfrm>
              <a:custGeom>
                <a:avLst/>
                <a:gdLst>
                  <a:gd name="T0" fmla="*/ 7 w 13"/>
                  <a:gd name="T1" fmla="*/ 0 h 9"/>
                  <a:gd name="T2" fmla="*/ 6 w 13"/>
                  <a:gd name="T3" fmla="*/ 2 h 9"/>
                  <a:gd name="T4" fmla="*/ 6 w 13"/>
                  <a:gd name="T5" fmla="*/ 2 h 9"/>
                  <a:gd name="T6" fmla="*/ 6 w 13"/>
                  <a:gd name="T7" fmla="*/ 0 h 9"/>
                  <a:gd name="T8" fmla="*/ 2 w 13"/>
                  <a:gd name="T9" fmla="*/ 0 h 9"/>
                  <a:gd name="T10" fmla="*/ 0 w 13"/>
                  <a:gd name="T11" fmla="*/ 4 h 9"/>
                  <a:gd name="T12" fmla="*/ 2 w 13"/>
                  <a:gd name="T13" fmla="*/ 6 h 9"/>
                  <a:gd name="T14" fmla="*/ 0 w 13"/>
                  <a:gd name="T15" fmla="*/ 8 h 9"/>
                  <a:gd name="T16" fmla="*/ 7 w 13"/>
                  <a:gd name="T17" fmla="*/ 9 h 9"/>
                  <a:gd name="T18" fmla="*/ 6 w 13"/>
                  <a:gd name="T19" fmla="*/ 6 h 9"/>
                  <a:gd name="T20" fmla="*/ 6 w 13"/>
                  <a:gd name="T21" fmla="*/ 8 h 9"/>
                  <a:gd name="T22" fmla="*/ 9 w 13"/>
                  <a:gd name="T23" fmla="*/ 8 h 9"/>
                  <a:gd name="T24" fmla="*/ 11 w 13"/>
                  <a:gd name="T25" fmla="*/ 9 h 9"/>
                  <a:gd name="T26" fmla="*/ 13 w 13"/>
                  <a:gd name="T27" fmla="*/ 8 h 9"/>
                  <a:gd name="T28" fmla="*/ 11 w 13"/>
                  <a:gd name="T29" fmla="*/ 6 h 9"/>
                  <a:gd name="T30" fmla="*/ 11 w 13"/>
                  <a:gd name="T31" fmla="*/ 4 h 9"/>
                  <a:gd name="T32" fmla="*/ 11 w 13"/>
                  <a:gd name="T33" fmla="*/ 2 h 9"/>
                  <a:gd name="T34" fmla="*/ 7 w 13"/>
                  <a:gd name="T35" fmla="*/ 0 h 9"/>
                  <a:gd name="T36" fmla="*/ 4 w 13"/>
                  <a:gd name="T37" fmla="*/ 6 h 9"/>
                  <a:gd name="T38" fmla="*/ 4 w 13"/>
                  <a:gd name="T39" fmla="*/ 4 h 9"/>
                  <a:gd name="T40" fmla="*/ 4 w 13"/>
                  <a:gd name="T41" fmla="*/ 6 h 9"/>
                  <a:gd name="T42" fmla="*/ 6 w 13"/>
                  <a:gd name="T43" fmla="*/ 6 h 9"/>
                  <a:gd name="T44" fmla="*/ 4 w 13"/>
                  <a:gd name="T4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7" y="9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  <a:moveTo>
                      <a:pt x="4" y="6"/>
                    </a:moveTo>
                    <a:lnTo>
                      <a:pt x="4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3" name="Freeform 6262">
                <a:extLst>
                  <a:ext uri="{FF2B5EF4-FFF2-40B4-BE49-F238E27FC236}">
                    <a16:creationId xmlns:a16="http://schemas.microsoft.com/office/drawing/2014/main" id="{12A1864C-CDC2-487D-A31A-2E6881AA5E7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968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2 h 4"/>
                  <a:gd name="T6" fmla="*/ 2 w 6"/>
                  <a:gd name="T7" fmla="*/ 0 h 4"/>
                  <a:gd name="T8" fmla="*/ 0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4" name="Freeform 6263">
                <a:extLst>
                  <a:ext uri="{FF2B5EF4-FFF2-40B4-BE49-F238E27FC236}">
                    <a16:creationId xmlns:a16="http://schemas.microsoft.com/office/drawing/2014/main" id="{FE4B87D3-16DE-45C4-B8A9-5501C71F4D2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77" y="2983"/>
                <a:ext cx="20" cy="10"/>
              </a:xfrm>
              <a:custGeom>
                <a:avLst/>
                <a:gdLst>
                  <a:gd name="T0" fmla="*/ 13 w 20"/>
                  <a:gd name="T1" fmla="*/ 8 h 10"/>
                  <a:gd name="T2" fmla="*/ 18 w 20"/>
                  <a:gd name="T3" fmla="*/ 6 h 10"/>
                  <a:gd name="T4" fmla="*/ 20 w 20"/>
                  <a:gd name="T5" fmla="*/ 2 h 10"/>
                  <a:gd name="T6" fmla="*/ 18 w 20"/>
                  <a:gd name="T7" fmla="*/ 0 h 10"/>
                  <a:gd name="T8" fmla="*/ 15 w 20"/>
                  <a:gd name="T9" fmla="*/ 2 h 10"/>
                  <a:gd name="T10" fmla="*/ 13 w 20"/>
                  <a:gd name="T11" fmla="*/ 0 h 10"/>
                  <a:gd name="T12" fmla="*/ 9 w 20"/>
                  <a:gd name="T13" fmla="*/ 2 h 10"/>
                  <a:gd name="T14" fmla="*/ 9 w 20"/>
                  <a:gd name="T15" fmla="*/ 2 h 10"/>
                  <a:gd name="T16" fmla="*/ 7 w 20"/>
                  <a:gd name="T17" fmla="*/ 2 h 10"/>
                  <a:gd name="T18" fmla="*/ 7 w 20"/>
                  <a:gd name="T19" fmla="*/ 2 h 10"/>
                  <a:gd name="T20" fmla="*/ 7 w 20"/>
                  <a:gd name="T21" fmla="*/ 2 h 10"/>
                  <a:gd name="T22" fmla="*/ 5 w 20"/>
                  <a:gd name="T23" fmla="*/ 4 h 10"/>
                  <a:gd name="T24" fmla="*/ 3 w 20"/>
                  <a:gd name="T25" fmla="*/ 6 h 10"/>
                  <a:gd name="T26" fmla="*/ 0 w 20"/>
                  <a:gd name="T27" fmla="*/ 8 h 10"/>
                  <a:gd name="T28" fmla="*/ 3 w 20"/>
                  <a:gd name="T29" fmla="*/ 8 h 10"/>
                  <a:gd name="T30" fmla="*/ 5 w 20"/>
                  <a:gd name="T31" fmla="*/ 10 h 10"/>
                  <a:gd name="T32" fmla="*/ 9 w 20"/>
                  <a:gd name="T33" fmla="*/ 6 h 10"/>
                  <a:gd name="T34" fmla="*/ 9 w 20"/>
                  <a:gd name="T35" fmla="*/ 6 h 10"/>
                  <a:gd name="T36" fmla="*/ 9 w 20"/>
                  <a:gd name="T37" fmla="*/ 8 h 10"/>
                  <a:gd name="T38" fmla="*/ 13 w 20"/>
                  <a:gd name="T39" fmla="*/ 8 h 10"/>
                  <a:gd name="T40" fmla="*/ 9 w 20"/>
                  <a:gd name="T41" fmla="*/ 4 h 10"/>
                  <a:gd name="T42" fmla="*/ 9 w 20"/>
                  <a:gd name="T43" fmla="*/ 4 h 10"/>
                  <a:gd name="T44" fmla="*/ 9 w 20"/>
                  <a:gd name="T45" fmla="*/ 4 h 10"/>
                  <a:gd name="T46" fmla="*/ 9 w 20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10">
                    <a:moveTo>
                      <a:pt x="13" y="8"/>
                    </a:moveTo>
                    <a:lnTo>
                      <a:pt x="18" y="6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3" y="8"/>
                    </a:lnTo>
                    <a:close/>
                    <a:moveTo>
                      <a:pt x="9" y="4"/>
                    </a:move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5" name="Freeform 6264">
                <a:extLst>
                  <a:ext uri="{FF2B5EF4-FFF2-40B4-BE49-F238E27FC236}">
                    <a16:creationId xmlns:a16="http://schemas.microsoft.com/office/drawing/2014/main" id="{799D6B94-5134-451C-B0F0-FC557E235E0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57" y="296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2 w 8"/>
                  <a:gd name="T3" fmla="*/ 0 h 7"/>
                  <a:gd name="T4" fmla="*/ 0 w 8"/>
                  <a:gd name="T5" fmla="*/ 1 h 7"/>
                  <a:gd name="T6" fmla="*/ 0 w 8"/>
                  <a:gd name="T7" fmla="*/ 3 h 7"/>
                  <a:gd name="T8" fmla="*/ 2 w 8"/>
                  <a:gd name="T9" fmla="*/ 7 h 7"/>
                  <a:gd name="T10" fmla="*/ 4 w 8"/>
                  <a:gd name="T11" fmla="*/ 3 h 7"/>
                  <a:gd name="T12" fmla="*/ 6 w 8"/>
                  <a:gd name="T13" fmla="*/ 3 h 7"/>
                  <a:gd name="T14" fmla="*/ 8 w 8"/>
                  <a:gd name="T15" fmla="*/ 3 h 7"/>
                  <a:gd name="T16" fmla="*/ 6 w 8"/>
                  <a:gd name="T17" fmla="*/ 1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6" name="Freeform 6265">
                <a:extLst>
                  <a:ext uri="{FF2B5EF4-FFF2-40B4-BE49-F238E27FC236}">
                    <a16:creationId xmlns:a16="http://schemas.microsoft.com/office/drawing/2014/main" id="{6763E4C9-9792-48BC-AEF0-33D1174363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2" y="289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4 w 5"/>
                  <a:gd name="T5" fmla="*/ 3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7" name="Freeform 6266">
                <a:extLst>
                  <a:ext uri="{FF2B5EF4-FFF2-40B4-BE49-F238E27FC236}">
                    <a16:creationId xmlns:a16="http://schemas.microsoft.com/office/drawing/2014/main" id="{C6BFE032-CBD3-42C0-88A8-A293509FC8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0" y="2877"/>
                <a:ext cx="19" cy="11"/>
              </a:xfrm>
              <a:custGeom>
                <a:avLst/>
                <a:gdLst>
                  <a:gd name="T0" fmla="*/ 10 w 19"/>
                  <a:gd name="T1" fmla="*/ 9 h 11"/>
                  <a:gd name="T2" fmla="*/ 12 w 19"/>
                  <a:gd name="T3" fmla="*/ 9 h 11"/>
                  <a:gd name="T4" fmla="*/ 12 w 19"/>
                  <a:gd name="T5" fmla="*/ 11 h 11"/>
                  <a:gd name="T6" fmla="*/ 19 w 19"/>
                  <a:gd name="T7" fmla="*/ 9 h 11"/>
                  <a:gd name="T8" fmla="*/ 15 w 19"/>
                  <a:gd name="T9" fmla="*/ 7 h 11"/>
                  <a:gd name="T10" fmla="*/ 13 w 19"/>
                  <a:gd name="T11" fmla="*/ 6 h 11"/>
                  <a:gd name="T12" fmla="*/ 12 w 19"/>
                  <a:gd name="T13" fmla="*/ 4 h 11"/>
                  <a:gd name="T14" fmla="*/ 10 w 19"/>
                  <a:gd name="T15" fmla="*/ 2 h 11"/>
                  <a:gd name="T16" fmla="*/ 6 w 19"/>
                  <a:gd name="T17" fmla="*/ 2 h 11"/>
                  <a:gd name="T18" fmla="*/ 0 w 19"/>
                  <a:gd name="T19" fmla="*/ 0 h 11"/>
                  <a:gd name="T20" fmla="*/ 2 w 19"/>
                  <a:gd name="T21" fmla="*/ 4 h 11"/>
                  <a:gd name="T22" fmla="*/ 6 w 19"/>
                  <a:gd name="T23" fmla="*/ 7 h 11"/>
                  <a:gd name="T24" fmla="*/ 6 w 19"/>
                  <a:gd name="T25" fmla="*/ 6 h 11"/>
                  <a:gd name="T26" fmla="*/ 8 w 19"/>
                  <a:gd name="T27" fmla="*/ 7 h 11"/>
                  <a:gd name="T28" fmla="*/ 8 w 19"/>
                  <a:gd name="T29" fmla="*/ 9 h 11"/>
                  <a:gd name="T30" fmla="*/ 10 w 19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1">
                    <a:moveTo>
                      <a:pt x="10" y="9"/>
                    </a:moveTo>
                    <a:lnTo>
                      <a:pt x="12" y="9"/>
                    </a:lnTo>
                    <a:lnTo>
                      <a:pt x="12" y="11"/>
                    </a:lnTo>
                    <a:lnTo>
                      <a:pt x="19" y="9"/>
                    </a:lnTo>
                    <a:lnTo>
                      <a:pt x="15" y="7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8" name="Freeform 6267">
                <a:extLst>
                  <a:ext uri="{FF2B5EF4-FFF2-40B4-BE49-F238E27FC236}">
                    <a16:creationId xmlns:a16="http://schemas.microsoft.com/office/drawing/2014/main" id="{C153927D-081E-4EE0-8AED-F3D1E4E8B1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63" y="2970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8 w 8"/>
                  <a:gd name="T3" fmla="*/ 0 h 4"/>
                  <a:gd name="T4" fmla="*/ 4 w 8"/>
                  <a:gd name="T5" fmla="*/ 0 h 4"/>
                  <a:gd name="T6" fmla="*/ 0 w 8"/>
                  <a:gd name="T7" fmla="*/ 0 h 4"/>
                  <a:gd name="T8" fmla="*/ 2 w 8"/>
                  <a:gd name="T9" fmla="*/ 4 h 4"/>
                  <a:gd name="T10" fmla="*/ 6 w 8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9" name="Freeform 6268">
                <a:extLst>
                  <a:ext uri="{FF2B5EF4-FFF2-40B4-BE49-F238E27FC236}">
                    <a16:creationId xmlns:a16="http://schemas.microsoft.com/office/drawing/2014/main" id="{688520CB-704A-46E4-A005-DD9F8D5919E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74" y="2763"/>
                <a:ext cx="143" cy="166"/>
              </a:xfrm>
              <a:custGeom>
                <a:avLst/>
                <a:gdLst>
                  <a:gd name="T0" fmla="*/ 75 w 77"/>
                  <a:gd name="T1" fmla="*/ 50 h 89"/>
                  <a:gd name="T2" fmla="*/ 67 w 77"/>
                  <a:gd name="T3" fmla="*/ 44 h 89"/>
                  <a:gd name="T4" fmla="*/ 68 w 77"/>
                  <a:gd name="T5" fmla="*/ 41 h 89"/>
                  <a:gd name="T6" fmla="*/ 63 w 77"/>
                  <a:gd name="T7" fmla="*/ 33 h 89"/>
                  <a:gd name="T8" fmla="*/ 65 w 77"/>
                  <a:gd name="T9" fmla="*/ 31 h 89"/>
                  <a:gd name="T10" fmla="*/ 67 w 77"/>
                  <a:gd name="T11" fmla="*/ 29 h 89"/>
                  <a:gd name="T12" fmla="*/ 66 w 77"/>
                  <a:gd name="T13" fmla="*/ 27 h 89"/>
                  <a:gd name="T14" fmla="*/ 71 w 77"/>
                  <a:gd name="T15" fmla="*/ 25 h 89"/>
                  <a:gd name="T16" fmla="*/ 73 w 77"/>
                  <a:gd name="T17" fmla="*/ 20 h 89"/>
                  <a:gd name="T18" fmla="*/ 74 w 77"/>
                  <a:gd name="T19" fmla="*/ 16 h 89"/>
                  <a:gd name="T20" fmla="*/ 69 w 77"/>
                  <a:gd name="T21" fmla="*/ 13 h 89"/>
                  <a:gd name="T22" fmla="*/ 65 w 77"/>
                  <a:gd name="T23" fmla="*/ 12 h 89"/>
                  <a:gd name="T24" fmla="*/ 63 w 77"/>
                  <a:gd name="T25" fmla="*/ 8 h 89"/>
                  <a:gd name="T26" fmla="*/ 62 w 77"/>
                  <a:gd name="T27" fmla="*/ 1 h 89"/>
                  <a:gd name="T28" fmla="*/ 58 w 77"/>
                  <a:gd name="T29" fmla="*/ 3 h 89"/>
                  <a:gd name="T30" fmla="*/ 59 w 77"/>
                  <a:gd name="T31" fmla="*/ 6 h 89"/>
                  <a:gd name="T32" fmla="*/ 54 w 77"/>
                  <a:gd name="T33" fmla="*/ 8 h 89"/>
                  <a:gd name="T34" fmla="*/ 46 w 77"/>
                  <a:gd name="T35" fmla="*/ 17 h 89"/>
                  <a:gd name="T36" fmla="*/ 38 w 77"/>
                  <a:gd name="T37" fmla="*/ 22 h 89"/>
                  <a:gd name="T38" fmla="*/ 33 w 77"/>
                  <a:gd name="T39" fmla="*/ 30 h 89"/>
                  <a:gd name="T40" fmla="*/ 22 w 77"/>
                  <a:gd name="T41" fmla="*/ 36 h 89"/>
                  <a:gd name="T42" fmla="*/ 17 w 77"/>
                  <a:gd name="T43" fmla="*/ 41 h 89"/>
                  <a:gd name="T44" fmla="*/ 16 w 77"/>
                  <a:gd name="T45" fmla="*/ 46 h 89"/>
                  <a:gd name="T46" fmla="*/ 7 w 77"/>
                  <a:gd name="T47" fmla="*/ 42 h 89"/>
                  <a:gd name="T48" fmla="*/ 5 w 77"/>
                  <a:gd name="T49" fmla="*/ 43 h 89"/>
                  <a:gd name="T50" fmla="*/ 1 w 77"/>
                  <a:gd name="T51" fmla="*/ 51 h 89"/>
                  <a:gd name="T52" fmla="*/ 1 w 77"/>
                  <a:gd name="T53" fmla="*/ 59 h 89"/>
                  <a:gd name="T54" fmla="*/ 2 w 77"/>
                  <a:gd name="T55" fmla="*/ 64 h 89"/>
                  <a:gd name="T56" fmla="*/ 4 w 77"/>
                  <a:gd name="T57" fmla="*/ 66 h 89"/>
                  <a:gd name="T58" fmla="*/ 8 w 77"/>
                  <a:gd name="T59" fmla="*/ 67 h 89"/>
                  <a:gd name="T60" fmla="*/ 8 w 77"/>
                  <a:gd name="T61" fmla="*/ 73 h 89"/>
                  <a:gd name="T62" fmla="*/ 12 w 77"/>
                  <a:gd name="T63" fmla="*/ 81 h 89"/>
                  <a:gd name="T64" fmla="*/ 18 w 77"/>
                  <a:gd name="T65" fmla="*/ 81 h 89"/>
                  <a:gd name="T66" fmla="*/ 22 w 77"/>
                  <a:gd name="T67" fmla="*/ 84 h 89"/>
                  <a:gd name="T68" fmla="*/ 27 w 77"/>
                  <a:gd name="T69" fmla="*/ 84 h 89"/>
                  <a:gd name="T70" fmla="*/ 32 w 77"/>
                  <a:gd name="T71" fmla="*/ 82 h 89"/>
                  <a:gd name="T72" fmla="*/ 35 w 77"/>
                  <a:gd name="T73" fmla="*/ 84 h 89"/>
                  <a:gd name="T74" fmla="*/ 40 w 77"/>
                  <a:gd name="T75" fmla="*/ 85 h 89"/>
                  <a:gd name="T76" fmla="*/ 44 w 77"/>
                  <a:gd name="T77" fmla="*/ 89 h 89"/>
                  <a:gd name="T78" fmla="*/ 52 w 77"/>
                  <a:gd name="T79" fmla="*/ 85 h 89"/>
                  <a:gd name="T80" fmla="*/ 56 w 77"/>
                  <a:gd name="T81" fmla="*/ 86 h 89"/>
                  <a:gd name="T82" fmla="*/ 53 w 77"/>
                  <a:gd name="T83" fmla="*/ 83 h 89"/>
                  <a:gd name="T84" fmla="*/ 56 w 77"/>
                  <a:gd name="T85" fmla="*/ 78 h 89"/>
                  <a:gd name="T86" fmla="*/ 56 w 77"/>
                  <a:gd name="T87" fmla="*/ 74 h 89"/>
                  <a:gd name="T88" fmla="*/ 55 w 77"/>
                  <a:gd name="T89" fmla="*/ 72 h 89"/>
                  <a:gd name="T90" fmla="*/ 59 w 77"/>
                  <a:gd name="T91" fmla="*/ 68 h 89"/>
                  <a:gd name="T92" fmla="*/ 63 w 77"/>
                  <a:gd name="T93" fmla="*/ 59 h 89"/>
                  <a:gd name="T94" fmla="*/ 66 w 77"/>
                  <a:gd name="T95" fmla="*/ 52 h 89"/>
                  <a:gd name="T96" fmla="*/ 71 w 77"/>
                  <a:gd name="T97" fmla="*/ 53 h 89"/>
                  <a:gd name="T98" fmla="*/ 64 w 77"/>
                  <a:gd name="T99" fmla="*/ 27 h 89"/>
                  <a:gd name="T100" fmla="*/ 46 w 77"/>
                  <a:gd name="T101" fmla="*/ 20 h 89"/>
                  <a:gd name="T102" fmla="*/ 63 w 77"/>
                  <a:gd name="T103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" h="89">
                    <a:moveTo>
                      <a:pt x="71" y="53"/>
                    </a:moveTo>
                    <a:cubicBezTo>
                      <a:pt x="72" y="52"/>
                      <a:pt x="72" y="52"/>
                      <a:pt x="72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4" y="52"/>
                      <a:pt x="74" y="52"/>
                      <a:pt x="74" y="52"/>
                    </a:cubicBezTo>
                    <a:cubicBezTo>
                      <a:pt x="75" y="50"/>
                      <a:pt x="75" y="50"/>
                      <a:pt x="75" y="50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6" y="81"/>
                      <a:pt x="16" y="81"/>
                      <a:pt x="16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31" y="82"/>
                      <a:pt x="31" y="82"/>
                      <a:pt x="31" y="82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1" y="88"/>
                      <a:pt x="51" y="88"/>
                      <a:pt x="51" y="88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2"/>
                      <a:pt x="54" y="82"/>
                      <a:pt x="54" y="82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3" y="82"/>
                      <a:pt x="53" y="82"/>
                      <a:pt x="53" y="82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6" y="78"/>
                      <a:pt x="56" y="78"/>
                      <a:pt x="56" y="78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2"/>
                      <a:pt x="69" y="52"/>
                      <a:pt x="69" y="52"/>
                    </a:cubicBezTo>
                    <a:lnTo>
                      <a:pt x="71" y="53"/>
                    </a:lnTo>
                    <a:close/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6"/>
                      <a:pt x="64" y="26"/>
                      <a:pt x="64" y="26"/>
                    </a:cubicBezTo>
                    <a:close/>
                    <a:moveTo>
                      <a:pt x="46" y="20"/>
                    </a:move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20"/>
                      <a:pt x="46" y="20"/>
                      <a:pt x="46" y="20"/>
                    </a:cubicBezTo>
                    <a:close/>
                    <a:moveTo>
                      <a:pt x="63" y="30"/>
                    </a:move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1"/>
                      <a:pt x="63" y="31"/>
                      <a:pt x="63" y="31"/>
                    </a:cubicBezTo>
                    <a:lnTo>
                      <a:pt x="6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0" name="Freeform 6269">
                <a:extLst>
                  <a:ext uri="{FF2B5EF4-FFF2-40B4-BE49-F238E27FC236}">
                    <a16:creationId xmlns:a16="http://schemas.microsoft.com/office/drawing/2014/main" id="{61310C3B-7EB9-43FB-A043-6E103C61B0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83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0 h 3"/>
                  <a:gd name="T4" fmla="*/ 4 w 8"/>
                  <a:gd name="T5" fmla="*/ 3 h 3"/>
                  <a:gd name="T6" fmla="*/ 8 w 8"/>
                  <a:gd name="T7" fmla="*/ 3 h 3"/>
                  <a:gd name="T8" fmla="*/ 4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8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1" name="Freeform 6270">
                <a:extLst>
                  <a:ext uri="{FF2B5EF4-FFF2-40B4-BE49-F238E27FC236}">
                    <a16:creationId xmlns:a16="http://schemas.microsoft.com/office/drawing/2014/main" id="{167EC698-0788-4EC8-8F39-1EE1331890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8" y="2870"/>
                <a:ext cx="20" cy="7"/>
              </a:xfrm>
              <a:custGeom>
                <a:avLst/>
                <a:gdLst>
                  <a:gd name="T0" fmla="*/ 20 w 20"/>
                  <a:gd name="T1" fmla="*/ 5 h 7"/>
                  <a:gd name="T2" fmla="*/ 20 w 20"/>
                  <a:gd name="T3" fmla="*/ 1 h 7"/>
                  <a:gd name="T4" fmla="*/ 17 w 20"/>
                  <a:gd name="T5" fmla="*/ 0 h 7"/>
                  <a:gd name="T6" fmla="*/ 11 w 20"/>
                  <a:gd name="T7" fmla="*/ 0 h 7"/>
                  <a:gd name="T8" fmla="*/ 9 w 20"/>
                  <a:gd name="T9" fmla="*/ 1 h 7"/>
                  <a:gd name="T10" fmla="*/ 5 w 20"/>
                  <a:gd name="T11" fmla="*/ 1 h 7"/>
                  <a:gd name="T12" fmla="*/ 4 w 20"/>
                  <a:gd name="T13" fmla="*/ 3 h 7"/>
                  <a:gd name="T14" fmla="*/ 4 w 20"/>
                  <a:gd name="T15" fmla="*/ 3 h 7"/>
                  <a:gd name="T16" fmla="*/ 0 w 20"/>
                  <a:gd name="T17" fmla="*/ 5 h 7"/>
                  <a:gd name="T18" fmla="*/ 7 w 20"/>
                  <a:gd name="T19" fmla="*/ 7 h 7"/>
                  <a:gd name="T20" fmla="*/ 11 w 20"/>
                  <a:gd name="T21" fmla="*/ 7 h 7"/>
                  <a:gd name="T22" fmla="*/ 15 w 20"/>
                  <a:gd name="T23" fmla="*/ 7 h 7"/>
                  <a:gd name="T24" fmla="*/ 15 w 20"/>
                  <a:gd name="T25" fmla="*/ 5 h 7"/>
                  <a:gd name="T26" fmla="*/ 17 w 20"/>
                  <a:gd name="T27" fmla="*/ 7 h 7"/>
                  <a:gd name="T28" fmla="*/ 20 w 20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7">
                    <a:moveTo>
                      <a:pt x="20" y="5"/>
                    </a:moveTo>
                    <a:lnTo>
                      <a:pt x="20" y="1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7" y="7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2" name="Freeform 6271">
                <a:extLst>
                  <a:ext uri="{FF2B5EF4-FFF2-40B4-BE49-F238E27FC236}">
                    <a16:creationId xmlns:a16="http://schemas.microsoft.com/office/drawing/2014/main" id="{A3F8B93B-2E78-428D-A68E-C7A18D8FA0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836"/>
                <a:ext cx="33" cy="56"/>
              </a:xfrm>
              <a:custGeom>
                <a:avLst/>
                <a:gdLst>
                  <a:gd name="T0" fmla="*/ 9 w 33"/>
                  <a:gd name="T1" fmla="*/ 30 h 56"/>
                  <a:gd name="T2" fmla="*/ 11 w 33"/>
                  <a:gd name="T3" fmla="*/ 32 h 56"/>
                  <a:gd name="T4" fmla="*/ 15 w 33"/>
                  <a:gd name="T5" fmla="*/ 32 h 56"/>
                  <a:gd name="T6" fmla="*/ 16 w 33"/>
                  <a:gd name="T7" fmla="*/ 34 h 56"/>
                  <a:gd name="T8" fmla="*/ 22 w 33"/>
                  <a:gd name="T9" fmla="*/ 32 h 56"/>
                  <a:gd name="T10" fmla="*/ 26 w 33"/>
                  <a:gd name="T11" fmla="*/ 35 h 56"/>
                  <a:gd name="T12" fmla="*/ 33 w 33"/>
                  <a:gd name="T13" fmla="*/ 39 h 56"/>
                  <a:gd name="T14" fmla="*/ 31 w 33"/>
                  <a:gd name="T15" fmla="*/ 35 h 56"/>
                  <a:gd name="T16" fmla="*/ 20 w 33"/>
                  <a:gd name="T17" fmla="*/ 30 h 56"/>
                  <a:gd name="T18" fmla="*/ 20 w 33"/>
                  <a:gd name="T19" fmla="*/ 30 h 56"/>
                  <a:gd name="T20" fmla="*/ 20 w 33"/>
                  <a:gd name="T21" fmla="*/ 28 h 56"/>
                  <a:gd name="T22" fmla="*/ 15 w 33"/>
                  <a:gd name="T23" fmla="*/ 24 h 56"/>
                  <a:gd name="T24" fmla="*/ 15 w 33"/>
                  <a:gd name="T25" fmla="*/ 24 h 56"/>
                  <a:gd name="T26" fmla="*/ 13 w 33"/>
                  <a:gd name="T27" fmla="*/ 24 h 56"/>
                  <a:gd name="T28" fmla="*/ 15 w 33"/>
                  <a:gd name="T29" fmla="*/ 22 h 56"/>
                  <a:gd name="T30" fmla="*/ 20 w 33"/>
                  <a:gd name="T31" fmla="*/ 20 h 56"/>
                  <a:gd name="T32" fmla="*/ 22 w 33"/>
                  <a:gd name="T33" fmla="*/ 15 h 56"/>
                  <a:gd name="T34" fmla="*/ 22 w 33"/>
                  <a:gd name="T35" fmla="*/ 13 h 56"/>
                  <a:gd name="T36" fmla="*/ 20 w 33"/>
                  <a:gd name="T37" fmla="*/ 11 h 56"/>
                  <a:gd name="T38" fmla="*/ 15 w 33"/>
                  <a:gd name="T39" fmla="*/ 13 h 56"/>
                  <a:gd name="T40" fmla="*/ 11 w 33"/>
                  <a:gd name="T41" fmla="*/ 15 h 56"/>
                  <a:gd name="T42" fmla="*/ 11 w 33"/>
                  <a:gd name="T43" fmla="*/ 9 h 56"/>
                  <a:gd name="T44" fmla="*/ 7 w 33"/>
                  <a:gd name="T45" fmla="*/ 9 h 56"/>
                  <a:gd name="T46" fmla="*/ 7 w 33"/>
                  <a:gd name="T47" fmla="*/ 7 h 56"/>
                  <a:gd name="T48" fmla="*/ 9 w 33"/>
                  <a:gd name="T49" fmla="*/ 6 h 56"/>
                  <a:gd name="T50" fmla="*/ 11 w 33"/>
                  <a:gd name="T51" fmla="*/ 2 h 56"/>
                  <a:gd name="T52" fmla="*/ 11 w 33"/>
                  <a:gd name="T53" fmla="*/ 9 h 56"/>
                  <a:gd name="T54" fmla="*/ 15 w 33"/>
                  <a:gd name="T55" fmla="*/ 7 h 56"/>
                  <a:gd name="T56" fmla="*/ 16 w 33"/>
                  <a:gd name="T57" fmla="*/ 7 h 56"/>
                  <a:gd name="T58" fmla="*/ 20 w 33"/>
                  <a:gd name="T59" fmla="*/ 4 h 56"/>
                  <a:gd name="T60" fmla="*/ 18 w 33"/>
                  <a:gd name="T61" fmla="*/ 2 h 56"/>
                  <a:gd name="T62" fmla="*/ 15 w 33"/>
                  <a:gd name="T63" fmla="*/ 0 h 56"/>
                  <a:gd name="T64" fmla="*/ 13 w 33"/>
                  <a:gd name="T65" fmla="*/ 2 h 56"/>
                  <a:gd name="T66" fmla="*/ 11 w 33"/>
                  <a:gd name="T67" fmla="*/ 2 h 56"/>
                  <a:gd name="T68" fmla="*/ 11 w 33"/>
                  <a:gd name="T69" fmla="*/ 2 h 56"/>
                  <a:gd name="T70" fmla="*/ 7 w 33"/>
                  <a:gd name="T71" fmla="*/ 4 h 56"/>
                  <a:gd name="T72" fmla="*/ 1 w 33"/>
                  <a:gd name="T73" fmla="*/ 7 h 56"/>
                  <a:gd name="T74" fmla="*/ 1 w 33"/>
                  <a:gd name="T75" fmla="*/ 11 h 56"/>
                  <a:gd name="T76" fmla="*/ 1 w 33"/>
                  <a:gd name="T77" fmla="*/ 15 h 56"/>
                  <a:gd name="T78" fmla="*/ 0 w 33"/>
                  <a:gd name="T79" fmla="*/ 15 h 56"/>
                  <a:gd name="T80" fmla="*/ 0 w 33"/>
                  <a:gd name="T81" fmla="*/ 20 h 56"/>
                  <a:gd name="T82" fmla="*/ 1 w 33"/>
                  <a:gd name="T83" fmla="*/ 22 h 56"/>
                  <a:gd name="T84" fmla="*/ 1 w 33"/>
                  <a:gd name="T85" fmla="*/ 24 h 56"/>
                  <a:gd name="T86" fmla="*/ 1 w 33"/>
                  <a:gd name="T87" fmla="*/ 26 h 56"/>
                  <a:gd name="T88" fmla="*/ 0 w 33"/>
                  <a:gd name="T89" fmla="*/ 30 h 56"/>
                  <a:gd name="T90" fmla="*/ 3 w 33"/>
                  <a:gd name="T91" fmla="*/ 32 h 56"/>
                  <a:gd name="T92" fmla="*/ 3 w 33"/>
                  <a:gd name="T93" fmla="*/ 34 h 56"/>
                  <a:gd name="T94" fmla="*/ 3 w 33"/>
                  <a:gd name="T95" fmla="*/ 34 h 56"/>
                  <a:gd name="T96" fmla="*/ 1 w 33"/>
                  <a:gd name="T97" fmla="*/ 37 h 56"/>
                  <a:gd name="T98" fmla="*/ 3 w 33"/>
                  <a:gd name="T99" fmla="*/ 41 h 56"/>
                  <a:gd name="T100" fmla="*/ 7 w 33"/>
                  <a:gd name="T101" fmla="*/ 43 h 56"/>
                  <a:gd name="T102" fmla="*/ 9 w 33"/>
                  <a:gd name="T103" fmla="*/ 47 h 56"/>
                  <a:gd name="T104" fmla="*/ 11 w 33"/>
                  <a:gd name="T105" fmla="*/ 48 h 56"/>
                  <a:gd name="T106" fmla="*/ 13 w 33"/>
                  <a:gd name="T107" fmla="*/ 56 h 56"/>
                  <a:gd name="T108" fmla="*/ 15 w 33"/>
                  <a:gd name="T109" fmla="*/ 48 h 56"/>
                  <a:gd name="T110" fmla="*/ 16 w 33"/>
                  <a:gd name="T111" fmla="*/ 48 h 56"/>
                  <a:gd name="T112" fmla="*/ 15 w 33"/>
                  <a:gd name="T113" fmla="*/ 45 h 56"/>
                  <a:gd name="T114" fmla="*/ 11 w 33"/>
                  <a:gd name="T115" fmla="*/ 43 h 56"/>
                  <a:gd name="T116" fmla="*/ 11 w 33"/>
                  <a:gd name="T117" fmla="*/ 39 h 56"/>
                  <a:gd name="T118" fmla="*/ 7 w 33"/>
                  <a:gd name="T119" fmla="*/ 35 h 56"/>
                  <a:gd name="T120" fmla="*/ 7 w 33"/>
                  <a:gd name="T121" fmla="*/ 30 h 56"/>
                  <a:gd name="T122" fmla="*/ 9 w 33"/>
                  <a:gd name="T123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" h="56">
                    <a:moveTo>
                      <a:pt x="9" y="30"/>
                    </a:moveTo>
                    <a:lnTo>
                      <a:pt x="11" y="32"/>
                    </a:lnTo>
                    <a:lnTo>
                      <a:pt x="15" y="32"/>
                    </a:lnTo>
                    <a:lnTo>
                      <a:pt x="16" y="34"/>
                    </a:lnTo>
                    <a:lnTo>
                      <a:pt x="22" y="32"/>
                    </a:lnTo>
                    <a:lnTo>
                      <a:pt x="26" y="35"/>
                    </a:lnTo>
                    <a:lnTo>
                      <a:pt x="33" y="39"/>
                    </a:lnTo>
                    <a:lnTo>
                      <a:pt x="31" y="35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5" y="22"/>
                    </a:lnTo>
                    <a:lnTo>
                      <a:pt x="20" y="20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5" y="13"/>
                    </a:lnTo>
                    <a:lnTo>
                      <a:pt x="11" y="15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2"/>
                    </a:lnTo>
                    <a:lnTo>
                      <a:pt x="11" y="9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1" y="7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1" y="24"/>
                    </a:lnTo>
                    <a:lnTo>
                      <a:pt x="1" y="26"/>
                    </a:lnTo>
                    <a:lnTo>
                      <a:pt x="0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1" y="37"/>
                    </a:lnTo>
                    <a:lnTo>
                      <a:pt x="3" y="41"/>
                    </a:lnTo>
                    <a:lnTo>
                      <a:pt x="7" y="43"/>
                    </a:lnTo>
                    <a:lnTo>
                      <a:pt x="9" y="47"/>
                    </a:lnTo>
                    <a:lnTo>
                      <a:pt x="11" y="48"/>
                    </a:lnTo>
                    <a:lnTo>
                      <a:pt x="13" y="56"/>
                    </a:lnTo>
                    <a:lnTo>
                      <a:pt x="15" y="48"/>
                    </a:lnTo>
                    <a:lnTo>
                      <a:pt x="16" y="48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1" y="39"/>
                    </a:lnTo>
                    <a:lnTo>
                      <a:pt x="7" y="35"/>
                    </a:lnTo>
                    <a:lnTo>
                      <a:pt x="7" y="30"/>
                    </a:lnTo>
                    <a:lnTo>
                      <a:pt x="9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3" name="Freeform 6272">
                <a:extLst>
                  <a:ext uri="{FF2B5EF4-FFF2-40B4-BE49-F238E27FC236}">
                    <a16:creationId xmlns:a16="http://schemas.microsoft.com/office/drawing/2014/main" id="{497A5992-7F38-4F53-8CBC-82FC0CF31E8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90"/>
                <a:ext cx="34" cy="7"/>
              </a:xfrm>
              <a:custGeom>
                <a:avLst/>
                <a:gdLst>
                  <a:gd name="T0" fmla="*/ 6 w 18"/>
                  <a:gd name="T1" fmla="*/ 2 h 4"/>
                  <a:gd name="T2" fmla="*/ 6 w 18"/>
                  <a:gd name="T3" fmla="*/ 2 h 4"/>
                  <a:gd name="T4" fmla="*/ 6 w 18"/>
                  <a:gd name="T5" fmla="*/ 2 h 4"/>
                  <a:gd name="T6" fmla="*/ 9 w 18"/>
                  <a:gd name="T7" fmla="*/ 4 h 4"/>
                  <a:gd name="T8" fmla="*/ 13 w 18"/>
                  <a:gd name="T9" fmla="*/ 4 h 4"/>
                  <a:gd name="T10" fmla="*/ 16 w 18"/>
                  <a:gd name="T11" fmla="*/ 4 h 4"/>
                  <a:gd name="T12" fmla="*/ 18 w 18"/>
                  <a:gd name="T13" fmla="*/ 2 h 4"/>
                  <a:gd name="T14" fmla="*/ 14 w 18"/>
                  <a:gd name="T15" fmla="*/ 1 h 4"/>
                  <a:gd name="T16" fmla="*/ 13 w 18"/>
                  <a:gd name="T17" fmla="*/ 2 h 4"/>
                  <a:gd name="T18" fmla="*/ 11 w 18"/>
                  <a:gd name="T19" fmla="*/ 1 h 4"/>
                  <a:gd name="T20" fmla="*/ 9 w 18"/>
                  <a:gd name="T21" fmla="*/ 2 h 4"/>
                  <a:gd name="T22" fmla="*/ 7 w 18"/>
                  <a:gd name="T23" fmla="*/ 1 h 4"/>
                  <a:gd name="T24" fmla="*/ 8 w 18"/>
                  <a:gd name="T25" fmla="*/ 0 h 4"/>
                  <a:gd name="T26" fmla="*/ 0 w 18"/>
                  <a:gd name="T27" fmla="*/ 0 h 4"/>
                  <a:gd name="T28" fmla="*/ 4 w 18"/>
                  <a:gd name="T29" fmla="*/ 2 h 4"/>
                  <a:gd name="T30" fmla="*/ 6 w 18"/>
                  <a:gd name="T31" fmla="*/ 1 h 4"/>
                  <a:gd name="T32" fmla="*/ 6 w 18"/>
                  <a:gd name="T3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4" name="Freeform 6273">
                <a:extLst>
                  <a:ext uri="{FF2B5EF4-FFF2-40B4-BE49-F238E27FC236}">
                    <a16:creationId xmlns:a16="http://schemas.microsoft.com/office/drawing/2014/main" id="{0CD47998-4C82-4E31-B534-AAC12A5B63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20" y="2944"/>
                <a:ext cx="13" cy="24"/>
              </a:xfrm>
              <a:custGeom>
                <a:avLst/>
                <a:gdLst>
                  <a:gd name="T0" fmla="*/ 11 w 13"/>
                  <a:gd name="T1" fmla="*/ 0 h 24"/>
                  <a:gd name="T2" fmla="*/ 7 w 13"/>
                  <a:gd name="T3" fmla="*/ 2 h 24"/>
                  <a:gd name="T4" fmla="*/ 7 w 13"/>
                  <a:gd name="T5" fmla="*/ 2 h 24"/>
                  <a:gd name="T6" fmla="*/ 7 w 13"/>
                  <a:gd name="T7" fmla="*/ 2 h 24"/>
                  <a:gd name="T8" fmla="*/ 6 w 13"/>
                  <a:gd name="T9" fmla="*/ 4 h 24"/>
                  <a:gd name="T10" fmla="*/ 0 w 13"/>
                  <a:gd name="T11" fmla="*/ 6 h 24"/>
                  <a:gd name="T12" fmla="*/ 4 w 13"/>
                  <a:gd name="T13" fmla="*/ 6 h 24"/>
                  <a:gd name="T14" fmla="*/ 2 w 13"/>
                  <a:gd name="T15" fmla="*/ 8 h 24"/>
                  <a:gd name="T16" fmla="*/ 6 w 13"/>
                  <a:gd name="T17" fmla="*/ 8 h 24"/>
                  <a:gd name="T18" fmla="*/ 6 w 13"/>
                  <a:gd name="T19" fmla="*/ 9 h 24"/>
                  <a:gd name="T20" fmla="*/ 2 w 13"/>
                  <a:gd name="T21" fmla="*/ 9 h 24"/>
                  <a:gd name="T22" fmla="*/ 2 w 13"/>
                  <a:gd name="T23" fmla="*/ 11 h 24"/>
                  <a:gd name="T24" fmla="*/ 0 w 13"/>
                  <a:gd name="T25" fmla="*/ 9 h 24"/>
                  <a:gd name="T26" fmla="*/ 2 w 13"/>
                  <a:gd name="T27" fmla="*/ 15 h 24"/>
                  <a:gd name="T28" fmla="*/ 2 w 13"/>
                  <a:gd name="T29" fmla="*/ 17 h 24"/>
                  <a:gd name="T30" fmla="*/ 2 w 13"/>
                  <a:gd name="T31" fmla="*/ 17 h 24"/>
                  <a:gd name="T32" fmla="*/ 2 w 13"/>
                  <a:gd name="T33" fmla="*/ 22 h 24"/>
                  <a:gd name="T34" fmla="*/ 4 w 13"/>
                  <a:gd name="T35" fmla="*/ 24 h 24"/>
                  <a:gd name="T36" fmla="*/ 6 w 13"/>
                  <a:gd name="T37" fmla="*/ 22 h 24"/>
                  <a:gd name="T38" fmla="*/ 7 w 13"/>
                  <a:gd name="T39" fmla="*/ 22 h 24"/>
                  <a:gd name="T40" fmla="*/ 7 w 13"/>
                  <a:gd name="T41" fmla="*/ 24 h 24"/>
                  <a:gd name="T42" fmla="*/ 7 w 13"/>
                  <a:gd name="T43" fmla="*/ 22 h 24"/>
                  <a:gd name="T44" fmla="*/ 9 w 13"/>
                  <a:gd name="T45" fmla="*/ 21 h 24"/>
                  <a:gd name="T46" fmla="*/ 9 w 13"/>
                  <a:gd name="T47" fmla="*/ 19 h 24"/>
                  <a:gd name="T48" fmla="*/ 11 w 13"/>
                  <a:gd name="T49" fmla="*/ 19 h 24"/>
                  <a:gd name="T50" fmla="*/ 9 w 13"/>
                  <a:gd name="T51" fmla="*/ 21 h 24"/>
                  <a:gd name="T52" fmla="*/ 11 w 13"/>
                  <a:gd name="T53" fmla="*/ 22 h 24"/>
                  <a:gd name="T54" fmla="*/ 13 w 13"/>
                  <a:gd name="T55" fmla="*/ 21 h 24"/>
                  <a:gd name="T56" fmla="*/ 13 w 13"/>
                  <a:gd name="T57" fmla="*/ 17 h 24"/>
                  <a:gd name="T58" fmla="*/ 11 w 13"/>
                  <a:gd name="T59" fmla="*/ 17 h 24"/>
                  <a:gd name="T60" fmla="*/ 11 w 13"/>
                  <a:gd name="T61" fmla="*/ 15 h 24"/>
                  <a:gd name="T62" fmla="*/ 11 w 13"/>
                  <a:gd name="T63" fmla="*/ 15 h 24"/>
                  <a:gd name="T64" fmla="*/ 13 w 13"/>
                  <a:gd name="T65" fmla="*/ 13 h 24"/>
                  <a:gd name="T66" fmla="*/ 13 w 13"/>
                  <a:gd name="T67" fmla="*/ 11 h 24"/>
                  <a:gd name="T68" fmla="*/ 13 w 13"/>
                  <a:gd name="T69" fmla="*/ 11 h 24"/>
                  <a:gd name="T70" fmla="*/ 13 w 13"/>
                  <a:gd name="T71" fmla="*/ 9 h 24"/>
                  <a:gd name="T72" fmla="*/ 11 w 13"/>
                  <a:gd name="T73" fmla="*/ 8 h 24"/>
                  <a:gd name="T74" fmla="*/ 13 w 13"/>
                  <a:gd name="T75" fmla="*/ 8 h 24"/>
                  <a:gd name="T76" fmla="*/ 13 w 13"/>
                  <a:gd name="T77" fmla="*/ 4 h 24"/>
                  <a:gd name="T78" fmla="*/ 13 w 13"/>
                  <a:gd name="T79" fmla="*/ 6 h 24"/>
                  <a:gd name="T80" fmla="*/ 11 w 13"/>
                  <a:gd name="T8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9" y="21"/>
                    </a:lnTo>
                    <a:lnTo>
                      <a:pt x="11" y="22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5" name="Freeform 6274">
                <a:extLst>
                  <a:ext uri="{FF2B5EF4-FFF2-40B4-BE49-F238E27FC236}">
                    <a16:creationId xmlns:a16="http://schemas.microsoft.com/office/drawing/2014/main" id="{F2C490A8-7094-4FB2-918E-366A7BE9E3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9" y="2942"/>
                <a:ext cx="14" cy="13"/>
              </a:xfrm>
              <a:custGeom>
                <a:avLst/>
                <a:gdLst>
                  <a:gd name="T0" fmla="*/ 6 w 14"/>
                  <a:gd name="T1" fmla="*/ 13 h 13"/>
                  <a:gd name="T2" fmla="*/ 6 w 14"/>
                  <a:gd name="T3" fmla="*/ 13 h 13"/>
                  <a:gd name="T4" fmla="*/ 6 w 14"/>
                  <a:gd name="T5" fmla="*/ 13 h 13"/>
                  <a:gd name="T6" fmla="*/ 10 w 14"/>
                  <a:gd name="T7" fmla="*/ 11 h 13"/>
                  <a:gd name="T8" fmla="*/ 12 w 14"/>
                  <a:gd name="T9" fmla="*/ 6 h 13"/>
                  <a:gd name="T10" fmla="*/ 14 w 14"/>
                  <a:gd name="T11" fmla="*/ 0 h 13"/>
                  <a:gd name="T12" fmla="*/ 8 w 14"/>
                  <a:gd name="T13" fmla="*/ 4 h 13"/>
                  <a:gd name="T14" fmla="*/ 6 w 14"/>
                  <a:gd name="T15" fmla="*/ 8 h 13"/>
                  <a:gd name="T16" fmla="*/ 0 w 14"/>
                  <a:gd name="T17" fmla="*/ 0 h 13"/>
                  <a:gd name="T18" fmla="*/ 4 w 14"/>
                  <a:gd name="T19" fmla="*/ 8 h 13"/>
                  <a:gd name="T20" fmla="*/ 4 w 14"/>
                  <a:gd name="T21" fmla="*/ 11 h 13"/>
                  <a:gd name="T22" fmla="*/ 4 w 14"/>
                  <a:gd name="T23" fmla="*/ 11 h 13"/>
                  <a:gd name="T24" fmla="*/ 4 w 14"/>
                  <a:gd name="T25" fmla="*/ 13 h 13"/>
                  <a:gd name="T26" fmla="*/ 6 w 14"/>
                  <a:gd name="T2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lnTo>
                      <a:pt x="6" y="13"/>
                    </a:lnTo>
                    <a:lnTo>
                      <a:pt x="6" y="13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6" name="Freeform 6275">
                <a:extLst>
                  <a:ext uri="{FF2B5EF4-FFF2-40B4-BE49-F238E27FC236}">
                    <a16:creationId xmlns:a16="http://schemas.microsoft.com/office/drawing/2014/main" id="{8149B6AF-A1A8-4C60-9C9A-F0165CB908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88" y="2894"/>
                <a:ext cx="33" cy="13"/>
              </a:xfrm>
              <a:custGeom>
                <a:avLst/>
                <a:gdLst>
                  <a:gd name="T0" fmla="*/ 20 w 33"/>
                  <a:gd name="T1" fmla="*/ 5 h 13"/>
                  <a:gd name="T2" fmla="*/ 20 w 33"/>
                  <a:gd name="T3" fmla="*/ 9 h 13"/>
                  <a:gd name="T4" fmla="*/ 22 w 33"/>
                  <a:gd name="T5" fmla="*/ 13 h 13"/>
                  <a:gd name="T6" fmla="*/ 24 w 33"/>
                  <a:gd name="T7" fmla="*/ 13 h 13"/>
                  <a:gd name="T8" fmla="*/ 24 w 33"/>
                  <a:gd name="T9" fmla="*/ 11 h 13"/>
                  <a:gd name="T10" fmla="*/ 22 w 33"/>
                  <a:gd name="T11" fmla="*/ 7 h 13"/>
                  <a:gd name="T12" fmla="*/ 22 w 33"/>
                  <a:gd name="T13" fmla="*/ 5 h 13"/>
                  <a:gd name="T14" fmla="*/ 33 w 33"/>
                  <a:gd name="T15" fmla="*/ 2 h 13"/>
                  <a:gd name="T16" fmla="*/ 28 w 33"/>
                  <a:gd name="T17" fmla="*/ 2 h 13"/>
                  <a:gd name="T18" fmla="*/ 20 w 33"/>
                  <a:gd name="T19" fmla="*/ 0 h 13"/>
                  <a:gd name="T20" fmla="*/ 18 w 33"/>
                  <a:gd name="T21" fmla="*/ 2 h 13"/>
                  <a:gd name="T22" fmla="*/ 15 w 33"/>
                  <a:gd name="T23" fmla="*/ 0 h 13"/>
                  <a:gd name="T24" fmla="*/ 15 w 33"/>
                  <a:gd name="T25" fmla="*/ 0 h 13"/>
                  <a:gd name="T26" fmla="*/ 15 w 33"/>
                  <a:gd name="T27" fmla="*/ 0 h 13"/>
                  <a:gd name="T28" fmla="*/ 11 w 33"/>
                  <a:gd name="T29" fmla="*/ 0 h 13"/>
                  <a:gd name="T30" fmla="*/ 9 w 33"/>
                  <a:gd name="T31" fmla="*/ 0 h 13"/>
                  <a:gd name="T32" fmla="*/ 9 w 33"/>
                  <a:gd name="T33" fmla="*/ 0 h 13"/>
                  <a:gd name="T34" fmla="*/ 5 w 33"/>
                  <a:gd name="T35" fmla="*/ 0 h 13"/>
                  <a:gd name="T36" fmla="*/ 4 w 33"/>
                  <a:gd name="T37" fmla="*/ 0 h 13"/>
                  <a:gd name="T38" fmla="*/ 2 w 33"/>
                  <a:gd name="T39" fmla="*/ 0 h 13"/>
                  <a:gd name="T40" fmla="*/ 0 w 33"/>
                  <a:gd name="T41" fmla="*/ 2 h 13"/>
                  <a:gd name="T42" fmla="*/ 0 w 33"/>
                  <a:gd name="T43" fmla="*/ 3 h 13"/>
                  <a:gd name="T44" fmla="*/ 0 w 33"/>
                  <a:gd name="T45" fmla="*/ 5 h 13"/>
                  <a:gd name="T46" fmla="*/ 4 w 33"/>
                  <a:gd name="T47" fmla="*/ 7 h 13"/>
                  <a:gd name="T48" fmla="*/ 7 w 33"/>
                  <a:gd name="T49" fmla="*/ 5 h 13"/>
                  <a:gd name="T50" fmla="*/ 9 w 33"/>
                  <a:gd name="T51" fmla="*/ 5 h 13"/>
                  <a:gd name="T52" fmla="*/ 11 w 33"/>
                  <a:gd name="T53" fmla="*/ 3 h 13"/>
                  <a:gd name="T54" fmla="*/ 15 w 33"/>
                  <a:gd name="T55" fmla="*/ 5 h 13"/>
                  <a:gd name="T56" fmla="*/ 15 w 33"/>
                  <a:gd name="T57" fmla="*/ 5 h 13"/>
                  <a:gd name="T58" fmla="*/ 18 w 33"/>
                  <a:gd name="T59" fmla="*/ 5 h 13"/>
                  <a:gd name="T60" fmla="*/ 20 w 33"/>
                  <a:gd name="T6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13">
                    <a:moveTo>
                      <a:pt x="20" y="5"/>
                    </a:moveTo>
                    <a:lnTo>
                      <a:pt x="20" y="9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33" y="2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7" name="Freeform 6276">
                <a:extLst>
                  <a:ext uri="{FF2B5EF4-FFF2-40B4-BE49-F238E27FC236}">
                    <a16:creationId xmlns:a16="http://schemas.microsoft.com/office/drawing/2014/main" id="{C2A5BFA1-3977-4269-828B-F377D2CA05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9" y="2983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6 w 6"/>
                  <a:gd name="T5" fmla="*/ 4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8" name="Freeform 6277">
                <a:extLst>
                  <a:ext uri="{FF2B5EF4-FFF2-40B4-BE49-F238E27FC236}">
                    <a16:creationId xmlns:a16="http://schemas.microsoft.com/office/drawing/2014/main" id="{81D400E6-BC0D-42D6-8EA1-1A0570786A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8" y="2989"/>
                <a:ext cx="67" cy="37"/>
              </a:xfrm>
              <a:custGeom>
                <a:avLst/>
                <a:gdLst>
                  <a:gd name="T0" fmla="*/ 13 w 67"/>
                  <a:gd name="T1" fmla="*/ 30 h 37"/>
                  <a:gd name="T2" fmla="*/ 19 w 67"/>
                  <a:gd name="T3" fmla="*/ 30 h 37"/>
                  <a:gd name="T4" fmla="*/ 22 w 67"/>
                  <a:gd name="T5" fmla="*/ 26 h 37"/>
                  <a:gd name="T6" fmla="*/ 26 w 67"/>
                  <a:gd name="T7" fmla="*/ 26 h 37"/>
                  <a:gd name="T8" fmla="*/ 28 w 67"/>
                  <a:gd name="T9" fmla="*/ 26 h 37"/>
                  <a:gd name="T10" fmla="*/ 30 w 67"/>
                  <a:gd name="T11" fmla="*/ 24 h 37"/>
                  <a:gd name="T12" fmla="*/ 32 w 67"/>
                  <a:gd name="T13" fmla="*/ 20 h 37"/>
                  <a:gd name="T14" fmla="*/ 37 w 67"/>
                  <a:gd name="T15" fmla="*/ 17 h 37"/>
                  <a:gd name="T16" fmla="*/ 39 w 67"/>
                  <a:gd name="T17" fmla="*/ 17 h 37"/>
                  <a:gd name="T18" fmla="*/ 41 w 67"/>
                  <a:gd name="T19" fmla="*/ 15 h 37"/>
                  <a:gd name="T20" fmla="*/ 43 w 67"/>
                  <a:gd name="T21" fmla="*/ 13 h 37"/>
                  <a:gd name="T22" fmla="*/ 45 w 67"/>
                  <a:gd name="T23" fmla="*/ 13 h 37"/>
                  <a:gd name="T24" fmla="*/ 47 w 67"/>
                  <a:gd name="T25" fmla="*/ 13 h 37"/>
                  <a:gd name="T26" fmla="*/ 54 w 67"/>
                  <a:gd name="T27" fmla="*/ 11 h 37"/>
                  <a:gd name="T28" fmla="*/ 58 w 67"/>
                  <a:gd name="T29" fmla="*/ 9 h 37"/>
                  <a:gd name="T30" fmla="*/ 61 w 67"/>
                  <a:gd name="T31" fmla="*/ 7 h 37"/>
                  <a:gd name="T32" fmla="*/ 63 w 67"/>
                  <a:gd name="T33" fmla="*/ 5 h 37"/>
                  <a:gd name="T34" fmla="*/ 63 w 67"/>
                  <a:gd name="T35" fmla="*/ 5 h 37"/>
                  <a:gd name="T36" fmla="*/ 67 w 67"/>
                  <a:gd name="T37" fmla="*/ 4 h 37"/>
                  <a:gd name="T38" fmla="*/ 67 w 67"/>
                  <a:gd name="T39" fmla="*/ 2 h 37"/>
                  <a:gd name="T40" fmla="*/ 65 w 67"/>
                  <a:gd name="T41" fmla="*/ 0 h 37"/>
                  <a:gd name="T42" fmla="*/ 60 w 67"/>
                  <a:gd name="T43" fmla="*/ 2 h 37"/>
                  <a:gd name="T44" fmla="*/ 56 w 67"/>
                  <a:gd name="T45" fmla="*/ 0 h 37"/>
                  <a:gd name="T46" fmla="*/ 54 w 67"/>
                  <a:gd name="T47" fmla="*/ 2 h 37"/>
                  <a:gd name="T48" fmla="*/ 50 w 67"/>
                  <a:gd name="T49" fmla="*/ 2 h 37"/>
                  <a:gd name="T50" fmla="*/ 47 w 67"/>
                  <a:gd name="T51" fmla="*/ 2 h 37"/>
                  <a:gd name="T52" fmla="*/ 41 w 67"/>
                  <a:gd name="T53" fmla="*/ 2 h 37"/>
                  <a:gd name="T54" fmla="*/ 35 w 67"/>
                  <a:gd name="T55" fmla="*/ 5 h 37"/>
                  <a:gd name="T56" fmla="*/ 32 w 67"/>
                  <a:gd name="T57" fmla="*/ 7 h 37"/>
                  <a:gd name="T58" fmla="*/ 28 w 67"/>
                  <a:gd name="T59" fmla="*/ 9 h 37"/>
                  <a:gd name="T60" fmla="*/ 24 w 67"/>
                  <a:gd name="T61" fmla="*/ 9 h 37"/>
                  <a:gd name="T62" fmla="*/ 20 w 67"/>
                  <a:gd name="T63" fmla="*/ 13 h 37"/>
                  <a:gd name="T64" fmla="*/ 19 w 67"/>
                  <a:gd name="T65" fmla="*/ 13 h 37"/>
                  <a:gd name="T66" fmla="*/ 17 w 67"/>
                  <a:gd name="T67" fmla="*/ 17 h 37"/>
                  <a:gd name="T68" fmla="*/ 15 w 67"/>
                  <a:gd name="T69" fmla="*/ 20 h 37"/>
                  <a:gd name="T70" fmla="*/ 13 w 67"/>
                  <a:gd name="T71" fmla="*/ 22 h 37"/>
                  <a:gd name="T72" fmla="*/ 13 w 67"/>
                  <a:gd name="T73" fmla="*/ 22 h 37"/>
                  <a:gd name="T74" fmla="*/ 13 w 67"/>
                  <a:gd name="T75" fmla="*/ 24 h 37"/>
                  <a:gd name="T76" fmla="*/ 11 w 67"/>
                  <a:gd name="T77" fmla="*/ 24 h 37"/>
                  <a:gd name="T78" fmla="*/ 7 w 67"/>
                  <a:gd name="T79" fmla="*/ 28 h 37"/>
                  <a:gd name="T80" fmla="*/ 11 w 67"/>
                  <a:gd name="T81" fmla="*/ 28 h 37"/>
                  <a:gd name="T82" fmla="*/ 7 w 67"/>
                  <a:gd name="T83" fmla="*/ 30 h 37"/>
                  <a:gd name="T84" fmla="*/ 7 w 67"/>
                  <a:gd name="T85" fmla="*/ 30 h 37"/>
                  <a:gd name="T86" fmla="*/ 4 w 67"/>
                  <a:gd name="T87" fmla="*/ 32 h 37"/>
                  <a:gd name="T88" fmla="*/ 0 w 67"/>
                  <a:gd name="T89" fmla="*/ 35 h 37"/>
                  <a:gd name="T90" fmla="*/ 6 w 67"/>
                  <a:gd name="T91" fmla="*/ 37 h 37"/>
                  <a:gd name="T92" fmla="*/ 11 w 67"/>
                  <a:gd name="T93" fmla="*/ 33 h 37"/>
                  <a:gd name="T94" fmla="*/ 13 w 67"/>
                  <a:gd name="T95" fmla="*/ 30 h 37"/>
                  <a:gd name="T96" fmla="*/ 11 w 67"/>
                  <a:gd name="T97" fmla="*/ 28 h 37"/>
                  <a:gd name="T98" fmla="*/ 11 w 67"/>
                  <a:gd name="T99" fmla="*/ 28 h 37"/>
                  <a:gd name="T100" fmla="*/ 13 w 67"/>
                  <a:gd name="T101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" h="37">
                    <a:moveTo>
                      <a:pt x="13" y="30"/>
                    </a:moveTo>
                    <a:lnTo>
                      <a:pt x="19" y="30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30" y="24"/>
                    </a:lnTo>
                    <a:lnTo>
                      <a:pt x="32" y="20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5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7" y="13"/>
                    </a:lnTo>
                    <a:lnTo>
                      <a:pt x="54" y="11"/>
                    </a:lnTo>
                    <a:lnTo>
                      <a:pt x="58" y="9"/>
                    </a:lnTo>
                    <a:lnTo>
                      <a:pt x="61" y="7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5" y="0"/>
                    </a:lnTo>
                    <a:lnTo>
                      <a:pt x="60" y="2"/>
                    </a:lnTo>
                    <a:lnTo>
                      <a:pt x="56" y="0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2"/>
                    </a:lnTo>
                    <a:lnTo>
                      <a:pt x="41" y="2"/>
                    </a:lnTo>
                    <a:lnTo>
                      <a:pt x="35" y="5"/>
                    </a:lnTo>
                    <a:lnTo>
                      <a:pt x="32" y="7"/>
                    </a:lnTo>
                    <a:lnTo>
                      <a:pt x="28" y="9"/>
                    </a:lnTo>
                    <a:lnTo>
                      <a:pt x="24" y="9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1" y="24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4" y="32"/>
                    </a:lnTo>
                    <a:lnTo>
                      <a:pt x="0" y="35"/>
                    </a:lnTo>
                    <a:lnTo>
                      <a:pt x="6" y="37"/>
                    </a:lnTo>
                    <a:lnTo>
                      <a:pt x="11" y="33"/>
                    </a:lnTo>
                    <a:lnTo>
                      <a:pt x="13" y="30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9" name="Freeform 6278">
                <a:extLst>
                  <a:ext uri="{FF2B5EF4-FFF2-40B4-BE49-F238E27FC236}">
                    <a16:creationId xmlns:a16="http://schemas.microsoft.com/office/drawing/2014/main" id="{00335AC9-6E0A-4CD5-976B-0EE355266FB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85"/>
                <a:ext cx="11" cy="2"/>
              </a:xfrm>
              <a:custGeom>
                <a:avLst/>
                <a:gdLst>
                  <a:gd name="T0" fmla="*/ 11 w 11"/>
                  <a:gd name="T1" fmla="*/ 2 h 2"/>
                  <a:gd name="T2" fmla="*/ 7 w 11"/>
                  <a:gd name="T3" fmla="*/ 0 h 2"/>
                  <a:gd name="T4" fmla="*/ 0 w 11"/>
                  <a:gd name="T5" fmla="*/ 0 h 2"/>
                  <a:gd name="T6" fmla="*/ 5 w 11"/>
                  <a:gd name="T7" fmla="*/ 2 h 2"/>
                  <a:gd name="T8" fmla="*/ 11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0" name="Freeform 6279">
                <a:extLst>
                  <a:ext uri="{FF2B5EF4-FFF2-40B4-BE49-F238E27FC236}">
                    <a16:creationId xmlns:a16="http://schemas.microsoft.com/office/drawing/2014/main" id="{9B2EDE3F-7C7E-4BE7-A5B1-1DCC490CED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3017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4 w 7"/>
                  <a:gd name="T5" fmla="*/ 5 h 5"/>
                  <a:gd name="T6" fmla="*/ 7 w 7"/>
                  <a:gd name="T7" fmla="*/ 4 h 5"/>
                  <a:gd name="T8" fmla="*/ 6 w 7"/>
                  <a:gd name="T9" fmla="*/ 0 h 5"/>
                  <a:gd name="T10" fmla="*/ 4 w 7"/>
                  <a:gd name="T11" fmla="*/ 0 h 5"/>
                  <a:gd name="T12" fmla="*/ 2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0" y="5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1" name="Freeform 6280">
                <a:extLst>
                  <a:ext uri="{FF2B5EF4-FFF2-40B4-BE49-F238E27FC236}">
                    <a16:creationId xmlns:a16="http://schemas.microsoft.com/office/drawing/2014/main" id="{7264B9EE-7103-4D57-AF53-3636E5E033A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981"/>
                <a:ext cx="67" cy="17"/>
              </a:xfrm>
              <a:custGeom>
                <a:avLst/>
                <a:gdLst>
                  <a:gd name="T0" fmla="*/ 24 w 36"/>
                  <a:gd name="T1" fmla="*/ 7 h 9"/>
                  <a:gd name="T2" fmla="*/ 27 w 36"/>
                  <a:gd name="T3" fmla="*/ 6 h 9"/>
                  <a:gd name="T4" fmla="*/ 26 w 36"/>
                  <a:gd name="T5" fmla="*/ 9 h 9"/>
                  <a:gd name="T6" fmla="*/ 30 w 36"/>
                  <a:gd name="T7" fmla="*/ 5 h 9"/>
                  <a:gd name="T8" fmla="*/ 33 w 36"/>
                  <a:gd name="T9" fmla="*/ 6 h 9"/>
                  <a:gd name="T10" fmla="*/ 36 w 36"/>
                  <a:gd name="T11" fmla="*/ 3 h 9"/>
                  <a:gd name="T12" fmla="*/ 34 w 36"/>
                  <a:gd name="T13" fmla="*/ 3 h 9"/>
                  <a:gd name="T14" fmla="*/ 31 w 36"/>
                  <a:gd name="T15" fmla="*/ 3 h 9"/>
                  <a:gd name="T16" fmla="*/ 30 w 36"/>
                  <a:gd name="T17" fmla="*/ 2 h 9"/>
                  <a:gd name="T18" fmla="*/ 27 w 36"/>
                  <a:gd name="T19" fmla="*/ 0 h 9"/>
                  <a:gd name="T20" fmla="*/ 26 w 36"/>
                  <a:gd name="T21" fmla="*/ 2 h 9"/>
                  <a:gd name="T22" fmla="*/ 24 w 36"/>
                  <a:gd name="T23" fmla="*/ 3 h 9"/>
                  <a:gd name="T24" fmla="*/ 22 w 36"/>
                  <a:gd name="T25" fmla="*/ 4 h 9"/>
                  <a:gd name="T26" fmla="*/ 19 w 36"/>
                  <a:gd name="T27" fmla="*/ 3 h 9"/>
                  <a:gd name="T28" fmla="*/ 15 w 36"/>
                  <a:gd name="T29" fmla="*/ 3 h 9"/>
                  <a:gd name="T30" fmla="*/ 12 w 36"/>
                  <a:gd name="T31" fmla="*/ 2 h 9"/>
                  <a:gd name="T32" fmla="*/ 7 w 36"/>
                  <a:gd name="T33" fmla="*/ 2 h 9"/>
                  <a:gd name="T34" fmla="*/ 4 w 36"/>
                  <a:gd name="T35" fmla="*/ 4 h 9"/>
                  <a:gd name="T36" fmla="*/ 3 w 36"/>
                  <a:gd name="T37" fmla="*/ 5 h 9"/>
                  <a:gd name="T38" fmla="*/ 1 w 36"/>
                  <a:gd name="T39" fmla="*/ 3 h 9"/>
                  <a:gd name="T40" fmla="*/ 2 w 36"/>
                  <a:gd name="T41" fmla="*/ 8 h 9"/>
                  <a:gd name="T42" fmla="*/ 4 w 36"/>
                  <a:gd name="T43" fmla="*/ 7 h 9"/>
                  <a:gd name="T44" fmla="*/ 6 w 36"/>
                  <a:gd name="T45" fmla="*/ 8 h 9"/>
                  <a:gd name="T46" fmla="*/ 8 w 36"/>
                  <a:gd name="T47" fmla="*/ 8 h 9"/>
                  <a:gd name="T48" fmla="*/ 10 w 36"/>
                  <a:gd name="T49" fmla="*/ 8 h 9"/>
                  <a:gd name="T50" fmla="*/ 12 w 36"/>
                  <a:gd name="T51" fmla="*/ 8 h 9"/>
                  <a:gd name="T52" fmla="*/ 14 w 36"/>
                  <a:gd name="T53" fmla="*/ 8 h 9"/>
                  <a:gd name="T54" fmla="*/ 16 w 36"/>
                  <a:gd name="T55" fmla="*/ 7 h 9"/>
                  <a:gd name="T56" fmla="*/ 21 w 36"/>
                  <a:gd name="T57" fmla="*/ 7 h 9"/>
                  <a:gd name="T58" fmla="*/ 31 w 36"/>
                  <a:gd name="T59" fmla="*/ 3 h 9"/>
                  <a:gd name="T60" fmla="*/ 31 w 36"/>
                  <a:gd name="T61" fmla="*/ 4 h 9"/>
                  <a:gd name="T62" fmla="*/ 29 w 36"/>
                  <a:gd name="T63" fmla="*/ 4 h 9"/>
                  <a:gd name="T64" fmla="*/ 29 w 36"/>
                  <a:gd name="T65" fmla="*/ 4 h 9"/>
                  <a:gd name="T66" fmla="*/ 2 w 36"/>
                  <a:gd name="T67" fmla="*/ 5 h 9"/>
                  <a:gd name="T68" fmla="*/ 2 w 36"/>
                  <a:gd name="T6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9">
                    <a:moveTo>
                      <a:pt x="23" y="7"/>
                    </a:move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3" y="7"/>
                    </a:lnTo>
                    <a:close/>
                    <a:moveTo>
                      <a:pt x="31" y="3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lnTo>
                      <a:pt x="31" y="3"/>
                    </a:lnTo>
                    <a:close/>
                    <a:moveTo>
                      <a:pt x="29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2" name="Freeform 6281">
                <a:extLst>
                  <a:ext uri="{FF2B5EF4-FFF2-40B4-BE49-F238E27FC236}">
                    <a16:creationId xmlns:a16="http://schemas.microsoft.com/office/drawing/2014/main" id="{9EE065F1-EE3C-4425-B2E1-F0F6F3E031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2" y="2965"/>
                <a:ext cx="26" cy="22"/>
              </a:xfrm>
              <a:custGeom>
                <a:avLst/>
                <a:gdLst>
                  <a:gd name="T0" fmla="*/ 12 w 14"/>
                  <a:gd name="T1" fmla="*/ 0 h 12"/>
                  <a:gd name="T2" fmla="*/ 10 w 14"/>
                  <a:gd name="T3" fmla="*/ 2 h 12"/>
                  <a:gd name="T4" fmla="*/ 6 w 14"/>
                  <a:gd name="T5" fmla="*/ 1 h 12"/>
                  <a:gd name="T6" fmla="*/ 8 w 14"/>
                  <a:gd name="T7" fmla="*/ 2 h 12"/>
                  <a:gd name="T8" fmla="*/ 7 w 14"/>
                  <a:gd name="T9" fmla="*/ 3 h 12"/>
                  <a:gd name="T10" fmla="*/ 7 w 14"/>
                  <a:gd name="T11" fmla="*/ 4 h 12"/>
                  <a:gd name="T12" fmla="*/ 6 w 14"/>
                  <a:gd name="T13" fmla="*/ 5 h 12"/>
                  <a:gd name="T14" fmla="*/ 7 w 14"/>
                  <a:gd name="T15" fmla="*/ 4 h 12"/>
                  <a:gd name="T16" fmla="*/ 1 w 14"/>
                  <a:gd name="T17" fmla="*/ 4 h 12"/>
                  <a:gd name="T18" fmla="*/ 3 w 14"/>
                  <a:gd name="T19" fmla="*/ 5 h 12"/>
                  <a:gd name="T20" fmla="*/ 0 w 14"/>
                  <a:gd name="T21" fmla="*/ 6 h 12"/>
                  <a:gd name="T22" fmla="*/ 2 w 14"/>
                  <a:gd name="T23" fmla="*/ 6 h 12"/>
                  <a:gd name="T24" fmla="*/ 1 w 14"/>
                  <a:gd name="T25" fmla="*/ 7 h 12"/>
                  <a:gd name="T26" fmla="*/ 2 w 14"/>
                  <a:gd name="T27" fmla="*/ 6 h 12"/>
                  <a:gd name="T28" fmla="*/ 4 w 14"/>
                  <a:gd name="T29" fmla="*/ 7 h 12"/>
                  <a:gd name="T30" fmla="*/ 4 w 14"/>
                  <a:gd name="T31" fmla="*/ 6 h 12"/>
                  <a:gd name="T32" fmla="*/ 4 w 14"/>
                  <a:gd name="T33" fmla="*/ 6 h 12"/>
                  <a:gd name="T34" fmla="*/ 4 w 14"/>
                  <a:gd name="T35" fmla="*/ 6 h 12"/>
                  <a:gd name="T36" fmla="*/ 4 w 14"/>
                  <a:gd name="T37" fmla="*/ 6 h 12"/>
                  <a:gd name="T38" fmla="*/ 4 w 14"/>
                  <a:gd name="T39" fmla="*/ 6 h 12"/>
                  <a:gd name="T40" fmla="*/ 5 w 14"/>
                  <a:gd name="T41" fmla="*/ 6 h 12"/>
                  <a:gd name="T42" fmla="*/ 5 w 14"/>
                  <a:gd name="T43" fmla="*/ 7 h 12"/>
                  <a:gd name="T44" fmla="*/ 5 w 14"/>
                  <a:gd name="T45" fmla="*/ 7 h 12"/>
                  <a:gd name="T46" fmla="*/ 5 w 14"/>
                  <a:gd name="T47" fmla="*/ 7 h 12"/>
                  <a:gd name="T48" fmla="*/ 5 w 14"/>
                  <a:gd name="T49" fmla="*/ 9 h 12"/>
                  <a:gd name="T50" fmla="*/ 5 w 14"/>
                  <a:gd name="T51" fmla="*/ 9 h 12"/>
                  <a:gd name="T52" fmla="*/ 5 w 14"/>
                  <a:gd name="T53" fmla="*/ 9 h 12"/>
                  <a:gd name="T54" fmla="*/ 3 w 14"/>
                  <a:gd name="T55" fmla="*/ 10 h 12"/>
                  <a:gd name="T56" fmla="*/ 2 w 14"/>
                  <a:gd name="T57" fmla="*/ 12 h 12"/>
                  <a:gd name="T58" fmla="*/ 4 w 14"/>
                  <a:gd name="T59" fmla="*/ 12 h 12"/>
                  <a:gd name="T60" fmla="*/ 6 w 14"/>
                  <a:gd name="T61" fmla="*/ 11 h 12"/>
                  <a:gd name="T62" fmla="*/ 6 w 14"/>
                  <a:gd name="T63" fmla="*/ 10 h 12"/>
                  <a:gd name="T64" fmla="*/ 6 w 14"/>
                  <a:gd name="T65" fmla="*/ 10 h 12"/>
                  <a:gd name="T66" fmla="*/ 8 w 14"/>
                  <a:gd name="T67" fmla="*/ 10 h 12"/>
                  <a:gd name="T68" fmla="*/ 9 w 14"/>
                  <a:gd name="T69" fmla="*/ 8 h 12"/>
                  <a:gd name="T70" fmla="*/ 10 w 14"/>
                  <a:gd name="T71" fmla="*/ 6 h 12"/>
                  <a:gd name="T72" fmla="*/ 10 w 14"/>
                  <a:gd name="T73" fmla="*/ 5 h 12"/>
                  <a:gd name="T74" fmla="*/ 10 w 14"/>
                  <a:gd name="T75" fmla="*/ 4 h 12"/>
                  <a:gd name="T76" fmla="*/ 10 w 14"/>
                  <a:gd name="T77" fmla="*/ 3 h 12"/>
                  <a:gd name="T78" fmla="*/ 14 w 14"/>
                  <a:gd name="T79" fmla="*/ 5 h 12"/>
                  <a:gd name="T80" fmla="*/ 12 w 14"/>
                  <a:gd name="T81" fmla="*/ 2 h 12"/>
                  <a:gd name="T82" fmla="*/ 14 w 14"/>
                  <a:gd name="T83" fmla="*/ 1 h 12"/>
                  <a:gd name="T84" fmla="*/ 12 w 14"/>
                  <a:gd name="T8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12">
                    <a:moveTo>
                      <a:pt x="12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3" name="Freeform 6282">
                <a:extLst>
                  <a:ext uri="{FF2B5EF4-FFF2-40B4-BE49-F238E27FC236}">
                    <a16:creationId xmlns:a16="http://schemas.microsoft.com/office/drawing/2014/main" id="{99D042AE-B9E0-4203-8BA6-DF91C87AEF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6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2 w 5"/>
                  <a:gd name="T5" fmla="*/ 0 h 4"/>
                  <a:gd name="T6" fmla="*/ 0 w 5"/>
                  <a:gd name="T7" fmla="*/ 2 h 4"/>
                  <a:gd name="T8" fmla="*/ 0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4" name="Freeform 6283">
                <a:extLst>
                  <a:ext uri="{FF2B5EF4-FFF2-40B4-BE49-F238E27FC236}">
                    <a16:creationId xmlns:a16="http://schemas.microsoft.com/office/drawing/2014/main" id="{939F1C43-FC44-4C2F-B493-93A29C8BB6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7" y="294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0 w 7"/>
                  <a:gd name="T3" fmla="*/ 2 h 8"/>
                  <a:gd name="T4" fmla="*/ 7 w 7"/>
                  <a:gd name="T5" fmla="*/ 8 h 8"/>
                  <a:gd name="T6" fmla="*/ 7 w 7"/>
                  <a:gd name="T7" fmla="*/ 2 h 8"/>
                  <a:gd name="T8" fmla="*/ 5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0" y="2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5" name="Freeform 6284">
                <a:extLst>
                  <a:ext uri="{FF2B5EF4-FFF2-40B4-BE49-F238E27FC236}">
                    <a16:creationId xmlns:a16="http://schemas.microsoft.com/office/drawing/2014/main" id="{DC2FFA2D-7D8B-4621-913C-6A99CDFAE7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284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6 w 15"/>
                  <a:gd name="T3" fmla="*/ 0 h 15"/>
                  <a:gd name="T4" fmla="*/ 4 w 15"/>
                  <a:gd name="T5" fmla="*/ 2 h 15"/>
                  <a:gd name="T6" fmla="*/ 0 w 15"/>
                  <a:gd name="T7" fmla="*/ 2 h 15"/>
                  <a:gd name="T8" fmla="*/ 4 w 15"/>
                  <a:gd name="T9" fmla="*/ 6 h 15"/>
                  <a:gd name="T10" fmla="*/ 6 w 15"/>
                  <a:gd name="T11" fmla="*/ 9 h 15"/>
                  <a:gd name="T12" fmla="*/ 7 w 15"/>
                  <a:gd name="T13" fmla="*/ 9 h 15"/>
                  <a:gd name="T14" fmla="*/ 11 w 15"/>
                  <a:gd name="T15" fmla="*/ 15 h 15"/>
                  <a:gd name="T16" fmla="*/ 13 w 15"/>
                  <a:gd name="T17" fmla="*/ 13 h 15"/>
                  <a:gd name="T18" fmla="*/ 13 w 15"/>
                  <a:gd name="T19" fmla="*/ 9 h 15"/>
                  <a:gd name="T20" fmla="*/ 15 w 15"/>
                  <a:gd name="T21" fmla="*/ 7 h 15"/>
                  <a:gd name="T22" fmla="*/ 11 w 15"/>
                  <a:gd name="T23" fmla="*/ 4 h 15"/>
                  <a:gd name="T24" fmla="*/ 9 w 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1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6" name="Freeform 6285">
                <a:extLst>
                  <a:ext uri="{FF2B5EF4-FFF2-40B4-BE49-F238E27FC236}">
                    <a16:creationId xmlns:a16="http://schemas.microsoft.com/office/drawing/2014/main" id="{B7259A0A-6D97-4320-B2A2-891AEF4292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897"/>
                <a:ext cx="9" cy="8"/>
              </a:xfrm>
              <a:custGeom>
                <a:avLst/>
                <a:gdLst>
                  <a:gd name="T0" fmla="*/ 3 w 9"/>
                  <a:gd name="T1" fmla="*/ 0 h 8"/>
                  <a:gd name="T2" fmla="*/ 0 w 9"/>
                  <a:gd name="T3" fmla="*/ 4 h 8"/>
                  <a:gd name="T4" fmla="*/ 3 w 9"/>
                  <a:gd name="T5" fmla="*/ 6 h 8"/>
                  <a:gd name="T6" fmla="*/ 9 w 9"/>
                  <a:gd name="T7" fmla="*/ 8 h 8"/>
                  <a:gd name="T8" fmla="*/ 3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9" y="8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7" name="Freeform 6286">
                <a:extLst>
                  <a:ext uri="{FF2B5EF4-FFF2-40B4-BE49-F238E27FC236}">
                    <a16:creationId xmlns:a16="http://schemas.microsoft.com/office/drawing/2014/main" id="{AFD9E102-C85C-4641-9813-A9E1EDBB9A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9" y="2907"/>
                <a:ext cx="11" cy="13"/>
              </a:xfrm>
              <a:custGeom>
                <a:avLst/>
                <a:gdLst>
                  <a:gd name="T0" fmla="*/ 9 w 11"/>
                  <a:gd name="T1" fmla="*/ 5 h 13"/>
                  <a:gd name="T2" fmla="*/ 6 w 11"/>
                  <a:gd name="T3" fmla="*/ 2 h 13"/>
                  <a:gd name="T4" fmla="*/ 6 w 11"/>
                  <a:gd name="T5" fmla="*/ 2 h 13"/>
                  <a:gd name="T6" fmla="*/ 0 w 11"/>
                  <a:gd name="T7" fmla="*/ 0 h 13"/>
                  <a:gd name="T8" fmla="*/ 0 w 11"/>
                  <a:gd name="T9" fmla="*/ 5 h 13"/>
                  <a:gd name="T10" fmla="*/ 4 w 11"/>
                  <a:gd name="T11" fmla="*/ 4 h 13"/>
                  <a:gd name="T12" fmla="*/ 2 w 11"/>
                  <a:gd name="T13" fmla="*/ 5 h 13"/>
                  <a:gd name="T14" fmla="*/ 11 w 11"/>
                  <a:gd name="T15" fmla="*/ 13 h 13"/>
                  <a:gd name="T16" fmla="*/ 9 w 11"/>
                  <a:gd name="T17" fmla="*/ 7 h 13"/>
                  <a:gd name="T18" fmla="*/ 9 w 11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8" name="Freeform 6287">
                <a:extLst>
                  <a:ext uri="{FF2B5EF4-FFF2-40B4-BE49-F238E27FC236}">
                    <a16:creationId xmlns:a16="http://schemas.microsoft.com/office/drawing/2014/main" id="{05CD073A-CE16-4B9D-8E27-31093E696C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83"/>
                <a:ext cx="14" cy="14"/>
              </a:xfrm>
              <a:custGeom>
                <a:avLst/>
                <a:gdLst>
                  <a:gd name="T0" fmla="*/ 4 w 14"/>
                  <a:gd name="T1" fmla="*/ 0 h 14"/>
                  <a:gd name="T2" fmla="*/ 0 w 14"/>
                  <a:gd name="T3" fmla="*/ 3 h 14"/>
                  <a:gd name="T4" fmla="*/ 0 w 14"/>
                  <a:gd name="T5" fmla="*/ 7 h 14"/>
                  <a:gd name="T6" fmla="*/ 4 w 14"/>
                  <a:gd name="T7" fmla="*/ 9 h 14"/>
                  <a:gd name="T8" fmla="*/ 8 w 14"/>
                  <a:gd name="T9" fmla="*/ 13 h 14"/>
                  <a:gd name="T10" fmla="*/ 14 w 14"/>
                  <a:gd name="T11" fmla="*/ 14 h 14"/>
                  <a:gd name="T12" fmla="*/ 14 w 14"/>
                  <a:gd name="T13" fmla="*/ 9 h 14"/>
                  <a:gd name="T14" fmla="*/ 8 w 14"/>
                  <a:gd name="T15" fmla="*/ 1 h 14"/>
                  <a:gd name="T16" fmla="*/ 4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13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8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9" name="Freeform 6288">
                <a:extLst>
                  <a:ext uri="{FF2B5EF4-FFF2-40B4-BE49-F238E27FC236}">
                    <a16:creationId xmlns:a16="http://schemas.microsoft.com/office/drawing/2014/main" id="{5CCA1B36-0C78-4AE9-BCED-1E9CD610B2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6" y="2840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0 w 9"/>
                  <a:gd name="T3" fmla="*/ 2 h 3"/>
                  <a:gd name="T4" fmla="*/ 9 w 9"/>
                  <a:gd name="T5" fmla="*/ 3 h 3"/>
                  <a:gd name="T6" fmla="*/ 6 w 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0" y="2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0" name="Freeform 6289">
                <a:extLst>
                  <a:ext uri="{FF2B5EF4-FFF2-40B4-BE49-F238E27FC236}">
                    <a16:creationId xmlns:a16="http://schemas.microsoft.com/office/drawing/2014/main" id="{0A1B488B-ECCC-4947-AC60-ECF1FABA02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66"/>
                <a:ext cx="8" cy="7"/>
              </a:xfrm>
              <a:custGeom>
                <a:avLst/>
                <a:gdLst>
                  <a:gd name="T0" fmla="*/ 8 w 8"/>
                  <a:gd name="T1" fmla="*/ 7 h 7"/>
                  <a:gd name="T2" fmla="*/ 8 w 8"/>
                  <a:gd name="T3" fmla="*/ 2 h 7"/>
                  <a:gd name="T4" fmla="*/ 2 w 8"/>
                  <a:gd name="T5" fmla="*/ 0 h 7"/>
                  <a:gd name="T6" fmla="*/ 0 w 8"/>
                  <a:gd name="T7" fmla="*/ 5 h 7"/>
                  <a:gd name="T8" fmla="*/ 4 w 8"/>
                  <a:gd name="T9" fmla="*/ 5 h 7"/>
                  <a:gd name="T10" fmla="*/ 8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lnTo>
                      <a:pt x="8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1" name="Freeform 6290">
                <a:extLst>
                  <a:ext uri="{FF2B5EF4-FFF2-40B4-BE49-F238E27FC236}">
                    <a16:creationId xmlns:a16="http://schemas.microsoft.com/office/drawing/2014/main" id="{86ED300F-2DF3-4B8C-A47E-64524E5FF27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5" y="2875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3 w 7"/>
                  <a:gd name="T3" fmla="*/ 0 h 8"/>
                  <a:gd name="T4" fmla="*/ 0 w 7"/>
                  <a:gd name="T5" fmla="*/ 6 h 8"/>
                  <a:gd name="T6" fmla="*/ 3 w 7"/>
                  <a:gd name="T7" fmla="*/ 8 h 8"/>
                  <a:gd name="T8" fmla="*/ 7 w 7"/>
                  <a:gd name="T9" fmla="*/ 6 h 8"/>
                  <a:gd name="T10" fmla="*/ 7 w 7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2" name="Freeform 6291">
                <a:extLst>
                  <a:ext uri="{FF2B5EF4-FFF2-40B4-BE49-F238E27FC236}">
                    <a16:creationId xmlns:a16="http://schemas.microsoft.com/office/drawing/2014/main" id="{36D6B220-6A43-4F16-89F6-9E83EF69D9D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5" y="2961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3" name="Freeform 6292">
                <a:extLst>
                  <a:ext uri="{FF2B5EF4-FFF2-40B4-BE49-F238E27FC236}">
                    <a16:creationId xmlns:a16="http://schemas.microsoft.com/office/drawing/2014/main" id="{6704B90C-67C3-4466-AE37-B25C0AEA8B8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882" y="2789"/>
                <a:ext cx="154" cy="166"/>
              </a:xfrm>
              <a:custGeom>
                <a:avLst/>
                <a:gdLst>
                  <a:gd name="T0" fmla="*/ 143 w 154"/>
                  <a:gd name="T1" fmla="*/ 159 h 166"/>
                  <a:gd name="T2" fmla="*/ 151 w 154"/>
                  <a:gd name="T3" fmla="*/ 161 h 166"/>
                  <a:gd name="T4" fmla="*/ 151 w 154"/>
                  <a:gd name="T5" fmla="*/ 142 h 166"/>
                  <a:gd name="T6" fmla="*/ 151 w 154"/>
                  <a:gd name="T7" fmla="*/ 131 h 166"/>
                  <a:gd name="T8" fmla="*/ 154 w 154"/>
                  <a:gd name="T9" fmla="*/ 123 h 166"/>
                  <a:gd name="T10" fmla="*/ 149 w 154"/>
                  <a:gd name="T11" fmla="*/ 118 h 166"/>
                  <a:gd name="T12" fmla="*/ 143 w 154"/>
                  <a:gd name="T13" fmla="*/ 114 h 166"/>
                  <a:gd name="T14" fmla="*/ 136 w 154"/>
                  <a:gd name="T15" fmla="*/ 110 h 166"/>
                  <a:gd name="T16" fmla="*/ 132 w 154"/>
                  <a:gd name="T17" fmla="*/ 103 h 166"/>
                  <a:gd name="T18" fmla="*/ 127 w 154"/>
                  <a:gd name="T19" fmla="*/ 95 h 166"/>
                  <a:gd name="T20" fmla="*/ 117 w 154"/>
                  <a:gd name="T21" fmla="*/ 92 h 166"/>
                  <a:gd name="T22" fmla="*/ 121 w 154"/>
                  <a:gd name="T23" fmla="*/ 86 h 166"/>
                  <a:gd name="T24" fmla="*/ 119 w 154"/>
                  <a:gd name="T25" fmla="*/ 84 h 166"/>
                  <a:gd name="T26" fmla="*/ 117 w 154"/>
                  <a:gd name="T27" fmla="*/ 75 h 166"/>
                  <a:gd name="T28" fmla="*/ 112 w 154"/>
                  <a:gd name="T29" fmla="*/ 75 h 166"/>
                  <a:gd name="T30" fmla="*/ 114 w 154"/>
                  <a:gd name="T31" fmla="*/ 67 h 166"/>
                  <a:gd name="T32" fmla="*/ 104 w 154"/>
                  <a:gd name="T33" fmla="*/ 62 h 166"/>
                  <a:gd name="T34" fmla="*/ 97 w 154"/>
                  <a:gd name="T35" fmla="*/ 60 h 166"/>
                  <a:gd name="T36" fmla="*/ 97 w 154"/>
                  <a:gd name="T37" fmla="*/ 54 h 166"/>
                  <a:gd name="T38" fmla="*/ 87 w 154"/>
                  <a:gd name="T39" fmla="*/ 53 h 166"/>
                  <a:gd name="T40" fmla="*/ 78 w 154"/>
                  <a:gd name="T41" fmla="*/ 45 h 166"/>
                  <a:gd name="T42" fmla="*/ 73 w 154"/>
                  <a:gd name="T43" fmla="*/ 45 h 166"/>
                  <a:gd name="T44" fmla="*/ 69 w 154"/>
                  <a:gd name="T45" fmla="*/ 41 h 166"/>
                  <a:gd name="T46" fmla="*/ 63 w 154"/>
                  <a:gd name="T47" fmla="*/ 34 h 166"/>
                  <a:gd name="T48" fmla="*/ 50 w 154"/>
                  <a:gd name="T49" fmla="*/ 26 h 166"/>
                  <a:gd name="T50" fmla="*/ 45 w 154"/>
                  <a:gd name="T51" fmla="*/ 21 h 166"/>
                  <a:gd name="T52" fmla="*/ 39 w 154"/>
                  <a:gd name="T53" fmla="*/ 12 h 166"/>
                  <a:gd name="T54" fmla="*/ 32 w 154"/>
                  <a:gd name="T55" fmla="*/ 6 h 166"/>
                  <a:gd name="T56" fmla="*/ 26 w 154"/>
                  <a:gd name="T57" fmla="*/ 6 h 166"/>
                  <a:gd name="T58" fmla="*/ 9 w 154"/>
                  <a:gd name="T59" fmla="*/ 0 h 166"/>
                  <a:gd name="T60" fmla="*/ 0 w 154"/>
                  <a:gd name="T61" fmla="*/ 4 h 166"/>
                  <a:gd name="T62" fmla="*/ 7 w 154"/>
                  <a:gd name="T63" fmla="*/ 17 h 166"/>
                  <a:gd name="T64" fmla="*/ 19 w 154"/>
                  <a:gd name="T65" fmla="*/ 28 h 166"/>
                  <a:gd name="T66" fmla="*/ 26 w 154"/>
                  <a:gd name="T67" fmla="*/ 32 h 166"/>
                  <a:gd name="T68" fmla="*/ 37 w 154"/>
                  <a:gd name="T69" fmla="*/ 43 h 166"/>
                  <a:gd name="T70" fmla="*/ 39 w 154"/>
                  <a:gd name="T71" fmla="*/ 51 h 166"/>
                  <a:gd name="T72" fmla="*/ 48 w 154"/>
                  <a:gd name="T73" fmla="*/ 58 h 166"/>
                  <a:gd name="T74" fmla="*/ 52 w 154"/>
                  <a:gd name="T75" fmla="*/ 58 h 166"/>
                  <a:gd name="T76" fmla="*/ 54 w 154"/>
                  <a:gd name="T77" fmla="*/ 66 h 166"/>
                  <a:gd name="T78" fmla="*/ 58 w 154"/>
                  <a:gd name="T79" fmla="*/ 79 h 166"/>
                  <a:gd name="T80" fmla="*/ 65 w 154"/>
                  <a:gd name="T81" fmla="*/ 84 h 166"/>
                  <a:gd name="T82" fmla="*/ 73 w 154"/>
                  <a:gd name="T83" fmla="*/ 99 h 166"/>
                  <a:gd name="T84" fmla="*/ 78 w 154"/>
                  <a:gd name="T85" fmla="*/ 116 h 166"/>
                  <a:gd name="T86" fmla="*/ 89 w 154"/>
                  <a:gd name="T87" fmla="*/ 131 h 166"/>
                  <a:gd name="T88" fmla="*/ 99 w 154"/>
                  <a:gd name="T89" fmla="*/ 135 h 166"/>
                  <a:gd name="T90" fmla="*/ 106 w 154"/>
                  <a:gd name="T91" fmla="*/ 144 h 166"/>
                  <a:gd name="T92" fmla="*/ 117 w 154"/>
                  <a:gd name="T93" fmla="*/ 151 h 166"/>
                  <a:gd name="T94" fmla="*/ 128 w 154"/>
                  <a:gd name="T95" fmla="*/ 163 h 166"/>
                  <a:gd name="T96" fmla="*/ 132 w 154"/>
                  <a:gd name="T97" fmla="*/ 161 h 166"/>
                  <a:gd name="T98" fmla="*/ 140 w 154"/>
                  <a:gd name="T99" fmla="*/ 164 h 166"/>
                  <a:gd name="T100" fmla="*/ 100 w 154"/>
                  <a:gd name="T101" fmla="*/ 69 h 166"/>
                  <a:gd name="T102" fmla="*/ 100 w 154"/>
                  <a:gd name="T103" fmla="*/ 67 h 166"/>
                  <a:gd name="T104" fmla="*/ 100 w 154"/>
                  <a:gd name="T105" fmla="*/ 6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4" h="166">
                    <a:moveTo>
                      <a:pt x="141" y="159"/>
                    </a:moveTo>
                    <a:lnTo>
                      <a:pt x="141" y="159"/>
                    </a:lnTo>
                    <a:lnTo>
                      <a:pt x="143" y="159"/>
                    </a:lnTo>
                    <a:lnTo>
                      <a:pt x="145" y="163"/>
                    </a:lnTo>
                    <a:lnTo>
                      <a:pt x="147" y="163"/>
                    </a:lnTo>
                    <a:lnTo>
                      <a:pt x="151" y="161"/>
                    </a:lnTo>
                    <a:lnTo>
                      <a:pt x="151" y="155"/>
                    </a:lnTo>
                    <a:lnTo>
                      <a:pt x="153" y="148"/>
                    </a:lnTo>
                    <a:lnTo>
                      <a:pt x="151" y="142"/>
                    </a:lnTo>
                    <a:lnTo>
                      <a:pt x="153" y="136"/>
                    </a:lnTo>
                    <a:lnTo>
                      <a:pt x="151" y="135"/>
                    </a:lnTo>
                    <a:lnTo>
                      <a:pt x="151" y="131"/>
                    </a:lnTo>
                    <a:lnTo>
                      <a:pt x="154" y="131"/>
                    </a:lnTo>
                    <a:lnTo>
                      <a:pt x="154" y="127"/>
                    </a:lnTo>
                    <a:lnTo>
                      <a:pt x="154" y="123"/>
                    </a:lnTo>
                    <a:lnTo>
                      <a:pt x="153" y="123"/>
                    </a:lnTo>
                    <a:lnTo>
                      <a:pt x="151" y="122"/>
                    </a:lnTo>
                    <a:lnTo>
                      <a:pt x="149" y="118"/>
                    </a:lnTo>
                    <a:lnTo>
                      <a:pt x="147" y="118"/>
                    </a:lnTo>
                    <a:lnTo>
                      <a:pt x="147" y="114"/>
                    </a:lnTo>
                    <a:lnTo>
                      <a:pt x="143" y="114"/>
                    </a:lnTo>
                    <a:lnTo>
                      <a:pt x="138" y="114"/>
                    </a:lnTo>
                    <a:lnTo>
                      <a:pt x="138" y="114"/>
                    </a:lnTo>
                    <a:lnTo>
                      <a:pt x="136" y="110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2" y="103"/>
                    </a:lnTo>
                    <a:lnTo>
                      <a:pt x="132" y="95"/>
                    </a:lnTo>
                    <a:lnTo>
                      <a:pt x="128" y="97"/>
                    </a:lnTo>
                    <a:lnTo>
                      <a:pt x="127" y="95"/>
                    </a:lnTo>
                    <a:lnTo>
                      <a:pt x="121" y="95"/>
                    </a:lnTo>
                    <a:lnTo>
                      <a:pt x="117" y="94"/>
                    </a:lnTo>
                    <a:lnTo>
                      <a:pt x="117" y="92"/>
                    </a:lnTo>
                    <a:lnTo>
                      <a:pt x="121" y="92"/>
                    </a:lnTo>
                    <a:lnTo>
                      <a:pt x="125" y="88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9" y="84"/>
                    </a:lnTo>
                    <a:lnTo>
                      <a:pt x="125" y="84"/>
                    </a:lnTo>
                    <a:lnTo>
                      <a:pt x="123" y="81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4" y="75"/>
                    </a:lnTo>
                    <a:lnTo>
                      <a:pt x="112" y="75"/>
                    </a:lnTo>
                    <a:lnTo>
                      <a:pt x="112" y="75"/>
                    </a:lnTo>
                    <a:lnTo>
                      <a:pt x="115" y="73"/>
                    </a:lnTo>
                    <a:lnTo>
                      <a:pt x="114" y="67"/>
                    </a:lnTo>
                    <a:lnTo>
                      <a:pt x="110" y="66"/>
                    </a:lnTo>
                    <a:lnTo>
                      <a:pt x="106" y="64"/>
                    </a:lnTo>
                    <a:lnTo>
                      <a:pt x="104" y="62"/>
                    </a:lnTo>
                    <a:lnTo>
                      <a:pt x="99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7" y="54"/>
                    </a:lnTo>
                    <a:lnTo>
                      <a:pt x="93" y="51"/>
                    </a:lnTo>
                    <a:lnTo>
                      <a:pt x="89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4" y="47"/>
                    </a:lnTo>
                    <a:lnTo>
                      <a:pt x="78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39"/>
                    </a:lnTo>
                    <a:lnTo>
                      <a:pt x="69" y="43"/>
                    </a:lnTo>
                    <a:lnTo>
                      <a:pt x="69" y="41"/>
                    </a:lnTo>
                    <a:lnTo>
                      <a:pt x="69" y="38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1" y="32"/>
                    </a:lnTo>
                    <a:lnTo>
                      <a:pt x="54" y="26"/>
                    </a:lnTo>
                    <a:lnTo>
                      <a:pt x="50" y="26"/>
                    </a:lnTo>
                    <a:lnTo>
                      <a:pt x="48" y="23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43" y="15"/>
                    </a:lnTo>
                    <a:lnTo>
                      <a:pt x="41" y="15"/>
                    </a:lnTo>
                    <a:lnTo>
                      <a:pt x="39" y="12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9" y="6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5"/>
                    </a:lnTo>
                    <a:lnTo>
                      <a:pt x="7" y="17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6" y="32"/>
                    </a:lnTo>
                    <a:lnTo>
                      <a:pt x="32" y="39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7"/>
                    </a:lnTo>
                    <a:lnTo>
                      <a:pt x="39" y="49"/>
                    </a:lnTo>
                    <a:lnTo>
                      <a:pt x="39" y="51"/>
                    </a:lnTo>
                    <a:lnTo>
                      <a:pt x="41" y="54"/>
                    </a:lnTo>
                    <a:lnTo>
                      <a:pt x="45" y="54"/>
                    </a:lnTo>
                    <a:lnTo>
                      <a:pt x="48" y="58"/>
                    </a:lnTo>
                    <a:lnTo>
                      <a:pt x="50" y="60"/>
                    </a:lnTo>
                    <a:lnTo>
                      <a:pt x="50" y="58"/>
                    </a:lnTo>
                    <a:lnTo>
                      <a:pt x="52" y="58"/>
                    </a:lnTo>
                    <a:lnTo>
                      <a:pt x="50" y="62"/>
                    </a:lnTo>
                    <a:lnTo>
                      <a:pt x="52" y="64"/>
                    </a:lnTo>
                    <a:lnTo>
                      <a:pt x="54" y="66"/>
                    </a:lnTo>
                    <a:lnTo>
                      <a:pt x="54" y="67"/>
                    </a:lnTo>
                    <a:lnTo>
                      <a:pt x="56" y="75"/>
                    </a:lnTo>
                    <a:lnTo>
                      <a:pt x="58" y="79"/>
                    </a:lnTo>
                    <a:lnTo>
                      <a:pt x="61" y="81"/>
                    </a:lnTo>
                    <a:lnTo>
                      <a:pt x="65" y="82"/>
                    </a:lnTo>
                    <a:lnTo>
                      <a:pt x="65" y="84"/>
                    </a:lnTo>
                    <a:lnTo>
                      <a:pt x="69" y="92"/>
                    </a:lnTo>
                    <a:lnTo>
                      <a:pt x="71" y="94"/>
                    </a:lnTo>
                    <a:lnTo>
                      <a:pt x="73" y="99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78" y="116"/>
                    </a:lnTo>
                    <a:lnTo>
                      <a:pt x="84" y="120"/>
                    </a:lnTo>
                    <a:lnTo>
                      <a:pt x="89" y="127"/>
                    </a:lnTo>
                    <a:lnTo>
                      <a:pt x="89" y="131"/>
                    </a:lnTo>
                    <a:lnTo>
                      <a:pt x="95" y="131"/>
                    </a:lnTo>
                    <a:lnTo>
                      <a:pt x="95" y="133"/>
                    </a:lnTo>
                    <a:lnTo>
                      <a:pt x="99" y="135"/>
                    </a:lnTo>
                    <a:lnTo>
                      <a:pt x="99" y="138"/>
                    </a:lnTo>
                    <a:lnTo>
                      <a:pt x="102" y="140"/>
                    </a:lnTo>
                    <a:lnTo>
                      <a:pt x="106" y="144"/>
                    </a:lnTo>
                    <a:lnTo>
                      <a:pt x="112" y="148"/>
                    </a:lnTo>
                    <a:lnTo>
                      <a:pt x="114" y="151"/>
                    </a:lnTo>
                    <a:lnTo>
                      <a:pt x="117" y="151"/>
                    </a:lnTo>
                    <a:lnTo>
                      <a:pt x="125" y="159"/>
                    </a:lnTo>
                    <a:lnTo>
                      <a:pt x="127" y="161"/>
                    </a:lnTo>
                    <a:lnTo>
                      <a:pt x="128" y="163"/>
                    </a:lnTo>
                    <a:lnTo>
                      <a:pt x="130" y="166"/>
                    </a:lnTo>
                    <a:lnTo>
                      <a:pt x="132" y="164"/>
                    </a:lnTo>
                    <a:lnTo>
                      <a:pt x="132" y="161"/>
                    </a:lnTo>
                    <a:lnTo>
                      <a:pt x="132" y="159"/>
                    </a:lnTo>
                    <a:lnTo>
                      <a:pt x="132" y="159"/>
                    </a:lnTo>
                    <a:lnTo>
                      <a:pt x="140" y="164"/>
                    </a:lnTo>
                    <a:lnTo>
                      <a:pt x="141" y="163"/>
                    </a:lnTo>
                    <a:lnTo>
                      <a:pt x="141" y="159"/>
                    </a:lnTo>
                    <a:close/>
                    <a:moveTo>
                      <a:pt x="100" y="69"/>
                    </a:moveTo>
                    <a:lnTo>
                      <a:pt x="100" y="67"/>
                    </a:lnTo>
                    <a:lnTo>
                      <a:pt x="100" y="66"/>
                    </a:lnTo>
                    <a:lnTo>
                      <a:pt x="100" y="67"/>
                    </a:lnTo>
                    <a:lnTo>
                      <a:pt x="102" y="67"/>
                    </a:lnTo>
                    <a:lnTo>
                      <a:pt x="102" y="71"/>
                    </a:lnTo>
                    <a:lnTo>
                      <a:pt x="100" y="6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4" name="Freeform 6293">
                <a:extLst>
                  <a:ext uri="{FF2B5EF4-FFF2-40B4-BE49-F238E27FC236}">
                    <a16:creationId xmlns:a16="http://schemas.microsoft.com/office/drawing/2014/main" id="{263B4A8A-BE2D-4FA0-A51E-B42D9D3127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4" y="2955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5" name="Freeform 6294">
                <a:extLst>
                  <a:ext uri="{FF2B5EF4-FFF2-40B4-BE49-F238E27FC236}">
                    <a16:creationId xmlns:a16="http://schemas.microsoft.com/office/drawing/2014/main" id="{4B4441BF-0631-4A17-9672-9946163C50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7" y="2978"/>
                <a:ext cx="11" cy="7"/>
              </a:xfrm>
              <a:custGeom>
                <a:avLst/>
                <a:gdLst>
                  <a:gd name="T0" fmla="*/ 7 w 11"/>
                  <a:gd name="T1" fmla="*/ 7 h 7"/>
                  <a:gd name="T2" fmla="*/ 11 w 11"/>
                  <a:gd name="T3" fmla="*/ 2 h 7"/>
                  <a:gd name="T4" fmla="*/ 7 w 11"/>
                  <a:gd name="T5" fmla="*/ 3 h 7"/>
                  <a:gd name="T6" fmla="*/ 7 w 11"/>
                  <a:gd name="T7" fmla="*/ 2 h 7"/>
                  <a:gd name="T8" fmla="*/ 3 w 11"/>
                  <a:gd name="T9" fmla="*/ 0 h 7"/>
                  <a:gd name="T10" fmla="*/ 2 w 11"/>
                  <a:gd name="T11" fmla="*/ 2 h 7"/>
                  <a:gd name="T12" fmla="*/ 2 w 11"/>
                  <a:gd name="T13" fmla="*/ 3 h 7"/>
                  <a:gd name="T14" fmla="*/ 3 w 11"/>
                  <a:gd name="T15" fmla="*/ 5 h 7"/>
                  <a:gd name="T16" fmla="*/ 5 w 11"/>
                  <a:gd name="T17" fmla="*/ 5 h 7"/>
                  <a:gd name="T18" fmla="*/ 0 w 11"/>
                  <a:gd name="T19" fmla="*/ 7 h 7"/>
                  <a:gd name="T20" fmla="*/ 7 w 11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7" y="7"/>
                    </a:moveTo>
                    <a:lnTo>
                      <a:pt x="11" y="2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6" name="Freeform 6295">
                <a:extLst>
                  <a:ext uri="{FF2B5EF4-FFF2-40B4-BE49-F238E27FC236}">
                    <a16:creationId xmlns:a16="http://schemas.microsoft.com/office/drawing/2014/main" id="{03301AD0-27C4-4BAF-91A3-03F29D15915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22" y="2952"/>
                <a:ext cx="191" cy="48"/>
              </a:xfrm>
              <a:custGeom>
                <a:avLst/>
                <a:gdLst>
                  <a:gd name="T0" fmla="*/ 50 w 103"/>
                  <a:gd name="T1" fmla="*/ 19 h 26"/>
                  <a:gd name="T2" fmla="*/ 56 w 103"/>
                  <a:gd name="T3" fmla="*/ 20 h 26"/>
                  <a:gd name="T4" fmla="*/ 60 w 103"/>
                  <a:gd name="T5" fmla="*/ 20 h 26"/>
                  <a:gd name="T6" fmla="*/ 65 w 103"/>
                  <a:gd name="T7" fmla="*/ 22 h 26"/>
                  <a:gd name="T8" fmla="*/ 68 w 103"/>
                  <a:gd name="T9" fmla="*/ 20 h 26"/>
                  <a:gd name="T10" fmla="*/ 68 w 103"/>
                  <a:gd name="T11" fmla="*/ 20 h 26"/>
                  <a:gd name="T12" fmla="*/ 73 w 103"/>
                  <a:gd name="T13" fmla="*/ 23 h 26"/>
                  <a:gd name="T14" fmla="*/ 74 w 103"/>
                  <a:gd name="T15" fmla="*/ 22 h 26"/>
                  <a:gd name="T16" fmla="*/ 78 w 103"/>
                  <a:gd name="T17" fmla="*/ 23 h 26"/>
                  <a:gd name="T18" fmla="*/ 84 w 103"/>
                  <a:gd name="T19" fmla="*/ 24 h 26"/>
                  <a:gd name="T20" fmla="*/ 86 w 103"/>
                  <a:gd name="T21" fmla="*/ 26 h 26"/>
                  <a:gd name="T22" fmla="*/ 91 w 103"/>
                  <a:gd name="T23" fmla="*/ 25 h 26"/>
                  <a:gd name="T24" fmla="*/ 94 w 103"/>
                  <a:gd name="T25" fmla="*/ 24 h 26"/>
                  <a:gd name="T26" fmla="*/ 97 w 103"/>
                  <a:gd name="T27" fmla="*/ 24 h 26"/>
                  <a:gd name="T28" fmla="*/ 102 w 103"/>
                  <a:gd name="T29" fmla="*/ 23 h 26"/>
                  <a:gd name="T30" fmla="*/ 102 w 103"/>
                  <a:gd name="T31" fmla="*/ 20 h 26"/>
                  <a:gd name="T32" fmla="*/ 99 w 103"/>
                  <a:gd name="T33" fmla="*/ 18 h 26"/>
                  <a:gd name="T34" fmla="*/ 96 w 103"/>
                  <a:gd name="T35" fmla="*/ 18 h 26"/>
                  <a:gd name="T36" fmla="*/ 91 w 103"/>
                  <a:gd name="T37" fmla="*/ 18 h 26"/>
                  <a:gd name="T38" fmla="*/ 95 w 103"/>
                  <a:gd name="T39" fmla="*/ 21 h 26"/>
                  <a:gd name="T40" fmla="*/ 92 w 103"/>
                  <a:gd name="T41" fmla="*/ 21 h 26"/>
                  <a:gd name="T42" fmla="*/ 89 w 103"/>
                  <a:gd name="T43" fmla="*/ 19 h 26"/>
                  <a:gd name="T44" fmla="*/ 85 w 103"/>
                  <a:gd name="T45" fmla="*/ 20 h 26"/>
                  <a:gd name="T46" fmla="*/ 81 w 103"/>
                  <a:gd name="T47" fmla="*/ 18 h 26"/>
                  <a:gd name="T48" fmla="*/ 78 w 103"/>
                  <a:gd name="T49" fmla="*/ 21 h 26"/>
                  <a:gd name="T50" fmla="*/ 77 w 103"/>
                  <a:gd name="T51" fmla="*/ 21 h 26"/>
                  <a:gd name="T52" fmla="*/ 73 w 103"/>
                  <a:gd name="T53" fmla="*/ 16 h 26"/>
                  <a:gd name="T54" fmla="*/ 68 w 103"/>
                  <a:gd name="T55" fmla="*/ 17 h 26"/>
                  <a:gd name="T56" fmla="*/ 66 w 103"/>
                  <a:gd name="T57" fmla="*/ 14 h 26"/>
                  <a:gd name="T58" fmla="*/ 63 w 103"/>
                  <a:gd name="T59" fmla="*/ 14 h 26"/>
                  <a:gd name="T60" fmla="*/ 59 w 103"/>
                  <a:gd name="T61" fmla="*/ 14 h 26"/>
                  <a:gd name="T62" fmla="*/ 57 w 103"/>
                  <a:gd name="T63" fmla="*/ 12 h 26"/>
                  <a:gd name="T64" fmla="*/ 58 w 103"/>
                  <a:gd name="T65" fmla="*/ 12 h 26"/>
                  <a:gd name="T66" fmla="*/ 63 w 103"/>
                  <a:gd name="T67" fmla="*/ 11 h 26"/>
                  <a:gd name="T68" fmla="*/ 65 w 103"/>
                  <a:gd name="T69" fmla="*/ 8 h 26"/>
                  <a:gd name="T70" fmla="*/ 58 w 103"/>
                  <a:gd name="T71" fmla="*/ 8 h 26"/>
                  <a:gd name="T72" fmla="*/ 55 w 103"/>
                  <a:gd name="T73" fmla="*/ 7 h 26"/>
                  <a:gd name="T74" fmla="*/ 51 w 103"/>
                  <a:gd name="T75" fmla="*/ 7 h 26"/>
                  <a:gd name="T76" fmla="*/ 47 w 103"/>
                  <a:gd name="T77" fmla="*/ 5 h 26"/>
                  <a:gd name="T78" fmla="*/ 43 w 103"/>
                  <a:gd name="T79" fmla="*/ 3 h 26"/>
                  <a:gd name="T80" fmla="*/ 39 w 103"/>
                  <a:gd name="T81" fmla="*/ 7 h 26"/>
                  <a:gd name="T82" fmla="*/ 28 w 103"/>
                  <a:gd name="T83" fmla="*/ 7 h 26"/>
                  <a:gd name="T84" fmla="*/ 25 w 103"/>
                  <a:gd name="T85" fmla="*/ 5 h 26"/>
                  <a:gd name="T86" fmla="*/ 18 w 103"/>
                  <a:gd name="T87" fmla="*/ 2 h 26"/>
                  <a:gd name="T88" fmla="*/ 13 w 103"/>
                  <a:gd name="T89" fmla="*/ 1 h 26"/>
                  <a:gd name="T90" fmla="*/ 10 w 103"/>
                  <a:gd name="T91" fmla="*/ 0 h 26"/>
                  <a:gd name="T92" fmla="*/ 5 w 103"/>
                  <a:gd name="T93" fmla="*/ 2 h 26"/>
                  <a:gd name="T94" fmla="*/ 3 w 103"/>
                  <a:gd name="T95" fmla="*/ 5 h 26"/>
                  <a:gd name="T96" fmla="*/ 2 w 103"/>
                  <a:gd name="T97" fmla="*/ 6 h 26"/>
                  <a:gd name="T98" fmla="*/ 0 w 103"/>
                  <a:gd name="T99" fmla="*/ 5 h 26"/>
                  <a:gd name="T100" fmla="*/ 1 w 103"/>
                  <a:gd name="T101" fmla="*/ 8 h 26"/>
                  <a:gd name="T102" fmla="*/ 6 w 103"/>
                  <a:gd name="T103" fmla="*/ 8 h 26"/>
                  <a:gd name="T104" fmla="*/ 9 w 103"/>
                  <a:gd name="T105" fmla="*/ 10 h 26"/>
                  <a:gd name="T106" fmla="*/ 11 w 103"/>
                  <a:gd name="T107" fmla="*/ 13 h 26"/>
                  <a:gd name="T108" fmla="*/ 15 w 103"/>
                  <a:gd name="T109" fmla="*/ 13 h 26"/>
                  <a:gd name="T110" fmla="*/ 24 w 103"/>
                  <a:gd name="T111" fmla="*/ 16 h 26"/>
                  <a:gd name="T112" fmla="*/ 26 w 103"/>
                  <a:gd name="T113" fmla="*/ 15 h 26"/>
                  <a:gd name="T114" fmla="*/ 30 w 103"/>
                  <a:gd name="T115" fmla="*/ 15 h 26"/>
                  <a:gd name="T116" fmla="*/ 38 w 103"/>
                  <a:gd name="T117" fmla="*/ 18 h 26"/>
                  <a:gd name="T118" fmla="*/ 46 w 103"/>
                  <a:gd name="T119" fmla="*/ 19 h 26"/>
                  <a:gd name="T120" fmla="*/ 84 w 103"/>
                  <a:gd name="T121" fmla="*/ 23 h 26"/>
                  <a:gd name="T122" fmla="*/ 83 w 103"/>
                  <a:gd name="T12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26">
                    <a:moveTo>
                      <a:pt x="46" y="19"/>
                    </a:moveTo>
                    <a:cubicBezTo>
                      <a:pt x="48" y="20"/>
                      <a:pt x="48" y="20"/>
                      <a:pt x="48" y="20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4" y="20"/>
                      <a:pt x="84" y="21"/>
                      <a:pt x="84" y="21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19"/>
                      <a:pt x="43" y="19"/>
                      <a:pt x="43" y="19"/>
                    </a:cubicBezTo>
                    <a:lnTo>
                      <a:pt x="46" y="19"/>
                    </a:lnTo>
                    <a:close/>
                    <a:moveTo>
                      <a:pt x="83" y="23"/>
                    </a:moveTo>
                    <a:cubicBezTo>
                      <a:pt x="83" y="23"/>
                      <a:pt x="83" y="23"/>
                      <a:pt x="83" y="23"/>
                    </a:cubicBezTo>
                    <a:cubicBezTo>
                      <a:pt x="84" y="23"/>
                      <a:pt x="84" y="23"/>
                      <a:pt x="84" y="23"/>
                    </a:cubicBezTo>
                    <a:lnTo>
                      <a:pt x="83" y="23"/>
                    </a:lnTo>
                    <a:close/>
                    <a:moveTo>
                      <a:pt x="83" y="22"/>
                    </a:moveTo>
                    <a:cubicBezTo>
                      <a:pt x="83" y="22"/>
                      <a:pt x="83" y="22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7" name="Freeform 6296">
                <a:extLst>
                  <a:ext uri="{FF2B5EF4-FFF2-40B4-BE49-F238E27FC236}">
                    <a16:creationId xmlns:a16="http://schemas.microsoft.com/office/drawing/2014/main" id="{99737BA8-39A0-4131-B6AE-5D858F1674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0" y="2871"/>
                <a:ext cx="13" cy="12"/>
              </a:xfrm>
              <a:custGeom>
                <a:avLst/>
                <a:gdLst>
                  <a:gd name="T0" fmla="*/ 12 w 13"/>
                  <a:gd name="T1" fmla="*/ 8 h 12"/>
                  <a:gd name="T2" fmla="*/ 13 w 13"/>
                  <a:gd name="T3" fmla="*/ 6 h 12"/>
                  <a:gd name="T4" fmla="*/ 8 w 13"/>
                  <a:gd name="T5" fmla="*/ 0 h 12"/>
                  <a:gd name="T6" fmla="*/ 4 w 13"/>
                  <a:gd name="T7" fmla="*/ 0 h 12"/>
                  <a:gd name="T8" fmla="*/ 2 w 13"/>
                  <a:gd name="T9" fmla="*/ 4 h 12"/>
                  <a:gd name="T10" fmla="*/ 4 w 13"/>
                  <a:gd name="T11" fmla="*/ 6 h 12"/>
                  <a:gd name="T12" fmla="*/ 2 w 13"/>
                  <a:gd name="T13" fmla="*/ 6 h 12"/>
                  <a:gd name="T14" fmla="*/ 0 w 13"/>
                  <a:gd name="T15" fmla="*/ 10 h 12"/>
                  <a:gd name="T16" fmla="*/ 4 w 13"/>
                  <a:gd name="T17" fmla="*/ 12 h 12"/>
                  <a:gd name="T18" fmla="*/ 8 w 13"/>
                  <a:gd name="T19" fmla="*/ 10 h 12"/>
                  <a:gd name="T20" fmla="*/ 6 w 13"/>
                  <a:gd name="T21" fmla="*/ 6 h 12"/>
                  <a:gd name="T22" fmla="*/ 8 w 13"/>
                  <a:gd name="T23" fmla="*/ 6 h 12"/>
                  <a:gd name="T24" fmla="*/ 12 w 13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2" y="8"/>
                    </a:moveTo>
                    <a:lnTo>
                      <a:pt x="13" y="6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8" name="Freeform 6297">
                <a:extLst>
                  <a:ext uri="{FF2B5EF4-FFF2-40B4-BE49-F238E27FC236}">
                    <a16:creationId xmlns:a16="http://schemas.microsoft.com/office/drawing/2014/main" id="{679FA044-D796-44C8-8A10-6BE6C9FF97E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32" y="2909"/>
                <a:ext cx="47" cy="18"/>
              </a:xfrm>
              <a:custGeom>
                <a:avLst/>
                <a:gdLst>
                  <a:gd name="T0" fmla="*/ 12 w 47"/>
                  <a:gd name="T1" fmla="*/ 13 h 18"/>
                  <a:gd name="T2" fmla="*/ 12 w 47"/>
                  <a:gd name="T3" fmla="*/ 15 h 18"/>
                  <a:gd name="T4" fmla="*/ 15 w 47"/>
                  <a:gd name="T5" fmla="*/ 15 h 18"/>
                  <a:gd name="T6" fmla="*/ 15 w 47"/>
                  <a:gd name="T7" fmla="*/ 15 h 18"/>
                  <a:gd name="T8" fmla="*/ 17 w 47"/>
                  <a:gd name="T9" fmla="*/ 13 h 18"/>
                  <a:gd name="T10" fmla="*/ 17 w 47"/>
                  <a:gd name="T11" fmla="*/ 11 h 18"/>
                  <a:gd name="T12" fmla="*/ 17 w 47"/>
                  <a:gd name="T13" fmla="*/ 11 h 18"/>
                  <a:gd name="T14" fmla="*/ 19 w 47"/>
                  <a:gd name="T15" fmla="*/ 9 h 18"/>
                  <a:gd name="T16" fmla="*/ 19 w 47"/>
                  <a:gd name="T17" fmla="*/ 9 h 18"/>
                  <a:gd name="T18" fmla="*/ 21 w 47"/>
                  <a:gd name="T19" fmla="*/ 11 h 18"/>
                  <a:gd name="T20" fmla="*/ 28 w 47"/>
                  <a:gd name="T21" fmla="*/ 11 h 18"/>
                  <a:gd name="T22" fmla="*/ 30 w 47"/>
                  <a:gd name="T23" fmla="*/ 9 h 18"/>
                  <a:gd name="T24" fmla="*/ 32 w 47"/>
                  <a:gd name="T25" fmla="*/ 9 h 18"/>
                  <a:gd name="T26" fmla="*/ 36 w 47"/>
                  <a:gd name="T27" fmla="*/ 13 h 18"/>
                  <a:gd name="T28" fmla="*/ 40 w 47"/>
                  <a:gd name="T29" fmla="*/ 13 h 18"/>
                  <a:gd name="T30" fmla="*/ 41 w 47"/>
                  <a:gd name="T31" fmla="*/ 16 h 18"/>
                  <a:gd name="T32" fmla="*/ 47 w 47"/>
                  <a:gd name="T33" fmla="*/ 16 h 18"/>
                  <a:gd name="T34" fmla="*/ 47 w 47"/>
                  <a:gd name="T35" fmla="*/ 13 h 18"/>
                  <a:gd name="T36" fmla="*/ 47 w 47"/>
                  <a:gd name="T37" fmla="*/ 7 h 18"/>
                  <a:gd name="T38" fmla="*/ 40 w 47"/>
                  <a:gd name="T39" fmla="*/ 3 h 18"/>
                  <a:gd name="T40" fmla="*/ 34 w 47"/>
                  <a:gd name="T41" fmla="*/ 2 h 18"/>
                  <a:gd name="T42" fmla="*/ 30 w 47"/>
                  <a:gd name="T43" fmla="*/ 0 h 18"/>
                  <a:gd name="T44" fmla="*/ 27 w 47"/>
                  <a:gd name="T45" fmla="*/ 0 h 18"/>
                  <a:gd name="T46" fmla="*/ 25 w 47"/>
                  <a:gd name="T47" fmla="*/ 2 h 18"/>
                  <a:gd name="T48" fmla="*/ 23 w 47"/>
                  <a:gd name="T49" fmla="*/ 2 h 18"/>
                  <a:gd name="T50" fmla="*/ 19 w 47"/>
                  <a:gd name="T51" fmla="*/ 0 h 18"/>
                  <a:gd name="T52" fmla="*/ 15 w 47"/>
                  <a:gd name="T53" fmla="*/ 2 h 18"/>
                  <a:gd name="T54" fmla="*/ 10 w 47"/>
                  <a:gd name="T55" fmla="*/ 2 h 18"/>
                  <a:gd name="T56" fmla="*/ 8 w 47"/>
                  <a:gd name="T57" fmla="*/ 2 h 18"/>
                  <a:gd name="T58" fmla="*/ 8 w 47"/>
                  <a:gd name="T59" fmla="*/ 2 h 18"/>
                  <a:gd name="T60" fmla="*/ 2 w 47"/>
                  <a:gd name="T61" fmla="*/ 2 h 18"/>
                  <a:gd name="T62" fmla="*/ 4 w 47"/>
                  <a:gd name="T63" fmla="*/ 3 h 18"/>
                  <a:gd name="T64" fmla="*/ 0 w 47"/>
                  <a:gd name="T65" fmla="*/ 7 h 18"/>
                  <a:gd name="T66" fmla="*/ 4 w 47"/>
                  <a:gd name="T67" fmla="*/ 7 h 18"/>
                  <a:gd name="T68" fmla="*/ 4 w 47"/>
                  <a:gd name="T69" fmla="*/ 7 h 18"/>
                  <a:gd name="T70" fmla="*/ 6 w 47"/>
                  <a:gd name="T71" fmla="*/ 11 h 18"/>
                  <a:gd name="T72" fmla="*/ 8 w 47"/>
                  <a:gd name="T73" fmla="*/ 11 h 18"/>
                  <a:gd name="T74" fmla="*/ 8 w 47"/>
                  <a:gd name="T75" fmla="*/ 11 h 18"/>
                  <a:gd name="T76" fmla="*/ 2 w 47"/>
                  <a:gd name="T77" fmla="*/ 13 h 18"/>
                  <a:gd name="T78" fmla="*/ 6 w 47"/>
                  <a:gd name="T79" fmla="*/ 16 h 18"/>
                  <a:gd name="T80" fmla="*/ 8 w 47"/>
                  <a:gd name="T81" fmla="*/ 15 h 18"/>
                  <a:gd name="T82" fmla="*/ 10 w 47"/>
                  <a:gd name="T83" fmla="*/ 18 h 18"/>
                  <a:gd name="T84" fmla="*/ 12 w 47"/>
                  <a:gd name="T85" fmla="*/ 13 h 18"/>
                  <a:gd name="T86" fmla="*/ 6 w 47"/>
                  <a:gd name="T87" fmla="*/ 5 h 18"/>
                  <a:gd name="T88" fmla="*/ 4 w 47"/>
                  <a:gd name="T89" fmla="*/ 5 h 18"/>
                  <a:gd name="T90" fmla="*/ 4 w 47"/>
                  <a:gd name="T91" fmla="*/ 5 h 18"/>
                  <a:gd name="T92" fmla="*/ 6 w 47"/>
                  <a:gd name="T93" fmla="*/ 5 h 18"/>
                  <a:gd name="T94" fmla="*/ 6 w 47"/>
                  <a:gd name="T95" fmla="*/ 5 h 18"/>
                  <a:gd name="T96" fmla="*/ 8 w 47"/>
                  <a:gd name="T97" fmla="*/ 3 h 18"/>
                  <a:gd name="T98" fmla="*/ 8 w 47"/>
                  <a:gd name="T99" fmla="*/ 3 h 18"/>
                  <a:gd name="T100" fmla="*/ 8 w 47"/>
                  <a:gd name="T101" fmla="*/ 3 h 18"/>
                  <a:gd name="T102" fmla="*/ 8 w 47"/>
                  <a:gd name="T103" fmla="*/ 3 h 18"/>
                  <a:gd name="T104" fmla="*/ 10 w 47"/>
                  <a:gd name="T105" fmla="*/ 7 h 18"/>
                  <a:gd name="T106" fmla="*/ 12 w 47"/>
                  <a:gd name="T107" fmla="*/ 9 h 18"/>
                  <a:gd name="T108" fmla="*/ 14 w 47"/>
                  <a:gd name="T109" fmla="*/ 11 h 18"/>
                  <a:gd name="T110" fmla="*/ 12 w 47"/>
                  <a:gd name="T111" fmla="*/ 11 h 18"/>
                  <a:gd name="T112" fmla="*/ 10 w 47"/>
                  <a:gd name="T113" fmla="*/ 11 h 18"/>
                  <a:gd name="T114" fmla="*/ 8 w 47"/>
                  <a:gd name="T115" fmla="*/ 11 h 18"/>
                  <a:gd name="T116" fmla="*/ 10 w 47"/>
                  <a:gd name="T1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" h="18">
                    <a:moveTo>
                      <a:pt x="12" y="13"/>
                    </a:moveTo>
                    <a:lnTo>
                      <a:pt x="12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1" y="11"/>
                    </a:lnTo>
                    <a:lnTo>
                      <a:pt x="28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13"/>
                    </a:lnTo>
                    <a:lnTo>
                      <a:pt x="40" y="13"/>
                    </a:lnTo>
                    <a:lnTo>
                      <a:pt x="41" y="16"/>
                    </a:lnTo>
                    <a:lnTo>
                      <a:pt x="47" y="16"/>
                    </a:lnTo>
                    <a:lnTo>
                      <a:pt x="47" y="13"/>
                    </a:lnTo>
                    <a:lnTo>
                      <a:pt x="47" y="7"/>
                    </a:lnTo>
                    <a:lnTo>
                      <a:pt x="40" y="3"/>
                    </a:lnTo>
                    <a:lnTo>
                      <a:pt x="34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2" y="13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10" y="18"/>
                    </a:lnTo>
                    <a:lnTo>
                      <a:pt x="12" y="13"/>
                    </a:lnTo>
                    <a:close/>
                    <a:moveTo>
                      <a:pt x="6" y="5"/>
                    </a:move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  <a:moveTo>
                      <a:pt x="8" y="3"/>
                    </a:move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close/>
                    <a:moveTo>
                      <a:pt x="10" y="7"/>
                    </a:moveTo>
                    <a:lnTo>
                      <a:pt x="12" y="9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1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9" name="Freeform 6298">
                <a:extLst>
                  <a:ext uri="{FF2B5EF4-FFF2-40B4-BE49-F238E27FC236}">
                    <a16:creationId xmlns:a16="http://schemas.microsoft.com/office/drawing/2014/main" id="{0875F07A-87C3-45B7-A6F9-93D321B7CA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88" y="2828"/>
                <a:ext cx="9" cy="6"/>
              </a:xfrm>
              <a:custGeom>
                <a:avLst/>
                <a:gdLst>
                  <a:gd name="T0" fmla="*/ 3 w 9"/>
                  <a:gd name="T1" fmla="*/ 0 h 6"/>
                  <a:gd name="T2" fmla="*/ 1 w 9"/>
                  <a:gd name="T3" fmla="*/ 2 h 6"/>
                  <a:gd name="T4" fmla="*/ 0 w 9"/>
                  <a:gd name="T5" fmla="*/ 4 h 6"/>
                  <a:gd name="T6" fmla="*/ 3 w 9"/>
                  <a:gd name="T7" fmla="*/ 6 h 6"/>
                  <a:gd name="T8" fmla="*/ 9 w 9"/>
                  <a:gd name="T9" fmla="*/ 6 h 6"/>
                  <a:gd name="T10" fmla="*/ 7 w 9"/>
                  <a:gd name="T11" fmla="*/ 2 h 6"/>
                  <a:gd name="T12" fmla="*/ 3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0" name="Freeform 6299">
                <a:extLst>
                  <a:ext uri="{FF2B5EF4-FFF2-40B4-BE49-F238E27FC236}">
                    <a16:creationId xmlns:a16="http://schemas.microsoft.com/office/drawing/2014/main" id="{53C7EF2C-16E8-4B98-9C32-D567AE5AD0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9" y="2808"/>
                <a:ext cx="9" cy="9"/>
              </a:xfrm>
              <a:custGeom>
                <a:avLst/>
                <a:gdLst>
                  <a:gd name="T0" fmla="*/ 7 w 9"/>
                  <a:gd name="T1" fmla="*/ 9 h 9"/>
                  <a:gd name="T2" fmla="*/ 9 w 9"/>
                  <a:gd name="T3" fmla="*/ 4 h 9"/>
                  <a:gd name="T4" fmla="*/ 5 w 9"/>
                  <a:gd name="T5" fmla="*/ 0 h 9"/>
                  <a:gd name="T6" fmla="*/ 2 w 9"/>
                  <a:gd name="T7" fmla="*/ 2 h 9"/>
                  <a:gd name="T8" fmla="*/ 0 w 9"/>
                  <a:gd name="T9" fmla="*/ 4 h 9"/>
                  <a:gd name="T10" fmla="*/ 4 w 9"/>
                  <a:gd name="T11" fmla="*/ 7 h 9"/>
                  <a:gd name="T12" fmla="*/ 4 w 9"/>
                  <a:gd name="T13" fmla="*/ 7 h 9"/>
                  <a:gd name="T14" fmla="*/ 4 w 9"/>
                  <a:gd name="T15" fmla="*/ 9 h 9"/>
                  <a:gd name="T16" fmla="*/ 7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7" y="9"/>
                    </a:moveTo>
                    <a:lnTo>
                      <a:pt x="9" y="4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1" name="Freeform 6300">
                <a:extLst>
                  <a:ext uri="{FF2B5EF4-FFF2-40B4-BE49-F238E27FC236}">
                    <a16:creationId xmlns:a16="http://schemas.microsoft.com/office/drawing/2014/main" id="{10881A00-1521-4333-96B4-54E3DC8BD8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0" y="2905"/>
                <a:ext cx="18" cy="13"/>
              </a:xfrm>
              <a:custGeom>
                <a:avLst/>
                <a:gdLst>
                  <a:gd name="T0" fmla="*/ 9 w 18"/>
                  <a:gd name="T1" fmla="*/ 13 h 13"/>
                  <a:gd name="T2" fmla="*/ 11 w 18"/>
                  <a:gd name="T3" fmla="*/ 9 h 13"/>
                  <a:gd name="T4" fmla="*/ 11 w 18"/>
                  <a:gd name="T5" fmla="*/ 11 h 13"/>
                  <a:gd name="T6" fmla="*/ 14 w 18"/>
                  <a:gd name="T7" fmla="*/ 11 h 13"/>
                  <a:gd name="T8" fmla="*/ 16 w 18"/>
                  <a:gd name="T9" fmla="*/ 9 h 13"/>
                  <a:gd name="T10" fmla="*/ 18 w 18"/>
                  <a:gd name="T11" fmla="*/ 7 h 13"/>
                  <a:gd name="T12" fmla="*/ 16 w 18"/>
                  <a:gd name="T13" fmla="*/ 4 h 13"/>
                  <a:gd name="T14" fmla="*/ 13 w 18"/>
                  <a:gd name="T15" fmla="*/ 2 h 13"/>
                  <a:gd name="T16" fmla="*/ 7 w 18"/>
                  <a:gd name="T17" fmla="*/ 0 h 13"/>
                  <a:gd name="T18" fmla="*/ 3 w 18"/>
                  <a:gd name="T19" fmla="*/ 2 h 13"/>
                  <a:gd name="T20" fmla="*/ 5 w 18"/>
                  <a:gd name="T21" fmla="*/ 4 h 13"/>
                  <a:gd name="T22" fmla="*/ 5 w 18"/>
                  <a:gd name="T23" fmla="*/ 4 h 13"/>
                  <a:gd name="T24" fmla="*/ 3 w 18"/>
                  <a:gd name="T25" fmla="*/ 6 h 13"/>
                  <a:gd name="T26" fmla="*/ 0 w 18"/>
                  <a:gd name="T27" fmla="*/ 9 h 13"/>
                  <a:gd name="T28" fmla="*/ 5 w 18"/>
                  <a:gd name="T29" fmla="*/ 9 h 13"/>
                  <a:gd name="T30" fmla="*/ 5 w 18"/>
                  <a:gd name="T31" fmla="*/ 9 h 13"/>
                  <a:gd name="T32" fmla="*/ 9 w 18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3">
                    <a:moveTo>
                      <a:pt x="9" y="13"/>
                    </a:moveTo>
                    <a:lnTo>
                      <a:pt x="11" y="9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2" name="Freeform 6301">
                <a:extLst>
                  <a:ext uri="{FF2B5EF4-FFF2-40B4-BE49-F238E27FC236}">
                    <a16:creationId xmlns:a16="http://schemas.microsoft.com/office/drawing/2014/main" id="{7EC6AD41-60F6-4566-97E7-13EDFF0AA86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2" y="2892"/>
                <a:ext cx="28" cy="24"/>
              </a:xfrm>
              <a:custGeom>
                <a:avLst/>
                <a:gdLst>
                  <a:gd name="T0" fmla="*/ 28 w 28"/>
                  <a:gd name="T1" fmla="*/ 20 h 24"/>
                  <a:gd name="T2" fmla="*/ 24 w 28"/>
                  <a:gd name="T3" fmla="*/ 19 h 24"/>
                  <a:gd name="T4" fmla="*/ 24 w 28"/>
                  <a:gd name="T5" fmla="*/ 20 h 24"/>
                  <a:gd name="T6" fmla="*/ 22 w 28"/>
                  <a:gd name="T7" fmla="*/ 19 h 24"/>
                  <a:gd name="T8" fmla="*/ 24 w 28"/>
                  <a:gd name="T9" fmla="*/ 15 h 24"/>
                  <a:gd name="T10" fmla="*/ 18 w 28"/>
                  <a:gd name="T11" fmla="*/ 13 h 24"/>
                  <a:gd name="T12" fmla="*/ 16 w 28"/>
                  <a:gd name="T13" fmla="*/ 11 h 24"/>
                  <a:gd name="T14" fmla="*/ 14 w 28"/>
                  <a:gd name="T15" fmla="*/ 4 h 24"/>
                  <a:gd name="T16" fmla="*/ 14 w 28"/>
                  <a:gd name="T17" fmla="*/ 4 h 24"/>
                  <a:gd name="T18" fmla="*/ 13 w 28"/>
                  <a:gd name="T19" fmla="*/ 0 h 24"/>
                  <a:gd name="T20" fmla="*/ 11 w 28"/>
                  <a:gd name="T21" fmla="*/ 0 h 24"/>
                  <a:gd name="T22" fmla="*/ 7 w 28"/>
                  <a:gd name="T23" fmla="*/ 0 h 24"/>
                  <a:gd name="T24" fmla="*/ 7 w 28"/>
                  <a:gd name="T25" fmla="*/ 4 h 24"/>
                  <a:gd name="T26" fmla="*/ 5 w 28"/>
                  <a:gd name="T27" fmla="*/ 0 h 24"/>
                  <a:gd name="T28" fmla="*/ 3 w 28"/>
                  <a:gd name="T29" fmla="*/ 2 h 24"/>
                  <a:gd name="T30" fmla="*/ 3 w 28"/>
                  <a:gd name="T31" fmla="*/ 4 h 24"/>
                  <a:gd name="T32" fmla="*/ 0 w 28"/>
                  <a:gd name="T33" fmla="*/ 7 h 24"/>
                  <a:gd name="T34" fmla="*/ 3 w 28"/>
                  <a:gd name="T35" fmla="*/ 9 h 24"/>
                  <a:gd name="T36" fmla="*/ 9 w 28"/>
                  <a:gd name="T37" fmla="*/ 11 h 24"/>
                  <a:gd name="T38" fmla="*/ 9 w 28"/>
                  <a:gd name="T39" fmla="*/ 11 h 24"/>
                  <a:gd name="T40" fmla="*/ 9 w 28"/>
                  <a:gd name="T41" fmla="*/ 13 h 24"/>
                  <a:gd name="T42" fmla="*/ 11 w 28"/>
                  <a:gd name="T43" fmla="*/ 15 h 24"/>
                  <a:gd name="T44" fmla="*/ 11 w 28"/>
                  <a:gd name="T45" fmla="*/ 19 h 24"/>
                  <a:gd name="T46" fmla="*/ 14 w 28"/>
                  <a:gd name="T47" fmla="*/ 20 h 24"/>
                  <a:gd name="T48" fmla="*/ 18 w 28"/>
                  <a:gd name="T49" fmla="*/ 20 h 24"/>
                  <a:gd name="T50" fmla="*/ 18 w 28"/>
                  <a:gd name="T51" fmla="*/ 22 h 24"/>
                  <a:gd name="T52" fmla="*/ 20 w 28"/>
                  <a:gd name="T53" fmla="*/ 24 h 24"/>
                  <a:gd name="T54" fmla="*/ 24 w 28"/>
                  <a:gd name="T55" fmla="*/ 22 h 24"/>
                  <a:gd name="T56" fmla="*/ 22 w 28"/>
                  <a:gd name="T57" fmla="*/ 24 h 24"/>
                  <a:gd name="T58" fmla="*/ 28 w 28"/>
                  <a:gd name="T59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4">
                    <a:moveTo>
                      <a:pt x="28" y="20"/>
                    </a:moveTo>
                    <a:lnTo>
                      <a:pt x="24" y="19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18" y="13"/>
                    </a:lnTo>
                    <a:lnTo>
                      <a:pt x="16" y="11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1" y="15"/>
                    </a:lnTo>
                    <a:lnTo>
                      <a:pt x="11" y="19"/>
                    </a:lnTo>
                    <a:lnTo>
                      <a:pt x="14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2" y="24"/>
                    </a:lnTo>
                    <a:lnTo>
                      <a:pt x="28" y="2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3" name="Freeform 6302">
                <a:extLst>
                  <a:ext uri="{FF2B5EF4-FFF2-40B4-BE49-F238E27FC236}">
                    <a16:creationId xmlns:a16="http://schemas.microsoft.com/office/drawing/2014/main" id="{B4FB6D6C-FFBB-43D7-98D4-97B2FE1F5C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7" y="2825"/>
                <a:ext cx="8" cy="5"/>
              </a:xfrm>
              <a:custGeom>
                <a:avLst/>
                <a:gdLst>
                  <a:gd name="T0" fmla="*/ 8 w 8"/>
                  <a:gd name="T1" fmla="*/ 2 h 5"/>
                  <a:gd name="T2" fmla="*/ 4 w 8"/>
                  <a:gd name="T3" fmla="*/ 0 h 5"/>
                  <a:gd name="T4" fmla="*/ 0 w 8"/>
                  <a:gd name="T5" fmla="*/ 0 h 5"/>
                  <a:gd name="T6" fmla="*/ 0 w 8"/>
                  <a:gd name="T7" fmla="*/ 3 h 5"/>
                  <a:gd name="T8" fmla="*/ 4 w 8"/>
                  <a:gd name="T9" fmla="*/ 5 h 5"/>
                  <a:gd name="T10" fmla="*/ 8 w 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4" name="Freeform 6303">
                <a:extLst>
                  <a:ext uri="{FF2B5EF4-FFF2-40B4-BE49-F238E27FC236}">
                    <a16:creationId xmlns:a16="http://schemas.microsoft.com/office/drawing/2014/main" id="{7782D58D-BD0A-47EE-A170-D6444EE7D4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35" y="2819"/>
                <a:ext cx="5" cy="13"/>
              </a:xfrm>
              <a:custGeom>
                <a:avLst/>
                <a:gdLst>
                  <a:gd name="T0" fmla="*/ 1 w 5"/>
                  <a:gd name="T1" fmla="*/ 8 h 13"/>
                  <a:gd name="T2" fmla="*/ 1 w 5"/>
                  <a:gd name="T3" fmla="*/ 13 h 13"/>
                  <a:gd name="T4" fmla="*/ 5 w 5"/>
                  <a:gd name="T5" fmla="*/ 11 h 13"/>
                  <a:gd name="T6" fmla="*/ 1 w 5"/>
                  <a:gd name="T7" fmla="*/ 8 h 13"/>
                  <a:gd name="T8" fmla="*/ 5 w 5"/>
                  <a:gd name="T9" fmla="*/ 8 h 13"/>
                  <a:gd name="T10" fmla="*/ 3 w 5"/>
                  <a:gd name="T11" fmla="*/ 4 h 13"/>
                  <a:gd name="T12" fmla="*/ 5 w 5"/>
                  <a:gd name="T13" fmla="*/ 2 h 13"/>
                  <a:gd name="T14" fmla="*/ 1 w 5"/>
                  <a:gd name="T15" fmla="*/ 0 h 13"/>
                  <a:gd name="T16" fmla="*/ 1 w 5"/>
                  <a:gd name="T17" fmla="*/ 6 h 13"/>
                  <a:gd name="T18" fmla="*/ 0 w 5"/>
                  <a:gd name="T19" fmla="*/ 8 h 13"/>
                  <a:gd name="T20" fmla="*/ 1 w 5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3">
                    <a:moveTo>
                      <a:pt x="1" y="8"/>
                    </a:moveTo>
                    <a:lnTo>
                      <a:pt x="1" y="13"/>
                    </a:lnTo>
                    <a:lnTo>
                      <a:pt x="5" y="11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5" name="Freeform 6304">
                <a:extLst>
                  <a:ext uri="{FF2B5EF4-FFF2-40B4-BE49-F238E27FC236}">
                    <a16:creationId xmlns:a16="http://schemas.microsoft.com/office/drawing/2014/main" id="{00D98D87-B18E-4BF1-B999-1B70D53AEBD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8" y="2998"/>
                <a:ext cx="28" cy="19"/>
              </a:xfrm>
              <a:custGeom>
                <a:avLst/>
                <a:gdLst>
                  <a:gd name="T0" fmla="*/ 22 w 28"/>
                  <a:gd name="T1" fmla="*/ 6 h 19"/>
                  <a:gd name="T2" fmla="*/ 20 w 28"/>
                  <a:gd name="T3" fmla="*/ 6 h 19"/>
                  <a:gd name="T4" fmla="*/ 20 w 28"/>
                  <a:gd name="T5" fmla="*/ 4 h 19"/>
                  <a:gd name="T6" fmla="*/ 15 w 28"/>
                  <a:gd name="T7" fmla="*/ 2 h 19"/>
                  <a:gd name="T8" fmla="*/ 13 w 28"/>
                  <a:gd name="T9" fmla="*/ 4 h 19"/>
                  <a:gd name="T10" fmla="*/ 11 w 28"/>
                  <a:gd name="T11" fmla="*/ 4 h 19"/>
                  <a:gd name="T12" fmla="*/ 7 w 28"/>
                  <a:gd name="T13" fmla="*/ 0 h 19"/>
                  <a:gd name="T14" fmla="*/ 0 w 28"/>
                  <a:gd name="T15" fmla="*/ 4 h 19"/>
                  <a:gd name="T16" fmla="*/ 0 w 28"/>
                  <a:gd name="T17" fmla="*/ 8 h 19"/>
                  <a:gd name="T18" fmla="*/ 2 w 28"/>
                  <a:gd name="T19" fmla="*/ 9 h 19"/>
                  <a:gd name="T20" fmla="*/ 7 w 28"/>
                  <a:gd name="T21" fmla="*/ 11 h 19"/>
                  <a:gd name="T22" fmla="*/ 9 w 28"/>
                  <a:gd name="T23" fmla="*/ 9 h 19"/>
                  <a:gd name="T24" fmla="*/ 11 w 28"/>
                  <a:gd name="T25" fmla="*/ 13 h 19"/>
                  <a:gd name="T26" fmla="*/ 13 w 28"/>
                  <a:gd name="T27" fmla="*/ 13 h 19"/>
                  <a:gd name="T28" fmla="*/ 15 w 28"/>
                  <a:gd name="T29" fmla="*/ 17 h 19"/>
                  <a:gd name="T30" fmla="*/ 20 w 28"/>
                  <a:gd name="T31" fmla="*/ 19 h 19"/>
                  <a:gd name="T32" fmla="*/ 24 w 28"/>
                  <a:gd name="T33" fmla="*/ 17 h 19"/>
                  <a:gd name="T34" fmla="*/ 28 w 28"/>
                  <a:gd name="T35" fmla="*/ 15 h 19"/>
                  <a:gd name="T36" fmla="*/ 28 w 28"/>
                  <a:gd name="T37" fmla="*/ 13 h 19"/>
                  <a:gd name="T38" fmla="*/ 26 w 28"/>
                  <a:gd name="T39" fmla="*/ 9 h 19"/>
                  <a:gd name="T40" fmla="*/ 22 w 28"/>
                  <a:gd name="T4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19">
                    <a:moveTo>
                      <a:pt x="22" y="6"/>
                    </a:moveTo>
                    <a:lnTo>
                      <a:pt x="20" y="6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5" y="17"/>
                    </a:lnTo>
                    <a:lnTo>
                      <a:pt x="20" y="19"/>
                    </a:lnTo>
                    <a:lnTo>
                      <a:pt x="24" y="17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26" y="9"/>
                    </a:lnTo>
                    <a:lnTo>
                      <a:pt x="2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6" name="Freeform 6305">
                <a:extLst>
                  <a:ext uri="{FF2B5EF4-FFF2-40B4-BE49-F238E27FC236}">
                    <a16:creationId xmlns:a16="http://schemas.microsoft.com/office/drawing/2014/main" id="{2248799B-6881-421E-8935-B053DBD870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5" y="2972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2 w 6"/>
                  <a:gd name="T3" fmla="*/ 0 h 8"/>
                  <a:gd name="T4" fmla="*/ 0 w 6"/>
                  <a:gd name="T5" fmla="*/ 2 h 8"/>
                  <a:gd name="T6" fmla="*/ 0 w 6"/>
                  <a:gd name="T7" fmla="*/ 8 h 8"/>
                  <a:gd name="T8" fmla="*/ 6 w 6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7" name="Freeform 6306">
                <a:extLst>
                  <a:ext uri="{FF2B5EF4-FFF2-40B4-BE49-F238E27FC236}">
                    <a16:creationId xmlns:a16="http://schemas.microsoft.com/office/drawing/2014/main" id="{9B6943BB-7EB0-490A-AFAF-4EC4EFE23E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9" y="2888"/>
                <a:ext cx="13" cy="9"/>
              </a:xfrm>
              <a:custGeom>
                <a:avLst/>
                <a:gdLst>
                  <a:gd name="T0" fmla="*/ 5 w 13"/>
                  <a:gd name="T1" fmla="*/ 9 h 9"/>
                  <a:gd name="T2" fmla="*/ 7 w 13"/>
                  <a:gd name="T3" fmla="*/ 8 h 9"/>
                  <a:gd name="T4" fmla="*/ 13 w 13"/>
                  <a:gd name="T5" fmla="*/ 8 h 9"/>
                  <a:gd name="T6" fmla="*/ 13 w 13"/>
                  <a:gd name="T7" fmla="*/ 6 h 9"/>
                  <a:gd name="T8" fmla="*/ 9 w 13"/>
                  <a:gd name="T9" fmla="*/ 2 h 9"/>
                  <a:gd name="T10" fmla="*/ 5 w 13"/>
                  <a:gd name="T11" fmla="*/ 0 h 9"/>
                  <a:gd name="T12" fmla="*/ 0 w 13"/>
                  <a:gd name="T13" fmla="*/ 6 h 9"/>
                  <a:gd name="T14" fmla="*/ 2 w 13"/>
                  <a:gd name="T15" fmla="*/ 8 h 9"/>
                  <a:gd name="T16" fmla="*/ 5 w 13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5" y="9"/>
                    </a:moveTo>
                    <a:lnTo>
                      <a:pt x="7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8" name="Freeform 6307">
                <a:extLst>
                  <a:ext uri="{FF2B5EF4-FFF2-40B4-BE49-F238E27FC236}">
                    <a16:creationId xmlns:a16="http://schemas.microsoft.com/office/drawing/2014/main" id="{08098C29-8459-4814-8653-A10C9B7398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1" y="2983"/>
                <a:ext cx="21" cy="6"/>
              </a:xfrm>
              <a:custGeom>
                <a:avLst/>
                <a:gdLst>
                  <a:gd name="T0" fmla="*/ 11 w 21"/>
                  <a:gd name="T1" fmla="*/ 6 h 6"/>
                  <a:gd name="T2" fmla="*/ 11 w 21"/>
                  <a:gd name="T3" fmla="*/ 2 h 6"/>
                  <a:gd name="T4" fmla="*/ 11 w 21"/>
                  <a:gd name="T5" fmla="*/ 4 h 6"/>
                  <a:gd name="T6" fmla="*/ 15 w 21"/>
                  <a:gd name="T7" fmla="*/ 6 h 6"/>
                  <a:gd name="T8" fmla="*/ 21 w 21"/>
                  <a:gd name="T9" fmla="*/ 4 h 6"/>
                  <a:gd name="T10" fmla="*/ 21 w 21"/>
                  <a:gd name="T11" fmla="*/ 0 h 6"/>
                  <a:gd name="T12" fmla="*/ 17 w 21"/>
                  <a:gd name="T13" fmla="*/ 0 h 6"/>
                  <a:gd name="T14" fmla="*/ 11 w 21"/>
                  <a:gd name="T15" fmla="*/ 0 h 6"/>
                  <a:gd name="T16" fmla="*/ 11 w 21"/>
                  <a:gd name="T17" fmla="*/ 0 h 6"/>
                  <a:gd name="T18" fmla="*/ 8 w 21"/>
                  <a:gd name="T19" fmla="*/ 2 h 6"/>
                  <a:gd name="T20" fmla="*/ 4 w 21"/>
                  <a:gd name="T21" fmla="*/ 0 h 6"/>
                  <a:gd name="T22" fmla="*/ 0 w 21"/>
                  <a:gd name="T23" fmla="*/ 2 h 6"/>
                  <a:gd name="T24" fmla="*/ 4 w 21"/>
                  <a:gd name="T25" fmla="*/ 4 h 6"/>
                  <a:gd name="T26" fmla="*/ 6 w 21"/>
                  <a:gd name="T27" fmla="*/ 2 h 6"/>
                  <a:gd name="T28" fmla="*/ 11 w 21"/>
                  <a:gd name="T2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1" y="6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9" name="Freeform 6308">
                <a:extLst>
                  <a:ext uri="{FF2B5EF4-FFF2-40B4-BE49-F238E27FC236}">
                    <a16:creationId xmlns:a16="http://schemas.microsoft.com/office/drawing/2014/main" id="{BCB02C34-4884-4BAC-9BB1-FE6F8E7E53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728"/>
                <a:ext cx="7" cy="13"/>
              </a:xfrm>
              <a:custGeom>
                <a:avLst/>
                <a:gdLst>
                  <a:gd name="T0" fmla="*/ 3 w 7"/>
                  <a:gd name="T1" fmla="*/ 9 h 13"/>
                  <a:gd name="T2" fmla="*/ 7 w 7"/>
                  <a:gd name="T3" fmla="*/ 13 h 13"/>
                  <a:gd name="T4" fmla="*/ 7 w 7"/>
                  <a:gd name="T5" fmla="*/ 7 h 13"/>
                  <a:gd name="T6" fmla="*/ 7 w 7"/>
                  <a:gd name="T7" fmla="*/ 4 h 13"/>
                  <a:gd name="T8" fmla="*/ 5 w 7"/>
                  <a:gd name="T9" fmla="*/ 4 h 13"/>
                  <a:gd name="T10" fmla="*/ 7 w 7"/>
                  <a:gd name="T11" fmla="*/ 0 h 13"/>
                  <a:gd name="T12" fmla="*/ 0 w 7"/>
                  <a:gd name="T13" fmla="*/ 4 h 13"/>
                  <a:gd name="T14" fmla="*/ 5 w 7"/>
                  <a:gd name="T15" fmla="*/ 5 h 13"/>
                  <a:gd name="T16" fmla="*/ 3 w 7"/>
                  <a:gd name="T17" fmla="*/ 5 h 13"/>
                  <a:gd name="T18" fmla="*/ 3 w 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9"/>
                    </a:moveTo>
                    <a:lnTo>
                      <a:pt x="7" y="13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0" name="Freeform 6309">
                <a:extLst>
                  <a:ext uri="{FF2B5EF4-FFF2-40B4-BE49-F238E27FC236}">
                    <a16:creationId xmlns:a16="http://schemas.microsoft.com/office/drawing/2014/main" id="{3AEA9087-C6A4-48C6-BE82-32A6DD996AF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318" y="1309"/>
                <a:ext cx="2370" cy="2051"/>
              </a:xfrm>
              <a:custGeom>
                <a:avLst/>
                <a:gdLst>
                  <a:gd name="T0" fmla="*/ 905 w 1273"/>
                  <a:gd name="T1" fmla="*/ 830 h 1100"/>
                  <a:gd name="T2" fmla="*/ 902 w 1273"/>
                  <a:gd name="T3" fmla="*/ 755 h 1100"/>
                  <a:gd name="T4" fmla="*/ 918 w 1273"/>
                  <a:gd name="T5" fmla="*/ 676 h 1100"/>
                  <a:gd name="T6" fmla="*/ 1005 w 1273"/>
                  <a:gd name="T7" fmla="*/ 638 h 1100"/>
                  <a:gd name="T8" fmla="*/ 1006 w 1273"/>
                  <a:gd name="T9" fmla="*/ 530 h 1100"/>
                  <a:gd name="T10" fmla="*/ 1023 w 1273"/>
                  <a:gd name="T11" fmla="*/ 518 h 1100"/>
                  <a:gd name="T12" fmla="*/ 1083 w 1273"/>
                  <a:gd name="T13" fmla="*/ 448 h 1100"/>
                  <a:gd name="T14" fmla="*/ 1049 w 1273"/>
                  <a:gd name="T15" fmla="*/ 325 h 1100"/>
                  <a:gd name="T16" fmla="*/ 1123 w 1273"/>
                  <a:gd name="T17" fmla="*/ 239 h 1100"/>
                  <a:gd name="T18" fmla="*/ 1172 w 1273"/>
                  <a:gd name="T19" fmla="*/ 168 h 1100"/>
                  <a:gd name="T20" fmla="*/ 1205 w 1273"/>
                  <a:gd name="T21" fmla="*/ 341 h 1100"/>
                  <a:gd name="T22" fmla="*/ 1204 w 1273"/>
                  <a:gd name="T23" fmla="*/ 203 h 1100"/>
                  <a:gd name="T24" fmla="*/ 1224 w 1273"/>
                  <a:gd name="T25" fmla="*/ 66 h 1100"/>
                  <a:gd name="T26" fmla="*/ 1231 w 1273"/>
                  <a:gd name="T27" fmla="*/ 37 h 1100"/>
                  <a:gd name="T28" fmla="*/ 1097 w 1273"/>
                  <a:gd name="T29" fmla="*/ 34 h 1100"/>
                  <a:gd name="T30" fmla="*/ 903 w 1273"/>
                  <a:gd name="T31" fmla="*/ 46 h 1100"/>
                  <a:gd name="T32" fmla="*/ 829 w 1273"/>
                  <a:gd name="T33" fmla="*/ 49 h 1100"/>
                  <a:gd name="T34" fmla="*/ 722 w 1273"/>
                  <a:gd name="T35" fmla="*/ 82 h 1100"/>
                  <a:gd name="T36" fmla="*/ 661 w 1273"/>
                  <a:gd name="T37" fmla="*/ 7 h 1100"/>
                  <a:gd name="T38" fmla="*/ 595 w 1273"/>
                  <a:gd name="T39" fmla="*/ 69 h 1100"/>
                  <a:gd name="T40" fmla="*/ 582 w 1273"/>
                  <a:gd name="T41" fmla="*/ 139 h 1100"/>
                  <a:gd name="T42" fmla="*/ 584 w 1273"/>
                  <a:gd name="T43" fmla="*/ 200 h 1100"/>
                  <a:gd name="T44" fmla="*/ 506 w 1273"/>
                  <a:gd name="T45" fmla="*/ 166 h 1100"/>
                  <a:gd name="T46" fmla="*/ 475 w 1273"/>
                  <a:gd name="T47" fmla="*/ 205 h 1100"/>
                  <a:gd name="T48" fmla="*/ 391 w 1273"/>
                  <a:gd name="T49" fmla="*/ 239 h 1100"/>
                  <a:gd name="T50" fmla="*/ 349 w 1273"/>
                  <a:gd name="T51" fmla="*/ 254 h 1100"/>
                  <a:gd name="T52" fmla="*/ 288 w 1273"/>
                  <a:gd name="T53" fmla="*/ 196 h 1100"/>
                  <a:gd name="T54" fmla="*/ 242 w 1273"/>
                  <a:gd name="T55" fmla="*/ 207 h 1100"/>
                  <a:gd name="T56" fmla="*/ 211 w 1273"/>
                  <a:gd name="T57" fmla="*/ 241 h 1100"/>
                  <a:gd name="T58" fmla="*/ 165 w 1273"/>
                  <a:gd name="T59" fmla="*/ 308 h 1100"/>
                  <a:gd name="T60" fmla="*/ 210 w 1273"/>
                  <a:gd name="T61" fmla="*/ 382 h 1100"/>
                  <a:gd name="T62" fmla="*/ 171 w 1273"/>
                  <a:gd name="T63" fmla="*/ 404 h 1100"/>
                  <a:gd name="T64" fmla="*/ 116 w 1273"/>
                  <a:gd name="T65" fmla="*/ 496 h 1100"/>
                  <a:gd name="T66" fmla="*/ 150 w 1273"/>
                  <a:gd name="T67" fmla="*/ 506 h 1100"/>
                  <a:gd name="T68" fmla="*/ 252 w 1273"/>
                  <a:gd name="T69" fmla="*/ 525 h 1100"/>
                  <a:gd name="T70" fmla="*/ 273 w 1273"/>
                  <a:gd name="T71" fmla="*/ 545 h 1100"/>
                  <a:gd name="T72" fmla="*/ 287 w 1273"/>
                  <a:gd name="T73" fmla="*/ 526 h 1100"/>
                  <a:gd name="T74" fmla="*/ 324 w 1273"/>
                  <a:gd name="T75" fmla="*/ 556 h 1100"/>
                  <a:gd name="T76" fmla="*/ 270 w 1273"/>
                  <a:gd name="T77" fmla="*/ 606 h 1100"/>
                  <a:gd name="T78" fmla="*/ 95 w 1273"/>
                  <a:gd name="T79" fmla="*/ 568 h 1100"/>
                  <a:gd name="T80" fmla="*/ 21 w 1273"/>
                  <a:gd name="T81" fmla="*/ 758 h 1100"/>
                  <a:gd name="T82" fmla="*/ 196 w 1273"/>
                  <a:gd name="T83" fmla="*/ 848 h 1100"/>
                  <a:gd name="T84" fmla="*/ 271 w 1273"/>
                  <a:gd name="T85" fmla="*/ 1098 h 1100"/>
                  <a:gd name="T86" fmla="*/ 404 w 1273"/>
                  <a:gd name="T87" fmla="*/ 966 h 1100"/>
                  <a:gd name="T88" fmla="*/ 509 w 1273"/>
                  <a:gd name="T89" fmla="*/ 763 h 1100"/>
                  <a:gd name="T90" fmla="*/ 401 w 1273"/>
                  <a:gd name="T91" fmla="*/ 674 h 1100"/>
                  <a:gd name="T92" fmla="*/ 444 w 1273"/>
                  <a:gd name="T93" fmla="*/ 719 h 1100"/>
                  <a:gd name="T94" fmla="*/ 541 w 1273"/>
                  <a:gd name="T95" fmla="*/ 641 h 1100"/>
                  <a:gd name="T96" fmla="*/ 517 w 1273"/>
                  <a:gd name="T97" fmla="*/ 632 h 1100"/>
                  <a:gd name="T98" fmla="*/ 665 w 1273"/>
                  <a:gd name="T99" fmla="*/ 673 h 1100"/>
                  <a:gd name="T100" fmla="*/ 782 w 1273"/>
                  <a:gd name="T101" fmla="*/ 673 h 1100"/>
                  <a:gd name="T102" fmla="*/ 1244 w 1273"/>
                  <a:gd name="T103" fmla="*/ 124 h 1100"/>
                  <a:gd name="T104" fmla="*/ 905 w 1273"/>
                  <a:gd name="T105" fmla="*/ 67 h 1100"/>
                  <a:gd name="T106" fmla="*/ 163 w 1273"/>
                  <a:gd name="T107" fmla="*/ 322 h 1100"/>
                  <a:gd name="T108" fmla="*/ 235 w 1273"/>
                  <a:gd name="T109" fmla="*/ 205 h 1100"/>
                  <a:gd name="T110" fmla="*/ 288 w 1273"/>
                  <a:gd name="T111" fmla="*/ 544 h 1100"/>
                  <a:gd name="T112" fmla="*/ 258 w 1273"/>
                  <a:gd name="T113" fmla="*/ 391 h 1100"/>
                  <a:gd name="T114" fmla="*/ 235 w 1273"/>
                  <a:gd name="T115" fmla="*/ 375 h 1100"/>
                  <a:gd name="T116" fmla="*/ 273 w 1273"/>
                  <a:gd name="T117" fmla="*/ 264 h 1100"/>
                  <a:gd name="T118" fmla="*/ 306 w 1273"/>
                  <a:gd name="T119" fmla="*/ 325 h 1100"/>
                  <a:gd name="T120" fmla="*/ 333 w 1273"/>
                  <a:gd name="T121" fmla="*/ 520 h 1100"/>
                  <a:gd name="T122" fmla="*/ 357 w 1273"/>
                  <a:gd name="T123" fmla="*/ 484 h 1100"/>
                  <a:gd name="T124" fmla="*/ 605 w 1273"/>
                  <a:gd name="T125" fmla="*/ 163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73" h="1100">
                    <a:moveTo>
                      <a:pt x="841" y="713"/>
                    </a:moveTo>
                    <a:cubicBezTo>
                      <a:pt x="841" y="713"/>
                      <a:pt x="841" y="713"/>
                      <a:pt x="841" y="713"/>
                    </a:cubicBezTo>
                    <a:cubicBezTo>
                      <a:pt x="843" y="713"/>
                      <a:pt x="843" y="713"/>
                      <a:pt x="843" y="713"/>
                    </a:cubicBezTo>
                    <a:cubicBezTo>
                      <a:pt x="846" y="712"/>
                      <a:pt x="846" y="712"/>
                      <a:pt x="846" y="712"/>
                    </a:cubicBezTo>
                    <a:cubicBezTo>
                      <a:pt x="845" y="712"/>
                      <a:pt x="845" y="712"/>
                      <a:pt x="845" y="712"/>
                    </a:cubicBezTo>
                    <a:cubicBezTo>
                      <a:pt x="848" y="710"/>
                      <a:pt x="848" y="710"/>
                      <a:pt x="848" y="710"/>
                    </a:cubicBezTo>
                    <a:cubicBezTo>
                      <a:pt x="847" y="709"/>
                      <a:pt x="847" y="709"/>
                      <a:pt x="847" y="709"/>
                    </a:cubicBezTo>
                    <a:cubicBezTo>
                      <a:pt x="848" y="708"/>
                      <a:pt x="848" y="708"/>
                      <a:pt x="848" y="708"/>
                    </a:cubicBezTo>
                    <a:cubicBezTo>
                      <a:pt x="848" y="707"/>
                      <a:pt x="848" y="707"/>
                      <a:pt x="848" y="707"/>
                    </a:cubicBezTo>
                    <a:cubicBezTo>
                      <a:pt x="850" y="709"/>
                      <a:pt x="850" y="709"/>
                      <a:pt x="850" y="709"/>
                    </a:cubicBezTo>
                    <a:cubicBezTo>
                      <a:pt x="850" y="710"/>
                      <a:pt x="850" y="710"/>
                      <a:pt x="850" y="710"/>
                    </a:cubicBezTo>
                    <a:cubicBezTo>
                      <a:pt x="851" y="712"/>
                      <a:pt x="851" y="712"/>
                      <a:pt x="851" y="712"/>
                    </a:cubicBezTo>
                    <a:cubicBezTo>
                      <a:pt x="852" y="712"/>
                      <a:pt x="852" y="712"/>
                      <a:pt x="852" y="712"/>
                    </a:cubicBezTo>
                    <a:cubicBezTo>
                      <a:pt x="853" y="712"/>
                      <a:pt x="853" y="712"/>
                      <a:pt x="853" y="712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3" y="714"/>
                      <a:pt x="853" y="714"/>
                      <a:pt x="853" y="714"/>
                    </a:cubicBezTo>
                    <a:cubicBezTo>
                      <a:pt x="854" y="716"/>
                      <a:pt x="854" y="716"/>
                      <a:pt x="854" y="716"/>
                    </a:cubicBezTo>
                    <a:cubicBezTo>
                      <a:pt x="854" y="717"/>
                      <a:pt x="854" y="717"/>
                      <a:pt x="854" y="717"/>
                    </a:cubicBezTo>
                    <a:cubicBezTo>
                      <a:pt x="855" y="722"/>
                      <a:pt x="855" y="722"/>
                      <a:pt x="855" y="722"/>
                    </a:cubicBezTo>
                    <a:cubicBezTo>
                      <a:pt x="856" y="722"/>
                      <a:pt x="856" y="722"/>
                      <a:pt x="856" y="722"/>
                    </a:cubicBezTo>
                    <a:cubicBezTo>
                      <a:pt x="856" y="725"/>
                      <a:pt x="856" y="725"/>
                      <a:pt x="856" y="725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8"/>
                      <a:pt x="857" y="728"/>
                      <a:pt x="857" y="728"/>
                    </a:cubicBezTo>
                    <a:cubicBezTo>
                      <a:pt x="858" y="729"/>
                      <a:pt x="858" y="729"/>
                      <a:pt x="858" y="729"/>
                    </a:cubicBezTo>
                    <a:cubicBezTo>
                      <a:pt x="858" y="732"/>
                      <a:pt x="858" y="732"/>
                      <a:pt x="858" y="732"/>
                    </a:cubicBezTo>
                    <a:cubicBezTo>
                      <a:pt x="859" y="733"/>
                      <a:pt x="859" y="733"/>
                      <a:pt x="859" y="733"/>
                    </a:cubicBezTo>
                    <a:cubicBezTo>
                      <a:pt x="858" y="736"/>
                      <a:pt x="858" y="736"/>
                      <a:pt x="858" y="736"/>
                    </a:cubicBezTo>
                    <a:cubicBezTo>
                      <a:pt x="860" y="735"/>
                      <a:pt x="860" y="735"/>
                      <a:pt x="860" y="735"/>
                    </a:cubicBezTo>
                    <a:cubicBezTo>
                      <a:pt x="860" y="734"/>
                      <a:pt x="860" y="734"/>
                      <a:pt x="860" y="734"/>
                    </a:cubicBezTo>
                    <a:cubicBezTo>
                      <a:pt x="861" y="735"/>
                      <a:pt x="861" y="735"/>
                      <a:pt x="861" y="735"/>
                    </a:cubicBezTo>
                    <a:cubicBezTo>
                      <a:pt x="862" y="736"/>
                      <a:pt x="862" y="736"/>
                      <a:pt x="862" y="736"/>
                    </a:cubicBezTo>
                    <a:cubicBezTo>
                      <a:pt x="862" y="741"/>
                      <a:pt x="862" y="741"/>
                      <a:pt x="862" y="741"/>
                    </a:cubicBezTo>
                    <a:cubicBezTo>
                      <a:pt x="863" y="741"/>
                      <a:pt x="863" y="741"/>
                      <a:pt x="863" y="741"/>
                    </a:cubicBezTo>
                    <a:cubicBezTo>
                      <a:pt x="863" y="742"/>
                      <a:pt x="863" y="742"/>
                      <a:pt x="863" y="742"/>
                    </a:cubicBezTo>
                    <a:cubicBezTo>
                      <a:pt x="863" y="743"/>
                      <a:pt x="863" y="743"/>
                      <a:pt x="863" y="743"/>
                    </a:cubicBezTo>
                    <a:cubicBezTo>
                      <a:pt x="863" y="745"/>
                      <a:pt x="863" y="745"/>
                      <a:pt x="863" y="745"/>
                    </a:cubicBezTo>
                    <a:cubicBezTo>
                      <a:pt x="864" y="746"/>
                      <a:pt x="864" y="746"/>
                      <a:pt x="864" y="746"/>
                    </a:cubicBezTo>
                    <a:cubicBezTo>
                      <a:pt x="864" y="747"/>
                      <a:pt x="864" y="747"/>
                      <a:pt x="864" y="747"/>
                    </a:cubicBezTo>
                    <a:cubicBezTo>
                      <a:pt x="864" y="748"/>
                      <a:pt x="864" y="748"/>
                      <a:pt x="864" y="748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1"/>
                      <a:pt x="864" y="751"/>
                      <a:pt x="864" y="751"/>
                    </a:cubicBezTo>
                    <a:cubicBezTo>
                      <a:pt x="863" y="753"/>
                      <a:pt x="863" y="753"/>
                      <a:pt x="863" y="753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2" y="755"/>
                      <a:pt x="862" y="755"/>
                      <a:pt x="862" y="755"/>
                    </a:cubicBezTo>
                    <a:cubicBezTo>
                      <a:pt x="862" y="757"/>
                      <a:pt x="862" y="757"/>
                      <a:pt x="862" y="757"/>
                    </a:cubicBezTo>
                    <a:cubicBezTo>
                      <a:pt x="862" y="758"/>
                      <a:pt x="862" y="758"/>
                      <a:pt x="862" y="758"/>
                    </a:cubicBezTo>
                    <a:cubicBezTo>
                      <a:pt x="862" y="760"/>
                      <a:pt x="862" y="760"/>
                      <a:pt x="862" y="760"/>
                    </a:cubicBez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4"/>
                      <a:pt x="863" y="764"/>
                      <a:pt x="863" y="764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8"/>
                      <a:pt x="862" y="768"/>
                      <a:pt x="862" y="768"/>
                    </a:cubicBezTo>
                    <a:cubicBezTo>
                      <a:pt x="861" y="769"/>
                      <a:pt x="861" y="769"/>
                      <a:pt x="861" y="769"/>
                    </a:cubicBezTo>
                    <a:cubicBezTo>
                      <a:pt x="862" y="771"/>
                      <a:pt x="862" y="771"/>
                      <a:pt x="862" y="771"/>
                    </a:cubicBezTo>
                    <a:cubicBezTo>
                      <a:pt x="861" y="772"/>
                      <a:pt x="861" y="772"/>
                      <a:pt x="861" y="772"/>
                    </a:cubicBezTo>
                    <a:cubicBezTo>
                      <a:pt x="862" y="774"/>
                      <a:pt x="862" y="774"/>
                      <a:pt x="862" y="774"/>
                    </a:cubicBezTo>
                    <a:cubicBezTo>
                      <a:pt x="862" y="775"/>
                      <a:pt x="862" y="775"/>
                      <a:pt x="862" y="775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81"/>
                      <a:pt x="862" y="781"/>
                      <a:pt x="862" y="781"/>
                    </a:cubicBezTo>
                    <a:cubicBezTo>
                      <a:pt x="864" y="778"/>
                      <a:pt x="864" y="778"/>
                      <a:pt x="864" y="778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4"/>
                      <a:pt x="864" y="774"/>
                      <a:pt x="864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5"/>
                      <a:pt x="865" y="775"/>
                      <a:pt x="865" y="775"/>
                    </a:cubicBezTo>
                    <a:cubicBezTo>
                      <a:pt x="865" y="776"/>
                      <a:pt x="865" y="776"/>
                      <a:pt x="865" y="776"/>
                    </a:cubicBezTo>
                    <a:cubicBezTo>
                      <a:pt x="867" y="776"/>
                      <a:pt x="867" y="776"/>
                      <a:pt x="867" y="776"/>
                    </a:cubicBezTo>
                    <a:cubicBezTo>
                      <a:pt x="868" y="779"/>
                      <a:pt x="868" y="779"/>
                      <a:pt x="868" y="779"/>
                    </a:cubicBezTo>
                    <a:cubicBezTo>
                      <a:pt x="867" y="779"/>
                      <a:pt x="867" y="779"/>
                      <a:pt x="867" y="779"/>
                    </a:cubicBezTo>
                    <a:cubicBezTo>
                      <a:pt x="868" y="784"/>
                      <a:pt x="868" y="784"/>
                      <a:pt x="868" y="784"/>
                    </a:cubicBezTo>
                    <a:cubicBezTo>
                      <a:pt x="869" y="780"/>
                      <a:pt x="869" y="780"/>
                      <a:pt x="869" y="780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70" y="781"/>
                      <a:pt x="870" y="781"/>
                      <a:pt x="870" y="781"/>
                    </a:cubicBezTo>
                    <a:cubicBezTo>
                      <a:pt x="870" y="782"/>
                      <a:pt x="870" y="782"/>
                      <a:pt x="870" y="782"/>
                    </a:cubicBezTo>
                    <a:cubicBezTo>
                      <a:pt x="872" y="782"/>
                      <a:pt x="872" y="782"/>
                      <a:pt x="872" y="782"/>
                    </a:cubicBezTo>
                    <a:cubicBezTo>
                      <a:pt x="872" y="784"/>
                      <a:pt x="872" y="784"/>
                      <a:pt x="872" y="784"/>
                    </a:cubicBezTo>
                    <a:cubicBezTo>
                      <a:pt x="873" y="784"/>
                      <a:pt x="873" y="784"/>
                      <a:pt x="873" y="784"/>
                    </a:cubicBezTo>
                    <a:cubicBezTo>
                      <a:pt x="872" y="785"/>
                      <a:pt x="872" y="785"/>
                      <a:pt x="872" y="785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2" y="786"/>
                      <a:pt x="872" y="786"/>
                      <a:pt x="872" y="786"/>
                    </a:cubicBezTo>
                    <a:cubicBezTo>
                      <a:pt x="873" y="788"/>
                      <a:pt x="873" y="788"/>
                      <a:pt x="873" y="788"/>
                    </a:cubicBezTo>
                    <a:cubicBezTo>
                      <a:pt x="874" y="788"/>
                      <a:pt x="874" y="788"/>
                      <a:pt x="874" y="788"/>
                    </a:cubicBezTo>
                    <a:cubicBezTo>
                      <a:pt x="874" y="787"/>
                      <a:pt x="874" y="787"/>
                      <a:pt x="874" y="787"/>
                    </a:cubicBezTo>
                    <a:cubicBezTo>
                      <a:pt x="876" y="788"/>
                      <a:pt x="876" y="788"/>
                      <a:pt x="876" y="788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7" y="789"/>
                      <a:pt x="877" y="789"/>
                      <a:pt x="877" y="789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8" y="791"/>
                      <a:pt x="878" y="791"/>
                      <a:pt x="878" y="791"/>
                    </a:cubicBezTo>
                    <a:cubicBezTo>
                      <a:pt x="878" y="796"/>
                      <a:pt x="878" y="796"/>
                      <a:pt x="878" y="796"/>
                    </a:cubicBezTo>
                    <a:cubicBezTo>
                      <a:pt x="878" y="794"/>
                      <a:pt x="878" y="794"/>
                      <a:pt x="878" y="794"/>
                    </a:cubicBezTo>
                    <a:cubicBezTo>
                      <a:pt x="876" y="794"/>
                      <a:pt x="876" y="794"/>
                      <a:pt x="876" y="794"/>
                    </a:cubicBezTo>
                    <a:cubicBezTo>
                      <a:pt x="876" y="796"/>
                      <a:pt x="876" y="796"/>
                      <a:pt x="876" y="796"/>
                    </a:cubicBezTo>
                    <a:cubicBezTo>
                      <a:pt x="878" y="798"/>
                      <a:pt x="878" y="798"/>
                      <a:pt x="878" y="798"/>
                    </a:cubicBezTo>
                    <a:cubicBezTo>
                      <a:pt x="879" y="797"/>
                      <a:pt x="879" y="797"/>
                      <a:pt x="879" y="797"/>
                    </a:cubicBezTo>
                    <a:cubicBezTo>
                      <a:pt x="880" y="799"/>
                      <a:pt x="880" y="799"/>
                      <a:pt x="880" y="799"/>
                    </a:cubicBezTo>
                    <a:cubicBezTo>
                      <a:pt x="880" y="801"/>
                      <a:pt x="880" y="801"/>
                      <a:pt x="880" y="801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5"/>
                      <a:pt x="880" y="805"/>
                      <a:pt x="880" y="805"/>
                    </a:cubicBezTo>
                    <a:cubicBezTo>
                      <a:pt x="881" y="806"/>
                      <a:pt x="881" y="806"/>
                      <a:pt x="881" y="806"/>
                    </a:cubicBezTo>
                    <a:cubicBezTo>
                      <a:pt x="880" y="807"/>
                      <a:pt x="880" y="807"/>
                      <a:pt x="880" y="807"/>
                    </a:cubicBezTo>
                    <a:cubicBezTo>
                      <a:pt x="882" y="808"/>
                      <a:pt x="882" y="808"/>
                      <a:pt x="882" y="808"/>
                    </a:cubicBezTo>
                    <a:cubicBezTo>
                      <a:pt x="884" y="810"/>
                      <a:pt x="884" y="810"/>
                      <a:pt x="884" y="810"/>
                    </a:cubicBezTo>
                    <a:cubicBezTo>
                      <a:pt x="885" y="812"/>
                      <a:pt x="885" y="812"/>
                      <a:pt x="885" y="812"/>
                    </a:cubicBezTo>
                    <a:cubicBezTo>
                      <a:pt x="886" y="812"/>
                      <a:pt x="886" y="812"/>
                      <a:pt x="886" y="812"/>
                    </a:cubicBezTo>
                    <a:cubicBezTo>
                      <a:pt x="887" y="813"/>
                      <a:pt x="887" y="813"/>
                      <a:pt x="887" y="813"/>
                    </a:cubicBezTo>
                    <a:cubicBezTo>
                      <a:pt x="886" y="814"/>
                      <a:pt x="886" y="814"/>
                      <a:pt x="886" y="814"/>
                    </a:cubicBezTo>
                    <a:cubicBezTo>
                      <a:pt x="886" y="816"/>
                      <a:pt x="886" y="816"/>
                      <a:pt x="886" y="816"/>
                    </a:cubicBezTo>
                    <a:cubicBezTo>
                      <a:pt x="887" y="817"/>
                      <a:pt x="887" y="817"/>
                      <a:pt x="887" y="817"/>
                    </a:cubicBezTo>
                    <a:cubicBezTo>
                      <a:pt x="890" y="818"/>
                      <a:pt x="890" y="818"/>
                      <a:pt x="890" y="818"/>
                    </a:cubicBezTo>
                    <a:cubicBezTo>
                      <a:pt x="892" y="819"/>
                      <a:pt x="892" y="819"/>
                      <a:pt x="892" y="819"/>
                    </a:cubicBezTo>
                    <a:cubicBezTo>
                      <a:pt x="891" y="820"/>
                      <a:pt x="891" y="820"/>
                      <a:pt x="891" y="820"/>
                    </a:cubicBezTo>
                    <a:cubicBezTo>
                      <a:pt x="894" y="823"/>
                      <a:pt x="894" y="823"/>
                      <a:pt x="894" y="823"/>
                    </a:cubicBezTo>
                    <a:cubicBezTo>
                      <a:pt x="895" y="823"/>
                      <a:pt x="895" y="823"/>
                      <a:pt x="895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7" y="824"/>
                      <a:pt x="897" y="824"/>
                      <a:pt x="897" y="824"/>
                    </a:cubicBezTo>
                    <a:cubicBezTo>
                      <a:pt x="900" y="825"/>
                      <a:pt x="900" y="825"/>
                      <a:pt x="900" y="825"/>
                    </a:cubicBezTo>
                    <a:cubicBezTo>
                      <a:pt x="902" y="826"/>
                      <a:pt x="902" y="826"/>
                      <a:pt x="902" y="826"/>
                    </a:cubicBezTo>
                    <a:cubicBezTo>
                      <a:pt x="903" y="827"/>
                      <a:pt x="903" y="827"/>
                      <a:pt x="903" y="827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6" y="828"/>
                      <a:pt x="906" y="828"/>
                      <a:pt x="906" y="828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5" y="830"/>
                      <a:pt x="905" y="830"/>
                      <a:pt x="905" y="830"/>
                    </a:cubicBezTo>
                    <a:cubicBezTo>
                      <a:pt x="908" y="831"/>
                      <a:pt x="908" y="831"/>
                      <a:pt x="908" y="831"/>
                    </a:cubicBezTo>
                    <a:cubicBezTo>
                      <a:pt x="909" y="830"/>
                      <a:pt x="909" y="830"/>
                      <a:pt x="909" y="830"/>
                    </a:cubicBezTo>
                    <a:cubicBezTo>
                      <a:pt x="910" y="831"/>
                      <a:pt x="910" y="831"/>
                      <a:pt x="910" y="831"/>
                    </a:cubicBezTo>
                    <a:cubicBezTo>
                      <a:pt x="911" y="833"/>
                      <a:pt x="911" y="833"/>
                      <a:pt x="911" y="833"/>
                    </a:cubicBezTo>
                    <a:cubicBezTo>
                      <a:pt x="913" y="832"/>
                      <a:pt x="913" y="832"/>
                      <a:pt x="913" y="832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4" y="827"/>
                      <a:pt x="914" y="827"/>
                      <a:pt x="914" y="827"/>
                    </a:cubicBezTo>
                    <a:cubicBezTo>
                      <a:pt x="912" y="827"/>
                      <a:pt x="912" y="827"/>
                      <a:pt x="912" y="827"/>
                    </a:cubicBezTo>
                    <a:cubicBezTo>
                      <a:pt x="911" y="828"/>
                      <a:pt x="911" y="828"/>
                      <a:pt x="911" y="828"/>
                    </a:cubicBezTo>
                    <a:cubicBezTo>
                      <a:pt x="910" y="828"/>
                      <a:pt x="910" y="828"/>
                      <a:pt x="910" y="828"/>
                    </a:cubicBezTo>
                    <a:cubicBezTo>
                      <a:pt x="909" y="829"/>
                      <a:pt x="909" y="829"/>
                      <a:pt x="909" y="829"/>
                    </a:cubicBezTo>
                    <a:cubicBezTo>
                      <a:pt x="909" y="827"/>
                      <a:pt x="909" y="827"/>
                      <a:pt x="909" y="827"/>
                    </a:cubicBezTo>
                    <a:cubicBezTo>
                      <a:pt x="910" y="827"/>
                      <a:pt x="910" y="827"/>
                      <a:pt x="910" y="827"/>
                    </a:cubicBezTo>
                    <a:cubicBezTo>
                      <a:pt x="910" y="825"/>
                      <a:pt x="910" y="825"/>
                      <a:pt x="910" y="825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18"/>
                      <a:pt x="907" y="818"/>
                      <a:pt x="907" y="818"/>
                    </a:cubicBezTo>
                    <a:cubicBezTo>
                      <a:pt x="907" y="817"/>
                      <a:pt x="907" y="817"/>
                      <a:pt x="907" y="817"/>
                    </a:cubicBezTo>
                    <a:cubicBezTo>
                      <a:pt x="906" y="816"/>
                      <a:pt x="906" y="816"/>
                      <a:pt x="906" y="816"/>
                    </a:cubicBezTo>
                    <a:cubicBezTo>
                      <a:pt x="905" y="816"/>
                      <a:pt x="905" y="816"/>
                      <a:pt x="905" y="816"/>
                    </a:cubicBezTo>
                    <a:cubicBezTo>
                      <a:pt x="903" y="815"/>
                      <a:pt x="903" y="815"/>
                      <a:pt x="903" y="815"/>
                    </a:cubicBezTo>
                    <a:cubicBezTo>
                      <a:pt x="903" y="813"/>
                      <a:pt x="903" y="813"/>
                      <a:pt x="903" y="813"/>
                    </a:cubicBezTo>
                    <a:cubicBezTo>
                      <a:pt x="903" y="810"/>
                      <a:pt x="903" y="810"/>
                      <a:pt x="903" y="810"/>
                    </a:cubicBezTo>
                    <a:cubicBezTo>
                      <a:pt x="902" y="809"/>
                      <a:pt x="902" y="809"/>
                      <a:pt x="902" y="809"/>
                    </a:cubicBezTo>
                    <a:cubicBezTo>
                      <a:pt x="902" y="808"/>
                      <a:pt x="902" y="808"/>
                      <a:pt x="902" y="808"/>
                    </a:cubicBezTo>
                    <a:cubicBezTo>
                      <a:pt x="902" y="807"/>
                      <a:pt x="902" y="807"/>
                      <a:pt x="902" y="807"/>
                    </a:cubicBezTo>
                    <a:cubicBezTo>
                      <a:pt x="902" y="804"/>
                      <a:pt x="902" y="804"/>
                      <a:pt x="902" y="804"/>
                    </a:cubicBezTo>
                    <a:cubicBezTo>
                      <a:pt x="903" y="803"/>
                      <a:pt x="903" y="803"/>
                      <a:pt x="903" y="803"/>
                    </a:cubicBezTo>
                    <a:cubicBezTo>
                      <a:pt x="902" y="800"/>
                      <a:pt x="902" y="800"/>
                      <a:pt x="902" y="800"/>
                    </a:cubicBezTo>
                    <a:cubicBezTo>
                      <a:pt x="900" y="797"/>
                      <a:pt x="900" y="797"/>
                      <a:pt x="900" y="797"/>
                    </a:cubicBezTo>
                    <a:cubicBezTo>
                      <a:pt x="895" y="791"/>
                      <a:pt x="895" y="791"/>
                      <a:pt x="895" y="791"/>
                    </a:cubicBezTo>
                    <a:cubicBezTo>
                      <a:pt x="894" y="789"/>
                      <a:pt x="894" y="789"/>
                      <a:pt x="894" y="789"/>
                    </a:cubicBezTo>
                    <a:cubicBezTo>
                      <a:pt x="892" y="789"/>
                      <a:pt x="892" y="789"/>
                      <a:pt x="892" y="789"/>
                    </a:cubicBezTo>
                    <a:cubicBezTo>
                      <a:pt x="892" y="790"/>
                      <a:pt x="892" y="790"/>
                      <a:pt x="892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0" y="789"/>
                      <a:pt x="890" y="789"/>
                      <a:pt x="890" y="789"/>
                    </a:cubicBezTo>
                    <a:cubicBezTo>
                      <a:pt x="889" y="788"/>
                      <a:pt x="889" y="788"/>
                      <a:pt x="889" y="788"/>
                    </a:cubicBezTo>
                    <a:cubicBezTo>
                      <a:pt x="888" y="786"/>
                      <a:pt x="888" y="786"/>
                      <a:pt x="888" y="786"/>
                    </a:cubicBezTo>
                    <a:cubicBezTo>
                      <a:pt x="886" y="785"/>
                      <a:pt x="886" y="785"/>
                      <a:pt x="886" y="785"/>
                    </a:cubicBezTo>
                    <a:cubicBezTo>
                      <a:pt x="885" y="785"/>
                      <a:pt x="885" y="785"/>
                      <a:pt x="885" y="785"/>
                    </a:cubicBezTo>
                    <a:cubicBezTo>
                      <a:pt x="884" y="785"/>
                      <a:pt x="884" y="785"/>
                      <a:pt x="884" y="785"/>
                    </a:cubicBezTo>
                    <a:cubicBezTo>
                      <a:pt x="882" y="783"/>
                      <a:pt x="882" y="783"/>
                      <a:pt x="882" y="783"/>
                    </a:cubicBezTo>
                    <a:cubicBezTo>
                      <a:pt x="881" y="782"/>
                      <a:pt x="881" y="782"/>
                      <a:pt x="881" y="782"/>
                    </a:cubicBezTo>
                    <a:cubicBezTo>
                      <a:pt x="881" y="781"/>
                      <a:pt x="881" y="781"/>
                      <a:pt x="881" y="781"/>
                    </a:cubicBezTo>
                    <a:cubicBezTo>
                      <a:pt x="879" y="780"/>
                      <a:pt x="879" y="780"/>
                      <a:pt x="879" y="780"/>
                    </a:cubicBezTo>
                    <a:cubicBezTo>
                      <a:pt x="880" y="779"/>
                      <a:pt x="880" y="779"/>
                      <a:pt x="880" y="779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4"/>
                      <a:pt x="879" y="774"/>
                      <a:pt x="879" y="774"/>
                    </a:cubicBezTo>
                    <a:cubicBezTo>
                      <a:pt x="878" y="773"/>
                      <a:pt x="878" y="773"/>
                      <a:pt x="878" y="773"/>
                    </a:cubicBezTo>
                    <a:cubicBezTo>
                      <a:pt x="877" y="769"/>
                      <a:pt x="877" y="769"/>
                      <a:pt x="877" y="769"/>
                    </a:cubicBezTo>
                    <a:cubicBezTo>
                      <a:pt x="876" y="772"/>
                      <a:pt x="876" y="772"/>
                      <a:pt x="876" y="772"/>
                    </a:cubicBezTo>
                    <a:cubicBezTo>
                      <a:pt x="876" y="771"/>
                      <a:pt x="876" y="771"/>
                      <a:pt x="876" y="771"/>
                    </a:cubicBezTo>
                    <a:cubicBezTo>
                      <a:pt x="875" y="771"/>
                      <a:pt x="875" y="771"/>
                      <a:pt x="875" y="771"/>
                    </a:cubicBezTo>
                    <a:cubicBezTo>
                      <a:pt x="875" y="770"/>
                      <a:pt x="875" y="770"/>
                      <a:pt x="875" y="770"/>
                    </a:cubicBezTo>
                    <a:cubicBezTo>
                      <a:pt x="875" y="769"/>
                      <a:pt x="875" y="769"/>
                      <a:pt x="875" y="769"/>
                    </a:cubicBezTo>
                    <a:cubicBezTo>
                      <a:pt x="874" y="767"/>
                      <a:pt x="874" y="767"/>
                      <a:pt x="874" y="767"/>
                    </a:cubicBezTo>
                    <a:cubicBezTo>
                      <a:pt x="873" y="766"/>
                      <a:pt x="873" y="766"/>
                      <a:pt x="873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1" y="767"/>
                      <a:pt x="871" y="767"/>
                      <a:pt x="871" y="767"/>
                    </a:cubicBezTo>
                    <a:cubicBezTo>
                      <a:pt x="871" y="766"/>
                      <a:pt x="871" y="766"/>
                      <a:pt x="871" y="766"/>
                    </a:cubicBezTo>
                    <a:cubicBezTo>
                      <a:pt x="869" y="764"/>
                      <a:pt x="869" y="764"/>
                      <a:pt x="869" y="764"/>
                    </a:cubicBezTo>
                    <a:cubicBezTo>
                      <a:pt x="869" y="763"/>
                      <a:pt x="869" y="763"/>
                      <a:pt x="869" y="763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70" y="760"/>
                      <a:pt x="870" y="760"/>
                      <a:pt x="870" y="760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8"/>
                      <a:pt x="869" y="758"/>
                      <a:pt x="869" y="758"/>
                    </a:cubicBezTo>
                    <a:cubicBezTo>
                      <a:pt x="869" y="757"/>
                      <a:pt x="869" y="757"/>
                      <a:pt x="869" y="757"/>
                    </a:cubicBezTo>
                    <a:cubicBezTo>
                      <a:pt x="871" y="755"/>
                      <a:pt x="871" y="755"/>
                      <a:pt x="871" y="755"/>
                    </a:cubicBezTo>
                    <a:cubicBezTo>
                      <a:pt x="871" y="749"/>
                      <a:pt x="871" y="749"/>
                      <a:pt x="871" y="749"/>
                    </a:cubicBezTo>
                    <a:cubicBezTo>
                      <a:pt x="872" y="748"/>
                      <a:pt x="872" y="748"/>
                      <a:pt x="872" y="748"/>
                    </a:cubicBezTo>
                    <a:cubicBezTo>
                      <a:pt x="873" y="746"/>
                      <a:pt x="873" y="746"/>
                      <a:pt x="873" y="746"/>
                    </a:cubicBezTo>
                    <a:cubicBezTo>
                      <a:pt x="874" y="745"/>
                      <a:pt x="874" y="745"/>
                      <a:pt x="874" y="745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1"/>
                      <a:pt x="874" y="741"/>
                      <a:pt x="874" y="741"/>
                    </a:cubicBezTo>
                    <a:cubicBezTo>
                      <a:pt x="874" y="740"/>
                      <a:pt x="874" y="740"/>
                      <a:pt x="874" y="740"/>
                    </a:cubicBezTo>
                    <a:cubicBezTo>
                      <a:pt x="874" y="738"/>
                      <a:pt x="874" y="738"/>
                      <a:pt x="874" y="738"/>
                    </a:cubicBezTo>
                    <a:cubicBezTo>
                      <a:pt x="874" y="737"/>
                      <a:pt x="874" y="737"/>
                      <a:pt x="874" y="737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4" y="736"/>
                      <a:pt x="874" y="736"/>
                      <a:pt x="874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6" y="736"/>
                      <a:pt x="876" y="736"/>
                      <a:pt x="876" y="736"/>
                    </a:cubicBezTo>
                    <a:cubicBezTo>
                      <a:pt x="877" y="735"/>
                      <a:pt x="877" y="735"/>
                      <a:pt x="877" y="735"/>
                    </a:cubicBezTo>
                    <a:cubicBezTo>
                      <a:pt x="878" y="736"/>
                      <a:pt x="878" y="736"/>
                      <a:pt x="878" y="736"/>
                    </a:cubicBezTo>
                    <a:cubicBezTo>
                      <a:pt x="878" y="735"/>
                      <a:pt x="878" y="735"/>
                      <a:pt x="878" y="735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9"/>
                      <a:pt x="879" y="739"/>
                      <a:pt x="879" y="739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8" y="742"/>
                      <a:pt x="878" y="742"/>
                      <a:pt x="878" y="742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1" y="742"/>
                      <a:pt x="881" y="742"/>
                      <a:pt x="881" y="742"/>
                    </a:cubicBezTo>
                    <a:cubicBezTo>
                      <a:pt x="883" y="742"/>
                      <a:pt x="883" y="742"/>
                      <a:pt x="883" y="742"/>
                    </a:cubicBezTo>
                    <a:cubicBezTo>
                      <a:pt x="884" y="742"/>
                      <a:pt x="884" y="742"/>
                      <a:pt x="884" y="742"/>
                    </a:cubicBezTo>
                    <a:cubicBezTo>
                      <a:pt x="885" y="743"/>
                      <a:pt x="885" y="743"/>
                      <a:pt x="885" y="743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1"/>
                      <a:pt x="886" y="741"/>
                      <a:pt x="886" y="741"/>
                    </a:cubicBezTo>
                    <a:cubicBezTo>
                      <a:pt x="887" y="742"/>
                      <a:pt x="887" y="742"/>
                      <a:pt x="887" y="742"/>
                    </a:cubicBezTo>
                    <a:cubicBezTo>
                      <a:pt x="889" y="743"/>
                      <a:pt x="889" y="743"/>
                      <a:pt x="889" y="743"/>
                    </a:cubicBezTo>
                    <a:cubicBezTo>
                      <a:pt x="889" y="744"/>
                      <a:pt x="889" y="744"/>
                      <a:pt x="889" y="744"/>
                    </a:cubicBezTo>
                    <a:cubicBezTo>
                      <a:pt x="889" y="746"/>
                      <a:pt x="889" y="746"/>
                      <a:pt x="889" y="746"/>
                    </a:cubicBezTo>
                    <a:cubicBezTo>
                      <a:pt x="891" y="747"/>
                      <a:pt x="891" y="747"/>
                      <a:pt x="891" y="747"/>
                    </a:cubicBezTo>
                    <a:cubicBezTo>
                      <a:pt x="893" y="747"/>
                      <a:pt x="893" y="747"/>
                      <a:pt x="893" y="747"/>
                    </a:cubicBezTo>
                    <a:cubicBezTo>
                      <a:pt x="892" y="746"/>
                      <a:pt x="892" y="746"/>
                      <a:pt x="892" y="746"/>
                    </a:cubicBezTo>
                    <a:cubicBezTo>
                      <a:pt x="893" y="746"/>
                      <a:pt x="893" y="746"/>
                      <a:pt x="893" y="746"/>
                    </a:cubicBezTo>
                    <a:cubicBezTo>
                      <a:pt x="893" y="745"/>
                      <a:pt x="893" y="745"/>
                      <a:pt x="893" y="745"/>
                    </a:cubicBezTo>
                    <a:cubicBezTo>
                      <a:pt x="894" y="746"/>
                      <a:pt x="894" y="746"/>
                      <a:pt x="894" y="746"/>
                    </a:cubicBezTo>
                    <a:cubicBezTo>
                      <a:pt x="894" y="747"/>
                      <a:pt x="894" y="747"/>
                      <a:pt x="894" y="747"/>
                    </a:cubicBezTo>
                    <a:cubicBezTo>
                      <a:pt x="895" y="748"/>
                      <a:pt x="895" y="748"/>
                      <a:pt x="895" y="748"/>
                    </a:cubicBezTo>
                    <a:cubicBezTo>
                      <a:pt x="895" y="750"/>
                      <a:pt x="895" y="750"/>
                      <a:pt x="895" y="750"/>
                    </a:cubicBezTo>
                    <a:cubicBezTo>
                      <a:pt x="896" y="752"/>
                      <a:pt x="896" y="752"/>
                      <a:pt x="896" y="752"/>
                    </a:cubicBezTo>
                    <a:cubicBezTo>
                      <a:pt x="897" y="751"/>
                      <a:pt x="897" y="751"/>
                      <a:pt x="897" y="751"/>
                    </a:cubicBezTo>
                    <a:cubicBezTo>
                      <a:pt x="897" y="752"/>
                      <a:pt x="897" y="752"/>
                      <a:pt x="897" y="752"/>
                    </a:cubicBezTo>
                    <a:cubicBezTo>
                      <a:pt x="897" y="753"/>
                      <a:pt x="897" y="753"/>
                      <a:pt x="897" y="753"/>
                    </a:cubicBezTo>
                    <a:cubicBezTo>
                      <a:pt x="897" y="754"/>
                      <a:pt x="897" y="754"/>
                      <a:pt x="897" y="754"/>
                    </a:cubicBezTo>
                    <a:cubicBezTo>
                      <a:pt x="898" y="755"/>
                      <a:pt x="898" y="755"/>
                      <a:pt x="898" y="755"/>
                    </a:cubicBezTo>
                    <a:cubicBezTo>
                      <a:pt x="899" y="756"/>
                      <a:pt x="899" y="756"/>
                      <a:pt x="899" y="756"/>
                    </a:cubicBezTo>
                    <a:cubicBezTo>
                      <a:pt x="901" y="755"/>
                      <a:pt x="901" y="755"/>
                      <a:pt x="901" y="755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1" y="756"/>
                      <a:pt x="901" y="756"/>
                      <a:pt x="901" y="756"/>
                    </a:cubicBezTo>
                    <a:cubicBezTo>
                      <a:pt x="901" y="757"/>
                      <a:pt x="901" y="757"/>
                      <a:pt x="901" y="757"/>
                    </a:cubicBezTo>
                    <a:cubicBezTo>
                      <a:pt x="902" y="758"/>
                      <a:pt x="902" y="758"/>
                      <a:pt x="902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4" y="760"/>
                      <a:pt x="904" y="760"/>
                      <a:pt x="904" y="760"/>
                    </a:cubicBezTo>
                    <a:cubicBezTo>
                      <a:pt x="903" y="760"/>
                      <a:pt x="903" y="760"/>
                      <a:pt x="903" y="760"/>
                    </a:cubicBezTo>
                    <a:cubicBezTo>
                      <a:pt x="904" y="762"/>
                      <a:pt x="904" y="762"/>
                      <a:pt x="904" y="762"/>
                    </a:cubicBezTo>
                    <a:cubicBezTo>
                      <a:pt x="906" y="761"/>
                      <a:pt x="906" y="761"/>
                      <a:pt x="906" y="761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5" y="758"/>
                      <a:pt x="905" y="758"/>
                      <a:pt x="905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8" y="758"/>
                      <a:pt x="908" y="758"/>
                      <a:pt x="908" y="758"/>
                    </a:cubicBezTo>
                    <a:cubicBezTo>
                      <a:pt x="908" y="759"/>
                      <a:pt x="908" y="759"/>
                      <a:pt x="908" y="759"/>
                    </a:cubicBezTo>
                    <a:cubicBezTo>
                      <a:pt x="907" y="760"/>
                      <a:pt x="907" y="760"/>
                      <a:pt x="907" y="760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1" y="761"/>
                      <a:pt x="911" y="761"/>
                      <a:pt x="911" y="761"/>
                    </a:cubicBezTo>
                    <a:cubicBezTo>
                      <a:pt x="912" y="761"/>
                      <a:pt x="912" y="761"/>
                      <a:pt x="912" y="761"/>
                    </a:cubicBezTo>
                    <a:cubicBezTo>
                      <a:pt x="913" y="761"/>
                      <a:pt x="913" y="761"/>
                      <a:pt x="913" y="761"/>
                    </a:cubicBezTo>
                    <a:cubicBezTo>
                      <a:pt x="912" y="762"/>
                      <a:pt x="912" y="762"/>
                      <a:pt x="912" y="762"/>
                    </a:cubicBezTo>
                    <a:cubicBezTo>
                      <a:pt x="911" y="764"/>
                      <a:pt x="911" y="764"/>
                      <a:pt x="911" y="764"/>
                    </a:cubicBezTo>
                    <a:cubicBezTo>
                      <a:pt x="911" y="766"/>
                      <a:pt x="911" y="766"/>
                      <a:pt x="911" y="766"/>
                    </a:cubicBezTo>
                    <a:cubicBezTo>
                      <a:pt x="910" y="767"/>
                      <a:pt x="910" y="767"/>
                      <a:pt x="910" y="767"/>
                    </a:cubicBezTo>
                    <a:cubicBezTo>
                      <a:pt x="911" y="768"/>
                      <a:pt x="911" y="768"/>
                      <a:pt x="911" y="768"/>
                    </a:cubicBezTo>
                    <a:cubicBezTo>
                      <a:pt x="910" y="770"/>
                      <a:pt x="910" y="770"/>
                      <a:pt x="910" y="770"/>
                    </a:cubicBezTo>
                    <a:cubicBezTo>
                      <a:pt x="911" y="770"/>
                      <a:pt x="911" y="770"/>
                      <a:pt x="911" y="770"/>
                    </a:cubicBezTo>
                    <a:cubicBezTo>
                      <a:pt x="911" y="771"/>
                      <a:pt x="911" y="771"/>
                      <a:pt x="911" y="771"/>
                    </a:cubicBezTo>
                    <a:cubicBezTo>
                      <a:pt x="908" y="772"/>
                      <a:pt x="908" y="772"/>
                      <a:pt x="908" y="772"/>
                    </a:cubicBezTo>
                    <a:cubicBezTo>
                      <a:pt x="912" y="773"/>
                      <a:pt x="912" y="773"/>
                      <a:pt x="912" y="773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7" y="770"/>
                      <a:pt x="917" y="770"/>
                      <a:pt x="917" y="770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8" y="768"/>
                      <a:pt x="918" y="768"/>
                      <a:pt x="918" y="768"/>
                    </a:cubicBezTo>
                    <a:cubicBezTo>
                      <a:pt x="918" y="767"/>
                      <a:pt x="918" y="767"/>
                      <a:pt x="918" y="767"/>
                    </a:cubicBezTo>
                    <a:cubicBezTo>
                      <a:pt x="920" y="766"/>
                      <a:pt x="920" y="766"/>
                      <a:pt x="920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2" y="765"/>
                      <a:pt x="922" y="765"/>
                      <a:pt x="922" y="765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3" y="764"/>
                      <a:pt x="923" y="764"/>
                      <a:pt x="923" y="764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6" y="762"/>
                      <a:pt x="926" y="762"/>
                      <a:pt x="926" y="762"/>
                    </a:cubicBezTo>
                    <a:cubicBezTo>
                      <a:pt x="925" y="760"/>
                      <a:pt x="925" y="760"/>
                      <a:pt x="925" y="760"/>
                    </a:cubicBezTo>
                    <a:cubicBezTo>
                      <a:pt x="926" y="759"/>
                      <a:pt x="926" y="759"/>
                      <a:pt x="926" y="759"/>
                    </a:cubicBezTo>
                    <a:cubicBezTo>
                      <a:pt x="925" y="759"/>
                      <a:pt x="925" y="759"/>
                      <a:pt x="925" y="759"/>
                    </a:cubicBezTo>
                    <a:cubicBezTo>
                      <a:pt x="927" y="759"/>
                      <a:pt x="927" y="759"/>
                      <a:pt x="927" y="759"/>
                    </a:cubicBezTo>
                    <a:cubicBezTo>
                      <a:pt x="928" y="759"/>
                      <a:pt x="928" y="759"/>
                      <a:pt x="928" y="759"/>
                    </a:cubicBezTo>
                    <a:cubicBezTo>
                      <a:pt x="930" y="759"/>
                      <a:pt x="930" y="759"/>
                      <a:pt x="930" y="759"/>
                    </a:cubicBezTo>
                    <a:cubicBezTo>
                      <a:pt x="933" y="757"/>
                      <a:pt x="933" y="757"/>
                      <a:pt x="933" y="757"/>
                    </a:cubicBezTo>
                    <a:cubicBezTo>
                      <a:pt x="934" y="756"/>
                      <a:pt x="934" y="756"/>
                      <a:pt x="934" y="756"/>
                    </a:cubicBezTo>
                    <a:cubicBezTo>
                      <a:pt x="936" y="756"/>
                      <a:pt x="936" y="756"/>
                      <a:pt x="936" y="756"/>
                    </a:cubicBezTo>
                    <a:cubicBezTo>
                      <a:pt x="936" y="755"/>
                      <a:pt x="936" y="755"/>
                      <a:pt x="936" y="755"/>
                    </a:cubicBezTo>
                    <a:cubicBezTo>
                      <a:pt x="937" y="754"/>
                      <a:pt x="937" y="754"/>
                      <a:pt x="937" y="754"/>
                    </a:cubicBezTo>
                    <a:cubicBezTo>
                      <a:pt x="938" y="753"/>
                      <a:pt x="938" y="753"/>
                      <a:pt x="938" y="753"/>
                    </a:cubicBezTo>
                    <a:cubicBezTo>
                      <a:pt x="940" y="752"/>
                      <a:pt x="940" y="752"/>
                      <a:pt x="940" y="752"/>
                    </a:cubicBezTo>
                    <a:cubicBezTo>
                      <a:pt x="941" y="751"/>
                      <a:pt x="941" y="751"/>
                      <a:pt x="941" y="751"/>
                    </a:cubicBezTo>
                    <a:cubicBezTo>
                      <a:pt x="941" y="750"/>
                      <a:pt x="941" y="750"/>
                      <a:pt x="941" y="750"/>
                    </a:cubicBezTo>
                    <a:cubicBezTo>
                      <a:pt x="942" y="749"/>
                      <a:pt x="942" y="749"/>
                      <a:pt x="942" y="749"/>
                    </a:cubicBezTo>
                    <a:cubicBezTo>
                      <a:pt x="943" y="748"/>
                      <a:pt x="943" y="748"/>
                      <a:pt x="943" y="748"/>
                    </a:cubicBezTo>
                    <a:cubicBezTo>
                      <a:pt x="942" y="747"/>
                      <a:pt x="942" y="747"/>
                      <a:pt x="942" y="747"/>
                    </a:cubicBezTo>
                    <a:cubicBezTo>
                      <a:pt x="943" y="746"/>
                      <a:pt x="943" y="746"/>
                      <a:pt x="943" y="746"/>
                    </a:cubicBezTo>
                    <a:cubicBezTo>
                      <a:pt x="942" y="745"/>
                      <a:pt x="942" y="745"/>
                      <a:pt x="942" y="745"/>
                    </a:cubicBezTo>
                    <a:cubicBezTo>
                      <a:pt x="943" y="744"/>
                      <a:pt x="943" y="744"/>
                      <a:pt x="943" y="744"/>
                    </a:cubicBezTo>
                    <a:cubicBezTo>
                      <a:pt x="943" y="743"/>
                      <a:pt x="943" y="743"/>
                      <a:pt x="943" y="743"/>
                    </a:cubicBezTo>
                    <a:cubicBezTo>
                      <a:pt x="944" y="743"/>
                      <a:pt x="944" y="743"/>
                      <a:pt x="944" y="743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5" y="741"/>
                      <a:pt x="945" y="741"/>
                      <a:pt x="945" y="741"/>
                    </a:cubicBezTo>
                    <a:cubicBezTo>
                      <a:pt x="945" y="739"/>
                      <a:pt x="945" y="739"/>
                      <a:pt x="945" y="739"/>
                    </a:cubicBezTo>
                    <a:cubicBezTo>
                      <a:pt x="944" y="738"/>
                      <a:pt x="944" y="738"/>
                      <a:pt x="944" y="738"/>
                    </a:cubicBezTo>
                    <a:cubicBezTo>
                      <a:pt x="944" y="736"/>
                      <a:pt x="944" y="736"/>
                      <a:pt x="944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2" y="734"/>
                      <a:pt x="942" y="734"/>
                      <a:pt x="942" y="734"/>
                    </a:cubicBezTo>
                    <a:cubicBezTo>
                      <a:pt x="943" y="734"/>
                      <a:pt x="943" y="734"/>
                      <a:pt x="943" y="734"/>
                    </a:cubicBezTo>
                    <a:cubicBezTo>
                      <a:pt x="942" y="732"/>
                      <a:pt x="942" y="732"/>
                      <a:pt x="942" y="732"/>
                    </a:cubicBezTo>
                    <a:cubicBezTo>
                      <a:pt x="943" y="731"/>
                      <a:pt x="943" y="731"/>
                      <a:pt x="943" y="731"/>
                    </a:cubicBezTo>
                    <a:cubicBezTo>
                      <a:pt x="942" y="730"/>
                      <a:pt x="942" y="730"/>
                      <a:pt x="942" y="730"/>
                    </a:cubicBezTo>
                    <a:cubicBezTo>
                      <a:pt x="942" y="729"/>
                      <a:pt x="942" y="729"/>
                      <a:pt x="942" y="729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0" y="724"/>
                      <a:pt x="940" y="724"/>
                      <a:pt x="940" y="724"/>
                    </a:cubicBezTo>
                    <a:cubicBezTo>
                      <a:pt x="939" y="723"/>
                      <a:pt x="939" y="723"/>
                      <a:pt x="939" y="723"/>
                    </a:cubicBezTo>
                    <a:cubicBezTo>
                      <a:pt x="940" y="722"/>
                      <a:pt x="940" y="722"/>
                      <a:pt x="940" y="722"/>
                    </a:cubicBezTo>
                    <a:cubicBezTo>
                      <a:pt x="939" y="721"/>
                      <a:pt x="939" y="721"/>
                      <a:pt x="939" y="721"/>
                    </a:cubicBezTo>
                    <a:cubicBezTo>
                      <a:pt x="939" y="720"/>
                      <a:pt x="939" y="720"/>
                      <a:pt x="939" y="720"/>
                    </a:cubicBezTo>
                    <a:cubicBezTo>
                      <a:pt x="937" y="719"/>
                      <a:pt x="937" y="719"/>
                      <a:pt x="937" y="719"/>
                    </a:cubicBezTo>
                    <a:cubicBezTo>
                      <a:pt x="938" y="717"/>
                      <a:pt x="938" y="717"/>
                      <a:pt x="938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6" y="715"/>
                      <a:pt x="936" y="715"/>
                      <a:pt x="936" y="715"/>
                    </a:cubicBezTo>
                    <a:cubicBezTo>
                      <a:pt x="932" y="712"/>
                      <a:pt x="932" y="712"/>
                      <a:pt x="932" y="712"/>
                    </a:cubicBezTo>
                    <a:cubicBezTo>
                      <a:pt x="932" y="711"/>
                      <a:pt x="932" y="711"/>
                      <a:pt x="932" y="711"/>
                    </a:cubicBezTo>
                    <a:cubicBezTo>
                      <a:pt x="928" y="708"/>
                      <a:pt x="928" y="708"/>
                      <a:pt x="928" y="708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2" y="705"/>
                      <a:pt x="922" y="705"/>
                      <a:pt x="922" y="705"/>
                    </a:cubicBezTo>
                    <a:cubicBezTo>
                      <a:pt x="919" y="702"/>
                      <a:pt x="919" y="702"/>
                      <a:pt x="919" y="702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699"/>
                      <a:pt x="919" y="699"/>
                      <a:pt x="919" y="699"/>
                    </a:cubicBezTo>
                    <a:cubicBezTo>
                      <a:pt x="918" y="697"/>
                      <a:pt x="918" y="697"/>
                      <a:pt x="918" y="697"/>
                    </a:cubicBezTo>
                    <a:cubicBezTo>
                      <a:pt x="917" y="697"/>
                      <a:pt x="917" y="697"/>
                      <a:pt x="917" y="697"/>
                    </a:cubicBezTo>
                    <a:cubicBezTo>
                      <a:pt x="915" y="695"/>
                      <a:pt x="915" y="695"/>
                      <a:pt x="915" y="695"/>
                    </a:cubicBezTo>
                    <a:cubicBezTo>
                      <a:pt x="913" y="694"/>
                      <a:pt x="913" y="694"/>
                      <a:pt x="913" y="694"/>
                    </a:cubicBezTo>
                    <a:cubicBezTo>
                      <a:pt x="913" y="693"/>
                      <a:pt x="913" y="693"/>
                      <a:pt x="913" y="693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3" y="688"/>
                      <a:pt x="913" y="688"/>
                      <a:pt x="913" y="688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5" y="684"/>
                      <a:pt x="915" y="684"/>
                      <a:pt x="915" y="684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7" y="681"/>
                      <a:pt x="917" y="681"/>
                      <a:pt x="917" y="681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79"/>
                      <a:pt x="917" y="679"/>
                      <a:pt x="917" y="679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8" y="676"/>
                      <a:pt x="918" y="676"/>
                      <a:pt x="918" y="676"/>
                    </a:cubicBezTo>
                    <a:cubicBezTo>
                      <a:pt x="919" y="676"/>
                      <a:pt x="919" y="676"/>
                      <a:pt x="919" y="676"/>
                    </a:cubicBezTo>
                    <a:cubicBezTo>
                      <a:pt x="920" y="676"/>
                      <a:pt x="920" y="676"/>
                      <a:pt x="920" y="676"/>
                    </a:cubicBezTo>
                    <a:cubicBezTo>
                      <a:pt x="921" y="676"/>
                      <a:pt x="921" y="676"/>
                      <a:pt x="921" y="676"/>
                    </a:cubicBezTo>
                    <a:cubicBezTo>
                      <a:pt x="921" y="675"/>
                      <a:pt x="921" y="675"/>
                      <a:pt x="921" y="675"/>
                    </a:cubicBezTo>
                    <a:cubicBezTo>
                      <a:pt x="922" y="675"/>
                      <a:pt x="922" y="675"/>
                      <a:pt x="922" y="675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3" y="673"/>
                      <a:pt x="923" y="673"/>
                      <a:pt x="923" y="673"/>
                    </a:cubicBezTo>
                    <a:cubicBezTo>
                      <a:pt x="925" y="673"/>
                      <a:pt x="925" y="673"/>
                      <a:pt x="925" y="673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8" y="672"/>
                      <a:pt x="928" y="672"/>
                      <a:pt x="928" y="672"/>
                    </a:cubicBezTo>
                    <a:cubicBezTo>
                      <a:pt x="928" y="671"/>
                      <a:pt x="928" y="671"/>
                      <a:pt x="928" y="671"/>
                    </a:cubicBezTo>
                    <a:cubicBezTo>
                      <a:pt x="929" y="672"/>
                      <a:pt x="929" y="672"/>
                      <a:pt x="929" y="672"/>
                    </a:cubicBezTo>
                    <a:cubicBezTo>
                      <a:pt x="929" y="671"/>
                      <a:pt x="929" y="671"/>
                      <a:pt x="929" y="671"/>
                    </a:cubicBezTo>
                    <a:cubicBezTo>
                      <a:pt x="933" y="672"/>
                      <a:pt x="933" y="672"/>
                      <a:pt x="933" y="672"/>
                    </a:cubicBezTo>
                    <a:cubicBezTo>
                      <a:pt x="930" y="671"/>
                      <a:pt x="930" y="671"/>
                      <a:pt x="930" y="671"/>
                    </a:cubicBezTo>
                    <a:cubicBezTo>
                      <a:pt x="931" y="670"/>
                      <a:pt x="931" y="670"/>
                      <a:pt x="931" y="670"/>
                    </a:cubicBezTo>
                    <a:cubicBezTo>
                      <a:pt x="931" y="669"/>
                      <a:pt x="931" y="669"/>
                      <a:pt x="931" y="669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5" y="672"/>
                      <a:pt x="935" y="672"/>
                      <a:pt x="935" y="672"/>
                    </a:cubicBezTo>
                    <a:cubicBezTo>
                      <a:pt x="936" y="672"/>
                      <a:pt x="936" y="672"/>
                      <a:pt x="936" y="672"/>
                    </a:cubicBezTo>
                    <a:cubicBezTo>
                      <a:pt x="938" y="672"/>
                      <a:pt x="938" y="672"/>
                      <a:pt x="938" y="672"/>
                    </a:cubicBezTo>
                    <a:cubicBezTo>
                      <a:pt x="938" y="671"/>
                      <a:pt x="938" y="671"/>
                      <a:pt x="938" y="671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3"/>
                      <a:pt x="939" y="673"/>
                      <a:pt x="939" y="673"/>
                    </a:cubicBezTo>
                    <a:cubicBezTo>
                      <a:pt x="938" y="674"/>
                      <a:pt x="938" y="674"/>
                      <a:pt x="938" y="674"/>
                    </a:cubicBezTo>
                    <a:cubicBezTo>
                      <a:pt x="938" y="675"/>
                      <a:pt x="938" y="675"/>
                      <a:pt x="938" y="675"/>
                    </a:cubicBezTo>
                    <a:cubicBezTo>
                      <a:pt x="940" y="678"/>
                      <a:pt x="940" y="678"/>
                      <a:pt x="940" y="678"/>
                    </a:cubicBezTo>
                    <a:cubicBezTo>
                      <a:pt x="941" y="678"/>
                      <a:pt x="941" y="678"/>
                      <a:pt x="941" y="678"/>
                    </a:cubicBezTo>
                    <a:cubicBezTo>
                      <a:pt x="941" y="679"/>
                      <a:pt x="941" y="679"/>
                      <a:pt x="941" y="679"/>
                    </a:cubicBezTo>
                    <a:cubicBezTo>
                      <a:pt x="941" y="682"/>
                      <a:pt x="941" y="682"/>
                      <a:pt x="941" y="682"/>
                    </a:cubicBezTo>
                    <a:cubicBezTo>
                      <a:pt x="942" y="680"/>
                      <a:pt x="942" y="680"/>
                      <a:pt x="942" y="680"/>
                    </a:cubicBezTo>
                    <a:cubicBezTo>
                      <a:pt x="943" y="680"/>
                      <a:pt x="943" y="680"/>
                      <a:pt x="943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5" y="680"/>
                      <a:pt x="945" y="680"/>
                      <a:pt x="945" y="680"/>
                    </a:cubicBezTo>
                    <a:cubicBezTo>
                      <a:pt x="947" y="678"/>
                      <a:pt x="947" y="678"/>
                      <a:pt x="947" y="678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5" y="675"/>
                      <a:pt x="945" y="675"/>
                      <a:pt x="945" y="675"/>
                    </a:cubicBezTo>
                    <a:cubicBezTo>
                      <a:pt x="945" y="676"/>
                      <a:pt x="945" y="676"/>
                      <a:pt x="945" y="676"/>
                    </a:cubicBezTo>
                    <a:cubicBezTo>
                      <a:pt x="947" y="675"/>
                      <a:pt x="947" y="675"/>
                      <a:pt x="947" y="675"/>
                    </a:cubicBezTo>
                    <a:cubicBezTo>
                      <a:pt x="949" y="676"/>
                      <a:pt x="949" y="676"/>
                      <a:pt x="949" y="676"/>
                    </a:cubicBezTo>
                    <a:cubicBezTo>
                      <a:pt x="949" y="674"/>
                      <a:pt x="949" y="674"/>
                      <a:pt x="949" y="674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8" y="672"/>
                      <a:pt x="948" y="672"/>
                      <a:pt x="948" y="672"/>
                    </a:cubicBezTo>
                    <a:cubicBezTo>
                      <a:pt x="949" y="672"/>
                      <a:pt x="949" y="672"/>
                      <a:pt x="949" y="672"/>
                    </a:cubicBezTo>
                    <a:cubicBezTo>
                      <a:pt x="950" y="671"/>
                      <a:pt x="950" y="671"/>
                      <a:pt x="950" y="671"/>
                    </a:cubicBezTo>
                    <a:cubicBezTo>
                      <a:pt x="951" y="671"/>
                      <a:pt x="951" y="671"/>
                      <a:pt x="951" y="671"/>
                    </a:cubicBezTo>
                    <a:cubicBezTo>
                      <a:pt x="952" y="671"/>
                      <a:pt x="952" y="671"/>
                      <a:pt x="952" y="671"/>
                    </a:cubicBezTo>
                    <a:cubicBezTo>
                      <a:pt x="955" y="670"/>
                      <a:pt x="955" y="670"/>
                      <a:pt x="955" y="670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6" y="669"/>
                      <a:pt x="956" y="669"/>
                      <a:pt x="956" y="669"/>
                    </a:cubicBezTo>
                    <a:cubicBezTo>
                      <a:pt x="957" y="669"/>
                      <a:pt x="957" y="669"/>
                      <a:pt x="957" y="669"/>
                    </a:cubicBezTo>
                    <a:cubicBezTo>
                      <a:pt x="959" y="669"/>
                      <a:pt x="959" y="669"/>
                      <a:pt x="959" y="669"/>
                    </a:cubicBezTo>
                    <a:cubicBezTo>
                      <a:pt x="960" y="668"/>
                      <a:pt x="960" y="668"/>
                      <a:pt x="960" y="668"/>
                    </a:cubicBezTo>
                    <a:cubicBezTo>
                      <a:pt x="962" y="667"/>
                      <a:pt x="962" y="667"/>
                      <a:pt x="962" y="667"/>
                    </a:cubicBezTo>
                    <a:cubicBezTo>
                      <a:pt x="963" y="665"/>
                      <a:pt x="963" y="665"/>
                      <a:pt x="963" y="665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4" y="665"/>
                      <a:pt x="964" y="665"/>
                      <a:pt x="964" y="665"/>
                    </a:cubicBezTo>
                    <a:cubicBezTo>
                      <a:pt x="965" y="664"/>
                      <a:pt x="965" y="664"/>
                      <a:pt x="965" y="664"/>
                    </a:cubicBezTo>
                    <a:cubicBezTo>
                      <a:pt x="967" y="663"/>
                      <a:pt x="967" y="663"/>
                      <a:pt x="967" y="663"/>
                    </a:cubicBezTo>
                    <a:cubicBezTo>
                      <a:pt x="966" y="661"/>
                      <a:pt x="966" y="661"/>
                      <a:pt x="966" y="661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7" y="660"/>
                      <a:pt x="967" y="660"/>
                      <a:pt x="967" y="660"/>
                    </a:cubicBezTo>
                    <a:cubicBezTo>
                      <a:pt x="967" y="661"/>
                      <a:pt x="967" y="661"/>
                      <a:pt x="967" y="661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8" y="663"/>
                      <a:pt x="968" y="663"/>
                      <a:pt x="968" y="663"/>
                    </a:cubicBezTo>
                    <a:cubicBezTo>
                      <a:pt x="969" y="665"/>
                      <a:pt x="969" y="665"/>
                      <a:pt x="969" y="665"/>
                    </a:cubicBezTo>
                    <a:cubicBezTo>
                      <a:pt x="972" y="663"/>
                      <a:pt x="972" y="663"/>
                      <a:pt x="972" y="663"/>
                    </a:cubicBezTo>
                    <a:cubicBezTo>
                      <a:pt x="972" y="662"/>
                      <a:pt x="972" y="662"/>
                      <a:pt x="972" y="662"/>
                    </a:cubicBezTo>
                    <a:cubicBezTo>
                      <a:pt x="973" y="661"/>
                      <a:pt x="973" y="661"/>
                      <a:pt x="973" y="661"/>
                    </a:cubicBezTo>
                    <a:cubicBezTo>
                      <a:pt x="974" y="661"/>
                      <a:pt x="974" y="661"/>
                      <a:pt x="974" y="661"/>
                    </a:cubicBezTo>
                    <a:cubicBezTo>
                      <a:pt x="975" y="662"/>
                      <a:pt x="975" y="662"/>
                      <a:pt x="975" y="662"/>
                    </a:cubicBezTo>
                    <a:cubicBezTo>
                      <a:pt x="977" y="661"/>
                      <a:pt x="977" y="661"/>
                      <a:pt x="977" y="661"/>
                    </a:cubicBezTo>
                    <a:cubicBezTo>
                      <a:pt x="977" y="660"/>
                      <a:pt x="977" y="660"/>
                      <a:pt x="977" y="660"/>
                    </a:cubicBezTo>
                    <a:cubicBezTo>
                      <a:pt x="978" y="660"/>
                      <a:pt x="978" y="660"/>
                      <a:pt x="978" y="660"/>
                    </a:cubicBezTo>
                    <a:cubicBezTo>
                      <a:pt x="979" y="662"/>
                      <a:pt x="979" y="662"/>
                      <a:pt x="979" y="662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3" y="660"/>
                      <a:pt x="983" y="660"/>
                      <a:pt x="983" y="660"/>
                    </a:cubicBezTo>
                    <a:cubicBezTo>
                      <a:pt x="983" y="659"/>
                      <a:pt x="983" y="659"/>
                      <a:pt x="983" y="659"/>
                    </a:cubicBezTo>
                    <a:cubicBezTo>
                      <a:pt x="985" y="659"/>
                      <a:pt x="985" y="659"/>
                      <a:pt x="985" y="659"/>
                    </a:cubicBezTo>
                    <a:cubicBezTo>
                      <a:pt x="986" y="658"/>
                      <a:pt x="986" y="658"/>
                      <a:pt x="986" y="658"/>
                    </a:cubicBezTo>
                    <a:cubicBezTo>
                      <a:pt x="986" y="659"/>
                      <a:pt x="986" y="659"/>
                      <a:pt x="986" y="659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90" y="657"/>
                      <a:pt x="990" y="657"/>
                      <a:pt x="990" y="657"/>
                    </a:cubicBezTo>
                    <a:cubicBezTo>
                      <a:pt x="989" y="656"/>
                      <a:pt x="989" y="656"/>
                      <a:pt x="989" y="656"/>
                    </a:cubicBezTo>
                    <a:cubicBezTo>
                      <a:pt x="989" y="655"/>
                      <a:pt x="989" y="655"/>
                      <a:pt x="989" y="655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2"/>
                      <a:pt x="990" y="652"/>
                      <a:pt x="990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2" y="652"/>
                      <a:pt x="992" y="652"/>
                      <a:pt x="992" y="652"/>
                    </a:cubicBezTo>
                    <a:cubicBezTo>
                      <a:pt x="991" y="653"/>
                      <a:pt x="991" y="653"/>
                      <a:pt x="991" y="653"/>
                    </a:cubicBezTo>
                    <a:cubicBezTo>
                      <a:pt x="991" y="655"/>
                      <a:pt x="991" y="655"/>
                      <a:pt x="991" y="655"/>
                    </a:cubicBezTo>
                    <a:cubicBezTo>
                      <a:pt x="993" y="655"/>
                      <a:pt x="993" y="655"/>
                      <a:pt x="993" y="655"/>
                    </a:cubicBezTo>
                    <a:cubicBezTo>
                      <a:pt x="995" y="654"/>
                      <a:pt x="995" y="654"/>
                      <a:pt x="995" y="654"/>
                    </a:cubicBezTo>
                    <a:cubicBezTo>
                      <a:pt x="993" y="652"/>
                      <a:pt x="993" y="652"/>
                      <a:pt x="993" y="652"/>
                    </a:cubicBezTo>
                    <a:cubicBezTo>
                      <a:pt x="994" y="652"/>
                      <a:pt x="994" y="652"/>
                      <a:pt x="994" y="652"/>
                    </a:cubicBezTo>
                    <a:cubicBezTo>
                      <a:pt x="994" y="651"/>
                      <a:pt x="994" y="651"/>
                      <a:pt x="994" y="651"/>
                    </a:cubicBezTo>
                    <a:cubicBezTo>
                      <a:pt x="995" y="651"/>
                      <a:pt x="995" y="651"/>
                      <a:pt x="995" y="651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6" y="650"/>
                      <a:pt x="996" y="650"/>
                      <a:pt x="996" y="650"/>
                    </a:cubicBezTo>
                    <a:cubicBezTo>
                      <a:pt x="997" y="649"/>
                      <a:pt x="997" y="649"/>
                      <a:pt x="997" y="649"/>
                    </a:cubicBezTo>
                    <a:cubicBezTo>
                      <a:pt x="998" y="650"/>
                      <a:pt x="998" y="650"/>
                      <a:pt x="998" y="650"/>
                    </a:cubicBezTo>
                    <a:cubicBezTo>
                      <a:pt x="998" y="648"/>
                      <a:pt x="998" y="648"/>
                      <a:pt x="998" y="648"/>
                    </a:cubicBezTo>
                    <a:cubicBezTo>
                      <a:pt x="999" y="648"/>
                      <a:pt x="999" y="648"/>
                      <a:pt x="999" y="648"/>
                    </a:cubicBezTo>
                    <a:cubicBezTo>
                      <a:pt x="1000" y="646"/>
                      <a:pt x="1000" y="646"/>
                      <a:pt x="1000" y="646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9" y="644"/>
                      <a:pt x="999" y="644"/>
                      <a:pt x="999" y="644"/>
                    </a:cubicBezTo>
                    <a:cubicBezTo>
                      <a:pt x="999" y="645"/>
                      <a:pt x="999" y="645"/>
                      <a:pt x="999" y="645"/>
                    </a:cubicBezTo>
                    <a:cubicBezTo>
                      <a:pt x="1000" y="644"/>
                      <a:pt x="1000" y="644"/>
                      <a:pt x="1000" y="644"/>
                    </a:cubicBezTo>
                    <a:cubicBezTo>
                      <a:pt x="1002" y="645"/>
                      <a:pt x="1002" y="645"/>
                      <a:pt x="1002" y="645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4" y="640"/>
                      <a:pt x="1004" y="640"/>
                      <a:pt x="1004" y="640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4" y="637"/>
                      <a:pt x="1004" y="637"/>
                      <a:pt x="1004" y="637"/>
                    </a:cubicBezTo>
                    <a:cubicBezTo>
                      <a:pt x="1004" y="636"/>
                      <a:pt x="1004" y="636"/>
                      <a:pt x="1004" y="636"/>
                    </a:cubicBezTo>
                    <a:cubicBezTo>
                      <a:pt x="1005" y="637"/>
                      <a:pt x="1005" y="637"/>
                      <a:pt x="1005" y="637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6" y="638"/>
                      <a:pt x="1006" y="638"/>
                      <a:pt x="1006" y="638"/>
                    </a:cubicBezTo>
                    <a:cubicBezTo>
                      <a:pt x="1007" y="640"/>
                      <a:pt x="1007" y="640"/>
                      <a:pt x="1007" y="640"/>
                    </a:cubicBezTo>
                    <a:cubicBezTo>
                      <a:pt x="1008" y="637"/>
                      <a:pt x="1008" y="637"/>
                      <a:pt x="1008" y="637"/>
                    </a:cubicBezTo>
                    <a:cubicBezTo>
                      <a:pt x="1009" y="636"/>
                      <a:pt x="1009" y="636"/>
                      <a:pt x="1009" y="636"/>
                    </a:cubicBezTo>
                    <a:cubicBezTo>
                      <a:pt x="1009" y="635"/>
                      <a:pt x="1009" y="635"/>
                      <a:pt x="1009" y="635"/>
                    </a:cubicBezTo>
                    <a:cubicBezTo>
                      <a:pt x="1008" y="634"/>
                      <a:pt x="1008" y="634"/>
                      <a:pt x="1008" y="634"/>
                    </a:cubicBezTo>
                    <a:cubicBezTo>
                      <a:pt x="1007" y="634"/>
                      <a:pt x="1007" y="634"/>
                      <a:pt x="1007" y="634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8" y="632"/>
                      <a:pt x="1008" y="632"/>
                      <a:pt x="1008" y="632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7" y="630"/>
                      <a:pt x="1007" y="630"/>
                      <a:pt x="1007" y="630"/>
                    </a:cubicBezTo>
                    <a:cubicBezTo>
                      <a:pt x="1010" y="629"/>
                      <a:pt x="1010" y="629"/>
                      <a:pt x="1010" y="629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5"/>
                      <a:pt x="1007" y="625"/>
                      <a:pt x="1007" y="625"/>
                    </a:cubicBezTo>
                    <a:cubicBezTo>
                      <a:pt x="1008" y="625"/>
                      <a:pt x="1008" y="625"/>
                      <a:pt x="1008" y="625"/>
                    </a:cubicBezTo>
                    <a:cubicBezTo>
                      <a:pt x="1011" y="623"/>
                      <a:pt x="1011" y="623"/>
                      <a:pt x="1011" y="623"/>
                    </a:cubicBezTo>
                    <a:cubicBezTo>
                      <a:pt x="1011" y="622"/>
                      <a:pt x="1011" y="622"/>
                      <a:pt x="1011" y="622"/>
                    </a:cubicBezTo>
                    <a:cubicBezTo>
                      <a:pt x="1013" y="623"/>
                      <a:pt x="1013" y="623"/>
                      <a:pt x="1013" y="623"/>
                    </a:cubicBezTo>
                    <a:cubicBezTo>
                      <a:pt x="1012" y="621"/>
                      <a:pt x="1012" y="621"/>
                      <a:pt x="1012" y="621"/>
                    </a:cubicBezTo>
                    <a:cubicBezTo>
                      <a:pt x="1013" y="620"/>
                      <a:pt x="1013" y="620"/>
                      <a:pt x="1013" y="620"/>
                    </a:cubicBezTo>
                    <a:cubicBezTo>
                      <a:pt x="1013" y="619"/>
                      <a:pt x="1013" y="619"/>
                      <a:pt x="1013" y="619"/>
                    </a:cubicBezTo>
                    <a:cubicBezTo>
                      <a:pt x="1013" y="618"/>
                      <a:pt x="1013" y="618"/>
                      <a:pt x="1013" y="618"/>
                    </a:cubicBezTo>
                    <a:cubicBezTo>
                      <a:pt x="1013" y="617"/>
                      <a:pt x="1013" y="617"/>
                      <a:pt x="1013" y="617"/>
                    </a:cubicBezTo>
                    <a:cubicBezTo>
                      <a:pt x="1013" y="616"/>
                      <a:pt x="1013" y="616"/>
                      <a:pt x="1013" y="616"/>
                    </a:cubicBezTo>
                    <a:cubicBezTo>
                      <a:pt x="1014" y="616"/>
                      <a:pt x="1014" y="616"/>
                      <a:pt x="1014" y="616"/>
                    </a:cubicBezTo>
                    <a:cubicBezTo>
                      <a:pt x="1013" y="615"/>
                      <a:pt x="1013" y="615"/>
                      <a:pt x="1013" y="615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4" y="614"/>
                      <a:pt x="1014" y="614"/>
                      <a:pt x="1014" y="614"/>
                    </a:cubicBezTo>
                    <a:cubicBezTo>
                      <a:pt x="1015" y="611"/>
                      <a:pt x="1015" y="611"/>
                      <a:pt x="1015" y="611"/>
                    </a:cubicBezTo>
                    <a:cubicBezTo>
                      <a:pt x="1016" y="611"/>
                      <a:pt x="1016" y="611"/>
                      <a:pt x="1016" y="611"/>
                    </a:cubicBezTo>
                    <a:cubicBezTo>
                      <a:pt x="1016" y="612"/>
                      <a:pt x="1016" y="612"/>
                      <a:pt x="1016" y="612"/>
                    </a:cubicBezTo>
                    <a:cubicBezTo>
                      <a:pt x="1017" y="614"/>
                      <a:pt x="1017" y="614"/>
                      <a:pt x="1017" y="614"/>
                    </a:cubicBezTo>
                    <a:cubicBezTo>
                      <a:pt x="1018" y="611"/>
                      <a:pt x="1018" y="611"/>
                      <a:pt x="1018" y="611"/>
                    </a:cubicBezTo>
                    <a:cubicBezTo>
                      <a:pt x="1019" y="610"/>
                      <a:pt x="1019" y="610"/>
                      <a:pt x="1019" y="610"/>
                    </a:cubicBezTo>
                    <a:cubicBezTo>
                      <a:pt x="1018" y="608"/>
                      <a:pt x="1018" y="608"/>
                      <a:pt x="1018" y="608"/>
                    </a:cubicBezTo>
                    <a:cubicBezTo>
                      <a:pt x="1017" y="608"/>
                      <a:pt x="1017" y="608"/>
                      <a:pt x="1017" y="608"/>
                    </a:cubicBezTo>
                    <a:cubicBezTo>
                      <a:pt x="1019" y="607"/>
                      <a:pt x="1019" y="607"/>
                      <a:pt x="1019" y="607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7" y="606"/>
                      <a:pt x="1017" y="606"/>
                      <a:pt x="1017" y="606"/>
                    </a:cubicBezTo>
                    <a:cubicBezTo>
                      <a:pt x="1017" y="605"/>
                      <a:pt x="1017" y="605"/>
                      <a:pt x="1017" y="605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9" y="604"/>
                      <a:pt x="1019" y="604"/>
                      <a:pt x="1019" y="604"/>
                    </a:cubicBezTo>
                    <a:cubicBezTo>
                      <a:pt x="1017" y="603"/>
                      <a:pt x="1017" y="603"/>
                      <a:pt x="1017" y="603"/>
                    </a:cubicBezTo>
                    <a:cubicBezTo>
                      <a:pt x="1016" y="603"/>
                      <a:pt x="1016" y="603"/>
                      <a:pt x="1016" y="603"/>
                    </a:cubicBezTo>
                    <a:cubicBezTo>
                      <a:pt x="1017" y="602"/>
                      <a:pt x="1017" y="602"/>
                      <a:pt x="1017" y="602"/>
                    </a:cubicBezTo>
                    <a:cubicBezTo>
                      <a:pt x="1018" y="603"/>
                      <a:pt x="1018" y="603"/>
                      <a:pt x="1018" y="603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3"/>
                      <a:pt x="1019" y="603"/>
                      <a:pt x="1019" y="603"/>
                    </a:cubicBezTo>
                    <a:cubicBezTo>
                      <a:pt x="1021" y="601"/>
                      <a:pt x="1021" y="601"/>
                      <a:pt x="1021" y="601"/>
                    </a:cubicBezTo>
                    <a:cubicBezTo>
                      <a:pt x="1021" y="600"/>
                      <a:pt x="1021" y="600"/>
                      <a:pt x="1021" y="600"/>
                    </a:cubicBezTo>
                    <a:cubicBezTo>
                      <a:pt x="1020" y="598"/>
                      <a:pt x="1020" y="598"/>
                      <a:pt x="1020" y="598"/>
                    </a:cubicBezTo>
                    <a:cubicBezTo>
                      <a:pt x="1019" y="597"/>
                      <a:pt x="1019" y="597"/>
                      <a:pt x="1019" y="597"/>
                    </a:cubicBezTo>
                    <a:cubicBezTo>
                      <a:pt x="1020" y="596"/>
                      <a:pt x="1020" y="596"/>
                      <a:pt x="1020" y="596"/>
                    </a:cubicBezTo>
                    <a:cubicBezTo>
                      <a:pt x="1019" y="595"/>
                      <a:pt x="1019" y="595"/>
                      <a:pt x="1019" y="595"/>
                    </a:cubicBezTo>
                    <a:cubicBezTo>
                      <a:pt x="1018" y="595"/>
                      <a:pt x="1018" y="595"/>
                      <a:pt x="1018" y="595"/>
                    </a:cubicBezTo>
                    <a:cubicBezTo>
                      <a:pt x="1017" y="594"/>
                      <a:pt x="1017" y="594"/>
                      <a:pt x="1017" y="594"/>
                    </a:cubicBezTo>
                    <a:cubicBezTo>
                      <a:pt x="1016" y="594"/>
                      <a:pt x="1016" y="594"/>
                      <a:pt x="1016" y="594"/>
                    </a:cubicBezTo>
                    <a:cubicBezTo>
                      <a:pt x="1014" y="592"/>
                      <a:pt x="1014" y="592"/>
                      <a:pt x="1014" y="592"/>
                    </a:cubicBezTo>
                    <a:cubicBezTo>
                      <a:pt x="1012" y="592"/>
                      <a:pt x="1012" y="592"/>
                      <a:pt x="1012" y="592"/>
                    </a:cubicBezTo>
                    <a:cubicBezTo>
                      <a:pt x="1010" y="593"/>
                      <a:pt x="1010" y="593"/>
                      <a:pt x="1010" y="593"/>
                    </a:cubicBezTo>
                    <a:cubicBezTo>
                      <a:pt x="1009" y="593"/>
                      <a:pt x="1009" y="593"/>
                      <a:pt x="1009" y="593"/>
                    </a:cubicBezTo>
                    <a:cubicBezTo>
                      <a:pt x="1008" y="591"/>
                      <a:pt x="1008" y="591"/>
                      <a:pt x="1008" y="591"/>
                    </a:cubicBezTo>
                    <a:cubicBezTo>
                      <a:pt x="1009" y="592"/>
                      <a:pt x="1009" y="592"/>
                      <a:pt x="1009" y="592"/>
                    </a:cubicBezTo>
                    <a:cubicBezTo>
                      <a:pt x="1011" y="591"/>
                      <a:pt x="1011" y="591"/>
                      <a:pt x="1011" y="591"/>
                    </a:cubicBezTo>
                    <a:cubicBezTo>
                      <a:pt x="1011" y="590"/>
                      <a:pt x="1011" y="590"/>
                      <a:pt x="1011" y="590"/>
                    </a:cubicBezTo>
                    <a:cubicBezTo>
                      <a:pt x="1012" y="590"/>
                      <a:pt x="1012" y="590"/>
                      <a:pt x="1012" y="590"/>
                    </a:cubicBezTo>
                    <a:cubicBezTo>
                      <a:pt x="1013" y="590"/>
                      <a:pt x="1013" y="590"/>
                      <a:pt x="1013" y="590"/>
                    </a:cubicBezTo>
                    <a:cubicBezTo>
                      <a:pt x="1015" y="588"/>
                      <a:pt x="1015" y="588"/>
                      <a:pt x="1015" y="588"/>
                    </a:cubicBezTo>
                    <a:cubicBezTo>
                      <a:pt x="1017" y="587"/>
                      <a:pt x="1017" y="587"/>
                      <a:pt x="1017" y="587"/>
                    </a:cubicBezTo>
                    <a:cubicBezTo>
                      <a:pt x="1017" y="586"/>
                      <a:pt x="1017" y="586"/>
                      <a:pt x="1017" y="586"/>
                    </a:cubicBezTo>
                    <a:cubicBezTo>
                      <a:pt x="1015" y="583"/>
                      <a:pt x="1015" y="583"/>
                      <a:pt x="1015" y="583"/>
                    </a:cubicBezTo>
                    <a:cubicBezTo>
                      <a:pt x="1012" y="581"/>
                      <a:pt x="1012" y="581"/>
                      <a:pt x="1012" y="581"/>
                    </a:cubicBezTo>
                    <a:cubicBezTo>
                      <a:pt x="1013" y="581"/>
                      <a:pt x="1013" y="581"/>
                      <a:pt x="1013" y="581"/>
                    </a:cubicBezTo>
                    <a:cubicBezTo>
                      <a:pt x="1016" y="582"/>
                      <a:pt x="1016" y="582"/>
                      <a:pt x="1016" y="582"/>
                    </a:cubicBezTo>
                    <a:cubicBezTo>
                      <a:pt x="1015" y="579"/>
                      <a:pt x="1015" y="579"/>
                      <a:pt x="1015" y="579"/>
                    </a:cubicBezTo>
                    <a:cubicBezTo>
                      <a:pt x="1016" y="578"/>
                      <a:pt x="1016" y="578"/>
                      <a:pt x="1016" y="578"/>
                    </a:cubicBezTo>
                    <a:cubicBezTo>
                      <a:pt x="1015" y="576"/>
                      <a:pt x="1015" y="576"/>
                      <a:pt x="1015" y="576"/>
                    </a:cubicBezTo>
                    <a:cubicBezTo>
                      <a:pt x="1014" y="575"/>
                      <a:pt x="1014" y="575"/>
                      <a:pt x="1014" y="575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1" y="572"/>
                      <a:pt x="1011" y="572"/>
                      <a:pt x="1011" y="572"/>
                    </a:cubicBezTo>
                    <a:cubicBezTo>
                      <a:pt x="1009" y="572"/>
                      <a:pt x="1009" y="572"/>
                      <a:pt x="1009" y="572"/>
                    </a:cubicBezTo>
                    <a:cubicBezTo>
                      <a:pt x="1008" y="571"/>
                      <a:pt x="1008" y="571"/>
                      <a:pt x="1008" y="571"/>
                    </a:cubicBezTo>
                    <a:cubicBezTo>
                      <a:pt x="1006" y="569"/>
                      <a:pt x="1006" y="569"/>
                      <a:pt x="1006" y="569"/>
                    </a:cubicBezTo>
                    <a:cubicBezTo>
                      <a:pt x="1006" y="567"/>
                      <a:pt x="1006" y="567"/>
                      <a:pt x="1006" y="567"/>
                    </a:cubicBezTo>
                    <a:cubicBezTo>
                      <a:pt x="1004" y="565"/>
                      <a:pt x="1004" y="565"/>
                      <a:pt x="1004" y="565"/>
                    </a:cubicBezTo>
                    <a:cubicBezTo>
                      <a:pt x="1003" y="562"/>
                      <a:pt x="1003" y="562"/>
                      <a:pt x="1003" y="562"/>
                    </a:cubicBezTo>
                    <a:cubicBezTo>
                      <a:pt x="1002" y="562"/>
                      <a:pt x="1002" y="562"/>
                      <a:pt x="1002" y="562"/>
                    </a:cubicBezTo>
                    <a:cubicBezTo>
                      <a:pt x="1003" y="560"/>
                      <a:pt x="1003" y="560"/>
                      <a:pt x="1003" y="560"/>
                    </a:cubicBezTo>
                    <a:cubicBezTo>
                      <a:pt x="1002" y="560"/>
                      <a:pt x="1002" y="560"/>
                      <a:pt x="1002" y="560"/>
                    </a:cubicBezTo>
                    <a:cubicBezTo>
                      <a:pt x="1000" y="556"/>
                      <a:pt x="1000" y="556"/>
                      <a:pt x="1000" y="556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5" y="554"/>
                      <a:pt x="995" y="554"/>
                      <a:pt x="995" y="554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1" y="551"/>
                      <a:pt x="991" y="551"/>
                      <a:pt x="991" y="551"/>
                    </a:cubicBezTo>
                    <a:cubicBezTo>
                      <a:pt x="990" y="551"/>
                      <a:pt x="990" y="551"/>
                      <a:pt x="990" y="551"/>
                    </a:cubicBezTo>
                    <a:cubicBezTo>
                      <a:pt x="990" y="548"/>
                      <a:pt x="990" y="548"/>
                      <a:pt x="990" y="548"/>
                    </a:cubicBezTo>
                    <a:cubicBezTo>
                      <a:pt x="991" y="546"/>
                      <a:pt x="991" y="546"/>
                      <a:pt x="991" y="546"/>
                    </a:cubicBezTo>
                    <a:cubicBezTo>
                      <a:pt x="990" y="544"/>
                      <a:pt x="990" y="544"/>
                      <a:pt x="990" y="544"/>
                    </a:cubicBezTo>
                    <a:cubicBezTo>
                      <a:pt x="991" y="543"/>
                      <a:pt x="991" y="543"/>
                      <a:pt x="991" y="543"/>
                    </a:cubicBezTo>
                    <a:cubicBezTo>
                      <a:pt x="992" y="543"/>
                      <a:pt x="992" y="543"/>
                      <a:pt x="992" y="543"/>
                    </a:cubicBezTo>
                    <a:cubicBezTo>
                      <a:pt x="993" y="541"/>
                      <a:pt x="993" y="541"/>
                      <a:pt x="993" y="541"/>
                    </a:cubicBezTo>
                    <a:cubicBezTo>
                      <a:pt x="994" y="541"/>
                      <a:pt x="994" y="541"/>
                      <a:pt x="994" y="541"/>
                    </a:cubicBezTo>
                    <a:cubicBezTo>
                      <a:pt x="996" y="539"/>
                      <a:pt x="996" y="539"/>
                      <a:pt x="996" y="539"/>
                    </a:cubicBezTo>
                    <a:cubicBezTo>
                      <a:pt x="994" y="538"/>
                      <a:pt x="994" y="538"/>
                      <a:pt x="994" y="538"/>
                    </a:cubicBezTo>
                    <a:cubicBezTo>
                      <a:pt x="994" y="537"/>
                      <a:pt x="994" y="537"/>
                      <a:pt x="994" y="537"/>
                    </a:cubicBezTo>
                    <a:cubicBezTo>
                      <a:pt x="995" y="536"/>
                      <a:pt x="995" y="536"/>
                      <a:pt x="995" y="536"/>
                    </a:cubicBezTo>
                    <a:cubicBezTo>
                      <a:pt x="997" y="537"/>
                      <a:pt x="997" y="537"/>
                      <a:pt x="997" y="537"/>
                    </a:cubicBezTo>
                    <a:cubicBezTo>
                      <a:pt x="997" y="535"/>
                      <a:pt x="997" y="535"/>
                      <a:pt x="997" y="535"/>
                    </a:cubicBezTo>
                    <a:cubicBezTo>
                      <a:pt x="999" y="535"/>
                      <a:pt x="999" y="535"/>
                      <a:pt x="999" y="535"/>
                    </a:cubicBezTo>
                    <a:cubicBezTo>
                      <a:pt x="999" y="533"/>
                      <a:pt x="999" y="533"/>
                      <a:pt x="999" y="533"/>
                    </a:cubicBezTo>
                    <a:cubicBezTo>
                      <a:pt x="1000" y="534"/>
                      <a:pt x="1000" y="534"/>
                      <a:pt x="1000" y="534"/>
                    </a:cubicBezTo>
                    <a:cubicBezTo>
                      <a:pt x="1000" y="532"/>
                      <a:pt x="1000" y="532"/>
                      <a:pt x="1000" y="532"/>
                    </a:cubicBezTo>
                    <a:cubicBezTo>
                      <a:pt x="1001" y="532"/>
                      <a:pt x="1001" y="532"/>
                      <a:pt x="1001" y="532"/>
                    </a:cubicBezTo>
                    <a:cubicBezTo>
                      <a:pt x="1003" y="531"/>
                      <a:pt x="1003" y="531"/>
                      <a:pt x="1003" y="531"/>
                    </a:cubicBezTo>
                    <a:cubicBezTo>
                      <a:pt x="1004" y="531"/>
                      <a:pt x="1004" y="531"/>
                      <a:pt x="1004" y="531"/>
                    </a:cubicBezTo>
                    <a:cubicBezTo>
                      <a:pt x="1005" y="530"/>
                      <a:pt x="1005" y="530"/>
                      <a:pt x="1005" y="530"/>
                    </a:cubicBezTo>
                    <a:cubicBezTo>
                      <a:pt x="1006" y="531"/>
                      <a:pt x="1006" y="531"/>
                      <a:pt x="1006" y="531"/>
                    </a:cubicBezTo>
                    <a:cubicBezTo>
                      <a:pt x="1006" y="530"/>
                      <a:pt x="1006" y="530"/>
                      <a:pt x="1006" y="530"/>
                    </a:cubicBezTo>
                    <a:cubicBezTo>
                      <a:pt x="1008" y="531"/>
                      <a:pt x="1008" y="531"/>
                      <a:pt x="1008" y="531"/>
                    </a:cubicBezTo>
                    <a:cubicBezTo>
                      <a:pt x="1011" y="529"/>
                      <a:pt x="1011" y="529"/>
                      <a:pt x="1011" y="529"/>
                    </a:cubicBezTo>
                    <a:cubicBezTo>
                      <a:pt x="1011" y="528"/>
                      <a:pt x="1011" y="528"/>
                      <a:pt x="1011" y="528"/>
                    </a:cubicBezTo>
                    <a:cubicBezTo>
                      <a:pt x="1010" y="528"/>
                      <a:pt x="1010" y="528"/>
                      <a:pt x="1010" y="528"/>
                    </a:cubicBezTo>
                    <a:cubicBezTo>
                      <a:pt x="1009" y="527"/>
                      <a:pt x="1009" y="527"/>
                      <a:pt x="1009" y="527"/>
                    </a:cubicBezTo>
                    <a:cubicBezTo>
                      <a:pt x="1010" y="527"/>
                      <a:pt x="1010" y="527"/>
                      <a:pt x="1010" y="527"/>
                    </a:cubicBezTo>
                    <a:cubicBezTo>
                      <a:pt x="1012" y="527"/>
                      <a:pt x="1012" y="527"/>
                      <a:pt x="1012" y="527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3" y="523"/>
                      <a:pt x="1013" y="523"/>
                      <a:pt x="1013" y="523"/>
                    </a:cubicBezTo>
                    <a:cubicBezTo>
                      <a:pt x="1010" y="522"/>
                      <a:pt x="1010" y="522"/>
                      <a:pt x="1010" y="522"/>
                    </a:cubicBezTo>
                    <a:cubicBezTo>
                      <a:pt x="1008" y="523"/>
                      <a:pt x="1008" y="523"/>
                      <a:pt x="1008" y="523"/>
                    </a:cubicBezTo>
                    <a:cubicBezTo>
                      <a:pt x="1007" y="523"/>
                      <a:pt x="1007" y="523"/>
                      <a:pt x="1007" y="523"/>
                    </a:cubicBezTo>
                    <a:cubicBezTo>
                      <a:pt x="1007" y="522"/>
                      <a:pt x="1007" y="522"/>
                      <a:pt x="1007" y="522"/>
                    </a:cubicBezTo>
                    <a:cubicBezTo>
                      <a:pt x="1004" y="522"/>
                      <a:pt x="1004" y="522"/>
                      <a:pt x="1004" y="522"/>
                    </a:cubicBezTo>
                    <a:cubicBezTo>
                      <a:pt x="1004" y="523"/>
                      <a:pt x="1004" y="523"/>
                      <a:pt x="1004" y="523"/>
                    </a:cubicBezTo>
                    <a:cubicBezTo>
                      <a:pt x="1000" y="523"/>
                      <a:pt x="1000" y="523"/>
                      <a:pt x="1000" y="523"/>
                    </a:cubicBezTo>
                    <a:cubicBezTo>
                      <a:pt x="999" y="522"/>
                      <a:pt x="999" y="522"/>
                      <a:pt x="999" y="522"/>
                    </a:cubicBezTo>
                    <a:cubicBezTo>
                      <a:pt x="998" y="522"/>
                      <a:pt x="998" y="522"/>
                      <a:pt x="998" y="522"/>
                    </a:cubicBezTo>
                    <a:cubicBezTo>
                      <a:pt x="997" y="520"/>
                      <a:pt x="997" y="520"/>
                      <a:pt x="997" y="520"/>
                    </a:cubicBezTo>
                    <a:cubicBezTo>
                      <a:pt x="996" y="520"/>
                      <a:pt x="996" y="520"/>
                      <a:pt x="996" y="520"/>
                    </a:cubicBezTo>
                    <a:cubicBezTo>
                      <a:pt x="996" y="519"/>
                      <a:pt x="996" y="519"/>
                      <a:pt x="996" y="519"/>
                    </a:cubicBezTo>
                    <a:cubicBezTo>
                      <a:pt x="992" y="521"/>
                      <a:pt x="992" y="521"/>
                      <a:pt x="992" y="521"/>
                    </a:cubicBezTo>
                    <a:cubicBezTo>
                      <a:pt x="989" y="521"/>
                      <a:pt x="989" y="521"/>
                      <a:pt x="989" y="521"/>
                    </a:cubicBezTo>
                    <a:cubicBezTo>
                      <a:pt x="990" y="522"/>
                      <a:pt x="990" y="522"/>
                      <a:pt x="990" y="522"/>
                    </a:cubicBezTo>
                    <a:cubicBezTo>
                      <a:pt x="990" y="523"/>
                      <a:pt x="990" y="523"/>
                      <a:pt x="990" y="523"/>
                    </a:cubicBezTo>
                    <a:cubicBezTo>
                      <a:pt x="990" y="524"/>
                      <a:pt x="990" y="524"/>
                      <a:pt x="990" y="524"/>
                    </a:cubicBezTo>
                    <a:cubicBezTo>
                      <a:pt x="987" y="525"/>
                      <a:pt x="987" y="525"/>
                      <a:pt x="987" y="525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7"/>
                      <a:pt x="988" y="527"/>
                      <a:pt x="988" y="527"/>
                    </a:cubicBezTo>
                    <a:cubicBezTo>
                      <a:pt x="987" y="527"/>
                      <a:pt x="987" y="527"/>
                      <a:pt x="987" y="527"/>
                    </a:cubicBezTo>
                    <a:cubicBezTo>
                      <a:pt x="986" y="527"/>
                      <a:pt x="986" y="527"/>
                      <a:pt x="986" y="527"/>
                    </a:cubicBezTo>
                    <a:cubicBezTo>
                      <a:pt x="984" y="528"/>
                      <a:pt x="984" y="528"/>
                      <a:pt x="984" y="528"/>
                    </a:cubicBezTo>
                    <a:cubicBezTo>
                      <a:pt x="983" y="528"/>
                      <a:pt x="983" y="528"/>
                      <a:pt x="983" y="528"/>
                    </a:cubicBezTo>
                    <a:cubicBezTo>
                      <a:pt x="981" y="524"/>
                      <a:pt x="981" y="524"/>
                      <a:pt x="981" y="524"/>
                    </a:cubicBezTo>
                    <a:cubicBezTo>
                      <a:pt x="981" y="522"/>
                      <a:pt x="981" y="522"/>
                      <a:pt x="981" y="522"/>
                    </a:cubicBezTo>
                    <a:cubicBezTo>
                      <a:pt x="981" y="521"/>
                      <a:pt x="981" y="521"/>
                      <a:pt x="981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0"/>
                      <a:pt x="978" y="520"/>
                      <a:pt x="978" y="520"/>
                    </a:cubicBezTo>
                    <a:cubicBezTo>
                      <a:pt x="976" y="520"/>
                      <a:pt x="976" y="520"/>
                      <a:pt x="976" y="520"/>
                    </a:cubicBezTo>
                    <a:cubicBezTo>
                      <a:pt x="976" y="521"/>
                      <a:pt x="976" y="521"/>
                      <a:pt x="976" y="521"/>
                    </a:cubicBezTo>
                    <a:cubicBezTo>
                      <a:pt x="975" y="519"/>
                      <a:pt x="975" y="519"/>
                      <a:pt x="975" y="519"/>
                    </a:cubicBezTo>
                    <a:cubicBezTo>
                      <a:pt x="975" y="520"/>
                      <a:pt x="975" y="520"/>
                      <a:pt x="975" y="520"/>
                    </a:cubicBezTo>
                    <a:cubicBezTo>
                      <a:pt x="974" y="519"/>
                      <a:pt x="974" y="519"/>
                      <a:pt x="974" y="519"/>
                    </a:cubicBezTo>
                    <a:cubicBezTo>
                      <a:pt x="972" y="517"/>
                      <a:pt x="972" y="517"/>
                      <a:pt x="972" y="517"/>
                    </a:cubicBezTo>
                    <a:cubicBezTo>
                      <a:pt x="970" y="516"/>
                      <a:pt x="970" y="516"/>
                      <a:pt x="970" y="516"/>
                    </a:cubicBezTo>
                    <a:cubicBezTo>
                      <a:pt x="970" y="515"/>
                      <a:pt x="970" y="515"/>
                      <a:pt x="970" y="515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2"/>
                      <a:pt x="970" y="512"/>
                      <a:pt x="970" y="512"/>
                    </a:cubicBezTo>
                    <a:cubicBezTo>
                      <a:pt x="970" y="511"/>
                      <a:pt x="970" y="511"/>
                      <a:pt x="970" y="511"/>
                    </a:cubicBezTo>
                    <a:cubicBezTo>
                      <a:pt x="970" y="510"/>
                      <a:pt x="970" y="510"/>
                      <a:pt x="970" y="510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4" y="510"/>
                      <a:pt x="974" y="510"/>
                      <a:pt x="974" y="510"/>
                    </a:cubicBezTo>
                    <a:cubicBezTo>
                      <a:pt x="978" y="510"/>
                      <a:pt x="978" y="510"/>
                      <a:pt x="978" y="510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79" y="507"/>
                      <a:pt x="979" y="507"/>
                      <a:pt x="979" y="507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80" y="505"/>
                      <a:pt x="980" y="505"/>
                      <a:pt x="980" y="505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499"/>
                      <a:pt x="983" y="499"/>
                      <a:pt x="983" y="499"/>
                    </a:cubicBezTo>
                    <a:cubicBezTo>
                      <a:pt x="985" y="499"/>
                      <a:pt x="985" y="499"/>
                      <a:pt x="985" y="499"/>
                    </a:cubicBezTo>
                    <a:cubicBezTo>
                      <a:pt x="986" y="497"/>
                      <a:pt x="986" y="497"/>
                      <a:pt x="986" y="497"/>
                    </a:cubicBezTo>
                    <a:cubicBezTo>
                      <a:pt x="987" y="497"/>
                      <a:pt x="987" y="497"/>
                      <a:pt x="987" y="497"/>
                    </a:cubicBezTo>
                    <a:cubicBezTo>
                      <a:pt x="987" y="494"/>
                      <a:pt x="987" y="494"/>
                      <a:pt x="987" y="494"/>
                    </a:cubicBezTo>
                    <a:cubicBezTo>
                      <a:pt x="988" y="492"/>
                      <a:pt x="988" y="492"/>
                      <a:pt x="988" y="492"/>
                    </a:cubicBezTo>
                    <a:cubicBezTo>
                      <a:pt x="989" y="491"/>
                      <a:pt x="989" y="491"/>
                      <a:pt x="989" y="491"/>
                    </a:cubicBezTo>
                    <a:cubicBezTo>
                      <a:pt x="989" y="490"/>
                      <a:pt x="989" y="490"/>
                      <a:pt x="989" y="490"/>
                    </a:cubicBezTo>
                    <a:cubicBezTo>
                      <a:pt x="990" y="489"/>
                      <a:pt x="990" y="489"/>
                      <a:pt x="990" y="489"/>
                    </a:cubicBezTo>
                    <a:cubicBezTo>
                      <a:pt x="991" y="489"/>
                      <a:pt x="991" y="489"/>
                      <a:pt x="991" y="489"/>
                    </a:cubicBezTo>
                    <a:cubicBezTo>
                      <a:pt x="992" y="489"/>
                      <a:pt x="992" y="489"/>
                      <a:pt x="992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6" y="490"/>
                      <a:pt x="996" y="490"/>
                      <a:pt x="996" y="490"/>
                    </a:cubicBezTo>
                    <a:cubicBezTo>
                      <a:pt x="999" y="492"/>
                      <a:pt x="999" y="492"/>
                      <a:pt x="999" y="492"/>
                    </a:cubicBezTo>
                    <a:cubicBezTo>
                      <a:pt x="999" y="493"/>
                      <a:pt x="999" y="493"/>
                      <a:pt x="999" y="493"/>
                    </a:cubicBezTo>
                    <a:cubicBezTo>
                      <a:pt x="998" y="493"/>
                      <a:pt x="998" y="493"/>
                      <a:pt x="998" y="493"/>
                    </a:cubicBezTo>
                    <a:cubicBezTo>
                      <a:pt x="998" y="494"/>
                      <a:pt x="998" y="494"/>
                      <a:pt x="998" y="494"/>
                    </a:cubicBezTo>
                    <a:cubicBezTo>
                      <a:pt x="996" y="496"/>
                      <a:pt x="996" y="496"/>
                      <a:pt x="996" y="496"/>
                    </a:cubicBezTo>
                    <a:cubicBezTo>
                      <a:pt x="996" y="498"/>
                      <a:pt x="996" y="498"/>
                      <a:pt x="996" y="498"/>
                    </a:cubicBezTo>
                    <a:cubicBezTo>
                      <a:pt x="995" y="498"/>
                      <a:pt x="995" y="498"/>
                      <a:pt x="995" y="498"/>
                    </a:cubicBezTo>
                    <a:cubicBezTo>
                      <a:pt x="995" y="499"/>
                      <a:pt x="995" y="499"/>
                      <a:pt x="995" y="499"/>
                    </a:cubicBezTo>
                    <a:cubicBezTo>
                      <a:pt x="995" y="501"/>
                      <a:pt x="995" y="501"/>
                      <a:pt x="995" y="501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5" y="503"/>
                      <a:pt x="995" y="503"/>
                      <a:pt x="995" y="503"/>
                    </a:cubicBezTo>
                    <a:cubicBezTo>
                      <a:pt x="995" y="505"/>
                      <a:pt x="995" y="505"/>
                      <a:pt x="995" y="505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6" y="507"/>
                      <a:pt x="996" y="507"/>
                      <a:pt x="996" y="507"/>
                    </a:cubicBezTo>
                    <a:cubicBezTo>
                      <a:pt x="996" y="508"/>
                      <a:pt x="996" y="508"/>
                      <a:pt x="996" y="508"/>
                    </a:cubicBezTo>
                    <a:cubicBezTo>
                      <a:pt x="994" y="508"/>
                      <a:pt x="994" y="508"/>
                      <a:pt x="994" y="508"/>
                    </a:cubicBezTo>
                    <a:cubicBezTo>
                      <a:pt x="993" y="510"/>
                      <a:pt x="993" y="510"/>
                      <a:pt x="993" y="510"/>
                    </a:cubicBezTo>
                    <a:cubicBezTo>
                      <a:pt x="995" y="511"/>
                      <a:pt x="995" y="511"/>
                      <a:pt x="995" y="511"/>
                    </a:cubicBezTo>
                    <a:cubicBezTo>
                      <a:pt x="995" y="512"/>
                      <a:pt x="995" y="512"/>
                      <a:pt x="995" y="512"/>
                    </a:cubicBezTo>
                    <a:cubicBezTo>
                      <a:pt x="997" y="512"/>
                      <a:pt x="997" y="512"/>
                      <a:pt x="997" y="512"/>
                    </a:cubicBezTo>
                    <a:cubicBezTo>
                      <a:pt x="997" y="511"/>
                      <a:pt x="997" y="511"/>
                      <a:pt x="997" y="511"/>
                    </a:cubicBezTo>
                    <a:cubicBezTo>
                      <a:pt x="998" y="511"/>
                      <a:pt x="998" y="511"/>
                      <a:pt x="998" y="511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1002" y="508"/>
                      <a:pt x="1002" y="508"/>
                      <a:pt x="1002" y="508"/>
                    </a:cubicBezTo>
                    <a:cubicBezTo>
                      <a:pt x="1002" y="507"/>
                      <a:pt x="1002" y="507"/>
                      <a:pt x="1002" y="507"/>
                    </a:cubicBezTo>
                    <a:cubicBezTo>
                      <a:pt x="1002" y="506"/>
                      <a:pt x="1002" y="506"/>
                      <a:pt x="1002" y="506"/>
                    </a:cubicBezTo>
                    <a:cubicBezTo>
                      <a:pt x="1006" y="503"/>
                      <a:pt x="1006" y="503"/>
                      <a:pt x="1006" y="503"/>
                    </a:cubicBezTo>
                    <a:cubicBezTo>
                      <a:pt x="1008" y="503"/>
                      <a:pt x="1008" y="503"/>
                      <a:pt x="1008" y="503"/>
                    </a:cubicBezTo>
                    <a:cubicBezTo>
                      <a:pt x="1008" y="501"/>
                      <a:pt x="1008" y="501"/>
                      <a:pt x="1008" y="501"/>
                    </a:cubicBezTo>
                    <a:cubicBezTo>
                      <a:pt x="1009" y="501"/>
                      <a:pt x="1009" y="501"/>
                      <a:pt x="1009" y="501"/>
                    </a:cubicBezTo>
                    <a:cubicBezTo>
                      <a:pt x="1011" y="500"/>
                      <a:pt x="1011" y="500"/>
                      <a:pt x="1011" y="500"/>
                    </a:cubicBezTo>
                    <a:cubicBezTo>
                      <a:pt x="1012" y="501"/>
                      <a:pt x="1012" y="501"/>
                      <a:pt x="1012" y="501"/>
                    </a:cubicBezTo>
                    <a:cubicBezTo>
                      <a:pt x="1013" y="500"/>
                      <a:pt x="1013" y="500"/>
                      <a:pt x="1013" y="500"/>
                    </a:cubicBezTo>
                    <a:cubicBezTo>
                      <a:pt x="1015" y="500"/>
                      <a:pt x="1015" y="500"/>
                      <a:pt x="1015" y="500"/>
                    </a:cubicBezTo>
                    <a:cubicBezTo>
                      <a:pt x="1016" y="498"/>
                      <a:pt x="1016" y="498"/>
                      <a:pt x="1016" y="498"/>
                    </a:cubicBezTo>
                    <a:cubicBezTo>
                      <a:pt x="1016" y="499"/>
                      <a:pt x="1016" y="499"/>
                      <a:pt x="1016" y="499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2"/>
                      <a:pt x="1017" y="502"/>
                      <a:pt x="1017" y="502"/>
                    </a:cubicBezTo>
                    <a:cubicBezTo>
                      <a:pt x="1017" y="501"/>
                      <a:pt x="1017" y="501"/>
                      <a:pt x="1017" y="501"/>
                    </a:cubicBezTo>
                    <a:cubicBezTo>
                      <a:pt x="1018" y="502"/>
                      <a:pt x="1018" y="502"/>
                      <a:pt x="1018" y="502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1" y="501"/>
                      <a:pt x="1021" y="501"/>
                      <a:pt x="1021" y="501"/>
                    </a:cubicBezTo>
                    <a:cubicBezTo>
                      <a:pt x="1021" y="502"/>
                      <a:pt x="1021" y="502"/>
                      <a:pt x="1021" y="502"/>
                    </a:cubicBezTo>
                    <a:cubicBezTo>
                      <a:pt x="1024" y="502"/>
                      <a:pt x="1024" y="502"/>
                      <a:pt x="1024" y="502"/>
                    </a:cubicBezTo>
                    <a:cubicBezTo>
                      <a:pt x="1025" y="503"/>
                      <a:pt x="1025" y="503"/>
                      <a:pt x="1025" y="503"/>
                    </a:cubicBezTo>
                    <a:cubicBezTo>
                      <a:pt x="1023" y="506"/>
                      <a:pt x="1023" y="506"/>
                      <a:pt x="1023" y="506"/>
                    </a:cubicBezTo>
                    <a:cubicBezTo>
                      <a:pt x="1023" y="510"/>
                      <a:pt x="1023" y="510"/>
                      <a:pt x="1023" y="510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3" y="513"/>
                      <a:pt x="1023" y="513"/>
                      <a:pt x="1023" y="513"/>
                    </a:cubicBezTo>
                    <a:cubicBezTo>
                      <a:pt x="1023" y="516"/>
                      <a:pt x="1023" y="516"/>
                      <a:pt x="1023" y="516"/>
                    </a:cubicBezTo>
                    <a:cubicBezTo>
                      <a:pt x="1023" y="518"/>
                      <a:pt x="1023" y="518"/>
                      <a:pt x="1023" y="518"/>
                    </a:cubicBezTo>
                    <a:cubicBezTo>
                      <a:pt x="1024" y="518"/>
                      <a:pt x="1024" y="518"/>
                      <a:pt x="1024" y="518"/>
                    </a:cubicBezTo>
                    <a:cubicBezTo>
                      <a:pt x="1025" y="518"/>
                      <a:pt x="1025" y="518"/>
                      <a:pt x="1025" y="518"/>
                    </a:cubicBezTo>
                    <a:cubicBezTo>
                      <a:pt x="1026" y="518"/>
                      <a:pt x="1026" y="518"/>
                      <a:pt x="1026" y="518"/>
                    </a:cubicBezTo>
                    <a:cubicBezTo>
                      <a:pt x="1025" y="520"/>
                      <a:pt x="1025" y="520"/>
                      <a:pt x="1025" y="520"/>
                    </a:cubicBezTo>
                    <a:cubicBezTo>
                      <a:pt x="1026" y="522"/>
                      <a:pt x="1026" y="522"/>
                      <a:pt x="1026" y="522"/>
                    </a:cubicBezTo>
                    <a:cubicBezTo>
                      <a:pt x="1028" y="520"/>
                      <a:pt x="1028" y="520"/>
                      <a:pt x="1028" y="520"/>
                    </a:cubicBezTo>
                    <a:cubicBezTo>
                      <a:pt x="1029" y="521"/>
                      <a:pt x="1029" y="521"/>
                      <a:pt x="1029" y="521"/>
                    </a:cubicBezTo>
                    <a:cubicBezTo>
                      <a:pt x="1031" y="518"/>
                      <a:pt x="1031" y="518"/>
                      <a:pt x="1031" y="518"/>
                    </a:cubicBezTo>
                    <a:cubicBezTo>
                      <a:pt x="1030" y="518"/>
                      <a:pt x="1030" y="518"/>
                      <a:pt x="1030" y="518"/>
                    </a:cubicBezTo>
                    <a:cubicBezTo>
                      <a:pt x="1032" y="519"/>
                      <a:pt x="1032" y="519"/>
                      <a:pt x="1032" y="519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4" y="519"/>
                      <a:pt x="1034" y="519"/>
                      <a:pt x="1034" y="519"/>
                    </a:cubicBezTo>
                    <a:cubicBezTo>
                      <a:pt x="1037" y="522"/>
                      <a:pt x="1037" y="522"/>
                      <a:pt x="1037" y="522"/>
                    </a:cubicBezTo>
                    <a:cubicBezTo>
                      <a:pt x="1039" y="524"/>
                      <a:pt x="1039" y="524"/>
                      <a:pt x="1039" y="524"/>
                    </a:cubicBezTo>
                    <a:cubicBezTo>
                      <a:pt x="1040" y="524"/>
                      <a:pt x="1040" y="524"/>
                      <a:pt x="1040" y="524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41" y="527"/>
                      <a:pt x="1041" y="527"/>
                      <a:pt x="1041" y="527"/>
                    </a:cubicBezTo>
                    <a:cubicBezTo>
                      <a:pt x="1040" y="526"/>
                      <a:pt x="1040" y="526"/>
                      <a:pt x="1040" y="526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38" y="527"/>
                      <a:pt x="1038" y="527"/>
                      <a:pt x="1038" y="527"/>
                    </a:cubicBezTo>
                    <a:cubicBezTo>
                      <a:pt x="1037" y="526"/>
                      <a:pt x="1037" y="526"/>
                      <a:pt x="1037" y="526"/>
                    </a:cubicBezTo>
                    <a:cubicBezTo>
                      <a:pt x="1035" y="529"/>
                      <a:pt x="1035" y="529"/>
                      <a:pt x="1035" y="529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40" y="532"/>
                      <a:pt x="1040" y="532"/>
                      <a:pt x="1040" y="532"/>
                    </a:cubicBezTo>
                    <a:cubicBezTo>
                      <a:pt x="1040" y="535"/>
                      <a:pt x="1040" y="535"/>
                      <a:pt x="1040" y="535"/>
                    </a:cubicBezTo>
                    <a:cubicBezTo>
                      <a:pt x="1041" y="536"/>
                      <a:pt x="1041" y="536"/>
                      <a:pt x="1041" y="536"/>
                    </a:cubicBezTo>
                    <a:cubicBezTo>
                      <a:pt x="1042" y="536"/>
                      <a:pt x="1042" y="536"/>
                      <a:pt x="1042" y="536"/>
                    </a:cubicBezTo>
                    <a:cubicBezTo>
                      <a:pt x="1042" y="537"/>
                      <a:pt x="1042" y="537"/>
                      <a:pt x="1042" y="537"/>
                    </a:cubicBezTo>
                    <a:cubicBezTo>
                      <a:pt x="1040" y="539"/>
                      <a:pt x="1040" y="539"/>
                      <a:pt x="1040" y="539"/>
                    </a:cubicBezTo>
                    <a:cubicBezTo>
                      <a:pt x="1040" y="540"/>
                      <a:pt x="1040" y="540"/>
                      <a:pt x="1040" y="540"/>
                    </a:cubicBezTo>
                    <a:cubicBezTo>
                      <a:pt x="1041" y="541"/>
                      <a:pt x="1041" y="541"/>
                      <a:pt x="1041" y="541"/>
                    </a:cubicBezTo>
                    <a:cubicBezTo>
                      <a:pt x="1041" y="542"/>
                      <a:pt x="1041" y="542"/>
                      <a:pt x="1041" y="542"/>
                    </a:cubicBezTo>
                    <a:cubicBezTo>
                      <a:pt x="1040" y="542"/>
                      <a:pt x="1040" y="542"/>
                      <a:pt x="1040" y="542"/>
                    </a:cubicBezTo>
                    <a:cubicBezTo>
                      <a:pt x="1040" y="544"/>
                      <a:pt x="1040" y="544"/>
                      <a:pt x="1040" y="544"/>
                    </a:cubicBezTo>
                    <a:cubicBezTo>
                      <a:pt x="1041" y="545"/>
                      <a:pt x="1041" y="545"/>
                      <a:pt x="1041" y="545"/>
                    </a:cubicBezTo>
                    <a:cubicBezTo>
                      <a:pt x="1040" y="545"/>
                      <a:pt x="1040" y="545"/>
                      <a:pt x="1040" y="545"/>
                    </a:cubicBezTo>
                    <a:cubicBezTo>
                      <a:pt x="1042" y="549"/>
                      <a:pt x="1042" y="549"/>
                      <a:pt x="1042" y="549"/>
                    </a:cubicBezTo>
                    <a:cubicBezTo>
                      <a:pt x="1043" y="549"/>
                      <a:pt x="1043" y="549"/>
                      <a:pt x="1043" y="549"/>
                    </a:cubicBezTo>
                    <a:cubicBezTo>
                      <a:pt x="1042" y="550"/>
                      <a:pt x="1042" y="550"/>
                      <a:pt x="1042" y="550"/>
                    </a:cubicBezTo>
                    <a:cubicBezTo>
                      <a:pt x="1041" y="550"/>
                      <a:pt x="1041" y="550"/>
                      <a:pt x="1041" y="550"/>
                    </a:cubicBezTo>
                    <a:cubicBezTo>
                      <a:pt x="1041" y="552"/>
                      <a:pt x="1041" y="552"/>
                      <a:pt x="1041" y="552"/>
                    </a:cubicBezTo>
                    <a:cubicBezTo>
                      <a:pt x="1042" y="553"/>
                      <a:pt x="1042" y="553"/>
                      <a:pt x="1042" y="553"/>
                    </a:cubicBezTo>
                    <a:cubicBezTo>
                      <a:pt x="1043" y="553"/>
                      <a:pt x="1043" y="553"/>
                      <a:pt x="1043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6" y="552"/>
                      <a:pt x="1046" y="552"/>
                      <a:pt x="1046" y="552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8" y="549"/>
                      <a:pt x="1048" y="549"/>
                      <a:pt x="1048" y="549"/>
                    </a:cubicBezTo>
                    <a:cubicBezTo>
                      <a:pt x="1051" y="547"/>
                      <a:pt x="1051" y="547"/>
                      <a:pt x="1051" y="547"/>
                    </a:cubicBezTo>
                    <a:cubicBezTo>
                      <a:pt x="1052" y="546"/>
                      <a:pt x="1052" y="546"/>
                      <a:pt x="1052" y="546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3" y="549"/>
                      <a:pt x="1053" y="549"/>
                      <a:pt x="1053" y="549"/>
                    </a:cubicBezTo>
                    <a:cubicBezTo>
                      <a:pt x="1055" y="548"/>
                      <a:pt x="1055" y="548"/>
                      <a:pt x="1055" y="548"/>
                    </a:cubicBezTo>
                    <a:cubicBezTo>
                      <a:pt x="1055" y="547"/>
                      <a:pt x="1055" y="547"/>
                      <a:pt x="1055" y="547"/>
                    </a:cubicBezTo>
                    <a:cubicBezTo>
                      <a:pt x="1056" y="547"/>
                      <a:pt x="1056" y="547"/>
                      <a:pt x="1056" y="547"/>
                    </a:cubicBezTo>
                    <a:cubicBezTo>
                      <a:pt x="1057" y="548"/>
                      <a:pt x="1057" y="548"/>
                      <a:pt x="1057" y="548"/>
                    </a:cubicBezTo>
                    <a:cubicBezTo>
                      <a:pt x="1058" y="547"/>
                      <a:pt x="1058" y="547"/>
                      <a:pt x="1058" y="547"/>
                    </a:cubicBezTo>
                    <a:cubicBezTo>
                      <a:pt x="1058" y="548"/>
                      <a:pt x="1058" y="548"/>
                      <a:pt x="1058" y="548"/>
                    </a:cubicBezTo>
                    <a:cubicBezTo>
                      <a:pt x="1060" y="548"/>
                      <a:pt x="1060" y="548"/>
                      <a:pt x="1060" y="548"/>
                    </a:cubicBezTo>
                    <a:cubicBezTo>
                      <a:pt x="1060" y="547"/>
                      <a:pt x="1060" y="547"/>
                      <a:pt x="1060" y="547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1" y="545"/>
                      <a:pt x="1061" y="545"/>
                      <a:pt x="1061" y="545"/>
                    </a:cubicBezTo>
                    <a:cubicBezTo>
                      <a:pt x="1063" y="542"/>
                      <a:pt x="1063" y="542"/>
                      <a:pt x="1063" y="542"/>
                    </a:cubicBezTo>
                    <a:cubicBezTo>
                      <a:pt x="1063" y="541"/>
                      <a:pt x="1063" y="541"/>
                      <a:pt x="1063" y="541"/>
                    </a:cubicBezTo>
                    <a:cubicBezTo>
                      <a:pt x="1064" y="540"/>
                      <a:pt x="1064" y="540"/>
                      <a:pt x="1064" y="540"/>
                    </a:cubicBezTo>
                    <a:cubicBezTo>
                      <a:pt x="1063" y="534"/>
                      <a:pt x="1063" y="534"/>
                      <a:pt x="1063" y="534"/>
                    </a:cubicBezTo>
                    <a:cubicBezTo>
                      <a:pt x="1062" y="534"/>
                      <a:pt x="1062" y="534"/>
                      <a:pt x="1062" y="534"/>
                    </a:cubicBezTo>
                    <a:cubicBezTo>
                      <a:pt x="1062" y="533"/>
                      <a:pt x="1062" y="533"/>
                      <a:pt x="1062" y="533"/>
                    </a:cubicBezTo>
                    <a:cubicBezTo>
                      <a:pt x="1061" y="528"/>
                      <a:pt x="1061" y="528"/>
                      <a:pt x="1061" y="528"/>
                    </a:cubicBezTo>
                    <a:cubicBezTo>
                      <a:pt x="1060" y="527"/>
                      <a:pt x="1060" y="527"/>
                      <a:pt x="1060" y="527"/>
                    </a:cubicBezTo>
                    <a:cubicBezTo>
                      <a:pt x="1060" y="524"/>
                      <a:pt x="1060" y="524"/>
                      <a:pt x="1060" y="524"/>
                    </a:cubicBezTo>
                    <a:cubicBezTo>
                      <a:pt x="1055" y="518"/>
                      <a:pt x="1055" y="518"/>
                      <a:pt x="1055" y="518"/>
                    </a:cubicBezTo>
                    <a:cubicBezTo>
                      <a:pt x="1051" y="514"/>
                      <a:pt x="1051" y="514"/>
                      <a:pt x="1051" y="514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8"/>
                      <a:pt x="1048" y="508"/>
                      <a:pt x="1048" y="508"/>
                    </a:cubicBezTo>
                    <a:cubicBezTo>
                      <a:pt x="1042" y="505"/>
                      <a:pt x="1042" y="505"/>
                      <a:pt x="1042" y="505"/>
                    </a:cubicBezTo>
                    <a:cubicBezTo>
                      <a:pt x="1041" y="503"/>
                      <a:pt x="1041" y="503"/>
                      <a:pt x="1041" y="503"/>
                    </a:cubicBezTo>
                    <a:cubicBezTo>
                      <a:pt x="1039" y="503"/>
                      <a:pt x="1039" y="503"/>
                      <a:pt x="1039" y="503"/>
                    </a:cubicBezTo>
                    <a:cubicBezTo>
                      <a:pt x="1039" y="502"/>
                      <a:pt x="1039" y="502"/>
                      <a:pt x="1039" y="502"/>
                    </a:cubicBezTo>
                    <a:cubicBezTo>
                      <a:pt x="1039" y="501"/>
                      <a:pt x="1039" y="501"/>
                      <a:pt x="1039" y="501"/>
                    </a:cubicBezTo>
                    <a:cubicBezTo>
                      <a:pt x="1039" y="499"/>
                      <a:pt x="1039" y="499"/>
                      <a:pt x="1039" y="499"/>
                    </a:cubicBezTo>
                    <a:cubicBezTo>
                      <a:pt x="1039" y="498"/>
                      <a:pt x="1039" y="498"/>
                      <a:pt x="1039" y="498"/>
                    </a:cubicBezTo>
                    <a:cubicBezTo>
                      <a:pt x="1041" y="496"/>
                      <a:pt x="1041" y="496"/>
                      <a:pt x="1041" y="496"/>
                    </a:cubicBezTo>
                    <a:cubicBezTo>
                      <a:pt x="1041" y="495"/>
                      <a:pt x="1041" y="495"/>
                      <a:pt x="1041" y="495"/>
                    </a:cubicBezTo>
                    <a:cubicBezTo>
                      <a:pt x="1042" y="494"/>
                      <a:pt x="1042" y="494"/>
                      <a:pt x="1042" y="494"/>
                    </a:cubicBezTo>
                    <a:cubicBezTo>
                      <a:pt x="1044" y="494"/>
                      <a:pt x="1044" y="494"/>
                      <a:pt x="1044" y="494"/>
                    </a:cubicBezTo>
                    <a:cubicBezTo>
                      <a:pt x="1044" y="493"/>
                      <a:pt x="1044" y="493"/>
                      <a:pt x="1044" y="493"/>
                    </a:cubicBezTo>
                    <a:cubicBezTo>
                      <a:pt x="1046" y="492"/>
                      <a:pt x="1046" y="492"/>
                      <a:pt x="1046" y="492"/>
                    </a:cubicBezTo>
                    <a:cubicBezTo>
                      <a:pt x="1045" y="491"/>
                      <a:pt x="1045" y="491"/>
                      <a:pt x="1045" y="491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50" y="485"/>
                      <a:pt x="1050" y="485"/>
                      <a:pt x="1050" y="485"/>
                    </a:cubicBezTo>
                    <a:cubicBezTo>
                      <a:pt x="1051" y="483"/>
                      <a:pt x="1051" y="483"/>
                      <a:pt x="1051" y="483"/>
                    </a:cubicBezTo>
                    <a:cubicBezTo>
                      <a:pt x="1050" y="482"/>
                      <a:pt x="1050" y="482"/>
                      <a:pt x="1050" y="482"/>
                    </a:cubicBezTo>
                    <a:cubicBezTo>
                      <a:pt x="1050" y="478"/>
                      <a:pt x="1050" y="478"/>
                      <a:pt x="1050" y="478"/>
                    </a:cubicBezTo>
                    <a:cubicBezTo>
                      <a:pt x="1048" y="477"/>
                      <a:pt x="1048" y="477"/>
                      <a:pt x="1048" y="477"/>
                    </a:cubicBezTo>
                    <a:cubicBezTo>
                      <a:pt x="1048" y="475"/>
                      <a:pt x="1048" y="475"/>
                      <a:pt x="1048" y="475"/>
                    </a:cubicBezTo>
                    <a:cubicBezTo>
                      <a:pt x="1049" y="472"/>
                      <a:pt x="1049" y="472"/>
                      <a:pt x="1049" y="472"/>
                    </a:cubicBezTo>
                    <a:cubicBezTo>
                      <a:pt x="1049" y="471"/>
                      <a:pt x="1049" y="471"/>
                      <a:pt x="1049" y="471"/>
                    </a:cubicBezTo>
                    <a:cubicBezTo>
                      <a:pt x="1050" y="471"/>
                      <a:pt x="1050" y="471"/>
                      <a:pt x="1050" y="471"/>
                    </a:cubicBezTo>
                    <a:cubicBezTo>
                      <a:pt x="1052" y="468"/>
                      <a:pt x="1052" y="468"/>
                      <a:pt x="1052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4" y="466"/>
                      <a:pt x="1054" y="466"/>
                      <a:pt x="1054" y="466"/>
                    </a:cubicBezTo>
                    <a:cubicBezTo>
                      <a:pt x="1055" y="466"/>
                      <a:pt x="1055" y="466"/>
                      <a:pt x="1055" y="466"/>
                    </a:cubicBezTo>
                    <a:cubicBezTo>
                      <a:pt x="1056" y="467"/>
                      <a:pt x="1056" y="467"/>
                      <a:pt x="1056" y="467"/>
                    </a:cubicBezTo>
                    <a:cubicBezTo>
                      <a:pt x="1057" y="464"/>
                      <a:pt x="1057" y="464"/>
                      <a:pt x="1057" y="464"/>
                    </a:cubicBezTo>
                    <a:cubicBezTo>
                      <a:pt x="1058" y="463"/>
                      <a:pt x="1058" y="463"/>
                      <a:pt x="1058" y="463"/>
                    </a:cubicBezTo>
                    <a:cubicBezTo>
                      <a:pt x="1058" y="460"/>
                      <a:pt x="1058" y="460"/>
                      <a:pt x="1058" y="460"/>
                    </a:cubicBezTo>
                    <a:cubicBezTo>
                      <a:pt x="1059" y="459"/>
                      <a:pt x="1059" y="459"/>
                      <a:pt x="1059" y="459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61" y="458"/>
                      <a:pt x="1061" y="458"/>
                      <a:pt x="1061" y="458"/>
                    </a:cubicBezTo>
                    <a:cubicBezTo>
                      <a:pt x="1062" y="458"/>
                      <a:pt x="1062" y="458"/>
                      <a:pt x="1062" y="458"/>
                    </a:cubicBezTo>
                    <a:cubicBezTo>
                      <a:pt x="1063" y="458"/>
                      <a:pt x="1063" y="458"/>
                      <a:pt x="1063" y="458"/>
                    </a:cubicBezTo>
                    <a:cubicBezTo>
                      <a:pt x="1063" y="461"/>
                      <a:pt x="1063" y="461"/>
                      <a:pt x="1063" y="461"/>
                    </a:cubicBezTo>
                    <a:cubicBezTo>
                      <a:pt x="1066" y="461"/>
                      <a:pt x="1066" y="461"/>
                      <a:pt x="1066" y="461"/>
                    </a:cubicBezTo>
                    <a:cubicBezTo>
                      <a:pt x="1068" y="463"/>
                      <a:pt x="1068" y="463"/>
                      <a:pt x="1068" y="463"/>
                    </a:cubicBezTo>
                    <a:cubicBezTo>
                      <a:pt x="1069" y="462"/>
                      <a:pt x="1069" y="462"/>
                      <a:pt x="1069" y="462"/>
                    </a:cubicBezTo>
                    <a:cubicBezTo>
                      <a:pt x="1070" y="463"/>
                      <a:pt x="1070" y="463"/>
                      <a:pt x="1070" y="463"/>
                    </a:cubicBezTo>
                    <a:cubicBezTo>
                      <a:pt x="1072" y="461"/>
                      <a:pt x="1072" y="461"/>
                      <a:pt x="1072" y="461"/>
                    </a:cubicBezTo>
                    <a:cubicBezTo>
                      <a:pt x="1074" y="461"/>
                      <a:pt x="1074" y="461"/>
                      <a:pt x="1074" y="461"/>
                    </a:cubicBezTo>
                    <a:cubicBezTo>
                      <a:pt x="1074" y="460"/>
                      <a:pt x="1074" y="460"/>
                      <a:pt x="1074" y="460"/>
                    </a:cubicBezTo>
                    <a:cubicBezTo>
                      <a:pt x="1075" y="460"/>
                      <a:pt x="1075" y="460"/>
                      <a:pt x="1075" y="460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9" y="455"/>
                      <a:pt x="1079" y="455"/>
                      <a:pt x="1079" y="455"/>
                    </a:cubicBezTo>
                    <a:cubicBezTo>
                      <a:pt x="1079" y="454"/>
                      <a:pt x="1079" y="454"/>
                      <a:pt x="1079" y="454"/>
                    </a:cubicBezTo>
                    <a:cubicBezTo>
                      <a:pt x="1081" y="453"/>
                      <a:pt x="1081" y="453"/>
                      <a:pt x="1081" y="453"/>
                    </a:cubicBezTo>
                    <a:cubicBezTo>
                      <a:pt x="1081" y="452"/>
                      <a:pt x="1081" y="452"/>
                      <a:pt x="1081" y="452"/>
                    </a:cubicBezTo>
                    <a:cubicBezTo>
                      <a:pt x="1083" y="448"/>
                      <a:pt x="1083" y="448"/>
                      <a:pt x="1083" y="448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5"/>
                      <a:pt x="1083" y="445"/>
                      <a:pt x="1083" y="445"/>
                    </a:cubicBezTo>
                    <a:cubicBezTo>
                      <a:pt x="1084" y="444"/>
                      <a:pt x="1084" y="444"/>
                      <a:pt x="1084" y="444"/>
                    </a:cubicBezTo>
                    <a:cubicBezTo>
                      <a:pt x="1084" y="442"/>
                      <a:pt x="1084" y="442"/>
                      <a:pt x="1084" y="442"/>
                    </a:cubicBezTo>
                    <a:cubicBezTo>
                      <a:pt x="1086" y="441"/>
                      <a:pt x="1086" y="441"/>
                      <a:pt x="1086" y="441"/>
                    </a:cubicBezTo>
                    <a:cubicBezTo>
                      <a:pt x="1087" y="440"/>
                      <a:pt x="1087" y="440"/>
                      <a:pt x="1087" y="440"/>
                    </a:cubicBezTo>
                    <a:cubicBezTo>
                      <a:pt x="1086" y="439"/>
                      <a:pt x="1086" y="439"/>
                      <a:pt x="1086" y="439"/>
                    </a:cubicBezTo>
                    <a:cubicBezTo>
                      <a:pt x="1086" y="438"/>
                      <a:pt x="1086" y="438"/>
                      <a:pt x="1086" y="438"/>
                    </a:cubicBezTo>
                    <a:cubicBezTo>
                      <a:pt x="1087" y="438"/>
                      <a:pt x="1087" y="438"/>
                      <a:pt x="1087" y="438"/>
                    </a:cubicBezTo>
                    <a:cubicBezTo>
                      <a:pt x="1088" y="431"/>
                      <a:pt x="1088" y="431"/>
                      <a:pt x="1088" y="431"/>
                    </a:cubicBezTo>
                    <a:cubicBezTo>
                      <a:pt x="1090" y="429"/>
                      <a:pt x="1090" y="429"/>
                      <a:pt x="1090" y="429"/>
                    </a:cubicBezTo>
                    <a:cubicBezTo>
                      <a:pt x="1090" y="428"/>
                      <a:pt x="1090" y="428"/>
                      <a:pt x="1090" y="428"/>
                    </a:cubicBezTo>
                    <a:cubicBezTo>
                      <a:pt x="1092" y="427"/>
                      <a:pt x="1092" y="427"/>
                      <a:pt x="1092" y="427"/>
                    </a:cubicBezTo>
                    <a:cubicBezTo>
                      <a:pt x="1092" y="425"/>
                      <a:pt x="1092" y="425"/>
                      <a:pt x="1092" y="425"/>
                    </a:cubicBezTo>
                    <a:cubicBezTo>
                      <a:pt x="1094" y="423"/>
                      <a:pt x="1094" y="423"/>
                      <a:pt x="1094" y="423"/>
                    </a:cubicBezTo>
                    <a:cubicBezTo>
                      <a:pt x="1094" y="421"/>
                      <a:pt x="1094" y="421"/>
                      <a:pt x="1094" y="421"/>
                    </a:cubicBezTo>
                    <a:cubicBezTo>
                      <a:pt x="1093" y="420"/>
                      <a:pt x="1093" y="420"/>
                      <a:pt x="1093" y="420"/>
                    </a:cubicBezTo>
                    <a:cubicBezTo>
                      <a:pt x="1093" y="419"/>
                      <a:pt x="1093" y="419"/>
                      <a:pt x="1093" y="419"/>
                    </a:cubicBezTo>
                    <a:cubicBezTo>
                      <a:pt x="1094" y="418"/>
                      <a:pt x="1094" y="418"/>
                      <a:pt x="1094" y="418"/>
                    </a:cubicBezTo>
                    <a:cubicBezTo>
                      <a:pt x="1094" y="414"/>
                      <a:pt x="1094" y="414"/>
                      <a:pt x="1094" y="414"/>
                    </a:cubicBezTo>
                    <a:cubicBezTo>
                      <a:pt x="1095" y="413"/>
                      <a:pt x="1095" y="413"/>
                      <a:pt x="1095" y="413"/>
                    </a:cubicBezTo>
                    <a:cubicBezTo>
                      <a:pt x="1095" y="411"/>
                      <a:pt x="1095" y="411"/>
                      <a:pt x="1095" y="411"/>
                    </a:cubicBezTo>
                    <a:cubicBezTo>
                      <a:pt x="1094" y="411"/>
                      <a:pt x="1094" y="411"/>
                      <a:pt x="1094" y="411"/>
                    </a:cubicBezTo>
                    <a:cubicBezTo>
                      <a:pt x="1095" y="409"/>
                      <a:pt x="1095" y="409"/>
                      <a:pt x="1095" y="409"/>
                    </a:cubicBezTo>
                    <a:cubicBezTo>
                      <a:pt x="1095" y="408"/>
                      <a:pt x="1095" y="408"/>
                      <a:pt x="1095" y="408"/>
                    </a:cubicBezTo>
                    <a:cubicBezTo>
                      <a:pt x="1096" y="406"/>
                      <a:pt x="1096" y="406"/>
                      <a:pt x="1096" y="406"/>
                    </a:cubicBezTo>
                    <a:cubicBezTo>
                      <a:pt x="1097" y="404"/>
                      <a:pt x="1097" y="404"/>
                      <a:pt x="1097" y="404"/>
                    </a:cubicBezTo>
                    <a:cubicBezTo>
                      <a:pt x="1096" y="403"/>
                      <a:pt x="1096" y="403"/>
                      <a:pt x="1096" y="403"/>
                    </a:cubicBezTo>
                    <a:cubicBezTo>
                      <a:pt x="1096" y="401"/>
                      <a:pt x="1096" y="401"/>
                      <a:pt x="1096" y="401"/>
                    </a:cubicBezTo>
                    <a:cubicBezTo>
                      <a:pt x="1097" y="399"/>
                      <a:pt x="1097" y="399"/>
                      <a:pt x="1097" y="399"/>
                    </a:cubicBezTo>
                    <a:cubicBezTo>
                      <a:pt x="1097" y="397"/>
                      <a:pt x="1097" y="397"/>
                      <a:pt x="1097" y="397"/>
                    </a:cubicBezTo>
                    <a:cubicBezTo>
                      <a:pt x="1099" y="395"/>
                      <a:pt x="1099" y="395"/>
                      <a:pt x="1099" y="395"/>
                    </a:cubicBezTo>
                    <a:cubicBezTo>
                      <a:pt x="1099" y="393"/>
                      <a:pt x="1099" y="393"/>
                      <a:pt x="1099" y="393"/>
                    </a:cubicBezTo>
                    <a:cubicBezTo>
                      <a:pt x="1098" y="391"/>
                      <a:pt x="1098" y="391"/>
                      <a:pt x="1098" y="391"/>
                    </a:cubicBezTo>
                    <a:cubicBezTo>
                      <a:pt x="1098" y="389"/>
                      <a:pt x="1098" y="389"/>
                      <a:pt x="1098" y="389"/>
                    </a:cubicBezTo>
                    <a:cubicBezTo>
                      <a:pt x="1099" y="389"/>
                      <a:pt x="1099" y="389"/>
                      <a:pt x="1099" y="389"/>
                    </a:cubicBezTo>
                    <a:cubicBezTo>
                      <a:pt x="1099" y="386"/>
                      <a:pt x="1099" y="386"/>
                      <a:pt x="1099" y="386"/>
                    </a:cubicBezTo>
                    <a:cubicBezTo>
                      <a:pt x="1098" y="386"/>
                      <a:pt x="1098" y="386"/>
                      <a:pt x="1098" y="386"/>
                    </a:cubicBezTo>
                    <a:cubicBezTo>
                      <a:pt x="1097" y="384"/>
                      <a:pt x="1097" y="384"/>
                      <a:pt x="1097" y="384"/>
                    </a:cubicBezTo>
                    <a:cubicBezTo>
                      <a:pt x="1097" y="382"/>
                      <a:pt x="1097" y="382"/>
                      <a:pt x="1097" y="382"/>
                    </a:cubicBezTo>
                    <a:cubicBezTo>
                      <a:pt x="1097" y="381"/>
                      <a:pt x="1097" y="381"/>
                      <a:pt x="1097" y="381"/>
                    </a:cubicBezTo>
                    <a:cubicBezTo>
                      <a:pt x="1097" y="379"/>
                      <a:pt x="1097" y="379"/>
                      <a:pt x="1097" y="379"/>
                    </a:cubicBezTo>
                    <a:cubicBezTo>
                      <a:pt x="1095" y="376"/>
                      <a:pt x="1095" y="376"/>
                      <a:pt x="1095" y="376"/>
                    </a:cubicBezTo>
                    <a:cubicBezTo>
                      <a:pt x="1094" y="376"/>
                      <a:pt x="1094" y="376"/>
                      <a:pt x="1094" y="376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5" y="373"/>
                      <a:pt x="1095" y="373"/>
                      <a:pt x="1095" y="373"/>
                    </a:cubicBezTo>
                    <a:cubicBezTo>
                      <a:pt x="1095" y="371"/>
                      <a:pt x="1095" y="371"/>
                      <a:pt x="1095" y="371"/>
                    </a:cubicBezTo>
                    <a:cubicBezTo>
                      <a:pt x="1093" y="372"/>
                      <a:pt x="1093" y="372"/>
                      <a:pt x="1093" y="372"/>
                    </a:cubicBezTo>
                    <a:cubicBezTo>
                      <a:pt x="1092" y="372"/>
                      <a:pt x="1092" y="372"/>
                      <a:pt x="1092" y="372"/>
                    </a:cubicBezTo>
                    <a:cubicBezTo>
                      <a:pt x="1091" y="368"/>
                      <a:pt x="1091" y="368"/>
                      <a:pt x="1091" y="368"/>
                    </a:cubicBezTo>
                    <a:cubicBezTo>
                      <a:pt x="1091" y="367"/>
                      <a:pt x="1091" y="367"/>
                      <a:pt x="1091" y="367"/>
                    </a:cubicBezTo>
                    <a:cubicBezTo>
                      <a:pt x="1091" y="366"/>
                      <a:pt x="1091" y="366"/>
                      <a:pt x="1091" y="366"/>
                    </a:cubicBezTo>
                    <a:cubicBezTo>
                      <a:pt x="1091" y="363"/>
                      <a:pt x="1091" y="363"/>
                      <a:pt x="1091" y="363"/>
                    </a:cubicBezTo>
                    <a:cubicBezTo>
                      <a:pt x="1091" y="362"/>
                      <a:pt x="1091" y="362"/>
                      <a:pt x="1091" y="362"/>
                    </a:cubicBezTo>
                    <a:cubicBezTo>
                      <a:pt x="1090" y="359"/>
                      <a:pt x="1090" y="359"/>
                      <a:pt x="1090" y="359"/>
                    </a:cubicBezTo>
                    <a:cubicBezTo>
                      <a:pt x="1091" y="358"/>
                      <a:pt x="1091" y="358"/>
                      <a:pt x="1091" y="358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1" y="355"/>
                      <a:pt x="1091" y="355"/>
                      <a:pt x="1091" y="355"/>
                    </a:cubicBezTo>
                    <a:cubicBezTo>
                      <a:pt x="1090" y="355"/>
                      <a:pt x="1090" y="355"/>
                      <a:pt x="1090" y="355"/>
                    </a:cubicBezTo>
                    <a:cubicBezTo>
                      <a:pt x="1091" y="354"/>
                      <a:pt x="1091" y="354"/>
                      <a:pt x="1091" y="354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1" y="351"/>
                      <a:pt x="1091" y="351"/>
                      <a:pt x="1091" y="351"/>
                    </a:cubicBezTo>
                    <a:cubicBezTo>
                      <a:pt x="1090" y="349"/>
                      <a:pt x="1090" y="349"/>
                      <a:pt x="1090" y="349"/>
                    </a:cubicBezTo>
                    <a:cubicBezTo>
                      <a:pt x="1090" y="348"/>
                      <a:pt x="1090" y="348"/>
                      <a:pt x="1090" y="348"/>
                    </a:cubicBezTo>
                    <a:cubicBezTo>
                      <a:pt x="1090" y="347"/>
                      <a:pt x="1090" y="347"/>
                      <a:pt x="1090" y="347"/>
                    </a:cubicBezTo>
                    <a:cubicBezTo>
                      <a:pt x="1090" y="344"/>
                      <a:pt x="1090" y="344"/>
                      <a:pt x="1090" y="344"/>
                    </a:cubicBezTo>
                    <a:cubicBezTo>
                      <a:pt x="1088" y="346"/>
                      <a:pt x="1088" y="346"/>
                      <a:pt x="1088" y="346"/>
                    </a:cubicBezTo>
                    <a:cubicBezTo>
                      <a:pt x="1088" y="345"/>
                      <a:pt x="1088" y="345"/>
                      <a:pt x="1088" y="345"/>
                    </a:cubicBezTo>
                    <a:cubicBezTo>
                      <a:pt x="1086" y="345"/>
                      <a:pt x="1086" y="345"/>
                      <a:pt x="1086" y="345"/>
                    </a:cubicBezTo>
                    <a:cubicBezTo>
                      <a:pt x="1086" y="343"/>
                      <a:pt x="1086" y="343"/>
                      <a:pt x="1086" y="343"/>
                    </a:cubicBezTo>
                    <a:cubicBezTo>
                      <a:pt x="1087" y="342"/>
                      <a:pt x="1087" y="342"/>
                      <a:pt x="1087" y="342"/>
                    </a:cubicBezTo>
                    <a:cubicBezTo>
                      <a:pt x="1087" y="341"/>
                      <a:pt x="1087" y="341"/>
                      <a:pt x="1087" y="341"/>
                    </a:cubicBezTo>
                    <a:cubicBezTo>
                      <a:pt x="1085" y="338"/>
                      <a:pt x="1085" y="338"/>
                      <a:pt x="1085" y="338"/>
                    </a:cubicBezTo>
                    <a:cubicBezTo>
                      <a:pt x="1084" y="338"/>
                      <a:pt x="1084" y="338"/>
                      <a:pt x="1084" y="338"/>
                    </a:cubicBezTo>
                    <a:cubicBezTo>
                      <a:pt x="1083" y="337"/>
                      <a:pt x="1083" y="337"/>
                      <a:pt x="1083" y="337"/>
                    </a:cubicBezTo>
                    <a:cubicBezTo>
                      <a:pt x="1084" y="337"/>
                      <a:pt x="1084" y="337"/>
                      <a:pt x="1084" y="337"/>
                    </a:cubicBezTo>
                    <a:cubicBezTo>
                      <a:pt x="1084" y="335"/>
                      <a:pt x="1084" y="335"/>
                      <a:pt x="1084" y="335"/>
                    </a:cubicBezTo>
                    <a:cubicBezTo>
                      <a:pt x="1085" y="334"/>
                      <a:pt x="1085" y="334"/>
                      <a:pt x="1085" y="334"/>
                    </a:cubicBezTo>
                    <a:cubicBezTo>
                      <a:pt x="1083" y="331"/>
                      <a:pt x="1083" y="331"/>
                      <a:pt x="1083" y="331"/>
                    </a:cubicBezTo>
                    <a:cubicBezTo>
                      <a:pt x="1082" y="331"/>
                      <a:pt x="1082" y="331"/>
                      <a:pt x="1082" y="331"/>
                    </a:cubicBezTo>
                    <a:cubicBezTo>
                      <a:pt x="1081" y="330"/>
                      <a:pt x="1081" y="330"/>
                      <a:pt x="1081" y="330"/>
                    </a:cubicBezTo>
                    <a:cubicBezTo>
                      <a:pt x="1080" y="330"/>
                      <a:pt x="1080" y="330"/>
                      <a:pt x="1080" y="330"/>
                    </a:cubicBezTo>
                    <a:cubicBezTo>
                      <a:pt x="1080" y="329"/>
                      <a:pt x="1080" y="329"/>
                      <a:pt x="1080" y="329"/>
                    </a:cubicBezTo>
                    <a:cubicBezTo>
                      <a:pt x="1076" y="328"/>
                      <a:pt x="1076" y="328"/>
                      <a:pt x="1076" y="328"/>
                    </a:cubicBezTo>
                    <a:cubicBezTo>
                      <a:pt x="1076" y="327"/>
                      <a:pt x="1076" y="327"/>
                      <a:pt x="1076" y="327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2" y="324"/>
                      <a:pt x="1072" y="324"/>
                      <a:pt x="1072" y="324"/>
                    </a:cubicBezTo>
                    <a:cubicBezTo>
                      <a:pt x="1071" y="323"/>
                      <a:pt x="1071" y="323"/>
                      <a:pt x="1071" y="323"/>
                    </a:cubicBezTo>
                    <a:cubicBezTo>
                      <a:pt x="1069" y="323"/>
                      <a:pt x="1069" y="323"/>
                      <a:pt x="1069" y="323"/>
                    </a:cubicBezTo>
                    <a:cubicBezTo>
                      <a:pt x="1067" y="321"/>
                      <a:pt x="1067" y="321"/>
                      <a:pt x="1067" y="321"/>
                    </a:cubicBezTo>
                    <a:cubicBezTo>
                      <a:pt x="1065" y="323"/>
                      <a:pt x="1065" y="323"/>
                      <a:pt x="1065" y="323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2" y="324"/>
                      <a:pt x="1062" y="324"/>
                      <a:pt x="1062" y="324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1" y="322"/>
                      <a:pt x="1061" y="322"/>
                      <a:pt x="1061" y="322"/>
                    </a:cubicBezTo>
                    <a:cubicBezTo>
                      <a:pt x="1058" y="322"/>
                      <a:pt x="1058" y="322"/>
                      <a:pt x="1058" y="322"/>
                    </a:cubicBezTo>
                    <a:cubicBezTo>
                      <a:pt x="1059" y="325"/>
                      <a:pt x="1059" y="325"/>
                      <a:pt x="1059" y="325"/>
                    </a:cubicBezTo>
                    <a:cubicBezTo>
                      <a:pt x="1060" y="326"/>
                      <a:pt x="1060" y="326"/>
                      <a:pt x="1060" y="326"/>
                    </a:cubicBezTo>
                    <a:cubicBezTo>
                      <a:pt x="1060" y="327"/>
                      <a:pt x="1060" y="327"/>
                      <a:pt x="1060" y="327"/>
                    </a:cubicBezTo>
                    <a:cubicBezTo>
                      <a:pt x="1059" y="326"/>
                      <a:pt x="1059" y="326"/>
                      <a:pt x="1059" y="326"/>
                    </a:cubicBezTo>
                    <a:cubicBezTo>
                      <a:pt x="1058" y="328"/>
                      <a:pt x="1058" y="328"/>
                      <a:pt x="1058" y="328"/>
                    </a:cubicBezTo>
                    <a:cubicBezTo>
                      <a:pt x="1058" y="329"/>
                      <a:pt x="1058" y="329"/>
                      <a:pt x="1058" y="329"/>
                    </a:cubicBezTo>
                    <a:cubicBezTo>
                      <a:pt x="1058" y="331"/>
                      <a:pt x="1058" y="331"/>
                      <a:pt x="1058" y="331"/>
                    </a:cubicBezTo>
                    <a:cubicBezTo>
                      <a:pt x="1056" y="332"/>
                      <a:pt x="1056" y="332"/>
                      <a:pt x="1056" y="332"/>
                    </a:cubicBezTo>
                    <a:cubicBezTo>
                      <a:pt x="1053" y="332"/>
                      <a:pt x="1053" y="332"/>
                      <a:pt x="1053" y="332"/>
                    </a:cubicBezTo>
                    <a:cubicBezTo>
                      <a:pt x="1054" y="332"/>
                      <a:pt x="1054" y="332"/>
                      <a:pt x="1054" y="332"/>
                    </a:cubicBezTo>
                    <a:cubicBezTo>
                      <a:pt x="1055" y="332"/>
                      <a:pt x="1055" y="332"/>
                      <a:pt x="1055" y="332"/>
                    </a:cubicBezTo>
                    <a:cubicBezTo>
                      <a:pt x="1055" y="329"/>
                      <a:pt x="1055" y="329"/>
                      <a:pt x="1055" y="329"/>
                    </a:cubicBezTo>
                    <a:cubicBezTo>
                      <a:pt x="1056" y="329"/>
                      <a:pt x="1056" y="329"/>
                      <a:pt x="1056" y="329"/>
                    </a:cubicBezTo>
                    <a:cubicBezTo>
                      <a:pt x="1057" y="327"/>
                      <a:pt x="1057" y="327"/>
                      <a:pt x="1057" y="327"/>
                    </a:cubicBezTo>
                    <a:cubicBezTo>
                      <a:pt x="1054" y="327"/>
                      <a:pt x="1054" y="327"/>
                      <a:pt x="1054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3" y="326"/>
                      <a:pt x="1053" y="326"/>
                      <a:pt x="1053" y="326"/>
                    </a:cubicBezTo>
                    <a:cubicBezTo>
                      <a:pt x="1054" y="325"/>
                      <a:pt x="1054" y="325"/>
                      <a:pt x="1054" y="325"/>
                    </a:cubicBezTo>
                    <a:cubicBezTo>
                      <a:pt x="1053" y="324"/>
                      <a:pt x="1053" y="324"/>
                      <a:pt x="1053" y="324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3" y="323"/>
                      <a:pt x="1053" y="323"/>
                      <a:pt x="1053" y="323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4" y="321"/>
                      <a:pt x="1054" y="321"/>
                      <a:pt x="1054" y="321"/>
                    </a:cubicBezTo>
                    <a:cubicBezTo>
                      <a:pt x="1052" y="320"/>
                      <a:pt x="1052" y="320"/>
                      <a:pt x="1052" y="320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1" y="320"/>
                      <a:pt x="1051" y="320"/>
                      <a:pt x="1051" y="320"/>
                    </a:cubicBezTo>
                    <a:cubicBezTo>
                      <a:pt x="1050" y="320"/>
                      <a:pt x="1050" y="320"/>
                      <a:pt x="1050" y="320"/>
                    </a:cubicBezTo>
                    <a:cubicBezTo>
                      <a:pt x="1050" y="322"/>
                      <a:pt x="1050" y="322"/>
                      <a:pt x="1050" y="322"/>
                    </a:cubicBezTo>
                    <a:cubicBezTo>
                      <a:pt x="1051" y="323"/>
                      <a:pt x="1051" y="323"/>
                      <a:pt x="1051" y="323"/>
                    </a:cubicBezTo>
                    <a:cubicBezTo>
                      <a:pt x="1050" y="323"/>
                      <a:pt x="1050" y="323"/>
                      <a:pt x="1050" y="323"/>
                    </a:cubicBezTo>
                    <a:cubicBezTo>
                      <a:pt x="1049" y="325"/>
                      <a:pt x="1049" y="325"/>
                      <a:pt x="1049" y="325"/>
                    </a:cubicBezTo>
                    <a:cubicBezTo>
                      <a:pt x="1049" y="327"/>
                      <a:pt x="1049" y="327"/>
                      <a:pt x="1049" y="327"/>
                    </a:cubicBezTo>
                    <a:cubicBezTo>
                      <a:pt x="1051" y="328"/>
                      <a:pt x="1051" y="328"/>
                      <a:pt x="1051" y="328"/>
                    </a:cubicBezTo>
                    <a:cubicBezTo>
                      <a:pt x="1051" y="329"/>
                      <a:pt x="1051" y="329"/>
                      <a:pt x="1051" y="329"/>
                    </a:cubicBezTo>
                    <a:cubicBezTo>
                      <a:pt x="1050" y="329"/>
                      <a:pt x="1050" y="329"/>
                      <a:pt x="1050" y="329"/>
                    </a:cubicBezTo>
                    <a:cubicBezTo>
                      <a:pt x="1049" y="329"/>
                      <a:pt x="1049" y="329"/>
                      <a:pt x="1049" y="329"/>
                    </a:cubicBezTo>
                    <a:cubicBezTo>
                      <a:pt x="1049" y="330"/>
                      <a:pt x="1049" y="330"/>
                      <a:pt x="1049" y="330"/>
                    </a:cubicBezTo>
                    <a:cubicBezTo>
                      <a:pt x="1047" y="329"/>
                      <a:pt x="1047" y="329"/>
                      <a:pt x="1047" y="329"/>
                    </a:cubicBezTo>
                    <a:cubicBezTo>
                      <a:pt x="1048" y="327"/>
                      <a:pt x="1048" y="327"/>
                      <a:pt x="1048" y="327"/>
                    </a:cubicBezTo>
                    <a:cubicBezTo>
                      <a:pt x="1047" y="325"/>
                      <a:pt x="1047" y="325"/>
                      <a:pt x="1047" y="325"/>
                    </a:cubicBezTo>
                    <a:cubicBezTo>
                      <a:pt x="1045" y="323"/>
                      <a:pt x="1045" y="323"/>
                      <a:pt x="1045" y="323"/>
                    </a:cubicBezTo>
                    <a:cubicBezTo>
                      <a:pt x="1045" y="318"/>
                      <a:pt x="1045" y="318"/>
                      <a:pt x="1045" y="318"/>
                    </a:cubicBezTo>
                    <a:cubicBezTo>
                      <a:pt x="1043" y="319"/>
                      <a:pt x="1043" y="319"/>
                      <a:pt x="1043" y="319"/>
                    </a:cubicBezTo>
                    <a:cubicBezTo>
                      <a:pt x="1042" y="319"/>
                      <a:pt x="1042" y="319"/>
                      <a:pt x="1042" y="319"/>
                    </a:cubicBezTo>
                    <a:cubicBezTo>
                      <a:pt x="1041" y="320"/>
                      <a:pt x="1041" y="320"/>
                      <a:pt x="1041" y="320"/>
                    </a:cubicBezTo>
                    <a:cubicBezTo>
                      <a:pt x="1040" y="320"/>
                      <a:pt x="1040" y="320"/>
                      <a:pt x="1040" y="320"/>
                    </a:cubicBezTo>
                    <a:cubicBezTo>
                      <a:pt x="1038" y="321"/>
                      <a:pt x="1038" y="321"/>
                      <a:pt x="1038" y="321"/>
                    </a:cubicBezTo>
                    <a:cubicBezTo>
                      <a:pt x="1037" y="321"/>
                      <a:pt x="1037" y="321"/>
                      <a:pt x="1037" y="321"/>
                    </a:cubicBezTo>
                    <a:cubicBezTo>
                      <a:pt x="1036" y="320"/>
                      <a:pt x="1036" y="320"/>
                      <a:pt x="1036" y="320"/>
                    </a:cubicBezTo>
                    <a:cubicBezTo>
                      <a:pt x="1034" y="321"/>
                      <a:pt x="1034" y="321"/>
                      <a:pt x="1034" y="321"/>
                    </a:cubicBezTo>
                    <a:cubicBezTo>
                      <a:pt x="1033" y="320"/>
                      <a:pt x="1033" y="320"/>
                      <a:pt x="1033" y="320"/>
                    </a:cubicBezTo>
                    <a:cubicBezTo>
                      <a:pt x="1033" y="319"/>
                      <a:pt x="1033" y="319"/>
                      <a:pt x="1033" y="319"/>
                    </a:cubicBezTo>
                    <a:cubicBezTo>
                      <a:pt x="1033" y="318"/>
                      <a:pt x="1033" y="318"/>
                      <a:pt x="1033" y="318"/>
                    </a:cubicBezTo>
                    <a:cubicBezTo>
                      <a:pt x="1034" y="317"/>
                      <a:pt x="1034" y="317"/>
                      <a:pt x="1034" y="317"/>
                    </a:cubicBezTo>
                    <a:cubicBezTo>
                      <a:pt x="1035" y="314"/>
                      <a:pt x="1035" y="314"/>
                      <a:pt x="1035" y="314"/>
                    </a:cubicBezTo>
                    <a:cubicBezTo>
                      <a:pt x="1035" y="313"/>
                      <a:pt x="1035" y="313"/>
                      <a:pt x="1035" y="313"/>
                    </a:cubicBezTo>
                    <a:cubicBezTo>
                      <a:pt x="1037" y="311"/>
                      <a:pt x="1037" y="311"/>
                      <a:pt x="1037" y="311"/>
                    </a:cubicBezTo>
                    <a:cubicBezTo>
                      <a:pt x="1037" y="309"/>
                      <a:pt x="1037" y="309"/>
                      <a:pt x="1037" y="309"/>
                    </a:cubicBezTo>
                    <a:cubicBezTo>
                      <a:pt x="1040" y="307"/>
                      <a:pt x="1040" y="307"/>
                      <a:pt x="1040" y="307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4"/>
                      <a:pt x="1040" y="304"/>
                      <a:pt x="1040" y="304"/>
                    </a:cubicBezTo>
                    <a:cubicBezTo>
                      <a:pt x="1042" y="302"/>
                      <a:pt x="1042" y="302"/>
                      <a:pt x="1042" y="302"/>
                    </a:cubicBezTo>
                    <a:cubicBezTo>
                      <a:pt x="1042" y="300"/>
                      <a:pt x="1042" y="300"/>
                      <a:pt x="1042" y="300"/>
                    </a:cubicBezTo>
                    <a:cubicBezTo>
                      <a:pt x="1043" y="299"/>
                      <a:pt x="1043" y="299"/>
                      <a:pt x="1043" y="299"/>
                    </a:cubicBezTo>
                    <a:cubicBezTo>
                      <a:pt x="1042" y="297"/>
                      <a:pt x="1042" y="297"/>
                      <a:pt x="1042" y="297"/>
                    </a:cubicBezTo>
                    <a:cubicBezTo>
                      <a:pt x="1043" y="296"/>
                      <a:pt x="1043" y="296"/>
                      <a:pt x="1043" y="296"/>
                    </a:cubicBezTo>
                    <a:cubicBezTo>
                      <a:pt x="1043" y="294"/>
                      <a:pt x="1043" y="294"/>
                      <a:pt x="1043" y="294"/>
                    </a:cubicBezTo>
                    <a:cubicBezTo>
                      <a:pt x="1043" y="291"/>
                      <a:pt x="1043" y="291"/>
                      <a:pt x="1043" y="291"/>
                    </a:cubicBezTo>
                    <a:cubicBezTo>
                      <a:pt x="1044" y="291"/>
                      <a:pt x="1044" y="291"/>
                      <a:pt x="1044" y="291"/>
                    </a:cubicBezTo>
                    <a:cubicBezTo>
                      <a:pt x="1045" y="288"/>
                      <a:pt x="1045" y="288"/>
                      <a:pt x="1045" y="288"/>
                    </a:cubicBezTo>
                    <a:cubicBezTo>
                      <a:pt x="1046" y="287"/>
                      <a:pt x="1046" y="287"/>
                      <a:pt x="1046" y="287"/>
                    </a:cubicBezTo>
                    <a:cubicBezTo>
                      <a:pt x="1045" y="285"/>
                      <a:pt x="1045" y="285"/>
                      <a:pt x="1045" y="285"/>
                    </a:cubicBezTo>
                    <a:cubicBezTo>
                      <a:pt x="1047" y="283"/>
                      <a:pt x="1047" y="283"/>
                      <a:pt x="1047" y="283"/>
                    </a:cubicBezTo>
                    <a:cubicBezTo>
                      <a:pt x="1048" y="281"/>
                      <a:pt x="1048" y="281"/>
                      <a:pt x="1048" y="281"/>
                    </a:cubicBezTo>
                    <a:cubicBezTo>
                      <a:pt x="1049" y="280"/>
                      <a:pt x="1049" y="280"/>
                      <a:pt x="1049" y="280"/>
                    </a:cubicBezTo>
                    <a:cubicBezTo>
                      <a:pt x="1048" y="277"/>
                      <a:pt x="1048" y="277"/>
                      <a:pt x="1048" y="277"/>
                    </a:cubicBezTo>
                    <a:cubicBezTo>
                      <a:pt x="1049" y="277"/>
                      <a:pt x="1049" y="277"/>
                      <a:pt x="1049" y="277"/>
                    </a:cubicBezTo>
                    <a:cubicBezTo>
                      <a:pt x="1049" y="275"/>
                      <a:pt x="1049" y="275"/>
                      <a:pt x="1049" y="275"/>
                    </a:cubicBezTo>
                    <a:cubicBezTo>
                      <a:pt x="1050" y="275"/>
                      <a:pt x="1050" y="275"/>
                      <a:pt x="1050" y="275"/>
                    </a:cubicBezTo>
                    <a:cubicBezTo>
                      <a:pt x="1051" y="275"/>
                      <a:pt x="1051" y="275"/>
                      <a:pt x="1051" y="275"/>
                    </a:cubicBezTo>
                    <a:cubicBezTo>
                      <a:pt x="1051" y="273"/>
                      <a:pt x="1051" y="273"/>
                      <a:pt x="1051" y="273"/>
                    </a:cubicBezTo>
                    <a:cubicBezTo>
                      <a:pt x="1050" y="272"/>
                      <a:pt x="1050" y="272"/>
                      <a:pt x="1050" y="272"/>
                    </a:cubicBezTo>
                    <a:cubicBezTo>
                      <a:pt x="1050" y="269"/>
                      <a:pt x="1050" y="269"/>
                      <a:pt x="1050" y="269"/>
                    </a:cubicBezTo>
                    <a:cubicBezTo>
                      <a:pt x="1050" y="267"/>
                      <a:pt x="1050" y="267"/>
                      <a:pt x="1050" y="267"/>
                    </a:cubicBezTo>
                    <a:cubicBezTo>
                      <a:pt x="1051" y="265"/>
                      <a:pt x="1051" y="265"/>
                      <a:pt x="1051" y="265"/>
                    </a:cubicBezTo>
                    <a:cubicBezTo>
                      <a:pt x="1053" y="263"/>
                      <a:pt x="1053" y="263"/>
                      <a:pt x="1053" y="263"/>
                    </a:cubicBezTo>
                    <a:cubicBezTo>
                      <a:pt x="1053" y="260"/>
                      <a:pt x="1053" y="260"/>
                      <a:pt x="1053" y="260"/>
                    </a:cubicBezTo>
                    <a:cubicBezTo>
                      <a:pt x="1052" y="257"/>
                      <a:pt x="1052" y="257"/>
                      <a:pt x="1052" y="257"/>
                    </a:cubicBezTo>
                    <a:cubicBezTo>
                      <a:pt x="1052" y="255"/>
                      <a:pt x="1052" y="255"/>
                      <a:pt x="1052" y="255"/>
                    </a:cubicBezTo>
                    <a:cubicBezTo>
                      <a:pt x="1053" y="254"/>
                      <a:pt x="1053" y="254"/>
                      <a:pt x="1053" y="254"/>
                    </a:cubicBezTo>
                    <a:cubicBezTo>
                      <a:pt x="1053" y="253"/>
                      <a:pt x="1053" y="253"/>
                      <a:pt x="1053" y="253"/>
                    </a:cubicBezTo>
                    <a:cubicBezTo>
                      <a:pt x="1056" y="251"/>
                      <a:pt x="1056" y="251"/>
                      <a:pt x="1056" y="251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8" y="250"/>
                      <a:pt x="1058" y="250"/>
                      <a:pt x="1058" y="250"/>
                    </a:cubicBezTo>
                    <a:cubicBezTo>
                      <a:pt x="1060" y="250"/>
                      <a:pt x="1060" y="250"/>
                      <a:pt x="1060" y="250"/>
                    </a:cubicBezTo>
                    <a:cubicBezTo>
                      <a:pt x="1062" y="248"/>
                      <a:pt x="1062" y="248"/>
                      <a:pt x="1062" y="248"/>
                    </a:cubicBezTo>
                    <a:cubicBezTo>
                      <a:pt x="1064" y="248"/>
                      <a:pt x="1064" y="248"/>
                      <a:pt x="1064" y="248"/>
                    </a:cubicBezTo>
                    <a:cubicBezTo>
                      <a:pt x="1067" y="247"/>
                      <a:pt x="1067" y="247"/>
                      <a:pt x="1067" y="247"/>
                    </a:cubicBezTo>
                    <a:cubicBezTo>
                      <a:pt x="1068" y="247"/>
                      <a:pt x="1068" y="247"/>
                      <a:pt x="1068" y="247"/>
                    </a:cubicBezTo>
                    <a:cubicBezTo>
                      <a:pt x="1070" y="246"/>
                      <a:pt x="1070" y="246"/>
                      <a:pt x="1070" y="246"/>
                    </a:cubicBezTo>
                    <a:cubicBezTo>
                      <a:pt x="1071" y="246"/>
                      <a:pt x="1071" y="246"/>
                      <a:pt x="1071" y="246"/>
                    </a:cubicBezTo>
                    <a:cubicBezTo>
                      <a:pt x="1073" y="246"/>
                      <a:pt x="1073" y="246"/>
                      <a:pt x="1073" y="246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7"/>
                      <a:pt x="1073" y="247"/>
                      <a:pt x="1073" y="247"/>
                    </a:cubicBezTo>
                    <a:cubicBezTo>
                      <a:pt x="1074" y="247"/>
                      <a:pt x="1074" y="247"/>
                      <a:pt x="1074" y="247"/>
                    </a:cubicBezTo>
                    <a:cubicBezTo>
                      <a:pt x="1076" y="249"/>
                      <a:pt x="1076" y="249"/>
                      <a:pt x="1076" y="249"/>
                    </a:cubicBezTo>
                    <a:cubicBezTo>
                      <a:pt x="1077" y="247"/>
                      <a:pt x="1077" y="247"/>
                      <a:pt x="1077" y="247"/>
                    </a:cubicBezTo>
                    <a:cubicBezTo>
                      <a:pt x="1079" y="246"/>
                      <a:pt x="1079" y="246"/>
                      <a:pt x="1079" y="246"/>
                    </a:cubicBezTo>
                    <a:cubicBezTo>
                      <a:pt x="1076" y="244"/>
                      <a:pt x="1076" y="244"/>
                      <a:pt x="1076" y="244"/>
                    </a:cubicBezTo>
                    <a:cubicBezTo>
                      <a:pt x="1078" y="243"/>
                      <a:pt x="1078" y="243"/>
                      <a:pt x="1078" y="243"/>
                    </a:cubicBezTo>
                    <a:cubicBezTo>
                      <a:pt x="1080" y="243"/>
                      <a:pt x="1080" y="243"/>
                      <a:pt x="1080" y="243"/>
                    </a:cubicBezTo>
                    <a:cubicBezTo>
                      <a:pt x="1082" y="243"/>
                      <a:pt x="1082" y="243"/>
                      <a:pt x="1082" y="243"/>
                    </a:cubicBezTo>
                    <a:cubicBezTo>
                      <a:pt x="1084" y="243"/>
                      <a:pt x="1084" y="243"/>
                      <a:pt x="1084" y="243"/>
                    </a:cubicBezTo>
                    <a:cubicBezTo>
                      <a:pt x="1085" y="244"/>
                      <a:pt x="1085" y="244"/>
                      <a:pt x="1085" y="244"/>
                    </a:cubicBezTo>
                    <a:cubicBezTo>
                      <a:pt x="1086" y="244"/>
                      <a:pt x="1086" y="244"/>
                      <a:pt x="1086" y="244"/>
                    </a:cubicBezTo>
                    <a:cubicBezTo>
                      <a:pt x="1087" y="243"/>
                      <a:pt x="1087" y="243"/>
                      <a:pt x="1087" y="243"/>
                    </a:cubicBezTo>
                    <a:cubicBezTo>
                      <a:pt x="1089" y="243"/>
                      <a:pt x="1089" y="243"/>
                      <a:pt x="1089" y="243"/>
                    </a:cubicBezTo>
                    <a:cubicBezTo>
                      <a:pt x="1088" y="242"/>
                      <a:pt x="1088" y="242"/>
                      <a:pt x="1088" y="242"/>
                    </a:cubicBezTo>
                    <a:cubicBezTo>
                      <a:pt x="1088" y="241"/>
                      <a:pt x="1088" y="241"/>
                      <a:pt x="1088" y="241"/>
                    </a:cubicBezTo>
                    <a:cubicBezTo>
                      <a:pt x="1090" y="241"/>
                      <a:pt x="1090" y="241"/>
                      <a:pt x="1090" y="241"/>
                    </a:cubicBezTo>
                    <a:cubicBezTo>
                      <a:pt x="1092" y="243"/>
                      <a:pt x="1092" y="243"/>
                      <a:pt x="1092" y="243"/>
                    </a:cubicBezTo>
                    <a:cubicBezTo>
                      <a:pt x="1095" y="241"/>
                      <a:pt x="1095" y="241"/>
                      <a:pt x="1095" y="241"/>
                    </a:cubicBezTo>
                    <a:cubicBezTo>
                      <a:pt x="1095" y="240"/>
                      <a:pt x="1095" y="240"/>
                      <a:pt x="1095" y="240"/>
                    </a:cubicBezTo>
                    <a:cubicBezTo>
                      <a:pt x="1094" y="239"/>
                      <a:pt x="1094" y="239"/>
                      <a:pt x="1094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6" y="238"/>
                      <a:pt x="1096" y="238"/>
                      <a:pt x="1096" y="238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6" y="234"/>
                      <a:pt x="1096" y="234"/>
                      <a:pt x="1096" y="234"/>
                    </a:cubicBezTo>
                    <a:cubicBezTo>
                      <a:pt x="1098" y="234"/>
                      <a:pt x="1098" y="234"/>
                      <a:pt x="1098" y="234"/>
                    </a:cubicBezTo>
                    <a:cubicBezTo>
                      <a:pt x="1099" y="235"/>
                      <a:pt x="1099" y="235"/>
                      <a:pt x="1099" y="235"/>
                    </a:cubicBezTo>
                    <a:cubicBezTo>
                      <a:pt x="1100" y="234"/>
                      <a:pt x="1100" y="234"/>
                      <a:pt x="1100" y="234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4" y="234"/>
                      <a:pt x="1104" y="234"/>
                      <a:pt x="1104" y="234"/>
                    </a:cubicBezTo>
                    <a:cubicBezTo>
                      <a:pt x="1104" y="235"/>
                      <a:pt x="1104" y="235"/>
                      <a:pt x="1104" y="235"/>
                    </a:cubicBezTo>
                    <a:cubicBezTo>
                      <a:pt x="1106" y="236"/>
                      <a:pt x="1106" y="236"/>
                      <a:pt x="1106" y="236"/>
                    </a:cubicBezTo>
                    <a:cubicBezTo>
                      <a:pt x="1108" y="235"/>
                      <a:pt x="1108" y="235"/>
                      <a:pt x="1108" y="235"/>
                    </a:cubicBezTo>
                    <a:cubicBezTo>
                      <a:pt x="1107" y="234"/>
                      <a:pt x="1107" y="234"/>
                      <a:pt x="1107" y="234"/>
                    </a:cubicBezTo>
                    <a:cubicBezTo>
                      <a:pt x="1108" y="234"/>
                      <a:pt x="1108" y="234"/>
                      <a:pt x="1108" y="234"/>
                    </a:cubicBezTo>
                    <a:cubicBezTo>
                      <a:pt x="1110" y="235"/>
                      <a:pt x="1110" y="235"/>
                      <a:pt x="1110" y="235"/>
                    </a:cubicBezTo>
                    <a:cubicBezTo>
                      <a:pt x="1112" y="235"/>
                      <a:pt x="1112" y="235"/>
                      <a:pt x="1112" y="235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3" y="237"/>
                      <a:pt x="1113" y="237"/>
                      <a:pt x="1113" y="237"/>
                    </a:cubicBezTo>
                    <a:cubicBezTo>
                      <a:pt x="1112" y="239"/>
                      <a:pt x="1112" y="239"/>
                      <a:pt x="1112" y="239"/>
                    </a:cubicBezTo>
                    <a:cubicBezTo>
                      <a:pt x="1112" y="240"/>
                      <a:pt x="1112" y="240"/>
                      <a:pt x="1112" y="240"/>
                    </a:cubicBezTo>
                    <a:cubicBezTo>
                      <a:pt x="1111" y="240"/>
                      <a:pt x="1111" y="240"/>
                      <a:pt x="1111" y="240"/>
                    </a:cubicBezTo>
                    <a:cubicBezTo>
                      <a:pt x="1110" y="241"/>
                      <a:pt x="1110" y="241"/>
                      <a:pt x="1110" y="241"/>
                    </a:cubicBezTo>
                    <a:cubicBezTo>
                      <a:pt x="1112" y="242"/>
                      <a:pt x="1112" y="242"/>
                      <a:pt x="1112" y="242"/>
                    </a:cubicBezTo>
                    <a:cubicBezTo>
                      <a:pt x="1113" y="242"/>
                      <a:pt x="1113" y="242"/>
                      <a:pt x="1113" y="242"/>
                    </a:cubicBezTo>
                    <a:cubicBezTo>
                      <a:pt x="1115" y="245"/>
                      <a:pt x="1115" y="245"/>
                      <a:pt x="1115" y="245"/>
                    </a:cubicBezTo>
                    <a:cubicBezTo>
                      <a:pt x="1116" y="244"/>
                      <a:pt x="1116" y="244"/>
                      <a:pt x="1116" y="244"/>
                    </a:cubicBezTo>
                    <a:cubicBezTo>
                      <a:pt x="1118" y="243"/>
                      <a:pt x="1118" y="243"/>
                      <a:pt x="1118" y="243"/>
                    </a:cubicBezTo>
                    <a:cubicBezTo>
                      <a:pt x="1119" y="242"/>
                      <a:pt x="1119" y="242"/>
                      <a:pt x="1119" y="242"/>
                    </a:cubicBezTo>
                    <a:cubicBezTo>
                      <a:pt x="1119" y="241"/>
                      <a:pt x="1119" y="241"/>
                      <a:pt x="1119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3" y="241"/>
                      <a:pt x="1123" y="241"/>
                      <a:pt x="1123" y="241"/>
                    </a:cubicBezTo>
                    <a:cubicBezTo>
                      <a:pt x="1124" y="240"/>
                      <a:pt x="1124" y="240"/>
                      <a:pt x="1124" y="240"/>
                    </a:cubicBezTo>
                    <a:cubicBezTo>
                      <a:pt x="1123" y="239"/>
                      <a:pt x="1123" y="239"/>
                      <a:pt x="1123" y="239"/>
                    </a:cubicBezTo>
                    <a:cubicBezTo>
                      <a:pt x="1124" y="239"/>
                      <a:pt x="1124" y="239"/>
                      <a:pt x="1124" y="239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6" y="236"/>
                      <a:pt x="1126" y="236"/>
                      <a:pt x="1126" y="236"/>
                    </a:cubicBezTo>
                    <a:cubicBezTo>
                      <a:pt x="1127" y="236"/>
                      <a:pt x="1127" y="236"/>
                      <a:pt x="1127" y="236"/>
                    </a:cubicBezTo>
                    <a:cubicBezTo>
                      <a:pt x="1128" y="236"/>
                      <a:pt x="1128" y="236"/>
                      <a:pt x="1128" y="236"/>
                    </a:cubicBezTo>
                    <a:cubicBezTo>
                      <a:pt x="1128" y="237"/>
                      <a:pt x="1128" y="237"/>
                      <a:pt x="1128" y="237"/>
                    </a:cubicBezTo>
                    <a:cubicBezTo>
                      <a:pt x="1130" y="238"/>
                      <a:pt x="1130" y="238"/>
                      <a:pt x="1130" y="238"/>
                    </a:cubicBezTo>
                    <a:cubicBezTo>
                      <a:pt x="1132" y="235"/>
                      <a:pt x="1132" y="235"/>
                      <a:pt x="1132" y="235"/>
                    </a:cubicBezTo>
                    <a:cubicBezTo>
                      <a:pt x="1131" y="234"/>
                      <a:pt x="1131" y="234"/>
                      <a:pt x="1131" y="234"/>
                    </a:cubicBezTo>
                    <a:cubicBezTo>
                      <a:pt x="1132" y="234"/>
                      <a:pt x="1132" y="234"/>
                      <a:pt x="1132" y="234"/>
                    </a:cubicBezTo>
                    <a:cubicBezTo>
                      <a:pt x="1133" y="234"/>
                      <a:pt x="1133" y="234"/>
                      <a:pt x="1133" y="234"/>
                    </a:cubicBezTo>
                    <a:cubicBezTo>
                      <a:pt x="1134" y="234"/>
                      <a:pt x="1134" y="234"/>
                      <a:pt x="1134" y="234"/>
                    </a:cubicBezTo>
                    <a:cubicBezTo>
                      <a:pt x="1135" y="234"/>
                      <a:pt x="1135" y="234"/>
                      <a:pt x="1135" y="234"/>
                    </a:cubicBezTo>
                    <a:cubicBezTo>
                      <a:pt x="1136" y="232"/>
                      <a:pt x="1136" y="232"/>
                      <a:pt x="1136" y="232"/>
                    </a:cubicBezTo>
                    <a:cubicBezTo>
                      <a:pt x="1134" y="231"/>
                      <a:pt x="1134" y="231"/>
                      <a:pt x="1134" y="231"/>
                    </a:cubicBezTo>
                    <a:cubicBezTo>
                      <a:pt x="1135" y="231"/>
                      <a:pt x="1135" y="231"/>
                      <a:pt x="1135" y="231"/>
                    </a:cubicBezTo>
                    <a:cubicBezTo>
                      <a:pt x="1134" y="230"/>
                      <a:pt x="1134" y="230"/>
                      <a:pt x="1134" y="230"/>
                    </a:cubicBezTo>
                    <a:cubicBezTo>
                      <a:pt x="1133" y="229"/>
                      <a:pt x="1133" y="229"/>
                      <a:pt x="1133" y="229"/>
                    </a:cubicBezTo>
                    <a:cubicBezTo>
                      <a:pt x="1131" y="228"/>
                      <a:pt x="1131" y="228"/>
                      <a:pt x="1131" y="228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29" y="228"/>
                      <a:pt x="1129" y="228"/>
                      <a:pt x="1129" y="228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8" y="228"/>
                      <a:pt x="1128" y="228"/>
                      <a:pt x="1128" y="228"/>
                    </a:cubicBezTo>
                    <a:cubicBezTo>
                      <a:pt x="1126" y="226"/>
                      <a:pt x="1126" y="226"/>
                      <a:pt x="1126" y="226"/>
                    </a:cubicBezTo>
                    <a:cubicBezTo>
                      <a:pt x="1127" y="225"/>
                      <a:pt x="1127" y="225"/>
                      <a:pt x="1127" y="225"/>
                    </a:cubicBezTo>
                    <a:cubicBezTo>
                      <a:pt x="1125" y="223"/>
                      <a:pt x="1125" y="223"/>
                      <a:pt x="1125" y="223"/>
                    </a:cubicBezTo>
                    <a:cubicBezTo>
                      <a:pt x="1126" y="220"/>
                      <a:pt x="1126" y="220"/>
                      <a:pt x="1126" y="220"/>
                    </a:cubicBezTo>
                    <a:cubicBezTo>
                      <a:pt x="1126" y="219"/>
                      <a:pt x="1126" y="219"/>
                      <a:pt x="1126" y="219"/>
                    </a:cubicBezTo>
                    <a:cubicBezTo>
                      <a:pt x="1127" y="218"/>
                      <a:pt x="1127" y="218"/>
                      <a:pt x="1127" y="218"/>
                    </a:cubicBezTo>
                    <a:cubicBezTo>
                      <a:pt x="1127" y="215"/>
                      <a:pt x="1127" y="215"/>
                      <a:pt x="1127" y="215"/>
                    </a:cubicBezTo>
                    <a:cubicBezTo>
                      <a:pt x="1129" y="214"/>
                      <a:pt x="1129" y="214"/>
                      <a:pt x="1129" y="214"/>
                    </a:cubicBezTo>
                    <a:cubicBezTo>
                      <a:pt x="1129" y="212"/>
                      <a:pt x="1129" y="212"/>
                      <a:pt x="1129" y="212"/>
                    </a:cubicBezTo>
                    <a:cubicBezTo>
                      <a:pt x="1130" y="212"/>
                      <a:pt x="1130" y="212"/>
                      <a:pt x="1130" y="212"/>
                    </a:cubicBezTo>
                    <a:cubicBezTo>
                      <a:pt x="1128" y="209"/>
                      <a:pt x="1128" y="209"/>
                      <a:pt x="1128" y="209"/>
                    </a:cubicBezTo>
                    <a:cubicBezTo>
                      <a:pt x="1129" y="204"/>
                      <a:pt x="1129" y="204"/>
                      <a:pt x="1129" y="204"/>
                    </a:cubicBezTo>
                    <a:cubicBezTo>
                      <a:pt x="1130" y="203"/>
                      <a:pt x="1130" y="203"/>
                      <a:pt x="1130" y="203"/>
                    </a:cubicBezTo>
                    <a:cubicBezTo>
                      <a:pt x="1128" y="201"/>
                      <a:pt x="1128" y="201"/>
                      <a:pt x="1128" y="201"/>
                    </a:cubicBezTo>
                    <a:cubicBezTo>
                      <a:pt x="1128" y="199"/>
                      <a:pt x="1128" y="199"/>
                      <a:pt x="1128" y="199"/>
                    </a:cubicBezTo>
                    <a:cubicBezTo>
                      <a:pt x="1127" y="198"/>
                      <a:pt x="1127" y="198"/>
                      <a:pt x="1127" y="198"/>
                    </a:cubicBezTo>
                    <a:cubicBezTo>
                      <a:pt x="1129" y="197"/>
                      <a:pt x="1129" y="197"/>
                      <a:pt x="1129" y="197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31" y="192"/>
                      <a:pt x="1131" y="192"/>
                      <a:pt x="1131" y="192"/>
                    </a:cubicBezTo>
                    <a:cubicBezTo>
                      <a:pt x="1132" y="193"/>
                      <a:pt x="1132" y="193"/>
                      <a:pt x="1132" y="193"/>
                    </a:cubicBezTo>
                    <a:cubicBezTo>
                      <a:pt x="1133" y="192"/>
                      <a:pt x="1133" y="192"/>
                      <a:pt x="1133" y="192"/>
                    </a:cubicBezTo>
                    <a:cubicBezTo>
                      <a:pt x="1134" y="192"/>
                      <a:pt x="1134" y="192"/>
                      <a:pt x="1134" y="192"/>
                    </a:cubicBezTo>
                    <a:cubicBezTo>
                      <a:pt x="1135" y="191"/>
                      <a:pt x="1135" y="191"/>
                      <a:pt x="1135" y="191"/>
                    </a:cubicBezTo>
                    <a:cubicBezTo>
                      <a:pt x="1138" y="191"/>
                      <a:pt x="1138" y="191"/>
                      <a:pt x="1138" y="191"/>
                    </a:cubicBezTo>
                    <a:cubicBezTo>
                      <a:pt x="1138" y="190"/>
                      <a:pt x="1138" y="190"/>
                      <a:pt x="1138" y="190"/>
                    </a:cubicBezTo>
                    <a:cubicBezTo>
                      <a:pt x="1139" y="190"/>
                      <a:pt x="1139" y="190"/>
                      <a:pt x="1139" y="190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1" y="188"/>
                      <a:pt x="1141" y="188"/>
                      <a:pt x="1141" y="188"/>
                    </a:cubicBezTo>
                    <a:cubicBezTo>
                      <a:pt x="1142" y="188"/>
                      <a:pt x="1142" y="188"/>
                      <a:pt x="1142" y="188"/>
                    </a:cubicBezTo>
                    <a:cubicBezTo>
                      <a:pt x="1142" y="190"/>
                      <a:pt x="1142" y="190"/>
                      <a:pt x="1142" y="190"/>
                    </a:cubicBezTo>
                    <a:cubicBezTo>
                      <a:pt x="1143" y="189"/>
                      <a:pt x="1143" y="189"/>
                      <a:pt x="1143" y="189"/>
                    </a:cubicBezTo>
                    <a:cubicBezTo>
                      <a:pt x="1144" y="191"/>
                      <a:pt x="1144" y="191"/>
                      <a:pt x="1144" y="191"/>
                    </a:cubicBezTo>
                    <a:cubicBezTo>
                      <a:pt x="1145" y="191"/>
                      <a:pt x="1145" y="191"/>
                      <a:pt x="1145" y="191"/>
                    </a:cubicBezTo>
                    <a:cubicBezTo>
                      <a:pt x="1147" y="189"/>
                      <a:pt x="1147" y="189"/>
                      <a:pt x="1147" y="189"/>
                    </a:cubicBezTo>
                    <a:cubicBezTo>
                      <a:pt x="1147" y="188"/>
                      <a:pt x="1147" y="188"/>
                      <a:pt x="1147" y="188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48" y="186"/>
                      <a:pt x="1148" y="186"/>
                      <a:pt x="1148" y="186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50" y="188"/>
                      <a:pt x="1150" y="188"/>
                      <a:pt x="1150" y="188"/>
                    </a:cubicBezTo>
                    <a:cubicBezTo>
                      <a:pt x="1150" y="189"/>
                      <a:pt x="1150" y="189"/>
                      <a:pt x="1150" y="189"/>
                    </a:cubicBezTo>
                    <a:cubicBezTo>
                      <a:pt x="1149" y="190"/>
                      <a:pt x="1149" y="190"/>
                      <a:pt x="1149" y="190"/>
                    </a:cubicBezTo>
                    <a:cubicBezTo>
                      <a:pt x="1150" y="191"/>
                      <a:pt x="1150" y="191"/>
                      <a:pt x="1150" y="191"/>
                    </a:cubicBezTo>
                    <a:cubicBezTo>
                      <a:pt x="1150" y="192"/>
                      <a:pt x="1150" y="192"/>
                      <a:pt x="1150" y="192"/>
                    </a:cubicBezTo>
                    <a:cubicBezTo>
                      <a:pt x="1149" y="193"/>
                      <a:pt x="1149" y="193"/>
                      <a:pt x="1149" y="193"/>
                    </a:cubicBezTo>
                    <a:cubicBezTo>
                      <a:pt x="1150" y="193"/>
                      <a:pt x="1150" y="193"/>
                      <a:pt x="1150" y="193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49" y="198"/>
                      <a:pt x="1149" y="198"/>
                      <a:pt x="1149" y="198"/>
                    </a:cubicBezTo>
                    <a:cubicBezTo>
                      <a:pt x="1150" y="200"/>
                      <a:pt x="1150" y="200"/>
                      <a:pt x="1150" y="200"/>
                    </a:cubicBezTo>
                    <a:cubicBezTo>
                      <a:pt x="1152" y="198"/>
                      <a:pt x="1152" y="198"/>
                      <a:pt x="1152" y="198"/>
                    </a:cubicBezTo>
                    <a:cubicBezTo>
                      <a:pt x="1152" y="199"/>
                      <a:pt x="1152" y="199"/>
                      <a:pt x="1152" y="199"/>
                    </a:cubicBezTo>
                    <a:cubicBezTo>
                      <a:pt x="1153" y="199"/>
                      <a:pt x="1153" y="199"/>
                      <a:pt x="1153" y="199"/>
                    </a:cubicBezTo>
                    <a:cubicBezTo>
                      <a:pt x="1153" y="203"/>
                      <a:pt x="1153" y="203"/>
                      <a:pt x="1153" y="203"/>
                    </a:cubicBezTo>
                    <a:cubicBezTo>
                      <a:pt x="1155" y="201"/>
                      <a:pt x="1155" y="201"/>
                      <a:pt x="1155" y="201"/>
                    </a:cubicBezTo>
                    <a:cubicBezTo>
                      <a:pt x="1155" y="200"/>
                      <a:pt x="1155" y="200"/>
                      <a:pt x="1155" y="200"/>
                    </a:cubicBezTo>
                    <a:cubicBezTo>
                      <a:pt x="1156" y="199"/>
                      <a:pt x="1156" y="199"/>
                      <a:pt x="1156" y="199"/>
                    </a:cubicBezTo>
                    <a:cubicBezTo>
                      <a:pt x="1157" y="199"/>
                      <a:pt x="1157" y="199"/>
                      <a:pt x="1157" y="199"/>
                    </a:cubicBezTo>
                    <a:cubicBezTo>
                      <a:pt x="1157" y="200"/>
                      <a:pt x="1157" y="200"/>
                      <a:pt x="1157" y="200"/>
                    </a:cubicBezTo>
                    <a:cubicBezTo>
                      <a:pt x="1156" y="202"/>
                      <a:pt x="1156" y="202"/>
                      <a:pt x="1156" y="202"/>
                    </a:cubicBezTo>
                    <a:cubicBezTo>
                      <a:pt x="1157" y="203"/>
                      <a:pt x="1157" y="203"/>
                      <a:pt x="1157" y="203"/>
                    </a:cubicBezTo>
                    <a:cubicBezTo>
                      <a:pt x="1158" y="206"/>
                      <a:pt x="1158" y="206"/>
                      <a:pt x="1158" y="206"/>
                    </a:cubicBezTo>
                    <a:cubicBezTo>
                      <a:pt x="1160" y="203"/>
                      <a:pt x="1160" y="203"/>
                      <a:pt x="1160" y="203"/>
                    </a:cubicBezTo>
                    <a:cubicBezTo>
                      <a:pt x="1161" y="202"/>
                      <a:pt x="1161" y="202"/>
                      <a:pt x="1161" y="202"/>
                    </a:cubicBezTo>
                    <a:cubicBezTo>
                      <a:pt x="1161" y="201"/>
                      <a:pt x="1161" y="201"/>
                      <a:pt x="1161" y="201"/>
                    </a:cubicBezTo>
                    <a:cubicBezTo>
                      <a:pt x="1161" y="200"/>
                      <a:pt x="1161" y="200"/>
                      <a:pt x="1161" y="200"/>
                    </a:cubicBezTo>
                    <a:cubicBezTo>
                      <a:pt x="1162" y="196"/>
                      <a:pt x="1162" y="196"/>
                      <a:pt x="1162" y="196"/>
                    </a:cubicBezTo>
                    <a:cubicBezTo>
                      <a:pt x="1163" y="195"/>
                      <a:pt x="1163" y="195"/>
                      <a:pt x="1163" y="195"/>
                    </a:cubicBezTo>
                    <a:cubicBezTo>
                      <a:pt x="1162" y="194"/>
                      <a:pt x="1162" y="194"/>
                      <a:pt x="1162" y="194"/>
                    </a:cubicBezTo>
                    <a:cubicBezTo>
                      <a:pt x="1163" y="193"/>
                      <a:pt x="1163" y="193"/>
                      <a:pt x="1163" y="193"/>
                    </a:cubicBezTo>
                    <a:cubicBezTo>
                      <a:pt x="1163" y="192"/>
                      <a:pt x="1163" y="192"/>
                      <a:pt x="1163" y="192"/>
                    </a:cubicBezTo>
                    <a:cubicBezTo>
                      <a:pt x="1162" y="191"/>
                      <a:pt x="1162" y="191"/>
                      <a:pt x="1162" y="191"/>
                    </a:cubicBezTo>
                    <a:cubicBezTo>
                      <a:pt x="1163" y="191"/>
                      <a:pt x="1163" y="191"/>
                      <a:pt x="1163" y="191"/>
                    </a:cubicBezTo>
                    <a:cubicBezTo>
                      <a:pt x="1163" y="188"/>
                      <a:pt x="1163" y="188"/>
                      <a:pt x="1163" y="188"/>
                    </a:cubicBezTo>
                    <a:cubicBezTo>
                      <a:pt x="1162" y="187"/>
                      <a:pt x="1162" y="187"/>
                      <a:pt x="1162" y="187"/>
                    </a:cubicBezTo>
                    <a:cubicBezTo>
                      <a:pt x="1163" y="186"/>
                      <a:pt x="1163" y="186"/>
                      <a:pt x="1163" y="186"/>
                    </a:cubicBezTo>
                    <a:cubicBezTo>
                      <a:pt x="1164" y="185"/>
                      <a:pt x="1164" y="185"/>
                      <a:pt x="1164" y="185"/>
                    </a:cubicBezTo>
                    <a:cubicBezTo>
                      <a:pt x="1165" y="185"/>
                      <a:pt x="1165" y="185"/>
                      <a:pt x="1165" y="185"/>
                    </a:cubicBezTo>
                    <a:cubicBezTo>
                      <a:pt x="1166" y="186"/>
                      <a:pt x="1166" y="186"/>
                      <a:pt x="1166" y="186"/>
                    </a:cubicBezTo>
                    <a:cubicBezTo>
                      <a:pt x="1168" y="187"/>
                      <a:pt x="1168" y="187"/>
                      <a:pt x="1168" y="187"/>
                    </a:cubicBezTo>
                    <a:cubicBezTo>
                      <a:pt x="1169" y="185"/>
                      <a:pt x="1169" y="185"/>
                      <a:pt x="1169" y="185"/>
                    </a:cubicBezTo>
                    <a:cubicBezTo>
                      <a:pt x="1168" y="184"/>
                      <a:pt x="1168" y="184"/>
                      <a:pt x="1168" y="184"/>
                    </a:cubicBezTo>
                    <a:cubicBezTo>
                      <a:pt x="1168" y="182"/>
                      <a:pt x="1168" y="182"/>
                      <a:pt x="1168" y="182"/>
                    </a:cubicBezTo>
                    <a:cubicBezTo>
                      <a:pt x="1166" y="181"/>
                      <a:pt x="1166" y="181"/>
                      <a:pt x="1166" y="181"/>
                    </a:cubicBezTo>
                    <a:cubicBezTo>
                      <a:pt x="1165" y="178"/>
                      <a:pt x="1165" y="178"/>
                      <a:pt x="1165" y="178"/>
                    </a:cubicBezTo>
                    <a:cubicBezTo>
                      <a:pt x="1164" y="178"/>
                      <a:pt x="1164" y="178"/>
                      <a:pt x="1164" y="178"/>
                    </a:cubicBezTo>
                    <a:cubicBezTo>
                      <a:pt x="1164" y="177"/>
                      <a:pt x="1164" y="177"/>
                      <a:pt x="1164" y="177"/>
                    </a:cubicBezTo>
                    <a:cubicBezTo>
                      <a:pt x="1162" y="176"/>
                      <a:pt x="1162" y="176"/>
                      <a:pt x="1162" y="176"/>
                    </a:cubicBezTo>
                    <a:cubicBezTo>
                      <a:pt x="1162" y="174"/>
                      <a:pt x="1162" y="174"/>
                      <a:pt x="1162" y="174"/>
                    </a:cubicBezTo>
                    <a:cubicBezTo>
                      <a:pt x="1163" y="174"/>
                      <a:pt x="1163" y="174"/>
                      <a:pt x="1163" y="174"/>
                    </a:cubicBezTo>
                    <a:cubicBezTo>
                      <a:pt x="1162" y="172"/>
                      <a:pt x="1162" y="172"/>
                      <a:pt x="1162" y="172"/>
                    </a:cubicBezTo>
                    <a:cubicBezTo>
                      <a:pt x="1161" y="171"/>
                      <a:pt x="1161" y="171"/>
                      <a:pt x="1161" y="171"/>
                    </a:cubicBezTo>
                    <a:cubicBezTo>
                      <a:pt x="1161" y="169"/>
                      <a:pt x="1161" y="169"/>
                      <a:pt x="1161" y="169"/>
                    </a:cubicBezTo>
                    <a:cubicBezTo>
                      <a:pt x="1160" y="169"/>
                      <a:pt x="1160" y="169"/>
                      <a:pt x="1160" y="169"/>
                    </a:cubicBezTo>
                    <a:cubicBezTo>
                      <a:pt x="1162" y="168"/>
                      <a:pt x="1162" y="168"/>
                      <a:pt x="1162" y="168"/>
                    </a:cubicBezTo>
                    <a:cubicBezTo>
                      <a:pt x="1163" y="168"/>
                      <a:pt x="1163" y="168"/>
                      <a:pt x="1163" y="168"/>
                    </a:cubicBezTo>
                    <a:cubicBezTo>
                      <a:pt x="1165" y="166"/>
                      <a:pt x="1165" y="166"/>
                      <a:pt x="1165" y="166"/>
                    </a:cubicBezTo>
                    <a:cubicBezTo>
                      <a:pt x="1166" y="166"/>
                      <a:pt x="1166" y="166"/>
                      <a:pt x="1166" y="166"/>
                    </a:cubicBezTo>
                    <a:cubicBezTo>
                      <a:pt x="1167" y="166"/>
                      <a:pt x="1167" y="166"/>
                      <a:pt x="1167" y="166"/>
                    </a:cubicBezTo>
                    <a:cubicBezTo>
                      <a:pt x="1169" y="167"/>
                      <a:pt x="1169" y="167"/>
                      <a:pt x="1169" y="167"/>
                    </a:cubicBezTo>
                    <a:cubicBezTo>
                      <a:pt x="1171" y="167"/>
                      <a:pt x="1171" y="167"/>
                      <a:pt x="1171" y="167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1" y="168"/>
                      <a:pt x="1171" y="168"/>
                      <a:pt x="1171" y="168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0" y="168"/>
                      <a:pt x="1170" y="168"/>
                      <a:pt x="1170" y="168"/>
                    </a:cubicBezTo>
                    <a:cubicBezTo>
                      <a:pt x="1168" y="171"/>
                      <a:pt x="1168" y="171"/>
                      <a:pt x="1168" y="171"/>
                    </a:cubicBezTo>
                    <a:cubicBezTo>
                      <a:pt x="1167" y="172"/>
                      <a:pt x="1167" y="172"/>
                      <a:pt x="1167" y="172"/>
                    </a:cubicBezTo>
                    <a:cubicBezTo>
                      <a:pt x="1168" y="174"/>
                      <a:pt x="1168" y="174"/>
                      <a:pt x="1168" y="174"/>
                    </a:cubicBezTo>
                    <a:cubicBezTo>
                      <a:pt x="1168" y="176"/>
                      <a:pt x="1168" y="176"/>
                      <a:pt x="1168" y="176"/>
                    </a:cubicBezTo>
                    <a:cubicBezTo>
                      <a:pt x="1169" y="176"/>
                      <a:pt x="1169" y="176"/>
                      <a:pt x="1169" y="176"/>
                    </a:cubicBezTo>
                    <a:cubicBezTo>
                      <a:pt x="1169" y="178"/>
                      <a:pt x="1169" y="178"/>
                      <a:pt x="1169" y="178"/>
                    </a:cubicBezTo>
                    <a:cubicBezTo>
                      <a:pt x="1171" y="179"/>
                      <a:pt x="1171" y="179"/>
                      <a:pt x="1171" y="179"/>
                    </a:cubicBezTo>
                    <a:cubicBezTo>
                      <a:pt x="1171" y="180"/>
                      <a:pt x="1171" y="180"/>
                      <a:pt x="1171" y="180"/>
                    </a:cubicBezTo>
                    <a:cubicBezTo>
                      <a:pt x="1171" y="181"/>
                      <a:pt x="1171" y="181"/>
                      <a:pt x="1171" y="181"/>
                    </a:cubicBezTo>
                    <a:cubicBezTo>
                      <a:pt x="1173" y="182"/>
                      <a:pt x="1173" y="182"/>
                      <a:pt x="1173" y="182"/>
                    </a:cubicBezTo>
                    <a:cubicBezTo>
                      <a:pt x="1173" y="183"/>
                      <a:pt x="1173" y="183"/>
                      <a:pt x="1173" y="183"/>
                    </a:cubicBezTo>
                    <a:cubicBezTo>
                      <a:pt x="1173" y="184"/>
                      <a:pt x="1173" y="184"/>
                      <a:pt x="1173" y="184"/>
                    </a:cubicBezTo>
                    <a:cubicBezTo>
                      <a:pt x="1172" y="184"/>
                      <a:pt x="1172" y="184"/>
                      <a:pt x="1172" y="184"/>
                    </a:cubicBezTo>
                    <a:cubicBezTo>
                      <a:pt x="1173" y="188"/>
                      <a:pt x="1173" y="188"/>
                      <a:pt x="1173" y="188"/>
                    </a:cubicBezTo>
                    <a:cubicBezTo>
                      <a:pt x="1174" y="189"/>
                      <a:pt x="1174" y="189"/>
                      <a:pt x="1174" y="189"/>
                    </a:cubicBezTo>
                    <a:cubicBezTo>
                      <a:pt x="1175" y="188"/>
                      <a:pt x="1175" y="188"/>
                      <a:pt x="1175" y="188"/>
                    </a:cubicBezTo>
                    <a:cubicBezTo>
                      <a:pt x="1176" y="190"/>
                      <a:pt x="1176" y="190"/>
                      <a:pt x="1176" y="190"/>
                    </a:cubicBezTo>
                    <a:cubicBezTo>
                      <a:pt x="1175" y="192"/>
                      <a:pt x="1175" y="192"/>
                      <a:pt x="1175" y="192"/>
                    </a:cubicBezTo>
                    <a:cubicBezTo>
                      <a:pt x="1175" y="195"/>
                      <a:pt x="1175" y="195"/>
                      <a:pt x="1175" y="195"/>
                    </a:cubicBezTo>
                    <a:cubicBezTo>
                      <a:pt x="1176" y="196"/>
                      <a:pt x="1176" y="196"/>
                      <a:pt x="1176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4" y="199"/>
                      <a:pt x="1174" y="199"/>
                      <a:pt x="1174" y="199"/>
                    </a:cubicBezTo>
                    <a:cubicBezTo>
                      <a:pt x="1174" y="200"/>
                      <a:pt x="1174" y="200"/>
                      <a:pt x="1174" y="200"/>
                    </a:cubicBezTo>
                    <a:cubicBezTo>
                      <a:pt x="1172" y="201"/>
                      <a:pt x="1172" y="201"/>
                      <a:pt x="1172" y="201"/>
                    </a:cubicBezTo>
                    <a:cubicBezTo>
                      <a:pt x="1172" y="202"/>
                      <a:pt x="1172" y="202"/>
                      <a:pt x="1172" y="202"/>
                    </a:cubicBezTo>
                    <a:cubicBezTo>
                      <a:pt x="1170" y="202"/>
                      <a:pt x="1170" y="202"/>
                      <a:pt x="1170" y="202"/>
                    </a:cubicBezTo>
                    <a:cubicBezTo>
                      <a:pt x="1170" y="204"/>
                      <a:pt x="1170" y="204"/>
                      <a:pt x="1170" y="204"/>
                    </a:cubicBezTo>
                    <a:cubicBezTo>
                      <a:pt x="1169" y="205"/>
                      <a:pt x="1169" y="205"/>
                      <a:pt x="1169" y="205"/>
                    </a:cubicBezTo>
                    <a:cubicBezTo>
                      <a:pt x="1170" y="208"/>
                      <a:pt x="1170" y="208"/>
                      <a:pt x="1170" y="208"/>
                    </a:cubicBezTo>
                    <a:cubicBezTo>
                      <a:pt x="1171" y="208"/>
                      <a:pt x="1171" y="208"/>
                      <a:pt x="1171" y="208"/>
                    </a:cubicBezTo>
                    <a:cubicBezTo>
                      <a:pt x="1171" y="209"/>
                      <a:pt x="1171" y="209"/>
                      <a:pt x="1171" y="209"/>
                    </a:cubicBezTo>
                    <a:cubicBezTo>
                      <a:pt x="1170" y="211"/>
                      <a:pt x="1170" y="211"/>
                      <a:pt x="1170" y="211"/>
                    </a:cubicBezTo>
                    <a:cubicBezTo>
                      <a:pt x="1170" y="212"/>
                      <a:pt x="1170" y="212"/>
                      <a:pt x="1170" y="212"/>
                    </a:cubicBezTo>
                    <a:cubicBezTo>
                      <a:pt x="1171" y="213"/>
                      <a:pt x="1171" y="213"/>
                      <a:pt x="1171" y="213"/>
                    </a:cubicBezTo>
                    <a:cubicBezTo>
                      <a:pt x="1170" y="216"/>
                      <a:pt x="1170" y="216"/>
                      <a:pt x="1170" y="216"/>
                    </a:cubicBezTo>
                    <a:cubicBezTo>
                      <a:pt x="1171" y="218"/>
                      <a:pt x="1171" y="218"/>
                      <a:pt x="1171" y="218"/>
                    </a:cubicBezTo>
                    <a:cubicBezTo>
                      <a:pt x="1170" y="218"/>
                      <a:pt x="1170" y="218"/>
                      <a:pt x="1170" y="218"/>
                    </a:cubicBezTo>
                    <a:cubicBezTo>
                      <a:pt x="1168" y="219"/>
                      <a:pt x="1168" y="219"/>
                      <a:pt x="1168" y="219"/>
                    </a:cubicBezTo>
                    <a:cubicBezTo>
                      <a:pt x="1168" y="221"/>
                      <a:pt x="1168" y="221"/>
                      <a:pt x="1168" y="221"/>
                    </a:cubicBezTo>
                    <a:cubicBezTo>
                      <a:pt x="1169" y="222"/>
                      <a:pt x="1169" y="222"/>
                      <a:pt x="1169" y="222"/>
                    </a:cubicBezTo>
                    <a:cubicBezTo>
                      <a:pt x="1168" y="224"/>
                      <a:pt x="1168" y="224"/>
                      <a:pt x="1168" y="224"/>
                    </a:cubicBezTo>
                    <a:cubicBezTo>
                      <a:pt x="1168" y="225"/>
                      <a:pt x="1168" y="225"/>
                      <a:pt x="1168" y="225"/>
                    </a:cubicBezTo>
                    <a:cubicBezTo>
                      <a:pt x="1168" y="226"/>
                      <a:pt x="1168" y="226"/>
                      <a:pt x="1168" y="226"/>
                    </a:cubicBezTo>
                    <a:cubicBezTo>
                      <a:pt x="1169" y="227"/>
                      <a:pt x="1169" y="227"/>
                      <a:pt x="1169" y="227"/>
                    </a:cubicBezTo>
                    <a:cubicBezTo>
                      <a:pt x="1168" y="227"/>
                      <a:pt x="1168" y="227"/>
                      <a:pt x="1168" y="227"/>
                    </a:cubicBezTo>
                    <a:cubicBezTo>
                      <a:pt x="1168" y="230"/>
                      <a:pt x="1168" y="230"/>
                      <a:pt x="1168" y="230"/>
                    </a:cubicBezTo>
                    <a:cubicBezTo>
                      <a:pt x="1168" y="231"/>
                      <a:pt x="1168" y="231"/>
                      <a:pt x="1168" y="231"/>
                    </a:cubicBezTo>
                    <a:cubicBezTo>
                      <a:pt x="1168" y="232"/>
                      <a:pt x="1168" y="232"/>
                      <a:pt x="1168" y="232"/>
                    </a:cubicBezTo>
                    <a:cubicBezTo>
                      <a:pt x="1167" y="234"/>
                      <a:pt x="1167" y="234"/>
                      <a:pt x="1167" y="234"/>
                    </a:cubicBezTo>
                    <a:cubicBezTo>
                      <a:pt x="1168" y="236"/>
                      <a:pt x="1168" y="236"/>
                      <a:pt x="1168" y="236"/>
                    </a:cubicBezTo>
                    <a:cubicBezTo>
                      <a:pt x="1168" y="238"/>
                      <a:pt x="1168" y="238"/>
                      <a:pt x="1168" y="238"/>
                    </a:cubicBezTo>
                    <a:cubicBezTo>
                      <a:pt x="1169" y="241"/>
                      <a:pt x="1169" y="241"/>
                      <a:pt x="1169" y="241"/>
                    </a:cubicBezTo>
                    <a:cubicBezTo>
                      <a:pt x="1167" y="245"/>
                      <a:pt x="1167" y="245"/>
                      <a:pt x="1167" y="245"/>
                    </a:cubicBezTo>
                    <a:cubicBezTo>
                      <a:pt x="1167" y="246"/>
                      <a:pt x="1167" y="246"/>
                      <a:pt x="1167" y="246"/>
                    </a:cubicBezTo>
                    <a:cubicBezTo>
                      <a:pt x="1164" y="246"/>
                      <a:pt x="1164" y="246"/>
                      <a:pt x="1164" y="246"/>
                    </a:cubicBezTo>
                    <a:cubicBezTo>
                      <a:pt x="1164" y="250"/>
                      <a:pt x="1164" y="250"/>
                      <a:pt x="1164" y="250"/>
                    </a:cubicBezTo>
                    <a:cubicBezTo>
                      <a:pt x="1164" y="251"/>
                      <a:pt x="1164" y="251"/>
                      <a:pt x="1164" y="251"/>
                    </a:cubicBezTo>
                    <a:cubicBezTo>
                      <a:pt x="1163" y="252"/>
                      <a:pt x="1163" y="252"/>
                      <a:pt x="1163" y="252"/>
                    </a:cubicBezTo>
                    <a:cubicBezTo>
                      <a:pt x="1160" y="251"/>
                      <a:pt x="1160" y="251"/>
                      <a:pt x="1160" y="251"/>
                    </a:cubicBezTo>
                    <a:cubicBezTo>
                      <a:pt x="1158" y="252"/>
                      <a:pt x="1158" y="252"/>
                      <a:pt x="1158" y="252"/>
                    </a:cubicBezTo>
                    <a:cubicBezTo>
                      <a:pt x="1158" y="254"/>
                      <a:pt x="1158" y="254"/>
                      <a:pt x="1158" y="254"/>
                    </a:cubicBezTo>
                    <a:cubicBezTo>
                      <a:pt x="1161" y="254"/>
                      <a:pt x="1161" y="254"/>
                      <a:pt x="1161" y="254"/>
                    </a:cubicBezTo>
                    <a:cubicBezTo>
                      <a:pt x="1163" y="258"/>
                      <a:pt x="1163" y="258"/>
                      <a:pt x="1163" y="258"/>
                    </a:cubicBezTo>
                    <a:cubicBezTo>
                      <a:pt x="1163" y="261"/>
                      <a:pt x="1163" y="261"/>
                      <a:pt x="1163" y="261"/>
                    </a:cubicBezTo>
                    <a:cubicBezTo>
                      <a:pt x="1162" y="262"/>
                      <a:pt x="1162" y="262"/>
                      <a:pt x="1162" y="262"/>
                    </a:cubicBezTo>
                    <a:cubicBezTo>
                      <a:pt x="1163" y="263"/>
                      <a:pt x="1163" y="263"/>
                      <a:pt x="1163" y="263"/>
                    </a:cubicBezTo>
                    <a:cubicBezTo>
                      <a:pt x="1162" y="263"/>
                      <a:pt x="1162" y="263"/>
                      <a:pt x="1162" y="263"/>
                    </a:cubicBezTo>
                    <a:cubicBezTo>
                      <a:pt x="1162" y="265"/>
                      <a:pt x="1162" y="265"/>
                      <a:pt x="1162" y="265"/>
                    </a:cubicBezTo>
                    <a:cubicBezTo>
                      <a:pt x="1160" y="267"/>
                      <a:pt x="1160" y="267"/>
                      <a:pt x="1160" y="267"/>
                    </a:cubicBezTo>
                    <a:cubicBezTo>
                      <a:pt x="1160" y="271"/>
                      <a:pt x="1160" y="271"/>
                      <a:pt x="1160" y="271"/>
                    </a:cubicBezTo>
                    <a:cubicBezTo>
                      <a:pt x="1161" y="273"/>
                      <a:pt x="1161" y="273"/>
                      <a:pt x="1161" y="273"/>
                    </a:cubicBezTo>
                    <a:cubicBezTo>
                      <a:pt x="1162" y="278"/>
                      <a:pt x="1162" y="278"/>
                      <a:pt x="1162" y="278"/>
                    </a:cubicBezTo>
                    <a:cubicBezTo>
                      <a:pt x="1164" y="282"/>
                      <a:pt x="1164" y="282"/>
                      <a:pt x="1164" y="282"/>
                    </a:cubicBezTo>
                    <a:cubicBezTo>
                      <a:pt x="1164" y="284"/>
                      <a:pt x="1164" y="284"/>
                      <a:pt x="1164" y="284"/>
                    </a:cubicBezTo>
                    <a:cubicBezTo>
                      <a:pt x="1167" y="291"/>
                      <a:pt x="1167" y="291"/>
                      <a:pt x="1167" y="291"/>
                    </a:cubicBezTo>
                    <a:cubicBezTo>
                      <a:pt x="1171" y="299"/>
                      <a:pt x="1171" y="299"/>
                      <a:pt x="1171" y="299"/>
                    </a:cubicBezTo>
                    <a:cubicBezTo>
                      <a:pt x="1175" y="306"/>
                      <a:pt x="1175" y="306"/>
                      <a:pt x="1175" y="306"/>
                    </a:cubicBezTo>
                    <a:cubicBezTo>
                      <a:pt x="1177" y="308"/>
                      <a:pt x="1177" y="308"/>
                      <a:pt x="1177" y="308"/>
                    </a:cubicBezTo>
                    <a:cubicBezTo>
                      <a:pt x="1177" y="310"/>
                      <a:pt x="1177" y="310"/>
                      <a:pt x="1177" y="310"/>
                    </a:cubicBezTo>
                    <a:cubicBezTo>
                      <a:pt x="1182" y="316"/>
                      <a:pt x="1182" y="316"/>
                      <a:pt x="1182" y="316"/>
                    </a:cubicBezTo>
                    <a:cubicBezTo>
                      <a:pt x="1188" y="326"/>
                      <a:pt x="1188" y="326"/>
                      <a:pt x="1188" y="326"/>
                    </a:cubicBezTo>
                    <a:cubicBezTo>
                      <a:pt x="1191" y="327"/>
                      <a:pt x="1191" y="327"/>
                      <a:pt x="1191" y="327"/>
                    </a:cubicBezTo>
                    <a:cubicBezTo>
                      <a:pt x="1193" y="328"/>
                      <a:pt x="1193" y="328"/>
                      <a:pt x="1193" y="328"/>
                    </a:cubicBezTo>
                    <a:cubicBezTo>
                      <a:pt x="1192" y="328"/>
                      <a:pt x="1192" y="328"/>
                      <a:pt x="1192" y="328"/>
                    </a:cubicBezTo>
                    <a:cubicBezTo>
                      <a:pt x="1190" y="327"/>
                      <a:pt x="1190" y="327"/>
                      <a:pt x="1190" y="327"/>
                    </a:cubicBezTo>
                    <a:cubicBezTo>
                      <a:pt x="1193" y="331"/>
                      <a:pt x="1193" y="331"/>
                      <a:pt x="1193" y="331"/>
                    </a:cubicBezTo>
                    <a:cubicBezTo>
                      <a:pt x="1196" y="337"/>
                      <a:pt x="1196" y="337"/>
                      <a:pt x="1196" y="337"/>
                    </a:cubicBezTo>
                    <a:cubicBezTo>
                      <a:pt x="1196" y="340"/>
                      <a:pt x="1196" y="340"/>
                      <a:pt x="1196" y="340"/>
                    </a:cubicBezTo>
                    <a:cubicBezTo>
                      <a:pt x="1198" y="343"/>
                      <a:pt x="1198" y="343"/>
                      <a:pt x="1198" y="343"/>
                    </a:cubicBezTo>
                    <a:cubicBezTo>
                      <a:pt x="1201" y="343"/>
                      <a:pt x="1201" y="343"/>
                      <a:pt x="1201" y="343"/>
                    </a:cubicBezTo>
                    <a:cubicBezTo>
                      <a:pt x="1201" y="344"/>
                      <a:pt x="1201" y="344"/>
                      <a:pt x="1201" y="344"/>
                    </a:cubicBezTo>
                    <a:cubicBezTo>
                      <a:pt x="1201" y="345"/>
                      <a:pt x="1201" y="345"/>
                      <a:pt x="1201" y="345"/>
                    </a:cubicBezTo>
                    <a:cubicBezTo>
                      <a:pt x="1201" y="346"/>
                      <a:pt x="1201" y="346"/>
                      <a:pt x="1201" y="346"/>
                    </a:cubicBezTo>
                    <a:cubicBezTo>
                      <a:pt x="1201" y="348"/>
                      <a:pt x="1201" y="348"/>
                      <a:pt x="1201" y="348"/>
                    </a:cubicBezTo>
                    <a:cubicBezTo>
                      <a:pt x="1200" y="347"/>
                      <a:pt x="1200" y="347"/>
                      <a:pt x="1200" y="347"/>
                    </a:cubicBezTo>
                    <a:cubicBezTo>
                      <a:pt x="1199" y="348"/>
                      <a:pt x="1199" y="348"/>
                      <a:pt x="1199" y="348"/>
                    </a:cubicBezTo>
                    <a:cubicBezTo>
                      <a:pt x="1199" y="350"/>
                      <a:pt x="1199" y="350"/>
                      <a:pt x="1199" y="350"/>
                    </a:cubicBezTo>
                    <a:cubicBezTo>
                      <a:pt x="1197" y="348"/>
                      <a:pt x="1197" y="348"/>
                      <a:pt x="1197" y="348"/>
                    </a:cubicBezTo>
                    <a:cubicBezTo>
                      <a:pt x="1197" y="350"/>
                      <a:pt x="1197" y="350"/>
                      <a:pt x="1197" y="350"/>
                    </a:cubicBezTo>
                    <a:cubicBezTo>
                      <a:pt x="1197" y="353"/>
                      <a:pt x="1197" y="353"/>
                      <a:pt x="1197" y="353"/>
                    </a:cubicBezTo>
                    <a:cubicBezTo>
                      <a:pt x="1197" y="354"/>
                      <a:pt x="1197" y="354"/>
                      <a:pt x="1197" y="354"/>
                    </a:cubicBezTo>
                    <a:cubicBezTo>
                      <a:pt x="1196" y="354"/>
                      <a:pt x="1196" y="354"/>
                      <a:pt x="1196" y="354"/>
                    </a:cubicBezTo>
                    <a:cubicBezTo>
                      <a:pt x="1195" y="356"/>
                      <a:pt x="1195" y="356"/>
                      <a:pt x="1195" y="356"/>
                    </a:cubicBezTo>
                    <a:cubicBezTo>
                      <a:pt x="1194" y="356"/>
                      <a:pt x="1194" y="356"/>
                      <a:pt x="1194" y="356"/>
                    </a:cubicBezTo>
                    <a:cubicBezTo>
                      <a:pt x="1193" y="357"/>
                      <a:pt x="1193" y="357"/>
                      <a:pt x="1193" y="357"/>
                    </a:cubicBezTo>
                    <a:cubicBezTo>
                      <a:pt x="1195" y="358"/>
                      <a:pt x="1195" y="358"/>
                      <a:pt x="1195" y="358"/>
                    </a:cubicBezTo>
                    <a:cubicBezTo>
                      <a:pt x="1195" y="359"/>
                      <a:pt x="1195" y="359"/>
                      <a:pt x="1195" y="359"/>
                    </a:cubicBezTo>
                    <a:cubicBezTo>
                      <a:pt x="1193" y="359"/>
                      <a:pt x="1193" y="359"/>
                      <a:pt x="1193" y="359"/>
                    </a:cubicBezTo>
                    <a:cubicBezTo>
                      <a:pt x="1194" y="361"/>
                      <a:pt x="1194" y="361"/>
                      <a:pt x="1194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8" y="362"/>
                      <a:pt x="1198" y="362"/>
                      <a:pt x="1198" y="362"/>
                    </a:cubicBezTo>
                    <a:cubicBezTo>
                      <a:pt x="1198" y="359"/>
                      <a:pt x="1198" y="359"/>
                      <a:pt x="1198" y="359"/>
                    </a:cubicBezTo>
                    <a:cubicBezTo>
                      <a:pt x="1198" y="358"/>
                      <a:pt x="1198" y="358"/>
                      <a:pt x="1198" y="358"/>
                    </a:cubicBezTo>
                    <a:cubicBezTo>
                      <a:pt x="1199" y="358"/>
                      <a:pt x="1199" y="358"/>
                      <a:pt x="1199" y="358"/>
                    </a:cubicBezTo>
                    <a:cubicBezTo>
                      <a:pt x="1200" y="356"/>
                      <a:pt x="1200" y="356"/>
                      <a:pt x="1200" y="356"/>
                    </a:cubicBezTo>
                    <a:cubicBezTo>
                      <a:pt x="1200" y="355"/>
                      <a:pt x="1200" y="355"/>
                      <a:pt x="1200" y="355"/>
                    </a:cubicBezTo>
                    <a:cubicBezTo>
                      <a:pt x="1200" y="354"/>
                      <a:pt x="1200" y="354"/>
                      <a:pt x="1200" y="354"/>
                    </a:cubicBezTo>
                    <a:cubicBezTo>
                      <a:pt x="1201" y="353"/>
                      <a:pt x="1201" y="353"/>
                      <a:pt x="1201" y="353"/>
                    </a:cubicBezTo>
                    <a:cubicBezTo>
                      <a:pt x="1200" y="351"/>
                      <a:pt x="1200" y="351"/>
                      <a:pt x="1200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2" y="350"/>
                      <a:pt x="1202" y="350"/>
                      <a:pt x="1202" y="350"/>
                    </a:cubicBezTo>
                    <a:cubicBezTo>
                      <a:pt x="1202" y="349"/>
                      <a:pt x="1202" y="349"/>
                      <a:pt x="1202" y="349"/>
                    </a:cubicBezTo>
                    <a:cubicBezTo>
                      <a:pt x="1204" y="344"/>
                      <a:pt x="1204" y="344"/>
                      <a:pt x="1204" y="344"/>
                    </a:cubicBezTo>
                    <a:cubicBezTo>
                      <a:pt x="1204" y="341"/>
                      <a:pt x="1204" y="341"/>
                      <a:pt x="1204" y="341"/>
                    </a:cubicBezTo>
                    <a:cubicBezTo>
                      <a:pt x="1205" y="341"/>
                      <a:pt x="1205" y="341"/>
                      <a:pt x="1205" y="341"/>
                    </a:cubicBezTo>
                    <a:cubicBezTo>
                      <a:pt x="1205" y="340"/>
                      <a:pt x="1205" y="340"/>
                      <a:pt x="1205" y="340"/>
                    </a:cubicBezTo>
                    <a:cubicBezTo>
                      <a:pt x="1207" y="338"/>
                      <a:pt x="1207" y="338"/>
                      <a:pt x="1207" y="338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5"/>
                      <a:pt x="1207" y="335"/>
                      <a:pt x="1207" y="335"/>
                    </a:cubicBezTo>
                    <a:cubicBezTo>
                      <a:pt x="1208" y="331"/>
                      <a:pt x="1208" y="331"/>
                      <a:pt x="1208" y="331"/>
                    </a:cubicBezTo>
                    <a:cubicBezTo>
                      <a:pt x="1207" y="330"/>
                      <a:pt x="1207" y="330"/>
                      <a:pt x="1207" y="330"/>
                    </a:cubicBezTo>
                    <a:cubicBezTo>
                      <a:pt x="1207" y="328"/>
                      <a:pt x="1207" y="328"/>
                      <a:pt x="1207" y="328"/>
                    </a:cubicBezTo>
                    <a:cubicBezTo>
                      <a:pt x="1209" y="327"/>
                      <a:pt x="1209" y="327"/>
                      <a:pt x="1209" y="327"/>
                    </a:cubicBezTo>
                    <a:cubicBezTo>
                      <a:pt x="1207" y="325"/>
                      <a:pt x="1207" y="325"/>
                      <a:pt x="1207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5" y="323"/>
                      <a:pt x="1205" y="323"/>
                      <a:pt x="1205" y="323"/>
                    </a:cubicBezTo>
                    <a:cubicBezTo>
                      <a:pt x="1207" y="322"/>
                      <a:pt x="1207" y="322"/>
                      <a:pt x="1207" y="322"/>
                    </a:cubicBezTo>
                    <a:cubicBezTo>
                      <a:pt x="1205" y="321"/>
                      <a:pt x="1205" y="321"/>
                      <a:pt x="1205" y="321"/>
                    </a:cubicBezTo>
                    <a:cubicBezTo>
                      <a:pt x="1205" y="320"/>
                      <a:pt x="1205" y="320"/>
                      <a:pt x="1205" y="320"/>
                    </a:cubicBezTo>
                    <a:cubicBezTo>
                      <a:pt x="1206" y="318"/>
                      <a:pt x="1206" y="318"/>
                      <a:pt x="1206" y="318"/>
                    </a:cubicBezTo>
                    <a:cubicBezTo>
                      <a:pt x="1205" y="318"/>
                      <a:pt x="1205" y="318"/>
                      <a:pt x="1205" y="318"/>
                    </a:cubicBezTo>
                    <a:cubicBezTo>
                      <a:pt x="1207" y="316"/>
                      <a:pt x="1207" y="316"/>
                      <a:pt x="1207" y="316"/>
                    </a:cubicBezTo>
                    <a:cubicBezTo>
                      <a:pt x="1208" y="316"/>
                      <a:pt x="1208" y="316"/>
                      <a:pt x="1208" y="316"/>
                    </a:cubicBezTo>
                    <a:cubicBezTo>
                      <a:pt x="1210" y="315"/>
                      <a:pt x="1210" y="315"/>
                      <a:pt x="1210" y="315"/>
                    </a:cubicBezTo>
                    <a:cubicBezTo>
                      <a:pt x="1211" y="314"/>
                      <a:pt x="1211" y="314"/>
                      <a:pt x="1211" y="314"/>
                    </a:cubicBezTo>
                    <a:cubicBezTo>
                      <a:pt x="1211" y="315"/>
                      <a:pt x="1211" y="315"/>
                      <a:pt x="1211" y="315"/>
                    </a:cubicBezTo>
                    <a:cubicBezTo>
                      <a:pt x="1214" y="315"/>
                      <a:pt x="1214" y="315"/>
                      <a:pt x="1214" y="315"/>
                    </a:cubicBezTo>
                    <a:cubicBezTo>
                      <a:pt x="1212" y="312"/>
                      <a:pt x="1212" y="312"/>
                      <a:pt x="1212" y="312"/>
                    </a:cubicBezTo>
                    <a:cubicBezTo>
                      <a:pt x="1210" y="311"/>
                      <a:pt x="1210" y="311"/>
                      <a:pt x="1210" y="311"/>
                    </a:cubicBezTo>
                    <a:cubicBezTo>
                      <a:pt x="1211" y="310"/>
                      <a:pt x="1211" y="310"/>
                      <a:pt x="1211" y="310"/>
                    </a:cubicBezTo>
                    <a:cubicBezTo>
                      <a:pt x="1208" y="308"/>
                      <a:pt x="1208" y="308"/>
                      <a:pt x="1208" y="308"/>
                    </a:cubicBezTo>
                    <a:cubicBezTo>
                      <a:pt x="1207" y="305"/>
                      <a:pt x="1207" y="305"/>
                      <a:pt x="1207" y="305"/>
                    </a:cubicBezTo>
                    <a:cubicBezTo>
                      <a:pt x="1208" y="301"/>
                      <a:pt x="1208" y="301"/>
                      <a:pt x="1208" y="301"/>
                    </a:cubicBezTo>
                    <a:cubicBezTo>
                      <a:pt x="1207" y="300"/>
                      <a:pt x="1207" y="300"/>
                      <a:pt x="1207" y="300"/>
                    </a:cubicBezTo>
                    <a:cubicBezTo>
                      <a:pt x="1208" y="299"/>
                      <a:pt x="1208" y="299"/>
                      <a:pt x="1208" y="299"/>
                    </a:cubicBezTo>
                    <a:cubicBezTo>
                      <a:pt x="1208" y="297"/>
                      <a:pt x="1208" y="297"/>
                      <a:pt x="1208" y="297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11" y="293"/>
                      <a:pt x="1211" y="293"/>
                      <a:pt x="1211" y="293"/>
                    </a:cubicBezTo>
                    <a:cubicBezTo>
                      <a:pt x="1212" y="294"/>
                      <a:pt x="1212" y="294"/>
                      <a:pt x="1212" y="294"/>
                    </a:cubicBezTo>
                    <a:cubicBezTo>
                      <a:pt x="1217" y="292"/>
                      <a:pt x="1217" y="292"/>
                      <a:pt x="1217" y="292"/>
                    </a:cubicBezTo>
                    <a:cubicBezTo>
                      <a:pt x="1217" y="290"/>
                      <a:pt x="1217" y="290"/>
                      <a:pt x="1217" y="290"/>
                    </a:cubicBezTo>
                    <a:cubicBezTo>
                      <a:pt x="1218" y="288"/>
                      <a:pt x="1218" y="288"/>
                      <a:pt x="1218" y="288"/>
                    </a:cubicBezTo>
                    <a:cubicBezTo>
                      <a:pt x="1216" y="287"/>
                      <a:pt x="1216" y="287"/>
                      <a:pt x="1216" y="287"/>
                    </a:cubicBezTo>
                    <a:cubicBezTo>
                      <a:pt x="1213" y="283"/>
                      <a:pt x="1213" y="283"/>
                      <a:pt x="1213" y="283"/>
                    </a:cubicBezTo>
                    <a:cubicBezTo>
                      <a:pt x="1212" y="283"/>
                      <a:pt x="1212" y="283"/>
                      <a:pt x="1212" y="283"/>
                    </a:cubicBezTo>
                    <a:cubicBezTo>
                      <a:pt x="1209" y="278"/>
                      <a:pt x="1209" y="278"/>
                      <a:pt x="1209" y="278"/>
                    </a:cubicBezTo>
                    <a:cubicBezTo>
                      <a:pt x="1209" y="277"/>
                      <a:pt x="1209" y="277"/>
                      <a:pt x="1209" y="277"/>
                    </a:cubicBezTo>
                    <a:cubicBezTo>
                      <a:pt x="1208" y="276"/>
                      <a:pt x="1208" y="276"/>
                      <a:pt x="1208" y="276"/>
                    </a:cubicBezTo>
                    <a:cubicBezTo>
                      <a:pt x="1208" y="271"/>
                      <a:pt x="1208" y="271"/>
                      <a:pt x="1208" y="271"/>
                    </a:cubicBezTo>
                    <a:cubicBezTo>
                      <a:pt x="1208" y="270"/>
                      <a:pt x="1208" y="270"/>
                      <a:pt x="1208" y="270"/>
                    </a:cubicBezTo>
                    <a:cubicBezTo>
                      <a:pt x="1207" y="268"/>
                      <a:pt x="1207" y="268"/>
                      <a:pt x="1207" y="268"/>
                    </a:cubicBezTo>
                    <a:cubicBezTo>
                      <a:pt x="1208" y="267"/>
                      <a:pt x="1208" y="267"/>
                      <a:pt x="1208" y="267"/>
                    </a:cubicBezTo>
                    <a:cubicBezTo>
                      <a:pt x="1211" y="268"/>
                      <a:pt x="1211" y="268"/>
                      <a:pt x="1211" y="268"/>
                    </a:cubicBezTo>
                    <a:cubicBezTo>
                      <a:pt x="1213" y="269"/>
                      <a:pt x="1213" y="269"/>
                      <a:pt x="1213" y="269"/>
                    </a:cubicBezTo>
                    <a:cubicBezTo>
                      <a:pt x="1214" y="269"/>
                      <a:pt x="1214" y="269"/>
                      <a:pt x="1214" y="269"/>
                    </a:cubicBezTo>
                    <a:cubicBezTo>
                      <a:pt x="1214" y="266"/>
                      <a:pt x="1214" y="266"/>
                      <a:pt x="1214" y="266"/>
                    </a:cubicBezTo>
                    <a:cubicBezTo>
                      <a:pt x="1215" y="265"/>
                      <a:pt x="1215" y="265"/>
                      <a:pt x="1215" y="265"/>
                    </a:cubicBezTo>
                    <a:cubicBezTo>
                      <a:pt x="1214" y="263"/>
                      <a:pt x="1214" y="263"/>
                      <a:pt x="1214" y="263"/>
                    </a:cubicBezTo>
                    <a:cubicBezTo>
                      <a:pt x="1211" y="260"/>
                      <a:pt x="1211" y="260"/>
                      <a:pt x="1211" y="260"/>
                    </a:cubicBezTo>
                    <a:cubicBezTo>
                      <a:pt x="1211" y="256"/>
                      <a:pt x="1211" y="256"/>
                      <a:pt x="1211" y="256"/>
                    </a:cubicBezTo>
                    <a:cubicBezTo>
                      <a:pt x="1209" y="255"/>
                      <a:pt x="1209" y="255"/>
                      <a:pt x="1209" y="255"/>
                    </a:cubicBezTo>
                    <a:cubicBezTo>
                      <a:pt x="1208" y="255"/>
                      <a:pt x="1208" y="255"/>
                      <a:pt x="1208" y="255"/>
                    </a:cubicBezTo>
                    <a:cubicBezTo>
                      <a:pt x="1207" y="256"/>
                      <a:pt x="1207" y="256"/>
                      <a:pt x="1207" y="256"/>
                    </a:cubicBezTo>
                    <a:cubicBezTo>
                      <a:pt x="1206" y="257"/>
                      <a:pt x="1206" y="257"/>
                      <a:pt x="1206" y="257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5" y="257"/>
                      <a:pt x="1205" y="257"/>
                      <a:pt x="1205" y="257"/>
                    </a:cubicBezTo>
                    <a:cubicBezTo>
                      <a:pt x="1205" y="255"/>
                      <a:pt x="1205" y="255"/>
                      <a:pt x="1205" y="255"/>
                    </a:cubicBezTo>
                    <a:cubicBezTo>
                      <a:pt x="1204" y="253"/>
                      <a:pt x="1204" y="253"/>
                      <a:pt x="1204" y="253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4" y="249"/>
                      <a:pt x="1204" y="249"/>
                      <a:pt x="1204" y="249"/>
                    </a:cubicBezTo>
                    <a:cubicBezTo>
                      <a:pt x="1204" y="248"/>
                      <a:pt x="1204" y="248"/>
                      <a:pt x="1204" y="248"/>
                    </a:cubicBezTo>
                    <a:cubicBezTo>
                      <a:pt x="1205" y="246"/>
                      <a:pt x="1205" y="246"/>
                      <a:pt x="1205" y="246"/>
                    </a:cubicBezTo>
                    <a:cubicBezTo>
                      <a:pt x="1204" y="245"/>
                      <a:pt x="1204" y="245"/>
                      <a:pt x="1204" y="245"/>
                    </a:cubicBezTo>
                    <a:cubicBezTo>
                      <a:pt x="1204" y="244"/>
                      <a:pt x="1204" y="244"/>
                      <a:pt x="1204" y="244"/>
                    </a:cubicBezTo>
                    <a:cubicBezTo>
                      <a:pt x="1204" y="243"/>
                      <a:pt x="1204" y="243"/>
                      <a:pt x="1204" y="243"/>
                    </a:cubicBezTo>
                    <a:cubicBezTo>
                      <a:pt x="1202" y="242"/>
                      <a:pt x="1202" y="242"/>
                      <a:pt x="1202" y="242"/>
                    </a:cubicBezTo>
                    <a:cubicBezTo>
                      <a:pt x="1201" y="242"/>
                      <a:pt x="1201" y="242"/>
                      <a:pt x="1201" y="242"/>
                    </a:cubicBezTo>
                    <a:cubicBezTo>
                      <a:pt x="1199" y="240"/>
                      <a:pt x="1199" y="240"/>
                      <a:pt x="1199" y="240"/>
                    </a:cubicBezTo>
                    <a:cubicBezTo>
                      <a:pt x="1197" y="240"/>
                      <a:pt x="1197" y="240"/>
                      <a:pt x="1197" y="240"/>
                    </a:cubicBezTo>
                    <a:cubicBezTo>
                      <a:pt x="1195" y="241"/>
                      <a:pt x="1195" y="241"/>
                      <a:pt x="1195" y="241"/>
                    </a:cubicBezTo>
                    <a:cubicBezTo>
                      <a:pt x="1195" y="243"/>
                      <a:pt x="1195" y="243"/>
                      <a:pt x="1195" y="243"/>
                    </a:cubicBezTo>
                    <a:cubicBezTo>
                      <a:pt x="1197" y="245"/>
                      <a:pt x="1197" y="245"/>
                      <a:pt x="1197" y="245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6" y="245"/>
                      <a:pt x="1196" y="245"/>
                      <a:pt x="1196" y="245"/>
                    </a:cubicBezTo>
                    <a:cubicBezTo>
                      <a:pt x="1194" y="243"/>
                      <a:pt x="1194" y="243"/>
                      <a:pt x="1194" y="243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0"/>
                      <a:pt x="1192" y="240"/>
                      <a:pt x="1192" y="240"/>
                    </a:cubicBezTo>
                    <a:cubicBezTo>
                      <a:pt x="1191" y="237"/>
                      <a:pt x="1191" y="237"/>
                      <a:pt x="1191" y="237"/>
                    </a:cubicBezTo>
                    <a:cubicBezTo>
                      <a:pt x="1191" y="236"/>
                      <a:pt x="1191" y="236"/>
                      <a:pt x="1191" y="236"/>
                    </a:cubicBezTo>
                    <a:cubicBezTo>
                      <a:pt x="1191" y="235"/>
                      <a:pt x="1191" y="235"/>
                      <a:pt x="1191" y="235"/>
                    </a:cubicBezTo>
                    <a:cubicBezTo>
                      <a:pt x="1190" y="234"/>
                      <a:pt x="1190" y="234"/>
                      <a:pt x="1190" y="234"/>
                    </a:cubicBezTo>
                    <a:cubicBezTo>
                      <a:pt x="1191" y="233"/>
                      <a:pt x="1191" y="233"/>
                      <a:pt x="1191" y="233"/>
                    </a:cubicBezTo>
                    <a:cubicBezTo>
                      <a:pt x="1190" y="231"/>
                      <a:pt x="1190" y="231"/>
                      <a:pt x="1190" y="231"/>
                    </a:cubicBezTo>
                    <a:cubicBezTo>
                      <a:pt x="1191" y="230"/>
                      <a:pt x="1191" y="230"/>
                      <a:pt x="1191" y="230"/>
                    </a:cubicBezTo>
                    <a:cubicBezTo>
                      <a:pt x="1191" y="228"/>
                      <a:pt x="1191" y="228"/>
                      <a:pt x="1191" y="228"/>
                    </a:cubicBezTo>
                    <a:cubicBezTo>
                      <a:pt x="1191" y="227"/>
                      <a:pt x="1191" y="227"/>
                      <a:pt x="1191" y="227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3"/>
                      <a:pt x="1191" y="223"/>
                      <a:pt x="1191" y="223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90" y="221"/>
                      <a:pt x="1190" y="221"/>
                      <a:pt x="1190" y="221"/>
                    </a:cubicBezTo>
                    <a:cubicBezTo>
                      <a:pt x="1190" y="219"/>
                      <a:pt x="1190" y="219"/>
                      <a:pt x="1190" y="219"/>
                    </a:cubicBezTo>
                    <a:cubicBezTo>
                      <a:pt x="1188" y="218"/>
                      <a:pt x="1188" y="218"/>
                      <a:pt x="1188" y="218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8" y="217"/>
                      <a:pt x="1188" y="217"/>
                      <a:pt x="1188" y="217"/>
                    </a:cubicBezTo>
                    <a:cubicBezTo>
                      <a:pt x="1187" y="214"/>
                      <a:pt x="1187" y="214"/>
                      <a:pt x="1187" y="214"/>
                    </a:cubicBezTo>
                    <a:cubicBezTo>
                      <a:pt x="1186" y="213"/>
                      <a:pt x="1186" y="213"/>
                      <a:pt x="1186" y="213"/>
                    </a:cubicBezTo>
                    <a:cubicBezTo>
                      <a:pt x="1186" y="212"/>
                      <a:pt x="1186" y="212"/>
                      <a:pt x="1186" y="212"/>
                    </a:cubicBezTo>
                    <a:cubicBezTo>
                      <a:pt x="1186" y="211"/>
                      <a:pt x="1186" y="211"/>
                      <a:pt x="1186" y="211"/>
                    </a:cubicBezTo>
                    <a:cubicBezTo>
                      <a:pt x="1187" y="210"/>
                      <a:pt x="1187" y="210"/>
                      <a:pt x="1187" y="210"/>
                    </a:cubicBezTo>
                    <a:cubicBezTo>
                      <a:pt x="1186" y="209"/>
                      <a:pt x="1186" y="209"/>
                      <a:pt x="1186" y="209"/>
                    </a:cubicBezTo>
                    <a:cubicBezTo>
                      <a:pt x="1186" y="208"/>
                      <a:pt x="1186" y="208"/>
                      <a:pt x="1186" y="208"/>
                    </a:cubicBezTo>
                    <a:cubicBezTo>
                      <a:pt x="1187" y="208"/>
                      <a:pt x="1187" y="208"/>
                      <a:pt x="1187" y="208"/>
                    </a:cubicBezTo>
                    <a:cubicBezTo>
                      <a:pt x="1188" y="209"/>
                      <a:pt x="1188" y="209"/>
                      <a:pt x="1188" y="209"/>
                    </a:cubicBezTo>
                    <a:cubicBezTo>
                      <a:pt x="1190" y="209"/>
                      <a:pt x="1190" y="209"/>
                      <a:pt x="1190" y="209"/>
                    </a:cubicBezTo>
                    <a:cubicBezTo>
                      <a:pt x="1190" y="207"/>
                      <a:pt x="1190" y="207"/>
                      <a:pt x="1190" y="207"/>
                    </a:cubicBezTo>
                    <a:cubicBezTo>
                      <a:pt x="1191" y="207"/>
                      <a:pt x="1191" y="207"/>
                      <a:pt x="1191" y="207"/>
                    </a:cubicBezTo>
                    <a:cubicBezTo>
                      <a:pt x="1191" y="208"/>
                      <a:pt x="1191" y="208"/>
                      <a:pt x="1191" y="208"/>
                    </a:cubicBezTo>
                    <a:cubicBezTo>
                      <a:pt x="1192" y="208"/>
                      <a:pt x="1192" y="208"/>
                      <a:pt x="1192" y="208"/>
                    </a:cubicBezTo>
                    <a:cubicBezTo>
                      <a:pt x="1194" y="210"/>
                      <a:pt x="1194" y="210"/>
                      <a:pt x="1194" y="210"/>
                    </a:cubicBezTo>
                    <a:cubicBezTo>
                      <a:pt x="1196" y="205"/>
                      <a:pt x="1196" y="205"/>
                      <a:pt x="1196" y="205"/>
                    </a:cubicBezTo>
                    <a:cubicBezTo>
                      <a:pt x="1194" y="205"/>
                      <a:pt x="1194" y="205"/>
                      <a:pt x="1194" y="205"/>
                    </a:cubicBezTo>
                    <a:cubicBezTo>
                      <a:pt x="1194" y="204"/>
                      <a:pt x="1194" y="204"/>
                      <a:pt x="1194" y="204"/>
                    </a:cubicBezTo>
                    <a:cubicBezTo>
                      <a:pt x="1195" y="203"/>
                      <a:pt x="1195" y="203"/>
                      <a:pt x="1195" y="203"/>
                    </a:cubicBezTo>
                    <a:cubicBezTo>
                      <a:pt x="1197" y="200"/>
                      <a:pt x="1197" y="200"/>
                      <a:pt x="1197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9" y="201"/>
                      <a:pt x="1199" y="201"/>
                      <a:pt x="1199" y="201"/>
                    </a:cubicBezTo>
                    <a:cubicBezTo>
                      <a:pt x="1199" y="202"/>
                      <a:pt x="1199" y="202"/>
                      <a:pt x="1199" y="202"/>
                    </a:cubicBezTo>
                    <a:cubicBezTo>
                      <a:pt x="1201" y="207"/>
                      <a:pt x="1201" y="207"/>
                      <a:pt x="1201" y="207"/>
                    </a:cubicBezTo>
                    <a:cubicBezTo>
                      <a:pt x="1202" y="209"/>
                      <a:pt x="1202" y="209"/>
                      <a:pt x="1202" y="209"/>
                    </a:cubicBezTo>
                    <a:cubicBezTo>
                      <a:pt x="1204" y="207"/>
                      <a:pt x="1204" y="207"/>
                      <a:pt x="1204" y="207"/>
                    </a:cubicBezTo>
                    <a:cubicBezTo>
                      <a:pt x="1204" y="203"/>
                      <a:pt x="1204" y="203"/>
                      <a:pt x="1204" y="203"/>
                    </a:cubicBezTo>
                    <a:cubicBezTo>
                      <a:pt x="1205" y="202"/>
                      <a:pt x="1205" y="202"/>
                      <a:pt x="1205" y="202"/>
                    </a:cubicBezTo>
                    <a:cubicBezTo>
                      <a:pt x="1204" y="200"/>
                      <a:pt x="1204" y="200"/>
                      <a:pt x="1204" y="200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7" y="197"/>
                      <a:pt x="1207" y="197"/>
                      <a:pt x="1207" y="197"/>
                    </a:cubicBezTo>
                    <a:cubicBezTo>
                      <a:pt x="1207" y="195"/>
                      <a:pt x="1207" y="195"/>
                      <a:pt x="1207" y="195"/>
                    </a:cubicBezTo>
                    <a:cubicBezTo>
                      <a:pt x="1208" y="195"/>
                      <a:pt x="1208" y="195"/>
                      <a:pt x="1208" y="195"/>
                    </a:cubicBezTo>
                    <a:cubicBezTo>
                      <a:pt x="1210" y="193"/>
                      <a:pt x="1210" y="193"/>
                      <a:pt x="1210" y="193"/>
                    </a:cubicBezTo>
                    <a:cubicBezTo>
                      <a:pt x="1211" y="192"/>
                      <a:pt x="1211" y="192"/>
                      <a:pt x="1211" y="192"/>
                    </a:cubicBezTo>
                    <a:cubicBezTo>
                      <a:pt x="1212" y="193"/>
                      <a:pt x="1212" y="193"/>
                      <a:pt x="1212" y="193"/>
                    </a:cubicBezTo>
                    <a:cubicBezTo>
                      <a:pt x="1215" y="192"/>
                      <a:pt x="1215" y="192"/>
                      <a:pt x="1215" y="192"/>
                    </a:cubicBezTo>
                    <a:cubicBezTo>
                      <a:pt x="1216" y="192"/>
                      <a:pt x="1216" y="192"/>
                      <a:pt x="1216" y="192"/>
                    </a:cubicBezTo>
                    <a:cubicBezTo>
                      <a:pt x="1220" y="194"/>
                      <a:pt x="1220" y="194"/>
                      <a:pt x="1220" y="194"/>
                    </a:cubicBezTo>
                    <a:cubicBezTo>
                      <a:pt x="1220" y="195"/>
                      <a:pt x="1220" y="195"/>
                      <a:pt x="1220" y="195"/>
                    </a:cubicBezTo>
                    <a:cubicBezTo>
                      <a:pt x="1222" y="196"/>
                      <a:pt x="1222" y="196"/>
                      <a:pt x="1222" y="196"/>
                    </a:cubicBezTo>
                    <a:cubicBezTo>
                      <a:pt x="1223" y="195"/>
                      <a:pt x="1223" y="195"/>
                      <a:pt x="1223" y="195"/>
                    </a:cubicBezTo>
                    <a:cubicBezTo>
                      <a:pt x="1225" y="199"/>
                      <a:pt x="1225" y="199"/>
                      <a:pt x="1225" y="199"/>
                    </a:cubicBezTo>
                    <a:cubicBezTo>
                      <a:pt x="1226" y="198"/>
                      <a:pt x="1226" y="198"/>
                      <a:pt x="1226" y="198"/>
                    </a:cubicBezTo>
                    <a:cubicBezTo>
                      <a:pt x="1227" y="199"/>
                      <a:pt x="1227" y="199"/>
                      <a:pt x="1227" y="199"/>
                    </a:cubicBezTo>
                    <a:cubicBezTo>
                      <a:pt x="1229" y="199"/>
                      <a:pt x="1229" y="199"/>
                      <a:pt x="1229" y="199"/>
                    </a:cubicBezTo>
                    <a:cubicBezTo>
                      <a:pt x="1231" y="199"/>
                      <a:pt x="1231" y="199"/>
                      <a:pt x="1231" y="199"/>
                    </a:cubicBezTo>
                    <a:cubicBezTo>
                      <a:pt x="1231" y="197"/>
                      <a:pt x="1231" y="197"/>
                      <a:pt x="1231" y="197"/>
                    </a:cubicBezTo>
                    <a:cubicBezTo>
                      <a:pt x="1229" y="195"/>
                      <a:pt x="1229" y="195"/>
                      <a:pt x="1229" y="195"/>
                    </a:cubicBezTo>
                    <a:cubicBezTo>
                      <a:pt x="1230" y="194"/>
                      <a:pt x="1230" y="194"/>
                      <a:pt x="1230" y="194"/>
                    </a:cubicBezTo>
                    <a:cubicBezTo>
                      <a:pt x="1229" y="192"/>
                      <a:pt x="1229" y="192"/>
                      <a:pt x="1229" y="192"/>
                    </a:cubicBezTo>
                    <a:cubicBezTo>
                      <a:pt x="1228" y="192"/>
                      <a:pt x="1228" y="192"/>
                      <a:pt x="1228" y="192"/>
                    </a:cubicBezTo>
                    <a:cubicBezTo>
                      <a:pt x="1228" y="191"/>
                      <a:pt x="1228" y="191"/>
                      <a:pt x="1228" y="191"/>
                    </a:cubicBezTo>
                    <a:cubicBezTo>
                      <a:pt x="1229" y="190"/>
                      <a:pt x="1229" y="190"/>
                      <a:pt x="1229" y="190"/>
                    </a:cubicBezTo>
                    <a:cubicBezTo>
                      <a:pt x="1230" y="187"/>
                      <a:pt x="1230" y="187"/>
                      <a:pt x="1230" y="187"/>
                    </a:cubicBezTo>
                    <a:cubicBezTo>
                      <a:pt x="1231" y="184"/>
                      <a:pt x="1231" y="184"/>
                      <a:pt x="1231" y="184"/>
                    </a:cubicBezTo>
                    <a:cubicBezTo>
                      <a:pt x="1230" y="183"/>
                      <a:pt x="1230" y="183"/>
                      <a:pt x="1230" y="183"/>
                    </a:cubicBezTo>
                    <a:cubicBezTo>
                      <a:pt x="1232" y="181"/>
                      <a:pt x="1232" y="181"/>
                      <a:pt x="1232" y="181"/>
                    </a:cubicBezTo>
                    <a:cubicBezTo>
                      <a:pt x="1231" y="180"/>
                      <a:pt x="1231" y="180"/>
                      <a:pt x="1231" y="180"/>
                    </a:cubicBezTo>
                    <a:cubicBezTo>
                      <a:pt x="1232" y="179"/>
                      <a:pt x="1232" y="179"/>
                      <a:pt x="1232" y="179"/>
                    </a:cubicBezTo>
                    <a:cubicBezTo>
                      <a:pt x="1231" y="176"/>
                      <a:pt x="1231" y="176"/>
                      <a:pt x="1231" y="176"/>
                    </a:cubicBezTo>
                    <a:cubicBezTo>
                      <a:pt x="1230" y="176"/>
                      <a:pt x="1230" y="176"/>
                      <a:pt x="1230" y="176"/>
                    </a:cubicBezTo>
                    <a:cubicBezTo>
                      <a:pt x="1232" y="176"/>
                      <a:pt x="1232" y="176"/>
                      <a:pt x="1232" y="176"/>
                    </a:cubicBezTo>
                    <a:cubicBezTo>
                      <a:pt x="1233" y="173"/>
                      <a:pt x="1233" y="173"/>
                      <a:pt x="1233" y="173"/>
                    </a:cubicBezTo>
                    <a:cubicBezTo>
                      <a:pt x="1231" y="172"/>
                      <a:pt x="1231" y="172"/>
                      <a:pt x="1231" y="172"/>
                    </a:cubicBezTo>
                    <a:cubicBezTo>
                      <a:pt x="1233" y="172"/>
                      <a:pt x="1233" y="172"/>
                      <a:pt x="1233" y="172"/>
                    </a:cubicBezTo>
                    <a:cubicBezTo>
                      <a:pt x="1233" y="170"/>
                      <a:pt x="1233" y="170"/>
                      <a:pt x="1233" y="170"/>
                    </a:cubicBezTo>
                    <a:cubicBezTo>
                      <a:pt x="1232" y="170"/>
                      <a:pt x="1232" y="170"/>
                      <a:pt x="1232" y="170"/>
                    </a:cubicBezTo>
                    <a:cubicBezTo>
                      <a:pt x="1234" y="169"/>
                      <a:pt x="1234" y="169"/>
                      <a:pt x="1234" y="169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6" y="164"/>
                      <a:pt x="1236" y="164"/>
                      <a:pt x="1236" y="164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8" y="161"/>
                      <a:pt x="1238" y="161"/>
                      <a:pt x="1238" y="161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8" y="160"/>
                      <a:pt x="1238" y="160"/>
                      <a:pt x="1238" y="160"/>
                    </a:cubicBezTo>
                    <a:cubicBezTo>
                      <a:pt x="1240" y="158"/>
                      <a:pt x="1240" y="158"/>
                      <a:pt x="1240" y="158"/>
                    </a:cubicBezTo>
                    <a:cubicBezTo>
                      <a:pt x="1239" y="156"/>
                      <a:pt x="1239" y="156"/>
                      <a:pt x="1239" y="156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40" y="155"/>
                      <a:pt x="1240" y="155"/>
                      <a:pt x="1240" y="155"/>
                    </a:cubicBezTo>
                    <a:cubicBezTo>
                      <a:pt x="1241" y="154"/>
                      <a:pt x="1241" y="154"/>
                      <a:pt x="1241" y="154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7" y="147"/>
                      <a:pt x="1247" y="147"/>
                      <a:pt x="1247" y="147"/>
                    </a:cubicBezTo>
                    <a:cubicBezTo>
                      <a:pt x="1246" y="146"/>
                      <a:pt x="1246" y="146"/>
                      <a:pt x="1246" y="146"/>
                    </a:cubicBezTo>
                    <a:cubicBezTo>
                      <a:pt x="1247" y="146"/>
                      <a:pt x="1247" y="146"/>
                      <a:pt x="1247" y="146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2" y="145"/>
                      <a:pt x="1252" y="145"/>
                      <a:pt x="1252" y="145"/>
                    </a:cubicBezTo>
                    <a:cubicBezTo>
                      <a:pt x="1253" y="145"/>
                      <a:pt x="1253" y="145"/>
                      <a:pt x="1253" y="145"/>
                    </a:cubicBezTo>
                    <a:cubicBezTo>
                      <a:pt x="1254" y="146"/>
                      <a:pt x="1254" y="146"/>
                      <a:pt x="1254" y="146"/>
                    </a:cubicBezTo>
                    <a:cubicBezTo>
                      <a:pt x="1260" y="146"/>
                      <a:pt x="1260" y="146"/>
                      <a:pt x="1260" y="146"/>
                    </a:cubicBezTo>
                    <a:cubicBezTo>
                      <a:pt x="1261" y="147"/>
                      <a:pt x="1261" y="147"/>
                      <a:pt x="1261" y="147"/>
                    </a:cubicBezTo>
                    <a:cubicBezTo>
                      <a:pt x="1262" y="146"/>
                      <a:pt x="1262" y="146"/>
                      <a:pt x="1262" y="146"/>
                    </a:cubicBezTo>
                    <a:cubicBezTo>
                      <a:pt x="1261" y="143"/>
                      <a:pt x="1261" y="143"/>
                      <a:pt x="1261" y="143"/>
                    </a:cubicBezTo>
                    <a:cubicBezTo>
                      <a:pt x="1260" y="143"/>
                      <a:pt x="1260" y="143"/>
                      <a:pt x="1260" y="143"/>
                    </a:cubicBezTo>
                    <a:cubicBezTo>
                      <a:pt x="1261" y="142"/>
                      <a:pt x="1261" y="142"/>
                      <a:pt x="1261" y="142"/>
                    </a:cubicBezTo>
                    <a:cubicBezTo>
                      <a:pt x="1261" y="137"/>
                      <a:pt x="1261" y="137"/>
                      <a:pt x="1261" y="137"/>
                    </a:cubicBezTo>
                    <a:cubicBezTo>
                      <a:pt x="1259" y="134"/>
                      <a:pt x="1259" y="134"/>
                      <a:pt x="1259" y="134"/>
                    </a:cubicBezTo>
                    <a:cubicBezTo>
                      <a:pt x="1257" y="134"/>
                      <a:pt x="1257" y="134"/>
                      <a:pt x="1257" y="134"/>
                    </a:cubicBezTo>
                    <a:cubicBezTo>
                      <a:pt x="1255" y="132"/>
                      <a:pt x="1255" y="132"/>
                      <a:pt x="1255" y="132"/>
                    </a:cubicBezTo>
                    <a:cubicBezTo>
                      <a:pt x="1257" y="130"/>
                      <a:pt x="1257" y="130"/>
                      <a:pt x="1257" y="130"/>
                    </a:cubicBezTo>
                    <a:cubicBezTo>
                      <a:pt x="1254" y="128"/>
                      <a:pt x="1254" y="128"/>
                      <a:pt x="1254" y="128"/>
                    </a:cubicBezTo>
                    <a:cubicBezTo>
                      <a:pt x="1251" y="127"/>
                      <a:pt x="1251" y="127"/>
                      <a:pt x="1251" y="127"/>
                    </a:cubicBezTo>
                    <a:cubicBezTo>
                      <a:pt x="1248" y="125"/>
                      <a:pt x="1248" y="125"/>
                      <a:pt x="1248" y="125"/>
                    </a:cubicBezTo>
                    <a:cubicBezTo>
                      <a:pt x="1246" y="122"/>
                      <a:pt x="1246" y="122"/>
                      <a:pt x="1246" y="122"/>
                    </a:cubicBezTo>
                    <a:cubicBezTo>
                      <a:pt x="1245" y="123"/>
                      <a:pt x="1245" y="123"/>
                      <a:pt x="1245" y="123"/>
                    </a:cubicBezTo>
                    <a:cubicBezTo>
                      <a:pt x="1242" y="118"/>
                      <a:pt x="1242" y="118"/>
                      <a:pt x="1242" y="118"/>
                    </a:cubicBezTo>
                    <a:cubicBezTo>
                      <a:pt x="1239" y="115"/>
                      <a:pt x="1239" y="115"/>
                      <a:pt x="1239" y="115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8" y="119"/>
                      <a:pt x="1238" y="119"/>
                      <a:pt x="1238" y="119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8" y="116"/>
                      <a:pt x="1238" y="116"/>
                      <a:pt x="1238" y="116"/>
                    </a:cubicBezTo>
                    <a:cubicBezTo>
                      <a:pt x="1237" y="114"/>
                      <a:pt x="1237" y="114"/>
                      <a:pt x="1237" y="114"/>
                    </a:cubicBezTo>
                    <a:cubicBezTo>
                      <a:pt x="1233" y="111"/>
                      <a:pt x="1233" y="111"/>
                      <a:pt x="1233" y="111"/>
                    </a:cubicBezTo>
                    <a:cubicBezTo>
                      <a:pt x="1231" y="110"/>
                      <a:pt x="1231" y="110"/>
                      <a:pt x="1231" y="110"/>
                    </a:cubicBezTo>
                    <a:cubicBezTo>
                      <a:pt x="1232" y="112"/>
                      <a:pt x="1232" y="112"/>
                      <a:pt x="1232" y="112"/>
                    </a:cubicBezTo>
                    <a:cubicBezTo>
                      <a:pt x="1231" y="113"/>
                      <a:pt x="1231" y="113"/>
                      <a:pt x="1231" y="113"/>
                    </a:cubicBezTo>
                    <a:cubicBezTo>
                      <a:pt x="1230" y="113"/>
                      <a:pt x="1230" y="113"/>
                      <a:pt x="1230" y="113"/>
                    </a:cubicBezTo>
                    <a:cubicBezTo>
                      <a:pt x="1228" y="111"/>
                      <a:pt x="1228" y="111"/>
                      <a:pt x="1228" y="111"/>
                    </a:cubicBezTo>
                    <a:cubicBezTo>
                      <a:pt x="1226" y="111"/>
                      <a:pt x="1226" y="111"/>
                      <a:pt x="1226" y="111"/>
                    </a:cubicBezTo>
                    <a:cubicBezTo>
                      <a:pt x="1225" y="108"/>
                      <a:pt x="1225" y="108"/>
                      <a:pt x="1225" y="108"/>
                    </a:cubicBezTo>
                    <a:cubicBezTo>
                      <a:pt x="1225" y="107"/>
                      <a:pt x="1225" y="107"/>
                      <a:pt x="1225" y="107"/>
                    </a:cubicBezTo>
                    <a:cubicBezTo>
                      <a:pt x="1226" y="108"/>
                      <a:pt x="1226" y="108"/>
                      <a:pt x="1226" y="108"/>
                    </a:cubicBezTo>
                    <a:cubicBezTo>
                      <a:pt x="1227" y="107"/>
                      <a:pt x="1227" y="107"/>
                      <a:pt x="1227" y="107"/>
                    </a:cubicBezTo>
                    <a:cubicBezTo>
                      <a:pt x="1228" y="108"/>
                      <a:pt x="1228" y="108"/>
                      <a:pt x="1228" y="108"/>
                    </a:cubicBezTo>
                    <a:cubicBezTo>
                      <a:pt x="1231" y="105"/>
                      <a:pt x="1231" y="105"/>
                      <a:pt x="1231" y="105"/>
                    </a:cubicBezTo>
                    <a:cubicBezTo>
                      <a:pt x="1231" y="108"/>
                      <a:pt x="1231" y="108"/>
                      <a:pt x="1231" y="108"/>
                    </a:cubicBezTo>
                    <a:cubicBezTo>
                      <a:pt x="1233" y="106"/>
                      <a:pt x="1233" y="106"/>
                      <a:pt x="1233" y="106"/>
                    </a:cubicBezTo>
                    <a:cubicBezTo>
                      <a:pt x="1233" y="104"/>
                      <a:pt x="1233" y="104"/>
                      <a:pt x="1233" y="104"/>
                    </a:cubicBezTo>
                    <a:cubicBezTo>
                      <a:pt x="1235" y="101"/>
                      <a:pt x="1235" y="101"/>
                      <a:pt x="1235" y="101"/>
                    </a:cubicBezTo>
                    <a:cubicBezTo>
                      <a:pt x="1235" y="100"/>
                      <a:pt x="1235" y="100"/>
                      <a:pt x="1235" y="100"/>
                    </a:cubicBezTo>
                    <a:cubicBezTo>
                      <a:pt x="1235" y="98"/>
                      <a:pt x="1235" y="98"/>
                      <a:pt x="1235" y="98"/>
                    </a:cubicBezTo>
                    <a:cubicBezTo>
                      <a:pt x="1234" y="95"/>
                      <a:pt x="1234" y="95"/>
                      <a:pt x="1234" y="95"/>
                    </a:cubicBezTo>
                    <a:cubicBezTo>
                      <a:pt x="1235" y="90"/>
                      <a:pt x="1235" y="90"/>
                      <a:pt x="1235" y="90"/>
                    </a:cubicBezTo>
                    <a:cubicBezTo>
                      <a:pt x="1235" y="87"/>
                      <a:pt x="1235" y="87"/>
                      <a:pt x="1235" y="87"/>
                    </a:cubicBezTo>
                    <a:cubicBezTo>
                      <a:pt x="1234" y="85"/>
                      <a:pt x="1234" y="85"/>
                      <a:pt x="1234" y="85"/>
                    </a:cubicBezTo>
                    <a:cubicBezTo>
                      <a:pt x="1233" y="84"/>
                      <a:pt x="1233" y="84"/>
                      <a:pt x="1233" y="84"/>
                    </a:cubicBezTo>
                    <a:cubicBezTo>
                      <a:pt x="1232" y="83"/>
                      <a:pt x="1232" y="83"/>
                      <a:pt x="1232" y="83"/>
                    </a:cubicBezTo>
                    <a:cubicBezTo>
                      <a:pt x="1233" y="82"/>
                      <a:pt x="1233" y="82"/>
                      <a:pt x="1233" y="82"/>
                    </a:cubicBezTo>
                    <a:cubicBezTo>
                      <a:pt x="1232" y="79"/>
                      <a:pt x="1232" y="79"/>
                      <a:pt x="1232" y="79"/>
                    </a:cubicBezTo>
                    <a:cubicBezTo>
                      <a:pt x="1230" y="78"/>
                      <a:pt x="1230" y="78"/>
                      <a:pt x="1230" y="78"/>
                    </a:cubicBezTo>
                    <a:cubicBezTo>
                      <a:pt x="1228" y="79"/>
                      <a:pt x="1228" y="79"/>
                      <a:pt x="1228" y="79"/>
                    </a:cubicBezTo>
                    <a:cubicBezTo>
                      <a:pt x="1225" y="78"/>
                      <a:pt x="1225" y="78"/>
                      <a:pt x="1225" y="78"/>
                    </a:cubicBezTo>
                    <a:cubicBezTo>
                      <a:pt x="1221" y="74"/>
                      <a:pt x="1221" y="74"/>
                      <a:pt x="1221" y="74"/>
                    </a:cubicBezTo>
                    <a:cubicBezTo>
                      <a:pt x="1221" y="73"/>
                      <a:pt x="1221" y="73"/>
                      <a:pt x="1221" y="73"/>
                    </a:cubicBezTo>
                    <a:cubicBezTo>
                      <a:pt x="1223" y="73"/>
                      <a:pt x="1223" y="73"/>
                      <a:pt x="1223" y="73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3" y="70"/>
                      <a:pt x="1223" y="70"/>
                      <a:pt x="1223" y="70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5" y="69"/>
                      <a:pt x="1225" y="69"/>
                      <a:pt x="1225" y="69"/>
                    </a:cubicBezTo>
                    <a:cubicBezTo>
                      <a:pt x="1224" y="67"/>
                      <a:pt x="1224" y="67"/>
                      <a:pt x="1224" y="67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5" y="67"/>
                      <a:pt x="1225" y="67"/>
                      <a:pt x="1225" y="67"/>
                    </a:cubicBezTo>
                    <a:cubicBezTo>
                      <a:pt x="1226" y="67"/>
                      <a:pt x="1226" y="67"/>
                      <a:pt x="1226" y="67"/>
                    </a:cubicBezTo>
                    <a:cubicBezTo>
                      <a:pt x="1226" y="71"/>
                      <a:pt x="1226" y="71"/>
                      <a:pt x="1226" y="71"/>
                    </a:cubicBezTo>
                    <a:cubicBezTo>
                      <a:pt x="1226" y="72"/>
                      <a:pt x="1226" y="72"/>
                      <a:pt x="1226" y="72"/>
                    </a:cubicBezTo>
                    <a:cubicBezTo>
                      <a:pt x="1230" y="75"/>
                      <a:pt x="1230" y="75"/>
                      <a:pt x="1230" y="75"/>
                    </a:cubicBezTo>
                    <a:cubicBezTo>
                      <a:pt x="1232" y="74"/>
                      <a:pt x="1232" y="74"/>
                      <a:pt x="1232" y="74"/>
                    </a:cubicBezTo>
                    <a:cubicBezTo>
                      <a:pt x="1233" y="75"/>
                      <a:pt x="1233" y="75"/>
                      <a:pt x="1233" y="75"/>
                    </a:cubicBezTo>
                    <a:cubicBezTo>
                      <a:pt x="1233" y="77"/>
                      <a:pt x="1233" y="77"/>
                      <a:pt x="1233" y="77"/>
                    </a:cubicBezTo>
                    <a:cubicBezTo>
                      <a:pt x="1235" y="77"/>
                      <a:pt x="1235" y="77"/>
                      <a:pt x="1235" y="77"/>
                    </a:cubicBezTo>
                    <a:cubicBezTo>
                      <a:pt x="1238" y="73"/>
                      <a:pt x="1238" y="73"/>
                      <a:pt x="1238" y="73"/>
                    </a:cubicBezTo>
                    <a:cubicBezTo>
                      <a:pt x="1239" y="71"/>
                      <a:pt x="1239" y="71"/>
                      <a:pt x="1239" y="71"/>
                    </a:cubicBezTo>
                    <a:cubicBezTo>
                      <a:pt x="1238" y="70"/>
                      <a:pt x="1238" y="70"/>
                      <a:pt x="1238" y="70"/>
                    </a:cubicBezTo>
                    <a:cubicBezTo>
                      <a:pt x="1238" y="69"/>
                      <a:pt x="1238" y="69"/>
                      <a:pt x="1238" y="69"/>
                    </a:cubicBezTo>
                    <a:cubicBezTo>
                      <a:pt x="1239" y="69"/>
                      <a:pt x="1239" y="69"/>
                      <a:pt x="1239" y="69"/>
                    </a:cubicBezTo>
                    <a:cubicBezTo>
                      <a:pt x="1241" y="68"/>
                      <a:pt x="1241" y="68"/>
                      <a:pt x="1241" y="68"/>
                    </a:cubicBezTo>
                    <a:cubicBezTo>
                      <a:pt x="1243" y="67"/>
                      <a:pt x="1243" y="67"/>
                      <a:pt x="1243" y="67"/>
                    </a:cubicBezTo>
                    <a:cubicBezTo>
                      <a:pt x="1244" y="66"/>
                      <a:pt x="1244" y="66"/>
                      <a:pt x="1244" y="66"/>
                    </a:cubicBezTo>
                    <a:cubicBezTo>
                      <a:pt x="1245" y="66"/>
                      <a:pt x="1245" y="66"/>
                      <a:pt x="1245" y="66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50" y="72"/>
                      <a:pt x="1250" y="72"/>
                      <a:pt x="1250" y="72"/>
                    </a:cubicBezTo>
                    <a:cubicBezTo>
                      <a:pt x="1250" y="73"/>
                      <a:pt x="1250" y="73"/>
                      <a:pt x="1250" y="73"/>
                    </a:cubicBezTo>
                    <a:cubicBezTo>
                      <a:pt x="1251" y="74"/>
                      <a:pt x="1251" y="74"/>
                      <a:pt x="1251" y="74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4"/>
                      <a:pt x="1254" y="74"/>
                      <a:pt x="1254" y="74"/>
                    </a:cubicBezTo>
                    <a:cubicBezTo>
                      <a:pt x="1256" y="74"/>
                      <a:pt x="1256" y="74"/>
                      <a:pt x="1256" y="74"/>
                    </a:cubicBezTo>
                    <a:cubicBezTo>
                      <a:pt x="1257" y="72"/>
                      <a:pt x="1257" y="72"/>
                      <a:pt x="1257" y="72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60" y="71"/>
                      <a:pt x="1260" y="71"/>
                      <a:pt x="1260" y="71"/>
                    </a:cubicBezTo>
                    <a:cubicBezTo>
                      <a:pt x="1261" y="71"/>
                      <a:pt x="1261" y="71"/>
                      <a:pt x="1261" y="71"/>
                    </a:cubicBezTo>
                    <a:cubicBezTo>
                      <a:pt x="1264" y="71"/>
                      <a:pt x="1264" y="71"/>
                      <a:pt x="1264" y="71"/>
                    </a:cubicBezTo>
                    <a:cubicBezTo>
                      <a:pt x="1265" y="72"/>
                      <a:pt x="1265" y="72"/>
                      <a:pt x="1265" y="72"/>
                    </a:cubicBezTo>
                    <a:cubicBezTo>
                      <a:pt x="1266" y="71"/>
                      <a:pt x="1266" y="71"/>
                      <a:pt x="1266" y="71"/>
                    </a:cubicBezTo>
                    <a:cubicBezTo>
                      <a:pt x="1266" y="72"/>
                      <a:pt x="1266" y="72"/>
                      <a:pt x="1266" y="72"/>
                    </a:cubicBezTo>
                    <a:cubicBezTo>
                      <a:pt x="1268" y="72"/>
                      <a:pt x="1268" y="72"/>
                      <a:pt x="1268" y="72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70" y="71"/>
                      <a:pt x="1270" y="71"/>
                      <a:pt x="1270" y="71"/>
                    </a:cubicBezTo>
                    <a:cubicBezTo>
                      <a:pt x="1273" y="70"/>
                      <a:pt x="1273" y="70"/>
                      <a:pt x="1273" y="70"/>
                    </a:cubicBezTo>
                    <a:cubicBezTo>
                      <a:pt x="1273" y="68"/>
                      <a:pt x="1273" y="68"/>
                      <a:pt x="1273" y="68"/>
                    </a:cubicBezTo>
                    <a:cubicBezTo>
                      <a:pt x="1271" y="66"/>
                      <a:pt x="1271" y="66"/>
                      <a:pt x="1271" y="66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69" y="66"/>
                      <a:pt x="1269" y="66"/>
                      <a:pt x="1269" y="66"/>
                    </a:cubicBezTo>
                    <a:cubicBezTo>
                      <a:pt x="1269" y="65"/>
                      <a:pt x="1269" y="65"/>
                      <a:pt x="1269" y="65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72" y="65"/>
                      <a:pt x="1272" y="65"/>
                      <a:pt x="1272" y="65"/>
                    </a:cubicBezTo>
                    <a:cubicBezTo>
                      <a:pt x="1272" y="63"/>
                      <a:pt x="1272" y="63"/>
                      <a:pt x="1272" y="63"/>
                    </a:cubicBezTo>
                    <a:cubicBezTo>
                      <a:pt x="1270" y="62"/>
                      <a:pt x="1270" y="62"/>
                      <a:pt x="1270" y="62"/>
                    </a:cubicBezTo>
                    <a:cubicBezTo>
                      <a:pt x="1269" y="62"/>
                      <a:pt x="1269" y="62"/>
                      <a:pt x="1269" y="62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6" y="63"/>
                      <a:pt x="1266" y="63"/>
                      <a:pt x="1266" y="63"/>
                    </a:cubicBezTo>
                    <a:cubicBezTo>
                      <a:pt x="1267" y="62"/>
                      <a:pt x="1267" y="62"/>
                      <a:pt x="1267" y="62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6" y="56"/>
                      <a:pt x="1266" y="56"/>
                      <a:pt x="1266" y="56"/>
                    </a:cubicBezTo>
                    <a:cubicBezTo>
                      <a:pt x="1265" y="54"/>
                      <a:pt x="1265" y="54"/>
                      <a:pt x="1265" y="54"/>
                    </a:cubicBezTo>
                    <a:cubicBezTo>
                      <a:pt x="1265" y="53"/>
                      <a:pt x="1265" y="53"/>
                      <a:pt x="1265" y="53"/>
                    </a:cubicBezTo>
                    <a:cubicBezTo>
                      <a:pt x="1263" y="51"/>
                      <a:pt x="1263" y="51"/>
                      <a:pt x="1263" y="51"/>
                    </a:cubicBezTo>
                    <a:cubicBezTo>
                      <a:pt x="1260" y="51"/>
                      <a:pt x="1260" y="51"/>
                      <a:pt x="1260" y="51"/>
                    </a:cubicBezTo>
                    <a:cubicBezTo>
                      <a:pt x="1261" y="50"/>
                      <a:pt x="1261" y="50"/>
                      <a:pt x="1261" y="50"/>
                    </a:cubicBezTo>
                    <a:cubicBezTo>
                      <a:pt x="1259" y="48"/>
                      <a:pt x="1259" y="48"/>
                      <a:pt x="1259" y="48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58" y="46"/>
                      <a:pt x="1258" y="46"/>
                      <a:pt x="1258" y="46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6" y="46"/>
                      <a:pt x="1256" y="46"/>
                      <a:pt x="1256" y="46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8" y="45"/>
                      <a:pt x="1258" y="45"/>
                      <a:pt x="1258" y="45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61" y="43"/>
                      <a:pt x="1261" y="43"/>
                      <a:pt x="1261" y="43"/>
                    </a:cubicBezTo>
                    <a:cubicBezTo>
                      <a:pt x="1262" y="43"/>
                      <a:pt x="1262" y="43"/>
                      <a:pt x="1262" y="43"/>
                    </a:cubicBezTo>
                    <a:cubicBezTo>
                      <a:pt x="1263" y="41"/>
                      <a:pt x="1263" y="41"/>
                      <a:pt x="1263" y="41"/>
                    </a:cubicBezTo>
                    <a:cubicBezTo>
                      <a:pt x="1262" y="39"/>
                      <a:pt x="1262" y="39"/>
                      <a:pt x="1262" y="39"/>
                    </a:cubicBezTo>
                    <a:cubicBezTo>
                      <a:pt x="1263" y="39"/>
                      <a:pt x="1263" y="39"/>
                      <a:pt x="1263" y="39"/>
                    </a:cubicBezTo>
                    <a:cubicBezTo>
                      <a:pt x="1264" y="38"/>
                      <a:pt x="1264" y="38"/>
                      <a:pt x="1264" y="38"/>
                    </a:cubicBezTo>
                    <a:cubicBezTo>
                      <a:pt x="1264" y="36"/>
                      <a:pt x="1264" y="36"/>
                      <a:pt x="1264" y="36"/>
                    </a:cubicBezTo>
                    <a:cubicBezTo>
                      <a:pt x="1262" y="35"/>
                      <a:pt x="1262" y="35"/>
                      <a:pt x="1262" y="35"/>
                    </a:cubicBezTo>
                    <a:cubicBezTo>
                      <a:pt x="1261" y="33"/>
                      <a:pt x="1261" y="33"/>
                      <a:pt x="1261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1"/>
                      <a:pt x="1260" y="31"/>
                      <a:pt x="1260" y="31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60" y="26"/>
                      <a:pt x="1260" y="26"/>
                      <a:pt x="1260" y="26"/>
                    </a:cubicBezTo>
                    <a:cubicBezTo>
                      <a:pt x="1260" y="24"/>
                      <a:pt x="1260" y="24"/>
                      <a:pt x="1260" y="24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4"/>
                      <a:pt x="1256" y="24"/>
                      <a:pt x="1256" y="24"/>
                    </a:cubicBezTo>
                    <a:cubicBezTo>
                      <a:pt x="1254" y="24"/>
                      <a:pt x="1254" y="24"/>
                      <a:pt x="1254" y="24"/>
                    </a:cubicBezTo>
                    <a:cubicBezTo>
                      <a:pt x="1254" y="23"/>
                      <a:pt x="1254" y="23"/>
                      <a:pt x="1254" y="23"/>
                    </a:cubicBezTo>
                    <a:cubicBezTo>
                      <a:pt x="1248" y="22"/>
                      <a:pt x="1248" y="22"/>
                      <a:pt x="1248" y="22"/>
                    </a:cubicBezTo>
                    <a:cubicBezTo>
                      <a:pt x="1247" y="23"/>
                      <a:pt x="1247" y="23"/>
                      <a:pt x="1247" y="23"/>
                    </a:cubicBezTo>
                    <a:cubicBezTo>
                      <a:pt x="1245" y="22"/>
                      <a:pt x="1245" y="22"/>
                      <a:pt x="1245" y="22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1" y="20"/>
                      <a:pt x="1241" y="20"/>
                      <a:pt x="1241" y="20"/>
                    </a:cubicBezTo>
                    <a:cubicBezTo>
                      <a:pt x="1239" y="19"/>
                      <a:pt x="1239" y="19"/>
                      <a:pt x="1239" y="19"/>
                    </a:cubicBezTo>
                    <a:cubicBezTo>
                      <a:pt x="1238" y="22"/>
                      <a:pt x="1238" y="22"/>
                      <a:pt x="1238" y="22"/>
                    </a:cubicBezTo>
                    <a:cubicBezTo>
                      <a:pt x="1237" y="22"/>
                      <a:pt x="1237" y="22"/>
                      <a:pt x="1237" y="22"/>
                    </a:cubicBezTo>
                    <a:cubicBezTo>
                      <a:pt x="1236" y="22"/>
                      <a:pt x="1236" y="22"/>
                      <a:pt x="1236" y="22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2" y="24"/>
                      <a:pt x="1232" y="24"/>
                      <a:pt x="1232" y="24"/>
                    </a:cubicBezTo>
                    <a:cubicBezTo>
                      <a:pt x="1230" y="27"/>
                      <a:pt x="1230" y="27"/>
                      <a:pt x="1230" y="27"/>
                    </a:cubicBezTo>
                    <a:cubicBezTo>
                      <a:pt x="1229" y="29"/>
                      <a:pt x="1229" y="29"/>
                      <a:pt x="1229" y="29"/>
                    </a:cubicBezTo>
                    <a:cubicBezTo>
                      <a:pt x="1227" y="31"/>
                      <a:pt x="1227" y="31"/>
                      <a:pt x="1227" y="31"/>
                    </a:cubicBezTo>
                    <a:cubicBezTo>
                      <a:pt x="1228" y="33"/>
                      <a:pt x="1228" y="33"/>
                      <a:pt x="1228" y="33"/>
                    </a:cubicBezTo>
                    <a:cubicBezTo>
                      <a:pt x="1230" y="31"/>
                      <a:pt x="1230" y="31"/>
                      <a:pt x="1230" y="31"/>
                    </a:cubicBezTo>
                    <a:cubicBezTo>
                      <a:pt x="1231" y="31"/>
                      <a:pt x="1231" y="31"/>
                      <a:pt x="1231" y="31"/>
                    </a:cubicBezTo>
                    <a:cubicBezTo>
                      <a:pt x="1231" y="32"/>
                      <a:pt x="1231" y="32"/>
                      <a:pt x="1231" y="32"/>
                    </a:cubicBezTo>
                    <a:cubicBezTo>
                      <a:pt x="1233" y="33"/>
                      <a:pt x="1233" y="33"/>
                      <a:pt x="1233" y="33"/>
                    </a:cubicBezTo>
                    <a:cubicBezTo>
                      <a:pt x="1235" y="35"/>
                      <a:pt x="1235" y="35"/>
                      <a:pt x="1235" y="35"/>
                    </a:cubicBezTo>
                    <a:cubicBezTo>
                      <a:pt x="1236" y="36"/>
                      <a:pt x="1236" y="36"/>
                      <a:pt x="1236" y="36"/>
                    </a:cubicBezTo>
                    <a:cubicBezTo>
                      <a:pt x="1235" y="37"/>
                      <a:pt x="1235" y="37"/>
                      <a:pt x="1235" y="37"/>
                    </a:cubicBezTo>
                    <a:cubicBezTo>
                      <a:pt x="1235" y="39"/>
                      <a:pt x="1235" y="39"/>
                      <a:pt x="1235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7" y="40"/>
                      <a:pt x="1237" y="40"/>
                      <a:pt x="1237" y="40"/>
                    </a:cubicBezTo>
                    <a:cubicBezTo>
                      <a:pt x="1237" y="42"/>
                      <a:pt x="1237" y="42"/>
                      <a:pt x="1237" y="42"/>
                    </a:cubicBezTo>
                    <a:cubicBezTo>
                      <a:pt x="1236" y="40"/>
                      <a:pt x="1236" y="40"/>
                      <a:pt x="1236" y="40"/>
                    </a:cubicBezTo>
                    <a:cubicBezTo>
                      <a:pt x="1234" y="40"/>
                      <a:pt x="1234" y="40"/>
                      <a:pt x="1234" y="40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0"/>
                      <a:pt x="1232" y="40"/>
                      <a:pt x="1232" y="40"/>
                    </a:cubicBezTo>
                    <a:cubicBezTo>
                      <a:pt x="1232" y="39"/>
                      <a:pt x="1232" y="39"/>
                      <a:pt x="1232" y="39"/>
                    </a:cubicBezTo>
                    <a:cubicBezTo>
                      <a:pt x="1231" y="37"/>
                      <a:pt x="1231" y="37"/>
                      <a:pt x="1231" y="37"/>
                    </a:cubicBezTo>
                    <a:cubicBezTo>
                      <a:pt x="1230" y="36"/>
                      <a:pt x="1230" y="36"/>
                      <a:pt x="1230" y="36"/>
                    </a:cubicBezTo>
                    <a:cubicBezTo>
                      <a:pt x="1229" y="34"/>
                      <a:pt x="1229" y="34"/>
                      <a:pt x="1229" y="34"/>
                    </a:cubicBezTo>
                    <a:cubicBezTo>
                      <a:pt x="1227" y="33"/>
                      <a:pt x="1227" y="33"/>
                      <a:pt x="1227" y="33"/>
                    </a:cubicBezTo>
                    <a:cubicBezTo>
                      <a:pt x="1224" y="29"/>
                      <a:pt x="1224" y="29"/>
                      <a:pt x="1224" y="29"/>
                    </a:cubicBezTo>
                    <a:cubicBezTo>
                      <a:pt x="1223" y="28"/>
                      <a:pt x="1223" y="28"/>
                      <a:pt x="1223" y="28"/>
                    </a:cubicBezTo>
                    <a:cubicBezTo>
                      <a:pt x="1223" y="27"/>
                      <a:pt x="1223" y="27"/>
                      <a:pt x="1223" y="27"/>
                    </a:cubicBezTo>
                    <a:cubicBezTo>
                      <a:pt x="1222" y="26"/>
                      <a:pt x="1222" y="26"/>
                      <a:pt x="1222" y="26"/>
                    </a:cubicBezTo>
                    <a:cubicBezTo>
                      <a:pt x="1219" y="25"/>
                      <a:pt x="1219" y="25"/>
                      <a:pt x="1219" y="25"/>
                    </a:cubicBezTo>
                    <a:cubicBezTo>
                      <a:pt x="1217" y="24"/>
                      <a:pt x="1217" y="24"/>
                      <a:pt x="1217" y="24"/>
                    </a:cubicBezTo>
                    <a:cubicBezTo>
                      <a:pt x="1214" y="23"/>
                      <a:pt x="1214" y="23"/>
                      <a:pt x="1214" y="23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1" y="23"/>
                      <a:pt x="1211" y="23"/>
                      <a:pt x="1211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4" y="22"/>
                      <a:pt x="1204" y="22"/>
                      <a:pt x="1204" y="22"/>
                    </a:cubicBezTo>
                    <a:cubicBezTo>
                      <a:pt x="1203" y="23"/>
                      <a:pt x="1203" y="23"/>
                      <a:pt x="1203" y="23"/>
                    </a:cubicBezTo>
                    <a:cubicBezTo>
                      <a:pt x="1203" y="24"/>
                      <a:pt x="1203" y="24"/>
                      <a:pt x="1203" y="24"/>
                    </a:cubicBezTo>
                    <a:cubicBezTo>
                      <a:pt x="1202" y="22"/>
                      <a:pt x="1202" y="22"/>
                      <a:pt x="1202" y="22"/>
                    </a:cubicBezTo>
                    <a:cubicBezTo>
                      <a:pt x="1199" y="22"/>
                      <a:pt x="1199" y="22"/>
                      <a:pt x="1199" y="22"/>
                    </a:cubicBezTo>
                    <a:cubicBezTo>
                      <a:pt x="1199" y="23"/>
                      <a:pt x="1199" y="23"/>
                      <a:pt x="1199" y="23"/>
                    </a:cubicBezTo>
                    <a:cubicBezTo>
                      <a:pt x="1194" y="22"/>
                      <a:pt x="1194" y="22"/>
                      <a:pt x="1194" y="22"/>
                    </a:cubicBezTo>
                    <a:cubicBezTo>
                      <a:pt x="1192" y="23"/>
                      <a:pt x="1192" y="23"/>
                      <a:pt x="1192" y="23"/>
                    </a:cubicBezTo>
                    <a:cubicBezTo>
                      <a:pt x="1191" y="22"/>
                      <a:pt x="1191" y="22"/>
                      <a:pt x="1191" y="22"/>
                    </a:cubicBezTo>
                    <a:cubicBezTo>
                      <a:pt x="1191" y="21"/>
                      <a:pt x="1191" y="21"/>
                      <a:pt x="1191" y="21"/>
                    </a:cubicBezTo>
                    <a:cubicBezTo>
                      <a:pt x="1188" y="21"/>
                      <a:pt x="1188" y="21"/>
                      <a:pt x="1188" y="21"/>
                    </a:cubicBezTo>
                    <a:cubicBezTo>
                      <a:pt x="1187" y="21"/>
                      <a:pt x="1187" y="21"/>
                      <a:pt x="1187" y="21"/>
                    </a:cubicBezTo>
                    <a:cubicBezTo>
                      <a:pt x="1186" y="21"/>
                      <a:pt x="1186" y="21"/>
                      <a:pt x="1186" y="21"/>
                    </a:cubicBezTo>
                    <a:cubicBezTo>
                      <a:pt x="1184" y="20"/>
                      <a:pt x="1184" y="20"/>
                      <a:pt x="1184" y="20"/>
                    </a:cubicBezTo>
                    <a:cubicBezTo>
                      <a:pt x="1182" y="21"/>
                      <a:pt x="1182" y="21"/>
                      <a:pt x="1182" y="21"/>
                    </a:cubicBezTo>
                    <a:cubicBezTo>
                      <a:pt x="1183" y="22"/>
                      <a:pt x="1183" y="22"/>
                      <a:pt x="1183" y="22"/>
                    </a:cubicBezTo>
                    <a:cubicBezTo>
                      <a:pt x="1181" y="21"/>
                      <a:pt x="1181" y="21"/>
                      <a:pt x="1181" y="21"/>
                    </a:cubicBezTo>
                    <a:cubicBezTo>
                      <a:pt x="1179" y="22"/>
                      <a:pt x="1179" y="22"/>
                      <a:pt x="1179" y="22"/>
                    </a:cubicBezTo>
                    <a:cubicBezTo>
                      <a:pt x="1179" y="23"/>
                      <a:pt x="1179" y="23"/>
                      <a:pt x="1179" y="23"/>
                    </a:cubicBezTo>
                    <a:cubicBezTo>
                      <a:pt x="1177" y="23"/>
                      <a:pt x="1177" y="23"/>
                      <a:pt x="1177" y="23"/>
                    </a:cubicBezTo>
                    <a:cubicBezTo>
                      <a:pt x="1177" y="22"/>
                      <a:pt x="1177" y="22"/>
                      <a:pt x="1177" y="22"/>
                    </a:cubicBezTo>
                    <a:cubicBezTo>
                      <a:pt x="1173" y="19"/>
                      <a:pt x="1173" y="19"/>
                      <a:pt x="1173" y="19"/>
                    </a:cubicBezTo>
                    <a:cubicBezTo>
                      <a:pt x="1167" y="18"/>
                      <a:pt x="1167" y="18"/>
                      <a:pt x="1167" y="18"/>
                    </a:cubicBezTo>
                    <a:cubicBezTo>
                      <a:pt x="1165" y="19"/>
                      <a:pt x="1165" y="19"/>
                      <a:pt x="1165" y="19"/>
                    </a:cubicBezTo>
                    <a:cubicBezTo>
                      <a:pt x="1166" y="18"/>
                      <a:pt x="1166" y="18"/>
                      <a:pt x="1166" y="18"/>
                    </a:cubicBezTo>
                    <a:cubicBezTo>
                      <a:pt x="1164" y="17"/>
                      <a:pt x="1164" y="17"/>
                      <a:pt x="1164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0" y="17"/>
                      <a:pt x="1160" y="17"/>
                      <a:pt x="1160" y="17"/>
                    </a:cubicBezTo>
                    <a:cubicBezTo>
                      <a:pt x="1156" y="16"/>
                      <a:pt x="1156" y="16"/>
                      <a:pt x="1156" y="16"/>
                    </a:cubicBezTo>
                    <a:cubicBezTo>
                      <a:pt x="1155" y="16"/>
                      <a:pt x="1155" y="16"/>
                      <a:pt x="1155" y="16"/>
                    </a:cubicBezTo>
                    <a:cubicBezTo>
                      <a:pt x="1153" y="16"/>
                      <a:pt x="1153" y="16"/>
                      <a:pt x="1153" y="16"/>
                    </a:cubicBezTo>
                    <a:cubicBezTo>
                      <a:pt x="1152" y="17"/>
                      <a:pt x="1152" y="17"/>
                      <a:pt x="1152" y="17"/>
                    </a:cubicBezTo>
                    <a:cubicBezTo>
                      <a:pt x="1151" y="16"/>
                      <a:pt x="1151" y="16"/>
                      <a:pt x="1151" y="16"/>
                    </a:cubicBezTo>
                    <a:cubicBezTo>
                      <a:pt x="1151" y="15"/>
                      <a:pt x="1151" y="15"/>
                      <a:pt x="1151" y="15"/>
                    </a:cubicBezTo>
                    <a:cubicBezTo>
                      <a:pt x="1149" y="16"/>
                      <a:pt x="1149" y="16"/>
                      <a:pt x="1149" y="16"/>
                    </a:cubicBezTo>
                    <a:cubicBezTo>
                      <a:pt x="1146" y="16"/>
                      <a:pt x="1146" y="16"/>
                      <a:pt x="1146" y="16"/>
                    </a:cubicBezTo>
                    <a:cubicBezTo>
                      <a:pt x="1145" y="15"/>
                      <a:pt x="1145" y="15"/>
                      <a:pt x="1145" y="15"/>
                    </a:cubicBezTo>
                    <a:cubicBezTo>
                      <a:pt x="1142" y="15"/>
                      <a:pt x="1142" y="15"/>
                      <a:pt x="1142" y="15"/>
                    </a:cubicBezTo>
                    <a:cubicBezTo>
                      <a:pt x="1141" y="15"/>
                      <a:pt x="1141" y="15"/>
                      <a:pt x="1141" y="15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33" y="18"/>
                      <a:pt x="1133" y="18"/>
                      <a:pt x="1133" y="18"/>
                    </a:cubicBezTo>
                    <a:cubicBezTo>
                      <a:pt x="1133" y="19"/>
                      <a:pt x="1133" y="19"/>
                      <a:pt x="1133" y="19"/>
                    </a:cubicBezTo>
                    <a:cubicBezTo>
                      <a:pt x="1131" y="18"/>
                      <a:pt x="1131" y="18"/>
                      <a:pt x="1131" y="18"/>
                    </a:cubicBezTo>
                    <a:cubicBezTo>
                      <a:pt x="1131" y="20"/>
                      <a:pt x="1131" y="20"/>
                      <a:pt x="1131" y="20"/>
                    </a:cubicBezTo>
                    <a:cubicBezTo>
                      <a:pt x="1130" y="19"/>
                      <a:pt x="1130" y="19"/>
                      <a:pt x="1130" y="19"/>
                    </a:cubicBezTo>
                    <a:cubicBezTo>
                      <a:pt x="1127" y="19"/>
                      <a:pt x="1127" y="19"/>
                      <a:pt x="1127" y="19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6" y="21"/>
                      <a:pt x="1126" y="21"/>
                      <a:pt x="1126" y="21"/>
                    </a:cubicBezTo>
                    <a:cubicBezTo>
                      <a:pt x="1124" y="20"/>
                      <a:pt x="1124" y="20"/>
                      <a:pt x="1124" y="20"/>
                    </a:cubicBezTo>
                    <a:cubicBezTo>
                      <a:pt x="1121" y="21"/>
                      <a:pt x="1121" y="21"/>
                      <a:pt x="1121" y="21"/>
                    </a:cubicBezTo>
                    <a:cubicBezTo>
                      <a:pt x="1121" y="22"/>
                      <a:pt x="1121" y="22"/>
                      <a:pt x="1121" y="22"/>
                    </a:cubicBezTo>
                    <a:cubicBezTo>
                      <a:pt x="1118" y="22"/>
                      <a:pt x="1118" y="22"/>
                      <a:pt x="1118" y="22"/>
                    </a:cubicBezTo>
                    <a:cubicBezTo>
                      <a:pt x="1114" y="22"/>
                      <a:pt x="1114" y="22"/>
                      <a:pt x="1114" y="22"/>
                    </a:cubicBezTo>
                    <a:cubicBezTo>
                      <a:pt x="1113" y="21"/>
                      <a:pt x="1113" y="21"/>
                      <a:pt x="1113" y="21"/>
                    </a:cubicBezTo>
                    <a:cubicBezTo>
                      <a:pt x="1110" y="22"/>
                      <a:pt x="1110" y="22"/>
                      <a:pt x="1110" y="22"/>
                    </a:cubicBezTo>
                    <a:cubicBezTo>
                      <a:pt x="1109" y="23"/>
                      <a:pt x="1109" y="23"/>
                      <a:pt x="1109" y="23"/>
                    </a:cubicBezTo>
                    <a:cubicBezTo>
                      <a:pt x="1111" y="25"/>
                      <a:pt x="1111" y="25"/>
                      <a:pt x="1111" y="25"/>
                    </a:cubicBezTo>
                    <a:cubicBezTo>
                      <a:pt x="1112" y="27"/>
                      <a:pt x="1112" y="27"/>
                      <a:pt x="1112" y="27"/>
                    </a:cubicBezTo>
                    <a:cubicBezTo>
                      <a:pt x="1113" y="28"/>
                      <a:pt x="1113" y="28"/>
                      <a:pt x="1113" y="28"/>
                    </a:cubicBezTo>
                    <a:cubicBezTo>
                      <a:pt x="1113" y="29"/>
                      <a:pt x="1113" y="29"/>
                      <a:pt x="1113" y="29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2" y="30"/>
                      <a:pt x="1112" y="30"/>
                      <a:pt x="1112" y="30"/>
                    </a:cubicBezTo>
                    <a:cubicBezTo>
                      <a:pt x="1111" y="32"/>
                      <a:pt x="1111" y="32"/>
                      <a:pt x="1111" y="32"/>
                    </a:cubicBezTo>
                    <a:cubicBezTo>
                      <a:pt x="1112" y="33"/>
                      <a:pt x="1112" y="33"/>
                      <a:pt x="1112" y="33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4" y="31"/>
                      <a:pt x="1114" y="31"/>
                      <a:pt x="1114" y="31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4"/>
                      <a:pt x="1114" y="34"/>
                      <a:pt x="1114" y="34"/>
                    </a:cubicBezTo>
                    <a:cubicBezTo>
                      <a:pt x="1116" y="34"/>
                      <a:pt x="1116" y="34"/>
                      <a:pt x="1116" y="34"/>
                    </a:cubicBezTo>
                    <a:cubicBezTo>
                      <a:pt x="1117" y="33"/>
                      <a:pt x="1117" y="33"/>
                      <a:pt x="1117" y="33"/>
                    </a:cubicBezTo>
                    <a:cubicBezTo>
                      <a:pt x="1119" y="34"/>
                      <a:pt x="1119" y="34"/>
                      <a:pt x="1119" y="34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21" y="36"/>
                      <a:pt x="1121" y="36"/>
                      <a:pt x="1121" y="36"/>
                    </a:cubicBezTo>
                    <a:cubicBezTo>
                      <a:pt x="1123" y="38"/>
                      <a:pt x="1123" y="38"/>
                      <a:pt x="1123" y="38"/>
                    </a:cubicBezTo>
                    <a:cubicBezTo>
                      <a:pt x="1124" y="41"/>
                      <a:pt x="1124" y="41"/>
                      <a:pt x="1124" y="41"/>
                    </a:cubicBezTo>
                    <a:cubicBezTo>
                      <a:pt x="1126" y="41"/>
                      <a:pt x="1126" y="41"/>
                      <a:pt x="1126" y="41"/>
                    </a:cubicBezTo>
                    <a:cubicBezTo>
                      <a:pt x="1127" y="43"/>
                      <a:pt x="1127" y="43"/>
                      <a:pt x="1127" y="43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5"/>
                      <a:pt x="1127" y="45"/>
                      <a:pt x="1127" y="45"/>
                    </a:cubicBezTo>
                    <a:cubicBezTo>
                      <a:pt x="1128" y="46"/>
                      <a:pt x="1128" y="46"/>
                      <a:pt x="1128" y="46"/>
                    </a:cubicBezTo>
                    <a:cubicBezTo>
                      <a:pt x="1127" y="46"/>
                      <a:pt x="1127" y="46"/>
                      <a:pt x="1127" y="46"/>
                    </a:cubicBezTo>
                    <a:cubicBezTo>
                      <a:pt x="1124" y="48"/>
                      <a:pt x="1124" y="48"/>
                      <a:pt x="1124" y="48"/>
                    </a:cubicBezTo>
                    <a:cubicBezTo>
                      <a:pt x="1125" y="48"/>
                      <a:pt x="1125" y="48"/>
                      <a:pt x="1125" y="48"/>
                    </a:cubicBezTo>
                    <a:cubicBezTo>
                      <a:pt x="1123" y="49"/>
                      <a:pt x="1123" y="49"/>
                      <a:pt x="1123" y="49"/>
                    </a:cubicBezTo>
                    <a:cubicBezTo>
                      <a:pt x="1122" y="49"/>
                      <a:pt x="1122" y="49"/>
                      <a:pt x="1122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7"/>
                      <a:pt x="1120" y="47"/>
                      <a:pt x="1120" y="47"/>
                    </a:cubicBezTo>
                    <a:cubicBezTo>
                      <a:pt x="1117" y="43"/>
                      <a:pt x="1117" y="43"/>
                      <a:pt x="1117" y="43"/>
                    </a:cubicBezTo>
                    <a:cubicBezTo>
                      <a:pt x="1115" y="43"/>
                      <a:pt x="1115" y="43"/>
                      <a:pt x="1115" y="43"/>
                    </a:cubicBezTo>
                    <a:cubicBezTo>
                      <a:pt x="1115" y="44"/>
                      <a:pt x="1115" y="44"/>
                      <a:pt x="1115" y="44"/>
                    </a:cubicBezTo>
                    <a:cubicBezTo>
                      <a:pt x="1111" y="43"/>
                      <a:pt x="1111" y="43"/>
                      <a:pt x="1111" y="43"/>
                    </a:cubicBezTo>
                    <a:cubicBezTo>
                      <a:pt x="1109" y="43"/>
                      <a:pt x="1109" y="43"/>
                      <a:pt x="1109" y="43"/>
                    </a:cubicBezTo>
                    <a:cubicBezTo>
                      <a:pt x="1108" y="43"/>
                      <a:pt x="1108" y="43"/>
                      <a:pt x="1108" y="43"/>
                    </a:cubicBezTo>
                    <a:cubicBezTo>
                      <a:pt x="1106" y="41"/>
                      <a:pt x="1106" y="41"/>
                      <a:pt x="1106" y="41"/>
                    </a:cubicBezTo>
                    <a:cubicBezTo>
                      <a:pt x="1107" y="39"/>
                      <a:pt x="1107" y="39"/>
                      <a:pt x="1107" y="39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3" y="37"/>
                      <a:pt x="1103" y="37"/>
                      <a:pt x="1103" y="37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7" y="37"/>
                      <a:pt x="1107" y="37"/>
                      <a:pt x="1107" y="37"/>
                    </a:cubicBezTo>
                    <a:cubicBezTo>
                      <a:pt x="1108" y="35"/>
                      <a:pt x="1108" y="35"/>
                      <a:pt x="1108" y="35"/>
                    </a:cubicBezTo>
                    <a:cubicBezTo>
                      <a:pt x="1108" y="33"/>
                      <a:pt x="1108" y="33"/>
                      <a:pt x="1108" y="33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6" y="30"/>
                      <a:pt x="1106" y="30"/>
                      <a:pt x="1106" y="30"/>
                    </a:cubicBezTo>
                    <a:cubicBezTo>
                      <a:pt x="1104" y="28"/>
                      <a:pt x="1104" y="28"/>
                      <a:pt x="1104" y="28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2" y="28"/>
                      <a:pt x="1102" y="28"/>
                      <a:pt x="1102" y="28"/>
                    </a:cubicBezTo>
                    <a:cubicBezTo>
                      <a:pt x="1099" y="28"/>
                      <a:pt x="1099" y="28"/>
                      <a:pt x="1099" y="28"/>
                    </a:cubicBezTo>
                    <a:cubicBezTo>
                      <a:pt x="1099" y="29"/>
                      <a:pt x="1099" y="29"/>
                      <a:pt x="1099" y="29"/>
                    </a:cubicBezTo>
                    <a:cubicBezTo>
                      <a:pt x="1098" y="29"/>
                      <a:pt x="1098" y="29"/>
                      <a:pt x="1098" y="29"/>
                    </a:cubicBezTo>
                    <a:cubicBezTo>
                      <a:pt x="1098" y="30"/>
                      <a:pt x="1098" y="30"/>
                      <a:pt x="1098" y="30"/>
                    </a:cubicBezTo>
                    <a:cubicBezTo>
                      <a:pt x="1097" y="30"/>
                      <a:pt x="1097" y="30"/>
                      <a:pt x="1097" y="30"/>
                    </a:cubicBezTo>
                    <a:cubicBezTo>
                      <a:pt x="1097" y="31"/>
                      <a:pt x="1097" y="31"/>
                      <a:pt x="1097" y="31"/>
                    </a:cubicBezTo>
                    <a:cubicBezTo>
                      <a:pt x="1097" y="34"/>
                      <a:pt x="1097" y="34"/>
                      <a:pt x="1097" y="34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7"/>
                      <a:pt x="1098" y="37"/>
                      <a:pt x="1098" y="37"/>
                    </a:cubicBezTo>
                    <a:cubicBezTo>
                      <a:pt x="1098" y="39"/>
                      <a:pt x="1098" y="39"/>
                      <a:pt x="1098" y="39"/>
                    </a:cubicBezTo>
                    <a:cubicBezTo>
                      <a:pt x="1098" y="40"/>
                      <a:pt x="1098" y="40"/>
                      <a:pt x="1098" y="40"/>
                    </a:cubicBezTo>
                    <a:cubicBezTo>
                      <a:pt x="1096" y="42"/>
                      <a:pt x="1096" y="42"/>
                      <a:pt x="1096" y="42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5" y="41"/>
                      <a:pt x="1095" y="41"/>
                      <a:pt x="1095" y="41"/>
                    </a:cubicBezTo>
                    <a:cubicBezTo>
                      <a:pt x="1094" y="41"/>
                      <a:pt x="1094" y="41"/>
                      <a:pt x="1094" y="41"/>
                    </a:cubicBezTo>
                    <a:cubicBezTo>
                      <a:pt x="1093" y="42"/>
                      <a:pt x="1093" y="42"/>
                      <a:pt x="1093" y="42"/>
                    </a:cubicBezTo>
                    <a:cubicBezTo>
                      <a:pt x="1090" y="42"/>
                      <a:pt x="1090" y="42"/>
                      <a:pt x="1090" y="42"/>
                    </a:cubicBezTo>
                    <a:cubicBezTo>
                      <a:pt x="1087" y="43"/>
                      <a:pt x="1087" y="43"/>
                      <a:pt x="1087" y="43"/>
                    </a:cubicBezTo>
                    <a:cubicBezTo>
                      <a:pt x="1086" y="43"/>
                      <a:pt x="1086" y="43"/>
                      <a:pt x="1086" y="43"/>
                    </a:cubicBezTo>
                    <a:cubicBezTo>
                      <a:pt x="1084" y="44"/>
                      <a:pt x="1084" y="44"/>
                      <a:pt x="1084" y="44"/>
                    </a:cubicBezTo>
                    <a:cubicBezTo>
                      <a:pt x="1082" y="45"/>
                      <a:pt x="1082" y="45"/>
                      <a:pt x="1082" y="45"/>
                    </a:cubicBezTo>
                    <a:cubicBezTo>
                      <a:pt x="1081" y="44"/>
                      <a:pt x="1081" y="44"/>
                      <a:pt x="1081" y="44"/>
                    </a:cubicBezTo>
                    <a:cubicBezTo>
                      <a:pt x="1079" y="43"/>
                      <a:pt x="1079" y="43"/>
                      <a:pt x="1079" y="43"/>
                    </a:cubicBezTo>
                    <a:cubicBezTo>
                      <a:pt x="1078" y="43"/>
                      <a:pt x="1078" y="43"/>
                      <a:pt x="1078" y="43"/>
                    </a:cubicBezTo>
                    <a:cubicBezTo>
                      <a:pt x="1077" y="44"/>
                      <a:pt x="1077" y="44"/>
                      <a:pt x="1077" y="44"/>
                    </a:cubicBezTo>
                    <a:cubicBezTo>
                      <a:pt x="1077" y="45"/>
                      <a:pt x="1077" y="45"/>
                      <a:pt x="1077" y="45"/>
                    </a:cubicBezTo>
                    <a:cubicBezTo>
                      <a:pt x="1075" y="46"/>
                      <a:pt x="1075" y="46"/>
                      <a:pt x="1075" y="46"/>
                    </a:cubicBezTo>
                    <a:cubicBezTo>
                      <a:pt x="1074" y="47"/>
                      <a:pt x="1074" y="47"/>
                      <a:pt x="1074" y="47"/>
                    </a:cubicBezTo>
                    <a:cubicBezTo>
                      <a:pt x="1071" y="47"/>
                      <a:pt x="1071" y="47"/>
                      <a:pt x="1071" y="47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7" y="48"/>
                      <a:pt x="1067" y="48"/>
                      <a:pt x="1067" y="48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5" y="50"/>
                      <a:pt x="1065" y="50"/>
                      <a:pt x="1065" y="50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6" y="52"/>
                      <a:pt x="1066" y="52"/>
                      <a:pt x="1066" y="52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4" y="52"/>
                      <a:pt x="1064" y="52"/>
                      <a:pt x="1064" y="52"/>
                    </a:cubicBezTo>
                    <a:cubicBezTo>
                      <a:pt x="1063" y="51"/>
                      <a:pt x="1063" y="51"/>
                      <a:pt x="1063" y="51"/>
                    </a:cubicBezTo>
                    <a:cubicBezTo>
                      <a:pt x="1062" y="52"/>
                      <a:pt x="1062" y="52"/>
                      <a:pt x="1062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59" y="52"/>
                      <a:pt x="1059" y="52"/>
                      <a:pt x="1059" y="52"/>
                    </a:cubicBezTo>
                    <a:cubicBezTo>
                      <a:pt x="1059" y="54"/>
                      <a:pt x="1059" y="54"/>
                      <a:pt x="1059" y="54"/>
                    </a:cubicBezTo>
                    <a:cubicBezTo>
                      <a:pt x="1058" y="53"/>
                      <a:pt x="1058" y="53"/>
                      <a:pt x="1058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2" y="53"/>
                      <a:pt x="1052" y="53"/>
                      <a:pt x="1052" y="53"/>
                    </a:cubicBezTo>
                    <a:cubicBezTo>
                      <a:pt x="1050" y="55"/>
                      <a:pt x="1050" y="55"/>
                      <a:pt x="1050" y="55"/>
                    </a:cubicBezTo>
                    <a:cubicBezTo>
                      <a:pt x="1051" y="55"/>
                      <a:pt x="1051" y="55"/>
                      <a:pt x="1051" y="55"/>
                    </a:cubicBezTo>
                    <a:cubicBezTo>
                      <a:pt x="1050" y="53"/>
                      <a:pt x="1050" y="53"/>
                      <a:pt x="1050" y="53"/>
                    </a:cubicBezTo>
                    <a:cubicBezTo>
                      <a:pt x="1049" y="50"/>
                      <a:pt x="1049" y="50"/>
                      <a:pt x="1049" y="50"/>
                    </a:cubicBezTo>
                    <a:cubicBezTo>
                      <a:pt x="1049" y="48"/>
                      <a:pt x="1049" y="48"/>
                      <a:pt x="1049" y="48"/>
                    </a:cubicBezTo>
                    <a:cubicBezTo>
                      <a:pt x="1048" y="47"/>
                      <a:pt x="1048" y="47"/>
                      <a:pt x="1048" y="47"/>
                    </a:cubicBezTo>
                    <a:cubicBezTo>
                      <a:pt x="1048" y="46"/>
                      <a:pt x="1048" y="46"/>
                      <a:pt x="1048" y="46"/>
                    </a:cubicBezTo>
                    <a:cubicBezTo>
                      <a:pt x="1047" y="43"/>
                      <a:pt x="1047" y="43"/>
                      <a:pt x="1047" y="43"/>
                    </a:cubicBezTo>
                    <a:cubicBezTo>
                      <a:pt x="1044" y="40"/>
                      <a:pt x="1044" y="40"/>
                      <a:pt x="1044" y="40"/>
                    </a:cubicBezTo>
                    <a:cubicBezTo>
                      <a:pt x="1041" y="39"/>
                      <a:pt x="1041" y="39"/>
                      <a:pt x="1041" y="39"/>
                    </a:cubicBezTo>
                    <a:cubicBezTo>
                      <a:pt x="1038" y="35"/>
                      <a:pt x="1038" y="35"/>
                      <a:pt x="1038" y="35"/>
                    </a:cubicBezTo>
                    <a:cubicBezTo>
                      <a:pt x="1030" y="33"/>
                      <a:pt x="1030" y="33"/>
                      <a:pt x="1030" y="33"/>
                    </a:cubicBezTo>
                    <a:cubicBezTo>
                      <a:pt x="1026" y="33"/>
                      <a:pt x="1026" y="33"/>
                      <a:pt x="1026" y="33"/>
                    </a:cubicBezTo>
                    <a:cubicBezTo>
                      <a:pt x="1024" y="33"/>
                      <a:pt x="1024" y="33"/>
                      <a:pt x="1024" y="33"/>
                    </a:cubicBezTo>
                    <a:cubicBezTo>
                      <a:pt x="1021" y="35"/>
                      <a:pt x="1021" y="35"/>
                      <a:pt x="1021" y="35"/>
                    </a:cubicBezTo>
                    <a:cubicBezTo>
                      <a:pt x="1021" y="36"/>
                      <a:pt x="1021" y="36"/>
                      <a:pt x="1021" y="36"/>
                    </a:cubicBezTo>
                    <a:cubicBezTo>
                      <a:pt x="1019" y="35"/>
                      <a:pt x="1019" y="35"/>
                      <a:pt x="1019" y="35"/>
                    </a:cubicBezTo>
                    <a:cubicBezTo>
                      <a:pt x="1016" y="36"/>
                      <a:pt x="1016" y="36"/>
                      <a:pt x="1016" y="36"/>
                    </a:cubicBezTo>
                    <a:cubicBezTo>
                      <a:pt x="1011" y="39"/>
                      <a:pt x="1011" y="39"/>
                      <a:pt x="1011" y="39"/>
                    </a:cubicBezTo>
                    <a:cubicBezTo>
                      <a:pt x="1009" y="40"/>
                      <a:pt x="1009" y="40"/>
                      <a:pt x="1009" y="40"/>
                    </a:cubicBezTo>
                    <a:cubicBezTo>
                      <a:pt x="1006" y="42"/>
                      <a:pt x="1006" y="42"/>
                      <a:pt x="1006" y="42"/>
                    </a:cubicBezTo>
                    <a:cubicBezTo>
                      <a:pt x="1005" y="43"/>
                      <a:pt x="1005" y="43"/>
                      <a:pt x="1005" y="43"/>
                    </a:cubicBezTo>
                    <a:cubicBezTo>
                      <a:pt x="1002" y="45"/>
                      <a:pt x="1002" y="45"/>
                      <a:pt x="1002" y="45"/>
                    </a:cubicBezTo>
                    <a:cubicBezTo>
                      <a:pt x="1000" y="46"/>
                      <a:pt x="1000" y="46"/>
                      <a:pt x="1000" y="46"/>
                    </a:cubicBezTo>
                    <a:cubicBezTo>
                      <a:pt x="998" y="47"/>
                      <a:pt x="998" y="47"/>
                      <a:pt x="998" y="47"/>
                    </a:cubicBezTo>
                    <a:cubicBezTo>
                      <a:pt x="996" y="48"/>
                      <a:pt x="996" y="48"/>
                      <a:pt x="996" y="48"/>
                    </a:cubicBezTo>
                    <a:cubicBezTo>
                      <a:pt x="994" y="47"/>
                      <a:pt x="994" y="47"/>
                      <a:pt x="994" y="47"/>
                    </a:cubicBezTo>
                    <a:cubicBezTo>
                      <a:pt x="992" y="48"/>
                      <a:pt x="992" y="48"/>
                      <a:pt x="992" y="48"/>
                    </a:cubicBezTo>
                    <a:cubicBezTo>
                      <a:pt x="993" y="47"/>
                      <a:pt x="993" y="47"/>
                      <a:pt x="993" y="47"/>
                    </a:cubicBezTo>
                    <a:cubicBezTo>
                      <a:pt x="994" y="45"/>
                      <a:pt x="994" y="45"/>
                      <a:pt x="994" y="45"/>
                    </a:cubicBezTo>
                    <a:cubicBezTo>
                      <a:pt x="991" y="42"/>
                      <a:pt x="991" y="42"/>
                      <a:pt x="991" y="42"/>
                    </a:cubicBezTo>
                    <a:cubicBezTo>
                      <a:pt x="988" y="41"/>
                      <a:pt x="988" y="41"/>
                      <a:pt x="988" y="41"/>
                    </a:cubicBezTo>
                    <a:cubicBezTo>
                      <a:pt x="984" y="39"/>
                      <a:pt x="984" y="39"/>
                      <a:pt x="984" y="39"/>
                    </a:cubicBezTo>
                    <a:cubicBezTo>
                      <a:pt x="983" y="38"/>
                      <a:pt x="983" y="38"/>
                      <a:pt x="983" y="38"/>
                    </a:cubicBezTo>
                    <a:cubicBezTo>
                      <a:pt x="982" y="39"/>
                      <a:pt x="982" y="39"/>
                      <a:pt x="982" y="39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79" y="43"/>
                      <a:pt x="979" y="43"/>
                      <a:pt x="979" y="43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3"/>
                      <a:pt x="978" y="43"/>
                      <a:pt x="978" y="43"/>
                    </a:cubicBezTo>
                    <a:cubicBezTo>
                      <a:pt x="979" y="42"/>
                      <a:pt x="979" y="42"/>
                      <a:pt x="979" y="42"/>
                    </a:cubicBezTo>
                    <a:cubicBezTo>
                      <a:pt x="978" y="40"/>
                      <a:pt x="978" y="40"/>
                      <a:pt x="978" y="40"/>
                    </a:cubicBezTo>
                    <a:cubicBezTo>
                      <a:pt x="976" y="39"/>
                      <a:pt x="976" y="39"/>
                      <a:pt x="976" y="39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4" y="42"/>
                      <a:pt x="974" y="42"/>
                      <a:pt x="974" y="42"/>
                    </a:cubicBezTo>
                    <a:cubicBezTo>
                      <a:pt x="973" y="43"/>
                      <a:pt x="973" y="43"/>
                      <a:pt x="973" y="43"/>
                    </a:cubicBezTo>
                    <a:cubicBezTo>
                      <a:pt x="973" y="42"/>
                      <a:pt x="973" y="42"/>
                      <a:pt x="973" y="42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2" y="39"/>
                      <a:pt x="972" y="39"/>
                      <a:pt x="972" y="39"/>
                    </a:cubicBezTo>
                    <a:cubicBezTo>
                      <a:pt x="971" y="36"/>
                      <a:pt x="971" y="36"/>
                      <a:pt x="971" y="36"/>
                    </a:cubicBezTo>
                    <a:cubicBezTo>
                      <a:pt x="969" y="38"/>
                      <a:pt x="969" y="38"/>
                      <a:pt x="969" y="38"/>
                    </a:cubicBezTo>
                    <a:cubicBezTo>
                      <a:pt x="967" y="38"/>
                      <a:pt x="967" y="38"/>
                      <a:pt x="967" y="38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5" y="37"/>
                      <a:pt x="965" y="37"/>
                      <a:pt x="965" y="37"/>
                    </a:cubicBezTo>
                    <a:cubicBezTo>
                      <a:pt x="966" y="35"/>
                      <a:pt x="966" y="35"/>
                      <a:pt x="966" y="35"/>
                    </a:cubicBezTo>
                    <a:cubicBezTo>
                      <a:pt x="965" y="35"/>
                      <a:pt x="965" y="35"/>
                      <a:pt x="965" y="35"/>
                    </a:cubicBezTo>
                    <a:cubicBezTo>
                      <a:pt x="967" y="36"/>
                      <a:pt x="967" y="36"/>
                      <a:pt x="967" y="36"/>
                    </a:cubicBezTo>
                    <a:cubicBezTo>
                      <a:pt x="969" y="35"/>
                      <a:pt x="969" y="35"/>
                      <a:pt x="969" y="35"/>
                    </a:cubicBezTo>
                    <a:cubicBezTo>
                      <a:pt x="970" y="33"/>
                      <a:pt x="970" y="33"/>
                      <a:pt x="970" y="33"/>
                    </a:cubicBezTo>
                    <a:cubicBezTo>
                      <a:pt x="967" y="29"/>
                      <a:pt x="967" y="29"/>
                      <a:pt x="967" y="29"/>
                    </a:cubicBezTo>
                    <a:cubicBezTo>
                      <a:pt x="962" y="27"/>
                      <a:pt x="962" y="27"/>
                      <a:pt x="962" y="27"/>
                    </a:cubicBezTo>
                    <a:cubicBezTo>
                      <a:pt x="957" y="27"/>
                      <a:pt x="957" y="27"/>
                      <a:pt x="957" y="27"/>
                    </a:cubicBezTo>
                    <a:cubicBezTo>
                      <a:pt x="953" y="28"/>
                      <a:pt x="953" y="28"/>
                      <a:pt x="953" y="28"/>
                    </a:cubicBezTo>
                    <a:cubicBezTo>
                      <a:pt x="949" y="29"/>
                      <a:pt x="949" y="29"/>
                      <a:pt x="949" y="29"/>
                    </a:cubicBezTo>
                    <a:cubicBezTo>
                      <a:pt x="946" y="31"/>
                      <a:pt x="946" y="31"/>
                      <a:pt x="946" y="31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1" y="31"/>
                      <a:pt x="941" y="31"/>
                      <a:pt x="941" y="31"/>
                    </a:cubicBezTo>
                    <a:cubicBezTo>
                      <a:pt x="939" y="32"/>
                      <a:pt x="939" y="32"/>
                      <a:pt x="939" y="32"/>
                    </a:cubicBezTo>
                    <a:cubicBezTo>
                      <a:pt x="936" y="31"/>
                      <a:pt x="936" y="31"/>
                      <a:pt x="936" y="31"/>
                    </a:cubicBezTo>
                    <a:cubicBezTo>
                      <a:pt x="929" y="32"/>
                      <a:pt x="929" y="32"/>
                      <a:pt x="929" y="32"/>
                    </a:cubicBezTo>
                    <a:cubicBezTo>
                      <a:pt x="928" y="32"/>
                      <a:pt x="928" y="32"/>
                      <a:pt x="928" y="32"/>
                    </a:cubicBezTo>
                    <a:cubicBezTo>
                      <a:pt x="919" y="33"/>
                      <a:pt x="919" y="33"/>
                      <a:pt x="919" y="33"/>
                    </a:cubicBezTo>
                    <a:cubicBezTo>
                      <a:pt x="914" y="33"/>
                      <a:pt x="914" y="33"/>
                      <a:pt x="914" y="33"/>
                    </a:cubicBezTo>
                    <a:cubicBezTo>
                      <a:pt x="911" y="34"/>
                      <a:pt x="911" y="34"/>
                      <a:pt x="911" y="34"/>
                    </a:cubicBezTo>
                    <a:cubicBezTo>
                      <a:pt x="908" y="32"/>
                      <a:pt x="908" y="32"/>
                      <a:pt x="908" y="32"/>
                    </a:cubicBezTo>
                    <a:cubicBezTo>
                      <a:pt x="905" y="33"/>
                      <a:pt x="905" y="33"/>
                      <a:pt x="905" y="33"/>
                    </a:cubicBezTo>
                    <a:cubicBezTo>
                      <a:pt x="902" y="34"/>
                      <a:pt x="902" y="34"/>
                      <a:pt x="902" y="34"/>
                    </a:cubicBezTo>
                    <a:cubicBezTo>
                      <a:pt x="904" y="37"/>
                      <a:pt x="904" y="37"/>
                      <a:pt x="904" y="37"/>
                    </a:cubicBezTo>
                    <a:cubicBezTo>
                      <a:pt x="907" y="37"/>
                      <a:pt x="907" y="37"/>
                      <a:pt x="907" y="37"/>
                    </a:cubicBezTo>
                    <a:cubicBezTo>
                      <a:pt x="908" y="37"/>
                      <a:pt x="908" y="37"/>
                      <a:pt x="908" y="37"/>
                    </a:cubicBezTo>
                    <a:cubicBezTo>
                      <a:pt x="910" y="37"/>
                      <a:pt x="910" y="37"/>
                      <a:pt x="910" y="37"/>
                    </a:cubicBezTo>
                    <a:cubicBezTo>
                      <a:pt x="911" y="38"/>
                      <a:pt x="911" y="38"/>
                      <a:pt x="911" y="38"/>
                    </a:cubicBezTo>
                    <a:cubicBezTo>
                      <a:pt x="911" y="39"/>
                      <a:pt x="911" y="39"/>
                      <a:pt x="911" y="39"/>
                    </a:cubicBezTo>
                    <a:cubicBezTo>
                      <a:pt x="909" y="41"/>
                      <a:pt x="909" y="41"/>
                      <a:pt x="909" y="41"/>
                    </a:cubicBezTo>
                    <a:cubicBezTo>
                      <a:pt x="907" y="41"/>
                      <a:pt x="907" y="41"/>
                      <a:pt x="907" y="41"/>
                    </a:cubicBezTo>
                    <a:cubicBezTo>
                      <a:pt x="904" y="42"/>
                      <a:pt x="904" y="42"/>
                      <a:pt x="904" y="42"/>
                    </a:cubicBezTo>
                    <a:cubicBezTo>
                      <a:pt x="904" y="44"/>
                      <a:pt x="904" y="44"/>
                      <a:pt x="904" y="44"/>
                    </a:cubicBezTo>
                    <a:cubicBezTo>
                      <a:pt x="903" y="46"/>
                      <a:pt x="903" y="46"/>
                      <a:pt x="903" y="46"/>
                    </a:cubicBezTo>
                    <a:cubicBezTo>
                      <a:pt x="905" y="49"/>
                      <a:pt x="905" y="49"/>
                      <a:pt x="905" y="49"/>
                    </a:cubicBezTo>
                    <a:cubicBezTo>
                      <a:pt x="908" y="50"/>
                      <a:pt x="908" y="50"/>
                      <a:pt x="908" y="50"/>
                    </a:cubicBezTo>
                    <a:cubicBezTo>
                      <a:pt x="909" y="48"/>
                      <a:pt x="909" y="48"/>
                      <a:pt x="909" y="48"/>
                    </a:cubicBezTo>
                    <a:cubicBezTo>
                      <a:pt x="910" y="50"/>
                      <a:pt x="910" y="50"/>
                      <a:pt x="910" y="50"/>
                    </a:cubicBezTo>
                    <a:cubicBezTo>
                      <a:pt x="909" y="50"/>
                      <a:pt x="909" y="50"/>
                      <a:pt x="909" y="50"/>
                    </a:cubicBezTo>
                    <a:cubicBezTo>
                      <a:pt x="910" y="51"/>
                      <a:pt x="910" y="51"/>
                      <a:pt x="910" y="51"/>
                    </a:cubicBezTo>
                    <a:cubicBezTo>
                      <a:pt x="907" y="53"/>
                      <a:pt x="907" y="53"/>
                      <a:pt x="907" y="53"/>
                    </a:cubicBezTo>
                    <a:cubicBezTo>
                      <a:pt x="911" y="53"/>
                      <a:pt x="911" y="53"/>
                      <a:pt x="911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5"/>
                      <a:pt x="912" y="55"/>
                      <a:pt x="912" y="55"/>
                    </a:cubicBezTo>
                    <a:cubicBezTo>
                      <a:pt x="914" y="57"/>
                      <a:pt x="914" y="57"/>
                      <a:pt x="914" y="57"/>
                    </a:cubicBezTo>
                    <a:cubicBezTo>
                      <a:pt x="916" y="57"/>
                      <a:pt x="916" y="57"/>
                      <a:pt x="916" y="57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7" y="59"/>
                      <a:pt x="917" y="59"/>
                      <a:pt x="917" y="59"/>
                    </a:cubicBezTo>
                    <a:cubicBezTo>
                      <a:pt x="915" y="60"/>
                      <a:pt x="915" y="60"/>
                      <a:pt x="915" y="60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4" y="61"/>
                      <a:pt x="914" y="61"/>
                      <a:pt x="914" y="61"/>
                    </a:cubicBezTo>
                    <a:cubicBezTo>
                      <a:pt x="913" y="62"/>
                      <a:pt x="913" y="62"/>
                      <a:pt x="913" y="62"/>
                    </a:cubicBezTo>
                    <a:cubicBezTo>
                      <a:pt x="913" y="60"/>
                      <a:pt x="913" y="60"/>
                      <a:pt x="913" y="60"/>
                    </a:cubicBezTo>
                    <a:cubicBezTo>
                      <a:pt x="910" y="58"/>
                      <a:pt x="910" y="58"/>
                      <a:pt x="910" y="58"/>
                    </a:cubicBezTo>
                    <a:cubicBezTo>
                      <a:pt x="908" y="59"/>
                      <a:pt x="908" y="59"/>
                      <a:pt x="908" y="59"/>
                    </a:cubicBezTo>
                    <a:cubicBezTo>
                      <a:pt x="909" y="60"/>
                      <a:pt x="909" y="60"/>
                      <a:pt x="909" y="60"/>
                    </a:cubicBezTo>
                    <a:cubicBezTo>
                      <a:pt x="909" y="61"/>
                      <a:pt x="909" y="61"/>
                      <a:pt x="909" y="61"/>
                    </a:cubicBezTo>
                    <a:cubicBezTo>
                      <a:pt x="908" y="60"/>
                      <a:pt x="908" y="60"/>
                      <a:pt x="908" y="60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4" y="61"/>
                      <a:pt x="904" y="61"/>
                      <a:pt x="904" y="61"/>
                    </a:cubicBezTo>
                    <a:cubicBezTo>
                      <a:pt x="904" y="63"/>
                      <a:pt x="904" y="63"/>
                      <a:pt x="904" y="63"/>
                    </a:cubicBezTo>
                    <a:cubicBezTo>
                      <a:pt x="903" y="63"/>
                      <a:pt x="903" y="63"/>
                      <a:pt x="903" y="63"/>
                    </a:cubicBezTo>
                    <a:cubicBezTo>
                      <a:pt x="903" y="63"/>
                      <a:pt x="902" y="63"/>
                      <a:pt x="902" y="63"/>
                    </a:cubicBezTo>
                    <a:cubicBezTo>
                      <a:pt x="902" y="64"/>
                      <a:pt x="902" y="64"/>
                      <a:pt x="902" y="64"/>
                    </a:cubicBezTo>
                    <a:cubicBezTo>
                      <a:pt x="901" y="64"/>
                      <a:pt x="901" y="64"/>
                      <a:pt x="901" y="64"/>
                    </a:cubicBezTo>
                    <a:cubicBezTo>
                      <a:pt x="902" y="65"/>
                      <a:pt x="902" y="65"/>
                      <a:pt x="902" y="65"/>
                    </a:cubicBezTo>
                    <a:cubicBezTo>
                      <a:pt x="901" y="65"/>
                      <a:pt x="901" y="65"/>
                      <a:pt x="901" y="65"/>
                    </a:cubicBezTo>
                    <a:cubicBezTo>
                      <a:pt x="899" y="65"/>
                      <a:pt x="899" y="65"/>
                      <a:pt x="899" y="65"/>
                    </a:cubicBezTo>
                    <a:cubicBezTo>
                      <a:pt x="897" y="64"/>
                      <a:pt x="897" y="64"/>
                      <a:pt x="897" y="64"/>
                    </a:cubicBezTo>
                    <a:cubicBezTo>
                      <a:pt x="896" y="64"/>
                      <a:pt x="896" y="64"/>
                      <a:pt x="896" y="64"/>
                    </a:cubicBezTo>
                    <a:cubicBezTo>
                      <a:pt x="895" y="63"/>
                      <a:pt x="895" y="63"/>
                      <a:pt x="895" y="63"/>
                    </a:cubicBezTo>
                    <a:cubicBezTo>
                      <a:pt x="889" y="66"/>
                      <a:pt x="889" y="66"/>
                      <a:pt x="889" y="66"/>
                    </a:cubicBezTo>
                    <a:cubicBezTo>
                      <a:pt x="889" y="67"/>
                      <a:pt x="889" y="67"/>
                      <a:pt x="889" y="67"/>
                    </a:cubicBezTo>
                    <a:cubicBezTo>
                      <a:pt x="888" y="68"/>
                      <a:pt x="888" y="68"/>
                      <a:pt x="888" y="68"/>
                    </a:cubicBezTo>
                    <a:cubicBezTo>
                      <a:pt x="889" y="69"/>
                      <a:pt x="889" y="69"/>
                      <a:pt x="889" y="69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8" y="71"/>
                      <a:pt x="888" y="71"/>
                      <a:pt x="888" y="71"/>
                    </a:cubicBezTo>
                    <a:cubicBezTo>
                      <a:pt x="887" y="70"/>
                      <a:pt x="887" y="70"/>
                      <a:pt x="887" y="70"/>
                    </a:cubicBezTo>
                    <a:cubicBezTo>
                      <a:pt x="881" y="71"/>
                      <a:pt x="881" y="71"/>
                      <a:pt x="881" y="71"/>
                    </a:cubicBezTo>
                    <a:cubicBezTo>
                      <a:pt x="878" y="71"/>
                      <a:pt x="878" y="71"/>
                      <a:pt x="878" y="71"/>
                    </a:cubicBezTo>
                    <a:cubicBezTo>
                      <a:pt x="877" y="69"/>
                      <a:pt x="877" y="69"/>
                      <a:pt x="877" y="69"/>
                    </a:cubicBezTo>
                    <a:cubicBezTo>
                      <a:pt x="875" y="69"/>
                      <a:pt x="875" y="69"/>
                      <a:pt x="875" y="69"/>
                    </a:cubicBezTo>
                    <a:cubicBezTo>
                      <a:pt x="874" y="67"/>
                      <a:pt x="874" y="67"/>
                      <a:pt x="874" y="67"/>
                    </a:cubicBezTo>
                    <a:cubicBezTo>
                      <a:pt x="873" y="65"/>
                      <a:pt x="873" y="65"/>
                      <a:pt x="873" y="65"/>
                    </a:cubicBezTo>
                    <a:cubicBezTo>
                      <a:pt x="870" y="64"/>
                      <a:pt x="870" y="64"/>
                      <a:pt x="870" y="64"/>
                    </a:cubicBezTo>
                    <a:cubicBezTo>
                      <a:pt x="870" y="66"/>
                      <a:pt x="870" y="66"/>
                      <a:pt x="870" y="66"/>
                    </a:cubicBezTo>
                    <a:cubicBezTo>
                      <a:pt x="872" y="69"/>
                      <a:pt x="872" y="69"/>
                      <a:pt x="872" y="69"/>
                    </a:cubicBezTo>
                    <a:cubicBezTo>
                      <a:pt x="872" y="72"/>
                      <a:pt x="872" y="72"/>
                      <a:pt x="872" y="72"/>
                    </a:cubicBezTo>
                    <a:cubicBezTo>
                      <a:pt x="874" y="77"/>
                      <a:pt x="874" y="77"/>
                      <a:pt x="874" y="77"/>
                    </a:cubicBezTo>
                    <a:cubicBezTo>
                      <a:pt x="876" y="80"/>
                      <a:pt x="876" y="80"/>
                      <a:pt x="876" y="80"/>
                    </a:cubicBezTo>
                    <a:cubicBezTo>
                      <a:pt x="877" y="88"/>
                      <a:pt x="877" y="88"/>
                      <a:pt x="877" y="88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6" y="88"/>
                      <a:pt x="876" y="88"/>
                      <a:pt x="876" y="88"/>
                    </a:cubicBezTo>
                    <a:cubicBezTo>
                      <a:pt x="876" y="87"/>
                      <a:pt x="876" y="87"/>
                      <a:pt x="876" y="87"/>
                    </a:cubicBezTo>
                    <a:cubicBezTo>
                      <a:pt x="874" y="85"/>
                      <a:pt x="874" y="85"/>
                      <a:pt x="874" y="85"/>
                    </a:cubicBezTo>
                    <a:cubicBezTo>
                      <a:pt x="872" y="86"/>
                      <a:pt x="872" y="86"/>
                      <a:pt x="872" y="86"/>
                    </a:cubicBezTo>
                    <a:cubicBezTo>
                      <a:pt x="873" y="87"/>
                      <a:pt x="873" y="87"/>
                      <a:pt x="873" y="87"/>
                    </a:cubicBezTo>
                    <a:cubicBezTo>
                      <a:pt x="873" y="88"/>
                      <a:pt x="873" y="88"/>
                      <a:pt x="873" y="88"/>
                    </a:cubicBezTo>
                    <a:cubicBezTo>
                      <a:pt x="871" y="87"/>
                      <a:pt x="871" y="87"/>
                      <a:pt x="871" y="87"/>
                    </a:cubicBezTo>
                    <a:cubicBezTo>
                      <a:pt x="869" y="85"/>
                      <a:pt x="869" y="85"/>
                      <a:pt x="869" y="85"/>
                    </a:cubicBezTo>
                    <a:cubicBezTo>
                      <a:pt x="866" y="84"/>
                      <a:pt x="866" y="84"/>
                      <a:pt x="866" y="84"/>
                    </a:cubicBezTo>
                    <a:cubicBezTo>
                      <a:pt x="864" y="83"/>
                      <a:pt x="864" y="83"/>
                      <a:pt x="864" y="83"/>
                    </a:cubicBezTo>
                    <a:cubicBezTo>
                      <a:pt x="863" y="82"/>
                      <a:pt x="863" y="82"/>
                      <a:pt x="863" y="82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7" y="78"/>
                      <a:pt x="857" y="78"/>
                      <a:pt x="857" y="78"/>
                    </a:cubicBezTo>
                    <a:cubicBezTo>
                      <a:pt x="856" y="78"/>
                      <a:pt x="856" y="78"/>
                      <a:pt x="856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7" y="76"/>
                      <a:pt x="857" y="76"/>
                      <a:pt x="857" y="76"/>
                    </a:cubicBezTo>
                    <a:cubicBezTo>
                      <a:pt x="860" y="76"/>
                      <a:pt x="860" y="76"/>
                      <a:pt x="860" y="76"/>
                    </a:cubicBezTo>
                    <a:cubicBezTo>
                      <a:pt x="857" y="74"/>
                      <a:pt x="857" y="74"/>
                      <a:pt x="857" y="74"/>
                    </a:cubicBezTo>
                    <a:cubicBezTo>
                      <a:pt x="856" y="73"/>
                      <a:pt x="856" y="73"/>
                      <a:pt x="856" y="73"/>
                    </a:cubicBezTo>
                    <a:cubicBezTo>
                      <a:pt x="854" y="72"/>
                      <a:pt x="854" y="72"/>
                      <a:pt x="854" y="72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73"/>
                      <a:pt x="853" y="73"/>
                      <a:pt x="853" y="73"/>
                    </a:cubicBezTo>
                    <a:cubicBezTo>
                      <a:pt x="854" y="75"/>
                      <a:pt x="854" y="75"/>
                      <a:pt x="854" y="75"/>
                    </a:cubicBezTo>
                    <a:cubicBezTo>
                      <a:pt x="854" y="76"/>
                      <a:pt x="854" y="76"/>
                      <a:pt x="854" y="76"/>
                    </a:cubicBezTo>
                    <a:cubicBezTo>
                      <a:pt x="853" y="76"/>
                      <a:pt x="853" y="76"/>
                      <a:pt x="853" y="76"/>
                    </a:cubicBezTo>
                    <a:cubicBezTo>
                      <a:pt x="851" y="76"/>
                      <a:pt x="851" y="76"/>
                      <a:pt x="851" y="76"/>
                    </a:cubicBezTo>
                    <a:cubicBezTo>
                      <a:pt x="848" y="74"/>
                      <a:pt x="848" y="74"/>
                      <a:pt x="848" y="74"/>
                    </a:cubicBezTo>
                    <a:cubicBezTo>
                      <a:pt x="848" y="73"/>
                      <a:pt x="848" y="73"/>
                      <a:pt x="848" y="73"/>
                    </a:cubicBezTo>
                    <a:cubicBezTo>
                      <a:pt x="845" y="72"/>
                      <a:pt x="845" y="72"/>
                      <a:pt x="845" y="72"/>
                    </a:cubicBezTo>
                    <a:cubicBezTo>
                      <a:pt x="844" y="71"/>
                      <a:pt x="844" y="71"/>
                      <a:pt x="844" y="71"/>
                    </a:cubicBezTo>
                    <a:cubicBezTo>
                      <a:pt x="846" y="71"/>
                      <a:pt x="846" y="71"/>
                      <a:pt x="846" y="71"/>
                    </a:cubicBezTo>
                    <a:cubicBezTo>
                      <a:pt x="848" y="72"/>
                      <a:pt x="848" y="72"/>
                      <a:pt x="848" y="72"/>
                    </a:cubicBezTo>
                    <a:cubicBezTo>
                      <a:pt x="850" y="73"/>
                      <a:pt x="850" y="73"/>
                      <a:pt x="850" y="73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69"/>
                      <a:pt x="853" y="69"/>
                      <a:pt x="853" y="69"/>
                    </a:cubicBezTo>
                    <a:cubicBezTo>
                      <a:pt x="853" y="67"/>
                      <a:pt x="853" y="67"/>
                      <a:pt x="853" y="67"/>
                    </a:cubicBezTo>
                    <a:cubicBezTo>
                      <a:pt x="852" y="68"/>
                      <a:pt x="852" y="68"/>
                      <a:pt x="852" y="68"/>
                    </a:cubicBezTo>
                    <a:cubicBezTo>
                      <a:pt x="852" y="67"/>
                      <a:pt x="852" y="67"/>
                      <a:pt x="852" y="67"/>
                    </a:cubicBezTo>
                    <a:cubicBezTo>
                      <a:pt x="851" y="67"/>
                      <a:pt x="851" y="67"/>
                      <a:pt x="851" y="67"/>
                    </a:cubicBezTo>
                    <a:cubicBezTo>
                      <a:pt x="851" y="66"/>
                      <a:pt x="851" y="66"/>
                      <a:pt x="851" y="66"/>
                    </a:cubicBezTo>
                    <a:cubicBezTo>
                      <a:pt x="849" y="63"/>
                      <a:pt x="849" y="63"/>
                      <a:pt x="849" y="63"/>
                    </a:cubicBezTo>
                    <a:cubicBezTo>
                      <a:pt x="848" y="64"/>
                      <a:pt x="848" y="64"/>
                      <a:pt x="848" y="64"/>
                    </a:cubicBezTo>
                    <a:cubicBezTo>
                      <a:pt x="848" y="63"/>
                      <a:pt x="848" y="63"/>
                      <a:pt x="848" y="63"/>
                    </a:cubicBezTo>
                    <a:cubicBezTo>
                      <a:pt x="846" y="62"/>
                      <a:pt x="846" y="62"/>
                      <a:pt x="846" y="62"/>
                    </a:cubicBezTo>
                    <a:cubicBezTo>
                      <a:pt x="845" y="63"/>
                      <a:pt x="845" y="63"/>
                      <a:pt x="845" y="63"/>
                    </a:cubicBezTo>
                    <a:cubicBezTo>
                      <a:pt x="844" y="64"/>
                      <a:pt x="844" y="64"/>
                      <a:pt x="844" y="64"/>
                    </a:cubicBezTo>
                    <a:cubicBezTo>
                      <a:pt x="843" y="63"/>
                      <a:pt x="843" y="63"/>
                      <a:pt x="843" y="63"/>
                    </a:cubicBezTo>
                    <a:cubicBezTo>
                      <a:pt x="843" y="62"/>
                      <a:pt x="843" y="62"/>
                      <a:pt x="843" y="62"/>
                    </a:cubicBezTo>
                    <a:cubicBezTo>
                      <a:pt x="846" y="60"/>
                      <a:pt x="846" y="60"/>
                      <a:pt x="846" y="60"/>
                    </a:cubicBezTo>
                    <a:cubicBezTo>
                      <a:pt x="845" y="58"/>
                      <a:pt x="845" y="58"/>
                      <a:pt x="845" y="58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5"/>
                      <a:pt x="842" y="55"/>
                      <a:pt x="842" y="55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41" y="56"/>
                      <a:pt x="841" y="56"/>
                      <a:pt x="841" y="56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39" y="55"/>
                      <a:pt x="839" y="55"/>
                      <a:pt x="839" y="55"/>
                    </a:cubicBezTo>
                    <a:cubicBezTo>
                      <a:pt x="839" y="54"/>
                      <a:pt x="839" y="54"/>
                      <a:pt x="839" y="54"/>
                    </a:cubicBezTo>
                    <a:cubicBezTo>
                      <a:pt x="838" y="54"/>
                      <a:pt x="838" y="54"/>
                      <a:pt x="838" y="54"/>
                    </a:cubicBezTo>
                    <a:cubicBezTo>
                      <a:pt x="839" y="52"/>
                      <a:pt x="839" y="52"/>
                      <a:pt x="839" y="52"/>
                    </a:cubicBezTo>
                    <a:cubicBezTo>
                      <a:pt x="837" y="50"/>
                      <a:pt x="837" y="50"/>
                      <a:pt x="837" y="50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6" y="52"/>
                      <a:pt x="836" y="52"/>
                      <a:pt x="836" y="52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4" y="49"/>
                      <a:pt x="834" y="49"/>
                      <a:pt x="834" y="49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1" y="48"/>
                      <a:pt x="831" y="48"/>
                      <a:pt x="831" y="48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6" y="47"/>
                      <a:pt x="826" y="47"/>
                      <a:pt x="826" y="47"/>
                    </a:cubicBezTo>
                    <a:cubicBezTo>
                      <a:pt x="825" y="48"/>
                      <a:pt x="825" y="48"/>
                      <a:pt x="825" y="48"/>
                    </a:cubicBezTo>
                    <a:cubicBezTo>
                      <a:pt x="825" y="47"/>
                      <a:pt x="825" y="47"/>
                      <a:pt x="825" y="47"/>
                    </a:cubicBezTo>
                    <a:cubicBezTo>
                      <a:pt x="822" y="48"/>
                      <a:pt x="822" y="48"/>
                      <a:pt x="822" y="48"/>
                    </a:cubicBezTo>
                    <a:cubicBezTo>
                      <a:pt x="821" y="48"/>
                      <a:pt x="821" y="48"/>
                      <a:pt x="821" y="48"/>
                    </a:cubicBezTo>
                    <a:cubicBezTo>
                      <a:pt x="820" y="49"/>
                      <a:pt x="820" y="49"/>
                      <a:pt x="820" y="49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0" y="51"/>
                      <a:pt x="820" y="51"/>
                      <a:pt x="820" y="51"/>
                    </a:cubicBezTo>
                    <a:cubicBezTo>
                      <a:pt x="820" y="52"/>
                      <a:pt x="820" y="52"/>
                      <a:pt x="820" y="52"/>
                    </a:cubicBezTo>
                    <a:cubicBezTo>
                      <a:pt x="818" y="52"/>
                      <a:pt x="818" y="52"/>
                      <a:pt x="818" y="52"/>
                    </a:cubicBezTo>
                    <a:cubicBezTo>
                      <a:pt x="819" y="51"/>
                      <a:pt x="819" y="51"/>
                      <a:pt x="819" y="51"/>
                    </a:cubicBezTo>
                    <a:cubicBezTo>
                      <a:pt x="820" y="50"/>
                      <a:pt x="820" y="50"/>
                      <a:pt x="820" y="50"/>
                    </a:cubicBezTo>
                    <a:cubicBezTo>
                      <a:pt x="819" y="48"/>
                      <a:pt x="819" y="48"/>
                      <a:pt x="819" y="48"/>
                    </a:cubicBezTo>
                    <a:cubicBezTo>
                      <a:pt x="816" y="48"/>
                      <a:pt x="816" y="48"/>
                      <a:pt x="816" y="48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6" y="50"/>
                      <a:pt x="816" y="50"/>
                      <a:pt x="816" y="50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4" y="48"/>
                      <a:pt x="814" y="48"/>
                      <a:pt x="814" y="48"/>
                    </a:cubicBezTo>
                    <a:cubicBezTo>
                      <a:pt x="813" y="46"/>
                      <a:pt x="813" y="46"/>
                      <a:pt x="813" y="46"/>
                    </a:cubicBezTo>
                    <a:cubicBezTo>
                      <a:pt x="812" y="48"/>
                      <a:pt x="812" y="48"/>
                      <a:pt x="812" y="48"/>
                    </a:cubicBezTo>
                    <a:cubicBezTo>
                      <a:pt x="811" y="48"/>
                      <a:pt x="811" y="48"/>
                      <a:pt x="811" y="48"/>
                    </a:cubicBezTo>
                    <a:cubicBezTo>
                      <a:pt x="809" y="48"/>
                      <a:pt x="809" y="48"/>
                      <a:pt x="809" y="48"/>
                    </a:cubicBezTo>
                    <a:cubicBezTo>
                      <a:pt x="808" y="46"/>
                      <a:pt x="808" y="46"/>
                      <a:pt x="808" y="46"/>
                    </a:cubicBezTo>
                    <a:cubicBezTo>
                      <a:pt x="808" y="49"/>
                      <a:pt x="808" y="49"/>
                      <a:pt x="808" y="49"/>
                    </a:cubicBezTo>
                    <a:cubicBezTo>
                      <a:pt x="807" y="49"/>
                      <a:pt x="807" y="49"/>
                      <a:pt x="807" y="49"/>
                    </a:cubicBezTo>
                    <a:cubicBezTo>
                      <a:pt x="806" y="48"/>
                      <a:pt x="806" y="48"/>
                      <a:pt x="806" y="48"/>
                    </a:cubicBezTo>
                    <a:cubicBezTo>
                      <a:pt x="805" y="48"/>
                      <a:pt x="805" y="48"/>
                      <a:pt x="805" y="48"/>
                    </a:cubicBezTo>
                    <a:cubicBezTo>
                      <a:pt x="805" y="47"/>
                      <a:pt x="805" y="47"/>
                      <a:pt x="805" y="47"/>
                    </a:cubicBezTo>
                    <a:cubicBezTo>
                      <a:pt x="806" y="45"/>
                      <a:pt x="806" y="45"/>
                      <a:pt x="806" y="45"/>
                    </a:cubicBezTo>
                    <a:cubicBezTo>
                      <a:pt x="806" y="43"/>
                      <a:pt x="806" y="43"/>
                      <a:pt x="806" y="43"/>
                    </a:cubicBezTo>
                    <a:cubicBezTo>
                      <a:pt x="803" y="44"/>
                      <a:pt x="803" y="44"/>
                      <a:pt x="803" y="44"/>
                    </a:cubicBezTo>
                    <a:cubicBezTo>
                      <a:pt x="802" y="45"/>
                      <a:pt x="802" y="45"/>
                      <a:pt x="802" y="45"/>
                    </a:cubicBezTo>
                    <a:cubicBezTo>
                      <a:pt x="802" y="47"/>
                      <a:pt x="802" y="47"/>
                      <a:pt x="802" y="47"/>
                    </a:cubicBezTo>
                    <a:cubicBezTo>
                      <a:pt x="803" y="47"/>
                      <a:pt x="803" y="47"/>
                      <a:pt x="803" y="47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49"/>
                      <a:pt x="803" y="49"/>
                      <a:pt x="803" y="49"/>
                    </a:cubicBezTo>
                    <a:cubicBezTo>
                      <a:pt x="801" y="52"/>
                      <a:pt x="801" y="52"/>
                      <a:pt x="801" y="52"/>
                    </a:cubicBezTo>
                    <a:cubicBezTo>
                      <a:pt x="801" y="54"/>
                      <a:pt x="801" y="54"/>
                      <a:pt x="801" y="54"/>
                    </a:cubicBezTo>
                    <a:cubicBezTo>
                      <a:pt x="802" y="55"/>
                      <a:pt x="802" y="55"/>
                      <a:pt x="802" y="55"/>
                    </a:cubicBezTo>
                    <a:cubicBezTo>
                      <a:pt x="803" y="56"/>
                      <a:pt x="803" y="56"/>
                      <a:pt x="803" y="56"/>
                    </a:cubicBezTo>
                    <a:cubicBezTo>
                      <a:pt x="804" y="57"/>
                      <a:pt x="804" y="57"/>
                      <a:pt x="804" y="57"/>
                    </a:cubicBezTo>
                    <a:cubicBezTo>
                      <a:pt x="804" y="59"/>
                      <a:pt x="804" y="59"/>
                      <a:pt x="804" y="59"/>
                    </a:cubicBezTo>
                    <a:cubicBezTo>
                      <a:pt x="806" y="59"/>
                      <a:pt x="806" y="59"/>
                      <a:pt x="806" y="59"/>
                    </a:cubicBezTo>
                    <a:cubicBezTo>
                      <a:pt x="806" y="60"/>
                      <a:pt x="806" y="60"/>
                      <a:pt x="806" y="60"/>
                    </a:cubicBezTo>
                    <a:cubicBezTo>
                      <a:pt x="806" y="61"/>
                      <a:pt x="806" y="61"/>
                      <a:pt x="806" y="61"/>
                    </a:cubicBezTo>
                    <a:cubicBezTo>
                      <a:pt x="807" y="63"/>
                      <a:pt x="807" y="63"/>
                      <a:pt x="807" y="63"/>
                    </a:cubicBezTo>
                    <a:cubicBezTo>
                      <a:pt x="808" y="63"/>
                      <a:pt x="808" y="63"/>
                      <a:pt x="808" y="63"/>
                    </a:cubicBezTo>
                    <a:cubicBezTo>
                      <a:pt x="807" y="64"/>
                      <a:pt x="807" y="64"/>
                      <a:pt x="807" y="64"/>
                    </a:cubicBezTo>
                    <a:cubicBezTo>
                      <a:pt x="806" y="63"/>
                      <a:pt x="806" y="63"/>
                      <a:pt x="806" y="63"/>
                    </a:cubicBezTo>
                    <a:cubicBezTo>
                      <a:pt x="804" y="63"/>
                      <a:pt x="804" y="63"/>
                      <a:pt x="804" y="63"/>
                    </a:cubicBezTo>
                    <a:cubicBezTo>
                      <a:pt x="803" y="63"/>
                      <a:pt x="803" y="63"/>
                      <a:pt x="803" y="63"/>
                    </a:cubicBezTo>
                    <a:cubicBezTo>
                      <a:pt x="800" y="64"/>
                      <a:pt x="800" y="64"/>
                      <a:pt x="800" y="64"/>
                    </a:cubicBezTo>
                    <a:cubicBezTo>
                      <a:pt x="801" y="65"/>
                      <a:pt x="801" y="65"/>
                      <a:pt x="801" y="65"/>
                    </a:cubicBezTo>
                    <a:cubicBezTo>
                      <a:pt x="801" y="66"/>
                      <a:pt x="801" y="66"/>
                      <a:pt x="801" y="66"/>
                    </a:cubicBezTo>
                    <a:cubicBezTo>
                      <a:pt x="800" y="66"/>
                      <a:pt x="800" y="66"/>
                      <a:pt x="800" y="66"/>
                    </a:cubicBezTo>
                    <a:cubicBezTo>
                      <a:pt x="798" y="65"/>
                      <a:pt x="798" y="65"/>
                      <a:pt x="798" y="65"/>
                    </a:cubicBezTo>
                    <a:cubicBezTo>
                      <a:pt x="795" y="67"/>
                      <a:pt x="795" y="67"/>
                      <a:pt x="795" y="67"/>
                    </a:cubicBezTo>
                    <a:cubicBezTo>
                      <a:pt x="791" y="68"/>
                      <a:pt x="791" y="68"/>
                      <a:pt x="791" y="68"/>
                    </a:cubicBezTo>
                    <a:cubicBezTo>
                      <a:pt x="789" y="68"/>
                      <a:pt x="789" y="68"/>
                      <a:pt x="789" y="68"/>
                    </a:cubicBezTo>
                    <a:cubicBezTo>
                      <a:pt x="789" y="66"/>
                      <a:pt x="789" y="66"/>
                      <a:pt x="789" y="66"/>
                    </a:cubicBezTo>
                    <a:cubicBezTo>
                      <a:pt x="788" y="65"/>
                      <a:pt x="788" y="65"/>
                      <a:pt x="788" y="65"/>
                    </a:cubicBezTo>
                    <a:cubicBezTo>
                      <a:pt x="787" y="64"/>
                      <a:pt x="787" y="64"/>
                      <a:pt x="787" y="64"/>
                    </a:cubicBezTo>
                    <a:cubicBezTo>
                      <a:pt x="785" y="64"/>
                      <a:pt x="785" y="64"/>
                      <a:pt x="785" y="64"/>
                    </a:cubicBezTo>
                    <a:cubicBezTo>
                      <a:pt x="784" y="65"/>
                      <a:pt x="784" y="65"/>
                      <a:pt x="784" y="65"/>
                    </a:cubicBezTo>
                    <a:cubicBezTo>
                      <a:pt x="784" y="66"/>
                      <a:pt x="784" y="66"/>
                      <a:pt x="784" y="66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78" y="67"/>
                      <a:pt x="778" y="67"/>
                      <a:pt x="778" y="67"/>
                    </a:cubicBezTo>
                    <a:cubicBezTo>
                      <a:pt x="777" y="66"/>
                      <a:pt x="777" y="66"/>
                      <a:pt x="777" y="66"/>
                    </a:cubicBezTo>
                    <a:cubicBezTo>
                      <a:pt x="776" y="63"/>
                      <a:pt x="776" y="63"/>
                      <a:pt x="776" y="63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0"/>
                      <a:pt x="777" y="60"/>
                      <a:pt x="777" y="60"/>
                    </a:cubicBezTo>
                    <a:cubicBezTo>
                      <a:pt x="775" y="59"/>
                      <a:pt x="775" y="59"/>
                      <a:pt x="775" y="59"/>
                    </a:cubicBezTo>
                    <a:cubicBezTo>
                      <a:pt x="772" y="59"/>
                      <a:pt x="772" y="59"/>
                      <a:pt x="772" y="59"/>
                    </a:cubicBezTo>
                    <a:cubicBezTo>
                      <a:pt x="768" y="61"/>
                      <a:pt x="768" y="61"/>
                      <a:pt x="768" y="61"/>
                    </a:cubicBezTo>
                    <a:cubicBezTo>
                      <a:pt x="762" y="61"/>
                      <a:pt x="762" y="61"/>
                      <a:pt x="762" y="61"/>
                    </a:cubicBezTo>
                    <a:cubicBezTo>
                      <a:pt x="757" y="62"/>
                      <a:pt x="757" y="62"/>
                      <a:pt x="757" y="62"/>
                    </a:cubicBezTo>
                    <a:cubicBezTo>
                      <a:pt x="754" y="63"/>
                      <a:pt x="754" y="63"/>
                      <a:pt x="754" y="63"/>
                    </a:cubicBezTo>
                    <a:cubicBezTo>
                      <a:pt x="753" y="64"/>
                      <a:pt x="753" y="64"/>
                      <a:pt x="753" y="64"/>
                    </a:cubicBezTo>
                    <a:cubicBezTo>
                      <a:pt x="752" y="64"/>
                      <a:pt x="752" y="64"/>
                      <a:pt x="752" y="64"/>
                    </a:cubicBezTo>
                    <a:cubicBezTo>
                      <a:pt x="751" y="65"/>
                      <a:pt x="751" y="65"/>
                      <a:pt x="751" y="65"/>
                    </a:cubicBezTo>
                    <a:cubicBezTo>
                      <a:pt x="750" y="66"/>
                      <a:pt x="750" y="66"/>
                      <a:pt x="750" y="66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8" y="69"/>
                      <a:pt x="748" y="69"/>
                      <a:pt x="748" y="69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6"/>
                      <a:pt x="747" y="66"/>
                      <a:pt x="747" y="66"/>
                    </a:cubicBezTo>
                    <a:cubicBezTo>
                      <a:pt x="745" y="65"/>
                      <a:pt x="745" y="65"/>
                      <a:pt x="745" y="65"/>
                    </a:cubicBezTo>
                    <a:cubicBezTo>
                      <a:pt x="744" y="65"/>
                      <a:pt x="744" y="65"/>
                      <a:pt x="744" y="65"/>
                    </a:cubicBezTo>
                    <a:cubicBezTo>
                      <a:pt x="741" y="62"/>
                      <a:pt x="741" y="62"/>
                      <a:pt x="741" y="62"/>
                    </a:cubicBezTo>
                    <a:cubicBezTo>
                      <a:pt x="740" y="62"/>
                      <a:pt x="740" y="62"/>
                      <a:pt x="740" y="62"/>
                    </a:cubicBezTo>
                    <a:cubicBezTo>
                      <a:pt x="740" y="63"/>
                      <a:pt x="740" y="63"/>
                      <a:pt x="740" y="63"/>
                    </a:cubicBezTo>
                    <a:cubicBezTo>
                      <a:pt x="742" y="66"/>
                      <a:pt x="742" y="66"/>
                      <a:pt x="742" y="66"/>
                    </a:cubicBezTo>
                    <a:cubicBezTo>
                      <a:pt x="742" y="67"/>
                      <a:pt x="742" y="67"/>
                      <a:pt x="742" y="67"/>
                    </a:cubicBezTo>
                    <a:cubicBezTo>
                      <a:pt x="741" y="68"/>
                      <a:pt x="741" y="68"/>
                      <a:pt x="741" y="68"/>
                    </a:cubicBezTo>
                    <a:cubicBezTo>
                      <a:pt x="739" y="68"/>
                      <a:pt x="739" y="68"/>
                      <a:pt x="739" y="68"/>
                    </a:cubicBezTo>
                    <a:cubicBezTo>
                      <a:pt x="738" y="69"/>
                      <a:pt x="738" y="69"/>
                      <a:pt x="738" y="69"/>
                    </a:cubicBezTo>
                    <a:cubicBezTo>
                      <a:pt x="736" y="69"/>
                      <a:pt x="736" y="69"/>
                      <a:pt x="736" y="69"/>
                    </a:cubicBezTo>
                    <a:cubicBezTo>
                      <a:pt x="732" y="66"/>
                      <a:pt x="732" y="66"/>
                      <a:pt x="732" y="66"/>
                    </a:cubicBezTo>
                    <a:cubicBezTo>
                      <a:pt x="732" y="65"/>
                      <a:pt x="732" y="65"/>
                      <a:pt x="732" y="65"/>
                    </a:cubicBezTo>
                    <a:cubicBezTo>
                      <a:pt x="733" y="64"/>
                      <a:pt x="733" y="64"/>
                      <a:pt x="733" y="64"/>
                    </a:cubicBezTo>
                    <a:cubicBezTo>
                      <a:pt x="733" y="62"/>
                      <a:pt x="733" y="62"/>
                      <a:pt x="733" y="62"/>
                    </a:cubicBezTo>
                    <a:cubicBezTo>
                      <a:pt x="730" y="63"/>
                      <a:pt x="730" y="63"/>
                      <a:pt x="730" y="63"/>
                    </a:cubicBezTo>
                    <a:cubicBezTo>
                      <a:pt x="730" y="65"/>
                      <a:pt x="730" y="65"/>
                      <a:pt x="730" y="65"/>
                    </a:cubicBezTo>
                    <a:cubicBezTo>
                      <a:pt x="729" y="66"/>
                      <a:pt x="729" y="66"/>
                      <a:pt x="729" y="66"/>
                    </a:cubicBezTo>
                    <a:cubicBezTo>
                      <a:pt x="727" y="64"/>
                      <a:pt x="727" y="64"/>
                      <a:pt x="727" y="64"/>
                    </a:cubicBezTo>
                    <a:cubicBezTo>
                      <a:pt x="724" y="64"/>
                      <a:pt x="724" y="64"/>
                      <a:pt x="724" y="64"/>
                    </a:cubicBezTo>
                    <a:cubicBezTo>
                      <a:pt x="723" y="66"/>
                      <a:pt x="723" y="66"/>
                      <a:pt x="723" y="66"/>
                    </a:cubicBezTo>
                    <a:cubicBezTo>
                      <a:pt x="723" y="68"/>
                      <a:pt x="723" y="68"/>
                      <a:pt x="723" y="68"/>
                    </a:cubicBezTo>
                    <a:cubicBezTo>
                      <a:pt x="722" y="70"/>
                      <a:pt x="722" y="70"/>
                      <a:pt x="722" y="70"/>
                    </a:cubicBezTo>
                    <a:cubicBezTo>
                      <a:pt x="723" y="72"/>
                      <a:pt x="723" y="72"/>
                      <a:pt x="723" y="72"/>
                    </a:cubicBezTo>
                    <a:cubicBezTo>
                      <a:pt x="725" y="73"/>
                      <a:pt x="725" y="73"/>
                      <a:pt x="725" y="73"/>
                    </a:cubicBezTo>
                    <a:cubicBezTo>
                      <a:pt x="728" y="72"/>
                      <a:pt x="728" y="72"/>
                      <a:pt x="728" y="72"/>
                    </a:cubicBezTo>
                    <a:cubicBezTo>
                      <a:pt x="728" y="71"/>
                      <a:pt x="728" y="71"/>
                      <a:pt x="728" y="71"/>
                    </a:cubicBezTo>
                    <a:cubicBezTo>
                      <a:pt x="730" y="69"/>
                      <a:pt x="730" y="69"/>
                      <a:pt x="730" y="69"/>
                    </a:cubicBezTo>
                    <a:cubicBezTo>
                      <a:pt x="730" y="70"/>
                      <a:pt x="730" y="70"/>
                      <a:pt x="730" y="70"/>
                    </a:cubicBezTo>
                    <a:cubicBezTo>
                      <a:pt x="730" y="71"/>
                      <a:pt x="730" y="71"/>
                      <a:pt x="730" y="71"/>
                    </a:cubicBezTo>
                    <a:cubicBezTo>
                      <a:pt x="727" y="73"/>
                      <a:pt x="727" y="73"/>
                      <a:pt x="727" y="73"/>
                    </a:cubicBezTo>
                    <a:cubicBezTo>
                      <a:pt x="728" y="75"/>
                      <a:pt x="728" y="75"/>
                      <a:pt x="728" y="75"/>
                    </a:cubicBezTo>
                    <a:cubicBezTo>
                      <a:pt x="727" y="76"/>
                      <a:pt x="727" y="76"/>
                      <a:pt x="727" y="76"/>
                    </a:cubicBezTo>
                    <a:cubicBezTo>
                      <a:pt x="726" y="76"/>
                      <a:pt x="726" y="76"/>
                      <a:pt x="726" y="76"/>
                    </a:cubicBezTo>
                    <a:cubicBezTo>
                      <a:pt x="724" y="75"/>
                      <a:pt x="724" y="75"/>
                      <a:pt x="724" y="75"/>
                    </a:cubicBezTo>
                    <a:cubicBezTo>
                      <a:pt x="724" y="76"/>
                      <a:pt x="724" y="76"/>
                      <a:pt x="724" y="76"/>
                    </a:cubicBezTo>
                    <a:cubicBezTo>
                      <a:pt x="724" y="78"/>
                      <a:pt x="724" y="78"/>
                      <a:pt x="724" y="78"/>
                    </a:cubicBezTo>
                    <a:cubicBezTo>
                      <a:pt x="724" y="79"/>
                      <a:pt x="724" y="79"/>
                      <a:pt x="724" y="79"/>
                    </a:cubicBezTo>
                    <a:cubicBezTo>
                      <a:pt x="721" y="81"/>
                      <a:pt x="721" y="81"/>
                      <a:pt x="721" y="81"/>
                    </a:cubicBezTo>
                    <a:cubicBezTo>
                      <a:pt x="722" y="82"/>
                      <a:pt x="722" y="82"/>
                      <a:pt x="722" y="82"/>
                    </a:cubicBezTo>
                    <a:cubicBezTo>
                      <a:pt x="722" y="83"/>
                      <a:pt x="722" y="83"/>
                      <a:pt x="722" y="83"/>
                    </a:cubicBezTo>
                    <a:cubicBezTo>
                      <a:pt x="721" y="83"/>
                      <a:pt x="721" y="83"/>
                      <a:pt x="721" y="83"/>
                    </a:cubicBezTo>
                    <a:cubicBezTo>
                      <a:pt x="718" y="84"/>
                      <a:pt x="718" y="84"/>
                      <a:pt x="718" y="84"/>
                    </a:cubicBezTo>
                    <a:cubicBezTo>
                      <a:pt x="716" y="85"/>
                      <a:pt x="716" y="85"/>
                      <a:pt x="716" y="85"/>
                    </a:cubicBezTo>
                    <a:cubicBezTo>
                      <a:pt x="713" y="85"/>
                      <a:pt x="713" y="85"/>
                      <a:pt x="713" y="85"/>
                    </a:cubicBezTo>
                    <a:cubicBezTo>
                      <a:pt x="712" y="87"/>
                      <a:pt x="712" y="87"/>
                      <a:pt x="712" y="87"/>
                    </a:cubicBezTo>
                    <a:cubicBezTo>
                      <a:pt x="712" y="85"/>
                      <a:pt x="712" y="85"/>
                      <a:pt x="712" y="85"/>
                    </a:cubicBezTo>
                    <a:cubicBezTo>
                      <a:pt x="712" y="84"/>
                      <a:pt x="712" y="84"/>
                      <a:pt x="712" y="84"/>
                    </a:cubicBezTo>
                    <a:cubicBezTo>
                      <a:pt x="714" y="83"/>
                      <a:pt x="714" y="83"/>
                      <a:pt x="714" y="83"/>
                    </a:cubicBezTo>
                    <a:cubicBezTo>
                      <a:pt x="714" y="81"/>
                      <a:pt x="714" y="81"/>
                      <a:pt x="714" y="81"/>
                    </a:cubicBezTo>
                    <a:cubicBezTo>
                      <a:pt x="713" y="78"/>
                      <a:pt x="713" y="78"/>
                      <a:pt x="713" y="78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7" y="76"/>
                      <a:pt x="717" y="76"/>
                      <a:pt x="717" y="76"/>
                    </a:cubicBezTo>
                    <a:cubicBezTo>
                      <a:pt x="718" y="73"/>
                      <a:pt x="718" y="73"/>
                      <a:pt x="718" y="73"/>
                    </a:cubicBezTo>
                    <a:cubicBezTo>
                      <a:pt x="718" y="71"/>
                      <a:pt x="718" y="71"/>
                      <a:pt x="718" y="71"/>
                    </a:cubicBezTo>
                    <a:cubicBezTo>
                      <a:pt x="717" y="70"/>
                      <a:pt x="717" y="70"/>
                      <a:pt x="717" y="70"/>
                    </a:cubicBezTo>
                    <a:cubicBezTo>
                      <a:pt x="718" y="67"/>
                      <a:pt x="718" y="67"/>
                      <a:pt x="718" y="67"/>
                    </a:cubicBezTo>
                    <a:cubicBezTo>
                      <a:pt x="719" y="65"/>
                      <a:pt x="719" y="65"/>
                      <a:pt x="719" y="65"/>
                    </a:cubicBezTo>
                    <a:cubicBezTo>
                      <a:pt x="721" y="63"/>
                      <a:pt x="721" y="63"/>
                      <a:pt x="721" y="63"/>
                    </a:cubicBezTo>
                    <a:cubicBezTo>
                      <a:pt x="720" y="60"/>
                      <a:pt x="720" y="60"/>
                      <a:pt x="720" y="60"/>
                    </a:cubicBezTo>
                    <a:cubicBezTo>
                      <a:pt x="719" y="60"/>
                      <a:pt x="719" y="60"/>
                      <a:pt x="719" y="60"/>
                    </a:cubicBezTo>
                    <a:cubicBezTo>
                      <a:pt x="720" y="59"/>
                      <a:pt x="720" y="59"/>
                      <a:pt x="720" y="59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6"/>
                      <a:pt x="721" y="56"/>
                      <a:pt x="721" y="56"/>
                    </a:cubicBezTo>
                    <a:cubicBezTo>
                      <a:pt x="723" y="53"/>
                      <a:pt x="723" y="53"/>
                      <a:pt x="723" y="53"/>
                    </a:cubicBezTo>
                    <a:cubicBezTo>
                      <a:pt x="722" y="53"/>
                      <a:pt x="722" y="53"/>
                      <a:pt x="722" y="53"/>
                    </a:cubicBezTo>
                    <a:cubicBezTo>
                      <a:pt x="723" y="52"/>
                      <a:pt x="723" y="52"/>
                      <a:pt x="723" y="52"/>
                    </a:cubicBezTo>
                    <a:cubicBezTo>
                      <a:pt x="725" y="51"/>
                      <a:pt x="725" y="51"/>
                      <a:pt x="725" y="51"/>
                    </a:cubicBezTo>
                    <a:cubicBezTo>
                      <a:pt x="725" y="49"/>
                      <a:pt x="725" y="49"/>
                      <a:pt x="725" y="49"/>
                    </a:cubicBezTo>
                    <a:cubicBezTo>
                      <a:pt x="724" y="48"/>
                      <a:pt x="724" y="48"/>
                      <a:pt x="724" y="48"/>
                    </a:cubicBezTo>
                    <a:cubicBezTo>
                      <a:pt x="723" y="48"/>
                      <a:pt x="723" y="48"/>
                      <a:pt x="723" y="48"/>
                    </a:cubicBezTo>
                    <a:cubicBezTo>
                      <a:pt x="725" y="46"/>
                      <a:pt x="725" y="46"/>
                      <a:pt x="725" y="46"/>
                    </a:cubicBezTo>
                    <a:cubicBezTo>
                      <a:pt x="724" y="44"/>
                      <a:pt x="724" y="44"/>
                      <a:pt x="724" y="44"/>
                    </a:cubicBezTo>
                    <a:cubicBezTo>
                      <a:pt x="725" y="44"/>
                      <a:pt x="725" y="44"/>
                      <a:pt x="725" y="44"/>
                    </a:cubicBezTo>
                    <a:cubicBezTo>
                      <a:pt x="725" y="43"/>
                      <a:pt x="725" y="43"/>
                      <a:pt x="725" y="43"/>
                    </a:cubicBezTo>
                    <a:cubicBezTo>
                      <a:pt x="726" y="41"/>
                      <a:pt x="726" y="41"/>
                      <a:pt x="726" y="41"/>
                    </a:cubicBezTo>
                    <a:cubicBezTo>
                      <a:pt x="727" y="38"/>
                      <a:pt x="727" y="38"/>
                      <a:pt x="727" y="38"/>
                    </a:cubicBezTo>
                    <a:cubicBezTo>
                      <a:pt x="726" y="35"/>
                      <a:pt x="726" y="35"/>
                      <a:pt x="726" y="35"/>
                    </a:cubicBezTo>
                    <a:cubicBezTo>
                      <a:pt x="725" y="33"/>
                      <a:pt x="725" y="33"/>
                      <a:pt x="725" y="33"/>
                    </a:cubicBezTo>
                    <a:cubicBezTo>
                      <a:pt x="725" y="32"/>
                      <a:pt x="725" y="32"/>
                      <a:pt x="725" y="32"/>
                    </a:cubicBezTo>
                    <a:cubicBezTo>
                      <a:pt x="725" y="31"/>
                      <a:pt x="725" y="31"/>
                      <a:pt x="725" y="31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31"/>
                      <a:pt x="723" y="31"/>
                      <a:pt x="723" y="31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28"/>
                      <a:pt x="723" y="28"/>
                      <a:pt x="723" y="28"/>
                    </a:cubicBezTo>
                    <a:cubicBezTo>
                      <a:pt x="722" y="27"/>
                      <a:pt x="722" y="27"/>
                      <a:pt x="722" y="27"/>
                    </a:cubicBezTo>
                    <a:cubicBezTo>
                      <a:pt x="722" y="25"/>
                      <a:pt x="722" y="25"/>
                      <a:pt x="722" y="25"/>
                    </a:cubicBezTo>
                    <a:cubicBezTo>
                      <a:pt x="721" y="24"/>
                      <a:pt x="721" y="24"/>
                      <a:pt x="721" y="24"/>
                    </a:cubicBezTo>
                    <a:cubicBezTo>
                      <a:pt x="720" y="23"/>
                      <a:pt x="720" y="23"/>
                      <a:pt x="720" y="23"/>
                    </a:cubicBezTo>
                    <a:cubicBezTo>
                      <a:pt x="719" y="23"/>
                      <a:pt x="719" y="23"/>
                      <a:pt x="719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7" y="22"/>
                      <a:pt x="717" y="22"/>
                      <a:pt x="717" y="22"/>
                    </a:cubicBezTo>
                    <a:cubicBezTo>
                      <a:pt x="715" y="20"/>
                      <a:pt x="715" y="20"/>
                      <a:pt x="715" y="20"/>
                    </a:cubicBezTo>
                    <a:cubicBezTo>
                      <a:pt x="715" y="19"/>
                      <a:pt x="715" y="19"/>
                      <a:pt x="715" y="19"/>
                    </a:cubicBezTo>
                    <a:cubicBezTo>
                      <a:pt x="714" y="18"/>
                      <a:pt x="714" y="18"/>
                      <a:pt x="714" y="18"/>
                    </a:cubicBezTo>
                    <a:cubicBezTo>
                      <a:pt x="713" y="16"/>
                      <a:pt x="713" y="16"/>
                      <a:pt x="713" y="16"/>
                    </a:cubicBezTo>
                    <a:cubicBezTo>
                      <a:pt x="711" y="16"/>
                      <a:pt x="711" y="16"/>
                      <a:pt x="711" y="16"/>
                    </a:cubicBezTo>
                    <a:cubicBezTo>
                      <a:pt x="710" y="17"/>
                      <a:pt x="710" y="17"/>
                      <a:pt x="710" y="17"/>
                    </a:cubicBezTo>
                    <a:cubicBezTo>
                      <a:pt x="710" y="20"/>
                      <a:pt x="710" y="20"/>
                      <a:pt x="710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1" y="21"/>
                      <a:pt x="711" y="21"/>
                      <a:pt x="711" y="21"/>
                    </a:cubicBezTo>
                    <a:cubicBezTo>
                      <a:pt x="711" y="22"/>
                      <a:pt x="711" y="22"/>
                      <a:pt x="711" y="22"/>
                    </a:cubicBezTo>
                    <a:cubicBezTo>
                      <a:pt x="709" y="19"/>
                      <a:pt x="709" y="19"/>
                      <a:pt x="709" y="19"/>
                    </a:cubicBezTo>
                    <a:cubicBezTo>
                      <a:pt x="709" y="18"/>
                      <a:pt x="709" y="18"/>
                      <a:pt x="709" y="18"/>
                    </a:cubicBezTo>
                    <a:cubicBezTo>
                      <a:pt x="708" y="16"/>
                      <a:pt x="708" y="16"/>
                      <a:pt x="708" y="16"/>
                    </a:cubicBezTo>
                    <a:cubicBezTo>
                      <a:pt x="707" y="16"/>
                      <a:pt x="707" y="16"/>
                      <a:pt x="707" y="16"/>
                    </a:cubicBezTo>
                    <a:cubicBezTo>
                      <a:pt x="701" y="13"/>
                      <a:pt x="701" y="13"/>
                      <a:pt x="701" y="13"/>
                    </a:cubicBezTo>
                    <a:cubicBezTo>
                      <a:pt x="700" y="12"/>
                      <a:pt x="700" y="12"/>
                      <a:pt x="700" y="12"/>
                    </a:cubicBezTo>
                    <a:cubicBezTo>
                      <a:pt x="699" y="12"/>
                      <a:pt x="699" y="12"/>
                      <a:pt x="699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7" y="11"/>
                      <a:pt x="697" y="11"/>
                      <a:pt x="697" y="11"/>
                    </a:cubicBezTo>
                    <a:cubicBezTo>
                      <a:pt x="696" y="9"/>
                      <a:pt x="696" y="9"/>
                      <a:pt x="696" y="9"/>
                    </a:cubicBezTo>
                    <a:cubicBezTo>
                      <a:pt x="694" y="10"/>
                      <a:pt x="694" y="10"/>
                      <a:pt x="694" y="10"/>
                    </a:cubicBezTo>
                    <a:cubicBezTo>
                      <a:pt x="694" y="9"/>
                      <a:pt x="694" y="9"/>
                      <a:pt x="694" y="9"/>
                    </a:cubicBezTo>
                    <a:cubicBezTo>
                      <a:pt x="692" y="10"/>
                      <a:pt x="692" y="10"/>
                      <a:pt x="692" y="10"/>
                    </a:cubicBezTo>
                    <a:cubicBezTo>
                      <a:pt x="691" y="10"/>
                      <a:pt x="691" y="10"/>
                      <a:pt x="691" y="10"/>
                    </a:cubicBezTo>
                    <a:cubicBezTo>
                      <a:pt x="690" y="10"/>
                      <a:pt x="690" y="10"/>
                      <a:pt x="690" y="10"/>
                    </a:cubicBezTo>
                    <a:cubicBezTo>
                      <a:pt x="689" y="12"/>
                      <a:pt x="689" y="12"/>
                      <a:pt x="689" y="12"/>
                    </a:cubicBezTo>
                    <a:cubicBezTo>
                      <a:pt x="688" y="13"/>
                      <a:pt x="688" y="13"/>
                      <a:pt x="688" y="13"/>
                    </a:cubicBezTo>
                    <a:cubicBezTo>
                      <a:pt x="687" y="13"/>
                      <a:pt x="687" y="13"/>
                      <a:pt x="687" y="13"/>
                    </a:cubicBezTo>
                    <a:cubicBezTo>
                      <a:pt x="685" y="13"/>
                      <a:pt x="685" y="13"/>
                      <a:pt x="685" y="13"/>
                    </a:cubicBezTo>
                    <a:cubicBezTo>
                      <a:pt x="683" y="15"/>
                      <a:pt x="683" y="15"/>
                      <a:pt x="683" y="15"/>
                    </a:cubicBezTo>
                    <a:cubicBezTo>
                      <a:pt x="681" y="15"/>
                      <a:pt x="681" y="15"/>
                      <a:pt x="681" y="15"/>
                    </a:cubicBezTo>
                    <a:cubicBezTo>
                      <a:pt x="680" y="15"/>
                      <a:pt x="680" y="15"/>
                      <a:pt x="680" y="15"/>
                    </a:cubicBezTo>
                    <a:cubicBezTo>
                      <a:pt x="679" y="15"/>
                      <a:pt x="679" y="15"/>
                      <a:pt x="679" y="15"/>
                    </a:cubicBezTo>
                    <a:cubicBezTo>
                      <a:pt x="678" y="15"/>
                      <a:pt x="678" y="15"/>
                      <a:pt x="678" y="15"/>
                    </a:cubicBezTo>
                    <a:cubicBezTo>
                      <a:pt x="677" y="16"/>
                      <a:pt x="677" y="16"/>
                      <a:pt x="677" y="16"/>
                    </a:cubicBezTo>
                    <a:cubicBezTo>
                      <a:pt x="677" y="18"/>
                      <a:pt x="677" y="18"/>
                      <a:pt x="677" y="18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80" y="20"/>
                      <a:pt x="680" y="20"/>
                      <a:pt x="680" y="20"/>
                    </a:cubicBezTo>
                    <a:cubicBezTo>
                      <a:pt x="680" y="22"/>
                      <a:pt x="680" y="22"/>
                      <a:pt x="680" y="22"/>
                    </a:cubicBezTo>
                    <a:cubicBezTo>
                      <a:pt x="679" y="24"/>
                      <a:pt x="679" y="24"/>
                      <a:pt x="679" y="24"/>
                    </a:cubicBezTo>
                    <a:cubicBezTo>
                      <a:pt x="677" y="24"/>
                      <a:pt x="677" y="24"/>
                      <a:pt x="677" y="24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4" y="26"/>
                      <a:pt x="674" y="26"/>
                      <a:pt x="674" y="26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5" y="24"/>
                      <a:pt x="675" y="24"/>
                      <a:pt x="675" y="24"/>
                    </a:cubicBezTo>
                    <a:cubicBezTo>
                      <a:pt x="673" y="21"/>
                      <a:pt x="673" y="21"/>
                      <a:pt x="673" y="21"/>
                    </a:cubicBezTo>
                    <a:cubicBezTo>
                      <a:pt x="674" y="19"/>
                      <a:pt x="674" y="19"/>
                      <a:pt x="674" y="19"/>
                    </a:cubicBezTo>
                    <a:cubicBezTo>
                      <a:pt x="674" y="18"/>
                      <a:pt x="674" y="18"/>
                      <a:pt x="674" y="18"/>
                    </a:cubicBezTo>
                    <a:cubicBezTo>
                      <a:pt x="675" y="17"/>
                      <a:pt x="675" y="17"/>
                      <a:pt x="675" y="17"/>
                    </a:cubicBezTo>
                    <a:cubicBezTo>
                      <a:pt x="674" y="14"/>
                      <a:pt x="674" y="14"/>
                      <a:pt x="674" y="14"/>
                    </a:cubicBezTo>
                    <a:cubicBezTo>
                      <a:pt x="674" y="13"/>
                      <a:pt x="674" y="13"/>
                      <a:pt x="674" y="13"/>
                    </a:cubicBezTo>
                    <a:cubicBezTo>
                      <a:pt x="671" y="10"/>
                      <a:pt x="671" y="10"/>
                      <a:pt x="671" y="10"/>
                    </a:cubicBezTo>
                    <a:cubicBezTo>
                      <a:pt x="670" y="11"/>
                      <a:pt x="670" y="11"/>
                      <a:pt x="670" y="11"/>
                    </a:cubicBezTo>
                    <a:cubicBezTo>
                      <a:pt x="669" y="10"/>
                      <a:pt x="669" y="10"/>
                      <a:pt x="669" y="10"/>
                    </a:cubicBezTo>
                    <a:cubicBezTo>
                      <a:pt x="668" y="10"/>
                      <a:pt x="668" y="10"/>
                      <a:pt x="668" y="10"/>
                    </a:cubicBezTo>
                    <a:cubicBezTo>
                      <a:pt x="667" y="12"/>
                      <a:pt x="667" y="12"/>
                      <a:pt x="667" y="12"/>
                    </a:cubicBezTo>
                    <a:cubicBezTo>
                      <a:pt x="666" y="12"/>
                      <a:pt x="666" y="12"/>
                      <a:pt x="666" y="12"/>
                    </a:cubicBezTo>
                    <a:cubicBezTo>
                      <a:pt x="665" y="11"/>
                      <a:pt x="665" y="11"/>
                      <a:pt x="665" y="11"/>
                    </a:cubicBezTo>
                    <a:cubicBezTo>
                      <a:pt x="663" y="12"/>
                      <a:pt x="663" y="12"/>
                      <a:pt x="663" y="12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3" y="13"/>
                      <a:pt x="663" y="13"/>
                      <a:pt x="663" y="13"/>
                    </a:cubicBezTo>
                    <a:cubicBezTo>
                      <a:pt x="663" y="11"/>
                      <a:pt x="663" y="11"/>
                      <a:pt x="663" y="11"/>
                    </a:cubicBezTo>
                    <a:cubicBezTo>
                      <a:pt x="661" y="10"/>
                      <a:pt x="661" y="10"/>
                      <a:pt x="661" y="10"/>
                    </a:cubicBezTo>
                    <a:cubicBezTo>
                      <a:pt x="658" y="14"/>
                      <a:pt x="658" y="14"/>
                      <a:pt x="658" y="14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4"/>
                      <a:pt x="655" y="14"/>
                      <a:pt x="655" y="14"/>
                    </a:cubicBezTo>
                    <a:cubicBezTo>
                      <a:pt x="657" y="14"/>
                      <a:pt x="657" y="14"/>
                      <a:pt x="657" y="14"/>
                    </a:cubicBezTo>
                    <a:cubicBezTo>
                      <a:pt x="659" y="11"/>
                      <a:pt x="659" y="11"/>
                      <a:pt x="659" y="11"/>
                    </a:cubicBezTo>
                    <a:cubicBezTo>
                      <a:pt x="658" y="10"/>
                      <a:pt x="658" y="10"/>
                      <a:pt x="658" y="10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61" y="7"/>
                      <a:pt x="661" y="7"/>
                      <a:pt x="661" y="7"/>
                    </a:cubicBezTo>
                    <a:cubicBezTo>
                      <a:pt x="660" y="6"/>
                      <a:pt x="660" y="6"/>
                      <a:pt x="660" y="6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7" y="2"/>
                      <a:pt x="657" y="2"/>
                      <a:pt x="657" y="2"/>
                    </a:cubicBezTo>
                    <a:cubicBezTo>
                      <a:pt x="656" y="2"/>
                      <a:pt x="656" y="2"/>
                      <a:pt x="656" y="2"/>
                    </a:cubicBezTo>
                    <a:cubicBezTo>
                      <a:pt x="654" y="4"/>
                      <a:pt x="654" y="4"/>
                      <a:pt x="654" y="4"/>
                    </a:cubicBezTo>
                    <a:cubicBezTo>
                      <a:pt x="653" y="3"/>
                      <a:pt x="653" y="3"/>
                      <a:pt x="653" y="3"/>
                    </a:cubicBezTo>
                    <a:cubicBezTo>
                      <a:pt x="652" y="1"/>
                      <a:pt x="652" y="1"/>
                      <a:pt x="652" y="1"/>
                    </a:cubicBezTo>
                    <a:cubicBezTo>
                      <a:pt x="650" y="1"/>
                      <a:pt x="650" y="1"/>
                      <a:pt x="650" y="1"/>
                    </a:cubicBezTo>
                    <a:cubicBezTo>
                      <a:pt x="649" y="2"/>
                      <a:pt x="649" y="2"/>
                      <a:pt x="649" y="2"/>
                    </a:cubicBezTo>
                    <a:cubicBezTo>
                      <a:pt x="647" y="1"/>
                      <a:pt x="647" y="1"/>
                      <a:pt x="647" y="1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43" y="3"/>
                      <a:pt x="643" y="3"/>
                      <a:pt x="643" y="3"/>
                    </a:cubicBezTo>
                    <a:cubicBezTo>
                      <a:pt x="643" y="4"/>
                      <a:pt x="643" y="4"/>
                      <a:pt x="643" y="4"/>
                    </a:cubicBezTo>
                    <a:cubicBezTo>
                      <a:pt x="641" y="4"/>
                      <a:pt x="641" y="4"/>
                      <a:pt x="641" y="4"/>
                    </a:cubicBezTo>
                    <a:cubicBezTo>
                      <a:pt x="642" y="6"/>
                      <a:pt x="642" y="6"/>
                      <a:pt x="642" y="6"/>
                    </a:cubicBezTo>
                    <a:cubicBezTo>
                      <a:pt x="641" y="7"/>
                      <a:pt x="641" y="7"/>
                      <a:pt x="641" y="7"/>
                    </a:cubicBezTo>
                    <a:cubicBezTo>
                      <a:pt x="641" y="10"/>
                      <a:pt x="641" y="10"/>
                      <a:pt x="641" y="10"/>
                    </a:cubicBezTo>
                    <a:cubicBezTo>
                      <a:pt x="641" y="11"/>
                      <a:pt x="641" y="11"/>
                      <a:pt x="641" y="11"/>
                    </a:cubicBezTo>
                    <a:cubicBezTo>
                      <a:pt x="640" y="13"/>
                      <a:pt x="640" y="13"/>
                      <a:pt x="640" y="13"/>
                    </a:cubicBezTo>
                    <a:cubicBezTo>
                      <a:pt x="640" y="20"/>
                      <a:pt x="640" y="20"/>
                      <a:pt x="640" y="20"/>
                    </a:cubicBezTo>
                    <a:cubicBezTo>
                      <a:pt x="641" y="22"/>
                      <a:pt x="641" y="22"/>
                      <a:pt x="641" y="22"/>
                    </a:cubicBezTo>
                    <a:cubicBezTo>
                      <a:pt x="641" y="23"/>
                      <a:pt x="641" y="23"/>
                      <a:pt x="641" y="23"/>
                    </a:cubicBezTo>
                    <a:cubicBezTo>
                      <a:pt x="640" y="23"/>
                      <a:pt x="640" y="23"/>
                      <a:pt x="640" y="23"/>
                    </a:cubicBezTo>
                    <a:cubicBezTo>
                      <a:pt x="640" y="25"/>
                      <a:pt x="640" y="25"/>
                      <a:pt x="640" y="25"/>
                    </a:cubicBezTo>
                    <a:cubicBezTo>
                      <a:pt x="642" y="27"/>
                      <a:pt x="642" y="27"/>
                      <a:pt x="642" y="27"/>
                    </a:cubicBezTo>
                    <a:cubicBezTo>
                      <a:pt x="643" y="27"/>
                      <a:pt x="643" y="27"/>
                      <a:pt x="643" y="27"/>
                    </a:cubicBezTo>
                    <a:cubicBezTo>
                      <a:pt x="645" y="29"/>
                      <a:pt x="645" y="29"/>
                      <a:pt x="645" y="29"/>
                    </a:cubicBezTo>
                    <a:cubicBezTo>
                      <a:pt x="646" y="30"/>
                      <a:pt x="646" y="30"/>
                      <a:pt x="646" y="30"/>
                    </a:cubicBezTo>
                    <a:cubicBezTo>
                      <a:pt x="645" y="30"/>
                      <a:pt x="645" y="30"/>
                      <a:pt x="645" y="30"/>
                    </a:cubicBezTo>
                    <a:cubicBezTo>
                      <a:pt x="645" y="32"/>
                      <a:pt x="645" y="32"/>
                      <a:pt x="645" y="32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49" y="34"/>
                      <a:pt x="649" y="34"/>
                      <a:pt x="649" y="34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53" y="34"/>
                      <a:pt x="653" y="34"/>
                      <a:pt x="653" y="34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4" y="35"/>
                      <a:pt x="654" y="35"/>
                      <a:pt x="654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47" y="36"/>
                      <a:pt x="647" y="36"/>
                      <a:pt x="647" y="36"/>
                    </a:cubicBezTo>
                    <a:cubicBezTo>
                      <a:pt x="646" y="35"/>
                      <a:pt x="646" y="35"/>
                      <a:pt x="646" y="35"/>
                    </a:cubicBezTo>
                    <a:cubicBezTo>
                      <a:pt x="644" y="36"/>
                      <a:pt x="644" y="36"/>
                      <a:pt x="644" y="36"/>
                    </a:cubicBezTo>
                    <a:cubicBezTo>
                      <a:pt x="643" y="35"/>
                      <a:pt x="643" y="35"/>
                      <a:pt x="643" y="35"/>
                    </a:cubicBezTo>
                    <a:cubicBezTo>
                      <a:pt x="641" y="35"/>
                      <a:pt x="641" y="35"/>
                      <a:pt x="641" y="35"/>
                    </a:cubicBezTo>
                    <a:cubicBezTo>
                      <a:pt x="640" y="36"/>
                      <a:pt x="640" y="36"/>
                      <a:pt x="640" y="36"/>
                    </a:cubicBezTo>
                    <a:cubicBezTo>
                      <a:pt x="637" y="36"/>
                      <a:pt x="637" y="36"/>
                      <a:pt x="637" y="36"/>
                    </a:cubicBezTo>
                    <a:cubicBezTo>
                      <a:pt x="636" y="38"/>
                      <a:pt x="636" y="38"/>
                      <a:pt x="636" y="38"/>
                    </a:cubicBezTo>
                    <a:cubicBezTo>
                      <a:pt x="636" y="39"/>
                      <a:pt x="636" y="39"/>
                      <a:pt x="636" y="39"/>
                    </a:cubicBezTo>
                    <a:cubicBezTo>
                      <a:pt x="638" y="40"/>
                      <a:pt x="638" y="40"/>
                      <a:pt x="638" y="40"/>
                    </a:cubicBezTo>
                    <a:cubicBezTo>
                      <a:pt x="638" y="41"/>
                      <a:pt x="638" y="41"/>
                      <a:pt x="638" y="41"/>
                    </a:cubicBezTo>
                    <a:cubicBezTo>
                      <a:pt x="640" y="41"/>
                      <a:pt x="640" y="41"/>
                      <a:pt x="640" y="41"/>
                    </a:cubicBezTo>
                    <a:cubicBezTo>
                      <a:pt x="641" y="41"/>
                      <a:pt x="641" y="41"/>
                      <a:pt x="641" y="41"/>
                    </a:cubicBezTo>
                    <a:cubicBezTo>
                      <a:pt x="639" y="42"/>
                      <a:pt x="639" y="42"/>
                      <a:pt x="639" y="42"/>
                    </a:cubicBezTo>
                    <a:cubicBezTo>
                      <a:pt x="637" y="42"/>
                      <a:pt x="637" y="42"/>
                      <a:pt x="637" y="42"/>
                    </a:cubicBezTo>
                    <a:cubicBezTo>
                      <a:pt x="635" y="44"/>
                      <a:pt x="635" y="44"/>
                      <a:pt x="635" y="44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4" y="45"/>
                      <a:pt x="634" y="45"/>
                      <a:pt x="634" y="45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4" y="48"/>
                      <a:pt x="634" y="48"/>
                      <a:pt x="634" y="48"/>
                    </a:cubicBezTo>
                    <a:cubicBezTo>
                      <a:pt x="634" y="47"/>
                      <a:pt x="634" y="47"/>
                      <a:pt x="634" y="47"/>
                    </a:cubicBezTo>
                    <a:cubicBezTo>
                      <a:pt x="633" y="47"/>
                      <a:pt x="633" y="47"/>
                      <a:pt x="633" y="47"/>
                    </a:cubicBezTo>
                    <a:cubicBezTo>
                      <a:pt x="631" y="48"/>
                      <a:pt x="631" y="48"/>
                      <a:pt x="631" y="48"/>
                    </a:cubicBezTo>
                    <a:cubicBezTo>
                      <a:pt x="632" y="50"/>
                      <a:pt x="632" y="50"/>
                      <a:pt x="632" y="50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49"/>
                      <a:pt x="631" y="49"/>
                      <a:pt x="631" y="49"/>
                    </a:cubicBezTo>
                    <a:cubicBezTo>
                      <a:pt x="629" y="47"/>
                      <a:pt x="629" y="47"/>
                      <a:pt x="629" y="47"/>
                    </a:cubicBezTo>
                    <a:cubicBezTo>
                      <a:pt x="628" y="48"/>
                      <a:pt x="628" y="48"/>
                      <a:pt x="628" y="48"/>
                    </a:cubicBezTo>
                    <a:cubicBezTo>
                      <a:pt x="628" y="50"/>
                      <a:pt x="628" y="50"/>
                      <a:pt x="628" y="50"/>
                    </a:cubicBezTo>
                    <a:cubicBezTo>
                      <a:pt x="627" y="52"/>
                      <a:pt x="627" y="52"/>
                      <a:pt x="627" y="52"/>
                    </a:cubicBezTo>
                    <a:cubicBezTo>
                      <a:pt x="627" y="53"/>
                      <a:pt x="627" y="53"/>
                      <a:pt x="627" y="53"/>
                    </a:cubicBezTo>
                    <a:cubicBezTo>
                      <a:pt x="626" y="53"/>
                      <a:pt x="626" y="53"/>
                      <a:pt x="626" y="53"/>
                    </a:cubicBezTo>
                    <a:cubicBezTo>
                      <a:pt x="626" y="52"/>
                      <a:pt x="626" y="52"/>
                      <a:pt x="626" y="52"/>
                    </a:cubicBezTo>
                    <a:cubicBezTo>
                      <a:pt x="628" y="49"/>
                      <a:pt x="628" y="49"/>
                      <a:pt x="628" y="49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6" y="47"/>
                      <a:pt x="626" y="47"/>
                      <a:pt x="626" y="47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8" y="47"/>
                      <a:pt x="628" y="47"/>
                      <a:pt x="628" y="47"/>
                    </a:cubicBezTo>
                    <a:cubicBezTo>
                      <a:pt x="629" y="45"/>
                      <a:pt x="629" y="45"/>
                      <a:pt x="629" y="45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8" y="42"/>
                      <a:pt x="628" y="42"/>
                      <a:pt x="628" y="42"/>
                    </a:cubicBezTo>
                    <a:cubicBezTo>
                      <a:pt x="626" y="42"/>
                      <a:pt x="626" y="42"/>
                      <a:pt x="626" y="42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4"/>
                      <a:pt x="625" y="44"/>
                      <a:pt x="625" y="44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3" y="43"/>
                      <a:pt x="623" y="43"/>
                      <a:pt x="623" y="43"/>
                    </a:cubicBezTo>
                    <a:cubicBezTo>
                      <a:pt x="623" y="44"/>
                      <a:pt x="623" y="44"/>
                      <a:pt x="623" y="44"/>
                    </a:cubicBezTo>
                    <a:cubicBezTo>
                      <a:pt x="622" y="44"/>
                      <a:pt x="622" y="44"/>
                      <a:pt x="622" y="44"/>
                    </a:cubicBezTo>
                    <a:cubicBezTo>
                      <a:pt x="621" y="44"/>
                      <a:pt x="621" y="44"/>
                      <a:pt x="621" y="44"/>
                    </a:cubicBezTo>
                    <a:cubicBezTo>
                      <a:pt x="620" y="45"/>
                      <a:pt x="620" y="45"/>
                      <a:pt x="620" y="45"/>
                    </a:cubicBezTo>
                    <a:cubicBezTo>
                      <a:pt x="621" y="47"/>
                      <a:pt x="621" y="47"/>
                      <a:pt x="621" y="47"/>
                    </a:cubicBezTo>
                    <a:cubicBezTo>
                      <a:pt x="622" y="46"/>
                      <a:pt x="622" y="46"/>
                      <a:pt x="622" y="46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1" y="48"/>
                      <a:pt x="621" y="48"/>
                      <a:pt x="621" y="48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17" y="49"/>
                      <a:pt x="617" y="49"/>
                      <a:pt x="617" y="49"/>
                    </a:cubicBezTo>
                    <a:cubicBezTo>
                      <a:pt x="616" y="49"/>
                      <a:pt x="616" y="49"/>
                      <a:pt x="616" y="49"/>
                    </a:cubicBezTo>
                    <a:cubicBezTo>
                      <a:pt x="615" y="48"/>
                      <a:pt x="615" y="48"/>
                      <a:pt x="615" y="48"/>
                    </a:cubicBezTo>
                    <a:cubicBezTo>
                      <a:pt x="611" y="48"/>
                      <a:pt x="611" y="48"/>
                      <a:pt x="611" y="48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3" y="51"/>
                      <a:pt x="613" y="51"/>
                      <a:pt x="613" y="51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2" y="49"/>
                      <a:pt x="612" y="49"/>
                      <a:pt x="612" y="49"/>
                    </a:cubicBezTo>
                    <a:cubicBezTo>
                      <a:pt x="611" y="51"/>
                      <a:pt x="611" y="51"/>
                      <a:pt x="611" y="51"/>
                    </a:cubicBezTo>
                    <a:cubicBezTo>
                      <a:pt x="610" y="52"/>
                      <a:pt x="610" y="52"/>
                      <a:pt x="610" y="52"/>
                    </a:cubicBezTo>
                    <a:cubicBezTo>
                      <a:pt x="610" y="55"/>
                      <a:pt x="610" y="55"/>
                      <a:pt x="610" y="55"/>
                    </a:cubicBezTo>
                    <a:cubicBezTo>
                      <a:pt x="611" y="57"/>
                      <a:pt x="611" y="57"/>
                      <a:pt x="611" y="57"/>
                    </a:cubicBezTo>
                    <a:cubicBezTo>
                      <a:pt x="613" y="55"/>
                      <a:pt x="613" y="55"/>
                      <a:pt x="613" y="55"/>
                    </a:cubicBezTo>
                    <a:cubicBezTo>
                      <a:pt x="614" y="56"/>
                      <a:pt x="614" y="56"/>
                      <a:pt x="614" y="56"/>
                    </a:cubicBezTo>
                    <a:cubicBezTo>
                      <a:pt x="616" y="54"/>
                      <a:pt x="616" y="54"/>
                      <a:pt x="616" y="54"/>
                    </a:cubicBezTo>
                    <a:cubicBezTo>
                      <a:pt x="617" y="54"/>
                      <a:pt x="617" y="54"/>
                      <a:pt x="617" y="54"/>
                    </a:cubicBezTo>
                    <a:cubicBezTo>
                      <a:pt x="616" y="55"/>
                      <a:pt x="616" y="55"/>
                      <a:pt x="616" y="55"/>
                    </a:cubicBezTo>
                    <a:cubicBezTo>
                      <a:pt x="612" y="57"/>
                      <a:pt x="612" y="57"/>
                      <a:pt x="612" y="57"/>
                    </a:cubicBezTo>
                    <a:cubicBezTo>
                      <a:pt x="612" y="58"/>
                      <a:pt x="612" y="58"/>
                      <a:pt x="612" y="58"/>
                    </a:cubicBezTo>
                    <a:cubicBezTo>
                      <a:pt x="610" y="59"/>
                      <a:pt x="610" y="59"/>
                      <a:pt x="610" y="59"/>
                    </a:cubicBezTo>
                    <a:cubicBezTo>
                      <a:pt x="606" y="60"/>
                      <a:pt x="606" y="60"/>
                      <a:pt x="606" y="60"/>
                    </a:cubicBezTo>
                    <a:cubicBezTo>
                      <a:pt x="606" y="61"/>
                      <a:pt x="606" y="61"/>
                      <a:pt x="606" y="61"/>
                    </a:cubicBezTo>
                    <a:cubicBezTo>
                      <a:pt x="606" y="62"/>
                      <a:pt x="606" y="62"/>
                      <a:pt x="606" y="62"/>
                    </a:cubicBezTo>
                    <a:cubicBezTo>
                      <a:pt x="605" y="62"/>
                      <a:pt x="605" y="62"/>
                      <a:pt x="605" y="62"/>
                    </a:cubicBezTo>
                    <a:cubicBezTo>
                      <a:pt x="603" y="62"/>
                      <a:pt x="603" y="62"/>
                      <a:pt x="603" y="62"/>
                    </a:cubicBezTo>
                    <a:cubicBezTo>
                      <a:pt x="602" y="62"/>
                      <a:pt x="602" y="62"/>
                      <a:pt x="602" y="62"/>
                    </a:cubicBezTo>
                    <a:cubicBezTo>
                      <a:pt x="602" y="63"/>
                      <a:pt x="602" y="63"/>
                      <a:pt x="602" y="63"/>
                    </a:cubicBezTo>
                    <a:cubicBezTo>
                      <a:pt x="599" y="64"/>
                      <a:pt x="599" y="64"/>
                      <a:pt x="599" y="64"/>
                    </a:cubicBezTo>
                    <a:cubicBezTo>
                      <a:pt x="598" y="65"/>
                      <a:pt x="598" y="65"/>
                      <a:pt x="598" y="65"/>
                    </a:cubicBezTo>
                    <a:cubicBezTo>
                      <a:pt x="599" y="66"/>
                      <a:pt x="599" y="66"/>
                      <a:pt x="599" y="66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7"/>
                      <a:pt x="598" y="67"/>
                      <a:pt x="598" y="67"/>
                    </a:cubicBezTo>
                    <a:cubicBezTo>
                      <a:pt x="596" y="67"/>
                      <a:pt x="596" y="67"/>
                      <a:pt x="596" y="67"/>
                    </a:cubicBezTo>
                    <a:cubicBezTo>
                      <a:pt x="595" y="69"/>
                      <a:pt x="595" y="69"/>
                      <a:pt x="595" y="69"/>
                    </a:cubicBezTo>
                    <a:cubicBezTo>
                      <a:pt x="595" y="70"/>
                      <a:pt x="595" y="70"/>
                      <a:pt x="595" y="70"/>
                    </a:cubicBezTo>
                    <a:cubicBezTo>
                      <a:pt x="594" y="71"/>
                      <a:pt x="594" y="71"/>
                      <a:pt x="594" y="71"/>
                    </a:cubicBezTo>
                    <a:cubicBezTo>
                      <a:pt x="594" y="72"/>
                      <a:pt x="594" y="72"/>
                      <a:pt x="594" y="72"/>
                    </a:cubicBezTo>
                    <a:cubicBezTo>
                      <a:pt x="593" y="74"/>
                      <a:pt x="593" y="74"/>
                      <a:pt x="593" y="74"/>
                    </a:cubicBezTo>
                    <a:cubicBezTo>
                      <a:pt x="593" y="75"/>
                      <a:pt x="593" y="75"/>
                      <a:pt x="593" y="75"/>
                    </a:cubicBezTo>
                    <a:cubicBezTo>
                      <a:pt x="592" y="75"/>
                      <a:pt x="592" y="75"/>
                      <a:pt x="592" y="75"/>
                    </a:cubicBezTo>
                    <a:cubicBezTo>
                      <a:pt x="589" y="75"/>
                      <a:pt x="589" y="75"/>
                      <a:pt x="589" y="75"/>
                    </a:cubicBezTo>
                    <a:cubicBezTo>
                      <a:pt x="587" y="77"/>
                      <a:pt x="587" y="77"/>
                      <a:pt x="587" y="77"/>
                    </a:cubicBezTo>
                    <a:cubicBezTo>
                      <a:pt x="587" y="79"/>
                      <a:pt x="587" y="79"/>
                      <a:pt x="587" y="79"/>
                    </a:cubicBezTo>
                    <a:cubicBezTo>
                      <a:pt x="588" y="79"/>
                      <a:pt x="588" y="79"/>
                      <a:pt x="588" y="79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6" y="80"/>
                      <a:pt x="586" y="80"/>
                      <a:pt x="586" y="80"/>
                    </a:cubicBezTo>
                    <a:cubicBezTo>
                      <a:pt x="585" y="80"/>
                      <a:pt x="585" y="80"/>
                      <a:pt x="585" y="80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4" y="82"/>
                      <a:pt x="584" y="82"/>
                      <a:pt x="584" y="82"/>
                    </a:cubicBezTo>
                    <a:cubicBezTo>
                      <a:pt x="583" y="83"/>
                      <a:pt x="583" y="83"/>
                      <a:pt x="583" y="83"/>
                    </a:cubicBezTo>
                    <a:cubicBezTo>
                      <a:pt x="585" y="84"/>
                      <a:pt x="585" y="84"/>
                      <a:pt x="585" y="84"/>
                    </a:cubicBezTo>
                    <a:cubicBezTo>
                      <a:pt x="585" y="85"/>
                      <a:pt x="585" y="85"/>
                      <a:pt x="585" y="85"/>
                    </a:cubicBezTo>
                    <a:cubicBezTo>
                      <a:pt x="584" y="86"/>
                      <a:pt x="584" y="86"/>
                      <a:pt x="584" y="86"/>
                    </a:cubicBezTo>
                    <a:cubicBezTo>
                      <a:pt x="585" y="88"/>
                      <a:pt x="585" y="88"/>
                      <a:pt x="585" y="88"/>
                    </a:cubicBezTo>
                    <a:cubicBezTo>
                      <a:pt x="587" y="88"/>
                      <a:pt x="587" y="88"/>
                      <a:pt x="587" y="88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4" y="89"/>
                      <a:pt x="584" y="89"/>
                      <a:pt x="584" y="89"/>
                    </a:cubicBezTo>
                    <a:cubicBezTo>
                      <a:pt x="583" y="90"/>
                      <a:pt x="583" y="90"/>
                      <a:pt x="583" y="90"/>
                    </a:cubicBezTo>
                    <a:cubicBezTo>
                      <a:pt x="584" y="92"/>
                      <a:pt x="584" y="92"/>
                      <a:pt x="584" y="92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91"/>
                      <a:pt x="586" y="91"/>
                      <a:pt x="586" y="91"/>
                    </a:cubicBezTo>
                    <a:cubicBezTo>
                      <a:pt x="587" y="92"/>
                      <a:pt x="587" y="92"/>
                      <a:pt x="587" y="92"/>
                    </a:cubicBezTo>
                    <a:cubicBezTo>
                      <a:pt x="588" y="91"/>
                      <a:pt x="588" y="91"/>
                      <a:pt x="588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8" y="92"/>
                      <a:pt x="588" y="92"/>
                      <a:pt x="588" y="92"/>
                    </a:cubicBezTo>
                    <a:cubicBezTo>
                      <a:pt x="590" y="95"/>
                      <a:pt x="590" y="95"/>
                      <a:pt x="590" y="95"/>
                    </a:cubicBezTo>
                    <a:cubicBezTo>
                      <a:pt x="592" y="94"/>
                      <a:pt x="592" y="94"/>
                      <a:pt x="592" y="94"/>
                    </a:cubicBezTo>
                    <a:cubicBezTo>
                      <a:pt x="594" y="94"/>
                      <a:pt x="594" y="94"/>
                      <a:pt x="594" y="94"/>
                    </a:cubicBezTo>
                    <a:cubicBezTo>
                      <a:pt x="595" y="96"/>
                      <a:pt x="595" y="96"/>
                      <a:pt x="595" y="96"/>
                    </a:cubicBezTo>
                    <a:cubicBezTo>
                      <a:pt x="596" y="97"/>
                      <a:pt x="596" y="97"/>
                      <a:pt x="596" y="97"/>
                    </a:cubicBezTo>
                    <a:cubicBezTo>
                      <a:pt x="597" y="96"/>
                      <a:pt x="597" y="96"/>
                      <a:pt x="597" y="96"/>
                    </a:cubicBezTo>
                    <a:cubicBezTo>
                      <a:pt x="598" y="96"/>
                      <a:pt x="598" y="96"/>
                      <a:pt x="598" y="96"/>
                    </a:cubicBezTo>
                    <a:cubicBezTo>
                      <a:pt x="598" y="97"/>
                      <a:pt x="598" y="97"/>
                      <a:pt x="598" y="97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602" y="99"/>
                      <a:pt x="602" y="99"/>
                      <a:pt x="602" y="99"/>
                    </a:cubicBezTo>
                    <a:cubicBezTo>
                      <a:pt x="603" y="100"/>
                      <a:pt x="603" y="100"/>
                      <a:pt x="603" y="100"/>
                    </a:cubicBezTo>
                    <a:cubicBezTo>
                      <a:pt x="602" y="102"/>
                      <a:pt x="602" y="102"/>
                      <a:pt x="602" y="102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598" y="106"/>
                      <a:pt x="598" y="106"/>
                      <a:pt x="598" y="106"/>
                    </a:cubicBezTo>
                    <a:cubicBezTo>
                      <a:pt x="598" y="107"/>
                      <a:pt x="598" y="107"/>
                      <a:pt x="598" y="107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597" y="108"/>
                      <a:pt x="597" y="108"/>
                      <a:pt x="597" y="108"/>
                    </a:cubicBezTo>
                    <a:cubicBezTo>
                      <a:pt x="597" y="107"/>
                      <a:pt x="597" y="107"/>
                      <a:pt x="597" y="107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600" y="103"/>
                      <a:pt x="600" y="103"/>
                      <a:pt x="600" y="103"/>
                    </a:cubicBezTo>
                    <a:cubicBezTo>
                      <a:pt x="600" y="102"/>
                      <a:pt x="600" y="102"/>
                      <a:pt x="600" y="102"/>
                    </a:cubicBezTo>
                    <a:cubicBezTo>
                      <a:pt x="601" y="100"/>
                      <a:pt x="601" y="100"/>
                      <a:pt x="601" y="100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5" y="98"/>
                      <a:pt x="595" y="98"/>
                      <a:pt x="595" y="98"/>
                    </a:cubicBezTo>
                    <a:cubicBezTo>
                      <a:pt x="593" y="97"/>
                      <a:pt x="593" y="97"/>
                      <a:pt x="593" y="97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1" y="102"/>
                      <a:pt x="591" y="102"/>
                      <a:pt x="591" y="102"/>
                    </a:cubicBezTo>
                    <a:cubicBezTo>
                      <a:pt x="590" y="104"/>
                      <a:pt x="590" y="104"/>
                      <a:pt x="590" y="104"/>
                    </a:cubicBezTo>
                    <a:cubicBezTo>
                      <a:pt x="589" y="104"/>
                      <a:pt x="589" y="104"/>
                      <a:pt x="589" y="104"/>
                    </a:cubicBezTo>
                    <a:cubicBezTo>
                      <a:pt x="587" y="104"/>
                      <a:pt x="587" y="104"/>
                      <a:pt x="587" y="104"/>
                    </a:cubicBezTo>
                    <a:cubicBezTo>
                      <a:pt x="585" y="104"/>
                      <a:pt x="585" y="104"/>
                      <a:pt x="585" y="104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78" y="108"/>
                      <a:pt x="578" y="108"/>
                      <a:pt x="578" y="108"/>
                    </a:cubicBezTo>
                    <a:cubicBezTo>
                      <a:pt x="574" y="109"/>
                      <a:pt x="574" y="109"/>
                      <a:pt x="574" y="109"/>
                    </a:cubicBezTo>
                    <a:cubicBezTo>
                      <a:pt x="572" y="109"/>
                      <a:pt x="572" y="109"/>
                      <a:pt x="572" y="109"/>
                    </a:cubicBezTo>
                    <a:cubicBezTo>
                      <a:pt x="570" y="111"/>
                      <a:pt x="570" y="111"/>
                      <a:pt x="570" y="111"/>
                    </a:cubicBezTo>
                    <a:cubicBezTo>
                      <a:pt x="568" y="111"/>
                      <a:pt x="568" y="111"/>
                      <a:pt x="568" y="111"/>
                    </a:cubicBezTo>
                    <a:cubicBezTo>
                      <a:pt x="566" y="112"/>
                      <a:pt x="566" y="112"/>
                      <a:pt x="566" y="112"/>
                    </a:cubicBezTo>
                    <a:cubicBezTo>
                      <a:pt x="568" y="114"/>
                      <a:pt x="568" y="114"/>
                      <a:pt x="568" y="114"/>
                    </a:cubicBezTo>
                    <a:cubicBezTo>
                      <a:pt x="568" y="115"/>
                      <a:pt x="568" y="115"/>
                      <a:pt x="568" y="115"/>
                    </a:cubicBezTo>
                    <a:cubicBezTo>
                      <a:pt x="567" y="117"/>
                      <a:pt x="567" y="117"/>
                      <a:pt x="567" y="117"/>
                    </a:cubicBezTo>
                    <a:cubicBezTo>
                      <a:pt x="569" y="118"/>
                      <a:pt x="569" y="118"/>
                      <a:pt x="569" y="118"/>
                    </a:cubicBezTo>
                    <a:cubicBezTo>
                      <a:pt x="570" y="118"/>
                      <a:pt x="570" y="118"/>
                      <a:pt x="570" y="118"/>
                    </a:cubicBezTo>
                    <a:cubicBezTo>
                      <a:pt x="570" y="119"/>
                      <a:pt x="570" y="119"/>
                      <a:pt x="570" y="119"/>
                    </a:cubicBezTo>
                    <a:cubicBezTo>
                      <a:pt x="569" y="120"/>
                      <a:pt x="569" y="120"/>
                      <a:pt x="569" y="120"/>
                    </a:cubicBezTo>
                    <a:cubicBezTo>
                      <a:pt x="572" y="122"/>
                      <a:pt x="572" y="122"/>
                      <a:pt x="572" y="122"/>
                    </a:cubicBezTo>
                    <a:cubicBezTo>
                      <a:pt x="574" y="125"/>
                      <a:pt x="574" y="125"/>
                      <a:pt x="574" y="125"/>
                    </a:cubicBezTo>
                    <a:cubicBezTo>
                      <a:pt x="574" y="127"/>
                      <a:pt x="574" y="127"/>
                      <a:pt x="574" y="127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31"/>
                      <a:pt x="575" y="131"/>
                      <a:pt x="575" y="131"/>
                    </a:cubicBezTo>
                    <a:cubicBezTo>
                      <a:pt x="578" y="132"/>
                      <a:pt x="578" y="132"/>
                      <a:pt x="578" y="132"/>
                    </a:cubicBezTo>
                    <a:cubicBezTo>
                      <a:pt x="580" y="132"/>
                      <a:pt x="580" y="132"/>
                      <a:pt x="580" y="132"/>
                    </a:cubicBezTo>
                    <a:cubicBezTo>
                      <a:pt x="585" y="132"/>
                      <a:pt x="585" y="132"/>
                      <a:pt x="585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7" y="133"/>
                      <a:pt x="587" y="133"/>
                      <a:pt x="587" y="133"/>
                    </a:cubicBezTo>
                    <a:cubicBezTo>
                      <a:pt x="587" y="135"/>
                      <a:pt x="587" y="135"/>
                      <a:pt x="587" y="135"/>
                    </a:cubicBezTo>
                    <a:cubicBezTo>
                      <a:pt x="589" y="136"/>
                      <a:pt x="589" y="136"/>
                      <a:pt x="589" y="136"/>
                    </a:cubicBezTo>
                    <a:cubicBezTo>
                      <a:pt x="590" y="139"/>
                      <a:pt x="590" y="139"/>
                      <a:pt x="590" y="139"/>
                    </a:cubicBezTo>
                    <a:cubicBezTo>
                      <a:pt x="594" y="139"/>
                      <a:pt x="594" y="139"/>
                      <a:pt x="594" y="139"/>
                    </a:cubicBezTo>
                    <a:cubicBezTo>
                      <a:pt x="597" y="140"/>
                      <a:pt x="597" y="140"/>
                      <a:pt x="597" y="140"/>
                    </a:cubicBezTo>
                    <a:cubicBezTo>
                      <a:pt x="598" y="140"/>
                      <a:pt x="598" y="140"/>
                      <a:pt x="598" y="140"/>
                    </a:cubicBezTo>
                    <a:cubicBezTo>
                      <a:pt x="599" y="142"/>
                      <a:pt x="599" y="142"/>
                      <a:pt x="599" y="142"/>
                    </a:cubicBezTo>
                    <a:cubicBezTo>
                      <a:pt x="600" y="145"/>
                      <a:pt x="600" y="145"/>
                      <a:pt x="600" y="145"/>
                    </a:cubicBezTo>
                    <a:cubicBezTo>
                      <a:pt x="600" y="147"/>
                      <a:pt x="600" y="147"/>
                      <a:pt x="600" y="147"/>
                    </a:cubicBezTo>
                    <a:cubicBezTo>
                      <a:pt x="600" y="149"/>
                      <a:pt x="600" y="149"/>
                      <a:pt x="600" y="149"/>
                    </a:cubicBezTo>
                    <a:cubicBezTo>
                      <a:pt x="601" y="151"/>
                      <a:pt x="601" y="151"/>
                      <a:pt x="601" y="151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4" y="153"/>
                      <a:pt x="604" y="153"/>
                      <a:pt x="604" y="153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1" y="153"/>
                      <a:pt x="601" y="153"/>
                      <a:pt x="601" y="153"/>
                    </a:cubicBezTo>
                    <a:cubicBezTo>
                      <a:pt x="602" y="155"/>
                      <a:pt x="602" y="155"/>
                      <a:pt x="602" y="155"/>
                    </a:cubicBezTo>
                    <a:cubicBezTo>
                      <a:pt x="601" y="154"/>
                      <a:pt x="601" y="154"/>
                      <a:pt x="601" y="154"/>
                    </a:cubicBezTo>
                    <a:cubicBezTo>
                      <a:pt x="600" y="157"/>
                      <a:pt x="600" y="157"/>
                      <a:pt x="600" y="157"/>
                    </a:cubicBezTo>
                    <a:cubicBezTo>
                      <a:pt x="599" y="157"/>
                      <a:pt x="599" y="157"/>
                      <a:pt x="599" y="157"/>
                    </a:cubicBezTo>
                    <a:cubicBezTo>
                      <a:pt x="599" y="159"/>
                      <a:pt x="599" y="159"/>
                      <a:pt x="599" y="159"/>
                    </a:cubicBezTo>
                    <a:cubicBezTo>
                      <a:pt x="598" y="160"/>
                      <a:pt x="598" y="160"/>
                      <a:pt x="598" y="160"/>
                    </a:cubicBezTo>
                    <a:cubicBezTo>
                      <a:pt x="599" y="162"/>
                      <a:pt x="599" y="162"/>
                      <a:pt x="599" y="162"/>
                    </a:cubicBezTo>
                    <a:cubicBezTo>
                      <a:pt x="598" y="162"/>
                      <a:pt x="598" y="162"/>
                      <a:pt x="598" y="162"/>
                    </a:cubicBezTo>
                    <a:cubicBezTo>
                      <a:pt x="598" y="159"/>
                      <a:pt x="598" y="159"/>
                      <a:pt x="598" y="159"/>
                    </a:cubicBezTo>
                    <a:cubicBezTo>
                      <a:pt x="599" y="158"/>
                      <a:pt x="599" y="158"/>
                      <a:pt x="599" y="158"/>
                    </a:cubicBezTo>
                    <a:cubicBezTo>
                      <a:pt x="599" y="155"/>
                      <a:pt x="599" y="155"/>
                      <a:pt x="599" y="155"/>
                    </a:cubicBezTo>
                    <a:cubicBezTo>
                      <a:pt x="596" y="154"/>
                      <a:pt x="596" y="154"/>
                      <a:pt x="596" y="154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95" y="150"/>
                      <a:pt x="595" y="150"/>
                      <a:pt x="595" y="150"/>
                    </a:cubicBezTo>
                    <a:cubicBezTo>
                      <a:pt x="595" y="148"/>
                      <a:pt x="595" y="148"/>
                      <a:pt x="595" y="148"/>
                    </a:cubicBezTo>
                    <a:cubicBezTo>
                      <a:pt x="598" y="147"/>
                      <a:pt x="598" y="147"/>
                      <a:pt x="598" y="147"/>
                    </a:cubicBezTo>
                    <a:cubicBezTo>
                      <a:pt x="598" y="145"/>
                      <a:pt x="598" y="145"/>
                      <a:pt x="598" y="145"/>
                    </a:cubicBezTo>
                    <a:cubicBezTo>
                      <a:pt x="597" y="144"/>
                      <a:pt x="597" y="144"/>
                      <a:pt x="597" y="144"/>
                    </a:cubicBezTo>
                    <a:cubicBezTo>
                      <a:pt x="598" y="141"/>
                      <a:pt x="598" y="141"/>
                      <a:pt x="598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4" y="140"/>
                      <a:pt x="594" y="140"/>
                      <a:pt x="594" y="140"/>
                    </a:cubicBezTo>
                    <a:cubicBezTo>
                      <a:pt x="590" y="142"/>
                      <a:pt x="590" y="142"/>
                      <a:pt x="590" y="142"/>
                    </a:cubicBezTo>
                    <a:cubicBezTo>
                      <a:pt x="587" y="142"/>
                      <a:pt x="587" y="142"/>
                      <a:pt x="587" y="142"/>
                    </a:cubicBezTo>
                    <a:cubicBezTo>
                      <a:pt x="585" y="142"/>
                      <a:pt x="585" y="142"/>
                      <a:pt x="585" y="142"/>
                    </a:cubicBezTo>
                    <a:cubicBezTo>
                      <a:pt x="582" y="139"/>
                      <a:pt x="582" y="139"/>
                      <a:pt x="582" y="139"/>
                    </a:cubicBezTo>
                    <a:cubicBezTo>
                      <a:pt x="580" y="138"/>
                      <a:pt x="580" y="138"/>
                      <a:pt x="580" y="138"/>
                    </a:cubicBezTo>
                    <a:cubicBezTo>
                      <a:pt x="580" y="137"/>
                      <a:pt x="580" y="137"/>
                      <a:pt x="580" y="137"/>
                    </a:cubicBezTo>
                    <a:cubicBezTo>
                      <a:pt x="575" y="136"/>
                      <a:pt x="575" y="136"/>
                      <a:pt x="575" y="136"/>
                    </a:cubicBezTo>
                    <a:cubicBezTo>
                      <a:pt x="574" y="135"/>
                      <a:pt x="574" y="135"/>
                      <a:pt x="574" y="135"/>
                    </a:cubicBezTo>
                    <a:cubicBezTo>
                      <a:pt x="572" y="133"/>
                      <a:pt x="572" y="133"/>
                      <a:pt x="572" y="133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5" y="133"/>
                      <a:pt x="565" y="133"/>
                      <a:pt x="565" y="133"/>
                    </a:cubicBezTo>
                    <a:cubicBezTo>
                      <a:pt x="563" y="134"/>
                      <a:pt x="563" y="134"/>
                      <a:pt x="563" y="134"/>
                    </a:cubicBezTo>
                    <a:cubicBezTo>
                      <a:pt x="564" y="133"/>
                      <a:pt x="564" y="133"/>
                      <a:pt x="564" y="133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2" y="130"/>
                      <a:pt x="562" y="130"/>
                      <a:pt x="562" y="130"/>
                    </a:cubicBezTo>
                    <a:cubicBezTo>
                      <a:pt x="561" y="130"/>
                      <a:pt x="561" y="130"/>
                      <a:pt x="561" y="130"/>
                    </a:cubicBezTo>
                    <a:cubicBezTo>
                      <a:pt x="558" y="131"/>
                      <a:pt x="558" y="131"/>
                      <a:pt x="558" y="131"/>
                    </a:cubicBezTo>
                    <a:cubicBezTo>
                      <a:pt x="557" y="132"/>
                      <a:pt x="557" y="132"/>
                      <a:pt x="557" y="132"/>
                    </a:cubicBezTo>
                    <a:cubicBezTo>
                      <a:pt x="557" y="134"/>
                      <a:pt x="557" y="134"/>
                      <a:pt x="557" y="134"/>
                    </a:cubicBezTo>
                    <a:cubicBezTo>
                      <a:pt x="556" y="135"/>
                      <a:pt x="556" y="135"/>
                      <a:pt x="556" y="135"/>
                    </a:cubicBezTo>
                    <a:cubicBezTo>
                      <a:pt x="555" y="136"/>
                      <a:pt x="555" y="136"/>
                      <a:pt x="555" y="136"/>
                    </a:cubicBezTo>
                    <a:cubicBezTo>
                      <a:pt x="555" y="137"/>
                      <a:pt x="555" y="137"/>
                      <a:pt x="555" y="137"/>
                    </a:cubicBezTo>
                    <a:cubicBezTo>
                      <a:pt x="556" y="139"/>
                      <a:pt x="556" y="139"/>
                      <a:pt x="556" y="139"/>
                    </a:cubicBezTo>
                    <a:cubicBezTo>
                      <a:pt x="557" y="139"/>
                      <a:pt x="557" y="139"/>
                      <a:pt x="557" y="139"/>
                    </a:cubicBezTo>
                    <a:cubicBezTo>
                      <a:pt x="559" y="137"/>
                      <a:pt x="559" y="137"/>
                      <a:pt x="559" y="137"/>
                    </a:cubicBezTo>
                    <a:cubicBezTo>
                      <a:pt x="560" y="137"/>
                      <a:pt x="560" y="137"/>
                      <a:pt x="560" y="137"/>
                    </a:cubicBezTo>
                    <a:cubicBezTo>
                      <a:pt x="561" y="135"/>
                      <a:pt x="561" y="135"/>
                      <a:pt x="561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1" y="137"/>
                      <a:pt x="561" y="137"/>
                      <a:pt x="561" y="137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59" y="138"/>
                      <a:pt x="559" y="138"/>
                      <a:pt x="559" y="138"/>
                    </a:cubicBezTo>
                    <a:cubicBezTo>
                      <a:pt x="558" y="140"/>
                      <a:pt x="558" y="140"/>
                      <a:pt x="558" y="140"/>
                    </a:cubicBezTo>
                    <a:cubicBezTo>
                      <a:pt x="560" y="141"/>
                      <a:pt x="560" y="141"/>
                      <a:pt x="560" y="141"/>
                    </a:cubicBezTo>
                    <a:cubicBezTo>
                      <a:pt x="563" y="140"/>
                      <a:pt x="563" y="140"/>
                      <a:pt x="563" y="140"/>
                    </a:cubicBezTo>
                    <a:cubicBezTo>
                      <a:pt x="565" y="140"/>
                      <a:pt x="565" y="140"/>
                      <a:pt x="565" y="140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5" y="145"/>
                      <a:pt x="565" y="145"/>
                      <a:pt x="565" y="145"/>
                    </a:cubicBezTo>
                    <a:cubicBezTo>
                      <a:pt x="563" y="145"/>
                      <a:pt x="563" y="145"/>
                      <a:pt x="563" y="145"/>
                    </a:cubicBezTo>
                    <a:cubicBezTo>
                      <a:pt x="560" y="144"/>
                      <a:pt x="560" y="144"/>
                      <a:pt x="560" y="144"/>
                    </a:cubicBezTo>
                    <a:cubicBezTo>
                      <a:pt x="558" y="141"/>
                      <a:pt x="558" y="141"/>
                      <a:pt x="558" y="141"/>
                    </a:cubicBezTo>
                    <a:cubicBezTo>
                      <a:pt x="556" y="141"/>
                      <a:pt x="556" y="141"/>
                      <a:pt x="556" y="141"/>
                    </a:cubicBezTo>
                    <a:cubicBezTo>
                      <a:pt x="554" y="143"/>
                      <a:pt x="554" y="143"/>
                      <a:pt x="554" y="143"/>
                    </a:cubicBezTo>
                    <a:cubicBezTo>
                      <a:pt x="553" y="144"/>
                      <a:pt x="553" y="144"/>
                      <a:pt x="553" y="144"/>
                    </a:cubicBezTo>
                    <a:cubicBezTo>
                      <a:pt x="552" y="144"/>
                      <a:pt x="552" y="144"/>
                      <a:pt x="552" y="144"/>
                    </a:cubicBezTo>
                    <a:cubicBezTo>
                      <a:pt x="554" y="149"/>
                      <a:pt x="554" y="149"/>
                      <a:pt x="554" y="149"/>
                    </a:cubicBezTo>
                    <a:cubicBezTo>
                      <a:pt x="555" y="149"/>
                      <a:pt x="555" y="149"/>
                      <a:pt x="555" y="149"/>
                    </a:cubicBezTo>
                    <a:cubicBezTo>
                      <a:pt x="556" y="150"/>
                      <a:pt x="556" y="150"/>
                      <a:pt x="556" y="150"/>
                    </a:cubicBezTo>
                    <a:cubicBezTo>
                      <a:pt x="559" y="153"/>
                      <a:pt x="559" y="153"/>
                      <a:pt x="559" y="153"/>
                    </a:cubicBezTo>
                    <a:cubicBezTo>
                      <a:pt x="561" y="153"/>
                      <a:pt x="561" y="153"/>
                      <a:pt x="561" y="153"/>
                    </a:cubicBezTo>
                    <a:cubicBezTo>
                      <a:pt x="562" y="154"/>
                      <a:pt x="562" y="154"/>
                      <a:pt x="562" y="154"/>
                    </a:cubicBezTo>
                    <a:cubicBezTo>
                      <a:pt x="567" y="154"/>
                      <a:pt x="567" y="154"/>
                      <a:pt x="567" y="154"/>
                    </a:cubicBezTo>
                    <a:cubicBezTo>
                      <a:pt x="567" y="153"/>
                      <a:pt x="567" y="153"/>
                      <a:pt x="567" y="153"/>
                    </a:cubicBezTo>
                    <a:cubicBezTo>
                      <a:pt x="568" y="154"/>
                      <a:pt x="568" y="154"/>
                      <a:pt x="568" y="154"/>
                    </a:cubicBezTo>
                    <a:cubicBezTo>
                      <a:pt x="570" y="154"/>
                      <a:pt x="570" y="154"/>
                      <a:pt x="570" y="154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2" y="157"/>
                      <a:pt x="572" y="157"/>
                      <a:pt x="572" y="157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0" y="157"/>
                      <a:pt x="570" y="157"/>
                      <a:pt x="570" y="157"/>
                    </a:cubicBezTo>
                    <a:cubicBezTo>
                      <a:pt x="568" y="155"/>
                      <a:pt x="568" y="155"/>
                      <a:pt x="568" y="155"/>
                    </a:cubicBezTo>
                    <a:cubicBezTo>
                      <a:pt x="566" y="155"/>
                      <a:pt x="566" y="155"/>
                      <a:pt x="566" y="155"/>
                    </a:cubicBezTo>
                    <a:cubicBezTo>
                      <a:pt x="565" y="155"/>
                      <a:pt x="565" y="155"/>
                      <a:pt x="565" y="155"/>
                    </a:cubicBezTo>
                    <a:cubicBezTo>
                      <a:pt x="563" y="156"/>
                      <a:pt x="563" y="156"/>
                      <a:pt x="563" y="156"/>
                    </a:cubicBezTo>
                    <a:cubicBezTo>
                      <a:pt x="562" y="157"/>
                      <a:pt x="562" y="157"/>
                      <a:pt x="562" y="157"/>
                    </a:cubicBezTo>
                    <a:cubicBezTo>
                      <a:pt x="562" y="156"/>
                      <a:pt x="562" y="156"/>
                      <a:pt x="562" y="156"/>
                    </a:cubicBezTo>
                    <a:cubicBezTo>
                      <a:pt x="560" y="155"/>
                      <a:pt x="560" y="155"/>
                      <a:pt x="560" y="155"/>
                    </a:cubicBezTo>
                    <a:cubicBezTo>
                      <a:pt x="559" y="156"/>
                      <a:pt x="559" y="156"/>
                      <a:pt x="559" y="156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4" y="154"/>
                      <a:pt x="554" y="154"/>
                      <a:pt x="554" y="154"/>
                    </a:cubicBezTo>
                    <a:cubicBezTo>
                      <a:pt x="552" y="155"/>
                      <a:pt x="552" y="155"/>
                      <a:pt x="552" y="155"/>
                    </a:cubicBezTo>
                    <a:cubicBezTo>
                      <a:pt x="552" y="154"/>
                      <a:pt x="552" y="154"/>
                      <a:pt x="552" y="154"/>
                    </a:cubicBezTo>
                    <a:cubicBezTo>
                      <a:pt x="553" y="154"/>
                      <a:pt x="553" y="154"/>
                      <a:pt x="553" y="154"/>
                    </a:cubicBezTo>
                    <a:cubicBezTo>
                      <a:pt x="553" y="152"/>
                      <a:pt x="553" y="152"/>
                      <a:pt x="553" y="152"/>
                    </a:cubicBezTo>
                    <a:cubicBezTo>
                      <a:pt x="552" y="151"/>
                      <a:pt x="552" y="151"/>
                      <a:pt x="552" y="151"/>
                    </a:cubicBezTo>
                    <a:cubicBezTo>
                      <a:pt x="552" y="150"/>
                      <a:pt x="552" y="150"/>
                      <a:pt x="552" y="150"/>
                    </a:cubicBezTo>
                    <a:cubicBezTo>
                      <a:pt x="550" y="148"/>
                      <a:pt x="550" y="148"/>
                      <a:pt x="550" y="148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50" y="145"/>
                      <a:pt x="550" y="145"/>
                      <a:pt x="550" y="145"/>
                    </a:cubicBezTo>
                    <a:cubicBezTo>
                      <a:pt x="548" y="143"/>
                      <a:pt x="548" y="143"/>
                      <a:pt x="548" y="143"/>
                    </a:cubicBezTo>
                    <a:cubicBezTo>
                      <a:pt x="549" y="139"/>
                      <a:pt x="549" y="139"/>
                      <a:pt x="549" y="139"/>
                    </a:cubicBezTo>
                    <a:cubicBezTo>
                      <a:pt x="547" y="138"/>
                      <a:pt x="547" y="138"/>
                      <a:pt x="547" y="138"/>
                    </a:cubicBezTo>
                    <a:cubicBezTo>
                      <a:pt x="547" y="135"/>
                      <a:pt x="547" y="135"/>
                      <a:pt x="547" y="135"/>
                    </a:cubicBezTo>
                    <a:cubicBezTo>
                      <a:pt x="546" y="134"/>
                      <a:pt x="546" y="134"/>
                      <a:pt x="546" y="134"/>
                    </a:cubicBezTo>
                    <a:cubicBezTo>
                      <a:pt x="545" y="134"/>
                      <a:pt x="545" y="134"/>
                      <a:pt x="545" y="134"/>
                    </a:cubicBezTo>
                    <a:cubicBezTo>
                      <a:pt x="545" y="132"/>
                      <a:pt x="545" y="132"/>
                      <a:pt x="545" y="132"/>
                    </a:cubicBezTo>
                    <a:cubicBezTo>
                      <a:pt x="542" y="131"/>
                      <a:pt x="542" y="131"/>
                      <a:pt x="542" y="131"/>
                    </a:cubicBezTo>
                    <a:cubicBezTo>
                      <a:pt x="540" y="132"/>
                      <a:pt x="540" y="132"/>
                      <a:pt x="540" y="132"/>
                    </a:cubicBezTo>
                    <a:cubicBezTo>
                      <a:pt x="544" y="138"/>
                      <a:pt x="544" y="138"/>
                      <a:pt x="544" y="138"/>
                    </a:cubicBezTo>
                    <a:cubicBezTo>
                      <a:pt x="545" y="142"/>
                      <a:pt x="545" y="142"/>
                      <a:pt x="545" y="142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1" y="147"/>
                      <a:pt x="541" y="147"/>
                      <a:pt x="541" y="147"/>
                    </a:cubicBezTo>
                    <a:cubicBezTo>
                      <a:pt x="540" y="149"/>
                      <a:pt x="540" y="149"/>
                      <a:pt x="540" y="149"/>
                    </a:cubicBezTo>
                    <a:cubicBezTo>
                      <a:pt x="540" y="150"/>
                      <a:pt x="540" y="150"/>
                      <a:pt x="540" y="150"/>
                    </a:cubicBezTo>
                    <a:cubicBezTo>
                      <a:pt x="541" y="151"/>
                      <a:pt x="541" y="151"/>
                      <a:pt x="541" y="151"/>
                    </a:cubicBezTo>
                    <a:cubicBezTo>
                      <a:pt x="541" y="153"/>
                      <a:pt x="541" y="153"/>
                      <a:pt x="541" y="153"/>
                    </a:cubicBezTo>
                    <a:cubicBezTo>
                      <a:pt x="540" y="156"/>
                      <a:pt x="540" y="156"/>
                      <a:pt x="540" y="156"/>
                    </a:cubicBezTo>
                    <a:cubicBezTo>
                      <a:pt x="540" y="158"/>
                      <a:pt x="540" y="158"/>
                      <a:pt x="540" y="158"/>
                    </a:cubicBezTo>
                    <a:cubicBezTo>
                      <a:pt x="543" y="160"/>
                      <a:pt x="543" y="160"/>
                      <a:pt x="543" y="160"/>
                    </a:cubicBezTo>
                    <a:cubicBezTo>
                      <a:pt x="547" y="163"/>
                      <a:pt x="547" y="163"/>
                      <a:pt x="547" y="163"/>
                    </a:cubicBezTo>
                    <a:cubicBezTo>
                      <a:pt x="548" y="165"/>
                      <a:pt x="548" y="165"/>
                      <a:pt x="548" y="165"/>
                    </a:cubicBezTo>
                    <a:cubicBezTo>
                      <a:pt x="550" y="165"/>
                      <a:pt x="550" y="165"/>
                      <a:pt x="550" y="165"/>
                    </a:cubicBezTo>
                    <a:cubicBezTo>
                      <a:pt x="551" y="166"/>
                      <a:pt x="551" y="166"/>
                      <a:pt x="551" y="166"/>
                    </a:cubicBezTo>
                    <a:cubicBezTo>
                      <a:pt x="552" y="169"/>
                      <a:pt x="552" y="169"/>
                      <a:pt x="552" y="169"/>
                    </a:cubicBezTo>
                    <a:cubicBezTo>
                      <a:pt x="552" y="173"/>
                      <a:pt x="552" y="173"/>
                      <a:pt x="552" y="173"/>
                    </a:cubicBezTo>
                    <a:cubicBezTo>
                      <a:pt x="551" y="176"/>
                      <a:pt x="551" y="176"/>
                      <a:pt x="551" y="176"/>
                    </a:cubicBezTo>
                    <a:cubicBezTo>
                      <a:pt x="553" y="178"/>
                      <a:pt x="553" y="178"/>
                      <a:pt x="553" y="178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4" y="183"/>
                      <a:pt x="554" y="183"/>
                      <a:pt x="554" y="183"/>
                    </a:cubicBezTo>
                    <a:cubicBezTo>
                      <a:pt x="557" y="186"/>
                      <a:pt x="557" y="186"/>
                      <a:pt x="557" y="186"/>
                    </a:cubicBezTo>
                    <a:cubicBezTo>
                      <a:pt x="557" y="187"/>
                      <a:pt x="557" y="187"/>
                      <a:pt x="557" y="187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8" y="191"/>
                      <a:pt x="558" y="191"/>
                      <a:pt x="558" y="191"/>
                    </a:cubicBezTo>
                    <a:cubicBezTo>
                      <a:pt x="560" y="191"/>
                      <a:pt x="560" y="191"/>
                      <a:pt x="560" y="191"/>
                    </a:cubicBezTo>
                    <a:cubicBezTo>
                      <a:pt x="562" y="190"/>
                      <a:pt x="562" y="190"/>
                      <a:pt x="562" y="190"/>
                    </a:cubicBezTo>
                    <a:cubicBezTo>
                      <a:pt x="565" y="191"/>
                      <a:pt x="565" y="191"/>
                      <a:pt x="565" y="191"/>
                    </a:cubicBezTo>
                    <a:cubicBezTo>
                      <a:pt x="566" y="190"/>
                      <a:pt x="566" y="190"/>
                      <a:pt x="566" y="190"/>
                    </a:cubicBezTo>
                    <a:cubicBezTo>
                      <a:pt x="567" y="188"/>
                      <a:pt x="567" y="188"/>
                      <a:pt x="567" y="188"/>
                    </a:cubicBezTo>
                    <a:cubicBezTo>
                      <a:pt x="568" y="186"/>
                      <a:pt x="568" y="186"/>
                      <a:pt x="568" y="186"/>
                    </a:cubicBezTo>
                    <a:cubicBezTo>
                      <a:pt x="570" y="187"/>
                      <a:pt x="570" y="187"/>
                      <a:pt x="570" y="187"/>
                    </a:cubicBezTo>
                    <a:cubicBezTo>
                      <a:pt x="571" y="186"/>
                      <a:pt x="571" y="186"/>
                      <a:pt x="571" y="186"/>
                    </a:cubicBezTo>
                    <a:cubicBezTo>
                      <a:pt x="574" y="188"/>
                      <a:pt x="574" y="188"/>
                      <a:pt x="574" y="188"/>
                    </a:cubicBezTo>
                    <a:cubicBezTo>
                      <a:pt x="575" y="187"/>
                      <a:pt x="575" y="187"/>
                      <a:pt x="575" y="187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80" y="190"/>
                      <a:pt x="580" y="190"/>
                      <a:pt x="580" y="190"/>
                    </a:cubicBezTo>
                    <a:cubicBezTo>
                      <a:pt x="582" y="190"/>
                      <a:pt x="582" y="190"/>
                      <a:pt x="582" y="190"/>
                    </a:cubicBezTo>
                    <a:cubicBezTo>
                      <a:pt x="584" y="192"/>
                      <a:pt x="584" y="192"/>
                      <a:pt x="584" y="192"/>
                    </a:cubicBezTo>
                    <a:cubicBezTo>
                      <a:pt x="584" y="193"/>
                      <a:pt x="584" y="193"/>
                      <a:pt x="584" y="193"/>
                    </a:cubicBezTo>
                    <a:cubicBezTo>
                      <a:pt x="586" y="195"/>
                      <a:pt x="586" y="195"/>
                      <a:pt x="586" y="195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7"/>
                      <a:pt x="587" y="197"/>
                      <a:pt x="587" y="197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6" y="199"/>
                      <a:pt x="586" y="199"/>
                      <a:pt x="586" y="199"/>
                    </a:cubicBezTo>
                    <a:cubicBezTo>
                      <a:pt x="586" y="202"/>
                      <a:pt x="586" y="202"/>
                      <a:pt x="586" y="202"/>
                    </a:cubicBezTo>
                    <a:cubicBezTo>
                      <a:pt x="586" y="203"/>
                      <a:pt x="586" y="203"/>
                      <a:pt x="586" y="203"/>
                    </a:cubicBezTo>
                    <a:cubicBezTo>
                      <a:pt x="585" y="202"/>
                      <a:pt x="585" y="202"/>
                      <a:pt x="585" y="202"/>
                    </a:cubicBezTo>
                    <a:cubicBezTo>
                      <a:pt x="585" y="200"/>
                      <a:pt x="585" y="200"/>
                      <a:pt x="585" y="200"/>
                    </a:cubicBezTo>
                    <a:cubicBezTo>
                      <a:pt x="584" y="200"/>
                      <a:pt x="584" y="200"/>
                      <a:pt x="584" y="200"/>
                    </a:cubicBezTo>
                    <a:cubicBezTo>
                      <a:pt x="584" y="198"/>
                      <a:pt x="584" y="198"/>
                      <a:pt x="584" y="198"/>
                    </a:cubicBezTo>
                    <a:cubicBezTo>
                      <a:pt x="582" y="195"/>
                      <a:pt x="582" y="195"/>
                      <a:pt x="582" y="195"/>
                    </a:cubicBezTo>
                    <a:cubicBezTo>
                      <a:pt x="581" y="195"/>
                      <a:pt x="581" y="195"/>
                      <a:pt x="581" y="195"/>
                    </a:cubicBezTo>
                    <a:cubicBezTo>
                      <a:pt x="581" y="194"/>
                      <a:pt x="581" y="194"/>
                      <a:pt x="581" y="194"/>
                    </a:cubicBezTo>
                    <a:cubicBezTo>
                      <a:pt x="578" y="193"/>
                      <a:pt x="578" y="193"/>
                      <a:pt x="578" y="193"/>
                    </a:cubicBezTo>
                    <a:cubicBezTo>
                      <a:pt x="578" y="191"/>
                      <a:pt x="578" y="191"/>
                      <a:pt x="578" y="191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73" y="189"/>
                      <a:pt x="573" y="189"/>
                      <a:pt x="573" y="189"/>
                    </a:cubicBezTo>
                    <a:cubicBezTo>
                      <a:pt x="570" y="192"/>
                      <a:pt x="570" y="192"/>
                      <a:pt x="570" y="192"/>
                    </a:cubicBezTo>
                    <a:cubicBezTo>
                      <a:pt x="568" y="192"/>
                      <a:pt x="568" y="192"/>
                      <a:pt x="568" y="192"/>
                    </a:cubicBezTo>
                    <a:cubicBezTo>
                      <a:pt x="567" y="194"/>
                      <a:pt x="567" y="194"/>
                      <a:pt x="567" y="194"/>
                    </a:cubicBezTo>
                    <a:cubicBezTo>
                      <a:pt x="564" y="196"/>
                      <a:pt x="564" y="196"/>
                      <a:pt x="564" y="196"/>
                    </a:cubicBezTo>
                    <a:cubicBezTo>
                      <a:pt x="564" y="200"/>
                      <a:pt x="564" y="200"/>
                      <a:pt x="564" y="200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9" y="204"/>
                      <a:pt x="569" y="204"/>
                      <a:pt x="569" y="204"/>
                    </a:cubicBezTo>
                    <a:cubicBezTo>
                      <a:pt x="571" y="209"/>
                      <a:pt x="571" y="209"/>
                      <a:pt x="571" y="209"/>
                    </a:cubicBezTo>
                    <a:cubicBezTo>
                      <a:pt x="571" y="210"/>
                      <a:pt x="571" y="210"/>
                      <a:pt x="571" y="210"/>
                    </a:cubicBezTo>
                    <a:cubicBezTo>
                      <a:pt x="568" y="213"/>
                      <a:pt x="568" y="213"/>
                      <a:pt x="568" y="213"/>
                    </a:cubicBezTo>
                    <a:cubicBezTo>
                      <a:pt x="568" y="216"/>
                      <a:pt x="568" y="216"/>
                      <a:pt x="568" y="216"/>
                    </a:cubicBezTo>
                    <a:cubicBezTo>
                      <a:pt x="569" y="218"/>
                      <a:pt x="569" y="218"/>
                      <a:pt x="569" y="218"/>
                    </a:cubicBezTo>
                    <a:cubicBezTo>
                      <a:pt x="568" y="222"/>
                      <a:pt x="568" y="222"/>
                      <a:pt x="568" y="222"/>
                    </a:cubicBezTo>
                    <a:cubicBezTo>
                      <a:pt x="568" y="223"/>
                      <a:pt x="568" y="223"/>
                      <a:pt x="568" y="223"/>
                    </a:cubicBezTo>
                    <a:cubicBezTo>
                      <a:pt x="566" y="225"/>
                      <a:pt x="566" y="225"/>
                      <a:pt x="566" y="225"/>
                    </a:cubicBezTo>
                    <a:cubicBezTo>
                      <a:pt x="565" y="226"/>
                      <a:pt x="565" y="226"/>
                      <a:pt x="565" y="226"/>
                    </a:cubicBezTo>
                    <a:cubicBezTo>
                      <a:pt x="564" y="226"/>
                      <a:pt x="564" y="226"/>
                      <a:pt x="564" y="226"/>
                    </a:cubicBezTo>
                    <a:cubicBezTo>
                      <a:pt x="563" y="228"/>
                      <a:pt x="563" y="228"/>
                      <a:pt x="563" y="228"/>
                    </a:cubicBezTo>
                    <a:cubicBezTo>
                      <a:pt x="563" y="230"/>
                      <a:pt x="563" y="230"/>
                      <a:pt x="563" y="230"/>
                    </a:cubicBezTo>
                    <a:cubicBezTo>
                      <a:pt x="564" y="231"/>
                      <a:pt x="564" y="231"/>
                      <a:pt x="564" y="231"/>
                    </a:cubicBezTo>
                    <a:cubicBezTo>
                      <a:pt x="564" y="232"/>
                      <a:pt x="564" y="232"/>
                      <a:pt x="564" y="232"/>
                    </a:cubicBezTo>
                    <a:cubicBezTo>
                      <a:pt x="562" y="233"/>
                      <a:pt x="562" y="233"/>
                      <a:pt x="562" y="233"/>
                    </a:cubicBezTo>
                    <a:cubicBezTo>
                      <a:pt x="560" y="232"/>
                      <a:pt x="560" y="232"/>
                      <a:pt x="560" y="232"/>
                    </a:cubicBezTo>
                    <a:cubicBezTo>
                      <a:pt x="559" y="232"/>
                      <a:pt x="559" y="232"/>
                      <a:pt x="559" y="232"/>
                    </a:cubicBezTo>
                    <a:cubicBezTo>
                      <a:pt x="556" y="232"/>
                      <a:pt x="556" y="232"/>
                      <a:pt x="556" y="232"/>
                    </a:cubicBezTo>
                    <a:cubicBezTo>
                      <a:pt x="554" y="232"/>
                      <a:pt x="554" y="232"/>
                      <a:pt x="554" y="232"/>
                    </a:cubicBezTo>
                    <a:cubicBezTo>
                      <a:pt x="551" y="231"/>
                      <a:pt x="551" y="231"/>
                      <a:pt x="551" y="231"/>
                    </a:cubicBezTo>
                    <a:cubicBezTo>
                      <a:pt x="547" y="231"/>
                      <a:pt x="547" y="231"/>
                      <a:pt x="547" y="231"/>
                    </a:cubicBezTo>
                    <a:cubicBezTo>
                      <a:pt x="549" y="230"/>
                      <a:pt x="549" y="230"/>
                      <a:pt x="549" y="230"/>
                    </a:cubicBezTo>
                    <a:cubicBezTo>
                      <a:pt x="550" y="229"/>
                      <a:pt x="550" y="229"/>
                      <a:pt x="550" y="229"/>
                    </a:cubicBezTo>
                    <a:cubicBezTo>
                      <a:pt x="549" y="227"/>
                      <a:pt x="549" y="227"/>
                      <a:pt x="549" y="227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1" y="228"/>
                      <a:pt x="551" y="228"/>
                      <a:pt x="551" y="228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2" y="230"/>
                      <a:pt x="552" y="230"/>
                      <a:pt x="552" y="230"/>
                    </a:cubicBezTo>
                    <a:cubicBezTo>
                      <a:pt x="555" y="230"/>
                      <a:pt x="555" y="230"/>
                      <a:pt x="555" y="230"/>
                    </a:cubicBezTo>
                    <a:cubicBezTo>
                      <a:pt x="556" y="229"/>
                      <a:pt x="556" y="229"/>
                      <a:pt x="556" y="229"/>
                    </a:cubicBezTo>
                    <a:cubicBezTo>
                      <a:pt x="558" y="228"/>
                      <a:pt x="558" y="228"/>
                      <a:pt x="558" y="228"/>
                    </a:cubicBezTo>
                    <a:cubicBezTo>
                      <a:pt x="558" y="226"/>
                      <a:pt x="558" y="226"/>
                      <a:pt x="558" y="226"/>
                    </a:cubicBezTo>
                    <a:cubicBezTo>
                      <a:pt x="557" y="225"/>
                      <a:pt x="557" y="225"/>
                      <a:pt x="557" y="225"/>
                    </a:cubicBezTo>
                    <a:cubicBezTo>
                      <a:pt x="558" y="225"/>
                      <a:pt x="558" y="225"/>
                      <a:pt x="558" y="225"/>
                    </a:cubicBezTo>
                    <a:cubicBezTo>
                      <a:pt x="559" y="224"/>
                      <a:pt x="559" y="224"/>
                      <a:pt x="559" y="224"/>
                    </a:cubicBezTo>
                    <a:cubicBezTo>
                      <a:pt x="559" y="221"/>
                      <a:pt x="559" y="221"/>
                      <a:pt x="559" y="221"/>
                    </a:cubicBezTo>
                    <a:cubicBezTo>
                      <a:pt x="561" y="220"/>
                      <a:pt x="561" y="220"/>
                      <a:pt x="561" y="220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3"/>
                      <a:pt x="561" y="213"/>
                      <a:pt x="561" y="213"/>
                    </a:cubicBezTo>
                    <a:cubicBezTo>
                      <a:pt x="561" y="212"/>
                      <a:pt x="561" y="212"/>
                      <a:pt x="561" y="212"/>
                    </a:cubicBezTo>
                    <a:cubicBezTo>
                      <a:pt x="563" y="211"/>
                      <a:pt x="563" y="211"/>
                      <a:pt x="563" y="211"/>
                    </a:cubicBezTo>
                    <a:cubicBezTo>
                      <a:pt x="562" y="208"/>
                      <a:pt x="562" y="208"/>
                      <a:pt x="562" y="208"/>
                    </a:cubicBezTo>
                    <a:cubicBezTo>
                      <a:pt x="561" y="206"/>
                      <a:pt x="561" y="206"/>
                      <a:pt x="561" y="206"/>
                    </a:cubicBezTo>
                    <a:cubicBezTo>
                      <a:pt x="560" y="204"/>
                      <a:pt x="560" y="204"/>
                      <a:pt x="560" y="204"/>
                    </a:cubicBezTo>
                    <a:cubicBezTo>
                      <a:pt x="560" y="202"/>
                      <a:pt x="560" y="202"/>
                      <a:pt x="560" y="202"/>
                    </a:cubicBezTo>
                    <a:cubicBezTo>
                      <a:pt x="560" y="201"/>
                      <a:pt x="560" y="201"/>
                      <a:pt x="560" y="201"/>
                    </a:cubicBezTo>
                    <a:cubicBezTo>
                      <a:pt x="561" y="202"/>
                      <a:pt x="561" y="202"/>
                      <a:pt x="561" y="202"/>
                    </a:cubicBezTo>
                    <a:cubicBezTo>
                      <a:pt x="561" y="199"/>
                      <a:pt x="561" y="199"/>
                      <a:pt x="561" y="199"/>
                    </a:cubicBezTo>
                    <a:cubicBezTo>
                      <a:pt x="558" y="197"/>
                      <a:pt x="558" y="197"/>
                      <a:pt x="558" y="197"/>
                    </a:cubicBezTo>
                    <a:cubicBezTo>
                      <a:pt x="557" y="197"/>
                      <a:pt x="557" y="197"/>
                      <a:pt x="557" y="197"/>
                    </a:cubicBezTo>
                    <a:cubicBezTo>
                      <a:pt x="556" y="195"/>
                      <a:pt x="556" y="195"/>
                      <a:pt x="556" y="195"/>
                    </a:cubicBezTo>
                    <a:cubicBezTo>
                      <a:pt x="554" y="195"/>
                      <a:pt x="554" y="195"/>
                      <a:pt x="554" y="195"/>
                    </a:cubicBezTo>
                    <a:cubicBezTo>
                      <a:pt x="551" y="191"/>
                      <a:pt x="551" y="191"/>
                      <a:pt x="551" y="191"/>
                    </a:cubicBezTo>
                    <a:cubicBezTo>
                      <a:pt x="551" y="188"/>
                      <a:pt x="551" y="188"/>
                      <a:pt x="551" y="188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1" y="186"/>
                      <a:pt x="551" y="186"/>
                      <a:pt x="551" y="186"/>
                    </a:cubicBezTo>
                    <a:cubicBezTo>
                      <a:pt x="549" y="185"/>
                      <a:pt x="549" y="185"/>
                      <a:pt x="549" y="185"/>
                    </a:cubicBezTo>
                    <a:cubicBezTo>
                      <a:pt x="548" y="184"/>
                      <a:pt x="548" y="184"/>
                      <a:pt x="548" y="184"/>
                    </a:cubicBezTo>
                    <a:cubicBezTo>
                      <a:pt x="549" y="182"/>
                      <a:pt x="549" y="182"/>
                      <a:pt x="549" y="182"/>
                    </a:cubicBezTo>
                    <a:cubicBezTo>
                      <a:pt x="546" y="178"/>
                      <a:pt x="546" y="178"/>
                      <a:pt x="546" y="178"/>
                    </a:cubicBezTo>
                    <a:cubicBezTo>
                      <a:pt x="546" y="176"/>
                      <a:pt x="546" y="176"/>
                      <a:pt x="546" y="176"/>
                    </a:cubicBezTo>
                    <a:cubicBezTo>
                      <a:pt x="545" y="175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5" y="173"/>
                      <a:pt x="545" y="173"/>
                      <a:pt x="545" y="173"/>
                    </a:cubicBezTo>
                    <a:cubicBezTo>
                      <a:pt x="544" y="171"/>
                      <a:pt x="544" y="171"/>
                      <a:pt x="544" y="171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2" y="165"/>
                      <a:pt x="542" y="165"/>
                      <a:pt x="542" y="165"/>
                    </a:cubicBezTo>
                    <a:cubicBezTo>
                      <a:pt x="541" y="164"/>
                      <a:pt x="541" y="164"/>
                      <a:pt x="541" y="164"/>
                    </a:cubicBezTo>
                    <a:cubicBezTo>
                      <a:pt x="540" y="161"/>
                      <a:pt x="540" y="161"/>
                      <a:pt x="540" y="161"/>
                    </a:cubicBezTo>
                    <a:cubicBezTo>
                      <a:pt x="539" y="160"/>
                      <a:pt x="539" y="160"/>
                      <a:pt x="539" y="160"/>
                    </a:cubicBezTo>
                    <a:cubicBezTo>
                      <a:pt x="538" y="161"/>
                      <a:pt x="538" y="161"/>
                      <a:pt x="538" y="161"/>
                    </a:cubicBezTo>
                    <a:cubicBezTo>
                      <a:pt x="536" y="160"/>
                      <a:pt x="536" y="160"/>
                      <a:pt x="536" y="160"/>
                    </a:cubicBezTo>
                    <a:cubicBezTo>
                      <a:pt x="535" y="158"/>
                      <a:pt x="535" y="158"/>
                      <a:pt x="535" y="158"/>
                    </a:cubicBezTo>
                    <a:cubicBezTo>
                      <a:pt x="534" y="157"/>
                      <a:pt x="534" y="157"/>
                      <a:pt x="534" y="157"/>
                    </a:cubicBezTo>
                    <a:cubicBezTo>
                      <a:pt x="533" y="156"/>
                      <a:pt x="533" y="156"/>
                      <a:pt x="533" y="156"/>
                    </a:cubicBezTo>
                    <a:cubicBezTo>
                      <a:pt x="534" y="156"/>
                      <a:pt x="534" y="156"/>
                      <a:pt x="534" y="156"/>
                    </a:cubicBezTo>
                    <a:cubicBezTo>
                      <a:pt x="535" y="154"/>
                      <a:pt x="535" y="154"/>
                      <a:pt x="535" y="154"/>
                    </a:cubicBezTo>
                    <a:cubicBezTo>
                      <a:pt x="534" y="152"/>
                      <a:pt x="534" y="152"/>
                      <a:pt x="534" y="152"/>
                    </a:cubicBezTo>
                    <a:cubicBezTo>
                      <a:pt x="534" y="151"/>
                      <a:pt x="534" y="151"/>
                      <a:pt x="534" y="151"/>
                    </a:cubicBezTo>
                    <a:cubicBezTo>
                      <a:pt x="533" y="150"/>
                      <a:pt x="533" y="150"/>
                      <a:pt x="533" y="150"/>
                    </a:cubicBezTo>
                    <a:cubicBezTo>
                      <a:pt x="534" y="146"/>
                      <a:pt x="534" y="146"/>
                      <a:pt x="534" y="146"/>
                    </a:cubicBezTo>
                    <a:cubicBezTo>
                      <a:pt x="533" y="144"/>
                      <a:pt x="533" y="144"/>
                      <a:pt x="533" y="144"/>
                    </a:cubicBezTo>
                    <a:cubicBezTo>
                      <a:pt x="533" y="141"/>
                      <a:pt x="533" y="141"/>
                      <a:pt x="533" y="141"/>
                    </a:cubicBezTo>
                    <a:cubicBezTo>
                      <a:pt x="532" y="141"/>
                      <a:pt x="532" y="141"/>
                      <a:pt x="532" y="141"/>
                    </a:cubicBezTo>
                    <a:cubicBezTo>
                      <a:pt x="532" y="139"/>
                      <a:pt x="532" y="139"/>
                      <a:pt x="532" y="139"/>
                    </a:cubicBezTo>
                    <a:cubicBezTo>
                      <a:pt x="532" y="138"/>
                      <a:pt x="532" y="138"/>
                      <a:pt x="532" y="138"/>
                    </a:cubicBezTo>
                    <a:cubicBezTo>
                      <a:pt x="533" y="137"/>
                      <a:pt x="533" y="137"/>
                      <a:pt x="533" y="137"/>
                    </a:cubicBezTo>
                    <a:cubicBezTo>
                      <a:pt x="532" y="135"/>
                      <a:pt x="532" y="135"/>
                      <a:pt x="532" y="135"/>
                    </a:cubicBezTo>
                    <a:cubicBezTo>
                      <a:pt x="530" y="135"/>
                      <a:pt x="530" y="135"/>
                      <a:pt x="530" y="135"/>
                    </a:cubicBezTo>
                    <a:cubicBezTo>
                      <a:pt x="528" y="135"/>
                      <a:pt x="528" y="135"/>
                      <a:pt x="528" y="135"/>
                    </a:cubicBezTo>
                    <a:cubicBezTo>
                      <a:pt x="524" y="133"/>
                      <a:pt x="524" y="133"/>
                      <a:pt x="524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0" y="133"/>
                      <a:pt x="520" y="133"/>
                      <a:pt x="520" y="133"/>
                    </a:cubicBezTo>
                    <a:cubicBezTo>
                      <a:pt x="518" y="133"/>
                      <a:pt x="518" y="133"/>
                      <a:pt x="518" y="133"/>
                    </a:cubicBezTo>
                    <a:cubicBezTo>
                      <a:pt x="516" y="134"/>
                      <a:pt x="516" y="134"/>
                      <a:pt x="516" y="134"/>
                    </a:cubicBezTo>
                    <a:cubicBezTo>
                      <a:pt x="514" y="134"/>
                      <a:pt x="514" y="134"/>
                      <a:pt x="514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1" y="133"/>
                      <a:pt x="511" y="133"/>
                      <a:pt x="511" y="133"/>
                    </a:cubicBezTo>
                    <a:cubicBezTo>
                      <a:pt x="509" y="133"/>
                      <a:pt x="509" y="133"/>
                      <a:pt x="509" y="133"/>
                    </a:cubicBezTo>
                    <a:cubicBezTo>
                      <a:pt x="510" y="137"/>
                      <a:pt x="510" y="137"/>
                      <a:pt x="510" y="137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09" y="144"/>
                      <a:pt x="509" y="144"/>
                      <a:pt x="509" y="144"/>
                    </a:cubicBezTo>
                    <a:cubicBezTo>
                      <a:pt x="510" y="145"/>
                      <a:pt x="510" y="145"/>
                      <a:pt x="510" y="145"/>
                    </a:cubicBezTo>
                    <a:cubicBezTo>
                      <a:pt x="510" y="147"/>
                      <a:pt x="510" y="147"/>
                      <a:pt x="510" y="147"/>
                    </a:cubicBezTo>
                    <a:cubicBezTo>
                      <a:pt x="511" y="148"/>
                      <a:pt x="511" y="148"/>
                      <a:pt x="511" y="148"/>
                    </a:cubicBezTo>
                    <a:cubicBezTo>
                      <a:pt x="510" y="149"/>
                      <a:pt x="510" y="149"/>
                      <a:pt x="510" y="149"/>
                    </a:cubicBezTo>
                    <a:cubicBezTo>
                      <a:pt x="510" y="151"/>
                      <a:pt x="510" y="151"/>
                      <a:pt x="510" y="151"/>
                    </a:cubicBezTo>
                    <a:cubicBezTo>
                      <a:pt x="511" y="153"/>
                      <a:pt x="511" y="153"/>
                      <a:pt x="511" y="153"/>
                    </a:cubicBezTo>
                    <a:cubicBezTo>
                      <a:pt x="510" y="154"/>
                      <a:pt x="510" y="154"/>
                      <a:pt x="510" y="154"/>
                    </a:cubicBezTo>
                    <a:cubicBezTo>
                      <a:pt x="511" y="156"/>
                      <a:pt x="511" y="156"/>
                      <a:pt x="511" y="156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09" y="159"/>
                      <a:pt x="509" y="159"/>
                      <a:pt x="509" y="159"/>
                    </a:cubicBezTo>
                    <a:cubicBezTo>
                      <a:pt x="507" y="163"/>
                      <a:pt x="507" y="163"/>
                      <a:pt x="507" y="163"/>
                    </a:cubicBezTo>
                    <a:cubicBezTo>
                      <a:pt x="505" y="164"/>
                      <a:pt x="505" y="164"/>
                      <a:pt x="505" y="164"/>
                    </a:cubicBezTo>
                    <a:cubicBezTo>
                      <a:pt x="506" y="166"/>
                      <a:pt x="506" y="166"/>
                      <a:pt x="506" y="166"/>
                    </a:cubicBezTo>
                    <a:cubicBezTo>
                      <a:pt x="507" y="167"/>
                      <a:pt x="507" y="167"/>
                      <a:pt x="507" y="167"/>
                    </a:cubicBezTo>
                    <a:cubicBezTo>
                      <a:pt x="506" y="168"/>
                      <a:pt x="506" y="168"/>
                      <a:pt x="506" y="168"/>
                    </a:cubicBezTo>
                    <a:cubicBezTo>
                      <a:pt x="506" y="171"/>
                      <a:pt x="506" y="171"/>
                      <a:pt x="506" y="171"/>
                    </a:cubicBezTo>
                    <a:cubicBezTo>
                      <a:pt x="508" y="173"/>
                      <a:pt x="508" y="173"/>
                      <a:pt x="508" y="173"/>
                    </a:cubicBezTo>
                    <a:cubicBezTo>
                      <a:pt x="509" y="172"/>
                      <a:pt x="509" y="172"/>
                      <a:pt x="509" y="172"/>
                    </a:cubicBezTo>
                    <a:cubicBezTo>
                      <a:pt x="510" y="173"/>
                      <a:pt x="510" y="173"/>
                      <a:pt x="510" y="173"/>
                    </a:cubicBezTo>
                    <a:cubicBezTo>
                      <a:pt x="511" y="176"/>
                      <a:pt x="511" y="176"/>
                      <a:pt x="511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1" y="177"/>
                      <a:pt x="511" y="177"/>
                      <a:pt x="511" y="177"/>
                    </a:cubicBezTo>
                    <a:cubicBezTo>
                      <a:pt x="512" y="180"/>
                      <a:pt x="512" y="180"/>
                      <a:pt x="512" y="180"/>
                    </a:cubicBezTo>
                    <a:cubicBezTo>
                      <a:pt x="514" y="181"/>
                      <a:pt x="514" y="181"/>
                      <a:pt x="514" y="181"/>
                    </a:cubicBezTo>
                    <a:cubicBezTo>
                      <a:pt x="514" y="182"/>
                      <a:pt x="514" y="182"/>
                      <a:pt x="514" y="182"/>
                    </a:cubicBezTo>
                    <a:cubicBezTo>
                      <a:pt x="513" y="183"/>
                      <a:pt x="513" y="183"/>
                      <a:pt x="513" y="183"/>
                    </a:cubicBezTo>
                    <a:cubicBezTo>
                      <a:pt x="512" y="182"/>
                      <a:pt x="512" y="182"/>
                      <a:pt x="512" y="182"/>
                    </a:cubicBezTo>
                    <a:cubicBezTo>
                      <a:pt x="512" y="184"/>
                      <a:pt x="512" y="184"/>
                      <a:pt x="512" y="184"/>
                    </a:cubicBezTo>
                    <a:cubicBezTo>
                      <a:pt x="513" y="187"/>
                      <a:pt x="513" y="187"/>
                      <a:pt x="513" y="187"/>
                    </a:cubicBezTo>
                    <a:cubicBezTo>
                      <a:pt x="514" y="188"/>
                      <a:pt x="514" y="188"/>
                      <a:pt x="514" y="188"/>
                    </a:cubicBezTo>
                    <a:cubicBezTo>
                      <a:pt x="515" y="192"/>
                      <a:pt x="515" y="192"/>
                      <a:pt x="515" y="192"/>
                    </a:cubicBezTo>
                    <a:cubicBezTo>
                      <a:pt x="516" y="190"/>
                      <a:pt x="516" y="190"/>
                      <a:pt x="516" y="190"/>
                    </a:cubicBezTo>
                    <a:cubicBezTo>
                      <a:pt x="517" y="191"/>
                      <a:pt x="517" y="191"/>
                      <a:pt x="517" y="191"/>
                    </a:cubicBezTo>
                    <a:cubicBezTo>
                      <a:pt x="516" y="191"/>
                      <a:pt x="516" y="191"/>
                      <a:pt x="516" y="191"/>
                    </a:cubicBezTo>
                    <a:cubicBezTo>
                      <a:pt x="516" y="192"/>
                      <a:pt x="516" y="192"/>
                      <a:pt x="516" y="192"/>
                    </a:cubicBezTo>
                    <a:cubicBezTo>
                      <a:pt x="516" y="193"/>
                      <a:pt x="516" y="193"/>
                      <a:pt x="516" y="193"/>
                    </a:cubicBezTo>
                    <a:cubicBezTo>
                      <a:pt x="516" y="193"/>
                      <a:pt x="516" y="193"/>
                      <a:pt x="516" y="194"/>
                    </a:cubicBezTo>
                    <a:cubicBezTo>
                      <a:pt x="516" y="194"/>
                      <a:pt x="516" y="194"/>
                      <a:pt x="516" y="194"/>
                    </a:cubicBezTo>
                    <a:cubicBezTo>
                      <a:pt x="518" y="195"/>
                      <a:pt x="518" y="195"/>
                      <a:pt x="518" y="195"/>
                    </a:cubicBezTo>
                    <a:cubicBezTo>
                      <a:pt x="519" y="193"/>
                      <a:pt x="519" y="193"/>
                      <a:pt x="519" y="193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18" y="191"/>
                      <a:pt x="518" y="191"/>
                      <a:pt x="518" y="191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21" y="192"/>
                      <a:pt x="521" y="192"/>
                      <a:pt x="521" y="192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3"/>
                      <a:pt x="522" y="193"/>
                      <a:pt x="522" y="193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7" y="198"/>
                      <a:pt x="527" y="198"/>
                      <a:pt x="527" y="198"/>
                    </a:cubicBezTo>
                    <a:cubicBezTo>
                      <a:pt x="529" y="199"/>
                      <a:pt x="529" y="199"/>
                      <a:pt x="529" y="199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2" y="199"/>
                      <a:pt x="532" y="199"/>
                      <a:pt x="532" y="199"/>
                    </a:cubicBezTo>
                    <a:cubicBezTo>
                      <a:pt x="531" y="199"/>
                      <a:pt x="531" y="199"/>
                      <a:pt x="531" y="199"/>
                    </a:cubicBezTo>
                    <a:cubicBezTo>
                      <a:pt x="532" y="203"/>
                      <a:pt x="532" y="203"/>
                      <a:pt x="532" y="203"/>
                    </a:cubicBezTo>
                    <a:cubicBezTo>
                      <a:pt x="531" y="204"/>
                      <a:pt x="531" y="204"/>
                      <a:pt x="531" y="204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1" y="206"/>
                      <a:pt x="531" y="206"/>
                      <a:pt x="531" y="206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31" y="209"/>
                      <a:pt x="531" y="209"/>
                      <a:pt x="531" y="209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29" y="205"/>
                      <a:pt x="529" y="205"/>
                      <a:pt x="529" y="205"/>
                    </a:cubicBezTo>
                    <a:cubicBezTo>
                      <a:pt x="527" y="204"/>
                      <a:pt x="527" y="204"/>
                      <a:pt x="527" y="204"/>
                    </a:cubicBezTo>
                    <a:cubicBezTo>
                      <a:pt x="524" y="203"/>
                      <a:pt x="524" y="203"/>
                      <a:pt x="524" y="203"/>
                    </a:cubicBezTo>
                    <a:cubicBezTo>
                      <a:pt x="524" y="202"/>
                      <a:pt x="524" y="202"/>
                      <a:pt x="524" y="202"/>
                    </a:cubicBezTo>
                    <a:cubicBezTo>
                      <a:pt x="522" y="200"/>
                      <a:pt x="522" y="200"/>
                      <a:pt x="522" y="200"/>
                    </a:cubicBezTo>
                    <a:cubicBezTo>
                      <a:pt x="518" y="200"/>
                      <a:pt x="518" y="200"/>
                      <a:pt x="518" y="200"/>
                    </a:cubicBezTo>
                    <a:cubicBezTo>
                      <a:pt x="514" y="197"/>
                      <a:pt x="514" y="197"/>
                      <a:pt x="514" y="197"/>
                    </a:cubicBezTo>
                    <a:cubicBezTo>
                      <a:pt x="512" y="197"/>
                      <a:pt x="512" y="197"/>
                      <a:pt x="512" y="197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09" y="194"/>
                      <a:pt x="509" y="194"/>
                      <a:pt x="509" y="194"/>
                    </a:cubicBezTo>
                    <a:cubicBezTo>
                      <a:pt x="506" y="195"/>
                      <a:pt x="506" y="195"/>
                      <a:pt x="506" y="195"/>
                    </a:cubicBezTo>
                    <a:cubicBezTo>
                      <a:pt x="505" y="196"/>
                      <a:pt x="505" y="196"/>
                      <a:pt x="505" y="196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3"/>
                      <a:pt x="505" y="193"/>
                      <a:pt x="505" y="193"/>
                    </a:cubicBezTo>
                    <a:cubicBezTo>
                      <a:pt x="500" y="191"/>
                      <a:pt x="500" y="191"/>
                      <a:pt x="500" y="191"/>
                    </a:cubicBezTo>
                    <a:cubicBezTo>
                      <a:pt x="498" y="190"/>
                      <a:pt x="498" y="190"/>
                      <a:pt x="498" y="190"/>
                    </a:cubicBezTo>
                    <a:cubicBezTo>
                      <a:pt x="490" y="189"/>
                      <a:pt x="490" y="189"/>
                      <a:pt x="490" y="189"/>
                    </a:cubicBezTo>
                    <a:cubicBezTo>
                      <a:pt x="485" y="190"/>
                      <a:pt x="485" y="190"/>
                      <a:pt x="485" y="190"/>
                    </a:cubicBezTo>
                    <a:cubicBezTo>
                      <a:pt x="483" y="190"/>
                      <a:pt x="483" y="190"/>
                      <a:pt x="483" y="190"/>
                    </a:cubicBezTo>
                    <a:cubicBezTo>
                      <a:pt x="482" y="190"/>
                      <a:pt x="482" y="190"/>
                      <a:pt x="482" y="190"/>
                    </a:cubicBezTo>
                    <a:cubicBezTo>
                      <a:pt x="481" y="189"/>
                      <a:pt x="481" y="189"/>
                      <a:pt x="481" y="189"/>
                    </a:cubicBezTo>
                    <a:cubicBezTo>
                      <a:pt x="480" y="190"/>
                      <a:pt x="480" y="190"/>
                      <a:pt x="480" y="190"/>
                    </a:cubicBezTo>
                    <a:cubicBezTo>
                      <a:pt x="478" y="189"/>
                      <a:pt x="478" y="189"/>
                      <a:pt x="478" y="189"/>
                    </a:cubicBezTo>
                    <a:cubicBezTo>
                      <a:pt x="477" y="190"/>
                      <a:pt x="477" y="190"/>
                      <a:pt x="477" y="190"/>
                    </a:cubicBezTo>
                    <a:cubicBezTo>
                      <a:pt x="477" y="189"/>
                      <a:pt x="477" y="189"/>
                      <a:pt x="477" y="189"/>
                    </a:cubicBezTo>
                    <a:cubicBezTo>
                      <a:pt x="474" y="188"/>
                      <a:pt x="474" y="188"/>
                      <a:pt x="474" y="188"/>
                    </a:cubicBezTo>
                    <a:cubicBezTo>
                      <a:pt x="473" y="186"/>
                      <a:pt x="473" y="186"/>
                      <a:pt x="473" y="186"/>
                    </a:cubicBezTo>
                    <a:cubicBezTo>
                      <a:pt x="471" y="186"/>
                      <a:pt x="471" y="186"/>
                      <a:pt x="471" y="186"/>
                    </a:cubicBezTo>
                    <a:cubicBezTo>
                      <a:pt x="470" y="184"/>
                      <a:pt x="470" y="184"/>
                      <a:pt x="470" y="184"/>
                    </a:cubicBezTo>
                    <a:cubicBezTo>
                      <a:pt x="468" y="183"/>
                      <a:pt x="468" y="183"/>
                      <a:pt x="468" y="183"/>
                    </a:cubicBezTo>
                    <a:cubicBezTo>
                      <a:pt x="468" y="182"/>
                      <a:pt x="468" y="182"/>
                      <a:pt x="468" y="182"/>
                    </a:cubicBezTo>
                    <a:cubicBezTo>
                      <a:pt x="466" y="181"/>
                      <a:pt x="466" y="181"/>
                      <a:pt x="466" y="181"/>
                    </a:cubicBezTo>
                    <a:cubicBezTo>
                      <a:pt x="464" y="181"/>
                      <a:pt x="464" y="181"/>
                      <a:pt x="464" y="181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2" y="183"/>
                      <a:pt x="462" y="183"/>
                      <a:pt x="462" y="183"/>
                    </a:cubicBezTo>
                    <a:cubicBezTo>
                      <a:pt x="463" y="184"/>
                      <a:pt x="463" y="184"/>
                      <a:pt x="463" y="184"/>
                    </a:cubicBezTo>
                    <a:cubicBezTo>
                      <a:pt x="461" y="185"/>
                      <a:pt x="461" y="185"/>
                      <a:pt x="461" y="185"/>
                    </a:cubicBezTo>
                    <a:cubicBezTo>
                      <a:pt x="462" y="186"/>
                      <a:pt x="462" y="186"/>
                      <a:pt x="462" y="186"/>
                    </a:cubicBezTo>
                    <a:cubicBezTo>
                      <a:pt x="465" y="189"/>
                      <a:pt x="465" y="189"/>
                      <a:pt x="465" y="189"/>
                    </a:cubicBezTo>
                    <a:cubicBezTo>
                      <a:pt x="466" y="190"/>
                      <a:pt x="466" y="190"/>
                      <a:pt x="466" y="190"/>
                    </a:cubicBezTo>
                    <a:cubicBezTo>
                      <a:pt x="467" y="192"/>
                      <a:pt x="467" y="192"/>
                      <a:pt x="467" y="192"/>
                    </a:cubicBezTo>
                    <a:cubicBezTo>
                      <a:pt x="469" y="192"/>
                      <a:pt x="469" y="192"/>
                      <a:pt x="469" y="192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70" y="191"/>
                      <a:pt x="470" y="191"/>
                      <a:pt x="470" y="191"/>
                    </a:cubicBezTo>
                    <a:cubicBezTo>
                      <a:pt x="471" y="191"/>
                      <a:pt x="471" y="191"/>
                      <a:pt x="471" y="191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1" y="193"/>
                      <a:pt x="471" y="193"/>
                      <a:pt x="471" y="193"/>
                    </a:cubicBezTo>
                    <a:cubicBezTo>
                      <a:pt x="472" y="194"/>
                      <a:pt x="472" y="194"/>
                      <a:pt x="472" y="194"/>
                    </a:cubicBezTo>
                    <a:cubicBezTo>
                      <a:pt x="474" y="195"/>
                      <a:pt x="474" y="195"/>
                      <a:pt x="474" y="195"/>
                    </a:cubicBezTo>
                    <a:cubicBezTo>
                      <a:pt x="475" y="194"/>
                      <a:pt x="475" y="194"/>
                      <a:pt x="475" y="194"/>
                    </a:cubicBezTo>
                    <a:cubicBezTo>
                      <a:pt x="476" y="194"/>
                      <a:pt x="476" y="194"/>
                      <a:pt x="476" y="194"/>
                    </a:cubicBezTo>
                    <a:cubicBezTo>
                      <a:pt x="476" y="195"/>
                      <a:pt x="476" y="195"/>
                      <a:pt x="476" y="195"/>
                    </a:cubicBezTo>
                    <a:cubicBezTo>
                      <a:pt x="477" y="197"/>
                      <a:pt x="477" y="197"/>
                      <a:pt x="477" y="197"/>
                    </a:cubicBezTo>
                    <a:cubicBezTo>
                      <a:pt x="478" y="197"/>
                      <a:pt x="478" y="197"/>
                      <a:pt x="478" y="197"/>
                    </a:cubicBezTo>
                    <a:cubicBezTo>
                      <a:pt x="479" y="200"/>
                      <a:pt x="479" y="200"/>
                      <a:pt x="479" y="200"/>
                    </a:cubicBezTo>
                    <a:cubicBezTo>
                      <a:pt x="481" y="202"/>
                      <a:pt x="481" y="202"/>
                      <a:pt x="481" y="202"/>
                    </a:cubicBezTo>
                    <a:cubicBezTo>
                      <a:pt x="481" y="200"/>
                      <a:pt x="481" y="200"/>
                      <a:pt x="481" y="200"/>
                    </a:cubicBezTo>
                    <a:cubicBezTo>
                      <a:pt x="482" y="202"/>
                      <a:pt x="482" y="202"/>
                      <a:pt x="482" y="202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5" y="205"/>
                      <a:pt x="485" y="205"/>
                      <a:pt x="485" y="205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2" y="207"/>
                      <a:pt x="482" y="207"/>
                      <a:pt x="482" y="207"/>
                    </a:cubicBezTo>
                    <a:cubicBezTo>
                      <a:pt x="481" y="208"/>
                      <a:pt x="481" y="208"/>
                      <a:pt x="481" y="208"/>
                    </a:cubicBezTo>
                    <a:cubicBezTo>
                      <a:pt x="479" y="207"/>
                      <a:pt x="479" y="207"/>
                      <a:pt x="479" y="207"/>
                    </a:cubicBezTo>
                    <a:cubicBezTo>
                      <a:pt x="477" y="208"/>
                      <a:pt x="477" y="208"/>
                      <a:pt x="477" y="208"/>
                    </a:cubicBezTo>
                    <a:cubicBezTo>
                      <a:pt x="477" y="209"/>
                      <a:pt x="477" y="209"/>
                      <a:pt x="477" y="209"/>
                    </a:cubicBezTo>
                    <a:cubicBezTo>
                      <a:pt x="479" y="211"/>
                      <a:pt x="479" y="211"/>
                      <a:pt x="479" y="211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6" y="212"/>
                      <a:pt x="476" y="212"/>
                      <a:pt x="476" y="212"/>
                    </a:cubicBezTo>
                    <a:cubicBezTo>
                      <a:pt x="475" y="212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5" y="211"/>
                    </a:cubicBezTo>
                    <a:cubicBezTo>
                      <a:pt x="475" y="209"/>
                      <a:pt x="475" y="209"/>
                      <a:pt x="475" y="209"/>
                    </a:cubicBezTo>
                    <a:cubicBezTo>
                      <a:pt x="476" y="208"/>
                      <a:pt x="476" y="208"/>
                      <a:pt x="476" y="208"/>
                    </a:cubicBezTo>
                    <a:cubicBezTo>
                      <a:pt x="476" y="207"/>
                      <a:pt x="476" y="207"/>
                      <a:pt x="476" y="207"/>
                    </a:cubicBezTo>
                    <a:cubicBezTo>
                      <a:pt x="474" y="206"/>
                      <a:pt x="474" y="206"/>
                      <a:pt x="474" y="206"/>
                    </a:cubicBezTo>
                    <a:cubicBezTo>
                      <a:pt x="474" y="205"/>
                      <a:pt x="474" y="205"/>
                      <a:pt x="474" y="205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5" y="205"/>
                      <a:pt x="475" y="205"/>
                      <a:pt x="475" y="205"/>
                    </a:cubicBezTo>
                    <a:cubicBezTo>
                      <a:pt x="475" y="203"/>
                      <a:pt x="475" y="203"/>
                      <a:pt x="475" y="203"/>
                    </a:cubicBezTo>
                    <a:cubicBezTo>
                      <a:pt x="475" y="203"/>
                      <a:pt x="475" y="202"/>
                      <a:pt x="475" y="202"/>
                    </a:cubicBezTo>
                    <a:cubicBezTo>
                      <a:pt x="476" y="201"/>
                      <a:pt x="476" y="201"/>
                      <a:pt x="476" y="201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198"/>
                      <a:pt x="473" y="198"/>
                      <a:pt x="473" y="198"/>
                    </a:cubicBezTo>
                    <a:cubicBezTo>
                      <a:pt x="470" y="197"/>
                      <a:pt x="470" y="197"/>
                      <a:pt x="470" y="197"/>
                    </a:cubicBezTo>
                    <a:cubicBezTo>
                      <a:pt x="469" y="196"/>
                      <a:pt x="469" y="196"/>
                      <a:pt x="469" y="196"/>
                    </a:cubicBezTo>
                    <a:cubicBezTo>
                      <a:pt x="468" y="198"/>
                      <a:pt x="468" y="198"/>
                      <a:pt x="468" y="198"/>
                    </a:cubicBezTo>
                    <a:cubicBezTo>
                      <a:pt x="470" y="199"/>
                      <a:pt x="470" y="199"/>
                      <a:pt x="470" y="199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203"/>
                      <a:pt x="473" y="203"/>
                      <a:pt x="473" y="203"/>
                    </a:cubicBezTo>
                    <a:cubicBezTo>
                      <a:pt x="473" y="203"/>
                      <a:pt x="473" y="203"/>
                      <a:pt x="474" y="203"/>
                    </a:cubicBezTo>
                    <a:cubicBezTo>
                      <a:pt x="474" y="203"/>
                      <a:pt x="474" y="203"/>
                      <a:pt x="474" y="203"/>
                    </a:cubicBezTo>
                    <a:cubicBezTo>
                      <a:pt x="472" y="204"/>
                      <a:pt x="472" y="204"/>
                      <a:pt x="472" y="204"/>
                    </a:cubicBezTo>
                    <a:cubicBezTo>
                      <a:pt x="471" y="204"/>
                      <a:pt x="471" y="204"/>
                      <a:pt x="471" y="204"/>
                    </a:cubicBezTo>
                    <a:cubicBezTo>
                      <a:pt x="469" y="206"/>
                      <a:pt x="469" y="206"/>
                      <a:pt x="469" y="206"/>
                    </a:cubicBezTo>
                    <a:cubicBezTo>
                      <a:pt x="468" y="206"/>
                      <a:pt x="468" y="206"/>
                      <a:pt x="468" y="206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5" y="206"/>
                      <a:pt x="465" y="206"/>
                      <a:pt x="465" y="206"/>
                    </a:cubicBezTo>
                    <a:cubicBezTo>
                      <a:pt x="462" y="207"/>
                      <a:pt x="462" y="207"/>
                      <a:pt x="462" y="207"/>
                    </a:cubicBezTo>
                    <a:cubicBezTo>
                      <a:pt x="461" y="209"/>
                      <a:pt x="461" y="209"/>
                      <a:pt x="461" y="209"/>
                    </a:cubicBezTo>
                    <a:cubicBezTo>
                      <a:pt x="463" y="210"/>
                      <a:pt x="463" y="210"/>
                      <a:pt x="463" y="210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10"/>
                      <a:pt x="464" y="210"/>
                      <a:pt x="464" y="210"/>
                    </a:cubicBezTo>
                    <a:cubicBezTo>
                      <a:pt x="463" y="211"/>
                      <a:pt x="463" y="211"/>
                      <a:pt x="463" y="211"/>
                    </a:cubicBezTo>
                    <a:cubicBezTo>
                      <a:pt x="460" y="211"/>
                      <a:pt x="460" y="211"/>
                      <a:pt x="460" y="211"/>
                    </a:cubicBezTo>
                    <a:cubicBezTo>
                      <a:pt x="459" y="210"/>
                      <a:pt x="459" y="210"/>
                      <a:pt x="459" y="210"/>
                    </a:cubicBezTo>
                    <a:cubicBezTo>
                      <a:pt x="458" y="211"/>
                      <a:pt x="458" y="211"/>
                      <a:pt x="458" y="211"/>
                    </a:cubicBezTo>
                    <a:cubicBezTo>
                      <a:pt x="457" y="211"/>
                      <a:pt x="457" y="211"/>
                      <a:pt x="457" y="211"/>
                    </a:cubicBezTo>
                    <a:cubicBezTo>
                      <a:pt x="456" y="210"/>
                      <a:pt x="456" y="210"/>
                      <a:pt x="456" y="210"/>
                    </a:cubicBezTo>
                    <a:cubicBezTo>
                      <a:pt x="454" y="211"/>
                      <a:pt x="454" y="211"/>
                      <a:pt x="454" y="211"/>
                    </a:cubicBezTo>
                    <a:cubicBezTo>
                      <a:pt x="454" y="212"/>
                      <a:pt x="454" y="212"/>
                      <a:pt x="454" y="212"/>
                    </a:cubicBezTo>
                    <a:cubicBezTo>
                      <a:pt x="452" y="212"/>
                      <a:pt x="452" y="212"/>
                      <a:pt x="452" y="212"/>
                    </a:cubicBezTo>
                    <a:cubicBezTo>
                      <a:pt x="451" y="214"/>
                      <a:pt x="451" y="214"/>
                      <a:pt x="451" y="214"/>
                    </a:cubicBezTo>
                    <a:cubicBezTo>
                      <a:pt x="451" y="215"/>
                      <a:pt x="451" y="215"/>
                      <a:pt x="451" y="215"/>
                    </a:cubicBezTo>
                    <a:cubicBezTo>
                      <a:pt x="452" y="216"/>
                      <a:pt x="452" y="216"/>
                      <a:pt x="452" y="216"/>
                    </a:cubicBezTo>
                    <a:cubicBezTo>
                      <a:pt x="451" y="216"/>
                      <a:pt x="451" y="216"/>
                      <a:pt x="451" y="216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0" y="215"/>
                      <a:pt x="450" y="215"/>
                      <a:pt x="450" y="215"/>
                    </a:cubicBezTo>
                    <a:cubicBezTo>
                      <a:pt x="449" y="215"/>
                      <a:pt x="449" y="215"/>
                      <a:pt x="449" y="215"/>
                    </a:cubicBezTo>
                    <a:cubicBezTo>
                      <a:pt x="449" y="214"/>
                      <a:pt x="449" y="214"/>
                      <a:pt x="449" y="214"/>
                    </a:cubicBezTo>
                    <a:cubicBezTo>
                      <a:pt x="447" y="214"/>
                      <a:pt x="447" y="214"/>
                      <a:pt x="447" y="214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4"/>
                      <a:pt x="446" y="214"/>
                      <a:pt x="446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4" y="213"/>
                      <a:pt x="444" y="213"/>
                      <a:pt x="444" y="213"/>
                    </a:cubicBezTo>
                    <a:cubicBezTo>
                      <a:pt x="446" y="212"/>
                      <a:pt x="446" y="212"/>
                      <a:pt x="446" y="212"/>
                    </a:cubicBezTo>
                    <a:cubicBezTo>
                      <a:pt x="443" y="209"/>
                      <a:pt x="443" y="209"/>
                      <a:pt x="443" y="209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4" y="209"/>
                      <a:pt x="444" y="209"/>
                      <a:pt x="444" y="209"/>
                    </a:cubicBezTo>
                    <a:cubicBezTo>
                      <a:pt x="445" y="209"/>
                      <a:pt x="445" y="209"/>
                      <a:pt x="445" y="209"/>
                    </a:cubicBezTo>
                    <a:cubicBezTo>
                      <a:pt x="447" y="208"/>
                      <a:pt x="447" y="208"/>
                      <a:pt x="447" y="208"/>
                    </a:cubicBezTo>
                    <a:cubicBezTo>
                      <a:pt x="446" y="206"/>
                      <a:pt x="446" y="206"/>
                      <a:pt x="446" y="206"/>
                    </a:cubicBezTo>
                    <a:cubicBezTo>
                      <a:pt x="443" y="207"/>
                      <a:pt x="443" y="207"/>
                      <a:pt x="443" y="207"/>
                    </a:cubicBezTo>
                    <a:cubicBezTo>
                      <a:pt x="439" y="208"/>
                      <a:pt x="439" y="208"/>
                      <a:pt x="439" y="208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6" y="210"/>
                      <a:pt x="436" y="210"/>
                      <a:pt x="436" y="210"/>
                    </a:cubicBezTo>
                    <a:cubicBezTo>
                      <a:pt x="433" y="213"/>
                      <a:pt x="433" y="213"/>
                      <a:pt x="433" y="213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27" y="214"/>
                      <a:pt x="427" y="214"/>
                      <a:pt x="427" y="214"/>
                    </a:cubicBezTo>
                    <a:cubicBezTo>
                      <a:pt x="425" y="215"/>
                      <a:pt x="425" y="215"/>
                      <a:pt x="425" y="215"/>
                    </a:cubicBezTo>
                    <a:cubicBezTo>
                      <a:pt x="425" y="217"/>
                      <a:pt x="425" y="217"/>
                      <a:pt x="425" y="217"/>
                    </a:cubicBezTo>
                    <a:cubicBezTo>
                      <a:pt x="424" y="217"/>
                      <a:pt x="424" y="217"/>
                      <a:pt x="424" y="217"/>
                    </a:cubicBezTo>
                    <a:cubicBezTo>
                      <a:pt x="424" y="218"/>
                      <a:pt x="424" y="218"/>
                      <a:pt x="424" y="218"/>
                    </a:cubicBezTo>
                    <a:cubicBezTo>
                      <a:pt x="422" y="221"/>
                      <a:pt x="422" y="221"/>
                      <a:pt x="422" y="221"/>
                    </a:cubicBezTo>
                    <a:cubicBezTo>
                      <a:pt x="421" y="222"/>
                      <a:pt x="421" y="222"/>
                      <a:pt x="421" y="222"/>
                    </a:cubicBezTo>
                    <a:cubicBezTo>
                      <a:pt x="418" y="225"/>
                      <a:pt x="418" y="225"/>
                      <a:pt x="418" y="225"/>
                    </a:cubicBezTo>
                    <a:cubicBezTo>
                      <a:pt x="417" y="225"/>
                      <a:pt x="417" y="225"/>
                      <a:pt x="417" y="225"/>
                    </a:cubicBezTo>
                    <a:cubicBezTo>
                      <a:pt x="416" y="224"/>
                      <a:pt x="416" y="224"/>
                      <a:pt x="416" y="224"/>
                    </a:cubicBezTo>
                    <a:cubicBezTo>
                      <a:pt x="414" y="224"/>
                      <a:pt x="414" y="224"/>
                      <a:pt x="414" y="224"/>
                    </a:cubicBezTo>
                    <a:cubicBezTo>
                      <a:pt x="415" y="227"/>
                      <a:pt x="415" y="227"/>
                      <a:pt x="415" y="227"/>
                    </a:cubicBezTo>
                    <a:cubicBezTo>
                      <a:pt x="417" y="228"/>
                      <a:pt x="417" y="228"/>
                      <a:pt x="417" y="228"/>
                    </a:cubicBezTo>
                    <a:cubicBezTo>
                      <a:pt x="416" y="227"/>
                      <a:pt x="416" y="227"/>
                      <a:pt x="416" y="227"/>
                    </a:cubicBezTo>
                    <a:cubicBezTo>
                      <a:pt x="415" y="228"/>
                      <a:pt x="415" y="228"/>
                      <a:pt x="415" y="228"/>
                    </a:cubicBezTo>
                    <a:cubicBezTo>
                      <a:pt x="411" y="229"/>
                      <a:pt x="411" y="229"/>
                      <a:pt x="411" y="229"/>
                    </a:cubicBezTo>
                    <a:cubicBezTo>
                      <a:pt x="410" y="230"/>
                      <a:pt x="410" y="230"/>
                      <a:pt x="410" y="230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0" y="234"/>
                      <a:pt x="410" y="234"/>
                      <a:pt x="410" y="234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8"/>
                      <a:pt x="410" y="238"/>
                      <a:pt x="410" y="238"/>
                    </a:cubicBezTo>
                    <a:cubicBezTo>
                      <a:pt x="408" y="239"/>
                      <a:pt x="408" y="239"/>
                      <a:pt x="408" y="239"/>
                    </a:cubicBezTo>
                    <a:cubicBezTo>
                      <a:pt x="407" y="239"/>
                      <a:pt x="407" y="239"/>
                      <a:pt x="407" y="239"/>
                    </a:cubicBezTo>
                    <a:cubicBezTo>
                      <a:pt x="406" y="239"/>
                      <a:pt x="406" y="239"/>
                      <a:pt x="406" y="239"/>
                    </a:cubicBezTo>
                    <a:cubicBezTo>
                      <a:pt x="406" y="240"/>
                      <a:pt x="406" y="240"/>
                      <a:pt x="406" y="240"/>
                    </a:cubicBezTo>
                    <a:cubicBezTo>
                      <a:pt x="405" y="238"/>
                      <a:pt x="405" y="238"/>
                      <a:pt x="405" y="238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399" y="236"/>
                      <a:pt x="399" y="236"/>
                      <a:pt x="399" y="236"/>
                    </a:cubicBezTo>
                    <a:cubicBezTo>
                      <a:pt x="396" y="234"/>
                      <a:pt x="396" y="234"/>
                      <a:pt x="396" y="234"/>
                    </a:cubicBezTo>
                    <a:cubicBezTo>
                      <a:pt x="395" y="233"/>
                      <a:pt x="395" y="233"/>
                      <a:pt x="395" y="233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6" y="232"/>
                      <a:pt x="396" y="232"/>
                      <a:pt x="396" y="232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29"/>
                      <a:pt x="397" y="229"/>
                      <a:pt x="397" y="229"/>
                    </a:cubicBezTo>
                    <a:cubicBezTo>
                      <a:pt x="399" y="229"/>
                      <a:pt x="399" y="229"/>
                      <a:pt x="399" y="229"/>
                    </a:cubicBezTo>
                    <a:cubicBezTo>
                      <a:pt x="400" y="228"/>
                      <a:pt x="400" y="228"/>
                      <a:pt x="400" y="228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03" y="226"/>
                      <a:pt x="403" y="226"/>
                      <a:pt x="403" y="226"/>
                    </a:cubicBezTo>
                    <a:cubicBezTo>
                      <a:pt x="401" y="224"/>
                      <a:pt x="401" y="224"/>
                      <a:pt x="401" y="224"/>
                    </a:cubicBezTo>
                    <a:cubicBezTo>
                      <a:pt x="401" y="222"/>
                      <a:pt x="401" y="222"/>
                      <a:pt x="401" y="222"/>
                    </a:cubicBezTo>
                    <a:cubicBezTo>
                      <a:pt x="399" y="222"/>
                      <a:pt x="399" y="222"/>
                      <a:pt x="399" y="222"/>
                    </a:cubicBezTo>
                    <a:cubicBezTo>
                      <a:pt x="397" y="221"/>
                      <a:pt x="397" y="221"/>
                      <a:pt x="397" y="221"/>
                    </a:cubicBezTo>
                    <a:cubicBezTo>
                      <a:pt x="398" y="219"/>
                      <a:pt x="398" y="219"/>
                      <a:pt x="398" y="219"/>
                    </a:cubicBezTo>
                    <a:cubicBezTo>
                      <a:pt x="395" y="218"/>
                      <a:pt x="395" y="218"/>
                      <a:pt x="395" y="218"/>
                    </a:cubicBezTo>
                    <a:cubicBezTo>
                      <a:pt x="391" y="217"/>
                      <a:pt x="391" y="217"/>
                      <a:pt x="391" y="217"/>
                    </a:cubicBezTo>
                    <a:cubicBezTo>
                      <a:pt x="388" y="218"/>
                      <a:pt x="388" y="218"/>
                      <a:pt x="388" y="218"/>
                    </a:cubicBezTo>
                    <a:cubicBezTo>
                      <a:pt x="387" y="218"/>
                      <a:pt x="387" y="218"/>
                      <a:pt x="387" y="218"/>
                    </a:cubicBezTo>
                    <a:cubicBezTo>
                      <a:pt x="385" y="218"/>
                      <a:pt x="385" y="218"/>
                      <a:pt x="385" y="218"/>
                    </a:cubicBezTo>
                    <a:cubicBezTo>
                      <a:pt x="382" y="216"/>
                      <a:pt x="382" y="216"/>
                      <a:pt x="382" y="216"/>
                    </a:cubicBezTo>
                    <a:cubicBezTo>
                      <a:pt x="380" y="216"/>
                      <a:pt x="380" y="216"/>
                      <a:pt x="380" y="216"/>
                    </a:cubicBezTo>
                    <a:cubicBezTo>
                      <a:pt x="380" y="218"/>
                      <a:pt x="380" y="218"/>
                      <a:pt x="380" y="218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86" y="222"/>
                      <a:pt x="386" y="222"/>
                      <a:pt x="386" y="222"/>
                    </a:cubicBezTo>
                    <a:cubicBezTo>
                      <a:pt x="387" y="225"/>
                      <a:pt x="387" y="225"/>
                      <a:pt x="387" y="225"/>
                    </a:cubicBezTo>
                    <a:cubicBezTo>
                      <a:pt x="387" y="227"/>
                      <a:pt x="387" y="227"/>
                      <a:pt x="387" y="227"/>
                    </a:cubicBezTo>
                    <a:cubicBezTo>
                      <a:pt x="388" y="228"/>
                      <a:pt x="388" y="228"/>
                      <a:pt x="388" y="228"/>
                    </a:cubicBezTo>
                    <a:cubicBezTo>
                      <a:pt x="387" y="228"/>
                      <a:pt x="387" y="228"/>
                      <a:pt x="387" y="228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1"/>
                      <a:pt x="387" y="231"/>
                      <a:pt x="387" y="231"/>
                    </a:cubicBezTo>
                    <a:cubicBezTo>
                      <a:pt x="387" y="234"/>
                      <a:pt x="387" y="234"/>
                      <a:pt x="387" y="234"/>
                    </a:cubicBezTo>
                    <a:cubicBezTo>
                      <a:pt x="386" y="236"/>
                      <a:pt x="386" y="236"/>
                      <a:pt x="386" y="236"/>
                    </a:cubicBezTo>
                    <a:cubicBezTo>
                      <a:pt x="387" y="239"/>
                      <a:pt x="387" y="239"/>
                      <a:pt x="387" y="239"/>
                    </a:cubicBezTo>
                    <a:cubicBezTo>
                      <a:pt x="390" y="238"/>
                      <a:pt x="390" y="238"/>
                      <a:pt x="390" y="238"/>
                    </a:cubicBezTo>
                    <a:cubicBezTo>
                      <a:pt x="391" y="239"/>
                      <a:pt x="391" y="239"/>
                      <a:pt x="391" y="239"/>
                    </a:cubicBezTo>
                    <a:cubicBezTo>
                      <a:pt x="392" y="240"/>
                      <a:pt x="392" y="240"/>
                      <a:pt x="392" y="240"/>
                    </a:cubicBezTo>
                    <a:cubicBezTo>
                      <a:pt x="392" y="241"/>
                      <a:pt x="392" y="241"/>
                      <a:pt x="392" y="241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3"/>
                      <a:pt x="392" y="243"/>
                      <a:pt x="392" y="243"/>
                    </a:cubicBezTo>
                    <a:cubicBezTo>
                      <a:pt x="392" y="244"/>
                      <a:pt x="392" y="244"/>
                      <a:pt x="392" y="244"/>
                    </a:cubicBezTo>
                    <a:cubicBezTo>
                      <a:pt x="392" y="245"/>
                      <a:pt x="392" y="245"/>
                      <a:pt x="392" y="245"/>
                    </a:cubicBezTo>
                    <a:cubicBezTo>
                      <a:pt x="392" y="248"/>
                      <a:pt x="392" y="248"/>
                      <a:pt x="392" y="248"/>
                    </a:cubicBezTo>
                    <a:cubicBezTo>
                      <a:pt x="391" y="249"/>
                      <a:pt x="391" y="249"/>
                      <a:pt x="391" y="249"/>
                    </a:cubicBezTo>
                    <a:cubicBezTo>
                      <a:pt x="392" y="250"/>
                      <a:pt x="392" y="250"/>
                      <a:pt x="392" y="250"/>
                    </a:cubicBezTo>
                    <a:cubicBezTo>
                      <a:pt x="390" y="249"/>
                      <a:pt x="390" y="249"/>
                      <a:pt x="390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8" y="248"/>
                      <a:pt x="388" y="248"/>
                      <a:pt x="388" y="248"/>
                    </a:cubicBezTo>
                    <a:cubicBezTo>
                      <a:pt x="385" y="248"/>
                      <a:pt x="385" y="248"/>
                      <a:pt x="385" y="248"/>
                    </a:cubicBezTo>
                    <a:cubicBezTo>
                      <a:pt x="383" y="248"/>
                      <a:pt x="383" y="248"/>
                      <a:pt x="383" y="248"/>
                    </a:cubicBezTo>
                    <a:cubicBezTo>
                      <a:pt x="382" y="247"/>
                      <a:pt x="382" y="247"/>
                      <a:pt x="382" y="247"/>
                    </a:cubicBezTo>
                    <a:cubicBezTo>
                      <a:pt x="379" y="246"/>
                      <a:pt x="379" y="246"/>
                      <a:pt x="379" y="246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4" y="253"/>
                      <a:pt x="374" y="253"/>
                      <a:pt x="374" y="253"/>
                    </a:cubicBezTo>
                    <a:cubicBezTo>
                      <a:pt x="372" y="253"/>
                      <a:pt x="372" y="253"/>
                      <a:pt x="372" y="253"/>
                    </a:cubicBezTo>
                    <a:cubicBezTo>
                      <a:pt x="371" y="254"/>
                      <a:pt x="371" y="254"/>
                      <a:pt x="371" y="254"/>
                    </a:cubicBezTo>
                    <a:cubicBezTo>
                      <a:pt x="370" y="256"/>
                      <a:pt x="370" y="256"/>
                      <a:pt x="370" y="256"/>
                    </a:cubicBezTo>
                    <a:cubicBezTo>
                      <a:pt x="369" y="258"/>
                      <a:pt x="369" y="258"/>
                      <a:pt x="369" y="258"/>
                    </a:cubicBezTo>
                    <a:cubicBezTo>
                      <a:pt x="367" y="260"/>
                      <a:pt x="367" y="260"/>
                      <a:pt x="367" y="260"/>
                    </a:cubicBezTo>
                    <a:cubicBezTo>
                      <a:pt x="367" y="262"/>
                      <a:pt x="367" y="262"/>
                      <a:pt x="367" y="262"/>
                    </a:cubicBezTo>
                    <a:cubicBezTo>
                      <a:pt x="367" y="264"/>
                      <a:pt x="367" y="264"/>
                      <a:pt x="367" y="264"/>
                    </a:cubicBezTo>
                    <a:cubicBezTo>
                      <a:pt x="371" y="267"/>
                      <a:pt x="371" y="267"/>
                      <a:pt x="371" y="267"/>
                    </a:cubicBezTo>
                    <a:cubicBezTo>
                      <a:pt x="372" y="270"/>
                      <a:pt x="372" y="270"/>
                      <a:pt x="372" y="270"/>
                    </a:cubicBezTo>
                    <a:cubicBezTo>
                      <a:pt x="372" y="271"/>
                      <a:pt x="372" y="271"/>
                      <a:pt x="372" y="271"/>
                    </a:cubicBezTo>
                    <a:cubicBezTo>
                      <a:pt x="370" y="271"/>
                      <a:pt x="370" y="271"/>
                      <a:pt x="370" y="271"/>
                    </a:cubicBezTo>
                    <a:cubicBezTo>
                      <a:pt x="370" y="273"/>
                      <a:pt x="370" y="273"/>
                      <a:pt x="370" y="273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69" y="274"/>
                      <a:pt x="369" y="274"/>
                      <a:pt x="369" y="274"/>
                    </a:cubicBezTo>
                    <a:cubicBezTo>
                      <a:pt x="367" y="273"/>
                      <a:pt x="367" y="273"/>
                      <a:pt x="367" y="273"/>
                    </a:cubicBezTo>
                    <a:cubicBezTo>
                      <a:pt x="362" y="270"/>
                      <a:pt x="362" y="270"/>
                      <a:pt x="362" y="270"/>
                    </a:cubicBezTo>
                    <a:cubicBezTo>
                      <a:pt x="361" y="270"/>
                      <a:pt x="361" y="270"/>
                      <a:pt x="361" y="270"/>
                    </a:cubicBezTo>
                    <a:cubicBezTo>
                      <a:pt x="360" y="269"/>
                      <a:pt x="360" y="269"/>
                      <a:pt x="360" y="269"/>
                    </a:cubicBezTo>
                    <a:cubicBezTo>
                      <a:pt x="358" y="269"/>
                      <a:pt x="358" y="269"/>
                      <a:pt x="358" y="269"/>
                    </a:cubicBezTo>
                    <a:cubicBezTo>
                      <a:pt x="357" y="268"/>
                      <a:pt x="357" y="268"/>
                      <a:pt x="357" y="268"/>
                    </a:cubicBezTo>
                    <a:cubicBezTo>
                      <a:pt x="355" y="267"/>
                      <a:pt x="355" y="267"/>
                      <a:pt x="355" y="267"/>
                    </a:cubicBezTo>
                    <a:cubicBezTo>
                      <a:pt x="353" y="266"/>
                      <a:pt x="353" y="266"/>
                      <a:pt x="353" y="266"/>
                    </a:cubicBezTo>
                    <a:cubicBezTo>
                      <a:pt x="352" y="265"/>
                      <a:pt x="352" y="265"/>
                      <a:pt x="352" y="265"/>
                    </a:cubicBezTo>
                    <a:cubicBezTo>
                      <a:pt x="349" y="265"/>
                      <a:pt x="349" y="265"/>
                      <a:pt x="349" y="265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6" y="269"/>
                      <a:pt x="346" y="269"/>
                      <a:pt x="346" y="269"/>
                    </a:cubicBezTo>
                    <a:cubicBezTo>
                      <a:pt x="348" y="272"/>
                      <a:pt x="348" y="272"/>
                      <a:pt x="348" y="272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51" y="275"/>
                      <a:pt x="351" y="275"/>
                      <a:pt x="351" y="275"/>
                    </a:cubicBezTo>
                    <a:cubicBezTo>
                      <a:pt x="352" y="277"/>
                      <a:pt x="352" y="277"/>
                      <a:pt x="352" y="277"/>
                    </a:cubicBezTo>
                    <a:cubicBezTo>
                      <a:pt x="354" y="278"/>
                      <a:pt x="354" y="278"/>
                      <a:pt x="354" y="278"/>
                    </a:cubicBezTo>
                    <a:cubicBezTo>
                      <a:pt x="356" y="277"/>
                      <a:pt x="356" y="277"/>
                      <a:pt x="356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9" y="278"/>
                      <a:pt x="359" y="278"/>
                      <a:pt x="359" y="278"/>
                    </a:cubicBezTo>
                    <a:cubicBezTo>
                      <a:pt x="358" y="279"/>
                      <a:pt x="358" y="279"/>
                      <a:pt x="358" y="279"/>
                    </a:cubicBezTo>
                    <a:cubicBezTo>
                      <a:pt x="359" y="280"/>
                      <a:pt x="359" y="280"/>
                      <a:pt x="359" y="280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8" y="282"/>
                      <a:pt x="358" y="282"/>
                      <a:pt x="358" y="282"/>
                    </a:cubicBezTo>
                    <a:cubicBezTo>
                      <a:pt x="356" y="284"/>
                      <a:pt x="356" y="284"/>
                      <a:pt x="356" y="284"/>
                    </a:cubicBezTo>
                    <a:cubicBezTo>
                      <a:pt x="356" y="283"/>
                      <a:pt x="356" y="283"/>
                      <a:pt x="356" y="283"/>
                    </a:cubicBezTo>
                    <a:cubicBezTo>
                      <a:pt x="354" y="282"/>
                      <a:pt x="354" y="282"/>
                      <a:pt x="354" y="282"/>
                    </a:cubicBezTo>
                    <a:cubicBezTo>
                      <a:pt x="352" y="282"/>
                      <a:pt x="352" y="282"/>
                      <a:pt x="352" y="282"/>
                    </a:cubicBezTo>
                    <a:cubicBezTo>
                      <a:pt x="351" y="281"/>
                      <a:pt x="351" y="281"/>
                      <a:pt x="351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8" y="279"/>
                      <a:pt x="348" y="279"/>
                      <a:pt x="348" y="279"/>
                    </a:cubicBezTo>
                    <a:cubicBezTo>
                      <a:pt x="347" y="278"/>
                      <a:pt x="347" y="278"/>
                      <a:pt x="347" y="278"/>
                    </a:cubicBezTo>
                    <a:cubicBezTo>
                      <a:pt x="346" y="277"/>
                      <a:pt x="346" y="277"/>
                      <a:pt x="346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3" y="278"/>
                      <a:pt x="343" y="278"/>
                      <a:pt x="343" y="278"/>
                    </a:cubicBezTo>
                    <a:cubicBezTo>
                      <a:pt x="341" y="277"/>
                      <a:pt x="341" y="277"/>
                      <a:pt x="341" y="277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5"/>
                      <a:pt x="340" y="275"/>
                      <a:pt x="340" y="275"/>
                    </a:cubicBezTo>
                    <a:cubicBezTo>
                      <a:pt x="340" y="273"/>
                      <a:pt x="340" y="273"/>
                      <a:pt x="340" y="273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0"/>
                      <a:pt x="339" y="270"/>
                      <a:pt x="339" y="270"/>
                    </a:cubicBezTo>
                    <a:cubicBezTo>
                      <a:pt x="339" y="269"/>
                      <a:pt x="339" y="269"/>
                      <a:pt x="339" y="269"/>
                    </a:cubicBezTo>
                    <a:cubicBezTo>
                      <a:pt x="337" y="267"/>
                      <a:pt x="337" y="267"/>
                      <a:pt x="337" y="267"/>
                    </a:cubicBezTo>
                    <a:cubicBezTo>
                      <a:pt x="337" y="265"/>
                      <a:pt x="337" y="265"/>
                      <a:pt x="337" y="265"/>
                    </a:cubicBezTo>
                    <a:cubicBezTo>
                      <a:pt x="336" y="265"/>
                      <a:pt x="336" y="265"/>
                      <a:pt x="336" y="265"/>
                    </a:cubicBezTo>
                    <a:cubicBezTo>
                      <a:pt x="336" y="264"/>
                      <a:pt x="336" y="264"/>
                      <a:pt x="336" y="264"/>
                    </a:cubicBezTo>
                    <a:cubicBezTo>
                      <a:pt x="337" y="264"/>
                      <a:pt x="337" y="264"/>
                      <a:pt x="337" y="264"/>
                    </a:cubicBezTo>
                    <a:cubicBezTo>
                      <a:pt x="337" y="261"/>
                      <a:pt x="337" y="261"/>
                      <a:pt x="337" y="261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6" y="259"/>
                      <a:pt x="336" y="259"/>
                      <a:pt x="336" y="259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7" y="257"/>
                      <a:pt x="337" y="257"/>
                      <a:pt x="337" y="257"/>
                    </a:cubicBezTo>
                    <a:cubicBezTo>
                      <a:pt x="336" y="257"/>
                      <a:pt x="336" y="257"/>
                      <a:pt x="336" y="257"/>
                    </a:cubicBezTo>
                    <a:cubicBezTo>
                      <a:pt x="334" y="255"/>
                      <a:pt x="334" y="255"/>
                      <a:pt x="334" y="255"/>
                    </a:cubicBezTo>
                    <a:cubicBezTo>
                      <a:pt x="331" y="253"/>
                      <a:pt x="331" y="253"/>
                      <a:pt x="331" y="253"/>
                    </a:cubicBezTo>
                    <a:cubicBezTo>
                      <a:pt x="330" y="254"/>
                      <a:pt x="330" y="254"/>
                      <a:pt x="330" y="254"/>
                    </a:cubicBezTo>
                    <a:cubicBezTo>
                      <a:pt x="329" y="253"/>
                      <a:pt x="329" y="253"/>
                      <a:pt x="329" y="253"/>
                    </a:cubicBezTo>
                    <a:cubicBezTo>
                      <a:pt x="328" y="253"/>
                      <a:pt x="328" y="253"/>
                      <a:pt x="328" y="253"/>
                    </a:cubicBezTo>
                    <a:cubicBezTo>
                      <a:pt x="329" y="252"/>
                      <a:pt x="329" y="252"/>
                      <a:pt x="329" y="252"/>
                    </a:cubicBezTo>
                    <a:cubicBezTo>
                      <a:pt x="328" y="251"/>
                      <a:pt x="328" y="251"/>
                      <a:pt x="328" y="251"/>
                    </a:cubicBezTo>
                    <a:cubicBezTo>
                      <a:pt x="329" y="251"/>
                      <a:pt x="329" y="251"/>
                      <a:pt x="329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50"/>
                      <a:pt x="325" y="250"/>
                      <a:pt x="325" y="250"/>
                    </a:cubicBezTo>
                    <a:cubicBezTo>
                      <a:pt x="324" y="251"/>
                      <a:pt x="324" y="251"/>
                      <a:pt x="324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49"/>
                      <a:pt x="325" y="249"/>
                      <a:pt x="325" y="249"/>
                    </a:cubicBezTo>
                    <a:cubicBezTo>
                      <a:pt x="323" y="248"/>
                      <a:pt x="323" y="248"/>
                      <a:pt x="323" y="248"/>
                    </a:cubicBezTo>
                    <a:cubicBezTo>
                      <a:pt x="322" y="247"/>
                      <a:pt x="322" y="247"/>
                      <a:pt x="322" y="247"/>
                    </a:cubicBezTo>
                    <a:cubicBezTo>
                      <a:pt x="321" y="246"/>
                      <a:pt x="321" y="246"/>
                      <a:pt x="321" y="246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2" y="244"/>
                      <a:pt x="322" y="244"/>
                      <a:pt x="322" y="244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5" y="248"/>
                      <a:pt x="325" y="248"/>
                      <a:pt x="325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8" y="249"/>
                      <a:pt x="328" y="249"/>
                      <a:pt x="328" y="249"/>
                    </a:cubicBezTo>
                    <a:cubicBezTo>
                      <a:pt x="331" y="249"/>
                      <a:pt x="331" y="249"/>
                      <a:pt x="331" y="249"/>
                    </a:cubicBezTo>
                    <a:cubicBezTo>
                      <a:pt x="330" y="249"/>
                      <a:pt x="330" y="249"/>
                      <a:pt x="330" y="249"/>
                    </a:cubicBezTo>
                    <a:cubicBezTo>
                      <a:pt x="331" y="250"/>
                      <a:pt x="331" y="250"/>
                      <a:pt x="331" y="250"/>
                    </a:cubicBezTo>
                    <a:cubicBezTo>
                      <a:pt x="331" y="251"/>
                      <a:pt x="331" y="251"/>
                      <a:pt x="331" y="251"/>
                    </a:cubicBezTo>
                    <a:cubicBezTo>
                      <a:pt x="333" y="251"/>
                      <a:pt x="333" y="251"/>
                      <a:pt x="333" y="251"/>
                    </a:cubicBezTo>
                    <a:cubicBezTo>
                      <a:pt x="334" y="250"/>
                      <a:pt x="334" y="250"/>
                      <a:pt x="334" y="250"/>
                    </a:cubicBezTo>
                    <a:cubicBezTo>
                      <a:pt x="337" y="251"/>
                      <a:pt x="337" y="251"/>
                      <a:pt x="337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40" y="253"/>
                      <a:pt x="340" y="253"/>
                      <a:pt x="340" y="253"/>
                    </a:cubicBezTo>
                    <a:cubicBezTo>
                      <a:pt x="341" y="253"/>
                      <a:pt x="341" y="253"/>
                      <a:pt x="341" y="253"/>
                    </a:cubicBezTo>
                    <a:cubicBezTo>
                      <a:pt x="342" y="253"/>
                      <a:pt x="342" y="253"/>
                      <a:pt x="342" y="253"/>
                    </a:cubicBezTo>
                    <a:cubicBezTo>
                      <a:pt x="342" y="254"/>
                      <a:pt x="342" y="254"/>
                      <a:pt x="342" y="254"/>
                    </a:cubicBezTo>
                    <a:cubicBezTo>
                      <a:pt x="345" y="254"/>
                      <a:pt x="345" y="254"/>
                      <a:pt x="345" y="254"/>
                    </a:cubicBezTo>
                    <a:cubicBezTo>
                      <a:pt x="346" y="254"/>
                      <a:pt x="346" y="254"/>
                      <a:pt x="346" y="254"/>
                    </a:cubicBezTo>
                    <a:cubicBezTo>
                      <a:pt x="347" y="253"/>
                      <a:pt x="347" y="253"/>
                      <a:pt x="347" y="253"/>
                    </a:cubicBezTo>
                    <a:cubicBezTo>
                      <a:pt x="349" y="254"/>
                      <a:pt x="349" y="254"/>
                      <a:pt x="349" y="254"/>
                    </a:cubicBezTo>
                    <a:cubicBezTo>
                      <a:pt x="351" y="255"/>
                      <a:pt x="351" y="255"/>
                      <a:pt x="351" y="255"/>
                    </a:cubicBezTo>
                    <a:cubicBezTo>
                      <a:pt x="356" y="255"/>
                      <a:pt x="356" y="255"/>
                      <a:pt x="356" y="255"/>
                    </a:cubicBezTo>
                    <a:cubicBezTo>
                      <a:pt x="359" y="255"/>
                      <a:pt x="359" y="255"/>
                      <a:pt x="359" y="255"/>
                    </a:cubicBezTo>
                    <a:cubicBezTo>
                      <a:pt x="360" y="254"/>
                      <a:pt x="360" y="254"/>
                      <a:pt x="360" y="254"/>
                    </a:cubicBezTo>
                    <a:cubicBezTo>
                      <a:pt x="362" y="254"/>
                      <a:pt x="362" y="254"/>
                      <a:pt x="362" y="254"/>
                    </a:cubicBezTo>
                    <a:cubicBezTo>
                      <a:pt x="363" y="253"/>
                      <a:pt x="363" y="253"/>
                      <a:pt x="363" y="253"/>
                    </a:cubicBezTo>
                    <a:cubicBezTo>
                      <a:pt x="365" y="253"/>
                      <a:pt x="365" y="253"/>
                      <a:pt x="365" y="253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70" y="248"/>
                      <a:pt x="370" y="248"/>
                      <a:pt x="370" y="248"/>
                    </a:cubicBezTo>
                    <a:cubicBezTo>
                      <a:pt x="371" y="247"/>
                      <a:pt x="371" y="247"/>
                      <a:pt x="371" y="247"/>
                    </a:cubicBezTo>
                    <a:cubicBezTo>
                      <a:pt x="372" y="245"/>
                      <a:pt x="372" y="245"/>
                      <a:pt x="372" y="245"/>
                    </a:cubicBezTo>
                    <a:cubicBezTo>
                      <a:pt x="372" y="244"/>
                      <a:pt x="372" y="244"/>
                      <a:pt x="372" y="244"/>
                    </a:cubicBezTo>
                    <a:cubicBezTo>
                      <a:pt x="373" y="243"/>
                      <a:pt x="373" y="243"/>
                      <a:pt x="373" y="243"/>
                    </a:cubicBezTo>
                    <a:cubicBezTo>
                      <a:pt x="373" y="240"/>
                      <a:pt x="373" y="240"/>
                      <a:pt x="373" y="240"/>
                    </a:cubicBezTo>
                    <a:cubicBezTo>
                      <a:pt x="373" y="237"/>
                      <a:pt x="373" y="237"/>
                      <a:pt x="373" y="237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0" y="234"/>
                      <a:pt x="370" y="234"/>
                      <a:pt x="370" y="234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6" y="230"/>
                      <a:pt x="366" y="230"/>
                      <a:pt x="366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2" y="227"/>
                      <a:pt x="362" y="227"/>
                      <a:pt x="362" y="227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0" y="224"/>
                      <a:pt x="360" y="224"/>
                      <a:pt x="360" y="224"/>
                    </a:cubicBezTo>
                    <a:cubicBezTo>
                      <a:pt x="358" y="224"/>
                      <a:pt x="358" y="224"/>
                      <a:pt x="358" y="224"/>
                    </a:cubicBezTo>
                    <a:cubicBezTo>
                      <a:pt x="359" y="226"/>
                      <a:pt x="359" y="226"/>
                      <a:pt x="359" y="226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58" y="225"/>
                      <a:pt x="358" y="225"/>
                      <a:pt x="358" y="225"/>
                    </a:cubicBezTo>
                    <a:cubicBezTo>
                      <a:pt x="357" y="225"/>
                      <a:pt x="357" y="225"/>
                      <a:pt x="357" y="225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3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1" y="222"/>
                      <a:pt x="351" y="222"/>
                      <a:pt x="351" y="222"/>
                    </a:cubicBezTo>
                    <a:cubicBezTo>
                      <a:pt x="350" y="221"/>
                      <a:pt x="350" y="221"/>
                      <a:pt x="350" y="221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4" y="217"/>
                      <a:pt x="344" y="217"/>
                      <a:pt x="344" y="217"/>
                    </a:cubicBezTo>
                    <a:cubicBezTo>
                      <a:pt x="336" y="213"/>
                      <a:pt x="336" y="213"/>
                      <a:pt x="336" y="213"/>
                    </a:cubicBezTo>
                    <a:cubicBezTo>
                      <a:pt x="334" y="212"/>
                      <a:pt x="334" y="212"/>
                      <a:pt x="334" y="212"/>
                    </a:cubicBezTo>
                    <a:cubicBezTo>
                      <a:pt x="333" y="212"/>
                      <a:pt x="333" y="212"/>
                      <a:pt x="333" y="212"/>
                    </a:cubicBezTo>
                    <a:cubicBezTo>
                      <a:pt x="332" y="212"/>
                      <a:pt x="332" y="212"/>
                      <a:pt x="332" y="212"/>
                    </a:cubicBezTo>
                    <a:cubicBezTo>
                      <a:pt x="330" y="211"/>
                      <a:pt x="330" y="211"/>
                      <a:pt x="330" y="211"/>
                    </a:cubicBezTo>
                    <a:cubicBezTo>
                      <a:pt x="330" y="212"/>
                      <a:pt x="330" y="212"/>
                      <a:pt x="330" y="212"/>
                    </a:cubicBezTo>
                    <a:cubicBezTo>
                      <a:pt x="329" y="213"/>
                      <a:pt x="329" y="213"/>
                      <a:pt x="329" y="213"/>
                    </a:cubicBezTo>
                    <a:cubicBezTo>
                      <a:pt x="328" y="212"/>
                      <a:pt x="328" y="212"/>
                      <a:pt x="328" y="212"/>
                    </a:cubicBezTo>
                    <a:cubicBezTo>
                      <a:pt x="326" y="212"/>
                      <a:pt x="326" y="212"/>
                      <a:pt x="326" y="212"/>
                    </a:cubicBezTo>
                    <a:cubicBezTo>
                      <a:pt x="325" y="211"/>
                      <a:pt x="325" y="211"/>
                      <a:pt x="325" y="211"/>
                    </a:cubicBezTo>
                    <a:cubicBezTo>
                      <a:pt x="323" y="210"/>
                      <a:pt x="323" y="210"/>
                      <a:pt x="323" y="210"/>
                    </a:cubicBezTo>
                    <a:cubicBezTo>
                      <a:pt x="323" y="211"/>
                      <a:pt x="323" y="211"/>
                      <a:pt x="323" y="211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2"/>
                      <a:pt x="320" y="212"/>
                      <a:pt x="320" y="212"/>
                    </a:cubicBezTo>
                    <a:cubicBezTo>
                      <a:pt x="319" y="211"/>
                      <a:pt x="319" y="211"/>
                      <a:pt x="319" y="211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7" y="211"/>
                      <a:pt x="317" y="211"/>
                      <a:pt x="317" y="211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4" y="211"/>
                      <a:pt x="314" y="211"/>
                      <a:pt x="314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0"/>
                      <a:pt x="313" y="210"/>
                      <a:pt x="313" y="210"/>
                    </a:cubicBezTo>
                    <a:cubicBezTo>
                      <a:pt x="314" y="210"/>
                      <a:pt x="314" y="210"/>
                      <a:pt x="314" y="210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8" y="209"/>
                      <a:pt x="318" y="209"/>
                      <a:pt x="318" y="209"/>
                    </a:cubicBezTo>
                    <a:cubicBezTo>
                      <a:pt x="317" y="208"/>
                      <a:pt x="317" y="208"/>
                      <a:pt x="317" y="208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3" y="206"/>
                      <a:pt x="313" y="206"/>
                      <a:pt x="313" y="206"/>
                    </a:cubicBezTo>
                    <a:cubicBezTo>
                      <a:pt x="313" y="205"/>
                      <a:pt x="313" y="205"/>
                      <a:pt x="313" y="205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09" y="204"/>
                      <a:pt x="309" y="204"/>
                      <a:pt x="309" y="204"/>
                    </a:cubicBezTo>
                    <a:cubicBezTo>
                      <a:pt x="308" y="205"/>
                      <a:pt x="308" y="205"/>
                      <a:pt x="308" y="205"/>
                    </a:cubicBezTo>
                    <a:cubicBezTo>
                      <a:pt x="309" y="206"/>
                      <a:pt x="309" y="206"/>
                      <a:pt x="309" y="206"/>
                    </a:cubicBezTo>
                    <a:cubicBezTo>
                      <a:pt x="308" y="206"/>
                      <a:pt x="308" y="206"/>
                      <a:pt x="308" y="206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7" y="208"/>
                      <a:pt x="307" y="208"/>
                      <a:pt x="307" y="208"/>
                    </a:cubicBezTo>
                    <a:cubicBezTo>
                      <a:pt x="306" y="208"/>
                      <a:pt x="306" y="208"/>
                      <a:pt x="306" y="208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3" y="207"/>
                      <a:pt x="303" y="207"/>
                      <a:pt x="303" y="207"/>
                    </a:cubicBezTo>
                    <a:cubicBezTo>
                      <a:pt x="302" y="207"/>
                      <a:pt x="302" y="207"/>
                      <a:pt x="302" y="207"/>
                    </a:cubicBezTo>
                    <a:cubicBezTo>
                      <a:pt x="301" y="207"/>
                      <a:pt x="301" y="207"/>
                      <a:pt x="301" y="207"/>
                    </a:cubicBezTo>
                    <a:cubicBezTo>
                      <a:pt x="301" y="206"/>
                      <a:pt x="301" y="206"/>
                      <a:pt x="301" y="206"/>
                    </a:cubicBezTo>
                    <a:cubicBezTo>
                      <a:pt x="299" y="206"/>
                      <a:pt x="299" y="206"/>
                      <a:pt x="299" y="206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7"/>
                      <a:pt x="299" y="207"/>
                      <a:pt x="299" y="207"/>
                    </a:cubicBezTo>
                    <a:cubicBezTo>
                      <a:pt x="297" y="208"/>
                      <a:pt x="297" y="208"/>
                      <a:pt x="297" y="208"/>
                    </a:cubicBezTo>
                    <a:cubicBezTo>
                      <a:pt x="297" y="206"/>
                      <a:pt x="297" y="206"/>
                      <a:pt x="297" y="206"/>
                    </a:cubicBezTo>
                    <a:cubicBezTo>
                      <a:pt x="296" y="206"/>
                      <a:pt x="296" y="206"/>
                      <a:pt x="296" y="206"/>
                    </a:cubicBezTo>
                    <a:cubicBezTo>
                      <a:pt x="296" y="205"/>
                      <a:pt x="296" y="205"/>
                      <a:pt x="296" y="205"/>
                    </a:cubicBezTo>
                    <a:cubicBezTo>
                      <a:pt x="295" y="204"/>
                      <a:pt x="295" y="204"/>
                      <a:pt x="295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4" y="204"/>
                      <a:pt x="294" y="204"/>
                      <a:pt x="294" y="204"/>
                    </a:cubicBezTo>
                    <a:cubicBezTo>
                      <a:pt x="299" y="204"/>
                      <a:pt x="299" y="204"/>
                      <a:pt x="299" y="204"/>
                    </a:cubicBezTo>
                    <a:cubicBezTo>
                      <a:pt x="301" y="204"/>
                      <a:pt x="301" y="204"/>
                      <a:pt x="301" y="204"/>
                    </a:cubicBezTo>
                    <a:cubicBezTo>
                      <a:pt x="302" y="201"/>
                      <a:pt x="302" y="201"/>
                      <a:pt x="302" y="201"/>
                    </a:cubicBezTo>
                    <a:cubicBezTo>
                      <a:pt x="305" y="200"/>
                      <a:pt x="305" y="200"/>
                      <a:pt x="305" y="200"/>
                    </a:cubicBezTo>
                    <a:cubicBezTo>
                      <a:pt x="306" y="199"/>
                      <a:pt x="306" y="199"/>
                      <a:pt x="306" y="199"/>
                    </a:cubicBezTo>
                    <a:cubicBezTo>
                      <a:pt x="306" y="198"/>
                      <a:pt x="306" y="198"/>
                      <a:pt x="306" y="198"/>
                    </a:cubicBezTo>
                    <a:cubicBezTo>
                      <a:pt x="305" y="198"/>
                      <a:pt x="305" y="198"/>
                      <a:pt x="305" y="198"/>
                    </a:cubicBezTo>
                    <a:cubicBezTo>
                      <a:pt x="305" y="197"/>
                      <a:pt x="305" y="197"/>
                      <a:pt x="305" y="197"/>
                    </a:cubicBezTo>
                    <a:cubicBezTo>
                      <a:pt x="304" y="197"/>
                      <a:pt x="304" y="197"/>
                      <a:pt x="304" y="197"/>
                    </a:cubicBezTo>
                    <a:cubicBezTo>
                      <a:pt x="302" y="197"/>
                      <a:pt x="302" y="197"/>
                      <a:pt x="302" y="197"/>
                    </a:cubicBezTo>
                    <a:cubicBezTo>
                      <a:pt x="301" y="195"/>
                      <a:pt x="301" y="195"/>
                      <a:pt x="301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8" y="194"/>
                      <a:pt x="298" y="194"/>
                      <a:pt x="298" y="194"/>
                    </a:cubicBez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6" y="194"/>
                      <a:pt x="296" y="194"/>
                      <a:pt x="296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4" y="194"/>
                      <a:pt x="294" y="194"/>
                      <a:pt x="294" y="194"/>
                    </a:cubicBezTo>
                    <a:cubicBezTo>
                      <a:pt x="294" y="193"/>
                      <a:pt x="294" y="193"/>
                      <a:pt x="294" y="193"/>
                    </a:cubicBezTo>
                    <a:cubicBezTo>
                      <a:pt x="292" y="192"/>
                      <a:pt x="292" y="192"/>
                      <a:pt x="292" y="192"/>
                    </a:cubicBezTo>
                    <a:cubicBezTo>
                      <a:pt x="290" y="192"/>
                      <a:pt x="290" y="192"/>
                      <a:pt x="290" y="192"/>
                    </a:cubicBezTo>
                    <a:cubicBezTo>
                      <a:pt x="289" y="193"/>
                      <a:pt x="289" y="193"/>
                      <a:pt x="289" y="193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8" y="195"/>
                      <a:pt x="288" y="195"/>
                      <a:pt x="288" y="195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9" y="198"/>
                      <a:pt x="289" y="198"/>
                      <a:pt x="289" y="198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8" y="198"/>
                      <a:pt x="288" y="198"/>
                      <a:pt x="288" y="198"/>
                    </a:cubicBezTo>
                    <a:cubicBezTo>
                      <a:pt x="287" y="198"/>
                      <a:pt x="287" y="198"/>
                      <a:pt x="287" y="198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7" y="195"/>
                      <a:pt x="287" y="195"/>
                      <a:pt x="287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4"/>
                      <a:pt x="286" y="194"/>
                      <a:pt x="286" y="194"/>
                    </a:cubicBezTo>
                    <a:cubicBezTo>
                      <a:pt x="287" y="194"/>
                      <a:pt x="287" y="194"/>
                      <a:pt x="287" y="194"/>
                    </a:cubicBezTo>
                    <a:cubicBezTo>
                      <a:pt x="288" y="191"/>
                      <a:pt x="288" y="191"/>
                      <a:pt x="288" y="191"/>
                    </a:cubicBezTo>
                    <a:cubicBezTo>
                      <a:pt x="288" y="189"/>
                      <a:pt x="288" y="189"/>
                      <a:pt x="288" y="189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89"/>
                      <a:pt x="286" y="189"/>
                      <a:pt x="286" y="189"/>
                    </a:cubicBezTo>
                    <a:cubicBezTo>
                      <a:pt x="285" y="187"/>
                      <a:pt x="285" y="187"/>
                      <a:pt x="285" y="187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7"/>
                      <a:pt x="282" y="187"/>
                      <a:pt x="282" y="187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1" y="190"/>
                      <a:pt x="281" y="190"/>
                      <a:pt x="281" y="190"/>
                    </a:cubicBezTo>
                    <a:cubicBezTo>
                      <a:pt x="282" y="191"/>
                      <a:pt x="282" y="191"/>
                      <a:pt x="282" y="191"/>
                    </a:cubicBezTo>
                    <a:cubicBezTo>
                      <a:pt x="281" y="191"/>
                      <a:pt x="281" y="191"/>
                      <a:pt x="281" y="191"/>
                    </a:cubicBezTo>
                    <a:cubicBezTo>
                      <a:pt x="280" y="189"/>
                      <a:pt x="280" y="189"/>
                      <a:pt x="280" y="189"/>
                    </a:cubicBezTo>
                    <a:cubicBezTo>
                      <a:pt x="279" y="191"/>
                      <a:pt x="279" y="191"/>
                      <a:pt x="279" y="191"/>
                    </a:cubicBezTo>
                    <a:cubicBezTo>
                      <a:pt x="278" y="192"/>
                      <a:pt x="278" y="192"/>
                      <a:pt x="278" y="192"/>
                    </a:cubicBezTo>
                    <a:cubicBezTo>
                      <a:pt x="279" y="193"/>
                      <a:pt x="279" y="193"/>
                      <a:pt x="279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79" y="194"/>
                      <a:pt x="279" y="194"/>
                      <a:pt x="279" y="194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78" y="195"/>
                      <a:pt x="278" y="195"/>
                      <a:pt x="278" y="195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6" y="199"/>
                      <a:pt x="276" y="199"/>
                      <a:pt x="276" y="199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6" y="196"/>
                      <a:pt x="276" y="196"/>
                      <a:pt x="276" y="196"/>
                    </a:cubicBezTo>
                    <a:cubicBezTo>
                      <a:pt x="277" y="195"/>
                      <a:pt x="277" y="195"/>
                      <a:pt x="277" y="195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6" y="191"/>
                      <a:pt x="276" y="191"/>
                      <a:pt x="276" y="191"/>
                    </a:cubicBezTo>
                    <a:cubicBezTo>
                      <a:pt x="275" y="191"/>
                      <a:pt x="275" y="191"/>
                      <a:pt x="275" y="191"/>
                    </a:cubicBezTo>
                    <a:cubicBezTo>
                      <a:pt x="273" y="195"/>
                      <a:pt x="273" y="195"/>
                      <a:pt x="273" y="195"/>
                    </a:cubicBezTo>
                    <a:cubicBezTo>
                      <a:pt x="273" y="196"/>
                      <a:pt x="273" y="196"/>
                      <a:pt x="273" y="196"/>
                    </a:cubicBezTo>
                    <a:cubicBezTo>
                      <a:pt x="271" y="199"/>
                      <a:pt x="271" y="199"/>
                      <a:pt x="271" y="199"/>
                    </a:cubicBezTo>
                    <a:cubicBezTo>
                      <a:pt x="270" y="201"/>
                      <a:pt x="270" y="201"/>
                      <a:pt x="270" y="201"/>
                    </a:cubicBezTo>
                    <a:cubicBezTo>
                      <a:pt x="271" y="202"/>
                      <a:pt x="271" y="202"/>
                      <a:pt x="271" y="202"/>
                    </a:cubicBezTo>
                    <a:cubicBezTo>
                      <a:pt x="271" y="203"/>
                      <a:pt x="271" y="203"/>
                      <a:pt x="271" y="203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4"/>
                      <a:pt x="269" y="204"/>
                      <a:pt x="269" y="204"/>
                    </a:cubicBezTo>
                    <a:cubicBezTo>
                      <a:pt x="269" y="203"/>
                      <a:pt x="269" y="203"/>
                      <a:pt x="269" y="203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70" y="200"/>
                      <a:pt x="270" y="200"/>
                      <a:pt x="270" y="200"/>
                    </a:cubicBezTo>
                    <a:cubicBezTo>
                      <a:pt x="270" y="199"/>
                      <a:pt x="270" y="199"/>
                      <a:pt x="270" y="199"/>
                    </a:cubicBezTo>
                    <a:cubicBezTo>
                      <a:pt x="270" y="198"/>
                      <a:pt x="270" y="198"/>
                      <a:pt x="270" y="198"/>
                    </a:cubicBezTo>
                    <a:cubicBezTo>
                      <a:pt x="271" y="196"/>
                      <a:pt x="271" y="196"/>
                      <a:pt x="271" y="196"/>
                    </a:cubicBezTo>
                    <a:cubicBezTo>
                      <a:pt x="272" y="195"/>
                      <a:pt x="272" y="195"/>
                      <a:pt x="272" y="195"/>
                    </a:cubicBezTo>
                    <a:cubicBezTo>
                      <a:pt x="272" y="194"/>
                      <a:pt x="272" y="194"/>
                      <a:pt x="272" y="194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3" y="192"/>
                      <a:pt x="273" y="192"/>
                      <a:pt x="273" y="192"/>
                    </a:cubicBezTo>
                    <a:cubicBezTo>
                      <a:pt x="274" y="190"/>
                      <a:pt x="274" y="190"/>
                      <a:pt x="274" y="190"/>
                    </a:cubicBezTo>
                    <a:cubicBezTo>
                      <a:pt x="273" y="190"/>
                      <a:pt x="273" y="190"/>
                      <a:pt x="273" y="190"/>
                    </a:cubicBezTo>
                    <a:cubicBezTo>
                      <a:pt x="274" y="189"/>
                      <a:pt x="274" y="189"/>
                      <a:pt x="274" y="189"/>
                    </a:cubicBezTo>
                    <a:cubicBezTo>
                      <a:pt x="272" y="188"/>
                      <a:pt x="272" y="188"/>
                      <a:pt x="272" y="188"/>
                    </a:cubicBezTo>
                    <a:cubicBezTo>
                      <a:pt x="270" y="187"/>
                      <a:pt x="270" y="187"/>
                      <a:pt x="270" y="187"/>
                    </a:cubicBezTo>
                    <a:cubicBezTo>
                      <a:pt x="270" y="189"/>
                      <a:pt x="270" y="189"/>
                      <a:pt x="270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7" y="190"/>
                      <a:pt x="267" y="190"/>
                      <a:pt x="267" y="190"/>
                    </a:cubicBezTo>
                    <a:cubicBezTo>
                      <a:pt x="267" y="191"/>
                      <a:pt x="267" y="191"/>
                      <a:pt x="267" y="191"/>
                    </a:cubicBezTo>
                    <a:cubicBezTo>
                      <a:pt x="269" y="191"/>
                      <a:pt x="269" y="191"/>
                      <a:pt x="269" y="191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7" y="192"/>
                      <a:pt x="267" y="192"/>
                      <a:pt x="267" y="192"/>
                    </a:cubicBezTo>
                    <a:cubicBezTo>
                      <a:pt x="266" y="191"/>
                      <a:pt x="266" y="191"/>
                      <a:pt x="266" y="191"/>
                    </a:cubicBezTo>
                    <a:cubicBezTo>
                      <a:pt x="264" y="192"/>
                      <a:pt x="264" y="192"/>
                      <a:pt x="264" y="192"/>
                    </a:cubicBezTo>
                    <a:cubicBezTo>
                      <a:pt x="264" y="194"/>
                      <a:pt x="264" y="194"/>
                      <a:pt x="264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2"/>
                      <a:pt x="263" y="192"/>
                      <a:pt x="263" y="192"/>
                    </a:cubicBezTo>
                    <a:cubicBezTo>
                      <a:pt x="262" y="191"/>
                      <a:pt x="262" y="191"/>
                      <a:pt x="262" y="191"/>
                    </a:cubicBezTo>
                    <a:cubicBezTo>
                      <a:pt x="260" y="191"/>
                      <a:pt x="260" y="191"/>
                      <a:pt x="260" y="191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2" y="194"/>
                      <a:pt x="262" y="194"/>
                      <a:pt x="262" y="194"/>
                    </a:cubicBezTo>
                    <a:cubicBezTo>
                      <a:pt x="262" y="195"/>
                      <a:pt x="262" y="195"/>
                      <a:pt x="262" y="195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3" y="197"/>
                      <a:pt x="263" y="197"/>
                      <a:pt x="263" y="197"/>
                    </a:cubicBezTo>
                    <a:cubicBezTo>
                      <a:pt x="263" y="196"/>
                      <a:pt x="263" y="196"/>
                      <a:pt x="263" y="196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59" y="195"/>
                      <a:pt x="259" y="195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8" y="193"/>
                      <a:pt x="258" y="193"/>
                      <a:pt x="258" y="193"/>
                    </a:cubicBezTo>
                    <a:cubicBezTo>
                      <a:pt x="255" y="195"/>
                      <a:pt x="255" y="195"/>
                      <a:pt x="255" y="195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3" y="196"/>
                      <a:pt x="253" y="196"/>
                      <a:pt x="253" y="196"/>
                    </a:cubicBezTo>
                    <a:cubicBezTo>
                      <a:pt x="253" y="195"/>
                      <a:pt x="253" y="195"/>
                      <a:pt x="253" y="195"/>
                    </a:cubicBezTo>
                    <a:cubicBezTo>
                      <a:pt x="251" y="196"/>
                      <a:pt x="251" y="196"/>
                      <a:pt x="251" y="196"/>
                    </a:cubicBezTo>
                    <a:cubicBezTo>
                      <a:pt x="249" y="196"/>
                      <a:pt x="249" y="196"/>
                      <a:pt x="249" y="196"/>
                    </a:cubicBezTo>
                    <a:cubicBezTo>
                      <a:pt x="250" y="199"/>
                      <a:pt x="250" y="199"/>
                      <a:pt x="250" y="199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4" y="199"/>
                      <a:pt x="254" y="199"/>
                      <a:pt x="254" y="199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6" y="200"/>
                      <a:pt x="256" y="200"/>
                      <a:pt x="256" y="200"/>
                    </a:cubicBezTo>
                    <a:cubicBezTo>
                      <a:pt x="255" y="200"/>
                      <a:pt x="255" y="200"/>
                      <a:pt x="255" y="200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5" y="203"/>
                      <a:pt x="255" y="203"/>
                      <a:pt x="255" y="203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3" y="203"/>
                      <a:pt x="253" y="203"/>
                      <a:pt x="253" y="203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7" y="202"/>
                      <a:pt x="247" y="202"/>
                      <a:pt x="247" y="202"/>
                    </a:cubicBezTo>
                    <a:cubicBezTo>
                      <a:pt x="245" y="202"/>
                      <a:pt x="245" y="202"/>
                      <a:pt x="245" y="202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8" y="206"/>
                      <a:pt x="248" y="206"/>
                      <a:pt x="248" y="206"/>
                    </a:cubicBezTo>
                    <a:cubicBezTo>
                      <a:pt x="249" y="207"/>
                      <a:pt x="249" y="207"/>
                      <a:pt x="249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8"/>
                      <a:pt x="250" y="208"/>
                      <a:pt x="250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6" y="208"/>
                      <a:pt x="246" y="208"/>
                      <a:pt x="246" y="208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6"/>
                      <a:pt x="245" y="206"/>
                      <a:pt x="245" y="206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3" y="202"/>
                      <a:pt x="243" y="202"/>
                      <a:pt x="243" y="202"/>
                    </a:cubicBezTo>
                    <a:cubicBezTo>
                      <a:pt x="241" y="204"/>
                      <a:pt x="241" y="204"/>
                      <a:pt x="241" y="204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3" y="207"/>
                      <a:pt x="243" y="207"/>
                      <a:pt x="243" y="207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3" y="210"/>
                      <a:pt x="243" y="210"/>
                      <a:pt x="243" y="210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0" y="208"/>
                      <a:pt x="240" y="208"/>
                      <a:pt x="240" y="208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9" y="209"/>
                      <a:pt x="239" y="209"/>
                      <a:pt x="239" y="209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8" y="207"/>
                      <a:pt x="238" y="207"/>
                      <a:pt x="238" y="207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40" y="207"/>
                      <a:pt x="240" y="207"/>
                      <a:pt x="240" y="207"/>
                    </a:cubicBezTo>
                    <a:cubicBezTo>
                      <a:pt x="241" y="206"/>
                      <a:pt x="241" y="206"/>
                      <a:pt x="241" y="206"/>
                    </a:cubicBezTo>
                    <a:cubicBezTo>
                      <a:pt x="240" y="205"/>
                      <a:pt x="240" y="205"/>
                      <a:pt x="240" y="205"/>
                    </a:cubicBezTo>
                    <a:cubicBezTo>
                      <a:pt x="239" y="204"/>
                      <a:pt x="239" y="204"/>
                      <a:pt x="239" y="204"/>
                    </a:cubicBezTo>
                    <a:cubicBezTo>
                      <a:pt x="238" y="201"/>
                      <a:pt x="238" y="201"/>
                      <a:pt x="238" y="201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3" y="203"/>
                      <a:pt x="233" y="203"/>
                      <a:pt x="233" y="203"/>
                    </a:cubicBezTo>
                    <a:cubicBezTo>
                      <a:pt x="234" y="204"/>
                      <a:pt x="234" y="204"/>
                      <a:pt x="234" y="204"/>
                    </a:cubicBezTo>
                    <a:cubicBezTo>
                      <a:pt x="231" y="205"/>
                      <a:pt x="231" y="205"/>
                      <a:pt x="231" y="205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3" y="207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2" y="211"/>
                      <a:pt x="232" y="211"/>
                      <a:pt x="232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27" y="212"/>
                      <a:pt x="227" y="212"/>
                      <a:pt x="227" y="212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3"/>
                      <a:pt x="227" y="213"/>
                      <a:pt x="227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3" y="219"/>
                      <a:pt x="223" y="219"/>
                      <a:pt x="223" y="219"/>
                    </a:cubicBezTo>
                    <a:cubicBezTo>
                      <a:pt x="221" y="220"/>
                      <a:pt x="221" y="220"/>
                      <a:pt x="221" y="220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4" y="222"/>
                      <a:pt x="224" y="222"/>
                      <a:pt x="224" y="222"/>
                    </a:cubicBezTo>
                    <a:cubicBezTo>
                      <a:pt x="223" y="225"/>
                      <a:pt x="223" y="225"/>
                      <a:pt x="223" y="225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0" y="223"/>
                      <a:pt x="220" y="223"/>
                      <a:pt x="220" y="223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2"/>
                      <a:pt x="222" y="222"/>
                      <a:pt x="222" y="222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8" y="224"/>
                      <a:pt x="218" y="224"/>
                      <a:pt x="218" y="224"/>
                    </a:cubicBezTo>
                    <a:cubicBezTo>
                      <a:pt x="219" y="225"/>
                      <a:pt x="219" y="225"/>
                      <a:pt x="219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9" y="218"/>
                      <a:pt x="219" y="218"/>
                      <a:pt x="219" y="218"/>
                    </a:cubicBezTo>
                    <a:cubicBezTo>
                      <a:pt x="219" y="216"/>
                      <a:pt x="219" y="216"/>
                      <a:pt x="219" y="216"/>
                    </a:cubicBezTo>
                    <a:cubicBezTo>
                      <a:pt x="216" y="217"/>
                      <a:pt x="216" y="217"/>
                      <a:pt x="216" y="217"/>
                    </a:cubicBezTo>
                    <a:cubicBezTo>
                      <a:pt x="216" y="219"/>
                      <a:pt x="216" y="219"/>
                      <a:pt x="216" y="219"/>
                    </a:cubicBezTo>
                    <a:cubicBezTo>
                      <a:pt x="214" y="220"/>
                      <a:pt x="214" y="220"/>
                      <a:pt x="214" y="220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1" y="222"/>
                      <a:pt x="211" y="222"/>
                      <a:pt x="211" y="222"/>
                    </a:cubicBezTo>
                    <a:cubicBezTo>
                      <a:pt x="212" y="223"/>
                      <a:pt x="212" y="223"/>
                      <a:pt x="212" y="223"/>
                    </a:cubicBezTo>
                    <a:cubicBezTo>
                      <a:pt x="211" y="224"/>
                      <a:pt x="211" y="224"/>
                      <a:pt x="211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6"/>
                      <a:pt x="209" y="226"/>
                      <a:pt x="209" y="226"/>
                    </a:cubicBezTo>
                    <a:cubicBezTo>
                      <a:pt x="210" y="227"/>
                      <a:pt x="210" y="227"/>
                      <a:pt x="210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11" y="229"/>
                      <a:pt x="211" y="229"/>
                      <a:pt x="211" y="229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5" y="233"/>
                      <a:pt x="205" y="233"/>
                      <a:pt x="205" y="233"/>
                    </a:cubicBezTo>
                    <a:cubicBezTo>
                      <a:pt x="203" y="233"/>
                      <a:pt x="203" y="233"/>
                      <a:pt x="203" y="233"/>
                    </a:cubicBezTo>
                    <a:cubicBezTo>
                      <a:pt x="203" y="234"/>
                      <a:pt x="203" y="234"/>
                      <a:pt x="203" y="234"/>
                    </a:cubicBezTo>
                    <a:cubicBezTo>
                      <a:pt x="202" y="232"/>
                      <a:pt x="202" y="232"/>
                      <a:pt x="202" y="232"/>
                    </a:cubicBezTo>
                    <a:cubicBezTo>
                      <a:pt x="200" y="236"/>
                      <a:pt x="200" y="236"/>
                      <a:pt x="200" y="236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199" y="241"/>
                      <a:pt x="199" y="241"/>
                      <a:pt x="199" y="241"/>
                    </a:cubicBezTo>
                    <a:cubicBezTo>
                      <a:pt x="200" y="242"/>
                      <a:pt x="200" y="242"/>
                      <a:pt x="200" y="242"/>
                    </a:cubicBezTo>
                    <a:cubicBezTo>
                      <a:pt x="201" y="241"/>
                      <a:pt x="201" y="241"/>
                      <a:pt x="201" y="241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3" y="236"/>
                      <a:pt x="203" y="236"/>
                      <a:pt x="203" y="236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4" y="235"/>
                      <a:pt x="204" y="235"/>
                      <a:pt x="204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11" y="232"/>
                      <a:pt x="211" y="232"/>
                      <a:pt x="211" y="232"/>
                    </a:cubicBezTo>
                    <a:cubicBezTo>
                      <a:pt x="213" y="233"/>
                      <a:pt x="213" y="233"/>
                      <a:pt x="213" y="233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4" y="232"/>
                      <a:pt x="214" y="232"/>
                      <a:pt x="214" y="232"/>
                    </a:cubicBezTo>
                    <a:cubicBezTo>
                      <a:pt x="215" y="231"/>
                      <a:pt x="215" y="231"/>
                      <a:pt x="215" y="231"/>
                    </a:cubicBezTo>
                    <a:cubicBezTo>
                      <a:pt x="217" y="231"/>
                      <a:pt x="217" y="231"/>
                      <a:pt x="217" y="231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0" y="228"/>
                      <a:pt x="220" y="228"/>
                      <a:pt x="220" y="228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18" y="231"/>
                      <a:pt x="218" y="231"/>
                      <a:pt x="218" y="231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19" y="232"/>
                      <a:pt x="219" y="232"/>
                      <a:pt x="219" y="232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8" y="232"/>
                      <a:pt x="218" y="232"/>
                      <a:pt x="218" y="232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4" y="234"/>
                      <a:pt x="214" y="234"/>
                      <a:pt x="214" y="234"/>
                    </a:cubicBezTo>
                    <a:cubicBezTo>
                      <a:pt x="215" y="235"/>
                      <a:pt x="215" y="235"/>
                      <a:pt x="215" y="235"/>
                    </a:cubicBezTo>
                    <a:cubicBezTo>
                      <a:pt x="217" y="235"/>
                      <a:pt x="217" y="235"/>
                      <a:pt x="217" y="235"/>
                    </a:cubicBezTo>
                    <a:cubicBezTo>
                      <a:pt x="218" y="236"/>
                      <a:pt x="218" y="236"/>
                      <a:pt x="218" y="236"/>
                    </a:cubicBezTo>
                    <a:cubicBezTo>
                      <a:pt x="217" y="236"/>
                      <a:pt x="217" y="236"/>
                      <a:pt x="217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3" y="236"/>
                      <a:pt x="213" y="236"/>
                      <a:pt x="213" y="236"/>
                    </a:cubicBezTo>
                    <a:cubicBezTo>
                      <a:pt x="212" y="238"/>
                      <a:pt x="212" y="238"/>
                      <a:pt x="212" y="238"/>
                    </a:cubicBezTo>
                    <a:cubicBezTo>
                      <a:pt x="213" y="239"/>
                      <a:pt x="213" y="239"/>
                      <a:pt x="213" y="239"/>
                    </a:cubicBezTo>
                    <a:cubicBezTo>
                      <a:pt x="211" y="241"/>
                      <a:pt x="211" y="241"/>
                      <a:pt x="211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5" y="242"/>
                      <a:pt x="215" y="242"/>
                      <a:pt x="215" y="242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3" y="241"/>
                      <a:pt x="213" y="241"/>
                      <a:pt x="213" y="241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6"/>
                      <a:pt x="210" y="246"/>
                      <a:pt x="210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4" y="246"/>
                      <a:pt x="214" y="246"/>
                      <a:pt x="214" y="246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11" y="246"/>
                      <a:pt x="211" y="246"/>
                      <a:pt x="211" y="246"/>
                    </a:cubicBezTo>
                    <a:cubicBezTo>
                      <a:pt x="209" y="246"/>
                      <a:pt x="209" y="246"/>
                      <a:pt x="209" y="24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8"/>
                      <a:pt x="209" y="248"/>
                      <a:pt x="209" y="248"/>
                    </a:cubicBezTo>
                    <a:cubicBezTo>
                      <a:pt x="207" y="249"/>
                      <a:pt x="207" y="249"/>
                      <a:pt x="207" y="249"/>
                    </a:cubicBezTo>
                    <a:cubicBezTo>
                      <a:pt x="206" y="249"/>
                      <a:pt x="206" y="249"/>
                      <a:pt x="206" y="249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207" y="251"/>
                      <a:pt x="207" y="251"/>
                      <a:pt x="207" y="251"/>
                    </a:cubicBezTo>
                    <a:cubicBezTo>
                      <a:pt x="207" y="252"/>
                      <a:pt x="207" y="252"/>
                      <a:pt x="207" y="252"/>
                    </a:cubicBezTo>
                    <a:cubicBezTo>
                      <a:pt x="206" y="251"/>
                      <a:pt x="206" y="251"/>
                      <a:pt x="206" y="251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5"/>
                      <a:pt x="204" y="255"/>
                      <a:pt x="204" y="255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3" y="254"/>
                      <a:pt x="203" y="254"/>
                      <a:pt x="203" y="254"/>
                    </a:cubicBezTo>
                    <a:cubicBezTo>
                      <a:pt x="203" y="256"/>
                      <a:pt x="203" y="256"/>
                      <a:pt x="203" y="256"/>
                    </a:cubicBezTo>
                    <a:cubicBezTo>
                      <a:pt x="202" y="258"/>
                      <a:pt x="202" y="258"/>
                      <a:pt x="202" y="258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3" y="259"/>
                      <a:pt x="203" y="259"/>
                      <a:pt x="203" y="259"/>
                    </a:cubicBezTo>
                    <a:cubicBezTo>
                      <a:pt x="202" y="260"/>
                      <a:pt x="202" y="260"/>
                      <a:pt x="202" y="260"/>
                    </a:cubicBezTo>
                    <a:cubicBezTo>
                      <a:pt x="201" y="258"/>
                      <a:pt x="201" y="258"/>
                      <a:pt x="201" y="258"/>
                    </a:cubicBezTo>
                    <a:cubicBezTo>
                      <a:pt x="199" y="260"/>
                      <a:pt x="199" y="260"/>
                      <a:pt x="199" y="260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200" y="263"/>
                      <a:pt x="200" y="263"/>
                      <a:pt x="200" y="263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5"/>
                      <a:pt x="202" y="265"/>
                      <a:pt x="202" y="265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1" y="266"/>
                      <a:pt x="201" y="266"/>
                      <a:pt x="201" y="266"/>
                    </a:cubicBezTo>
                    <a:cubicBezTo>
                      <a:pt x="200" y="267"/>
                      <a:pt x="200" y="267"/>
                      <a:pt x="200" y="267"/>
                    </a:cubicBezTo>
                    <a:cubicBezTo>
                      <a:pt x="200" y="268"/>
                      <a:pt x="200" y="268"/>
                      <a:pt x="200" y="268"/>
                    </a:cubicBezTo>
                    <a:cubicBezTo>
                      <a:pt x="199" y="269"/>
                      <a:pt x="199" y="269"/>
                      <a:pt x="199" y="269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200" y="271"/>
                      <a:pt x="200" y="271"/>
                      <a:pt x="200" y="271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0" y="274"/>
                      <a:pt x="200" y="274"/>
                      <a:pt x="200" y="274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5"/>
                      <a:pt x="198" y="275"/>
                      <a:pt x="198" y="275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4"/>
                      <a:pt x="198" y="274"/>
                      <a:pt x="198" y="274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196" y="273"/>
                      <a:pt x="196" y="273"/>
                      <a:pt x="196" y="273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6" y="275"/>
                      <a:pt x="196" y="275"/>
                      <a:pt x="196" y="275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3" y="275"/>
                      <a:pt x="193" y="275"/>
                      <a:pt x="193" y="275"/>
                    </a:cubicBezTo>
                    <a:cubicBezTo>
                      <a:pt x="191" y="278"/>
                      <a:pt x="191" y="278"/>
                      <a:pt x="191" y="278"/>
                    </a:cubicBezTo>
                    <a:cubicBezTo>
                      <a:pt x="193" y="278"/>
                      <a:pt x="193" y="278"/>
                      <a:pt x="193" y="278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2"/>
                      <a:pt x="194" y="282"/>
                      <a:pt x="194" y="282"/>
                    </a:cubicBezTo>
                    <a:cubicBezTo>
                      <a:pt x="193" y="282"/>
                      <a:pt x="193" y="282"/>
                      <a:pt x="193" y="282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2" y="280"/>
                      <a:pt x="192" y="280"/>
                      <a:pt x="192" y="280"/>
                    </a:cubicBezTo>
                    <a:cubicBezTo>
                      <a:pt x="191" y="281"/>
                      <a:pt x="191" y="281"/>
                      <a:pt x="191" y="281"/>
                    </a:cubicBezTo>
                    <a:cubicBezTo>
                      <a:pt x="190" y="281"/>
                      <a:pt x="190" y="281"/>
                      <a:pt x="190" y="281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0" y="283"/>
                      <a:pt x="190" y="283"/>
                      <a:pt x="190" y="283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7" y="284"/>
                      <a:pt x="187" y="284"/>
                      <a:pt x="187" y="284"/>
                    </a:cubicBezTo>
                    <a:cubicBezTo>
                      <a:pt x="188" y="286"/>
                      <a:pt x="188" y="286"/>
                      <a:pt x="188" y="286"/>
                    </a:cubicBezTo>
                    <a:cubicBezTo>
                      <a:pt x="186" y="287"/>
                      <a:pt x="186" y="287"/>
                      <a:pt x="186" y="287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5" y="289"/>
                      <a:pt x="185" y="289"/>
                      <a:pt x="185" y="289"/>
                    </a:cubicBezTo>
                    <a:cubicBezTo>
                      <a:pt x="184" y="291"/>
                      <a:pt x="184" y="291"/>
                      <a:pt x="184" y="291"/>
                    </a:cubicBezTo>
                    <a:cubicBezTo>
                      <a:pt x="185" y="292"/>
                      <a:pt x="185" y="292"/>
                      <a:pt x="185" y="292"/>
                    </a:cubicBezTo>
                    <a:cubicBezTo>
                      <a:pt x="183" y="292"/>
                      <a:pt x="183" y="292"/>
                      <a:pt x="183" y="292"/>
                    </a:cubicBezTo>
                    <a:cubicBezTo>
                      <a:pt x="183" y="293"/>
                      <a:pt x="183" y="293"/>
                      <a:pt x="183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1" y="292"/>
                      <a:pt x="181" y="292"/>
                      <a:pt x="181" y="292"/>
                    </a:cubicBezTo>
                    <a:cubicBezTo>
                      <a:pt x="179" y="292"/>
                      <a:pt x="179" y="292"/>
                      <a:pt x="179" y="292"/>
                    </a:cubicBezTo>
                    <a:cubicBezTo>
                      <a:pt x="180" y="291"/>
                      <a:pt x="180" y="291"/>
                      <a:pt x="180" y="291"/>
                    </a:cubicBezTo>
                    <a:cubicBezTo>
                      <a:pt x="178" y="289"/>
                      <a:pt x="178" y="289"/>
                      <a:pt x="178" y="289"/>
                    </a:cubicBezTo>
                    <a:cubicBezTo>
                      <a:pt x="174" y="293"/>
                      <a:pt x="174" y="293"/>
                      <a:pt x="174" y="293"/>
                    </a:cubicBezTo>
                    <a:cubicBezTo>
                      <a:pt x="177" y="293"/>
                      <a:pt x="177" y="293"/>
                      <a:pt x="177" y="293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3" y="301"/>
                      <a:pt x="173" y="301"/>
                      <a:pt x="173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0" y="300"/>
                      <a:pt x="170" y="300"/>
                      <a:pt x="170" y="300"/>
                    </a:cubicBezTo>
                    <a:cubicBezTo>
                      <a:pt x="169" y="299"/>
                      <a:pt x="169" y="299"/>
                      <a:pt x="169" y="299"/>
                    </a:cubicBezTo>
                    <a:cubicBezTo>
                      <a:pt x="168" y="300"/>
                      <a:pt x="168" y="300"/>
                      <a:pt x="168" y="300"/>
                    </a:cubicBezTo>
                    <a:cubicBezTo>
                      <a:pt x="168" y="301"/>
                      <a:pt x="168" y="301"/>
                      <a:pt x="168" y="301"/>
                    </a:cubicBezTo>
                    <a:cubicBezTo>
                      <a:pt x="167" y="302"/>
                      <a:pt x="167" y="302"/>
                      <a:pt x="167" y="302"/>
                    </a:cubicBezTo>
                    <a:cubicBezTo>
                      <a:pt x="169" y="304"/>
                      <a:pt x="169" y="304"/>
                      <a:pt x="169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1" y="305"/>
                      <a:pt x="171" y="305"/>
                      <a:pt x="171" y="305"/>
                    </a:cubicBezTo>
                    <a:cubicBezTo>
                      <a:pt x="171" y="306"/>
                      <a:pt x="171" y="306"/>
                      <a:pt x="171" y="306"/>
                    </a:cubicBezTo>
                    <a:cubicBezTo>
                      <a:pt x="170" y="305"/>
                      <a:pt x="170" y="305"/>
                      <a:pt x="170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6" y="303"/>
                      <a:pt x="166" y="303"/>
                      <a:pt x="166" y="303"/>
                    </a:cubicBezTo>
                    <a:cubicBezTo>
                      <a:pt x="165" y="304"/>
                      <a:pt x="165" y="304"/>
                      <a:pt x="165" y="304"/>
                    </a:cubicBezTo>
                    <a:cubicBezTo>
                      <a:pt x="164" y="303"/>
                      <a:pt x="164" y="303"/>
                      <a:pt x="164" y="303"/>
                    </a:cubicBezTo>
                    <a:cubicBezTo>
                      <a:pt x="162" y="305"/>
                      <a:pt x="162" y="305"/>
                      <a:pt x="162" y="305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3" y="308"/>
                      <a:pt x="163" y="308"/>
                      <a:pt x="163" y="308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61" y="308"/>
                      <a:pt x="161" y="308"/>
                      <a:pt x="161" y="308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58" y="309"/>
                      <a:pt x="158" y="309"/>
                      <a:pt x="158" y="309"/>
                    </a:cubicBezTo>
                    <a:cubicBezTo>
                      <a:pt x="157" y="308"/>
                      <a:pt x="157" y="308"/>
                      <a:pt x="157" y="308"/>
                    </a:cubicBezTo>
                    <a:cubicBezTo>
                      <a:pt x="156" y="309"/>
                      <a:pt x="156" y="309"/>
                      <a:pt x="156" y="309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4" y="312"/>
                      <a:pt x="154" y="312"/>
                      <a:pt x="154" y="312"/>
                    </a:cubicBezTo>
                    <a:cubicBezTo>
                      <a:pt x="155" y="315"/>
                      <a:pt x="155" y="315"/>
                      <a:pt x="155" y="315"/>
                    </a:cubicBezTo>
                    <a:cubicBezTo>
                      <a:pt x="156" y="315"/>
                      <a:pt x="156" y="315"/>
                      <a:pt x="156" y="315"/>
                    </a:cubicBezTo>
                    <a:cubicBezTo>
                      <a:pt x="155" y="316"/>
                      <a:pt x="155" y="316"/>
                      <a:pt x="155" y="316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6" y="317"/>
                      <a:pt x="156" y="317"/>
                      <a:pt x="156" y="317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7" y="319"/>
                      <a:pt x="157" y="319"/>
                      <a:pt x="157" y="319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6" y="321"/>
                      <a:pt x="156" y="321"/>
                      <a:pt x="156" y="321"/>
                    </a:cubicBezTo>
                    <a:cubicBezTo>
                      <a:pt x="157" y="321"/>
                      <a:pt x="157" y="321"/>
                      <a:pt x="157" y="321"/>
                    </a:cubicBezTo>
                    <a:cubicBezTo>
                      <a:pt x="158" y="322"/>
                      <a:pt x="158" y="322"/>
                      <a:pt x="158" y="322"/>
                    </a:cubicBezTo>
                    <a:cubicBezTo>
                      <a:pt x="157" y="322"/>
                      <a:pt x="157" y="322"/>
                      <a:pt x="157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3" y="324"/>
                      <a:pt x="153" y="324"/>
                      <a:pt x="153" y="324"/>
                    </a:cubicBezTo>
                    <a:cubicBezTo>
                      <a:pt x="155" y="325"/>
                      <a:pt x="155" y="325"/>
                      <a:pt x="155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4" y="327"/>
                      <a:pt x="154" y="327"/>
                      <a:pt x="154" y="327"/>
                    </a:cubicBezTo>
                    <a:cubicBezTo>
                      <a:pt x="156" y="328"/>
                      <a:pt x="156" y="328"/>
                      <a:pt x="156" y="328"/>
                    </a:cubicBezTo>
                    <a:cubicBezTo>
                      <a:pt x="155" y="328"/>
                      <a:pt x="155" y="328"/>
                      <a:pt x="155" y="328"/>
                    </a:cubicBezTo>
                    <a:cubicBezTo>
                      <a:pt x="156" y="330"/>
                      <a:pt x="156" y="330"/>
                      <a:pt x="156" y="330"/>
                    </a:cubicBezTo>
                    <a:cubicBezTo>
                      <a:pt x="155" y="330"/>
                      <a:pt x="155" y="330"/>
                      <a:pt x="155" y="330"/>
                    </a:cubicBezTo>
                    <a:cubicBezTo>
                      <a:pt x="157" y="333"/>
                      <a:pt x="157" y="333"/>
                      <a:pt x="157" y="333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9" y="332"/>
                      <a:pt x="159" y="332"/>
                      <a:pt x="159" y="332"/>
                    </a:cubicBezTo>
                    <a:cubicBezTo>
                      <a:pt x="156" y="334"/>
                      <a:pt x="156" y="334"/>
                      <a:pt x="156" y="334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8" y="335"/>
                      <a:pt x="158" y="335"/>
                      <a:pt x="158" y="335"/>
                    </a:cubicBezTo>
                    <a:cubicBezTo>
                      <a:pt x="158" y="336"/>
                      <a:pt x="157" y="336"/>
                      <a:pt x="157" y="336"/>
                    </a:cubicBezTo>
                    <a:cubicBezTo>
                      <a:pt x="157" y="336"/>
                      <a:pt x="157" y="336"/>
                      <a:pt x="157" y="336"/>
                    </a:cubicBezTo>
                    <a:cubicBezTo>
                      <a:pt x="159" y="339"/>
                      <a:pt x="159" y="339"/>
                      <a:pt x="159" y="339"/>
                    </a:cubicBezTo>
                    <a:cubicBezTo>
                      <a:pt x="157" y="340"/>
                      <a:pt x="157" y="340"/>
                      <a:pt x="157" y="340"/>
                    </a:cubicBezTo>
                    <a:cubicBezTo>
                      <a:pt x="158" y="342"/>
                      <a:pt x="158" y="342"/>
                      <a:pt x="158" y="342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8"/>
                      <a:pt x="160" y="348"/>
                      <a:pt x="160" y="348"/>
                    </a:cubicBezTo>
                    <a:cubicBezTo>
                      <a:pt x="159" y="348"/>
                      <a:pt x="159" y="348"/>
                      <a:pt x="159" y="348"/>
                    </a:cubicBezTo>
                    <a:cubicBezTo>
                      <a:pt x="161" y="352"/>
                      <a:pt x="161" y="352"/>
                      <a:pt x="161" y="352"/>
                    </a:cubicBezTo>
                    <a:cubicBezTo>
                      <a:pt x="163" y="352"/>
                      <a:pt x="163" y="352"/>
                      <a:pt x="163" y="352"/>
                    </a:cubicBezTo>
                    <a:cubicBezTo>
                      <a:pt x="165" y="354"/>
                      <a:pt x="165" y="354"/>
                      <a:pt x="165" y="354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6" y="356"/>
                      <a:pt x="166" y="356"/>
                      <a:pt x="166" y="356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70" y="357"/>
                      <a:pt x="170" y="357"/>
                      <a:pt x="170" y="357"/>
                    </a:cubicBezTo>
                    <a:cubicBezTo>
                      <a:pt x="170" y="356"/>
                      <a:pt x="170" y="356"/>
                      <a:pt x="170" y="356"/>
                    </a:cubicBezTo>
                    <a:cubicBezTo>
                      <a:pt x="172" y="359"/>
                      <a:pt x="172" y="359"/>
                      <a:pt x="172" y="359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5" y="357"/>
                      <a:pt x="175" y="357"/>
                      <a:pt x="175" y="357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5"/>
                      <a:pt x="177" y="355"/>
                      <a:pt x="177" y="355"/>
                    </a:cubicBezTo>
                    <a:cubicBezTo>
                      <a:pt x="178" y="356"/>
                      <a:pt x="178" y="356"/>
                      <a:pt x="178" y="356"/>
                    </a:cubicBezTo>
                    <a:cubicBezTo>
                      <a:pt x="179" y="356"/>
                      <a:pt x="179" y="356"/>
                      <a:pt x="179" y="356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5" y="351"/>
                      <a:pt x="185" y="351"/>
                      <a:pt x="185" y="351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5" y="350"/>
                      <a:pt x="185" y="350"/>
                      <a:pt x="185" y="350"/>
                    </a:cubicBezTo>
                    <a:cubicBezTo>
                      <a:pt x="185" y="349"/>
                      <a:pt x="185" y="349"/>
                      <a:pt x="185" y="349"/>
                    </a:cubicBezTo>
                    <a:cubicBezTo>
                      <a:pt x="186" y="348"/>
                      <a:pt x="186" y="348"/>
                      <a:pt x="186" y="348"/>
                    </a:cubicBezTo>
                    <a:cubicBezTo>
                      <a:pt x="187" y="348"/>
                      <a:pt x="187" y="348"/>
                      <a:pt x="187" y="348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3" y="345"/>
                      <a:pt x="193" y="345"/>
                      <a:pt x="193" y="345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4" y="342"/>
                      <a:pt x="194" y="342"/>
                      <a:pt x="194" y="342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6" y="345"/>
                      <a:pt x="196" y="345"/>
                      <a:pt x="196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7" y="346"/>
                      <a:pt x="197" y="346"/>
                      <a:pt x="197" y="346"/>
                    </a:cubicBezTo>
                    <a:cubicBezTo>
                      <a:pt x="197" y="349"/>
                      <a:pt x="197" y="349"/>
                      <a:pt x="197" y="349"/>
                    </a:cubicBezTo>
                    <a:cubicBezTo>
                      <a:pt x="197" y="350"/>
                      <a:pt x="197" y="350"/>
                      <a:pt x="197" y="350"/>
                    </a:cubicBezTo>
                    <a:cubicBezTo>
                      <a:pt x="198" y="353"/>
                      <a:pt x="198" y="353"/>
                      <a:pt x="198" y="353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199" y="354"/>
                      <a:pt x="199" y="354"/>
                      <a:pt x="199" y="354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8" y="357"/>
                      <a:pt x="198" y="357"/>
                      <a:pt x="198" y="357"/>
                    </a:cubicBezTo>
                    <a:cubicBezTo>
                      <a:pt x="200" y="357"/>
                      <a:pt x="200" y="357"/>
                      <a:pt x="200" y="357"/>
                    </a:cubicBezTo>
                    <a:cubicBezTo>
                      <a:pt x="200" y="358"/>
                      <a:pt x="200" y="358"/>
                      <a:pt x="200" y="358"/>
                    </a:cubicBezTo>
                    <a:cubicBezTo>
                      <a:pt x="200" y="359"/>
                      <a:pt x="200" y="359"/>
                      <a:pt x="200" y="359"/>
                    </a:cubicBezTo>
                    <a:cubicBezTo>
                      <a:pt x="199" y="360"/>
                      <a:pt x="199" y="360"/>
                      <a:pt x="199" y="360"/>
                    </a:cubicBezTo>
                    <a:cubicBezTo>
                      <a:pt x="201" y="362"/>
                      <a:pt x="201" y="362"/>
                      <a:pt x="201" y="362"/>
                    </a:cubicBezTo>
                    <a:cubicBezTo>
                      <a:pt x="202" y="362"/>
                      <a:pt x="202" y="362"/>
                      <a:pt x="202" y="362"/>
                    </a:cubicBezTo>
                    <a:cubicBezTo>
                      <a:pt x="202" y="364"/>
                      <a:pt x="202" y="364"/>
                      <a:pt x="202" y="364"/>
                    </a:cubicBezTo>
                    <a:cubicBezTo>
                      <a:pt x="203" y="364"/>
                      <a:pt x="203" y="364"/>
                      <a:pt x="203" y="364"/>
                    </a:cubicBezTo>
                    <a:cubicBezTo>
                      <a:pt x="204" y="367"/>
                      <a:pt x="204" y="367"/>
                      <a:pt x="204" y="367"/>
                    </a:cubicBezTo>
                    <a:cubicBezTo>
                      <a:pt x="205" y="369"/>
                      <a:pt x="205" y="369"/>
                      <a:pt x="205" y="369"/>
                    </a:cubicBezTo>
                    <a:cubicBezTo>
                      <a:pt x="206" y="370"/>
                      <a:pt x="206" y="370"/>
                      <a:pt x="206" y="370"/>
                    </a:cubicBezTo>
                    <a:cubicBezTo>
                      <a:pt x="206" y="371"/>
                      <a:pt x="206" y="371"/>
                      <a:pt x="206" y="371"/>
                    </a:cubicBezTo>
                    <a:cubicBezTo>
                      <a:pt x="208" y="373"/>
                      <a:pt x="208" y="373"/>
                      <a:pt x="208" y="373"/>
                    </a:cubicBezTo>
                    <a:cubicBezTo>
                      <a:pt x="210" y="372"/>
                      <a:pt x="210" y="372"/>
                      <a:pt x="210" y="372"/>
                    </a:cubicBezTo>
                    <a:cubicBezTo>
                      <a:pt x="210" y="373"/>
                      <a:pt x="210" y="373"/>
                      <a:pt x="210" y="373"/>
                    </a:cubicBezTo>
                    <a:cubicBezTo>
                      <a:pt x="209" y="374"/>
                      <a:pt x="209" y="374"/>
                      <a:pt x="209" y="374"/>
                    </a:cubicBezTo>
                    <a:cubicBezTo>
                      <a:pt x="207" y="375"/>
                      <a:pt x="207" y="375"/>
                      <a:pt x="207" y="375"/>
                    </a:cubicBezTo>
                    <a:cubicBezTo>
                      <a:pt x="206" y="376"/>
                      <a:pt x="206" y="376"/>
                      <a:pt x="206" y="376"/>
                    </a:cubicBezTo>
                    <a:cubicBezTo>
                      <a:pt x="208" y="377"/>
                      <a:pt x="208" y="377"/>
                      <a:pt x="208" y="377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9" y="379"/>
                      <a:pt x="209" y="379"/>
                      <a:pt x="209" y="379"/>
                    </a:cubicBezTo>
                    <a:cubicBezTo>
                      <a:pt x="210" y="382"/>
                      <a:pt x="210" y="382"/>
                      <a:pt x="210" y="382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7" y="377"/>
                      <a:pt x="207" y="377"/>
                      <a:pt x="207" y="377"/>
                    </a:cubicBezTo>
                    <a:cubicBezTo>
                      <a:pt x="205" y="377"/>
                      <a:pt x="205" y="377"/>
                      <a:pt x="205" y="377"/>
                    </a:cubicBezTo>
                    <a:cubicBezTo>
                      <a:pt x="203" y="377"/>
                      <a:pt x="203" y="377"/>
                      <a:pt x="203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1" y="378"/>
                      <a:pt x="201" y="378"/>
                      <a:pt x="201" y="378"/>
                    </a:cubicBezTo>
                    <a:cubicBezTo>
                      <a:pt x="200" y="379"/>
                      <a:pt x="200" y="379"/>
                      <a:pt x="200" y="379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198" y="381"/>
                      <a:pt x="198" y="381"/>
                      <a:pt x="198" y="381"/>
                    </a:cubicBezTo>
                    <a:cubicBezTo>
                      <a:pt x="198" y="382"/>
                      <a:pt x="198" y="382"/>
                      <a:pt x="198" y="382"/>
                    </a:cubicBezTo>
                    <a:cubicBezTo>
                      <a:pt x="199" y="383"/>
                      <a:pt x="199" y="383"/>
                      <a:pt x="199" y="383"/>
                    </a:cubicBezTo>
                    <a:cubicBezTo>
                      <a:pt x="199" y="385"/>
                      <a:pt x="199" y="385"/>
                      <a:pt x="199" y="385"/>
                    </a:cubicBezTo>
                    <a:cubicBezTo>
                      <a:pt x="200" y="386"/>
                      <a:pt x="200" y="386"/>
                      <a:pt x="200" y="386"/>
                    </a:cubicBezTo>
                    <a:cubicBezTo>
                      <a:pt x="201" y="386"/>
                      <a:pt x="201" y="386"/>
                      <a:pt x="201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7"/>
                      <a:pt x="202" y="387"/>
                      <a:pt x="202" y="387"/>
                    </a:cubicBezTo>
                    <a:cubicBezTo>
                      <a:pt x="202" y="388"/>
                      <a:pt x="202" y="388"/>
                      <a:pt x="202" y="388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1" y="389"/>
                      <a:pt x="201" y="389"/>
                      <a:pt x="201" y="389"/>
                    </a:cubicBezTo>
                    <a:cubicBezTo>
                      <a:pt x="200" y="388"/>
                      <a:pt x="200" y="388"/>
                      <a:pt x="200" y="388"/>
                    </a:cubicBezTo>
                    <a:cubicBezTo>
                      <a:pt x="198" y="388"/>
                      <a:pt x="198" y="388"/>
                      <a:pt x="198" y="388"/>
                    </a:cubicBezTo>
                    <a:cubicBezTo>
                      <a:pt x="198" y="389"/>
                      <a:pt x="198" y="389"/>
                      <a:pt x="198" y="389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7" y="386"/>
                      <a:pt x="197" y="386"/>
                    </a:cubicBezTo>
                    <a:cubicBezTo>
                      <a:pt x="197" y="384"/>
                      <a:pt x="197" y="384"/>
                      <a:pt x="197" y="384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5" y="382"/>
                      <a:pt x="195" y="382"/>
                      <a:pt x="195" y="382"/>
                    </a:cubicBezTo>
                    <a:cubicBezTo>
                      <a:pt x="194" y="382"/>
                      <a:pt x="194" y="382"/>
                      <a:pt x="194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2" y="381"/>
                      <a:pt x="192" y="381"/>
                      <a:pt x="192" y="381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4" y="378"/>
                      <a:pt x="194" y="378"/>
                      <a:pt x="194" y="378"/>
                    </a:cubicBezTo>
                    <a:cubicBezTo>
                      <a:pt x="193" y="377"/>
                      <a:pt x="193" y="377"/>
                      <a:pt x="193" y="377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3" y="382"/>
                      <a:pt x="193" y="382"/>
                      <a:pt x="193" y="382"/>
                    </a:cubicBezTo>
                    <a:cubicBezTo>
                      <a:pt x="196" y="381"/>
                      <a:pt x="196" y="381"/>
                      <a:pt x="196" y="381"/>
                    </a:cubicBezTo>
                    <a:cubicBezTo>
                      <a:pt x="196" y="380"/>
                      <a:pt x="196" y="380"/>
                      <a:pt x="196" y="380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7" y="377"/>
                      <a:pt x="197" y="377"/>
                      <a:pt x="197" y="377"/>
                    </a:cubicBezTo>
                    <a:cubicBezTo>
                      <a:pt x="198" y="376"/>
                      <a:pt x="198" y="376"/>
                      <a:pt x="198" y="376"/>
                    </a:cubicBezTo>
                    <a:cubicBezTo>
                      <a:pt x="198" y="374"/>
                      <a:pt x="198" y="374"/>
                      <a:pt x="198" y="374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5" y="373"/>
                      <a:pt x="195" y="373"/>
                      <a:pt x="195" y="373"/>
                    </a:cubicBezTo>
                    <a:cubicBezTo>
                      <a:pt x="194" y="373"/>
                      <a:pt x="194" y="373"/>
                      <a:pt x="194" y="373"/>
                    </a:cubicBezTo>
                    <a:cubicBezTo>
                      <a:pt x="193" y="372"/>
                      <a:pt x="193" y="372"/>
                      <a:pt x="193" y="372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2" y="371"/>
                      <a:pt x="192" y="371"/>
                      <a:pt x="192" y="371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3" y="369"/>
                      <a:pt x="193" y="369"/>
                      <a:pt x="193" y="369"/>
                    </a:cubicBezTo>
                    <a:cubicBezTo>
                      <a:pt x="192" y="369"/>
                      <a:pt x="192" y="369"/>
                      <a:pt x="192" y="369"/>
                    </a:cubicBezTo>
                    <a:cubicBezTo>
                      <a:pt x="193" y="368"/>
                      <a:pt x="193" y="368"/>
                      <a:pt x="193" y="368"/>
                    </a:cubicBezTo>
                    <a:cubicBezTo>
                      <a:pt x="194" y="366"/>
                      <a:pt x="194" y="366"/>
                      <a:pt x="194" y="366"/>
                    </a:cubicBezTo>
                    <a:cubicBezTo>
                      <a:pt x="194" y="364"/>
                      <a:pt x="194" y="364"/>
                      <a:pt x="194" y="364"/>
                    </a:cubicBezTo>
                    <a:cubicBezTo>
                      <a:pt x="194" y="363"/>
                      <a:pt x="194" y="363"/>
                      <a:pt x="194" y="363"/>
                    </a:cubicBezTo>
                    <a:cubicBezTo>
                      <a:pt x="194" y="362"/>
                      <a:pt x="194" y="362"/>
                      <a:pt x="194" y="362"/>
                    </a:cubicBezTo>
                    <a:cubicBezTo>
                      <a:pt x="195" y="360"/>
                      <a:pt x="195" y="360"/>
                      <a:pt x="195" y="360"/>
                    </a:cubicBezTo>
                    <a:cubicBezTo>
                      <a:pt x="195" y="358"/>
                      <a:pt x="195" y="358"/>
                      <a:pt x="195" y="358"/>
                    </a:cubicBezTo>
                    <a:cubicBezTo>
                      <a:pt x="192" y="361"/>
                      <a:pt x="192" y="361"/>
                      <a:pt x="192" y="361"/>
                    </a:cubicBezTo>
                    <a:cubicBezTo>
                      <a:pt x="190" y="362"/>
                      <a:pt x="190" y="362"/>
                      <a:pt x="190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8" y="363"/>
                      <a:pt x="188" y="363"/>
                      <a:pt x="188" y="363"/>
                    </a:cubicBezTo>
                    <a:cubicBezTo>
                      <a:pt x="187" y="365"/>
                      <a:pt x="187" y="365"/>
                      <a:pt x="187" y="365"/>
                    </a:cubicBezTo>
                    <a:cubicBezTo>
                      <a:pt x="186" y="366"/>
                      <a:pt x="186" y="366"/>
                      <a:pt x="186" y="366"/>
                    </a:cubicBezTo>
                    <a:cubicBezTo>
                      <a:pt x="184" y="366"/>
                      <a:pt x="184" y="366"/>
                      <a:pt x="184" y="366"/>
                    </a:cubicBezTo>
                    <a:cubicBezTo>
                      <a:pt x="183" y="367"/>
                      <a:pt x="183" y="367"/>
                      <a:pt x="183" y="367"/>
                    </a:cubicBezTo>
                    <a:cubicBezTo>
                      <a:pt x="182" y="367"/>
                      <a:pt x="182" y="367"/>
                      <a:pt x="182" y="367"/>
                    </a:cubicBezTo>
                    <a:cubicBezTo>
                      <a:pt x="180" y="367"/>
                      <a:pt x="180" y="367"/>
                      <a:pt x="180" y="367"/>
                    </a:cubicBezTo>
                    <a:cubicBezTo>
                      <a:pt x="180" y="369"/>
                      <a:pt x="180" y="369"/>
                      <a:pt x="180" y="369"/>
                    </a:cubicBezTo>
                    <a:cubicBezTo>
                      <a:pt x="178" y="370"/>
                      <a:pt x="178" y="370"/>
                      <a:pt x="178" y="370"/>
                    </a:cubicBezTo>
                    <a:cubicBezTo>
                      <a:pt x="180" y="371"/>
                      <a:pt x="180" y="371"/>
                      <a:pt x="180" y="371"/>
                    </a:cubicBezTo>
                    <a:cubicBezTo>
                      <a:pt x="181" y="371"/>
                      <a:pt x="181" y="371"/>
                      <a:pt x="181" y="371"/>
                    </a:cubicBezTo>
                    <a:cubicBezTo>
                      <a:pt x="182" y="372"/>
                      <a:pt x="182" y="372"/>
                      <a:pt x="182" y="372"/>
                    </a:cubicBezTo>
                    <a:cubicBezTo>
                      <a:pt x="181" y="372"/>
                      <a:pt x="181" y="372"/>
                      <a:pt x="181" y="372"/>
                    </a:cubicBezTo>
                    <a:cubicBezTo>
                      <a:pt x="180" y="372"/>
                      <a:pt x="180" y="372"/>
                      <a:pt x="180" y="372"/>
                    </a:cubicBezTo>
                    <a:cubicBezTo>
                      <a:pt x="178" y="374"/>
                      <a:pt x="178" y="374"/>
                      <a:pt x="178" y="374"/>
                    </a:cubicBezTo>
                    <a:cubicBezTo>
                      <a:pt x="179" y="375"/>
                      <a:pt x="179" y="375"/>
                      <a:pt x="179" y="375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78" y="378"/>
                      <a:pt x="178" y="378"/>
                      <a:pt x="178" y="378"/>
                    </a:cubicBezTo>
                    <a:cubicBezTo>
                      <a:pt x="179" y="378"/>
                      <a:pt x="179" y="378"/>
                      <a:pt x="179" y="378"/>
                    </a:cubicBezTo>
                    <a:cubicBezTo>
                      <a:pt x="179" y="380"/>
                      <a:pt x="179" y="380"/>
                      <a:pt x="179" y="380"/>
                    </a:cubicBezTo>
                    <a:cubicBezTo>
                      <a:pt x="180" y="380"/>
                      <a:pt x="180" y="380"/>
                      <a:pt x="180" y="380"/>
                    </a:cubicBezTo>
                    <a:cubicBezTo>
                      <a:pt x="178" y="381"/>
                      <a:pt x="178" y="381"/>
                      <a:pt x="178" y="381"/>
                    </a:cubicBezTo>
                    <a:cubicBezTo>
                      <a:pt x="177" y="383"/>
                      <a:pt x="177" y="383"/>
                      <a:pt x="177" y="383"/>
                    </a:cubicBezTo>
                    <a:cubicBezTo>
                      <a:pt x="179" y="385"/>
                      <a:pt x="179" y="385"/>
                      <a:pt x="179" y="385"/>
                    </a:cubicBezTo>
                    <a:cubicBezTo>
                      <a:pt x="180" y="384"/>
                      <a:pt x="180" y="384"/>
                      <a:pt x="180" y="384"/>
                    </a:cubicBezTo>
                    <a:cubicBezTo>
                      <a:pt x="181" y="385"/>
                      <a:pt x="181" y="385"/>
                      <a:pt x="181" y="385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90"/>
                      <a:pt x="181" y="390"/>
                      <a:pt x="181" y="390"/>
                    </a:cubicBezTo>
                    <a:cubicBezTo>
                      <a:pt x="182" y="391"/>
                      <a:pt x="182" y="391"/>
                      <a:pt x="182" y="391"/>
                    </a:cubicBezTo>
                    <a:cubicBezTo>
                      <a:pt x="183" y="391"/>
                      <a:pt x="183" y="391"/>
                      <a:pt x="183" y="391"/>
                    </a:cubicBezTo>
                    <a:cubicBezTo>
                      <a:pt x="183" y="392"/>
                      <a:pt x="183" y="392"/>
                      <a:pt x="183" y="392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2" y="393"/>
                      <a:pt x="182" y="393"/>
                      <a:pt x="182" y="393"/>
                    </a:cubicBezTo>
                    <a:cubicBezTo>
                      <a:pt x="182" y="396"/>
                      <a:pt x="182" y="396"/>
                      <a:pt x="182" y="396"/>
                    </a:cubicBezTo>
                    <a:cubicBezTo>
                      <a:pt x="183" y="395"/>
                      <a:pt x="183" y="395"/>
                      <a:pt x="183" y="395"/>
                    </a:cubicBezTo>
                    <a:cubicBezTo>
                      <a:pt x="183" y="396"/>
                      <a:pt x="183" y="396"/>
                      <a:pt x="183" y="396"/>
                    </a:cubicBezTo>
                    <a:cubicBezTo>
                      <a:pt x="184" y="397"/>
                      <a:pt x="184" y="397"/>
                      <a:pt x="184" y="397"/>
                    </a:cubicBezTo>
                    <a:cubicBezTo>
                      <a:pt x="183" y="398"/>
                      <a:pt x="183" y="398"/>
                      <a:pt x="183" y="398"/>
                    </a:cubicBezTo>
                    <a:cubicBezTo>
                      <a:pt x="183" y="399"/>
                      <a:pt x="183" y="399"/>
                      <a:pt x="183" y="399"/>
                    </a:cubicBezTo>
                    <a:cubicBezTo>
                      <a:pt x="184" y="399"/>
                      <a:pt x="184" y="399"/>
                      <a:pt x="184" y="399"/>
                    </a:cubicBezTo>
                    <a:cubicBezTo>
                      <a:pt x="182" y="400"/>
                      <a:pt x="182" y="400"/>
                      <a:pt x="182" y="400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0" y="401"/>
                      <a:pt x="180" y="401"/>
                      <a:pt x="180" y="401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9" y="403"/>
                      <a:pt x="179" y="403"/>
                      <a:pt x="179" y="403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7" y="400"/>
                      <a:pt x="177" y="400"/>
                      <a:pt x="177" y="400"/>
                    </a:cubicBezTo>
                    <a:cubicBezTo>
                      <a:pt x="176" y="401"/>
                      <a:pt x="176" y="401"/>
                      <a:pt x="176" y="401"/>
                    </a:cubicBezTo>
                    <a:cubicBezTo>
                      <a:pt x="172" y="402"/>
                      <a:pt x="172" y="402"/>
                      <a:pt x="172" y="402"/>
                    </a:cubicBezTo>
                    <a:cubicBezTo>
                      <a:pt x="171" y="404"/>
                      <a:pt x="171" y="404"/>
                      <a:pt x="171" y="404"/>
                    </a:cubicBezTo>
                    <a:cubicBezTo>
                      <a:pt x="172" y="404"/>
                      <a:pt x="172" y="404"/>
                      <a:pt x="172" y="404"/>
                    </a:cubicBezTo>
                    <a:cubicBezTo>
                      <a:pt x="170" y="404"/>
                      <a:pt x="170" y="404"/>
                      <a:pt x="170" y="404"/>
                    </a:cubicBezTo>
                    <a:cubicBezTo>
                      <a:pt x="168" y="404"/>
                      <a:pt x="168" y="404"/>
                      <a:pt x="168" y="404"/>
                    </a:cubicBezTo>
                    <a:cubicBezTo>
                      <a:pt x="166" y="405"/>
                      <a:pt x="166" y="405"/>
                      <a:pt x="166" y="405"/>
                    </a:cubicBezTo>
                    <a:cubicBezTo>
                      <a:pt x="165" y="404"/>
                      <a:pt x="165" y="404"/>
                      <a:pt x="165" y="404"/>
                    </a:cubicBezTo>
                    <a:cubicBezTo>
                      <a:pt x="164" y="405"/>
                      <a:pt x="164" y="405"/>
                      <a:pt x="164" y="405"/>
                    </a:cubicBezTo>
                    <a:cubicBezTo>
                      <a:pt x="162" y="405"/>
                      <a:pt x="162" y="405"/>
                      <a:pt x="162" y="405"/>
                    </a:cubicBezTo>
                    <a:cubicBezTo>
                      <a:pt x="161" y="407"/>
                      <a:pt x="161" y="407"/>
                      <a:pt x="161" y="407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6" y="409"/>
                      <a:pt x="156" y="409"/>
                      <a:pt x="156" y="409"/>
                    </a:cubicBezTo>
                    <a:cubicBezTo>
                      <a:pt x="155" y="411"/>
                      <a:pt x="155" y="411"/>
                      <a:pt x="155" y="411"/>
                    </a:cubicBezTo>
                    <a:cubicBezTo>
                      <a:pt x="154" y="412"/>
                      <a:pt x="154" y="412"/>
                      <a:pt x="154" y="412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5"/>
                      <a:pt x="154" y="415"/>
                      <a:pt x="154" y="415"/>
                    </a:cubicBezTo>
                    <a:cubicBezTo>
                      <a:pt x="154" y="416"/>
                      <a:pt x="154" y="416"/>
                      <a:pt x="154" y="416"/>
                    </a:cubicBezTo>
                    <a:cubicBezTo>
                      <a:pt x="153" y="417"/>
                      <a:pt x="153" y="417"/>
                      <a:pt x="153" y="417"/>
                    </a:cubicBezTo>
                    <a:cubicBezTo>
                      <a:pt x="152" y="418"/>
                      <a:pt x="152" y="418"/>
                      <a:pt x="152" y="418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1" y="421"/>
                      <a:pt x="151" y="421"/>
                      <a:pt x="151" y="421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2"/>
                      <a:pt x="149" y="422"/>
                      <a:pt x="149" y="422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3"/>
                      <a:pt x="149" y="423"/>
                      <a:pt x="149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6" y="425"/>
                      <a:pt x="146" y="425"/>
                      <a:pt x="146" y="425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7"/>
                      <a:pt x="145" y="427"/>
                      <a:pt x="145" y="427"/>
                    </a:cubicBezTo>
                    <a:cubicBezTo>
                      <a:pt x="143" y="428"/>
                      <a:pt x="143" y="428"/>
                      <a:pt x="143" y="428"/>
                    </a:cubicBezTo>
                    <a:cubicBezTo>
                      <a:pt x="142" y="427"/>
                      <a:pt x="142" y="427"/>
                      <a:pt x="142" y="427"/>
                    </a:cubicBezTo>
                    <a:cubicBezTo>
                      <a:pt x="140" y="429"/>
                      <a:pt x="140" y="429"/>
                      <a:pt x="140" y="429"/>
                    </a:cubicBezTo>
                    <a:cubicBezTo>
                      <a:pt x="139" y="430"/>
                      <a:pt x="139" y="430"/>
                      <a:pt x="139" y="430"/>
                    </a:cubicBezTo>
                    <a:cubicBezTo>
                      <a:pt x="139" y="432"/>
                      <a:pt x="139" y="432"/>
                      <a:pt x="139" y="432"/>
                    </a:cubicBezTo>
                    <a:cubicBezTo>
                      <a:pt x="139" y="435"/>
                      <a:pt x="139" y="435"/>
                      <a:pt x="139" y="435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5" y="438"/>
                      <a:pt x="135" y="438"/>
                      <a:pt x="135" y="438"/>
                    </a:cubicBezTo>
                    <a:cubicBezTo>
                      <a:pt x="134" y="438"/>
                      <a:pt x="134" y="438"/>
                      <a:pt x="134" y="438"/>
                    </a:cubicBezTo>
                    <a:cubicBezTo>
                      <a:pt x="132" y="437"/>
                      <a:pt x="132" y="437"/>
                      <a:pt x="132" y="437"/>
                    </a:cubicBezTo>
                    <a:cubicBezTo>
                      <a:pt x="129" y="439"/>
                      <a:pt x="129" y="439"/>
                      <a:pt x="129" y="439"/>
                    </a:cubicBezTo>
                    <a:cubicBezTo>
                      <a:pt x="128" y="441"/>
                      <a:pt x="128" y="441"/>
                      <a:pt x="128" y="441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3"/>
                      <a:pt x="129" y="443"/>
                      <a:pt x="129" y="443"/>
                    </a:cubicBezTo>
                    <a:cubicBezTo>
                      <a:pt x="127" y="443"/>
                      <a:pt x="127" y="443"/>
                      <a:pt x="127" y="443"/>
                    </a:cubicBezTo>
                    <a:cubicBezTo>
                      <a:pt x="124" y="443"/>
                      <a:pt x="124" y="443"/>
                      <a:pt x="124" y="443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1" y="442"/>
                      <a:pt x="121" y="442"/>
                      <a:pt x="121" y="442"/>
                    </a:cubicBezTo>
                    <a:cubicBezTo>
                      <a:pt x="121" y="441"/>
                      <a:pt x="121" y="441"/>
                      <a:pt x="121" y="441"/>
                    </a:cubicBezTo>
                    <a:cubicBezTo>
                      <a:pt x="121" y="440"/>
                      <a:pt x="121" y="440"/>
                      <a:pt x="121" y="440"/>
                    </a:cubicBezTo>
                    <a:cubicBezTo>
                      <a:pt x="119" y="439"/>
                      <a:pt x="119" y="439"/>
                      <a:pt x="119" y="439"/>
                    </a:cubicBezTo>
                    <a:cubicBezTo>
                      <a:pt x="118" y="440"/>
                      <a:pt x="118" y="440"/>
                      <a:pt x="118" y="440"/>
                    </a:cubicBezTo>
                    <a:cubicBezTo>
                      <a:pt x="116" y="440"/>
                      <a:pt x="116" y="440"/>
                      <a:pt x="116" y="440"/>
                    </a:cubicBezTo>
                    <a:cubicBezTo>
                      <a:pt x="115" y="439"/>
                      <a:pt x="115" y="439"/>
                      <a:pt x="115" y="439"/>
                    </a:cubicBezTo>
                    <a:cubicBezTo>
                      <a:pt x="115" y="442"/>
                      <a:pt x="115" y="442"/>
                      <a:pt x="115" y="442"/>
                    </a:cubicBezTo>
                    <a:cubicBezTo>
                      <a:pt x="115" y="443"/>
                      <a:pt x="115" y="443"/>
                      <a:pt x="115" y="443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6"/>
                      <a:pt x="117" y="446"/>
                      <a:pt x="117" y="446"/>
                    </a:cubicBezTo>
                    <a:cubicBezTo>
                      <a:pt x="117" y="448"/>
                      <a:pt x="117" y="448"/>
                      <a:pt x="117" y="448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6" y="449"/>
                      <a:pt x="116" y="449"/>
                      <a:pt x="116" y="449"/>
                    </a:cubicBezTo>
                    <a:cubicBezTo>
                      <a:pt x="115" y="449"/>
                      <a:pt x="115" y="449"/>
                      <a:pt x="115" y="449"/>
                    </a:cubicBezTo>
                    <a:cubicBezTo>
                      <a:pt x="114" y="449"/>
                      <a:pt x="114" y="449"/>
                      <a:pt x="114" y="449"/>
                    </a:cubicBezTo>
                    <a:cubicBezTo>
                      <a:pt x="113" y="449"/>
                      <a:pt x="113" y="449"/>
                      <a:pt x="113" y="449"/>
                    </a:cubicBezTo>
                    <a:cubicBezTo>
                      <a:pt x="112" y="449"/>
                      <a:pt x="112" y="449"/>
                      <a:pt x="112" y="449"/>
                    </a:cubicBezTo>
                    <a:cubicBezTo>
                      <a:pt x="111" y="450"/>
                      <a:pt x="111" y="450"/>
                      <a:pt x="111" y="450"/>
                    </a:cubicBezTo>
                    <a:cubicBezTo>
                      <a:pt x="109" y="447"/>
                      <a:pt x="109" y="447"/>
                      <a:pt x="109" y="447"/>
                    </a:cubicBezTo>
                    <a:cubicBezTo>
                      <a:pt x="107" y="447"/>
                      <a:pt x="107" y="447"/>
                      <a:pt x="107" y="447"/>
                    </a:cubicBezTo>
                    <a:cubicBezTo>
                      <a:pt x="105" y="447"/>
                      <a:pt x="105" y="447"/>
                      <a:pt x="105" y="447"/>
                    </a:cubicBezTo>
                    <a:cubicBezTo>
                      <a:pt x="104" y="449"/>
                      <a:pt x="104" y="449"/>
                      <a:pt x="104" y="449"/>
                    </a:cubicBezTo>
                    <a:cubicBezTo>
                      <a:pt x="103" y="448"/>
                      <a:pt x="103" y="448"/>
                      <a:pt x="103" y="448"/>
                    </a:cubicBezTo>
                    <a:cubicBezTo>
                      <a:pt x="103" y="449"/>
                      <a:pt x="103" y="449"/>
                      <a:pt x="103" y="449"/>
                    </a:cubicBezTo>
                    <a:cubicBezTo>
                      <a:pt x="102" y="449"/>
                      <a:pt x="102" y="449"/>
                      <a:pt x="102" y="449"/>
                    </a:cubicBezTo>
                    <a:cubicBezTo>
                      <a:pt x="100" y="449"/>
                      <a:pt x="100" y="449"/>
                      <a:pt x="100" y="449"/>
                    </a:cubicBezTo>
                    <a:cubicBezTo>
                      <a:pt x="99" y="450"/>
                      <a:pt x="99" y="450"/>
                      <a:pt x="99" y="450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5" y="451"/>
                      <a:pt x="95" y="451"/>
                      <a:pt x="95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4"/>
                      <a:pt x="97" y="454"/>
                      <a:pt x="97" y="454"/>
                    </a:cubicBezTo>
                    <a:cubicBezTo>
                      <a:pt x="97" y="455"/>
                      <a:pt x="97" y="455"/>
                      <a:pt x="97" y="455"/>
                    </a:cubicBezTo>
                    <a:cubicBezTo>
                      <a:pt x="97" y="456"/>
                      <a:pt x="97" y="456"/>
                      <a:pt x="97" y="456"/>
                    </a:cubicBezTo>
                    <a:cubicBezTo>
                      <a:pt x="98" y="456"/>
                      <a:pt x="98" y="456"/>
                      <a:pt x="98" y="456"/>
                    </a:cubicBezTo>
                    <a:cubicBezTo>
                      <a:pt x="99" y="457"/>
                      <a:pt x="99" y="457"/>
                      <a:pt x="99" y="457"/>
                    </a:cubicBezTo>
                    <a:cubicBezTo>
                      <a:pt x="98" y="459"/>
                      <a:pt x="98" y="459"/>
                      <a:pt x="98" y="459"/>
                    </a:cubicBezTo>
                    <a:cubicBezTo>
                      <a:pt x="101" y="458"/>
                      <a:pt x="101" y="458"/>
                      <a:pt x="101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4" y="459"/>
                      <a:pt x="104" y="459"/>
                      <a:pt x="104" y="459"/>
                    </a:cubicBezTo>
                    <a:cubicBezTo>
                      <a:pt x="105" y="459"/>
                      <a:pt x="105" y="459"/>
                      <a:pt x="105" y="459"/>
                    </a:cubicBezTo>
                    <a:cubicBezTo>
                      <a:pt x="106" y="459"/>
                      <a:pt x="106" y="459"/>
                      <a:pt x="106" y="459"/>
                    </a:cubicBezTo>
                    <a:cubicBezTo>
                      <a:pt x="108" y="461"/>
                      <a:pt x="108" y="461"/>
                      <a:pt x="108" y="461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10" y="461"/>
                      <a:pt x="110" y="461"/>
                      <a:pt x="110" y="461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2"/>
                      <a:pt x="111" y="462"/>
                      <a:pt x="111" y="462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3" y="463"/>
                      <a:pt x="113" y="463"/>
                      <a:pt x="113" y="463"/>
                    </a:cubicBezTo>
                    <a:cubicBezTo>
                      <a:pt x="113" y="464"/>
                      <a:pt x="113" y="464"/>
                      <a:pt x="113" y="464"/>
                    </a:cubicBezTo>
                    <a:cubicBezTo>
                      <a:pt x="114" y="465"/>
                      <a:pt x="114" y="465"/>
                      <a:pt x="114" y="465"/>
                    </a:cubicBezTo>
                    <a:cubicBezTo>
                      <a:pt x="114" y="466"/>
                      <a:pt x="114" y="466"/>
                      <a:pt x="114" y="466"/>
                    </a:cubicBezTo>
                    <a:cubicBezTo>
                      <a:pt x="113" y="467"/>
                      <a:pt x="113" y="467"/>
                      <a:pt x="113" y="467"/>
                    </a:cubicBezTo>
                    <a:cubicBezTo>
                      <a:pt x="114" y="468"/>
                      <a:pt x="114" y="468"/>
                      <a:pt x="114" y="468"/>
                    </a:cubicBezTo>
                    <a:cubicBezTo>
                      <a:pt x="115" y="469"/>
                      <a:pt x="115" y="469"/>
                      <a:pt x="115" y="469"/>
                    </a:cubicBezTo>
                    <a:cubicBezTo>
                      <a:pt x="117" y="471"/>
                      <a:pt x="117" y="471"/>
                      <a:pt x="117" y="471"/>
                    </a:cubicBezTo>
                    <a:cubicBezTo>
                      <a:pt x="119" y="471"/>
                      <a:pt x="119" y="471"/>
                      <a:pt x="119" y="471"/>
                    </a:cubicBezTo>
                    <a:cubicBezTo>
                      <a:pt x="120" y="472"/>
                      <a:pt x="120" y="472"/>
                      <a:pt x="120" y="472"/>
                    </a:cubicBezTo>
                    <a:cubicBezTo>
                      <a:pt x="120" y="473"/>
                      <a:pt x="120" y="473"/>
                      <a:pt x="120" y="473"/>
                    </a:cubicBezTo>
                    <a:cubicBezTo>
                      <a:pt x="121" y="474"/>
                      <a:pt x="121" y="474"/>
                      <a:pt x="121" y="474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19" y="477"/>
                      <a:pt x="119" y="477"/>
                      <a:pt x="119" y="477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0" y="479"/>
                      <a:pt x="120" y="479"/>
                      <a:pt x="120" y="479"/>
                    </a:cubicBezTo>
                    <a:cubicBezTo>
                      <a:pt x="119" y="483"/>
                      <a:pt x="119" y="483"/>
                      <a:pt x="119" y="483"/>
                    </a:cubicBezTo>
                    <a:cubicBezTo>
                      <a:pt x="119" y="486"/>
                      <a:pt x="119" y="486"/>
                      <a:pt x="119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19" y="491"/>
                      <a:pt x="119" y="491"/>
                      <a:pt x="119" y="491"/>
                    </a:cubicBezTo>
                    <a:cubicBezTo>
                      <a:pt x="118" y="495"/>
                      <a:pt x="118" y="495"/>
                      <a:pt x="118" y="495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6" y="496"/>
                      <a:pt x="116" y="496"/>
                      <a:pt x="116" y="496"/>
                    </a:cubicBezTo>
                    <a:cubicBezTo>
                      <a:pt x="116" y="497"/>
                      <a:pt x="116" y="497"/>
                      <a:pt x="116" y="497"/>
                    </a:cubicBezTo>
                    <a:cubicBezTo>
                      <a:pt x="115" y="497"/>
                      <a:pt x="115" y="497"/>
                      <a:pt x="115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1" y="496"/>
                      <a:pt x="111" y="496"/>
                      <a:pt x="111" y="496"/>
                    </a:cubicBezTo>
                    <a:cubicBezTo>
                      <a:pt x="109" y="496"/>
                      <a:pt x="109" y="496"/>
                      <a:pt x="109" y="496"/>
                    </a:cubicBezTo>
                    <a:cubicBezTo>
                      <a:pt x="108" y="497"/>
                      <a:pt x="108" y="497"/>
                      <a:pt x="108" y="497"/>
                    </a:cubicBezTo>
                    <a:cubicBezTo>
                      <a:pt x="106" y="496"/>
                      <a:pt x="106" y="496"/>
                      <a:pt x="106" y="496"/>
                    </a:cubicBezTo>
                    <a:cubicBezTo>
                      <a:pt x="105" y="495"/>
                      <a:pt x="105" y="495"/>
                      <a:pt x="105" y="495"/>
                    </a:cubicBezTo>
                    <a:cubicBezTo>
                      <a:pt x="102" y="495"/>
                      <a:pt x="102" y="495"/>
                      <a:pt x="102" y="495"/>
                    </a:cubicBezTo>
                    <a:cubicBezTo>
                      <a:pt x="98" y="496"/>
                      <a:pt x="98" y="496"/>
                      <a:pt x="98" y="496"/>
                    </a:cubicBezTo>
                    <a:cubicBezTo>
                      <a:pt x="96" y="496"/>
                      <a:pt x="96" y="496"/>
                      <a:pt x="96" y="496"/>
                    </a:cubicBezTo>
                    <a:cubicBezTo>
                      <a:pt x="91" y="495"/>
                      <a:pt x="91" y="495"/>
                      <a:pt x="91" y="495"/>
                    </a:cubicBezTo>
                    <a:cubicBezTo>
                      <a:pt x="89" y="494"/>
                      <a:pt x="89" y="494"/>
                      <a:pt x="89" y="494"/>
                    </a:cubicBezTo>
                    <a:cubicBezTo>
                      <a:pt x="88" y="493"/>
                      <a:pt x="88" y="493"/>
                      <a:pt x="88" y="493"/>
                    </a:cubicBezTo>
                    <a:cubicBezTo>
                      <a:pt x="86" y="494"/>
                      <a:pt x="86" y="494"/>
                      <a:pt x="86" y="494"/>
                    </a:cubicBezTo>
                    <a:cubicBezTo>
                      <a:pt x="84" y="495"/>
                      <a:pt x="84" y="495"/>
                      <a:pt x="84" y="495"/>
                    </a:cubicBezTo>
                    <a:cubicBezTo>
                      <a:pt x="82" y="494"/>
                      <a:pt x="82" y="494"/>
                      <a:pt x="82" y="494"/>
                    </a:cubicBezTo>
                    <a:cubicBezTo>
                      <a:pt x="80" y="494"/>
                      <a:pt x="80" y="494"/>
                      <a:pt x="80" y="494"/>
                    </a:cubicBezTo>
                    <a:cubicBezTo>
                      <a:pt x="79" y="495"/>
                      <a:pt x="79" y="495"/>
                      <a:pt x="79" y="495"/>
                    </a:cubicBezTo>
                    <a:cubicBezTo>
                      <a:pt x="78" y="493"/>
                      <a:pt x="78" y="493"/>
                      <a:pt x="78" y="493"/>
                    </a:cubicBezTo>
                    <a:cubicBezTo>
                      <a:pt x="76" y="493"/>
                      <a:pt x="76" y="493"/>
                      <a:pt x="76" y="493"/>
                    </a:cubicBezTo>
                    <a:cubicBezTo>
                      <a:pt x="75" y="493"/>
                      <a:pt x="75" y="493"/>
                      <a:pt x="75" y="493"/>
                    </a:cubicBezTo>
                    <a:cubicBezTo>
                      <a:pt x="74" y="493"/>
                      <a:pt x="74" y="493"/>
                      <a:pt x="74" y="493"/>
                    </a:cubicBezTo>
                    <a:cubicBezTo>
                      <a:pt x="71" y="495"/>
                      <a:pt x="71" y="495"/>
                      <a:pt x="71" y="495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72" y="497"/>
                      <a:pt x="72" y="497"/>
                      <a:pt x="72" y="497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69" y="497"/>
                      <a:pt x="69" y="497"/>
                      <a:pt x="69" y="497"/>
                    </a:cubicBezTo>
                    <a:cubicBezTo>
                      <a:pt x="68" y="497"/>
                      <a:pt x="68" y="497"/>
                      <a:pt x="68" y="497"/>
                    </a:cubicBezTo>
                    <a:cubicBezTo>
                      <a:pt x="65" y="498"/>
                      <a:pt x="65" y="498"/>
                      <a:pt x="65" y="498"/>
                    </a:cubicBezTo>
                    <a:cubicBezTo>
                      <a:pt x="64" y="500"/>
                      <a:pt x="64" y="500"/>
                      <a:pt x="64" y="500"/>
                    </a:cubicBezTo>
                    <a:cubicBezTo>
                      <a:pt x="65" y="502"/>
                      <a:pt x="65" y="502"/>
                      <a:pt x="65" y="502"/>
                    </a:cubicBezTo>
                    <a:cubicBezTo>
                      <a:pt x="66" y="502"/>
                      <a:pt x="66" y="502"/>
                      <a:pt x="66" y="502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5"/>
                      <a:pt x="66" y="505"/>
                      <a:pt x="66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8" y="506"/>
                      <a:pt x="68" y="506"/>
                      <a:pt x="68" y="506"/>
                    </a:cubicBezTo>
                    <a:cubicBezTo>
                      <a:pt x="66" y="507"/>
                      <a:pt x="66" y="507"/>
                      <a:pt x="66" y="507"/>
                    </a:cubicBezTo>
                    <a:cubicBezTo>
                      <a:pt x="67" y="507"/>
                      <a:pt x="67" y="507"/>
                      <a:pt x="67" y="507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10"/>
                      <a:pt x="67" y="510"/>
                      <a:pt x="67" y="510"/>
                    </a:cubicBezTo>
                    <a:cubicBezTo>
                      <a:pt x="68" y="513"/>
                      <a:pt x="68" y="513"/>
                      <a:pt x="68" y="513"/>
                    </a:cubicBezTo>
                    <a:cubicBezTo>
                      <a:pt x="67" y="517"/>
                      <a:pt x="67" y="517"/>
                      <a:pt x="67" y="517"/>
                    </a:cubicBezTo>
                    <a:cubicBezTo>
                      <a:pt x="68" y="518"/>
                      <a:pt x="68" y="518"/>
                      <a:pt x="68" y="518"/>
                    </a:cubicBezTo>
                    <a:cubicBezTo>
                      <a:pt x="67" y="520"/>
                      <a:pt x="67" y="520"/>
                      <a:pt x="67" y="520"/>
                    </a:cubicBezTo>
                    <a:cubicBezTo>
                      <a:pt x="68" y="521"/>
                      <a:pt x="68" y="521"/>
                      <a:pt x="68" y="521"/>
                    </a:cubicBezTo>
                    <a:cubicBezTo>
                      <a:pt x="67" y="522"/>
                      <a:pt x="67" y="522"/>
                      <a:pt x="67" y="522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6" y="526"/>
                      <a:pt x="66" y="526"/>
                    </a:cubicBezTo>
                    <a:cubicBezTo>
                      <a:pt x="65" y="529"/>
                      <a:pt x="65" y="529"/>
                      <a:pt x="65" y="529"/>
                    </a:cubicBezTo>
                    <a:cubicBezTo>
                      <a:pt x="65" y="530"/>
                      <a:pt x="65" y="530"/>
                      <a:pt x="65" y="530"/>
                    </a:cubicBezTo>
                    <a:cubicBezTo>
                      <a:pt x="63" y="532"/>
                      <a:pt x="63" y="532"/>
                      <a:pt x="63" y="532"/>
                    </a:cubicBezTo>
                    <a:cubicBezTo>
                      <a:pt x="62" y="537"/>
                      <a:pt x="62" y="537"/>
                      <a:pt x="62" y="537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39"/>
                      <a:pt x="63" y="539"/>
                      <a:pt x="63" y="539"/>
                    </a:cubicBezTo>
                    <a:cubicBezTo>
                      <a:pt x="63" y="541"/>
                      <a:pt x="63" y="541"/>
                      <a:pt x="63" y="541"/>
                    </a:cubicBezTo>
                    <a:cubicBezTo>
                      <a:pt x="65" y="542"/>
                      <a:pt x="65" y="542"/>
                      <a:pt x="65" y="542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7" y="543"/>
                      <a:pt x="67" y="543"/>
                      <a:pt x="67" y="543"/>
                    </a:cubicBezTo>
                    <a:cubicBezTo>
                      <a:pt x="66" y="545"/>
                      <a:pt x="66" y="545"/>
                      <a:pt x="66" y="545"/>
                    </a:cubicBezTo>
                    <a:cubicBezTo>
                      <a:pt x="66" y="548"/>
                      <a:pt x="66" y="548"/>
                      <a:pt x="66" y="548"/>
                    </a:cubicBezTo>
                    <a:cubicBezTo>
                      <a:pt x="65" y="551"/>
                      <a:pt x="65" y="551"/>
                      <a:pt x="65" y="551"/>
                    </a:cubicBezTo>
                    <a:cubicBezTo>
                      <a:pt x="65" y="552"/>
                      <a:pt x="65" y="552"/>
                      <a:pt x="65" y="552"/>
                    </a:cubicBezTo>
                    <a:cubicBezTo>
                      <a:pt x="66" y="553"/>
                      <a:pt x="66" y="553"/>
                      <a:pt x="66" y="553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71" y="553"/>
                      <a:pt x="71" y="553"/>
                      <a:pt x="71" y="553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5" y="553"/>
                      <a:pt x="75" y="553"/>
                      <a:pt x="75" y="553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8" y="552"/>
                      <a:pt x="78" y="552"/>
                      <a:pt x="78" y="552"/>
                    </a:cubicBezTo>
                    <a:cubicBezTo>
                      <a:pt x="80" y="552"/>
                      <a:pt x="80" y="552"/>
                      <a:pt x="80" y="552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7" y="561"/>
                      <a:pt x="87" y="561"/>
                      <a:pt x="87" y="561"/>
                    </a:cubicBezTo>
                    <a:cubicBezTo>
                      <a:pt x="90" y="562"/>
                      <a:pt x="90" y="562"/>
                      <a:pt x="90" y="562"/>
                    </a:cubicBezTo>
                    <a:cubicBezTo>
                      <a:pt x="92" y="560"/>
                      <a:pt x="92" y="560"/>
                      <a:pt x="92" y="560"/>
                    </a:cubicBezTo>
                    <a:cubicBezTo>
                      <a:pt x="92" y="559"/>
                      <a:pt x="92" y="559"/>
                      <a:pt x="92" y="559"/>
                    </a:cubicBezTo>
                    <a:cubicBezTo>
                      <a:pt x="93" y="558"/>
                      <a:pt x="93" y="558"/>
                      <a:pt x="93" y="558"/>
                    </a:cubicBezTo>
                    <a:cubicBezTo>
                      <a:pt x="96" y="558"/>
                      <a:pt x="96" y="558"/>
                      <a:pt x="96" y="558"/>
                    </a:cubicBezTo>
                    <a:cubicBezTo>
                      <a:pt x="98" y="556"/>
                      <a:pt x="98" y="556"/>
                      <a:pt x="98" y="556"/>
                    </a:cubicBezTo>
                    <a:cubicBezTo>
                      <a:pt x="101" y="556"/>
                      <a:pt x="101" y="556"/>
                      <a:pt x="101" y="556"/>
                    </a:cubicBezTo>
                    <a:cubicBezTo>
                      <a:pt x="102" y="555"/>
                      <a:pt x="102" y="555"/>
                      <a:pt x="102" y="555"/>
                    </a:cubicBezTo>
                    <a:cubicBezTo>
                      <a:pt x="105" y="556"/>
                      <a:pt x="105" y="556"/>
                      <a:pt x="105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8" y="555"/>
                      <a:pt x="108" y="555"/>
                      <a:pt x="108" y="555"/>
                    </a:cubicBezTo>
                    <a:cubicBezTo>
                      <a:pt x="109" y="555"/>
                      <a:pt x="109" y="555"/>
                      <a:pt x="109" y="555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12" y="555"/>
                      <a:pt x="112" y="555"/>
                      <a:pt x="112" y="555"/>
                    </a:cubicBezTo>
                    <a:cubicBezTo>
                      <a:pt x="112" y="554"/>
                      <a:pt x="112" y="554"/>
                      <a:pt x="112" y="554"/>
                    </a:cubicBezTo>
                    <a:cubicBezTo>
                      <a:pt x="113" y="555"/>
                      <a:pt x="113" y="555"/>
                      <a:pt x="113" y="555"/>
                    </a:cubicBezTo>
                    <a:cubicBezTo>
                      <a:pt x="115" y="556"/>
                      <a:pt x="115" y="556"/>
                      <a:pt x="115" y="556"/>
                    </a:cubicBezTo>
                    <a:cubicBezTo>
                      <a:pt x="117" y="553"/>
                      <a:pt x="117" y="553"/>
                      <a:pt x="117" y="553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21" y="550"/>
                      <a:pt x="121" y="550"/>
                      <a:pt x="121" y="550"/>
                    </a:cubicBezTo>
                    <a:cubicBezTo>
                      <a:pt x="124" y="550"/>
                      <a:pt x="124" y="550"/>
                      <a:pt x="124" y="550"/>
                    </a:cubicBezTo>
                    <a:cubicBezTo>
                      <a:pt x="125" y="548"/>
                      <a:pt x="125" y="548"/>
                      <a:pt x="125" y="548"/>
                    </a:cubicBezTo>
                    <a:cubicBezTo>
                      <a:pt x="124" y="547"/>
                      <a:pt x="124" y="547"/>
                      <a:pt x="124" y="547"/>
                    </a:cubicBezTo>
                    <a:cubicBezTo>
                      <a:pt x="125" y="546"/>
                      <a:pt x="125" y="546"/>
                      <a:pt x="125" y="546"/>
                    </a:cubicBezTo>
                    <a:cubicBezTo>
                      <a:pt x="127" y="542"/>
                      <a:pt x="127" y="542"/>
                      <a:pt x="127" y="542"/>
                    </a:cubicBezTo>
                    <a:cubicBezTo>
                      <a:pt x="127" y="541"/>
                      <a:pt x="127" y="541"/>
                      <a:pt x="127" y="541"/>
                    </a:cubicBezTo>
                    <a:cubicBezTo>
                      <a:pt x="129" y="540"/>
                      <a:pt x="129" y="540"/>
                      <a:pt x="129" y="540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29" y="535"/>
                      <a:pt x="129" y="535"/>
                      <a:pt x="129" y="535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8" y="534"/>
                      <a:pt x="128" y="534"/>
                      <a:pt x="128" y="534"/>
                    </a:cubicBezTo>
                    <a:cubicBezTo>
                      <a:pt x="127" y="532"/>
                      <a:pt x="127" y="532"/>
                      <a:pt x="127" y="532"/>
                    </a:cubicBezTo>
                    <a:cubicBezTo>
                      <a:pt x="127" y="531"/>
                      <a:pt x="127" y="531"/>
                      <a:pt x="127" y="531"/>
                    </a:cubicBezTo>
                    <a:cubicBezTo>
                      <a:pt x="130" y="526"/>
                      <a:pt x="130" y="526"/>
                      <a:pt x="130" y="526"/>
                    </a:cubicBezTo>
                    <a:cubicBezTo>
                      <a:pt x="131" y="526"/>
                      <a:pt x="131" y="526"/>
                      <a:pt x="131" y="526"/>
                    </a:cubicBezTo>
                    <a:cubicBezTo>
                      <a:pt x="133" y="523"/>
                      <a:pt x="133" y="523"/>
                      <a:pt x="133" y="523"/>
                    </a:cubicBezTo>
                    <a:cubicBezTo>
                      <a:pt x="134" y="523"/>
                      <a:pt x="134" y="523"/>
                      <a:pt x="134" y="523"/>
                    </a:cubicBezTo>
                    <a:cubicBezTo>
                      <a:pt x="135" y="522"/>
                      <a:pt x="135" y="522"/>
                      <a:pt x="135" y="522"/>
                    </a:cubicBezTo>
                    <a:cubicBezTo>
                      <a:pt x="136" y="520"/>
                      <a:pt x="136" y="520"/>
                      <a:pt x="136" y="520"/>
                    </a:cubicBezTo>
                    <a:cubicBezTo>
                      <a:pt x="136" y="519"/>
                      <a:pt x="136" y="519"/>
                      <a:pt x="136" y="519"/>
                    </a:cubicBezTo>
                    <a:cubicBezTo>
                      <a:pt x="137" y="519"/>
                      <a:pt x="137" y="519"/>
                      <a:pt x="137" y="519"/>
                    </a:cubicBezTo>
                    <a:cubicBezTo>
                      <a:pt x="138" y="518"/>
                      <a:pt x="138" y="518"/>
                      <a:pt x="138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3" y="517"/>
                      <a:pt x="143" y="517"/>
                    </a:cubicBezTo>
                    <a:cubicBezTo>
                      <a:pt x="144" y="517"/>
                      <a:pt x="144" y="517"/>
                      <a:pt x="145" y="515"/>
                    </a:cubicBezTo>
                    <a:cubicBezTo>
                      <a:pt x="148" y="514"/>
                      <a:pt x="148" y="514"/>
                      <a:pt x="148" y="514"/>
                    </a:cubicBezTo>
                    <a:cubicBezTo>
                      <a:pt x="149" y="512"/>
                      <a:pt x="149" y="512"/>
                      <a:pt x="149" y="512"/>
                    </a:cubicBezTo>
                    <a:cubicBezTo>
                      <a:pt x="149" y="510"/>
                      <a:pt x="149" y="510"/>
                      <a:pt x="149" y="510"/>
                    </a:cubicBezTo>
                    <a:cubicBezTo>
                      <a:pt x="149" y="508"/>
                      <a:pt x="149" y="508"/>
                      <a:pt x="149" y="508"/>
                    </a:cubicBezTo>
                    <a:cubicBezTo>
                      <a:pt x="150" y="507"/>
                      <a:pt x="150" y="507"/>
                      <a:pt x="150" y="507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49" y="505"/>
                      <a:pt x="149" y="505"/>
                      <a:pt x="149" y="505"/>
                    </a:cubicBezTo>
                    <a:cubicBezTo>
                      <a:pt x="149" y="503"/>
                      <a:pt x="149" y="503"/>
                      <a:pt x="149" y="503"/>
                    </a:cubicBezTo>
                    <a:cubicBezTo>
                      <a:pt x="149" y="501"/>
                      <a:pt x="149" y="501"/>
                      <a:pt x="149" y="501"/>
                    </a:cubicBezTo>
                    <a:cubicBezTo>
                      <a:pt x="150" y="500"/>
                      <a:pt x="150" y="500"/>
                      <a:pt x="150" y="500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5" y="497"/>
                      <a:pt x="155" y="497"/>
                      <a:pt x="155" y="497"/>
                    </a:cubicBezTo>
                    <a:cubicBezTo>
                      <a:pt x="157" y="497"/>
                      <a:pt x="157" y="497"/>
                      <a:pt x="157" y="497"/>
                    </a:cubicBezTo>
                    <a:cubicBezTo>
                      <a:pt x="158" y="498"/>
                      <a:pt x="158" y="498"/>
                      <a:pt x="158" y="498"/>
                    </a:cubicBezTo>
                    <a:cubicBezTo>
                      <a:pt x="160" y="498"/>
                      <a:pt x="160" y="498"/>
                      <a:pt x="160" y="498"/>
                    </a:cubicBezTo>
                    <a:cubicBezTo>
                      <a:pt x="161" y="497"/>
                      <a:pt x="161" y="497"/>
                      <a:pt x="161" y="497"/>
                    </a:cubicBezTo>
                    <a:cubicBezTo>
                      <a:pt x="162" y="497"/>
                      <a:pt x="162" y="497"/>
                      <a:pt x="162" y="497"/>
                    </a:cubicBezTo>
                    <a:cubicBezTo>
                      <a:pt x="166" y="500"/>
                      <a:pt x="166" y="500"/>
                      <a:pt x="166" y="500"/>
                    </a:cubicBezTo>
                    <a:cubicBezTo>
                      <a:pt x="167" y="501"/>
                      <a:pt x="167" y="501"/>
                      <a:pt x="167" y="501"/>
                    </a:cubicBezTo>
                    <a:cubicBezTo>
                      <a:pt x="171" y="501"/>
                      <a:pt x="171" y="501"/>
                      <a:pt x="171" y="501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4" y="497"/>
                      <a:pt x="174" y="497"/>
                      <a:pt x="174" y="497"/>
                    </a:cubicBezTo>
                    <a:cubicBezTo>
                      <a:pt x="178" y="494"/>
                      <a:pt x="178" y="494"/>
                      <a:pt x="178" y="494"/>
                    </a:cubicBezTo>
                    <a:cubicBezTo>
                      <a:pt x="182" y="493"/>
                      <a:pt x="182" y="493"/>
                      <a:pt x="182" y="493"/>
                    </a:cubicBezTo>
                    <a:cubicBezTo>
                      <a:pt x="184" y="491"/>
                      <a:pt x="184" y="491"/>
                      <a:pt x="184" y="491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7" y="489"/>
                      <a:pt x="187" y="489"/>
                      <a:pt x="187" y="489"/>
                    </a:cubicBezTo>
                    <a:cubicBezTo>
                      <a:pt x="192" y="490"/>
                      <a:pt x="192" y="490"/>
                      <a:pt x="192" y="490"/>
                    </a:cubicBezTo>
                    <a:cubicBezTo>
                      <a:pt x="193" y="491"/>
                      <a:pt x="193" y="491"/>
                      <a:pt x="193" y="491"/>
                    </a:cubicBezTo>
                    <a:cubicBezTo>
                      <a:pt x="195" y="491"/>
                      <a:pt x="195" y="491"/>
                      <a:pt x="195" y="491"/>
                    </a:cubicBezTo>
                    <a:cubicBezTo>
                      <a:pt x="197" y="494"/>
                      <a:pt x="197" y="494"/>
                      <a:pt x="197" y="494"/>
                    </a:cubicBezTo>
                    <a:cubicBezTo>
                      <a:pt x="198" y="496"/>
                      <a:pt x="198" y="496"/>
                      <a:pt x="198" y="496"/>
                    </a:cubicBezTo>
                    <a:cubicBezTo>
                      <a:pt x="198" y="498"/>
                      <a:pt x="198" y="498"/>
                      <a:pt x="198" y="498"/>
                    </a:cubicBezTo>
                    <a:cubicBezTo>
                      <a:pt x="199" y="498"/>
                      <a:pt x="199" y="498"/>
                      <a:pt x="199" y="498"/>
                    </a:cubicBezTo>
                    <a:cubicBezTo>
                      <a:pt x="199" y="500"/>
                      <a:pt x="199" y="500"/>
                      <a:pt x="199" y="500"/>
                    </a:cubicBezTo>
                    <a:cubicBezTo>
                      <a:pt x="201" y="501"/>
                      <a:pt x="201" y="501"/>
                      <a:pt x="201" y="501"/>
                    </a:cubicBezTo>
                    <a:cubicBezTo>
                      <a:pt x="202" y="503"/>
                      <a:pt x="202" y="503"/>
                      <a:pt x="202" y="503"/>
                    </a:cubicBezTo>
                    <a:cubicBezTo>
                      <a:pt x="204" y="504"/>
                      <a:pt x="204" y="504"/>
                      <a:pt x="204" y="504"/>
                    </a:cubicBezTo>
                    <a:cubicBezTo>
                      <a:pt x="204" y="506"/>
                      <a:pt x="204" y="506"/>
                      <a:pt x="204" y="506"/>
                    </a:cubicBezTo>
                    <a:cubicBezTo>
                      <a:pt x="207" y="506"/>
                      <a:pt x="207" y="506"/>
                      <a:pt x="207" y="506"/>
                    </a:cubicBezTo>
                    <a:cubicBezTo>
                      <a:pt x="208" y="507"/>
                      <a:pt x="208" y="507"/>
                      <a:pt x="208" y="507"/>
                    </a:cubicBezTo>
                    <a:cubicBezTo>
                      <a:pt x="208" y="509"/>
                      <a:pt x="208" y="509"/>
                      <a:pt x="208" y="509"/>
                    </a:cubicBezTo>
                    <a:cubicBezTo>
                      <a:pt x="209" y="509"/>
                      <a:pt x="209" y="509"/>
                      <a:pt x="209" y="509"/>
                    </a:cubicBezTo>
                    <a:cubicBezTo>
                      <a:pt x="212" y="513"/>
                      <a:pt x="212" y="513"/>
                      <a:pt x="212" y="513"/>
                    </a:cubicBezTo>
                    <a:cubicBezTo>
                      <a:pt x="215" y="515"/>
                      <a:pt x="215" y="515"/>
                      <a:pt x="215" y="515"/>
                    </a:cubicBezTo>
                    <a:cubicBezTo>
                      <a:pt x="217" y="515"/>
                      <a:pt x="217" y="515"/>
                      <a:pt x="217" y="515"/>
                    </a:cubicBezTo>
                    <a:cubicBezTo>
                      <a:pt x="218" y="516"/>
                      <a:pt x="218" y="516"/>
                      <a:pt x="218" y="516"/>
                    </a:cubicBezTo>
                    <a:cubicBezTo>
                      <a:pt x="218" y="517"/>
                      <a:pt x="218" y="517"/>
                      <a:pt x="218" y="517"/>
                    </a:cubicBezTo>
                    <a:cubicBezTo>
                      <a:pt x="220" y="517"/>
                      <a:pt x="220" y="517"/>
                      <a:pt x="220" y="517"/>
                    </a:cubicBezTo>
                    <a:cubicBezTo>
                      <a:pt x="221" y="517"/>
                      <a:pt x="221" y="517"/>
                      <a:pt x="221" y="517"/>
                    </a:cubicBezTo>
                    <a:cubicBezTo>
                      <a:pt x="222" y="517"/>
                      <a:pt x="222" y="517"/>
                      <a:pt x="222" y="517"/>
                    </a:cubicBezTo>
                    <a:cubicBezTo>
                      <a:pt x="224" y="517"/>
                      <a:pt x="224" y="517"/>
                      <a:pt x="224" y="517"/>
                    </a:cubicBezTo>
                    <a:cubicBezTo>
                      <a:pt x="225" y="520"/>
                      <a:pt x="225" y="520"/>
                      <a:pt x="225" y="520"/>
                    </a:cubicBezTo>
                    <a:cubicBezTo>
                      <a:pt x="226" y="521"/>
                      <a:pt x="226" y="521"/>
                      <a:pt x="226" y="521"/>
                    </a:cubicBezTo>
                    <a:cubicBezTo>
                      <a:pt x="227" y="520"/>
                      <a:pt x="227" y="520"/>
                      <a:pt x="227" y="520"/>
                    </a:cubicBezTo>
                    <a:cubicBezTo>
                      <a:pt x="228" y="521"/>
                      <a:pt x="228" y="521"/>
                      <a:pt x="228" y="521"/>
                    </a:cubicBezTo>
                    <a:cubicBezTo>
                      <a:pt x="228" y="522"/>
                      <a:pt x="228" y="522"/>
                      <a:pt x="228" y="522"/>
                    </a:cubicBezTo>
                    <a:cubicBezTo>
                      <a:pt x="230" y="522"/>
                      <a:pt x="230" y="522"/>
                      <a:pt x="230" y="522"/>
                    </a:cubicBezTo>
                    <a:cubicBezTo>
                      <a:pt x="231" y="522"/>
                      <a:pt x="231" y="522"/>
                      <a:pt x="231" y="522"/>
                    </a:cubicBezTo>
                    <a:cubicBezTo>
                      <a:pt x="231" y="523"/>
                      <a:pt x="231" y="523"/>
                      <a:pt x="231" y="523"/>
                    </a:cubicBezTo>
                    <a:cubicBezTo>
                      <a:pt x="231" y="524"/>
                      <a:pt x="231" y="524"/>
                      <a:pt x="231" y="524"/>
                    </a:cubicBezTo>
                    <a:cubicBezTo>
                      <a:pt x="231" y="525"/>
                      <a:pt x="231" y="525"/>
                      <a:pt x="231" y="525"/>
                    </a:cubicBezTo>
                    <a:cubicBezTo>
                      <a:pt x="232" y="526"/>
                      <a:pt x="232" y="526"/>
                      <a:pt x="232" y="526"/>
                    </a:cubicBezTo>
                    <a:cubicBezTo>
                      <a:pt x="233" y="526"/>
                      <a:pt x="233" y="526"/>
                      <a:pt x="233" y="526"/>
                    </a:cubicBezTo>
                    <a:cubicBezTo>
                      <a:pt x="234" y="527"/>
                      <a:pt x="234" y="527"/>
                      <a:pt x="234" y="527"/>
                    </a:cubicBezTo>
                    <a:cubicBezTo>
                      <a:pt x="236" y="528"/>
                      <a:pt x="236" y="528"/>
                      <a:pt x="236" y="528"/>
                    </a:cubicBezTo>
                    <a:cubicBezTo>
                      <a:pt x="237" y="527"/>
                      <a:pt x="237" y="527"/>
                      <a:pt x="237" y="527"/>
                    </a:cubicBezTo>
                    <a:cubicBezTo>
                      <a:pt x="238" y="528"/>
                      <a:pt x="238" y="528"/>
                      <a:pt x="238" y="528"/>
                    </a:cubicBezTo>
                    <a:cubicBezTo>
                      <a:pt x="238" y="530"/>
                      <a:pt x="238" y="530"/>
                      <a:pt x="238" y="530"/>
                    </a:cubicBezTo>
                    <a:cubicBezTo>
                      <a:pt x="239" y="532"/>
                      <a:pt x="239" y="532"/>
                      <a:pt x="239" y="532"/>
                    </a:cubicBezTo>
                    <a:cubicBezTo>
                      <a:pt x="239" y="533"/>
                      <a:pt x="239" y="533"/>
                      <a:pt x="239" y="533"/>
                    </a:cubicBezTo>
                    <a:cubicBezTo>
                      <a:pt x="240" y="535"/>
                      <a:pt x="240" y="535"/>
                      <a:pt x="240" y="535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39" y="539"/>
                      <a:pt x="239" y="539"/>
                      <a:pt x="239" y="539"/>
                    </a:cubicBezTo>
                    <a:cubicBezTo>
                      <a:pt x="239" y="540"/>
                      <a:pt x="239" y="540"/>
                      <a:pt x="239" y="540"/>
                    </a:cubicBezTo>
                    <a:cubicBezTo>
                      <a:pt x="239" y="541"/>
                      <a:pt x="239" y="541"/>
                      <a:pt x="239" y="541"/>
                    </a:cubicBezTo>
                    <a:cubicBezTo>
                      <a:pt x="238" y="542"/>
                      <a:pt x="238" y="542"/>
                      <a:pt x="238" y="542"/>
                    </a:cubicBezTo>
                    <a:cubicBezTo>
                      <a:pt x="238" y="543"/>
                      <a:pt x="238" y="543"/>
                      <a:pt x="238" y="543"/>
                    </a:cubicBezTo>
                    <a:cubicBezTo>
                      <a:pt x="237" y="543"/>
                      <a:pt x="237" y="543"/>
                      <a:pt x="237" y="543"/>
                    </a:cubicBezTo>
                    <a:cubicBezTo>
                      <a:pt x="236" y="542"/>
                      <a:pt x="236" y="542"/>
                      <a:pt x="236" y="542"/>
                    </a:cubicBezTo>
                    <a:cubicBezTo>
                      <a:pt x="234" y="544"/>
                      <a:pt x="234" y="544"/>
                      <a:pt x="234" y="544"/>
                    </a:cubicBezTo>
                    <a:cubicBezTo>
                      <a:pt x="233" y="544"/>
                      <a:pt x="233" y="544"/>
                      <a:pt x="233" y="544"/>
                    </a:cubicBezTo>
                    <a:cubicBezTo>
                      <a:pt x="231" y="543"/>
                      <a:pt x="231" y="543"/>
                      <a:pt x="231" y="543"/>
                    </a:cubicBezTo>
                    <a:cubicBezTo>
                      <a:pt x="230" y="544"/>
                      <a:pt x="230" y="544"/>
                      <a:pt x="230" y="544"/>
                    </a:cubicBezTo>
                    <a:cubicBezTo>
                      <a:pt x="226" y="544"/>
                      <a:pt x="226" y="544"/>
                      <a:pt x="226" y="544"/>
                    </a:cubicBezTo>
                    <a:cubicBezTo>
                      <a:pt x="224" y="545"/>
                      <a:pt x="224" y="545"/>
                      <a:pt x="224" y="54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0" y="544"/>
                      <a:pt x="220" y="544"/>
                      <a:pt x="220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7" y="544"/>
                      <a:pt x="217" y="544"/>
                      <a:pt x="217" y="544"/>
                    </a:cubicBezTo>
                    <a:cubicBezTo>
                      <a:pt x="215" y="545"/>
                      <a:pt x="215" y="545"/>
                      <a:pt x="215" y="545"/>
                    </a:cubicBezTo>
                    <a:cubicBezTo>
                      <a:pt x="215" y="548"/>
                      <a:pt x="215" y="548"/>
                      <a:pt x="215" y="548"/>
                    </a:cubicBezTo>
                    <a:cubicBezTo>
                      <a:pt x="217" y="550"/>
                      <a:pt x="217" y="550"/>
                      <a:pt x="217" y="550"/>
                    </a:cubicBezTo>
                    <a:cubicBezTo>
                      <a:pt x="218" y="549"/>
                      <a:pt x="218" y="549"/>
                      <a:pt x="218" y="549"/>
                    </a:cubicBezTo>
                    <a:cubicBezTo>
                      <a:pt x="221" y="551"/>
                      <a:pt x="221" y="551"/>
                      <a:pt x="221" y="551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4" y="553"/>
                      <a:pt x="224" y="553"/>
                      <a:pt x="224" y="553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9" y="556"/>
                      <a:pt x="229" y="556"/>
                      <a:pt x="229" y="556"/>
                    </a:cubicBezTo>
                    <a:cubicBezTo>
                      <a:pt x="233" y="557"/>
                      <a:pt x="233" y="557"/>
                      <a:pt x="233" y="557"/>
                    </a:cubicBezTo>
                    <a:cubicBezTo>
                      <a:pt x="235" y="557"/>
                      <a:pt x="235" y="557"/>
                      <a:pt x="235" y="557"/>
                    </a:cubicBezTo>
                    <a:cubicBezTo>
                      <a:pt x="235" y="555"/>
                      <a:pt x="235" y="555"/>
                      <a:pt x="235" y="555"/>
                    </a:cubicBezTo>
                    <a:cubicBezTo>
                      <a:pt x="236" y="554"/>
                      <a:pt x="236" y="554"/>
                      <a:pt x="236" y="554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5" y="550"/>
                      <a:pt x="235" y="550"/>
                      <a:pt x="235" y="550"/>
                    </a:cubicBezTo>
                    <a:cubicBezTo>
                      <a:pt x="236" y="547"/>
                      <a:pt x="236" y="547"/>
                      <a:pt x="236" y="547"/>
                    </a:cubicBezTo>
                    <a:cubicBezTo>
                      <a:pt x="237" y="546"/>
                      <a:pt x="237" y="546"/>
                      <a:pt x="237" y="546"/>
                    </a:cubicBezTo>
                    <a:cubicBezTo>
                      <a:pt x="237" y="545"/>
                      <a:pt x="237" y="545"/>
                      <a:pt x="237" y="545"/>
                    </a:cubicBezTo>
                    <a:cubicBezTo>
                      <a:pt x="239" y="547"/>
                      <a:pt x="239" y="547"/>
                      <a:pt x="239" y="547"/>
                    </a:cubicBezTo>
                    <a:cubicBezTo>
                      <a:pt x="242" y="547"/>
                      <a:pt x="242" y="547"/>
                      <a:pt x="242" y="547"/>
                    </a:cubicBezTo>
                    <a:cubicBezTo>
                      <a:pt x="243" y="545"/>
                      <a:pt x="243" y="545"/>
                      <a:pt x="243" y="545"/>
                    </a:cubicBezTo>
                    <a:cubicBezTo>
                      <a:pt x="243" y="544"/>
                      <a:pt x="243" y="544"/>
                      <a:pt x="243" y="544"/>
                    </a:cubicBezTo>
                    <a:cubicBezTo>
                      <a:pt x="245" y="542"/>
                      <a:pt x="245" y="542"/>
                      <a:pt x="245" y="542"/>
                    </a:cubicBezTo>
                    <a:cubicBezTo>
                      <a:pt x="245" y="539"/>
                      <a:pt x="245" y="539"/>
                      <a:pt x="245" y="539"/>
                    </a:cubicBezTo>
                    <a:cubicBezTo>
                      <a:pt x="246" y="538"/>
                      <a:pt x="246" y="538"/>
                      <a:pt x="246" y="538"/>
                    </a:cubicBezTo>
                    <a:cubicBezTo>
                      <a:pt x="248" y="537"/>
                      <a:pt x="248" y="537"/>
                      <a:pt x="248" y="537"/>
                    </a:cubicBezTo>
                    <a:cubicBezTo>
                      <a:pt x="249" y="536"/>
                      <a:pt x="249" y="536"/>
                      <a:pt x="249" y="536"/>
                    </a:cubicBezTo>
                    <a:cubicBezTo>
                      <a:pt x="248" y="535"/>
                      <a:pt x="248" y="535"/>
                      <a:pt x="248" y="535"/>
                    </a:cubicBezTo>
                    <a:cubicBezTo>
                      <a:pt x="248" y="533"/>
                      <a:pt x="248" y="533"/>
                      <a:pt x="248" y="533"/>
                    </a:cubicBezTo>
                    <a:cubicBezTo>
                      <a:pt x="248" y="532"/>
                      <a:pt x="248" y="532"/>
                      <a:pt x="248" y="532"/>
                    </a:cubicBezTo>
                    <a:cubicBezTo>
                      <a:pt x="245" y="530"/>
                      <a:pt x="245" y="530"/>
                      <a:pt x="245" y="530"/>
                    </a:cubicBezTo>
                    <a:cubicBezTo>
                      <a:pt x="244" y="530"/>
                      <a:pt x="244" y="530"/>
                      <a:pt x="244" y="530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5" y="528"/>
                      <a:pt x="245" y="528"/>
                      <a:pt x="245" y="528"/>
                    </a:cubicBezTo>
                    <a:cubicBezTo>
                      <a:pt x="245" y="527"/>
                      <a:pt x="245" y="527"/>
                      <a:pt x="245" y="527"/>
                    </a:cubicBezTo>
                    <a:cubicBezTo>
                      <a:pt x="245" y="526"/>
                      <a:pt x="245" y="526"/>
                      <a:pt x="245" y="526"/>
                    </a:cubicBezTo>
                    <a:cubicBezTo>
                      <a:pt x="246" y="525"/>
                      <a:pt x="246" y="525"/>
                      <a:pt x="246" y="525"/>
                    </a:cubicBezTo>
                    <a:cubicBezTo>
                      <a:pt x="247" y="524"/>
                      <a:pt x="247" y="524"/>
                      <a:pt x="247" y="524"/>
                    </a:cubicBezTo>
                    <a:cubicBezTo>
                      <a:pt x="247" y="523"/>
                      <a:pt x="247" y="523"/>
                      <a:pt x="247" y="523"/>
                    </a:cubicBezTo>
                    <a:cubicBezTo>
                      <a:pt x="248" y="523"/>
                      <a:pt x="248" y="523"/>
                      <a:pt x="248" y="523"/>
                    </a:cubicBezTo>
                    <a:cubicBezTo>
                      <a:pt x="249" y="524"/>
                      <a:pt x="249" y="524"/>
                      <a:pt x="249" y="524"/>
                    </a:cubicBezTo>
                    <a:cubicBezTo>
                      <a:pt x="249" y="525"/>
                      <a:pt x="249" y="525"/>
                      <a:pt x="249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6"/>
                      <a:pt x="252" y="526"/>
                      <a:pt x="252" y="526"/>
                    </a:cubicBezTo>
                    <a:cubicBezTo>
                      <a:pt x="253" y="527"/>
                      <a:pt x="253" y="527"/>
                      <a:pt x="253" y="527"/>
                    </a:cubicBezTo>
                    <a:cubicBezTo>
                      <a:pt x="254" y="529"/>
                      <a:pt x="254" y="529"/>
                      <a:pt x="254" y="529"/>
                    </a:cubicBezTo>
                    <a:cubicBezTo>
                      <a:pt x="256" y="530"/>
                      <a:pt x="256" y="530"/>
                      <a:pt x="256" y="530"/>
                    </a:cubicBezTo>
                    <a:cubicBezTo>
                      <a:pt x="256" y="529"/>
                      <a:pt x="256" y="529"/>
                      <a:pt x="256" y="529"/>
                    </a:cubicBezTo>
                    <a:cubicBezTo>
                      <a:pt x="257" y="528"/>
                      <a:pt x="257" y="528"/>
                      <a:pt x="257" y="528"/>
                    </a:cubicBezTo>
                    <a:cubicBezTo>
                      <a:pt x="257" y="527"/>
                      <a:pt x="257" y="527"/>
                      <a:pt x="257" y="527"/>
                    </a:cubicBezTo>
                    <a:cubicBezTo>
                      <a:pt x="257" y="526"/>
                      <a:pt x="257" y="526"/>
                      <a:pt x="257" y="526"/>
                    </a:cubicBezTo>
                    <a:cubicBezTo>
                      <a:pt x="257" y="524"/>
                      <a:pt x="257" y="524"/>
                      <a:pt x="257" y="524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5" y="522"/>
                      <a:pt x="255" y="522"/>
                      <a:pt x="255" y="522"/>
                    </a:cubicBezTo>
                    <a:cubicBezTo>
                      <a:pt x="253" y="521"/>
                      <a:pt x="253" y="521"/>
                      <a:pt x="253" y="521"/>
                    </a:cubicBezTo>
                    <a:cubicBezTo>
                      <a:pt x="251" y="520"/>
                      <a:pt x="251" y="520"/>
                      <a:pt x="251" y="520"/>
                    </a:cubicBezTo>
                    <a:cubicBezTo>
                      <a:pt x="249" y="518"/>
                      <a:pt x="249" y="518"/>
                      <a:pt x="249" y="518"/>
                    </a:cubicBezTo>
                    <a:cubicBezTo>
                      <a:pt x="243" y="515"/>
                      <a:pt x="243" y="515"/>
                      <a:pt x="243" y="515"/>
                    </a:cubicBezTo>
                    <a:cubicBezTo>
                      <a:pt x="240" y="514"/>
                      <a:pt x="240" y="514"/>
                      <a:pt x="240" y="514"/>
                    </a:cubicBezTo>
                    <a:cubicBezTo>
                      <a:pt x="239" y="514"/>
                      <a:pt x="239" y="514"/>
                      <a:pt x="239" y="514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40" y="512"/>
                      <a:pt x="240" y="512"/>
                      <a:pt x="240" y="512"/>
                    </a:cubicBezTo>
                    <a:cubicBezTo>
                      <a:pt x="241" y="510"/>
                      <a:pt x="241" y="510"/>
                      <a:pt x="241" y="510"/>
                    </a:cubicBezTo>
                    <a:cubicBezTo>
                      <a:pt x="239" y="509"/>
                      <a:pt x="239" y="509"/>
                      <a:pt x="239" y="509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6" y="509"/>
                      <a:pt x="236" y="509"/>
                      <a:pt x="236" y="509"/>
                    </a:cubicBezTo>
                    <a:cubicBezTo>
                      <a:pt x="233" y="509"/>
                      <a:pt x="233" y="509"/>
                      <a:pt x="233" y="509"/>
                    </a:cubicBezTo>
                    <a:cubicBezTo>
                      <a:pt x="232" y="509"/>
                      <a:pt x="232" y="509"/>
                      <a:pt x="232" y="509"/>
                    </a:cubicBezTo>
                    <a:cubicBezTo>
                      <a:pt x="231" y="509"/>
                      <a:pt x="231" y="509"/>
                      <a:pt x="231" y="509"/>
                    </a:cubicBezTo>
                    <a:cubicBezTo>
                      <a:pt x="230" y="508"/>
                      <a:pt x="230" y="508"/>
                      <a:pt x="230" y="508"/>
                    </a:cubicBezTo>
                    <a:cubicBezTo>
                      <a:pt x="228" y="506"/>
                      <a:pt x="228" y="506"/>
                      <a:pt x="228" y="506"/>
                    </a:cubicBezTo>
                    <a:cubicBezTo>
                      <a:pt x="227" y="504"/>
                      <a:pt x="227" y="504"/>
                      <a:pt x="227" y="504"/>
                    </a:cubicBezTo>
                    <a:cubicBezTo>
                      <a:pt x="225" y="503"/>
                      <a:pt x="225" y="503"/>
                      <a:pt x="225" y="503"/>
                    </a:cubicBezTo>
                    <a:cubicBezTo>
                      <a:pt x="225" y="502"/>
                      <a:pt x="225" y="502"/>
                      <a:pt x="225" y="502"/>
                    </a:cubicBezTo>
                    <a:cubicBezTo>
                      <a:pt x="225" y="500"/>
                      <a:pt x="225" y="500"/>
                      <a:pt x="225" y="500"/>
                    </a:cubicBezTo>
                    <a:cubicBezTo>
                      <a:pt x="224" y="500"/>
                      <a:pt x="224" y="500"/>
                      <a:pt x="224" y="500"/>
                    </a:cubicBezTo>
                    <a:cubicBezTo>
                      <a:pt x="224" y="499"/>
                      <a:pt x="224" y="499"/>
                      <a:pt x="224" y="499"/>
                    </a:cubicBezTo>
                    <a:cubicBezTo>
                      <a:pt x="219" y="494"/>
                      <a:pt x="219" y="494"/>
                      <a:pt x="219" y="494"/>
                    </a:cubicBezTo>
                    <a:cubicBezTo>
                      <a:pt x="218" y="493"/>
                      <a:pt x="218" y="493"/>
                      <a:pt x="218" y="493"/>
                    </a:cubicBezTo>
                    <a:cubicBezTo>
                      <a:pt x="213" y="490"/>
                      <a:pt x="213" y="490"/>
                      <a:pt x="213" y="490"/>
                    </a:cubicBezTo>
                    <a:cubicBezTo>
                      <a:pt x="212" y="489"/>
                      <a:pt x="212" y="489"/>
                      <a:pt x="212" y="489"/>
                    </a:cubicBezTo>
                    <a:cubicBezTo>
                      <a:pt x="212" y="487"/>
                      <a:pt x="212" y="487"/>
                      <a:pt x="212" y="487"/>
                    </a:cubicBezTo>
                    <a:cubicBezTo>
                      <a:pt x="211" y="486"/>
                      <a:pt x="211" y="486"/>
                      <a:pt x="211" y="486"/>
                    </a:cubicBezTo>
                    <a:cubicBezTo>
                      <a:pt x="212" y="485"/>
                      <a:pt x="212" y="485"/>
                      <a:pt x="212" y="485"/>
                    </a:cubicBezTo>
                    <a:cubicBezTo>
                      <a:pt x="213" y="483"/>
                      <a:pt x="213" y="483"/>
                      <a:pt x="213" y="483"/>
                    </a:cubicBezTo>
                    <a:cubicBezTo>
                      <a:pt x="212" y="482"/>
                      <a:pt x="212" y="482"/>
                      <a:pt x="212" y="482"/>
                    </a:cubicBezTo>
                    <a:cubicBezTo>
                      <a:pt x="211" y="480"/>
                      <a:pt x="211" y="480"/>
                      <a:pt x="211" y="480"/>
                    </a:cubicBezTo>
                    <a:cubicBezTo>
                      <a:pt x="212" y="480"/>
                      <a:pt x="212" y="480"/>
                      <a:pt x="212" y="480"/>
                    </a:cubicBezTo>
                    <a:cubicBezTo>
                      <a:pt x="213" y="480"/>
                      <a:pt x="213" y="480"/>
                      <a:pt x="213" y="480"/>
                    </a:cubicBezTo>
                    <a:cubicBezTo>
                      <a:pt x="214" y="478"/>
                      <a:pt x="214" y="478"/>
                      <a:pt x="214" y="478"/>
                    </a:cubicBezTo>
                    <a:cubicBezTo>
                      <a:pt x="216" y="478"/>
                      <a:pt x="216" y="478"/>
                      <a:pt x="216" y="478"/>
                    </a:cubicBezTo>
                    <a:cubicBezTo>
                      <a:pt x="217" y="477"/>
                      <a:pt x="217" y="477"/>
                      <a:pt x="217" y="477"/>
                    </a:cubicBezTo>
                    <a:cubicBezTo>
                      <a:pt x="218" y="477"/>
                      <a:pt x="218" y="477"/>
                      <a:pt x="218" y="477"/>
                    </a:cubicBezTo>
                    <a:cubicBezTo>
                      <a:pt x="219" y="477"/>
                      <a:pt x="219" y="477"/>
                      <a:pt x="219" y="477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19" y="478"/>
                      <a:pt x="219" y="478"/>
                      <a:pt x="219" y="478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20" y="483"/>
                      <a:pt x="220" y="483"/>
                      <a:pt x="220" y="483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4" y="484"/>
                      <a:pt x="224" y="484"/>
                      <a:pt x="224" y="484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5" y="486"/>
                      <a:pt x="225" y="486"/>
                      <a:pt x="225" y="486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8" y="489"/>
                      <a:pt x="228" y="489"/>
                      <a:pt x="228" y="489"/>
                    </a:cubicBezTo>
                    <a:cubicBezTo>
                      <a:pt x="233" y="496"/>
                      <a:pt x="233" y="496"/>
                      <a:pt x="233" y="496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4" y="493"/>
                      <a:pt x="234" y="493"/>
                      <a:pt x="234" y="493"/>
                    </a:cubicBezTo>
                    <a:cubicBezTo>
                      <a:pt x="236" y="494"/>
                      <a:pt x="236" y="494"/>
                      <a:pt x="236" y="494"/>
                    </a:cubicBezTo>
                    <a:cubicBezTo>
                      <a:pt x="237" y="495"/>
                      <a:pt x="237" y="495"/>
                      <a:pt x="237" y="495"/>
                    </a:cubicBezTo>
                    <a:cubicBezTo>
                      <a:pt x="238" y="496"/>
                      <a:pt x="238" y="496"/>
                      <a:pt x="238" y="496"/>
                    </a:cubicBezTo>
                    <a:cubicBezTo>
                      <a:pt x="239" y="497"/>
                      <a:pt x="239" y="497"/>
                      <a:pt x="239" y="497"/>
                    </a:cubicBezTo>
                    <a:cubicBezTo>
                      <a:pt x="240" y="497"/>
                      <a:pt x="240" y="497"/>
                      <a:pt x="240" y="497"/>
                    </a:cubicBezTo>
                    <a:cubicBezTo>
                      <a:pt x="241" y="498"/>
                      <a:pt x="241" y="498"/>
                      <a:pt x="241" y="498"/>
                    </a:cubicBezTo>
                    <a:cubicBezTo>
                      <a:pt x="238" y="498"/>
                      <a:pt x="238" y="498"/>
                      <a:pt x="238" y="498"/>
                    </a:cubicBezTo>
                    <a:cubicBezTo>
                      <a:pt x="243" y="500"/>
                      <a:pt x="243" y="500"/>
                      <a:pt x="243" y="500"/>
                    </a:cubicBezTo>
                    <a:cubicBezTo>
                      <a:pt x="242" y="501"/>
                      <a:pt x="242" y="501"/>
                      <a:pt x="242" y="501"/>
                    </a:cubicBezTo>
                    <a:cubicBezTo>
                      <a:pt x="244" y="502"/>
                      <a:pt x="244" y="502"/>
                      <a:pt x="244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50" y="503"/>
                      <a:pt x="250" y="503"/>
                      <a:pt x="250" y="503"/>
                    </a:cubicBezTo>
                    <a:cubicBezTo>
                      <a:pt x="250" y="502"/>
                      <a:pt x="250" y="502"/>
                      <a:pt x="250" y="502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5" y="504"/>
                      <a:pt x="255" y="504"/>
                      <a:pt x="255" y="504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7" y="506"/>
                      <a:pt x="257" y="506"/>
                      <a:pt x="257" y="506"/>
                    </a:cubicBezTo>
                    <a:cubicBezTo>
                      <a:pt x="259" y="509"/>
                      <a:pt x="259" y="509"/>
                      <a:pt x="259" y="509"/>
                    </a:cubicBezTo>
                    <a:cubicBezTo>
                      <a:pt x="260" y="510"/>
                      <a:pt x="260" y="510"/>
                      <a:pt x="260" y="510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3"/>
                      <a:pt x="263" y="513"/>
                      <a:pt x="263" y="513"/>
                    </a:cubicBezTo>
                    <a:cubicBezTo>
                      <a:pt x="262" y="516"/>
                      <a:pt x="262" y="516"/>
                      <a:pt x="262" y="516"/>
                    </a:cubicBezTo>
                    <a:cubicBezTo>
                      <a:pt x="263" y="519"/>
                      <a:pt x="263" y="519"/>
                      <a:pt x="263" y="519"/>
                    </a:cubicBezTo>
                    <a:cubicBezTo>
                      <a:pt x="262" y="520"/>
                      <a:pt x="262" y="520"/>
                      <a:pt x="262" y="520"/>
                    </a:cubicBezTo>
                    <a:cubicBezTo>
                      <a:pt x="262" y="522"/>
                      <a:pt x="262" y="522"/>
                      <a:pt x="262" y="522"/>
                    </a:cubicBezTo>
                    <a:cubicBezTo>
                      <a:pt x="263" y="523"/>
                      <a:pt x="263" y="523"/>
                      <a:pt x="263" y="523"/>
                    </a:cubicBezTo>
                    <a:cubicBezTo>
                      <a:pt x="262" y="525"/>
                      <a:pt x="262" y="525"/>
                      <a:pt x="262" y="525"/>
                    </a:cubicBezTo>
                    <a:cubicBezTo>
                      <a:pt x="263" y="526"/>
                      <a:pt x="263" y="526"/>
                      <a:pt x="263" y="526"/>
                    </a:cubicBezTo>
                    <a:cubicBezTo>
                      <a:pt x="266" y="526"/>
                      <a:pt x="266" y="526"/>
                      <a:pt x="266" y="526"/>
                    </a:cubicBezTo>
                    <a:cubicBezTo>
                      <a:pt x="267" y="529"/>
                      <a:pt x="267" y="529"/>
                      <a:pt x="267" y="529"/>
                    </a:cubicBezTo>
                    <a:cubicBezTo>
                      <a:pt x="266" y="528"/>
                      <a:pt x="266" y="528"/>
                      <a:pt x="266" y="528"/>
                    </a:cubicBezTo>
                    <a:cubicBezTo>
                      <a:pt x="264" y="529"/>
                      <a:pt x="264" y="529"/>
                      <a:pt x="264" y="529"/>
                    </a:cubicBezTo>
                    <a:cubicBezTo>
                      <a:pt x="264" y="531"/>
                      <a:pt x="264" y="531"/>
                      <a:pt x="264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8" y="534"/>
                      <a:pt x="268" y="534"/>
                      <a:pt x="268" y="534"/>
                    </a:cubicBezTo>
                    <a:cubicBezTo>
                      <a:pt x="269" y="533"/>
                      <a:pt x="269" y="533"/>
                      <a:pt x="269" y="533"/>
                    </a:cubicBezTo>
                    <a:cubicBezTo>
                      <a:pt x="272" y="535"/>
                      <a:pt x="272" y="535"/>
                      <a:pt x="272" y="535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8"/>
                      <a:pt x="273" y="538"/>
                      <a:pt x="273" y="538"/>
                    </a:cubicBezTo>
                    <a:cubicBezTo>
                      <a:pt x="272" y="539"/>
                      <a:pt x="272" y="539"/>
                      <a:pt x="272" y="539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1" y="542"/>
                      <a:pt x="271" y="542"/>
                      <a:pt x="271" y="542"/>
                    </a:cubicBezTo>
                    <a:cubicBezTo>
                      <a:pt x="271" y="544"/>
                      <a:pt x="271" y="544"/>
                      <a:pt x="271" y="544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3" y="545"/>
                      <a:pt x="273" y="545"/>
                      <a:pt x="273" y="545"/>
                    </a:cubicBezTo>
                    <a:cubicBezTo>
                      <a:pt x="274" y="545"/>
                      <a:pt x="274" y="545"/>
                      <a:pt x="274" y="545"/>
                    </a:cubicBezTo>
                    <a:cubicBezTo>
                      <a:pt x="273" y="546"/>
                      <a:pt x="273" y="546"/>
                      <a:pt x="273" y="546"/>
                    </a:cubicBezTo>
                    <a:cubicBezTo>
                      <a:pt x="272" y="547"/>
                      <a:pt x="272" y="547"/>
                      <a:pt x="272" y="547"/>
                    </a:cubicBezTo>
                    <a:cubicBezTo>
                      <a:pt x="274" y="549"/>
                      <a:pt x="274" y="549"/>
                      <a:pt x="274" y="549"/>
                    </a:cubicBezTo>
                    <a:cubicBezTo>
                      <a:pt x="275" y="549"/>
                      <a:pt x="275" y="549"/>
                      <a:pt x="275" y="549"/>
                    </a:cubicBezTo>
                    <a:cubicBezTo>
                      <a:pt x="275" y="548"/>
                      <a:pt x="275" y="548"/>
                      <a:pt x="275" y="548"/>
                    </a:cubicBezTo>
                    <a:cubicBezTo>
                      <a:pt x="278" y="549"/>
                      <a:pt x="278" y="549"/>
                      <a:pt x="278" y="549"/>
                    </a:cubicBezTo>
                    <a:cubicBezTo>
                      <a:pt x="276" y="547"/>
                      <a:pt x="276" y="547"/>
                      <a:pt x="276" y="547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6" y="544"/>
                      <a:pt x="276" y="544"/>
                      <a:pt x="276" y="544"/>
                    </a:cubicBezTo>
                    <a:cubicBezTo>
                      <a:pt x="275" y="544"/>
                      <a:pt x="275" y="544"/>
                      <a:pt x="275" y="544"/>
                    </a:cubicBezTo>
                    <a:cubicBezTo>
                      <a:pt x="275" y="543"/>
                      <a:pt x="275" y="543"/>
                      <a:pt x="275" y="543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4" y="541"/>
                      <a:pt x="274" y="541"/>
                      <a:pt x="274" y="541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5" y="539"/>
                      <a:pt x="275" y="539"/>
                      <a:pt x="275" y="539"/>
                    </a:cubicBezTo>
                    <a:cubicBezTo>
                      <a:pt x="274" y="539"/>
                      <a:pt x="274" y="539"/>
                      <a:pt x="274" y="539"/>
                    </a:cubicBezTo>
                    <a:cubicBezTo>
                      <a:pt x="276" y="540"/>
                      <a:pt x="276" y="540"/>
                      <a:pt x="276" y="540"/>
                    </a:cubicBezTo>
                    <a:cubicBezTo>
                      <a:pt x="276" y="543"/>
                      <a:pt x="276" y="543"/>
                      <a:pt x="276" y="543"/>
                    </a:cubicBezTo>
                    <a:cubicBezTo>
                      <a:pt x="278" y="543"/>
                      <a:pt x="278" y="543"/>
                      <a:pt x="278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9" y="543"/>
                      <a:pt x="279" y="543"/>
                      <a:pt x="279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8" y="544"/>
                      <a:pt x="278" y="544"/>
                      <a:pt x="278" y="544"/>
                    </a:cubicBezTo>
                    <a:cubicBezTo>
                      <a:pt x="277" y="544"/>
                      <a:pt x="277" y="544"/>
                      <a:pt x="277" y="544"/>
                    </a:cubicBezTo>
                    <a:cubicBezTo>
                      <a:pt x="276" y="546"/>
                      <a:pt x="276" y="546"/>
                      <a:pt x="276" y="546"/>
                    </a:cubicBezTo>
                    <a:cubicBezTo>
                      <a:pt x="278" y="548"/>
                      <a:pt x="278" y="548"/>
                      <a:pt x="278" y="548"/>
                    </a:cubicBezTo>
                    <a:cubicBezTo>
                      <a:pt x="280" y="549"/>
                      <a:pt x="280" y="549"/>
                      <a:pt x="280" y="549"/>
                    </a:cubicBezTo>
                    <a:cubicBezTo>
                      <a:pt x="281" y="550"/>
                      <a:pt x="281" y="550"/>
                      <a:pt x="281" y="550"/>
                    </a:cubicBezTo>
                    <a:cubicBezTo>
                      <a:pt x="281" y="551"/>
                      <a:pt x="281" y="551"/>
                      <a:pt x="281" y="551"/>
                    </a:cubicBezTo>
                    <a:cubicBezTo>
                      <a:pt x="280" y="551"/>
                      <a:pt x="280" y="551"/>
                      <a:pt x="280" y="551"/>
                    </a:cubicBezTo>
                    <a:cubicBezTo>
                      <a:pt x="281" y="553"/>
                      <a:pt x="281" y="553"/>
                      <a:pt x="281" y="553"/>
                    </a:cubicBezTo>
                    <a:cubicBezTo>
                      <a:pt x="282" y="555"/>
                      <a:pt x="282" y="555"/>
                      <a:pt x="282" y="555"/>
                    </a:cubicBezTo>
                    <a:cubicBezTo>
                      <a:pt x="284" y="557"/>
                      <a:pt x="284" y="557"/>
                      <a:pt x="284" y="557"/>
                    </a:cubicBezTo>
                    <a:cubicBezTo>
                      <a:pt x="284" y="555"/>
                      <a:pt x="284" y="555"/>
                      <a:pt x="284" y="555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8"/>
                      <a:pt x="286" y="558"/>
                      <a:pt x="286" y="558"/>
                    </a:cubicBezTo>
                    <a:cubicBezTo>
                      <a:pt x="288" y="560"/>
                      <a:pt x="288" y="560"/>
                      <a:pt x="288" y="560"/>
                    </a:cubicBezTo>
                    <a:cubicBezTo>
                      <a:pt x="288" y="557"/>
                      <a:pt x="288" y="557"/>
                      <a:pt x="288" y="557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1"/>
                      <a:pt x="290" y="561"/>
                      <a:pt x="290" y="561"/>
                    </a:cubicBezTo>
                    <a:cubicBezTo>
                      <a:pt x="292" y="562"/>
                      <a:pt x="292" y="562"/>
                      <a:pt x="292" y="562"/>
                    </a:cubicBezTo>
                    <a:cubicBezTo>
                      <a:pt x="293" y="560"/>
                      <a:pt x="293" y="560"/>
                      <a:pt x="293" y="560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4" y="559"/>
                      <a:pt x="294" y="559"/>
                      <a:pt x="294" y="559"/>
                    </a:cubicBezTo>
                    <a:cubicBezTo>
                      <a:pt x="292" y="556"/>
                      <a:pt x="292" y="556"/>
                      <a:pt x="292" y="556"/>
                    </a:cubicBezTo>
                    <a:cubicBezTo>
                      <a:pt x="292" y="555"/>
                      <a:pt x="292" y="555"/>
                      <a:pt x="292" y="555"/>
                    </a:cubicBezTo>
                    <a:cubicBezTo>
                      <a:pt x="291" y="553"/>
                      <a:pt x="291" y="553"/>
                      <a:pt x="291" y="553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1" y="550"/>
                      <a:pt x="291" y="550"/>
                      <a:pt x="291" y="550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1" y="552"/>
                      <a:pt x="291" y="552"/>
                      <a:pt x="291" y="552"/>
                    </a:cubicBezTo>
                    <a:cubicBezTo>
                      <a:pt x="293" y="551"/>
                      <a:pt x="293" y="551"/>
                      <a:pt x="293" y="551"/>
                    </a:cubicBezTo>
                    <a:cubicBezTo>
                      <a:pt x="295" y="552"/>
                      <a:pt x="295" y="552"/>
                      <a:pt x="295" y="552"/>
                    </a:cubicBezTo>
                    <a:cubicBezTo>
                      <a:pt x="295" y="550"/>
                      <a:pt x="295" y="550"/>
                      <a:pt x="295" y="550"/>
                    </a:cubicBezTo>
                    <a:cubicBezTo>
                      <a:pt x="294" y="550"/>
                      <a:pt x="294" y="550"/>
                      <a:pt x="294" y="550"/>
                    </a:cubicBezTo>
                    <a:cubicBezTo>
                      <a:pt x="294" y="549"/>
                      <a:pt x="294" y="549"/>
                      <a:pt x="294" y="549"/>
                    </a:cubicBezTo>
                    <a:cubicBezTo>
                      <a:pt x="293" y="549"/>
                      <a:pt x="293" y="549"/>
                      <a:pt x="293" y="549"/>
                    </a:cubicBezTo>
                    <a:cubicBezTo>
                      <a:pt x="292" y="548"/>
                      <a:pt x="292" y="548"/>
                      <a:pt x="292" y="548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1" y="547"/>
                      <a:pt x="291" y="547"/>
                      <a:pt x="291" y="547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3" y="547"/>
                      <a:pt x="293" y="547"/>
                      <a:pt x="293" y="547"/>
                    </a:cubicBezTo>
                    <a:cubicBezTo>
                      <a:pt x="294" y="546"/>
                      <a:pt x="294" y="546"/>
                      <a:pt x="294" y="546"/>
                    </a:cubicBezTo>
                    <a:cubicBezTo>
                      <a:pt x="295" y="547"/>
                      <a:pt x="295" y="547"/>
                      <a:pt x="295" y="547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8" y="548"/>
                      <a:pt x="298" y="548"/>
                      <a:pt x="298" y="548"/>
                    </a:cubicBezTo>
                    <a:cubicBezTo>
                      <a:pt x="298" y="547"/>
                      <a:pt x="298" y="547"/>
                      <a:pt x="298" y="547"/>
                    </a:cubicBezTo>
                    <a:cubicBezTo>
                      <a:pt x="297" y="545"/>
                      <a:pt x="297" y="545"/>
                      <a:pt x="297" y="545"/>
                    </a:cubicBezTo>
                    <a:cubicBezTo>
                      <a:pt x="297" y="543"/>
                      <a:pt x="297" y="543"/>
                      <a:pt x="297" y="543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300" y="547"/>
                      <a:pt x="300" y="547"/>
                      <a:pt x="300" y="547"/>
                    </a:cubicBezTo>
                    <a:cubicBezTo>
                      <a:pt x="301" y="546"/>
                      <a:pt x="301" y="546"/>
                      <a:pt x="301" y="546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4" y="549"/>
                      <a:pt x="304" y="549"/>
                      <a:pt x="304" y="549"/>
                    </a:cubicBezTo>
                    <a:cubicBezTo>
                      <a:pt x="305" y="549"/>
                      <a:pt x="305" y="549"/>
                      <a:pt x="305" y="549"/>
                    </a:cubicBezTo>
                    <a:cubicBezTo>
                      <a:pt x="306" y="550"/>
                      <a:pt x="306" y="550"/>
                      <a:pt x="306" y="550"/>
                    </a:cubicBezTo>
                    <a:cubicBezTo>
                      <a:pt x="307" y="551"/>
                      <a:pt x="307" y="551"/>
                      <a:pt x="307" y="551"/>
                    </a:cubicBezTo>
                    <a:cubicBezTo>
                      <a:pt x="307" y="552"/>
                      <a:pt x="307" y="552"/>
                      <a:pt x="307" y="552"/>
                    </a:cubicBezTo>
                    <a:cubicBezTo>
                      <a:pt x="310" y="550"/>
                      <a:pt x="310" y="550"/>
                      <a:pt x="310" y="550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7" y="548"/>
                      <a:pt x="307" y="548"/>
                      <a:pt x="307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4" y="546"/>
                      <a:pt x="304" y="546"/>
                      <a:pt x="304" y="546"/>
                    </a:cubicBezTo>
                    <a:cubicBezTo>
                      <a:pt x="304" y="545"/>
                      <a:pt x="304" y="545"/>
                      <a:pt x="304" y="545"/>
                    </a:cubicBezTo>
                    <a:cubicBezTo>
                      <a:pt x="302" y="545"/>
                      <a:pt x="302" y="545"/>
                      <a:pt x="302" y="545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03" y="544"/>
                      <a:pt x="303" y="544"/>
                      <a:pt x="303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2"/>
                      <a:pt x="300" y="542"/>
                      <a:pt x="300" y="542"/>
                    </a:cubicBezTo>
                    <a:cubicBezTo>
                      <a:pt x="300" y="541"/>
                      <a:pt x="300" y="541"/>
                      <a:pt x="300" y="541"/>
                    </a:cubicBezTo>
                    <a:cubicBezTo>
                      <a:pt x="299" y="540"/>
                      <a:pt x="299" y="540"/>
                      <a:pt x="299" y="540"/>
                    </a:cubicBezTo>
                    <a:cubicBezTo>
                      <a:pt x="296" y="537"/>
                      <a:pt x="296" y="537"/>
                      <a:pt x="296" y="537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4" y="537"/>
                      <a:pt x="294" y="537"/>
                      <a:pt x="294" y="537"/>
                    </a:cubicBezTo>
                    <a:cubicBezTo>
                      <a:pt x="293" y="537"/>
                      <a:pt x="293" y="537"/>
                      <a:pt x="293" y="537"/>
                    </a:cubicBezTo>
                    <a:cubicBezTo>
                      <a:pt x="293" y="536"/>
                      <a:pt x="293" y="536"/>
                      <a:pt x="293" y="536"/>
                    </a:cubicBezTo>
                    <a:cubicBezTo>
                      <a:pt x="293" y="535"/>
                      <a:pt x="293" y="535"/>
                      <a:pt x="293" y="535"/>
                    </a:cubicBezTo>
                    <a:cubicBezTo>
                      <a:pt x="295" y="537"/>
                      <a:pt x="295" y="537"/>
                      <a:pt x="295" y="537"/>
                    </a:cubicBezTo>
                    <a:cubicBezTo>
                      <a:pt x="295" y="536"/>
                      <a:pt x="295" y="536"/>
                      <a:pt x="295" y="536"/>
                    </a:cubicBezTo>
                    <a:cubicBezTo>
                      <a:pt x="295" y="534"/>
                      <a:pt x="295" y="534"/>
                      <a:pt x="295" y="534"/>
                    </a:cubicBezTo>
                    <a:cubicBezTo>
                      <a:pt x="294" y="534"/>
                      <a:pt x="294" y="534"/>
                      <a:pt x="294" y="534"/>
                    </a:cubicBezTo>
                    <a:cubicBezTo>
                      <a:pt x="293" y="534"/>
                      <a:pt x="293" y="534"/>
                      <a:pt x="293" y="534"/>
                    </a:cubicBezTo>
                    <a:cubicBezTo>
                      <a:pt x="293" y="533"/>
                      <a:pt x="293" y="533"/>
                      <a:pt x="293" y="533"/>
                    </a:cubicBezTo>
                    <a:cubicBezTo>
                      <a:pt x="292" y="534"/>
                      <a:pt x="292" y="534"/>
                      <a:pt x="292" y="534"/>
                    </a:cubicBezTo>
                    <a:cubicBezTo>
                      <a:pt x="292" y="533"/>
                      <a:pt x="292" y="533"/>
                      <a:pt x="292" y="533"/>
                    </a:cubicBezTo>
                    <a:cubicBezTo>
                      <a:pt x="289" y="529"/>
                      <a:pt x="289" y="529"/>
                      <a:pt x="289" y="529"/>
                    </a:cubicBezTo>
                    <a:cubicBezTo>
                      <a:pt x="288" y="529"/>
                      <a:pt x="288" y="529"/>
                      <a:pt x="288" y="529"/>
                    </a:cubicBezTo>
                    <a:cubicBezTo>
                      <a:pt x="288" y="528"/>
                      <a:pt x="288" y="528"/>
                      <a:pt x="288" y="528"/>
                    </a:cubicBezTo>
                    <a:cubicBezTo>
                      <a:pt x="286" y="527"/>
                      <a:pt x="286" y="527"/>
                      <a:pt x="286" y="527"/>
                    </a:cubicBezTo>
                    <a:cubicBezTo>
                      <a:pt x="287" y="526"/>
                      <a:pt x="287" y="526"/>
                      <a:pt x="287" y="526"/>
                    </a:cubicBezTo>
                    <a:cubicBezTo>
                      <a:pt x="286" y="523"/>
                      <a:pt x="286" y="523"/>
                      <a:pt x="286" y="523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90" y="525"/>
                      <a:pt x="290" y="525"/>
                      <a:pt x="290" y="525"/>
                    </a:cubicBezTo>
                    <a:cubicBezTo>
                      <a:pt x="290" y="526"/>
                      <a:pt x="290" y="526"/>
                      <a:pt x="290" y="526"/>
                    </a:cubicBezTo>
                    <a:cubicBezTo>
                      <a:pt x="292" y="528"/>
                      <a:pt x="292" y="528"/>
                      <a:pt x="292" y="528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3" y="526"/>
                      <a:pt x="293" y="526"/>
                      <a:pt x="293" y="526"/>
                    </a:cubicBezTo>
                    <a:cubicBezTo>
                      <a:pt x="292" y="525"/>
                      <a:pt x="292" y="525"/>
                      <a:pt x="292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4" y="527"/>
                      <a:pt x="294" y="527"/>
                      <a:pt x="294" y="527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7" y="526"/>
                      <a:pt x="297" y="526"/>
                      <a:pt x="297" y="526"/>
                    </a:cubicBezTo>
                    <a:cubicBezTo>
                      <a:pt x="296" y="525"/>
                      <a:pt x="296" y="525"/>
                      <a:pt x="296" y="525"/>
                    </a:cubicBezTo>
                    <a:cubicBezTo>
                      <a:pt x="295" y="525"/>
                      <a:pt x="295" y="525"/>
                      <a:pt x="295" y="525"/>
                    </a:cubicBezTo>
                    <a:cubicBezTo>
                      <a:pt x="297" y="525"/>
                      <a:pt x="297" y="525"/>
                      <a:pt x="297" y="525"/>
                    </a:cubicBezTo>
                    <a:cubicBezTo>
                      <a:pt x="298" y="526"/>
                      <a:pt x="298" y="526"/>
                      <a:pt x="298" y="526"/>
                    </a:cubicBezTo>
                    <a:cubicBezTo>
                      <a:pt x="299" y="524"/>
                      <a:pt x="299" y="524"/>
                      <a:pt x="299" y="524"/>
                    </a:cubicBezTo>
                    <a:cubicBezTo>
                      <a:pt x="297" y="522"/>
                      <a:pt x="297" y="522"/>
                      <a:pt x="297" y="522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8" y="521"/>
                      <a:pt x="298" y="521"/>
                      <a:pt x="298" y="521"/>
                    </a:cubicBezTo>
                    <a:cubicBezTo>
                      <a:pt x="298" y="519"/>
                      <a:pt x="298" y="519"/>
                      <a:pt x="298" y="519"/>
                    </a:cubicBezTo>
                    <a:cubicBezTo>
                      <a:pt x="299" y="519"/>
                      <a:pt x="299" y="519"/>
                      <a:pt x="299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299" y="522"/>
                      <a:pt x="299" y="522"/>
                      <a:pt x="299" y="522"/>
                    </a:cubicBezTo>
                    <a:cubicBezTo>
                      <a:pt x="300" y="522"/>
                      <a:pt x="300" y="522"/>
                      <a:pt x="300" y="522"/>
                    </a:cubicBezTo>
                    <a:cubicBezTo>
                      <a:pt x="301" y="522"/>
                      <a:pt x="301" y="522"/>
                      <a:pt x="301" y="522"/>
                    </a:cubicBezTo>
                    <a:cubicBezTo>
                      <a:pt x="302" y="521"/>
                      <a:pt x="302" y="521"/>
                      <a:pt x="302" y="521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5" y="519"/>
                      <a:pt x="305" y="519"/>
                      <a:pt x="305" y="519"/>
                    </a:cubicBezTo>
                    <a:cubicBezTo>
                      <a:pt x="308" y="519"/>
                      <a:pt x="308" y="519"/>
                      <a:pt x="308" y="519"/>
                    </a:cubicBezTo>
                    <a:cubicBezTo>
                      <a:pt x="310" y="519"/>
                      <a:pt x="310" y="519"/>
                      <a:pt x="310" y="519"/>
                    </a:cubicBezTo>
                    <a:cubicBezTo>
                      <a:pt x="310" y="521"/>
                      <a:pt x="310" y="521"/>
                      <a:pt x="310" y="521"/>
                    </a:cubicBezTo>
                    <a:cubicBezTo>
                      <a:pt x="312" y="522"/>
                      <a:pt x="312" y="522"/>
                      <a:pt x="312" y="522"/>
                    </a:cubicBezTo>
                    <a:cubicBezTo>
                      <a:pt x="312" y="521"/>
                      <a:pt x="312" y="521"/>
                      <a:pt x="312" y="521"/>
                    </a:cubicBezTo>
                    <a:cubicBezTo>
                      <a:pt x="312" y="524"/>
                      <a:pt x="312" y="524"/>
                      <a:pt x="312" y="524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1" y="528"/>
                      <a:pt x="311" y="528"/>
                      <a:pt x="311" y="528"/>
                    </a:cubicBezTo>
                    <a:cubicBezTo>
                      <a:pt x="312" y="529"/>
                      <a:pt x="312" y="529"/>
                      <a:pt x="312" y="529"/>
                    </a:cubicBezTo>
                    <a:cubicBezTo>
                      <a:pt x="312" y="530"/>
                      <a:pt x="312" y="530"/>
                      <a:pt x="312" y="530"/>
                    </a:cubicBezTo>
                    <a:cubicBezTo>
                      <a:pt x="311" y="531"/>
                      <a:pt x="311" y="531"/>
                      <a:pt x="311" y="531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0" y="533"/>
                      <a:pt x="310" y="533"/>
                      <a:pt x="310" y="533"/>
                    </a:cubicBezTo>
                    <a:cubicBezTo>
                      <a:pt x="309" y="535"/>
                      <a:pt x="309" y="535"/>
                      <a:pt x="309" y="535"/>
                    </a:cubicBezTo>
                    <a:cubicBezTo>
                      <a:pt x="310" y="536"/>
                      <a:pt x="310" y="536"/>
                      <a:pt x="310" y="536"/>
                    </a:cubicBezTo>
                    <a:cubicBezTo>
                      <a:pt x="311" y="536"/>
                      <a:pt x="311" y="536"/>
                      <a:pt x="311" y="536"/>
                    </a:cubicBezTo>
                    <a:cubicBezTo>
                      <a:pt x="312" y="536"/>
                      <a:pt x="312" y="536"/>
                      <a:pt x="312" y="536"/>
                    </a:cubicBezTo>
                    <a:cubicBezTo>
                      <a:pt x="313" y="537"/>
                      <a:pt x="313" y="537"/>
                      <a:pt x="313" y="537"/>
                    </a:cubicBezTo>
                    <a:cubicBezTo>
                      <a:pt x="315" y="537"/>
                      <a:pt x="315" y="537"/>
                      <a:pt x="315" y="537"/>
                    </a:cubicBezTo>
                    <a:cubicBezTo>
                      <a:pt x="315" y="534"/>
                      <a:pt x="315" y="534"/>
                      <a:pt x="315" y="534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6" y="531"/>
                      <a:pt x="316" y="531"/>
                      <a:pt x="316" y="531"/>
                    </a:cubicBezTo>
                    <a:cubicBezTo>
                      <a:pt x="317" y="531"/>
                      <a:pt x="317" y="531"/>
                      <a:pt x="317" y="531"/>
                    </a:cubicBezTo>
                    <a:cubicBezTo>
                      <a:pt x="316" y="532"/>
                      <a:pt x="316" y="532"/>
                      <a:pt x="316" y="532"/>
                    </a:cubicBezTo>
                    <a:cubicBezTo>
                      <a:pt x="316" y="534"/>
                      <a:pt x="316" y="534"/>
                      <a:pt x="316" y="534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5" y="538"/>
                      <a:pt x="315" y="538"/>
                      <a:pt x="315" y="538"/>
                    </a:cubicBezTo>
                    <a:cubicBezTo>
                      <a:pt x="317" y="539"/>
                      <a:pt x="317" y="539"/>
                      <a:pt x="317" y="539"/>
                    </a:cubicBezTo>
                    <a:cubicBezTo>
                      <a:pt x="316" y="540"/>
                      <a:pt x="316" y="540"/>
                      <a:pt x="316" y="540"/>
                    </a:cubicBezTo>
                    <a:cubicBezTo>
                      <a:pt x="315" y="539"/>
                      <a:pt x="315" y="539"/>
                      <a:pt x="315" y="539"/>
                    </a:cubicBezTo>
                    <a:cubicBezTo>
                      <a:pt x="314" y="538"/>
                      <a:pt x="314" y="538"/>
                      <a:pt x="314" y="538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3" y="539"/>
                      <a:pt x="313" y="539"/>
                      <a:pt x="313" y="539"/>
                    </a:cubicBezTo>
                    <a:cubicBezTo>
                      <a:pt x="311" y="538"/>
                      <a:pt x="311" y="538"/>
                      <a:pt x="311" y="538"/>
                    </a:cubicBezTo>
                    <a:cubicBezTo>
                      <a:pt x="310" y="539"/>
                      <a:pt x="310" y="539"/>
                      <a:pt x="310" y="539"/>
                    </a:cubicBezTo>
                    <a:cubicBezTo>
                      <a:pt x="310" y="540"/>
                      <a:pt x="310" y="540"/>
                      <a:pt x="310" y="540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0" y="542"/>
                      <a:pt x="310" y="542"/>
                      <a:pt x="310" y="542"/>
                    </a:cubicBezTo>
                    <a:cubicBezTo>
                      <a:pt x="310" y="543"/>
                      <a:pt x="310" y="543"/>
                      <a:pt x="310" y="543"/>
                    </a:cubicBezTo>
                    <a:cubicBezTo>
                      <a:pt x="312" y="544"/>
                      <a:pt x="312" y="544"/>
                      <a:pt x="312" y="544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4" y="543"/>
                      <a:pt x="314" y="543"/>
                      <a:pt x="314" y="543"/>
                    </a:cubicBezTo>
                    <a:cubicBezTo>
                      <a:pt x="316" y="545"/>
                      <a:pt x="316" y="545"/>
                      <a:pt x="316" y="545"/>
                    </a:cubicBezTo>
                    <a:cubicBezTo>
                      <a:pt x="316" y="544"/>
                      <a:pt x="316" y="544"/>
                      <a:pt x="316" y="544"/>
                    </a:cubicBezTo>
                    <a:cubicBezTo>
                      <a:pt x="317" y="545"/>
                      <a:pt x="317" y="545"/>
                      <a:pt x="317" y="545"/>
                    </a:cubicBezTo>
                    <a:cubicBezTo>
                      <a:pt x="318" y="545"/>
                      <a:pt x="318" y="545"/>
                      <a:pt x="318" y="545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20" y="547"/>
                      <a:pt x="320" y="547"/>
                      <a:pt x="320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7" y="546"/>
                      <a:pt x="317" y="546"/>
                      <a:pt x="317" y="546"/>
                    </a:cubicBezTo>
                    <a:cubicBezTo>
                      <a:pt x="316" y="546"/>
                      <a:pt x="316" y="546"/>
                      <a:pt x="316" y="546"/>
                    </a:cubicBezTo>
                    <a:cubicBezTo>
                      <a:pt x="315" y="547"/>
                      <a:pt x="315" y="547"/>
                      <a:pt x="315" y="547"/>
                    </a:cubicBezTo>
                    <a:cubicBezTo>
                      <a:pt x="314" y="548"/>
                      <a:pt x="314" y="548"/>
                      <a:pt x="314" y="548"/>
                    </a:cubicBezTo>
                    <a:cubicBezTo>
                      <a:pt x="312" y="548"/>
                      <a:pt x="312" y="548"/>
                      <a:pt x="312" y="548"/>
                    </a:cubicBezTo>
                    <a:cubicBezTo>
                      <a:pt x="311" y="550"/>
                      <a:pt x="311" y="550"/>
                      <a:pt x="311" y="550"/>
                    </a:cubicBezTo>
                    <a:cubicBezTo>
                      <a:pt x="312" y="551"/>
                      <a:pt x="312" y="551"/>
                      <a:pt x="312" y="551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7" y="549"/>
                      <a:pt x="317" y="549"/>
                      <a:pt x="317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9"/>
                      <a:pt x="319" y="549"/>
                      <a:pt x="319" y="549"/>
                    </a:cubicBezTo>
                    <a:cubicBezTo>
                      <a:pt x="320" y="550"/>
                      <a:pt x="320" y="550"/>
                      <a:pt x="320" y="550"/>
                    </a:cubicBezTo>
                    <a:cubicBezTo>
                      <a:pt x="321" y="550"/>
                      <a:pt x="321" y="550"/>
                      <a:pt x="321" y="550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1" y="552"/>
                      <a:pt x="321" y="552"/>
                      <a:pt x="321" y="552"/>
                    </a:cubicBezTo>
                    <a:cubicBezTo>
                      <a:pt x="320" y="554"/>
                      <a:pt x="320" y="554"/>
                      <a:pt x="320" y="554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4" y="554"/>
                      <a:pt x="324" y="554"/>
                      <a:pt x="324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4" y="555"/>
                      <a:pt x="324" y="555"/>
                      <a:pt x="324" y="555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1" y="556"/>
                      <a:pt x="321" y="556"/>
                      <a:pt x="321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5" y="558"/>
                      <a:pt x="325" y="558"/>
                      <a:pt x="325" y="558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7" y="558"/>
                      <a:pt x="327" y="558"/>
                      <a:pt x="327" y="558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30" y="556"/>
                      <a:pt x="330" y="556"/>
                      <a:pt x="330" y="556"/>
                    </a:cubicBezTo>
                    <a:cubicBezTo>
                      <a:pt x="331" y="556"/>
                      <a:pt x="331" y="556"/>
                      <a:pt x="331" y="556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4" y="558"/>
                      <a:pt x="334" y="558"/>
                      <a:pt x="334" y="558"/>
                    </a:cubicBezTo>
                    <a:cubicBezTo>
                      <a:pt x="334" y="559"/>
                      <a:pt x="334" y="559"/>
                      <a:pt x="334" y="559"/>
                    </a:cubicBezTo>
                    <a:cubicBezTo>
                      <a:pt x="336" y="560"/>
                      <a:pt x="336" y="560"/>
                      <a:pt x="336" y="560"/>
                    </a:cubicBezTo>
                    <a:cubicBezTo>
                      <a:pt x="337" y="560"/>
                      <a:pt x="337" y="560"/>
                      <a:pt x="337" y="560"/>
                    </a:cubicBezTo>
                    <a:cubicBezTo>
                      <a:pt x="338" y="561"/>
                      <a:pt x="338" y="561"/>
                      <a:pt x="338" y="561"/>
                    </a:cubicBezTo>
                    <a:cubicBezTo>
                      <a:pt x="340" y="560"/>
                      <a:pt x="340" y="560"/>
                      <a:pt x="340" y="560"/>
                    </a:cubicBezTo>
                    <a:cubicBezTo>
                      <a:pt x="341" y="560"/>
                      <a:pt x="341" y="560"/>
                      <a:pt x="341" y="560"/>
                    </a:cubicBezTo>
                    <a:cubicBezTo>
                      <a:pt x="343" y="560"/>
                      <a:pt x="343" y="560"/>
                      <a:pt x="343" y="560"/>
                    </a:cubicBezTo>
                    <a:cubicBezTo>
                      <a:pt x="343" y="559"/>
                      <a:pt x="343" y="559"/>
                      <a:pt x="343" y="559"/>
                    </a:cubicBezTo>
                    <a:cubicBezTo>
                      <a:pt x="345" y="560"/>
                      <a:pt x="345" y="560"/>
                      <a:pt x="345" y="560"/>
                    </a:cubicBezTo>
                    <a:cubicBezTo>
                      <a:pt x="346" y="559"/>
                      <a:pt x="346" y="559"/>
                      <a:pt x="346" y="559"/>
                    </a:cubicBezTo>
                    <a:cubicBezTo>
                      <a:pt x="346" y="557"/>
                      <a:pt x="346" y="557"/>
                      <a:pt x="346" y="557"/>
                    </a:cubicBezTo>
                    <a:cubicBezTo>
                      <a:pt x="346" y="556"/>
                      <a:pt x="346" y="556"/>
                      <a:pt x="346" y="556"/>
                    </a:cubicBezTo>
                    <a:cubicBezTo>
                      <a:pt x="346" y="555"/>
                      <a:pt x="346" y="555"/>
                      <a:pt x="346" y="555"/>
                    </a:cubicBezTo>
                    <a:cubicBezTo>
                      <a:pt x="348" y="555"/>
                      <a:pt x="348" y="555"/>
                      <a:pt x="348" y="555"/>
                    </a:cubicBezTo>
                    <a:cubicBezTo>
                      <a:pt x="351" y="555"/>
                      <a:pt x="351" y="555"/>
                      <a:pt x="351" y="555"/>
                    </a:cubicBezTo>
                    <a:cubicBezTo>
                      <a:pt x="355" y="557"/>
                      <a:pt x="355" y="557"/>
                      <a:pt x="355" y="557"/>
                    </a:cubicBezTo>
                    <a:cubicBezTo>
                      <a:pt x="356" y="557"/>
                      <a:pt x="356" y="557"/>
                      <a:pt x="356" y="557"/>
                    </a:cubicBezTo>
                    <a:cubicBezTo>
                      <a:pt x="358" y="560"/>
                      <a:pt x="358" y="560"/>
                      <a:pt x="358" y="560"/>
                    </a:cubicBezTo>
                    <a:cubicBezTo>
                      <a:pt x="360" y="561"/>
                      <a:pt x="360" y="561"/>
                      <a:pt x="360" y="561"/>
                    </a:cubicBezTo>
                    <a:cubicBezTo>
                      <a:pt x="367" y="560"/>
                      <a:pt x="367" y="560"/>
                      <a:pt x="367" y="560"/>
                    </a:cubicBezTo>
                    <a:cubicBezTo>
                      <a:pt x="369" y="559"/>
                      <a:pt x="369" y="559"/>
                      <a:pt x="369" y="559"/>
                    </a:cubicBezTo>
                    <a:cubicBezTo>
                      <a:pt x="370" y="559"/>
                      <a:pt x="370" y="559"/>
                      <a:pt x="370" y="559"/>
                    </a:cubicBezTo>
                    <a:cubicBezTo>
                      <a:pt x="370" y="560"/>
                      <a:pt x="370" y="560"/>
                      <a:pt x="370" y="560"/>
                    </a:cubicBezTo>
                    <a:cubicBezTo>
                      <a:pt x="372" y="559"/>
                      <a:pt x="372" y="559"/>
                      <a:pt x="372" y="559"/>
                    </a:cubicBezTo>
                    <a:cubicBezTo>
                      <a:pt x="372" y="558"/>
                      <a:pt x="372" y="558"/>
                      <a:pt x="372" y="558"/>
                    </a:cubicBezTo>
                    <a:cubicBezTo>
                      <a:pt x="375" y="554"/>
                      <a:pt x="375" y="554"/>
                      <a:pt x="375" y="554"/>
                    </a:cubicBezTo>
                    <a:cubicBezTo>
                      <a:pt x="376" y="554"/>
                      <a:pt x="376" y="554"/>
                      <a:pt x="376" y="554"/>
                    </a:cubicBezTo>
                    <a:cubicBezTo>
                      <a:pt x="378" y="555"/>
                      <a:pt x="378" y="555"/>
                      <a:pt x="378" y="555"/>
                    </a:cubicBezTo>
                    <a:cubicBezTo>
                      <a:pt x="380" y="556"/>
                      <a:pt x="380" y="556"/>
                      <a:pt x="380" y="556"/>
                    </a:cubicBezTo>
                    <a:cubicBezTo>
                      <a:pt x="383" y="555"/>
                      <a:pt x="383" y="555"/>
                      <a:pt x="383" y="555"/>
                    </a:cubicBezTo>
                    <a:cubicBezTo>
                      <a:pt x="384" y="555"/>
                      <a:pt x="384" y="555"/>
                      <a:pt x="384" y="555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4" y="556"/>
                      <a:pt x="384" y="556"/>
                      <a:pt x="384" y="556"/>
                    </a:cubicBezTo>
                    <a:cubicBezTo>
                      <a:pt x="383" y="557"/>
                      <a:pt x="383" y="557"/>
                      <a:pt x="383" y="557"/>
                    </a:cubicBezTo>
                    <a:cubicBezTo>
                      <a:pt x="383" y="558"/>
                      <a:pt x="383" y="558"/>
                      <a:pt x="383" y="558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3" y="561"/>
                      <a:pt x="383" y="561"/>
                      <a:pt x="383" y="561"/>
                    </a:cubicBezTo>
                    <a:cubicBezTo>
                      <a:pt x="383" y="564"/>
                      <a:pt x="383" y="564"/>
                      <a:pt x="383" y="564"/>
                    </a:cubicBezTo>
                    <a:cubicBezTo>
                      <a:pt x="384" y="566"/>
                      <a:pt x="384" y="566"/>
                      <a:pt x="384" y="566"/>
                    </a:cubicBezTo>
                    <a:cubicBezTo>
                      <a:pt x="385" y="568"/>
                      <a:pt x="385" y="568"/>
                      <a:pt x="385" y="568"/>
                    </a:cubicBezTo>
                    <a:cubicBezTo>
                      <a:pt x="385" y="569"/>
                      <a:pt x="385" y="569"/>
                      <a:pt x="385" y="569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3" y="572"/>
                      <a:pt x="383" y="572"/>
                      <a:pt x="383" y="572"/>
                    </a:cubicBezTo>
                    <a:cubicBezTo>
                      <a:pt x="383" y="578"/>
                      <a:pt x="383" y="578"/>
                      <a:pt x="383" y="578"/>
                    </a:cubicBezTo>
                    <a:cubicBezTo>
                      <a:pt x="382" y="579"/>
                      <a:pt x="382" y="579"/>
                      <a:pt x="382" y="579"/>
                    </a:cubicBezTo>
                    <a:cubicBezTo>
                      <a:pt x="380" y="581"/>
                      <a:pt x="380" y="581"/>
                      <a:pt x="380" y="581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79" y="585"/>
                      <a:pt x="379" y="585"/>
                      <a:pt x="379" y="585"/>
                    </a:cubicBezTo>
                    <a:cubicBezTo>
                      <a:pt x="378" y="591"/>
                      <a:pt x="378" y="591"/>
                      <a:pt x="378" y="591"/>
                    </a:cubicBezTo>
                    <a:cubicBezTo>
                      <a:pt x="376" y="595"/>
                      <a:pt x="376" y="595"/>
                      <a:pt x="376" y="595"/>
                    </a:cubicBezTo>
                    <a:cubicBezTo>
                      <a:pt x="374" y="598"/>
                      <a:pt x="374" y="598"/>
                      <a:pt x="374" y="598"/>
                    </a:cubicBezTo>
                    <a:cubicBezTo>
                      <a:pt x="373" y="599"/>
                      <a:pt x="373" y="599"/>
                      <a:pt x="373" y="599"/>
                    </a:cubicBezTo>
                    <a:cubicBezTo>
                      <a:pt x="371" y="599"/>
                      <a:pt x="371" y="599"/>
                      <a:pt x="371" y="599"/>
                    </a:cubicBezTo>
                    <a:cubicBezTo>
                      <a:pt x="366" y="599"/>
                      <a:pt x="366" y="599"/>
                      <a:pt x="366" y="599"/>
                    </a:cubicBezTo>
                    <a:cubicBezTo>
                      <a:pt x="363" y="600"/>
                      <a:pt x="363" y="600"/>
                      <a:pt x="363" y="600"/>
                    </a:cubicBezTo>
                    <a:cubicBezTo>
                      <a:pt x="360" y="597"/>
                      <a:pt x="360" y="597"/>
                      <a:pt x="360" y="597"/>
                    </a:cubicBezTo>
                    <a:cubicBezTo>
                      <a:pt x="359" y="598"/>
                      <a:pt x="359" y="598"/>
                      <a:pt x="359" y="598"/>
                    </a:cubicBezTo>
                    <a:cubicBezTo>
                      <a:pt x="358" y="597"/>
                      <a:pt x="358" y="597"/>
                      <a:pt x="358" y="597"/>
                    </a:cubicBezTo>
                    <a:cubicBezTo>
                      <a:pt x="357" y="597"/>
                      <a:pt x="357" y="597"/>
                      <a:pt x="357" y="597"/>
                    </a:cubicBezTo>
                    <a:cubicBezTo>
                      <a:pt x="355" y="597"/>
                      <a:pt x="355" y="597"/>
                      <a:pt x="355" y="597"/>
                    </a:cubicBezTo>
                    <a:cubicBezTo>
                      <a:pt x="354" y="596"/>
                      <a:pt x="354" y="596"/>
                      <a:pt x="354" y="596"/>
                    </a:cubicBezTo>
                    <a:cubicBezTo>
                      <a:pt x="356" y="596"/>
                      <a:pt x="356" y="596"/>
                      <a:pt x="356" y="596"/>
                    </a:cubicBezTo>
                    <a:cubicBezTo>
                      <a:pt x="353" y="596"/>
                      <a:pt x="353" y="596"/>
                      <a:pt x="353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0" y="597"/>
                      <a:pt x="350" y="597"/>
                      <a:pt x="350" y="597"/>
                    </a:cubicBezTo>
                    <a:cubicBezTo>
                      <a:pt x="347" y="597"/>
                      <a:pt x="347" y="597"/>
                      <a:pt x="347" y="597"/>
                    </a:cubicBezTo>
                    <a:cubicBezTo>
                      <a:pt x="346" y="597"/>
                      <a:pt x="346" y="597"/>
                      <a:pt x="346" y="597"/>
                    </a:cubicBezTo>
                    <a:cubicBezTo>
                      <a:pt x="344" y="599"/>
                      <a:pt x="344" y="599"/>
                      <a:pt x="344" y="599"/>
                    </a:cubicBezTo>
                    <a:cubicBezTo>
                      <a:pt x="342" y="599"/>
                      <a:pt x="342" y="599"/>
                      <a:pt x="342" y="599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38" y="601"/>
                      <a:pt x="338" y="601"/>
                      <a:pt x="338" y="601"/>
                    </a:cubicBezTo>
                    <a:cubicBezTo>
                      <a:pt x="335" y="600"/>
                      <a:pt x="335" y="600"/>
                      <a:pt x="335" y="600"/>
                    </a:cubicBezTo>
                    <a:cubicBezTo>
                      <a:pt x="333" y="600"/>
                      <a:pt x="333" y="600"/>
                      <a:pt x="333" y="600"/>
                    </a:cubicBezTo>
                    <a:cubicBezTo>
                      <a:pt x="331" y="600"/>
                      <a:pt x="331" y="600"/>
                      <a:pt x="331" y="600"/>
                    </a:cubicBezTo>
                    <a:cubicBezTo>
                      <a:pt x="329" y="599"/>
                      <a:pt x="329" y="599"/>
                      <a:pt x="329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5" y="598"/>
                      <a:pt x="325" y="598"/>
                      <a:pt x="325" y="598"/>
                    </a:cubicBezTo>
                    <a:cubicBezTo>
                      <a:pt x="322" y="597"/>
                      <a:pt x="322" y="597"/>
                      <a:pt x="322" y="597"/>
                    </a:cubicBezTo>
                    <a:cubicBezTo>
                      <a:pt x="317" y="597"/>
                      <a:pt x="317" y="597"/>
                      <a:pt x="317" y="597"/>
                    </a:cubicBezTo>
                    <a:cubicBezTo>
                      <a:pt x="314" y="596"/>
                      <a:pt x="314" y="596"/>
                      <a:pt x="314" y="596"/>
                    </a:cubicBezTo>
                    <a:cubicBezTo>
                      <a:pt x="310" y="596"/>
                      <a:pt x="310" y="596"/>
                      <a:pt x="310" y="596"/>
                    </a:cubicBezTo>
                    <a:cubicBezTo>
                      <a:pt x="309" y="596"/>
                      <a:pt x="309" y="596"/>
                      <a:pt x="309" y="596"/>
                    </a:cubicBezTo>
                    <a:cubicBezTo>
                      <a:pt x="309" y="595"/>
                      <a:pt x="309" y="595"/>
                      <a:pt x="309" y="595"/>
                    </a:cubicBezTo>
                    <a:cubicBezTo>
                      <a:pt x="308" y="593"/>
                      <a:pt x="308" y="593"/>
                      <a:pt x="308" y="593"/>
                    </a:cubicBezTo>
                    <a:cubicBezTo>
                      <a:pt x="306" y="593"/>
                      <a:pt x="306" y="593"/>
                      <a:pt x="306" y="593"/>
                    </a:cubicBezTo>
                    <a:cubicBezTo>
                      <a:pt x="305" y="593"/>
                      <a:pt x="305" y="593"/>
                      <a:pt x="305" y="593"/>
                    </a:cubicBezTo>
                    <a:cubicBezTo>
                      <a:pt x="300" y="592"/>
                      <a:pt x="300" y="592"/>
                      <a:pt x="300" y="592"/>
                    </a:cubicBezTo>
                    <a:cubicBezTo>
                      <a:pt x="299" y="592"/>
                      <a:pt x="299" y="592"/>
                      <a:pt x="299" y="592"/>
                    </a:cubicBezTo>
                    <a:cubicBezTo>
                      <a:pt x="297" y="591"/>
                      <a:pt x="297" y="591"/>
                      <a:pt x="297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5" y="591"/>
                      <a:pt x="295" y="591"/>
                      <a:pt x="295" y="591"/>
                    </a:cubicBezTo>
                    <a:cubicBezTo>
                      <a:pt x="295" y="589"/>
                      <a:pt x="295" y="589"/>
                      <a:pt x="295" y="589"/>
                    </a:cubicBezTo>
                    <a:cubicBezTo>
                      <a:pt x="291" y="587"/>
                      <a:pt x="291" y="587"/>
                      <a:pt x="291" y="587"/>
                    </a:cubicBezTo>
                    <a:cubicBezTo>
                      <a:pt x="289" y="587"/>
                      <a:pt x="289" y="587"/>
                      <a:pt x="289" y="587"/>
                    </a:cubicBezTo>
                    <a:cubicBezTo>
                      <a:pt x="287" y="586"/>
                      <a:pt x="287" y="586"/>
                      <a:pt x="287" y="586"/>
                    </a:cubicBezTo>
                    <a:cubicBezTo>
                      <a:pt x="286" y="586"/>
                      <a:pt x="286" y="586"/>
                      <a:pt x="286" y="586"/>
                    </a:cubicBezTo>
                    <a:cubicBezTo>
                      <a:pt x="285" y="587"/>
                      <a:pt x="285" y="587"/>
                      <a:pt x="285" y="587"/>
                    </a:cubicBezTo>
                    <a:cubicBezTo>
                      <a:pt x="284" y="586"/>
                      <a:pt x="284" y="586"/>
                      <a:pt x="284" y="586"/>
                    </a:cubicBezTo>
                    <a:cubicBezTo>
                      <a:pt x="283" y="586"/>
                      <a:pt x="283" y="586"/>
                      <a:pt x="283" y="586"/>
                    </a:cubicBezTo>
                    <a:cubicBezTo>
                      <a:pt x="281" y="587"/>
                      <a:pt x="281" y="587"/>
                      <a:pt x="281" y="587"/>
                    </a:cubicBezTo>
                    <a:cubicBezTo>
                      <a:pt x="277" y="587"/>
                      <a:pt x="277" y="587"/>
                      <a:pt x="277" y="587"/>
                    </a:cubicBezTo>
                    <a:cubicBezTo>
                      <a:pt x="274" y="589"/>
                      <a:pt x="274" y="589"/>
                      <a:pt x="274" y="589"/>
                    </a:cubicBezTo>
                    <a:cubicBezTo>
                      <a:pt x="272" y="591"/>
                      <a:pt x="272" y="591"/>
                      <a:pt x="272" y="591"/>
                    </a:cubicBezTo>
                    <a:cubicBezTo>
                      <a:pt x="271" y="593"/>
                      <a:pt x="271" y="593"/>
                      <a:pt x="271" y="593"/>
                    </a:cubicBezTo>
                    <a:cubicBezTo>
                      <a:pt x="270" y="594"/>
                      <a:pt x="270" y="594"/>
                      <a:pt x="270" y="594"/>
                    </a:cubicBezTo>
                    <a:cubicBezTo>
                      <a:pt x="270" y="598"/>
                      <a:pt x="270" y="598"/>
                      <a:pt x="270" y="598"/>
                    </a:cubicBezTo>
                    <a:cubicBezTo>
                      <a:pt x="271" y="600"/>
                      <a:pt x="271" y="600"/>
                      <a:pt x="271" y="600"/>
                    </a:cubicBezTo>
                    <a:cubicBezTo>
                      <a:pt x="272" y="603"/>
                      <a:pt x="272" y="603"/>
                      <a:pt x="272" y="603"/>
                    </a:cubicBezTo>
                    <a:cubicBezTo>
                      <a:pt x="272" y="604"/>
                      <a:pt x="272" y="604"/>
                      <a:pt x="272" y="604"/>
                    </a:cubicBezTo>
                    <a:cubicBezTo>
                      <a:pt x="270" y="606"/>
                      <a:pt x="270" y="606"/>
                      <a:pt x="270" y="606"/>
                    </a:cubicBezTo>
                    <a:cubicBezTo>
                      <a:pt x="269" y="606"/>
                      <a:pt x="269" y="606"/>
                      <a:pt x="269" y="606"/>
                    </a:cubicBezTo>
                    <a:cubicBezTo>
                      <a:pt x="267" y="608"/>
                      <a:pt x="267" y="608"/>
                      <a:pt x="267" y="608"/>
                    </a:cubicBezTo>
                    <a:cubicBezTo>
                      <a:pt x="266" y="609"/>
                      <a:pt x="266" y="609"/>
                      <a:pt x="266" y="609"/>
                    </a:cubicBezTo>
                    <a:cubicBezTo>
                      <a:pt x="263" y="608"/>
                      <a:pt x="263" y="608"/>
                      <a:pt x="263" y="608"/>
                    </a:cubicBezTo>
                    <a:cubicBezTo>
                      <a:pt x="258" y="604"/>
                      <a:pt x="258" y="604"/>
                      <a:pt x="258" y="604"/>
                    </a:cubicBezTo>
                    <a:cubicBezTo>
                      <a:pt x="254" y="602"/>
                      <a:pt x="254" y="602"/>
                      <a:pt x="254" y="602"/>
                    </a:cubicBezTo>
                    <a:cubicBezTo>
                      <a:pt x="249" y="600"/>
                      <a:pt x="249" y="600"/>
                      <a:pt x="249" y="600"/>
                    </a:cubicBezTo>
                    <a:cubicBezTo>
                      <a:pt x="246" y="599"/>
                      <a:pt x="246" y="599"/>
                      <a:pt x="246" y="599"/>
                    </a:cubicBezTo>
                    <a:cubicBezTo>
                      <a:pt x="245" y="600"/>
                      <a:pt x="245" y="600"/>
                      <a:pt x="245" y="600"/>
                    </a:cubicBezTo>
                    <a:cubicBezTo>
                      <a:pt x="243" y="600"/>
                      <a:pt x="243" y="600"/>
                      <a:pt x="243" y="600"/>
                    </a:cubicBezTo>
                    <a:cubicBezTo>
                      <a:pt x="240" y="599"/>
                      <a:pt x="240" y="599"/>
                      <a:pt x="240" y="599"/>
                    </a:cubicBezTo>
                    <a:cubicBezTo>
                      <a:pt x="238" y="595"/>
                      <a:pt x="238" y="595"/>
                      <a:pt x="238" y="595"/>
                    </a:cubicBezTo>
                    <a:cubicBezTo>
                      <a:pt x="238" y="592"/>
                      <a:pt x="238" y="592"/>
                      <a:pt x="238" y="592"/>
                    </a:cubicBezTo>
                    <a:cubicBezTo>
                      <a:pt x="236" y="590"/>
                      <a:pt x="236" y="590"/>
                      <a:pt x="236" y="590"/>
                    </a:cubicBezTo>
                    <a:cubicBezTo>
                      <a:pt x="231" y="589"/>
                      <a:pt x="231" y="589"/>
                      <a:pt x="231" y="589"/>
                    </a:cubicBezTo>
                    <a:cubicBezTo>
                      <a:pt x="229" y="587"/>
                      <a:pt x="229" y="587"/>
                      <a:pt x="229" y="587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2" y="586"/>
                      <a:pt x="222" y="586"/>
                      <a:pt x="222" y="586"/>
                    </a:cubicBezTo>
                    <a:cubicBezTo>
                      <a:pt x="217" y="587"/>
                      <a:pt x="217" y="587"/>
                      <a:pt x="217" y="587"/>
                    </a:cubicBezTo>
                    <a:cubicBezTo>
                      <a:pt x="214" y="586"/>
                      <a:pt x="214" y="586"/>
                      <a:pt x="214" y="586"/>
                    </a:cubicBezTo>
                    <a:cubicBezTo>
                      <a:pt x="212" y="585"/>
                      <a:pt x="212" y="585"/>
                      <a:pt x="212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08" y="583"/>
                      <a:pt x="208" y="583"/>
                      <a:pt x="208" y="583"/>
                    </a:cubicBezTo>
                    <a:cubicBezTo>
                      <a:pt x="207" y="583"/>
                      <a:pt x="207" y="583"/>
                      <a:pt x="207" y="583"/>
                    </a:cubicBezTo>
                    <a:cubicBezTo>
                      <a:pt x="207" y="582"/>
                      <a:pt x="207" y="582"/>
                      <a:pt x="207" y="582"/>
                    </a:cubicBezTo>
                    <a:cubicBezTo>
                      <a:pt x="206" y="581"/>
                      <a:pt x="206" y="581"/>
                      <a:pt x="206" y="581"/>
                    </a:cubicBezTo>
                    <a:cubicBezTo>
                      <a:pt x="207" y="580"/>
                      <a:pt x="207" y="580"/>
                      <a:pt x="207" y="580"/>
                    </a:cubicBezTo>
                    <a:cubicBezTo>
                      <a:pt x="206" y="579"/>
                      <a:pt x="206" y="579"/>
                      <a:pt x="206" y="579"/>
                    </a:cubicBezTo>
                    <a:cubicBezTo>
                      <a:pt x="204" y="579"/>
                      <a:pt x="204" y="579"/>
                      <a:pt x="204" y="579"/>
                    </a:cubicBezTo>
                    <a:cubicBezTo>
                      <a:pt x="203" y="580"/>
                      <a:pt x="203" y="580"/>
                      <a:pt x="203" y="580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0" y="579"/>
                      <a:pt x="200" y="579"/>
                      <a:pt x="200" y="579"/>
                    </a:cubicBezTo>
                    <a:cubicBezTo>
                      <a:pt x="199" y="578"/>
                      <a:pt x="199" y="578"/>
                      <a:pt x="199" y="578"/>
                    </a:cubicBezTo>
                    <a:cubicBezTo>
                      <a:pt x="200" y="576"/>
                      <a:pt x="200" y="576"/>
                      <a:pt x="200" y="576"/>
                    </a:cubicBezTo>
                    <a:cubicBezTo>
                      <a:pt x="204" y="574"/>
                      <a:pt x="204" y="574"/>
                      <a:pt x="204" y="574"/>
                    </a:cubicBezTo>
                    <a:cubicBezTo>
                      <a:pt x="206" y="571"/>
                      <a:pt x="206" y="571"/>
                      <a:pt x="206" y="571"/>
                    </a:cubicBezTo>
                    <a:cubicBezTo>
                      <a:pt x="207" y="570"/>
                      <a:pt x="207" y="570"/>
                      <a:pt x="207" y="570"/>
                    </a:cubicBezTo>
                    <a:cubicBezTo>
                      <a:pt x="206" y="570"/>
                      <a:pt x="206" y="570"/>
                      <a:pt x="206" y="570"/>
                    </a:cubicBezTo>
                    <a:cubicBezTo>
                      <a:pt x="207" y="569"/>
                      <a:pt x="207" y="569"/>
                      <a:pt x="207" y="569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5"/>
                      <a:pt x="206" y="565"/>
                      <a:pt x="206" y="565"/>
                    </a:cubicBezTo>
                    <a:cubicBezTo>
                      <a:pt x="204" y="564"/>
                      <a:pt x="204" y="564"/>
                      <a:pt x="204" y="564"/>
                    </a:cubicBezTo>
                    <a:cubicBezTo>
                      <a:pt x="202" y="562"/>
                      <a:pt x="202" y="562"/>
                      <a:pt x="202" y="562"/>
                    </a:cubicBezTo>
                    <a:cubicBezTo>
                      <a:pt x="202" y="560"/>
                      <a:pt x="202" y="560"/>
                      <a:pt x="202" y="560"/>
                    </a:cubicBezTo>
                    <a:cubicBezTo>
                      <a:pt x="204" y="559"/>
                      <a:pt x="204" y="559"/>
                      <a:pt x="204" y="559"/>
                    </a:cubicBezTo>
                    <a:cubicBezTo>
                      <a:pt x="204" y="558"/>
                      <a:pt x="204" y="558"/>
                      <a:pt x="204" y="558"/>
                    </a:cubicBezTo>
                    <a:cubicBezTo>
                      <a:pt x="206" y="555"/>
                      <a:pt x="206" y="555"/>
                      <a:pt x="206" y="555"/>
                    </a:cubicBezTo>
                    <a:cubicBezTo>
                      <a:pt x="206" y="553"/>
                      <a:pt x="206" y="553"/>
                      <a:pt x="206" y="553"/>
                    </a:cubicBezTo>
                    <a:cubicBezTo>
                      <a:pt x="204" y="553"/>
                      <a:pt x="204" y="553"/>
                      <a:pt x="204" y="553"/>
                    </a:cubicBezTo>
                    <a:cubicBezTo>
                      <a:pt x="201" y="555"/>
                      <a:pt x="201" y="555"/>
                      <a:pt x="201" y="555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2"/>
                      <a:pt x="199" y="552"/>
                      <a:pt x="199" y="552"/>
                    </a:cubicBezTo>
                    <a:cubicBezTo>
                      <a:pt x="198" y="551"/>
                      <a:pt x="198" y="551"/>
                      <a:pt x="198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3" y="551"/>
                      <a:pt x="193" y="551"/>
                      <a:pt x="193" y="551"/>
                    </a:cubicBezTo>
                    <a:cubicBezTo>
                      <a:pt x="190" y="553"/>
                      <a:pt x="190" y="553"/>
                      <a:pt x="190" y="553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6" y="554"/>
                      <a:pt x="186" y="554"/>
                      <a:pt x="186" y="554"/>
                    </a:cubicBezTo>
                    <a:cubicBezTo>
                      <a:pt x="185" y="554"/>
                      <a:pt x="185" y="554"/>
                      <a:pt x="185" y="554"/>
                    </a:cubicBezTo>
                    <a:cubicBezTo>
                      <a:pt x="182" y="555"/>
                      <a:pt x="182" y="555"/>
                      <a:pt x="182" y="555"/>
                    </a:cubicBezTo>
                    <a:cubicBezTo>
                      <a:pt x="180" y="554"/>
                      <a:pt x="180" y="554"/>
                      <a:pt x="180" y="554"/>
                    </a:cubicBezTo>
                    <a:cubicBezTo>
                      <a:pt x="177" y="553"/>
                      <a:pt x="177" y="553"/>
                      <a:pt x="177" y="553"/>
                    </a:cubicBezTo>
                    <a:cubicBezTo>
                      <a:pt x="177" y="554"/>
                      <a:pt x="177" y="554"/>
                      <a:pt x="177" y="554"/>
                    </a:cubicBezTo>
                    <a:cubicBezTo>
                      <a:pt x="176" y="555"/>
                      <a:pt x="176" y="555"/>
                      <a:pt x="176" y="555"/>
                    </a:cubicBezTo>
                    <a:cubicBezTo>
                      <a:pt x="175" y="555"/>
                      <a:pt x="175" y="555"/>
                      <a:pt x="175" y="555"/>
                    </a:cubicBezTo>
                    <a:cubicBezTo>
                      <a:pt x="175" y="554"/>
                      <a:pt x="175" y="554"/>
                      <a:pt x="175" y="554"/>
                    </a:cubicBezTo>
                    <a:cubicBezTo>
                      <a:pt x="173" y="553"/>
                      <a:pt x="173" y="553"/>
                      <a:pt x="173" y="553"/>
                    </a:cubicBezTo>
                    <a:cubicBezTo>
                      <a:pt x="171" y="553"/>
                      <a:pt x="171" y="553"/>
                      <a:pt x="171" y="553"/>
                    </a:cubicBezTo>
                    <a:cubicBezTo>
                      <a:pt x="171" y="554"/>
                      <a:pt x="171" y="554"/>
                      <a:pt x="171" y="554"/>
                    </a:cubicBezTo>
                    <a:cubicBezTo>
                      <a:pt x="169" y="554"/>
                      <a:pt x="169" y="554"/>
                      <a:pt x="169" y="554"/>
                    </a:cubicBezTo>
                    <a:cubicBezTo>
                      <a:pt x="169" y="555"/>
                      <a:pt x="169" y="555"/>
                      <a:pt x="169" y="555"/>
                    </a:cubicBezTo>
                    <a:cubicBezTo>
                      <a:pt x="168" y="555"/>
                      <a:pt x="168" y="555"/>
                      <a:pt x="168" y="555"/>
                    </a:cubicBezTo>
                    <a:cubicBezTo>
                      <a:pt x="167" y="555"/>
                      <a:pt x="167" y="555"/>
                      <a:pt x="167" y="555"/>
                    </a:cubicBezTo>
                    <a:cubicBezTo>
                      <a:pt x="165" y="556"/>
                      <a:pt x="165" y="556"/>
                      <a:pt x="165" y="556"/>
                    </a:cubicBezTo>
                    <a:cubicBezTo>
                      <a:pt x="164" y="556"/>
                      <a:pt x="164" y="556"/>
                      <a:pt x="164" y="556"/>
                    </a:cubicBezTo>
                    <a:cubicBezTo>
                      <a:pt x="163" y="555"/>
                      <a:pt x="163" y="555"/>
                      <a:pt x="163" y="555"/>
                    </a:cubicBezTo>
                    <a:cubicBezTo>
                      <a:pt x="161" y="555"/>
                      <a:pt x="161" y="555"/>
                      <a:pt x="161" y="555"/>
                    </a:cubicBezTo>
                    <a:cubicBezTo>
                      <a:pt x="160" y="554"/>
                      <a:pt x="160" y="554"/>
                      <a:pt x="160" y="554"/>
                    </a:cubicBezTo>
                    <a:cubicBezTo>
                      <a:pt x="158" y="555"/>
                      <a:pt x="158" y="555"/>
                      <a:pt x="158" y="555"/>
                    </a:cubicBezTo>
                    <a:cubicBezTo>
                      <a:pt x="156" y="554"/>
                      <a:pt x="156" y="554"/>
                      <a:pt x="156" y="554"/>
                    </a:cubicBezTo>
                    <a:cubicBezTo>
                      <a:pt x="155" y="554"/>
                      <a:pt x="155" y="554"/>
                      <a:pt x="155" y="554"/>
                    </a:cubicBezTo>
                    <a:cubicBezTo>
                      <a:pt x="154" y="554"/>
                      <a:pt x="154" y="554"/>
                      <a:pt x="154" y="554"/>
                    </a:cubicBezTo>
                    <a:cubicBezTo>
                      <a:pt x="153" y="554"/>
                      <a:pt x="153" y="554"/>
                      <a:pt x="153" y="554"/>
                    </a:cubicBezTo>
                    <a:cubicBezTo>
                      <a:pt x="152" y="556"/>
                      <a:pt x="152" y="556"/>
                      <a:pt x="152" y="556"/>
                    </a:cubicBezTo>
                    <a:cubicBezTo>
                      <a:pt x="151" y="556"/>
                      <a:pt x="151" y="556"/>
                      <a:pt x="151" y="556"/>
                    </a:cubicBezTo>
                    <a:cubicBezTo>
                      <a:pt x="149" y="555"/>
                      <a:pt x="149" y="555"/>
                      <a:pt x="149" y="555"/>
                    </a:cubicBezTo>
                    <a:cubicBezTo>
                      <a:pt x="147" y="557"/>
                      <a:pt x="147" y="557"/>
                      <a:pt x="147" y="557"/>
                    </a:cubicBezTo>
                    <a:cubicBezTo>
                      <a:pt x="146" y="557"/>
                      <a:pt x="146" y="557"/>
                      <a:pt x="146" y="557"/>
                    </a:cubicBezTo>
                    <a:cubicBezTo>
                      <a:pt x="145" y="556"/>
                      <a:pt x="145" y="556"/>
                      <a:pt x="145" y="556"/>
                    </a:cubicBezTo>
                    <a:cubicBezTo>
                      <a:pt x="143" y="557"/>
                      <a:pt x="143" y="557"/>
                      <a:pt x="143" y="557"/>
                    </a:cubicBezTo>
                    <a:cubicBezTo>
                      <a:pt x="140" y="557"/>
                      <a:pt x="140" y="557"/>
                      <a:pt x="140" y="557"/>
                    </a:cubicBezTo>
                    <a:cubicBezTo>
                      <a:pt x="138" y="556"/>
                      <a:pt x="138" y="556"/>
                      <a:pt x="138" y="556"/>
                    </a:cubicBezTo>
                    <a:cubicBezTo>
                      <a:pt x="135" y="559"/>
                      <a:pt x="135" y="559"/>
                      <a:pt x="135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2" y="559"/>
                      <a:pt x="132" y="559"/>
                      <a:pt x="132" y="559"/>
                    </a:cubicBezTo>
                    <a:cubicBezTo>
                      <a:pt x="129" y="561"/>
                      <a:pt x="129" y="561"/>
                      <a:pt x="129" y="561"/>
                    </a:cubicBezTo>
                    <a:cubicBezTo>
                      <a:pt x="129" y="562"/>
                      <a:pt x="129" y="562"/>
                      <a:pt x="129" y="562"/>
                    </a:cubicBezTo>
                    <a:cubicBezTo>
                      <a:pt x="129" y="563"/>
                      <a:pt x="129" y="563"/>
                      <a:pt x="129" y="563"/>
                    </a:cubicBezTo>
                    <a:cubicBezTo>
                      <a:pt x="128" y="563"/>
                      <a:pt x="128" y="563"/>
                      <a:pt x="128" y="563"/>
                    </a:cubicBezTo>
                    <a:cubicBezTo>
                      <a:pt x="128" y="562"/>
                      <a:pt x="128" y="562"/>
                      <a:pt x="128" y="562"/>
                    </a:cubicBezTo>
                    <a:cubicBezTo>
                      <a:pt x="126" y="562"/>
                      <a:pt x="126" y="562"/>
                      <a:pt x="126" y="562"/>
                    </a:cubicBezTo>
                    <a:cubicBezTo>
                      <a:pt x="125" y="563"/>
                      <a:pt x="125" y="563"/>
                      <a:pt x="125" y="563"/>
                    </a:cubicBezTo>
                    <a:cubicBezTo>
                      <a:pt x="125" y="564"/>
                      <a:pt x="125" y="564"/>
                      <a:pt x="125" y="564"/>
                    </a:cubicBezTo>
                    <a:cubicBezTo>
                      <a:pt x="123" y="564"/>
                      <a:pt x="123" y="564"/>
                      <a:pt x="123" y="564"/>
                    </a:cubicBezTo>
                    <a:cubicBezTo>
                      <a:pt x="121" y="565"/>
                      <a:pt x="121" y="565"/>
                      <a:pt x="121" y="565"/>
                    </a:cubicBezTo>
                    <a:cubicBezTo>
                      <a:pt x="120" y="566"/>
                      <a:pt x="120" y="566"/>
                      <a:pt x="120" y="566"/>
                    </a:cubicBezTo>
                    <a:cubicBezTo>
                      <a:pt x="120" y="567"/>
                      <a:pt x="120" y="567"/>
                      <a:pt x="120" y="567"/>
                    </a:cubicBezTo>
                    <a:cubicBezTo>
                      <a:pt x="119" y="568"/>
                      <a:pt x="119" y="568"/>
                      <a:pt x="119" y="568"/>
                    </a:cubicBezTo>
                    <a:cubicBezTo>
                      <a:pt x="117" y="568"/>
                      <a:pt x="117" y="568"/>
                      <a:pt x="117" y="568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0" y="568"/>
                      <a:pt x="110" y="568"/>
                      <a:pt x="110" y="568"/>
                    </a:cubicBezTo>
                    <a:cubicBezTo>
                      <a:pt x="109" y="568"/>
                      <a:pt x="109" y="568"/>
                      <a:pt x="109" y="568"/>
                    </a:cubicBezTo>
                    <a:cubicBezTo>
                      <a:pt x="109" y="566"/>
                      <a:pt x="109" y="566"/>
                      <a:pt x="109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6" y="567"/>
                      <a:pt x="106" y="567"/>
                      <a:pt x="106" y="567"/>
                    </a:cubicBezTo>
                    <a:cubicBezTo>
                      <a:pt x="104" y="568"/>
                      <a:pt x="104" y="568"/>
                      <a:pt x="104" y="568"/>
                    </a:cubicBezTo>
                    <a:cubicBezTo>
                      <a:pt x="101" y="567"/>
                      <a:pt x="101" y="567"/>
                      <a:pt x="101" y="567"/>
                    </a:cubicBezTo>
                    <a:cubicBezTo>
                      <a:pt x="100" y="567"/>
                      <a:pt x="100" y="567"/>
                      <a:pt x="100" y="567"/>
                    </a:cubicBezTo>
                    <a:cubicBezTo>
                      <a:pt x="98" y="568"/>
                      <a:pt x="98" y="568"/>
                      <a:pt x="98" y="568"/>
                    </a:cubicBezTo>
                    <a:cubicBezTo>
                      <a:pt x="96" y="568"/>
                      <a:pt x="96" y="568"/>
                      <a:pt x="96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3" y="566"/>
                      <a:pt x="93" y="566"/>
                      <a:pt x="93" y="566"/>
                    </a:cubicBezTo>
                    <a:cubicBezTo>
                      <a:pt x="92" y="565"/>
                      <a:pt x="92" y="565"/>
                      <a:pt x="92" y="565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3" y="563"/>
                      <a:pt x="93" y="563"/>
                      <a:pt x="93" y="563"/>
                    </a:cubicBezTo>
                    <a:cubicBezTo>
                      <a:pt x="92" y="562"/>
                      <a:pt x="92" y="562"/>
                      <a:pt x="92" y="562"/>
                    </a:cubicBezTo>
                    <a:cubicBezTo>
                      <a:pt x="90" y="563"/>
                      <a:pt x="90" y="563"/>
                      <a:pt x="90" y="563"/>
                    </a:cubicBezTo>
                    <a:cubicBezTo>
                      <a:pt x="89" y="563"/>
                      <a:pt x="89" y="563"/>
                      <a:pt x="89" y="563"/>
                    </a:cubicBezTo>
                    <a:cubicBezTo>
                      <a:pt x="88" y="563"/>
                      <a:pt x="88" y="563"/>
                      <a:pt x="88" y="563"/>
                    </a:cubicBezTo>
                    <a:cubicBezTo>
                      <a:pt x="86" y="565"/>
                      <a:pt x="86" y="565"/>
                      <a:pt x="86" y="565"/>
                    </a:cubicBezTo>
                    <a:cubicBezTo>
                      <a:pt x="86" y="569"/>
                      <a:pt x="86" y="569"/>
                      <a:pt x="86" y="569"/>
                    </a:cubicBezTo>
                    <a:cubicBezTo>
                      <a:pt x="84" y="571"/>
                      <a:pt x="84" y="571"/>
                      <a:pt x="84" y="571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3" y="576"/>
                      <a:pt x="83" y="576"/>
                      <a:pt x="83" y="576"/>
                    </a:cubicBezTo>
                    <a:cubicBezTo>
                      <a:pt x="80" y="578"/>
                      <a:pt x="80" y="578"/>
                      <a:pt x="80" y="578"/>
                    </a:cubicBezTo>
                    <a:cubicBezTo>
                      <a:pt x="79" y="579"/>
                      <a:pt x="79" y="579"/>
                      <a:pt x="79" y="579"/>
                    </a:cubicBezTo>
                    <a:cubicBezTo>
                      <a:pt x="77" y="580"/>
                      <a:pt x="77" y="580"/>
                      <a:pt x="77" y="580"/>
                    </a:cubicBezTo>
                    <a:cubicBezTo>
                      <a:pt x="75" y="581"/>
                      <a:pt x="75" y="581"/>
                      <a:pt x="75" y="581"/>
                    </a:cubicBezTo>
                    <a:cubicBezTo>
                      <a:pt x="73" y="583"/>
                      <a:pt x="73" y="583"/>
                      <a:pt x="73" y="583"/>
                    </a:cubicBezTo>
                    <a:cubicBezTo>
                      <a:pt x="72" y="583"/>
                      <a:pt x="72" y="583"/>
                      <a:pt x="72" y="583"/>
                    </a:cubicBezTo>
                    <a:cubicBezTo>
                      <a:pt x="69" y="585"/>
                      <a:pt x="69" y="585"/>
                      <a:pt x="69" y="585"/>
                    </a:cubicBezTo>
                    <a:cubicBezTo>
                      <a:pt x="67" y="585"/>
                      <a:pt x="67" y="585"/>
                      <a:pt x="67" y="585"/>
                    </a:cubicBezTo>
                    <a:cubicBezTo>
                      <a:pt x="66" y="587"/>
                      <a:pt x="66" y="587"/>
                      <a:pt x="66" y="587"/>
                    </a:cubicBezTo>
                    <a:cubicBezTo>
                      <a:pt x="62" y="590"/>
                      <a:pt x="62" y="590"/>
                      <a:pt x="62" y="590"/>
                    </a:cubicBezTo>
                    <a:cubicBezTo>
                      <a:pt x="63" y="592"/>
                      <a:pt x="63" y="592"/>
                      <a:pt x="63" y="592"/>
                    </a:cubicBezTo>
                    <a:cubicBezTo>
                      <a:pt x="63" y="594"/>
                      <a:pt x="63" y="594"/>
                      <a:pt x="63" y="594"/>
                    </a:cubicBezTo>
                    <a:cubicBezTo>
                      <a:pt x="60" y="596"/>
                      <a:pt x="60" y="596"/>
                      <a:pt x="60" y="596"/>
                    </a:cubicBezTo>
                    <a:cubicBezTo>
                      <a:pt x="58" y="600"/>
                      <a:pt x="58" y="600"/>
                      <a:pt x="58" y="600"/>
                    </a:cubicBezTo>
                    <a:cubicBezTo>
                      <a:pt x="58" y="602"/>
                      <a:pt x="58" y="602"/>
                      <a:pt x="58" y="602"/>
                    </a:cubicBezTo>
                    <a:cubicBezTo>
                      <a:pt x="59" y="605"/>
                      <a:pt x="59" y="605"/>
                      <a:pt x="59" y="605"/>
                    </a:cubicBezTo>
                    <a:cubicBezTo>
                      <a:pt x="58" y="607"/>
                      <a:pt x="58" y="607"/>
                      <a:pt x="58" y="607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55" y="616"/>
                      <a:pt x="55" y="616"/>
                      <a:pt x="55" y="616"/>
                    </a:cubicBezTo>
                    <a:cubicBezTo>
                      <a:pt x="54" y="618"/>
                      <a:pt x="54" y="618"/>
                      <a:pt x="54" y="618"/>
                    </a:cubicBezTo>
                    <a:cubicBezTo>
                      <a:pt x="53" y="620"/>
                      <a:pt x="53" y="620"/>
                      <a:pt x="53" y="620"/>
                    </a:cubicBezTo>
                    <a:cubicBezTo>
                      <a:pt x="50" y="620"/>
                      <a:pt x="50" y="620"/>
                      <a:pt x="50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38" y="626"/>
                      <a:pt x="38" y="626"/>
                      <a:pt x="38" y="626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9"/>
                      <a:pt x="36" y="629"/>
                      <a:pt x="36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3" y="633"/>
                      <a:pt x="33" y="633"/>
                      <a:pt x="33" y="633"/>
                    </a:cubicBezTo>
                    <a:cubicBezTo>
                      <a:pt x="33" y="635"/>
                      <a:pt x="33" y="635"/>
                      <a:pt x="33" y="635"/>
                    </a:cubicBezTo>
                    <a:cubicBezTo>
                      <a:pt x="32" y="635"/>
                      <a:pt x="32" y="635"/>
                      <a:pt x="32" y="635"/>
                    </a:cubicBezTo>
                    <a:cubicBezTo>
                      <a:pt x="26" y="638"/>
                      <a:pt x="26" y="638"/>
                      <a:pt x="26" y="638"/>
                    </a:cubicBezTo>
                    <a:cubicBezTo>
                      <a:pt x="26" y="639"/>
                      <a:pt x="26" y="639"/>
                      <a:pt x="26" y="639"/>
                    </a:cubicBezTo>
                    <a:cubicBezTo>
                      <a:pt x="24" y="641"/>
                      <a:pt x="24" y="641"/>
                      <a:pt x="24" y="641"/>
                    </a:cubicBezTo>
                    <a:cubicBezTo>
                      <a:pt x="24" y="643"/>
                      <a:pt x="24" y="643"/>
                      <a:pt x="24" y="643"/>
                    </a:cubicBezTo>
                    <a:cubicBezTo>
                      <a:pt x="20" y="649"/>
                      <a:pt x="20" y="649"/>
                      <a:pt x="20" y="649"/>
                    </a:cubicBezTo>
                    <a:cubicBezTo>
                      <a:pt x="19" y="651"/>
                      <a:pt x="19" y="651"/>
                      <a:pt x="19" y="651"/>
                    </a:cubicBezTo>
                    <a:cubicBezTo>
                      <a:pt x="16" y="654"/>
                      <a:pt x="16" y="654"/>
                      <a:pt x="16" y="654"/>
                    </a:cubicBezTo>
                    <a:cubicBezTo>
                      <a:pt x="15" y="655"/>
                      <a:pt x="15" y="655"/>
                      <a:pt x="15" y="655"/>
                    </a:cubicBezTo>
                    <a:cubicBezTo>
                      <a:pt x="13" y="659"/>
                      <a:pt x="13" y="659"/>
                      <a:pt x="13" y="659"/>
                    </a:cubicBezTo>
                    <a:cubicBezTo>
                      <a:pt x="13" y="660"/>
                      <a:pt x="13" y="660"/>
                      <a:pt x="13" y="660"/>
                    </a:cubicBezTo>
                    <a:cubicBezTo>
                      <a:pt x="10" y="664"/>
                      <a:pt x="10" y="664"/>
                      <a:pt x="10" y="664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8" y="669"/>
                      <a:pt x="8" y="669"/>
                      <a:pt x="8" y="669"/>
                    </a:cubicBezTo>
                    <a:cubicBezTo>
                      <a:pt x="7" y="670"/>
                      <a:pt x="7" y="670"/>
                      <a:pt x="7" y="670"/>
                    </a:cubicBezTo>
                    <a:cubicBezTo>
                      <a:pt x="5" y="671"/>
                      <a:pt x="5" y="671"/>
                      <a:pt x="5" y="671"/>
                    </a:cubicBezTo>
                    <a:cubicBezTo>
                      <a:pt x="5" y="673"/>
                      <a:pt x="5" y="673"/>
                      <a:pt x="5" y="673"/>
                    </a:cubicBezTo>
                    <a:cubicBezTo>
                      <a:pt x="5" y="675"/>
                      <a:pt x="5" y="675"/>
                      <a:pt x="5" y="675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7"/>
                      <a:pt x="5" y="677"/>
                      <a:pt x="5" y="677"/>
                    </a:cubicBezTo>
                    <a:cubicBezTo>
                      <a:pt x="4" y="679"/>
                      <a:pt x="4" y="679"/>
                      <a:pt x="4" y="679"/>
                    </a:cubicBezTo>
                    <a:cubicBezTo>
                      <a:pt x="4" y="683"/>
                      <a:pt x="4" y="683"/>
                      <a:pt x="4" y="683"/>
                    </a:cubicBezTo>
                    <a:cubicBezTo>
                      <a:pt x="6" y="681"/>
                      <a:pt x="6" y="681"/>
                      <a:pt x="6" y="681"/>
                    </a:cubicBezTo>
                    <a:cubicBezTo>
                      <a:pt x="7" y="682"/>
                      <a:pt x="7" y="682"/>
                      <a:pt x="7" y="682"/>
                    </a:cubicBezTo>
                    <a:cubicBezTo>
                      <a:pt x="8" y="683"/>
                      <a:pt x="8" y="683"/>
                      <a:pt x="8" y="683"/>
                    </a:cubicBezTo>
                    <a:cubicBezTo>
                      <a:pt x="8" y="682"/>
                      <a:pt x="8" y="682"/>
                      <a:pt x="8" y="682"/>
                    </a:cubicBezTo>
                    <a:cubicBezTo>
                      <a:pt x="10" y="684"/>
                      <a:pt x="10" y="684"/>
                      <a:pt x="10" y="684"/>
                    </a:cubicBezTo>
                    <a:cubicBezTo>
                      <a:pt x="9" y="685"/>
                      <a:pt x="9" y="685"/>
                      <a:pt x="9" y="685"/>
                    </a:cubicBezTo>
                    <a:cubicBezTo>
                      <a:pt x="10" y="687"/>
                      <a:pt x="10" y="687"/>
                      <a:pt x="10" y="687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7" y="690"/>
                      <a:pt x="7" y="690"/>
                      <a:pt x="7" y="690"/>
                    </a:cubicBezTo>
                    <a:cubicBezTo>
                      <a:pt x="10" y="693"/>
                      <a:pt x="10" y="693"/>
                      <a:pt x="10" y="693"/>
                    </a:cubicBezTo>
                    <a:cubicBezTo>
                      <a:pt x="11" y="701"/>
                      <a:pt x="11" y="701"/>
                      <a:pt x="11" y="701"/>
                    </a:cubicBezTo>
                    <a:cubicBezTo>
                      <a:pt x="11" y="706"/>
                      <a:pt x="11" y="706"/>
                      <a:pt x="11" y="706"/>
                    </a:cubicBezTo>
                    <a:cubicBezTo>
                      <a:pt x="9" y="708"/>
                      <a:pt x="9" y="708"/>
                      <a:pt x="9" y="708"/>
                    </a:cubicBezTo>
                    <a:cubicBezTo>
                      <a:pt x="8" y="713"/>
                      <a:pt x="8" y="713"/>
                      <a:pt x="8" y="713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8"/>
                      <a:pt x="7" y="718"/>
                      <a:pt x="7" y="718"/>
                    </a:cubicBezTo>
                    <a:cubicBezTo>
                      <a:pt x="5" y="721"/>
                      <a:pt x="5" y="721"/>
                      <a:pt x="5" y="721"/>
                    </a:cubicBezTo>
                    <a:cubicBezTo>
                      <a:pt x="0" y="726"/>
                      <a:pt x="0" y="726"/>
                      <a:pt x="0" y="726"/>
                    </a:cubicBezTo>
                    <a:cubicBezTo>
                      <a:pt x="3" y="728"/>
                      <a:pt x="3" y="728"/>
                      <a:pt x="3" y="728"/>
                    </a:cubicBezTo>
                    <a:cubicBezTo>
                      <a:pt x="5" y="731"/>
                      <a:pt x="5" y="731"/>
                      <a:pt x="5" y="731"/>
                    </a:cubicBezTo>
                    <a:cubicBezTo>
                      <a:pt x="6" y="731"/>
                      <a:pt x="6" y="731"/>
                      <a:pt x="6" y="731"/>
                    </a:cubicBezTo>
                    <a:cubicBezTo>
                      <a:pt x="6" y="732"/>
                      <a:pt x="6" y="732"/>
                      <a:pt x="6" y="732"/>
                    </a:cubicBezTo>
                    <a:cubicBezTo>
                      <a:pt x="4" y="732"/>
                      <a:pt x="4" y="732"/>
                      <a:pt x="4" y="732"/>
                    </a:cubicBezTo>
                    <a:cubicBezTo>
                      <a:pt x="7" y="734"/>
                      <a:pt x="7" y="734"/>
                      <a:pt x="7" y="734"/>
                    </a:cubicBezTo>
                    <a:cubicBezTo>
                      <a:pt x="6" y="734"/>
                      <a:pt x="6" y="734"/>
                      <a:pt x="6" y="734"/>
                    </a:cubicBezTo>
                    <a:cubicBezTo>
                      <a:pt x="6" y="735"/>
                      <a:pt x="6" y="735"/>
                      <a:pt x="6" y="735"/>
                    </a:cubicBezTo>
                    <a:cubicBezTo>
                      <a:pt x="4" y="737"/>
                      <a:pt x="4" y="737"/>
                      <a:pt x="4" y="737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40"/>
                      <a:pt x="5" y="740"/>
                      <a:pt x="5" y="740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7" y="745"/>
                      <a:pt x="7" y="745"/>
                      <a:pt x="7" y="745"/>
                    </a:cubicBezTo>
                    <a:cubicBezTo>
                      <a:pt x="9" y="746"/>
                      <a:pt x="9" y="746"/>
                      <a:pt x="9" y="746"/>
                    </a:cubicBezTo>
                    <a:cubicBezTo>
                      <a:pt x="8" y="746"/>
                      <a:pt x="8" y="746"/>
                      <a:pt x="8" y="746"/>
                    </a:cubicBezTo>
                    <a:cubicBezTo>
                      <a:pt x="10" y="748"/>
                      <a:pt x="10" y="748"/>
                      <a:pt x="10" y="748"/>
                    </a:cubicBezTo>
                    <a:cubicBezTo>
                      <a:pt x="12" y="748"/>
                      <a:pt x="12" y="748"/>
                      <a:pt x="12" y="748"/>
                    </a:cubicBezTo>
                    <a:cubicBezTo>
                      <a:pt x="12" y="749"/>
                      <a:pt x="12" y="749"/>
                      <a:pt x="12" y="749"/>
                    </a:cubicBezTo>
                    <a:cubicBezTo>
                      <a:pt x="13" y="749"/>
                      <a:pt x="13" y="749"/>
                      <a:pt x="13" y="749"/>
                    </a:cubicBezTo>
                    <a:cubicBezTo>
                      <a:pt x="14" y="749"/>
                      <a:pt x="14" y="749"/>
                      <a:pt x="14" y="749"/>
                    </a:cubicBezTo>
                    <a:cubicBezTo>
                      <a:pt x="15" y="750"/>
                      <a:pt x="15" y="750"/>
                      <a:pt x="15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5" y="752"/>
                      <a:pt x="15" y="752"/>
                      <a:pt x="15" y="752"/>
                    </a:cubicBezTo>
                    <a:cubicBezTo>
                      <a:pt x="16" y="752"/>
                      <a:pt x="16" y="752"/>
                      <a:pt x="16" y="752"/>
                    </a:cubicBezTo>
                    <a:cubicBezTo>
                      <a:pt x="14" y="754"/>
                      <a:pt x="14" y="754"/>
                      <a:pt x="14" y="754"/>
                    </a:cubicBezTo>
                    <a:cubicBezTo>
                      <a:pt x="18" y="753"/>
                      <a:pt x="18" y="753"/>
                      <a:pt x="18" y="753"/>
                    </a:cubicBezTo>
                    <a:cubicBezTo>
                      <a:pt x="18" y="754"/>
                      <a:pt x="18" y="754"/>
                      <a:pt x="18" y="754"/>
                    </a:cubicBezTo>
                    <a:cubicBezTo>
                      <a:pt x="19" y="755"/>
                      <a:pt x="19" y="755"/>
                      <a:pt x="19" y="755"/>
                    </a:cubicBezTo>
                    <a:cubicBezTo>
                      <a:pt x="21" y="754"/>
                      <a:pt x="21" y="754"/>
                      <a:pt x="21" y="754"/>
                    </a:cubicBezTo>
                    <a:cubicBezTo>
                      <a:pt x="21" y="755"/>
                      <a:pt x="21" y="755"/>
                      <a:pt x="21" y="755"/>
                    </a:cubicBezTo>
                    <a:cubicBezTo>
                      <a:pt x="21" y="758"/>
                      <a:pt x="21" y="758"/>
                      <a:pt x="21" y="758"/>
                    </a:cubicBezTo>
                    <a:cubicBezTo>
                      <a:pt x="23" y="761"/>
                      <a:pt x="23" y="761"/>
                      <a:pt x="23" y="761"/>
                    </a:cubicBezTo>
                    <a:cubicBezTo>
                      <a:pt x="25" y="761"/>
                      <a:pt x="25" y="761"/>
                      <a:pt x="25" y="761"/>
                    </a:cubicBezTo>
                    <a:cubicBezTo>
                      <a:pt x="26" y="761"/>
                      <a:pt x="26" y="761"/>
                      <a:pt x="26" y="761"/>
                    </a:cubicBezTo>
                    <a:cubicBezTo>
                      <a:pt x="27" y="760"/>
                      <a:pt x="27" y="760"/>
                      <a:pt x="27" y="760"/>
                    </a:cubicBezTo>
                    <a:cubicBezTo>
                      <a:pt x="27" y="762"/>
                      <a:pt x="27" y="762"/>
                      <a:pt x="27" y="762"/>
                    </a:cubicBezTo>
                    <a:cubicBezTo>
                      <a:pt x="28" y="763"/>
                      <a:pt x="28" y="763"/>
                      <a:pt x="28" y="763"/>
                    </a:cubicBezTo>
                    <a:cubicBezTo>
                      <a:pt x="29" y="763"/>
                      <a:pt x="29" y="763"/>
                      <a:pt x="29" y="763"/>
                    </a:cubicBezTo>
                    <a:cubicBezTo>
                      <a:pt x="30" y="765"/>
                      <a:pt x="30" y="765"/>
                      <a:pt x="30" y="765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7"/>
                      <a:pt x="32" y="767"/>
                      <a:pt x="32" y="767"/>
                    </a:cubicBezTo>
                    <a:cubicBezTo>
                      <a:pt x="32" y="768"/>
                      <a:pt x="32" y="768"/>
                      <a:pt x="32" y="768"/>
                    </a:cubicBezTo>
                    <a:cubicBezTo>
                      <a:pt x="32" y="770"/>
                      <a:pt x="32" y="770"/>
                      <a:pt x="32" y="770"/>
                    </a:cubicBezTo>
                    <a:cubicBezTo>
                      <a:pt x="33" y="770"/>
                      <a:pt x="33" y="770"/>
                      <a:pt x="33" y="770"/>
                    </a:cubicBezTo>
                    <a:cubicBezTo>
                      <a:pt x="32" y="772"/>
                      <a:pt x="32" y="772"/>
                      <a:pt x="32" y="772"/>
                    </a:cubicBezTo>
                    <a:cubicBezTo>
                      <a:pt x="33" y="773"/>
                      <a:pt x="33" y="773"/>
                      <a:pt x="33" y="773"/>
                    </a:cubicBezTo>
                    <a:cubicBezTo>
                      <a:pt x="34" y="773"/>
                      <a:pt x="34" y="773"/>
                      <a:pt x="34" y="773"/>
                    </a:cubicBezTo>
                    <a:cubicBezTo>
                      <a:pt x="35" y="775"/>
                      <a:pt x="35" y="775"/>
                      <a:pt x="35" y="775"/>
                    </a:cubicBezTo>
                    <a:cubicBezTo>
                      <a:pt x="35" y="777"/>
                      <a:pt x="35" y="777"/>
                      <a:pt x="35" y="777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6" y="779"/>
                      <a:pt x="36" y="779"/>
                      <a:pt x="36" y="779"/>
                    </a:cubicBezTo>
                    <a:cubicBezTo>
                      <a:pt x="35" y="780"/>
                      <a:pt x="35" y="780"/>
                      <a:pt x="35" y="780"/>
                    </a:cubicBezTo>
                    <a:cubicBezTo>
                      <a:pt x="36" y="782"/>
                      <a:pt x="36" y="782"/>
                      <a:pt x="36" y="782"/>
                    </a:cubicBezTo>
                    <a:cubicBezTo>
                      <a:pt x="37" y="782"/>
                      <a:pt x="37" y="782"/>
                      <a:pt x="37" y="782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1"/>
                      <a:pt x="38" y="781"/>
                      <a:pt x="38" y="781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3"/>
                      <a:pt x="38" y="783"/>
                      <a:pt x="38" y="783"/>
                    </a:cubicBezTo>
                    <a:cubicBezTo>
                      <a:pt x="41" y="784"/>
                      <a:pt x="41" y="784"/>
                      <a:pt x="41" y="784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7"/>
                      <a:pt x="48" y="787"/>
                      <a:pt x="48" y="787"/>
                    </a:cubicBezTo>
                    <a:cubicBezTo>
                      <a:pt x="49" y="788"/>
                      <a:pt x="49" y="788"/>
                      <a:pt x="49" y="788"/>
                    </a:cubicBezTo>
                    <a:cubicBezTo>
                      <a:pt x="51" y="790"/>
                      <a:pt x="51" y="790"/>
                      <a:pt x="51" y="790"/>
                    </a:cubicBezTo>
                    <a:cubicBezTo>
                      <a:pt x="52" y="790"/>
                      <a:pt x="52" y="790"/>
                      <a:pt x="52" y="790"/>
                    </a:cubicBezTo>
                    <a:cubicBezTo>
                      <a:pt x="55" y="792"/>
                      <a:pt x="55" y="792"/>
                      <a:pt x="55" y="792"/>
                    </a:cubicBezTo>
                    <a:cubicBezTo>
                      <a:pt x="60" y="797"/>
                      <a:pt x="60" y="797"/>
                      <a:pt x="60" y="797"/>
                    </a:cubicBezTo>
                    <a:cubicBezTo>
                      <a:pt x="62" y="797"/>
                      <a:pt x="62" y="797"/>
                      <a:pt x="62" y="797"/>
                    </a:cubicBezTo>
                    <a:cubicBezTo>
                      <a:pt x="67" y="801"/>
                      <a:pt x="67" y="801"/>
                      <a:pt x="67" y="801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5" y="804"/>
                      <a:pt x="75" y="804"/>
                      <a:pt x="75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8" y="802"/>
                      <a:pt x="78" y="802"/>
                      <a:pt x="78" y="802"/>
                    </a:cubicBezTo>
                    <a:cubicBezTo>
                      <a:pt x="80" y="802"/>
                      <a:pt x="80" y="802"/>
                      <a:pt x="80" y="802"/>
                    </a:cubicBezTo>
                    <a:cubicBezTo>
                      <a:pt x="81" y="801"/>
                      <a:pt x="81" y="801"/>
                      <a:pt x="81" y="801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8" y="798"/>
                      <a:pt x="88" y="798"/>
                      <a:pt x="88" y="798"/>
                    </a:cubicBezTo>
                    <a:cubicBezTo>
                      <a:pt x="98" y="798"/>
                      <a:pt x="98" y="798"/>
                      <a:pt x="98" y="798"/>
                    </a:cubicBezTo>
                    <a:cubicBezTo>
                      <a:pt x="102" y="797"/>
                      <a:pt x="102" y="797"/>
                      <a:pt x="102" y="797"/>
                    </a:cubicBezTo>
                    <a:cubicBezTo>
                      <a:pt x="106" y="799"/>
                      <a:pt x="106" y="799"/>
                      <a:pt x="106" y="799"/>
                    </a:cubicBezTo>
                    <a:cubicBezTo>
                      <a:pt x="106" y="797"/>
                      <a:pt x="106" y="797"/>
                      <a:pt x="106" y="797"/>
                    </a:cubicBezTo>
                    <a:cubicBezTo>
                      <a:pt x="107" y="797"/>
                      <a:pt x="107" y="797"/>
                      <a:pt x="107" y="797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12" y="800"/>
                      <a:pt x="112" y="800"/>
                      <a:pt x="112" y="800"/>
                    </a:cubicBezTo>
                    <a:cubicBezTo>
                      <a:pt x="116" y="801"/>
                      <a:pt x="116" y="801"/>
                      <a:pt x="116" y="801"/>
                    </a:cubicBezTo>
                    <a:cubicBezTo>
                      <a:pt x="122" y="798"/>
                      <a:pt x="122" y="798"/>
                      <a:pt x="122" y="798"/>
                    </a:cubicBezTo>
                    <a:cubicBezTo>
                      <a:pt x="127" y="798"/>
                      <a:pt x="127" y="798"/>
                      <a:pt x="127" y="798"/>
                    </a:cubicBezTo>
                    <a:cubicBezTo>
                      <a:pt x="131" y="794"/>
                      <a:pt x="131" y="794"/>
                      <a:pt x="131" y="794"/>
                    </a:cubicBezTo>
                    <a:cubicBezTo>
                      <a:pt x="134" y="793"/>
                      <a:pt x="134" y="793"/>
                      <a:pt x="134" y="793"/>
                    </a:cubicBezTo>
                    <a:cubicBezTo>
                      <a:pt x="138" y="792"/>
                      <a:pt x="138" y="792"/>
                      <a:pt x="138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43" y="790"/>
                      <a:pt x="143" y="790"/>
                      <a:pt x="143" y="790"/>
                    </a:cubicBezTo>
                    <a:cubicBezTo>
                      <a:pt x="146" y="790"/>
                      <a:pt x="146" y="790"/>
                      <a:pt x="146" y="790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4" y="789"/>
                      <a:pt x="154" y="789"/>
                      <a:pt x="154" y="789"/>
                    </a:cubicBezTo>
                    <a:cubicBezTo>
                      <a:pt x="157" y="788"/>
                      <a:pt x="157" y="788"/>
                      <a:pt x="157" y="788"/>
                    </a:cubicBezTo>
                    <a:cubicBezTo>
                      <a:pt x="162" y="791"/>
                      <a:pt x="162" y="791"/>
                      <a:pt x="162" y="791"/>
                    </a:cubicBezTo>
                    <a:cubicBezTo>
                      <a:pt x="165" y="794"/>
                      <a:pt x="165" y="794"/>
                      <a:pt x="165" y="794"/>
                    </a:cubicBezTo>
                    <a:cubicBezTo>
                      <a:pt x="166" y="797"/>
                      <a:pt x="166" y="797"/>
                      <a:pt x="166" y="797"/>
                    </a:cubicBezTo>
                    <a:cubicBezTo>
                      <a:pt x="166" y="799"/>
                      <a:pt x="166" y="799"/>
                      <a:pt x="166" y="799"/>
                    </a:cubicBezTo>
                    <a:cubicBezTo>
                      <a:pt x="167" y="800"/>
                      <a:pt x="167" y="800"/>
                      <a:pt x="167" y="800"/>
                    </a:cubicBezTo>
                    <a:cubicBezTo>
                      <a:pt x="168" y="802"/>
                      <a:pt x="168" y="802"/>
                      <a:pt x="168" y="802"/>
                    </a:cubicBezTo>
                    <a:cubicBezTo>
                      <a:pt x="170" y="804"/>
                      <a:pt x="170" y="804"/>
                      <a:pt x="170" y="804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81" y="805"/>
                      <a:pt x="181" y="805"/>
                      <a:pt x="181" y="805"/>
                    </a:cubicBezTo>
                    <a:cubicBezTo>
                      <a:pt x="182" y="804"/>
                      <a:pt x="182" y="804"/>
                      <a:pt x="182" y="804"/>
                    </a:cubicBezTo>
                    <a:cubicBezTo>
                      <a:pt x="183" y="804"/>
                      <a:pt x="183" y="804"/>
                      <a:pt x="183" y="804"/>
                    </a:cubicBezTo>
                    <a:cubicBezTo>
                      <a:pt x="187" y="803"/>
                      <a:pt x="187" y="803"/>
                      <a:pt x="187" y="803"/>
                    </a:cubicBezTo>
                    <a:cubicBezTo>
                      <a:pt x="188" y="804"/>
                      <a:pt x="188" y="804"/>
                      <a:pt x="188" y="804"/>
                    </a:cubicBezTo>
                    <a:cubicBezTo>
                      <a:pt x="190" y="803"/>
                      <a:pt x="190" y="803"/>
                      <a:pt x="190" y="803"/>
                    </a:cubicBezTo>
                    <a:cubicBezTo>
                      <a:pt x="191" y="802"/>
                      <a:pt x="191" y="802"/>
                      <a:pt x="191" y="802"/>
                    </a:cubicBezTo>
                    <a:cubicBezTo>
                      <a:pt x="192" y="803"/>
                      <a:pt x="192" y="803"/>
                      <a:pt x="192" y="803"/>
                    </a:cubicBezTo>
                    <a:cubicBezTo>
                      <a:pt x="192" y="802"/>
                      <a:pt x="192" y="802"/>
                      <a:pt x="192" y="802"/>
                    </a:cubicBezTo>
                    <a:cubicBezTo>
                      <a:pt x="193" y="803"/>
                      <a:pt x="193" y="803"/>
                      <a:pt x="193" y="803"/>
                    </a:cubicBezTo>
                    <a:cubicBezTo>
                      <a:pt x="194" y="802"/>
                      <a:pt x="194" y="802"/>
                      <a:pt x="194" y="802"/>
                    </a:cubicBezTo>
                    <a:cubicBezTo>
                      <a:pt x="195" y="806"/>
                      <a:pt x="195" y="806"/>
                      <a:pt x="195" y="806"/>
                    </a:cubicBezTo>
                    <a:cubicBezTo>
                      <a:pt x="196" y="807"/>
                      <a:pt x="196" y="807"/>
                      <a:pt x="196" y="807"/>
                    </a:cubicBezTo>
                    <a:cubicBezTo>
                      <a:pt x="197" y="808"/>
                      <a:pt x="197" y="808"/>
                      <a:pt x="197" y="808"/>
                    </a:cubicBezTo>
                    <a:cubicBezTo>
                      <a:pt x="199" y="807"/>
                      <a:pt x="199" y="807"/>
                      <a:pt x="199" y="807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11"/>
                      <a:pt x="200" y="811"/>
                      <a:pt x="200" y="811"/>
                    </a:cubicBezTo>
                    <a:cubicBezTo>
                      <a:pt x="201" y="813"/>
                      <a:pt x="201" y="813"/>
                      <a:pt x="201" y="813"/>
                    </a:cubicBezTo>
                    <a:cubicBezTo>
                      <a:pt x="201" y="815"/>
                      <a:pt x="201" y="815"/>
                      <a:pt x="201" y="815"/>
                    </a:cubicBezTo>
                    <a:cubicBezTo>
                      <a:pt x="200" y="818"/>
                      <a:pt x="200" y="818"/>
                      <a:pt x="200" y="818"/>
                    </a:cubicBezTo>
                    <a:cubicBezTo>
                      <a:pt x="201" y="819"/>
                      <a:pt x="201" y="819"/>
                      <a:pt x="201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20"/>
                      <a:pt x="200" y="820"/>
                      <a:pt x="200" y="820"/>
                    </a:cubicBezTo>
                    <a:cubicBezTo>
                      <a:pt x="199" y="821"/>
                      <a:pt x="199" y="821"/>
                      <a:pt x="199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198" y="824"/>
                      <a:pt x="198" y="824"/>
                      <a:pt x="198" y="824"/>
                    </a:cubicBezTo>
                    <a:cubicBezTo>
                      <a:pt x="196" y="828"/>
                      <a:pt x="196" y="828"/>
                      <a:pt x="196" y="828"/>
                    </a:cubicBezTo>
                    <a:cubicBezTo>
                      <a:pt x="198" y="829"/>
                      <a:pt x="198" y="829"/>
                      <a:pt x="198" y="829"/>
                    </a:cubicBezTo>
                    <a:cubicBezTo>
                      <a:pt x="198" y="830"/>
                      <a:pt x="198" y="830"/>
                      <a:pt x="198" y="830"/>
                    </a:cubicBezTo>
                    <a:cubicBezTo>
                      <a:pt x="196" y="830"/>
                      <a:pt x="196" y="830"/>
                      <a:pt x="196" y="830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6" y="832"/>
                      <a:pt x="196" y="832"/>
                      <a:pt x="196" y="832"/>
                    </a:cubicBezTo>
                    <a:cubicBezTo>
                      <a:pt x="195" y="839"/>
                      <a:pt x="195" y="839"/>
                      <a:pt x="195" y="839"/>
                    </a:cubicBezTo>
                    <a:cubicBezTo>
                      <a:pt x="194" y="840"/>
                      <a:pt x="194" y="840"/>
                      <a:pt x="194" y="840"/>
                    </a:cubicBezTo>
                    <a:cubicBezTo>
                      <a:pt x="192" y="840"/>
                      <a:pt x="192" y="840"/>
                      <a:pt x="192" y="840"/>
                    </a:cubicBezTo>
                    <a:cubicBezTo>
                      <a:pt x="192" y="841"/>
                      <a:pt x="192" y="841"/>
                      <a:pt x="192" y="841"/>
                    </a:cubicBezTo>
                    <a:cubicBezTo>
                      <a:pt x="194" y="845"/>
                      <a:pt x="194" y="845"/>
                      <a:pt x="194" y="845"/>
                    </a:cubicBezTo>
                    <a:cubicBezTo>
                      <a:pt x="195" y="845"/>
                      <a:pt x="195" y="845"/>
                      <a:pt x="195" y="845"/>
                    </a:cubicBezTo>
                    <a:cubicBezTo>
                      <a:pt x="195" y="846"/>
                      <a:pt x="195" y="846"/>
                      <a:pt x="195" y="846"/>
                    </a:cubicBezTo>
                    <a:cubicBezTo>
                      <a:pt x="196" y="848"/>
                      <a:pt x="196" y="848"/>
                      <a:pt x="196" y="848"/>
                    </a:cubicBezTo>
                    <a:cubicBezTo>
                      <a:pt x="196" y="850"/>
                      <a:pt x="196" y="850"/>
                      <a:pt x="196" y="850"/>
                    </a:cubicBezTo>
                    <a:cubicBezTo>
                      <a:pt x="197" y="851"/>
                      <a:pt x="197" y="851"/>
                      <a:pt x="197" y="851"/>
                    </a:cubicBezTo>
                    <a:cubicBezTo>
                      <a:pt x="198" y="853"/>
                      <a:pt x="198" y="853"/>
                      <a:pt x="198" y="853"/>
                    </a:cubicBezTo>
                    <a:cubicBezTo>
                      <a:pt x="199" y="854"/>
                      <a:pt x="199" y="854"/>
                      <a:pt x="199" y="854"/>
                    </a:cubicBezTo>
                    <a:cubicBezTo>
                      <a:pt x="199" y="855"/>
                      <a:pt x="199" y="855"/>
                      <a:pt x="199" y="855"/>
                    </a:cubicBezTo>
                    <a:cubicBezTo>
                      <a:pt x="201" y="857"/>
                      <a:pt x="201" y="857"/>
                      <a:pt x="201" y="857"/>
                    </a:cubicBezTo>
                    <a:cubicBezTo>
                      <a:pt x="205" y="860"/>
                      <a:pt x="205" y="860"/>
                      <a:pt x="205" y="860"/>
                    </a:cubicBezTo>
                    <a:cubicBezTo>
                      <a:pt x="205" y="861"/>
                      <a:pt x="205" y="861"/>
                      <a:pt x="205" y="861"/>
                    </a:cubicBezTo>
                    <a:cubicBezTo>
                      <a:pt x="208" y="863"/>
                      <a:pt x="208" y="863"/>
                      <a:pt x="208" y="863"/>
                    </a:cubicBezTo>
                    <a:cubicBezTo>
                      <a:pt x="208" y="864"/>
                      <a:pt x="208" y="864"/>
                      <a:pt x="208" y="864"/>
                    </a:cubicBezTo>
                    <a:cubicBezTo>
                      <a:pt x="210" y="864"/>
                      <a:pt x="210" y="864"/>
                      <a:pt x="210" y="864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1" y="866"/>
                      <a:pt x="211" y="866"/>
                      <a:pt x="211" y="866"/>
                    </a:cubicBezTo>
                    <a:cubicBezTo>
                      <a:pt x="212" y="867"/>
                      <a:pt x="212" y="867"/>
                      <a:pt x="212" y="867"/>
                    </a:cubicBezTo>
                    <a:cubicBezTo>
                      <a:pt x="214" y="868"/>
                      <a:pt x="214" y="868"/>
                      <a:pt x="214" y="868"/>
                    </a:cubicBezTo>
                    <a:cubicBezTo>
                      <a:pt x="214" y="870"/>
                      <a:pt x="214" y="870"/>
                      <a:pt x="214" y="870"/>
                    </a:cubicBezTo>
                    <a:cubicBezTo>
                      <a:pt x="215" y="871"/>
                      <a:pt x="215" y="871"/>
                      <a:pt x="215" y="871"/>
                    </a:cubicBezTo>
                    <a:cubicBezTo>
                      <a:pt x="215" y="872"/>
                      <a:pt x="215" y="872"/>
                      <a:pt x="215" y="872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6"/>
                      <a:pt x="217" y="876"/>
                      <a:pt x="217" y="876"/>
                    </a:cubicBezTo>
                    <a:cubicBezTo>
                      <a:pt x="216" y="877"/>
                      <a:pt x="216" y="877"/>
                      <a:pt x="216" y="877"/>
                    </a:cubicBezTo>
                    <a:cubicBezTo>
                      <a:pt x="217" y="878"/>
                      <a:pt x="217" y="878"/>
                      <a:pt x="217" y="878"/>
                    </a:cubicBezTo>
                    <a:cubicBezTo>
                      <a:pt x="218" y="880"/>
                      <a:pt x="218" y="880"/>
                      <a:pt x="218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18" y="881"/>
                      <a:pt x="218" y="881"/>
                      <a:pt x="218" y="881"/>
                    </a:cubicBezTo>
                    <a:cubicBezTo>
                      <a:pt x="219" y="882"/>
                      <a:pt x="219" y="882"/>
                      <a:pt x="219" y="882"/>
                    </a:cubicBezTo>
                    <a:cubicBezTo>
                      <a:pt x="219" y="883"/>
                      <a:pt x="219" y="883"/>
                      <a:pt x="219" y="883"/>
                    </a:cubicBezTo>
                    <a:cubicBezTo>
                      <a:pt x="223" y="888"/>
                      <a:pt x="223" y="888"/>
                      <a:pt x="223" y="888"/>
                    </a:cubicBezTo>
                    <a:cubicBezTo>
                      <a:pt x="223" y="893"/>
                      <a:pt x="223" y="893"/>
                      <a:pt x="223" y="893"/>
                    </a:cubicBezTo>
                    <a:cubicBezTo>
                      <a:pt x="226" y="896"/>
                      <a:pt x="226" y="896"/>
                      <a:pt x="226" y="896"/>
                    </a:cubicBezTo>
                    <a:cubicBezTo>
                      <a:pt x="225" y="899"/>
                      <a:pt x="225" y="899"/>
                      <a:pt x="225" y="899"/>
                    </a:cubicBezTo>
                    <a:cubicBezTo>
                      <a:pt x="223" y="902"/>
                      <a:pt x="223" y="902"/>
                      <a:pt x="223" y="902"/>
                    </a:cubicBezTo>
                    <a:cubicBezTo>
                      <a:pt x="224" y="903"/>
                      <a:pt x="224" y="903"/>
                      <a:pt x="224" y="903"/>
                    </a:cubicBezTo>
                    <a:cubicBezTo>
                      <a:pt x="224" y="905"/>
                      <a:pt x="224" y="905"/>
                      <a:pt x="224" y="905"/>
                    </a:cubicBezTo>
                    <a:cubicBezTo>
                      <a:pt x="225" y="907"/>
                      <a:pt x="225" y="907"/>
                      <a:pt x="225" y="907"/>
                    </a:cubicBezTo>
                    <a:cubicBezTo>
                      <a:pt x="225" y="909"/>
                      <a:pt x="225" y="909"/>
                      <a:pt x="225" y="909"/>
                    </a:cubicBezTo>
                    <a:cubicBezTo>
                      <a:pt x="228" y="914"/>
                      <a:pt x="228" y="914"/>
                      <a:pt x="228" y="914"/>
                    </a:cubicBezTo>
                    <a:cubicBezTo>
                      <a:pt x="228" y="915"/>
                      <a:pt x="228" y="915"/>
                      <a:pt x="228" y="915"/>
                    </a:cubicBezTo>
                    <a:cubicBezTo>
                      <a:pt x="229" y="916"/>
                      <a:pt x="229" y="916"/>
                      <a:pt x="229" y="916"/>
                    </a:cubicBezTo>
                    <a:cubicBezTo>
                      <a:pt x="229" y="922"/>
                      <a:pt x="229" y="922"/>
                      <a:pt x="229" y="922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2" y="930"/>
                      <a:pt x="222" y="930"/>
                      <a:pt x="222" y="930"/>
                    </a:cubicBezTo>
                    <a:cubicBezTo>
                      <a:pt x="222" y="931"/>
                      <a:pt x="222" y="931"/>
                      <a:pt x="222" y="931"/>
                    </a:cubicBezTo>
                    <a:cubicBezTo>
                      <a:pt x="218" y="935"/>
                      <a:pt x="218" y="935"/>
                      <a:pt x="218" y="935"/>
                    </a:cubicBezTo>
                    <a:cubicBezTo>
                      <a:pt x="218" y="937"/>
                      <a:pt x="218" y="937"/>
                      <a:pt x="218" y="937"/>
                    </a:cubicBezTo>
                    <a:cubicBezTo>
                      <a:pt x="217" y="938"/>
                      <a:pt x="217" y="938"/>
                      <a:pt x="217" y="938"/>
                    </a:cubicBezTo>
                    <a:cubicBezTo>
                      <a:pt x="217" y="944"/>
                      <a:pt x="217" y="944"/>
                      <a:pt x="217" y="944"/>
                    </a:cubicBezTo>
                    <a:cubicBezTo>
                      <a:pt x="215" y="946"/>
                      <a:pt x="215" y="946"/>
                      <a:pt x="215" y="946"/>
                    </a:cubicBezTo>
                    <a:cubicBezTo>
                      <a:pt x="215" y="949"/>
                      <a:pt x="215" y="949"/>
                      <a:pt x="215" y="949"/>
                    </a:cubicBezTo>
                    <a:cubicBezTo>
                      <a:pt x="213" y="951"/>
                      <a:pt x="213" y="951"/>
                      <a:pt x="213" y="951"/>
                    </a:cubicBezTo>
                    <a:cubicBezTo>
                      <a:pt x="213" y="954"/>
                      <a:pt x="213" y="954"/>
                      <a:pt x="213" y="954"/>
                    </a:cubicBezTo>
                    <a:cubicBezTo>
                      <a:pt x="212" y="956"/>
                      <a:pt x="212" y="956"/>
                      <a:pt x="212" y="956"/>
                    </a:cubicBezTo>
                    <a:cubicBezTo>
                      <a:pt x="212" y="960"/>
                      <a:pt x="212" y="960"/>
                      <a:pt x="212" y="960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3" y="969"/>
                      <a:pt x="213" y="969"/>
                      <a:pt x="213" y="969"/>
                    </a:cubicBezTo>
                    <a:cubicBezTo>
                      <a:pt x="217" y="974"/>
                      <a:pt x="217" y="974"/>
                      <a:pt x="217" y="974"/>
                    </a:cubicBezTo>
                    <a:cubicBezTo>
                      <a:pt x="219" y="978"/>
                      <a:pt x="219" y="978"/>
                      <a:pt x="219" y="978"/>
                    </a:cubicBezTo>
                    <a:cubicBezTo>
                      <a:pt x="223" y="986"/>
                      <a:pt x="223" y="986"/>
                      <a:pt x="223" y="986"/>
                    </a:cubicBezTo>
                    <a:cubicBezTo>
                      <a:pt x="224" y="989"/>
                      <a:pt x="224" y="989"/>
                      <a:pt x="224" y="989"/>
                    </a:cubicBezTo>
                    <a:cubicBezTo>
                      <a:pt x="227" y="994"/>
                      <a:pt x="227" y="994"/>
                      <a:pt x="227" y="994"/>
                    </a:cubicBezTo>
                    <a:cubicBezTo>
                      <a:pt x="227" y="996"/>
                      <a:pt x="227" y="996"/>
                      <a:pt x="227" y="996"/>
                    </a:cubicBezTo>
                    <a:cubicBezTo>
                      <a:pt x="231" y="1002"/>
                      <a:pt x="231" y="1002"/>
                      <a:pt x="231" y="1002"/>
                    </a:cubicBezTo>
                    <a:cubicBezTo>
                      <a:pt x="231" y="1004"/>
                      <a:pt x="231" y="1004"/>
                      <a:pt x="231" y="1004"/>
                    </a:cubicBezTo>
                    <a:cubicBezTo>
                      <a:pt x="230" y="1005"/>
                      <a:pt x="230" y="1005"/>
                      <a:pt x="230" y="1005"/>
                    </a:cubicBezTo>
                    <a:cubicBezTo>
                      <a:pt x="231" y="1009"/>
                      <a:pt x="231" y="1009"/>
                      <a:pt x="231" y="1009"/>
                    </a:cubicBezTo>
                    <a:cubicBezTo>
                      <a:pt x="231" y="1014"/>
                      <a:pt x="231" y="1014"/>
                      <a:pt x="231" y="1014"/>
                    </a:cubicBezTo>
                    <a:cubicBezTo>
                      <a:pt x="234" y="1020"/>
                      <a:pt x="234" y="1020"/>
                      <a:pt x="234" y="1020"/>
                    </a:cubicBezTo>
                    <a:cubicBezTo>
                      <a:pt x="233" y="1023"/>
                      <a:pt x="233" y="1023"/>
                      <a:pt x="233" y="1023"/>
                    </a:cubicBezTo>
                    <a:cubicBezTo>
                      <a:pt x="234" y="1025"/>
                      <a:pt x="234" y="1025"/>
                      <a:pt x="234" y="1025"/>
                    </a:cubicBezTo>
                    <a:cubicBezTo>
                      <a:pt x="233" y="1026"/>
                      <a:pt x="233" y="1026"/>
                      <a:pt x="233" y="1026"/>
                    </a:cubicBezTo>
                    <a:cubicBezTo>
                      <a:pt x="234" y="1027"/>
                      <a:pt x="234" y="1027"/>
                      <a:pt x="234" y="1027"/>
                    </a:cubicBezTo>
                    <a:cubicBezTo>
                      <a:pt x="235" y="1031"/>
                      <a:pt x="235" y="1031"/>
                      <a:pt x="235" y="1031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5" y="1033"/>
                      <a:pt x="235" y="1033"/>
                      <a:pt x="235" y="1033"/>
                    </a:cubicBezTo>
                    <a:cubicBezTo>
                      <a:pt x="235" y="1035"/>
                      <a:pt x="235" y="1035"/>
                      <a:pt x="235" y="1035"/>
                    </a:cubicBezTo>
                    <a:cubicBezTo>
                      <a:pt x="237" y="1036"/>
                      <a:pt x="237" y="1036"/>
                      <a:pt x="237" y="1036"/>
                    </a:cubicBezTo>
                    <a:cubicBezTo>
                      <a:pt x="237" y="1039"/>
                      <a:pt x="237" y="1039"/>
                      <a:pt x="237" y="1039"/>
                    </a:cubicBezTo>
                    <a:cubicBezTo>
                      <a:pt x="238" y="1041"/>
                      <a:pt x="238" y="1041"/>
                      <a:pt x="238" y="1041"/>
                    </a:cubicBezTo>
                    <a:cubicBezTo>
                      <a:pt x="240" y="1044"/>
                      <a:pt x="240" y="1044"/>
                      <a:pt x="240" y="1044"/>
                    </a:cubicBezTo>
                    <a:cubicBezTo>
                      <a:pt x="242" y="1046"/>
                      <a:pt x="242" y="1046"/>
                      <a:pt x="242" y="1046"/>
                    </a:cubicBezTo>
                    <a:cubicBezTo>
                      <a:pt x="242" y="1047"/>
                      <a:pt x="242" y="1047"/>
                      <a:pt x="242" y="1047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5" y="1049"/>
                      <a:pt x="245" y="1049"/>
                      <a:pt x="245" y="1049"/>
                    </a:cubicBezTo>
                    <a:cubicBezTo>
                      <a:pt x="245" y="1051"/>
                      <a:pt x="245" y="1051"/>
                      <a:pt x="245" y="1051"/>
                    </a:cubicBezTo>
                    <a:cubicBezTo>
                      <a:pt x="248" y="1053"/>
                      <a:pt x="248" y="1053"/>
                      <a:pt x="248" y="1053"/>
                    </a:cubicBezTo>
                    <a:cubicBezTo>
                      <a:pt x="249" y="1057"/>
                      <a:pt x="249" y="1057"/>
                      <a:pt x="249" y="1057"/>
                    </a:cubicBezTo>
                    <a:cubicBezTo>
                      <a:pt x="249" y="1059"/>
                      <a:pt x="249" y="1059"/>
                      <a:pt x="249" y="1059"/>
                    </a:cubicBezTo>
                    <a:cubicBezTo>
                      <a:pt x="251" y="1063"/>
                      <a:pt x="251" y="1063"/>
                      <a:pt x="251" y="1063"/>
                    </a:cubicBezTo>
                    <a:cubicBezTo>
                      <a:pt x="252" y="1067"/>
                      <a:pt x="252" y="1067"/>
                      <a:pt x="252" y="1067"/>
                    </a:cubicBezTo>
                    <a:cubicBezTo>
                      <a:pt x="254" y="1070"/>
                      <a:pt x="254" y="1070"/>
                      <a:pt x="254" y="1070"/>
                    </a:cubicBezTo>
                    <a:cubicBezTo>
                      <a:pt x="254" y="1072"/>
                      <a:pt x="254" y="1072"/>
                      <a:pt x="254" y="1072"/>
                    </a:cubicBezTo>
                    <a:cubicBezTo>
                      <a:pt x="256" y="1075"/>
                      <a:pt x="256" y="1075"/>
                      <a:pt x="256" y="1075"/>
                    </a:cubicBezTo>
                    <a:cubicBezTo>
                      <a:pt x="256" y="1076"/>
                      <a:pt x="256" y="1076"/>
                      <a:pt x="256" y="1076"/>
                    </a:cubicBezTo>
                    <a:cubicBezTo>
                      <a:pt x="256" y="1078"/>
                      <a:pt x="256" y="1078"/>
                      <a:pt x="256" y="1078"/>
                    </a:cubicBezTo>
                    <a:cubicBezTo>
                      <a:pt x="256" y="1080"/>
                      <a:pt x="256" y="1080"/>
                      <a:pt x="256" y="1080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4" y="1080"/>
                      <a:pt x="254" y="1080"/>
                      <a:pt x="254" y="1080"/>
                    </a:cubicBezTo>
                    <a:cubicBezTo>
                      <a:pt x="253" y="1081"/>
                      <a:pt x="253" y="1081"/>
                      <a:pt x="253" y="1081"/>
                    </a:cubicBezTo>
                    <a:cubicBezTo>
                      <a:pt x="253" y="1083"/>
                      <a:pt x="253" y="1083"/>
                      <a:pt x="253" y="1083"/>
                    </a:cubicBezTo>
                    <a:cubicBezTo>
                      <a:pt x="254" y="1086"/>
                      <a:pt x="254" y="1086"/>
                      <a:pt x="254" y="1086"/>
                    </a:cubicBezTo>
                    <a:cubicBezTo>
                      <a:pt x="256" y="1087"/>
                      <a:pt x="256" y="1087"/>
                      <a:pt x="256" y="1087"/>
                    </a:cubicBezTo>
                    <a:cubicBezTo>
                      <a:pt x="257" y="1089"/>
                      <a:pt x="257" y="1089"/>
                      <a:pt x="257" y="1089"/>
                    </a:cubicBezTo>
                    <a:cubicBezTo>
                      <a:pt x="256" y="1090"/>
                      <a:pt x="256" y="1090"/>
                      <a:pt x="256" y="1090"/>
                    </a:cubicBezTo>
                    <a:cubicBezTo>
                      <a:pt x="256" y="1092"/>
                      <a:pt x="256" y="1092"/>
                      <a:pt x="256" y="1092"/>
                    </a:cubicBezTo>
                    <a:cubicBezTo>
                      <a:pt x="256" y="1093"/>
                      <a:pt x="256" y="1093"/>
                      <a:pt x="256" y="1093"/>
                    </a:cubicBezTo>
                    <a:cubicBezTo>
                      <a:pt x="256" y="1095"/>
                      <a:pt x="256" y="1095"/>
                      <a:pt x="256" y="1095"/>
                    </a:cubicBezTo>
                    <a:cubicBezTo>
                      <a:pt x="258" y="1097"/>
                      <a:pt x="258" y="1097"/>
                      <a:pt x="258" y="1097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60" y="1094"/>
                      <a:pt x="260" y="1094"/>
                      <a:pt x="260" y="1094"/>
                    </a:cubicBezTo>
                    <a:cubicBezTo>
                      <a:pt x="260" y="1095"/>
                      <a:pt x="260" y="1095"/>
                      <a:pt x="260" y="1095"/>
                    </a:cubicBezTo>
                    <a:cubicBezTo>
                      <a:pt x="259" y="1096"/>
                      <a:pt x="259" y="1096"/>
                      <a:pt x="259" y="1096"/>
                    </a:cubicBezTo>
                    <a:cubicBezTo>
                      <a:pt x="261" y="1096"/>
                      <a:pt x="261" y="1096"/>
                      <a:pt x="261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3" y="1099"/>
                      <a:pt x="263" y="1099"/>
                      <a:pt x="263" y="1099"/>
                    </a:cubicBezTo>
                    <a:cubicBezTo>
                      <a:pt x="264" y="1098"/>
                      <a:pt x="264" y="1098"/>
                      <a:pt x="264" y="1098"/>
                    </a:cubicBezTo>
                    <a:cubicBezTo>
                      <a:pt x="268" y="1100"/>
                      <a:pt x="268" y="1100"/>
                      <a:pt x="268" y="1100"/>
                    </a:cubicBezTo>
                    <a:cubicBezTo>
                      <a:pt x="268" y="1099"/>
                      <a:pt x="268" y="1099"/>
                      <a:pt x="268" y="1099"/>
                    </a:cubicBezTo>
                    <a:cubicBezTo>
                      <a:pt x="269" y="1100"/>
                      <a:pt x="269" y="1100"/>
                      <a:pt x="269" y="1100"/>
                    </a:cubicBezTo>
                    <a:cubicBezTo>
                      <a:pt x="270" y="1098"/>
                      <a:pt x="270" y="1098"/>
                      <a:pt x="270" y="1098"/>
                    </a:cubicBezTo>
                    <a:cubicBezTo>
                      <a:pt x="271" y="1098"/>
                      <a:pt x="271" y="1098"/>
                      <a:pt x="271" y="1098"/>
                    </a:cubicBezTo>
                    <a:cubicBezTo>
                      <a:pt x="273" y="1096"/>
                      <a:pt x="273" y="1096"/>
                      <a:pt x="273" y="1096"/>
                    </a:cubicBezTo>
                    <a:cubicBezTo>
                      <a:pt x="274" y="1097"/>
                      <a:pt x="274" y="1097"/>
                      <a:pt x="274" y="1097"/>
                    </a:cubicBezTo>
                    <a:cubicBezTo>
                      <a:pt x="275" y="1096"/>
                      <a:pt x="275" y="1096"/>
                      <a:pt x="275" y="1096"/>
                    </a:cubicBezTo>
                    <a:cubicBezTo>
                      <a:pt x="276" y="1096"/>
                      <a:pt x="276" y="1096"/>
                      <a:pt x="276" y="1096"/>
                    </a:cubicBezTo>
                    <a:cubicBezTo>
                      <a:pt x="279" y="1097"/>
                      <a:pt x="279" y="1097"/>
                      <a:pt x="279" y="1097"/>
                    </a:cubicBezTo>
                    <a:cubicBezTo>
                      <a:pt x="280" y="1096"/>
                      <a:pt x="280" y="1096"/>
                      <a:pt x="280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3" y="1095"/>
                      <a:pt x="283" y="1095"/>
                      <a:pt x="283" y="1095"/>
                    </a:cubicBezTo>
                    <a:cubicBezTo>
                      <a:pt x="284" y="1095"/>
                      <a:pt x="284" y="1095"/>
                      <a:pt x="284" y="1095"/>
                    </a:cubicBezTo>
                    <a:cubicBezTo>
                      <a:pt x="285" y="1095"/>
                      <a:pt x="285" y="1095"/>
                      <a:pt x="285" y="1095"/>
                    </a:cubicBezTo>
                    <a:cubicBezTo>
                      <a:pt x="285" y="1094"/>
                      <a:pt x="285" y="1094"/>
                      <a:pt x="285" y="1094"/>
                    </a:cubicBezTo>
                    <a:cubicBezTo>
                      <a:pt x="286" y="1093"/>
                      <a:pt x="286" y="1093"/>
                      <a:pt x="286" y="1093"/>
                    </a:cubicBezTo>
                    <a:cubicBezTo>
                      <a:pt x="290" y="1093"/>
                      <a:pt x="290" y="1093"/>
                      <a:pt x="290" y="1093"/>
                    </a:cubicBezTo>
                    <a:cubicBezTo>
                      <a:pt x="292" y="1094"/>
                      <a:pt x="292" y="1094"/>
                      <a:pt x="292" y="1094"/>
                    </a:cubicBezTo>
                    <a:cubicBezTo>
                      <a:pt x="294" y="1094"/>
                      <a:pt x="294" y="1094"/>
                      <a:pt x="294" y="1094"/>
                    </a:cubicBezTo>
                    <a:cubicBezTo>
                      <a:pt x="294" y="1093"/>
                      <a:pt x="294" y="1093"/>
                      <a:pt x="294" y="1093"/>
                    </a:cubicBezTo>
                    <a:cubicBezTo>
                      <a:pt x="295" y="1093"/>
                      <a:pt x="295" y="1093"/>
                      <a:pt x="295" y="1093"/>
                    </a:cubicBezTo>
                    <a:cubicBezTo>
                      <a:pt x="298" y="1094"/>
                      <a:pt x="298" y="1094"/>
                      <a:pt x="298" y="1094"/>
                    </a:cubicBezTo>
                    <a:cubicBezTo>
                      <a:pt x="299" y="1095"/>
                      <a:pt x="299" y="1095"/>
                      <a:pt x="299" y="1095"/>
                    </a:cubicBezTo>
                    <a:cubicBezTo>
                      <a:pt x="303" y="1095"/>
                      <a:pt x="303" y="1095"/>
                      <a:pt x="303" y="1095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7" y="1094"/>
                      <a:pt x="307" y="1094"/>
                      <a:pt x="307" y="1094"/>
                    </a:cubicBezTo>
                    <a:cubicBezTo>
                      <a:pt x="310" y="1094"/>
                      <a:pt x="310" y="1094"/>
                      <a:pt x="310" y="1094"/>
                    </a:cubicBezTo>
                    <a:cubicBezTo>
                      <a:pt x="310" y="1093"/>
                      <a:pt x="310" y="1093"/>
                      <a:pt x="310" y="1093"/>
                    </a:cubicBezTo>
                    <a:cubicBezTo>
                      <a:pt x="309" y="1092"/>
                      <a:pt x="309" y="1092"/>
                      <a:pt x="309" y="1092"/>
                    </a:cubicBezTo>
                    <a:cubicBezTo>
                      <a:pt x="310" y="1091"/>
                      <a:pt x="310" y="1091"/>
                      <a:pt x="310" y="1091"/>
                    </a:cubicBezTo>
                    <a:cubicBezTo>
                      <a:pt x="311" y="1091"/>
                      <a:pt x="311" y="1091"/>
                      <a:pt x="311" y="1091"/>
                    </a:cubicBezTo>
                    <a:cubicBezTo>
                      <a:pt x="313" y="1091"/>
                      <a:pt x="313" y="1091"/>
                      <a:pt x="313" y="1091"/>
                    </a:cubicBezTo>
                    <a:cubicBezTo>
                      <a:pt x="314" y="1091"/>
                      <a:pt x="314" y="1091"/>
                      <a:pt x="314" y="1091"/>
                    </a:cubicBezTo>
                    <a:cubicBezTo>
                      <a:pt x="316" y="1091"/>
                      <a:pt x="316" y="1091"/>
                      <a:pt x="316" y="1091"/>
                    </a:cubicBezTo>
                    <a:cubicBezTo>
                      <a:pt x="318" y="1090"/>
                      <a:pt x="318" y="1090"/>
                      <a:pt x="318" y="1090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3" y="1088"/>
                      <a:pt x="323" y="1088"/>
                      <a:pt x="323" y="1088"/>
                    </a:cubicBezTo>
                    <a:cubicBezTo>
                      <a:pt x="324" y="1087"/>
                      <a:pt x="324" y="1087"/>
                      <a:pt x="324" y="1087"/>
                    </a:cubicBezTo>
                    <a:cubicBezTo>
                      <a:pt x="329" y="1084"/>
                      <a:pt x="329" y="1084"/>
                      <a:pt x="329" y="1084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1" y="1082"/>
                      <a:pt x="331" y="1082"/>
                      <a:pt x="331" y="1082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40" y="1074"/>
                      <a:pt x="340" y="1074"/>
                      <a:pt x="340" y="1074"/>
                    </a:cubicBezTo>
                    <a:cubicBezTo>
                      <a:pt x="341" y="1072"/>
                      <a:pt x="341" y="1072"/>
                      <a:pt x="341" y="1072"/>
                    </a:cubicBezTo>
                    <a:cubicBezTo>
                      <a:pt x="343" y="1072"/>
                      <a:pt x="343" y="1072"/>
                      <a:pt x="343" y="1072"/>
                    </a:cubicBezTo>
                    <a:cubicBezTo>
                      <a:pt x="343" y="1070"/>
                      <a:pt x="343" y="1070"/>
                      <a:pt x="343" y="1070"/>
                    </a:cubicBezTo>
                    <a:cubicBezTo>
                      <a:pt x="345" y="1067"/>
                      <a:pt x="345" y="1067"/>
                      <a:pt x="345" y="1067"/>
                    </a:cubicBezTo>
                    <a:cubicBezTo>
                      <a:pt x="349" y="1062"/>
                      <a:pt x="349" y="1062"/>
                      <a:pt x="349" y="1062"/>
                    </a:cubicBezTo>
                    <a:cubicBezTo>
                      <a:pt x="350" y="1060"/>
                      <a:pt x="350" y="1060"/>
                      <a:pt x="350" y="1060"/>
                    </a:cubicBezTo>
                    <a:cubicBezTo>
                      <a:pt x="351" y="1060"/>
                      <a:pt x="351" y="1060"/>
                      <a:pt x="351" y="1060"/>
                    </a:cubicBezTo>
                    <a:cubicBezTo>
                      <a:pt x="352" y="1059"/>
                      <a:pt x="352" y="1059"/>
                      <a:pt x="352" y="1059"/>
                    </a:cubicBezTo>
                    <a:cubicBezTo>
                      <a:pt x="352" y="1058"/>
                      <a:pt x="352" y="1058"/>
                      <a:pt x="352" y="1058"/>
                    </a:cubicBezTo>
                    <a:cubicBezTo>
                      <a:pt x="354" y="1056"/>
                      <a:pt x="354" y="1056"/>
                      <a:pt x="354" y="1056"/>
                    </a:cubicBezTo>
                    <a:cubicBezTo>
                      <a:pt x="354" y="1055"/>
                      <a:pt x="354" y="1055"/>
                      <a:pt x="354" y="1055"/>
                    </a:cubicBezTo>
                    <a:cubicBezTo>
                      <a:pt x="356" y="1054"/>
                      <a:pt x="356" y="1054"/>
                      <a:pt x="356" y="1054"/>
                    </a:cubicBezTo>
                    <a:cubicBezTo>
                      <a:pt x="357" y="1053"/>
                      <a:pt x="357" y="1053"/>
                      <a:pt x="357" y="1053"/>
                    </a:cubicBezTo>
                    <a:cubicBezTo>
                      <a:pt x="358" y="1052"/>
                      <a:pt x="358" y="1052"/>
                      <a:pt x="358" y="1052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61" y="1049"/>
                      <a:pt x="361" y="1049"/>
                      <a:pt x="361" y="1049"/>
                    </a:cubicBezTo>
                    <a:cubicBezTo>
                      <a:pt x="362" y="1048"/>
                      <a:pt x="362" y="1048"/>
                      <a:pt x="362" y="1048"/>
                    </a:cubicBezTo>
                    <a:cubicBezTo>
                      <a:pt x="363" y="1046"/>
                      <a:pt x="363" y="1046"/>
                      <a:pt x="363" y="1046"/>
                    </a:cubicBezTo>
                    <a:cubicBezTo>
                      <a:pt x="364" y="1043"/>
                      <a:pt x="364" y="1043"/>
                      <a:pt x="364" y="1043"/>
                    </a:cubicBezTo>
                    <a:cubicBezTo>
                      <a:pt x="365" y="1041"/>
                      <a:pt x="365" y="1041"/>
                      <a:pt x="365" y="1041"/>
                    </a:cubicBezTo>
                    <a:cubicBezTo>
                      <a:pt x="365" y="1039"/>
                      <a:pt x="365" y="1039"/>
                      <a:pt x="365" y="1039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4"/>
                      <a:pt x="366" y="1034"/>
                      <a:pt x="366" y="1034"/>
                    </a:cubicBezTo>
                    <a:cubicBezTo>
                      <a:pt x="367" y="1034"/>
                      <a:pt x="367" y="1034"/>
                      <a:pt x="367" y="1034"/>
                    </a:cubicBezTo>
                    <a:cubicBezTo>
                      <a:pt x="367" y="1032"/>
                      <a:pt x="367" y="1032"/>
                      <a:pt x="367" y="1032"/>
                    </a:cubicBezTo>
                    <a:cubicBezTo>
                      <a:pt x="368" y="1030"/>
                      <a:pt x="368" y="1030"/>
                      <a:pt x="368" y="1030"/>
                    </a:cubicBezTo>
                    <a:cubicBezTo>
                      <a:pt x="367" y="1029"/>
                      <a:pt x="367" y="1029"/>
                      <a:pt x="367" y="1029"/>
                    </a:cubicBezTo>
                    <a:cubicBezTo>
                      <a:pt x="366" y="1029"/>
                      <a:pt x="366" y="1029"/>
                      <a:pt x="366" y="1029"/>
                    </a:cubicBezTo>
                    <a:cubicBezTo>
                      <a:pt x="366" y="1030"/>
                      <a:pt x="366" y="1030"/>
                      <a:pt x="366" y="1030"/>
                    </a:cubicBezTo>
                    <a:cubicBezTo>
                      <a:pt x="365" y="1030"/>
                      <a:pt x="365" y="1030"/>
                      <a:pt x="365" y="1030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5" y="1028"/>
                      <a:pt x="365" y="1028"/>
                      <a:pt x="365" y="1028"/>
                    </a:cubicBezTo>
                    <a:cubicBezTo>
                      <a:pt x="366" y="1026"/>
                      <a:pt x="366" y="1026"/>
                      <a:pt x="366" y="1026"/>
                    </a:cubicBezTo>
                    <a:cubicBezTo>
                      <a:pt x="367" y="1026"/>
                      <a:pt x="367" y="1026"/>
                      <a:pt x="367" y="1026"/>
                    </a:cubicBezTo>
                    <a:cubicBezTo>
                      <a:pt x="367" y="1025"/>
                      <a:pt x="367" y="1025"/>
                      <a:pt x="367" y="1025"/>
                    </a:cubicBezTo>
                    <a:cubicBezTo>
                      <a:pt x="369" y="1024"/>
                      <a:pt x="369" y="1024"/>
                      <a:pt x="369" y="1024"/>
                    </a:cubicBezTo>
                    <a:cubicBezTo>
                      <a:pt x="372" y="1022"/>
                      <a:pt x="372" y="1022"/>
                      <a:pt x="372" y="1022"/>
                    </a:cubicBezTo>
                    <a:cubicBezTo>
                      <a:pt x="378" y="1021"/>
                      <a:pt x="378" y="1021"/>
                      <a:pt x="378" y="1021"/>
                    </a:cubicBezTo>
                    <a:cubicBezTo>
                      <a:pt x="383" y="1019"/>
                      <a:pt x="383" y="1019"/>
                      <a:pt x="383" y="1019"/>
                    </a:cubicBezTo>
                    <a:cubicBezTo>
                      <a:pt x="386" y="1016"/>
                      <a:pt x="386" y="1016"/>
                      <a:pt x="386" y="1016"/>
                    </a:cubicBezTo>
                    <a:cubicBezTo>
                      <a:pt x="386" y="1014"/>
                      <a:pt x="386" y="1014"/>
                      <a:pt x="386" y="1014"/>
                    </a:cubicBezTo>
                    <a:cubicBezTo>
                      <a:pt x="387" y="1012"/>
                      <a:pt x="387" y="1012"/>
                      <a:pt x="387" y="1012"/>
                    </a:cubicBezTo>
                    <a:cubicBezTo>
                      <a:pt x="387" y="1010"/>
                      <a:pt x="387" y="1010"/>
                      <a:pt x="387" y="1010"/>
                    </a:cubicBezTo>
                    <a:cubicBezTo>
                      <a:pt x="386" y="1011"/>
                      <a:pt x="386" y="1011"/>
                      <a:pt x="386" y="1011"/>
                    </a:cubicBezTo>
                    <a:cubicBezTo>
                      <a:pt x="386" y="1009"/>
                      <a:pt x="386" y="1009"/>
                      <a:pt x="386" y="1009"/>
                    </a:cubicBezTo>
                    <a:cubicBezTo>
                      <a:pt x="387" y="1009"/>
                      <a:pt x="387" y="1009"/>
                      <a:pt x="387" y="1009"/>
                    </a:cubicBezTo>
                    <a:cubicBezTo>
                      <a:pt x="387" y="1007"/>
                      <a:pt x="387" y="1007"/>
                      <a:pt x="387" y="1007"/>
                    </a:cubicBezTo>
                    <a:cubicBezTo>
                      <a:pt x="388" y="1005"/>
                      <a:pt x="388" y="1005"/>
                      <a:pt x="388" y="1005"/>
                    </a:cubicBezTo>
                    <a:cubicBezTo>
                      <a:pt x="387" y="1004"/>
                      <a:pt x="387" y="1004"/>
                      <a:pt x="387" y="1004"/>
                    </a:cubicBezTo>
                    <a:cubicBezTo>
                      <a:pt x="388" y="1003"/>
                      <a:pt x="388" y="1003"/>
                      <a:pt x="388" y="1003"/>
                    </a:cubicBezTo>
                    <a:cubicBezTo>
                      <a:pt x="388" y="1002"/>
                      <a:pt x="388" y="1002"/>
                      <a:pt x="388" y="1002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6"/>
                      <a:pt x="388" y="996"/>
                      <a:pt x="388" y="996"/>
                    </a:cubicBezTo>
                    <a:cubicBezTo>
                      <a:pt x="386" y="999"/>
                      <a:pt x="386" y="999"/>
                      <a:pt x="386" y="999"/>
                    </a:cubicBezTo>
                    <a:cubicBezTo>
                      <a:pt x="386" y="995"/>
                      <a:pt x="386" y="995"/>
                      <a:pt x="386" y="995"/>
                    </a:cubicBezTo>
                    <a:cubicBezTo>
                      <a:pt x="385" y="994"/>
                      <a:pt x="385" y="994"/>
                      <a:pt x="385" y="994"/>
                    </a:cubicBezTo>
                    <a:cubicBezTo>
                      <a:pt x="385" y="992"/>
                      <a:pt x="385" y="992"/>
                      <a:pt x="385" y="992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5" y="990"/>
                      <a:pt x="385" y="990"/>
                      <a:pt x="385" y="990"/>
                    </a:cubicBezTo>
                    <a:cubicBezTo>
                      <a:pt x="385" y="989"/>
                      <a:pt x="385" y="989"/>
                      <a:pt x="385" y="989"/>
                    </a:cubicBezTo>
                    <a:cubicBezTo>
                      <a:pt x="383" y="986"/>
                      <a:pt x="383" y="986"/>
                      <a:pt x="383" y="986"/>
                    </a:cubicBezTo>
                    <a:cubicBezTo>
                      <a:pt x="383" y="985"/>
                      <a:pt x="383" y="985"/>
                      <a:pt x="383" y="985"/>
                    </a:cubicBezTo>
                    <a:cubicBezTo>
                      <a:pt x="383" y="984"/>
                      <a:pt x="383" y="984"/>
                      <a:pt x="383" y="984"/>
                    </a:cubicBezTo>
                    <a:cubicBezTo>
                      <a:pt x="384" y="983"/>
                      <a:pt x="384" y="983"/>
                      <a:pt x="384" y="983"/>
                    </a:cubicBezTo>
                    <a:cubicBezTo>
                      <a:pt x="384" y="982"/>
                      <a:pt x="384" y="982"/>
                      <a:pt x="384" y="982"/>
                    </a:cubicBezTo>
                    <a:cubicBezTo>
                      <a:pt x="383" y="981"/>
                      <a:pt x="383" y="981"/>
                      <a:pt x="383" y="981"/>
                    </a:cubicBezTo>
                    <a:cubicBezTo>
                      <a:pt x="385" y="982"/>
                      <a:pt x="385" y="982"/>
                      <a:pt x="385" y="982"/>
                    </a:cubicBezTo>
                    <a:cubicBezTo>
                      <a:pt x="386" y="981"/>
                      <a:pt x="386" y="981"/>
                      <a:pt x="386" y="981"/>
                    </a:cubicBezTo>
                    <a:cubicBezTo>
                      <a:pt x="387" y="981"/>
                      <a:pt x="387" y="981"/>
                      <a:pt x="387" y="981"/>
                    </a:cubicBezTo>
                    <a:cubicBezTo>
                      <a:pt x="389" y="980"/>
                      <a:pt x="389" y="980"/>
                      <a:pt x="389" y="980"/>
                    </a:cubicBezTo>
                    <a:cubicBezTo>
                      <a:pt x="389" y="978"/>
                      <a:pt x="389" y="978"/>
                      <a:pt x="389" y="978"/>
                    </a:cubicBezTo>
                    <a:cubicBezTo>
                      <a:pt x="392" y="976"/>
                      <a:pt x="392" y="976"/>
                      <a:pt x="392" y="976"/>
                    </a:cubicBezTo>
                    <a:cubicBezTo>
                      <a:pt x="395" y="976"/>
                      <a:pt x="395" y="976"/>
                      <a:pt x="395" y="976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9" y="971"/>
                      <a:pt x="399" y="971"/>
                      <a:pt x="399" y="971"/>
                    </a:cubicBezTo>
                    <a:cubicBezTo>
                      <a:pt x="399" y="970"/>
                      <a:pt x="399" y="970"/>
                      <a:pt x="399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2" y="969"/>
                      <a:pt x="402" y="969"/>
                      <a:pt x="402" y="969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7" y="964"/>
                      <a:pt x="407" y="964"/>
                      <a:pt x="407" y="964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1" y="963"/>
                      <a:pt x="411" y="963"/>
                      <a:pt x="411" y="963"/>
                    </a:cubicBezTo>
                    <a:cubicBezTo>
                      <a:pt x="416" y="961"/>
                      <a:pt x="416" y="961"/>
                      <a:pt x="416" y="961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22" y="957"/>
                      <a:pt x="422" y="957"/>
                      <a:pt x="422" y="957"/>
                    </a:cubicBezTo>
                    <a:cubicBezTo>
                      <a:pt x="422" y="956"/>
                      <a:pt x="422" y="956"/>
                      <a:pt x="422" y="956"/>
                    </a:cubicBezTo>
                    <a:cubicBezTo>
                      <a:pt x="423" y="955"/>
                      <a:pt x="423" y="955"/>
                      <a:pt x="423" y="955"/>
                    </a:cubicBezTo>
                    <a:cubicBezTo>
                      <a:pt x="425" y="953"/>
                      <a:pt x="425" y="953"/>
                      <a:pt x="425" y="953"/>
                    </a:cubicBezTo>
                    <a:cubicBezTo>
                      <a:pt x="425" y="952"/>
                      <a:pt x="425" y="952"/>
                      <a:pt x="425" y="952"/>
                    </a:cubicBezTo>
                    <a:cubicBezTo>
                      <a:pt x="426" y="951"/>
                      <a:pt x="426" y="951"/>
                      <a:pt x="426" y="951"/>
                    </a:cubicBezTo>
                    <a:cubicBezTo>
                      <a:pt x="428" y="950"/>
                      <a:pt x="428" y="950"/>
                      <a:pt x="428" y="950"/>
                    </a:cubicBezTo>
                    <a:cubicBezTo>
                      <a:pt x="428" y="949"/>
                      <a:pt x="428" y="949"/>
                      <a:pt x="428" y="949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8" y="947"/>
                      <a:pt x="428" y="947"/>
                      <a:pt x="428" y="947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30" y="944"/>
                      <a:pt x="430" y="944"/>
                      <a:pt x="430" y="944"/>
                    </a:cubicBezTo>
                    <a:cubicBezTo>
                      <a:pt x="430" y="940"/>
                      <a:pt x="430" y="940"/>
                      <a:pt x="430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36"/>
                      <a:pt x="429" y="936"/>
                      <a:pt x="429" y="936"/>
                    </a:cubicBezTo>
                    <a:cubicBezTo>
                      <a:pt x="429" y="935"/>
                      <a:pt x="429" y="935"/>
                      <a:pt x="429" y="935"/>
                    </a:cubicBezTo>
                    <a:cubicBezTo>
                      <a:pt x="429" y="932"/>
                      <a:pt x="429" y="932"/>
                      <a:pt x="429" y="932"/>
                    </a:cubicBezTo>
                    <a:cubicBezTo>
                      <a:pt x="429" y="930"/>
                      <a:pt x="429" y="930"/>
                      <a:pt x="429" y="930"/>
                    </a:cubicBezTo>
                    <a:cubicBezTo>
                      <a:pt x="430" y="929"/>
                      <a:pt x="430" y="929"/>
                      <a:pt x="430" y="929"/>
                    </a:cubicBezTo>
                    <a:cubicBezTo>
                      <a:pt x="430" y="927"/>
                      <a:pt x="430" y="927"/>
                      <a:pt x="430" y="927"/>
                    </a:cubicBezTo>
                    <a:cubicBezTo>
                      <a:pt x="429" y="926"/>
                      <a:pt x="429" y="926"/>
                      <a:pt x="429" y="926"/>
                    </a:cubicBezTo>
                    <a:cubicBezTo>
                      <a:pt x="429" y="925"/>
                      <a:pt x="429" y="925"/>
                      <a:pt x="429" y="925"/>
                    </a:cubicBezTo>
                    <a:cubicBezTo>
                      <a:pt x="430" y="925"/>
                      <a:pt x="430" y="925"/>
                      <a:pt x="430" y="925"/>
                    </a:cubicBezTo>
                    <a:cubicBezTo>
                      <a:pt x="429" y="923"/>
                      <a:pt x="429" y="923"/>
                      <a:pt x="429" y="923"/>
                    </a:cubicBezTo>
                    <a:cubicBezTo>
                      <a:pt x="428" y="921"/>
                      <a:pt x="428" y="921"/>
                      <a:pt x="428" y="921"/>
                    </a:cubicBezTo>
                    <a:cubicBezTo>
                      <a:pt x="429" y="920"/>
                      <a:pt x="429" y="920"/>
                      <a:pt x="429" y="920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8"/>
                      <a:pt x="429" y="918"/>
                      <a:pt x="429" y="918"/>
                    </a:cubicBezTo>
                    <a:cubicBezTo>
                      <a:pt x="431" y="916"/>
                      <a:pt x="431" y="916"/>
                      <a:pt x="431" y="916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0" y="913"/>
                      <a:pt x="430" y="913"/>
                      <a:pt x="430" y="913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28" y="910"/>
                      <a:pt x="428" y="910"/>
                      <a:pt x="428" y="910"/>
                    </a:cubicBezTo>
                    <a:cubicBezTo>
                      <a:pt x="426" y="910"/>
                      <a:pt x="426" y="910"/>
                      <a:pt x="426" y="910"/>
                    </a:cubicBezTo>
                    <a:cubicBezTo>
                      <a:pt x="424" y="908"/>
                      <a:pt x="424" y="908"/>
                      <a:pt x="424" y="908"/>
                    </a:cubicBezTo>
                    <a:cubicBezTo>
                      <a:pt x="424" y="907"/>
                      <a:pt x="424" y="907"/>
                      <a:pt x="424" y="907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2"/>
                      <a:pt x="423" y="902"/>
                      <a:pt x="423" y="902"/>
                    </a:cubicBezTo>
                    <a:cubicBezTo>
                      <a:pt x="422" y="901"/>
                      <a:pt x="422" y="901"/>
                      <a:pt x="422" y="901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1" y="897"/>
                      <a:pt x="421" y="897"/>
                      <a:pt x="421" y="897"/>
                    </a:cubicBezTo>
                    <a:cubicBezTo>
                      <a:pt x="421" y="896"/>
                      <a:pt x="421" y="896"/>
                      <a:pt x="421" y="896"/>
                    </a:cubicBezTo>
                    <a:cubicBezTo>
                      <a:pt x="422" y="895"/>
                      <a:pt x="422" y="895"/>
                      <a:pt x="422" y="895"/>
                    </a:cubicBezTo>
                    <a:cubicBezTo>
                      <a:pt x="422" y="893"/>
                      <a:pt x="422" y="893"/>
                      <a:pt x="422" y="893"/>
                    </a:cubicBezTo>
                    <a:cubicBezTo>
                      <a:pt x="421" y="892"/>
                      <a:pt x="421" y="892"/>
                      <a:pt x="421" y="892"/>
                    </a:cubicBezTo>
                    <a:cubicBezTo>
                      <a:pt x="421" y="890"/>
                      <a:pt x="421" y="890"/>
                      <a:pt x="421" y="890"/>
                    </a:cubicBezTo>
                    <a:cubicBezTo>
                      <a:pt x="421" y="888"/>
                      <a:pt x="421" y="888"/>
                      <a:pt x="421" y="888"/>
                    </a:cubicBezTo>
                    <a:cubicBezTo>
                      <a:pt x="422" y="888"/>
                      <a:pt x="422" y="888"/>
                      <a:pt x="422" y="888"/>
                    </a:cubicBezTo>
                    <a:cubicBezTo>
                      <a:pt x="423" y="888"/>
                      <a:pt x="423" y="888"/>
                      <a:pt x="423" y="888"/>
                    </a:cubicBezTo>
                    <a:cubicBezTo>
                      <a:pt x="423" y="887"/>
                      <a:pt x="423" y="887"/>
                      <a:pt x="423" y="887"/>
                    </a:cubicBezTo>
                    <a:cubicBezTo>
                      <a:pt x="422" y="883"/>
                      <a:pt x="422" y="883"/>
                      <a:pt x="422" y="883"/>
                    </a:cubicBezTo>
                    <a:cubicBezTo>
                      <a:pt x="421" y="883"/>
                      <a:pt x="421" y="883"/>
                      <a:pt x="421" y="883"/>
                    </a:cubicBezTo>
                    <a:cubicBezTo>
                      <a:pt x="420" y="882"/>
                      <a:pt x="420" y="882"/>
                      <a:pt x="420" y="882"/>
                    </a:cubicBezTo>
                    <a:cubicBezTo>
                      <a:pt x="418" y="880"/>
                      <a:pt x="418" y="880"/>
                      <a:pt x="418" y="880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9" y="876"/>
                      <a:pt x="419" y="876"/>
                      <a:pt x="419" y="876"/>
                    </a:cubicBezTo>
                    <a:cubicBezTo>
                      <a:pt x="420" y="871"/>
                      <a:pt x="420" y="871"/>
                      <a:pt x="420" y="871"/>
                    </a:cubicBezTo>
                    <a:cubicBezTo>
                      <a:pt x="421" y="870"/>
                      <a:pt x="421" y="870"/>
                      <a:pt x="421" y="870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3" y="869"/>
                      <a:pt x="423" y="869"/>
                      <a:pt x="423" y="869"/>
                    </a:cubicBezTo>
                    <a:cubicBezTo>
                      <a:pt x="426" y="865"/>
                      <a:pt x="426" y="865"/>
                      <a:pt x="426" y="865"/>
                    </a:cubicBezTo>
                    <a:cubicBezTo>
                      <a:pt x="427" y="862"/>
                      <a:pt x="427" y="862"/>
                      <a:pt x="427" y="862"/>
                    </a:cubicBezTo>
                    <a:cubicBezTo>
                      <a:pt x="427" y="861"/>
                      <a:pt x="427" y="861"/>
                      <a:pt x="427" y="861"/>
                    </a:cubicBezTo>
                    <a:cubicBezTo>
                      <a:pt x="428" y="859"/>
                      <a:pt x="428" y="859"/>
                      <a:pt x="428" y="859"/>
                    </a:cubicBezTo>
                    <a:cubicBezTo>
                      <a:pt x="429" y="857"/>
                      <a:pt x="429" y="857"/>
                      <a:pt x="429" y="857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4"/>
                      <a:pt x="430" y="854"/>
                      <a:pt x="430" y="854"/>
                    </a:cubicBezTo>
                    <a:cubicBezTo>
                      <a:pt x="433" y="854"/>
                      <a:pt x="433" y="854"/>
                      <a:pt x="433" y="854"/>
                    </a:cubicBezTo>
                    <a:cubicBezTo>
                      <a:pt x="434" y="853"/>
                      <a:pt x="434" y="853"/>
                      <a:pt x="434" y="853"/>
                    </a:cubicBezTo>
                    <a:cubicBezTo>
                      <a:pt x="437" y="851"/>
                      <a:pt x="437" y="851"/>
                      <a:pt x="437" y="851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8" y="850"/>
                      <a:pt x="438" y="850"/>
                      <a:pt x="438" y="850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6"/>
                      <a:pt x="440" y="846"/>
                      <a:pt x="440" y="846"/>
                    </a:cubicBezTo>
                    <a:cubicBezTo>
                      <a:pt x="447" y="839"/>
                      <a:pt x="447" y="839"/>
                      <a:pt x="447" y="839"/>
                    </a:cubicBezTo>
                    <a:cubicBezTo>
                      <a:pt x="447" y="838"/>
                      <a:pt x="447" y="838"/>
                      <a:pt x="447" y="838"/>
                    </a:cubicBezTo>
                    <a:cubicBezTo>
                      <a:pt x="449" y="837"/>
                      <a:pt x="449" y="837"/>
                      <a:pt x="449" y="837"/>
                    </a:cubicBezTo>
                    <a:cubicBezTo>
                      <a:pt x="450" y="836"/>
                      <a:pt x="450" y="836"/>
                      <a:pt x="450" y="836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6" y="830"/>
                      <a:pt x="456" y="830"/>
                      <a:pt x="456" y="830"/>
                    </a:cubicBezTo>
                    <a:cubicBezTo>
                      <a:pt x="457" y="830"/>
                      <a:pt x="457" y="830"/>
                      <a:pt x="457" y="830"/>
                    </a:cubicBezTo>
                    <a:cubicBezTo>
                      <a:pt x="462" y="825"/>
                      <a:pt x="462" y="825"/>
                      <a:pt x="462" y="825"/>
                    </a:cubicBezTo>
                    <a:cubicBezTo>
                      <a:pt x="465" y="823"/>
                      <a:pt x="465" y="823"/>
                      <a:pt x="465" y="823"/>
                    </a:cubicBezTo>
                    <a:cubicBezTo>
                      <a:pt x="467" y="821"/>
                      <a:pt x="467" y="821"/>
                      <a:pt x="467" y="821"/>
                    </a:cubicBezTo>
                    <a:cubicBezTo>
                      <a:pt x="469" y="821"/>
                      <a:pt x="469" y="821"/>
                      <a:pt x="469" y="821"/>
                    </a:cubicBezTo>
                    <a:cubicBezTo>
                      <a:pt x="481" y="811"/>
                      <a:pt x="481" y="811"/>
                      <a:pt x="481" y="811"/>
                    </a:cubicBezTo>
                    <a:cubicBezTo>
                      <a:pt x="485" y="806"/>
                      <a:pt x="485" y="806"/>
                      <a:pt x="485" y="806"/>
                    </a:cubicBezTo>
                    <a:cubicBezTo>
                      <a:pt x="487" y="804"/>
                      <a:pt x="487" y="804"/>
                      <a:pt x="487" y="804"/>
                    </a:cubicBezTo>
                    <a:cubicBezTo>
                      <a:pt x="488" y="802"/>
                      <a:pt x="488" y="802"/>
                      <a:pt x="488" y="802"/>
                    </a:cubicBezTo>
                    <a:cubicBezTo>
                      <a:pt x="493" y="795"/>
                      <a:pt x="493" y="795"/>
                      <a:pt x="493" y="795"/>
                    </a:cubicBezTo>
                    <a:cubicBezTo>
                      <a:pt x="493" y="794"/>
                      <a:pt x="493" y="794"/>
                      <a:pt x="493" y="794"/>
                    </a:cubicBezTo>
                    <a:cubicBezTo>
                      <a:pt x="496" y="790"/>
                      <a:pt x="496" y="790"/>
                      <a:pt x="496" y="790"/>
                    </a:cubicBezTo>
                    <a:cubicBezTo>
                      <a:pt x="496" y="788"/>
                      <a:pt x="496" y="788"/>
                      <a:pt x="496" y="788"/>
                    </a:cubicBezTo>
                    <a:cubicBezTo>
                      <a:pt x="500" y="780"/>
                      <a:pt x="500" y="780"/>
                      <a:pt x="500" y="780"/>
                    </a:cubicBezTo>
                    <a:cubicBezTo>
                      <a:pt x="501" y="779"/>
                      <a:pt x="501" y="779"/>
                      <a:pt x="501" y="779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4" y="775"/>
                      <a:pt x="504" y="775"/>
                      <a:pt x="504" y="775"/>
                    </a:cubicBezTo>
                    <a:cubicBezTo>
                      <a:pt x="505" y="771"/>
                      <a:pt x="505" y="771"/>
                      <a:pt x="505" y="771"/>
                    </a:cubicBezTo>
                    <a:cubicBezTo>
                      <a:pt x="508" y="767"/>
                      <a:pt x="508" y="767"/>
                      <a:pt x="508" y="767"/>
                    </a:cubicBezTo>
                    <a:cubicBezTo>
                      <a:pt x="508" y="766"/>
                      <a:pt x="508" y="766"/>
                      <a:pt x="508" y="766"/>
                    </a:cubicBezTo>
                    <a:cubicBezTo>
                      <a:pt x="508" y="765"/>
                      <a:pt x="508" y="765"/>
                      <a:pt x="508" y="765"/>
                    </a:cubicBezTo>
                    <a:cubicBezTo>
                      <a:pt x="509" y="763"/>
                      <a:pt x="509" y="763"/>
                      <a:pt x="509" y="763"/>
                    </a:cubicBezTo>
                    <a:cubicBezTo>
                      <a:pt x="508" y="762"/>
                      <a:pt x="508" y="762"/>
                      <a:pt x="508" y="762"/>
                    </a:cubicBezTo>
                    <a:cubicBezTo>
                      <a:pt x="509" y="761"/>
                      <a:pt x="509" y="761"/>
                      <a:pt x="509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2" y="760"/>
                      <a:pt x="512" y="760"/>
                      <a:pt x="512" y="760"/>
                    </a:cubicBezTo>
                    <a:cubicBezTo>
                      <a:pt x="511" y="759"/>
                      <a:pt x="511" y="759"/>
                      <a:pt x="511" y="759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7"/>
                      <a:pt x="510" y="757"/>
                      <a:pt x="510" y="757"/>
                    </a:cubicBezTo>
                    <a:cubicBezTo>
                      <a:pt x="509" y="756"/>
                      <a:pt x="509" y="756"/>
                      <a:pt x="509" y="756"/>
                    </a:cubicBezTo>
                    <a:cubicBezTo>
                      <a:pt x="510" y="755"/>
                      <a:pt x="510" y="755"/>
                      <a:pt x="510" y="755"/>
                    </a:cubicBezTo>
                    <a:cubicBezTo>
                      <a:pt x="511" y="754"/>
                      <a:pt x="511" y="754"/>
                      <a:pt x="511" y="754"/>
                    </a:cubicBezTo>
                    <a:cubicBezTo>
                      <a:pt x="511" y="753"/>
                      <a:pt x="511" y="753"/>
                      <a:pt x="511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10" y="753"/>
                      <a:pt x="510" y="753"/>
                      <a:pt x="510" y="753"/>
                    </a:cubicBezTo>
                    <a:cubicBezTo>
                      <a:pt x="510" y="751"/>
                      <a:pt x="510" y="751"/>
                      <a:pt x="510" y="751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1" y="749"/>
                      <a:pt x="511" y="749"/>
                      <a:pt x="511" y="749"/>
                    </a:cubicBezTo>
                    <a:cubicBezTo>
                      <a:pt x="510" y="748"/>
                      <a:pt x="510" y="748"/>
                      <a:pt x="510" y="748"/>
                    </a:cubicBezTo>
                    <a:cubicBezTo>
                      <a:pt x="509" y="748"/>
                      <a:pt x="509" y="748"/>
                      <a:pt x="509" y="748"/>
                    </a:cubicBezTo>
                    <a:cubicBezTo>
                      <a:pt x="508" y="748"/>
                      <a:pt x="508" y="748"/>
                      <a:pt x="508" y="748"/>
                    </a:cubicBezTo>
                    <a:cubicBezTo>
                      <a:pt x="506" y="746"/>
                      <a:pt x="506" y="746"/>
                      <a:pt x="506" y="746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498" y="751"/>
                      <a:pt x="498" y="751"/>
                      <a:pt x="498" y="751"/>
                    </a:cubicBezTo>
                    <a:cubicBezTo>
                      <a:pt x="496" y="752"/>
                      <a:pt x="496" y="752"/>
                      <a:pt x="496" y="752"/>
                    </a:cubicBezTo>
                    <a:cubicBezTo>
                      <a:pt x="493" y="753"/>
                      <a:pt x="493" y="753"/>
                      <a:pt x="493" y="753"/>
                    </a:cubicBezTo>
                    <a:cubicBezTo>
                      <a:pt x="492" y="753"/>
                      <a:pt x="492" y="753"/>
                      <a:pt x="492" y="753"/>
                    </a:cubicBezTo>
                    <a:cubicBezTo>
                      <a:pt x="491" y="752"/>
                      <a:pt x="491" y="752"/>
                      <a:pt x="491" y="752"/>
                    </a:cubicBezTo>
                    <a:cubicBezTo>
                      <a:pt x="489" y="752"/>
                      <a:pt x="489" y="752"/>
                      <a:pt x="489" y="752"/>
                    </a:cubicBezTo>
                    <a:cubicBezTo>
                      <a:pt x="487" y="753"/>
                      <a:pt x="487" y="753"/>
                      <a:pt x="487" y="753"/>
                    </a:cubicBezTo>
                    <a:cubicBezTo>
                      <a:pt x="485" y="753"/>
                      <a:pt x="485" y="753"/>
                      <a:pt x="485" y="753"/>
                    </a:cubicBezTo>
                    <a:cubicBezTo>
                      <a:pt x="484" y="754"/>
                      <a:pt x="484" y="754"/>
                      <a:pt x="484" y="754"/>
                    </a:cubicBezTo>
                    <a:cubicBezTo>
                      <a:pt x="482" y="753"/>
                      <a:pt x="482" y="753"/>
                      <a:pt x="482" y="753"/>
                    </a:cubicBezTo>
                    <a:cubicBezTo>
                      <a:pt x="481" y="753"/>
                      <a:pt x="481" y="753"/>
                      <a:pt x="481" y="753"/>
                    </a:cubicBezTo>
                    <a:cubicBezTo>
                      <a:pt x="476" y="756"/>
                      <a:pt x="476" y="756"/>
                      <a:pt x="476" y="756"/>
                    </a:cubicBezTo>
                    <a:cubicBezTo>
                      <a:pt x="474" y="756"/>
                      <a:pt x="474" y="756"/>
                      <a:pt x="474" y="756"/>
                    </a:cubicBezTo>
                    <a:cubicBezTo>
                      <a:pt x="473" y="756"/>
                      <a:pt x="473" y="756"/>
                      <a:pt x="473" y="756"/>
                    </a:cubicBezTo>
                    <a:cubicBezTo>
                      <a:pt x="472" y="756"/>
                      <a:pt x="472" y="756"/>
                      <a:pt x="472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69" y="756"/>
                      <a:pt x="469" y="756"/>
                      <a:pt x="469" y="756"/>
                    </a:cubicBezTo>
                    <a:cubicBezTo>
                      <a:pt x="466" y="758"/>
                      <a:pt x="466" y="758"/>
                      <a:pt x="466" y="758"/>
                    </a:cubicBezTo>
                    <a:cubicBezTo>
                      <a:pt x="465" y="758"/>
                      <a:pt x="465" y="758"/>
                      <a:pt x="465" y="758"/>
                    </a:cubicBezTo>
                    <a:cubicBezTo>
                      <a:pt x="463" y="759"/>
                      <a:pt x="463" y="759"/>
                      <a:pt x="463" y="759"/>
                    </a:cubicBezTo>
                    <a:cubicBezTo>
                      <a:pt x="462" y="760"/>
                      <a:pt x="462" y="760"/>
                      <a:pt x="462" y="760"/>
                    </a:cubicBezTo>
                    <a:cubicBezTo>
                      <a:pt x="460" y="760"/>
                      <a:pt x="460" y="760"/>
                      <a:pt x="460" y="760"/>
                    </a:cubicBezTo>
                    <a:cubicBezTo>
                      <a:pt x="459" y="759"/>
                      <a:pt x="459" y="759"/>
                      <a:pt x="459" y="759"/>
                    </a:cubicBezTo>
                    <a:cubicBezTo>
                      <a:pt x="457" y="758"/>
                      <a:pt x="457" y="758"/>
                      <a:pt x="457" y="758"/>
                    </a:cubicBezTo>
                    <a:cubicBezTo>
                      <a:pt x="456" y="758"/>
                      <a:pt x="456" y="758"/>
                      <a:pt x="456" y="758"/>
                    </a:cubicBezTo>
                    <a:cubicBezTo>
                      <a:pt x="456" y="757"/>
                      <a:pt x="456" y="757"/>
                      <a:pt x="456" y="757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0" y="751"/>
                      <a:pt x="450" y="751"/>
                      <a:pt x="450" y="751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9" y="750"/>
                      <a:pt x="449" y="750"/>
                      <a:pt x="449" y="750"/>
                    </a:cubicBezTo>
                    <a:cubicBezTo>
                      <a:pt x="450" y="748"/>
                      <a:pt x="450" y="748"/>
                      <a:pt x="450" y="748"/>
                    </a:cubicBezTo>
                    <a:cubicBezTo>
                      <a:pt x="451" y="748"/>
                      <a:pt x="451" y="748"/>
                      <a:pt x="451" y="748"/>
                    </a:cubicBezTo>
                    <a:cubicBezTo>
                      <a:pt x="451" y="745"/>
                      <a:pt x="451" y="745"/>
                      <a:pt x="451" y="745"/>
                    </a:cubicBezTo>
                    <a:cubicBezTo>
                      <a:pt x="452" y="744"/>
                      <a:pt x="452" y="744"/>
                      <a:pt x="452" y="744"/>
                    </a:cubicBezTo>
                    <a:cubicBezTo>
                      <a:pt x="451" y="744"/>
                      <a:pt x="451" y="744"/>
                      <a:pt x="451" y="744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50" y="742"/>
                      <a:pt x="450" y="742"/>
                      <a:pt x="450" y="742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8" y="741"/>
                      <a:pt x="448" y="741"/>
                      <a:pt x="448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6" y="741"/>
                      <a:pt x="446" y="741"/>
                      <a:pt x="446" y="741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5" y="738"/>
                      <a:pt x="445" y="738"/>
                      <a:pt x="445" y="738"/>
                    </a:cubicBezTo>
                    <a:cubicBezTo>
                      <a:pt x="444" y="738"/>
                      <a:pt x="444" y="738"/>
                      <a:pt x="444" y="738"/>
                    </a:cubicBezTo>
                    <a:cubicBezTo>
                      <a:pt x="443" y="735"/>
                      <a:pt x="443" y="735"/>
                      <a:pt x="443" y="735"/>
                    </a:cubicBezTo>
                    <a:cubicBezTo>
                      <a:pt x="441" y="733"/>
                      <a:pt x="441" y="733"/>
                      <a:pt x="441" y="733"/>
                    </a:cubicBezTo>
                    <a:cubicBezTo>
                      <a:pt x="441" y="734"/>
                      <a:pt x="441" y="734"/>
                      <a:pt x="441" y="734"/>
                    </a:cubicBezTo>
                    <a:cubicBezTo>
                      <a:pt x="440" y="733"/>
                      <a:pt x="440" y="733"/>
                      <a:pt x="440" y="733"/>
                    </a:cubicBezTo>
                    <a:cubicBezTo>
                      <a:pt x="439" y="732"/>
                      <a:pt x="439" y="732"/>
                      <a:pt x="439" y="732"/>
                    </a:cubicBezTo>
                    <a:cubicBezTo>
                      <a:pt x="438" y="731"/>
                      <a:pt x="438" y="731"/>
                      <a:pt x="438" y="731"/>
                    </a:cubicBezTo>
                    <a:cubicBezTo>
                      <a:pt x="435" y="728"/>
                      <a:pt x="435" y="728"/>
                      <a:pt x="435" y="728"/>
                    </a:cubicBezTo>
                    <a:cubicBezTo>
                      <a:pt x="435" y="727"/>
                      <a:pt x="435" y="727"/>
                      <a:pt x="435" y="727"/>
                    </a:cubicBezTo>
                    <a:cubicBezTo>
                      <a:pt x="433" y="727"/>
                      <a:pt x="433" y="727"/>
                      <a:pt x="433" y="727"/>
                    </a:cubicBezTo>
                    <a:cubicBezTo>
                      <a:pt x="430" y="724"/>
                      <a:pt x="430" y="724"/>
                      <a:pt x="430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8" y="724"/>
                      <a:pt x="428" y="724"/>
                      <a:pt x="428" y="724"/>
                    </a:cubicBezTo>
                    <a:cubicBezTo>
                      <a:pt x="427" y="725"/>
                      <a:pt x="427" y="725"/>
                      <a:pt x="427" y="725"/>
                    </a:cubicBezTo>
                    <a:cubicBezTo>
                      <a:pt x="427" y="724"/>
                      <a:pt x="427" y="724"/>
                      <a:pt x="427" y="724"/>
                    </a:cubicBezTo>
                    <a:cubicBezTo>
                      <a:pt x="426" y="723"/>
                      <a:pt x="426" y="723"/>
                      <a:pt x="426" y="723"/>
                    </a:cubicBezTo>
                    <a:cubicBezTo>
                      <a:pt x="426" y="722"/>
                      <a:pt x="426" y="722"/>
                      <a:pt x="426" y="722"/>
                    </a:cubicBezTo>
                    <a:cubicBezTo>
                      <a:pt x="424" y="720"/>
                      <a:pt x="424" y="720"/>
                      <a:pt x="424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2"/>
                      <a:pt x="423" y="722"/>
                      <a:pt x="423" y="722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2" y="719"/>
                      <a:pt x="422" y="719"/>
                      <a:pt x="422" y="719"/>
                    </a:cubicBezTo>
                    <a:cubicBezTo>
                      <a:pt x="421" y="719"/>
                      <a:pt x="421" y="719"/>
                      <a:pt x="421" y="719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20" y="716"/>
                      <a:pt x="420" y="716"/>
                      <a:pt x="420" y="716"/>
                    </a:cubicBezTo>
                    <a:cubicBezTo>
                      <a:pt x="419" y="711"/>
                      <a:pt x="419" y="711"/>
                      <a:pt x="419" y="711"/>
                    </a:cubicBezTo>
                    <a:cubicBezTo>
                      <a:pt x="416" y="703"/>
                      <a:pt x="416" y="703"/>
                      <a:pt x="416" y="703"/>
                    </a:cubicBezTo>
                    <a:cubicBezTo>
                      <a:pt x="414" y="702"/>
                      <a:pt x="414" y="702"/>
                      <a:pt x="414" y="702"/>
                    </a:cubicBezTo>
                    <a:cubicBezTo>
                      <a:pt x="415" y="701"/>
                      <a:pt x="415" y="701"/>
                      <a:pt x="415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2" y="700"/>
                      <a:pt x="412" y="700"/>
                      <a:pt x="412" y="700"/>
                    </a:cubicBezTo>
                    <a:cubicBezTo>
                      <a:pt x="411" y="699"/>
                      <a:pt x="411" y="699"/>
                      <a:pt x="411" y="699"/>
                    </a:cubicBezTo>
                    <a:cubicBezTo>
                      <a:pt x="411" y="698"/>
                      <a:pt x="411" y="698"/>
                      <a:pt x="411" y="698"/>
                    </a:cubicBezTo>
                    <a:cubicBezTo>
                      <a:pt x="407" y="696"/>
                      <a:pt x="407" y="696"/>
                      <a:pt x="407" y="696"/>
                    </a:cubicBezTo>
                    <a:cubicBezTo>
                      <a:pt x="406" y="696"/>
                      <a:pt x="406" y="696"/>
                      <a:pt x="406" y="696"/>
                    </a:cubicBezTo>
                    <a:cubicBezTo>
                      <a:pt x="405" y="694"/>
                      <a:pt x="405" y="694"/>
                      <a:pt x="405" y="694"/>
                    </a:cubicBezTo>
                    <a:cubicBezTo>
                      <a:pt x="404" y="691"/>
                      <a:pt x="404" y="691"/>
                      <a:pt x="404" y="691"/>
                    </a:cubicBezTo>
                    <a:cubicBezTo>
                      <a:pt x="404" y="688"/>
                      <a:pt x="404" y="688"/>
                      <a:pt x="404" y="688"/>
                    </a:cubicBezTo>
                    <a:cubicBezTo>
                      <a:pt x="404" y="685"/>
                      <a:pt x="404" y="685"/>
                      <a:pt x="404" y="685"/>
                    </a:cubicBezTo>
                    <a:cubicBezTo>
                      <a:pt x="402" y="680"/>
                      <a:pt x="402" y="680"/>
                      <a:pt x="402" y="680"/>
                    </a:cubicBezTo>
                    <a:cubicBezTo>
                      <a:pt x="403" y="680"/>
                      <a:pt x="403" y="680"/>
                      <a:pt x="403" y="680"/>
                    </a:cubicBezTo>
                    <a:cubicBezTo>
                      <a:pt x="403" y="679"/>
                      <a:pt x="403" y="679"/>
                      <a:pt x="403" y="679"/>
                    </a:cubicBezTo>
                    <a:cubicBezTo>
                      <a:pt x="402" y="677"/>
                      <a:pt x="402" y="677"/>
                      <a:pt x="402" y="677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0" y="673"/>
                      <a:pt x="400" y="673"/>
                      <a:pt x="400" y="673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399" y="671"/>
                      <a:pt x="399" y="671"/>
                      <a:pt x="399" y="671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7" y="668"/>
                      <a:pt x="397" y="668"/>
                      <a:pt x="397" y="668"/>
                    </a:cubicBezTo>
                    <a:cubicBezTo>
                      <a:pt x="396" y="668"/>
                      <a:pt x="396" y="668"/>
                      <a:pt x="396" y="668"/>
                    </a:cubicBezTo>
                    <a:cubicBezTo>
                      <a:pt x="394" y="665"/>
                      <a:pt x="394" y="665"/>
                      <a:pt x="394" y="665"/>
                    </a:cubicBezTo>
                    <a:cubicBezTo>
                      <a:pt x="393" y="666"/>
                      <a:pt x="393" y="666"/>
                      <a:pt x="393" y="666"/>
                    </a:cubicBezTo>
                    <a:cubicBezTo>
                      <a:pt x="392" y="666"/>
                      <a:pt x="392" y="666"/>
                      <a:pt x="392" y="666"/>
                    </a:cubicBezTo>
                    <a:cubicBezTo>
                      <a:pt x="390" y="665"/>
                      <a:pt x="390" y="665"/>
                      <a:pt x="390" y="665"/>
                    </a:cubicBezTo>
                    <a:cubicBezTo>
                      <a:pt x="389" y="661"/>
                      <a:pt x="389" y="661"/>
                      <a:pt x="389" y="661"/>
                    </a:cubicBezTo>
                    <a:cubicBezTo>
                      <a:pt x="389" y="660"/>
                      <a:pt x="389" y="660"/>
                      <a:pt x="389" y="660"/>
                    </a:cubicBezTo>
                    <a:cubicBezTo>
                      <a:pt x="389" y="659"/>
                      <a:pt x="389" y="659"/>
                      <a:pt x="389" y="659"/>
                    </a:cubicBezTo>
                    <a:cubicBezTo>
                      <a:pt x="389" y="658"/>
                      <a:pt x="389" y="658"/>
                      <a:pt x="389" y="658"/>
                    </a:cubicBezTo>
                    <a:cubicBezTo>
                      <a:pt x="392" y="658"/>
                      <a:pt x="392" y="658"/>
                      <a:pt x="392" y="658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89" y="654"/>
                      <a:pt x="389" y="654"/>
                      <a:pt x="389" y="654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2"/>
                      <a:pt x="387" y="652"/>
                      <a:pt x="387" y="652"/>
                    </a:cubicBezTo>
                    <a:cubicBezTo>
                      <a:pt x="384" y="647"/>
                      <a:pt x="384" y="647"/>
                      <a:pt x="384" y="647"/>
                    </a:cubicBezTo>
                    <a:cubicBezTo>
                      <a:pt x="382" y="647"/>
                      <a:pt x="382" y="647"/>
                      <a:pt x="382" y="647"/>
                    </a:cubicBezTo>
                    <a:cubicBezTo>
                      <a:pt x="382" y="645"/>
                      <a:pt x="382" y="645"/>
                      <a:pt x="382" y="645"/>
                    </a:cubicBezTo>
                    <a:cubicBezTo>
                      <a:pt x="378" y="638"/>
                      <a:pt x="378" y="638"/>
                      <a:pt x="378" y="638"/>
                    </a:cubicBezTo>
                    <a:cubicBezTo>
                      <a:pt x="378" y="637"/>
                      <a:pt x="378" y="637"/>
                      <a:pt x="378" y="637"/>
                    </a:cubicBezTo>
                    <a:cubicBezTo>
                      <a:pt x="377" y="635"/>
                      <a:pt x="377" y="635"/>
                      <a:pt x="377" y="635"/>
                    </a:cubicBezTo>
                    <a:cubicBezTo>
                      <a:pt x="377" y="632"/>
                      <a:pt x="377" y="632"/>
                      <a:pt x="377" y="632"/>
                    </a:cubicBezTo>
                    <a:cubicBezTo>
                      <a:pt x="376" y="632"/>
                      <a:pt x="376" y="632"/>
                      <a:pt x="376" y="632"/>
                    </a:cubicBezTo>
                    <a:cubicBezTo>
                      <a:pt x="376" y="631"/>
                      <a:pt x="376" y="631"/>
                      <a:pt x="376" y="631"/>
                    </a:cubicBezTo>
                    <a:cubicBezTo>
                      <a:pt x="373" y="628"/>
                      <a:pt x="373" y="628"/>
                      <a:pt x="373" y="628"/>
                    </a:cubicBezTo>
                    <a:cubicBezTo>
                      <a:pt x="373" y="627"/>
                      <a:pt x="373" y="627"/>
                      <a:pt x="373" y="627"/>
                    </a:cubicBezTo>
                    <a:cubicBezTo>
                      <a:pt x="373" y="626"/>
                      <a:pt x="373" y="626"/>
                      <a:pt x="373" y="626"/>
                    </a:cubicBezTo>
                    <a:cubicBezTo>
                      <a:pt x="373" y="625"/>
                      <a:pt x="373" y="625"/>
                      <a:pt x="373" y="625"/>
                    </a:cubicBezTo>
                    <a:cubicBezTo>
                      <a:pt x="368" y="621"/>
                      <a:pt x="368" y="621"/>
                      <a:pt x="368" y="621"/>
                    </a:cubicBezTo>
                    <a:cubicBezTo>
                      <a:pt x="368" y="620"/>
                      <a:pt x="368" y="620"/>
                      <a:pt x="368" y="620"/>
                    </a:cubicBezTo>
                    <a:cubicBezTo>
                      <a:pt x="365" y="617"/>
                      <a:pt x="365" y="617"/>
                      <a:pt x="365" y="617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5" y="614"/>
                      <a:pt x="365" y="614"/>
                      <a:pt x="365" y="614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8" y="618"/>
                      <a:pt x="368" y="618"/>
                      <a:pt x="368" y="618"/>
                    </a:cubicBezTo>
                    <a:cubicBezTo>
                      <a:pt x="368" y="619"/>
                      <a:pt x="368" y="619"/>
                      <a:pt x="368" y="619"/>
                    </a:cubicBezTo>
                    <a:cubicBezTo>
                      <a:pt x="369" y="621"/>
                      <a:pt x="369" y="621"/>
                      <a:pt x="369" y="621"/>
                    </a:cubicBezTo>
                    <a:cubicBezTo>
                      <a:pt x="371" y="621"/>
                      <a:pt x="371" y="621"/>
                      <a:pt x="371" y="621"/>
                    </a:cubicBezTo>
                    <a:cubicBezTo>
                      <a:pt x="371" y="623"/>
                      <a:pt x="371" y="623"/>
                      <a:pt x="371" y="623"/>
                    </a:cubicBezTo>
                    <a:cubicBezTo>
                      <a:pt x="375" y="626"/>
                      <a:pt x="375" y="626"/>
                      <a:pt x="375" y="626"/>
                    </a:cubicBezTo>
                    <a:cubicBezTo>
                      <a:pt x="377" y="628"/>
                      <a:pt x="377" y="628"/>
                      <a:pt x="377" y="628"/>
                    </a:cubicBezTo>
                    <a:cubicBezTo>
                      <a:pt x="378" y="629"/>
                      <a:pt x="378" y="629"/>
                      <a:pt x="378" y="629"/>
                    </a:cubicBezTo>
                    <a:cubicBezTo>
                      <a:pt x="378" y="627"/>
                      <a:pt x="378" y="627"/>
                      <a:pt x="378" y="627"/>
                    </a:cubicBezTo>
                    <a:cubicBezTo>
                      <a:pt x="380" y="626"/>
                      <a:pt x="380" y="626"/>
                      <a:pt x="380" y="626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2"/>
                      <a:pt x="380" y="622"/>
                      <a:pt x="380" y="622"/>
                    </a:cubicBezTo>
                    <a:cubicBezTo>
                      <a:pt x="380" y="621"/>
                      <a:pt x="380" y="621"/>
                      <a:pt x="380" y="621"/>
                    </a:cubicBezTo>
                    <a:cubicBezTo>
                      <a:pt x="381" y="619"/>
                      <a:pt x="381" y="619"/>
                      <a:pt x="381" y="619"/>
                    </a:cubicBezTo>
                    <a:cubicBezTo>
                      <a:pt x="381" y="617"/>
                      <a:pt x="381" y="617"/>
                      <a:pt x="381" y="617"/>
                    </a:cubicBezTo>
                    <a:cubicBezTo>
                      <a:pt x="381" y="618"/>
                      <a:pt x="381" y="618"/>
                      <a:pt x="381" y="618"/>
                    </a:cubicBezTo>
                    <a:cubicBezTo>
                      <a:pt x="381" y="621"/>
                      <a:pt x="381" y="621"/>
                      <a:pt x="381" y="621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5"/>
                      <a:pt x="380" y="625"/>
                      <a:pt x="380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3" y="624"/>
                      <a:pt x="383" y="624"/>
                      <a:pt x="383" y="624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7" y="629"/>
                      <a:pt x="387" y="629"/>
                      <a:pt x="387" y="629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9" y="632"/>
                      <a:pt x="389" y="632"/>
                      <a:pt x="389" y="632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3" y="637"/>
                      <a:pt x="393" y="637"/>
                      <a:pt x="393" y="637"/>
                    </a:cubicBezTo>
                    <a:cubicBezTo>
                      <a:pt x="393" y="638"/>
                      <a:pt x="393" y="638"/>
                      <a:pt x="393" y="638"/>
                    </a:cubicBezTo>
                    <a:cubicBezTo>
                      <a:pt x="394" y="640"/>
                      <a:pt x="394" y="640"/>
                      <a:pt x="394" y="640"/>
                    </a:cubicBezTo>
                    <a:cubicBezTo>
                      <a:pt x="395" y="640"/>
                      <a:pt x="395" y="640"/>
                      <a:pt x="395" y="640"/>
                    </a:cubicBezTo>
                    <a:cubicBezTo>
                      <a:pt x="395" y="642"/>
                      <a:pt x="395" y="642"/>
                      <a:pt x="395" y="642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8" y="644"/>
                      <a:pt x="398" y="644"/>
                      <a:pt x="398" y="644"/>
                    </a:cubicBezTo>
                    <a:cubicBezTo>
                      <a:pt x="399" y="647"/>
                      <a:pt x="399" y="647"/>
                      <a:pt x="399" y="647"/>
                    </a:cubicBezTo>
                    <a:cubicBezTo>
                      <a:pt x="400" y="648"/>
                      <a:pt x="400" y="648"/>
                      <a:pt x="400" y="648"/>
                    </a:cubicBezTo>
                    <a:cubicBezTo>
                      <a:pt x="401" y="649"/>
                      <a:pt x="401" y="649"/>
                      <a:pt x="401" y="649"/>
                    </a:cubicBezTo>
                    <a:cubicBezTo>
                      <a:pt x="400" y="650"/>
                      <a:pt x="400" y="650"/>
                      <a:pt x="400" y="650"/>
                    </a:cubicBezTo>
                    <a:cubicBezTo>
                      <a:pt x="400" y="652"/>
                      <a:pt x="400" y="652"/>
                      <a:pt x="400" y="652"/>
                    </a:cubicBezTo>
                    <a:cubicBezTo>
                      <a:pt x="402" y="653"/>
                      <a:pt x="402" y="653"/>
                      <a:pt x="402" y="653"/>
                    </a:cubicBezTo>
                    <a:cubicBezTo>
                      <a:pt x="402" y="654"/>
                      <a:pt x="402" y="654"/>
                      <a:pt x="402" y="654"/>
                    </a:cubicBezTo>
                    <a:cubicBezTo>
                      <a:pt x="403" y="655"/>
                      <a:pt x="403" y="655"/>
                      <a:pt x="403" y="655"/>
                    </a:cubicBezTo>
                    <a:cubicBezTo>
                      <a:pt x="404" y="654"/>
                      <a:pt x="404" y="654"/>
                      <a:pt x="404" y="654"/>
                    </a:cubicBezTo>
                    <a:cubicBezTo>
                      <a:pt x="406" y="655"/>
                      <a:pt x="406" y="655"/>
                      <a:pt x="406" y="655"/>
                    </a:cubicBezTo>
                    <a:cubicBezTo>
                      <a:pt x="408" y="656"/>
                      <a:pt x="408" y="656"/>
                      <a:pt x="408" y="656"/>
                    </a:cubicBezTo>
                    <a:cubicBezTo>
                      <a:pt x="410" y="658"/>
                      <a:pt x="410" y="658"/>
                      <a:pt x="410" y="658"/>
                    </a:cubicBezTo>
                    <a:cubicBezTo>
                      <a:pt x="410" y="660"/>
                      <a:pt x="410" y="660"/>
                      <a:pt x="410" y="660"/>
                    </a:cubicBezTo>
                    <a:cubicBezTo>
                      <a:pt x="411" y="660"/>
                      <a:pt x="411" y="660"/>
                      <a:pt x="411" y="660"/>
                    </a:cubicBezTo>
                    <a:cubicBezTo>
                      <a:pt x="411" y="661"/>
                      <a:pt x="411" y="661"/>
                      <a:pt x="411" y="661"/>
                    </a:cubicBezTo>
                    <a:cubicBezTo>
                      <a:pt x="412" y="662"/>
                      <a:pt x="412" y="662"/>
                      <a:pt x="412" y="662"/>
                    </a:cubicBezTo>
                    <a:cubicBezTo>
                      <a:pt x="412" y="664"/>
                      <a:pt x="412" y="664"/>
                      <a:pt x="412" y="664"/>
                    </a:cubicBezTo>
                    <a:cubicBezTo>
                      <a:pt x="414" y="666"/>
                      <a:pt x="414" y="666"/>
                      <a:pt x="414" y="666"/>
                    </a:cubicBezTo>
                    <a:cubicBezTo>
                      <a:pt x="414" y="668"/>
                      <a:pt x="414" y="668"/>
                      <a:pt x="414" y="668"/>
                    </a:cubicBezTo>
                    <a:cubicBezTo>
                      <a:pt x="415" y="669"/>
                      <a:pt x="415" y="669"/>
                      <a:pt x="415" y="669"/>
                    </a:cubicBezTo>
                    <a:cubicBezTo>
                      <a:pt x="414" y="671"/>
                      <a:pt x="414" y="671"/>
                      <a:pt x="414" y="671"/>
                    </a:cubicBezTo>
                    <a:cubicBezTo>
                      <a:pt x="413" y="671"/>
                      <a:pt x="413" y="671"/>
                      <a:pt x="413" y="671"/>
                    </a:cubicBezTo>
                    <a:cubicBezTo>
                      <a:pt x="414" y="673"/>
                      <a:pt x="414" y="673"/>
                      <a:pt x="414" y="673"/>
                    </a:cubicBezTo>
                    <a:cubicBezTo>
                      <a:pt x="415" y="675"/>
                      <a:pt x="415" y="675"/>
                      <a:pt x="415" y="675"/>
                    </a:cubicBezTo>
                    <a:cubicBezTo>
                      <a:pt x="415" y="678"/>
                      <a:pt x="415" y="678"/>
                      <a:pt x="415" y="678"/>
                    </a:cubicBezTo>
                    <a:cubicBezTo>
                      <a:pt x="417" y="679"/>
                      <a:pt x="417" y="679"/>
                      <a:pt x="417" y="679"/>
                    </a:cubicBezTo>
                    <a:cubicBezTo>
                      <a:pt x="417" y="680"/>
                      <a:pt x="417" y="680"/>
                      <a:pt x="417" y="680"/>
                    </a:cubicBezTo>
                    <a:cubicBezTo>
                      <a:pt x="421" y="685"/>
                      <a:pt x="421" y="685"/>
                      <a:pt x="421" y="685"/>
                    </a:cubicBezTo>
                    <a:cubicBezTo>
                      <a:pt x="422" y="685"/>
                      <a:pt x="422" y="685"/>
                      <a:pt x="422" y="685"/>
                    </a:cubicBezTo>
                    <a:cubicBezTo>
                      <a:pt x="424" y="685"/>
                      <a:pt x="424" y="685"/>
                      <a:pt x="424" y="685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7" y="688"/>
                      <a:pt x="427" y="688"/>
                      <a:pt x="427" y="688"/>
                    </a:cubicBezTo>
                    <a:cubicBezTo>
                      <a:pt x="427" y="690"/>
                      <a:pt x="427" y="690"/>
                      <a:pt x="427" y="690"/>
                    </a:cubicBezTo>
                    <a:cubicBezTo>
                      <a:pt x="429" y="690"/>
                      <a:pt x="429" y="690"/>
                      <a:pt x="429" y="690"/>
                    </a:cubicBezTo>
                    <a:cubicBezTo>
                      <a:pt x="429" y="691"/>
                      <a:pt x="429" y="691"/>
                      <a:pt x="429" y="691"/>
                    </a:cubicBezTo>
                    <a:cubicBezTo>
                      <a:pt x="430" y="691"/>
                      <a:pt x="430" y="691"/>
                      <a:pt x="430" y="691"/>
                    </a:cubicBezTo>
                    <a:cubicBezTo>
                      <a:pt x="432" y="697"/>
                      <a:pt x="432" y="697"/>
                      <a:pt x="432" y="697"/>
                    </a:cubicBezTo>
                    <a:cubicBezTo>
                      <a:pt x="433" y="698"/>
                      <a:pt x="433" y="698"/>
                      <a:pt x="433" y="698"/>
                    </a:cubicBezTo>
                    <a:cubicBezTo>
                      <a:pt x="433" y="700"/>
                      <a:pt x="433" y="700"/>
                      <a:pt x="433" y="700"/>
                    </a:cubicBezTo>
                    <a:cubicBezTo>
                      <a:pt x="439" y="706"/>
                      <a:pt x="439" y="706"/>
                      <a:pt x="439" y="706"/>
                    </a:cubicBezTo>
                    <a:cubicBezTo>
                      <a:pt x="440" y="706"/>
                      <a:pt x="440" y="706"/>
                      <a:pt x="440" y="706"/>
                    </a:cubicBezTo>
                    <a:cubicBezTo>
                      <a:pt x="440" y="709"/>
                      <a:pt x="440" y="709"/>
                      <a:pt x="440" y="709"/>
                    </a:cubicBezTo>
                    <a:cubicBezTo>
                      <a:pt x="443" y="710"/>
                      <a:pt x="443" y="710"/>
                      <a:pt x="443" y="710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4"/>
                      <a:pt x="444" y="714"/>
                      <a:pt x="444" y="714"/>
                    </a:cubicBezTo>
                    <a:cubicBezTo>
                      <a:pt x="445" y="718"/>
                      <a:pt x="445" y="718"/>
                      <a:pt x="445" y="718"/>
                    </a:cubicBezTo>
                    <a:cubicBezTo>
                      <a:pt x="445" y="719"/>
                      <a:pt x="445" y="719"/>
                      <a:pt x="445" y="719"/>
                    </a:cubicBezTo>
                    <a:cubicBezTo>
                      <a:pt x="444" y="719"/>
                      <a:pt x="444" y="719"/>
                      <a:pt x="444" y="719"/>
                    </a:cubicBezTo>
                    <a:cubicBezTo>
                      <a:pt x="444" y="720"/>
                      <a:pt x="444" y="720"/>
                      <a:pt x="444" y="720"/>
                    </a:cubicBezTo>
                    <a:cubicBezTo>
                      <a:pt x="442" y="720"/>
                      <a:pt x="442" y="720"/>
                      <a:pt x="442" y="720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3"/>
                      <a:pt x="444" y="723"/>
                      <a:pt x="444" y="723"/>
                    </a:cubicBezTo>
                    <a:cubicBezTo>
                      <a:pt x="446" y="725"/>
                      <a:pt x="446" y="725"/>
                      <a:pt x="446" y="725"/>
                    </a:cubicBezTo>
                    <a:cubicBezTo>
                      <a:pt x="447" y="732"/>
                      <a:pt x="447" y="732"/>
                      <a:pt x="447" y="732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9" y="735"/>
                      <a:pt x="449" y="735"/>
                      <a:pt x="449" y="735"/>
                    </a:cubicBezTo>
                    <a:cubicBezTo>
                      <a:pt x="448" y="736"/>
                      <a:pt x="448" y="736"/>
                      <a:pt x="448" y="736"/>
                    </a:cubicBezTo>
                    <a:cubicBezTo>
                      <a:pt x="449" y="738"/>
                      <a:pt x="449" y="738"/>
                      <a:pt x="449" y="738"/>
                    </a:cubicBezTo>
                    <a:cubicBezTo>
                      <a:pt x="451" y="740"/>
                      <a:pt x="451" y="740"/>
                      <a:pt x="451" y="740"/>
                    </a:cubicBezTo>
                    <a:cubicBezTo>
                      <a:pt x="451" y="741"/>
                      <a:pt x="451" y="741"/>
                      <a:pt x="451" y="741"/>
                    </a:cubicBezTo>
                    <a:cubicBezTo>
                      <a:pt x="452" y="743"/>
                      <a:pt x="452" y="743"/>
                      <a:pt x="452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6" y="743"/>
                      <a:pt x="456" y="743"/>
                      <a:pt x="456" y="743"/>
                    </a:cubicBezTo>
                    <a:cubicBezTo>
                      <a:pt x="458" y="743"/>
                      <a:pt x="458" y="743"/>
                      <a:pt x="458" y="743"/>
                    </a:cubicBezTo>
                    <a:cubicBezTo>
                      <a:pt x="459" y="742"/>
                      <a:pt x="459" y="742"/>
                      <a:pt x="459" y="742"/>
                    </a:cubicBezTo>
                    <a:cubicBezTo>
                      <a:pt x="460" y="742"/>
                      <a:pt x="460" y="742"/>
                      <a:pt x="460" y="742"/>
                    </a:cubicBezTo>
                    <a:cubicBezTo>
                      <a:pt x="461" y="742"/>
                      <a:pt x="461" y="742"/>
                      <a:pt x="461" y="742"/>
                    </a:cubicBezTo>
                    <a:cubicBezTo>
                      <a:pt x="463" y="742"/>
                      <a:pt x="463" y="742"/>
                      <a:pt x="463" y="742"/>
                    </a:cubicBezTo>
                    <a:cubicBezTo>
                      <a:pt x="464" y="740"/>
                      <a:pt x="464" y="740"/>
                      <a:pt x="464" y="740"/>
                    </a:cubicBezTo>
                    <a:cubicBezTo>
                      <a:pt x="465" y="740"/>
                      <a:pt x="465" y="740"/>
                      <a:pt x="465" y="740"/>
                    </a:cubicBezTo>
                    <a:cubicBezTo>
                      <a:pt x="466" y="738"/>
                      <a:pt x="466" y="738"/>
                      <a:pt x="466" y="738"/>
                    </a:cubicBezTo>
                    <a:cubicBezTo>
                      <a:pt x="468" y="737"/>
                      <a:pt x="468" y="737"/>
                      <a:pt x="468" y="737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9" y="736"/>
                      <a:pt x="469" y="736"/>
                      <a:pt x="469" y="736"/>
                    </a:cubicBezTo>
                    <a:cubicBezTo>
                      <a:pt x="470" y="737"/>
                      <a:pt x="470" y="737"/>
                      <a:pt x="470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4" y="738"/>
                      <a:pt x="474" y="738"/>
                      <a:pt x="474" y="738"/>
                    </a:cubicBezTo>
                    <a:cubicBezTo>
                      <a:pt x="478" y="736"/>
                      <a:pt x="478" y="736"/>
                      <a:pt x="478" y="736"/>
                    </a:cubicBezTo>
                    <a:cubicBezTo>
                      <a:pt x="480" y="736"/>
                      <a:pt x="480" y="736"/>
                      <a:pt x="480" y="736"/>
                    </a:cubicBezTo>
                    <a:cubicBezTo>
                      <a:pt x="482" y="735"/>
                      <a:pt x="482" y="735"/>
                      <a:pt x="482" y="735"/>
                    </a:cubicBezTo>
                    <a:cubicBezTo>
                      <a:pt x="482" y="734"/>
                      <a:pt x="482" y="734"/>
                      <a:pt x="482" y="734"/>
                    </a:cubicBezTo>
                    <a:cubicBezTo>
                      <a:pt x="484" y="732"/>
                      <a:pt x="484" y="732"/>
                      <a:pt x="484" y="732"/>
                    </a:cubicBezTo>
                    <a:cubicBezTo>
                      <a:pt x="485" y="732"/>
                      <a:pt x="485" y="732"/>
                      <a:pt x="485" y="732"/>
                    </a:cubicBezTo>
                    <a:cubicBezTo>
                      <a:pt x="486" y="733"/>
                      <a:pt x="486" y="733"/>
                      <a:pt x="486" y="733"/>
                    </a:cubicBezTo>
                    <a:cubicBezTo>
                      <a:pt x="487" y="733"/>
                      <a:pt x="487" y="733"/>
                      <a:pt x="487" y="733"/>
                    </a:cubicBezTo>
                    <a:cubicBezTo>
                      <a:pt x="488" y="732"/>
                      <a:pt x="488" y="732"/>
                      <a:pt x="488" y="732"/>
                    </a:cubicBezTo>
                    <a:cubicBezTo>
                      <a:pt x="488" y="733"/>
                      <a:pt x="488" y="733"/>
                      <a:pt x="488" y="733"/>
                    </a:cubicBezTo>
                    <a:cubicBezTo>
                      <a:pt x="490" y="733"/>
                      <a:pt x="490" y="733"/>
                      <a:pt x="490" y="733"/>
                    </a:cubicBezTo>
                    <a:cubicBezTo>
                      <a:pt x="492" y="731"/>
                      <a:pt x="492" y="731"/>
                      <a:pt x="492" y="731"/>
                    </a:cubicBezTo>
                    <a:cubicBezTo>
                      <a:pt x="493" y="728"/>
                      <a:pt x="493" y="728"/>
                      <a:pt x="493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9" y="724"/>
                      <a:pt x="509" y="724"/>
                      <a:pt x="509" y="724"/>
                    </a:cubicBezTo>
                    <a:cubicBezTo>
                      <a:pt x="512" y="722"/>
                      <a:pt x="512" y="722"/>
                      <a:pt x="512" y="722"/>
                    </a:cubicBezTo>
                    <a:cubicBezTo>
                      <a:pt x="513" y="721"/>
                      <a:pt x="513" y="721"/>
                      <a:pt x="513" y="721"/>
                    </a:cubicBezTo>
                    <a:cubicBezTo>
                      <a:pt x="517" y="720"/>
                      <a:pt x="517" y="720"/>
                      <a:pt x="517" y="720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6" y="718"/>
                      <a:pt x="516" y="718"/>
                      <a:pt x="516" y="718"/>
                    </a:cubicBezTo>
                    <a:cubicBezTo>
                      <a:pt x="516" y="717"/>
                      <a:pt x="516" y="717"/>
                      <a:pt x="516" y="717"/>
                    </a:cubicBezTo>
                    <a:cubicBezTo>
                      <a:pt x="519" y="714"/>
                      <a:pt x="519" y="714"/>
                      <a:pt x="519" y="714"/>
                    </a:cubicBezTo>
                    <a:cubicBezTo>
                      <a:pt x="521" y="713"/>
                      <a:pt x="521" y="713"/>
                      <a:pt x="521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6" y="713"/>
                      <a:pt x="526" y="713"/>
                      <a:pt x="526" y="713"/>
                    </a:cubicBezTo>
                    <a:cubicBezTo>
                      <a:pt x="527" y="711"/>
                      <a:pt x="527" y="711"/>
                      <a:pt x="527" y="711"/>
                    </a:cubicBezTo>
                    <a:cubicBezTo>
                      <a:pt x="529" y="711"/>
                      <a:pt x="529" y="711"/>
                      <a:pt x="529" y="711"/>
                    </a:cubicBezTo>
                    <a:cubicBezTo>
                      <a:pt x="531" y="710"/>
                      <a:pt x="531" y="710"/>
                      <a:pt x="531" y="710"/>
                    </a:cubicBezTo>
                    <a:cubicBezTo>
                      <a:pt x="533" y="710"/>
                      <a:pt x="533" y="710"/>
                      <a:pt x="533" y="710"/>
                    </a:cubicBezTo>
                    <a:cubicBezTo>
                      <a:pt x="534" y="710"/>
                      <a:pt x="534" y="710"/>
                      <a:pt x="534" y="710"/>
                    </a:cubicBezTo>
                    <a:cubicBezTo>
                      <a:pt x="535" y="711"/>
                      <a:pt x="535" y="711"/>
                      <a:pt x="535" y="711"/>
                    </a:cubicBezTo>
                    <a:cubicBezTo>
                      <a:pt x="536" y="710"/>
                      <a:pt x="536" y="710"/>
                      <a:pt x="536" y="710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9" y="706"/>
                      <a:pt x="539" y="706"/>
                      <a:pt x="539" y="706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4"/>
                      <a:pt x="538" y="704"/>
                      <a:pt x="538" y="704"/>
                    </a:cubicBezTo>
                    <a:cubicBezTo>
                      <a:pt x="539" y="703"/>
                      <a:pt x="539" y="703"/>
                      <a:pt x="539" y="703"/>
                    </a:cubicBezTo>
                    <a:cubicBezTo>
                      <a:pt x="542" y="703"/>
                      <a:pt x="542" y="703"/>
                      <a:pt x="542" y="703"/>
                    </a:cubicBezTo>
                    <a:cubicBezTo>
                      <a:pt x="543" y="703"/>
                      <a:pt x="543" y="703"/>
                      <a:pt x="543" y="703"/>
                    </a:cubicBezTo>
                    <a:cubicBezTo>
                      <a:pt x="544" y="703"/>
                      <a:pt x="544" y="703"/>
                      <a:pt x="544" y="703"/>
                    </a:cubicBezTo>
                    <a:cubicBezTo>
                      <a:pt x="546" y="702"/>
                      <a:pt x="546" y="702"/>
                      <a:pt x="546" y="702"/>
                    </a:cubicBezTo>
                    <a:cubicBezTo>
                      <a:pt x="547" y="701"/>
                      <a:pt x="547" y="701"/>
                      <a:pt x="547" y="701"/>
                    </a:cubicBezTo>
                    <a:cubicBezTo>
                      <a:pt x="547" y="698"/>
                      <a:pt x="547" y="698"/>
                      <a:pt x="547" y="698"/>
                    </a:cubicBezTo>
                    <a:cubicBezTo>
                      <a:pt x="549" y="696"/>
                      <a:pt x="549" y="696"/>
                      <a:pt x="549" y="696"/>
                    </a:cubicBezTo>
                    <a:cubicBezTo>
                      <a:pt x="551" y="695"/>
                      <a:pt x="551" y="695"/>
                      <a:pt x="551" y="695"/>
                    </a:cubicBezTo>
                    <a:cubicBezTo>
                      <a:pt x="552" y="696"/>
                      <a:pt x="552" y="696"/>
                      <a:pt x="552" y="696"/>
                    </a:cubicBezTo>
                    <a:cubicBezTo>
                      <a:pt x="553" y="695"/>
                      <a:pt x="553" y="695"/>
                      <a:pt x="553" y="695"/>
                    </a:cubicBezTo>
                    <a:cubicBezTo>
                      <a:pt x="557" y="695"/>
                      <a:pt x="557" y="695"/>
                      <a:pt x="557" y="695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5" y="689"/>
                      <a:pt x="555" y="689"/>
                      <a:pt x="555" y="689"/>
                    </a:cubicBezTo>
                    <a:cubicBezTo>
                      <a:pt x="555" y="688"/>
                      <a:pt x="555" y="688"/>
                      <a:pt x="555" y="688"/>
                    </a:cubicBezTo>
                    <a:cubicBezTo>
                      <a:pt x="556" y="687"/>
                      <a:pt x="556" y="687"/>
                      <a:pt x="556" y="687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58" y="684"/>
                      <a:pt x="558" y="684"/>
                      <a:pt x="558" y="684"/>
                    </a:cubicBezTo>
                    <a:cubicBezTo>
                      <a:pt x="557" y="683"/>
                      <a:pt x="557" y="683"/>
                      <a:pt x="557" y="683"/>
                    </a:cubicBezTo>
                    <a:cubicBezTo>
                      <a:pt x="558" y="682"/>
                      <a:pt x="558" y="682"/>
                      <a:pt x="558" y="682"/>
                    </a:cubicBezTo>
                    <a:cubicBezTo>
                      <a:pt x="558" y="683"/>
                      <a:pt x="558" y="683"/>
                      <a:pt x="558" y="683"/>
                    </a:cubicBezTo>
                    <a:cubicBezTo>
                      <a:pt x="559" y="683"/>
                      <a:pt x="559" y="683"/>
                      <a:pt x="559" y="683"/>
                    </a:cubicBezTo>
                    <a:cubicBezTo>
                      <a:pt x="561" y="684"/>
                      <a:pt x="561" y="684"/>
                      <a:pt x="561" y="684"/>
                    </a:cubicBezTo>
                    <a:cubicBezTo>
                      <a:pt x="562" y="681"/>
                      <a:pt x="562" y="681"/>
                      <a:pt x="562" y="681"/>
                    </a:cubicBezTo>
                    <a:cubicBezTo>
                      <a:pt x="562" y="680"/>
                      <a:pt x="562" y="680"/>
                      <a:pt x="562" y="680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5" y="677"/>
                      <a:pt x="565" y="677"/>
                      <a:pt x="565" y="677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8" y="671"/>
                      <a:pt x="568" y="671"/>
                      <a:pt x="568" y="671"/>
                    </a:cubicBezTo>
                    <a:cubicBezTo>
                      <a:pt x="568" y="670"/>
                      <a:pt x="568" y="670"/>
                      <a:pt x="568" y="670"/>
                    </a:cubicBezTo>
                    <a:cubicBezTo>
                      <a:pt x="569" y="669"/>
                      <a:pt x="569" y="669"/>
                      <a:pt x="569" y="669"/>
                    </a:cubicBezTo>
                    <a:cubicBezTo>
                      <a:pt x="569" y="667"/>
                      <a:pt x="569" y="667"/>
                      <a:pt x="569" y="667"/>
                    </a:cubicBezTo>
                    <a:cubicBezTo>
                      <a:pt x="568" y="666"/>
                      <a:pt x="568" y="666"/>
                      <a:pt x="568" y="666"/>
                    </a:cubicBezTo>
                    <a:cubicBezTo>
                      <a:pt x="567" y="666"/>
                      <a:pt x="567" y="666"/>
                      <a:pt x="567" y="666"/>
                    </a:cubicBezTo>
                    <a:cubicBezTo>
                      <a:pt x="564" y="664"/>
                      <a:pt x="564" y="664"/>
                      <a:pt x="564" y="664"/>
                    </a:cubicBezTo>
                    <a:cubicBezTo>
                      <a:pt x="564" y="662"/>
                      <a:pt x="564" y="662"/>
                      <a:pt x="564" y="662"/>
                    </a:cubicBezTo>
                    <a:cubicBezTo>
                      <a:pt x="562" y="661"/>
                      <a:pt x="562" y="661"/>
                      <a:pt x="562" y="661"/>
                    </a:cubicBezTo>
                    <a:cubicBezTo>
                      <a:pt x="562" y="659"/>
                      <a:pt x="562" y="659"/>
                      <a:pt x="562" y="659"/>
                    </a:cubicBezTo>
                    <a:cubicBezTo>
                      <a:pt x="560" y="656"/>
                      <a:pt x="560" y="656"/>
                      <a:pt x="560" y="656"/>
                    </a:cubicBezTo>
                    <a:cubicBezTo>
                      <a:pt x="558" y="656"/>
                      <a:pt x="558" y="656"/>
                      <a:pt x="558" y="656"/>
                    </a:cubicBezTo>
                    <a:cubicBezTo>
                      <a:pt x="556" y="657"/>
                      <a:pt x="556" y="657"/>
                      <a:pt x="556" y="657"/>
                    </a:cubicBezTo>
                    <a:cubicBezTo>
                      <a:pt x="553" y="656"/>
                      <a:pt x="553" y="656"/>
                      <a:pt x="553" y="656"/>
                    </a:cubicBezTo>
                    <a:cubicBezTo>
                      <a:pt x="552" y="656"/>
                      <a:pt x="552" y="656"/>
                      <a:pt x="552" y="656"/>
                    </a:cubicBezTo>
                    <a:cubicBezTo>
                      <a:pt x="551" y="657"/>
                      <a:pt x="551" y="657"/>
                      <a:pt x="551" y="657"/>
                    </a:cubicBezTo>
                    <a:cubicBezTo>
                      <a:pt x="549" y="656"/>
                      <a:pt x="549" y="656"/>
                      <a:pt x="549" y="656"/>
                    </a:cubicBezTo>
                    <a:cubicBezTo>
                      <a:pt x="545" y="653"/>
                      <a:pt x="545" y="653"/>
                      <a:pt x="545" y="653"/>
                    </a:cubicBezTo>
                    <a:cubicBezTo>
                      <a:pt x="545" y="652"/>
                      <a:pt x="545" y="652"/>
                      <a:pt x="545" y="652"/>
                    </a:cubicBezTo>
                    <a:cubicBezTo>
                      <a:pt x="543" y="649"/>
                      <a:pt x="543" y="649"/>
                      <a:pt x="543" y="649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3"/>
                      <a:pt x="542" y="643"/>
                      <a:pt x="542" y="643"/>
                    </a:cubicBezTo>
                    <a:cubicBezTo>
                      <a:pt x="542" y="641"/>
                      <a:pt x="542" y="641"/>
                      <a:pt x="542" y="641"/>
                    </a:cubicBezTo>
                    <a:cubicBezTo>
                      <a:pt x="541" y="642"/>
                      <a:pt x="541" y="642"/>
                      <a:pt x="541" y="642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0"/>
                      <a:pt x="541" y="640"/>
                      <a:pt x="541" y="640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7"/>
                      <a:pt x="541" y="637"/>
                      <a:pt x="541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5"/>
                      <a:pt x="541" y="635"/>
                      <a:pt x="541" y="635"/>
                    </a:cubicBezTo>
                    <a:cubicBezTo>
                      <a:pt x="540" y="635"/>
                      <a:pt x="540" y="635"/>
                      <a:pt x="540" y="635"/>
                    </a:cubicBezTo>
                    <a:cubicBezTo>
                      <a:pt x="539" y="635"/>
                      <a:pt x="539" y="635"/>
                      <a:pt x="539" y="635"/>
                    </a:cubicBezTo>
                    <a:cubicBezTo>
                      <a:pt x="539" y="637"/>
                      <a:pt x="539" y="637"/>
                      <a:pt x="539" y="637"/>
                    </a:cubicBezTo>
                    <a:cubicBezTo>
                      <a:pt x="538" y="636"/>
                      <a:pt x="538" y="636"/>
                      <a:pt x="538" y="636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40"/>
                      <a:pt x="538" y="640"/>
                      <a:pt x="538" y="640"/>
                    </a:cubicBezTo>
                    <a:cubicBezTo>
                      <a:pt x="537" y="640"/>
                      <a:pt x="537" y="640"/>
                      <a:pt x="537" y="640"/>
                    </a:cubicBezTo>
                    <a:cubicBezTo>
                      <a:pt x="533" y="643"/>
                      <a:pt x="533" y="643"/>
                      <a:pt x="533" y="643"/>
                    </a:cubicBezTo>
                    <a:cubicBezTo>
                      <a:pt x="533" y="645"/>
                      <a:pt x="533" y="645"/>
                      <a:pt x="533" y="645"/>
                    </a:cubicBezTo>
                    <a:cubicBezTo>
                      <a:pt x="529" y="649"/>
                      <a:pt x="529" y="649"/>
                      <a:pt x="529" y="649"/>
                    </a:cubicBezTo>
                    <a:cubicBezTo>
                      <a:pt x="527" y="650"/>
                      <a:pt x="527" y="650"/>
                      <a:pt x="527" y="650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8" y="652"/>
                      <a:pt x="528" y="652"/>
                      <a:pt x="528" y="652"/>
                    </a:cubicBezTo>
                    <a:cubicBezTo>
                      <a:pt x="527" y="651"/>
                      <a:pt x="527" y="651"/>
                      <a:pt x="527" y="651"/>
                    </a:cubicBezTo>
                    <a:cubicBezTo>
                      <a:pt x="526" y="652"/>
                      <a:pt x="526" y="652"/>
                      <a:pt x="526" y="652"/>
                    </a:cubicBezTo>
                    <a:cubicBezTo>
                      <a:pt x="525" y="652"/>
                      <a:pt x="525" y="652"/>
                      <a:pt x="525" y="652"/>
                    </a:cubicBezTo>
                    <a:cubicBezTo>
                      <a:pt x="525" y="653"/>
                      <a:pt x="525" y="653"/>
                      <a:pt x="525" y="653"/>
                    </a:cubicBezTo>
                    <a:cubicBezTo>
                      <a:pt x="524" y="653"/>
                      <a:pt x="524" y="653"/>
                      <a:pt x="524" y="653"/>
                    </a:cubicBezTo>
                    <a:cubicBezTo>
                      <a:pt x="524" y="654"/>
                      <a:pt x="524" y="654"/>
                      <a:pt x="524" y="654"/>
                    </a:cubicBezTo>
                    <a:cubicBezTo>
                      <a:pt x="522" y="654"/>
                      <a:pt x="522" y="654"/>
                      <a:pt x="522" y="654"/>
                    </a:cubicBezTo>
                    <a:cubicBezTo>
                      <a:pt x="521" y="654"/>
                      <a:pt x="521" y="654"/>
                      <a:pt x="521" y="654"/>
                    </a:cubicBezTo>
                    <a:cubicBezTo>
                      <a:pt x="520" y="654"/>
                      <a:pt x="520" y="654"/>
                      <a:pt x="520" y="654"/>
                    </a:cubicBezTo>
                    <a:cubicBezTo>
                      <a:pt x="519" y="654"/>
                      <a:pt x="519" y="654"/>
                      <a:pt x="519" y="654"/>
                    </a:cubicBezTo>
                    <a:cubicBezTo>
                      <a:pt x="518" y="653"/>
                      <a:pt x="518" y="653"/>
                      <a:pt x="518" y="653"/>
                    </a:cubicBezTo>
                    <a:cubicBezTo>
                      <a:pt x="517" y="654"/>
                      <a:pt x="517" y="654"/>
                      <a:pt x="517" y="654"/>
                    </a:cubicBezTo>
                    <a:cubicBezTo>
                      <a:pt x="514" y="653"/>
                      <a:pt x="514" y="653"/>
                      <a:pt x="514" y="653"/>
                    </a:cubicBezTo>
                    <a:cubicBezTo>
                      <a:pt x="511" y="655"/>
                      <a:pt x="511" y="655"/>
                      <a:pt x="511" y="655"/>
                    </a:cubicBezTo>
                    <a:cubicBezTo>
                      <a:pt x="510" y="655"/>
                      <a:pt x="510" y="655"/>
                      <a:pt x="510" y="655"/>
                    </a:cubicBezTo>
                    <a:cubicBezTo>
                      <a:pt x="509" y="655"/>
                      <a:pt x="509" y="655"/>
                      <a:pt x="509" y="655"/>
                    </a:cubicBezTo>
                    <a:cubicBezTo>
                      <a:pt x="508" y="655"/>
                      <a:pt x="508" y="655"/>
                      <a:pt x="508" y="655"/>
                    </a:cubicBezTo>
                    <a:cubicBezTo>
                      <a:pt x="508" y="651"/>
                      <a:pt x="508" y="651"/>
                      <a:pt x="508" y="651"/>
                    </a:cubicBezTo>
                    <a:cubicBezTo>
                      <a:pt x="507" y="653"/>
                      <a:pt x="507" y="653"/>
                      <a:pt x="507" y="653"/>
                    </a:cubicBezTo>
                    <a:cubicBezTo>
                      <a:pt x="506" y="653"/>
                      <a:pt x="506" y="653"/>
                      <a:pt x="506" y="653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7" y="650"/>
                      <a:pt x="507" y="650"/>
                      <a:pt x="507" y="650"/>
                    </a:cubicBezTo>
                    <a:cubicBezTo>
                      <a:pt x="506" y="650"/>
                      <a:pt x="506" y="650"/>
                      <a:pt x="506" y="650"/>
                    </a:cubicBezTo>
                    <a:cubicBezTo>
                      <a:pt x="506" y="646"/>
                      <a:pt x="506" y="646"/>
                      <a:pt x="506" y="646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6" y="640"/>
                      <a:pt x="506" y="640"/>
                      <a:pt x="506" y="640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3" y="637"/>
                      <a:pt x="503" y="637"/>
                      <a:pt x="503" y="637"/>
                    </a:cubicBezTo>
                    <a:cubicBezTo>
                      <a:pt x="502" y="637"/>
                      <a:pt x="502" y="637"/>
                      <a:pt x="502" y="637"/>
                    </a:cubicBezTo>
                    <a:cubicBezTo>
                      <a:pt x="502" y="638"/>
                      <a:pt x="502" y="638"/>
                      <a:pt x="502" y="638"/>
                    </a:cubicBezTo>
                    <a:cubicBezTo>
                      <a:pt x="501" y="638"/>
                      <a:pt x="501" y="638"/>
                      <a:pt x="501" y="638"/>
                    </a:cubicBezTo>
                    <a:cubicBezTo>
                      <a:pt x="501" y="639"/>
                      <a:pt x="501" y="639"/>
                      <a:pt x="501" y="639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500" y="646"/>
                      <a:pt x="500" y="646"/>
                      <a:pt x="500" y="646"/>
                    </a:cubicBezTo>
                    <a:cubicBezTo>
                      <a:pt x="500" y="647"/>
                      <a:pt x="500" y="647"/>
                      <a:pt x="500" y="647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499" y="647"/>
                      <a:pt x="499" y="647"/>
                      <a:pt x="499" y="647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38"/>
                      <a:pt x="495" y="638"/>
                      <a:pt x="495" y="638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3" y="632"/>
                      <a:pt x="493" y="632"/>
                      <a:pt x="493" y="632"/>
                    </a:cubicBezTo>
                    <a:cubicBezTo>
                      <a:pt x="492" y="632"/>
                      <a:pt x="492" y="632"/>
                      <a:pt x="492" y="632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91" y="630"/>
                      <a:pt x="491" y="630"/>
                      <a:pt x="491" y="630"/>
                    </a:cubicBezTo>
                    <a:cubicBezTo>
                      <a:pt x="488" y="626"/>
                      <a:pt x="488" y="626"/>
                      <a:pt x="488" y="626"/>
                    </a:cubicBezTo>
                    <a:cubicBezTo>
                      <a:pt x="487" y="626"/>
                      <a:pt x="487" y="626"/>
                      <a:pt x="487" y="626"/>
                    </a:cubicBezTo>
                    <a:cubicBezTo>
                      <a:pt x="484" y="625"/>
                      <a:pt x="484" y="625"/>
                      <a:pt x="484" y="625"/>
                    </a:cubicBezTo>
                    <a:cubicBezTo>
                      <a:pt x="483" y="622"/>
                      <a:pt x="483" y="622"/>
                      <a:pt x="483" y="622"/>
                    </a:cubicBezTo>
                    <a:cubicBezTo>
                      <a:pt x="482" y="620"/>
                      <a:pt x="482" y="620"/>
                      <a:pt x="482" y="620"/>
                    </a:cubicBezTo>
                    <a:cubicBezTo>
                      <a:pt x="481" y="620"/>
                      <a:pt x="481" y="620"/>
                      <a:pt x="481" y="620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79" y="616"/>
                      <a:pt x="479" y="616"/>
                      <a:pt x="479" y="616"/>
                    </a:cubicBezTo>
                    <a:cubicBezTo>
                      <a:pt x="479" y="615"/>
                      <a:pt x="479" y="615"/>
                      <a:pt x="479" y="615"/>
                    </a:cubicBezTo>
                    <a:cubicBezTo>
                      <a:pt x="478" y="613"/>
                      <a:pt x="478" y="613"/>
                      <a:pt x="478" y="613"/>
                    </a:cubicBezTo>
                    <a:cubicBezTo>
                      <a:pt x="480" y="612"/>
                      <a:pt x="480" y="612"/>
                      <a:pt x="480" y="612"/>
                    </a:cubicBezTo>
                    <a:cubicBezTo>
                      <a:pt x="479" y="609"/>
                      <a:pt x="479" y="609"/>
                      <a:pt x="479" y="609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2" y="608"/>
                      <a:pt x="482" y="608"/>
                      <a:pt x="482" y="608"/>
                    </a:cubicBezTo>
                    <a:cubicBezTo>
                      <a:pt x="483" y="608"/>
                      <a:pt x="483" y="608"/>
                      <a:pt x="483" y="608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7" y="608"/>
                      <a:pt x="487" y="608"/>
                      <a:pt x="487" y="608"/>
                    </a:cubicBezTo>
                    <a:cubicBezTo>
                      <a:pt x="488" y="609"/>
                      <a:pt x="488" y="609"/>
                      <a:pt x="488" y="609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2" y="609"/>
                      <a:pt x="492" y="609"/>
                      <a:pt x="492" y="609"/>
                    </a:cubicBezTo>
                    <a:cubicBezTo>
                      <a:pt x="492" y="610"/>
                      <a:pt x="492" y="610"/>
                      <a:pt x="492" y="610"/>
                    </a:cubicBezTo>
                    <a:cubicBezTo>
                      <a:pt x="495" y="613"/>
                      <a:pt x="495" y="613"/>
                      <a:pt x="495" y="613"/>
                    </a:cubicBezTo>
                    <a:cubicBezTo>
                      <a:pt x="495" y="616"/>
                      <a:pt x="495" y="616"/>
                      <a:pt x="495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6" y="617"/>
                      <a:pt x="496" y="617"/>
                      <a:pt x="496" y="617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501" y="624"/>
                      <a:pt x="501" y="624"/>
                      <a:pt x="501" y="624"/>
                    </a:cubicBezTo>
                    <a:cubicBezTo>
                      <a:pt x="503" y="625"/>
                      <a:pt x="503" y="625"/>
                      <a:pt x="503" y="625"/>
                    </a:cubicBezTo>
                    <a:cubicBezTo>
                      <a:pt x="506" y="625"/>
                      <a:pt x="506" y="625"/>
                      <a:pt x="506" y="625"/>
                    </a:cubicBezTo>
                    <a:cubicBezTo>
                      <a:pt x="508" y="626"/>
                      <a:pt x="508" y="626"/>
                      <a:pt x="508" y="626"/>
                    </a:cubicBezTo>
                    <a:cubicBezTo>
                      <a:pt x="508" y="627"/>
                      <a:pt x="508" y="627"/>
                      <a:pt x="508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2" y="627"/>
                      <a:pt x="512" y="627"/>
                      <a:pt x="512" y="627"/>
                    </a:cubicBezTo>
                    <a:cubicBezTo>
                      <a:pt x="511" y="628"/>
                      <a:pt x="511" y="628"/>
                      <a:pt x="511" y="628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6" y="631"/>
                      <a:pt x="516" y="631"/>
                      <a:pt x="516" y="631"/>
                    </a:cubicBezTo>
                    <a:cubicBezTo>
                      <a:pt x="517" y="632"/>
                      <a:pt x="517" y="632"/>
                      <a:pt x="517" y="632"/>
                    </a:cubicBezTo>
                    <a:cubicBezTo>
                      <a:pt x="518" y="632"/>
                      <a:pt x="518" y="632"/>
                      <a:pt x="518" y="632"/>
                    </a:cubicBezTo>
                    <a:cubicBezTo>
                      <a:pt x="521" y="635"/>
                      <a:pt x="521" y="635"/>
                      <a:pt x="521" y="635"/>
                    </a:cubicBezTo>
                    <a:cubicBezTo>
                      <a:pt x="522" y="634"/>
                      <a:pt x="522" y="634"/>
                      <a:pt x="522" y="634"/>
                    </a:cubicBezTo>
                    <a:cubicBezTo>
                      <a:pt x="524" y="634"/>
                      <a:pt x="524" y="634"/>
                      <a:pt x="524" y="634"/>
                    </a:cubicBezTo>
                    <a:cubicBezTo>
                      <a:pt x="526" y="634"/>
                      <a:pt x="526" y="634"/>
                      <a:pt x="526" y="634"/>
                    </a:cubicBezTo>
                    <a:cubicBezTo>
                      <a:pt x="529" y="636"/>
                      <a:pt x="529" y="636"/>
                      <a:pt x="529" y="636"/>
                    </a:cubicBezTo>
                    <a:cubicBezTo>
                      <a:pt x="532" y="634"/>
                      <a:pt x="532" y="634"/>
                      <a:pt x="532" y="634"/>
                    </a:cubicBezTo>
                    <a:cubicBezTo>
                      <a:pt x="535" y="632"/>
                      <a:pt x="535" y="632"/>
                      <a:pt x="535" y="632"/>
                    </a:cubicBezTo>
                    <a:cubicBezTo>
                      <a:pt x="537" y="632"/>
                      <a:pt x="537" y="632"/>
                      <a:pt x="537" y="632"/>
                    </a:cubicBezTo>
                    <a:cubicBezTo>
                      <a:pt x="539" y="631"/>
                      <a:pt x="539" y="631"/>
                      <a:pt x="539" y="631"/>
                    </a:cubicBezTo>
                    <a:cubicBezTo>
                      <a:pt x="540" y="630"/>
                      <a:pt x="540" y="630"/>
                      <a:pt x="540" y="630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4" y="633"/>
                      <a:pt x="544" y="633"/>
                      <a:pt x="544" y="633"/>
                    </a:cubicBezTo>
                    <a:cubicBezTo>
                      <a:pt x="545" y="636"/>
                      <a:pt x="545" y="636"/>
                      <a:pt x="545" y="636"/>
                    </a:cubicBezTo>
                    <a:cubicBezTo>
                      <a:pt x="546" y="639"/>
                      <a:pt x="546" y="639"/>
                      <a:pt x="546" y="639"/>
                    </a:cubicBezTo>
                    <a:cubicBezTo>
                      <a:pt x="546" y="641"/>
                      <a:pt x="546" y="641"/>
                      <a:pt x="546" y="641"/>
                    </a:cubicBezTo>
                    <a:cubicBezTo>
                      <a:pt x="547" y="641"/>
                      <a:pt x="547" y="641"/>
                      <a:pt x="547" y="641"/>
                    </a:cubicBezTo>
                    <a:cubicBezTo>
                      <a:pt x="548" y="642"/>
                      <a:pt x="548" y="642"/>
                      <a:pt x="548" y="642"/>
                    </a:cubicBezTo>
                    <a:cubicBezTo>
                      <a:pt x="552" y="642"/>
                      <a:pt x="552" y="642"/>
                      <a:pt x="552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5" y="643"/>
                      <a:pt x="555" y="643"/>
                      <a:pt x="555" y="643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9" y="644"/>
                      <a:pt x="559" y="644"/>
                      <a:pt x="559" y="644"/>
                    </a:cubicBezTo>
                    <a:cubicBezTo>
                      <a:pt x="564" y="643"/>
                      <a:pt x="564" y="643"/>
                      <a:pt x="564" y="643"/>
                    </a:cubicBezTo>
                    <a:cubicBezTo>
                      <a:pt x="566" y="644"/>
                      <a:pt x="566" y="644"/>
                      <a:pt x="566" y="644"/>
                    </a:cubicBezTo>
                    <a:cubicBezTo>
                      <a:pt x="569" y="645"/>
                      <a:pt x="569" y="645"/>
                      <a:pt x="569" y="645"/>
                    </a:cubicBezTo>
                    <a:cubicBezTo>
                      <a:pt x="570" y="645"/>
                      <a:pt x="570" y="645"/>
                      <a:pt x="570" y="645"/>
                    </a:cubicBezTo>
                    <a:cubicBezTo>
                      <a:pt x="571" y="645"/>
                      <a:pt x="571" y="645"/>
                      <a:pt x="571" y="645"/>
                    </a:cubicBezTo>
                    <a:cubicBezTo>
                      <a:pt x="572" y="646"/>
                      <a:pt x="572" y="646"/>
                      <a:pt x="572" y="646"/>
                    </a:cubicBezTo>
                    <a:cubicBezTo>
                      <a:pt x="573" y="645"/>
                      <a:pt x="573" y="645"/>
                      <a:pt x="573" y="645"/>
                    </a:cubicBezTo>
                    <a:cubicBezTo>
                      <a:pt x="573" y="644"/>
                      <a:pt x="573" y="644"/>
                      <a:pt x="573" y="644"/>
                    </a:cubicBezTo>
                    <a:cubicBezTo>
                      <a:pt x="574" y="644"/>
                      <a:pt x="574" y="644"/>
                      <a:pt x="574" y="644"/>
                    </a:cubicBezTo>
                    <a:cubicBezTo>
                      <a:pt x="574" y="645"/>
                      <a:pt x="574" y="645"/>
                      <a:pt x="574" y="645"/>
                    </a:cubicBezTo>
                    <a:cubicBezTo>
                      <a:pt x="579" y="647"/>
                      <a:pt x="579" y="647"/>
                      <a:pt x="579" y="647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7"/>
                      <a:pt x="581" y="647"/>
                      <a:pt x="581" y="647"/>
                    </a:cubicBezTo>
                    <a:cubicBezTo>
                      <a:pt x="582" y="647"/>
                      <a:pt x="582" y="647"/>
                      <a:pt x="582" y="647"/>
                    </a:cubicBezTo>
                    <a:cubicBezTo>
                      <a:pt x="585" y="646"/>
                      <a:pt x="585" y="646"/>
                      <a:pt x="585" y="646"/>
                    </a:cubicBezTo>
                    <a:cubicBezTo>
                      <a:pt x="586" y="646"/>
                      <a:pt x="586" y="646"/>
                      <a:pt x="586" y="646"/>
                    </a:cubicBezTo>
                    <a:cubicBezTo>
                      <a:pt x="586" y="647"/>
                      <a:pt x="586" y="647"/>
                      <a:pt x="586" y="647"/>
                    </a:cubicBezTo>
                    <a:cubicBezTo>
                      <a:pt x="587" y="646"/>
                      <a:pt x="587" y="646"/>
                      <a:pt x="587" y="646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9" y="645"/>
                      <a:pt x="589" y="645"/>
                      <a:pt x="589" y="645"/>
                    </a:cubicBezTo>
                    <a:cubicBezTo>
                      <a:pt x="590" y="646"/>
                      <a:pt x="590" y="646"/>
                      <a:pt x="590" y="646"/>
                    </a:cubicBezTo>
                    <a:cubicBezTo>
                      <a:pt x="592" y="645"/>
                      <a:pt x="592" y="645"/>
                      <a:pt x="592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4" y="645"/>
                      <a:pt x="594" y="645"/>
                      <a:pt x="594" y="645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5" y="645"/>
                      <a:pt x="595" y="645"/>
                      <a:pt x="595" y="645"/>
                    </a:cubicBezTo>
                    <a:cubicBezTo>
                      <a:pt x="597" y="645"/>
                      <a:pt x="597" y="645"/>
                      <a:pt x="597" y="645"/>
                    </a:cubicBezTo>
                    <a:cubicBezTo>
                      <a:pt x="597" y="644"/>
                      <a:pt x="597" y="644"/>
                      <a:pt x="597" y="644"/>
                    </a:cubicBezTo>
                    <a:cubicBezTo>
                      <a:pt x="598" y="645"/>
                      <a:pt x="598" y="645"/>
                      <a:pt x="598" y="645"/>
                    </a:cubicBezTo>
                    <a:cubicBezTo>
                      <a:pt x="599" y="645"/>
                      <a:pt x="599" y="645"/>
                      <a:pt x="599" y="645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2" y="646"/>
                      <a:pt x="602" y="646"/>
                      <a:pt x="602" y="646"/>
                    </a:cubicBezTo>
                    <a:cubicBezTo>
                      <a:pt x="603" y="644"/>
                      <a:pt x="603" y="644"/>
                      <a:pt x="603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6" y="645"/>
                      <a:pt x="606" y="645"/>
                      <a:pt x="606" y="645"/>
                    </a:cubicBezTo>
                    <a:cubicBezTo>
                      <a:pt x="608" y="644"/>
                      <a:pt x="608" y="644"/>
                      <a:pt x="608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12" y="644"/>
                      <a:pt x="612" y="644"/>
                      <a:pt x="612" y="644"/>
                    </a:cubicBezTo>
                    <a:cubicBezTo>
                      <a:pt x="613" y="643"/>
                      <a:pt x="613" y="643"/>
                      <a:pt x="613" y="643"/>
                    </a:cubicBezTo>
                    <a:cubicBezTo>
                      <a:pt x="615" y="643"/>
                      <a:pt x="615" y="643"/>
                      <a:pt x="615" y="643"/>
                    </a:cubicBezTo>
                    <a:cubicBezTo>
                      <a:pt x="617" y="644"/>
                      <a:pt x="617" y="644"/>
                      <a:pt x="617" y="644"/>
                    </a:cubicBezTo>
                    <a:cubicBezTo>
                      <a:pt x="617" y="646"/>
                      <a:pt x="617" y="646"/>
                      <a:pt x="617" y="646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8"/>
                      <a:pt x="617" y="648"/>
                      <a:pt x="617" y="648"/>
                    </a:cubicBezTo>
                    <a:cubicBezTo>
                      <a:pt x="619" y="648"/>
                      <a:pt x="619" y="648"/>
                      <a:pt x="619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2" y="650"/>
                      <a:pt x="622" y="650"/>
                      <a:pt x="622" y="650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1" y="654"/>
                      <a:pt x="621" y="654"/>
                      <a:pt x="621" y="654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4" y="657"/>
                      <a:pt x="624" y="657"/>
                      <a:pt x="624" y="657"/>
                    </a:cubicBezTo>
                    <a:cubicBezTo>
                      <a:pt x="627" y="656"/>
                      <a:pt x="627" y="656"/>
                      <a:pt x="627" y="656"/>
                    </a:cubicBezTo>
                    <a:cubicBezTo>
                      <a:pt x="629" y="657"/>
                      <a:pt x="629" y="657"/>
                      <a:pt x="629" y="657"/>
                    </a:cubicBezTo>
                    <a:cubicBezTo>
                      <a:pt x="629" y="659"/>
                      <a:pt x="629" y="659"/>
                      <a:pt x="629" y="659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2" y="657"/>
                      <a:pt x="632" y="657"/>
                      <a:pt x="632" y="657"/>
                    </a:cubicBezTo>
                    <a:cubicBezTo>
                      <a:pt x="632" y="658"/>
                      <a:pt x="632" y="658"/>
                      <a:pt x="632" y="658"/>
                    </a:cubicBezTo>
                    <a:cubicBezTo>
                      <a:pt x="631" y="660"/>
                      <a:pt x="631" y="660"/>
                      <a:pt x="631" y="660"/>
                    </a:cubicBezTo>
                    <a:cubicBezTo>
                      <a:pt x="633" y="661"/>
                      <a:pt x="633" y="661"/>
                      <a:pt x="633" y="661"/>
                    </a:cubicBezTo>
                    <a:cubicBezTo>
                      <a:pt x="635" y="663"/>
                      <a:pt x="635" y="663"/>
                      <a:pt x="635" y="663"/>
                    </a:cubicBezTo>
                    <a:cubicBezTo>
                      <a:pt x="640" y="665"/>
                      <a:pt x="640" y="665"/>
                      <a:pt x="640" y="665"/>
                    </a:cubicBezTo>
                    <a:cubicBezTo>
                      <a:pt x="642" y="664"/>
                      <a:pt x="642" y="664"/>
                      <a:pt x="642" y="664"/>
                    </a:cubicBezTo>
                    <a:cubicBezTo>
                      <a:pt x="643" y="664"/>
                      <a:pt x="643" y="664"/>
                      <a:pt x="643" y="664"/>
                    </a:cubicBezTo>
                    <a:cubicBezTo>
                      <a:pt x="647" y="663"/>
                      <a:pt x="647" y="663"/>
                      <a:pt x="647" y="663"/>
                    </a:cubicBezTo>
                    <a:cubicBezTo>
                      <a:pt x="646" y="665"/>
                      <a:pt x="646" y="665"/>
                      <a:pt x="646" y="665"/>
                    </a:cubicBezTo>
                    <a:cubicBezTo>
                      <a:pt x="645" y="665"/>
                      <a:pt x="645" y="665"/>
                      <a:pt x="645" y="665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0" y="667"/>
                      <a:pt x="640" y="667"/>
                      <a:pt x="640" y="667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6"/>
                      <a:pt x="639" y="666"/>
                      <a:pt x="639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6" y="666"/>
                      <a:pt x="636" y="666"/>
                      <a:pt x="636" y="666"/>
                    </a:cubicBezTo>
                    <a:cubicBezTo>
                      <a:pt x="635" y="667"/>
                      <a:pt x="635" y="667"/>
                      <a:pt x="635" y="667"/>
                    </a:cubicBezTo>
                    <a:cubicBezTo>
                      <a:pt x="636" y="669"/>
                      <a:pt x="636" y="669"/>
                      <a:pt x="636" y="669"/>
                    </a:cubicBezTo>
                    <a:cubicBezTo>
                      <a:pt x="639" y="672"/>
                      <a:pt x="639" y="672"/>
                      <a:pt x="639" y="672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3" y="676"/>
                      <a:pt x="643" y="676"/>
                      <a:pt x="643" y="676"/>
                    </a:cubicBezTo>
                    <a:cubicBezTo>
                      <a:pt x="649" y="680"/>
                      <a:pt x="649" y="680"/>
                      <a:pt x="649" y="680"/>
                    </a:cubicBezTo>
                    <a:cubicBezTo>
                      <a:pt x="652" y="681"/>
                      <a:pt x="652" y="681"/>
                      <a:pt x="652" y="681"/>
                    </a:cubicBezTo>
                    <a:cubicBezTo>
                      <a:pt x="654" y="680"/>
                      <a:pt x="654" y="680"/>
                      <a:pt x="654" y="680"/>
                    </a:cubicBezTo>
                    <a:cubicBezTo>
                      <a:pt x="658" y="678"/>
                      <a:pt x="658" y="678"/>
                      <a:pt x="658" y="678"/>
                    </a:cubicBezTo>
                    <a:cubicBezTo>
                      <a:pt x="661" y="677"/>
                      <a:pt x="661" y="677"/>
                      <a:pt x="661" y="677"/>
                    </a:cubicBezTo>
                    <a:cubicBezTo>
                      <a:pt x="661" y="676"/>
                      <a:pt x="661" y="676"/>
                      <a:pt x="661" y="676"/>
                    </a:cubicBezTo>
                    <a:cubicBezTo>
                      <a:pt x="662" y="675"/>
                      <a:pt x="662" y="675"/>
                      <a:pt x="662" y="675"/>
                    </a:cubicBezTo>
                    <a:cubicBezTo>
                      <a:pt x="662" y="672"/>
                      <a:pt x="662" y="672"/>
                      <a:pt x="662" y="672"/>
                    </a:cubicBezTo>
                    <a:cubicBezTo>
                      <a:pt x="661" y="670"/>
                      <a:pt x="661" y="670"/>
                      <a:pt x="661" y="670"/>
                    </a:cubicBezTo>
                    <a:cubicBezTo>
                      <a:pt x="662" y="668"/>
                      <a:pt x="662" y="668"/>
                      <a:pt x="662" y="668"/>
                    </a:cubicBezTo>
                    <a:cubicBezTo>
                      <a:pt x="662" y="667"/>
                      <a:pt x="662" y="667"/>
                      <a:pt x="662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3" y="668"/>
                      <a:pt x="663" y="668"/>
                      <a:pt x="663" y="668"/>
                    </a:cubicBezTo>
                    <a:cubicBezTo>
                      <a:pt x="663" y="670"/>
                      <a:pt x="663" y="670"/>
                      <a:pt x="663" y="670"/>
                    </a:cubicBezTo>
                    <a:cubicBezTo>
                      <a:pt x="663" y="671"/>
                      <a:pt x="663" y="671"/>
                      <a:pt x="663" y="671"/>
                    </a:cubicBezTo>
                    <a:cubicBezTo>
                      <a:pt x="663" y="673"/>
                      <a:pt x="663" y="673"/>
                      <a:pt x="663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4" y="674"/>
                      <a:pt x="664" y="674"/>
                      <a:pt x="664" y="674"/>
                    </a:cubicBezTo>
                    <a:cubicBezTo>
                      <a:pt x="664" y="678"/>
                      <a:pt x="664" y="678"/>
                      <a:pt x="664" y="678"/>
                    </a:cubicBezTo>
                    <a:cubicBezTo>
                      <a:pt x="665" y="678"/>
                      <a:pt x="665" y="678"/>
                      <a:pt x="665" y="678"/>
                    </a:cubicBezTo>
                    <a:cubicBezTo>
                      <a:pt x="666" y="680"/>
                      <a:pt x="666" y="680"/>
                      <a:pt x="666" y="680"/>
                    </a:cubicBezTo>
                    <a:cubicBezTo>
                      <a:pt x="666" y="682"/>
                      <a:pt x="666" y="682"/>
                      <a:pt x="666" y="682"/>
                    </a:cubicBezTo>
                    <a:cubicBezTo>
                      <a:pt x="665" y="684"/>
                      <a:pt x="665" y="684"/>
                      <a:pt x="665" y="684"/>
                    </a:cubicBezTo>
                    <a:cubicBezTo>
                      <a:pt x="665" y="685"/>
                      <a:pt x="665" y="685"/>
                      <a:pt x="665" y="685"/>
                    </a:cubicBezTo>
                    <a:cubicBezTo>
                      <a:pt x="666" y="686"/>
                      <a:pt x="666" y="686"/>
                      <a:pt x="666" y="686"/>
                    </a:cubicBezTo>
                    <a:cubicBezTo>
                      <a:pt x="665" y="686"/>
                      <a:pt x="665" y="686"/>
                      <a:pt x="665" y="686"/>
                    </a:cubicBezTo>
                    <a:cubicBezTo>
                      <a:pt x="665" y="689"/>
                      <a:pt x="665" y="689"/>
                      <a:pt x="665" y="689"/>
                    </a:cubicBezTo>
                    <a:cubicBezTo>
                      <a:pt x="668" y="693"/>
                      <a:pt x="668" y="693"/>
                      <a:pt x="668" y="693"/>
                    </a:cubicBezTo>
                    <a:cubicBezTo>
                      <a:pt x="668" y="694"/>
                      <a:pt x="668" y="694"/>
                      <a:pt x="668" y="694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7"/>
                      <a:pt x="668" y="697"/>
                      <a:pt x="668" y="697"/>
                    </a:cubicBezTo>
                    <a:cubicBezTo>
                      <a:pt x="669" y="699"/>
                      <a:pt x="669" y="699"/>
                      <a:pt x="669" y="699"/>
                    </a:cubicBezTo>
                    <a:cubicBezTo>
                      <a:pt x="668" y="699"/>
                      <a:pt x="668" y="699"/>
                      <a:pt x="668" y="699"/>
                    </a:cubicBezTo>
                    <a:cubicBezTo>
                      <a:pt x="670" y="702"/>
                      <a:pt x="670" y="702"/>
                      <a:pt x="670" y="702"/>
                    </a:cubicBezTo>
                    <a:cubicBezTo>
                      <a:pt x="670" y="704"/>
                      <a:pt x="670" y="704"/>
                      <a:pt x="670" y="704"/>
                    </a:cubicBezTo>
                    <a:cubicBezTo>
                      <a:pt x="673" y="710"/>
                      <a:pt x="673" y="710"/>
                      <a:pt x="673" y="710"/>
                    </a:cubicBezTo>
                    <a:cubicBezTo>
                      <a:pt x="673" y="714"/>
                      <a:pt x="673" y="714"/>
                      <a:pt x="673" y="714"/>
                    </a:cubicBezTo>
                    <a:cubicBezTo>
                      <a:pt x="674" y="717"/>
                      <a:pt x="674" y="717"/>
                      <a:pt x="674" y="717"/>
                    </a:cubicBezTo>
                    <a:cubicBezTo>
                      <a:pt x="675" y="718"/>
                      <a:pt x="675" y="718"/>
                      <a:pt x="675" y="718"/>
                    </a:cubicBezTo>
                    <a:cubicBezTo>
                      <a:pt x="676" y="720"/>
                      <a:pt x="676" y="720"/>
                      <a:pt x="676" y="720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6"/>
                      <a:pt x="679" y="726"/>
                      <a:pt x="679" y="726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30"/>
                      <a:pt x="681" y="730"/>
                      <a:pt x="681" y="730"/>
                    </a:cubicBezTo>
                    <a:cubicBezTo>
                      <a:pt x="682" y="732"/>
                      <a:pt x="682" y="732"/>
                      <a:pt x="682" y="732"/>
                    </a:cubicBezTo>
                    <a:cubicBezTo>
                      <a:pt x="683" y="733"/>
                      <a:pt x="683" y="733"/>
                      <a:pt x="683" y="733"/>
                    </a:cubicBezTo>
                    <a:cubicBezTo>
                      <a:pt x="684" y="735"/>
                      <a:pt x="684" y="735"/>
                      <a:pt x="684" y="735"/>
                    </a:cubicBezTo>
                    <a:cubicBezTo>
                      <a:pt x="685" y="739"/>
                      <a:pt x="685" y="739"/>
                      <a:pt x="685" y="739"/>
                    </a:cubicBezTo>
                    <a:cubicBezTo>
                      <a:pt x="686" y="740"/>
                      <a:pt x="686" y="740"/>
                      <a:pt x="686" y="740"/>
                    </a:cubicBezTo>
                    <a:cubicBezTo>
                      <a:pt x="686" y="743"/>
                      <a:pt x="686" y="743"/>
                      <a:pt x="686" y="743"/>
                    </a:cubicBezTo>
                    <a:cubicBezTo>
                      <a:pt x="687" y="744"/>
                      <a:pt x="687" y="744"/>
                      <a:pt x="687" y="744"/>
                    </a:cubicBezTo>
                    <a:cubicBezTo>
                      <a:pt x="687" y="746"/>
                      <a:pt x="687" y="746"/>
                      <a:pt x="687" y="746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1" y="750"/>
                      <a:pt x="691" y="750"/>
                      <a:pt x="691" y="750"/>
                    </a:cubicBezTo>
                    <a:cubicBezTo>
                      <a:pt x="694" y="752"/>
                      <a:pt x="694" y="752"/>
                      <a:pt x="694" y="752"/>
                    </a:cubicBezTo>
                    <a:cubicBezTo>
                      <a:pt x="694" y="755"/>
                      <a:pt x="694" y="755"/>
                      <a:pt x="694" y="755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8"/>
                      <a:pt x="695" y="758"/>
                      <a:pt x="695" y="758"/>
                    </a:cubicBezTo>
                    <a:cubicBezTo>
                      <a:pt x="697" y="761"/>
                      <a:pt x="697" y="761"/>
                      <a:pt x="697" y="761"/>
                    </a:cubicBezTo>
                    <a:cubicBezTo>
                      <a:pt x="698" y="764"/>
                      <a:pt x="698" y="764"/>
                      <a:pt x="698" y="764"/>
                    </a:cubicBezTo>
                    <a:cubicBezTo>
                      <a:pt x="698" y="767"/>
                      <a:pt x="698" y="767"/>
                      <a:pt x="698" y="767"/>
                    </a:cubicBezTo>
                    <a:cubicBezTo>
                      <a:pt x="701" y="772"/>
                      <a:pt x="701" y="772"/>
                      <a:pt x="701" y="772"/>
                    </a:cubicBezTo>
                    <a:cubicBezTo>
                      <a:pt x="703" y="775"/>
                      <a:pt x="703" y="775"/>
                      <a:pt x="703" y="775"/>
                    </a:cubicBezTo>
                    <a:cubicBezTo>
                      <a:pt x="705" y="777"/>
                      <a:pt x="705" y="777"/>
                      <a:pt x="705" y="777"/>
                    </a:cubicBezTo>
                    <a:cubicBezTo>
                      <a:pt x="708" y="777"/>
                      <a:pt x="708" y="777"/>
                      <a:pt x="708" y="777"/>
                    </a:cubicBezTo>
                    <a:cubicBezTo>
                      <a:pt x="712" y="775"/>
                      <a:pt x="712" y="775"/>
                      <a:pt x="712" y="775"/>
                    </a:cubicBezTo>
                    <a:cubicBezTo>
                      <a:pt x="713" y="772"/>
                      <a:pt x="713" y="772"/>
                      <a:pt x="713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3" y="771"/>
                      <a:pt x="713" y="771"/>
                      <a:pt x="713" y="771"/>
                    </a:cubicBezTo>
                    <a:cubicBezTo>
                      <a:pt x="713" y="770"/>
                      <a:pt x="713" y="770"/>
                      <a:pt x="713" y="770"/>
                    </a:cubicBezTo>
                    <a:cubicBezTo>
                      <a:pt x="715" y="769"/>
                      <a:pt x="715" y="769"/>
                      <a:pt x="715" y="769"/>
                    </a:cubicBezTo>
                    <a:cubicBezTo>
                      <a:pt x="716" y="769"/>
                      <a:pt x="716" y="769"/>
                      <a:pt x="716" y="769"/>
                    </a:cubicBezTo>
                    <a:cubicBezTo>
                      <a:pt x="719" y="768"/>
                      <a:pt x="719" y="768"/>
                      <a:pt x="719" y="768"/>
                    </a:cubicBezTo>
                    <a:cubicBezTo>
                      <a:pt x="720" y="768"/>
                      <a:pt x="720" y="768"/>
                      <a:pt x="720" y="768"/>
                    </a:cubicBezTo>
                    <a:cubicBezTo>
                      <a:pt x="721" y="772"/>
                      <a:pt x="721" y="772"/>
                      <a:pt x="721" y="772"/>
                    </a:cubicBezTo>
                    <a:cubicBezTo>
                      <a:pt x="721" y="768"/>
                      <a:pt x="721" y="768"/>
                      <a:pt x="721" y="768"/>
                    </a:cubicBezTo>
                    <a:cubicBezTo>
                      <a:pt x="721" y="767"/>
                      <a:pt x="721" y="767"/>
                      <a:pt x="721" y="767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1"/>
                      <a:pt x="721" y="761"/>
                      <a:pt x="721" y="761"/>
                    </a:cubicBezTo>
                    <a:cubicBezTo>
                      <a:pt x="723" y="760"/>
                      <a:pt x="723" y="760"/>
                      <a:pt x="723" y="760"/>
                    </a:cubicBezTo>
                    <a:cubicBezTo>
                      <a:pt x="723" y="761"/>
                      <a:pt x="723" y="761"/>
                      <a:pt x="723" y="761"/>
                    </a:cubicBezTo>
                    <a:cubicBezTo>
                      <a:pt x="725" y="760"/>
                      <a:pt x="725" y="760"/>
                      <a:pt x="725" y="760"/>
                    </a:cubicBezTo>
                    <a:cubicBezTo>
                      <a:pt x="725" y="758"/>
                      <a:pt x="725" y="758"/>
                      <a:pt x="725" y="758"/>
                    </a:cubicBezTo>
                    <a:cubicBezTo>
                      <a:pt x="725" y="752"/>
                      <a:pt x="725" y="752"/>
                      <a:pt x="725" y="752"/>
                    </a:cubicBezTo>
                    <a:cubicBezTo>
                      <a:pt x="724" y="751"/>
                      <a:pt x="724" y="751"/>
                      <a:pt x="724" y="751"/>
                    </a:cubicBezTo>
                    <a:cubicBezTo>
                      <a:pt x="724" y="748"/>
                      <a:pt x="724" y="748"/>
                      <a:pt x="724" y="748"/>
                    </a:cubicBezTo>
                    <a:cubicBezTo>
                      <a:pt x="726" y="745"/>
                      <a:pt x="726" y="745"/>
                      <a:pt x="726" y="745"/>
                    </a:cubicBezTo>
                    <a:cubicBezTo>
                      <a:pt x="728" y="740"/>
                      <a:pt x="728" y="740"/>
                      <a:pt x="728" y="740"/>
                    </a:cubicBezTo>
                    <a:cubicBezTo>
                      <a:pt x="727" y="736"/>
                      <a:pt x="727" y="736"/>
                      <a:pt x="727" y="736"/>
                    </a:cubicBezTo>
                    <a:cubicBezTo>
                      <a:pt x="726" y="735"/>
                      <a:pt x="726" y="735"/>
                      <a:pt x="726" y="735"/>
                    </a:cubicBezTo>
                    <a:cubicBezTo>
                      <a:pt x="726" y="730"/>
                      <a:pt x="726" y="730"/>
                      <a:pt x="726" y="730"/>
                    </a:cubicBezTo>
                    <a:cubicBezTo>
                      <a:pt x="725" y="728"/>
                      <a:pt x="725" y="728"/>
                      <a:pt x="725" y="728"/>
                    </a:cubicBezTo>
                    <a:cubicBezTo>
                      <a:pt x="727" y="727"/>
                      <a:pt x="727" y="727"/>
                      <a:pt x="727" y="727"/>
                    </a:cubicBezTo>
                    <a:cubicBezTo>
                      <a:pt x="725" y="723"/>
                      <a:pt x="725" y="723"/>
                      <a:pt x="725" y="723"/>
                    </a:cubicBezTo>
                    <a:cubicBezTo>
                      <a:pt x="725" y="721"/>
                      <a:pt x="725" y="721"/>
                      <a:pt x="725" y="721"/>
                    </a:cubicBezTo>
                    <a:cubicBezTo>
                      <a:pt x="726" y="720"/>
                      <a:pt x="726" y="720"/>
                      <a:pt x="726" y="720"/>
                    </a:cubicBezTo>
                    <a:cubicBezTo>
                      <a:pt x="728" y="718"/>
                      <a:pt x="728" y="718"/>
                      <a:pt x="728" y="718"/>
                    </a:cubicBezTo>
                    <a:cubicBezTo>
                      <a:pt x="729" y="719"/>
                      <a:pt x="729" y="719"/>
                      <a:pt x="729" y="719"/>
                    </a:cubicBezTo>
                    <a:cubicBezTo>
                      <a:pt x="731" y="719"/>
                      <a:pt x="731" y="719"/>
                      <a:pt x="731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5"/>
                      <a:pt x="733" y="715"/>
                      <a:pt x="733" y="715"/>
                    </a:cubicBezTo>
                    <a:cubicBezTo>
                      <a:pt x="734" y="714"/>
                      <a:pt x="734" y="714"/>
                      <a:pt x="734" y="714"/>
                    </a:cubicBezTo>
                    <a:cubicBezTo>
                      <a:pt x="737" y="714"/>
                      <a:pt x="737" y="714"/>
                      <a:pt x="737" y="714"/>
                    </a:cubicBezTo>
                    <a:cubicBezTo>
                      <a:pt x="739" y="713"/>
                      <a:pt x="739" y="713"/>
                      <a:pt x="739" y="713"/>
                    </a:cubicBezTo>
                    <a:cubicBezTo>
                      <a:pt x="741" y="711"/>
                      <a:pt x="741" y="711"/>
                      <a:pt x="741" y="711"/>
                    </a:cubicBezTo>
                    <a:cubicBezTo>
                      <a:pt x="740" y="709"/>
                      <a:pt x="740" y="709"/>
                      <a:pt x="740" y="709"/>
                    </a:cubicBezTo>
                    <a:cubicBezTo>
                      <a:pt x="741" y="708"/>
                      <a:pt x="741" y="708"/>
                      <a:pt x="741" y="708"/>
                    </a:cubicBezTo>
                    <a:cubicBezTo>
                      <a:pt x="742" y="706"/>
                      <a:pt x="742" y="706"/>
                      <a:pt x="742" y="706"/>
                    </a:cubicBezTo>
                    <a:cubicBezTo>
                      <a:pt x="745" y="705"/>
                      <a:pt x="745" y="705"/>
                      <a:pt x="745" y="705"/>
                    </a:cubicBezTo>
                    <a:cubicBezTo>
                      <a:pt x="747" y="704"/>
                      <a:pt x="747" y="704"/>
                      <a:pt x="747" y="704"/>
                    </a:cubicBezTo>
                    <a:cubicBezTo>
                      <a:pt x="748" y="702"/>
                      <a:pt x="748" y="702"/>
                      <a:pt x="748" y="702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6" y="693"/>
                      <a:pt x="756" y="693"/>
                      <a:pt x="756" y="693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0" y="687"/>
                      <a:pt x="760" y="687"/>
                      <a:pt x="760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7" y="686"/>
                      <a:pt x="767" y="686"/>
                      <a:pt x="767" y="686"/>
                    </a:cubicBezTo>
                    <a:cubicBezTo>
                      <a:pt x="767" y="685"/>
                      <a:pt x="767" y="685"/>
                      <a:pt x="767" y="685"/>
                    </a:cubicBezTo>
                    <a:cubicBezTo>
                      <a:pt x="770" y="683"/>
                      <a:pt x="770" y="683"/>
                      <a:pt x="770" y="683"/>
                    </a:cubicBezTo>
                    <a:cubicBezTo>
                      <a:pt x="769" y="682"/>
                      <a:pt x="769" y="682"/>
                      <a:pt x="769" y="682"/>
                    </a:cubicBezTo>
                    <a:cubicBezTo>
                      <a:pt x="770" y="682"/>
                      <a:pt x="770" y="682"/>
                      <a:pt x="770" y="682"/>
                    </a:cubicBezTo>
                    <a:cubicBezTo>
                      <a:pt x="770" y="681"/>
                      <a:pt x="770" y="681"/>
                      <a:pt x="770" y="681"/>
                    </a:cubicBezTo>
                    <a:cubicBezTo>
                      <a:pt x="773" y="679"/>
                      <a:pt x="773" y="679"/>
                      <a:pt x="773" y="679"/>
                    </a:cubicBezTo>
                    <a:cubicBezTo>
                      <a:pt x="772" y="679"/>
                      <a:pt x="772" y="679"/>
                      <a:pt x="772" y="679"/>
                    </a:cubicBezTo>
                    <a:cubicBezTo>
                      <a:pt x="772" y="678"/>
                      <a:pt x="772" y="678"/>
                      <a:pt x="772" y="678"/>
                    </a:cubicBezTo>
                    <a:cubicBezTo>
                      <a:pt x="771" y="677"/>
                      <a:pt x="771" y="677"/>
                      <a:pt x="771" y="677"/>
                    </a:cubicBezTo>
                    <a:cubicBezTo>
                      <a:pt x="771" y="676"/>
                      <a:pt x="771" y="676"/>
                      <a:pt x="771" y="676"/>
                    </a:cubicBezTo>
                    <a:cubicBezTo>
                      <a:pt x="771" y="675"/>
                      <a:pt x="771" y="675"/>
                      <a:pt x="771" y="675"/>
                    </a:cubicBezTo>
                    <a:cubicBezTo>
                      <a:pt x="772" y="674"/>
                      <a:pt x="772" y="674"/>
                      <a:pt x="772" y="674"/>
                    </a:cubicBezTo>
                    <a:cubicBezTo>
                      <a:pt x="772" y="673"/>
                      <a:pt x="772" y="673"/>
                      <a:pt x="772" y="673"/>
                    </a:cubicBezTo>
                    <a:cubicBezTo>
                      <a:pt x="777" y="672"/>
                      <a:pt x="777" y="672"/>
                      <a:pt x="777" y="672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3"/>
                      <a:pt x="777" y="673"/>
                      <a:pt x="777" y="673"/>
                    </a:cubicBezTo>
                    <a:cubicBezTo>
                      <a:pt x="779" y="672"/>
                      <a:pt x="779" y="672"/>
                      <a:pt x="779" y="672"/>
                    </a:cubicBezTo>
                    <a:cubicBezTo>
                      <a:pt x="779" y="671"/>
                      <a:pt x="779" y="671"/>
                      <a:pt x="779" y="671"/>
                    </a:cubicBezTo>
                    <a:cubicBezTo>
                      <a:pt x="779" y="673"/>
                      <a:pt x="779" y="673"/>
                      <a:pt x="779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1" y="673"/>
                      <a:pt x="781" y="673"/>
                      <a:pt x="781" y="673"/>
                    </a:cubicBezTo>
                    <a:cubicBezTo>
                      <a:pt x="782" y="673"/>
                      <a:pt x="782" y="673"/>
                      <a:pt x="782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5" y="673"/>
                      <a:pt x="785" y="673"/>
                      <a:pt x="785" y="673"/>
                    </a:cubicBezTo>
                    <a:cubicBezTo>
                      <a:pt x="785" y="672"/>
                      <a:pt x="785" y="672"/>
                      <a:pt x="785" y="672"/>
                    </a:cubicBezTo>
                    <a:cubicBezTo>
                      <a:pt x="786" y="673"/>
                      <a:pt x="786" y="673"/>
                      <a:pt x="786" y="673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9" y="671"/>
                      <a:pt x="789" y="671"/>
                      <a:pt x="789" y="671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69"/>
                      <a:pt x="792" y="669"/>
                      <a:pt x="792" y="669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4" y="671"/>
                      <a:pt x="794" y="671"/>
                      <a:pt x="794" y="671"/>
                    </a:cubicBezTo>
                    <a:cubicBezTo>
                      <a:pt x="795" y="668"/>
                      <a:pt x="795" y="668"/>
                      <a:pt x="795" y="668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7" y="666"/>
                      <a:pt x="797" y="666"/>
                      <a:pt x="797" y="666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9" y="667"/>
                      <a:pt x="799" y="667"/>
                      <a:pt x="799" y="667"/>
                    </a:cubicBezTo>
                    <a:cubicBezTo>
                      <a:pt x="800" y="668"/>
                      <a:pt x="800" y="668"/>
                      <a:pt x="800" y="668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3" y="665"/>
                      <a:pt x="803" y="665"/>
                      <a:pt x="803" y="665"/>
                    </a:cubicBezTo>
                    <a:cubicBezTo>
                      <a:pt x="804" y="664"/>
                      <a:pt x="804" y="664"/>
                      <a:pt x="804" y="664"/>
                    </a:cubicBezTo>
                    <a:cubicBezTo>
                      <a:pt x="805" y="667"/>
                      <a:pt x="805" y="667"/>
                      <a:pt x="805" y="667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5" y="670"/>
                      <a:pt x="805" y="670"/>
                      <a:pt x="805" y="670"/>
                    </a:cubicBezTo>
                    <a:cubicBezTo>
                      <a:pt x="806" y="671"/>
                      <a:pt x="806" y="671"/>
                      <a:pt x="806" y="671"/>
                    </a:cubicBezTo>
                    <a:cubicBezTo>
                      <a:pt x="805" y="673"/>
                      <a:pt x="805" y="673"/>
                      <a:pt x="805" y="673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8" y="676"/>
                      <a:pt x="808" y="676"/>
                      <a:pt x="808" y="676"/>
                    </a:cubicBezTo>
                    <a:cubicBezTo>
                      <a:pt x="810" y="679"/>
                      <a:pt x="810" y="679"/>
                      <a:pt x="810" y="679"/>
                    </a:cubicBezTo>
                    <a:cubicBezTo>
                      <a:pt x="811" y="679"/>
                      <a:pt x="811" y="679"/>
                      <a:pt x="811" y="679"/>
                    </a:cubicBezTo>
                    <a:cubicBezTo>
                      <a:pt x="811" y="680"/>
                      <a:pt x="811" y="680"/>
                      <a:pt x="811" y="680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7" y="686"/>
                      <a:pt x="817" y="686"/>
                      <a:pt x="817" y="686"/>
                    </a:cubicBezTo>
                    <a:cubicBezTo>
                      <a:pt x="816" y="684"/>
                      <a:pt x="816" y="684"/>
                      <a:pt x="816" y="684"/>
                    </a:cubicBezTo>
                    <a:cubicBezTo>
                      <a:pt x="817" y="684"/>
                      <a:pt x="817" y="684"/>
                      <a:pt x="817" y="684"/>
                    </a:cubicBezTo>
                    <a:cubicBezTo>
                      <a:pt x="818" y="684"/>
                      <a:pt x="818" y="684"/>
                      <a:pt x="818" y="684"/>
                    </a:cubicBezTo>
                    <a:cubicBezTo>
                      <a:pt x="819" y="685"/>
                      <a:pt x="819" y="685"/>
                      <a:pt x="819" y="685"/>
                    </a:cubicBezTo>
                    <a:cubicBezTo>
                      <a:pt x="821" y="686"/>
                      <a:pt x="821" y="686"/>
                      <a:pt x="821" y="686"/>
                    </a:cubicBezTo>
                    <a:cubicBezTo>
                      <a:pt x="823" y="687"/>
                      <a:pt x="823" y="687"/>
                      <a:pt x="823" y="687"/>
                    </a:cubicBezTo>
                    <a:cubicBezTo>
                      <a:pt x="823" y="688"/>
                      <a:pt x="823" y="688"/>
                      <a:pt x="823" y="688"/>
                    </a:cubicBezTo>
                    <a:cubicBezTo>
                      <a:pt x="822" y="688"/>
                      <a:pt x="822" y="688"/>
                      <a:pt x="822" y="688"/>
                    </a:cubicBezTo>
                    <a:cubicBezTo>
                      <a:pt x="822" y="687"/>
                      <a:pt x="822" y="687"/>
                      <a:pt x="822" y="687"/>
                    </a:cubicBezTo>
                    <a:cubicBezTo>
                      <a:pt x="820" y="688"/>
                      <a:pt x="820" y="688"/>
                      <a:pt x="820" y="688"/>
                    </a:cubicBezTo>
                    <a:cubicBezTo>
                      <a:pt x="818" y="688"/>
                      <a:pt x="818" y="688"/>
                      <a:pt x="818" y="688"/>
                    </a:cubicBezTo>
                    <a:cubicBezTo>
                      <a:pt x="818" y="690"/>
                      <a:pt x="818" y="690"/>
                      <a:pt x="818" y="690"/>
                    </a:cubicBezTo>
                    <a:cubicBezTo>
                      <a:pt x="819" y="691"/>
                      <a:pt x="819" y="691"/>
                      <a:pt x="819" y="691"/>
                    </a:cubicBezTo>
                    <a:cubicBezTo>
                      <a:pt x="820" y="691"/>
                      <a:pt x="820" y="691"/>
                      <a:pt x="820" y="691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19" y="694"/>
                      <a:pt x="819" y="694"/>
                      <a:pt x="819" y="694"/>
                    </a:cubicBezTo>
                    <a:cubicBezTo>
                      <a:pt x="820" y="696"/>
                      <a:pt x="820" y="696"/>
                      <a:pt x="820" y="696"/>
                    </a:cubicBezTo>
                    <a:cubicBezTo>
                      <a:pt x="822" y="697"/>
                      <a:pt x="822" y="697"/>
                      <a:pt x="822" y="697"/>
                    </a:cubicBezTo>
                    <a:cubicBezTo>
                      <a:pt x="823" y="695"/>
                      <a:pt x="823" y="695"/>
                      <a:pt x="823" y="695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5" y="693"/>
                      <a:pt x="825" y="693"/>
                      <a:pt x="825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6" y="695"/>
                      <a:pt x="826" y="695"/>
                      <a:pt x="826" y="695"/>
                    </a:cubicBezTo>
                    <a:cubicBezTo>
                      <a:pt x="826" y="697"/>
                      <a:pt x="826" y="697"/>
                      <a:pt x="826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702"/>
                      <a:pt x="828" y="702"/>
                      <a:pt x="828" y="702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29" y="706"/>
                      <a:pt x="829" y="706"/>
                      <a:pt x="829" y="706"/>
                    </a:cubicBezTo>
                    <a:cubicBezTo>
                      <a:pt x="827" y="714"/>
                      <a:pt x="827" y="714"/>
                      <a:pt x="827" y="714"/>
                    </a:cubicBezTo>
                    <a:cubicBezTo>
                      <a:pt x="828" y="715"/>
                      <a:pt x="828" y="715"/>
                      <a:pt x="828" y="715"/>
                    </a:cubicBezTo>
                    <a:cubicBezTo>
                      <a:pt x="828" y="716"/>
                      <a:pt x="828" y="716"/>
                      <a:pt x="828" y="716"/>
                    </a:cubicBezTo>
                    <a:cubicBezTo>
                      <a:pt x="828" y="718"/>
                      <a:pt x="828" y="718"/>
                      <a:pt x="828" y="718"/>
                    </a:cubicBezTo>
                    <a:cubicBezTo>
                      <a:pt x="829" y="716"/>
                      <a:pt x="829" y="716"/>
                      <a:pt x="829" y="716"/>
                    </a:cubicBezTo>
                    <a:cubicBezTo>
                      <a:pt x="829" y="718"/>
                      <a:pt x="829" y="718"/>
                      <a:pt x="829" y="718"/>
                    </a:cubicBezTo>
                    <a:cubicBezTo>
                      <a:pt x="831" y="718"/>
                      <a:pt x="831" y="718"/>
                      <a:pt x="831" y="718"/>
                    </a:cubicBezTo>
                    <a:cubicBezTo>
                      <a:pt x="832" y="717"/>
                      <a:pt x="832" y="717"/>
                      <a:pt x="832" y="717"/>
                    </a:cubicBezTo>
                    <a:cubicBezTo>
                      <a:pt x="833" y="716"/>
                      <a:pt x="833" y="716"/>
                      <a:pt x="833" y="716"/>
                    </a:cubicBezTo>
                    <a:cubicBezTo>
                      <a:pt x="834" y="717"/>
                      <a:pt x="834" y="717"/>
                      <a:pt x="834" y="717"/>
                    </a:cubicBezTo>
                    <a:cubicBezTo>
                      <a:pt x="835" y="717"/>
                      <a:pt x="835" y="717"/>
                      <a:pt x="835" y="717"/>
                    </a:cubicBezTo>
                    <a:cubicBezTo>
                      <a:pt x="835" y="716"/>
                      <a:pt x="835" y="716"/>
                      <a:pt x="835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7" y="716"/>
                      <a:pt x="837" y="716"/>
                      <a:pt x="837" y="716"/>
                    </a:cubicBezTo>
                    <a:cubicBezTo>
                      <a:pt x="841" y="714"/>
                      <a:pt x="841" y="714"/>
                      <a:pt x="841" y="714"/>
                    </a:cubicBezTo>
                    <a:lnTo>
                      <a:pt x="841" y="713"/>
                    </a:lnTo>
                    <a:close/>
                    <a:moveTo>
                      <a:pt x="863" y="764"/>
                    </a:move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3"/>
                      <a:pt x="863" y="763"/>
                      <a:pt x="863" y="763"/>
                    </a:cubicBezTo>
                    <a:lnTo>
                      <a:pt x="863" y="764"/>
                    </a:lnTo>
                    <a:close/>
                    <a:moveTo>
                      <a:pt x="1007" y="635"/>
                    </a:moveTo>
                    <a:cubicBezTo>
                      <a:pt x="1007" y="635"/>
                      <a:pt x="1007" y="635"/>
                      <a:pt x="1007" y="635"/>
                    </a:cubicBezTo>
                    <a:cubicBezTo>
                      <a:pt x="1007" y="636"/>
                      <a:pt x="1007" y="636"/>
                      <a:pt x="1007" y="636"/>
                    </a:cubicBezTo>
                    <a:cubicBezTo>
                      <a:pt x="1007" y="635"/>
                      <a:pt x="1007" y="635"/>
                      <a:pt x="1007" y="635"/>
                    </a:cubicBezTo>
                    <a:close/>
                    <a:moveTo>
                      <a:pt x="1012" y="578"/>
                    </a:moveTo>
                    <a:cubicBezTo>
                      <a:pt x="1012" y="578"/>
                      <a:pt x="1012" y="578"/>
                      <a:pt x="1012" y="578"/>
                    </a:cubicBezTo>
                    <a:cubicBezTo>
                      <a:pt x="1012" y="578"/>
                      <a:pt x="1012" y="578"/>
                      <a:pt x="1012" y="578"/>
                    </a:cubicBezTo>
                    <a:close/>
                    <a:moveTo>
                      <a:pt x="1010" y="579"/>
                    </a:moveTo>
                    <a:cubicBezTo>
                      <a:pt x="1010" y="579"/>
                      <a:pt x="1010" y="579"/>
                      <a:pt x="1010" y="579"/>
                    </a:cubicBezTo>
                    <a:cubicBezTo>
                      <a:pt x="1011" y="580"/>
                      <a:pt x="1011" y="580"/>
                      <a:pt x="1011" y="580"/>
                    </a:cubicBezTo>
                    <a:cubicBezTo>
                      <a:pt x="1009" y="579"/>
                      <a:pt x="1009" y="579"/>
                      <a:pt x="1009" y="579"/>
                    </a:cubicBezTo>
                    <a:lnTo>
                      <a:pt x="1010" y="579"/>
                    </a:lnTo>
                    <a:close/>
                    <a:moveTo>
                      <a:pt x="1054" y="546"/>
                    </a:moveTo>
                    <a:cubicBezTo>
                      <a:pt x="1054" y="546"/>
                      <a:pt x="1054" y="546"/>
                      <a:pt x="1054" y="546"/>
                    </a:cubicBezTo>
                    <a:cubicBezTo>
                      <a:pt x="1054" y="547"/>
                      <a:pt x="1054" y="547"/>
                      <a:pt x="1054" y="547"/>
                    </a:cubicBezTo>
                    <a:cubicBezTo>
                      <a:pt x="1053" y="546"/>
                      <a:pt x="1053" y="546"/>
                      <a:pt x="1053" y="546"/>
                    </a:cubicBezTo>
                    <a:cubicBezTo>
                      <a:pt x="1053" y="546"/>
                      <a:pt x="1053" y="546"/>
                      <a:pt x="1053" y="546"/>
                    </a:cubicBezTo>
                    <a:lnTo>
                      <a:pt x="1054" y="546"/>
                    </a:lnTo>
                    <a:close/>
                    <a:moveTo>
                      <a:pt x="1044" y="551"/>
                    </a:move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1"/>
                      <a:pt x="1044" y="551"/>
                      <a:pt x="1044" y="551"/>
                    </a:cubicBezTo>
                    <a:cubicBezTo>
                      <a:pt x="1044" y="551"/>
                      <a:pt x="1044" y="551"/>
                      <a:pt x="1044" y="551"/>
                    </a:cubicBezTo>
                    <a:close/>
                    <a:moveTo>
                      <a:pt x="1043" y="549"/>
                    </a:moveTo>
                    <a:cubicBezTo>
                      <a:pt x="1043" y="550"/>
                      <a:pt x="1043" y="550"/>
                      <a:pt x="1043" y="550"/>
                    </a:cubicBezTo>
                    <a:cubicBezTo>
                      <a:pt x="1043" y="549"/>
                      <a:pt x="1043" y="549"/>
                      <a:pt x="1043" y="549"/>
                    </a:cubicBezTo>
                    <a:close/>
                    <a:moveTo>
                      <a:pt x="1052" y="321"/>
                    </a:moveTo>
                    <a:cubicBezTo>
                      <a:pt x="1052" y="322"/>
                      <a:pt x="1052" y="322"/>
                      <a:pt x="1052" y="322"/>
                    </a:cubicBezTo>
                    <a:cubicBezTo>
                      <a:pt x="1052" y="321"/>
                      <a:pt x="1052" y="321"/>
                      <a:pt x="1052" y="321"/>
                    </a:cubicBezTo>
                    <a:close/>
                    <a:moveTo>
                      <a:pt x="1051" y="323"/>
                    </a:moveTo>
                    <a:cubicBezTo>
                      <a:pt x="1052" y="323"/>
                      <a:pt x="1052" y="323"/>
                      <a:pt x="1052" y="323"/>
                    </a:cubicBezTo>
                    <a:cubicBezTo>
                      <a:pt x="1051" y="323"/>
                      <a:pt x="1051" y="323"/>
                      <a:pt x="1051" y="323"/>
                    </a:cubicBezTo>
                    <a:close/>
                    <a:moveTo>
                      <a:pt x="1207" y="263"/>
                    </a:moveTo>
                    <a:cubicBezTo>
                      <a:pt x="1208" y="263"/>
                      <a:pt x="1208" y="263"/>
                      <a:pt x="1208" y="263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6" y="265"/>
                      <a:pt x="1206" y="265"/>
                      <a:pt x="1206" y="265"/>
                    </a:cubicBezTo>
                    <a:cubicBezTo>
                      <a:pt x="1206" y="264"/>
                      <a:pt x="1206" y="264"/>
                      <a:pt x="1206" y="264"/>
                    </a:cubicBezTo>
                    <a:lnTo>
                      <a:pt x="1207" y="263"/>
                    </a:lnTo>
                    <a:close/>
                    <a:moveTo>
                      <a:pt x="1242" y="125"/>
                    </a:move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5"/>
                      <a:pt x="1243" y="125"/>
                      <a:pt x="1243" y="125"/>
                    </a:cubicBezTo>
                    <a:cubicBezTo>
                      <a:pt x="1243" y="126"/>
                      <a:pt x="1243" y="126"/>
                      <a:pt x="1243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lnTo>
                      <a:pt x="1242" y="125"/>
                    </a:lnTo>
                    <a:close/>
                    <a:moveTo>
                      <a:pt x="1235" y="25"/>
                    </a:moveTo>
                    <a:cubicBezTo>
                      <a:pt x="1234" y="25"/>
                      <a:pt x="1234" y="25"/>
                      <a:pt x="1234" y="25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6" y="24"/>
                      <a:pt x="1236" y="24"/>
                      <a:pt x="1236" y="24"/>
                    </a:cubicBezTo>
                    <a:lnTo>
                      <a:pt x="1235" y="25"/>
                    </a:lnTo>
                    <a:close/>
                    <a:moveTo>
                      <a:pt x="1216" y="106"/>
                    </a:moveTo>
                    <a:cubicBezTo>
                      <a:pt x="1217" y="106"/>
                      <a:pt x="1217" y="106"/>
                      <a:pt x="1217" y="106"/>
                    </a:cubicBezTo>
                    <a:cubicBezTo>
                      <a:pt x="1218" y="107"/>
                      <a:pt x="1218" y="107"/>
                      <a:pt x="1218" y="107"/>
                    </a:cubicBezTo>
                    <a:cubicBezTo>
                      <a:pt x="1221" y="105"/>
                      <a:pt x="1221" y="105"/>
                      <a:pt x="1221" y="105"/>
                    </a:cubicBezTo>
                    <a:cubicBezTo>
                      <a:pt x="1221" y="104"/>
                      <a:pt x="1221" y="104"/>
                      <a:pt x="1221" y="104"/>
                    </a:cubicBezTo>
                    <a:cubicBezTo>
                      <a:pt x="1222" y="106"/>
                      <a:pt x="1222" y="106"/>
                      <a:pt x="1222" y="106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4" y="107"/>
                      <a:pt x="1224" y="107"/>
                      <a:pt x="1224" y="107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2" y="107"/>
                      <a:pt x="1222" y="107"/>
                      <a:pt x="1222" y="107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8" y="109"/>
                      <a:pt x="1218" y="109"/>
                      <a:pt x="1218" y="109"/>
                    </a:cubicBezTo>
                    <a:cubicBezTo>
                      <a:pt x="1217" y="110"/>
                      <a:pt x="1217" y="110"/>
                      <a:pt x="1217" y="110"/>
                    </a:cubicBezTo>
                    <a:cubicBezTo>
                      <a:pt x="1217" y="112"/>
                      <a:pt x="1217" y="112"/>
                      <a:pt x="1217" y="112"/>
                    </a:cubicBezTo>
                    <a:cubicBezTo>
                      <a:pt x="1216" y="111"/>
                      <a:pt x="1216" y="111"/>
                      <a:pt x="1216" y="111"/>
                    </a:cubicBezTo>
                    <a:cubicBezTo>
                      <a:pt x="1217" y="109"/>
                      <a:pt x="1217" y="109"/>
                      <a:pt x="1217" y="109"/>
                    </a:cubicBezTo>
                    <a:cubicBezTo>
                      <a:pt x="1216" y="108"/>
                      <a:pt x="1216" y="108"/>
                      <a:pt x="1216" y="108"/>
                    </a:cubicBezTo>
                    <a:lnTo>
                      <a:pt x="1216" y="106"/>
                    </a:lnTo>
                    <a:close/>
                    <a:moveTo>
                      <a:pt x="1212" y="24"/>
                    </a:move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4" y="27"/>
                      <a:pt x="1214" y="27"/>
                      <a:pt x="1214" y="27"/>
                    </a:cubicBezTo>
                    <a:cubicBezTo>
                      <a:pt x="1216" y="27"/>
                      <a:pt x="1216" y="27"/>
                      <a:pt x="1216" y="27"/>
                    </a:cubicBezTo>
                    <a:cubicBezTo>
                      <a:pt x="1215" y="27"/>
                      <a:pt x="1215" y="27"/>
                      <a:pt x="1215" y="27"/>
                    </a:cubicBez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2" y="25"/>
                      <a:pt x="1212" y="25"/>
                      <a:pt x="1212" y="25"/>
                    </a:cubicBezTo>
                    <a:lnTo>
                      <a:pt x="1212" y="24"/>
                    </a:lnTo>
                    <a:close/>
                    <a:moveTo>
                      <a:pt x="1207" y="24"/>
                    </a:moveTo>
                    <a:cubicBezTo>
                      <a:pt x="1209" y="25"/>
                      <a:pt x="1209" y="25"/>
                      <a:pt x="1209" y="25"/>
                    </a:cubicBezTo>
                    <a:cubicBezTo>
                      <a:pt x="1208" y="25"/>
                      <a:pt x="1208" y="25"/>
                      <a:pt x="1208" y="25"/>
                    </a:cubicBezTo>
                    <a:cubicBezTo>
                      <a:pt x="1207" y="24"/>
                      <a:pt x="1207" y="24"/>
                      <a:pt x="1207" y="24"/>
                    </a:cubicBezTo>
                    <a:close/>
                    <a:moveTo>
                      <a:pt x="1068" y="52"/>
                    </a:move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8" y="56"/>
                      <a:pt x="1068" y="56"/>
                      <a:pt x="1068" y="56"/>
                    </a:cubicBezTo>
                    <a:cubicBezTo>
                      <a:pt x="1068" y="54"/>
                      <a:pt x="1068" y="54"/>
                      <a:pt x="1068" y="54"/>
                    </a:cubicBezTo>
                    <a:cubicBezTo>
                      <a:pt x="1068" y="54"/>
                      <a:pt x="1068" y="54"/>
                      <a:pt x="1068" y="54"/>
                    </a:cubicBezTo>
                    <a:lnTo>
                      <a:pt x="1068" y="52"/>
                    </a:lnTo>
                    <a:close/>
                    <a:moveTo>
                      <a:pt x="1068" y="56"/>
                    </a:moveTo>
                    <a:cubicBezTo>
                      <a:pt x="1070" y="58"/>
                      <a:pt x="1070" y="58"/>
                      <a:pt x="1070" y="58"/>
                    </a:cubicBezTo>
                    <a:cubicBezTo>
                      <a:pt x="1069" y="57"/>
                      <a:pt x="1069" y="57"/>
                      <a:pt x="1069" y="57"/>
                    </a:cubicBezTo>
                    <a:cubicBezTo>
                      <a:pt x="1068" y="57"/>
                      <a:pt x="1068" y="57"/>
                      <a:pt x="1068" y="57"/>
                    </a:cubicBezTo>
                    <a:lnTo>
                      <a:pt x="1068" y="56"/>
                    </a:lnTo>
                    <a:close/>
                    <a:moveTo>
                      <a:pt x="1064" y="54"/>
                    </a:moveTo>
                    <a:cubicBezTo>
                      <a:pt x="1065" y="54"/>
                      <a:pt x="1065" y="54"/>
                      <a:pt x="1065" y="54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6" y="55"/>
                      <a:pt x="1066" y="55"/>
                      <a:pt x="1066" y="55"/>
                    </a:cubicBezTo>
                    <a:cubicBezTo>
                      <a:pt x="1067" y="57"/>
                      <a:pt x="1067" y="57"/>
                      <a:pt x="1067" y="57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6" y="58"/>
                      <a:pt x="1066" y="58"/>
                      <a:pt x="1066" y="58"/>
                    </a:cubicBezTo>
                    <a:cubicBezTo>
                      <a:pt x="1066" y="59"/>
                      <a:pt x="1066" y="59"/>
                      <a:pt x="1066" y="59"/>
                    </a:cubicBezTo>
                    <a:cubicBezTo>
                      <a:pt x="1065" y="59"/>
                      <a:pt x="1065" y="59"/>
                      <a:pt x="1065" y="59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4" y="55"/>
                      <a:pt x="1064" y="55"/>
                      <a:pt x="1064" y="55"/>
                    </a:cubicBezTo>
                    <a:lnTo>
                      <a:pt x="1064" y="54"/>
                    </a:lnTo>
                    <a:close/>
                    <a:moveTo>
                      <a:pt x="945" y="675"/>
                    </a:moveTo>
                    <a:cubicBezTo>
                      <a:pt x="944" y="675"/>
                      <a:pt x="944" y="675"/>
                      <a:pt x="944" y="675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lnTo>
                      <a:pt x="945" y="675"/>
                    </a:lnTo>
                    <a:close/>
                    <a:moveTo>
                      <a:pt x="947" y="42"/>
                    </a:moveTo>
                    <a:cubicBezTo>
                      <a:pt x="946" y="44"/>
                      <a:pt x="946" y="44"/>
                      <a:pt x="946" y="44"/>
                    </a:cubicBezTo>
                    <a:cubicBezTo>
                      <a:pt x="946" y="46"/>
                      <a:pt x="946" y="46"/>
                      <a:pt x="946" y="46"/>
                    </a:cubicBezTo>
                    <a:cubicBezTo>
                      <a:pt x="944" y="47"/>
                      <a:pt x="944" y="47"/>
                      <a:pt x="944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6"/>
                      <a:pt x="943" y="46"/>
                      <a:pt x="943" y="46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3" y="45"/>
                      <a:pt x="943" y="45"/>
                      <a:pt x="943" y="45"/>
                    </a:cubicBezTo>
                    <a:cubicBezTo>
                      <a:pt x="944" y="42"/>
                      <a:pt x="944" y="42"/>
                      <a:pt x="944" y="42"/>
                    </a:cubicBezTo>
                    <a:cubicBezTo>
                      <a:pt x="944" y="39"/>
                      <a:pt x="944" y="39"/>
                      <a:pt x="944" y="39"/>
                    </a:cubicBezTo>
                    <a:cubicBezTo>
                      <a:pt x="942" y="38"/>
                      <a:pt x="942" y="38"/>
                      <a:pt x="942" y="38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3" y="36"/>
                      <a:pt x="943" y="36"/>
                      <a:pt x="943" y="36"/>
                    </a:cubicBezTo>
                    <a:cubicBezTo>
                      <a:pt x="943" y="37"/>
                      <a:pt x="943" y="37"/>
                      <a:pt x="943" y="37"/>
                    </a:cubicBezTo>
                    <a:cubicBezTo>
                      <a:pt x="944" y="38"/>
                      <a:pt x="944" y="38"/>
                      <a:pt x="944" y="38"/>
                    </a:cubicBezTo>
                    <a:cubicBezTo>
                      <a:pt x="946" y="42"/>
                      <a:pt x="946" y="42"/>
                      <a:pt x="946" y="42"/>
                    </a:cubicBezTo>
                    <a:cubicBezTo>
                      <a:pt x="946" y="40"/>
                      <a:pt x="946" y="40"/>
                      <a:pt x="946" y="40"/>
                    </a:cubicBezTo>
                    <a:cubicBezTo>
                      <a:pt x="946" y="41"/>
                      <a:pt x="946" y="41"/>
                      <a:pt x="946" y="41"/>
                    </a:cubicBezTo>
                    <a:lnTo>
                      <a:pt x="947" y="42"/>
                    </a:lnTo>
                    <a:close/>
                    <a:moveTo>
                      <a:pt x="933" y="37"/>
                    </a:moveTo>
                    <a:cubicBezTo>
                      <a:pt x="934" y="34"/>
                      <a:pt x="934" y="34"/>
                      <a:pt x="934" y="34"/>
                    </a:cubicBezTo>
                    <a:cubicBezTo>
                      <a:pt x="935" y="35"/>
                      <a:pt x="935" y="35"/>
                      <a:pt x="935" y="35"/>
                    </a:cubicBezTo>
                    <a:cubicBezTo>
                      <a:pt x="936" y="35"/>
                      <a:pt x="936" y="35"/>
                      <a:pt x="936" y="35"/>
                    </a:cubicBezTo>
                    <a:cubicBezTo>
                      <a:pt x="938" y="35"/>
                      <a:pt x="938" y="35"/>
                      <a:pt x="938" y="35"/>
                    </a:cubicBezTo>
                    <a:cubicBezTo>
                      <a:pt x="943" y="33"/>
                      <a:pt x="943" y="33"/>
                      <a:pt x="943" y="33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6" y="35"/>
                      <a:pt x="946" y="35"/>
                      <a:pt x="946" y="35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0" y="35"/>
                      <a:pt x="940" y="35"/>
                      <a:pt x="940" y="35"/>
                    </a:cubicBezTo>
                    <a:cubicBezTo>
                      <a:pt x="936" y="37"/>
                      <a:pt x="936" y="37"/>
                      <a:pt x="936" y="37"/>
                    </a:cubicBezTo>
                    <a:cubicBezTo>
                      <a:pt x="936" y="39"/>
                      <a:pt x="936" y="39"/>
                      <a:pt x="936" y="39"/>
                    </a:cubicBezTo>
                    <a:cubicBezTo>
                      <a:pt x="934" y="40"/>
                      <a:pt x="934" y="40"/>
                      <a:pt x="934" y="40"/>
                    </a:cubicBezTo>
                    <a:cubicBezTo>
                      <a:pt x="933" y="40"/>
                      <a:pt x="933" y="40"/>
                      <a:pt x="933" y="40"/>
                    </a:cubicBezTo>
                    <a:cubicBezTo>
                      <a:pt x="933" y="39"/>
                      <a:pt x="933" y="39"/>
                      <a:pt x="933" y="39"/>
                    </a:cubicBezTo>
                    <a:cubicBezTo>
                      <a:pt x="935" y="39"/>
                      <a:pt x="935" y="39"/>
                      <a:pt x="935" y="39"/>
                    </a:cubicBezTo>
                    <a:lnTo>
                      <a:pt x="933" y="37"/>
                    </a:lnTo>
                    <a:close/>
                    <a:moveTo>
                      <a:pt x="911" y="47"/>
                    </a:moveTo>
                    <a:cubicBezTo>
                      <a:pt x="909" y="47"/>
                      <a:pt x="909" y="47"/>
                      <a:pt x="909" y="47"/>
                    </a:cubicBezTo>
                    <a:cubicBezTo>
                      <a:pt x="910" y="47"/>
                      <a:pt x="910" y="47"/>
                      <a:pt x="910" y="47"/>
                    </a:cubicBezTo>
                    <a:cubicBezTo>
                      <a:pt x="912" y="46"/>
                      <a:pt x="912" y="46"/>
                      <a:pt x="912" y="46"/>
                    </a:cubicBezTo>
                    <a:lnTo>
                      <a:pt x="911" y="47"/>
                    </a:lnTo>
                    <a:close/>
                    <a:moveTo>
                      <a:pt x="905" y="66"/>
                    </a:move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6"/>
                      <a:pt x="907" y="66"/>
                      <a:pt x="907" y="66"/>
                    </a:cubicBezTo>
                    <a:cubicBezTo>
                      <a:pt x="909" y="66"/>
                      <a:pt x="909" y="66"/>
                      <a:pt x="909" y="66"/>
                    </a:cubicBezTo>
                    <a:cubicBezTo>
                      <a:pt x="911" y="66"/>
                      <a:pt x="911" y="66"/>
                      <a:pt x="911" y="66"/>
                    </a:cubicBezTo>
                    <a:cubicBezTo>
                      <a:pt x="912" y="66"/>
                      <a:pt x="912" y="66"/>
                      <a:pt x="912" y="66"/>
                    </a:cubicBezTo>
                    <a:cubicBezTo>
                      <a:pt x="910" y="67"/>
                      <a:pt x="910" y="67"/>
                      <a:pt x="910" y="67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09" y="68"/>
                      <a:pt x="909" y="68"/>
                      <a:pt x="909" y="68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8" y="68"/>
                      <a:pt x="908" y="68"/>
                      <a:pt x="908" y="68"/>
                    </a:cubicBezTo>
                    <a:cubicBezTo>
                      <a:pt x="906" y="68"/>
                      <a:pt x="906" y="68"/>
                      <a:pt x="906" y="68"/>
                    </a:cubicBezTo>
                    <a:cubicBezTo>
                      <a:pt x="905" y="67"/>
                      <a:pt x="905" y="67"/>
                      <a:pt x="905" y="67"/>
                    </a:cubicBezTo>
                    <a:cubicBezTo>
                      <a:pt x="905" y="67"/>
                      <a:pt x="905" y="67"/>
                      <a:pt x="905" y="67"/>
                    </a:cubicBezTo>
                    <a:lnTo>
                      <a:pt x="905" y="66"/>
                    </a:lnTo>
                    <a:close/>
                    <a:moveTo>
                      <a:pt x="904" y="757"/>
                    </a:moveTo>
                    <a:cubicBezTo>
                      <a:pt x="904" y="757"/>
                      <a:pt x="904" y="757"/>
                      <a:pt x="904" y="757"/>
                    </a:cubicBezTo>
                    <a:cubicBezTo>
                      <a:pt x="904" y="758"/>
                      <a:pt x="904" y="758"/>
                      <a:pt x="904" y="758"/>
                    </a:cubicBezTo>
                    <a:lnTo>
                      <a:pt x="904" y="757"/>
                    </a:lnTo>
                    <a:close/>
                    <a:moveTo>
                      <a:pt x="716" y="27"/>
                    </a:moveTo>
                    <a:cubicBezTo>
                      <a:pt x="718" y="28"/>
                      <a:pt x="718" y="28"/>
                      <a:pt x="718" y="28"/>
                    </a:cubicBezTo>
                    <a:cubicBezTo>
                      <a:pt x="720" y="29"/>
                      <a:pt x="720" y="29"/>
                      <a:pt x="720" y="29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8" y="30"/>
                      <a:pt x="718" y="30"/>
                      <a:pt x="718" y="30"/>
                    </a:cubicBezTo>
                    <a:cubicBezTo>
                      <a:pt x="718" y="29"/>
                      <a:pt x="718" y="29"/>
                      <a:pt x="718" y="29"/>
                    </a:cubicBezTo>
                    <a:cubicBezTo>
                      <a:pt x="717" y="28"/>
                      <a:pt x="717" y="28"/>
                      <a:pt x="717" y="28"/>
                    </a:cubicBezTo>
                    <a:cubicBezTo>
                      <a:pt x="715" y="28"/>
                      <a:pt x="715" y="28"/>
                      <a:pt x="715" y="28"/>
                    </a:cubicBezTo>
                    <a:cubicBezTo>
                      <a:pt x="715" y="27"/>
                      <a:pt x="715" y="27"/>
                      <a:pt x="715" y="27"/>
                    </a:cubicBezTo>
                    <a:lnTo>
                      <a:pt x="716" y="27"/>
                    </a:lnTo>
                    <a:close/>
                    <a:moveTo>
                      <a:pt x="589" y="84"/>
                    </a:moveTo>
                    <a:cubicBezTo>
                      <a:pt x="587" y="84"/>
                      <a:pt x="587" y="84"/>
                      <a:pt x="587" y="84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7" y="83"/>
                      <a:pt x="587" y="83"/>
                      <a:pt x="587" y="83"/>
                    </a:cubicBezTo>
                    <a:cubicBezTo>
                      <a:pt x="588" y="83"/>
                      <a:pt x="588" y="83"/>
                      <a:pt x="588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1" y="83"/>
                      <a:pt x="591" y="83"/>
                      <a:pt x="591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0" y="85"/>
                      <a:pt x="590" y="85"/>
                      <a:pt x="590" y="85"/>
                    </a:cubicBezTo>
                    <a:lnTo>
                      <a:pt x="589" y="84"/>
                    </a:lnTo>
                    <a:close/>
                    <a:moveTo>
                      <a:pt x="590" y="90"/>
                    </a:moveTo>
                    <a:cubicBezTo>
                      <a:pt x="590" y="89"/>
                      <a:pt x="590" y="89"/>
                      <a:pt x="590" y="89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1" y="89"/>
                      <a:pt x="591" y="89"/>
                      <a:pt x="591" y="89"/>
                    </a:cubicBezTo>
                    <a:lnTo>
                      <a:pt x="590" y="90"/>
                    </a:lnTo>
                    <a:close/>
                    <a:moveTo>
                      <a:pt x="591" y="83"/>
                    </a:moveTo>
                    <a:cubicBezTo>
                      <a:pt x="591" y="83"/>
                      <a:pt x="591" y="83"/>
                      <a:pt x="591" y="83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lnTo>
                      <a:pt x="591" y="83"/>
                    </a:lnTo>
                    <a:close/>
                    <a:moveTo>
                      <a:pt x="592" y="79"/>
                    </a:moveTo>
                    <a:cubicBezTo>
                      <a:pt x="591" y="78"/>
                      <a:pt x="591" y="78"/>
                      <a:pt x="591" y="78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89" y="79"/>
                      <a:pt x="589" y="79"/>
                      <a:pt x="589" y="79"/>
                    </a:cubicBezTo>
                    <a:cubicBezTo>
                      <a:pt x="590" y="78"/>
                      <a:pt x="590" y="78"/>
                      <a:pt x="590" y="78"/>
                    </a:cubicBezTo>
                    <a:cubicBezTo>
                      <a:pt x="592" y="79"/>
                      <a:pt x="592" y="79"/>
                      <a:pt x="592" y="79"/>
                    </a:cubicBezTo>
                    <a:close/>
                    <a:moveTo>
                      <a:pt x="478" y="193"/>
                    </a:moveTo>
                    <a:cubicBezTo>
                      <a:pt x="477" y="193"/>
                      <a:pt x="477" y="193"/>
                      <a:pt x="477" y="193"/>
                    </a:cubicBezTo>
                    <a:cubicBezTo>
                      <a:pt x="478" y="192"/>
                      <a:pt x="478" y="192"/>
                      <a:pt x="478" y="192"/>
                    </a:cubicBezTo>
                    <a:cubicBezTo>
                      <a:pt x="478" y="192"/>
                      <a:pt x="478" y="192"/>
                      <a:pt x="478" y="192"/>
                    </a:cubicBezTo>
                    <a:lnTo>
                      <a:pt x="478" y="193"/>
                    </a:lnTo>
                    <a:close/>
                    <a:moveTo>
                      <a:pt x="218" y="220"/>
                    </a:move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7" y="220"/>
                      <a:pt x="217" y="220"/>
                      <a:pt x="217" y="220"/>
                    </a:cubicBezTo>
                    <a:lnTo>
                      <a:pt x="218" y="220"/>
                    </a:lnTo>
                    <a:close/>
                    <a:moveTo>
                      <a:pt x="213" y="230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3" y="229"/>
                      <a:pt x="213" y="229"/>
                      <a:pt x="213" y="229"/>
                    </a:cubicBezTo>
                    <a:lnTo>
                      <a:pt x="213" y="230"/>
                    </a:lnTo>
                    <a:close/>
                    <a:moveTo>
                      <a:pt x="213" y="229"/>
                    </a:moveTo>
                    <a:cubicBezTo>
                      <a:pt x="212" y="228"/>
                      <a:pt x="212" y="228"/>
                      <a:pt x="212" y="228"/>
                    </a:cubicBezTo>
                    <a:cubicBezTo>
                      <a:pt x="213" y="227"/>
                      <a:pt x="213" y="227"/>
                      <a:pt x="213" y="227"/>
                    </a:cubicBezTo>
                    <a:cubicBezTo>
                      <a:pt x="214" y="228"/>
                      <a:pt x="214" y="228"/>
                      <a:pt x="214" y="228"/>
                    </a:cubicBezTo>
                    <a:lnTo>
                      <a:pt x="213" y="229"/>
                    </a:lnTo>
                    <a:close/>
                    <a:moveTo>
                      <a:pt x="214" y="226"/>
                    </a:moveTo>
                    <a:cubicBezTo>
                      <a:pt x="214" y="226"/>
                      <a:pt x="214" y="226"/>
                      <a:pt x="214" y="226"/>
                    </a:cubicBez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5"/>
                      <a:pt x="214" y="225"/>
                      <a:pt x="214" y="225"/>
                    </a:cubicBezTo>
                    <a:lnTo>
                      <a:pt x="214" y="226"/>
                    </a:lnTo>
                    <a:close/>
                    <a:moveTo>
                      <a:pt x="214" y="225"/>
                    </a:move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4"/>
                      <a:pt x="214" y="224"/>
                      <a:pt x="214" y="224"/>
                    </a:cubicBezTo>
                    <a:cubicBezTo>
                      <a:pt x="214" y="223"/>
                      <a:pt x="214" y="223"/>
                      <a:pt x="214" y="223"/>
                    </a:cubicBezTo>
                    <a:cubicBezTo>
                      <a:pt x="215" y="224"/>
                      <a:pt x="215" y="224"/>
                      <a:pt x="215" y="224"/>
                    </a:cubicBezTo>
                    <a:cubicBezTo>
                      <a:pt x="215" y="223"/>
                      <a:pt x="215" y="223"/>
                      <a:pt x="215" y="223"/>
                    </a:cubicBezTo>
                    <a:lnTo>
                      <a:pt x="214" y="225"/>
                    </a:lnTo>
                    <a:close/>
                    <a:moveTo>
                      <a:pt x="201" y="262"/>
                    </a:moveTo>
                    <a:cubicBezTo>
                      <a:pt x="201" y="262"/>
                      <a:pt x="201" y="262"/>
                      <a:pt x="201" y="262"/>
                    </a:cubicBezTo>
                    <a:cubicBezTo>
                      <a:pt x="201" y="262"/>
                      <a:pt x="201" y="262"/>
                      <a:pt x="201" y="262"/>
                    </a:cubicBezTo>
                    <a:close/>
                    <a:moveTo>
                      <a:pt x="157" y="329"/>
                    </a:move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lnTo>
                      <a:pt x="157" y="329"/>
                    </a:lnTo>
                    <a:close/>
                    <a:moveTo>
                      <a:pt x="158" y="314"/>
                    </a:move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7" y="312"/>
                      <a:pt x="157" y="312"/>
                      <a:pt x="157" y="312"/>
                    </a:cubicBezTo>
                    <a:cubicBezTo>
                      <a:pt x="158" y="313"/>
                      <a:pt x="158" y="313"/>
                      <a:pt x="158" y="313"/>
                    </a:cubicBezTo>
                    <a:lnTo>
                      <a:pt x="158" y="314"/>
                    </a:lnTo>
                    <a:close/>
                    <a:moveTo>
                      <a:pt x="162" y="309"/>
                    </a:move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2" y="309"/>
                      <a:pt x="162" y="309"/>
                      <a:pt x="162" y="309"/>
                    </a:cubicBezTo>
                    <a:close/>
                    <a:moveTo>
                      <a:pt x="159" y="329"/>
                    </a:move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8"/>
                      <a:pt x="161" y="328"/>
                      <a:pt x="161" y="328"/>
                    </a:cubicBez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59" y="329"/>
                      <a:pt x="159" y="329"/>
                      <a:pt x="159" y="329"/>
                    </a:cubicBezTo>
                    <a:close/>
                    <a:moveTo>
                      <a:pt x="160" y="332"/>
                    </a:moveTo>
                    <a:cubicBezTo>
                      <a:pt x="159" y="334"/>
                      <a:pt x="159" y="334"/>
                      <a:pt x="159" y="334"/>
                    </a:cubicBezTo>
                    <a:cubicBezTo>
                      <a:pt x="160" y="332"/>
                      <a:pt x="160" y="332"/>
                      <a:pt x="160" y="332"/>
                    </a:cubicBezTo>
                    <a:close/>
                    <a:moveTo>
                      <a:pt x="161" y="337"/>
                    </a:move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60" y="338"/>
                      <a:pt x="160" y="338"/>
                      <a:pt x="160" y="338"/>
                    </a:cubicBezTo>
                    <a:cubicBezTo>
                      <a:pt x="160" y="337"/>
                      <a:pt x="160" y="337"/>
                      <a:pt x="160" y="337"/>
                    </a:cubicBezTo>
                    <a:cubicBezTo>
                      <a:pt x="159" y="336"/>
                      <a:pt x="159" y="336"/>
                      <a:pt x="159" y="336"/>
                    </a:cubicBezTo>
                    <a:cubicBezTo>
                      <a:pt x="161" y="335"/>
                      <a:pt x="161" y="335"/>
                      <a:pt x="161" y="335"/>
                    </a:cubicBezTo>
                    <a:cubicBezTo>
                      <a:pt x="161" y="334"/>
                      <a:pt x="161" y="334"/>
                      <a:pt x="161" y="334"/>
                    </a:cubicBezTo>
                    <a:cubicBezTo>
                      <a:pt x="162" y="335"/>
                      <a:pt x="162" y="335"/>
                      <a:pt x="162" y="335"/>
                    </a:cubicBezTo>
                    <a:cubicBezTo>
                      <a:pt x="163" y="333"/>
                      <a:pt x="163" y="333"/>
                      <a:pt x="163" y="333"/>
                    </a:cubicBezTo>
                    <a:cubicBezTo>
                      <a:pt x="164" y="333"/>
                      <a:pt x="164" y="333"/>
                      <a:pt x="164" y="333"/>
                    </a:cubicBezTo>
                    <a:cubicBezTo>
                      <a:pt x="163" y="334"/>
                      <a:pt x="163" y="334"/>
                      <a:pt x="163" y="334"/>
                    </a:cubicBezTo>
                    <a:cubicBezTo>
                      <a:pt x="162" y="334"/>
                      <a:pt x="162" y="334"/>
                      <a:pt x="162" y="334"/>
                    </a:cubicBezTo>
                    <a:cubicBezTo>
                      <a:pt x="161" y="336"/>
                      <a:pt x="161" y="336"/>
                      <a:pt x="161" y="336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8"/>
                      <a:pt x="163" y="338"/>
                      <a:pt x="163" y="338"/>
                    </a:cubicBezTo>
                    <a:cubicBezTo>
                      <a:pt x="162" y="337"/>
                      <a:pt x="162" y="337"/>
                      <a:pt x="162" y="337"/>
                    </a:cubicBezTo>
                    <a:lnTo>
                      <a:pt x="161" y="337"/>
                    </a:lnTo>
                    <a:close/>
                    <a:moveTo>
                      <a:pt x="163" y="346"/>
                    </a:moveTo>
                    <a:cubicBezTo>
                      <a:pt x="162" y="347"/>
                      <a:pt x="162" y="347"/>
                      <a:pt x="162" y="347"/>
                    </a:cubicBezTo>
                    <a:cubicBezTo>
                      <a:pt x="162" y="346"/>
                      <a:pt x="162" y="346"/>
                      <a:pt x="162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lose/>
                    <a:moveTo>
                      <a:pt x="164" y="344"/>
                    </a:moveTo>
                    <a:cubicBezTo>
                      <a:pt x="163" y="344"/>
                      <a:pt x="163" y="344"/>
                      <a:pt x="163" y="344"/>
                    </a:cubicBezTo>
                    <a:cubicBezTo>
                      <a:pt x="163" y="345"/>
                      <a:pt x="163" y="345"/>
                      <a:pt x="163" y="345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3" y="343"/>
                      <a:pt x="163" y="343"/>
                      <a:pt x="163" y="343"/>
                    </a:cubicBezTo>
                    <a:cubicBezTo>
                      <a:pt x="163" y="342"/>
                      <a:pt x="163" y="342"/>
                      <a:pt x="163" y="342"/>
                    </a:cubicBezTo>
                    <a:cubicBezTo>
                      <a:pt x="164" y="343"/>
                      <a:pt x="164" y="343"/>
                      <a:pt x="164" y="343"/>
                    </a:cubicBezTo>
                    <a:lnTo>
                      <a:pt x="164" y="344"/>
                    </a:lnTo>
                    <a:close/>
                    <a:moveTo>
                      <a:pt x="163" y="322"/>
                    </a:move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3" y="321"/>
                      <a:pt x="163" y="321"/>
                      <a:pt x="163" y="321"/>
                    </a:cubicBezTo>
                    <a:cubicBezTo>
                      <a:pt x="164" y="322"/>
                      <a:pt x="164" y="322"/>
                      <a:pt x="164" y="322"/>
                    </a:cubicBezTo>
                    <a:cubicBezTo>
                      <a:pt x="164" y="322"/>
                      <a:pt x="164" y="322"/>
                      <a:pt x="164" y="322"/>
                    </a:cubicBezTo>
                    <a:lnTo>
                      <a:pt x="163" y="322"/>
                    </a:lnTo>
                    <a:close/>
                    <a:moveTo>
                      <a:pt x="167" y="321"/>
                    </a:moveTo>
                    <a:cubicBezTo>
                      <a:pt x="165" y="323"/>
                      <a:pt x="165" y="323"/>
                      <a:pt x="165" y="323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7" y="321"/>
                      <a:pt x="167" y="321"/>
                      <a:pt x="167" y="321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1"/>
                      <a:pt x="167" y="321"/>
                      <a:pt x="167" y="321"/>
                    </a:cubicBezTo>
                    <a:close/>
                    <a:moveTo>
                      <a:pt x="169" y="323"/>
                    </a:move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8" y="321"/>
                      <a:pt x="168" y="321"/>
                      <a:pt x="168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71" y="322"/>
                      <a:pt x="171" y="322"/>
                      <a:pt x="171" y="322"/>
                    </a:cubicBezTo>
                    <a:lnTo>
                      <a:pt x="169" y="323"/>
                    </a:lnTo>
                    <a:close/>
                    <a:moveTo>
                      <a:pt x="179" y="292"/>
                    </a:moveTo>
                    <a:cubicBezTo>
                      <a:pt x="179" y="293"/>
                      <a:pt x="179" y="293"/>
                      <a:pt x="179" y="293"/>
                    </a:cubicBezTo>
                    <a:cubicBezTo>
                      <a:pt x="178" y="293"/>
                      <a:pt x="178" y="293"/>
                      <a:pt x="178" y="293"/>
                    </a:cubicBezTo>
                    <a:lnTo>
                      <a:pt x="179" y="292"/>
                    </a:lnTo>
                    <a:close/>
                    <a:moveTo>
                      <a:pt x="182" y="296"/>
                    </a:move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8" y="296"/>
                      <a:pt x="178" y="296"/>
                      <a:pt x="178" y="296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80" y="295"/>
                      <a:pt x="180" y="295"/>
                      <a:pt x="180" y="295"/>
                    </a:cubicBezTo>
                    <a:cubicBezTo>
                      <a:pt x="181" y="294"/>
                      <a:pt x="181" y="294"/>
                      <a:pt x="181" y="294"/>
                    </a:cubicBez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82" y="295"/>
                      <a:pt x="182" y="295"/>
                      <a:pt x="182" y="295"/>
                    </a:cubicBezTo>
                    <a:lnTo>
                      <a:pt x="182" y="296"/>
                    </a:lnTo>
                    <a:close/>
                    <a:moveTo>
                      <a:pt x="192" y="295"/>
                    </a:move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1" y="295"/>
                      <a:pt x="191" y="295"/>
                      <a:pt x="191" y="295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6"/>
                      <a:pt x="187" y="296"/>
                      <a:pt x="187" y="296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9" y="294"/>
                      <a:pt x="189" y="294"/>
                      <a:pt x="189" y="294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91" y="293"/>
                      <a:pt x="191" y="293"/>
                      <a:pt x="191" y="293"/>
                    </a:cubicBezTo>
                    <a:cubicBezTo>
                      <a:pt x="192" y="294"/>
                      <a:pt x="192" y="294"/>
                      <a:pt x="192" y="294"/>
                    </a:cubicBezTo>
                    <a:lnTo>
                      <a:pt x="192" y="295"/>
                    </a:lnTo>
                    <a:close/>
                    <a:moveTo>
                      <a:pt x="194" y="290"/>
                    </a:moveTo>
                    <a:cubicBezTo>
                      <a:pt x="193" y="291"/>
                      <a:pt x="193" y="291"/>
                      <a:pt x="193" y="291"/>
                    </a:cubicBezTo>
                    <a:cubicBezTo>
                      <a:pt x="193" y="289"/>
                      <a:pt x="193" y="289"/>
                      <a:pt x="193" y="289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5" y="290"/>
                      <a:pt x="195" y="290"/>
                      <a:pt x="195" y="290"/>
                    </a:cubicBezTo>
                    <a:lnTo>
                      <a:pt x="194" y="290"/>
                    </a:lnTo>
                    <a:close/>
                    <a:moveTo>
                      <a:pt x="195" y="278"/>
                    </a:moveTo>
                    <a:cubicBezTo>
                      <a:pt x="195" y="278"/>
                      <a:pt x="195" y="278"/>
                      <a:pt x="195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lnTo>
                      <a:pt x="195" y="278"/>
                    </a:lnTo>
                    <a:close/>
                    <a:moveTo>
                      <a:pt x="198" y="275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8" y="275"/>
                      <a:pt x="198" y="275"/>
                      <a:pt x="198" y="275"/>
                    </a:cubicBezTo>
                    <a:close/>
                    <a:moveTo>
                      <a:pt x="203" y="263"/>
                    </a:moveTo>
                    <a:cubicBezTo>
                      <a:pt x="203" y="263"/>
                      <a:pt x="203" y="263"/>
                      <a:pt x="203" y="263"/>
                    </a:cubicBezTo>
                    <a:cubicBezTo>
                      <a:pt x="203" y="263"/>
                      <a:pt x="203" y="263"/>
                      <a:pt x="203" y="263"/>
                    </a:cubicBezTo>
                    <a:close/>
                    <a:moveTo>
                      <a:pt x="183" y="373"/>
                    </a:moveTo>
                    <a:cubicBezTo>
                      <a:pt x="183" y="372"/>
                      <a:pt x="183" y="372"/>
                      <a:pt x="183" y="372"/>
                    </a:cubicBezTo>
                    <a:cubicBezTo>
                      <a:pt x="183" y="373"/>
                      <a:pt x="183" y="373"/>
                      <a:pt x="183" y="373"/>
                    </a:cubicBezTo>
                    <a:close/>
                    <a:moveTo>
                      <a:pt x="185" y="369"/>
                    </a:moveTo>
                    <a:cubicBezTo>
                      <a:pt x="186" y="368"/>
                      <a:pt x="186" y="368"/>
                      <a:pt x="186" y="368"/>
                    </a:cubicBezTo>
                    <a:cubicBezTo>
                      <a:pt x="186" y="368"/>
                      <a:pt x="186" y="368"/>
                      <a:pt x="186" y="368"/>
                    </a:cubicBezTo>
                    <a:lnTo>
                      <a:pt x="185" y="369"/>
                    </a:lnTo>
                    <a:close/>
                    <a:moveTo>
                      <a:pt x="292" y="539"/>
                    </a:move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lose/>
                    <a:moveTo>
                      <a:pt x="292" y="535"/>
                    </a:moveTo>
                    <a:cubicBezTo>
                      <a:pt x="292" y="535"/>
                      <a:pt x="292" y="535"/>
                      <a:pt x="292" y="535"/>
                    </a:cubicBezTo>
                    <a:cubicBezTo>
                      <a:pt x="292" y="535"/>
                      <a:pt x="292" y="535"/>
                      <a:pt x="292" y="535"/>
                    </a:cubicBezTo>
                    <a:close/>
                    <a:moveTo>
                      <a:pt x="290" y="538"/>
                    </a:moveTo>
                    <a:cubicBezTo>
                      <a:pt x="291" y="538"/>
                      <a:pt x="291" y="538"/>
                      <a:pt x="291" y="538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0" y="538"/>
                      <a:pt x="290" y="538"/>
                      <a:pt x="290" y="538"/>
                    </a:cubicBezTo>
                    <a:cubicBezTo>
                      <a:pt x="290" y="538"/>
                      <a:pt x="290" y="538"/>
                      <a:pt x="290" y="538"/>
                    </a:cubicBezTo>
                    <a:close/>
                    <a:moveTo>
                      <a:pt x="279" y="272"/>
                    </a:move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9" y="271"/>
                      <a:pt x="279" y="271"/>
                      <a:pt x="279" y="271"/>
                    </a:cubicBezTo>
                    <a:lnTo>
                      <a:pt x="279" y="272"/>
                    </a:lnTo>
                    <a:close/>
                    <a:moveTo>
                      <a:pt x="278" y="273"/>
                    </a:moveTo>
                    <a:cubicBezTo>
                      <a:pt x="277" y="273"/>
                      <a:pt x="277" y="273"/>
                      <a:pt x="277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lose/>
                    <a:moveTo>
                      <a:pt x="262" y="198"/>
                    </a:moveTo>
                    <a:cubicBezTo>
                      <a:pt x="262" y="198"/>
                      <a:pt x="262" y="198"/>
                      <a:pt x="262" y="198"/>
                    </a:cubicBezTo>
                    <a:cubicBezTo>
                      <a:pt x="262" y="198"/>
                      <a:pt x="262" y="198"/>
                      <a:pt x="262" y="198"/>
                    </a:cubicBezTo>
                    <a:close/>
                    <a:moveTo>
                      <a:pt x="258" y="200"/>
                    </a:move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60" y="199"/>
                      <a:pt x="260" y="199"/>
                      <a:pt x="260" y="199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8" y="202"/>
                      <a:pt x="258" y="202"/>
                      <a:pt x="258" y="202"/>
                    </a:cubicBezTo>
                    <a:cubicBezTo>
                      <a:pt x="258" y="202"/>
                      <a:pt x="258" y="202"/>
                      <a:pt x="258" y="202"/>
                    </a:cubicBezTo>
                    <a:lnTo>
                      <a:pt x="258" y="200"/>
                    </a:lnTo>
                    <a:close/>
                    <a:moveTo>
                      <a:pt x="256" y="201"/>
                    </a:moveTo>
                    <a:cubicBezTo>
                      <a:pt x="257" y="203"/>
                      <a:pt x="257" y="203"/>
                      <a:pt x="257" y="203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6" y="203"/>
                      <a:pt x="256" y="203"/>
                      <a:pt x="256" y="203"/>
                    </a:cubicBezTo>
                    <a:lnTo>
                      <a:pt x="256" y="201"/>
                    </a:lnTo>
                    <a:close/>
                    <a:moveTo>
                      <a:pt x="237" y="206"/>
                    </a:move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lose/>
                    <a:moveTo>
                      <a:pt x="234" y="206"/>
                    </a:move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7" y="203"/>
                      <a:pt x="237" y="203"/>
                      <a:pt x="237" y="203"/>
                    </a:cubicBezTo>
                    <a:cubicBezTo>
                      <a:pt x="237" y="204"/>
                      <a:pt x="237" y="204"/>
                      <a:pt x="237" y="204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6" y="206"/>
                      <a:pt x="236" y="206"/>
                      <a:pt x="236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6"/>
                      <a:pt x="234" y="206"/>
                      <a:pt x="234" y="206"/>
                    </a:cubicBezTo>
                    <a:close/>
                    <a:moveTo>
                      <a:pt x="234" y="211"/>
                    </a:move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lose/>
                    <a:moveTo>
                      <a:pt x="235" y="212"/>
                    </a:moveTo>
                    <a:cubicBezTo>
                      <a:pt x="234" y="213"/>
                      <a:pt x="234" y="213"/>
                      <a:pt x="234" y="213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3"/>
                      <a:pt x="234" y="213"/>
                      <a:pt x="234" y="213"/>
                    </a:cubicBezTo>
                    <a:lnTo>
                      <a:pt x="235" y="212"/>
                    </a:lnTo>
                    <a:close/>
                    <a:moveTo>
                      <a:pt x="234" y="339"/>
                    </a:moveTo>
                    <a:cubicBezTo>
                      <a:pt x="234" y="339"/>
                      <a:pt x="234" y="339"/>
                      <a:pt x="234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8" y="341"/>
                      <a:pt x="238" y="341"/>
                      <a:pt x="238" y="341"/>
                    </a:cubicBezTo>
                    <a:cubicBezTo>
                      <a:pt x="237" y="341"/>
                      <a:pt x="237" y="341"/>
                      <a:pt x="237" y="341"/>
                    </a:cubicBezTo>
                    <a:cubicBezTo>
                      <a:pt x="236" y="340"/>
                      <a:pt x="236" y="340"/>
                      <a:pt x="236" y="340"/>
                    </a:cubicBezTo>
                    <a:cubicBezTo>
                      <a:pt x="234" y="340"/>
                      <a:pt x="234" y="340"/>
                      <a:pt x="234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lnTo>
                      <a:pt x="234" y="339"/>
                    </a:lnTo>
                    <a:close/>
                    <a:moveTo>
                      <a:pt x="231" y="215"/>
                    </a:moveTo>
                    <a:cubicBezTo>
                      <a:pt x="231" y="215"/>
                      <a:pt x="231" y="215"/>
                      <a:pt x="231" y="215"/>
                    </a:cubicBezTo>
                    <a:cubicBezTo>
                      <a:pt x="231" y="215"/>
                      <a:pt x="231" y="215"/>
                      <a:pt x="231" y="215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5" y="222"/>
                    </a:move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5" y="222"/>
                      <a:pt x="225" y="222"/>
                      <a:pt x="225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7" y="222"/>
                      <a:pt x="227" y="222"/>
                      <a:pt x="227" y="222"/>
                    </a:cubicBezTo>
                    <a:cubicBezTo>
                      <a:pt x="225" y="223"/>
                      <a:pt x="225" y="223"/>
                      <a:pt x="225" y="223"/>
                    </a:cubicBezTo>
                    <a:cubicBezTo>
                      <a:pt x="224" y="222"/>
                      <a:pt x="224" y="222"/>
                      <a:pt x="224" y="222"/>
                    </a:cubicBezTo>
                    <a:lnTo>
                      <a:pt x="225" y="222"/>
                    </a:lnTo>
                    <a:close/>
                    <a:moveTo>
                      <a:pt x="226" y="224"/>
                    </a:move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lnTo>
                      <a:pt x="226" y="224"/>
                    </a:lnTo>
                    <a:close/>
                    <a:moveTo>
                      <a:pt x="225" y="225"/>
                    </a:move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lose/>
                    <a:moveTo>
                      <a:pt x="221" y="227"/>
                    </a:move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lnTo>
                      <a:pt x="221" y="227"/>
                    </a:lnTo>
                    <a:close/>
                    <a:moveTo>
                      <a:pt x="221" y="230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5" y="230"/>
                      <a:pt x="225" y="230"/>
                      <a:pt x="225" y="230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6" y="231"/>
                      <a:pt x="226" y="231"/>
                      <a:pt x="226" y="231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0"/>
                      <a:pt x="224" y="230"/>
                      <a:pt x="224" y="230"/>
                    </a:cubicBezTo>
                    <a:lnTo>
                      <a:pt x="221" y="230"/>
                    </a:lnTo>
                    <a:close/>
                    <a:moveTo>
                      <a:pt x="197" y="389"/>
                    </a:moveTo>
                    <a:cubicBezTo>
                      <a:pt x="197" y="389"/>
                      <a:pt x="197" y="389"/>
                      <a:pt x="197" y="389"/>
                    </a:cubicBezTo>
                    <a:cubicBezTo>
                      <a:pt x="198" y="390"/>
                      <a:pt x="198" y="390"/>
                      <a:pt x="198" y="390"/>
                    </a:cubicBezTo>
                    <a:cubicBezTo>
                      <a:pt x="197" y="390"/>
                      <a:pt x="197" y="390"/>
                      <a:pt x="197" y="390"/>
                    </a:cubicBezTo>
                    <a:lnTo>
                      <a:pt x="197" y="389"/>
                    </a:lnTo>
                    <a:close/>
                    <a:moveTo>
                      <a:pt x="196" y="388"/>
                    </a:move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9"/>
                      <a:pt x="196" y="389"/>
                      <a:pt x="196" y="389"/>
                    </a:cubicBezTo>
                    <a:cubicBezTo>
                      <a:pt x="195" y="389"/>
                      <a:pt x="195" y="389"/>
                      <a:pt x="195" y="389"/>
                    </a:cubicBezTo>
                    <a:lnTo>
                      <a:pt x="196" y="388"/>
                    </a:lnTo>
                    <a:close/>
                    <a:moveTo>
                      <a:pt x="227" y="481"/>
                    </a:moveTo>
                    <a:cubicBezTo>
                      <a:pt x="227" y="481"/>
                      <a:pt x="227" y="481"/>
                      <a:pt x="227" y="481"/>
                    </a:cubicBezTo>
                    <a:cubicBezTo>
                      <a:pt x="226" y="481"/>
                      <a:pt x="226" y="481"/>
                      <a:pt x="225" y="481"/>
                    </a:cubicBezTo>
                    <a:cubicBezTo>
                      <a:pt x="225" y="482"/>
                      <a:pt x="225" y="482"/>
                      <a:pt x="225" y="482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1"/>
                      <a:pt x="225" y="481"/>
                      <a:pt x="225" y="481"/>
                    </a:cubicBezTo>
                    <a:cubicBezTo>
                      <a:pt x="226" y="481"/>
                      <a:pt x="226" y="481"/>
                      <a:pt x="226" y="481"/>
                    </a:cubicBezTo>
                    <a:cubicBezTo>
                      <a:pt x="227" y="480"/>
                      <a:pt x="227" y="480"/>
                      <a:pt x="227" y="480"/>
                    </a:cubicBezTo>
                    <a:cubicBezTo>
                      <a:pt x="227" y="481"/>
                      <a:pt x="227" y="481"/>
                      <a:pt x="227" y="481"/>
                    </a:cubicBezTo>
                    <a:close/>
                    <a:moveTo>
                      <a:pt x="228" y="482"/>
                    </a:moveTo>
                    <a:cubicBezTo>
                      <a:pt x="229" y="483"/>
                      <a:pt x="229" y="483"/>
                      <a:pt x="229" y="483"/>
                    </a:cubicBezTo>
                    <a:cubicBezTo>
                      <a:pt x="229" y="484"/>
                      <a:pt x="229" y="484"/>
                      <a:pt x="229" y="484"/>
                    </a:cubicBezTo>
                    <a:lnTo>
                      <a:pt x="228" y="482"/>
                    </a:lnTo>
                    <a:close/>
                    <a:moveTo>
                      <a:pt x="229" y="485"/>
                    </a:moveTo>
                    <a:cubicBezTo>
                      <a:pt x="230" y="485"/>
                      <a:pt x="230" y="485"/>
                      <a:pt x="230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lose/>
                    <a:moveTo>
                      <a:pt x="231" y="491"/>
                    </a:moveTo>
                    <a:cubicBezTo>
                      <a:pt x="230" y="490"/>
                      <a:pt x="230" y="490"/>
                      <a:pt x="230" y="490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28" y="485"/>
                      <a:pt x="228" y="485"/>
                      <a:pt x="228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32" y="491"/>
                      <a:pt x="232" y="491"/>
                      <a:pt x="232" y="491"/>
                    </a:cubicBezTo>
                    <a:lnTo>
                      <a:pt x="231" y="491"/>
                    </a:lnTo>
                    <a:close/>
                    <a:moveTo>
                      <a:pt x="233" y="489"/>
                    </a:moveTo>
                    <a:cubicBezTo>
                      <a:pt x="233" y="489"/>
                      <a:pt x="233" y="489"/>
                      <a:pt x="233" y="489"/>
                    </a:cubicBezTo>
                    <a:cubicBezTo>
                      <a:pt x="233" y="489"/>
                      <a:pt x="233" y="489"/>
                      <a:pt x="233" y="489"/>
                    </a:cubicBezTo>
                    <a:close/>
                    <a:moveTo>
                      <a:pt x="246" y="500"/>
                    </a:move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6" y="500"/>
                      <a:pt x="246" y="500"/>
                      <a:pt x="246" y="500"/>
                    </a:cubicBezTo>
                    <a:close/>
                    <a:moveTo>
                      <a:pt x="245" y="498"/>
                    </a:moveTo>
                    <a:cubicBezTo>
                      <a:pt x="246" y="498"/>
                      <a:pt x="246" y="498"/>
                      <a:pt x="246" y="498"/>
                    </a:cubicBezTo>
                    <a:cubicBezTo>
                      <a:pt x="246" y="498"/>
                      <a:pt x="246" y="498"/>
                      <a:pt x="246" y="498"/>
                    </a:cubicBezTo>
                    <a:lnTo>
                      <a:pt x="245" y="498"/>
                    </a:lnTo>
                    <a:close/>
                    <a:moveTo>
                      <a:pt x="246" y="499"/>
                    </a:moveTo>
                    <a:cubicBezTo>
                      <a:pt x="246" y="499"/>
                      <a:pt x="246" y="499"/>
                      <a:pt x="246" y="499"/>
                    </a:cubicBezTo>
                    <a:cubicBezTo>
                      <a:pt x="247" y="500"/>
                      <a:pt x="247" y="500"/>
                      <a:pt x="247" y="500"/>
                    </a:cubicBezTo>
                    <a:lnTo>
                      <a:pt x="246" y="499"/>
                    </a:lnTo>
                    <a:close/>
                    <a:moveTo>
                      <a:pt x="268" y="531"/>
                    </a:moveTo>
                    <a:cubicBezTo>
                      <a:pt x="267" y="531"/>
                      <a:pt x="267" y="531"/>
                      <a:pt x="267" y="531"/>
                    </a:cubicBezTo>
                    <a:cubicBezTo>
                      <a:pt x="267" y="530"/>
                      <a:pt x="267" y="530"/>
                      <a:pt x="267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9" y="531"/>
                      <a:pt x="269" y="531"/>
                      <a:pt x="269" y="531"/>
                    </a:cubicBezTo>
                    <a:cubicBezTo>
                      <a:pt x="269" y="531"/>
                      <a:pt x="269" y="531"/>
                      <a:pt x="269" y="531"/>
                    </a:cubicBezTo>
                    <a:lnTo>
                      <a:pt x="268" y="531"/>
                    </a:lnTo>
                    <a:close/>
                    <a:moveTo>
                      <a:pt x="286" y="543"/>
                    </a:moveTo>
                    <a:cubicBezTo>
                      <a:pt x="287" y="544"/>
                      <a:pt x="287" y="544"/>
                      <a:pt x="287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9" y="544"/>
                      <a:pt x="289" y="544"/>
                      <a:pt x="289" y="544"/>
                    </a:cubicBezTo>
                    <a:cubicBezTo>
                      <a:pt x="288" y="545"/>
                      <a:pt x="288" y="545"/>
                      <a:pt x="288" y="545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6" y="544"/>
                      <a:pt x="286" y="544"/>
                      <a:pt x="286" y="544"/>
                    </a:cubicBezTo>
                    <a:cubicBezTo>
                      <a:pt x="283" y="542"/>
                      <a:pt x="283" y="542"/>
                      <a:pt x="283" y="542"/>
                    </a:cubicBezTo>
                    <a:cubicBezTo>
                      <a:pt x="286" y="543"/>
                      <a:pt x="286" y="543"/>
                      <a:pt x="286" y="543"/>
                    </a:cubicBezTo>
                    <a:close/>
                    <a:moveTo>
                      <a:pt x="315" y="331"/>
                    </a:move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2" y="331"/>
                      <a:pt x="312" y="331"/>
                      <a:pt x="312" y="331"/>
                    </a:cubicBezTo>
                    <a:cubicBezTo>
                      <a:pt x="311" y="332"/>
                      <a:pt x="311" y="332"/>
                      <a:pt x="311" y="332"/>
                    </a:cubicBezTo>
                    <a:cubicBezTo>
                      <a:pt x="310" y="333"/>
                      <a:pt x="310" y="333"/>
                      <a:pt x="310" y="333"/>
                    </a:cubicBezTo>
                    <a:cubicBezTo>
                      <a:pt x="308" y="332"/>
                      <a:pt x="308" y="332"/>
                      <a:pt x="308" y="332"/>
                    </a:cubicBezTo>
                    <a:cubicBezTo>
                      <a:pt x="307" y="333"/>
                      <a:pt x="307" y="333"/>
                      <a:pt x="307" y="333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6" y="334"/>
                      <a:pt x="306" y="334"/>
                      <a:pt x="306" y="334"/>
                    </a:cubicBezTo>
                    <a:cubicBezTo>
                      <a:pt x="304" y="334"/>
                      <a:pt x="304" y="334"/>
                      <a:pt x="304" y="334"/>
                    </a:cubicBezTo>
                    <a:cubicBezTo>
                      <a:pt x="304" y="336"/>
                      <a:pt x="304" y="336"/>
                      <a:pt x="304" y="336"/>
                    </a:cubicBezTo>
                    <a:cubicBezTo>
                      <a:pt x="305" y="337"/>
                      <a:pt x="305" y="337"/>
                      <a:pt x="305" y="337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299" y="338"/>
                      <a:pt x="299" y="338"/>
                      <a:pt x="299" y="338"/>
                    </a:cubicBezTo>
                    <a:cubicBezTo>
                      <a:pt x="297" y="336"/>
                      <a:pt x="297" y="336"/>
                      <a:pt x="297" y="336"/>
                    </a:cubicBezTo>
                    <a:cubicBezTo>
                      <a:pt x="294" y="337"/>
                      <a:pt x="294" y="337"/>
                      <a:pt x="294" y="337"/>
                    </a:cubicBezTo>
                    <a:cubicBezTo>
                      <a:pt x="292" y="336"/>
                      <a:pt x="292" y="336"/>
                      <a:pt x="292" y="336"/>
                    </a:cubicBezTo>
                    <a:cubicBezTo>
                      <a:pt x="291" y="336"/>
                      <a:pt x="291" y="336"/>
                      <a:pt x="291" y="336"/>
                    </a:cubicBezTo>
                    <a:cubicBezTo>
                      <a:pt x="289" y="334"/>
                      <a:pt x="289" y="334"/>
                      <a:pt x="289" y="334"/>
                    </a:cubicBezTo>
                    <a:cubicBezTo>
                      <a:pt x="289" y="336"/>
                      <a:pt x="289" y="336"/>
                      <a:pt x="289" y="336"/>
                    </a:cubicBezTo>
                    <a:cubicBezTo>
                      <a:pt x="288" y="336"/>
                      <a:pt x="288" y="336"/>
                      <a:pt x="288" y="336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8"/>
                      <a:pt x="288" y="338"/>
                      <a:pt x="288" y="338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5" y="337"/>
                      <a:pt x="285" y="337"/>
                      <a:pt x="285" y="337"/>
                    </a:cubicBezTo>
                    <a:cubicBezTo>
                      <a:pt x="284" y="336"/>
                      <a:pt x="284" y="336"/>
                      <a:pt x="284" y="336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2" y="338"/>
                      <a:pt x="282" y="338"/>
                      <a:pt x="282" y="338"/>
                    </a:cubicBezTo>
                    <a:cubicBezTo>
                      <a:pt x="280" y="338"/>
                      <a:pt x="280" y="338"/>
                      <a:pt x="280" y="338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77" y="340"/>
                      <a:pt x="277" y="340"/>
                      <a:pt x="277" y="340"/>
                    </a:cubicBezTo>
                    <a:cubicBezTo>
                      <a:pt x="276" y="342"/>
                      <a:pt x="276" y="342"/>
                      <a:pt x="276" y="342"/>
                    </a:cubicBezTo>
                    <a:cubicBezTo>
                      <a:pt x="276" y="344"/>
                      <a:pt x="276" y="344"/>
                      <a:pt x="276" y="344"/>
                    </a:cubicBezTo>
                    <a:cubicBezTo>
                      <a:pt x="276" y="343"/>
                      <a:pt x="276" y="343"/>
                      <a:pt x="276" y="343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2" y="344"/>
                      <a:pt x="272" y="344"/>
                      <a:pt x="272" y="344"/>
                    </a:cubicBezTo>
                    <a:cubicBezTo>
                      <a:pt x="272" y="343"/>
                      <a:pt x="272" y="343"/>
                      <a:pt x="272" y="343"/>
                    </a:cubicBezTo>
                    <a:cubicBezTo>
                      <a:pt x="270" y="343"/>
                      <a:pt x="270" y="343"/>
                      <a:pt x="270" y="343"/>
                    </a:cubicBezTo>
                    <a:cubicBezTo>
                      <a:pt x="270" y="344"/>
                      <a:pt x="270" y="344"/>
                      <a:pt x="270" y="344"/>
                    </a:cubicBezTo>
                    <a:cubicBezTo>
                      <a:pt x="269" y="345"/>
                      <a:pt x="269" y="345"/>
                      <a:pt x="269" y="345"/>
                    </a:cubicBezTo>
                    <a:cubicBezTo>
                      <a:pt x="266" y="346"/>
                      <a:pt x="266" y="346"/>
                      <a:pt x="266" y="346"/>
                    </a:cubicBezTo>
                    <a:cubicBezTo>
                      <a:pt x="268" y="347"/>
                      <a:pt x="268" y="347"/>
                      <a:pt x="268" y="347"/>
                    </a:cubicBezTo>
                    <a:cubicBezTo>
                      <a:pt x="269" y="347"/>
                      <a:pt x="269" y="347"/>
                      <a:pt x="269" y="347"/>
                    </a:cubicBezTo>
                    <a:cubicBezTo>
                      <a:pt x="270" y="347"/>
                      <a:pt x="270" y="347"/>
                      <a:pt x="270" y="347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0" y="348"/>
                      <a:pt x="270" y="348"/>
                      <a:pt x="270" y="348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7" y="349"/>
                      <a:pt x="267" y="349"/>
                      <a:pt x="267" y="349"/>
                    </a:cubicBezTo>
                    <a:cubicBezTo>
                      <a:pt x="267" y="350"/>
                      <a:pt x="267" y="350"/>
                      <a:pt x="267" y="350"/>
                    </a:cubicBezTo>
                    <a:cubicBezTo>
                      <a:pt x="265" y="350"/>
                      <a:pt x="265" y="350"/>
                      <a:pt x="265" y="350"/>
                    </a:cubicBezTo>
                    <a:cubicBezTo>
                      <a:pt x="267" y="351"/>
                      <a:pt x="267" y="351"/>
                      <a:pt x="267" y="351"/>
                    </a:cubicBezTo>
                    <a:cubicBezTo>
                      <a:pt x="266" y="352"/>
                      <a:pt x="266" y="352"/>
                      <a:pt x="266" y="352"/>
                    </a:cubicBezTo>
                    <a:cubicBezTo>
                      <a:pt x="266" y="353"/>
                      <a:pt x="266" y="353"/>
                      <a:pt x="266" y="353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5"/>
                      <a:pt x="268" y="355"/>
                      <a:pt x="268" y="355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7" y="357"/>
                      <a:pt x="267" y="357"/>
                      <a:pt x="267" y="357"/>
                    </a:cubicBezTo>
                    <a:cubicBezTo>
                      <a:pt x="268" y="358"/>
                      <a:pt x="268" y="358"/>
                      <a:pt x="268" y="358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1" y="354"/>
                      <a:pt x="271" y="354"/>
                      <a:pt x="271" y="354"/>
                    </a:cubicBezTo>
                    <a:cubicBezTo>
                      <a:pt x="273" y="354"/>
                      <a:pt x="273" y="354"/>
                      <a:pt x="273" y="354"/>
                    </a:cubicBezTo>
                    <a:cubicBezTo>
                      <a:pt x="274" y="352"/>
                      <a:pt x="274" y="352"/>
                      <a:pt x="274" y="352"/>
                    </a:cubicBezTo>
                    <a:cubicBezTo>
                      <a:pt x="274" y="351"/>
                      <a:pt x="274" y="351"/>
                      <a:pt x="274" y="351"/>
                    </a:cubicBezTo>
                    <a:cubicBezTo>
                      <a:pt x="275" y="352"/>
                      <a:pt x="275" y="352"/>
                      <a:pt x="275" y="352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8" y="352"/>
                      <a:pt x="278" y="352"/>
                      <a:pt x="278" y="352"/>
                    </a:cubicBezTo>
                    <a:cubicBezTo>
                      <a:pt x="281" y="354"/>
                      <a:pt x="281" y="354"/>
                      <a:pt x="281" y="354"/>
                    </a:cubicBezTo>
                    <a:cubicBezTo>
                      <a:pt x="282" y="354"/>
                      <a:pt x="282" y="354"/>
                      <a:pt x="282" y="354"/>
                    </a:cubicBezTo>
                    <a:cubicBezTo>
                      <a:pt x="282" y="352"/>
                      <a:pt x="282" y="352"/>
                      <a:pt x="282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2" y="356"/>
                      <a:pt x="282" y="356"/>
                      <a:pt x="282" y="356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9"/>
                      <a:pt x="282" y="359"/>
                      <a:pt x="282" y="359"/>
                    </a:cubicBezTo>
                    <a:cubicBezTo>
                      <a:pt x="283" y="362"/>
                      <a:pt x="283" y="362"/>
                      <a:pt x="283" y="362"/>
                    </a:cubicBezTo>
                    <a:cubicBezTo>
                      <a:pt x="282" y="364"/>
                      <a:pt x="282" y="364"/>
                      <a:pt x="282" y="364"/>
                    </a:cubicBezTo>
                    <a:cubicBezTo>
                      <a:pt x="280" y="366"/>
                      <a:pt x="280" y="366"/>
                      <a:pt x="280" y="366"/>
                    </a:cubicBezTo>
                    <a:cubicBezTo>
                      <a:pt x="279" y="366"/>
                      <a:pt x="279" y="366"/>
                      <a:pt x="279" y="366"/>
                    </a:cubicBezTo>
                    <a:cubicBezTo>
                      <a:pt x="278" y="365"/>
                      <a:pt x="278" y="365"/>
                      <a:pt x="278" y="365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4" y="360"/>
                      <a:pt x="274" y="360"/>
                      <a:pt x="274" y="360"/>
                    </a:cubicBezTo>
                    <a:cubicBezTo>
                      <a:pt x="274" y="357"/>
                      <a:pt x="274" y="357"/>
                      <a:pt x="274" y="357"/>
                    </a:cubicBezTo>
                    <a:cubicBezTo>
                      <a:pt x="272" y="357"/>
                      <a:pt x="272" y="357"/>
                      <a:pt x="272" y="357"/>
                    </a:cubicBezTo>
                    <a:cubicBezTo>
                      <a:pt x="271" y="359"/>
                      <a:pt x="271" y="359"/>
                      <a:pt x="271" y="359"/>
                    </a:cubicBezTo>
                    <a:cubicBezTo>
                      <a:pt x="269" y="359"/>
                      <a:pt x="269" y="359"/>
                      <a:pt x="269" y="359"/>
                    </a:cubicBezTo>
                    <a:cubicBezTo>
                      <a:pt x="268" y="360"/>
                      <a:pt x="268" y="360"/>
                      <a:pt x="268" y="360"/>
                    </a:cubicBezTo>
                    <a:cubicBezTo>
                      <a:pt x="267" y="360"/>
                      <a:pt x="267" y="360"/>
                      <a:pt x="267" y="360"/>
                    </a:cubicBezTo>
                    <a:cubicBezTo>
                      <a:pt x="265" y="362"/>
                      <a:pt x="265" y="362"/>
                      <a:pt x="265" y="362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6"/>
                      <a:pt x="265" y="366"/>
                      <a:pt x="265" y="366"/>
                    </a:cubicBezTo>
                    <a:cubicBezTo>
                      <a:pt x="263" y="368"/>
                      <a:pt x="263" y="368"/>
                      <a:pt x="263" y="368"/>
                    </a:cubicBezTo>
                    <a:cubicBezTo>
                      <a:pt x="263" y="370"/>
                      <a:pt x="263" y="370"/>
                      <a:pt x="263" y="370"/>
                    </a:cubicBezTo>
                    <a:cubicBezTo>
                      <a:pt x="263" y="371"/>
                      <a:pt x="263" y="371"/>
                      <a:pt x="263" y="371"/>
                    </a:cubicBezTo>
                    <a:cubicBezTo>
                      <a:pt x="262" y="372"/>
                      <a:pt x="262" y="372"/>
                      <a:pt x="262" y="372"/>
                    </a:cubicBezTo>
                    <a:cubicBezTo>
                      <a:pt x="263" y="376"/>
                      <a:pt x="263" y="376"/>
                      <a:pt x="263" y="376"/>
                    </a:cubicBezTo>
                    <a:cubicBezTo>
                      <a:pt x="263" y="377"/>
                      <a:pt x="263" y="377"/>
                      <a:pt x="263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80"/>
                      <a:pt x="264" y="380"/>
                      <a:pt x="264" y="380"/>
                    </a:cubicBezTo>
                    <a:cubicBezTo>
                      <a:pt x="263" y="382"/>
                      <a:pt x="263" y="382"/>
                      <a:pt x="263" y="382"/>
                    </a:cubicBezTo>
                    <a:cubicBezTo>
                      <a:pt x="264" y="382"/>
                      <a:pt x="264" y="382"/>
                      <a:pt x="264" y="382"/>
                    </a:cubicBezTo>
                    <a:cubicBezTo>
                      <a:pt x="267" y="382"/>
                      <a:pt x="267" y="382"/>
                      <a:pt x="267" y="382"/>
                    </a:cubicBezTo>
                    <a:cubicBezTo>
                      <a:pt x="269" y="384"/>
                      <a:pt x="269" y="384"/>
                      <a:pt x="269" y="384"/>
                    </a:cubicBezTo>
                    <a:cubicBezTo>
                      <a:pt x="271" y="385"/>
                      <a:pt x="271" y="385"/>
                      <a:pt x="271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7"/>
                      <a:pt x="274" y="387"/>
                      <a:pt x="274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5" y="388"/>
                      <a:pt x="275" y="388"/>
                      <a:pt x="275" y="388"/>
                    </a:cubicBezTo>
                    <a:cubicBezTo>
                      <a:pt x="275" y="390"/>
                      <a:pt x="275" y="390"/>
                      <a:pt x="275" y="390"/>
                    </a:cubicBezTo>
                    <a:cubicBezTo>
                      <a:pt x="268" y="391"/>
                      <a:pt x="268" y="391"/>
                      <a:pt x="268" y="391"/>
                    </a:cubicBezTo>
                    <a:cubicBezTo>
                      <a:pt x="258" y="391"/>
                      <a:pt x="258" y="391"/>
                      <a:pt x="258" y="391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8" y="390"/>
                      <a:pt x="258" y="390"/>
                      <a:pt x="258" y="390"/>
                    </a:cubicBezTo>
                    <a:cubicBezTo>
                      <a:pt x="255" y="390"/>
                      <a:pt x="255" y="390"/>
                      <a:pt x="255" y="390"/>
                    </a:cubicBezTo>
                    <a:cubicBezTo>
                      <a:pt x="254" y="392"/>
                      <a:pt x="254" y="392"/>
                      <a:pt x="254" y="392"/>
                    </a:cubicBezTo>
                    <a:cubicBezTo>
                      <a:pt x="251" y="393"/>
                      <a:pt x="251" y="393"/>
                      <a:pt x="251" y="393"/>
                    </a:cubicBezTo>
                    <a:cubicBezTo>
                      <a:pt x="249" y="392"/>
                      <a:pt x="249" y="392"/>
                      <a:pt x="249" y="392"/>
                    </a:cubicBezTo>
                    <a:cubicBezTo>
                      <a:pt x="248" y="391"/>
                      <a:pt x="248" y="391"/>
                      <a:pt x="248" y="391"/>
                    </a:cubicBezTo>
                    <a:cubicBezTo>
                      <a:pt x="248" y="390"/>
                      <a:pt x="248" y="390"/>
                      <a:pt x="248" y="390"/>
                    </a:cubicBezTo>
                    <a:cubicBezTo>
                      <a:pt x="249" y="390"/>
                      <a:pt x="249" y="390"/>
                      <a:pt x="249" y="390"/>
                    </a:cubicBezTo>
                    <a:cubicBezTo>
                      <a:pt x="251" y="391"/>
                      <a:pt x="251" y="391"/>
                      <a:pt x="251" y="391"/>
                    </a:cubicBezTo>
                    <a:cubicBezTo>
                      <a:pt x="251" y="389"/>
                      <a:pt x="251" y="389"/>
                      <a:pt x="251" y="389"/>
                    </a:cubicBezTo>
                    <a:cubicBezTo>
                      <a:pt x="248" y="388"/>
                      <a:pt x="248" y="388"/>
                      <a:pt x="248" y="388"/>
                    </a:cubicBezTo>
                    <a:cubicBezTo>
                      <a:pt x="245" y="387"/>
                      <a:pt x="245" y="387"/>
                      <a:pt x="245" y="387"/>
                    </a:cubicBezTo>
                    <a:cubicBezTo>
                      <a:pt x="242" y="389"/>
                      <a:pt x="242" y="389"/>
                      <a:pt x="242" y="389"/>
                    </a:cubicBezTo>
                    <a:cubicBezTo>
                      <a:pt x="239" y="389"/>
                      <a:pt x="239" y="389"/>
                      <a:pt x="239" y="389"/>
                    </a:cubicBezTo>
                    <a:cubicBezTo>
                      <a:pt x="237" y="390"/>
                      <a:pt x="237" y="390"/>
                      <a:pt x="237" y="390"/>
                    </a:cubicBezTo>
                    <a:cubicBezTo>
                      <a:pt x="236" y="391"/>
                      <a:pt x="236" y="391"/>
                      <a:pt x="236" y="391"/>
                    </a:cubicBezTo>
                    <a:cubicBezTo>
                      <a:pt x="234" y="391"/>
                      <a:pt x="234" y="391"/>
                      <a:pt x="234" y="391"/>
                    </a:cubicBezTo>
                    <a:cubicBezTo>
                      <a:pt x="232" y="393"/>
                      <a:pt x="232" y="393"/>
                      <a:pt x="232" y="393"/>
                    </a:cubicBezTo>
                    <a:cubicBezTo>
                      <a:pt x="232" y="394"/>
                      <a:pt x="232" y="394"/>
                      <a:pt x="232" y="394"/>
                    </a:cubicBezTo>
                    <a:cubicBezTo>
                      <a:pt x="230" y="394"/>
                      <a:pt x="230" y="394"/>
                      <a:pt x="230" y="394"/>
                    </a:cubicBezTo>
                    <a:cubicBezTo>
                      <a:pt x="227" y="396"/>
                      <a:pt x="227" y="396"/>
                      <a:pt x="227" y="396"/>
                    </a:cubicBezTo>
                    <a:cubicBezTo>
                      <a:pt x="224" y="396"/>
                      <a:pt x="224" y="396"/>
                      <a:pt x="224" y="396"/>
                    </a:cubicBezTo>
                    <a:cubicBezTo>
                      <a:pt x="223" y="398"/>
                      <a:pt x="223" y="398"/>
                      <a:pt x="223" y="398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1"/>
                      <a:pt x="222" y="401"/>
                      <a:pt x="222" y="401"/>
                    </a:cubicBezTo>
                    <a:cubicBezTo>
                      <a:pt x="221" y="401"/>
                      <a:pt x="221" y="401"/>
                      <a:pt x="221" y="401"/>
                    </a:cubicBezTo>
                    <a:cubicBezTo>
                      <a:pt x="220" y="400"/>
                      <a:pt x="220" y="400"/>
                      <a:pt x="220" y="400"/>
                    </a:cubicBezTo>
                    <a:cubicBezTo>
                      <a:pt x="218" y="400"/>
                      <a:pt x="218" y="400"/>
                      <a:pt x="218" y="400"/>
                    </a:cubicBezTo>
                    <a:cubicBezTo>
                      <a:pt x="218" y="399"/>
                      <a:pt x="218" y="399"/>
                      <a:pt x="218" y="399"/>
                    </a:cubicBezTo>
                    <a:cubicBezTo>
                      <a:pt x="218" y="398"/>
                      <a:pt x="218" y="398"/>
                      <a:pt x="218" y="398"/>
                    </a:cubicBezTo>
                    <a:cubicBezTo>
                      <a:pt x="217" y="396"/>
                      <a:pt x="217" y="396"/>
                      <a:pt x="217" y="396"/>
                    </a:cubicBezTo>
                    <a:cubicBezTo>
                      <a:pt x="215" y="397"/>
                      <a:pt x="215" y="397"/>
                      <a:pt x="215" y="397"/>
                    </a:cubicBezTo>
                    <a:cubicBezTo>
                      <a:pt x="214" y="396"/>
                      <a:pt x="214" y="396"/>
                      <a:pt x="214" y="396"/>
                    </a:cubicBezTo>
                    <a:cubicBezTo>
                      <a:pt x="215" y="395"/>
                      <a:pt x="215" y="395"/>
                      <a:pt x="215" y="395"/>
                    </a:cubicBezTo>
                    <a:cubicBezTo>
                      <a:pt x="216" y="395"/>
                      <a:pt x="216" y="395"/>
                      <a:pt x="216" y="395"/>
                    </a:cubicBezTo>
                    <a:cubicBezTo>
                      <a:pt x="216" y="393"/>
                      <a:pt x="216" y="393"/>
                      <a:pt x="216" y="393"/>
                    </a:cubicBezTo>
                    <a:cubicBezTo>
                      <a:pt x="216" y="392"/>
                      <a:pt x="216" y="392"/>
                      <a:pt x="216" y="392"/>
                    </a:cubicBezTo>
                    <a:cubicBezTo>
                      <a:pt x="216" y="391"/>
                      <a:pt x="216" y="391"/>
                      <a:pt x="216" y="391"/>
                    </a:cubicBezTo>
                    <a:cubicBezTo>
                      <a:pt x="214" y="390"/>
                      <a:pt x="214" y="390"/>
                      <a:pt x="214" y="390"/>
                    </a:cubicBezTo>
                    <a:cubicBezTo>
                      <a:pt x="214" y="391"/>
                      <a:pt x="214" y="391"/>
                      <a:pt x="214" y="391"/>
                    </a:cubicBezTo>
                    <a:cubicBezTo>
                      <a:pt x="213" y="390"/>
                      <a:pt x="213" y="390"/>
                      <a:pt x="213" y="390"/>
                    </a:cubicBezTo>
                    <a:cubicBezTo>
                      <a:pt x="211" y="391"/>
                      <a:pt x="211" y="391"/>
                      <a:pt x="211" y="391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1" y="393"/>
                      <a:pt x="211" y="393"/>
                      <a:pt x="211" y="393"/>
                    </a:cubicBezTo>
                    <a:cubicBezTo>
                      <a:pt x="208" y="393"/>
                      <a:pt x="208" y="393"/>
                      <a:pt x="208" y="393"/>
                    </a:cubicBezTo>
                    <a:cubicBezTo>
                      <a:pt x="207" y="393"/>
                      <a:pt x="207" y="393"/>
                      <a:pt x="207" y="393"/>
                    </a:cubicBezTo>
                    <a:cubicBezTo>
                      <a:pt x="207" y="394"/>
                      <a:pt x="207" y="394"/>
                      <a:pt x="207" y="394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3" y="396"/>
                      <a:pt x="203" y="396"/>
                      <a:pt x="203" y="396"/>
                    </a:cubicBezTo>
                    <a:cubicBezTo>
                      <a:pt x="201" y="397"/>
                      <a:pt x="201" y="397"/>
                      <a:pt x="201" y="397"/>
                    </a:cubicBezTo>
                    <a:cubicBezTo>
                      <a:pt x="201" y="398"/>
                      <a:pt x="201" y="398"/>
                      <a:pt x="201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198" y="397"/>
                      <a:pt x="198" y="397"/>
                      <a:pt x="198" y="397"/>
                    </a:cubicBezTo>
                    <a:cubicBezTo>
                      <a:pt x="200" y="396"/>
                      <a:pt x="200" y="396"/>
                      <a:pt x="200" y="396"/>
                    </a:cubicBezTo>
                    <a:cubicBezTo>
                      <a:pt x="199" y="394"/>
                      <a:pt x="199" y="394"/>
                      <a:pt x="199" y="394"/>
                    </a:cubicBezTo>
                    <a:cubicBezTo>
                      <a:pt x="198" y="394"/>
                      <a:pt x="198" y="394"/>
                      <a:pt x="198" y="394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5" y="394"/>
                      <a:pt x="195" y="394"/>
                      <a:pt x="195" y="394"/>
                    </a:cubicBezTo>
                    <a:cubicBezTo>
                      <a:pt x="194" y="393"/>
                      <a:pt x="194" y="393"/>
                      <a:pt x="194" y="393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2" y="395"/>
                      <a:pt x="192" y="395"/>
                      <a:pt x="192" y="395"/>
                    </a:cubicBezTo>
                    <a:cubicBezTo>
                      <a:pt x="192" y="394"/>
                      <a:pt x="192" y="394"/>
                      <a:pt x="192" y="394"/>
                    </a:cubicBezTo>
                    <a:cubicBezTo>
                      <a:pt x="191" y="394"/>
                      <a:pt x="191" y="394"/>
                      <a:pt x="191" y="394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2" y="390"/>
                      <a:pt x="192" y="390"/>
                      <a:pt x="192" y="390"/>
                    </a:cubicBezTo>
                    <a:cubicBezTo>
                      <a:pt x="190" y="390"/>
                      <a:pt x="190" y="390"/>
                      <a:pt x="190" y="390"/>
                    </a:cubicBezTo>
                    <a:cubicBezTo>
                      <a:pt x="189" y="389"/>
                      <a:pt x="189" y="389"/>
                      <a:pt x="189" y="389"/>
                    </a:cubicBezTo>
                    <a:cubicBezTo>
                      <a:pt x="190" y="388"/>
                      <a:pt x="190" y="388"/>
                      <a:pt x="190" y="388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9" y="386"/>
                      <a:pt x="189" y="386"/>
                      <a:pt x="189" y="386"/>
                    </a:cubicBezTo>
                    <a:cubicBezTo>
                      <a:pt x="189" y="384"/>
                      <a:pt x="189" y="384"/>
                      <a:pt x="189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9" y="383"/>
                      <a:pt x="189" y="383"/>
                      <a:pt x="189" y="383"/>
                    </a:cubicBezTo>
                    <a:cubicBezTo>
                      <a:pt x="189" y="385"/>
                      <a:pt x="189" y="385"/>
                      <a:pt x="189" y="385"/>
                    </a:cubicBezTo>
                    <a:cubicBezTo>
                      <a:pt x="190" y="386"/>
                      <a:pt x="190" y="386"/>
                      <a:pt x="190" y="386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4" y="391"/>
                      <a:pt x="194" y="391"/>
                      <a:pt x="194" y="391"/>
                    </a:cubicBezTo>
                    <a:cubicBezTo>
                      <a:pt x="195" y="390"/>
                      <a:pt x="195" y="390"/>
                      <a:pt x="195" y="390"/>
                    </a:cubicBezTo>
                    <a:cubicBezTo>
                      <a:pt x="196" y="391"/>
                      <a:pt x="196" y="391"/>
                      <a:pt x="196" y="391"/>
                    </a:cubicBezTo>
                    <a:cubicBezTo>
                      <a:pt x="197" y="390"/>
                      <a:pt x="197" y="390"/>
                      <a:pt x="197" y="390"/>
                    </a:cubicBezTo>
                    <a:cubicBezTo>
                      <a:pt x="198" y="392"/>
                      <a:pt x="198" y="392"/>
                      <a:pt x="198" y="392"/>
                    </a:cubicBezTo>
                    <a:cubicBezTo>
                      <a:pt x="200" y="392"/>
                      <a:pt x="200" y="392"/>
                      <a:pt x="200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5" y="393"/>
                      <a:pt x="205" y="393"/>
                      <a:pt x="205" y="393"/>
                    </a:cubicBezTo>
                    <a:cubicBezTo>
                      <a:pt x="205" y="391"/>
                      <a:pt x="205" y="391"/>
                      <a:pt x="205" y="391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6" y="389"/>
                      <a:pt x="206" y="389"/>
                      <a:pt x="206" y="389"/>
                    </a:cubicBezTo>
                    <a:cubicBezTo>
                      <a:pt x="208" y="388"/>
                      <a:pt x="208" y="388"/>
                      <a:pt x="208" y="388"/>
                    </a:cubicBezTo>
                    <a:cubicBezTo>
                      <a:pt x="207" y="386"/>
                      <a:pt x="207" y="386"/>
                      <a:pt x="207" y="386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6" y="386"/>
                      <a:pt x="206" y="386"/>
                      <a:pt x="206" y="386"/>
                    </a:cubicBezTo>
                    <a:cubicBezTo>
                      <a:pt x="208" y="385"/>
                      <a:pt x="208" y="385"/>
                      <a:pt x="208" y="385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6" y="383"/>
                      <a:pt x="206" y="383"/>
                      <a:pt x="206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9" y="384"/>
                      <a:pt x="209" y="384"/>
                      <a:pt x="209" y="384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10" y="384"/>
                      <a:pt x="210" y="384"/>
                      <a:pt x="210" y="384"/>
                    </a:cubicBezTo>
                    <a:cubicBezTo>
                      <a:pt x="212" y="384"/>
                      <a:pt x="212" y="384"/>
                      <a:pt x="212" y="384"/>
                    </a:cubicBezTo>
                    <a:cubicBezTo>
                      <a:pt x="216" y="383"/>
                      <a:pt x="216" y="383"/>
                      <a:pt x="216" y="383"/>
                    </a:cubicBezTo>
                    <a:cubicBezTo>
                      <a:pt x="218" y="384"/>
                      <a:pt x="218" y="384"/>
                      <a:pt x="218" y="384"/>
                    </a:cubicBezTo>
                    <a:cubicBezTo>
                      <a:pt x="220" y="382"/>
                      <a:pt x="220" y="382"/>
                      <a:pt x="220" y="382"/>
                    </a:cubicBezTo>
                    <a:cubicBezTo>
                      <a:pt x="220" y="381"/>
                      <a:pt x="220" y="381"/>
                      <a:pt x="220" y="381"/>
                    </a:cubicBezTo>
                    <a:cubicBezTo>
                      <a:pt x="219" y="380"/>
                      <a:pt x="219" y="380"/>
                      <a:pt x="219" y="380"/>
                    </a:cubicBezTo>
                    <a:cubicBezTo>
                      <a:pt x="220" y="378"/>
                      <a:pt x="220" y="378"/>
                      <a:pt x="220" y="378"/>
                    </a:cubicBezTo>
                    <a:cubicBezTo>
                      <a:pt x="222" y="378"/>
                      <a:pt x="222" y="378"/>
                      <a:pt x="222" y="378"/>
                    </a:cubicBezTo>
                    <a:cubicBezTo>
                      <a:pt x="222" y="377"/>
                      <a:pt x="222" y="377"/>
                      <a:pt x="222" y="377"/>
                    </a:cubicBezTo>
                    <a:cubicBezTo>
                      <a:pt x="225" y="377"/>
                      <a:pt x="225" y="377"/>
                      <a:pt x="225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8" y="377"/>
                      <a:pt x="228" y="377"/>
                      <a:pt x="228" y="377"/>
                    </a:cubicBezTo>
                    <a:cubicBezTo>
                      <a:pt x="229" y="378"/>
                      <a:pt x="229" y="378"/>
                      <a:pt x="229" y="378"/>
                    </a:cubicBezTo>
                    <a:cubicBezTo>
                      <a:pt x="231" y="376"/>
                      <a:pt x="231" y="376"/>
                      <a:pt x="231" y="376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2"/>
                      <a:pt x="233" y="372"/>
                      <a:pt x="233" y="372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5"/>
                      <a:pt x="233" y="375"/>
                      <a:pt x="233" y="375"/>
                    </a:cubicBezTo>
                    <a:cubicBezTo>
                      <a:pt x="233" y="376"/>
                      <a:pt x="233" y="376"/>
                      <a:pt x="233" y="376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6" y="373"/>
                      <a:pt x="236" y="373"/>
                      <a:pt x="236" y="373"/>
                    </a:cubicBezTo>
                    <a:cubicBezTo>
                      <a:pt x="236" y="370"/>
                      <a:pt x="236" y="370"/>
                      <a:pt x="236" y="370"/>
                    </a:cubicBezTo>
                    <a:cubicBezTo>
                      <a:pt x="237" y="368"/>
                      <a:pt x="237" y="368"/>
                      <a:pt x="237" y="368"/>
                    </a:cubicBezTo>
                    <a:cubicBezTo>
                      <a:pt x="237" y="365"/>
                      <a:pt x="237" y="365"/>
                      <a:pt x="237" y="365"/>
                    </a:cubicBezTo>
                    <a:cubicBezTo>
                      <a:pt x="235" y="364"/>
                      <a:pt x="235" y="364"/>
                      <a:pt x="235" y="364"/>
                    </a:cubicBezTo>
                    <a:cubicBezTo>
                      <a:pt x="234" y="366"/>
                      <a:pt x="234" y="366"/>
                      <a:pt x="234" y="366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68"/>
                      <a:pt x="233" y="368"/>
                      <a:pt x="233" y="368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33" y="364"/>
                      <a:pt x="233" y="364"/>
                      <a:pt x="233" y="364"/>
                    </a:cubicBezTo>
                    <a:cubicBezTo>
                      <a:pt x="234" y="363"/>
                      <a:pt x="234" y="363"/>
                      <a:pt x="234" y="363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4" y="360"/>
                      <a:pt x="234" y="360"/>
                      <a:pt x="234" y="360"/>
                    </a:cubicBezTo>
                    <a:cubicBezTo>
                      <a:pt x="233" y="359"/>
                      <a:pt x="233" y="359"/>
                      <a:pt x="233" y="359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6" y="357"/>
                      <a:pt x="236" y="357"/>
                      <a:pt x="236" y="357"/>
                    </a:cubicBezTo>
                    <a:cubicBezTo>
                      <a:pt x="234" y="355"/>
                      <a:pt x="234" y="355"/>
                      <a:pt x="234" y="355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3"/>
                      <a:pt x="235" y="353"/>
                      <a:pt x="235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4" y="350"/>
                      <a:pt x="234" y="350"/>
                      <a:pt x="234" y="350"/>
                    </a:cubicBezTo>
                    <a:cubicBezTo>
                      <a:pt x="235" y="349"/>
                      <a:pt x="235" y="349"/>
                      <a:pt x="235" y="349"/>
                    </a:cubicBezTo>
                    <a:cubicBezTo>
                      <a:pt x="236" y="350"/>
                      <a:pt x="236" y="350"/>
                      <a:pt x="236" y="350"/>
                    </a:cubicBezTo>
                    <a:cubicBezTo>
                      <a:pt x="237" y="348"/>
                      <a:pt x="237" y="348"/>
                      <a:pt x="237" y="348"/>
                    </a:cubicBezTo>
                    <a:cubicBezTo>
                      <a:pt x="237" y="347"/>
                      <a:pt x="237" y="347"/>
                      <a:pt x="237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40" y="347"/>
                      <a:pt x="240" y="347"/>
                      <a:pt x="240" y="347"/>
                    </a:cubicBezTo>
                    <a:cubicBezTo>
                      <a:pt x="241" y="345"/>
                      <a:pt x="241" y="345"/>
                      <a:pt x="241" y="345"/>
                    </a:cubicBezTo>
                    <a:cubicBezTo>
                      <a:pt x="242" y="345"/>
                      <a:pt x="242" y="345"/>
                      <a:pt x="242" y="345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4" y="344"/>
                      <a:pt x="244" y="344"/>
                      <a:pt x="244" y="344"/>
                    </a:cubicBezTo>
                    <a:cubicBezTo>
                      <a:pt x="244" y="342"/>
                      <a:pt x="244" y="342"/>
                      <a:pt x="244" y="342"/>
                    </a:cubicBezTo>
                    <a:cubicBezTo>
                      <a:pt x="246" y="340"/>
                      <a:pt x="246" y="340"/>
                      <a:pt x="246" y="340"/>
                    </a:cubicBezTo>
                    <a:cubicBezTo>
                      <a:pt x="246" y="338"/>
                      <a:pt x="246" y="338"/>
                      <a:pt x="246" y="338"/>
                    </a:cubicBezTo>
                    <a:cubicBezTo>
                      <a:pt x="244" y="338"/>
                      <a:pt x="244" y="338"/>
                      <a:pt x="244" y="338"/>
                    </a:cubicBezTo>
                    <a:cubicBezTo>
                      <a:pt x="245" y="337"/>
                      <a:pt x="245" y="337"/>
                      <a:pt x="245" y="337"/>
                    </a:cubicBezTo>
                    <a:cubicBezTo>
                      <a:pt x="246" y="334"/>
                      <a:pt x="246" y="334"/>
                      <a:pt x="246" y="334"/>
                    </a:cubicBezTo>
                    <a:cubicBezTo>
                      <a:pt x="245" y="333"/>
                      <a:pt x="245" y="333"/>
                      <a:pt x="245" y="333"/>
                    </a:cubicBezTo>
                    <a:cubicBezTo>
                      <a:pt x="245" y="332"/>
                      <a:pt x="245" y="332"/>
                      <a:pt x="245" y="332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0"/>
                      <a:pt x="243" y="330"/>
                      <a:pt x="243" y="330"/>
                    </a:cubicBezTo>
                    <a:cubicBezTo>
                      <a:pt x="240" y="328"/>
                      <a:pt x="240" y="328"/>
                      <a:pt x="240" y="328"/>
                    </a:cubicBezTo>
                    <a:cubicBezTo>
                      <a:pt x="240" y="326"/>
                      <a:pt x="240" y="326"/>
                      <a:pt x="240" y="326"/>
                    </a:cubicBezTo>
                    <a:cubicBezTo>
                      <a:pt x="238" y="325"/>
                      <a:pt x="238" y="325"/>
                      <a:pt x="238" y="325"/>
                    </a:cubicBezTo>
                    <a:cubicBezTo>
                      <a:pt x="237" y="326"/>
                      <a:pt x="237" y="326"/>
                      <a:pt x="237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6" y="326"/>
                      <a:pt x="236" y="326"/>
                      <a:pt x="236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5" y="325"/>
                      <a:pt x="235" y="325"/>
                      <a:pt x="235" y="325"/>
                    </a:cubicBezTo>
                    <a:cubicBezTo>
                      <a:pt x="234" y="324"/>
                      <a:pt x="234" y="324"/>
                      <a:pt x="234" y="324"/>
                    </a:cubicBezTo>
                    <a:cubicBezTo>
                      <a:pt x="234" y="323"/>
                      <a:pt x="234" y="323"/>
                      <a:pt x="234" y="323"/>
                    </a:cubicBezTo>
                    <a:cubicBezTo>
                      <a:pt x="235" y="322"/>
                      <a:pt x="235" y="322"/>
                      <a:pt x="235" y="322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19"/>
                      <a:pt x="234" y="319"/>
                      <a:pt x="234" y="319"/>
                    </a:cubicBezTo>
                    <a:cubicBezTo>
                      <a:pt x="234" y="318"/>
                      <a:pt x="234" y="318"/>
                      <a:pt x="234" y="318"/>
                    </a:cubicBezTo>
                    <a:cubicBezTo>
                      <a:pt x="234" y="317"/>
                      <a:pt x="234" y="317"/>
                      <a:pt x="234" y="317"/>
                    </a:cubicBezTo>
                    <a:cubicBezTo>
                      <a:pt x="234" y="316"/>
                      <a:pt x="234" y="316"/>
                      <a:pt x="234" y="316"/>
                    </a:cubicBezTo>
                    <a:cubicBezTo>
                      <a:pt x="235" y="317"/>
                      <a:pt x="235" y="317"/>
                      <a:pt x="235" y="317"/>
                    </a:cubicBezTo>
                    <a:cubicBezTo>
                      <a:pt x="235" y="314"/>
                      <a:pt x="235" y="314"/>
                      <a:pt x="235" y="314"/>
                    </a:cubicBezTo>
                    <a:cubicBezTo>
                      <a:pt x="234" y="313"/>
                      <a:pt x="234" y="313"/>
                      <a:pt x="234" y="313"/>
                    </a:cubicBezTo>
                    <a:cubicBezTo>
                      <a:pt x="235" y="311"/>
                      <a:pt x="235" y="311"/>
                      <a:pt x="235" y="311"/>
                    </a:cubicBezTo>
                    <a:cubicBezTo>
                      <a:pt x="234" y="309"/>
                      <a:pt x="234" y="309"/>
                      <a:pt x="234" y="309"/>
                    </a:cubicBezTo>
                    <a:cubicBezTo>
                      <a:pt x="235" y="309"/>
                      <a:pt x="235" y="309"/>
                      <a:pt x="235" y="309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6" y="305"/>
                      <a:pt x="236" y="305"/>
                      <a:pt x="236" y="305"/>
                    </a:cubicBezTo>
                    <a:cubicBezTo>
                      <a:pt x="237" y="303"/>
                      <a:pt x="237" y="303"/>
                      <a:pt x="237" y="303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8" y="302"/>
                      <a:pt x="238" y="302"/>
                      <a:pt x="238" y="302"/>
                    </a:cubicBezTo>
                    <a:cubicBezTo>
                      <a:pt x="240" y="300"/>
                      <a:pt x="240" y="300"/>
                      <a:pt x="240" y="300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7"/>
                      <a:pt x="240" y="297"/>
                      <a:pt x="240" y="297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3" y="296"/>
                      <a:pt x="243" y="296"/>
                      <a:pt x="243" y="296"/>
                    </a:cubicBezTo>
                    <a:cubicBezTo>
                      <a:pt x="243" y="297"/>
                      <a:pt x="243" y="297"/>
                      <a:pt x="243" y="297"/>
                    </a:cubicBezTo>
                    <a:cubicBezTo>
                      <a:pt x="245" y="296"/>
                      <a:pt x="245" y="296"/>
                      <a:pt x="245" y="296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293"/>
                      <a:pt x="245" y="293"/>
                      <a:pt x="245" y="293"/>
                    </a:cubicBezTo>
                    <a:cubicBezTo>
                      <a:pt x="246" y="293"/>
                      <a:pt x="246" y="293"/>
                      <a:pt x="246" y="293"/>
                    </a:cubicBezTo>
                    <a:cubicBezTo>
                      <a:pt x="246" y="294"/>
                      <a:pt x="246" y="294"/>
                      <a:pt x="246" y="294"/>
                    </a:cubicBezTo>
                    <a:cubicBezTo>
                      <a:pt x="248" y="294"/>
                      <a:pt x="248" y="294"/>
                      <a:pt x="248" y="294"/>
                    </a:cubicBezTo>
                    <a:cubicBezTo>
                      <a:pt x="248" y="292"/>
                      <a:pt x="248" y="292"/>
                      <a:pt x="248" y="292"/>
                    </a:cubicBezTo>
                    <a:cubicBezTo>
                      <a:pt x="251" y="291"/>
                      <a:pt x="251" y="291"/>
                      <a:pt x="251" y="291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2" y="288"/>
                      <a:pt x="252" y="288"/>
                      <a:pt x="252" y="288"/>
                    </a:cubicBezTo>
                    <a:cubicBezTo>
                      <a:pt x="253" y="289"/>
                      <a:pt x="253" y="289"/>
                      <a:pt x="253" y="289"/>
                    </a:cubicBezTo>
                    <a:cubicBezTo>
                      <a:pt x="255" y="286"/>
                      <a:pt x="255" y="286"/>
                      <a:pt x="255" y="286"/>
                    </a:cubicBezTo>
                    <a:cubicBezTo>
                      <a:pt x="255" y="283"/>
                      <a:pt x="255" y="283"/>
                      <a:pt x="255" y="283"/>
                    </a:cubicBezTo>
                    <a:cubicBezTo>
                      <a:pt x="255" y="282"/>
                      <a:pt x="255" y="282"/>
                      <a:pt x="255" y="282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9" y="279"/>
                      <a:pt x="259" y="279"/>
                      <a:pt x="259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9"/>
                      <a:pt x="256" y="279"/>
                      <a:pt x="256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7"/>
                      <a:pt x="256" y="277"/>
                      <a:pt x="256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6" y="276"/>
                      <a:pt x="256" y="276"/>
                      <a:pt x="256" y="276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73"/>
                      <a:pt x="256" y="273"/>
                      <a:pt x="256" y="273"/>
                    </a:cubicBezTo>
                    <a:cubicBezTo>
                      <a:pt x="257" y="272"/>
                      <a:pt x="257" y="272"/>
                      <a:pt x="257" y="272"/>
                    </a:cubicBezTo>
                    <a:cubicBezTo>
                      <a:pt x="256" y="271"/>
                      <a:pt x="256" y="271"/>
                      <a:pt x="256" y="271"/>
                    </a:cubicBezTo>
                    <a:cubicBezTo>
                      <a:pt x="257" y="270"/>
                      <a:pt x="257" y="270"/>
                      <a:pt x="257" y="270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6" y="268"/>
                      <a:pt x="256" y="268"/>
                      <a:pt x="256" y="268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9" y="267"/>
                      <a:pt x="259" y="267"/>
                      <a:pt x="259" y="267"/>
                    </a:cubicBezTo>
                    <a:cubicBezTo>
                      <a:pt x="258" y="266"/>
                      <a:pt x="258" y="266"/>
                      <a:pt x="258" y="266"/>
                    </a:cubicBezTo>
                    <a:cubicBezTo>
                      <a:pt x="260" y="266"/>
                      <a:pt x="260" y="266"/>
                      <a:pt x="260" y="266"/>
                    </a:cubicBezTo>
                    <a:cubicBezTo>
                      <a:pt x="260" y="264"/>
                      <a:pt x="260" y="264"/>
                      <a:pt x="260" y="264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3" y="263"/>
                      <a:pt x="263" y="263"/>
                      <a:pt x="263" y="263"/>
                    </a:cubicBezTo>
                    <a:cubicBezTo>
                      <a:pt x="263" y="264"/>
                      <a:pt x="263" y="264"/>
                      <a:pt x="263" y="264"/>
                    </a:cubicBezTo>
                    <a:cubicBezTo>
                      <a:pt x="265" y="265"/>
                      <a:pt x="265" y="265"/>
                      <a:pt x="265" y="265"/>
                    </a:cubicBezTo>
                    <a:cubicBezTo>
                      <a:pt x="265" y="264"/>
                      <a:pt x="265" y="264"/>
                      <a:pt x="265" y="264"/>
                    </a:cubicBezTo>
                    <a:cubicBezTo>
                      <a:pt x="266" y="264"/>
                      <a:pt x="266" y="264"/>
                      <a:pt x="266" y="264"/>
                    </a:cubicBezTo>
                    <a:cubicBezTo>
                      <a:pt x="268" y="263"/>
                      <a:pt x="268" y="263"/>
                      <a:pt x="268" y="263"/>
                    </a:cubicBezTo>
                    <a:cubicBezTo>
                      <a:pt x="269" y="264"/>
                      <a:pt x="269" y="264"/>
                      <a:pt x="269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74" y="265"/>
                      <a:pt x="274" y="265"/>
                      <a:pt x="274" y="265"/>
                    </a:cubicBezTo>
                    <a:cubicBezTo>
                      <a:pt x="277" y="265"/>
                      <a:pt x="277" y="265"/>
                      <a:pt x="277" y="265"/>
                    </a:cubicBezTo>
                    <a:cubicBezTo>
                      <a:pt x="278" y="266"/>
                      <a:pt x="278" y="266"/>
                      <a:pt x="278" y="266"/>
                    </a:cubicBezTo>
                    <a:cubicBezTo>
                      <a:pt x="277" y="267"/>
                      <a:pt x="277" y="267"/>
                      <a:pt x="277" y="267"/>
                    </a:cubicBezTo>
                    <a:cubicBezTo>
                      <a:pt x="278" y="268"/>
                      <a:pt x="278" y="268"/>
                      <a:pt x="278" y="268"/>
                    </a:cubicBezTo>
                    <a:cubicBezTo>
                      <a:pt x="279" y="270"/>
                      <a:pt x="279" y="270"/>
                      <a:pt x="279" y="270"/>
                    </a:cubicBezTo>
                    <a:cubicBezTo>
                      <a:pt x="278" y="270"/>
                      <a:pt x="278" y="270"/>
                      <a:pt x="278" y="270"/>
                    </a:cubicBezTo>
                    <a:cubicBezTo>
                      <a:pt x="276" y="270"/>
                      <a:pt x="276" y="270"/>
                      <a:pt x="276" y="270"/>
                    </a:cubicBezTo>
                    <a:cubicBezTo>
                      <a:pt x="274" y="271"/>
                      <a:pt x="274" y="271"/>
                      <a:pt x="274" y="271"/>
                    </a:cubicBezTo>
                    <a:cubicBezTo>
                      <a:pt x="275" y="273"/>
                      <a:pt x="275" y="273"/>
                      <a:pt x="275" y="273"/>
                    </a:cubicBezTo>
                    <a:cubicBezTo>
                      <a:pt x="276" y="273"/>
                      <a:pt x="276" y="273"/>
                      <a:pt x="276" y="273"/>
                    </a:cubicBezTo>
                    <a:cubicBezTo>
                      <a:pt x="274" y="275"/>
                      <a:pt x="274" y="275"/>
                      <a:pt x="274" y="275"/>
                    </a:cubicBezTo>
                    <a:cubicBezTo>
                      <a:pt x="274" y="276"/>
                      <a:pt x="274" y="276"/>
                      <a:pt x="274" y="276"/>
                    </a:cubicBezTo>
                    <a:cubicBezTo>
                      <a:pt x="273" y="277"/>
                      <a:pt x="273" y="277"/>
                      <a:pt x="273" y="277"/>
                    </a:cubicBezTo>
                    <a:cubicBezTo>
                      <a:pt x="273" y="278"/>
                      <a:pt x="273" y="278"/>
                      <a:pt x="273" y="278"/>
                    </a:cubicBezTo>
                    <a:cubicBezTo>
                      <a:pt x="272" y="279"/>
                      <a:pt x="272" y="279"/>
                      <a:pt x="272" y="279"/>
                    </a:cubicBezTo>
                    <a:cubicBezTo>
                      <a:pt x="270" y="281"/>
                      <a:pt x="270" y="281"/>
                      <a:pt x="270" y="281"/>
                    </a:cubicBezTo>
                    <a:cubicBezTo>
                      <a:pt x="270" y="283"/>
                      <a:pt x="270" y="283"/>
                      <a:pt x="270" y="283"/>
                    </a:cubicBezTo>
                    <a:cubicBezTo>
                      <a:pt x="269" y="283"/>
                      <a:pt x="269" y="283"/>
                      <a:pt x="269" y="283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5" y="287"/>
                      <a:pt x="265" y="287"/>
                      <a:pt x="265" y="28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65" y="288"/>
                      <a:pt x="265" y="288"/>
                      <a:pt x="265" y="288"/>
                    </a:cubicBezTo>
                    <a:cubicBezTo>
                      <a:pt x="264" y="289"/>
                      <a:pt x="264" y="289"/>
                      <a:pt x="264" y="289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2" y="291"/>
                      <a:pt x="262" y="291"/>
                      <a:pt x="262" y="291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0" y="294"/>
                      <a:pt x="260" y="294"/>
                      <a:pt x="260" y="294"/>
                    </a:cubicBezTo>
                    <a:cubicBezTo>
                      <a:pt x="259" y="294"/>
                      <a:pt x="259" y="294"/>
                      <a:pt x="259" y="294"/>
                    </a:cubicBezTo>
                    <a:cubicBezTo>
                      <a:pt x="258" y="294"/>
                      <a:pt x="258" y="294"/>
                      <a:pt x="258" y="294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6" y="291"/>
                      <a:pt x="256" y="291"/>
                      <a:pt x="256" y="291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5" y="295"/>
                      <a:pt x="255" y="295"/>
                      <a:pt x="255" y="295"/>
                    </a:cubicBezTo>
                    <a:cubicBezTo>
                      <a:pt x="256" y="297"/>
                      <a:pt x="256" y="297"/>
                      <a:pt x="256" y="297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7" y="297"/>
                      <a:pt x="257" y="297"/>
                      <a:pt x="257" y="297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9"/>
                      <a:pt x="257" y="299"/>
                      <a:pt x="257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5" y="301"/>
                      <a:pt x="255" y="301"/>
                      <a:pt x="255" y="301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4"/>
                      <a:pt x="256" y="304"/>
                      <a:pt x="256" y="304"/>
                    </a:cubicBezTo>
                    <a:cubicBezTo>
                      <a:pt x="257" y="306"/>
                      <a:pt x="257" y="306"/>
                      <a:pt x="257" y="306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7"/>
                      <a:pt x="258" y="307"/>
                      <a:pt x="258" y="307"/>
                    </a:cubicBezTo>
                    <a:cubicBezTo>
                      <a:pt x="257" y="308"/>
                      <a:pt x="257" y="308"/>
                      <a:pt x="257" y="308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10"/>
                      <a:pt x="258" y="310"/>
                      <a:pt x="258" y="310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0" y="313"/>
                      <a:pt x="260" y="313"/>
                      <a:pt x="260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0" y="315"/>
                      <a:pt x="260" y="315"/>
                      <a:pt x="260" y="315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0" y="318"/>
                      <a:pt x="260" y="318"/>
                      <a:pt x="260" y="318"/>
                    </a:cubicBezTo>
                    <a:cubicBezTo>
                      <a:pt x="259" y="318"/>
                      <a:pt x="259" y="318"/>
                      <a:pt x="259" y="318"/>
                    </a:cubicBezTo>
                    <a:cubicBezTo>
                      <a:pt x="259" y="322"/>
                      <a:pt x="259" y="322"/>
                      <a:pt x="259" y="322"/>
                    </a:cubicBezTo>
                    <a:cubicBezTo>
                      <a:pt x="260" y="323"/>
                      <a:pt x="260" y="323"/>
                      <a:pt x="260" y="323"/>
                    </a:cubicBezTo>
                    <a:cubicBezTo>
                      <a:pt x="259" y="324"/>
                      <a:pt x="259" y="324"/>
                      <a:pt x="259" y="324"/>
                    </a:cubicBezTo>
                    <a:cubicBezTo>
                      <a:pt x="259" y="326"/>
                      <a:pt x="259" y="326"/>
                      <a:pt x="259" y="326"/>
                    </a:cubicBezTo>
                    <a:cubicBezTo>
                      <a:pt x="260" y="326"/>
                      <a:pt x="260" y="326"/>
                      <a:pt x="260" y="326"/>
                    </a:cubicBezTo>
                    <a:cubicBezTo>
                      <a:pt x="260" y="326"/>
                      <a:pt x="259" y="326"/>
                      <a:pt x="259" y="326"/>
                    </a:cubicBezTo>
                    <a:cubicBezTo>
                      <a:pt x="258" y="327"/>
                      <a:pt x="258" y="327"/>
                      <a:pt x="258" y="327"/>
                    </a:cubicBezTo>
                    <a:cubicBezTo>
                      <a:pt x="259" y="327"/>
                      <a:pt x="259" y="327"/>
                      <a:pt x="259" y="327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3" y="328"/>
                      <a:pt x="263" y="328"/>
                      <a:pt x="263" y="328"/>
                    </a:cubicBezTo>
                    <a:cubicBezTo>
                      <a:pt x="264" y="329"/>
                      <a:pt x="264" y="329"/>
                      <a:pt x="264" y="329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27"/>
                      <a:pt x="265" y="327"/>
                      <a:pt x="265" y="327"/>
                    </a:cubicBezTo>
                    <a:cubicBezTo>
                      <a:pt x="266" y="327"/>
                      <a:pt x="266" y="327"/>
                      <a:pt x="266" y="327"/>
                    </a:cubicBezTo>
                    <a:cubicBezTo>
                      <a:pt x="267" y="328"/>
                      <a:pt x="267" y="328"/>
                      <a:pt x="267" y="328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30"/>
                      <a:pt x="265" y="330"/>
                      <a:pt x="265" y="330"/>
                    </a:cubicBezTo>
                    <a:cubicBezTo>
                      <a:pt x="267" y="331"/>
                      <a:pt x="267" y="331"/>
                      <a:pt x="267" y="331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29"/>
                      <a:pt x="271" y="329"/>
                      <a:pt x="271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31"/>
                      <a:pt x="271" y="331"/>
                      <a:pt x="271" y="331"/>
                    </a:cubicBezTo>
                    <a:cubicBezTo>
                      <a:pt x="270" y="332"/>
                      <a:pt x="270" y="332"/>
                      <a:pt x="270" y="332"/>
                    </a:cubicBezTo>
                    <a:cubicBezTo>
                      <a:pt x="269" y="333"/>
                      <a:pt x="269" y="333"/>
                      <a:pt x="269" y="333"/>
                    </a:cubicBezTo>
                    <a:cubicBezTo>
                      <a:pt x="270" y="334"/>
                      <a:pt x="270" y="334"/>
                      <a:pt x="270" y="334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5"/>
                      <a:pt x="272" y="335"/>
                      <a:pt x="272" y="335"/>
                    </a:cubicBezTo>
                    <a:cubicBezTo>
                      <a:pt x="273" y="336"/>
                      <a:pt x="273" y="336"/>
                      <a:pt x="273" y="336"/>
                    </a:cubicBezTo>
                    <a:cubicBezTo>
                      <a:pt x="274" y="333"/>
                      <a:pt x="274" y="333"/>
                      <a:pt x="274" y="333"/>
                    </a:cubicBezTo>
                    <a:cubicBezTo>
                      <a:pt x="275" y="334"/>
                      <a:pt x="275" y="334"/>
                      <a:pt x="275" y="334"/>
                    </a:cubicBezTo>
                    <a:cubicBezTo>
                      <a:pt x="276" y="333"/>
                      <a:pt x="276" y="333"/>
                      <a:pt x="276" y="333"/>
                    </a:cubicBezTo>
                    <a:cubicBezTo>
                      <a:pt x="278" y="333"/>
                      <a:pt x="278" y="333"/>
                      <a:pt x="278" y="333"/>
                    </a:cubicBezTo>
                    <a:cubicBezTo>
                      <a:pt x="280" y="331"/>
                      <a:pt x="280" y="331"/>
                      <a:pt x="280" y="331"/>
                    </a:cubicBezTo>
                    <a:cubicBezTo>
                      <a:pt x="281" y="331"/>
                      <a:pt x="281" y="331"/>
                      <a:pt x="281" y="331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6" y="329"/>
                      <a:pt x="286" y="329"/>
                      <a:pt x="286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9" y="330"/>
                      <a:pt x="289" y="330"/>
                      <a:pt x="289" y="330"/>
                    </a:cubicBezTo>
                    <a:cubicBezTo>
                      <a:pt x="290" y="328"/>
                      <a:pt x="290" y="328"/>
                      <a:pt x="290" y="328"/>
                    </a:cubicBezTo>
                    <a:cubicBezTo>
                      <a:pt x="292" y="328"/>
                      <a:pt x="292" y="328"/>
                      <a:pt x="292" y="328"/>
                    </a:cubicBezTo>
                    <a:cubicBezTo>
                      <a:pt x="291" y="327"/>
                      <a:pt x="291" y="327"/>
                      <a:pt x="291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3" y="328"/>
                      <a:pt x="293" y="328"/>
                      <a:pt x="293" y="328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8"/>
                      <a:pt x="295" y="328"/>
                      <a:pt x="295" y="328"/>
                    </a:cubicBezTo>
                    <a:cubicBezTo>
                      <a:pt x="297" y="327"/>
                      <a:pt x="297" y="327"/>
                      <a:pt x="297" y="327"/>
                    </a:cubicBezTo>
                    <a:cubicBezTo>
                      <a:pt x="298" y="326"/>
                      <a:pt x="298" y="326"/>
                      <a:pt x="298" y="326"/>
                    </a:cubicBezTo>
                    <a:cubicBezTo>
                      <a:pt x="299" y="327"/>
                      <a:pt x="299" y="327"/>
                      <a:pt x="299" y="327"/>
                    </a:cubicBezTo>
                    <a:cubicBezTo>
                      <a:pt x="302" y="327"/>
                      <a:pt x="302" y="327"/>
                      <a:pt x="302" y="327"/>
                    </a:cubicBezTo>
                    <a:cubicBezTo>
                      <a:pt x="302" y="326"/>
                      <a:pt x="302" y="326"/>
                      <a:pt x="302" y="326"/>
                    </a:cubicBezTo>
                    <a:cubicBezTo>
                      <a:pt x="303" y="326"/>
                      <a:pt x="303" y="326"/>
                      <a:pt x="303" y="326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5" y="326"/>
                      <a:pt x="305" y="326"/>
                      <a:pt x="305" y="326"/>
                    </a:cubicBezTo>
                    <a:cubicBezTo>
                      <a:pt x="305" y="326"/>
                      <a:pt x="305" y="326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7" y="327"/>
                      <a:pt x="307" y="327"/>
                      <a:pt x="307" y="327"/>
                    </a:cubicBezTo>
                    <a:cubicBezTo>
                      <a:pt x="307" y="327"/>
                      <a:pt x="306" y="327"/>
                      <a:pt x="306" y="328"/>
                    </a:cubicBezTo>
                    <a:cubicBezTo>
                      <a:pt x="306" y="329"/>
                      <a:pt x="306" y="329"/>
                      <a:pt x="306" y="329"/>
                    </a:cubicBezTo>
                    <a:cubicBezTo>
                      <a:pt x="308" y="330"/>
                      <a:pt x="308" y="330"/>
                      <a:pt x="308" y="330"/>
                    </a:cubicBezTo>
                    <a:cubicBezTo>
                      <a:pt x="309" y="329"/>
                      <a:pt x="309" y="329"/>
                      <a:pt x="309" y="329"/>
                    </a:cubicBezTo>
                    <a:cubicBezTo>
                      <a:pt x="309" y="328"/>
                      <a:pt x="309" y="328"/>
                      <a:pt x="309" y="328"/>
                    </a:cubicBezTo>
                    <a:cubicBezTo>
                      <a:pt x="310" y="328"/>
                      <a:pt x="310" y="328"/>
                      <a:pt x="310" y="328"/>
                    </a:cubicBezTo>
                    <a:cubicBezTo>
                      <a:pt x="311" y="330"/>
                      <a:pt x="311" y="330"/>
                      <a:pt x="311" y="330"/>
                    </a:cubicBez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5" y="331"/>
                      <a:pt x="315" y="331"/>
                      <a:pt x="315" y="331"/>
                    </a:cubicBezTo>
                    <a:close/>
                    <a:moveTo>
                      <a:pt x="277" y="349"/>
                    </a:move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7" y="348"/>
                      <a:pt x="277" y="348"/>
                      <a:pt x="277" y="348"/>
                    </a:cubicBezTo>
                    <a:lnTo>
                      <a:pt x="277" y="349"/>
                    </a:lnTo>
                    <a:close/>
                    <a:moveTo>
                      <a:pt x="273" y="349"/>
                    </a:moveTo>
                    <a:cubicBezTo>
                      <a:pt x="273" y="348"/>
                      <a:pt x="273" y="348"/>
                      <a:pt x="273" y="348"/>
                    </a:cubicBezTo>
                    <a:cubicBezTo>
                      <a:pt x="272" y="348"/>
                      <a:pt x="272" y="348"/>
                      <a:pt x="272" y="348"/>
                    </a:cubicBezTo>
                    <a:cubicBezTo>
                      <a:pt x="272" y="347"/>
                      <a:pt x="272" y="347"/>
                      <a:pt x="272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5" y="347"/>
                      <a:pt x="275" y="347"/>
                      <a:pt x="275" y="347"/>
                    </a:cubicBezTo>
                    <a:cubicBezTo>
                      <a:pt x="274" y="346"/>
                      <a:pt x="274" y="346"/>
                      <a:pt x="274" y="346"/>
                    </a:cubicBezTo>
                    <a:cubicBezTo>
                      <a:pt x="276" y="345"/>
                      <a:pt x="276" y="345"/>
                      <a:pt x="276" y="345"/>
                    </a:cubicBez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lnTo>
                      <a:pt x="273" y="349"/>
                    </a:lnTo>
                    <a:close/>
                    <a:moveTo>
                      <a:pt x="263" y="326"/>
                    </a:move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1" y="326"/>
                      <a:pt x="261" y="326"/>
                      <a:pt x="261" y="326"/>
                    </a:cubicBezTo>
                    <a:cubicBezTo>
                      <a:pt x="262" y="326"/>
                      <a:pt x="262" y="326"/>
                      <a:pt x="262" y="326"/>
                    </a:cubicBezTo>
                    <a:lnTo>
                      <a:pt x="263" y="326"/>
                    </a:lnTo>
                    <a:close/>
                    <a:moveTo>
                      <a:pt x="204" y="582"/>
                    </a:moveTo>
                    <a:cubicBezTo>
                      <a:pt x="204" y="581"/>
                      <a:pt x="204" y="581"/>
                      <a:pt x="204" y="581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lnTo>
                      <a:pt x="204" y="582"/>
                    </a:lnTo>
                    <a:close/>
                    <a:moveTo>
                      <a:pt x="367" y="469"/>
                    </a:move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9" y="470"/>
                      <a:pt x="369" y="470"/>
                      <a:pt x="369" y="470"/>
                    </a:cubicBezTo>
                    <a:cubicBezTo>
                      <a:pt x="371" y="467"/>
                      <a:pt x="371" y="467"/>
                      <a:pt x="371" y="467"/>
                    </a:cubicBezTo>
                    <a:cubicBezTo>
                      <a:pt x="371" y="466"/>
                      <a:pt x="371" y="466"/>
                      <a:pt x="371" y="466"/>
                    </a:cubicBezTo>
                    <a:cubicBezTo>
                      <a:pt x="372" y="467"/>
                      <a:pt x="372" y="467"/>
                      <a:pt x="372" y="467"/>
                    </a:cubicBezTo>
                    <a:cubicBezTo>
                      <a:pt x="374" y="466"/>
                      <a:pt x="374" y="466"/>
                      <a:pt x="374" y="466"/>
                    </a:cubicBezTo>
                    <a:cubicBezTo>
                      <a:pt x="376" y="466"/>
                      <a:pt x="376" y="466"/>
                      <a:pt x="376" y="466"/>
                    </a:cubicBezTo>
                    <a:cubicBezTo>
                      <a:pt x="377" y="465"/>
                      <a:pt x="377" y="465"/>
                      <a:pt x="377" y="465"/>
                    </a:cubicBezTo>
                    <a:cubicBezTo>
                      <a:pt x="378" y="465"/>
                      <a:pt x="378" y="465"/>
                      <a:pt x="378" y="465"/>
                    </a:cubicBezTo>
                    <a:cubicBezTo>
                      <a:pt x="379" y="465"/>
                      <a:pt x="379" y="465"/>
                      <a:pt x="379" y="465"/>
                    </a:cubicBezTo>
                    <a:cubicBezTo>
                      <a:pt x="381" y="463"/>
                      <a:pt x="381" y="463"/>
                      <a:pt x="381" y="463"/>
                    </a:cubicBezTo>
                    <a:cubicBezTo>
                      <a:pt x="381" y="462"/>
                      <a:pt x="381" y="462"/>
                      <a:pt x="381" y="462"/>
                    </a:cubicBezTo>
                    <a:cubicBezTo>
                      <a:pt x="383" y="462"/>
                      <a:pt x="383" y="462"/>
                      <a:pt x="383" y="462"/>
                    </a:cubicBezTo>
                    <a:cubicBezTo>
                      <a:pt x="384" y="461"/>
                      <a:pt x="384" y="461"/>
                      <a:pt x="384" y="461"/>
                    </a:cubicBezTo>
                    <a:cubicBezTo>
                      <a:pt x="385" y="460"/>
                      <a:pt x="385" y="460"/>
                      <a:pt x="385" y="460"/>
                    </a:cubicBezTo>
                    <a:cubicBezTo>
                      <a:pt x="386" y="460"/>
                      <a:pt x="386" y="460"/>
                      <a:pt x="386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9" y="461"/>
                      <a:pt x="389" y="461"/>
                      <a:pt x="389" y="461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2" y="460"/>
                      <a:pt x="392" y="460"/>
                      <a:pt x="392" y="460"/>
                    </a:cubicBezTo>
                    <a:cubicBezTo>
                      <a:pt x="394" y="459"/>
                      <a:pt x="394" y="459"/>
                      <a:pt x="394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5" y="460"/>
                      <a:pt x="395" y="460"/>
                      <a:pt x="395" y="460"/>
                    </a:cubicBezTo>
                    <a:cubicBezTo>
                      <a:pt x="392" y="462"/>
                      <a:pt x="392" y="462"/>
                      <a:pt x="392" y="462"/>
                    </a:cubicBezTo>
                    <a:cubicBezTo>
                      <a:pt x="389" y="463"/>
                      <a:pt x="389" y="463"/>
                      <a:pt x="389" y="463"/>
                    </a:cubicBezTo>
                    <a:cubicBezTo>
                      <a:pt x="391" y="464"/>
                      <a:pt x="391" y="464"/>
                      <a:pt x="391" y="464"/>
                    </a:cubicBezTo>
                    <a:cubicBezTo>
                      <a:pt x="389" y="464"/>
                      <a:pt x="389" y="464"/>
                      <a:pt x="389" y="464"/>
                    </a:cubicBezTo>
                    <a:cubicBezTo>
                      <a:pt x="386" y="464"/>
                      <a:pt x="386" y="464"/>
                      <a:pt x="386" y="464"/>
                    </a:cubicBezTo>
                    <a:cubicBezTo>
                      <a:pt x="387" y="467"/>
                      <a:pt x="387" y="467"/>
                      <a:pt x="387" y="467"/>
                    </a:cubicBezTo>
                    <a:cubicBezTo>
                      <a:pt x="389" y="469"/>
                      <a:pt x="389" y="469"/>
                      <a:pt x="389" y="469"/>
                    </a:cubicBezTo>
                    <a:cubicBezTo>
                      <a:pt x="390" y="468"/>
                      <a:pt x="390" y="468"/>
                      <a:pt x="390" y="468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70"/>
                      <a:pt x="390" y="470"/>
                      <a:pt x="390" y="470"/>
                    </a:cubicBezTo>
                    <a:cubicBezTo>
                      <a:pt x="389" y="470"/>
                      <a:pt x="389" y="470"/>
                      <a:pt x="389" y="470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6" y="473"/>
                      <a:pt x="386" y="473"/>
                      <a:pt x="386" y="473"/>
                    </a:cubicBezTo>
                    <a:cubicBezTo>
                      <a:pt x="386" y="475"/>
                      <a:pt x="386" y="475"/>
                      <a:pt x="386" y="475"/>
                    </a:cubicBezTo>
                    <a:cubicBezTo>
                      <a:pt x="387" y="475"/>
                      <a:pt x="387" y="475"/>
                      <a:pt x="387" y="475"/>
                    </a:cubicBezTo>
                    <a:cubicBezTo>
                      <a:pt x="387" y="476"/>
                      <a:pt x="387" y="476"/>
                      <a:pt x="387" y="476"/>
                    </a:cubicBezTo>
                    <a:cubicBezTo>
                      <a:pt x="386" y="476"/>
                      <a:pt x="386" y="476"/>
                      <a:pt x="386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6"/>
                      <a:pt x="382" y="476"/>
                      <a:pt x="382" y="476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79" y="475"/>
                      <a:pt x="379" y="475"/>
                      <a:pt x="379" y="475"/>
                    </a:cubicBezTo>
                    <a:cubicBezTo>
                      <a:pt x="376" y="475"/>
                      <a:pt x="376" y="475"/>
                      <a:pt x="376" y="475"/>
                    </a:cubicBezTo>
                    <a:cubicBezTo>
                      <a:pt x="375" y="476"/>
                      <a:pt x="375" y="476"/>
                      <a:pt x="375" y="476"/>
                    </a:cubicBezTo>
                    <a:cubicBezTo>
                      <a:pt x="374" y="476"/>
                      <a:pt x="374" y="476"/>
                      <a:pt x="374" y="476"/>
                    </a:cubicBezTo>
                    <a:cubicBezTo>
                      <a:pt x="373" y="476"/>
                      <a:pt x="373" y="476"/>
                      <a:pt x="373" y="476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68" y="473"/>
                      <a:pt x="368" y="473"/>
                      <a:pt x="368" y="473"/>
                    </a:cubicBez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7" y="469"/>
                      <a:pt x="367" y="469"/>
                      <a:pt x="367" y="469"/>
                    </a:cubicBezTo>
                    <a:close/>
                    <a:moveTo>
                      <a:pt x="365" y="471"/>
                    </a:moveTo>
                    <a:cubicBezTo>
                      <a:pt x="365" y="471"/>
                      <a:pt x="365" y="471"/>
                      <a:pt x="365" y="471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3" y="471"/>
                      <a:pt x="363" y="471"/>
                      <a:pt x="363" y="471"/>
                    </a:cubicBezTo>
                    <a:lnTo>
                      <a:pt x="365" y="471"/>
                    </a:lnTo>
                    <a:close/>
                    <a:moveTo>
                      <a:pt x="330" y="521"/>
                    </a:moveTo>
                    <a:cubicBezTo>
                      <a:pt x="329" y="522"/>
                      <a:pt x="329" y="522"/>
                      <a:pt x="329" y="522"/>
                    </a:cubicBezTo>
                    <a:cubicBezTo>
                      <a:pt x="329" y="523"/>
                      <a:pt x="329" y="523"/>
                      <a:pt x="329" y="523"/>
                    </a:cubicBezTo>
                    <a:cubicBezTo>
                      <a:pt x="328" y="523"/>
                      <a:pt x="328" y="523"/>
                      <a:pt x="328" y="523"/>
                    </a:cubicBezTo>
                    <a:cubicBezTo>
                      <a:pt x="326" y="522"/>
                      <a:pt x="326" y="522"/>
                      <a:pt x="326" y="522"/>
                    </a:cubicBezTo>
                    <a:cubicBezTo>
                      <a:pt x="324" y="523"/>
                      <a:pt x="324" y="523"/>
                      <a:pt x="324" y="523"/>
                    </a:cubicBezTo>
                    <a:cubicBezTo>
                      <a:pt x="324" y="522"/>
                      <a:pt x="324" y="522"/>
                      <a:pt x="324" y="522"/>
                    </a:cubicBezTo>
                    <a:cubicBezTo>
                      <a:pt x="322" y="522"/>
                      <a:pt x="322" y="522"/>
                      <a:pt x="322" y="522"/>
                    </a:cubicBezTo>
                    <a:cubicBezTo>
                      <a:pt x="321" y="523"/>
                      <a:pt x="321" y="523"/>
                      <a:pt x="321" y="523"/>
                    </a:cubicBezTo>
                    <a:cubicBezTo>
                      <a:pt x="320" y="523"/>
                      <a:pt x="320" y="523"/>
                      <a:pt x="320" y="523"/>
                    </a:cubicBezTo>
                    <a:cubicBezTo>
                      <a:pt x="318" y="522"/>
                      <a:pt x="318" y="522"/>
                      <a:pt x="318" y="522"/>
                    </a:cubicBezTo>
                    <a:cubicBezTo>
                      <a:pt x="317" y="522"/>
                      <a:pt x="317" y="522"/>
                      <a:pt x="317" y="522"/>
                    </a:cubicBezTo>
                    <a:cubicBezTo>
                      <a:pt x="320" y="521"/>
                      <a:pt x="320" y="521"/>
                      <a:pt x="320" y="521"/>
                    </a:cubicBezTo>
                    <a:cubicBezTo>
                      <a:pt x="321" y="519"/>
                      <a:pt x="321" y="519"/>
                      <a:pt x="321" y="519"/>
                    </a:cubicBezTo>
                    <a:cubicBezTo>
                      <a:pt x="322" y="518"/>
                      <a:pt x="322" y="518"/>
                      <a:pt x="322" y="518"/>
                    </a:cubicBezTo>
                    <a:cubicBezTo>
                      <a:pt x="324" y="518"/>
                      <a:pt x="324" y="518"/>
                      <a:pt x="324" y="518"/>
                    </a:cubicBezTo>
                    <a:cubicBezTo>
                      <a:pt x="325" y="518"/>
                      <a:pt x="325" y="518"/>
                      <a:pt x="325" y="518"/>
                    </a:cubicBezTo>
                    <a:cubicBezTo>
                      <a:pt x="326" y="518"/>
                      <a:pt x="326" y="518"/>
                      <a:pt x="326" y="518"/>
                    </a:cubicBezTo>
                    <a:cubicBezTo>
                      <a:pt x="327" y="518"/>
                      <a:pt x="327" y="518"/>
                      <a:pt x="327" y="518"/>
                    </a:cubicBezTo>
                    <a:cubicBezTo>
                      <a:pt x="330" y="519"/>
                      <a:pt x="330" y="519"/>
                      <a:pt x="330" y="519"/>
                    </a:cubicBezTo>
                    <a:cubicBezTo>
                      <a:pt x="331" y="517"/>
                      <a:pt x="331" y="517"/>
                      <a:pt x="331" y="517"/>
                    </a:cubicBezTo>
                    <a:cubicBezTo>
                      <a:pt x="332" y="520"/>
                      <a:pt x="332" y="520"/>
                      <a:pt x="332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lnTo>
                      <a:pt x="330" y="521"/>
                    </a:lnTo>
                    <a:close/>
                    <a:moveTo>
                      <a:pt x="419" y="509"/>
                    </a:moveTo>
                    <a:cubicBezTo>
                      <a:pt x="419" y="509"/>
                      <a:pt x="419" y="509"/>
                      <a:pt x="419" y="509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8" y="510"/>
                      <a:pt x="418" y="510"/>
                      <a:pt x="418" y="510"/>
                    </a:cubicBezTo>
                    <a:cubicBezTo>
                      <a:pt x="418" y="512"/>
                      <a:pt x="418" y="512"/>
                      <a:pt x="418" y="512"/>
                    </a:cubicBezTo>
                    <a:cubicBezTo>
                      <a:pt x="416" y="513"/>
                      <a:pt x="416" y="513"/>
                      <a:pt x="416" y="513"/>
                    </a:cubicBezTo>
                    <a:cubicBezTo>
                      <a:pt x="413" y="514"/>
                      <a:pt x="413" y="514"/>
                      <a:pt x="413" y="514"/>
                    </a:cubicBezTo>
                    <a:cubicBezTo>
                      <a:pt x="413" y="515"/>
                      <a:pt x="413" y="515"/>
                      <a:pt x="413" y="515"/>
                    </a:cubicBezTo>
                    <a:cubicBezTo>
                      <a:pt x="411" y="515"/>
                      <a:pt x="411" y="515"/>
                      <a:pt x="411" y="515"/>
                    </a:cubicBezTo>
                    <a:cubicBezTo>
                      <a:pt x="410" y="516"/>
                      <a:pt x="410" y="516"/>
                      <a:pt x="410" y="516"/>
                    </a:cubicBezTo>
                    <a:cubicBezTo>
                      <a:pt x="407" y="515"/>
                      <a:pt x="407" y="515"/>
                      <a:pt x="407" y="515"/>
                    </a:cubicBezTo>
                    <a:cubicBezTo>
                      <a:pt x="406" y="515"/>
                      <a:pt x="406" y="515"/>
                      <a:pt x="406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5"/>
                      <a:pt x="400" y="515"/>
                      <a:pt x="400" y="515"/>
                    </a:cubicBezTo>
                    <a:cubicBezTo>
                      <a:pt x="397" y="516"/>
                      <a:pt x="397" y="516"/>
                      <a:pt x="397" y="516"/>
                    </a:cubicBezTo>
                    <a:cubicBezTo>
                      <a:pt x="395" y="516"/>
                      <a:pt x="395" y="516"/>
                      <a:pt x="395" y="516"/>
                    </a:cubicBezTo>
                    <a:cubicBezTo>
                      <a:pt x="393" y="515"/>
                      <a:pt x="393" y="515"/>
                      <a:pt x="393" y="515"/>
                    </a:cubicBezTo>
                    <a:cubicBezTo>
                      <a:pt x="392" y="515"/>
                      <a:pt x="392" y="515"/>
                      <a:pt x="392" y="515"/>
                    </a:cubicBezTo>
                    <a:cubicBezTo>
                      <a:pt x="390" y="514"/>
                      <a:pt x="390" y="514"/>
                      <a:pt x="390" y="514"/>
                    </a:cubicBezTo>
                    <a:cubicBezTo>
                      <a:pt x="388" y="514"/>
                      <a:pt x="388" y="514"/>
                      <a:pt x="388" y="514"/>
                    </a:cubicBezTo>
                    <a:cubicBezTo>
                      <a:pt x="385" y="512"/>
                      <a:pt x="385" y="512"/>
                      <a:pt x="385" y="512"/>
                    </a:cubicBezTo>
                    <a:cubicBezTo>
                      <a:pt x="384" y="512"/>
                      <a:pt x="384" y="512"/>
                      <a:pt x="384" y="512"/>
                    </a:cubicBezTo>
                    <a:cubicBezTo>
                      <a:pt x="384" y="513"/>
                      <a:pt x="384" y="513"/>
                      <a:pt x="384" y="513"/>
                    </a:cubicBezTo>
                    <a:cubicBezTo>
                      <a:pt x="383" y="513"/>
                      <a:pt x="383" y="513"/>
                      <a:pt x="383" y="513"/>
                    </a:cubicBezTo>
                    <a:cubicBezTo>
                      <a:pt x="382" y="511"/>
                      <a:pt x="382" y="511"/>
                      <a:pt x="382" y="511"/>
                    </a:cubicBezTo>
                    <a:cubicBezTo>
                      <a:pt x="381" y="510"/>
                      <a:pt x="381" y="510"/>
                      <a:pt x="381" y="510"/>
                    </a:cubicBezTo>
                    <a:cubicBezTo>
                      <a:pt x="380" y="508"/>
                      <a:pt x="380" y="508"/>
                      <a:pt x="380" y="508"/>
                    </a:cubicBezTo>
                    <a:cubicBezTo>
                      <a:pt x="379" y="509"/>
                      <a:pt x="379" y="509"/>
                      <a:pt x="379" y="509"/>
                    </a:cubicBezTo>
                    <a:cubicBezTo>
                      <a:pt x="377" y="510"/>
                      <a:pt x="377" y="510"/>
                      <a:pt x="377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4" y="508"/>
                      <a:pt x="374" y="508"/>
                      <a:pt x="374" y="508"/>
                    </a:cubicBezTo>
                    <a:cubicBezTo>
                      <a:pt x="373" y="507"/>
                      <a:pt x="373" y="507"/>
                      <a:pt x="373" y="507"/>
                    </a:cubicBezTo>
                    <a:cubicBezTo>
                      <a:pt x="372" y="506"/>
                      <a:pt x="372" y="506"/>
                      <a:pt x="372" y="506"/>
                    </a:cubicBezTo>
                    <a:cubicBezTo>
                      <a:pt x="370" y="507"/>
                      <a:pt x="370" y="507"/>
                      <a:pt x="370" y="507"/>
                    </a:cubicBezTo>
                    <a:cubicBezTo>
                      <a:pt x="368" y="507"/>
                      <a:pt x="368" y="507"/>
                      <a:pt x="368" y="507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6" y="507"/>
                      <a:pt x="366" y="507"/>
                      <a:pt x="366" y="507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60" y="508"/>
                      <a:pt x="360" y="508"/>
                      <a:pt x="360" y="508"/>
                    </a:cubicBezTo>
                    <a:cubicBezTo>
                      <a:pt x="357" y="509"/>
                      <a:pt x="357" y="509"/>
                      <a:pt x="357" y="509"/>
                    </a:cubicBezTo>
                    <a:cubicBezTo>
                      <a:pt x="355" y="509"/>
                      <a:pt x="355" y="509"/>
                      <a:pt x="355" y="509"/>
                    </a:cubicBezTo>
                    <a:cubicBezTo>
                      <a:pt x="352" y="510"/>
                      <a:pt x="352" y="510"/>
                      <a:pt x="352" y="510"/>
                    </a:cubicBezTo>
                    <a:cubicBezTo>
                      <a:pt x="351" y="511"/>
                      <a:pt x="351" y="511"/>
                      <a:pt x="351" y="511"/>
                    </a:cubicBezTo>
                    <a:cubicBezTo>
                      <a:pt x="350" y="511"/>
                      <a:pt x="350" y="511"/>
                      <a:pt x="350" y="511"/>
                    </a:cubicBezTo>
                    <a:cubicBezTo>
                      <a:pt x="349" y="512"/>
                      <a:pt x="349" y="512"/>
                      <a:pt x="349" y="512"/>
                    </a:cubicBezTo>
                    <a:cubicBezTo>
                      <a:pt x="348" y="513"/>
                      <a:pt x="348" y="513"/>
                      <a:pt x="348" y="513"/>
                    </a:cubicBezTo>
                    <a:cubicBezTo>
                      <a:pt x="347" y="515"/>
                      <a:pt x="347" y="515"/>
                      <a:pt x="347" y="515"/>
                    </a:cubicBezTo>
                    <a:cubicBezTo>
                      <a:pt x="346" y="515"/>
                      <a:pt x="346" y="515"/>
                      <a:pt x="346" y="515"/>
                    </a:cubicBezTo>
                    <a:cubicBezTo>
                      <a:pt x="346" y="516"/>
                      <a:pt x="346" y="516"/>
                      <a:pt x="346" y="516"/>
                    </a:cubicBezTo>
                    <a:cubicBezTo>
                      <a:pt x="345" y="516"/>
                      <a:pt x="345" y="516"/>
                      <a:pt x="345" y="516"/>
                    </a:cubicBezTo>
                    <a:cubicBezTo>
                      <a:pt x="341" y="514"/>
                      <a:pt x="341" y="514"/>
                      <a:pt x="341" y="514"/>
                    </a:cubicBezTo>
                    <a:cubicBezTo>
                      <a:pt x="339" y="514"/>
                      <a:pt x="339" y="514"/>
                      <a:pt x="339" y="514"/>
                    </a:cubicBezTo>
                    <a:cubicBezTo>
                      <a:pt x="338" y="515"/>
                      <a:pt x="338" y="515"/>
                      <a:pt x="338" y="515"/>
                    </a:cubicBezTo>
                    <a:cubicBezTo>
                      <a:pt x="337" y="515"/>
                      <a:pt x="337" y="515"/>
                      <a:pt x="337" y="515"/>
                    </a:cubicBezTo>
                    <a:cubicBezTo>
                      <a:pt x="335" y="515"/>
                      <a:pt x="335" y="515"/>
                      <a:pt x="335" y="515"/>
                    </a:cubicBezTo>
                    <a:cubicBezTo>
                      <a:pt x="333" y="515"/>
                      <a:pt x="333" y="515"/>
                      <a:pt x="333" y="515"/>
                    </a:cubicBezTo>
                    <a:cubicBezTo>
                      <a:pt x="331" y="515"/>
                      <a:pt x="331" y="515"/>
                      <a:pt x="331" y="515"/>
                    </a:cubicBezTo>
                    <a:cubicBezTo>
                      <a:pt x="329" y="514"/>
                      <a:pt x="329" y="514"/>
                      <a:pt x="329" y="514"/>
                    </a:cubicBezTo>
                    <a:cubicBezTo>
                      <a:pt x="328" y="513"/>
                      <a:pt x="328" y="513"/>
                      <a:pt x="328" y="513"/>
                    </a:cubicBezTo>
                    <a:cubicBezTo>
                      <a:pt x="326" y="512"/>
                      <a:pt x="326" y="512"/>
                      <a:pt x="326" y="512"/>
                    </a:cubicBezTo>
                    <a:cubicBezTo>
                      <a:pt x="324" y="511"/>
                      <a:pt x="324" y="511"/>
                      <a:pt x="324" y="511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3" y="506"/>
                      <a:pt x="323" y="506"/>
                      <a:pt x="323" y="506"/>
                    </a:cubicBezTo>
                    <a:cubicBezTo>
                      <a:pt x="321" y="504"/>
                      <a:pt x="321" y="504"/>
                      <a:pt x="321" y="504"/>
                    </a:cubicBezTo>
                    <a:cubicBezTo>
                      <a:pt x="320" y="504"/>
                      <a:pt x="320" y="504"/>
                      <a:pt x="320" y="504"/>
                    </a:cubicBezTo>
                    <a:cubicBezTo>
                      <a:pt x="322" y="502"/>
                      <a:pt x="322" y="502"/>
                      <a:pt x="322" y="502"/>
                    </a:cubicBezTo>
                    <a:cubicBezTo>
                      <a:pt x="322" y="501"/>
                      <a:pt x="322" y="501"/>
                      <a:pt x="322" y="501"/>
                    </a:cubicBezTo>
                    <a:cubicBezTo>
                      <a:pt x="322" y="498"/>
                      <a:pt x="322" y="498"/>
                      <a:pt x="322" y="498"/>
                    </a:cubicBezTo>
                    <a:cubicBezTo>
                      <a:pt x="324" y="496"/>
                      <a:pt x="324" y="496"/>
                      <a:pt x="324" y="496"/>
                    </a:cubicBezTo>
                    <a:cubicBezTo>
                      <a:pt x="325" y="497"/>
                      <a:pt x="325" y="497"/>
                      <a:pt x="325" y="497"/>
                    </a:cubicBezTo>
                    <a:cubicBezTo>
                      <a:pt x="326" y="495"/>
                      <a:pt x="326" y="495"/>
                      <a:pt x="326" y="495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2"/>
                      <a:pt x="327" y="492"/>
                      <a:pt x="327" y="492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0"/>
                      <a:pt x="326" y="490"/>
                      <a:pt x="326" y="490"/>
                    </a:cubicBezTo>
                    <a:cubicBezTo>
                      <a:pt x="327" y="489"/>
                      <a:pt x="327" y="489"/>
                      <a:pt x="327" y="489"/>
                    </a:cubicBezTo>
                    <a:cubicBezTo>
                      <a:pt x="327" y="487"/>
                      <a:pt x="327" y="487"/>
                      <a:pt x="327" y="487"/>
                    </a:cubicBezTo>
                    <a:cubicBezTo>
                      <a:pt x="327" y="486"/>
                      <a:pt x="327" y="486"/>
                      <a:pt x="327" y="486"/>
                    </a:cubicBezTo>
                    <a:cubicBezTo>
                      <a:pt x="327" y="485"/>
                      <a:pt x="327" y="485"/>
                      <a:pt x="327" y="485"/>
                    </a:cubicBezTo>
                    <a:cubicBezTo>
                      <a:pt x="328" y="484"/>
                      <a:pt x="328" y="484"/>
                      <a:pt x="328" y="484"/>
                    </a:cubicBezTo>
                    <a:cubicBezTo>
                      <a:pt x="330" y="484"/>
                      <a:pt x="330" y="484"/>
                      <a:pt x="330" y="484"/>
                    </a:cubicBezTo>
                    <a:cubicBezTo>
                      <a:pt x="332" y="483"/>
                      <a:pt x="332" y="483"/>
                      <a:pt x="332" y="483"/>
                    </a:cubicBezTo>
                    <a:cubicBezTo>
                      <a:pt x="333" y="481"/>
                      <a:pt x="333" y="481"/>
                      <a:pt x="333" y="481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2" y="479"/>
                      <a:pt x="332" y="479"/>
                      <a:pt x="332" y="479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7"/>
                      <a:pt x="333" y="477"/>
                      <a:pt x="333" y="477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4" y="476"/>
                      <a:pt x="334" y="476"/>
                      <a:pt x="334" y="476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9" y="469"/>
                      <a:pt x="339" y="469"/>
                      <a:pt x="339" y="469"/>
                    </a:cubicBezTo>
                    <a:cubicBezTo>
                      <a:pt x="339" y="468"/>
                      <a:pt x="339" y="468"/>
                      <a:pt x="339" y="468"/>
                    </a:cubicBezTo>
                    <a:cubicBezTo>
                      <a:pt x="340" y="467"/>
                      <a:pt x="340" y="467"/>
                      <a:pt x="340" y="467"/>
                    </a:cubicBezTo>
                    <a:cubicBezTo>
                      <a:pt x="341" y="467"/>
                      <a:pt x="341" y="467"/>
                      <a:pt x="341" y="467"/>
                    </a:cubicBezTo>
                    <a:cubicBezTo>
                      <a:pt x="342" y="466"/>
                      <a:pt x="342" y="466"/>
                      <a:pt x="342" y="466"/>
                    </a:cubicBezTo>
                    <a:cubicBezTo>
                      <a:pt x="343" y="468"/>
                      <a:pt x="343" y="468"/>
                      <a:pt x="343" y="468"/>
                    </a:cubicBezTo>
                    <a:cubicBezTo>
                      <a:pt x="346" y="468"/>
                      <a:pt x="346" y="468"/>
                      <a:pt x="346" y="468"/>
                    </a:cubicBezTo>
                    <a:cubicBezTo>
                      <a:pt x="347" y="468"/>
                      <a:pt x="347" y="468"/>
                      <a:pt x="347" y="468"/>
                    </a:cubicBezTo>
                    <a:cubicBezTo>
                      <a:pt x="346" y="469"/>
                      <a:pt x="346" y="469"/>
                      <a:pt x="346" y="469"/>
                    </a:cubicBezTo>
                    <a:cubicBezTo>
                      <a:pt x="348" y="471"/>
                      <a:pt x="348" y="471"/>
                      <a:pt x="348" y="471"/>
                    </a:cubicBezTo>
                    <a:cubicBezTo>
                      <a:pt x="349" y="471"/>
                      <a:pt x="349" y="471"/>
                      <a:pt x="349" y="471"/>
                    </a:cubicBezTo>
                    <a:cubicBezTo>
                      <a:pt x="351" y="472"/>
                      <a:pt x="351" y="472"/>
                      <a:pt x="351" y="472"/>
                    </a:cubicBezTo>
                    <a:cubicBezTo>
                      <a:pt x="352" y="471"/>
                      <a:pt x="352" y="471"/>
                      <a:pt x="352" y="471"/>
                    </a:cubicBezTo>
                    <a:cubicBezTo>
                      <a:pt x="354" y="471"/>
                      <a:pt x="354" y="471"/>
                      <a:pt x="354" y="471"/>
                    </a:cubicBezTo>
                    <a:cubicBezTo>
                      <a:pt x="355" y="471"/>
                      <a:pt x="355" y="471"/>
                      <a:pt x="355" y="471"/>
                    </a:cubicBezTo>
                    <a:cubicBezTo>
                      <a:pt x="357" y="472"/>
                      <a:pt x="357" y="472"/>
                      <a:pt x="357" y="472"/>
                    </a:cubicBezTo>
                    <a:cubicBezTo>
                      <a:pt x="358" y="471"/>
                      <a:pt x="358" y="471"/>
                      <a:pt x="358" y="471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6" y="474"/>
                      <a:pt x="356" y="474"/>
                      <a:pt x="356" y="474"/>
                    </a:cubicBezTo>
                    <a:cubicBezTo>
                      <a:pt x="353" y="475"/>
                      <a:pt x="353" y="475"/>
                      <a:pt x="353" y="475"/>
                    </a:cubicBezTo>
                    <a:cubicBezTo>
                      <a:pt x="351" y="478"/>
                      <a:pt x="351" y="478"/>
                      <a:pt x="351" y="478"/>
                    </a:cubicBezTo>
                    <a:cubicBezTo>
                      <a:pt x="354" y="479"/>
                      <a:pt x="354" y="479"/>
                      <a:pt x="354" y="479"/>
                    </a:cubicBezTo>
                    <a:cubicBezTo>
                      <a:pt x="355" y="478"/>
                      <a:pt x="355" y="478"/>
                      <a:pt x="355" y="478"/>
                    </a:cubicBezTo>
                    <a:cubicBezTo>
                      <a:pt x="356" y="479"/>
                      <a:pt x="356" y="479"/>
                      <a:pt x="356" y="479"/>
                    </a:cubicBezTo>
                    <a:cubicBezTo>
                      <a:pt x="357" y="479"/>
                      <a:pt x="357" y="479"/>
                      <a:pt x="357" y="479"/>
                    </a:cubicBezTo>
                    <a:cubicBezTo>
                      <a:pt x="359" y="480"/>
                      <a:pt x="359" y="480"/>
                      <a:pt x="359" y="480"/>
                    </a:cubicBezTo>
                    <a:cubicBezTo>
                      <a:pt x="359" y="481"/>
                      <a:pt x="359" y="481"/>
                      <a:pt x="359" y="481"/>
                    </a:cubicBezTo>
                    <a:cubicBezTo>
                      <a:pt x="358" y="483"/>
                      <a:pt x="358" y="483"/>
                      <a:pt x="358" y="483"/>
                    </a:cubicBezTo>
                    <a:cubicBezTo>
                      <a:pt x="357" y="484"/>
                      <a:pt x="357" y="484"/>
                      <a:pt x="357" y="484"/>
                    </a:cubicBezTo>
                    <a:cubicBezTo>
                      <a:pt x="359" y="486"/>
                      <a:pt x="359" y="486"/>
                      <a:pt x="359" y="486"/>
                    </a:cubicBezTo>
                    <a:cubicBezTo>
                      <a:pt x="362" y="486"/>
                      <a:pt x="362" y="486"/>
                      <a:pt x="362" y="486"/>
                    </a:cubicBezTo>
                    <a:cubicBezTo>
                      <a:pt x="365" y="485"/>
                      <a:pt x="365" y="485"/>
                      <a:pt x="365" y="485"/>
                    </a:cubicBezTo>
                    <a:cubicBezTo>
                      <a:pt x="368" y="482"/>
                      <a:pt x="368" y="482"/>
                      <a:pt x="368" y="482"/>
                    </a:cubicBezTo>
                    <a:cubicBezTo>
                      <a:pt x="371" y="482"/>
                      <a:pt x="371" y="482"/>
                      <a:pt x="371" y="482"/>
                    </a:cubicBezTo>
                    <a:cubicBezTo>
                      <a:pt x="372" y="480"/>
                      <a:pt x="372" y="480"/>
                      <a:pt x="372" y="480"/>
                    </a:cubicBezTo>
                    <a:cubicBezTo>
                      <a:pt x="374" y="480"/>
                      <a:pt x="374" y="480"/>
                      <a:pt x="374" y="480"/>
                    </a:cubicBezTo>
                    <a:cubicBezTo>
                      <a:pt x="376" y="480"/>
                      <a:pt x="376" y="480"/>
                      <a:pt x="376" y="480"/>
                    </a:cubicBezTo>
                    <a:cubicBezTo>
                      <a:pt x="377" y="480"/>
                      <a:pt x="377" y="480"/>
                      <a:pt x="377" y="480"/>
                    </a:cubicBezTo>
                    <a:cubicBezTo>
                      <a:pt x="379" y="480"/>
                      <a:pt x="379" y="480"/>
                      <a:pt x="379" y="480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82"/>
                      <a:pt x="385" y="482"/>
                      <a:pt x="385" y="482"/>
                    </a:cubicBezTo>
                    <a:cubicBezTo>
                      <a:pt x="387" y="484"/>
                      <a:pt x="387" y="484"/>
                      <a:pt x="387" y="484"/>
                    </a:cubicBezTo>
                    <a:cubicBezTo>
                      <a:pt x="390" y="484"/>
                      <a:pt x="390" y="484"/>
                      <a:pt x="390" y="484"/>
                    </a:cubicBezTo>
                    <a:cubicBezTo>
                      <a:pt x="393" y="485"/>
                      <a:pt x="393" y="485"/>
                      <a:pt x="393" y="485"/>
                    </a:cubicBezTo>
                    <a:cubicBezTo>
                      <a:pt x="395" y="486"/>
                      <a:pt x="395" y="486"/>
                      <a:pt x="395" y="486"/>
                    </a:cubicBezTo>
                    <a:cubicBezTo>
                      <a:pt x="399" y="489"/>
                      <a:pt x="399" y="489"/>
                      <a:pt x="399" y="489"/>
                    </a:cubicBezTo>
                    <a:cubicBezTo>
                      <a:pt x="400" y="491"/>
                      <a:pt x="400" y="491"/>
                      <a:pt x="400" y="491"/>
                    </a:cubicBezTo>
                    <a:cubicBezTo>
                      <a:pt x="402" y="491"/>
                      <a:pt x="402" y="491"/>
                      <a:pt x="402" y="491"/>
                    </a:cubicBezTo>
                    <a:cubicBezTo>
                      <a:pt x="402" y="492"/>
                      <a:pt x="402" y="492"/>
                      <a:pt x="402" y="492"/>
                    </a:cubicBezTo>
                    <a:cubicBezTo>
                      <a:pt x="403" y="493"/>
                      <a:pt x="403" y="493"/>
                      <a:pt x="403" y="493"/>
                    </a:cubicBezTo>
                    <a:cubicBezTo>
                      <a:pt x="404" y="493"/>
                      <a:pt x="404" y="493"/>
                      <a:pt x="404" y="493"/>
                    </a:cubicBezTo>
                    <a:cubicBezTo>
                      <a:pt x="405" y="494"/>
                      <a:pt x="405" y="494"/>
                      <a:pt x="405" y="494"/>
                    </a:cubicBezTo>
                    <a:cubicBezTo>
                      <a:pt x="406" y="495"/>
                      <a:pt x="406" y="495"/>
                      <a:pt x="406" y="495"/>
                    </a:cubicBezTo>
                    <a:cubicBezTo>
                      <a:pt x="407" y="495"/>
                      <a:pt x="407" y="495"/>
                      <a:pt x="407" y="495"/>
                    </a:cubicBezTo>
                    <a:cubicBezTo>
                      <a:pt x="408" y="497"/>
                      <a:pt x="408" y="497"/>
                      <a:pt x="408" y="497"/>
                    </a:cubicBezTo>
                    <a:cubicBezTo>
                      <a:pt x="410" y="497"/>
                      <a:pt x="410" y="497"/>
                      <a:pt x="410" y="497"/>
                    </a:cubicBezTo>
                    <a:cubicBezTo>
                      <a:pt x="411" y="497"/>
                      <a:pt x="411" y="497"/>
                      <a:pt x="411" y="497"/>
                    </a:cubicBezTo>
                    <a:cubicBezTo>
                      <a:pt x="412" y="497"/>
                      <a:pt x="412" y="497"/>
                      <a:pt x="412" y="497"/>
                    </a:cubicBezTo>
                    <a:cubicBezTo>
                      <a:pt x="413" y="498"/>
                      <a:pt x="413" y="498"/>
                      <a:pt x="413" y="498"/>
                    </a:cubicBezTo>
                    <a:cubicBezTo>
                      <a:pt x="413" y="499"/>
                      <a:pt x="413" y="499"/>
                      <a:pt x="413" y="499"/>
                    </a:cubicBezTo>
                    <a:cubicBezTo>
                      <a:pt x="415" y="499"/>
                      <a:pt x="415" y="499"/>
                      <a:pt x="415" y="499"/>
                    </a:cubicBezTo>
                    <a:cubicBezTo>
                      <a:pt x="417" y="502"/>
                      <a:pt x="417" y="502"/>
                      <a:pt x="417" y="502"/>
                    </a:cubicBezTo>
                    <a:cubicBezTo>
                      <a:pt x="417" y="503"/>
                      <a:pt x="417" y="503"/>
                      <a:pt x="417" y="503"/>
                    </a:cubicBezTo>
                    <a:cubicBezTo>
                      <a:pt x="418" y="505"/>
                      <a:pt x="418" y="505"/>
                      <a:pt x="418" y="505"/>
                    </a:cubicBezTo>
                    <a:cubicBezTo>
                      <a:pt x="419" y="508"/>
                      <a:pt x="419" y="508"/>
                      <a:pt x="419" y="508"/>
                    </a:cubicBezTo>
                    <a:cubicBezTo>
                      <a:pt x="418" y="508"/>
                      <a:pt x="418" y="508"/>
                      <a:pt x="418" y="508"/>
                    </a:cubicBezTo>
                    <a:lnTo>
                      <a:pt x="419" y="509"/>
                    </a:lnTo>
                    <a:close/>
                    <a:moveTo>
                      <a:pt x="427" y="217"/>
                    </a:moveTo>
                    <a:cubicBezTo>
                      <a:pt x="427" y="217"/>
                      <a:pt x="427" y="217"/>
                      <a:pt x="427" y="217"/>
                    </a:cubicBezTo>
                    <a:cubicBezTo>
                      <a:pt x="428" y="216"/>
                      <a:pt x="428" y="216"/>
                      <a:pt x="428" y="216"/>
                    </a:cubicBezTo>
                    <a:lnTo>
                      <a:pt x="427" y="217"/>
                    </a:lnTo>
                    <a:close/>
                    <a:moveTo>
                      <a:pt x="429" y="216"/>
                    </a:moveTo>
                    <a:cubicBezTo>
                      <a:pt x="429" y="216"/>
                      <a:pt x="429" y="216"/>
                      <a:pt x="429" y="216"/>
                    </a:cubicBezTo>
                    <a:cubicBezTo>
                      <a:pt x="429" y="216"/>
                      <a:pt x="429" y="216"/>
                      <a:pt x="429" y="216"/>
                    </a:cubicBezTo>
                    <a:close/>
                    <a:moveTo>
                      <a:pt x="435" y="216"/>
                    </a:move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5" y="216"/>
                      <a:pt x="435" y="216"/>
                      <a:pt x="435" y="216"/>
                    </a:cubicBezTo>
                    <a:cubicBezTo>
                      <a:pt x="435" y="216"/>
                      <a:pt x="435" y="216"/>
                      <a:pt x="435" y="216"/>
                    </a:cubicBezTo>
                    <a:close/>
                    <a:moveTo>
                      <a:pt x="438" y="213"/>
                    </a:moveTo>
                    <a:cubicBezTo>
                      <a:pt x="438" y="213"/>
                      <a:pt x="438" y="213"/>
                      <a:pt x="438" y="213"/>
                    </a:cubicBezTo>
                    <a:cubicBezTo>
                      <a:pt x="437" y="213"/>
                      <a:pt x="437" y="213"/>
                      <a:pt x="437" y="213"/>
                    </a:cubicBezTo>
                    <a:cubicBezTo>
                      <a:pt x="437" y="212"/>
                      <a:pt x="437" y="212"/>
                      <a:pt x="437" y="212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9" y="213"/>
                      <a:pt x="439" y="213"/>
                      <a:pt x="439" y="213"/>
                    </a:cubicBezTo>
                    <a:lnTo>
                      <a:pt x="438" y="213"/>
                    </a:lnTo>
                    <a:close/>
                    <a:moveTo>
                      <a:pt x="444" y="217"/>
                    </a:move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2" y="218"/>
                      <a:pt x="442" y="218"/>
                      <a:pt x="442" y="218"/>
                    </a:cubicBezTo>
                    <a:cubicBezTo>
                      <a:pt x="442" y="217"/>
                      <a:pt x="442" y="217"/>
                      <a:pt x="442" y="217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43" y="216"/>
                      <a:pt x="443" y="216"/>
                      <a:pt x="443" y="216"/>
                    </a:cubicBezTo>
                    <a:cubicBezTo>
                      <a:pt x="444" y="216"/>
                      <a:pt x="444" y="216"/>
                      <a:pt x="444" y="216"/>
                    </a:cubicBez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5" y="217"/>
                      <a:pt x="445" y="217"/>
                      <a:pt x="445" y="217"/>
                    </a:cubicBezTo>
                    <a:lnTo>
                      <a:pt x="444" y="217"/>
                    </a:lnTo>
                    <a:close/>
                    <a:moveTo>
                      <a:pt x="447" y="217"/>
                    </a:moveTo>
                    <a:cubicBezTo>
                      <a:pt x="446" y="217"/>
                      <a:pt x="446" y="217"/>
                      <a:pt x="446" y="217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7" y="217"/>
                      <a:pt x="447" y="217"/>
                      <a:pt x="447" y="217"/>
                    </a:cubicBezTo>
                    <a:close/>
                    <a:moveTo>
                      <a:pt x="466" y="208"/>
                    </a:moveTo>
                    <a:cubicBezTo>
                      <a:pt x="466" y="208"/>
                      <a:pt x="466" y="208"/>
                      <a:pt x="466" y="208"/>
                    </a:cubicBezTo>
                    <a:cubicBezTo>
                      <a:pt x="466" y="208"/>
                      <a:pt x="466" y="208"/>
                      <a:pt x="466" y="208"/>
                    </a:cubicBezTo>
                    <a:close/>
                    <a:moveTo>
                      <a:pt x="540" y="228"/>
                    </a:move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39" y="229"/>
                      <a:pt x="539" y="229"/>
                      <a:pt x="539" y="229"/>
                    </a:cubicBezTo>
                    <a:cubicBezTo>
                      <a:pt x="540" y="228"/>
                      <a:pt x="540" y="228"/>
                      <a:pt x="540" y="228"/>
                    </a:cubicBezTo>
                    <a:cubicBezTo>
                      <a:pt x="542" y="228"/>
                      <a:pt x="542" y="228"/>
                      <a:pt x="542" y="228"/>
                    </a:cubicBezTo>
                    <a:cubicBezTo>
                      <a:pt x="542" y="227"/>
                      <a:pt x="542" y="227"/>
                      <a:pt x="542" y="227"/>
                    </a:cubicBezTo>
                    <a:lnTo>
                      <a:pt x="540" y="228"/>
                    </a:lnTo>
                    <a:close/>
                    <a:moveTo>
                      <a:pt x="544" y="227"/>
                    </a:moveTo>
                    <a:cubicBezTo>
                      <a:pt x="544" y="227"/>
                      <a:pt x="544" y="227"/>
                      <a:pt x="544" y="227"/>
                    </a:cubicBezTo>
                    <a:cubicBezTo>
                      <a:pt x="544" y="227"/>
                      <a:pt x="544" y="227"/>
                      <a:pt x="544" y="227"/>
                    </a:cubicBezTo>
                    <a:close/>
                    <a:moveTo>
                      <a:pt x="544" y="229"/>
                    </a:moveTo>
                    <a:cubicBezTo>
                      <a:pt x="544" y="229"/>
                      <a:pt x="544" y="229"/>
                      <a:pt x="544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lnTo>
                      <a:pt x="544" y="229"/>
                    </a:lnTo>
                    <a:close/>
                    <a:moveTo>
                      <a:pt x="546" y="227"/>
                    </a:moveTo>
                    <a:cubicBezTo>
                      <a:pt x="547" y="226"/>
                      <a:pt x="547" y="226"/>
                      <a:pt x="547" y="226"/>
                    </a:cubicBezTo>
                    <a:cubicBezTo>
                      <a:pt x="548" y="227"/>
                      <a:pt x="548" y="227"/>
                      <a:pt x="548" y="227"/>
                    </a:cubicBezTo>
                    <a:cubicBezTo>
                      <a:pt x="547" y="227"/>
                      <a:pt x="547" y="227"/>
                      <a:pt x="547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lose/>
                    <a:moveTo>
                      <a:pt x="546" y="231"/>
                    </a:moveTo>
                    <a:cubicBezTo>
                      <a:pt x="545" y="230"/>
                      <a:pt x="545" y="230"/>
                      <a:pt x="545" y="230"/>
                    </a:cubicBezTo>
                    <a:cubicBezTo>
                      <a:pt x="547" y="231"/>
                      <a:pt x="547" y="231"/>
                      <a:pt x="547" y="231"/>
                    </a:cubicBezTo>
                    <a:lnTo>
                      <a:pt x="546" y="231"/>
                    </a:lnTo>
                    <a:close/>
                    <a:moveTo>
                      <a:pt x="591" y="209"/>
                    </a:moveTo>
                    <a:cubicBezTo>
                      <a:pt x="589" y="208"/>
                      <a:pt x="589" y="208"/>
                      <a:pt x="589" y="208"/>
                    </a:cubicBezTo>
                    <a:cubicBezTo>
                      <a:pt x="587" y="207"/>
                      <a:pt x="587" y="207"/>
                      <a:pt x="587" y="207"/>
                    </a:cubicBezTo>
                    <a:cubicBezTo>
                      <a:pt x="586" y="207"/>
                      <a:pt x="586" y="207"/>
                      <a:pt x="586" y="207"/>
                    </a:cubicBezTo>
                    <a:cubicBezTo>
                      <a:pt x="587" y="206"/>
                      <a:pt x="587" y="206"/>
                      <a:pt x="587" y="206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5"/>
                      <a:pt x="587" y="205"/>
                      <a:pt x="587" y="205"/>
                    </a:cubicBezTo>
                    <a:cubicBezTo>
                      <a:pt x="588" y="207"/>
                      <a:pt x="588" y="207"/>
                      <a:pt x="588" y="207"/>
                    </a:cubicBezTo>
                    <a:cubicBezTo>
                      <a:pt x="590" y="207"/>
                      <a:pt x="590" y="207"/>
                      <a:pt x="590" y="207"/>
                    </a:cubicBezTo>
                    <a:cubicBezTo>
                      <a:pt x="591" y="209"/>
                      <a:pt x="591" y="209"/>
                      <a:pt x="591" y="209"/>
                    </a:cubicBezTo>
                    <a:cubicBezTo>
                      <a:pt x="592" y="209"/>
                      <a:pt x="592" y="209"/>
                      <a:pt x="592" y="209"/>
                    </a:cubicBezTo>
                    <a:lnTo>
                      <a:pt x="591" y="209"/>
                    </a:lnTo>
                    <a:close/>
                    <a:moveTo>
                      <a:pt x="596" y="208"/>
                    </a:moveTo>
                    <a:cubicBezTo>
                      <a:pt x="594" y="208"/>
                      <a:pt x="594" y="208"/>
                      <a:pt x="594" y="208"/>
                    </a:cubicBezTo>
                    <a:cubicBezTo>
                      <a:pt x="594" y="207"/>
                      <a:pt x="594" y="207"/>
                      <a:pt x="594" y="207"/>
                    </a:cubicBezTo>
                    <a:cubicBezTo>
                      <a:pt x="595" y="208"/>
                      <a:pt x="595" y="208"/>
                      <a:pt x="595" y="208"/>
                    </a:cubicBezTo>
                    <a:cubicBezTo>
                      <a:pt x="596" y="208"/>
                      <a:pt x="596" y="208"/>
                      <a:pt x="596" y="208"/>
                    </a:cubicBezTo>
                    <a:close/>
                    <a:moveTo>
                      <a:pt x="604" y="154"/>
                    </a:move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6" y="156"/>
                      <a:pt x="606" y="156"/>
                      <a:pt x="606" y="156"/>
                    </a:cubicBez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4" y="155"/>
                      <a:pt x="604" y="155"/>
                      <a:pt x="604" y="155"/>
                    </a:cubicBezTo>
                    <a:lnTo>
                      <a:pt x="604" y="154"/>
                    </a:lnTo>
                    <a:close/>
                    <a:moveTo>
                      <a:pt x="605" y="163"/>
                    </a:moveTo>
                    <a:cubicBezTo>
                      <a:pt x="605" y="163"/>
                      <a:pt x="605" y="163"/>
                      <a:pt x="605" y="163"/>
                    </a:cubicBezTo>
                    <a:cubicBezTo>
                      <a:pt x="605" y="163"/>
                      <a:pt x="605" y="163"/>
                      <a:pt x="605" y="163"/>
                    </a:cubicBezTo>
                    <a:close/>
                    <a:moveTo>
                      <a:pt x="603" y="155"/>
                    </a:moveTo>
                    <a:cubicBezTo>
                      <a:pt x="604" y="156"/>
                      <a:pt x="604" y="156"/>
                      <a:pt x="604" y="156"/>
                    </a:cubicBezTo>
                    <a:cubicBezTo>
                      <a:pt x="604" y="156"/>
                      <a:pt x="604" y="156"/>
                      <a:pt x="604" y="156"/>
                    </a:cubicBezTo>
                    <a:lnTo>
                      <a:pt x="603" y="155"/>
                    </a:lnTo>
                    <a:close/>
                    <a:moveTo>
                      <a:pt x="605" y="167"/>
                    </a:moveTo>
                    <a:cubicBezTo>
                      <a:pt x="604" y="166"/>
                      <a:pt x="604" y="166"/>
                      <a:pt x="604" y="166"/>
                    </a:cubicBezTo>
                    <a:cubicBezTo>
                      <a:pt x="604" y="165"/>
                      <a:pt x="604" y="165"/>
                      <a:pt x="604" y="165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6" y="167"/>
                      <a:pt x="606" y="167"/>
                      <a:pt x="606" y="167"/>
                    </a:cubicBezTo>
                    <a:lnTo>
                      <a:pt x="605" y="167"/>
                    </a:lnTo>
                    <a:close/>
                    <a:moveTo>
                      <a:pt x="607" y="164"/>
                    </a:moveTo>
                    <a:cubicBezTo>
                      <a:pt x="607" y="164"/>
                      <a:pt x="607" y="164"/>
                      <a:pt x="607" y="164"/>
                    </a:cubicBezTo>
                    <a:cubicBezTo>
                      <a:pt x="605" y="164"/>
                      <a:pt x="605" y="164"/>
                      <a:pt x="605" y="164"/>
                    </a:cubicBezTo>
                    <a:cubicBezTo>
                      <a:pt x="606" y="162"/>
                      <a:pt x="606" y="162"/>
                      <a:pt x="606" y="162"/>
                    </a:cubicBezTo>
                    <a:cubicBezTo>
                      <a:pt x="607" y="162"/>
                      <a:pt x="607" y="162"/>
                      <a:pt x="607" y="162"/>
                    </a:cubicBezTo>
                    <a:cubicBezTo>
                      <a:pt x="608" y="163"/>
                      <a:pt x="608" y="163"/>
                      <a:pt x="608" y="163"/>
                    </a:cubicBezTo>
                    <a:lnTo>
                      <a:pt x="607" y="164"/>
                    </a:lnTo>
                    <a:close/>
                    <a:moveTo>
                      <a:pt x="606" y="159"/>
                    </a:moveTo>
                    <a:cubicBezTo>
                      <a:pt x="606" y="160"/>
                      <a:pt x="606" y="160"/>
                      <a:pt x="606" y="160"/>
                    </a:cubicBezTo>
                    <a:cubicBezTo>
                      <a:pt x="606" y="159"/>
                      <a:pt x="606" y="159"/>
                      <a:pt x="606" y="159"/>
                    </a:cubicBezTo>
                    <a:cubicBezTo>
                      <a:pt x="608" y="160"/>
                      <a:pt x="608" y="160"/>
                      <a:pt x="608" y="160"/>
                    </a:cubicBezTo>
                    <a:lnTo>
                      <a:pt x="606" y="159"/>
                    </a:lnTo>
                    <a:close/>
                    <a:moveTo>
                      <a:pt x="613" y="172"/>
                    </a:moveTo>
                    <a:cubicBezTo>
                      <a:pt x="612" y="171"/>
                      <a:pt x="612" y="171"/>
                      <a:pt x="612" y="171"/>
                    </a:cubicBezTo>
                    <a:cubicBezTo>
                      <a:pt x="612" y="170"/>
                      <a:pt x="612" y="170"/>
                      <a:pt x="612" y="170"/>
                    </a:cubicBezTo>
                    <a:cubicBezTo>
                      <a:pt x="613" y="171"/>
                      <a:pt x="613" y="171"/>
                      <a:pt x="613" y="171"/>
                    </a:cubicBezTo>
                    <a:cubicBezTo>
                      <a:pt x="616" y="172"/>
                      <a:pt x="616" y="172"/>
                      <a:pt x="616" y="172"/>
                    </a:cubicBezTo>
                    <a:lnTo>
                      <a:pt x="613" y="172"/>
                    </a:lnTo>
                    <a:close/>
                    <a:moveTo>
                      <a:pt x="618" y="172"/>
                    </a:moveTo>
                    <a:cubicBezTo>
                      <a:pt x="618" y="174"/>
                      <a:pt x="618" y="174"/>
                      <a:pt x="618" y="174"/>
                    </a:cubicBezTo>
                    <a:cubicBezTo>
                      <a:pt x="616" y="172"/>
                      <a:pt x="616" y="172"/>
                      <a:pt x="616" y="172"/>
                    </a:cubicBezTo>
                    <a:cubicBezTo>
                      <a:pt x="617" y="172"/>
                      <a:pt x="617" y="172"/>
                      <a:pt x="617" y="172"/>
                    </a:cubicBezTo>
                    <a:cubicBezTo>
                      <a:pt x="618" y="172"/>
                      <a:pt x="618" y="172"/>
                      <a:pt x="618" y="172"/>
                    </a:cubicBezTo>
                    <a:cubicBezTo>
                      <a:pt x="619" y="172"/>
                      <a:pt x="619" y="172"/>
                      <a:pt x="619" y="172"/>
                    </a:cubicBezTo>
                    <a:lnTo>
                      <a:pt x="618" y="172"/>
                    </a:lnTo>
                    <a:close/>
                    <a:moveTo>
                      <a:pt x="643" y="43"/>
                    </a:moveTo>
                    <a:cubicBezTo>
                      <a:pt x="642" y="42"/>
                      <a:pt x="642" y="42"/>
                      <a:pt x="642" y="42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3" y="40"/>
                      <a:pt x="643" y="40"/>
                      <a:pt x="643" y="40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45" y="43"/>
                      <a:pt x="645" y="43"/>
                      <a:pt x="645" y="43"/>
                    </a:cubicBezTo>
                    <a:lnTo>
                      <a:pt x="643" y="43"/>
                    </a:lnTo>
                    <a:close/>
                    <a:moveTo>
                      <a:pt x="646" y="48"/>
                    </a:moveTo>
                    <a:cubicBezTo>
                      <a:pt x="645" y="48"/>
                      <a:pt x="645" y="48"/>
                      <a:pt x="645" y="48"/>
                    </a:cubicBezTo>
                    <a:cubicBezTo>
                      <a:pt x="646" y="46"/>
                      <a:pt x="646" y="46"/>
                      <a:pt x="646" y="46"/>
                    </a:cubicBezTo>
                    <a:cubicBezTo>
                      <a:pt x="645" y="45"/>
                      <a:pt x="645" y="45"/>
                      <a:pt x="645" y="45"/>
                    </a:cubicBezTo>
                    <a:cubicBezTo>
                      <a:pt x="645" y="43"/>
                      <a:pt x="645" y="43"/>
                      <a:pt x="645" y="43"/>
                    </a:cubicBezTo>
                    <a:cubicBezTo>
                      <a:pt x="646" y="43"/>
                      <a:pt x="646" y="43"/>
                      <a:pt x="646" y="43"/>
                    </a:cubicBezTo>
                    <a:cubicBezTo>
                      <a:pt x="647" y="46"/>
                      <a:pt x="647" y="46"/>
                      <a:pt x="647" y="46"/>
                    </a:cubicBezTo>
                    <a:lnTo>
                      <a:pt x="646" y="48"/>
                    </a:lnTo>
                    <a:close/>
                    <a:moveTo>
                      <a:pt x="713" y="92"/>
                    </a:moveTo>
                    <a:cubicBezTo>
                      <a:pt x="713" y="93"/>
                      <a:pt x="713" y="93"/>
                      <a:pt x="713" y="93"/>
                    </a:cubicBezTo>
                    <a:cubicBezTo>
                      <a:pt x="713" y="94"/>
                      <a:pt x="713" y="94"/>
                      <a:pt x="713" y="94"/>
                    </a:cubicBezTo>
                    <a:cubicBezTo>
                      <a:pt x="713" y="95"/>
                      <a:pt x="713" y="95"/>
                      <a:pt x="713" y="95"/>
                    </a:cubicBezTo>
                    <a:cubicBezTo>
                      <a:pt x="712" y="96"/>
                      <a:pt x="712" y="96"/>
                      <a:pt x="712" y="96"/>
                    </a:cubicBezTo>
                    <a:cubicBezTo>
                      <a:pt x="713" y="91"/>
                      <a:pt x="713" y="91"/>
                      <a:pt x="713" y="91"/>
                    </a:cubicBezTo>
                    <a:cubicBezTo>
                      <a:pt x="712" y="91"/>
                      <a:pt x="712" y="91"/>
                      <a:pt x="712" y="91"/>
                    </a:cubicBezTo>
                    <a:cubicBezTo>
                      <a:pt x="712" y="90"/>
                      <a:pt x="712" y="90"/>
                      <a:pt x="712" y="90"/>
                    </a:cubicBezTo>
                    <a:cubicBezTo>
                      <a:pt x="712" y="89"/>
                      <a:pt x="712" y="89"/>
                      <a:pt x="712" y="89"/>
                    </a:cubicBezTo>
                    <a:cubicBezTo>
                      <a:pt x="712" y="88"/>
                      <a:pt x="712" y="88"/>
                      <a:pt x="712" y="88"/>
                    </a:cubicBezTo>
                    <a:cubicBezTo>
                      <a:pt x="713" y="89"/>
                      <a:pt x="713" y="89"/>
                      <a:pt x="713" y="89"/>
                    </a:cubicBezTo>
                    <a:cubicBezTo>
                      <a:pt x="715" y="92"/>
                      <a:pt x="715" y="92"/>
                      <a:pt x="715" y="92"/>
                    </a:cubicBezTo>
                    <a:lnTo>
                      <a:pt x="713" y="92"/>
                    </a:lnTo>
                    <a:close/>
                    <a:moveTo>
                      <a:pt x="797" y="662"/>
                    </a:move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lnTo>
                      <a:pt x="797" y="662"/>
                    </a:lnTo>
                    <a:close/>
                    <a:moveTo>
                      <a:pt x="798" y="662"/>
                    </a:move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3"/>
                      <a:pt x="798" y="663"/>
                      <a:pt x="798" y="663"/>
                    </a:cubicBezTo>
                    <a:lnTo>
                      <a:pt x="798" y="662"/>
                    </a:lnTo>
                    <a:close/>
                    <a:moveTo>
                      <a:pt x="799" y="665"/>
                    </a:moveTo>
                    <a:cubicBezTo>
                      <a:pt x="799" y="665"/>
                      <a:pt x="799" y="665"/>
                      <a:pt x="799" y="665"/>
                    </a:cubicBezTo>
                    <a:cubicBezTo>
                      <a:pt x="799" y="665"/>
                      <a:pt x="799" y="665"/>
                      <a:pt x="799" y="665"/>
                    </a:cubicBezTo>
                    <a:close/>
                    <a:moveTo>
                      <a:pt x="803" y="663"/>
                    </a:move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2" y="663"/>
                      <a:pt x="802" y="663"/>
                      <a:pt x="802" y="663"/>
                    </a:cubicBezTo>
                    <a:cubicBezTo>
                      <a:pt x="803" y="663"/>
                      <a:pt x="803" y="663"/>
                      <a:pt x="803" y="663"/>
                    </a:cubicBezTo>
                    <a:cubicBezTo>
                      <a:pt x="803" y="664"/>
                      <a:pt x="803" y="664"/>
                      <a:pt x="803" y="664"/>
                    </a:cubicBezTo>
                    <a:lnTo>
                      <a:pt x="803" y="66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1" name="Freeform 6310">
                <a:extLst>
                  <a:ext uri="{FF2B5EF4-FFF2-40B4-BE49-F238E27FC236}">
                    <a16:creationId xmlns:a16="http://schemas.microsoft.com/office/drawing/2014/main" id="{F6210053-378C-4D9E-BEC3-564A3D08F7F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662" y="2730"/>
                <a:ext cx="36" cy="57"/>
              </a:xfrm>
              <a:custGeom>
                <a:avLst/>
                <a:gdLst>
                  <a:gd name="T0" fmla="*/ 34 w 36"/>
                  <a:gd name="T1" fmla="*/ 37 h 57"/>
                  <a:gd name="T2" fmla="*/ 34 w 36"/>
                  <a:gd name="T3" fmla="*/ 35 h 57"/>
                  <a:gd name="T4" fmla="*/ 34 w 36"/>
                  <a:gd name="T5" fmla="*/ 33 h 57"/>
                  <a:gd name="T6" fmla="*/ 32 w 36"/>
                  <a:gd name="T7" fmla="*/ 31 h 57"/>
                  <a:gd name="T8" fmla="*/ 30 w 36"/>
                  <a:gd name="T9" fmla="*/ 26 h 57"/>
                  <a:gd name="T10" fmla="*/ 28 w 36"/>
                  <a:gd name="T11" fmla="*/ 20 h 57"/>
                  <a:gd name="T12" fmla="*/ 26 w 36"/>
                  <a:gd name="T13" fmla="*/ 20 h 57"/>
                  <a:gd name="T14" fmla="*/ 26 w 36"/>
                  <a:gd name="T15" fmla="*/ 20 h 57"/>
                  <a:gd name="T16" fmla="*/ 26 w 36"/>
                  <a:gd name="T17" fmla="*/ 18 h 57"/>
                  <a:gd name="T18" fmla="*/ 24 w 36"/>
                  <a:gd name="T19" fmla="*/ 16 h 57"/>
                  <a:gd name="T20" fmla="*/ 23 w 36"/>
                  <a:gd name="T21" fmla="*/ 13 h 57"/>
                  <a:gd name="T22" fmla="*/ 21 w 36"/>
                  <a:gd name="T23" fmla="*/ 13 h 57"/>
                  <a:gd name="T24" fmla="*/ 21 w 36"/>
                  <a:gd name="T25" fmla="*/ 11 h 57"/>
                  <a:gd name="T26" fmla="*/ 21 w 36"/>
                  <a:gd name="T27" fmla="*/ 13 h 57"/>
                  <a:gd name="T28" fmla="*/ 19 w 36"/>
                  <a:gd name="T29" fmla="*/ 9 h 57"/>
                  <a:gd name="T30" fmla="*/ 19 w 36"/>
                  <a:gd name="T31" fmla="*/ 9 h 57"/>
                  <a:gd name="T32" fmla="*/ 19 w 36"/>
                  <a:gd name="T33" fmla="*/ 9 h 57"/>
                  <a:gd name="T34" fmla="*/ 19 w 36"/>
                  <a:gd name="T35" fmla="*/ 7 h 57"/>
                  <a:gd name="T36" fmla="*/ 15 w 36"/>
                  <a:gd name="T37" fmla="*/ 5 h 57"/>
                  <a:gd name="T38" fmla="*/ 15 w 36"/>
                  <a:gd name="T39" fmla="*/ 2 h 57"/>
                  <a:gd name="T40" fmla="*/ 11 w 36"/>
                  <a:gd name="T41" fmla="*/ 2 h 57"/>
                  <a:gd name="T42" fmla="*/ 11 w 36"/>
                  <a:gd name="T43" fmla="*/ 2 h 57"/>
                  <a:gd name="T44" fmla="*/ 10 w 36"/>
                  <a:gd name="T45" fmla="*/ 0 h 57"/>
                  <a:gd name="T46" fmla="*/ 4 w 36"/>
                  <a:gd name="T47" fmla="*/ 2 h 57"/>
                  <a:gd name="T48" fmla="*/ 4 w 36"/>
                  <a:gd name="T49" fmla="*/ 3 h 57"/>
                  <a:gd name="T50" fmla="*/ 8 w 36"/>
                  <a:gd name="T51" fmla="*/ 7 h 57"/>
                  <a:gd name="T52" fmla="*/ 8 w 36"/>
                  <a:gd name="T53" fmla="*/ 7 h 57"/>
                  <a:gd name="T54" fmla="*/ 8 w 36"/>
                  <a:gd name="T55" fmla="*/ 7 h 57"/>
                  <a:gd name="T56" fmla="*/ 8 w 36"/>
                  <a:gd name="T57" fmla="*/ 9 h 57"/>
                  <a:gd name="T58" fmla="*/ 8 w 36"/>
                  <a:gd name="T59" fmla="*/ 11 h 57"/>
                  <a:gd name="T60" fmla="*/ 8 w 36"/>
                  <a:gd name="T61" fmla="*/ 11 h 57"/>
                  <a:gd name="T62" fmla="*/ 8 w 36"/>
                  <a:gd name="T63" fmla="*/ 13 h 57"/>
                  <a:gd name="T64" fmla="*/ 6 w 36"/>
                  <a:gd name="T65" fmla="*/ 11 h 57"/>
                  <a:gd name="T66" fmla="*/ 2 w 36"/>
                  <a:gd name="T67" fmla="*/ 11 h 57"/>
                  <a:gd name="T68" fmla="*/ 2 w 36"/>
                  <a:gd name="T69" fmla="*/ 13 h 57"/>
                  <a:gd name="T70" fmla="*/ 4 w 36"/>
                  <a:gd name="T71" fmla="*/ 15 h 57"/>
                  <a:gd name="T72" fmla="*/ 4 w 36"/>
                  <a:gd name="T73" fmla="*/ 15 h 57"/>
                  <a:gd name="T74" fmla="*/ 4 w 36"/>
                  <a:gd name="T75" fmla="*/ 15 h 57"/>
                  <a:gd name="T76" fmla="*/ 6 w 36"/>
                  <a:gd name="T77" fmla="*/ 18 h 57"/>
                  <a:gd name="T78" fmla="*/ 6 w 36"/>
                  <a:gd name="T79" fmla="*/ 22 h 57"/>
                  <a:gd name="T80" fmla="*/ 2 w 36"/>
                  <a:gd name="T81" fmla="*/ 22 h 57"/>
                  <a:gd name="T82" fmla="*/ 2 w 36"/>
                  <a:gd name="T83" fmla="*/ 26 h 57"/>
                  <a:gd name="T84" fmla="*/ 0 w 36"/>
                  <a:gd name="T85" fmla="*/ 35 h 57"/>
                  <a:gd name="T86" fmla="*/ 2 w 36"/>
                  <a:gd name="T87" fmla="*/ 31 h 57"/>
                  <a:gd name="T88" fmla="*/ 4 w 36"/>
                  <a:gd name="T89" fmla="*/ 37 h 57"/>
                  <a:gd name="T90" fmla="*/ 4 w 36"/>
                  <a:gd name="T91" fmla="*/ 39 h 57"/>
                  <a:gd name="T92" fmla="*/ 8 w 36"/>
                  <a:gd name="T93" fmla="*/ 52 h 57"/>
                  <a:gd name="T94" fmla="*/ 10 w 36"/>
                  <a:gd name="T95" fmla="*/ 56 h 57"/>
                  <a:gd name="T96" fmla="*/ 13 w 36"/>
                  <a:gd name="T97" fmla="*/ 57 h 57"/>
                  <a:gd name="T98" fmla="*/ 17 w 36"/>
                  <a:gd name="T99" fmla="*/ 57 h 57"/>
                  <a:gd name="T100" fmla="*/ 23 w 36"/>
                  <a:gd name="T101" fmla="*/ 57 h 57"/>
                  <a:gd name="T102" fmla="*/ 26 w 36"/>
                  <a:gd name="T103" fmla="*/ 56 h 57"/>
                  <a:gd name="T104" fmla="*/ 32 w 36"/>
                  <a:gd name="T105" fmla="*/ 50 h 57"/>
                  <a:gd name="T106" fmla="*/ 34 w 36"/>
                  <a:gd name="T107" fmla="*/ 46 h 57"/>
                  <a:gd name="T108" fmla="*/ 34 w 36"/>
                  <a:gd name="T109" fmla="*/ 44 h 57"/>
                  <a:gd name="T110" fmla="*/ 34 w 36"/>
                  <a:gd name="T111" fmla="*/ 43 h 57"/>
                  <a:gd name="T112" fmla="*/ 36 w 36"/>
                  <a:gd name="T113" fmla="*/ 41 h 57"/>
                  <a:gd name="T114" fmla="*/ 34 w 36"/>
                  <a:gd name="T115" fmla="*/ 37 h 57"/>
                  <a:gd name="T116" fmla="*/ 4 w 36"/>
                  <a:gd name="T117" fmla="*/ 31 h 57"/>
                  <a:gd name="T118" fmla="*/ 4 w 36"/>
                  <a:gd name="T119" fmla="*/ 30 h 57"/>
                  <a:gd name="T120" fmla="*/ 4 w 36"/>
                  <a:gd name="T121" fmla="*/ 31 h 57"/>
                  <a:gd name="T122" fmla="*/ 4 w 36"/>
                  <a:gd name="T123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" h="57">
                    <a:moveTo>
                      <a:pt x="34" y="37"/>
                    </a:moveTo>
                    <a:lnTo>
                      <a:pt x="34" y="35"/>
                    </a:lnTo>
                    <a:lnTo>
                      <a:pt x="34" y="33"/>
                    </a:lnTo>
                    <a:lnTo>
                      <a:pt x="32" y="31"/>
                    </a:lnTo>
                    <a:lnTo>
                      <a:pt x="30" y="26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4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9"/>
                    </a:lnTo>
                    <a:lnTo>
                      <a:pt x="8" y="52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23" y="57"/>
                    </a:lnTo>
                    <a:lnTo>
                      <a:pt x="26" y="56"/>
                    </a:lnTo>
                    <a:lnTo>
                      <a:pt x="32" y="50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4" y="43"/>
                    </a:lnTo>
                    <a:lnTo>
                      <a:pt x="36" y="41"/>
                    </a:lnTo>
                    <a:lnTo>
                      <a:pt x="34" y="37"/>
                    </a:lnTo>
                    <a:close/>
                    <a:moveTo>
                      <a:pt x="4" y="31"/>
                    </a:moveTo>
                    <a:lnTo>
                      <a:pt x="4" y="30"/>
                    </a:lnTo>
                    <a:lnTo>
                      <a:pt x="4" y="31"/>
                    </a:lnTo>
                    <a:lnTo>
                      <a:pt x="4" y="3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2" name="Freeform 6311">
                <a:extLst>
                  <a:ext uri="{FF2B5EF4-FFF2-40B4-BE49-F238E27FC236}">
                    <a16:creationId xmlns:a16="http://schemas.microsoft.com/office/drawing/2014/main" id="{F3F6086B-2D8D-46AF-BD39-821F61C0FC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0" y="2023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6 h 11"/>
                  <a:gd name="T4" fmla="*/ 1 w 9"/>
                  <a:gd name="T5" fmla="*/ 9 h 11"/>
                  <a:gd name="T6" fmla="*/ 7 w 9"/>
                  <a:gd name="T7" fmla="*/ 11 h 11"/>
                  <a:gd name="T8" fmla="*/ 9 w 9"/>
                  <a:gd name="T9" fmla="*/ 8 h 11"/>
                  <a:gd name="T10" fmla="*/ 5 w 9"/>
                  <a:gd name="T11" fmla="*/ 4 h 11"/>
                  <a:gd name="T12" fmla="*/ 1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6"/>
                    </a:lnTo>
                    <a:lnTo>
                      <a:pt x="1" y="9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3" name="Freeform 6312">
                <a:extLst>
                  <a:ext uri="{FF2B5EF4-FFF2-40B4-BE49-F238E27FC236}">
                    <a16:creationId xmlns:a16="http://schemas.microsoft.com/office/drawing/2014/main" id="{2245DE49-0FBD-4079-A704-F93E854E5B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1986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2 w 9"/>
                  <a:gd name="T3" fmla="*/ 0 h 4"/>
                  <a:gd name="T4" fmla="*/ 0 w 9"/>
                  <a:gd name="T5" fmla="*/ 4 h 4"/>
                  <a:gd name="T6" fmla="*/ 4 w 9"/>
                  <a:gd name="T7" fmla="*/ 4 h 4"/>
                  <a:gd name="T8" fmla="*/ 9 w 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4" name="Freeform 6313">
                <a:extLst>
                  <a:ext uri="{FF2B5EF4-FFF2-40B4-BE49-F238E27FC236}">
                    <a16:creationId xmlns:a16="http://schemas.microsoft.com/office/drawing/2014/main" id="{DEC339E8-1DA7-453C-8B99-9517D401E3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3" y="1803"/>
                <a:ext cx="6" cy="8"/>
              </a:xfrm>
              <a:custGeom>
                <a:avLst/>
                <a:gdLst>
                  <a:gd name="T0" fmla="*/ 4 w 6"/>
                  <a:gd name="T1" fmla="*/ 8 h 8"/>
                  <a:gd name="T2" fmla="*/ 6 w 6"/>
                  <a:gd name="T3" fmla="*/ 4 h 8"/>
                  <a:gd name="T4" fmla="*/ 6 w 6"/>
                  <a:gd name="T5" fmla="*/ 2 h 8"/>
                  <a:gd name="T6" fmla="*/ 4 w 6"/>
                  <a:gd name="T7" fmla="*/ 0 h 8"/>
                  <a:gd name="T8" fmla="*/ 0 w 6"/>
                  <a:gd name="T9" fmla="*/ 4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5" name="Freeform 6314">
                <a:extLst>
                  <a:ext uri="{FF2B5EF4-FFF2-40B4-BE49-F238E27FC236}">
                    <a16:creationId xmlns:a16="http://schemas.microsoft.com/office/drawing/2014/main" id="{8B23E699-83FA-4D0B-973D-1CA7C0213E2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36" y="1857"/>
                <a:ext cx="8" cy="6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1 h 3"/>
                  <a:gd name="T6" fmla="*/ 4 w 4"/>
                  <a:gd name="T7" fmla="*/ 0 h 3"/>
                  <a:gd name="T8" fmla="*/ 0 w 4"/>
                  <a:gd name="T9" fmla="*/ 0 h 3"/>
                  <a:gd name="T10" fmla="*/ 3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6" name="Freeform 6315">
                <a:extLst>
                  <a:ext uri="{FF2B5EF4-FFF2-40B4-BE49-F238E27FC236}">
                    <a16:creationId xmlns:a16="http://schemas.microsoft.com/office/drawing/2014/main" id="{0DD5A43A-B242-4E30-91EB-B459C3D0C45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0" y="166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0 h 5"/>
                  <a:gd name="T6" fmla="*/ 1 w 5"/>
                  <a:gd name="T7" fmla="*/ 0 h 5"/>
                  <a:gd name="T8" fmla="*/ 0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7" name="Freeform 6316">
                <a:extLst>
                  <a:ext uri="{FF2B5EF4-FFF2-40B4-BE49-F238E27FC236}">
                    <a16:creationId xmlns:a16="http://schemas.microsoft.com/office/drawing/2014/main" id="{3A460D22-57E6-4484-B284-4B56C01812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69" y="1973"/>
                <a:ext cx="20" cy="26"/>
              </a:xfrm>
              <a:custGeom>
                <a:avLst/>
                <a:gdLst>
                  <a:gd name="T0" fmla="*/ 15 w 20"/>
                  <a:gd name="T1" fmla="*/ 0 h 26"/>
                  <a:gd name="T2" fmla="*/ 11 w 20"/>
                  <a:gd name="T3" fmla="*/ 4 h 26"/>
                  <a:gd name="T4" fmla="*/ 11 w 20"/>
                  <a:gd name="T5" fmla="*/ 2 h 26"/>
                  <a:gd name="T6" fmla="*/ 9 w 20"/>
                  <a:gd name="T7" fmla="*/ 4 h 26"/>
                  <a:gd name="T8" fmla="*/ 7 w 20"/>
                  <a:gd name="T9" fmla="*/ 4 h 26"/>
                  <a:gd name="T10" fmla="*/ 3 w 20"/>
                  <a:gd name="T11" fmla="*/ 7 h 26"/>
                  <a:gd name="T12" fmla="*/ 3 w 20"/>
                  <a:gd name="T13" fmla="*/ 9 h 26"/>
                  <a:gd name="T14" fmla="*/ 0 w 20"/>
                  <a:gd name="T15" fmla="*/ 11 h 26"/>
                  <a:gd name="T16" fmla="*/ 2 w 20"/>
                  <a:gd name="T17" fmla="*/ 15 h 26"/>
                  <a:gd name="T18" fmla="*/ 0 w 20"/>
                  <a:gd name="T19" fmla="*/ 15 h 26"/>
                  <a:gd name="T20" fmla="*/ 3 w 20"/>
                  <a:gd name="T21" fmla="*/ 20 h 26"/>
                  <a:gd name="T22" fmla="*/ 2 w 20"/>
                  <a:gd name="T23" fmla="*/ 22 h 26"/>
                  <a:gd name="T24" fmla="*/ 3 w 20"/>
                  <a:gd name="T25" fmla="*/ 26 h 26"/>
                  <a:gd name="T26" fmla="*/ 7 w 20"/>
                  <a:gd name="T27" fmla="*/ 24 h 26"/>
                  <a:gd name="T28" fmla="*/ 9 w 20"/>
                  <a:gd name="T29" fmla="*/ 20 h 26"/>
                  <a:gd name="T30" fmla="*/ 7 w 20"/>
                  <a:gd name="T31" fmla="*/ 20 h 26"/>
                  <a:gd name="T32" fmla="*/ 7 w 20"/>
                  <a:gd name="T33" fmla="*/ 20 h 26"/>
                  <a:gd name="T34" fmla="*/ 11 w 20"/>
                  <a:gd name="T35" fmla="*/ 17 h 26"/>
                  <a:gd name="T36" fmla="*/ 11 w 20"/>
                  <a:gd name="T37" fmla="*/ 15 h 26"/>
                  <a:gd name="T38" fmla="*/ 15 w 20"/>
                  <a:gd name="T39" fmla="*/ 13 h 26"/>
                  <a:gd name="T40" fmla="*/ 13 w 20"/>
                  <a:gd name="T41" fmla="*/ 11 h 26"/>
                  <a:gd name="T42" fmla="*/ 11 w 20"/>
                  <a:gd name="T43" fmla="*/ 9 h 26"/>
                  <a:gd name="T44" fmla="*/ 13 w 20"/>
                  <a:gd name="T45" fmla="*/ 7 h 26"/>
                  <a:gd name="T46" fmla="*/ 13 w 20"/>
                  <a:gd name="T47" fmla="*/ 5 h 26"/>
                  <a:gd name="T48" fmla="*/ 13 w 20"/>
                  <a:gd name="T49" fmla="*/ 5 h 26"/>
                  <a:gd name="T50" fmla="*/ 15 w 20"/>
                  <a:gd name="T51" fmla="*/ 5 h 26"/>
                  <a:gd name="T52" fmla="*/ 16 w 20"/>
                  <a:gd name="T53" fmla="*/ 4 h 26"/>
                  <a:gd name="T54" fmla="*/ 20 w 20"/>
                  <a:gd name="T55" fmla="*/ 4 h 26"/>
                  <a:gd name="T56" fmla="*/ 18 w 20"/>
                  <a:gd name="T57" fmla="*/ 0 h 26"/>
                  <a:gd name="T58" fmla="*/ 15 w 20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lnTo>
                      <a:pt x="11" y="4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3" y="26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20" y="4"/>
                    </a:lnTo>
                    <a:lnTo>
                      <a:pt x="18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8" name="Freeform 6317">
                <a:extLst>
                  <a:ext uri="{FF2B5EF4-FFF2-40B4-BE49-F238E27FC236}">
                    <a16:creationId xmlns:a16="http://schemas.microsoft.com/office/drawing/2014/main" id="{8271B4C2-F932-47F6-8AA5-7C0B4EBFB4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62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0 h 5"/>
                  <a:gd name="T4" fmla="*/ 0 w 5"/>
                  <a:gd name="T5" fmla="*/ 1 h 5"/>
                  <a:gd name="T6" fmla="*/ 2 w 5"/>
                  <a:gd name="T7" fmla="*/ 5 h 5"/>
                  <a:gd name="T8" fmla="*/ 5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9" name="Freeform 6318">
                <a:extLst>
                  <a:ext uri="{FF2B5EF4-FFF2-40B4-BE49-F238E27FC236}">
                    <a16:creationId xmlns:a16="http://schemas.microsoft.com/office/drawing/2014/main" id="{D46D1E5B-55EC-4FCB-89C7-4CA2B515DF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7" y="1924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0" name="Freeform 6319">
                <a:extLst>
                  <a:ext uri="{FF2B5EF4-FFF2-40B4-BE49-F238E27FC236}">
                    <a16:creationId xmlns:a16="http://schemas.microsoft.com/office/drawing/2014/main" id="{AD3F5CA0-C6D4-40C8-8D67-885599CCD1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17"/>
                <a:ext cx="13" cy="15"/>
              </a:xfrm>
              <a:custGeom>
                <a:avLst/>
                <a:gdLst>
                  <a:gd name="T0" fmla="*/ 11 w 13"/>
                  <a:gd name="T1" fmla="*/ 9 h 15"/>
                  <a:gd name="T2" fmla="*/ 9 w 13"/>
                  <a:gd name="T3" fmla="*/ 7 h 15"/>
                  <a:gd name="T4" fmla="*/ 13 w 13"/>
                  <a:gd name="T5" fmla="*/ 7 h 15"/>
                  <a:gd name="T6" fmla="*/ 11 w 13"/>
                  <a:gd name="T7" fmla="*/ 4 h 15"/>
                  <a:gd name="T8" fmla="*/ 7 w 13"/>
                  <a:gd name="T9" fmla="*/ 0 h 15"/>
                  <a:gd name="T10" fmla="*/ 4 w 13"/>
                  <a:gd name="T11" fmla="*/ 2 h 15"/>
                  <a:gd name="T12" fmla="*/ 4 w 13"/>
                  <a:gd name="T13" fmla="*/ 5 h 15"/>
                  <a:gd name="T14" fmla="*/ 4 w 13"/>
                  <a:gd name="T15" fmla="*/ 4 h 15"/>
                  <a:gd name="T16" fmla="*/ 0 w 13"/>
                  <a:gd name="T17" fmla="*/ 7 h 15"/>
                  <a:gd name="T18" fmla="*/ 4 w 13"/>
                  <a:gd name="T19" fmla="*/ 9 h 15"/>
                  <a:gd name="T20" fmla="*/ 5 w 13"/>
                  <a:gd name="T21" fmla="*/ 11 h 15"/>
                  <a:gd name="T22" fmla="*/ 7 w 13"/>
                  <a:gd name="T23" fmla="*/ 11 h 15"/>
                  <a:gd name="T24" fmla="*/ 11 w 13"/>
                  <a:gd name="T25" fmla="*/ 15 h 15"/>
                  <a:gd name="T26" fmla="*/ 13 w 13"/>
                  <a:gd name="T27" fmla="*/ 13 h 15"/>
                  <a:gd name="T28" fmla="*/ 13 w 13"/>
                  <a:gd name="T29" fmla="*/ 7 h 15"/>
                  <a:gd name="T30" fmla="*/ 11 w 13"/>
                  <a:gd name="T3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5">
                    <a:moveTo>
                      <a:pt x="11" y="9"/>
                    </a:moveTo>
                    <a:lnTo>
                      <a:pt x="9" y="7"/>
                    </a:lnTo>
                    <a:lnTo>
                      <a:pt x="13" y="7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1" name="Freeform 6320">
                <a:extLst>
                  <a:ext uri="{FF2B5EF4-FFF2-40B4-BE49-F238E27FC236}">
                    <a16:creationId xmlns:a16="http://schemas.microsoft.com/office/drawing/2014/main" id="{CB849A37-B412-477F-A16A-89668CE151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71" y="1896"/>
                <a:ext cx="7" cy="15"/>
              </a:xfrm>
              <a:custGeom>
                <a:avLst/>
                <a:gdLst>
                  <a:gd name="T0" fmla="*/ 0 w 7"/>
                  <a:gd name="T1" fmla="*/ 0 h 15"/>
                  <a:gd name="T2" fmla="*/ 7 w 7"/>
                  <a:gd name="T3" fmla="*/ 15 h 15"/>
                  <a:gd name="T4" fmla="*/ 5 w 7"/>
                  <a:gd name="T5" fmla="*/ 4 h 15"/>
                  <a:gd name="T6" fmla="*/ 7 w 7"/>
                  <a:gd name="T7" fmla="*/ 2 h 15"/>
                  <a:gd name="T8" fmla="*/ 0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lnTo>
                      <a:pt x="7" y="1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2" name="Freeform 6321">
                <a:extLst>
                  <a:ext uri="{FF2B5EF4-FFF2-40B4-BE49-F238E27FC236}">
                    <a16:creationId xmlns:a16="http://schemas.microsoft.com/office/drawing/2014/main" id="{C383A768-7080-4BBE-A6CD-C83E51A04C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7" y="1880"/>
                <a:ext cx="15" cy="18"/>
              </a:xfrm>
              <a:custGeom>
                <a:avLst/>
                <a:gdLst>
                  <a:gd name="T0" fmla="*/ 1 w 8"/>
                  <a:gd name="T1" fmla="*/ 4 h 10"/>
                  <a:gd name="T2" fmla="*/ 4 w 8"/>
                  <a:gd name="T3" fmla="*/ 5 h 10"/>
                  <a:gd name="T4" fmla="*/ 4 w 8"/>
                  <a:gd name="T5" fmla="*/ 6 h 10"/>
                  <a:gd name="T6" fmla="*/ 4 w 8"/>
                  <a:gd name="T7" fmla="*/ 6 h 10"/>
                  <a:gd name="T8" fmla="*/ 3 w 8"/>
                  <a:gd name="T9" fmla="*/ 7 h 10"/>
                  <a:gd name="T10" fmla="*/ 5 w 8"/>
                  <a:gd name="T11" fmla="*/ 10 h 10"/>
                  <a:gd name="T12" fmla="*/ 6 w 8"/>
                  <a:gd name="T13" fmla="*/ 7 h 10"/>
                  <a:gd name="T14" fmla="*/ 5 w 8"/>
                  <a:gd name="T15" fmla="*/ 6 h 10"/>
                  <a:gd name="T16" fmla="*/ 8 w 8"/>
                  <a:gd name="T17" fmla="*/ 6 h 10"/>
                  <a:gd name="T18" fmla="*/ 5 w 8"/>
                  <a:gd name="T19" fmla="*/ 4 h 10"/>
                  <a:gd name="T20" fmla="*/ 5 w 8"/>
                  <a:gd name="T21" fmla="*/ 4 h 10"/>
                  <a:gd name="T22" fmla="*/ 6 w 8"/>
                  <a:gd name="T23" fmla="*/ 4 h 10"/>
                  <a:gd name="T24" fmla="*/ 6 w 8"/>
                  <a:gd name="T25" fmla="*/ 3 h 10"/>
                  <a:gd name="T26" fmla="*/ 8 w 8"/>
                  <a:gd name="T27" fmla="*/ 4 h 10"/>
                  <a:gd name="T28" fmla="*/ 6 w 8"/>
                  <a:gd name="T29" fmla="*/ 1 h 10"/>
                  <a:gd name="T30" fmla="*/ 4 w 8"/>
                  <a:gd name="T31" fmla="*/ 0 h 10"/>
                  <a:gd name="T32" fmla="*/ 4 w 8"/>
                  <a:gd name="T33" fmla="*/ 1 h 10"/>
                  <a:gd name="T34" fmla="*/ 4 w 8"/>
                  <a:gd name="T35" fmla="*/ 1 h 10"/>
                  <a:gd name="T36" fmla="*/ 4 w 8"/>
                  <a:gd name="T37" fmla="*/ 1 h 10"/>
                  <a:gd name="T38" fmla="*/ 3 w 8"/>
                  <a:gd name="T39" fmla="*/ 1 h 10"/>
                  <a:gd name="T40" fmla="*/ 3 w 8"/>
                  <a:gd name="T41" fmla="*/ 0 h 10"/>
                  <a:gd name="T42" fmla="*/ 1 w 8"/>
                  <a:gd name="T43" fmla="*/ 2 h 10"/>
                  <a:gd name="T44" fmla="*/ 2 w 8"/>
                  <a:gd name="T45" fmla="*/ 2 h 10"/>
                  <a:gd name="T46" fmla="*/ 0 w 8"/>
                  <a:gd name="T47" fmla="*/ 1 h 10"/>
                  <a:gd name="T48" fmla="*/ 1 w 8"/>
                  <a:gd name="T4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" h="10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3" name="Freeform 6322">
                <a:extLst>
                  <a:ext uri="{FF2B5EF4-FFF2-40B4-BE49-F238E27FC236}">
                    <a16:creationId xmlns:a16="http://schemas.microsoft.com/office/drawing/2014/main" id="{94078663-179D-41FE-9F0F-0B3BB014C7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24" y="2019"/>
                <a:ext cx="65" cy="79"/>
              </a:xfrm>
              <a:custGeom>
                <a:avLst/>
                <a:gdLst>
                  <a:gd name="T0" fmla="*/ 30 w 65"/>
                  <a:gd name="T1" fmla="*/ 8 h 79"/>
                  <a:gd name="T2" fmla="*/ 30 w 65"/>
                  <a:gd name="T3" fmla="*/ 10 h 79"/>
                  <a:gd name="T4" fmla="*/ 28 w 65"/>
                  <a:gd name="T5" fmla="*/ 13 h 79"/>
                  <a:gd name="T6" fmla="*/ 28 w 65"/>
                  <a:gd name="T7" fmla="*/ 15 h 79"/>
                  <a:gd name="T8" fmla="*/ 26 w 65"/>
                  <a:gd name="T9" fmla="*/ 21 h 79"/>
                  <a:gd name="T10" fmla="*/ 26 w 65"/>
                  <a:gd name="T11" fmla="*/ 23 h 79"/>
                  <a:gd name="T12" fmla="*/ 30 w 65"/>
                  <a:gd name="T13" fmla="*/ 21 h 79"/>
                  <a:gd name="T14" fmla="*/ 26 w 65"/>
                  <a:gd name="T15" fmla="*/ 25 h 79"/>
                  <a:gd name="T16" fmla="*/ 23 w 65"/>
                  <a:gd name="T17" fmla="*/ 23 h 79"/>
                  <a:gd name="T18" fmla="*/ 21 w 65"/>
                  <a:gd name="T19" fmla="*/ 23 h 79"/>
                  <a:gd name="T20" fmla="*/ 11 w 65"/>
                  <a:gd name="T21" fmla="*/ 23 h 79"/>
                  <a:gd name="T22" fmla="*/ 8 w 65"/>
                  <a:gd name="T23" fmla="*/ 28 h 79"/>
                  <a:gd name="T24" fmla="*/ 11 w 65"/>
                  <a:gd name="T25" fmla="*/ 34 h 79"/>
                  <a:gd name="T26" fmla="*/ 10 w 65"/>
                  <a:gd name="T27" fmla="*/ 36 h 79"/>
                  <a:gd name="T28" fmla="*/ 6 w 65"/>
                  <a:gd name="T29" fmla="*/ 36 h 79"/>
                  <a:gd name="T30" fmla="*/ 6 w 65"/>
                  <a:gd name="T31" fmla="*/ 40 h 79"/>
                  <a:gd name="T32" fmla="*/ 8 w 65"/>
                  <a:gd name="T33" fmla="*/ 43 h 79"/>
                  <a:gd name="T34" fmla="*/ 13 w 65"/>
                  <a:gd name="T35" fmla="*/ 45 h 79"/>
                  <a:gd name="T36" fmla="*/ 13 w 65"/>
                  <a:gd name="T37" fmla="*/ 53 h 79"/>
                  <a:gd name="T38" fmla="*/ 13 w 65"/>
                  <a:gd name="T39" fmla="*/ 53 h 79"/>
                  <a:gd name="T40" fmla="*/ 11 w 65"/>
                  <a:gd name="T41" fmla="*/ 58 h 79"/>
                  <a:gd name="T42" fmla="*/ 10 w 65"/>
                  <a:gd name="T43" fmla="*/ 62 h 79"/>
                  <a:gd name="T44" fmla="*/ 6 w 65"/>
                  <a:gd name="T45" fmla="*/ 60 h 79"/>
                  <a:gd name="T46" fmla="*/ 6 w 65"/>
                  <a:gd name="T47" fmla="*/ 60 h 79"/>
                  <a:gd name="T48" fmla="*/ 0 w 65"/>
                  <a:gd name="T49" fmla="*/ 66 h 79"/>
                  <a:gd name="T50" fmla="*/ 4 w 65"/>
                  <a:gd name="T51" fmla="*/ 66 h 79"/>
                  <a:gd name="T52" fmla="*/ 4 w 65"/>
                  <a:gd name="T53" fmla="*/ 71 h 79"/>
                  <a:gd name="T54" fmla="*/ 6 w 65"/>
                  <a:gd name="T55" fmla="*/ 73 h 79"/>
                  <a:gd name="T56" fmla="*/ 6 w 65"/>
                  <a:gd name="T57" fmla="*/ 75 h 79"/>
                  <a:gd name="T58" fmla="*/ 10 w 65"/>
                  <a:gd name="T59" fmla="*/ 77 h 79"/>
                  <a:gd name="T60" fmla="*/ 13 w 65"/>
                  <a:gd name="T61" fmla="*/ 77 h 79"/>
                  <a:gd name="T62" fmla="*/ 21 w 65"/>
                  <a:gd name="T63" fmla="*/ 77 h 79"/>
                  <a:gd name="T64" fmla="*/ 30 w 65"/>
                  <a:gd name="T65" fmla="*/ 73 h 79"/>
                  <a:gd name="T66" fmla="*/ 32 w 65"/>
                  <a:gd name="T67" fmla="*/ 73 h 79"/>
                  <a:gd name="T68" fmla="*/ 37 w 65"/>
                  <a:gd name="T69" fmla="*/ 71 h 79"/>
                  <a:gd name="T70" fmla="*/ 45 w 65"/>
                  <a:gd name="T71" fmla="*/ 67 h 79"/>
                  <a:gd name="T72" fmla="*/ 47 w 65"/>
                  <a:gd name="T73" fmla="*/ 67 h 79"/>
                  <a:gd name="T74" fmla="*/ 49 w 65"/>
                  <a:gd name="T75" fmla="*/ 67 h 79"/>
                  <a:gd name="T76" fmla="*/ 52 w 65"/>
                  <a:gd name="T77" fmla="*/ 62 h 79"/>
                  <a:gd name="T78" fmla="*/ 56 w 65"/>
                  <a:gd name="T79" fmla="*/ 60 h 79"/>
                  <a:gd name="T80" fmla="*/ 58 w 65"/>
                  <a:gd name="T81" fmla="*/ 54 h 79"/>
                  <a:gd name="T82" fmla="*/ 58 w 65"/>
                  <a:gd name="T83" fmla="*/ 45 h 79"/>
                  <a:gd name="T84" fmla="*/ 58 w 65"/>
                  <a:gd name="T85" fmla="*/ 43 h 79"/>
                  <a:gd name="T86" fmla="*/ 56 w 65"/>
                  <a:gd name="T87" fmla="*/ 38 h 79"/>
                  <a:gd name="T88" fmla="*/ 54 w 65"/>
                  <a:gd name="T89" fmla="*/ 34 h 79"/>
                  <a:gd name="T90" fmla="*/ 58 w 65"/>
                  <a:gd name="T91" fmla="*/ 34 h 79"/>
                  <a:gd name="T92" fmla="*/ 58 w 65"/>
                  <a:gd name="T93" fmla="*/ 34 h 79"/>
                  <a:gd name="T94" fmla="*/ 58 w 65"/>
                  <a:gd name="T95" fmla="*/ 32 h 79"/>
                  <a:gd name="T96" fmla="*/ 58 w 65"/>
                  <a:gd name="T97" fmla="*/ 32 h 79"/>
                  <a:gd name="T98" fmla="*/ 62 w 65"/>
                  <a:gd name="T99" fmla="*/ 28 h 79"/>
                  <a:gd name="T100" fmla="*/ 65 w 65"/>
                  <a:gd name="T101" fmla="*/ 26 h 79"/>
                  <a:gd name="T102" fmla="*/ 65 w 65"/>
                  <a:gd name="T103" fmla="*/ 19 h 79"/>
                  <a:gd name="T104" fmla="*/ 64 w 65"/>
                  <a:gd name="T105" fmla="*/ 19 h 79"/>
                  <a:gd name="T106" fmla="*/ 58 w 65"/>
                  <a:gd name="T107" fmla="*/ 10 h 79"/>
                  <a:gd name="T108" fmla="*/ 51 w 65"/>
                  <a:gd name="T109" fmla="*/ 8 h 79"/>
                  <a:gd name="T110" fmla="*/ 45 w 65"/>
                  <a:gd name="T111" fmla="*/ 6 h 79"/>
                  <a:gd name="T112" fmla="*/ 41 w 65"/>
                  <a:gd name="T113" fmla="*/ 6 h 79"/>
                  <a:gd name="T114" fmla="*/ 39 w 65"/>
                  <a:gd name="T115" fmla="*/ 6 h 79"/>
                  <a:gd name="T116" fmla="*/ 36 w 65"/>
                  <a:gd name="T117" fmla="*/ 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79">
                    <a:moveTo>
                      <a:pt x="36" y="8"/>
                    </a:move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4" y="15"/>
                    </a:lnTo>
                    <a:lnTo>
                      <a:pt x="26" y="21"/>
                    </a:lnTo>
                    <a:lnTo>
                      <a:pt x="28" y="21"/>
                    </a:lnTo>
                    <a:lnTo>
                      <a:pt x="26" y="23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4" y="23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3" y="23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8"/>
                    </a:lnTo>
                    <a:lnTo>
                      <a:pt x="4" y="28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6" y="40"/>
                    </a:lnTo>
                    <a:lnTo>
                      <a:pt x="10" y="41"/>
                    </a:lnTo>
                    <a:lnTo>
                      <a:pt x="8" y="43"/>
                    </a:lnTo>
                    <a:lnTo>
                      <a:pt x="13" y="43"/>
                    </a:lnTo>
                    <a:lnTo>
                      <a:pt x="13" y="45"/>
                    </a:lnTo>
                    <a:lnTo>
                      <a:pt x="17" y="45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6" y="58"/>
                    </a:lnTo>
                    <a:lnTo>
                      <a:pt x="11" y="58"/>
                    </a:lnTo>
                    <a:lnTo>
                      <a:pt x="8" y="58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71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6" y="73"/>
                    </a:lnTo>
                    <a:lnTo>
                      <a:pt x="2" y="75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10" y="77"/>
                    </a:lnTo>
                    <a:lnTo>
                      <a:pt x="8" y="79"/>
                    </a:lnTo>
                    <a:lnTo>
                      <a:pt x="13" y="77"/>
                    </a:lnTo>
                    <a:lnTo>
                      <a:pt x="15" y="79"/>
                    </a:lnTo>
                    <a:lnTo>
                      <a:pt x="21" y="77"/>
                    </a:lnTo>
                    <a:lnTo>
                      <a:pt x="24" y="77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3"/>
                    </a:lnTo>
                    <a:lnTo>
                      <a:pt x="34" y="71"/>
                    </a:lnTo>
                    <a:lnTo>
                      <a:pt x="37" y="71"/>
                    </a:lnTo>
                    <a:lnTo>
                      <a:pt x="37" y="67"/>
                    </a:lnTo>
                    <a:lnTo>
                      <a:pt x="45" y="67"/>
                    </a:lnTo>
                    <a:lnTo>
                      <a:pt x="45" y="67"/>
                    </a:lnTo>
                    <a:lnTo>
                      <a:pt x="47" y="67"/>
                    </a:lnTo>
                    <a:lnTo>
                      <a:pt x="49" y="66"/>
                    </a:lnTo>
                    <a:lnTo>
                      <a:pt x="49" y="67"/>
                    </a:lnTo>
                    <a:lnTo>
                      <a:pt x="56" y="67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6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8" y="43"/>
                    </a:lnTo>
                    <a:lnTo>
                      <a:pt x="58" y="40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60" y="30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5" y="26"/>
                    </a:lnTo>
                    <a:lnTo>
                      <a:pt x="65" y="26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0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41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6" y="8"/>
                    </a:lnTo>
                    <a:lnTo>
                      <a:pt x="3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4" name="Freeform 6323">
                <a:extLst>
                  <a:ext uri="{FF2B5EF4-FFF2-40B4-BE49-F238E27FC236}">
                    <a16:creationId xmlns:a16="http://schemas.microsoft.com/office/drawing/2014/main" id="{246BF70E-211A-4FDF-B60E-D66C2792F92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471" y="1950"/>
                <a:ext cx="108" cy="179"/>
              </a:xfrm>
              <a:custGeom>
                <a:avLst/>
                <a:gdLst>
                  <a:gd name="T0" fmla="*/ 3 w 58"/>
                  <a:gd name="T1" fmla="*/ 21 h 96"/>
                  <a:gd name="T2" fmla="*/ 3 w 58"/>
                  <a:gd name="T3" fmla="*/ 28 h 96"/>
                  <a:gd name="T4" fmla="*/ 5 w 58"/>
                  <a:gd name="T5" fmla="*/ 31 h 96"/>
                  <a:gd name="T6" fmla="*/ 7 w 58"/>
                  <a:gd name="T7" fmla="*/ 37 h 96"/>
                  <a:gd name="T8" fmla="*/ 8 w 58"/>
                  <a:gd name="T9" fmla="*/ 39 h 96"/>
                  <a:gd name="T10" fmla="*/ 12 w 58"/>
                  <a:gd name="T11" fmla="*/ 41 h 96"/>
                  <a:gd name="T12" fmla="*/ 13 w 58"/>
                  <a:gd name="T13" fmla="*/ 40 h 96"/>
                  <a:gd name="T14" fmla="*/ 14 w 58"/>
                  <a:gd name="T15" fmla="*/ 46 h 96"/>
                  <a:gd name="T16" fmla="*/ 22 w 58"/>
                  <a:gd name="T17" fmla="*/ 45 h 96"/>
                  <a:gd name="T18" fmla="*/ 26 w 58"/>
                  <a:gd name="T19" fmla="*/ 53 h 96"/>
                  <a:gd name="T20" fmla="*/ 23 w 58"/>
                  <a:gd name="T21" fmla="*/ 60 h 96"/>
                  <a:gd name="T22" fmla="*/ 17 w 58"/>
                  <a:gd name="T23" fmla="*/ 59 h 96"/>
                  <a:gd name="T24" fmla="*/ 14 w 58"/>
                  <a:gd name="T25" fmla="*/ 65 h 96"/>
                  <a:gd name="T26" fmla="*/ 18 w 58"/>
                  <a:gd name="T27" fmla="*/ 67 h 96"/>
                  <a:gd name="T28" fmla="*/ 15 w 58"/>
                  <a:gd name="T29" fmla="*/ 73 h 96"/>
                  <a:gd name="T30" fmla="*/ 11 w 58"/>
                  <a:gd name="T31" fmla="*/ 78 h 96"/>
                  <a:gd name="T32" fmla="*/ 17 w 58"/>
                  <a:gd name="T33" fmla="*/ 78 h 96"/>
                  <a:gd name="T34" fmla="*/ 26 w 58"/>
                  <a:gd name="T35" fmla="*/ 80 h 96"/>
                  <a:gd name="T36" fmla="*/ 20 w 58"/>
                  <a:gd name="T37" fmla="*/ 82 h 96"/>
                  <a:gd name="T38" fmla="*/ 13 w 58"/>
                  <a:gd name="T39" fmla="*/ 88 h 96"/>
                  <a:gd name="T40" fmla="*/ 7 w 58"/>
                  <a:gd name="T41" fmla="*/ 93 h 96"/>
                  <a:gd name="T42" fmla="*/ 12 w 58"/>
                  <a:gd name="T43" fmla="*/ 94 h 96"/>
                  <a:gd name="T44" fmla="*/ 17 w 58"/>
                  <a:gd name="T45" fmla="*/ 92 h 96"/>
                  <a:gd name="T46" fmla="*/ 22 w 58"/>
                  <a:gd name="T47" fmla="*/ 92 h 96"/>
                  <a:gd name="T48" fmla="*/ 27 w 58"/>
                  <a:gd name="T49" fmla="*/ 88 h 96"/>
                  <a:gd name="T50" fmla="*/ 34 w 58"/>
                  <a:gd name="T51" fmla="*/ 88 h 96"/>
                  <a:gd name="T52" fmla="*/ 43 w 58"/>
                  <a:gd name="T53" fmla="*/ 87 h 96"/>
                  <a:gd name="T54" fmla="*/ 52 w 58"/>
                  <a:gd name="T55" fmla="*/ 85 h 96"/>
                  <a:gd name="T56" fmla="*/ 57 w 58"/>
                  <a:gd name="T57" fmla="*/ 80 h 96"/>
                  <a:gd name="T58" fmla="*/ 52 w 58"/>
                  <a:gd name="T59" fmla="*/ 79 h 96"/>
                  <a:gd name="T60" fmla="*/ 56 w 58"/>
                  <a:gd name="T61" fmla="*/ 73 h 96"/>
                  <a:gd name="T62" fmla="*/ 51 w 58"/>
                  <a:gd name="T63" fmla="*/ 63 h 96"/>
                  <a:gd name="T64" fmla="*/ 48 w 58"/>
                  <a:gd name="T65" fmla="*/ 61 h 96"/>
                  <a:gd name="T66" fmla="*/ 44 w 58"/>
                  <a:gd name="T67" fmla="*/ 53 h 96"/>
                  <a:gd name="T68" fmla="*/ 37 w 58"/>
                  <a:gd name="T69" fmla="*/ 47 h 96"/>
                  <a:gd name="T70" fmla="*/ 33 w 58"/>
                  <a:gd name="T71" fmla="*/ 37 h 96"/>
                  <a:gd name="T72" fmla="*/ 24 w 58"/>
                  <a:gd name="T73" fmla="*/ 34 h 96"/>
                  <a:gd name="T74" fmla="*/ 28 w 58"/>
                  <a:gd name="T75" fmla="*/ 28 h 96"/>
                  <a:gd name="T76" fmla="*/ 31 w 58"/>
                  <a:gd name="T77" fmla="*/ 22 h 96"/>
                  <a:gd name="T78" fmla="*/ 25 w 58"/>
                  <a:gd name="T79" fmla="*/ 16 h 96"/>
                  <a:gd name="T80" fmla="*/ 19 w 58"/>
                  <a:gd name="T81" fmla="*/ 17 h 96"/>
                  <a:gd name="T82" fmla="*/ 25 w 58"/>
                  <a:gd name="T83" fmla="*/ 9 h 96"/>
                  <a:gd name="T84" fmla="*/ 24 w 58"/>
                  <a:gd name="T85" fmla="*/ 5 h 96"/>
                  <a:gd name="T86" fmla="*/ 23 w 58"/>
                  <a:gd name="T87" fmla="*/ 0 h 96"/>
                  <a:gd name="T88" fmla="*/ 21 w 58"/>
                  <a:gd name="T89" fmla="*/ 4 h 96"/>
                  <a:gd name="T90" fmla="*/ 17 w 58"/>
                  <a:gd name="T91" fmla="*/ 8 h 96"/>
                  <a:gd name="T92" fmla="*/ 11 w 58"/>
                  <a:gd name="T93" fmla="*/ 8 h 96"/>
                  <a:gd name="T94" fmla="*/ 9 w 58"/>
                  <a:gd name="T95" fmla="*/ 13 h 96"/>
                  <a:gd name="T96" fmla="*/ 8 w 58"/>
                  <a:gd name="T97" fmla="*/ 17 h 96"/>
                  <a:gd name="T98" fmla="*/ 6 w 58"/>
                  <a:gd name="T99" fmla="*/ 16 h 96"/>
                  <a:gd name="T100" fmla="*/ 4 w 58"/>
                  <a:gd name="T101" fmla="*/ 27 h 96"/>
                  <a:gd name="T102" fmla="*/ 6 w 58"/>
                  <a:gd name="T103" fmla="*/ 22 h 96"/>
                  <a:gd name="T104" fmla="*/ 10 w 58"/>
                  <a:gd name="T105" fmla="*/ 29 h 96"/>
                  <a:gd name="T106" fmla="*/ 6 w 58"/>
                  <a:gd name="T107" fmla="*/ 34 h 96"/>
                  <a:gd name="T108" fmla="*/ 7 w 58"/>
                  <a:gd name="T109" fmla="*/ 24 h 96"/>
                  <a:gd name="T110" fmla="*/ 6 w 58"/>
                  <a:gd name="T111" fmla="*/ 2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" h="96">
                    <a:moveTo>
                      <a:pt x="6" y="16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4" y="61"/>
                      <a:pt x="14" y="61"/>
                      <a:pt x="14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81"/>
                      <a:pt x="25" y="81"/>
                      <a:pt x="25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lnTo>
                      <a:pt x="6" y="16"/>
                    </a:lnTo>
                    <a:close/>
                    <a:moveTo>
                      <a:pt x="5" y="25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lnTo>
                      <a:pt x="5" y="25"/>
                    </a:lnTo>
                    <a:close/>
                    <a:moveTo>
                      <a:pt x="4" y="28"/>
                    </a:moveTo>
                    <a:cubicBezTo>
                      <a:pt x="4" y="27"/>
                      <a:pt x="4" y="27"/>
                      <a:pt x="4" y="27"/>
                    </a:cubicBezTo>
                    <a:cubicBezTo>
                      <a:pt x="5" y="27"/>
                      <a:pt x="5" y="27"/>
                      <a:pt x="5" y="27"/>
                    </a:cubicBezTo>
                    <a:lnTo>
                      <a:pt x="4" y="28"/>
                    </a:lnTo>
                    <a:close/>
                    <a:moveTo>
                      <a:pt x="11" y="36"/>
                    </a:move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lose/>
                    <a:moveTo>
                      <a:pt x="6" y="22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3"/>
                      <a:pt x="5" y="23"/>
                    </a:cubicBezTo>
                    <a:lnTo>
                      <a:pt x="6" y="22"/>
                    </a:lnTo>
                    <a:close/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29"/>
                      <a:pt x="9" y="29"/>
                      <a:pt x="9" y="29"/>
                    </a:cubicBezTo>
                    <a:close/>
                    <a:moveTo>
                      <a:pt x="9" y="30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2"/>
                      <a:pt x="7" y="32"/>
                      <a:pt x="7" y="32"/>
                    </a:cubicBezTo>
                    <a:lnTo>
                      <a:pt x="9" y="30"/>
                    </a:lnTo>
                    <a:close/>
                    <a:moveTo>
                      <a:pt x="7" y="24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lose/>
                    <a:moveTo>
                      <a:pt x="7" y="24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lnTo>
                      <a:pt x="7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5" name="Freeform 6324">
                <a:extLst>
                  <a:ext uri="{FF2B5EF4-FFF2-40B4-BE49-F238E27FC236}">
                    <a16:creationId xmlns:a16="http://schemas.microsoft.com/office/drawing/2014/main" id="{3DA679B3-5D3A-4965-85F2-51019E1DE90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532" y="1909"/>
                <a:ext cx="15" cy="28"/>
              </a:xfrm>
              <a:custGeom>
                <a:avLst/>
                <a:gdLst>
                  <a:gd name="T0" fmla="*/ 0 w 8"/>
                  <a:gd name="T1" fmla="*/ 8 h 15"/>
                  <a:gd name="T2" fmla="*/ 1 w 8"/>
                  <a:gd name="T3" fmla="*/ 10 h 15"/>
                  <a:gd name="T4" fmla="*/ 3 w 8"/>
                  <a:gd name="T5" fmla="*/ 10 h 15"/>
                  <a:gd name="T6" fmla="*/ 3 w 8"/>
                  <a:gd name="T7" fmla="*/ 11 h 15"/>
                  <a:gd name="T8" fmla="*/ 1 w 8"/>
                  <a:gd name="T9" fmla="*/ 15 h 15"/>
                  <a:gd name="T10" fmla="*/ 5 w 8"/>
                  <a:gd name="T11" fmla="*/ 12 h 15"/>
                  <a:gd name="T12" fmla="*/ 5 w 8"/>
                  <a:gd name="T13" fmla="*/ 12 h 15"/>
                  <a:gd name="T14" fmla="*/ 5 w 8"/>
                  <a:gd name="T15" fmla="*/ 12 h 15"/>
                  <a:gd name="T16" fmla="*/ 5 w 8"/>
                  <a:gd name="T17" fmla="*/ 10 h 15"/>
                  <a:gd name="T18" fmla="*/ 6 w 8"/>
                  <a:gd name="T19" fmla="*/ 9 h 15"/>
                  <a:gd name="T20" fmla="*/ 5 w 8"/>
                  <a:gd name="T21" fmla="*/ 8 h 15"/>
                  <a:gd name="T22" fmla="*/ 6 w 8"/>
                  <a:gd name="T23" fmla="*/ 7 h 15"/>
                  <a:gd name="T24" fmla="*/ 5 w 8"/>
                  <a:gd name="T25" fmla="*/ 7 h 15"/>
                  <a:gd name="T26" fmla="*/ 6 w 8"/>
                  <a:gd name="T27" fmla="*/ 6 h 15"/>
                  <a:gd name="T28" fmla="*/ 6 w 8"/>
                  <a:gd name="T29" fmla="*/ 4 h 15"/>
                  <a:gd name="T30" fmla="*/ 6 w 8"/>
                  <a:gd name="T31" fmla="*/ 5 h 15"/>
                  <a:gd name="T32" fmla="*/ 8 w 8"/>
                  <a:gd name="T33" fmla="*/ 0 h 15"/>
                  <a:gd name="T34" fmla="*/ 5 w 8"/>
                  <a:gd name="T35" fmla="*/ 3 h 15"/>
                  <a:gd name="T36" fmla="*/ 5 w 8"/>
                  <a:gd name="T37" fmla="*/ 3 h 15"/>
                  <a:gd name="T38" fmla="*/ 4 w 8"/>
                  <a:gd name="T39" fmla="*/ 3 h 15"/>
                  <a:gd name="T40" fmla="*/ 4 w 8"/>
                  <a:gd name="T41" fmla="*/ 4 h 15"/>
                  <a:gd name="T42" fmla="*/ 3 w 8"/>
                  <a:gd name="T43" fmla="*/ 5 h 15"/>
                  <a:gd name="T44" fmla="*/ 2 w 8"/>
                  <a:gd name="T45" fmla="*/ 5 h 15"/>
                  <a:gd name="T46" fmla="*/ 1 w 8"/>
                  <a:gd name="T47" fmla="*/ 7 h 15"/>
                  <a:gd name="T48" fmla="*/ 1 w 8"/>
                  <a:gd name="T49" fmla="*/ 7 h 15"/>
                  <a:gd name="T50" fmla="*/ 2 w 8"/>
                  <a:gd name="T51" fmla="*/ 8 h 15"/>
                  <a:gd name="T52" fmla="*/ 2 w 8"/>
                  <a:gd name="T53" fmla="*/ 8 h 15"/>
                  <a:gd name="T54" fmla="*/ 0 w 8"/>
                  <a:gd name="T55" fmla="*/ 8 h 15"/>
                  <a:gd name="T56" fmla="*/ 4 w 8"/>
                  <a:gd name="T57" fmla="*/ 6 h 15"/>
                  <a:gd name="T58" fmla="*/ 4 w 8"/>
                  <a:gd name="T59" fmla="*/ 6 h 15"/>
                  <a:gd name="T60" fmla="*/ 4 w 8"/>
                  <a:gd name="T6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" h="15">
                    <a:moveTo>
                      <a:pt x="0" y="8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0" y="8"/>
                    </a:ln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6" name="Freeform 6325">
                <a:extLst>
                  <a:ext uri="{FF2B5EF4-FFF2-40B4-BE49-F238E27FC236}">
                    <a16:creationId xmlns:a16="http://schemas.microsoft.com/office/drawing/2014/main" id="{52209098-A6E2-4155-AF83-08D96D1CE9C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95" y="2040"/>
                <a:ext cx="9" cy="11"/>
              </a:xfrm>
              <a:custGeom>
                <a:avLst/>
                <a:gdLst>
                  <a:gd name="T0" fmla="*/ 2 w 9"/>
                  <a:gd name="T1" fmla="*/ 5 h 11"/>
                  <a:gd name="T2" fmla="*/ 0 w 9"/>
                  <a:gd name="T3" fmla="*/ 11 h 11"/>
                  <a:gd name="T4" fmla="*/ 4 w 9"/>
                  <a:gd name="T5" fmla="*/ 11 h 11"/>
                  <a:gd name="T6" fmla="*/ 7 w 9"/>
                  <a:gd name="T7" fmla="*/ 7 h 11"/>
                  <a:gd name="T8" fmla="*/ 7 w 9"/>
                  <a:gd name="T9" fmla="*/ 5 h 11"/>
                  <a:gd name="T10" fmla="*/ 9 w 9"/>
                  <a:gd name="T11" fmla="*/ 0 h 11"/>
                  <a:gd name="T12" fmla="*/ 2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2" y="5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7" name="Freeform 6326">
                <a:extLst>
                  <a:ext uri="{FF2B5EF4-FFF2-40B4-BE49-F238E27FC236}">
                    <a16:creationId xmlns:a16="http://schemas.microsoft.com/office/drawing/2014/main" id="{1A6720A2-A8B0-4968-8F45-8895CEAB66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5" y="1963"/>
                <a:ext cx="19" cy="34"/>
              </a:xfrm>
              <a:custGeom>
                <a:avLst/>
                <a:gdLst>
                  <a:gd name="T0" fmla="*/ 0 w 19"/>
                  <a:gd name="T1" fmla="*/ 34 h 34"/>
                  <a:gd name="T2" fmla="*/ 4 w 19"/>
                  <a:gd name="T3" fmla="*/ 32 h 34"/>
                  <a:gd name="T4" fmla="*/ 4 w 19"/>
                  <a:gd name="T5" fmla="*/ 30 h 34"/>
                  <a:gd name="T6" fmla="*/ 6 w 19"/>
                  <a:gd name="T7" fmla="*/ 30 h 34"/>
                  <a:gd name="T8" fmla="*/ 6 w 19"/>
                  <a:gd name="T9" fmla="*/ 27 h 34"/>
                  <a:gd name="T10" fmla="*/ 6 w 19"/>
                  <a:gd name="T11" fmla="*/ 27 h 34"/>
                  <a:gd name="T12" fmla="*/ 6 w 19"/>
                  <a:gd name="T13" fmla="*/ 25 h 34"/>
                  <a:gd name="T14" fmla="*/ 8 w 19"/>
                  <a:gd name="T15" fmla="*/ 21 h 34"/>
                  <a:gd name="T16" fmla="*/ 8 w 19"/>
                  <a:gd name="T17" fmla="*/ 21 h 34"/>
                  <a:gd name="T18" fmla="*/ 8 w 19"/>
                  <a:gd name="T19" fmla="*/ 17 h 34"/>
                  <a:gd name="T20" fmla="*/ 8 w 19"/>
                  <a:gd name="T21" fmla="*/ 19 h 34"/>
                  <a:gd name="T22" fmla="*/ 13 w 19"/>
                  <a:gd name="T23" fmla="*/ 15 h 34"/>
                  <a:gd name="T24" fmla="*/ 13 w 19"/>
                  <a:gd name="T25" fmla="*/ 15 h 34"/>
                  <a:gd name="T26" fmla="*/ 17 w 19"/>
                  <a:gd name="T27" fmla="*/ 12 h 34"/>
                  <a:gd name="T28" fmla="*/ 15 w 19"/>
                  <a:gd name="T29" fmla="*/ 10 h 34"/>
                  <a:gd name="T30" fmla="*/ 15 w 19"/>
                  <a:gd name="T31" fmla="*/ 10 h 34"/>
                  <a:gd name="T32" fmla="*/ 19 w 19"/>
                  <a:gd name="T33" fmla="*/ 6 h 34"/>
                  <a:gd name="T34" fmla="*/ 17 w 19"/>
                  <a:gd name="T35" fmla="*/ 0 h 34"/>
                  <a:gd name="T36" fmla="*/ 10 w 19"/>
                  <a:gd name="T37" fmla="*/ 6 h 34"/>
                  <a:gd name="T38" fmla="*/ 10 w 19"/>
                  <a:gd name="T39" fmla="*/ 8 h 34"/>
                  <a:gd name="T40" fmla="*/ 8 w 19"/>
                  <a:gd name="T41" fmla="*/ 6 h 34"/>
                  <a:gd name="T42" fmla="*/ 6 w 19"/>
                  <a:gd name="T43" fmla="*/ 10 h 34"/>
                  <a:gd name="T44" fmla="*/ 6 w 19"/>
                  <a:gd name="T45" fmla="*/ 12 h 34"/>
                  <a:gd name="T46" fmla="*/ 6 w 19"/>
                  <a:gd name="T47" fmla="*/ 12 h 34"/>
                  <a:gd name="T48" fmla="*/ 8 w 19"/>
                  <a:gd name="T49" fmla="*/ 14 h 34"/>
                  <a:gd name="T50" fmla="*/ 8 w 19"/>
                  <a:gd name="T51" fmla="*/ 15 h 34"/>
                  <a:gd name="T52" fmla="*/ 4 w 19"/>
                  <a:gd name="T53" fmla="*/ 15 h 34"/>
                  <a:gd name="T54" fmla="*/ 8 w 19"/>
                  <a:gd name="T55" fmla="*/ 17 h 34"/>
                  <a:gd name="T56" fmla="*/ 2 w 19"/>
                  <a:gd name="T57" fmla="*/ 17 h 34"/>
                  <a:gd name="T58" fmla="*/ 0 w 19"/>
                  <a:gd name="T59" fmla="*/ 19 h 34"/>
                  <a:gd name="T60" fmla="*/ 2 w 19"/>
                  <a:gd name="T61" fmla="*/ 21 h 34"/>
                  <a:gd name="T62" fmla="*/ 2 w 19"/>
                  <a:gd name="T63" fmla="*/ 21 h 34"/>
                  <a:gd name="T64" fmla="*/ 2 w 19"/>
                  <a:gd name="T65" fmla="*/ 23 h 34"/>
                  <a:gd name="T66" fmla="*/ 2 w 19"/>
                  <a:gd name="T67" fmla="*/ 23 h 34"/>
                  <a:gd name="T68" fmla="*/ 2 w 19"/>
                  <a:gd name="T69" fmla="*/ 25 h 34"/>
                  <a:gd name="T70" fmla="*/ 2 w 19"/>
                  <a:gd name="T71" fmla="*/ 27 h 34"/>
                  <a:gd name="T72" fmla="*/ 2 w 19"/>
                  <a:gd name="T73" fmla="*/ 28 h 34"/>
                  <a:gd name="T74" fmla="*/ 0 w 19"/>
                  <a:gd name="T75" fmla="*/ 30 h 34"/>
                  <a:gd name="T76" fmla="*/ 0 w 19"/>
                  <a:gd name="T7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4">
                    <a:moveTo>
                      <a:pt x="0" y="34"/>
                    </a:moveTo>
                    <a:lnTo>
                      <a:pt x="4" y="32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7" y="12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9" y="6"/>
                    </a:lnTo>
                    <a:lnTo>
                      <a:pt x="17" y="0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8" y="17"/>
                    </a:lnTo>
                    <a:lnTo>
                      <a:pt x="2" y="17"/>
                    </a:lnTo>
                    <a:lnTo>
                      <a:pt x="0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3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8" name="Freeform 6327">
                <a:extLst>
                  <a:ext uri="{FF2B5EF4-FFF2-40B4-BE49-F238E27FC236}">
                    <a16:creationId xmlns:a16="http://schemas.microsoft.com/office/drawing/2014/main" id="{B3B7794D-3CD1-4E63-8E42-1D1D202C6D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63" y="2239"/>
                <a:ext cx="16" cy="30"/>
              </a:xfrm>
              <a:custGeom>
                <a:avLst/>
                <a:gdLst>
                  <a:gd name="T0" fmla="*/ 0 w 16"/>
                  <a:gd name="T1" fmla="*/ 19 h 30"/>
                  <a:gd name="T2" fmla="*/ 1 w 16"/>
                  <a:gd name="T3" fmla="*/ 19 h 30"/>
                  <a:gd name="T4" fmla="*/ 0 w 16"/>
                  <a:gd name="T5" fmla="*/ 19 h 30"/>
                  <a:gd name="T6" fmla="*/ 1 w 16"/>
                  <a:gd name="T7" fmla="*/ 23 h 30"/>
                  <a:gd name="T8" fmla="*/ 3 w 16"/>
                  <a:gd name="T9" fmla="*/ 23 h 30"/>
                  <a:gd name="T10" fmla="*/ 3 w 16"/>
                  <a:gd name="T11" fmla="*/ 26 h 30"/>
                  <a:gd name="T12" fmla="*/ 3 w 16"/>
                  <a:gd name="T13" fmla="*/ 26 h 30"/>
                  <a:gd name="T14" fmla="*/ 3 w 16"/>
                  <a:gd name="T15" fmla="*/ 26 h 30"/>
                  <a:gd name="T16" fmla="*/ 3 w 16"/>
                  <a:gd name="T17" fmla="*/ 28 h 30"/>
                  <a:gd name="T18" fmla="*/ 9 w 16"/>
                  <a:gd name="T19" fmla="*/ 30 h 30"/>
                  <a:gd name="T20" fmla="*/ 13 w 16"/>
                  <a:gd name="T21" fmla="*/ 30 h 30"/>
                  <a:gd name="T22" fmla="*/ 14 w 16"/>
                  <a:gd name="T23" fmla="*/ 25 h 30"/>
                  <a:gd name="T24" fmla="*/ 14 w 16"/>
                  <a:gd name="T25" fmla="*/ 21 h 30"/>
                  <a:gd name="T26" fmla="*/ 16 w 16"/>
                  <a:gd name="T27" fmla="*/ 15 h 30"/>
                  <a:gd name="T28" fmla="*/ 14 w 16"/>
                  <a:gd name="T29" fmla="*/ 10 h 30"/>
                  <a:gd name="T30" fmla="*/ 14 w 16"/>
                  <a:gd name="T31" fmla="*/ 6 h 30"/>
                  <a:gd name="T32" fmla="*/ 13 w 16"/>
                  <a:gd name="T33" fmla="*/ 0 h 30"/>
                  <a:gd name="T34" fmla="*/ 11 w 16"/>
                  <a:gd name="T35" fmla="*/ 0 h 30"/>
                  <a:gd name="T36" fmla="*/ 9 w 16"/>
                  <a:gd name="T37" fmla="*/ 4 h 30"/>
                  <a:gd name="T38" fmla="*/ 11 w 16"/>
                  <a:gd name="T39" fmla="*/ 6 h 30"/>
                  <a:gd name="T40" fmla="*/ 11 w 16"/>
                  <a:gd name="T41" fmla="*/ 8 h 30"/>
                  <a:gd name="T42" fmla="*/ 9 w 16"/>
                  <a:gd name="T43" fmla="*/ 6 h 30"/>
                  <a:gd name="T44" fmla="*/ 7 w 16"/>
                  <a:gd name="T45" fmla="*/ 8 h 30"/>
                  <a:gd name="T46" fmla="*/ 1 w 16"/>
                  <a:gd name="T47" fmla="*/ 10 h 30"/>
                  <a:gd name="T48" fmla="*/ 0 w 16"/>
                  <a:gd name="T49" fmla="*/ 13 h 30"/>
                  <a:gd name="T50" fmla="*/ 1 w 16"/>
                  <a:gd name="T51" fmla="*/ 15 h 30"/>
                  <a:gd name="T52" fmla="*/ 0 w 16"/>
                  <a:gd name="T53" fmla="*/ 15 h 30"/>
                  <a:gd name="T54" fmla="*/ 0 w 16"/>
                  <a:gd name="T55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30">
                    <a:moveTo>
                      <a:pt x="0" y="19"/>
                    </a:moveTo>
                    <a:lnTo>
                      <a:pt x="1" y="19"/>
                    </a:lnTo>
                    <a:lnTo>
                      <a:pt x="0" y="19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9" name="Freeform 6328">
                <a:extLst>
                  <a:ext uri="{FF2B5EF4-FFF2-40B4-BE49-F238E27FC236}">
                    <a16:creationId xmlns:a16="http://schemas.microsoft.com/office/drawing/2014/main" id="{597970E0-03D4-4D82-8643-1A135F28AB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43" y="2357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0 h 7"/>
                  <a:gd name="T4" fmla="*/ 1 w 7"/>
                  <a:gd name="T5" fmla="*/ 0 h 7"/>
                  <a:gd name="T6" fmla="*/ 0 w 7"/>
                  <a:gd name="T7" fmla="*/ 4 h 7"/>
                  <a:gd name="T8" fmla="*/ 5 w 7"/>
                  <a:gd name="T9" fmla="*/ 7 h 7"/>
                  <a:gd name="T10" fmla="*/ 7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5" y="7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0" name="Freeform 6329">
                <a:extLst>
                  <a:ext uri="{FF2B5EF4-FFF2-40B4-BE49-F238E27FC236}">
                    <a16:creationId xmlns:a16="http://schemas.microsoft.com/office/drawing/2014/main" id="{CF66BBF8-029A-4FF1-B926-B3EB63E1E1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59" y="2269"/>
                <a:ext cx="22" cy="43"/>
              </a:xfrm>
              <a:custGeom>
                <a:avLst/>
                <a:gdLst>
                  <a:gd name="T0" fmla="*/ 0 w 22"/>
                  <a:gd name="T1" fmla="*/ 10 h 43"/>
                  <a:gd name="T2" fmla="*/ 0 w 22"/>
                  <a:gd name="T3" fmla="*/ 13 h 43"/>
                  <a:gd name="T4" fmla="*/ 2 w 22"/>
                  <a:gd name="T5" fmla="*/ 15 h 43"/>
                  <a:gd name="T6" fmla="*/ 2 w 22"/>
                  <a:gd name="T7" fmla="*/ 17 h 43"/>
                  <a:gd name="T8" fmla="*/ 4 w 22"/>
                  <a:gd name="T9" fmla="*/ 19 h 43"/>
                  <a:gd name="T10" fmla="*/ 4 w 22"/>
                  <a:gd name="T11" fmla="*/ 21 h 43"/>
                  <a:gd name="T12" fmla="*/ 2 w 22"/>
                  <a:gd name="T13" fmla="*/ 23 h 43"/>
                  <a:gd name="T14" fmla="*/ 4 w 22"/>
                  <a:gd name="T15" fmla="*/ 26 h 43"/>
                  <a:gd name="T16" fmla="*/ 5 w 22"/>
                  <a:gd name="T17" fmla="*/ 26 h 43"/>
                  <a:gd name="T18" fmla="*/ 4 w 22"/>
                  <a:gd name="T19" fmla="*/ 26 h 43"/>
                  <a:gd name="T20" fmla="*/ 4 w 22"/>
                  <a:gd name="T21" fmla="*/ 34 h 43"/>
                  <a:gd name="T22" fmla="*/ 4 w 22"/>
                  <a:gd name="T23" fmla="*/ 36 h 43"/>
                  <a:gd name="T24" fmla="*/ 5 w 22"/>
                  <a:gd name="T25" fmla="*/ 41 h 43"/>
                  <a:gd name="T26" fmla="*/ 9 w 22"/>
                  <a:gd name="T27" fmla="*/ 43 h 43"/>
                  <a:gd name="T28" fmla="*/ 9 w 22"/>
                  <a:gd name="T29" fmla="*/ 43 h 43"/>
                  <a:gd name="T30" fmla="*/ 11 w 22"/>
                  <a:gd name="T31" fmla="*/ 43 h 43"/>
                  <a:gd name="T32" fmla="*/ 15 w 22"/>
                  <a:gd name="T33" fmla="*/ 41 h 43"/>
                  <a:gd name="T34" fmla="*/ 15 w 22"/>
                  <a:gd name="T35" fmla="*/ 39 h 43"/>
                  <a:gd name="T36" fmla="*/ 15 w 22"/>
                  <a:gd name="T37" fmla="*/ 37 h 43"/>
                  <a:gd name="T38" fmla="*/ 17 w 22"/>
                  <a:gd name="T39" fmla="*/ 37 h 43"/>
                  <a:gd name="T40" fmla="*/ 18 w 22"/>
                  <a:gd name="T41" fmla="*/ 39 h 43"/>
                  <a:gd name="T42" fmla="*/ 20 w 22"/>
                  <a:gd name="T43" fmla="*/ 39 h 43"/>
                  <a:gd name="T44" fmla="*/ 22 w 22"/>
                  <a:gd name="T45" fmla="*/ 37 h 43"/>
                  <a:gd name="T46" fmla="*/ 22 w 22"/>
                  <a:gd name="T47" fmla="*/ 32 h 43"/>
                  <a:gd name="T48" fmla="*/ 22 w 22"/>
                  <a:gd name="T49" fmla="*/ 30 h 43"/>
                  <a:gd name="T50" fmla="*/ 22 w 22"/>
                  <a:gd name="T51" fmla="*/ 24 h 43"/>
                  <a:gd name="T52" fmla="*/ 22 w 22"/>
                  <a:gd name="T53" fmla="*/ 19 h 43"/>
                  <a:gd name="T54" fmla="*/ 20 w 22"/>
                  <a:gd name="T55" fmla="*/ 17 h 43"/>
                  <a:gd name="T56" fmla="*/ 22 w 22"/>
                  <a:gd name="T57" fmla="*/ 15 h 43"/>
                  <a:gd name="T58" fmla="*/ 22 w 22"/>
                  <a:gd name="T59" fmla="*/ 13 h 43"/>
                  <a:gd name="T60" fmla="*/ 22 w 22"/>
                  <a:gd name="T61" fmla="*/ 10 h 43"/>
                  <a:gd name="T62" fmla="*/ 20 w 22"/>
                  <a:gd name="T63" fmla="*/ 6 h 43"/>
                  <a:gd name="T64" fmla="*/ 17 w 22"/>
                  <a:gd name="T65" fmla="*/ 2 h 43"/>
                  <a:gd name="T66" fmla="*/ 17 w 22"/>
                  <a:gd name="T67" fmla="*/ 4 h 43"/>
                  <a:gd name="T68" fmla="*/ 15 w 22"/>
                  <a:gd name="T69" fmla="*/ 2 h 43"/>
                  <a:gd name="T70" fmla="*/ 11 w 22"/>
                  <a:gd name="T71" fmla="*/ 2 h 43"/>
                  <a:gd name="T72" fmla="*/ 5 w 22"/>
                  <a:gd name="T73" fmla="*/ 8 h 43"/>
                  <a:gd name="T74" fmla="*/ 5 w 22"/>
                  <a:gd name="T75" fmla="*/ 8 h 43"/>
                  <a:gd name="T76" fmla="*/ 2 w 22"/>
                  <a:gd name="T77" fmla="*/ 6 h 43"/>
                  <a:gd name="T78" fmla="*/ 4 w 22"/>
                  <a:gd name="T79" fmla="*/ 6 h 43"/>
                  <a:gd name="T80" fmla="*/ 4 w 22"/>
                  <a:gd name="T81" fmla="*/ 4 h 43"/>
                  <a:gd name="T82" fmla="*/ 5 w 22"/>
                  <a:gd name="T83" fmla="*/ 2 h 43"/>
                  <a:gd name="T84" fmla="*/ 2 w 22"/>
                  <a:gd name="T85" fmla="*/ 0 h 43"/>
                  <a:gd name="T86" fmla="*/ 2 w 22"/>
                  <a:gd name="T87" fmla="*/ 2 h 43"/>
                  <a:gd name="T88" fmla="*/ 0 w 22"/>
                  <a:gd name="T89" fmla="*/ 4 h 43"/>
                  <a:gd name="T90" fmla="*/ 0 w 22"/>
                  <a:gd name="T91" fmla="*/ 6 h 43"/>
                  <a:gd name="T92" fmla="*/ 0 w 22"/>
                  <a:gd name="T93" fmla="*/ 6 h 43"/>
                  <a:gd name="T94" fmla="*/ 0 w 22"/>
                  <a:gd name="T95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43">
                    <a:moveTo>
                      <a:pt x="0" y="10"/>
                    </a:moveTo>
                    <a:lnTo>
                      <a:pt x="0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2" y="23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4" y="26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5" y="41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5" y="41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17" y="37"/>
                    </a:lnTo>
                    <a:lnTo>
                      <a:pt x="18" y="39"/>
                    </a:lnTo>
                    <a:lnTo>
                      <a:pt x="20" y="39"/>
                    </a:lnTo>
                    <a:lnTo>
                      <a:pt x="22" y="37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24"/>
                    </a:lnTo>
                    <a:lnTo>
                      <a:pt x="22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1" name="Freeform 6330">
                <a:extLst>
                  <a:ext uri="{FF2B5EF4-FFF2-40B4-BE49-F238E27FC236}">
                    <a16:creationId xmlns:a16="http://schemas.microsoft.com/office/drawing/2014/main" id="{4B050053-71F1-4767-BE78-B4DAE7B5E9D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2241"/>
                <a:ext cx="9" cy="8"/>
              </a:xfrm>
              <a:custGeom>
                <a:avLst/>
                <a:gdLst>
                  <a:gd name="T0" fmla="*/ 8 w 9"/>
                  <a:gd name="T1" fmla="*/ 6 h 8"/>
                  <a:gd name="T2" fmla="*/ 9 w 9"/>
                  <a:gd name="T3" fmla="*/ 6 h 8"/>
                  <a:gd name="T4" fmla="*/ 9 w 9"/>
                  <a:gd name="T5" fmla="*/ 4 h 8"/>
                  <a:gd name="T6" fmla="*/ 8 w 9"/>
                  <a:gd name="T7" fmla="*/ 0 h 8"/>
                  <a:gd name="T8" fmla="*/ 6 w 9"/>
                  <a:gd name="T9" fmla="*/ 2 h 8"/>
                  <a:gd name="T10" fmla="*/ 4 w 9"/>
                  <a:gd name="T11" fmla="*/ 2 h 8"/>
                  <a:gd name="T12" fmla="*/ 0 w 9"/>
                  <a:gd name="T13" fmla="*/ 6 h 8"/>
                  <a:gd name="T14" fmla="*/ 4 w 9"/>
                  <a:gd name="T15" fmla="*/ 8 h 8"/>
                  <a:gd name="T16" fmla="*/ 8 w 9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2" name="Freeform 6331">
                <a:extLst>
                  <a:ext uri="{FF2B5EF4-FFF2-40B4-BE49-F238E27FC236}">
                    <a16:creationId xmlns:a16="http://schemas.microsoft.com/office/drawing/2014/main" id="{4B1EAF3A-D21F-44D6-9F3F-4A61B91BA2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92" y="2251"/>
                <a:ext cx="8" cy="5"/>
              </a:xfrm>
              <a:custGeom>
                <a:avLst/>
                <a:gdLst>
                  <a:gd name="T0" fmla="*/ 6 w 8"/>
                  <a:gd name="T1" fmla="*/ 0 h 5"/>
                  <a:gd name="T2" fmla="*/ 0 w 8"/>
                  <a:gd name="T3" fmla="*/ 1 h 5"/>
                  <a:gd name="T4" fmla="*/ 8 w 8"/>
                  <a:gd name="T5" fmla="*/ 5 h 5"/>
                  <a:gd name="T6" fmla="*/ 6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lnTo>
                      <a:pt x="0" y="1"/>
                    </a:lnTo>
                    <a:lnTo>
                      <a:pt x="8" y="5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3" name="Freeform 6332">
                <a:extLst>
                  <a:ext uri="{FF2B5EF4-FFF2-40B4-BE49-F238E27FC236}">
                    <a16:creationId xmlns:a16="http://schemas.microsoft.com/office/drawing/2014/main" id="{E02978F2-642C-4239-82B2-51E6E4BEA9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75" y="2306"/>
                <a:ext cx="7" cy="8"/>
              </a:xfrm>
              <a:custGeom>
                <a:avLst/>
                <a:gdLst>
                  <a:gd name="T0" fmla="*/ 6 w 7"/>
                  <a:gd name="T1" fmla="*/ 6 h 8"/>
                  <a:gd name="T2" fmla="*/ 7 w 7"/>
                  <a:gd name="T3" fmla="*/ 2 h 8"/>
                  <a:gd name="T4" fmla="*/ 6 w 7"/>
                  <a:gd name="T5" fmla="*/ 0 h 8"/>
                  <a:gd name="T6" fmla="*/ 0 w 7"/>
                  <a:gd name="T7" fmla="*/ 2 h 8"/>
                  <a:gd name="T8" fmla="*/ 0 w 7"/>
                  <a:gd name="T9" fmla="*/ 6 h 8"/>
                  <a:gd name="T10" fmla="*/ 2 w 7"/>
                  <a:gd name="T11" fmla="*/ 8 h 8"/>
                  <a:gd name="T12" fmla="*/ 6 w 7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lnTo>
                      <a:pt x="7" y="2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4" name="Freeform 6333">
                <a:extLst>
                  <a:ext uri="{FF2B5EF4-FFF2-40B4-BE49-F238E27FC236}">
                    <a16:creationId xmlns:a16="http://schemas.microsoft.com/office/drawing/2014/main" id="{84A8B260-6D3B-4A6F-87F9-58321C23E2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01" y="2292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3 h 5"/>
                  <a:gd name="T4" fmla="*/ 6 w 9"/>
                  <a:gd name="T5" fmla="*/ 0 h 5"/>
                  <a:gd name="T6" fmla="*/ 2 w 9"/>
                  <a:gd name="T7" fmla="*/ 0 h 5"/>
                  <a:gd name="T8" fmla="*/ 0 w 9"/>
                  <a:gd name="T9" fmla="*/ 3 h 5"/>
                  <a:gd name="T10" fmla="*/ 6 w 9"/>
                  <a:gd name="T11" fmla="*/ 3 h 5"/>
                  <a:gd name="T12" fmla="*/ 9 w 9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5" name="Freeform 6334">
                <a:extLst>
                  <a:ext uri="{FF2B5EF4-FFF2-40B4-BE49-F238E27FC236}">
                    <a16:creationId xmlns:a16="http://schemas.microsoft.com/office/drawing/2014/main" id="{DB4DAB7E-4C40-4644-BF73-11B1A5194B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88" y="2295"/>
                <a:ext cx="13" cy="11"/>
              </a:xfrm>
              <a:custGeom>
                <a:avLst/>
                <a:gdLst>
                  <a:gd name="T0" fmla="*/ 4 w 13"/>
                  <a:gd name="T1" fmla="*/ 0 h 11"/>
                  <a:gd name="T2" fmla="*/ 2 w 13"/>
                  <a:gd name="T3" fmla="*/ 2 h 11"/>
                  <a:gd name="T4" fmla="*/ 0 w 13"/>
                  <a:gd name="T5" fmla="*/ 6 h 11"/>
                  <a:gd name="T6" fmla="*/ 4 w 13"/>
                  <a:gd name="T7" fmla="*/ 8 h 11"/>
                  <a:gd name="T8" fmla="*/ 8 w 13"/>
                  <a:gd name="T9" fmla="*/ 11 h 11"/>
                  <a:gd name="T10" fmla="*/ 9 w 13"/>
                  <a:gd name="T11" fmla="*/ 6 h 11"/>
                  <a:gd name="T12" fmla="*/ 13 w 13"/>
                  <a:gd name="T13" fmla="*/ 2 h 11"/>
                  <a:gd name="T14" fmla="*/ 8 w 13"/>
                  <a:gd name="T15" fmla="*/ 0 h 11"/>
                  <a:gd name="T16" fmla="*/ 4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11"/>
                    </a:lnTo>
                    <a:lnTo>
                      <a:pt x="9" y="6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6" name="Freeform 6335">
                <a:extLst>
                  <a:ext uri="{FF2B5EF4-FFF2-40B4-BE49-F238E27FC236}">
                    <a16:creationId xmlns:a16="http://schemas.microsoft.com/office/drawing/2014/main" id="{0003ED77-7B70-4CD1-BFB2-CDF005C8DB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3" y="2346"/>
                <a:ext cx="7" cy="5"/>
              </a:xfrm>
              <a:custGeom>
                <a:avLst/>
                <a:gdLst>
                  <a:gd name="T0" fmla="*/ 2 w 4"/>
                  <a:gd name="T1" fmla="*/ 2 h 3"/>
                  <a:gd name="T2" fmla="*/ 2 w 4"/>
                  <a:gd name="T3" fmla="*/ 2 h 3"/>
                  <a:gd name="T4" fmla="*/ 3 w 4"/>
                  <a:gd name="T5" fmla="*/ 2 h 3"/>
                  <a:gd name="T6" fmla="*/ 4 w 4"/>
                  <a:gd name="T7" fmla="*/ 0 h 3"/>
                  <a:gd name="T8" fmla="*/ 2 w 4"/>
                  <a:gd name="T9" fmla="*/ 0 h 3"/>
                  <a:gd name="T10" fmla="*/ 1 w 4"/>
                  <a:gd name="T11" fmla="*/ 0 h 3"/>
                  <a:gd name="T12" fmla="*/ 0 w 4"/>
                  <a:gd name="T13" fmla="*/ 1 h 3"/>
                  <a:gd name="T14" fmla="*/ 2 w 4"/>
                  <a:gd name="T15" fmla="*/ 3 h 3"/>
                  <a:gd name="T16" fmla="*/ 2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7" name="Freeform 6336">
                <a:extLst>
                  <a:ext uri="{FF2B5EF4-FFF2-40B4-BE49-F238E27FC236}">
                    <a16:creationId xmlns:a16="http://schemas.microsoft.com/office/drawing/2014/main" id="{EA86D95B-07DD-4E87-B611-00FDAD51B6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4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3 w 7"/>
                  <a:gd name="T3" fmla="*/ 3 h 3"/>
                  <a:gd name="T4" fmla="*/ 5 w 7"/>
                  <a:gd name="T5" fmla="*/ 3 h 3"/>
                  <a:gd name="T6" fmla="*/ 7 w 7"/>
                  <a:gd name="T7" fmla="*/ 0 h 3"/>
                  <a:gd name="T8" fmla="*/ 3 w 7"/>
                  <a:gd name="T9" fmla="*/ 0 h 3"/>
                  <a:gd name="T10" fmla="*/ 0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8" name="Freeform 6337">
                <a:extLst>
                  <a:ext uri="{FF2B5EF4-FFF2-40B4-BE49-F238E27FC236}">
                    <a16:creationId xmlns:a16="http://schemas.microsoft.com/office/drawing/2014/main" id="{74F2E884-2B2B-4A67-9926-B5BCE628E0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31"/>
                <a:ext cx="5" cy="11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3 h 6"/>
                  <a:gd name="T6" fmla="*/ 1 w 3"/>
                  <a:gd name="T7" fmla="*/ 2 h 6"/>
                  <a:gd name="T8" fmla="*/ 1 w 3"/>
                  <a:gd name="T9" fmla="*/ 4 h 6"/>
                  <a:gd name="T10" fmla="*/ 2 w 3"/>
                  <a:gd name="T11" fmla="*/ 4 h 6"/>
                  <a:gd name="T12" fmla="*/ 2 w 3"/>
                  <a:gd name="T13" fmla="*/ 4 h 6"/>
                  <a:gd name="T14" fmla="*/ 1 w 3"/>
                  <a:gd name="T15" fmla="*/ 5 h 6"/>
                  <a:gd name="T16" fmla="*/ 3 w 3"/>
                  <a:gd name="T17" fmla="*/ 6 h 6"/>
                  <a:gd name="T18" fmla="*/ 3 w 3"/>
                  <a:gd name="T19" fmla="*/ 3 h 6"/>
                  <a:gd name="T20" fmla="*/ 3 w 3"/>
                  <a:gd name="T21" fmla="*/ 3 h 6"/>
                  <a:gd name="T22" fmla="*/ 3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1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9" name="Freeform 6338">
                <a:extLst>
                  <a:ext uri="{FF2B5EF4-FFF2-40B4-BE49-F238E27FC236}">
                    <a16:creationId xmlns:a16="http://schemas.microsoft.com/office/drawing/2014/main" id="{CB7EEFA3-7D5F-4577-89C3-6A7A1CE93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1" y="2348"/>
                <a:ext cx="11" cy="11"/>
              </a:xfrm>
              <a:custGeom>
                <a:avLst/>
                <a:gdLst>
                  <a:gd name="T0" fmla="*/ 2 w 11"/>
                  <a:gd name="T1" fmla="*/ 11 h 11"/>
                  <a:gd name="T2" fmla="*/ 4 w 11"/>
                  <a:gd name="T3" fmla="*/ 11 h 11"/>
                  <a:gd name="T4" fmla="*/ 6 w 11"/>
                  <a:gd name="T5" fmla="*/ 9 h 11"/>
                  <a:gd name="T6" fmla="*/ 8 w 11"/>
                  <a:gd name="T7" fmla="*/ 7 h 11"/>
                  <a:gd name="T8" fmla="*/ 10 w 11"/>
                  <a:gd name="T9" fmla="*/ 7 h 11"/>
                  <a:gd name="T10" fmla="*/ 10 w 11"/>
                  <a:gd name="T11" fmla="*/ 7 h 11"/>
                  <a:gd name="T12" fmla="*/ 10 w 11"/>
                  <a:gd name="T13" fmla="*/ 5 h 11"/>
                  <a:gd name="T14" fmla="*/ 10 w 11"/>
                  <a:gd name="T15" fmla="*/ 3 h 11"/>
                  <a:gd name="T16" fmla="*/ 11 w 11"/>
                  <a:gd name="T17" fmla="*/ 3 h 11"/>
                  <a:gd name="T18" fmla="*/ 11 w 11"/>
                  <a:gd name="T19" fmla="*/ 0 h 11"/>
                  <a:gd name="T20" fmla="*/ 4 w 11"/>
                  <a:gd name="T21" fmla="*/ 1 h 11"/>
                  <a:gd name="T22" fmla="*/ 0 w 11"/>
                  <a:gd name="T23" fmla="*/ 5 h 11"/>
                  <a:gd name="T24" fmla="*/ 0 w 11"/>
                  <a:gd name="T25" fmla="*/ 7 h 11"/>
                  <a:gd name="T26" fmla="*/ 0 w 11"/>
                  <a:gd name="T27" fmla="*/ 7 h 11"/>
                  <a:gd name="T28" fmla="*/ 0 w 11"/>
                  <a:gd name="T29" fmla="*/ 9 h 11"/>
                  <a:gd name="T30" fmla="*/ 2 w 11"/>
                  <a:gd name="T3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2" y="11"/>
                    </a:move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0" name="Freeform 6339">
                <a:extLst>
                  <a:ext uri="{FF2B5EF4-FFF2-40B4-BE49-F238E27FC236}">
                    <a16:creationId xmlns:a16="http://schemas.microsoft.com/office/drawing/2014/main" id="{D08E36FE-0749-4B56-8AB0-1C374D80B5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14" y="2353"/>
                <a:ext cx="5" cy="15"/>
              </a:xfrm>
              <a:custGeom>
                <a:avLst/>
                <a:gdLst>
                  <a:gd name="T0" fmla="*/ 2 w 5"/>
                  <a:gd name="T1" fmla="*/ 11 h 15"/>
                  <a:gd name="T2" fmla="*/ 2 w 5"/>
                  <a:gd name="T3" fmla="*/ 15 h 15"/>
                  <a:gd name="T4" fmla="*/ 4 w 5"/>
                  <a:gd name="T5" fmla="*/ 13 h 15"/>
                  <a:gd name="T6" fmla="*/ 5 w 5"/>
                  <a:gd name="T7" fmla="*/ 9 h 15"/>
                  <a:gd name="T8" fmla="*/ 4 w 5"/>
                  <a:gd name="T9" fmla="*/ 8 h 15"/>
                  <a:gd name="T10" fmla="*/ 4 w 5"/>
                  <a:gd name="T11" fmla="*/ 8 h 15"/>
                  <a:gd name="T12" fmla="*/ 4 w 5"/>
                  <a:gd name="T13" fmla="*/ 6 h 15"/>
                  <a:gd name="T14" fmla="*/ 4 w 5"/>
                  <a:gd name="T15" fmla="*/ 0 h 15"/>
                  <a:gd name="T16" fmla="*/ 2 w 5"/>
                  <a:gd name="T17" fmla="*/ 6 h 15"/>
                  <a:gd name="T18" fmla="*/ 2 w 5"/>
                  <a:gd name="T19" fmla="*/ 6 h 15"/>
                  <a:gd name="T20" fmla="*/ 0 w 5"/>
                  <a:gd name="T21" fmla="*/ 8 h 15"/>
                  <a:gd name="T22" fmla="*/ 2 w 5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5">
                    <a:moveTo>
                      <a:pt x="2" y="11"/>
                    </a:moveTo>
                    <a:lnTo>
                      <a:pt x="2" y="15"/>
                    </a:lnTo>
                    <a:lnTo>
                      <a:pt x="4" y="13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1" name="Freeform 6340">
                <a:extLst>
                  <a:ext uri="{FF2B5EF4-FFF2-40B4-BE49-F238E27FC236}">
                    <a16:creationId xmlns:a16="http://schemas.microsoft.com/office/drawing/2014/main" id="{3ACB5EC5-17AE-414A-8F85-3A21B323F6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2336"/>
                <a:ext cx="9" cy="8"/>
              </a:xfrm>
              <a:custGeom>
                <a:avLst/>
                <a:gdLst>
                  <a:gd name="T0" fmla="*/ 6 w 9"/>
                  <a:gd name="T1" fmla="*/ 6 h 8"/>
                  <a:gd name="T2" fmla="*/ 7 w 9"/>
                  <a:gd name="T3" fmla="*/ 6 h 8"/>
                  <a:gd name="T4" fmla="*/ 9 w 9"/>
                  <a:gd name="T5" fmla="*/ 4 h 8"/>
                  <a:gd name="T6" fmla="*/ 9 w 9"/>
                  <a:gd name="T7" fmla="*/ 2 h 8"/>
                  <a:gd name="T8" fmla="*/ 7 w 9"/>
                  <a:gd name="T9" fmla="*/ 0 h 8"/>
                  <a:gd name="T10" fmla="*/ 6 w 9"/>
                  <a:gd name="T11" fmla="*/ 2 h 8"/>
                  <a:gd name="T12" fmla="*/ 4 w 9"/>
                  <a:gd name="T13" fmla="*/ 2 h 8"/>
                  <a:gd name="T14" fmla="*/ 2 w 9"/>
                  <a:gd name="T15" fmla="*/ 2 h 8"/>
                  <a:gd name="T16" fmla="*/ 0 w 9"/>
                  <a:gd name="T17" fmla="*/ 6 h 8"/>
                  <a:gd name="T18" fmla="*/ 4 w 9"/>
                  <a:gd name="T19" fmla="*/ 8 h 8"/>
                  <a:gd name="T20" fmla="*/ 6 w 9"/>
                  <a:gd name="T21" fmla="*/ 6 h 8"/>
                  <a:gd name="T22" fmla="*/ 6 w 9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6" y="6"/>
                    </a:moveTo>
                    <a:lnTo>
                      <a:pt x="7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2" name="Freeform 6341">
                <a:extLst>
                  <a:ext uri="{FF2B5EF4-FFF2-40B4-BE49-F238E27FC236}">
                    <a16:creationId xmlns:a16="http://schemas.microsoft.com/office/drawing/2014/main" id="{DA03AB29-B269-4A3E-9C91-5655F0E0A9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2" y="2288"/>
                <a:ext cx="10" cy="7"/>
              </a:xfrm>
              <a:custGeom>
                <a:avLst/>
                <a:gdLst>
                  <a:gd name="T0" fmla="*/ 2 w 10"/>
                  <a:gd name="T1" fmla="*/ 7 h 7"/>
                  <a:gd name="T2" fmla="*/ 4 w 10"/>
                  <a:gd name="T3" fmla="*/ 7 h 7"/>
                  <a:gd name="T4" fmla="*/ 6 w 10"/>
                  <a:gd name="T5" fmla="*/ 7 h 7"/>
                  <a:gd name="T6" fmla="*/ 8 w 10"/>
                  <a:gd name="T7" fmla="*/ 5 h 7"/>
                  <a:gd name="T8" fmla="*/ 10 w 10"/>
                  <a:gd name="T9" fmla="*/ 2 h 7"/>
                  <a:gd name="T10" fmla="*/ 6 w 10"/>
                  <a:gd name="T11" fmla="*/ 0 h 7"/>
                  <a:gd name="T12" fmla="*/ 4 w 10"/>
                  <a:gd name="T13" fmla="*/ 2 h 7"/>
                  <a:gd name="T14" fmla="*/ 4 w 10"/>
                  <a:gd name="T15" fmla="*/ 2 h 7"/>
                  <a:gd name="T16" fmla="*/ 0 w 10"/>
                  <a:gd name="T17" fmla="*/ 2 h 7"/>
                  <a:gd name="T18" fmla="*/ 0 w 10"/>
                  <a:gd name="T19" fmla="*/ 4 h 7"/>
                  <a:gd name="T20" fmla="*/ 0 w 10"/>
                  <a:gd name="T21" fmla="*/ 5 h 7"/>
                  <a:gd name="T22" fmla="*/ 2 w 10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lnTo>
                      <a:pt x="4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3" name="Freeform 6342">
                <a:extLst>
                  <a:ext uri="{FF2B5EF4-FFF2-40B4-BE49-F238E27FC236}">
                    <a16:creationId xmlns:a16="http://schemas.microsoft.com/office/drawing/2014/main" id="{7C47A7EE-8A1A-483B-870A-E7AEB859F59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7" y="2306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2 h 8"/>
                  <a:gd name="T4" fmla="*/ 1 w 5"/>
                  <a:gd name="T5" fmla="*/ 6 h 8"/>
                  <a:gd name="T6" fmla="*/ 1 w 5"/>
                  <a:gd name="T7" fmla="*/ 6 h 8"/>
                  <a:gd name="T8" fmla="*/ 3 w 5"/>
                  <a:gd name="T9" fmla="*/ 8 h 8"/>
                  <a:gd name="T10" fmla="*/ 5 w 5"/>
                  <a:gd name="T11" fmla="*/ 8 h 8"/>
                  <a:gd name="T12" fmla="*/ 5 w 5"/>
                  <a:gd name="T13" fmla="*/ 2 h 8"/>
                  <a:gd name="T14" fmla="*/ 3 w 5"/>
                  <a:gd name="T15" fmla="*/ 2 h 8"/>
                  <a:gd name="T16" fmla="*/ 1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4" name="Freeform 6343">
                <a:extLst>
                  <a:ext uri="{FF2B5EF4-FFF2-40B4-BE49-F238E27FC236}">
                    <a16:creationId xmlns:a16="http://schemas.microsoft.com/office/drawing/2014/main" id="{E1513DD1-9496-4C90-8980-95BCCF5B52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2359"/>
                <a:ext cx="39" cy="15"/>
              </a:xfrm>
              <a:custGeom>
                <a:avLst/>
                <a:gdLst>
                  <a:gd name="T0" fmla="*/ 2 w 39"/>
                  <a:gd name="T1" fmla="*/ 3 h 15"/>
                  <a:gd name="T2" fmla="*/ 2 w 39"/>
                  <a:gd name="T3" fmla="*/ 0 h 15"/>
                  <a:gd name="T4" fmla="*/ 0 w 39"/>
                  <a:gd name="T5" fmla="*/ 5 h 15"/>
                  <a:gd name="T6" fmla="*/ 0 w 39"/>
                  <a:gd name="T7" fmla="*/ 7 h 15"/>
                  <a:gd name="T8" fmla="*/ 0 w 39"/>
                  <a:gd name="T9" fmla="*/ 11 h 15"/>
                  <a:gd name="T10" fmla="*/ 4 w 39"/>
                  <a:gd name="T11" fmla="*/ 11 h 15"/>
                  <a:gd name="T12" fmla="*/ 8 w 39"/>
                  <a:gd name="T13" fmla="*/ 11 h 15"/>
                  <a:gd name="T14" fmla="*/ 10 w 39"/>
                  <a:gd name="T15" fmla="*/ 11 h 15"/>
                  <a:gd name="T16" fmla="*/ 11 w 39"/>
                  <a:gd name="T17" fmla="*/ 11 h 15"/>
                  <a:gd name="T18" fmla="*/ 13 w 39"/>
                  <a:gd name="T19" fmla="*/ 11 h 15"/>
                  <a:gd name="T20" fmla="*/ 17 w 39"/>
                  <a:gd name="T21" fmla="*/ 13 h 15"/>
                  <a:gd name="T22" fmla="*/ 17 w 39"/>
                  <a:gd name="T23" fmla="*/ 15 h 15"/>
                  <a:gd name="T24" fmla="*/ 23 w 39"/>
                  <a:gd name="T25" fmla="*/ 15 h 15"/>
                  <a:gd name="T26" fmla="*/ 25 w 39"/>
                  <a:gd name="T27" fmla="*/ 13 h 15"/>
                  <a:gd name="T28" fmla="*/ 28 w 39"/>
                  <a:gd name="T29" fmla="*/ 13 h 15"/>
                  <a:gd name="T30" fmla="*/ 32 w 39"/>
                  <a:gd name="T31" fmla="*/ 13 h 15"/>
                  <a:gd name="T32" fmla="*/ 36 w 39"/>
                  <a:gd name="T33" fmla="*/ 13 h 15"/>
                  <a:gd name="T34" fmla="*/ 39 w 39"/>
                  <a:gd name="T35" fmla="*/ 11 h 15"/>
                  <a:gd name="T36" fmla="*/ 39 w 39"/>
                  <a:gd name="T37" fmla="*/ 9 h 15"/>
                  <a:gd name="T38" fmla="*/ 39 w 39"/>
                  <a:gd name="T39" fmla="*/ 7 h 15"/>
                  <a:gd name="T40" fmla="*/ 39 w 39"/>
                  <a:gd name="T41" fmla="*/ 2 h 15"/>
                  <a:gd name="T42" fmla="*/ 38 w 39"/>
                  <a:gd name="T43" fmla="*/ 7 h 15"/>
                  <a:gd name="T44" fmla="*/ 38 w 39"/>
                  <a:gd name="T45" fmla="*/ 7 h 15"/>
                  <a:gd name="T46" fmla="*/ 36 w 39"/>
                  <a:gd name="T47" fmla="*/ 9 h 15"/>
                  <a:gd name="T48" fmla="*/ 36 w 39"/>
                  <a:gd name="T49" fmla="*/ 7 h 15"/>
                  <a:gd name="T50" fmla="*/ 34 w 39"/>
                  <a:gd name="T51" fmla="*/ 7 h 15"/>
                  <a:gd name="T52" fmla="*/ 34 w 39"/>
                  <a:gd name="T53" fmla="*/ 7 h 15"/>
                  <a:gd name="T54" fmla="*/ 32 w 39"/>
                  <a:gd name="T55" fmla="*/ 5 h 15"/>
                  <a:gd name="T56" fmla="*/ 30 w 39"/>
                  <a:gd name="T57" fmla="*/ 5 h 15"/>
                  <a:gd name="T58" fmla="*/ 26 w 39"/>
                  <a:gd name="T59" fmla="*/ 5 h 15"/>
                  <a:gd name="T60" fmla="*/ 25 w 39"/>
                  <a:gd name="T61" fmla="*/ 3 h 15"/>
                  <a:gd name="T62" fmla="*/ 19 w 39"/>
                  <a:gd name="T63" fmla="*/ 3 h 15"/>
                  <a:gd name="T64" fmla="*/ 15 w 39"/>
                  <a:gd name="T65" fmla="*/ 5 h 15"/>
                  <a:gd name="T66" fmla="*/ 13 w 39"/>
                  <a:gd name="T67" fmla="*/ 5 h 15"/>
                  <a:gd name="T68" fmla="*/ 13 w 39"/>
                  <a:gd name="T69" fmla="*/ 5 h 15"/>
                  <a:gd name="T70" fmla="*/ 11 w 39"/>
                  <a:gd name="T71" fmla="*/ 3 h 15"/>
                  <a:gd name="T72" fmla="*/ 10 w 39"/>
                  <a:gd name="T73" fmla="*/ 2 h 15"/>
                  <a:gd name="T74" fmla="*/ 6 w 39"/>
                  <a:gd name="T75" fmla="*/ 2 h 15"/>
                  <a:gd name="T76" fmla="*/ 6 w 39"/>
                  <a:gd name="T77" fmla="*/ 2 h 15"/>
                  <a:gd name="T78" fmla="*/ 4 w 39"/>
                  <a:gd name="T79" fmla="*/ 2 h 15"/>
                  <a:gd name="T80" fmla="*/ 2 w 39"/>
                  <a:gd name="T8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15">
                    <a:moveTo>
                      <a:pt x="2" y="3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5" y="13"/>
                    </a:lnTo>
                    <a:lnTo>
                      <a:pt x="28" y="13"/>
                    </a:lnTo>
                    <a:lnTo>
                      <a:pt x="32" y="13"/>
                    </a:lnTo>
                    <a:lnTo>
                      <a:pt x="36" y="13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39" y="2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6" y="5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5" name="Freeform 6344">
                <a:extLst>
                  <a:ext uri="{FF2B5EF4-FFF2-40B4-BE49-F238E27FC236}">
                    <a16:creationId xmlns:a16="http://schemas.microsoft.com/office/drawing/2014/main" id="{6D765977-E545-4C76-9507-B5C4D415CC7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888" y="2280"/>
                <a:ext cx="11" cy="10"/>
              </a:xfrm>
              <a:custGeom>
                <a:avLst/>
                <a:gdLst>
                  <a:gd name="T0" fmla="*/ 9 w 11"/>
                  <a:gd name="T1" fmla="*/ 8 h 10"/>
                  <a:gd name="T2" fmla="*/ 11 w 11"/>
                  <a:gd name="T3" fmla="*/ 6 h 10"/>
                  <a:gd name="T4" fmla="*/ 7 w 11"/>
                  <a:gd name="T5" fmla="*/ 4 h 10"/>
                  <a:gd name="T6" fmla="*/ 7 w 11"/>
                  <a:gd name="T7" fmla="*/ 4 h 10"/>
                  <a:gd name="T8" fmla="*/ 7 w 11"/>
                  <a:gd name="T9" fmla="*/ 2 h 10"/>
                  <a:gd name="T10" fmla="*/ 4 w 11"/>
                  <a:gd name="T11" fmla="*/ 0 h 10"/>
                  <a:gd name="T12" fmla="*/ 2 w 11"/>
                  <a:gd name="T13" fmla="*/ 0 h 10"/>
                  <a:gd name="T14" fmla="*/ 0 w 11"/>
                  <a:gd name="T15" fmla="*/ 4 h 10"/>
                  <a:gd name="T16" fmla="*/ 4 w 11"/>
                  <a:gd name="T17" fmla="*/ 4 h 10"/>
                  <a:gd name="T18" fmla="*/ 2 w 11"/>
                  <a:gd name="T19" fmla="*/ 8 h 10"/>
                  <a:gd name="T20" fmla="*/ 5 w 11"/>
                  <a:gd name="T21" fmla="*/ 10 h 10"/>
                  <a:gd name="T22" fmla="*/ 9 w 11"/>
                  <a:gd name="T23" fmla="*/ 8 h 10"/>
                  <a:gd name="T24" fmla="*/ 7 w 11"/>
                  <a:gd name="T25" fmla="*/ 4 h 10"/>
                  <a:gd name="T26" fmla="*/ 5 w 11"/>
                  <a:gd name="T27" fmla="*/ 4 h 10"/>
                  <a:gd name="T28" fmla="*/ 5 w 11"/>
                  <a:gd name="T29" fmla="*/ 4 h 10"/>
                  <a:gd name="T30" fmla="*/ 7 w 11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0">
                    <a:moveTo>
                      <a:pt x="9" y="8"/>
                    </a:moveTo>
                    <a:lnTo>
                      <a:pt x="11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9" y="8"/>
                    </a:lnTo>
                    <a:close/>
                    <a:moveTo>
                      <a:pt x="7" y="4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6" name="Freeform 6345">
                <a:extLst>
                  <a:ext uri="{FF2B5EF4-FFF2-40B4-BE49-F238E27FC236}">
                    <a16:creationId xmlns:a16="http://schemas.microsoft.com/office/drawing/2014/main" id="{9158ED62-D073-4A46-8987-65F3CB82BA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5" y="2359"/>
                <a:ext cx="33" cy="20"/>
              </a:xfrm>
              <a:custGeom>
                <a:avLst/>
                <a:gdLst>
                  <a:gd name="T0" fmla="*/ 31 w 33"/>
                  <a:gd name="T1" fmla="*/ 3 h 20"/>
                  <a:gd name="T2" fmla="*/ 33 w 33"/>
                  <a:gd name="T3" fmla="*/ 2 h 20"/>
                  <a:gd name="T4" fmla="*/ 31 w 33"/>
                  <a:gd name="T5" fmla="*/ 0 h 20"/>
                  <a:gd name="T6" fmla="*/ 29 w 33"/>
                  <a:gd name="T7" fmla="*/ 0 h 20"/>
                  <a:gd name="T8" fmla="*/ 26 w 33"/>
                  <a:gd name="T9" fmla="*/ 3 h 20"/>
                  <a:gd name="T10" fmla="*/ 20 w 33"/>
                  <a:gd name="T11" fmla="*/ 5 h 20"/>
                  <a:gd name="T12" fmla="*/ 16 w 33"/>
                  <a:gd name="T13" fmla="*/ 5 h 20"/>
                  <a:gd name="T14" fmla="*/ 13 w 33"/>
                  <a:gd name="T15" fmla="*/ 3 h 20"/>
                  <a:gd name="T16" fmla="*/ 9 w 33"/>
                  <a:gd name="T17" fmla="*/ 3 h 20"/>
                  <a:gd name="T18" fmla="*/ 9 w 33"/>
                  <a:gd name="T19" fmla="*/ 7 h 20"/>
                  <a:gd name="T20" fmla="*/ 9 w 33"/>
                  <a:gd name="T21" fmla="*/ 7 h 20"/>
                  <a:gd name="T22" fmla="*/ 7 w 33"/>
                  <a:gd name="T23" fmla="*/ 7 h 20"/>
                  <a:gd name="T24" fmla="*/ 5 w 33"/>
                  <a:gd name="T25" fmla="*/ 7 h 20"/>
                  <a:gd name="T26" fmla="*/ 3 w 33"/>
                  <a:gd name="T27" fmla="*/ 9 h 20"/>
                  <a:gd name="T28" fmla="*/ 0 w 33"/>
                  <a:gd name="T29" fmla="*/ 9 h 20"/>
                  <a:gd name="T30" fmla="*/ 0 w 33"/>
                  <a:gd name="T31" fmla="*/ 13 h 20"/>
                  <a:gd name="T32" fmla="*/ 3 w 33"/>
                  <a:gd name="T33" fmla="*/ 16 h 20"/>
                  <a:gd name="T34" fmla="*/ 7 w 33"/>
                  <a:gd name="T35" fmla="*/ 18 h 20"/>
                  <a:gd name="T36" fmla="*/ 11 w 33"/>
                  <a:gd name="T37" fmla="*/ 18 h 20"/>
                  <a:gd name="T38" fmla="*/ 13 w 33"/>
                  <a:gd name="T39" fmla="*/ 20 h 20"/>
                  <a:gd name="T40" fmla="*/ 15 w 33"/>
                  <a:gd name="T41" fmla="*/ 18 h 20"/>
                  <a:gd name="T42" fmla="*/ 16 w 33"/>
                  <a:gd name="T43" fmla="*/ 16 h 20"/>
                  <a:gd name="T44" fmla="*/ 20 w 33"/>
                  <a:gd name="T45" fmla="*/ 15 h 20"/>
                  <a:gd name="T46" fmla="*/ 22 w 33"/>
                  <a:gd name="T47" fmla="*/ 15 h 20"/>
                  <a:gd name="T48" fmla="*/ 26 w 33"/>
                  <a:gd name="T49" fmla="*/ 15 h 20"/>
                  <a:gd name="T50" fmla="*/ 28 w 33"/>
                  <a:gd name="T51" fmla="*/ 11 h 20"/>
                  <a:gd name="T52" fmla="*/ 26 w 33"/>
                  <a:gd name="T53" fmla="*/ 9 h 20"/>
                  <a:gd name="T54" fmla="*/ 28 w 33"/>
                  <a:gd name="T55" fmla="*/ 5 h 20"/>
                  <a:gd name="T56" fmla="*/ 31 w 33"/>
                  <a:gd name="T5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3" h="20">
                    <a:moveTo>
                      <a:pt x="31" y="3"/>
                    </a:moveTo>
                    <a:lnTo>
                      <a:pt x="33" y="2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3"/>
                    </a:lnTo>
                    <a:lnTo>
                      <a:pt x="9" y="3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6" y="16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6" y="15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8" y="5"/>
                    </a:lnTo>
                    <a:lnTo>
                      <a:pt x="3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7" name="Freeform 6346">
                <a:extLst>
                  <a:ext uri="{FF2B5EF4-FFF2-40B4-BE49-F238E27FC236}">
                    <a16:creationId xmlns:a16="http://schemas.microsoft.com/office/drawing/2014/main" id="{D9B5A2EF-599D-44AD-831A-4600843FE3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6" y="2323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0 w 7"/>
                  <a:gd name="T3" fmla="*/ 2 h 6"/>
                  <a:gd name="T4" fmla="*/ 0 w 7"/>
                  <a:gd name="T5" fmla="*/ 4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8" name="Freeform 6347">
                <a:extLst>
                  <a:ext uri="{FF2B5EF4-FFF2-40B4-BE49-F238E27FC236}">
                    <a16:creationId xmlns:a16="http://schemas.microsoft.com/office/drawing/2014/main" id="{21313286-3A30-4D15-B58D-7E1C1836DCA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2" y="230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6 w 10"/>
                  <a:gd name="T5" fmla="*/ 0 h 8"/>
                  <a:gd name="T6" fmla="*/ 0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10" y="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9" name="Freeform 6348">
                <a:extLst>
                  <a:ext uri="{FF2B5EF4-FFF2-40B4-BE49-F238E27FC236}">
                    <a16:creationId xmlns:a16="http://schemas.microsoft.com/office/drawing/2014/main" id="{29AB8B56-CCF9-4609-AFDC-16DE7BD2C0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0" y="231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6 h 6"/>
                  <a:gd name="T4" fmla="*/ 4 w 8"/>
                  <a:gd name="T5" fmla="*/ 6 h 6"/>
                  <a:gd name="T6" fmla="*/ 8 w 8"/>
                  <a:gd name="T7" fmla="*/ 6 h 6"/>
                  <a:gd name="T8" fmla="*/ 4 w 8"/>
                  <a:gd name="T9" fmla="*/ 2 h 6"/>
                  <a:gd name="T10" fmla="*/ 0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0" name="Freeform 6349">
                <a:extLst>
                  <a:ext uri="{FF2B5EF4-FFF2-40B4-BE49-F238E27FC236}">
                    <a16:creationId xmlns:a16="http://schemas.microsoft.com/office/drawing/2014/main" id="{9D3FCC0E-255E-40C6-8424-CB4BD866D0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95" y="230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6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6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1" name="Freeform 6350">
                <a:extLst>
                  <a:ext uri="{FF2B5EF4-FFF2-40B4-BE49-F238E27FC236}">
                    <a16:creationId xmlns:a16="http://schemas.microsoft.com/office/drawing/2014/main" id="{F58FA523-A23D-4968-8926-5086286397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03"/>
                <a:ext cx="10" cy="4"/>
              </a:xfrm>
              <a:custGeom>
                <a:avLst/>
                <a:gdLst>
                  <a:gd name="T0" fmla="*/ 3 w 5"/>
                  <a:gd name="T1" fmla="*/ 2 h 2"/>
                  <a:gd name="T2" fmla="*/ 3 w 5"/>
                  <a:gd name="T3" fmla="*/ 2 h 2"/>
                  <a:gd name="T4" fmla="*/ 4 w 5"/>
                  <a:gd name="T5" fmla="*/ 2 h 2"/>
                  <a:gd name="T6" fmla="*/ 5 w 5"/>
                  <a:gd name="T7" fmla="*/ 2 h 2"/>
                  <a:gd name="T8" fmla="*/ 3 w 5"/>
                  <a:gd name="T9" fmla="*/ 0 h 2"/>
                  <a:gd name="T10" fmla="*/ 0 w 5"/>
                  <a:gd name="T11" fmla="*/ 0 h 2"/>
                  <a:gd name="T12" fmla="*/ 1 w 5"/>
                  <a:gd name="T13" fmla="*/ 2 h 2"/>
                  <a:gd name="T14" fmla="*/ 3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2" name="Freeform 6351">
                <a:extLst>
                  <a:ext uri="{FF2B5EF4-FFF2-40B4-BE49-F238E27FC236}">
                    <a16:creationId xmlns:a16="http://schemas.microsoft.com/office/drawing/2014/main" id="{0E9F474E-38A1-4492-9965-254507CA70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3" y="2467"/>
                <a:ext cx="9" cy="9"/>
              </a:xfrm>
              <a:custGeom>
                <a:avLst/>
                <a:gdLst>
                  <a:gd name="T0" fmla="*/ 4 w 9"/>
                  <a:gd name="T1" fmla="*/ 4 h 9"/>
                  <a:gd name="T2" fmla="*/ 0 w 9"/>
                  <a:gd name="T3" fmla="*/ 9 h 9"/>
                  <a:gd name="T4" fmla="*/ 4 w 9"/>
                  <a:gd name="T5" fmla="*/ 9 h 9"/>
                  <a:gd name="T6" fmla="*/ 7 w 9"/>
                  <a:gd name="T7" fmla="*/ 9 h 9"/>
                  <a:gd name="T8" fmla="*/ 9 w 9"/>
                  <a:gd name="T9" fmla="*/ 4 h 9"/>
                  <a:gd name="T10" fmla="*/ 9 w 9"/>
                  <a:gd name="T11" fmla="*/ 0 h 9"/>
                  <a:gd name="T12" fmla="*/ 4 w 9"/>
                  <a:gd name="T13" fmla="*/ 2 h 9"/>
                  <a:gd name="T14" fmla="*/ 4 w 9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4" y="4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3" name="Freeform 6352">
                <a:extLst>
                  <a:ext uri="{FF2B5EF4-FFF2-40B4-BE49-F238E27FC236}">
                    <a16:creationId xmlns:a16="http://schemas.microsoft.com/office/drawing/2014/main" id="{F4561CA0-AF74-4522-8FC6-794BD383BB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6" y="2463"/>
                <a:ext cx="6" cy="8"/>
              </a:xfrm>
              <a:custGeom>
                <a:avLst/>
                <a:gdLst>
                  <a:gd name="T0" fmla="*/ 1 w 3"/>
                  <a:gd name="T1" fmla="*/ 1 h 4"/>
                  <a:gd name="T2" fmla="*/ 0 w 3"/>
                  <a:gd name="T3" fmla="*/ 1 h 4"/>
                  <a:gd name="T4" fmla="*/ 1 w 3"/>
                  <a:gd name="T5" fmla="*/ 2 h 4"/>
                  <a:gd name="T6" fmla="*/ 1 w 3"/>
                  <a:gd name="T7" fmla="*/ 4 h 4"/>
                  <a:gd name="T8" fmla="*/ 2 w 3"/>
                  <a:gd name="T9" fmla="*/ 4 h 4"/>
                  <a:gd name="T10" fmla="*/ 3 w 3"/>
                  <a:gd name="T11" fmla="*/ 4 h 4"/>
                  <a:gd name="T12" fmla="*/ 3 w 3"/>
                  <a:gd name="T13" fmla="*/ 3 h 4"/>
                  <a:gd name="T14" fmla="*/ 3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  <a:gd name="T20" fmla="*/ 1 w 3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4" name="Freeform 6353">
                <a:extLst>
                  <a:ext uri="{FF2B5EF4-FFF2-40B4-BE49-F238E27FC236}">
                    <a16:creationId xmlns:a16="http://schemas.microsoft.com/office/drawing/2014/main" id="{2DA51CC4-17E3-47B8-8FE7-1F57AAE814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4" y="2472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2 w 10"/>
                  <a:gd name="T3" fmla="*/ 0 h 10"/>
                  <a:gd name="T4" fmla="*/ 0 w 10"/>
                  <a:gd name="T5" fmla="*/ 6 h 10"/>
                  <a:gd name="T6" fmla="*/ 4 w 10"/>
                  <a:gd name="T7" fmla="*/ 10 h 10"/>
                  <a:gd name="T8" fmla="*/ 6 w 10"/>
                  <a:gd name="T9" fmla="*/ 8 h 10"/>
                  <a:gd name="T10" fmla="*/ 10 w 10"/>
                  <a:gd name="T11" fmla="*/ 6 h 10"/>
                  <a:gd name="T12" fmla="*/ 8 w 10"/>
                  <a:gd name="T13" fmla="*/ 2 h 10"/>
                  <a:gd name="T14" fmla="*/ 6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5" name="Freeform 6354">
                <a:extLst>
                  <a:ext uri="{FF2B5EF4-FFF2-40B4-BE49-F238E27FC236}">
                    <a16:creationId xmlns:a16="http://schemas.microsoft.com/office/drawing/2014/main" id="{B582E0CC-7491-4211-B670-90D9BC28E4F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0" y="2459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0 h 8"/>
                  <a:gd name="T4" fmla="*/ 2 w 11"/>
                  <a:gd name="T5" fmla="*/ 0 h 8"/>
                  <a:gd name="T6" fmla="*/ 0 w 11"/>
                  <a:gd name="T7" fmla="*/ 8 h 8"/>
                  <a:gd name="T8" fmla="*/ 6 w 11"/>
                  <a:gd name="T9" fmla="*/ 4 h 8"/>
                  <a:gd name="T10" fmla="*/ 11 w 11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6" y="4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6" name="Freeform 6355">
                <a:extLst>
                  <a:ext uri="{FF2B5EF4-FFF2-40B4-BE49-F238E27FC236}">
                    <a16:creationId xmlns:a16="http://schemas.microsoft.com/office/drawing/2014/main" id="{1BF36A5D-ADA7-42FD-A83C-6FFEE08235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69"/>
                <a:ext cx="15" cy="9"/>
              </a:xfrm>
              <a:custGeom>
                <a:avLst/>
                <a:gdLst>
                  <a:gd name="T0" fmla="*/ 15 w 15"/>
                  <a:gd name="T1" fmla="*/ 5 h 9"/>
                  <a:gd name="T2" fmla="*/ 15 w 15"/>
                  <a:gd name="T3" fmla="*/ 0 h 9"/>
                  <a:gd name="T4" fmla="*/ 12 w 15"/>
                  <a:gd name="T5" fmla="*/ 0 h 9"/>
                  <a:gd name="T6" fmla="*/ 10 w 15"/>
                  <a:gd name="T7" fmla="*/ 2 h 9"/>
                  <a:gd name="T8" fmla="*/ 8 w 15"/>
                  <a:gd name="T9" fmla="*/ 2 h 9"/>
                  <a:gd name="T10" fmla="*/ 4 w 15"/>
                  <a:gd name="T11" fmla="*/ 2 h 9"/>
                  <a:gd name="T12" fmla="*/ 0 w 15"/>
                  <a:gd name="T13" fmla="*/ 3 h 9"/>
                  <a:gd name="T14" fmla="*/ 4 w 15"/>
                  <a:gd name="T15" fmla="*/ 7 h 9"/>
                  <a:gd name="T16" fmla="*/ 6 w 15"/>
                  <a:gd name="T17" fmla="*/ 9 h 9"/>
                  <a:gd name="T18" fmla="*/ 12 w 15"/>
                  <a:gd name="T19" fmla="*/ 5 h 9"/>
                  <a:gd name="T20" fmla="*/ 15 w 15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9">
                    <a:moveTo>
                      <a:pt x="15" y="5"/>
                    </a:moveTo>
                    <a:lnTo>
                      <a:pt x="15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12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7" name="Freeform 6356">
                <a:extLst>
                  <a:ext uri="{FF2B5EF4-FFF2-40B4-BE49-F238E27FC236}">
                    <a16:creationId xmlns:a16="http://schemas.microsoft.com/office/drawing/2014/main" id="{0B430665-4C4B-4585-8A86-62D05538FC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4" y="247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2 h 6"/>
                  <a:gd name="T6" fmla="*/ 2 w 6"/>
                  <a:gd name="T7" fmla="*/ 4 h 6"/>
                  <a:gd name="T8" fmla="*/ 4 w 6"/>
                  <a:gd name="T9" fmla="*/ 6 h 6"/>
                  <a:gd name="T10" fmla="*/ 6 w 6"/>
                  <a:gd name="T11" fmla="*/ 4 h 6"/>
                  <a:gd name="T12" fmla="*/ 6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8" name="Freeform 6357">
                <a:extLst>
                  <a:ext uri="{FF2B5EF4-FFF2-40B4-BE49-F238E27FC236}">
                    <a16:creationId xmlns:a16="http://schemas.microsoft.com/office/drawing/2014/main" id="{F04F6EC8-7810-45FD-9755-42539CE7EE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4" y="247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2 w 9"/>
                  <a:gd name="T3" fmla="*/ 4 h 10"/>
                  <a:gd name="T4" fmla="*/ 2 w 9"/>
                  <a:gd name="T5" fmla="*/ 4 h 10"/>
                  <a:gd name="T6" fmla="*/ 9 w 9"/>
                  <a:gd name="T7" fmla="*/ 10 h 10"/>
                  <a:gd name="T8" fmla="*/ 5 w 9"/>
                  <a:gd name="T9" fmla="*/ 4 h 10"/>
                  <a:gd name="T10" fmla="*/ 5 w 9"/>
                  <a:gd name="T11" fmla="*/ 4 h 10"/>
                  <a:gd name="T12" fmla="*/ 3 w 9"/>
                  <a:gd name="T13" fmla="*/ 2 h 10"/>
                  <a:gd name="T14" fmla="*/ 2 w 9"/>
                  <a:gd name="T15" fmla="*/ 0 h 10"/>
                  <a:gd name="T16" fmla="*/ 0 w 9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9" name="Freeform 6358">
                <a:extLst>
                  <a:ext uri="{FF2B5EF4-FFF2-40B4-BE49-F238E27FC236}">
                    <a16:creationId xmlns:a16="http://schemas.microsoft.com/office/drawing/2014/main" id="{A3C3414F-2AF0-45A7-A337-2E99A9296D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0" y="2627"/>
                <a:ext cx="11" cy="11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2 w 6"/>
                  <a:gd name="T5" fmla="*/ 0 h 6"/>
                  <a:gd name="T6" fmla="*/ 0 w 6"/>
                  <a:gd name="T7" fmla="*/ 1 h 6"/>
                  <a:gd name="T8" fmla="*/ 1 w 6"/>
                  <a:gd name="T9" fmla="*/ 3 h 6"/>
                  <a:gd name="T10" fmla="*/ 1 w 6"/>
                  <a:gd name="T11" fmla="*/ 3 h 6"/>
                  <a:gd name="T12" fmla="*/ 2 w 6"/>
                  <a:gd name="T13" fmla="*/ 3 h 6"/>
                  <a:gd name="T14" fmla="*/ 3 w 6"/>
                  <a:gd name="T15" fmla="*/ 3 h 6"/>
                  <a:gd name="T16" fmla="*/ 3 w 6"/>
                  <a:gd name="T17" fmla="*/ 2 h 6"/>
                  <a:gd name="T18" fmla="*/ 3 w 6"/>
                  <a:gd name="T19" fmla="*/ 3 h 6"/>
                  <a:gd name="T20" fmla="*/ 5 w 6"/>
                  <a:gd name="T21" fmla="*/ 6 h 6"/>
                  <a:gd name="T22" fmla="*/ 5 w 6"/>
                  <a:gd name="T23" fmla="*/ 4 h 6"/>
                  <a:gd name="T24" fmla="*/ 6 w 6"/>
                  <a:gd name="T25" fmla="*/ 4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1 h 6"/>
                  <a:gd name="T32" fmla="*/ 4 w 6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0" name="Freeform 6359">
                <a:extLst>
                  <a:ext uri="{FF2B5EF4-FFF2-40B4-BE49-F238E27FC236}">
                    <a16:creationId xmlns:a16="http://schemas.microsoft.com/office/drawing/2014/main" id="{1D325C2D-FDA9-41A4-A48D-33FF12730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4" y="2629"/>
                <a:ext cx="3" cy="9"/>
              </a:xfrm>
              <a:custGeom>
                <a:avLst/>
                <a:gdLst>
                  <a:gd name="T0" fmla="*/ 3 w 3"/>
                  <a:gd name="T1" fmla="*/ 6 h 9"/>
                  <a:gd name="T2" fmla="*/ 3 w 3"/>
                  <a:gd name="T3" fmla="*/ 0 h 9"/>
                  <a:gd name="T4" fmla="*/ 0 w 3"/>
                  <a:gd name="T5" fmla="*/ 4 h 9"/>
                  <a:gd name="T6" fmla="*/ 2 w 3"/>
                  <a:gd name="T7" fmla="*/ 9 h 9"/>
                  <a:gd name="T8" fmla="*/ 3 w 3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6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1" name="Freeform 6360">
                <a:extLst>
                  <a:ext uri="{FF2B5EF4-FFF2-40B4-BE49-F238E27FC236}">
                    <a16:creationId xmlns:a16="http://schemas.microsoft.com/office/drawing/2014/main" id="{626A1A91-8D5A-4D2A-8AD9-CF78901D3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2" y="2640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2 h 6"/>
                  <a:gd name="T4" fmla="*/ 2 w 7"/>
                  <a:gd name="T5" fmla="*/ 6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2" name="Freeform 6361">
                <a:extLst>
                  <a:ext uri="{FF2B5EF4-FFF2-40B4-BE49-F238E27FC236}">
                    <a16:creationId xmlns:a16="http://schemas.microsoft.com/office/drawing/2014/main" id="{A1829C19-B04C-4D13-BB26-D32FF9E556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0" y="2653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6 h 6"/>
                  <a:gd name="T4" fmla="*/ 6 w 6"/>
                  <a:gd name="T5" fmla="*/ 4 h 6"/>
                  <a:gd name="T6" fmla="*/ 2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3" name="Freeform 6362">
                <a:extLst>
                  <a:ext uri="{FF2B5EF4-FFF2-40B4-BE49-F238E27FC236}">
                    <a16:creationId xmlns:a16="http://schemas.microsoft.com/office/drawing/2014/main" id="{19A6DEE5-3F5C-4A91-B16E-FAB62F4FD4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1" y="2653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3 w 9"/>
                  <a:gd name="T3" fmla="*/ 4 h 10"/>
                  <a:gd name="T4" fmla="*/ 3 w 9"/>
                  <a:gd name="T5" fmla="*/ 8 h 10"/>
                  <a:gd name="T6" fmla="*/ 7 w 9"/>
                  <a:gd name="T7" fmla="*/ 10 h 10"/>
                  <a:gd name="T8" fmla="*/ 9 w 9"/>
                  <a:gd name="T9" fmla="*/ 6 h 10"/>
                  <a:gd name="T10" fmla="*/ 5 w 9"/>
                  <a:gd name="T11" fmla="*/ 2 h 10"/>
                  <a:gd name="T12" fmla="*/ 0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3" y="4"/>
                    </a:lnTo>
                    <a:lnTo>
                      <a:pt x="3" y="8"/>
                    </a:lnTo>
                    <a:lnTo>
                      <a:pt x="7" y="10"/>
                    </a:lnTo>
                    <a:lnTo>
                      <a:pt x="9" y="6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4" name="Freeform 6363">
                <a:extLst>
                  <a:ext uri="{FF2B5EF4-FFF2-40B4-BE49-F238E27FC236}">
                    <a16:creationId xmlns:a16="http://schemas.microsoft.com/office/drawing/2014/main" id="{28B03331-5E55-4BA9-8724-9A6A575991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5" y="2633"/>
                <a:ext cx="11" cy="5"/>
              </a:xfrm>
              <a:custGeom>
                <a:avLst/>
                <a:gdLst>
                  <a:gd name="T0" fmla="*/ 11 w 11"/>
                  <a:gd name="T1" fmla="*/ 3 h 5"/>
                  <a:gd name="T2" fmla="*/ 7 w 11"/>
                  <a:gd name="T3" fmla="*/ 0 h 5"/>
                  <a:gd name="T4" fmla="*/ 6 w 11"/>
                  <a:gd name="T5" fmla="*/ 2 h 5"/>
                  <a:gd name="T6" fmla="*/ 4 w 11"/>
                  <a:gd name="T7" fmla="*/ 2 h 5"/>
                  <a:gd name="T8" fmla="*/ 0 w 11"/>
                  <a:gd name="T9" fmla="*/ 2 h 5"/>
                  <a:gd name="T10" fmla="*/ 0 w 11"/>
                  <a:gd name="T11" fmla="*/ 3 h 5"/>
                  <a:gd name="T12" fmla="*/ 2 w 11"/>
                  <a:gd name="T13" fmla="*/ 5 h 5"/>
                  <a:gd name="T14" fmla="*/ 4 w 11"/>
                  <a:gd name="T15" fmla="*/ 5 h 5"/>
                  <a:gd name="T16" fmla="*/ 6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5 h 5"/>
                  <a:gd name="T24" fmla="*/ 11 w 1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5" name="Freeform 6364">
                <a:extLst>
                  <a:ext uri="{FF2B5EF4-FFF2-40B4-BE49-F238E27FC236}">
                    <a16:creationId xmlns:a16="http://schemas.microsoft.com/office/drawing/2014/main" id="{B416E9D4-FF91-4A6F-A955-F9DCCEB616D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94" y="2691"/>
                <a:ext cx="20" cy="9"/>
              </a:xfrm>
              <a:custGeom>
                <a:avLst/>
                <a:gdLst>
                  <a:gd name="T0" fmla="*/ 16 w 20"/>
                  <a:gd name="T1" fmla="*/ 1 h 9"/>
                  <a:gd name="T2" fmla="*/ 15 w 20"/>
                  <a:gd name="T3" fmla="*/ 0 h 9"/>
                  <a:gd name="T4" fmla="*/ 11 w 20"/>
                  <a:gd name="T5" fmla="*/ 1 h 9"/>
                  <a:gd name="T6" fmla="*/ 9 w 20"/>
                  <a:gd name="T7" fmla="*/ 1 h 9"/>
                  <a:gd name="T8" fmla="*/ 9 w 20"/>
                  <a:gd name="T9" fmla="*/ 1 h 9"/>
                  <a:gd name="T10" fmla="*/ 7 w 20"/>
                  <a:gd name="T11" fmla="*/ 0 h 9"/>
                  <a:gd name="T12" fmla="*/ 5 w 20"/>
                  <a:gd name="T13" fmla="*/ 0 h 9"/>
                  <a:gd name="T14" fmla="*/ 3 w 20"/>
                  <a:gd name="T15" fmla="*/ 1 h 9"/>
                  <a:gd name="T16" fmla="*/ 2 w 20"/>
                  <a:gd name="T17" fmla="*/ 3 h 9"/>
                  <a:gd name="T18" fmla="*/ 0 w 20"/>
                  <a:gd name="T19" fmla="*/ 5 h 9"/>
                  <a:gd name="T20" fmla="*/ 3 w 20"/>
                  <a:gd name="T21" fmla="*/ 7 h 9"/>
                  <a:gd name="T22" fmla="*/ 5 w 20"/>
                  <a:gd name="T23" fmla="*/ 9 h 9"/>
                  <a:gd name="T24" fmla="*/ 9 w 20"/>
                  <a:gd name="T25" fmla="*/ 9 h 9"/>
                  <a:gd name="T26" fmla="*/ 13 w 20"/>
                  <a:gd name="T27" fmla="*/ 9 h 9"/>
                  <a:gd name="T28" fmla="*/ 16 w 20"/>
                  <a:gd name="T29" fmla="*/ 7 h 9"/>
                  <a:gd name="T30" fmla="*/ 18 w 20"/>
                  <a:gd name="T31" fmla="*/ 7 h 9"/>
                  <a:gd name="T32" fmla="*/ 20 w 20"/>
                  <a:gd name="T33" fmla="*/ 3 h 9"/>
                  <a:gd name="T34" fmla="*/ 20 w 20"/>
                  <a:gd name="T35" fmla="*/ 1 h 9"/>
                  <a:gd name="T36" fmla="*/ 16 w 20"/>
                  <a:gd name="T3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9">
                    <a:moveTo>
                      <a:pt x="16" y="1"/>
                    </a:moveTo>
                    <a:lnTo>
                      <a:pt x="15" y="0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9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6" name="Freeform 6365">
                <a:extLst>
                  <a:ext uri="{FF2B5EF4-FFF2-40B4-BE49-F238E27FC236}">
                    <a16:creationId xmlns:a16="http://schemas.microsoft.com/office/drawing/2014/main" id="{736C8A9D-C9F2-477D-A310-DE340DE730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73" y="2698"/>
                <a:ext cx="17" cy="4"/>
              </a:xfrm>
              <a:custGeom>
                <a:avLst/>
                <a:gdLst>
                  <a:gd name="T0" fmla="*/ 0 w 17"/>
                  <a:gd name="T1" fmla="*/ 2 h 4"/>
                  <a:gd name="T2" fmla="*/ 9 w 17"/>
                  <a:gd name="T3" fmla="*/ 4 h 4"/>
                  <a:gd name="T4" fmla="*/ 17 w 17"/>
                  <a:gd name="T5" fmla="*/ 2 h 4"/>
                  <a:gd name="T6" fmla="*/ 8 w 17"/>
                  <a:gd name="T7" fmla="*/ 0 h 4"/>
                  <a:gd name="T8" fmla="*/ 0 w 1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0" y="2"/>
                    </a:moveTo>
                    <a:lnTo>
                      <a:pt x="9" y="4"/>
                    </a:lnTo>
                    <a:lnTo>
                      <a:pt x="17" y="2"/>
                    </a:lnTo>
                    <a:lnTo>
                      <a:pt x="8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7" name="Freeform 6366">
                <a:extLst>
                  <a:ext uri="{FF2B5EF4-FFF2-40B4-BE49-F238E27FC236}">
                    <a16:creationId xmlns:a16="http://schemas.microsoft.com/office/drawing/2014/main" id="{D107DDD8-6D07-4EB0-B4FD-585203B517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4" y="2860"/>
                <a:ext cx="7" cy="8"/>
              </a:xfrm>
              <a:custGeom>
                <a:avLst/>
                <a:gdLst>
                  <a:gd name="T0" fmla="*/ 0 w 7"/>
                  <a:gd name="T1" fmla="*/ 4 h 8"/>
                  <a:gd name="T2" fmla="*/ 2 w 7"/>
                  <a:gd name="T3" fmla="*/ 8 h 8"/>
                  <a:gd name="T4" fmla="*/ 4 w 7"/>
                  <a:gd name="T5" fmla="*/ 8 h 8"/>
                  <a:gd name="T6" fmla="*/ 6 w 7"/>
                  <a:gd name="T7" fmla="*/ 6 h 8"/>
                  <a:gd name="T8" fmla="*/ 7 w 7"/>
                  <a:gd name="T9" fmla="*/ 2 h 8"/>
                  <a:gd name="T10" fmla="*/ 4 w 7"/>
                  <a:gd name="T11" fmla="*/ 0 h 8"/>
                  <a:gd name="T12" fmla="*/ 0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lnTo>
                      <a:pt x="2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8" name="Freeform 6367">
                <a:extLst>
                  <a:ext uri="{FF2B5EF4-FFF2-40B4-BE49-F238E27FC236}">
                    <a16:creationId xmlns:a16="http://schemas.microsoft.com/office/drawing/2014/main" id="{3824EF18-2DD6-44E8-9778-0DB84A0B0E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72" y="2812"/>
                <a:ext cx="9" cy="13"/>
              </a:xfrm>
              <a:custGeom>
                <a:avLst/>
                <a:gdLst>
                  <a:gd name="T0" fmla="*/ 9 w 9"/>
                  <a:gd name="T1" fmla="*/ 7 h 13"/>
                  <a:gd name="T2" fmla="*/ 7 w 9"/>
                  <a:gd name="T3" fmla="*/ 2 h 13"/>
                  <a:gd name="T4" fmla="*/ 5 w 9"/>
                  <a:gd name="T5" fmla="*/ 0 h 13"/>
                  <a:gd name="T6" fmla="*/ 2 w 9"/>
                  <a:gd name="T7" fmla="*/ 3 h 13"/>
                  <a:gd name="T8" fmla="*/ 2 w 9"/>
                  <a:gd name="T9" fmla="*/ 7 h 13"/>
                  <a:gd name="T10" fmla="*/ 0 w 9"/>
                  <a:gd name="T11" fmla="*/ 7 h 13"/>
                  <a:gd name="T12" fmla="*/ 0 w 9"/>
                  <a:gd name="T13" fmla="*/ 11 h 13"/>
                  <a:gd name="T14" fmla="*/ 2 w 9"/>
                  <a:gd name="T15" fmla="*/ 13 h 13"/>
                  <a:gd name="T16" fmla="*/ 5 w 9"/>
                  <a:gd name="T17" fmla="*/ 13 h 13"/>
                  <a:gd name="T18" fmla="*/ 9 w 9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9" y="7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9" name="Freeform 6368">
                <a:extLst>
                  <a:ext uri="{FF2B5EF4-FFF2-40B4-BE49-F238E27FC236}">
                    <a16:creationId xmlns:a16="http://schemas.microsoft.com/office/drawing/2014/main" id="{EC14E90E-9287-4FA8-AE1A-B4954C13375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2" y="3173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4 w 7"/>
                  <a:gd name="T7" fmla="*/ 4 h 8"/>
                  <a:gd name="T8" fmla="*/ 0 w 7"/>
                  <a:gd name="T9" fmla="*/ 8 h 8"/>
                  <a:gd name="T10" fmla="*/ 5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0" name="Freeform 6369">
                <a:extLst>
                  <a:ext uri="{FF2B5EF4-FFF2-40B4-BE49-F238E27FC236}">
                    <a16:creationId xmlns:a16="http://schemas.microsoft.com/office/drawing/2014/main" id="{E36AF71F-8965-4BFD-8519-01C9D92539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1" y="3177"/>
                <a:ext cx="10" cy="11"/>
              </a:xfrm>
              <a:custGeom>
                <a:avLst/>
                <a:gdLst>
                  <a:gd name="T0" fmla="*/ 2 w 10"/>
                  <a:gd name="T1" fmla="*/ 9 h 11"/>
                  <a:gd name="T2" fmla="*/ 6 w 10"/>
                  <a:gd name="T3" fmla="*/ 11 h 11"/>
                  <a:gd name="T4" fmla="*/ 10 w 10"/>
                  <a:gd name="T5" fmla="*/ 9 h 11"/>
                  <a:gd name="T6" fmla="*/ 6 w 10"/>
                  <a:gd name="T7" fmla="*/ 8 h 11"/>
                  <a:gd name="T8" fmla="*/ 8 w 10"/>
                  <a:gd name="T9" fmla="*/ 6 h 11"/>
                  <a:gd name="T10" fmla="*/ 8 w 10"/>
                  <a:gd name="T11" fmla="*/ 2 h 11"/>
                  <a:gd name="T12" fmla="*/ 4 w 10"/>
                  <a:gd name="T13" fmla="*/ 0 h 11"/>
                  <a:gd name="T14" fmla="*/ 0 w 10"/>
                  <a:gd name="T15" fmla="*/ 4 h 11"/>
                  <a:gd name="T16" fmla="*/ 2 w 10"/>
                  <a:gd name="T17" fmla="*/ 6 h 11"/>
                  <a:gd name="T18" fmla="*/ 0 w 10"/>
                  <a:gd name="T19" fmla="*/ 6 h 11"/>
                  <a:gd name="T20" fmla="*/ 2 w 10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2" y="9"/>
                    </a:moveTo>
                    <a:lnTo>
                      <a:pt x="6" y="11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1" name="Freeform 6370">
                <a:extLst>
                  <a:ext uri="{FF2B5EF4-FFF2-40B4-BE49-F238E27FC236}">
                    <a16:creationId xmlns:a16="http://schemas.microsoft.com/office/drawing/2014/main" id="{3B7822B5-919C-448A-82BC-AB26F579071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20" y="3166"/>
                <a:ext cx="39" cy="45"/>
              </a:xfrm>
              <a:custGeom>
                <a:avLst/>
                <a:gdLst>
                  <a:gd name="T0" fmla="*/ 2 w 39"/>
                  <a:gd name="T1" fmla="*/ 9 h 45"/>
                  <a:gd name="T2" fmla="*/ 6 w 39"/>
                  <a:gd name="T3" fmla="*/ 17 h 45"/>
                  <a:gd name="T4" fmla="*/ 10 w 39"/>
                  <a:gd name="T5" fmla="*/ 19 h 45"/>
                  <a:gd name="T6" fmla="*/ 10 w 39"/>
                  <a:gd name="T7" fmla="*/ 20 h 45"/>
                  <a:gd name="T8" fmla="*/ 11 w 39"/>
                  <a:gd name="T9" fmla="*/ 24 h 45"/>
                  <a:gd name="T10" fmla="*/ 13 w 39"/>
                  <a:gd name="T11" fmla="*/ 24 h 45"/>
                  <a:gd name="T12" fmla="*/ 13 w 39"/>
                  <a:gd name="T13" fmla="*/ 26 h 45"/>
                  <a:gd name="T14" fmla="*/ 17 w 39"/>
                  <a:gd name="T15" fmla="*/ 28 h 45"/>
                  <a:gd name="T16" fmla="*/ 19 w 39"/>
                  <a:gd name="T17" fmla="*/ 33 h 45"/>
                  <a:gd name="T18" fmla="*/ 21 w 39"/>
                  <a:gd name="T19" fmla="*/ 32 h 45"/>
                  <a:gd name="T20" fmla="*/ 21 w 39"/>
                  <a:gd name="T21" fmla="*/ 32 h 45"/>
                  <a:gd name="T22" fmla="*/ 23 w 39"/>
                  <a:gd name="T23" fmla="*/ 35 h 45"/>
                  <a:gd name="T24" fmla="*/ 26 w 39"/>
                  <a:gd name="T25" fmla="*/ 35 h 45"/>
                  <a:gd name="T26" fmla="*/ 26 w 39"/>
                  <a:gd name="T27" fmla="*/ 39 h 45"/>
                  <a:gd name="T28" fmla="*/ 30 w 39"/>
                  <a:gd name="T29" fmla="*/ 41 h 45"/>
                  <a:gd name="T30" fmla="*/ 32 w 39"/>
                  <a:gd name="T31" fmla="*/ 41 h 45"/>
                  <a:gd name="T32" fmla="*/ 36 w 39"/>
                  <a:gd name="T33" fmla="*/ 43 h 45"/>
                  <a:gd name="T34" fmla="*/ 36 w 39"/>
                  <a:gd name="T35" fmla="*/ 41 h 45"/>
                  <a:gd name="T36" fmla="*/ 39 w 39"/>
                  <a:gd name="T37" fmla="*/ 45 h 45"/>
                  <a:gd name="T38" fmla="*/ 39 w 39"/>
                  <a:gd name="T39" fmla="*/ 37 h 45"/>
                  <a:gd name="T40" fmla="*/ 37 w 39"/>
                  <a:gd name="T41" fmla="*/ 35 h 45"/>
                  <a:gd name="T42" fmla="*/ 32 w 39"/>
                  <a:gd name="T43" fmla="*/ 33 h 45"/>
                  <a:gd name="T44" fmla="*/ 30 w 39"/>
                  <a:gd name="T45" fmla="*/ 28 h 45"/>
                  <a:gd name="T46" fmla="*/ 26 w 39"/>
                  <a:gd name="T47" fmla="*/ 24 h 45"/>
                  <a:gd name="T48" fmla="*/ 24 w 39"/>
                  <a:gd name="T49" fmla="*/ 26 h 45"/>
                  <a:gd name="T50" fmla="*/ 23 w 39"/>
                  <a:gd name="T51" fmla="*/ 20 h 45"/>
                  <a:gd name="T52" fmla="*/ 17 w 39"/>
                  <a:gd name="T53" fmla="*/ 13 h 45"/>
                  <a:gd name="T54" fmla="*/ 15 w 39"/>
                  <a:gd name="T55" fmla="*/ 13 h 45"/>
                  <a:gd name="T56" fmla="*/ 13 w 39"/>
                  <a:gd name="T57" fmla="*/ 11 h 45"/>
                  <a:gd name="T58" fmla="*/ 10 w 39"/>
                  <a:gd name="T59" fmla="*/ 9 h 45"/>
                  <a:gd name="T60" fmla="*/ 10 w 39"/>
                  <a:gd name="T61" fmla="*/ 7 h 45"/>
                  <a:gd name="T62" fmla="*/ 8 w 39"/>
                  <a:gd name="T63" fmla="*/ 4 h 45"/>
                  <a:gd name="T64" fmla="*/ 6 w 39"/>
                  <a:gd name="T65" fmla="*/ 6 h 45"/>
                  <a:gd name="T66" fmla="*/ 2 w 39"/>
                  <a:gd name="T67" fmla="*/ 0 h 45"/>
                  <a:gd name="T68" fmla="*/ 0 w 39"/>
                  <a:gd name="T69" fmla="*/ 6 h 45"/>
                  <a:gd name="T70" fmla="*/ 2 w 39"/>
                  <a:gd name="T71" fmla="*/ 7 h 45"/>
                  <a:gd name="T72" fmla="*/ 2 w 39"/>
                  <a:gd name="T73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45">
                    <a:moveTo>
                      <a:pt x="2" y="9"/>
                    </a:moveTo>
                    <a:lnTo>
                      <a:pt x="6" y="17"/>
                    </a:lnTo>
                    <a:lnTo>
                      <a:pt x="10" y="19"/>
                    </a:lnTo>
                    <a:lnTo>
                      <a:pt x="10" y="20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9" y="33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26" y="39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6" y="43"/>
                    </a:lnTo>
                    <a:lnTo>
                      <a:pt x="36" y="41"/>
                    </a:lnTo>
                    <a:lnTo>
                      <a:pt x="39" y="45"/>
                    </a:lnTo>
                    <a:lnTo>
                      <a:pt x="39" y="37"/>
                    </a:lnTo>
                    <a:lnTo>
                      <a:pt x="37" y="35"/>
                    </a:lnTo>
                    <a:lnTo>
                      <a:pt x="32" y="33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4" y="26"/>
                    </a:lnTo>
                    <a:lnTo>
                      <a:pt x="23" y="20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2" name="Freeform 6371">
                <a:extLst>
                  <a:ext uri="{FF2B5EF4-FFF2-40B4-BE49-F238E27FC236}">
                    <a16:creationId xmlns:a16="http://schemas.microsoft.com/office/drawing/2014/main" id="{1F5D306D-85BE-49A5-8879-0F9FBC5488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90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8 h 9"/>
                  <a:gd name="T4" fmla="*/ 7 w 7"/>
                  <a:gd name="T5" fmla="*/ 8 h 9"/>
                  <a:gd name="T6" fmla="*/ 7 w 7"/>
                  <a:gd name="T7" fmla="*/ 2 h 9"/>
                  <a:gd name="T8" fmla="*/ 3 w 7"/>
                  <a:gd name="T9" fmla="*/ 0 h 9"/>
                  <a:gd name="T10" fmla="*/ 0 w 7"/>
                  <a:gd name="T11" fmla="*/ 2 h 9"/>
                  <a:gd name="T12" fmla="*/ 0 w 7"/>
                  <a:gd name="T13" fmla="*/ 6 h 9"/>
                  <a:gd name="T14" fmla="*/ 3 w 7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lnTo>
                      <a:pt x="5" y="8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3" name="Freeform 6372">
                <a:extLst>
                  <a:ext uri="{FF2B5EF4-FFF2-40B4-BE49-F238E27FC236}">
                    <a16:creationId xmlns:a16="http://schemas.microsoft.com/office/drawing/2014/main" id="{CF0D250C-CAE6-46AD-9391-BFAF608B91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5" y="3695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2 h 8"/>
                  <a:gd name="T4" fmla="*/ 0 w 7"/>
                  <a:gd name="T5" fmla="*/ 4 h 8"/>
                  <a:gd name="T6" fmla="*/ 0 w 7"/>
                  <a:gd name="T7" fmla="*/ 8 h 8"/>
                  <a:gd name="T8" fmla="*/ 4 w 7"/>
                  <a:gd name="T9" fmla="*/ 8 h 8"/>
                  <a:gd name="T10" fmla="*/ 4 w 7"/>
                  <a:gd name="T11" fmla="*/ 8 h 8"/>
                  <a:gd name="T12" fmla="*/ 7 w 7"/>
                  <a:gd name="T13" fmla="*/ 8 h 8"/>
                  <a:gd name="T14" fmla="*/ 4 w 7"/>
                  <a:gd name="T15" fmla="*/ 2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4" name="Freeform 6373">
                <a:extLst>
                  <a:ext uri="{FF2B5EF4-FFF2-40B4-BE49-F238E27FC236}">
                    <a16:creationId xmlns:a16="http://schemas.microsoft.com/office/drawing/2014/main" id="{F9281791-E1C8-48C4-B802-7587A20D09A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424" y="3610"/>
                <a:ext cx="24" cy="20"/>
              </a:xfrm>
              <a:custGeom>
                <a:avLst/>
                <a:gdLst>
                  <a:gd name="T0" fmla="*/ 20 w 24"/>
                  <a:gd name="T1" fmla="*/ 9 h 20"/>
                  <a:gd name="T2" fmla="*/ 19 w 24"/>
                  <a:gd name="T3" fmla="*/ 9 h 20"/>
                  <a:gd name="T4" fmla="*/ 17 w 24"/>
                  <a:gd name="T5" fmla="*/ 11 h 20"/>
                  <a:gd name="T6" fmla="*/ 15 w 24"/>
                  <a:gd name="T7" fmla="*/ 11 h 20"/>
                  <a:gd name="T8" fmla="*/ 15 w 24"/>
                  <a:gd name="T9" fmla="*/ 11 h 20"/>
                  <a:gd name="T10" fmla="*/ 17 w 24"/>
                  <a:gd name="T11" fmla="*/ 9 h 20"/>
                  <a:gd name="T12" fmla="*/ 17 w 24"/>
                  <a:gd name="T13" fmla="*/ 3 h 20"/>
                  <a:gd name="T14" fmla="*/ 13 w 24"/>
                  <a:gd name="T15" fmla="*/ 5 h 20"/>
                  <a:gd name="T16" fmla="*/ 13 w 24"/>
                  <a:gd name="T17" fmla="*/ 3 h 20"/>
                  <a:gd name="T18" fmla="*/ 9 w 24"/>
                  <a:gd name="T19" fmla="*/ 5 h 20"/>
                  <a:gd name="T20" fmla="*/ 7 w 24"/>
                  <a:gd name="T21" fmla="*/ 7 h 20"/>
                  <a:gd name="T22" fmla="*/ 7 w 24"/>
                  <a:gd name="T23" fmla="*/ 7 h 20"/>
                  <a:gd name="T24" fmla="*/ 7 w 24"/>
                  <a:gd name="T25" fmla="*/ 7 h 20"/>
                  <a:gd name="T26" fmla="*/ 7 w 24"/>
                  <a:gd name="T27" fmla="*/ 5 h 20"/>
                  <a:gd name="T28" fmla="*/ 7 w 24"/>
                  <a:gd name="T29" fmla="*/ 3 h 20"/>
                  <a:gd name="T30" fmla="*/ 7 w 24"/>
                  <a:gd name="T31" fmla="*/ 3 h 20"/>
                  <a:gd name="T32" fmla="*/ 7 w 24"/>
                  <a:gd name="T33" fmla="*/ 0 h 20"/>
                  <a:gd name="T34" fmla="*/ 4 w 24"/>
                  <a:gd name="T35" fmla="*/ 3 h 20"/>
                  <a:gd name="T36" fmla="*/ 2 w 24"/>
                  <a:gd name="T37" fmla="*/ 5 h 20"/>
                  <a:gd name="T38" fmla="*/ 4 w 24"/>
                  <a:gd name="T39" fmla="*/ 7 h 20"/>
                  <a:gd name="T40" fmla="*/ 4 w 24"/>
                  <a:gd name="T41" fmla="*/ 11 h 20"/>
                  <a:gd name="T42" fmla="*/ 4 w 24"/>
                  <a:gd name="T43" fmla="*/ 11 h 20"/>
                  <a:gd name="T44" fmla="*/ 2 w 24"/>
                  <a:gd name="T45" fmla="*/ 13 h 20"/>
                  <a:gd name="T46" fmla="*/ 0 w 24"/>
                  <a:gd name="T47" fmla="*/ 16 h 20"/>
                  <a:gd name="T48" fmla="*/ 0 w 24"/>
                  <a:gd name="T49" fmla="*/ 20 h 20"/>
                  <a:gd name="T50" fmla="*/ 4 w 24"/>
                  <a:gd name="T51" fmla="*/ 18 h 20"/>
                  <a:gd name="T52" fmla="*/ 6 w 24"/>
                  <a:gd name="T53" fmla="*/ 16 h 20"/>
                  <a:gd name="T54" fmla="*/ 7 w 24"/>
                  <a:gd name="T55" fmla="*/ 16 h 20"/>
                  <a:gd name="T56" fmla="*/ 7 w 24"/>
                  <a:gd name="T57" fmla="*/ 16 h 20"/>
                  <a:gd name="T58" fmla="*/ 11 w 24"/>
                  <a:gd name="T59" fmla="*/ 20 h 20"/>
                  <a:gd name="T60" fmla="*/ 13 w 24"/>
                  <a:gd name="T61" fmla="*/ 20 h 20"/>
                  <a:gd name="T62" fmla="*/ 13 w 24"/>
                  <a:gd name="T63" fmla="*/ 18 h 20"/>
                  <a:gd name="T64" fmla="*/ 13 w 24"/>
                  <a:gd name="T65" fmla="*/ 20 h 20"/>
                  <a:gd name="T66" fmla="*/ 17 w 24"/>
                  <a:gd name="T67" fmla="*/ 20 h 20"/>
                  <a:gd name="T68" fmla="*/ 19 w 24"/>
                  <a:gd name="T69" fmla="*/ 20 h 20"/>
                  <a:gd name="T70" fmla="*/ 22 w 24"/>
                  <a:gd name="T71" fmla="*/ 18 h 20"/>
                  <a:gd name="T72" fmla="*/ 22 w 24"/>
                  <a:gd name="T73" fmla="*/ 16 h 20"/>
                  <a:gd name="T74" fmla="*/ 19 w 24"/>
                  <a:gd name="T75" fmla="*/ 16 h 20"/>
                  <a:gd name="T76" fmla="*/ 19 w 24"/>
                  <a:gd name="T77" fmla="*/ 16 h 20"/>
                  <a:gd name="T78" fmla="*/ 19 w 24"/>
                  <a:gd name="T79" fmla="*/ 15 h 20"/>
                  <a:gd name="T80" fmla="*/ 20 w 24"/>
                  <a:gd name="T81" fmla="*/ 15 h 20"/>
                  <a:gd name="T82" fmla="*/ 22 w 24"/>
                  <a:gd name="T83" fmla="*/ 15 h 20"/>
                  <a:gd name="T84" fmla="*/ 24 w 24"/>
                  <a:gd name="T85" fmla="*/ 13 h 20"/>
                  <a:gd name="T86" fmla="*/ 22 w 24"/>
                  <a:gd name="T87" fmla="*/ 9 h 20"/>
                  <a:gd name="T88" fmla="*/ 20 w 24"/>
                  <a:gd name="T89" fmla="*/ 9 h 20"/>
                  <a:gd name="T90" fmla="*/ 11 w 24"/>
                  <a:gd name="T91" fmla="*/ 9 h 20"/>
                  <a:gd name="T92" fmla="*/ 11 w 24"/>
                  <a:gd name="T93" fmla="*/ 9 h 20"/>
                  <a:gd name="T94" fmla="*/ 11 w 24"/>
                  <a:gd name="T95" fmla="*/ 9 h 20"/>
                  <a:gd name="T96" fmla="*/ 11 w 24"/>
                  <a:gd name="T97" fmla="*/ 9 h 20"/>
                  <a:gd name="T98" fmla="*/ 11 w 24"/>
                  <a:gd name="T99" fmla="*/ 7 h 20"/>
                  <a:gd name="T100" fmla="*/ 11 w 24"/>
                  <a:gd name="T10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0">
                    <a:moveTo>
                      <a:pt x="20" y="9"/>
                    </a:moveTo>
                    <a:lnTo>
                      <a:pt x="19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9"/>
                    </a:lnTo>
                    <a:lnTo>
                      <a:pt x="17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7" y="20"/>
                    </a:lnTo>
                    <a:lnTo>
                      <a:pt x="19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4" y="13"/>
                    </a:lnTo>
                    <a:lnTo>
                      <a:pt x="22" y="9"/>
                    </a:lnTo>
                    <a:lnTo>
                      <a:pt x="20" y="9"/>
                    </a:lnTo>
                    <a:close/>
                    <a:moveTo>
                      <a:pt x="11" y="9"/>
                    </a:move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5" name="Freeform 6374">
                <a:extLst>
                  <a:ext uri="{FF2B5EF4-FFF2-40B4-BE49-F238E27FC236}">
                    <a16:creationId xmlns:a16="http://schemas.microsoft.com/office/drawing/2014/main" id="{341EE6AC-4803-4D80-AAF6-22F0847680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3142"/>
                <a:ext cx="11" cy="13"/>
              </a:xfrm>
              <a:custGeom>
                <a:avLst/>
                <a:gdLst>
                  <a:gd name="T0" fmla="*/ 9 w 11"/>
                  <a:gd name="T1" fmla="*/ 2 h 13"/>
                  <a:gd name="T2" fmla="*/ 8 w 11"/>
                  <a:gd name="T3" fmla="*/ 0 h 13"/>
                  <a:gd name="T4" fmla="*/ 6 w 11"/>
                  <a:gd name="T5" fmla="*/ 2 h 13"/>
                  <a:gd name="T6" fmla="*/ 2 w 11"/>
                  <a:gd name="T7" fmla="*/ 2 h 13"/>
                  <a:gd name="T8" fmla="*/ 2 w 11"/>
                  <a:gd name="T9" fmla="*/ 5 h 13"/>
                  <a:gd name="T10" fmla="*/ 0 w 11"/>
                  <a:gd name="T11" fmla="*/ 7 h 13"/>
                  <a:gd name="T12" fmla="*/ 6 w 11"/>
                  <a:gd name="T13" fmla="*/ 13 h 13"/>
                  <a:gd name="T14" fmla="*/ 9 w 11"/>
                  <a:gd name="T15" fmla="*/ 9 h 13"/>
                  <a:gd name="T16" fmla="*/ 9 w 11"/>
                  <a:gd name="T17" fmla="*/ 7 h 13"/>
                  <a:gd name="T18" fmla="*/ 11 w 11"/>
                  <a:gd name="T19" fmla="*/ 5 h 13"/>
                  <a:gd name="T20" fmla="*/ 9 w 11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3">
                    <a:moveTo>
                      <a:pt x="9" y="2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6" name="Freeform 6375">
                <a:extLst>
                  <a:ext uri="{FF2B5EF4-FFF2-40B4-BE49-F238E27FC236}">
                    <a16:creationId xmlns:a16="http://schemas.microsoft.com/office/drawing/2014/main" id="{015F745C-EF47-4B88-974E-BD434A963E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3153"/>
                <a:ext cx="11" cy="11"/>
              </a:xfrm>
              <a:custGeom>
                <a:avLst/>
                <a:gdLst>
                  <a:gd name="T0" fmla="*/ 8 w 11"/>
                  <a:gd name="T1" fmla="*/ 2 h 11"/>
                  <a:gd name="T2" fmla="*/ 4 w 11"/>
                  <a:gd name="T3" fmla="*/ 0 h 11"/>
                  <a:gd name="T4" fmla="*/ 0 w 11"/>
                  <a:gd name="T5" fmla="*/ 2 h 11"/>
                  <a:gd name="T6" fmla="*/ 0 w 11"/>
                  <a:gd name="T7" fmla="*/ 5 h 11"/>
                  <a:gd name="T8" fmla="*/ 4 w 11"/>
                  <a:gd name="T9" fmla="*/ 11 h 11"/>
                  <a:gd name="T10" fmla="*/ 6 w 11"/>
                  <a:gd name="T11" fmla="*/ 11 h 11"/>
                  <a:gd name="T12" fmla="*/ 11 w 11"/>
                  <a:gd name="T13" fmla="*/ 7 h 11"/>
                  <a:gd name="T14" fmla="*/ 9 w 11"/>
                  <a:gd name="T15" fmla="*/ 5 h 11"/>
                  <a:gd name="T16" fmla="*/ 8 w 11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7" name="Freeform 6376">
                <a:extLst>
                  <a:ext uri="{FF2B5EF4-FFF2-40B4-BE49-F238E27FC236}">
                    <a16:creationId xmlns:a16="http://schemas.microsoft.com/office/drawing/2014/main" id="{89B5DC45-31DD-4EEC-ACA9-6441B77159F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143" y="3028"/>
                <a:ext cx="108" cy="196"/>
              </a:xfrm>
              <a:custGeom>
                <a:avLst/>
                <a:gdLst>
                  <a:gd name="T0" fmla="*/ 106 w 108"/>
                  <a:gd name="T1" fmla="*/ 37 h 196"/>
                  <a:gd name="T2" fmla="*/ 104 w 108"/>
                  <a:gd name="T3" fmla="*/ 22 h 196"/>
                  <a:gd name="T4" fmla="*/ 99 w 108"/>
                  <a:gd name="T5" fmla="*/ 11 h 196"/>
                  <a:gd name="T6" fmla="*/ 97 w 108"/>
                  <a:gd name="T7" fmla="*/ 0 h 196"/>
                  <a:gd name="T8" fmla="*/ 87 w 108"/>
                  <a:gd name="T9" fmla="*/ 7 h 196"/>
                  <a:gd name="T10" fmla="*/ 84 w 108"/>
                  <a:gd name="T11" fmla="*/ 19 h 196"/>
                  <a:gd name="T12" fmla="*/ 78 w 108"/>
                  <a:gd name="T13" fmla="*/ 20 h 196"/>
                  <a:gd name="T14" fmla="*/ 80 w 108"/>
                  <a:gd name="T15" fmla="*/ 26 h 196"/>
                  <a:gd name="T16" fmla="*/ 78 w 108"/>
                  <a:gd name="T17" fmla="*/ 26 h 196"/>
                  <a:gd name="T18" fmla="*/ 76 w 108"/>
                  <a:gd name="T19" fmla="*/ 34 h 196"/>
                  <a:gd name="T20" fmla="*/ 72 w 108"/>
                  <a:gd name="T21" fmla="*/ 39 h 196"/>
                  <a:gd name="T22" fmla="*/ 69 w 108"/>
                  <a:gd name="T23" fmla="*/ 43 h 196"/>
                  <a:gd name="T24" fmla="*/ 63 w 108"/>
                  <a:gd name="T25" fmla="*/ 43 h 196"/>
                  <a:gd name="T26" fmla="*/ 59 w 108"/>
                  <a:gd name="T27" fmla="*/ 47 h 196"/>
                  <a:gd name="T28" fmla="*/ 54 w 108"/>
                  <a:gd name="T29" fmla="*/ 58 h 196"/>
                  <a:gd name="T30" fmla="*/ 48 w 108"/>
                  <a:gd name="T31" fmla="*/ 52 h 196"/>
                  <a:gd name="T32" fmla="*/ 39 w 108"/>
                  <a:gd name="T33" fmla="*/ 56 h 196"/>
                  <a:gd name="T34" fmla="*/ 35 w 108"/>
                  <a:gd name="T35" fmla="*/ 56 h 196"/>
                  <a:gd name="T36" fmla="*/ 24 w 108"/>
                  <a:gd name="T37" fmla="*/ 60 h 196"/>
                  <a:gd name="T38" fmla="*/ 18 w 108"/>
                  <a:gd name="T39" fmla="*/ 75 h 196"/>
                  <a:gd name="T40" fmla="*/ 15 w 108"/>
                  <a:gd name="T41" fmla="*/ 86 h 196"/>
                  <a:gd name="T42" fmla="*/ 18 w 108"/>
                  <a:gd name="T43" fmla="*/ 103 h 196"/>
                  <a:gd name="T44" fmla="*/ 20 w 108"/>
                  <a:gd name="T45" fmla="*/ 108 h 196"/>
                  <a:gd name="T46" fmla="*/ 15 w 108"/>
                  <a:gd name="T47" fmla="*/ 119 h 196"/>
                  <a:gd name="T48" fmla="*/ 9 w 108"/>
                  <a:gd name="T49" fmla="*/ 130 h 196"/>
                  <a:gd name="T50" fmla="*/ 2 w 108"/>
                  <a:gd name="T51" fmla="*/ 142 h 196"/>
                  <a:gd name="T52" fmla="*/ 2 w 108"/>
                  <a:gd name="T53" fmla="*/ 153 h 196"/>
                  <a:gd name="T54" fmla="*/ 5 w 108"/>
                  <a:gd name="T55" fmla="*/ 164 h 196"/>
                  <a:gd name="T56" fmla="*/ 5 w 108"/>
                  <a:gd name="T57" fmla="*/ 179 h 196"/>
                  <a:gd name="T58" fmla="*/ 11 w 108"/>
                  <a:gd name="T59" fmla="*/ 186 h 196"/>
                  <a:gd name="T60" fmla="*/ 17 w 108"/>
                  <a:gd name="T61" fmla="*/ 190 h 196"/>
                  <a:gd name="T62" fmla="*/ 22 w 108"/>
                  <a:gd name="T63" fmla="*/ 194 h 196"/>
                  <a:gd name="T64" fmla="*/ 33 w 108"/>
                  <a:gd name="T65" fmla="*/ 194 h 196"/>
                  <a:gd name="T66" fmla="*/ 52 w 108"/>
                  <a:gd name="T67" fmla="*/ 188 h 196"/>
                  <a:gd name="T68" fmla="*/ 59 w 108"/>
                  <a:gd name="T69" fmla="*/ 177 h 196"/>
                  <a:gd name="T70" fmla="*/ 63 w 108"/>
                  <a:gd name="T71" fmla="*/ 168 h 196"/>
                  <a:gd name="T72" fmla="*/ 69 w 108"/>
                  <a:gd name="T73" fmla="*/ 149 h 196"/>
                  <a:gd name="T74" fmla="*/ 78 w 108"/>
                  <a:gd name="T75" fmla="*/ 130 h 196"/>
                  <a:gd name="T76" fmla="*/ 85 w 108"/>
                  <a:gd name="T77" fmla="*/ 104 h 196"/>
                  <a:gd name="T78" fmla="*/ 93 w 108"/>
                  <a:gd name="T79" fmla="*/ 86 h 196"/>
                  <a:gd name="T80" fmla="*/ 95 w 108"/>
                  <a:gd name="T81" fmla="*/ 75 h 196"/>
                  <a:gd name="T82" fmla="*/ 100 w 108"/>
                  <a:gd name="T83" fmla="*/ 73 h 196"/>
                  <a:gd name="T84" fmla="*/ 99 w 108"/>
                  <a:gd name="T85" fmla="*/ 69 h 196"/>
                  <a:gd name="T86" fmla="*/ 99 w 108"/>
                  <a:gd name="T87" fmla="*/ 62 h 196"/>
                  <a:gd name="T88" fmla="*/ 97 w 108"/>
                  <a:gd name="T89" fmla="*/ 54 h 196"/>
                  <a:gd name="T90" fmla="*/ 99 w 108"/>
                  <a:gd name="T91" fmla="*/ 56 h 196"/>
                  <a:gd name="T92" fmla="*/ 106 w 108"/>
                  <a:gd name="T93" fmla="*/ 54 h 196"/>
                  <a:gd name="T94" fmla="*/ 108 w 108"/>
                  <a:gd name="T95" fmla="*/ 47 h 196"/>
                  <a:gd name="T96" fmla="*/ 84 w 108"/>
                  <a:gd name="T97" fmla="*/ 24 h 196"/>
                  <a:gd name="T98" fmla="*/ 85 w 108"/>
                  <a:gd name="T99" fmla="*/ 22 h 196"/>
                  <a:gd name="T100" fmla="*/ 87 w 108"/>
                  <a:gd name="T101" fmla="*/ 15 h 196"/>
                  <a:gd name="T102" fmla="*/ 89 w 108"/>
                  <a:gd name="T103" fmla="*/ 1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8" h="196">
                    <a:moveTo>
                      <a:pt x="106" y="43"/>
                    </a:moveTo>
                    <a:lnTo>
                      <a:pt x="104" y="41"/>
                    </a:lnTo>
                    <a:lnTo>
                      <a:pt x="106" y="41"/>
                    </a:lnTo>
                    <a:lnTo>
                      <a:pt x="106" y="37"/>
                    </a:lnTo>
                    <a:lnTo>
                      <a:pt x="104" y="34"/>
                    </a:lnTo>
                    <a:lnTo>
                      <a:pt x="106" y="34"/>
                    </a:lnTo>
                    <a:lnTo>
                      <a:pt x="106" y="24"/>
                    </a:lnTo>
                    <a:lnTo>
                      <a:pt x="104" y="22"/>
                    </a:lnTo>
                    <a:lnTo>
                      <a:pt x="104" y="17"/>
                    </a:lnTo>
                    <a:lnTo>
                      <a:pt x="102" y="13"/>
                    </a:lnTo>
                    <a:lnTo>
                      <a:pt x="100" y="13"/>
                    </a:lnTo>
                    <a:lnTo>
                      <a:pt x="99" y="11"/>
                    </a:lnTo>
                    <a:lnTo>
                      <a:pt x="99" y="9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7" y="0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87" y="7"/>
                    </a:lnTo>
                    <a:lnTo>
                      <a:pt x="84" y="7"/>
                    </a:lnTo>
                    <a:lnTo>
                      <a:pt x="87" y="11"/>
                    </a:lnTo>
                    <a:lnTo>
                      <a:pt x="82" y="15"/>
                    </a:lnTo>
                    <a:lnTo>
                      <a:pt x="84" y="19"/>
                    </a:lnTo>
                    <a:lnTo>
                      <a:pt x="82" y="20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78" y="20"/>
                    </a:lnTo>
                    <a:lnTo>
                      <a:pt x="76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78" y="26"/>
                    </a:lnTo>
                    <a:lnTo>
                      <a:pt x="76" y="24"/>
                    </a:lnTo>
                    <a:lnTo>
                      <a:pt x="74" y="26"/>
                    </a:lnTo>
                    <a:lnTo>
                      <a:pt x="74" y="30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1" y="34"/>
                    </a:lnTo>
                    <a:lnTo>
                      <a:pt x="72" y="39"/>
                    </a:lnTo>
                    <a:lnTo>
                      <a:pt x="74" y="39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7" y="39"/>
                    </a:lnTo>
                    <a:lnTo>
                      <a:pt x="63" y="43"/>
                    </a:lnTo>
                    <a:lnTo>
                      <a:pt x="65" y="45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59" y="47"/>
                    </a:lnTo>
                    <a:lnTo>
                      <a:pt x="54" y="52"/>
                    </a:lnTo>
                    <a:lnTo>
                      <a:pt x="52" y="56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2" y="58"/>
                    </a:lnTo>
                    <a:lnTo>
                      <a:pt x="52" y="58"/>
                    </a:lnTo>
                    <a:lnTo>
                      <a:pt x="52" y="54"/>
                    </a:lnTo>
                    <a:lnTo>
                      <a:pt x="48" y="52"/>
                    </a:lnTo>
                    <a:lnTo>
                      <a:pt x="46" y="56"/>
                    </a:lnTo>
                    <a:lnTo>
                      <a:pt x="43" y="54"/>
                    </a:lnTo>
                    <a:lnTo>
                      <a:pt x="41" y="54"/>
                    </a:lnTo>
                    <a:lnTo>
                      <a:pt x="39" y="56"/>
                    </a:lnTo>
                    <a:lnTo>
                      <a:pt x="39" y="58"/>
                    </a:lnTo>
                    <a:lnTo>
                      <a:pt x="37" y="56"/>
                    </a:lnTo>
                    <a:lnTo>
                      <a:pt x="37" y="58"/>
                    </a:lnTo>
                    <a:lnTo>
                      <a:pt x="35" y="56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24" y="60"/>
                    </a:lnTo>
                    <a:lnTo>
                      <a:pt x="22" y="63"/>
                    </a:lnTo>
                    <a:lnTo>
                      <a:pt x="22" y="67"/>
                    </a:lnTo>
                    <a:lnTo>
                      <a:pt x="18" y="73"/>
                    </a:lnTo>
                    <a:lnTo>
                      <a:pt x="18" y="75"/>
                    </a:lnTo>
                    <a:lnTo>
                      <a:pt x="15" y="78"/>
                    </a:lnTo>
                    <a:lnTo>
                      <a:pt x="15" y="82"/>
                    </a:lnTo>
                    <a:lnTo>
                      <a:pt x="17" y="82"/>
                    </a:lnTo>
                    <a:lnTo>
                      <a:pt x="15" y="86"/>
                    </a:lnTo>
                    <a:lnTo>
                      <a:pt x="17" y="89"/>
                    </a:lnTo>
                    <a:lnTo>
                      <a:pt x="17" y="93"/>
                    </a:lnTo>
                    <a:lnTo>
                      <a:pt x="20" y="99"/>
                    </a:lnTo>
                    <a:lnTo>
                      <a:pt x="18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0" y="106"/>
                    </a:lnTo>
                    <a:lnTo>
                      <a:pt x="20" y="108"/>
                    </a:lnTo>
                    <a:lnTo>
                      <a:pt x="18" y="114"/>
                    </a:lnTo>
                    <a:lnTo>
                      <a:pt x="17" y="116"/>
                    </a:lnTo>
                    <a:lnTo>
                      <a:pt x="17" y="119"/>
                    </a:lnTo>
                    <a:lnTo>
                      <a:pt x="15" y="119"/>
                    </a:lnTo>
                    <a:lnTo>
                      <a:pt x="13" y="123"/>
                    </a:lnTo>
                    <a:lnTo>
                      <a:pt x="11" y="125"/>
                    </a:lnTo>
                    <a:lnTo>
                      <a:pt x="11" y="129"/>
                    </a:lnTo>
                    <a:lnTo>
                      <a:pt x="9" y="130"/>
                    </a:lnTo>
                    <a:lnTo>
                      <a:pt x="5" y="132"/>
                    </a:lnTo>
                    <a:lnTo>
                      <a:pt x="4" y="134"/>
                    </a:lnTo>
                    <a:lnTo>
                      <a:pt x="4" y="138"/>
                    </a:lnTo>
                    <a:lnTo>
                      <a:pt x="2" y="142"/>
                    </a:lnTo>
                    <a:lnTo>
                      <a:pt x="2" y="145"/>
                    </a:lnTo>
                    <a:lnTo>
                      <a:pt x="0" y="147"/>
                    </a:lnTo>
                    <a:lnTo>
                      <a:pt x="2" y="149"/>
                    </a:lnTo>
                    <a:lnTo>
                      <a:pt x="2" y="153"/>
                    </a:lnTo>
                    <a:lnTo>
                      <a:pt x="5" y="158"/>
                    </a:lnTo>
                    <a:lnTo>
                      <a:pt x="4" y="160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4" y="164"/>
                    </a:lnTo>
                    <a:lnTo>
                      <a:pt x="5" y="171"/>
                    </a:lnTo>
                    <a:lnTo>
                      <a:pt x="4" y="177"/>
                    </a:lnTo>
                    <a:lnTo>
                      <a:pt x="5" y="179"/>
                    </a:lnTo>
                    <a:lnTo>
                      <a:pt x="5" y="181"/>
                    </a:lnTo>
                    <a:lnTo>
                      <a:pt x="7" y="183"/>
                    </a:lnTo>
                    <a:lnTo>
                      <a:pt x="9" y="185"/>
                    </a:lnTo>
                    <a:lnTo>
                      <a:pt x="11" y="186"/>
                    </a:lnTo>
                    <a:lnTo>
                      <a:pt x="11" y="188"/>
                    </a:lnTo>
                    <a:lnTo>
                      <a:pt x="15" y="190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8" y="190"/>
                    </a:lnTo>
                    <a:lnTo>
                      <a:pt x="20" y="194"/>
                    </a:lnTo>
                    <a:lnTo>
                      <a:pt x="22" y="194"/>
                    </a:lnTo>
                    <a:lnTo>
                      <a:pt x="22" y="194"/>
                    </a:lnTo>
                    <a:lnTo>
                      <a:pt x="24" y="196"/>
                    </a:lnTo>
                    <a:lnTo>
                      <a:pt x="26" y="196"/>
                    </a:lnTo>
                    <a:lnTo>
                      <a:pt x="30" y="196"/>
                    </a:lnTo>
                    <a:lnTo>
                      <a:pt x="33" y="194"/>
                    </a:lnTo>
                    <a:lnTo>
                      <a:pt x="35" y="190"/>
                    </a:lnTo>
                    <a:lnTo>
                      <a:pt x="43" y="190"/>
                    </a:lnTo>
                    <a:lnTo>
                      <a:pt x="46" y="190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6" y="185"/>
                    </a:lnTo>
                    <a:lnTo>
                      <a:pt x="56" y="181"/>
                    </a:lnTo>
                    <a:lnTo>
                      <a:pt x="59" y="177"/>
                    </a:lnTo>
                    <a:lnTo>
                      <a:pt x="59" y="175"/>
                    </a:lnTo>
                    <a:lnTo>
                      <a:pt x="61" y="173"/>
                    </a:lnTo>
                    <a:lnTo>
                      <a:pt x="61" y="168"/>
                    </a:lnTo>
                    <a:lnTo>
                      <a:pt x="63" y="168"/>
                    </a:lnTo>
                    <a:lnTo>
                      <a:pt x="63" y="162"/>
                    </a:lnTo>
                    <a:lnTo>
                      <a:pt x="63" y="162"/>
                    </a:lnTo>
                    <a:lnTo>
                      <a:pt x="67" y="158"/>
                    </a:lnTo>
                    <a:lnTo>
                      <a:pt x="69" y="149"/>
                    </a:lnTo>
                    <a:lnTo>
                      <a:pt x="71" y="144"/>
                    </a:lnTo>
                    <a:lnTo>
                      <a:pt x="72" y="142"/>
                    </a:lnTo>
                    <a:lnTo>
                      <a:pt x="74" y="136"/>
                    </a:lnTo>
                    <a:lnTo>
                      <a:pt x="78" y="130"/>
                    </a:lnTo>
                    <a:lnTo>
                      <a:pt x="82" y="119"/>
                    </a:lnTo>
                    <a:lnTo>
                      <a:pt x="84" y="116"/>
                    </a:lnTo>
                    <a:lnTo>
                      <a:pt x="84" y="110"/>
                    </a:lnTo>
                    <a:lnTo>
                      <a:pt x="85" y="104"/>
                    </a:lnTo>
                    <a:lnTo>
                      <a:pt x="87" y="103"/>
                    </a:lnTo>
                    <a:lnTo>
                      <a:pt x="89" y="99"/>
                    </a:lnTo>
                    <a:lnTo>
                      <a:pt x="91" y="91"/>
                    </a:lnTo>
                    <a:lnTo>
                      <a:pt x="93" y="86"/>
                    </a:lnTo>
                    <a:lnTo>
                      <a:pt x="95" y="84"/>
                    </a:lnTo>
                    <a:lnTo>
                      <a:pt x="95" y="80"/>
                    </a:lnTo>
                    <a:lnTo>
                      <a:pt x="93" y="76"/>
                    </a:lnTo>
                    <a:lnTo>
                      <a:pt x="95" y="75"/>
                    </a:lnTo>
                    <a:lnTo>
                      <a:pt x="97" y="71"/>
                    </a:lnTo>
                    <a:lnTo>
                      <a:pt x="97" y="73"/>
                    </a:lnTo>
                    <a:lnTo>
                      <a:pt x="97" y="78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4" y="62"/>
                    </a:lnTo>
                    <a:lnTo>
                      <a:pt x="99" y="69"/>
                    </a:lnTo>
                    <a:lnTo>
                      <a:pt x="99" y="69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9" y="67"/>
                    </a:lnTo>
                    <a:lnTo>
                      <a:pt x="99" y="62"/>
                    </a:lnTo>
                    <a:lnTo>
                      <a:pt x="99" y="62"/>
                    </a:lnTo>
                    <a:lnTo>
                      <a:pt x="99" y="60"/>
                    </a:lnTo>
                    <a:lnTo>
                      <a:pt x="99" y="56"/>
                    </a:lnTo>
                    <a:lnTo>
                      <a:pt x="97" y="54"/>
                    </a:lnTo>
                    <a:lnTo>
                      <a:pt x="97" y="5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6"/>
                    </a:lnTo>
                    <a:lnTo>
                      <a:pt x="102" y="60"/>
                    </a:lnTo>
                    <a:lnTo>
                      <a:pt x="104" y="60"/>
                    </a:lnTo>
                    <a:lnTo>
                      <a:pt x="106" y="58"/>
                    </a:lnTo>
                    <a:lnTo>
                      <a:pt x="106" y="54"/>
                    </a:lnTo>
                    <a:lnTo>
                      <a:pt x="108" y="54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8" y="47"/>
                    </a:lnTo>
                    <a:lnTo>
                      <a:pt x="106" y="43"/>
                    </a:lnTo>
                    <a:close/>
                    <a:moveTo>
                      <a:pt x="82" y="24"/>
                    </a:moveTo>
                    <a:lnTo>
                      <a:pt x="82" y="22"/>
                    </a:lnTo>
                    <a:lnTo>
                      <a:pt x="84" y="24"/>
                    </a:lnTo>
                    <a:lnTo>
                      <a:pt x="82" y="24"/>
                    </a:lnTo>
                    <a:close/>
                    <a:moveTo>
                      <a:pt x="87" y="17"/>
                    </a:moveTo>
                    <a:lnTo>
                      <a:pt x="87" y="20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4" y="19"/>
                    </a:lnTo>
                    <a:lnTo>
                      <a:pt x="87" y="15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3"/>
                    </a:lnTo>
                    <a:lnTo>
                      <a:pt x="89" y="15"/>
                    </a:lnTo>
                    <a:lnTo>
                      <a:pt x="87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8" name="Freeform 6377">
                <a:extLst>
                  <a:ext uri="{FF2B5EF4-FFF2-40B4-BE49-F238E27FC236}">
                    <a16:creationId xmlns:a16="http://schemas.microsoft.com/office/drawing/2014/main" id="{4ECBE2F6-EAFC-4946-91A0-6EFEDE399D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2" y="3520"/>
                <a:ext cx="10" cy="23"/>
              </a:xfrm>
              <a:custGeom>
                <a:avLst/>
                <a:gdLst>
                  <a:gd name="T0" fmla="*/ 4 w 10"/>
                  <a:gd name="T1" fmla="*/ 11 h 23"/>
                  <a:gd name="T2" fmla="*/ 10 w 10"/>
                  <a:gd name="T3" fmla="*/ 9 h 23"/>
                  <a:gd name="T4" fmla="*/ 10 w 10"/>
                  <a:gd name="T5" fmla="*/ 6 h 23"/>
                  <a:gd name="T6" fmla="*/ 4 w 10"/>
                  <a:gd name="T7" fmla="*/ 0 h 23"/>
                  <a:gd name="T8" fmla="*/ 0 w 10"/>
                  <a:gd name="T9" fmla="*/ 2 h 23"/>
                  <a:gd name="T10" fmla="*/ 2 w 10"/>
                  <a:gd name="T11" fmla="*/ 4 h 23"/>
                  <a:gd name="T12" fmla="*/ 0 w 10"/>
                  <a:gd name="T13" fmla="*/ 8 h 23"/>
                  <a:gd name="T14" fmla="*/ 2 w 10"/>
                  <a:gd name="T15" fmla="*/ 9 h 23"/>
                  <a:gd name="T16" fmla="*/ 2 w 10"/>
                  <a:gd name="T17" fmla="*/ 11 h 23"/>
                  <a:gd name="T18" fmla="*/ 2 w 10"/>
                  <a:gd name="T19" fmla="*/ 11 h 23"/>
                  <a:gd name="T20" fmla="*/ 0 w 10"/>
                  <a:gd name="T21" fmla="*/ 13 h 23"/>
                  <a:gd name="T22" fmla="*/ 0 w 10"/>
                  <a:gd name="T23" fmla="*/ 17 h 23"/>
                  <a:gd name="T24" fmla="*/ 4 w 10"/>
                  <a:gd name="T25" fmla="*/ 17 h 23"/>
                  <a:gd name="T26" fmla="*/ 0 w 10"/>
                  <a:gd name="T27" fmla="*/ 19 h 23"/>
                  <a:gd name="T28" fmla="*/ 4 w 10"/>
                  <a:gd name="T29" fmla="*/ 23 h 23"/>
                  <a:gd name="T30" fmla="*/ 6 w 10"/>
                  <a:gd name="T31" fmla="*/ 17 h 23"/>
                  <a:gd name="T32" fmla="*/ 6 w 10"/>
                  <a:gd name="T33" fmla="*/ 17 h 23"/>
                  <a:gd name="T34" fmla="*/ 10 w 10"/>
                  <a:gd name="T35" fmla="*/ 19 h 23"/>
                  <a:gd name="T36" fmla="*/ 10 w 10"/>
                  <a:gd name="T37" fmla="*/ 15 h 23"/>
                  <a:gd name="T38" fmla="*/ 6 w 10"/>
                  <a:gd name="T39" fmla="*/ 11 h 23"/>
                  <a:gd name="T40" fmla="*/ 4 w 10"/>
                  <a:gd name="T41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23">
                    <a:moveTo>
                      <a:pt x="4" y="11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17"/>
                    </a:lnTo>
                    <a:lnTo>
                      <a:pt x="0" y="19"/>
                    </a:lnTo>
                    <a:lnTo>
                      <a:pt x="4" y="23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0" y="15"/>
                    </a:lnTo>
                    <a:lnTo>
                      <a:pt x="6" y="11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9" name="Freeform 6378">
                <a:extLst>
                  <a:ext uri="{FF2B5EF4-FFF2-40B4-BE49-F238E27FC236}">
                    <a16:creationId xmlns:a16="http://schemas.microsoft.com/office/drawing/2014/main" id="{9139CC5D-3FBE-45EE-8C57-D9B0B2AFA1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4" y="3024"/>
                <a:ext cx="13" cy="13"/>
              </a:xfrm>
              <a:custGeom>
                <a:avLst/>
                <a:gdLst>
                  <a:gd name="T0" fmla="*/ 11 w 13"/>
                  <a:gd name="T1" fmla="*/ 6 h 13"/>
                  <a:gd name="T2" fmla="*/ 13 w 13"/>
                  <a:gd name="T3" fmla="*/ 4 h 13"/>
                  <a:gd name="T4" fmla="*/ 11 w 13"/>
                  <a:gd name="T5" fmla="*/ 0 h 13"/>
                  <a:gd name="T6" fmla="*/ 8 w 13"/>
                  <a:gd name="T7" fmla="*/ 4 h 13"/>
                  <a:gd name="T8" fmla="*/ 6 w 13"/>
                  <a:gd name="T9" fmla="*/ 8 h 13"/>
                  <a:gd name="T10" fmla="*/ 2 w 13"/>
                  <a:gd name="T11" fmla="*/ 10 h 13"/>
                  <a:gd name="T12" fmla="*/ 0 w 13"/>
                  <a:gd name="T13" fmla="*/ 10 h 13"/>
                  <a:gd name="T14" fmla="*/ 4 w 13"/>
                  <a:gd name="T15" fmla="*/ 13 h 13"/>
                  <a:gd name="T16" fmla="*/ 6 w 13"/>
                  <a:gd name="T17" fmla="*/ 11 h 13"/>
                  <a:gd name="T18" fmla="*/ 8 w 13"/>
                  <a:gd name="T19" fmla="*/ 11 h 13"/>
                  <a:gd name="T20" fmla="*/ 8 w 13"/>
                  <a:gd name="T21" fmla="*/ 8 h 13"/>
                  <a:gd name="T22" fmla="*/ 9 w 13"/>
                  <a:gd name="T23" fmla="*/ 10 h 13"/>
                  <a:gd name="T24" fmla="*/ 11 w 13"/>
                  <a:gd name="T2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11" y="6"/>
                    </a:move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0" name="Freeform 6379">
                <a:extLst>
                  <a:ext uri="{FF2B5EF4-FFF2-40B4-BE49-F238E27FC236}">
                    <a16:creationId xmlns:a16="http://schemas.microsoft.com/office/drawing/2014/main" id="{F5CB2520-2FD1-435B-88F4-85D1E6AAAC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5" y="3114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0 w 6"/>
                  <a:gd name="T7" fmla="*/ 2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1" name="Freeform 6380">
                <a:extLst>
                  <a:ext uri="{FF2B5EF4-FFF2-40B4-BE49-F238E27FC236}">
                    <a16:creationId xmlns:a16="http://schemas.microsoft.com/office/drawing/2014/main" id="{C298F615-502D-4488-AF5E-CE10E914202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1" y="3106"/>
                <a:ext cx="12" cy="8"/>
              </a:xfrm>
              <a:custGeom>
                <a:avLst/>
                <a:gdLst>
                  <a:gd name="T0" fmla="*/ 6 w 6"/>
                  <a:gd name="T1" fmla="*/ 1 h 4"/>
                  <a:gd name="T2" fmla="*/ 3 w 6"/>
                  <a:gd name="T3" fmla="*/ 0 h 4"/>
                  <a:gd name="T4" fmla="*/ 1 w 6"/>
                  <a:gd name="T5" fmla="*/ 1 h 4"/>
                  <a:gd name="T6" fmla="*/ 1 w 6"/>
                  <a:gd name="T7" fmla="*/ 1 h 4"/>
                  <a:gd name="T8" fmla="*/ 1 w 6"/>
                  <a:gd name="T9" fmla="*/ 3 h 4"/>
                  <a:gd name="T10" fmla="*/ 2 w 6"/>
                  <a:gd name="T11" fmla="*/ 4 h 4"/>
                  <a:gd name="T12" fmla="*/ 3 w 6"/>
                  <a:gd name="T13" fmla="*/ 3 h 4"/>
                  <a:gd name="T14" fmla="*/ 4 w 6"/>
                  <a:gd name="T15" fmla="*/ 2 h 4"/>
                  <a:gd name="T16" fmla="*/ 6 w 6"/>
                  <a:gd name="T17" fmla="*/ 2 h 4"/>
                  <a:gd name="T18" fmla="*/ 6 w 6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2" name="Freeform 6381">
                <a:extLst>
                  <a:ext uri="{FF2B5EF4-FFF2-40B4-BE49-F238E27FC236}">
                    <a16:creationId xmlns:a16="http://schemas.microsoft.com/office/drawing/2014/main" id="{592BC5CF-76E3-406B-8D8A-DFDB5E2169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0" y="301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4 w 5"/>
                  <a:gd name="T3" fmla="*/ 3 h 5"/>
                  <a:gd name="T4" fmla="*/ 5 w 5"/>
                  <a:gd name="T5" fmla="*/ 3 h 5"/>
                  <a:gd name="T6" fmla="*/ 4 w 5"/>
                  <a:gd name="T7" fmla="*/ 0 h 5"/>
                  <a:gd name="T8" fmla="*/ 0 w 5"/>
                  <a:gd name="T9" fmla="*/ 0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3" name="Freeform 6382">
                <a:extLst>
                  <a:ext uri="{FF2B5EF4-FFF2-40B4-BE49-F238E27FC236}">
                    <a16:creationId xmlns:a16="http://schemas.microsoft.com/office/drawing/2014/main" id="{CCDE2CEB-B134-40AE-B41C-9EB01791AC9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72" y="3528"/>
                <a:ext cx="54" cy="74"/>
              </a:xfrm>
              <a:custGeom>
                <a:avLst/>
                <a:gdLst>
                  <a:gd name="T0" fmla="*/ 25 w 29"/>
                  <a:gd name="T1" fmla="*/ 9 h 40"/>
                  <a:gd name="T2" fmla="*/ 23 w 29"/>
                  <a:gd name="T3" fmla="*/ 9 h 40"/>
                  <a:gd name="T4" fmla="*/ 18 w 29"/>
                  <a:gd name="T5" fmla="*/ 10 h 40"/>
                  <a:gd name="T6" fmla="*/ 16 w 29"/>
                  <a:gd name="T7" fmla="*/ 11 h 40"/>
                  <a:gd name="T8" fmla="*/ 14 w 29"/>
                  <a:gd name="T9" fmla="*/ 11 h 40"/>
                  <a:gd name="T10" fmla="*/ 12 w 29"/>
                  <a:gd name="T11" fmla="*/ 10 h 40"/>
                  <a:gd name="T12" fmla="*/ 8 w 29"/>
                  <a:gd name="T13" fmla="*/ 7 h 40"/>
                  <a:gd name="T14" fmla="*/ 7 w 29"/>
                  <a:gd name="T15" fmla="*/ 5 h 40"/>
                  <a:gd name="T16" fmla="*/ 5 w 29"/>
                  <a:gd name="T17" fmla="*/ 4 h 40"/>
                  <a:gd name="T18" fmla="*/ 7 w 29"/>
                  <a:gd name="T19" fmla="*/ 3 h 40"/>
                  <a:gd name="T20" fmla="*/ 5 w 29"/>
                  <a:gd name="T21" fmla="*/ 1 h 40"/>
                  <a:gd name="T22" fmla="*/ 3 w 29"/>
                  <a:gd name="T23" fmla="*/ 1 h 40"/>
                  <a:gd name="T24" fmla="*/ 4 w 29"/>
                  <a:gd name="T25" fmla="*/ 4 h 40"/>
                  <a:gd name="T26" fmla="*/ 2 w 29"/>
                  <a:gd name="T27" fmla="*/ 4 h 40"/>
                  <a:gd name="T28" fmla="*/ 1 w 29"/>
                  <a:gd name="T29" fmla="*/ 6 h 40"/>
                  <a:gd name="T30" fmla="*/ 1 w 29"/>
                  <a:gd name="T31" fmla="*/ 9 h 40"/>
                  <a:gd name="T32" fmla="*/ 1 w 29"/>
                  <a:gd name="T33" fmla="*/ 13 h 40"/>
                  <a:gd name="T34" fmla="*/ 1 w 29"/>
                  <a:gd name="T35" fmla="*/ 19 h 40"/>
                  <a:gd name="T36" fmla="*/ 2 w 29"/>
                  <a:gd name="T37" fmla="*/ 22 h 40"/>
                  <a:gd name="T38" fmla="*/ 1 w 29"/>
                  <a:gd name="T39" fmla="*/ 21 h 40"/>
                  <a:gd name="T40" fmla="*/ 0 w 29"/>
                  <a:gd name="T41" fmla="*/ 27 h 40"/>
                  <a:gd name="T42" fmla="*/ 0 w 29"/>
                  <a:gd name="T43" fmla="*/ 28 h 40"/>
                  <a:gd name="T44" fmla="*/ 1 w 29"/>
                  <a:gd name="T45" fmla="*/ 33 h 40"/>
                  <a:gd name="T46" fmla="*/ 1 w 29"/>
                  <a:gd name="T47" fmla="*/ 35 h 40"/>
                  <a:gd name="T48" fmla="*/ 2 w 29"/>
                  <a:gd name="T49" fmla="*/ 36 h 40"/>
                  <a:gd name="T50" fmla="*/ 2 w 29"/>
                  <a:gd name="T51" fmla="*/ 38 h 40"/>
                  <a:gd name="T52" fmla="*/ 3 w 29"/>
                  <a:gd name="T53" fmla="*/ 39 h 40"/>
                  <a:gd name="T54" fmla="*/ 6 w 29"/>
                  <a:gd name="T55" fmla="*/ 40 h 40"/>
                  <a:gd name="T56" fmla="*/ 7 w 29"/>
                  <a:gd name="T57" fmla="*/ 40 h 40"/>
                  <a:gd name="T58" fmla="*/ 10 w 29"/>
                  <a:gd name="T59" fmla="*/ 38 h 40"/>
                  <a:gd name="T60" fmla="*/ 11 w 29"/>
                  <a:gd name="T61" fmla="*/ 35 h 40"/>
                  <a:gd name="T62" fmla="*/ 12 w 29"/>
                  <a:gd name="T63" fmla="*/ 36 h 40"/>
                  <a:gd name="T64" fmla="*/ 13 w 29"/>
                  <a:gd name="T65" fmla="*/ 40 h 40"/>
                  <a:gd name="T66" fmla="*/ 14 w 29"/>
                  <a:gd name="T67" fmla="*/ 36 h 40"/>
                  <a:gd name="T68" fmla="*/ 14 w 29"/>
                  <a:gd name="T69" fmla="*/ 34 h 40"/>
                  <a:gd name="T70" fmla="*/ 16 w 29"/>
                  <a:gd name="T71" fmla="*/ 34 h 40"/>
                  <a:gd name="T72" fmla="*/ 18 w 29"/>
                  <a:gd name="T73" fmla="*/ 36 h 40"/>
                  <a:gd name="T74" fmla="*/ 21 w 29"/>
                  <a:gd name="T75" fmla="*/ 33 h 40"/>
                  <a:gd name="T76" fmla="*/ 20 w 29"/>
                  <a:gd name="T77" fmla="*/ 31 h 40"/>
                  <a:gd name="T78" fmla="*/ 20 w 29"/>
                  <a:gd name="T79" fmla="*/ 31 h 40"/>
                  <a:gd name="T80" fmla="*/ 21 w 29"/>
                  <a:gd name="T81" fmla="*/ 29 h 40"/>
                  <a:gd name="T82" fmla="*/ 22 w 29"/>
                  <a:gd name="T83" fmla="*/ 25 h 40"/>
                  <a:gd name="T84" fmla="*/ 23 w 29"/>
                  <a:gd name="T85" fmla="*/ 24 h 40"/>
                  <a:gd name="T86" fmla="*/ 26 w 29"/>
                  <a:gd name="T87" fmla="*/ 24 h 40"/>
                  <a:gd name="T88" fmla="*/ 26 w 29"/>
                  <a:gd name="T89" fmla="*/ 22 h 40"/>
                  <a:gd name="T90" fmla="*/ 27 w 29"/>
                  <a:gd name="T91" fmla="*/ 19 h 40"/>
                  <a:gd name="T92" fmla="*/ 28 w 29"/>
                  <a:gd name="T93" fmla="*/ 15 h 40"/>
                  <a:gd name="T94" fmla="*/ 29 w 29"/>
                  <a:gd name="T95" fmla="*/ 9 h 40"/>
                  <a:gd name="T96" fmla="*/ 26 w 29"/>
                  <a:gd name="T97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" h="40">
                    <a:moveTo>
                      <a:pt x="26" y="8"/>
                    </a:moveTo>
                    <a:cubicBezTo>
                      <a:pt x="25" y="9"/>
                      <a:pt x="25" y="9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8"/>
                      <a:pt x="27" y="8"/>
                      <a:pt x="27" y="8"/>
                    </a:cubicBezTo>
                    <a:lnTo>
                      <a:pt x="2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4" name="Freeform 6383">
                <a:extLst>
                  <a:ext uri="{FF2B5EF4-FFF2-40B4-BE49-F238E27FC236}">
                    <a16:creationId xmlns:a16="http://schemas.microsoft.com/office/drawing/2014/main" id="{51B9A9C1-1BC3-4A7C-8ED0-FA4536C1576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68" y="3511"/>
                <a:ext cx="10" cy="15"/>
              </a:xfrm>
              <a:custGeom>
                <a:avLst/>
                <a:gdLst>
                  <a:gd name="T0" fmla="*/ 4 w 10"/>
                  <a:gd name="T1" fmla="*/ 15 h 15"/>
                  <a:gd name="T2" fmla="*/ 8 w 10"/>
                  <a:gd name="T3" fmla="*/ 13 h 15"/>
                  <a:gd name="T4" fmla="*/ 8 w 10"/>
                  <a:gd name="T5" fmla="*/ 11 h 15"/>
                  <a:gd name="T6" fmla="*/ 10 w 10"/>
                  <a:gd name="T7" fmla="*/ 7 h 15"/>
                  <a:gd name="T8" fmla="*/ 10 w 10"/>
                  <a:gd name="T9" fmla="*/ 5 h 15"/>
                  <a:gd name="T10" fmla="*/ 10 w 10"/>
                  <a:gd name="T11" fmla="*/ 2 h 15"/>
                  <a:gd name="T12" fmla="*/ 8 w 10"/>
                  <a:gd name="T13" fmla="*/ 0 h 15"/>
                  <a:gd name="T14" fmla="*/ 4 w 10"/>
                  <a:gd name="T15" fmla="*/ 2 h 15"/>
                  <a:gd name="T16" fmla="*/ 2 w 10"/>
                  <a:gd name="T17" fmla="*/ 4 h 15"/>
                  <a:gd name="T18" fmla="*/ 2 w 10"/>
                  <a:gd name="T19" fmla="*/ 5 h 15"/>
                  <a:gd name="T20" fmla="*/ 0 w 10"/>
                  <a:gd name="T21" fmla="*/ 9 h 15"/>
                  <a:gd name="T22" fmla="*/ 2 w 10"/>
                  <a:gd name="T23" fmla="*/ 11 h 15"/>
                  <a:gd name="T24" fmla="*/ 2 w 10"/>
                  <a:gd name="T25" fmla="*/ 13 h 15"/>
                  <a:gd name="T26" fmla="*/ 4 w 10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4" y="15"/>
                    </a:moveTo>
                    <a:lnTo>
                      <a:pt x="8" y="13"/>
                    </a:lnTo>
                    <a:lnTo>
                      <a:pt x="8" y="11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5" name="Freeform 6384">
                <a:extLst>
                  <a:ext uri="{FF2B5EF4-FFF2-40B4-BE49-F238E27FC236}">
                    <a16:creationId xmlns:a16="http://schemas.microsoft.com/office/drawing/2014/main" id="{BD75227A-73BB-4762-960C-8DDBFC8D6FE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100" y="3022"/>
                <a:ext cx="564" cy="487"/>
              </a:xfrm>
              <a:custGeom>
                <a:avLst/>
                <a:gdLst>
                  <a:gd name="T0" fmla="*/ 292 w 303"/>
                  <a:gd name="T1" fmla="*/ 111 h 261"/>
                  <a:gd name="T2" fmla="*/ 287 w 303"/>
                  <a:gd name="T3" fmla="*/ 102 h 261"/>
                  <a:gd name="T4" fmla="*/ 280 w 303"/>
                  <a:gd name="T5" fmla="*/ 96 h 261"/>
                  <a:gd name="T6" fmla="*/ 275 w 303"/>
                  <a:gd name="T7" fmla="*/ 81 h 261"/>
                  <a:gd name="T8" fmla="*/ 264 w 303"/>
                  <a:gd name="T9" fmla="*/ 70 h 261"/>
                  <a:gd name="T10" fmla="*/ 258 w 303"/>
                  <a:gd name="T11" fmla="*/ 56 h 261"/>
                  <a:gd name="T12" fmla="*/ 254 w 303"/>
                  <a:gd name="T13" fmla="*/ 34 h 261"/>
                  <a:gd name="T14" fmla="*/ 242 w 303"/>
                  <a:gd name="T15" fmla="*/ 17 h 261"/>
                  <a:gd name="T16" fmla="*/ 237 w 303"/>
                  <a:gd name="T17" fmla="*/ 2 h 261"/>
                  <a:gd name="T18" fmla="*/ 229 w 303"/>
                  <a:gd name="T19" fmla="*/ 16 h 261"/>
                  <a:gd name="T20" fmla="*/ 225 w 303"/>
                  <a:gd name="T21" fmla="*/ 37 h 261"/>
                  <a:gd name="T22" fmla="*/ 207 w 303"/>
                  <a:gd name="T23" fmla="*/ 51 h 261"/>
                  <a:gd name="T24" fmla="*/ 191 w 303"/>
                  <a:gd name="T25" fmla="*/ 37 h 261"/>
                  <a:gd name="T26" fmla="*/ 184 w 303"/>
                  <a:gd name="T27" fmla="*/ 27 h 261"/>
                  <a:gd name="T28" fmla="*/ 192 w 303"/>
                  <a:gd name="T29" fmla="*/ 25 h 261"/>
                  <a:gd name="T30" fmla="*/ 184 w 303"/>
                  <a:gd name="T31" fmla="*/ 20 h 261"/>
                  <a:gd name="T32" fmla="*/ 190 w 303"/>
                  <a:gd name="T33" fmla="*/ 11 h 261"/>
                  <a:gd name="T34" fmla="*/ 185 w 303"/>
                  <a:gd name="T35" fmla="*/ 7 h 261"/>
                  <a:gd name="T36" fmla="*/ 175 w 303"/>
                  <a:gd name="T37" fmla="*/ 8 h 261"/>
                  <a:gd name="T38" fmla="*/ 161 w 303"/>
                  <a:gd name="T39" fmla="*/ 5 h 261"/>
                  <a:gd name="T40" fmla="*/ 157 w 303"/>
                  <a:gd name="T41" fmla="*/ 6 h 261"/>
                  <a:gd name="T42" fmla="*/ 146 w 303"/>
                  <a:gd name="T43" fmla="*/ 12 h 261"/>
                  <a:gd name="T44" fmla="*/ 135 w 303"/>
                  <a:gd name="T45" fmla="*/ 25 h 261"/>
                  <a:gd name="T46" fmla="*/ 124 w 303"/>
                  <a:gd name="T47" fmla="*/ 33 h 261"/>
                  <a:gd name="T48" fmla="*/ 109 w 303"/>
                  <a:gd name="T49" fmla="*/ 24 h 261"/>
                  <a:gd name="T50" fmla="*/ 103 w 303"/>
                  <a:gd name="T51" fmla="*/ 28 h 261"/>
                  <a:gd name="T52" fmla="*/ 95 w 303"/>
                  <a:gd name="T53" fmla="*/ 36 h 261"/>
                  <a:gd name="T54" fmla="*/ 87 w 303"/>
                  <a:gd name="T55" fmla="*/ 43 h 261"/>
                  <a:gd name="T56" fmla="*/ 84 w 303"/>
                  <a:gd name="T57" fmla="*/ 44 h 261"/>
                  <a:gd name="T58" fmla="*/ 74 w 303"/>
                  <a:gd name="T59" fmla="*/ 60 h 261"/>
                  <a:gd name="T60" fmla="*/ 50 w 303"/>
                  <a:gd name="T61" fmla="*/ 74 h 261"/>
                  <a:gd name="T62" fmla="*/ 25 w 303"/>
                  <a:gd name="T63" fmla="*/ 82 h 261"/>
                  <a:gd name="T64" fmla="*/ 11 w 303"/>
                  <a:gd name="T65" fmla="*/ 95 h 261"/>
                  <a:gd name="T66" fmla="*/ 8 w 303"/>
                  <a:gd name="T67" fmla="*/ 121 h 261"/>
                  <a:gd name="T68" fmla="*/ 2 w 303"/>
                  <a:gd name="T69" fmla="*/ 109 h 261"/>
                  <a:gd name="T70" fmla="*/ 10 w 303"/>
                  <a:gd name="T71" fmla="*/ 154 h 261"/>
                  <a:gd name="T72" fmla="*/ 8 w 303"/>
                  <a:gd name="T73" fmla="*/ 185 h 261"/>
                  <a:gd name="T74" fmla="*/ 15 w 303"/>
                  <a:gd name="T75" fmla="*/ 203 h 261"/>
                  <a:gd name="T76" fmla="*/ 31 w 303"/>
                  <a:gd name="T77" fmla="*/ 199 h 261"/>
                  <a:gd name="T78" fmla="*/ 52 w 303"/>
                  <a:gd name="T79" fmla="*/ 194 h 261"/>
                  <a:gd name="T80" fmla="*/ 69 w 303"/>
                  <a:gd name="T81" fmla="*/ 192 h 261"/>
                  <a:gd name="T82" fmla="*/ 94 w 303"/>
                  <a:gd name="T83" fmla="*/ 181 h 261"/>
                  <a:gd name="T84" fmla="*/ 133 w 303"/>
                  <a:gd name="T85" fmla="*/ 180 h 261"/>
                  <a:gd name="T86" fmla="*/ 148 w 303"/>
                  <a:gd name="T87" fmla="*/ 187 h 261"/>
                  <a:gd name="T88" fmla="*/ 150 w 303"/>
                  <a:gd name="T89" fmla="*/ 205 h 261"/>
                  <a:gd name="T90" fmla="*/ 162 w 303"/>
                  <a:gd name="T91" fmla="*/ 200 h 261"/>
                  <a:gd name="T92" fmla="*/ 168 w 303"/>
                  <a:gd name="T93" fmla="*/ 201 h 261"/>
                  <a:gd name="T94" fmla="*/ 173 w 303"/>
                  <a:gd name="T95" fmla="*/ 204 h 261"/>
                  <a:gd name="T96" fmla="*/ 178 w 303"/>
                  <a:gd name="T97" fmla="*/ 217 h 261"/>
                  <a:gd name="T98" fmla="*/ 183 w 303"/>
                  <a:gd name="T99" fmla="*/ 245 h 261"/>
                  <a:gd name="T100" fmla="*/ 202 w 303"/>
                  <a:gd name="T101" fmla="*/ 255 h 261"/>
                  <a:gd name="T102" fmla="*/ 217 w 303"/>
                  <a:gd name="T103" fmla="*/ 258 h 261"/>
                  <a:gd name="T104" fmla="*/ 234 w 303"/>
                  <a:gd name="T105" fmla="*/ 249 h 261"/>
                  <a:gd name="T106" fmla="*/ 257 w 303"/>
                  <a:gd name="T107" fmla="*/ 226 h 261"/>
                  <a:gd name="T108" fmla="*/ 275 w 303"/>
                  <a:gd name="T109" fmla="*/ 199 h 261"/>
                  <a:gd name="T110" fmla="*/ 290 w 303"/>
                  <a:gd name="T111" fmla="*/ 179 h 261"/>
                  <a:gd name="T112" fmla="*/ 299 w 303"/>
                  <a:gd name="T113" fmla="*/ 146 h 261"/>
                  <a:gd name="T114" fmla="*/ 300 w 303"/>
                  <a:gd name="T115" fmla="*/ 128 h 261"/>
                  <a:gd name="T116" fmla="*/ 215 w 303"/>
                  <a:gd name="T117" fmla="*/ 248 h 261"/>
                  <a:gd name="T118" fmla="*/ 217 w 303"/>
                  <a:gd name="T119" fmla="*/ 25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3" h="261">
                    <a:moveTo>
                      <a:pt x="301" y="117"/>
                    </a:moveTo>
                    <a:cubicBezTo>
                      <a:pt x="301" y="118"/>
                      <a:pt x="301" y="118"/>
                      <a:pt x="301" y="1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301" y="121"/>
                      <a:pt x="301" y="121"/>
                      <a:pt x="301" y="121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8" y="122"/>
                      <a:pt x="298" y="122"/>
                      <a:pt x="298" y="122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8" y="119"/>
                      <a:pt x="298" y="119"/>
                      <a:pt x="298" y="119"/>
                    </a:cubicBezTo>
                    <a:cubicBezTo>
                      <a:pt x="296" y="117"/>
                      <a:pt x="296" y="117"/>
                      <a:pt x="296" y="117"/>
                    </a:cubicBezTo>
                    <a:cubicBezTo>
                      <a:pt x="295" y="116"/>
                      <a:pt x="295" y="116"/>
                      <a:pt x="295" y="116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11"/>
                      <a:pt x="292" y="111"/>
                      <a:pt x="292" y="111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0" y="111"/>
                      <a:pt x="290" y="111"/>
                      <a:pt x="290" y="111"/>
                    </a:cubicBezTo>
                    <a:cubicBezTo>
                      <a:pt x="290" y="110"/>
                      <a:pt x="290" y="110"/>
                      <a:pt x="290" y="110"/>
                    </a:cubicBezTo>
                    <a:cubicBezTo>
                      <a:pt x="291" y="108"/>
                      <a:pt x="291" y="108"/>
                      <a:pt x="291" y="108"/>
                    </a:cubicBezTo>
                    <a:cubicBezTo>
                      <a:pt x="290" y="107"/>
                      <a:pt x="290" y="107"/>
                      <a:pt x="290" y="107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89" y="105"/>
                      <a:pt x="289" y="105"/>
                      <a:pt x="289" y="105"/>
                    </a:cubicBezTo>
                    <a:cubicBezTo>
                      <a:pt x="288" y="105"/>
                      <a:pt x="288" y="105"/>
                      <a:pt x="288" y="105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5"/>
                      <a:pt x="287" y="105"/>
                      <a:pt x="287" y="105"/>
                    </a:cubicBezTo>
                    <a:cubicBezTo>
                      <a:pt x="286" y="103"/>
                      <a:pt x="286" y="103"/>
                      <a:pt x="286" y="103"/>
                    </a:cubicBezTo>
                    <a:cubicBezTo>
                      <a:pt x="287" y="102"/>
                      <a:pt x="287" y="102"/>
                      <a:pt x="287" y="102"/>
                    </a:cubicBezTo>
                    <a:cubicBezTo>
                      <a:pt x="288" y="99"/>
                      <a:pt x="288" y="99"/>
                      <a:pt x="288" y="99"/>
                    </a:cubicBezTo>
                    <a:cubicBezTo>
                      <a:pt x="287" y="98"/>
                      <a:pt x="287" y="98"/>
                      <a:pt x="287" y="98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6" y="96"/>
                      <a:pt x="286" y="96"/>
                      <a:pt x="286" y="96"/>
                    </a:cubicBezTo>
                    <a:cubicBezTo>
                      <a:pt x="286" y="94"/>
                      <a:pt x="286" y="94"/>
                      <a:pt x="286" y="94"/>
                    </a:cubicBezTo>
                    <a:cubicBezTo>
                      <a:pt x="284" y="96"/>
                      <a:pt x="284" y="96"/>
                      <a:pt x="284" y="96"/>
                    </a:cubicBezTo>
                    <a:cubicBezTo>
                      <a:pt x="285" y="96"/>
                      <a:pt x="285" y="96"/>
                      <a:pt x="285" y="96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2" y="93"/>
                      <a:pt x="282" y="93"/>
                      <a:pt x="282" y="93"/>
                    </a:cubicBezTo>
                    <a:cubicBezTo>
                      <a:pt x="280" y="94"/>
                      <a:pt x="280" y="94"/>
                      <a:pt x="280" y="94"/>
                    </a:cubicBezTo>
                    <a:cubicBezTo>
                      <a:pt x="280" y="95"/>
                      <a:pt x="280" y="95"/>
                      <a:pt x="280" y="95"/>
                    </a:cubicBezTo>
                    <a:cubicBezTo>
                      <a:pt x="280" y="96"/>
                      <a:pt x="280" y="96"/>
                      <a:pt x="280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9" y="96"/>
                      <a:pt x="279" y="96"/>
                      <a:pt x="279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8" y="91"/>
                      <a:pt x="278" y="91"/>
                      <a:pt x="278" y="91"/>
                    </a:cubicBezTo>
                    <a:cubicBezTo>
                      <a:pt x="279" y="91"/>
                      <a:pt x="279" y="91"/>
                      <a:pt x="279" y="91"/>
                    </a:cubicBezTo>
                    <a:cubicBezTo>
                      <a:pt x="279" y="89"/>
                      <a:pt x="279" y="89"/>
                      <a:pt x="279" y="89"/>
                    </a:cubicBezTo>
                    <a:cubicBezTo>
                      <a:pt x="278" y="88"/>
                      <a:pt x="278" y="88"/>
                      <a:pt x="278" y="88"/>
                    </a:cubicBezTo>
                    <a:cubicBezTo>
                      <a:pt x="278" y="87"/>
                      <a:pt x="278" y="87"/>
                      <a:pt x="278" y="87"/>
                    </a:cubicBezTo>
                    <a:cubicBezTo>
                      <a:pt x="277" y="86"/>
                      <a:pt x="277" y="86"/>
                      <a:pt x="277" y="86"/>
                    </a:cubicBezTo>
                    <a:cubicBezTo>
                      <a:pt x="277" y="85"/>
                      <a:pt x="277" y="85"/>
                      <a:pt x="277" y="85"/>
                    </a:cubicBezTo>
                    <a:cubicBezTo>
                      <a:pt x="275" y="83"/>
                      <a:pt x="275" y="83"/>
                      <a:pt x="275" y="83"/>
                    </a:cubicBezTo>
                    <a:cubicBezTo>
                      <a:pt x="274" y="82"/>
                      <a:pt x="274" y="82"/>
                      <a:pt x="274" y="82"/>
                    </a:cubicBezTo>
                    <a:cubicBezTo>
                      <a:pt x="274" y="81"/>
                      <a:pt x="274" y="81"/>
                      <a:pt x="274" y="81"/>
                    </a:cubicBezTo>
                    <a:cubicBezTo>
                      <a:pt x="275" y="81"/>
                      <a:pt x="275" y="81"/>
                      <a:pt x="275" y="81"/>
                    </a:cubicBezTo>
                    <a:cubicBezTo>
                      <a:pt x="275" y="79"/>
                      <a:pt x="275" y="79"/>
                      <a:pt x="275" y="79"/>
                    </a:cubicBezTo>
                    <a:cubicBezTo>
                      <a:pt x="274" y="76"/>
                      <a:pt x="274" y="76"/>
                      <a:pt x="274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2" y="76"/>
                      <a:pt x="272" y="76"/>
                      <a:pt x="272" y="76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69" y="74"/>
                      <a:pt x="269" y="74"/>
                      <a:pt x="269" y="74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67" y="74"/>
                      <a:pt x="267" y="74"/>
                      <a:pt x="267" y="74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6" y="73"/>
                      <a:pt x="266" y="73"/>
                      <a:pt x="266" y="73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70"/>
                      <a:pt x="264" y="70"/>
                      <a:pt x="264" y="70"/>
                    </a:cubicBezTo>
                    <a:cubicBezTo>
                      <a:pt x="263" y="70"/>
                      <a:pt x="263" y="70"/>
                      <a:pt x="263" y="70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59" y="68"/>
                      <a:pt x="259" y="68"/>
                      <a:pt x="259" y="68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6"/>
                      <a:pt x="258" y="66"/>
                      <a:pt x="258" y="66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61"/>
                      <a:pt x="257" y="61"/>
                      <a:pt x="257" y="61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8" y="56"/>
                      <a:pt x="258" y="56"/>
                      <a:pt x="258" y="56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6" y="51"/>
                      <a:pt x="256" y="51"/>
                      <a:pt x="256" y="51"/>
                    </a:cubicBezTo>
                    <a:cubicBezTo>
                      <a:pt x="257" y="51"/>
                      <a:pt x="257" y="51"/>
                      <a:pt x="257" y="51"/>
                    </a:cubicBezTo>
                    <a:cubicBezTo>
                      <a:pt x="256" y="49"/>
                      <a:pt x="256" y="49"/>
                      <a:pt x="256" y="49"/>
                    </a:cubicBezTo>
                    <a:cubicBezTo>
                      <a:pt x="255" y="49"/>
                      <a:pt x="255" y="49"/>
                      <a:pt x="255" y="49"/>
                    </a:cubicBezTo>
                    <a:cubicBezTo>
                      <a:pt x="254" y="47"/>
                      <a:pt x="254" y="47"/>
                      <a:pt x="254" y="47"/>
                    </a:cubicBezTo>
                    <a:cubicBezTo>
                      <a:pt x="253" y="44"/>
                      <a:pt x="253" y="44"/>
                      <a:pt x="253" y="44"/>
                    </a:cubicBezTo>
                    <a:cubicBezTo>
                      <a:pt x="254" y="43"/>
                      <a:pt x="254" y="43"/>
                      <a:pt x="254" y="43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1"/>
                      <a:pt x="253" y="41"/>
                      <a:pt x="253" y="41"/>
                    </a:cubicBezTo>
                    <a:cubicBezTo>
                      <a:pt x="253" y="37"/>
                      <a:pt x="253" y="37"/>
                      <a:pt x="253" y="37"/>
                    </a:cubicBezTo>
                    <a:cubicBezTo>
                      <a:pt x="253" y="36"/>
                      <a:pt x="253" y="36"/>
                      <a:pt x="253" y="36"/>
                    </a:cubicBezTo>
                    <a:cubicBezTo>
                      <a:pt x="253" y="34"/>
                      <a:pt x="253" y="34"/>
                      <a:pt x="253" y="34"/>
                    </a:cubicBezTo>
                    <a:cubicBezTo>
                      <a:pt x="254" y="34"/>
                      <a:pt x="254" y="34"/>
                      <a:pt x="254" y="34"/>
                    </a:cubicBezTo>
                    <a:cubicBezTo>
                      <a:pt x="254" y="32"/>
                      <a:pt x="254" y="32"/>
                      <a:pt x="254" y="32"/>
                    </a:cubicBezTo>
                    <a:cubicBezTo>
                      <a:pt x="251" y="30"/>
                      <a:pt x="251" y="30"/>
                      <a:pt x="251" y="30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48" y="26"/>
                      <a:pt x="248" y="26"/>
                      <a:pt x="248" y="26"/>
                    </a:cubicBezTo>
                    <a:cubicBezTo>
                      <a:pt x="246" y="27"/>
                      <a:pt x="246" y="27"/>
                      <a:pt x="246" y="27"/>
                    </a:cubicBezTo>
                    <a:cubicBezTo>
                      <a:pt x="245" y="27"/>
                      <a:pt x="245" y="27"/>
                      <a:pt x="245" y="27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3" y="27"/>
                      <a:pt x="243" y="27"/>
                      <a:pt x="243" y="27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42" y="24"/>
                      <a:pt x="242" y="24"/>
                      <a:pt x="242" y="24"/>
                    </a:cubicBezTo>
                    <a:cubicBezTo>
                      <a:pt x="242" y="21"/>
                      <a:pt x="242" y="21"/>
                      <a:pt x="242" y="21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5"/>
                      <a:pt x="242" y="15"/>
                      <a:pt x="242" y="15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40" y="12"/>
                      <a:pt x="240" y="12"/>
                      <a:pt x="240" y="12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39" y="11"/>
                      <a:pt x="239" y="11"/>
                      <a:pt x="239" y="11"/>
                    </a:cubicBezTo>
                    <a:cubicBezTo>
                      <a:pt x="241" y="9"/>
                      <a:pt x="241" y="9"/>
                      <a:pt x="241" y="9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8" y="9"/>
                      <a:pt x="238" y="9"/>
                      <a:pt x="238" y="9"/>
                    </a:cubicBezTo>
                    <a:cubicBezTo>
                      <a:pt x="237" y="8"/>
                      <a:pt x="237" y="8"/>
                      <a:pt x="237" y="8"/>
                    </a:cubicBezTo>
                    <a:cubicBezTo>
                      <a:pt x="238" y="5"/>
                      <a:pt x="238" y="5"/>
                      <a:pt x="238" y="5"/>
                    </a:cubicBezTo>
                    <a:cubicBezTo>
                      <a:pt x="237" y="4"/>
                      <a:pt x="237" y="4"/>
                      <a:pt x="237" y="4"/>
                    </a:cubicBezTo>
                    <a:cubicBezTo>
                      <a:pt x="237" y="2"/>
                      <a:pt x="237" y="2"/>
                      <a:pt x="237" y="2"/>
                    </a:cubicBezTo>
                    <a:cubicBezTo>
                      <a:pt x="235" y="1"/>
                      <a:pt x="235" y="1"/>
                      <a:pt x="235" y="1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2" y="5"/>
                      <a:pt x="232" y="5"/>
                      <a:pt x="232" y="5"/>
                    </a:cubicBezTo>
                    <a:cubicBezTo>
                      <a:pt x="231" y="7"/>
                      <a:pt x="231" y="7"/>
                      <a:pt x="231" y="7"/>
                    </a:cubicBezTo>
                    <a:cubicBezTo>
                      <a:pt x="231" y="8"/>
                      <a:pt x="231" y="8"/>
                      <a:pt x="231" y="8"/>
                    </a:cubicBezTo>
                    <a:cubicBezTo>
                      <a:pt x="231" y="9"/>
                      <a:pt x="231" y="9"/>
                      <a:pt x="231" y="9"/>
                    </a:cubicBezTo>
                    <a:cubicBezTo>
                      <a:pt x="230" y="9"/>
                      <a:pt x="230" y="9"/>
                      <a:pt x="230" y="9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7" y="14"/>
                      <a:pt x="227" y="14"/>
                      <a:pt x="227" y="14"/>
                    </a:cubicBezTo>
                    <a:cubicBezTo>
                      <a:pt x="229" y="15"/>
                      <a:pt x="229" y="15"/>
                      <a:pt x="229" y="15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8" y="15"/>
                      <a:pt x="228" y="15"/>
                      <a:pt x="228" y="15"/>
                    </a:cubicBezTo>
                    <a:cubicBezTo>
                      <a:pt x="227" y="17"/>
                      <a:pt x="227" y="17"/>
                      <a:pt x="227" y="17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6" y="22"/>
                      <a:pt x="226" y="22"/>
                      <a:pt x="226" y="22"/>
                    </a:cubicBezTo>
                    <a:cubicBezTo>
                      <a:pt x="225" y="26"/>
                      <a:pt x="225" y="26"/>
                      <a:pt x="225" y="26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25" y="31"/>
                      <a:pt x="225" y="31"/>
                      <a:pt x="225" y="31"/>
                    </a:cubicBezTo>
                    <a:cubicBezTo>
                      <a:pt x="226" y="33"/>
                      <a:pt x="226" y="33"/>
                      <a:pt x="226" y="33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5" y="36"/>
                      <a:pt x="225" y="36"/>
                      <a:pt x="225" y="36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3" y="40"/>
                      <a:pt x="223" y="40"/>
                      <a:pt x="223" y="40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1" y="45"/>
                      <a:pt x="221" y="45"/>
                      <a:pt x="221" y="45"/>
                    </a:cubicBezTo>
                    <a:cubicBezTo>
                      <a:pt x="222" y="47"/>
                      <a:pt x="222" y="47"/>
                      <a:pt x="222" y="47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0" y="55"/>
                      <a:pt x="210" y="55"/>
                      <a:pt x="210" y="55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04" y="49"/>
                      <a:pt x="204" y="49"/>
                      <a:pt x="204" y="49"/>
                    </a:cubicBezTo>
                    <a:cubicBezTo>
                      <a:pt x="202" y="48"/>
                      <a:pt x="202" y="48"/>
                      <a:pt x="202" y="48"/>
                    </a:cubicBezTo>
                    <a:cubicBezTo>
                      <a:pt x="200" y="48"/>
                      <a:pt x="200" y="48"/>
                      <a:pt x="200" y="48"/>
                    </a:cubicBezTo>
                    <a:cubicBezTo>
                      <a:pt x="198" y="47"/>
                      <a:pt x="198" y="47"/>
                      <a:pt x="198" y="47"/>
                    </a:cubicBezTo>
                    <a:cubicBezTo>
                      <a:pt x="198" y="46"/>
                      <a:pt x="198" y="46"/>
                      <a:pt x="198" y="46"/>
                    </a:cubicBezTo>
                    <a:cubicBezTo>
                      <a:pt x="196" y="43"/>
                      <a:pt x="196" y="43"/>
                      <a:pt x="196" y="43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92" y="41"/>
                      <a:pt x="192" y="41"/>
                      <a:pt x="192" y="41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2" y="40"/>
                      <a:pt x="192" y="40"/>
                      <a:pt x="192" y="40"/>
                    </a:cubicBezTo>
                    <a:cubicBezTo>
                      <a:pt x="191" y="37"/>
                      <a:pt x="191" y="37"/>
                      <a:pt x="191" y="37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6" y="38"/>
                      <a:pt x="186" y="38"/>
                      <a:pt x="186" y="38"/>
                    </a:cubicBezTo>
                    <a:cubicBezTo>
                      <a:pt x="186" y="37"/>
                      <a:pt x="186" y="37"/>
                      <a:pt x="186" y="37"/>
                    </a:cubicBezTo>
                    <a:cubicBezTo>
                      <a:pt x="184" y="35"/>
                      <a:pt x="184" y="35"/>
                      <a:pt x="184" y="35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2" y="29"/>
                      <a:pt x="182" y="29"/>
                      <a:pt x="182" y="29"/>
                    </a:cubicBezTo>
                    <a:cubicBezTo>
                      <a:pt x="183" y="28"/>
                      <a:pt x="183" y="28"/>
                      <a:pt x="183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6"/>
                      <a:pt x="185" y="26"/>
                      <a:pt x="185" y="26"/>
                    </a:cubicBezTo>
                    <a:cubicBezTo>
                      <a:pt x="186" y="25"/>
                      <a:pt x="186" y="25"/>
                      <a:pt x="186" y="25"/>
                    </a:cubicBezTo>
                    <a:cubicBezTo>
                      <a:pt x="186" y="26"/>
                      <a:pt x="186" y="26"/>
                      <a:pt x="186" y="26"/>
                    </a:cubicBezTo>
                    <a:cubicBezTo>
                      <a:pt x="187" y="25"/>
                      <a:pt x="187" y="25"/>
                      <a:pt x="187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8"/>
                      <a:pt x="186" y="28"/>
                      <a:pt x="186" y="28"/>
                    </a:cubicBezTo>
                    <a:cubicBezTo>
                      <a:pt x="188" y="28"/>
                      <a:pt x="188" y="28"/>
                      <a:pt x="188" y="28"/>
                    </a:cubicBezTo>
                    <a:cubicBezTo>
                      <a:pt x="189" y="28"/>
                      <a:pt x="189" y="28"/>
                      <a:pt x="189" y="28"/>
                    </a:cubicBezTo>
                    <a:cubicBezTo>
                      <a:pt x="191" y="28"/>
                      <a:pt x="191" y="28"/>
                      <a:pt x="191" y="28"/>
                    </a:cubicBezTo>
                    <a:cubicBezTo>
                      <a:pt x="192" y="26"/>
                      <a:pt x="192" y="26"/>
                      <a:pt x="192" y="26"/>
                    </a:cubicBezTo>
                    <a:cubicBezTo>
                      <a:pt x="191" y="25"/>
                      <a:pt x="191" y="25"/>
                      <a:pt x="191" y="25"/>
                    </a:cubicBezTo>
                    <a:cubicBezTo>
                      <a:pt x="192" y="25"/>
                      <a:pt x="192" y="25"/>
                      <a:pt x="192" y="25"/>
                    </a:cubicBezTo>
                    <a:cubicBezTo>
                      <a:pt x="191" y="24"/>
                      <a:pt x="191" y="24"/>
                      <a:pt x="191" y="24"/>
                    </a:cubicBezTo>
                    <a:cubicBezTo>
                      <a:pt x="190" y="24"/>
                      <a:pt x="190" y="24"/>
                      <a:pt x="190" y="24"/>
                    </a:cubicBezTo>
                    <a:cubicBezTo>
                      <a:pt x="190" y="23"/>
                      <a:pt x="190" y="23"/>
                      <a:pt x="190" y="23"/>
                    </a:cubicBezTo>
                    <a:cubicBezTo>
                      <a:pt x="188" y="23"/>
                      <a:pt x="188" y="23"/>
                      <a:pt x="188" y="23"/>
                    </a:cubicBezTo>
                    <a:cubicBezTo>
                      <a:pt x="188" y="24"/>
                      <a:pt x="188" y="24"/>
                      <a:pt x="188" y="24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6" y="22"/>
                      <a:pt x="186" y="22"/>
                      <a:pt x="186" y="22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6" y="21"/>
                      <a:pt x="186" y="21"/>
                      <a:pt x="186" y="21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7" y="21"/>
                      <a:pt x="187" y="21"/>
                      <a:pt x="187" y="21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90" y="17"/>
                      <a:pt x="190" y="17"/>
                      <a:pt x="190" y="17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2" y="14"/>
                      <a:pt x="192" y="14"/>
                      <a:pt x="192" y="14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8"/>
                      <a:pt x="190" y="8"/>
                      <a:pt x="190" y="8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5" y="12"/>
                      <a:pt x="185" y="12"/>
                      <a:pt x="185" y="12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4" y="10"/>
                      <a:pt x="184" y="10"/>
                      <a:pt x="184" y="10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2" y="8"/>
                      <a:pt x="182" y="8"/>
                      <a:pt x="182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80" y="11"/>
                      <a:pt x="180" y="11"/>
                      <a:pt x="180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0" y="6"/>
                      <a:pt x="170" y="6"/>
                      <a:pt x="170" y="6"/>
                    </a:cubicBezTo>
                    <a:cubicBezTo>
                      <a:pt x="168" y="7"/>
                      <a:pt x="168" y="7"/>
                      <a:pt x="168" y="7"/>
                    </a:cubicBezTo>
                    <a:cubicBezTo>
                      <a:pt x="166" y="7"/>
                      <a:pt x="166" y="7"/>
                      <a:pt x="166" y="7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4" y="4"/>
                      <a:pt x="164" y="4"/>
                      <a:pt x="164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5"/>
                      <a:pt x="162" y="5"/>
                      <a:pt x="162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2" y="1"/>
                      <a:pt x="162" y="1"/>
                      <a:pt x="162" y="1"/>
                    </a:cubicBezTo>
                    <a:cubicBezTo>
                      <a:pt x="159" y="1"/>
                      <a:pt x="159" y="1"/>
                      <a:pt x="159" y="1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9" y="4"/>
                      <a:pt x="159" y="4"/>
                      <a:pt x="159" y="4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6" y="3"/>
                      <a:pt x="156" y="3"/>
                      <a:pt x="156" y="3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5" y="5"/>
                      <a:pt x="155" y="5"/>
                      <a:pt x="155" y="5"/>
                    </a:cubicBezTo>
                    <a:cubicBezTo>
                      <a:pt x="154" y="5"/>
                      <a:pt x="154" y="5"/>
                      <a:pt x="154" y="5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58" y="6"/>
                      <a:pt x="158" y="6"/>
                      <a:pt x="158" y="6"/>
                    </a:cubicBezTo>
                    <a:cubicBezTo>
                      <a:pt x="160" y="7"/>
                      <a:pt x="160" y="7"/>
                      <a:pt x="160" y="7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10"/>
                      <a:pt x="149" y="10"/>
                      <a:pt x="149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5"/>
                      <a:pt x="144" y="15"/>
                      <a:pt x="144" y="15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5" y="25"/>
                      <a:pt x="135" y="25"/>
                      <a:pt x="135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2" y="32"/>
                      <a:pt x="132" y="32"/>
                      <a:pt x="132" y="32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4" y="30"/>
                      <a:pt x="124" y="30"/>
                      <a:pt x="124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9" y="44"/>
                      <a:pt x="89" y="44"/>
                      <a:pt x="89" y="44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3" y="76"/>
                      <a:pt x="43" y="76"/>
                      <a:pt x="43" y="76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7" y="77"/>
                      <a:pt x="37" y="77"/>
                      <a:pt x="37" y="77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0" y="97"/>
                      <a:pt x="10" y="97"/>
                      <a:pt x="10" y="97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7" y="111"/>
                      <a:pt x="7" y="111"/>
                      <a:pt x="7" y="111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8" y="121"/>
                      <a:pt x="8" y="121"/>
                      <a:pt x="8" y="121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3" y="116"/>
                      <a:pt x="3" y="116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7"/>
                      <a:pt x="3" y="127"/>
                      <a:pt x="3" y="127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8" y="143"/>
                      <a:pt x="8" y="143"/>
                      <a:pt x="8" y="143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1" y="168"/>
                      <a:pt x="11" y="168"/>
                      <a:pt x="11" y="168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1" y="174"/>
                      <a:pt x="11" y="174"/>
                      <a:pt x="11" y="174"/>
                    </a:cubicBezTo>
                    <a:cubicBezTo>
                      <a:pt x="12" y="175"/>
                      <a:pt x="12" y="175"/>
                      <a:pt x="12" y="175"/>
                    </a:cubicBezTo>
                    <a:cubicBezTo>
                      <a:pt x="11" y="177"/>
                      <a:pt x="11" y="177"/>
                      <a:pt x="11" y="177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10" y="184"/>
                      <a:pt x="10" y="184"/>
                      <a:pt x="10" y="184"/>
                    </a:cubicBezTo>
                    <a:cubicBezTo>
                      <a:pt x="8" y="185"/>
                      <a:pt x="8" y="185"/>
                      <a:pt x="8" y="185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91"/>
                      <a:pt x="3" y="191"/>
                      <a:pt x="3" y="191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1"/>
                      <a:pt x="9" y="201"/>
                      <a:pt x="9" y="201"/>
                    </a:cubicBezTo>
                    <a:cubicBezTo>
                      <a:pt x="9" y="202"/>
                      <a:pt x="9" y="202"/>
                      <a:pt x="9" y="202"/>
                    </a:cubicBezTo>
                    <a:cubicBezTo>
                      <a:pt x="11" y="202"/>
                      <a:pt x="11" y="202"/>
                      <a:pt x="11" y="202"/>
                    </a:cubicBezTo>
                    <a:cubicBezTo>
                      <a:pt x="12" y="203"/>
                      <a:pt x="12" y="203"/>
                      <a:pt x="12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5" y="203"/>
                      <a:pt x="15" y="203"/>
                      <a:pt x="15" y="203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9" y="204"/>
                      <a:pt x="19" y="204"/>
                      <a:pt x="19" y="204"/>
                    </a:cubicBezTo>
                    <a:cubicBezTo>
                      <a:pt x="19" y="205"/>
                      <a:pt x="19" y="205"/>
                      <a:pt x="19" y="205"/>
                    </a:cubicBezTo>
                    <a:cubicBezTo>
                      <a:pt x="20" y="204"/>
                      <a:pt x="20" y="204"/>
                      <a:pt x="20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5" y="204"/>
                      <a:pt x="25" y="204"/>
                      <a:pt x="25" y="204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2"/>
                      <a:pt x="27" y="202"/>
                      <a:pt x="27" y="202"/>
                    </a:cubicBezTo>
                    <a:cubicBezTo>
                      <a:pt x="28" y="201"/>
                      <a:pt x="28" y="201"/>
                      <a:pt x="28" y="201"/>
                    </a:cubicBezTo>
                    <a:cubicBezTo>
                      <a:pt x="30" y="201"/>
                      <a:pt x="30" y="201"/>
                      <a:pt x="30" y="201"/>
                    </a:cubicBezTo>
                    <a:cubicBezTo>
                      <a:pt x="30" y="199"/>
                      <a:pt x="30" y="199"/>
                      <a:pt x="30" y="199"/>
                    </a:cubicBezTo>
                    <a:cubicBezTo>
                      <a:pt x="31" y="199"/>
                      <a:pt x="31" y="199"/>
                      <a:pt x="31" y="199"/>
                    </a:cubicBezTo>
                    <a:cubicBezTo>
                      <a:pt x="32" y="199"/>
                      <a:pt x="32" y="199"/>
                      <a:pt x="32" y="19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40" y="194"/>
                      <a:pt x="40" y="194"/>
                      <a:pt x="40" y="194"/>
                    </a:cubicBezTo>
                    <a:cubicBezTo>
                      <a:pt x="42" y="194"/>
                      <a:pt x="42" y="194"/>
                      <a:pt x="42" y="194"/>
                    </a:cubicBezTo>
                    <a:cubicBezTo>
                      <a:pt x="43" y="195"/>
                      <a:pt x="43" y="195"/>
                      <a:pt x="43" y="195"/>
                    </a:cubicBezTo>
                    <a:cubicBezTo>
                      <a:pt x="44" y="194"/>
                      <a:pt x="44" y="194"/>
                      <a:pt x="44" y="194"/>
                    </a:cubicBezTo>
                    <a:cubicBezTo>
                      <a:pt x="48" y="193"/>
                      <a:pt x="48" y="193"/>
                      <a:pt x="48" y="193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53" y="194"/>
                      <a:pt x="53" y="194"/>
                      <a:pt x="53" y="194"/>
                    </a:cubicBezTo>
                    <a:cubicBezTo>
                      <a:pt x="54" y="194"/>
                      <a:pt x="54" y="194"/>
                      <a:pt x="54" y="194"/>
                    </a:cubicBezTo>
                    <a:cubicBezTo>
                      <a:pt x="55" y="195"/>
                      <a:pt x="55" y="195"/>
                      <a:pt x="55" y="195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5"/>
                      <a:pt x="58" y="195"/>
                      <a:pt x="58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3" y="196"/>
                      <a:pt x="63" y="196"/>
                      <a:pt x="63" y="196"/>
                    </a:cubicBezTo>
                    <a:cubicBezTo>
                      <a:pt x="64" y="194"/>
                      <a:pt x="64" y="194"/>
                      <a:pt x="64" y="194"/>
                    </a:cubicBezTo>
                    <a:cubicBezTo>
                      <a:pt x="66" y="195"/>
                      <a:pt x="66" y="195"/>
                      <a:pt x="66" y="195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71" y="190"/>
                      <a:pt x="71" y="190"/>
                      <a:pt x="71" y="190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4" y="186"/>
                      <a:pt x="74" y="186"/>
                      <a:pt x="74" y="186"/>
                    </a:cubicBezTo>
                    <a:cubicBezTo>
                      <a:pt x="75" y="186"/>
                      <a:pt x="75" y="186"/>
                      <a:pt x="75" y="186"/>
                    </a:cubicBezTo>
                    <a:cubicBezTo>
                      <a:pt x="76" y="186"/>
                      <a:pt x="76" y="186"/>
                      <a:pt x="76" y="186"/>
                    </a:cubicBezTo>
                    <a:cubicBezTo>
                      <a:pt x="80" y="185"/>
                      <a:pt x="80" y="185"/>
                      <a:pt x="80" y="185"/>
                    </a:cubicBezTo>
                    <a:cubicBezTo>
                      <a:pt x="84" y="182"/>
                      <a:pt x="84" y="182"/>
                      <a:pt x="84" y="182"/>
                    </a:cubicBezTo>
                    <a:cubicBezTo>
                      <a:pt x="86" y="180"/>
                      <a:pt x="86" y="180"/>
                      <a:pt x="86" y="180"/>
                    </a:cubicBezTo>
                    <a:cubicBezTo>
                      <a:pt x="87" y="180"/>
                      <a:pt x="87" y="180"/>
                      <a:pt x="87" y="180"/>
                    </a:cubicBezTo>
                    <a:cubicBezTo>
                      <a:pt x="88" y="180"/>
                      <a:pt x="88" y="180"/>
                      <a:pt x="88" y="180"/>
                    </a:cubicBezTo>
                    <a:cubicBezTo>
                      <a:pt x="89" y="180"/>
                      <a:pt x="89" y="180"/>
                      <a:pt x="89" y="180"/>
                    </a:cubicBezTo>
                    <a:cubicBezTo>
                      <a:pt x="91" y="181"/>
                      <a:pt x="91" y="181"/>
                      <a:pt x="91" y="181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5" y="180"/>
                      <a:pt x="95" y="180"/>
                      <a:pt x="95" y="180"/>
                    </a:cubicBezTo>
                    <a:cubicBezTo>
                      <a:pt x="98" y="181"/>
                      <a:pt x="98" y="181"/>
                      <a:pt x="98" y="181"/>
                    </a:cubicBezTo>
                    <a:cubicBezTo>
                      <a:pt x="102" y="179"/>
                      <a:pt x="102" y="179"/>
                      <a:pt x="102" y="179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06" y="177"/>
                      <a:pt x="106" y="177"/>
                      <a:pt x="106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10" y="176"/>
                      <a:pt x="110" y="176"/>
                      <a:pt x="110" y="176"/>
                    </a:cubicBezTo>
                    <a:cubicBezTo>
                      <a:pt x="121" y="175"/>
                      <a:pt x="121" y="175"/>
                      <a:pt x="121" y="17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5" y="176"/>
                      <a:pt x="125" y="176"/>
                      <a:pt x="125" y="176"/>
                    </a:cubicBezTo>
                    <a:cubicBezTo>
                      <a:pt x="127" y="175"/>
                      <a:pt x="127" y="175"/>
                      <a:pt x="127" y="175"/>
                    </a:cubicBezTo>
                    <a:cubicBezTo>
                      <a:pt x="129" y="175"/>
                      <a:pt x="129" y="175"/>
                      <a:pt x="129" y="175"/>
                    </a:cubicBezTo>
                    <a:cubicBezTo>
                      <a:pt x="131" y="177"/>
                      <a:pt x="131" y="177"/>
                      <a:pt x="131" y="177"/>
                    </a:cubicBezTo>
                    <a:cubicBezTo>
                      <a:pt x="133" y="180"/>
                      <a:pt x="133" y="180"/>
                      <a:pt x="133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7" y="180"/>
                      <a:pt x="137" y="180"/>
                      <a:pt x="137" y="180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9" y="180"/>
                      <a:pt x="139" y="180"/>
                      <a:pt x="139" y="180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3" y="183"/>
                      <a:pt x="143" y="183"/>
                      <a:pt x="143" y="183"/>
                    </a:cubicBezTo>
                    <a:cubicBezTo>
                      <a:pt x="144" y="182"/>
                      <a:pt x="144" y="182"/>
                      <a:pt x="144" y="182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6"/>
                      <a:pt x="146" y="186"/>
                      <a:pt x="146" y="186"/>
                    </a:cubicBezTo>
                    <a:cubicBezTo>
                      <a:pt x="147" y="186"/>
                      <a:pt x="147" y="186"/>
                      <a:pt x="147" y="186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48" y="187"/>
                      <a:pt x="148" y="187"/>
                      <a:pt x="148" y="187"/>
                    </a:cubicBezTo>
                    <a:cubicBezTo>
                      <a:pt x="147" y="187"/>
                      <a:pt x="147" y="187"/>
                      <a:pt x="147" y="187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8" y="192"/>
                      <a:pt x="148" y="192"/>
                      <a:pt x="148" y="192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51" y="195"/>
                      <a:pt x="151" y="195"/>
                      <a:pt x="151" y="195"/>
                    </a:cubicBezTo>
                    <a:cubicBezTo>
                      <a:pt x="150" y="196"/>
                      <a:pt x="150" y="196"/>
                      <a:pt x="150" y="196"/>
                    </a:cubicBezTo>
                    <a:cubicBezTo>
                      <a:pt x="152" y="200"/>
                      <a:pt x="152" y="200"/>
                      <a:pt x="152" y="200"/>
                    </a:cubicBezTo>
                    <a:cubicBezTo>
                      <a:pt x="151" y="202"/>
                      <a:pt x="151" y="202"/>
                      <a:pt x="151" y="202"/>
                    </a:cubicBezTo>
                    <a:cubicBezTo>
                      <a:pt x="152" y="202"/>
                      <a:pt x="152" y="202"/>
                      <a:pt x="152" y="202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1" y="204"/>
                      <a:pt x="151" y="204"/>
                      <a:pt x="151" y="204"/>
                    </a:cubicBezTo>
                    <a:cubicBezTo>
                      <a:pt x="150" y="205"/>
                      <a:pt x="150" y="205"/>
                      <a:pt x="150" y="205"/>
                    </a:cubicBezTo>
                    <a:cubicBezTo>
                      <a:pt x="151" y="207"/>
                      <a:pt x="151" y="207"/>
                      <a:pt x="151" y="207"/>
                    </a:cubicBezTo>
                    <a:cubicBezTo>
                      <a:pt x="152" y="208"/>
                      <a:pt x="152" y="208"/>
                      <a:pt x="152" y="208"/>
                    </a:cubicBezTo>
                    <a:cubicBezTo>
                      <a:pt x="153" y="209"/>
                      <a:pt x="153" y="209"/>
                      <a:pt x="153" y="209"/>
                    </a:cubicBezTo>
                    <a:cubicBezTo>
                      <a:pt x="155" y="209"/>
                      <a:pt x="155" y="209"/>
                      <a:pt x="155" y="209"/>
                    </a:cubicBezTo>
                    <a:cubicBezTo>
                      <a:pt x="157" y="210"/>
                      <a:pt x="157" y="210"/>
                      <a:pt x="157" y="210"/>
                    </a:cubicBezTo>
                    <a:cubicBezTo>
                      <a:pt x="157" y="208"/>
                      <a:pt x="157" y="208"/>
                      <a:pt x="157" y="208"/>
                    </a:cubicBezTo>
                    <a:cubicBezTo>
                      <a:pt x="156" y="207"/>
                      <a:pt x="156" y="207"/>
                      <a:pt x="156" y="207"/>
                    </a:cubicBezTo>
                    <a:cubicBezTo>
                      <a:pt x="157" y="206"/>
                      <a:pt x="157" y="206"/>
                      <a:pt x="157" y="206"/>
                    </a:cubicBezTo>
                    <a:cubicBezTo>
                      <a:pt x="157" y="205"/>
                      <a:pt x="157" y="205"/>
                      <a:pt x="157" y="205"/>
                    </a:cubicBezTo>
                    <a:cubicBezTo>
                      <a:pt x="158" y="205"/>
                      <a:pt x="158" y="205"/>
                      <a:pt x="158" y="205"/>
                    </a:cubicBezTo>
                    <a:cubicBezTo>
                      <a:pt x="159" y="204"/>
                      <a:pt x="159" y="204"/>
                      <a:pt x="159" y="204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1" y="202"/>
                      <a:pt x="161" y="202"/>
                      <a:pt x="161" y="202"/>
                    </a:cubicBezTo>
                    <a:cubicBezTo>
                      <a:pt x="162" y="200"/>
                      <a:pt x="162" y="200"/>
                      <a:pt x="162" y="200"/>
                    </a:cubicBezTo>
                    <a:cubicBezTo>
                      <a:pt x="165" y="199"/>
                      <a:pt x="165" y="199"/>
                      <a:pt x="165" y="199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9" y="196"/>
                      <a:pt x="169" y="196"/>
                      <a:pt x="169" y="196"/>
                    </a:cubicBezTo>
                    <a:cubicBezTo>
                      <a:pt x="170" y="194"/>
                      <a:pt x="170" y="194"/>
                      <a:pt x="170" y="194"/>
                    </a:cubicBezTo>
                    <a:cubicBezTo>
                      <a:pt x="171" y="192"/>
                      <a:pt x="171" y="192"/>
                      <a:pt x="171" y="192"/>
                    </a:cubicBezTo>
                    <a:cubicBezTo>
                      <a:pt x="173" y="191"/>
                      <a:pt x="173" y="191"/>
                      <a:pt x="173" y="191"/>
                    </a:cubicBezTo>
                    <a:cubicBezTo>
                      <a:pt x="174" y="190"/>
                      <a:pt x="174" y="190"/>
                      <a:pt x="174" y="190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73" y="196"/>
                      <a:pt x="173" y="196"/>
                      <a:pt x="173" y="196"/>
                    </a:cubicBezTo>
                    <a:cubicBezTo>
                      <a:pt x="170" y="198"/>
                      <a:pt x="170" y="198"/>
                      <a:pt x="170" y="198"/>
                    </a:cubicBezTo>
                    <a:cubicBezTo>
                      <a:pt x="169" y="200"/>
                      <a:pt x="169" y="200"/>
                      <a:pt x="169" y="200"/>
                    </a:cubicBezTo>
                    <a:cubicBezTo>
                      <a:pt x="168" y="201"/>
                      <a:pt x="168" y="201"/>
                      <a:pt x="168" y="201"/>
                    </a:cubicBezTo>
                    <a:cubicBezTo>
                      <a:pt x="168" y="203"/>
                      <a:pt x="168" y="203"/>
                      <a:pt x="168" y="203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67" y="206"/>
                      <a:pt x="167" y="206"/>
                      <a:pt x="167" y="206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2" y="209"/>
                      <a:pt x="162" y="209"/>
                      <a:pt x="162" y="209"/>
                    </a:cubicBezTo>
                    <a:cubicBezTo>
                      <a:pt x="162" y="211"/>
                      <a:pt x="162" y="211"/>
                      <a:pt x="162" y="211"/>
                    </a:cubicBezTo>
                    <a:cubicBezTo>
                      <a:pt x="161" y="213"/>
                      <a:pt x="161" y="213"/>
                      <a:pt x="161" y="213"/>
                    </a:cubicBezTo>
                    <a:cubicBezTo>
                      <a:pt x="161" y="214"/>
                      <a:pt x="161" y="214"/>
                      <a:pt x="161" y="214"/>
                    </a:cubicBezTo>
                    <a:cubicBezTo>
                      <a:pt x="164" y="213"/>
                      <a:pt x="164" y="213"/>
                      <a:pt x="164" y="213"/>
                    </a:cubicBezTo>
                    <a:cubicBezTo>
                      <a:pt x="166" y="212"/>
                      <a:pt x="166" y="212"/>
                      <a:pt x="166" y="212"/>
                    </a:cubicBezTo>
                    <a:cubicBezTo>
                      <a:pt x="168" y="213"/>
                      <a:pt x="168" y="213"/>
                      <a:pt x="168" y="213"/>
                    </a:cubicBezTo>
                    <a:cubicBezTo>
                      <a:pt x="171" y="209"/>
                      <a:pt x="171" y="209"/>
                      <a:pt x="171" y="209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3" y="204"/>
                      <a:pt x="173" y="204"/>
                      <a:pt x="173" y="204"/>
                    </a:cubicBezTo>
                    <a:cubicBezTo>
                      <a:pt x="173" y="207"/>
                      <a:pt x="173" y="207"/>
                      <a:pt x="173" y="207"/>
                    </a:cubicBezTo>
                    <a:cubicBezTo>
                      <a:pt x="174" y="209"/>
                      <a:pt x="174" y="209"/>
                      <a:pt x="174" y="209"/>
                    </a:cubicBezTo>
                    <a:cubicBezTo>
                      <a:pt x="173" y="209"/>
                      <a:pt x="173" y="209"/>
                      <a:pt x="173" y="209"/>
                    </a:cubicBezTo>
                    <a:cubicBezTo>
                      <a:pt x="174" y="212"/>
                      <a:pt x="174" y="212"/>
                      <a:pt x="174" y="212"/>
                    </a:cubicBezTo>
                    <a:cubicBezTo>
                      <a:pt x="172" y="215"/>
                      <a:pt x="172" y="215"/>
                      <a:pt x="172" y="215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2" y="218"/>
                      <a:pt x="172" y="218"/>
                      <a:pt x="172" y="218"/>
                    </a:cubicBezTo>
                    <a:cubicBezTo>
                      <a:pt x="174" y="218"/>
                      <a:pt x="174" y="218"/>
                      <a:pt x="174" y="218"/>
                    </a:cubicBezTo>
                    <a:cubicBezTo>
                      <a:pt x="175" y="217"/>
                      <a:pt x="175" y="217"/>
                      <a:pt x="175" y="217"/>
                    </a:cubicBezTo>
                    <a:cubicBezTo>
                      <a:pt x="176" y="217"/>
                      <a:pt x="176" y="217"/>
                      <a:pt x="176" y="217"/>
                    </a:cubicBezTo>
                    <a:cubicBezTo>
                      <a:pt x="178" y="216"/>
                      <a:pt x="178" y="216"/>
                      <a:pt x="178" y="216"/>
                    </a:cubicBezTo>
                    <a:cubicBezTo>
                      <a:pt x="179" y="216"/>
                      <a:pt x="179" y="216"/>
                      <a:pt x="179" y="216"/>
                    </a:cubicBezTo>
                    <a:cubicBezTo>
                      <a:pt x="178" y="217"/>
                      <a:pt x="178" y="217"/>
                      <a:pt x="178" y="217"/>
                    </a:cubicBezTo>
                    <a:cubicBezTo>
                      <a:pt x="177" y="217"/>
                      <a:pt x="177" y="217"/>
                      <a:pt x="177" y="217"/>
                    </a:cubicBezTo>
                    <a:cubicBezTo>
                      <a:pt x="176" y="218"/>
                      <a:pt x="176" y="218"/>
                      <a:pt x="176" y="218"/>
                    </a:cubicBezTo>
                    <a:cubicBezTo>
                      <a:pt x="178" y="221"/>
                      <a:pt x="178" y="221"/>
                      <a:pt x="178" y="221"/>
                    </a:cubicBezTo>
                    <a:cubicBezTo>
                      <a:pt x="178" y="222"/>
                      <a:pt x="178" y="222"/>
                      <a:pt x="178" y="222"/>
                    </a:cubicBezTo>
                    <a:cubicBezTo>
                      <a:pt x="179" y="224"/>
                      <a:pt x="179" y="224"/>
                      <a:pt x="179" y="224"/>
                    </a:cubicBezTo>
                    <a:cubicBezTo>
                      <a:pt x="179" y="227"/>
                      <a:pt x="179" y="227"/>
                      <a:pt x="179" y="227"/>
                    </a:cubicBezTo>
                    <a:cubicBezTo>
                      <a:pt x="179" y="230"/>
                      <a:pt x="179" y="230"/>
                      <a:pt x="179" y="230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7" y="233"/>
                      <a:pt x="177" y="233"/>
                      <a:pt x="177" y="233"/>
                    </a:cubicBezTo>
                    <a:cubicBezTo>
                      <a:pt x="177" y="236"/>
                      <a:pt x="177" y="236"/>
                      <a:pt x="177" y="236"/>
                    </a:cubicBezTo>
                    <a:cubicBezTo>
                      <a:pt x="178" y="237"/>
                      <a:pt x="178" y="237"/>
                      <a:pt x="178" y="237"/>
                    </a:cubicBezTo>
                    <a:cubicBezTo>
                      <a:pt x="179" y="239"/>
                      <a:pt x="179" y="239"/>
                      <a:pt x="179" y="239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5" y="245"/>
                      <a:pt x="185" y="245"/>
                      <a:pt x="185" y="245"/>
                    </a:cubicBezTo>
                    <a:cubicBezTo>
                      <a:pt x="186" y="246"/>
                      <a:pt x="186" y="246"/>
                      <a:pt x="186" y="246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90" y="247"/>
                      <a:pt x="190" y="247"/>
                      <a:pt x="190" y="247"/>
                    </a:cubicBezTo>
                    <a:cubicBezTo>
                      <a:pt x="192" y="248"/>
                      <a:pt x="192" y="248"/>
                      <a:pt x="192" y="248"/>
                    </a:cubicBezTo>
                    <a:cubicBezTo>
                      <a:pt x="193" y="250"/>
                      <a:pt x="193" y="250"/>
                      <a:pt x="193" y="250"/>
                    </a:cubicBezTo>
                    <a:cubicBezTo>
                      <a:pt x="195" y="250"/>
                      <a:pt x="195" y="250"/>
                      <a:pt x="195" y="250"/>
                    </a:cubicBezTo>
                    <a:cubicBezTo>
                      <a:pt x="196" y="251"/>
                      <a:pt x="196" y="251"/>
                      <a:pt x="196" y="251"/>
                    </a:cubicBezTo>
                    <a:cubicBezTo>
                      <a:pt x="197" y="253"/>
                      <a:pt x="197" y="253"/>
                      <a:pt x="197" y="253"/>
                    </a:cubicBezTo>
                    <a:cubicBezTo>
                      <a:pt x="198" y="254"/>
                      <a:pt x="198" y="254"/>
                      <a:pt x="198" y="254"/>
                    </a:cubicBezTo>
                    <a:cubicBezTo>
                      <a:pt x="200" y="255"/>
                      <a:pt x="200" y="255"/>
                      <a:pt x="200" y="255"/>
                    </a:cubicBezTo>
                    <a:cubicBezTo>
                      <a:pt x="202" y="255"/>
                      <a:pt x="202" y="255"/>
                      <a:pt x="202" y="255"/>
                    </a:cubicBezTo>
                    <a:cubicBezTo>
                      <a:pt x="202" y="254"/>
                      <a:pt x="202" y="254"/>
                      <a:pt x="202" y="254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6" y="252"/>
                      <a:pt x="206" y="252"/>
                      <a:pt x="206" y="252"/>
                    </a:cubicBezTo>
                    <a:cubicBezTo>
                      <a:pt x="208" y="252"/>
                      <a:pt x="208" y="252"/>
                      <a:pt x="208" y="252"/>
                    </a:cubicBezTo>
                    <a:cubicBezTo>
                      <a:pt x="209" y="250"/>
                      <a:pt x="209" y="250"/>
                      <a:pt x="209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2" y="252"/>
                      <a:pt x="212" y="252"/>
                      <a:pt x="212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5" y="252"/>
                      <a:pt x="215" y="252"/>
                      <a:pt x="215" y="252"/>
                    </a:cubicBezTo>
                    <a:cubicBezTo>
                      <a:pt x="214" y="253"/>
                      <a:pt x="214" y="253"/>
                      <a:pt x="214" y="253"/>
                    </a:cubicBezTo>
                    <a:cubicBezTo>
                      <a:pt x="217" y="255"/>
                      <a:pt x="217" y="255"/>
                      <a:pt x="217" y="255"/>
                    </a:cubicBezTo>
                    <a:cubicBezTo>
                      <a:pt x="217" y="258"/>
                      <a:pt x="217" y="258"/>
                      <a:pt x="217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9"/>
                      <a:pt x="219" y="259"/>
                      <a:pt x="219" y="259"/>
                    </a:cubicBezTo>
                    <a:cubicBezTo>
                      <a:pt x="221" y="261"/>
                      <a:pt x="221" y="261"/>
                      <a:pt x="221" y="261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3" y="257"/>
                      <a:pt x="223" y="257"/>
                      <a:pt x="223" y="257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5" y="257"/>
                      <a:pt x="225" y="257"/>
                      <a:pt x="225" y="257"/>
                    </a:cubicBezTo>
                    <a:cubicBezTo>
                      <a:pt x="226" y="256"/>
                      <a:pt x="226" y="256"/>
                      <a:pt x="226" y="256"/>
                    </a:cubicBezTo>
                    <a:cubicBezTo>
                      <a:pt x="228" y="253"/>
                      <a:pt x="228" y="253"/>
                      <a:pt x="228" y="253"/>
                    </a:cubicBezTo>
                    <a:cubicBezTo>
                      <a:pt x="232" y="251"/>
                      <a:pt x="232" y="251"/>
                      <a:pt x="232" y="251"/>
                    </a:cubicBezTo>
                    <a:cubicBezTo>
                      <a:pt x="234" y="249"/>
                      <a:pt x="234" y="249"/>
                      <a:pt x="234" y="249"/>
                    </a:cubicBezTo>
                    <a:cubicBezTo>
                      <a:pt x="237" y="248"/>
                      <a:pt x="237" y="248"/>
                      <a:pt x="237" y="248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7" y="248"/>
                      <a:pt x="247" y="248"/>
                      <a:pt x="247" y="248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2" y="244"/>
                      <a:pt x="252" y="244"/>
                      <a:pt x="252" y="244"/>
                    </a:cubicBezTo>
                    <a:cubicBezTo>
                      <a:pt x="254" y="241"/>
                      <a:pt x="254" y="241"/>
                      <a:pt x="254" y="241"/>
                    </a:cubicBezTo>
                    <a:cubicBezTo>
                      <a:pt x="253" y="239"/>
                      <a:pt x="253" y="239"/>
                      <a:pt x="253" y="239"/>
                    </a:cubicBezTo>
                    <a:cubicBezTo>
                      <a:pt x="253" y="237"/>
                      <a:pt x="253" y="237"/>
                      <a:pt x="253" y="237"/>
                    </a:cubicBezTo>
                    <a:cubicBezTo>
                      <a:pt x="255" y="235"/>
                      <a:pt x="255" y="235"/>
                      <a:pt x="255" y="235"/>
                    </a:cubicBezTo>
                    <a:cubicBezTo>
                      <a:pt x="255" y="230"/>
                      <a:pt x="255" y="230"/>
                      <a:pt x="255" y="230"/>
                    </a:cubicBezTo>
                    <a:cubicBezTo>
                      <a:pt x="257" y="229"/>
                      <a:pt x="257" y="229"/>
                      <a:pt x="257" y="229"/>
                    </a:cubicBezTo>
                    <a:cubicBezTo>
                      <a:pt x="257" y="226"/>
                      <a:pt x="257" y="226"/>
                      <a:pt x="257" y="226"/>
                    </a:cubicBezTo>
                    <a:cubicBezTo>
                      <a:pt x="259" y="225"/>
                      <a:pt x="259" y="225"/>
                      <a:pt x="259" y="225"/>
                    </a:cubicBezTo>
                    <a:cubicBezTo>
                      <a:pt x="259" y="224"/>
                      <a:pt x="259" y="224"/>
                      <a:pt x="259" y="224"/>
                    </a:cubicBezTo>
                    <a:cubicBezTo>
                      <a:pt x="263" y="219"/>
                      <a:pt x="263" y="219"/>
                      <a:pt x="263" y="219"/>
                    </a:cubicBezTo>
                    <a:cubicBezTo>
                      <a:pt x="264" y="218"/>
                      <a:pt x="264" y="218"/>
                      <a:pt x="264" y="218"/>
                    </a:cubicBezTo>
                    <a:cubicBezTo>
                      <a:pt x="265" y="215"/>
                      <a:pt x="265" y="215"/>
                      <a:pt x="265" y="215"/>
                    </a:cubicBezTo>
                    <a:cubicBezTo>
                      <a:pt x="267" y="213"/>
                      <a:pt x="267" y="213"/>
                      <a:pt x="267" y="213"/>
                    </a:cubicBezTo>
                    <a:cubicBezTo>
                      <a:pt x="268" y="210"/>
                      <a:pt x="268" y="210"/>
                      <a:pt x="268" y="210"/>
                    </a:cubicBezTo>
                    <a:cubicBezTo>
                      <a:pt x="270" y="208"/>
                      <a:pt x="270" y="208"/>
                      <a:pt x="270" y="208"/>
                    </a:cubicBezTo>
                    <a:cubicBezTo>
                      <a:pt x="270" y="207"/>
                      <a:pt x="270" y="207"/>
                      <a:pt x="270" y="207"/>
                    </a:cubicBezTo>
                    <a:cubicBezTo>
                      <a:pt x="271" y="206"/>
                      <a:pt x="271" y="206"/>
                      <a:pt x="271" y="206"/>
                    </a:cubicBezTo>
                    <a:cubicBezTo>
                      <a:pt x="272" y="203"/>
                      <a:pt x="272" y="203"/>
                      <a:pt x="272" y="203"/>
                    </a:cubicBezTo>
                    <a:cubicBezTo>
                      <a:pt x="272" y="202"/>
                      <a:pt x="272" y="202"/>
                      <a:pt x="272" y="202"/>
                    </a:cubicBezTo>
                    <a:cubicBezTo>
                      <a:pt x="273" y="201"/>
                      <a:pt x="273" y="201"/>
                      <a:pt x="273" y="201"/>
                    </a:cubicBezTo>
                    <a:cubicBezTo>
                      <a:pt x="275" y="199"/>
                      <a:pt x="275" y="199"/>
                      <a:pt x="275" y="199"/>
                    </a:cubicBezTo>
                    <a:cubicBezTo>
                      <a:pt x="276" y="198"/>
                      <a:pt x="276" y="198"/>
                      <a:pt x="276" y="198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83" y="193"/>
                      <a:pt x="283" y="193"/>
                      <a:pt x="283" y="193"/>
                    </a:cubicBezTo>
                    <a:cubicBezTo>
                      <a:pt x="282" y="193"/>
                      <a:pt x="282" y="193"/>
                      <a:pt x="282" y="193"/>
                    </a:cubicBezTo>
                    <a:cubicBezTo>
                      <a:pt x="284" y="192"/>
                      <a:pt x="284" y="192"/>
                      <a:pt x="284" y="192"/>
                    </a:cubicBezTo>
                    <a:cubicBezTo>
                      <a:pt x="284" y="190"/>
                      <a:pt x="284" y="190"/>
                      <a:pt x="284" y="190"/>
                    </a:cubicBezTo>
                    <a:cubicBezTo>
                      <a:pt x="284" y="189"/>
                      <a:pt x="284" y="189"/>
                      <a:pt x="284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7" y="186"/>
                      <a:pt x="287" y="186"/>
                      <a:pt x="287" y="186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90" y="181"/>
                      <a:pt x="290" y="181"/>
                      <a:pt x="290" y="181"/>
                    </a:cubicBezTo>
                    <a:cubicBezTo>
                      <a:pt x="290" y="179"/>
                      <a:pt x="290" y="179"/>
                      <a:pt x="290" y="179"/>
                    </a:cubicBezTo>
                    <a:cubicBezTo>
                      <a:pt x="291" y="177"/>
                      <a:pt x="291" y="177"/>
                      <a:pt x="291" y="177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3" y="171"/>
                      <a:pt x="293" y="171"/>
                      <a:pt x="293" y="171"/>
                    </a:cubicBezTo>
                    <a:cubicBezTo>
                      <a:pt x="293" y="168"/>
                      <a:pt x="293" y="168"/>
                      <a:pt x="293" y="168"/>
                    </a:cubicBezTo>
                    <a:cubicBezTo>
                      <a:pt x="296" y="163"/>
                      <a:pt x="296" y="163"/>
                      <a:pt x="296" y="163"/>
                    </a:cubicBezTo>
                    <a:cubicBezTo>
                      <a:pt x="296" y="162"/>
                      <a:pt x="296" y="162"/>
                      <a:pt x="296" y="162"/>
                    </a:cubicBezTo>
                    <a:cubicBezTo>
                      <a:pt x="297" y="159"/>
                      <a:pt x="297" y="159"/>
                      <a:pt x="297" y="159"/>
                    </a:cubicBezTo>
                    <a:cubicBezTo>
                      <a:pt x="299" y="157"/>
                      <a:pt x="299" y="157"/>
                      <a:pt x="299" y="157"/>
                    </a:cubicBezTo>
                    <a:cubicBezTo>
                      <a:pt x="300" y="155"/>
                      <a:pt x="300" y="155"/>
                      <a:pt x="300" y="155"/>
                    </a:cubicBezTo>
                    <a:cubicBezTo>
                      <a:pt x="299" y="153"/>
                      <a:pt x="299" y="153"/>
                      <a:pt x="299" y="153"/>
                    </a:cubicBezTo>
                    <a:cubicBezTo>
                      <a:pt x="301" y="151"/>
                      <a:pt x="301" y="151"/>
                      <a:pt x="301" y="151"/>
                    </a:cubicBezTo>
                    <a:cubicBezTo>
                      <a:pt x="299" y="148"/>
                      <a:pt x="299" y="148"/>
                      <a:pt x="299" y="148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301" y="145"/>
                      <a:pt x="301" y="145"/>
                      <a:pt x="301" y="145"/>
                    </a:cubicBezTo>
                    <a:cubicBezTo>
                      <a:pt x="300" y="140"/>
                      <a:pt x="300" y="140"/>
                      <a:pt x="300" y="140"/>
                    </a:cubicBezTo>
                    <a:cubicBezTo>
                      <a:pt x="299" y="144"/>
                      <a:pt x="299" y="144"/>
                      <a:pt x="299" y="144"/>
                    </a:cubicBezTo>
                    <a:cubicBezTo>
                      <a:pt x="298" y="143"/>
                      <a:pt x="298" y="143"/>
                      <a:pt x="298" y="143"/>
                    </a:cubicBezTo>
                    <a:cubicBezTo>
                      <a:pt x="298" y="142"/>
                      <a:pt x="298" y="142"/>
                      <a:pt x="298" y="142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40"/>
                      <a:pt x="298" y="140"/>
                      <a:pt x="298" y="140"/>
                    </a:cubicBezTo>
                    <a:cubicBezTo>
                      <a:pt x="299" y="139"/>
                      <a:pt x="299" y="139"/>
                      <a:pt x="299" y="139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2"/>
                      <a:pt x="300" y="132"/>
                      <a:pt x="300" y="132"/>
                    </a:cubicBezTo>
                    <a:cubicBezTo>
                      <a:pt x="301" y="130"/>
                      <a:pt x="301" y="130"/>
                      <a:pt x="301" y="130"/>
                    </a:cubicBezTo>
                    <a:cubicBezTo>
                      <a:pt x="300" y="129"/>
                      <a:pt x="300" y="129"/>
                      <a:pt x="300" y="129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2" y="129"/>
                      <a:pt x="302" y="129"/>
                      <a:pt x="302" y="129"/>
                    </a:cubicBezTo>
                    <a:cubicBezTo>
                      <a:pt x="301" y="126"/>
                      <a:pt x="301" y="126"/>
                      <a:pt x="301" y="126"/>
                    </a:cubicBezTo>
                    <a:cubicBezTo>
                      <a:pt x="301" y="124"/>
                      <a:pt x="301" y="124"/>
                      <a:pt x="301" y="124"/>
                    </a:cubicBezTo>
                    <a:cubicBezTo>
                      <a:pt x="303" y="122"/>
                      <a:pt x="303" y="122"/>
                      <a:pt x="303" y="122"/>
                    </a:cubicBezTo>
                    <a:cubicBezTo>
                      <a:pt x="303" y="119"/>
                      <a:pt x="303" y="119"/>
                      <a:pt x="303" y="119"/>
                    </a:cubicBezTo>
                    <a:cubicBezTo>
                      <a:pt x="303" y="117"/>
                      <a:pt x="303" y="117"/>
                      <a:pt x="303" y="117"/>
                    </a:cubicBezTo>
                    <a:lnTo>
                      <a:pt x="301" y="117"/>
                    </a:lnTo>
                    <a:close/>
                    <a:moveTo>
                      <a:pt x="6" y="127"/>
                    </a:moveTo>
                    <a:cubicBezTo>
                      <a:pt x="5" y="125"/>
                      <a:pt x="5" y="125"/>
                      <a:pt x="5" y="125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7" y="127"/>
                      <a:pt x="7" y="127"/>
                      <a:pt x="7" y="127"/>
                    </a:cubicBezTo>
                    <a:lnTo>
                      <a:pt x="6" y="127"/>
                    </a:lnTo>
                    <a:close/>
                    <a:moveTo>
                      <a:pt x="215" y="248"/>
                    </a:move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5" y="247"/>
                      <a:pt x="215" y="247"/>
                      <a:pt x="215" y="247"/>
                    </a:cubicBezTo>
                    <a:lnTo>
                      <a:pt x="215" y="248"/>
                    </a:lnTo>
                    <a:close/>
                    <a:moveTo>
                      <a:pt x="217" y="251"/>
                    </a:move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lnTo>
                      <a:pt x="217" y="25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6" name="Freeform 6385">
                <a:extLst>
                  <a:ext uri="{FF2B5EF4-FFF2-40B4-BE49-F238E27FC236}">
                    <a16:creationId xmlns:a16="http://schemas.microsoft.com/office/drawing/2014/main" id="{120A9F1B-0424-42EE-BC33-219F30918A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3011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6 h 6"/>
                  <a:gd name="T4" fmla="*/ 5 w 5"/>
                  <a:gd name="T5" fmla="*/ 0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6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7" name="Freeform 6386">
                <a:extLst>
                  <a:ext uri="{FF2B5EF4-FFF2-40B4-BE49-F238E27FC236}">
                    <a16:creationId xmlns:a16="http://schemas.microsoft.com/office/drawing/2014/main" id="{C2808EDF-820C-444C-9921-87D1F87147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43" y="3162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3 w 3"/>
                  <a:gd name="T3" fmla="*/ 8 h 10"/>
                  <a:gd name="T4" fmla="*/ 3 w 3"/>
                  <a:gd name="T5" fmla="*/ 0 h 10"/>
                  <a:gd name="T6" fmla="*/ 0 w 3"/>
                  <a:gd name="T7" fmla="*/ 8 h 10"/>
                  <a:gd name="T8" fmla="*/ 1 w 3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3" y="8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8" name="Freeform 6387">
                <a:extLst>
                  <a:ext uri="{FF2B5EF4-FFF2-40B4-BE49-F238E27FC236}">
                    <a16:creationId xmlns:a16="http://schemas.microsoft.com/office/drawing/2014/main" id="{86BD9818-5E7A-4CF6-B7A2-EE0104C2B8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3425"/>
                <a:ext cx="26" cy="11"/>
              </a:xfrm>
              <a:custGeom>
                <a:avLst/>
                <a:gdLst>
                  <a:gd name="T0" fmla="*/ 21 w 26"/>
                  <a:gd name="T1" fmla="*/ 6 h 11"/>
                  <a:gd name="T2" fmla="*/ 22 w 26"/>
                  <a:gd name="T3" fmla="*/ 4 h 11"/>
                  <a:gd name="T4" fmla="*/ 19 w 26"/>
                  <a:gd name="T5" fmla="*/ 4 h 11"/>
                  <a:gd name="T6" fmla="*/ 19 w 26"/>
                  <a:gd name="T7" fmla="*/ 4 h 11"/>
                  <a:gd name="T8" fmla="*/ 19 w 26"/>
                  <a:gd name="T9" fmla="*/ 0 h 11"/>
                  <a:gd name="T10" fmla="*/ 15 w 26"/>
                  <a:gd name="T11" fmla="*/ 0 h 11"/>
                  <a:gd name="T12" fmla="*/ 13 w 26"/>
                  <a:gd name="T13" fmla="*/ 0 h 11"/>
                  <a:gd name="T14" fmla="*/ 6 w 26"/>
                  <a:gd name="T15" fmla="*/ 2 h 11"/>
                  <a:gd name="T16" fmla="*/ 0 w 26"/>
                  <a:gd name="T17" fmla="*/ 4 h 11"/>
                  <a:gd name="T18" fmla="*/ 0 w 26"/>
                  <a:gd name="T19" fmla="*/ 8 h 11"/>
                  <a:gd name="T20" fmla="*/ 4 w 26"/>
                  <a:gd name="T21" fmla="*/ 9 h 11"/>
                  <a:gd name="T22" fmla="*/ 7 w 26"/>
                  <a:gd name="T23" fmla="*/ 9 h 11"/>
                  <a:gd name="T24" fmla="*/ 7 w 26"/>
                  <a:gd name="T25" fmla="*/ 9 h 11"/>
                  <a:gd name="T26" fmla="*/ 11 w 26"/>
                  <a:gd name="T27" fmla="*/ 9 h 11"/>
                  <a:gd name="T28" fmla="*/ 11 w 26"/>
                  <a:gd name="T29" fmla="*/ 9 h 11"/>
                  <a:gd name="T30" fmla="*/ 13 w 26"/>
                  <a:gd name="T31" fmla="*/ 11 h 11"/>
                  <a:gd name="T32" fmla="*/ 15 w 26"/>
                  <a:gd name="T33" fmla="*/ 11 h 11"/>
                  <a:gd name="T34" fmla="*/ 15 w 26"/>
                  <a:gd name="T35" fmla="*/ 9 h 11"/>
                  <a:gd name="T36" fmla="*/ 17 w 26"/>
                  <a:gd name="T37" fmla="*/ 9 h 11"/>
                  <a:gd name="T38" fmla="*/ 19 w 26"/>
                  <a:gd name="T39" fmla="*/ 8 h 11"/>
                  <a:gd name="T40" fmla="*/ 22 w 26"/>
                  <a:gd name="T41" fmla="*/ 9 h 11"/>
                  <a:gd name="T42" fmla="*/ 26 w 26"/>
                  <a:gd name="T43" fmla="*/ 6 h 11"/>
                  <a:gd name="T44" fmla="*/ 22 w 26"/>
                  <a:gd name="T45" fmla="*/ 4 h 11"/>
                  <a:gd name="T46" fmla="*/ 21 w 26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21" y="6"/>
                    </a:moveTo>
                    <a:lnTo>
                      <a:pt x="22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6" y="6"/>
                    </a:lnTo>
                    <a:lnTo>
                      <a:pt x="22" y="4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9" name="Freeform 6388">
                <a:extLst>
                  <a:ext uri="{FF2B5EF4-FFF2-40B4-BE49-F238E27FC236}">
                    <a16:creationId xmlns:a16="http://schemas.microsoft.com/office/drawing/2014/main" id="{6132E794-D5B5-447E-8480-925B47FB84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3028"/>
                <a:ext cx="23" cy="13"/>
              </a:xfrm>
              <a:custGeom>
                <a:avLst/>
                <a:gdLst>
                  <a:gd name="T0" fmla="*/ 6 w 23"/>
                  <a:gd name="T1" fmla="*/ 9 h 13"/>
                  <a:gd name="T2" fmla="*/ 10 w 23"/>
                  <a:gd name="T3" fmla="*/ 9 h 13"/>
                  <a:gd name="T4" fmla="*/ 10 w 23"/>
                  <a:gd name="T5" fmla="*/ 11 h 13"/>
                  <a:gd name="T6" fmla="*/ 15 w 23"/>
                  <a:gd name="T7" fmla="*/ 13 h 13"/>
                  <a:gd name="T8" fmla="*/ 19 w 23"/>
                  <a:gd name="T9" fmla="*/ 7 h 13"/>
                  <a:gd name="T10" fmla="*/ 21 w 23"/>
                  <a:gd name="T11" fmla="*/ 7 h 13"/>
                  <a:gd name="T12" fmla="*/ 21 w 23"/>
                  <a:gd name="T13" fmla="*/ 6 h 13"/>
                  <a:gd name="T14" fmla="*/ 23 w 23"/>
                  <a:gd name="T15" fmla="*/ 4 h 13"/>
                  <a:gd name="T16" fmla="*/ 21 w 23"/>
                  <a:gd name="T17" fmla="*/ 2 h 13"/>
                  <a:gd name="T18" fmla="*/ 21 w 23"/>
                  <a:gd name="T19" fmla="*/ 0 h 13"/>
                  <a:gd name="T20" fmla="*/ 19 w 23"/>
                  <a:gd name="T21" fmla="*/ 0 h 13"/>
                  <a:gd name="T22" fmla="*/ 17 w 23"/>
                  <a:gd name="T23" fmla="*/ 2 h 13"/>
                  <a:gd name="T24" fmla="*/ 13 w 23"/>
                  <a:gd name="T25" fmla="*/ 2 h 13"/>
                  <a:gd name="T26" fmla="*/ 11 w 23"/>
                  <a:gd name="T27" fmla="*/ 2 h 13"/>
                  <a:gd name="T28" fmla="*/ 11 w 23"/>
                  <a:gd name="T29" fmla="*/ 2 h 13"/>
                  <a:gd name="T30" fmla="*/ 10 w 23"/>
                  <a:gd name="T31" fmla="*/ 2 h 13"/>
                  <a:gd name="T32" fmla="*/ 8 w 23"/>
                  <a:gd name="T33" fmla="*/ 2 h 13"/>
                  <a:gd name="T34" fmla="*/ 6 w 23"/>
                  <a:gd name="T35" fmla="*/ 0 h 13"/>
                  <a:gd name="T36" fmla="*/ 4 w 23"/>
                  <a:gd name="T37" fmla="*/ 0 h 13"/>
                  <a:gd name="T38" fmla="*/ 4 w 23"/>
                  <a:gd name="T39" fmla="*/ 0 h 13"/>
                  <a:gd name="T40" fmla="*/ 0 w 23"/>
                  <a:gd name="T41" fmla="*/ 2 h 13"/>
                  <a:gd name="T42" fmla="*/ 2 w 23"/>
                  <a:gd name="T43" fmla="*/ 4 h 13"/>
                  <a:gd name="T44" fmla="*/ 2 w 23"/>
                  <a:gd name="T45" fmla="*/ 4 h 13"/>
                  <a:gd name="T46" fmla="*/ 0 w 23"/>
                  <a:gd name="T47" fmla="*/ 4 h 13"/>
                  <a:gd name="T48" fmla="*/ 0 w 23"/>
                  <a:gd name="T49" fmla="*/ 7 h 13"/>
                  <a:gd name="T50" fmla="*/ 4 w 23"/>
                  <a:gd name="T51" fmla="*/ 9 h 13"/>
                  <a:gd name="T52" fmla="*/ 6 w 23"/>
                  <a:gd name="T5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13">
                    <a:moveTo>
                      <a:pt x="6" y="9"/>
                    </a:moveTo>
                    <a:lnTo>
                      <a:pt x="10" y="9"/>
                    </a:lnTo>
                    <a:lnTo>
                      <a:pt x="10" y="11"/>
                    </a:lnTo>
                    <a:lnTo>
                      <a:pt x="15" y="13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0" name="Freeform 6389">
                <a:extLst>
                  <a:ext uri="{FF2B5EF4-FFF2-40B4-BE49-F238E27FC236}">
                    <a16:creationId xmlns:a16="http://schemas.microsoft.com/office/drawing/2014/main" id="{72A222E9-470F-4458-B35E-AAD2004428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29" y="3570"/>
                <a:ext cx="145" cy="148"/>
              </a:xfrm>
              <a:custGeom>
                <a:avLst/>
                <a:gdLst>
                  <a:gd name="T0" fmla="*/ 140 w 145"/>
                  <a:gd name="T1" fmla="*/ 23 h 148"/>
                  <a:gd name="T2" fmla="*/ 145 w 145"/>
                  <a:gd name="T3" fmla="*/ 14 h 148"/>
                  <a:gd name="T4" fmla="*/ 142 w 145"/>
                  <a:gd name="T5" fmla="*/ 10 h 148"/>
                  <a:gd name="T6" fmla="*/ 140 w 145"/>
                  <a:gd name="T7" fmla="*/ 12 h 148"/>
                  <a:gd name="T8" fmla="*/ 138 w 145"/>
                  <a:gd name="T9" fmla="*/ 4 h 148"/>
                  <a:gd name="T10" fmla="*/ 128 w 145"/>
                  <a:gd name="T11" fmla="*/ 15 h 148"/>
                  <a:gd name="T12" fmla="*/ 128 w 145"/>
                  <a:gd name="T13" fmla="*/ 14 h 148"/>
                  <a:gd name="T14" fmla="*/ 130 w 145"/>
                  <a:gd name="T15" fmla="*/ 8 h 148"/>
                  <a:gd name="T16" fmla="*/ 127 w 145"/>
                  <a:gd name="T17" fmla="*/ 6 h 148"/>
                  <a:gd name="T18" fmla="*/ 121 w 145"/>
                  <a:gd name="T19" fmla="*/ 4 h 148"/>
                  <a:gd name="T20" fmla="*/ 112 w 145"/>
                  <a:gd name="T21" fmla="*/ 15 h 148"/>
                  <a:gd name="T22" fmla="*/ 104 w 145"/>
                  <a:gd name="T23" fmla="*/ 25 h 148"/>
                  <a:gd name="T24" fmla="*/ 97 w 145"/>
                  <a:gd name="T25" fmla="*/ 30 h 148"/>
                  <a:gd name="T26" fmla="*/ 93 w 145"/>
                  <a:gd name="T27" fmla="*/ 40 h 148"/>
                  <a:gd name="T28" fmla="*/ 82 w 145"/>
                  <a:gd name="T29" fmla="*/ 53 h 148"/>
                  <a:gd name="T30" fmla="*/ 73 w 145"/>
                  <a:gd name="T31" fmla="*/ 56 h 148"/>
                  <a:gd name="T32" fmla="*/ 54 w 145"/>
                  <a:gd name="T33" fmla="*/ 66 h 148"/>
                  <a:gd name="T34" fmla="*/ 48 w 145"/>
                  <a:gd name="T35" fmla="*/ 71 h 148"/>
                  <a:gd name="T36" fmla="*/ 37 w 145"/>
                  <a:gd name="T37" fmla="*/ 77 h 148"/>
                  <a:gd name="T38" fmla="*/ 30 w 145"/>
                  <a:gd name="T39" fmla="*/ 84 h 148"/>
                  <a:gd name="T40" fmla="*/ 24 w 145"/>
                  <a:gd name="T41" fmla="*/ 90 h 148"/>
                  <a:gd name="T42" fmla="*/ 17 w 145"/>
                  <a:gd name="T43" fmla="*/ 94 h 148"/>
                  <a:gd name="T44" fmla="*/ 13 w 145"/>
                  <a:gd name="T45" fmla="*/ 97 h 148"/>
                  <a:gd name="T46" fmla="*/ 7 w 145"/>
                  <a:gd name="T47" fmla="*/ 107 h 148"/>
                  <a:gd name="T48" fmla="*/ 6 w 145"/>
                  <a:gd name="T49" fmla="*/ 110 h 148"/>
                  <a:gd name="T50" fmla="*/ 11 w 145"/>
                  <a:gd name="T51" fmla="*/ 110 h 148"/>
                  <a:gd name="T52" fmla="*/ 4 w 145"/>
                  <a:gd name="T53" fmla="*/ 116 h 148"/>
                  <a:gd name="T54" fmla="*/ 9 w 145"/>
                  <a:gd name="T55" fmla="*/ 124 h 148"/>
                  <a:gd name="T56" fmla="*/ 13 w 145"/>
                  <a:gd name="T57" fmla="*/ 122 h 148"/>
                  <a:gd name="T58" fmla="*/ 17 w 145"/>
                  <a:gd name="T59" fmla="*/ 127 h 148"/>
                  <a:gd name="T60" fmla="*/ 22 w 145"/>
                  <a:gd name="T61" fmla="*/ 133 h 148"/>
                  <a:gd name="T62" fmla="*/ 19 w 145"/>
                  <a:gd name="T63" fmla="*/ 138 h 148"/>
                  <a:gd name="T64" fmla="*/ 9 w 145"/>
                  <a:gd name="T65" fmla="*/ 131 h 148"/>
                  <a:gd name="T66" fmla="*/ 6 w 145"/>
                  <a:gd name="T67" fmla="*/ 138 h 148"/>
                  <a:gd name="T68" fmla="*/ 4 w 145"/>
                  <a:gd name="T69" fmla="*/ 148 h 148"/>
                  <a:gd name="T70" fmla="*/ 9 w 145"/>
                  <a:gd name="T71" fmla="*/ 146 h 148"/>
                  <a:gd name="T72" fmla="*/ 17 w 145"/>
                  <a:gd name="T73" fmla="*/ 144 h 148"/>
                  <a:gd name="T74" fmla="*/ 19 w 145"/>
                  <a:gd name="T75" fmla="*/ 140 h 148"/>
                  <a:gd name="T76" fmla="*/ 24 w 145"/>
                  <a:gd name="T77" fmla="*/ 137 h 148"/>
                  <a:gd name="T78" fmla="*/ 34 w 145"/>
                  <a:gd name="T79" fmla="*/ 137 h 148"/>
                  <a:gd name="T80" fmla="*/ 50 w 145"/>
                  <a:gd name="T81" fmla="*/ 125 h 148"/>
                  <a:gd name="T82" fmla="*/ 61 w 145"/>
                  <a:gd name="T83" fmla="*/ 120 h 148"/>
                  <a:gd name="T84" fmla="*/ 63 w 145"/>
                  <a:gd name="T85" fmla="*/ 114 h 148"/>
                  <a:gd name="T86" fmla="*/ 73 w 145"/>
                  <a:gd name="T87" fmla="*/ 99 h 148"/>
                  <a:gd name="T88" fmla="*/ 80 w 145"/>
                  <a:gd name="T89" fmla="*/ 88 h 148"/>
                  <a:gd name="T90" fmla="*/ 86 w 145"/>
                  <a:gd name="T91" fmla="*/ 81 h 148"/>
                  <a:gd name="T92" fmla="*/ 91 w 145"/>
                  <a:gd name="T93" fmla="*/ 79 h 148"/>
                  <a:gd name="T94" fmla="*/ 97 w 145"/>
                  <a:gd name="T95" fmla="*/ 77 h 148"/>
                  <a:gd name="T96" fmla="*/ 106 w 145"/>
                  <a:gd name="T97" fmla="*/ 77 h 148"/>
                  <a:gd name="T98" fmla="*/ 108 w 145"/>
                  <a:gd name="T99" fmla="*/ 69 h 148"/>
                  <a:gd name="T100" fmla="*/ 114 w 145"/>
                  <a:gd name="T101" fmla="*/ 60 h 148"/>
                  <a:gd name="T102" fmla="*/ 123 w 145"/>
                  <a:gd name="T103" fmla="*/ 49 h 148"/>
                  <a:gd name="T104" fmla="*/ 132 w 145"/>
                  <a:gd name="T105" fmla="*/ 42 h 148"/>
                  <a:gd name="T106" fmla="*/ 140 w 145"/>
                  <a:gd name="T107" fmla="*/ 3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148">
                    <a:moveTo>
                      <a:pt x="140" y="28"/>
                    </a:moveTo>
                    <a:lnTo>
                      <a:pt x="140" y="25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5" y="15"/>
                    </a:lnTo>
                    <a:lnTo>
                      <a:pt x="143" y="15"/>
                    </a:lnTo>
                    <a:lnTo>
                      <a:pt x="145" y="14"/>
                    </a:lnTo>
                    <a:lnTo>
                      <a:pt x="143" y="14"/>
                    </a:lnTo>
                    <a:lnTo>
                      <a:pt x="143" y="12"/>
                    </a:lnTo>
                    <a:lnTo>
                      <a:pt x="142" y="12"/>
                    </a:lnTo>
                    <a:lnTo>
                      <a:pt x="142" y="10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3" y="6"/>
                    </a:lnTo>
                    <a:lnTo>
                      <a:pt x="138" y="4"/>
                    </a:lnTo>
                    <a:lnTo>
                      <a:pt x="136" y="8"/>
                    </a:lnTo>
                    <a:lnTo>
                      <a:pt x="136" y="10"/>
                    </a:lnTo>
                    <a:lnTo>
                      <a:pt x="136" y="12"/>
                    </a:lnTo>
                    <a:lnTo>
                      <a:pt x="128" y="15"/>
                    </a:lnTo>
                    <a:lnTo>
                      <a:pt x="130" y="15"/>
                    </a:lnTo>
                    <a:lnTo>
                      <a:pt x="130" y="17"/>
                    </a:lnTo>
                    <a:lnTo>
                      <a:pt x="128" y="17"/>
                    </a:lnTo>
                    <a:lnTo>
                      <a:pt x="128" y="14"/>
                    </a:lnTo>
                    <a:lnTo>
                      <a:pt x="128" y="14"/>
                    </a:lnTo>
                    <a:lnTo>
                      <a:pt x="130" y="12"/>
                    </a:lnTo>
                    <a:lnTo>
                      <a:pt x="130" y="10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28" y="6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8" y="2"/>
                    </a:lnTo>
                    <a:lnTo>
                      <a:pt x="125" y="0"/>
                    </a:lnTo>
                    <a:lnTo>
                      <a:pt x="121" y="4"/>
                    </a:lnTo>
                    <a:lnTo>
                      <a:pt x="119" y="4"/>
                    </a:lnTo>
                    <a:lnTo>
                      <a:pt x="115" y="6"/>
                    </a:lnTo>
                    <a:lnTo>
                      <a:pt x="115" y="10"/>
                    </a:lnTo>
                    <a:lnTo>
                      <a:pt x="112" y="15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06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1" y="27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5" y="34"/>
                    </a:lnTo>
                    <a:lnTo>
                      <a:pt x="93" y="36"/>
                    </a:lnTo>
                    <a:lnTo>
                      <a:pt x="93" y="40"/>
                    </a:lnTo>
                    <a:lnTo>
                      <a:pt x="91" y="42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2" y="53"/>
                    </a:lnTo>
                    <a:lnTo>
                      <a:pt x="78" y="53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73" y="56"/>
                    </a:lnTo>
                    <a:lnTo>
                      <a:pt x="67" y="58"/>
                    </a:lnTo>
                    <a:lnTo>
                      <a:pt x="61" y="62"/>
                    </a:lnTo>
                    <a:lnTo>
                      <a:pt x="60" y="64"/>
                    </a:lnTo>
                    <a:lnTo>
                      <a:pt x="54" y="66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2" y="69"/>
                    </a:lnTo>
                    <a:lnTo>
                      <a:pt x="48" y="71"/>
                    </a:lnTo>
                    <a:lnTo>
                      <a:pt x="47" y="69"/>
                    </a:lnTo>
                    <a:lnTo>
                      <a:pt x="45" y="71"/>
                    </a:lnTo>
                    <a:lnTo>
                      <a:pt x="39" y="75"/>
                    </a:lnTo>
                    <a:lnTo>
                      <a:pt x="37" y="77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0" y="83"/>
                    </a:lnTo>
                    <a:lnTo>
                      <a:pt x="30" y="84"/>
                    </a:lnTo>
                    <a:lnTo>
                      <a:pt x="28" y="83"/>
                    </a:lnTo>
                    <a:lnTo>
                      <a:pt x="26" y="84"/>
                    </a:lnTo>
                    <a:lnTo>
                      <a:pt x="24" y="86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2" y="88"/>
                    </a:lnTo>
                    <a:lnTo>
                      <a:pt x="19" y="94"/>
                    </a:lnTo>
                    <a:lnTo>
                      <a:pt x="17" y="94"/>
                    </a:lnTo>
                    <a:lnTo>
                      <a:pt x="15" y="96"/>
                    </a:lnTo>
                    <a:lnTo>
                      <a:pt x="15" y="99"/>
                    </a:lnTo>
                    <a:lnTo>
                      <a:pt x="15" y="99"/>
                    </a:lnTo>
                    <a:lnTo>
                      <a:pt x="13" y="97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7" y="105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2" y="109"/>
                    </a:lnTo>
                    <a:lnTo>
                      <a:pt x="4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7" y="109"/>
                    </a:lnTo>
                    <a:lnTo>
                      <a:pt x="9" y="110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6" y="110"/>
                    </a:lnTo>
                    <a:lnTo>
                      <a:pt x="0" y="116"/>
                    </a:lnTo>
                    <a:lnTo>
                      <a:pt x="4" y="116"/>
                    </a:lnTo>
                    <a:lnTo>
                      <a:pt x="2" y="120"/>
                    </a:lnTo>
                    <a:lnTo>
                      <a:pt x="4" y="122"/>
                    </a:lnTo>
                    <a:lnTo>
                      <a:pt x="6" y="124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5" y="124"/>
                    </a:lnTo>
                    <a:lnTo>
                      <a:pt x="15" y="124"/>
                    </a:lnTo>
                    <a:lnTo>
                      <a:pt x="15" y="125"/>
                    </a:lnTo>
                    <a:lnTo>
                      <a:pt x="17" y="127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31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7" y="135"/>
                    </a:lnTo>
                    <a:lnTo>
                      <a:pt x="13" y="131"/>
                    </a:lnTo>
                    <a:lnTo>
                      <a:pt x="9" y="131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6" y="138"/>
                    </a:lnTo>
                    <a:lnTo>
                      <a:pt x="6" y="140"/>
                    </a:lnTo>
                    <a:lnTo>
                      <a:pt x="6" y="142"/>
                    </a:lnTo>
                    <a:lnTo>
                      <a:pt x="2" y="144"/>
                    </a:lnTo>
                    <a:lnTo>
                      <a:pt x="4" y="148"/>
                    </a:lnTo>
                    <a:lnTo>
                      <a:pt x="6" y="148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9" y="146"/>
                    </a:lnTo>
                    <a:lnTo>
                      <a:pt x="11" y="146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7" y="144"/>
                    </a:lnTo>
                    <a:lnTo>
                      <a:pt x="19" y="142"/>
                    </a:lnTo>
                    <a:lnTo>
                      <a:pt x="19" y="140"/>
                    </a:lnTo>
                    <a:lnTo>
                      <a:pt x="17" y="140"/>
                    </a:lnTo>
                    <a:lnTo>
                      <a:pt x="19" y="140"/>
                    </a:lnTo>
                    <a:lnTo>
                      <a:pt x="19" y="138"/>
                    </a:lnTo>
                    <a:lnTo>
                      <a:pt x="22" y="140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6" y="137"/>
                    </a:lnTo>
                    <a:lnTo>
                      <a:pt x="26" y="137"/>
                    </a:lnTo>
                    <a:lnTo>
                      <a:pt x="30" y="137"/>
                    </a:lnTo>
                    <a:lnTo>
                      <a:pt x="34" y="137"/>
                    </a:lnTo>
                    <a:lnTo>
                      <a:pt x="39" y="135"/>
                    </a:lnTo>
                    <a:lnTo>
                      <a:pt x="43" y="131"/>
                    </a:lnTo>
                    <a:lnTo>
                      <a:pt x="48" y="129"/>
                    </a:lnTo>
                    <a:lnTo>
                      <a:pt x="50" y="125"/>
                    </a:lnTo>
                    <a:lnTo>
                      <a:pt x="52" y="124"/>
                    </a:lnTo>
                    <a:lnTo>
                      <a:pt x="56" y="122"/>
                    </a:lnTo>
                    <a:lnTo>
                      <a:pt x="60" y="122"/>
                    </a:lnTo>
                    <a:lnTo>
                      <a:pt x="61" y="120"/>
                    </a:lnTo>
                    <a:lnTo>
                      <a:pt x="60" y="118"/>
                    </a:lnTo>
                    <a:lnTo>
                      <a:pt x="61" y="116"/>
                    </a:lnTo>
                    <a:lnTo>
                      <a:pt x="60" y="116"/>
                    </a:lnTo>
                    <a:lnTo>
                      <a:pt x="63" y="114"/>
                    </a:lnTo>
                    <a:lnTo>
                      <a:pt x="65" y="110"/>
                    </a:lnTo>
                    <a:lnTo>
                      <a:pt x="65" y="107"/>
                    </a:lnTo>
                    <a:lnTo>
                      <a:pt x="67" y="105"/>
                    </a:lnTo>
                    <a:lnTo>
                      <a:pt x="73" y="99"/>
                    </a:lnTo>
                    <a:lnTo>
                      <a:pt x="74" y="97"/>
                    </a:lnTo>
                    <a:lnTo>
                      <a:pt x="76" y="94"/>
                    </a:lnTo>
                    <a:lnTo>
                      <a:pt x="78" y="90"/>
                    </a:lnTo>
                    <a:lnTo>
                      <a:pt x="80" y="88"/>
                    </a:lnTo>
                    <a:lnTo>
                      <a:pt x="80" y="86"/>
                    </a:lnTo>
                    <a:lnTo>
                      <a:pt x="82" y="83"/>
                    </a:lnTo>
                    <a:lnTo>
                      <a:pt x="84" y="83"/>
                    </a:lnTo>
                    <a:lnTo>
                      <a:pt x="86" y="81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79"/>
                    </a:lnTo>
                    <a:lnTo>
                      <a:pt x="91" y="79"/>
                    </a:lnTo>
                    <a:lnTo>
                      <a:pt x="93" y="79"/>
                    </a:lnTo>
                    <a:lnTo>
                      <a:pt x="95" y="77"/>
                    </a:lnTo>
                    <a:lnTo>
                      <a:pt x="97" y="77"/>
                    </a:lnTo>
                    <a:lnTo>
                      <a:pt x="97" y="77"/>
                    </a:lnTo>
                    <a:lnTo>
                      <a:pt x="102" y="77"/>
                    </a:lnTo>
                    <a:lnTo>
                      <a:pt x="104" y="77"/>
                    </a:lnTo>
                    <a:lnTo>
                      <a:pt x="106" y="77"/>
                    </a:lnTo>
                    <a:lnTo>
                      <a:pt x="106" y="77"/>
                    </a:lnTo>
                    <a:lnTo>
                      <a:pt x="110" y="77"/>
                    </a:lnTo>
                    <a:lnTo>
                      <a:pt x="110" y="71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6"/>
                    </a:lnTo>
                    <a:lnTo>
                      <a:pt x="108" y="62"/>
                    </a:lnTo>
                    <a:lnTo>
                      <a:pt x="114" y="60"/>
                    </a:lnTo>
                    <a:lnTo>
                      <a:pt x="117" y="56"/>
                    </a:lnTo>
                    <a:lnTo>
                      <a:pt x="119" y="56"/>
                    </a:lnTo>
                    <a:lnTo>
                      <a:pt x="121" y="53"/>
                    </a:lnTo>
                    <a:lnTo>
                      <a:pt x="123" y="49"/>
                    </a:lnTo>
                    <a:lnTo>
                      <a:pt x="125" y="47"/>
                    </a:lnTo>
                    <a:lnTo>
                      <a:pt x="128" y="47"/>
                    </a:lnTo>
                    <a:lnTo>
                      <a:pt x="127" y="45"/>
                    </a:lnTo>
                    <a:lnTo>
                      <a:pt x="132" y="42"/>
                    </a:lnTo>
                    <a:lnTo>
                      <a:pt x="132" y="40"/>
                    </a:lnTo>
                    <a:lnTo>
                      <a:pt x="140" y="34"/>
                    </a:lnTo>
                    <a:lnTo>
                      <a:pt x="143" y="30"/>
                    </a:lnTo>
                    <a:lnTo>
                      <a:pt x="140" y="30"/>
                    </a:lnTo>
                    <a:lnTo>
                      <a:pt x="140" y="2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1" name="Freeform 6390">
                <a:extLst>
                  <a:ext uri="{FF2B5EF4-FFF2-40B4-BE49-F238E27FC236}">
                    <a16:creationId xmlns:a16="http://schemas.microsoft.com/office/drawing/2014/main" id="{DDD5E52C-1644-4AB9-85C6-9974E3DBF70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4" y="3434"/>
                <a:ext cx="82" cy="164"/>
              </a:xfrm>
              <a:custGeom>
                <a:avLst/>
                <a:gdLst>
                  <a:gd name="T0" fmla="*/ 73 w 82"/>
                  <a:gd name="T1" fmla="*/ 77 h 164"/>
                  <a:gd name="T2" fmla="*/ 60 w 82"/>
                  <a:gd name="T3" fmla="*/ 86 h 164"/>
                  <a:gd name="T4" fmla="*/ 50 w 82"/>
                  <a:gd name="T5" fmla="*/ 77 h 164"/>
                  <a:gd name="T6" fmla="*/ 49 w 82"/>
                  <a:gd name="T7" fmla="*/ 66 h 164"/>
                  <a:gd name="T8" fmla="*/ 49 w 82"/>
                  <a:gd name="T9" fmla="*/ 58 h 164"/>
                  <a:gd name="T10" fmla="*/ 47 w 82"/>
                  <a:gd name="T11" fmla="*/ 53 h 164"/>
                  <a:gd name="T12" fmla="*/ 47 w 82"/>
                  <a:gd name="T13" fmla="*/ 47 h 164"/>
                  <a:gd name="T14" fmla="*/ 45 w 82"/>
                  <a:gd name="T15" fmla="*/ 53 h 164"/>
                  <a:gd name="T16" fmla="*/ 41 w 82"/>
                  <a:gd name="T17" fmla="*/ 53 h 164"/>
                  <a:gd name="T18" fmla="*/ 43 w 82"/>
                  <a:gd name="T19" fmla="*/ 60 h 164"/>
                  <a:gd name="T20" fmla="*/ 36 w 82"/>
                  <a:gd name="T21" fmla="*/ 60 h 164"/>
                  <a:gd name="T22" fmla="*/ 34 w 82"/>
                  <a:gd name="T23" fmla="*/ 54 h 164"/>
                  <a:gd name="T24" fmla="*/ 37 w 82"/>
                  <a:gd name="T25" fmla="*/ 47 h 164"/>
                  <a:gd name="T26" fmla="*/ 36 w 82"/>
                  <a:gd name="T27" fmla="*/ 40 h 164"/>
                  <a:gd name="T28" fmla="*/ 41 w 82"/>
                  <a:gd name="T29" fmla="*/ 30 h 164"/>
                  <a:gd name="T30" fmla="*/ 34 w 82"/>
                  <a:gd name="T31" fmla="*/ 23 h 164"/>
                  <a:gd name="T32" fmla="*/ 34 w 82"/>
                  <a:gd name="T33" fmla="*/ 15 h 164"/>
                  <a:gd name="T34" fmla="*/ 30 w 82"/>
                  <a:gd name="T35" fmla="*/ 10 h 164"/>
                  <a:gd name="T36" fmla="*/ 24 w 82"/>
                  <a:gd name="T37" fmla="*/ 10 h 164"/>
                  <a:gd name="T38" fmla="*/ 23 w 82"/>
                  <a:gd name="T39" fmla="*/ 0 h 164"/>
                  <a:gd name="T40" fmla="*/ 17 w 82"/>
                  <a:gd name="T41" fmla="*/ 6 h 164"/>
                  <a:gd name="T42" fmla="*/ 21 w 82"/>
                  <a:gd name="T43" fmla="*/ 19 h 164"/>
                  <a:gd name="T44" fmla="*/ 21 w 82"/>
                  <a:gd name="T45" fmla="*/ 30 h 164"/>
                  <a:gd name="T46" fmla="*/ 24 w 82"/>
                  <a:gd name="T47" fmla="*/ 43 h 164"/>
                  <a:gd name="T48" fmla="*/ 24 w 82"/>
                  <a:gd name="T49" fmla="*/ 58 h 164"/>
                  <a:gd name="T50" fmla="*/ 30 w 82"/>
                  <a:gd name="T51" fmla="*/ 64 h 164"/>
                  <a:gd name="T52" fmla="*/ 28 w 82"/>
                  <a:gd name="T53" fmla="*/ 69 h 164"/>
                  <a:gd name="T54" fmla="*/ 26 w 82"/>
                  <a:gd name="T55" fmla="*/ 79 h 164"/>
                  <a:gd name="T56" fmla="*/ 24 w 82"/>
                  <a:gd name="T57" fmla="*/ 86 h 164"/>
                  <a:gd name="T58" fmla="*/ 19 w 82"/>
                  <a:gd name="T59" fmla="*/ 101 h 164"/>
                  <a:gd name="T60" fmla="*/ 13 w 82"/>
                  <a:gd name="T61" fmla="*/ 103 h 164"/>
                  <a:gd name="T62" fmla="*/ 2 w 82"/>
                  <a:gd name="T63" fmla="*/ 112 h 164"/>
                  <a:gd name="T64" fmla="*/ 11 w 82"/>
                  <a:gd name="T65" fmla="*/ 125 h 164"/>
                  <a:gd name="T66" fmla="*/ 17 w 82"/>
                  <a:gd name="T67" fmla="*/ 133 h 164"/>
                  <a:gd name="T68" fmla="*/ 10 w 82"/>
                  <a:gd name="T69" fmla="*/ 146 h 164"/>
                  <a:gd name="T70" fmla="*/ 0 w 82"/>
                  <a:gd name="T71" fmla="*/ 157 h 164"/>
                  <a:gd name="T72" fmla="*/ 8 w 82"/>
                  <a:gd name="T73" fmla="*/ 161 h 164"/>
                  <a:gd name="T74" fmla="*/ 11 w 82"/>
                  <a:gd name="T75" fmla="*/ 164 h 164"/>
                  <a:gd name="T76" fmla="*/ 30 w 82"/>
                  <a:gd name="T77" fmla="*/ 148 h 164"/>
                  <a:gd name="T78" fmla="*/ 39 w 82"/>
                  <a:gd name="T79" fmla="*/ 138 h 164"/>
                  <a:gd name="T80" fmla="*/ 45 w 82"/>
                  <a:gd name="T81" fmla="*/ 129 h 164"/>
                  <a:gd name="T82" fmla="*/ 47 w 82"/>
                  <a:gd name="T83" fmla="*/ 120 h 164"/>
                  <a:gd name="T84" fmla="*/ 60 w 82"/>
                  <a:gd name="T85" fmla="*/ 112 h 164"/>
                  <a:gd name="T86" fmla="*/ 64 w 82"/>
                  <a:gd name="T87" fmla="*/ 114 h 164"/>
                  <a:gd name="T88" fmla="*/ 65 w 82"/>
                  <a:gd name="T89" fmla="*/ 105 h 164"/>
                  <a:gd name="T90" fmla="*/ 71 w 82"/>
                  <a:gd name="T91" fmla="*/ 103 h 164"/>
                  <a:gd name="T92" fmla="*/ 78 w 82"/>
                  <a:gd name="T93" fmla="*/ 86 h 164"/>
                  <a:gd name="T94" fmla="*/ 28 w 82"/>
                  <a:gd name="T95" fmla="*/ 51 h 164"/>
                  <a:gd name="T96" fmla="*/ 28 w 82"/>
                  <a:gd name="T97" fmla="*/ 51 h 164"/>
                  <a:gd name="T98" fmla="*/ 43 w 82"/>
                  <a:gd name="T99" fmla="*/ 66 h 164"/>
                  <a:gd name="T100" fmla="*/ 41 w 82"/>
                  <a:gd name="T101" fmla="*/ 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2" h="164">
                    <a:moveTo>
                      <a:pt x="77" y="81"/>
                    </a:moveTo>
                    <a:lnTo>
                      <a:pt x="77" y="81"/>
                    </a:lnTo>
                    <a:lnTo>
                      <a:pt x="78" y="79"/>
                    </a:lnTo>
                    <a:lnTo>
                      <a:pt x="73" y="77"/>
                    </a:lnTo>
                    <a:lnTo>
                      <a:pt x="69" y="79"/>
                    </a:lnTo>
                    <a:lnTo>
                      <a:pt x="65" y="84"/>
                    </a:lnTo>
                    <a:lnTo>
                      <a:pt x="62" y="84"/>
                    </a:lnTo>
                    <a:lnTo>
                      <a:pt x="60" y="86"/>
                    </a:lnTo>
                    <a:lnTo>
                      <a:pt x="58" y="84"/>
                    </a:lnTo>
                    <a:lnTo>
                      <a:pt x="52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0" y="71"/>
                    </a:lnTo>
                    <a:lnTo>
                      <a:pt x="49" y="66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9" y="60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47" y="53"/>
                    </a:lnTo>
                    <a:lnTo>
                      <a:pt x="49" y="51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7" y="47"/>
                    </a:lnTo>
                    <a:lnTo>
                      <a:pt x="47" y="41"/>
                    </a:lnTo>
                    <a:lnTo>
                      <a:pt x="43" y="49"/>
                    </a:lnTo>
                    <a:lnTo>
                      <a:pt x="45" y="53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5" y="47"/>
                    </a:lnTo>
                    <a:lnTo>
                      <a:pt x="39" y="49"/>
                    </a:lnTo>
                    <a:lnTo>
                      <a:pt x="41" y="53"/>
                    </a:lnTo>
                    <a:lnTo>
                      <a:pt x="39" y="54"/>
                    </a:lnTo>
                    <a:lnTo>
                      <a:pt x="43" y="56"/>
                    </a:lnTo>
                    <a:lnTo>
                      <a:pt x="43" y="58"/>
                    </a:lnTo>
                    <a:lnTo>
                      <a:pt x="43" y="60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56"/>
                    </a:lnTo>
                    <a:lnTo>
                      <a:pt x="34" y="54"/>
                    </a:lnTo>
                    <a:lnTo>
                      <a:pt x="36" y="53"/>
                    </a:lnTo>
                    <a:lnTo>
                      <a:pt x="37" y="53"/>
                    </a:lnTo>
                    <a:lnTo>
                      <a:pt x="39" y="49"/>
                    </a:lnTo>
                    <a:lnTo>
                      <a:pt x="37" y="47"/>
                    </a:lnTo>
                    <a:lnTo>
                      <a:pt x="37" y="45"/>
                    </a:lnTo>
                    <a:lnTo>
                      <a:pt x="37" y="43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1" y="34"/>
                    </a:lnTo>
                    <a:lnTo>
                      <a:pt x="41" y="30"/>
                    </a:lnTo>
                    <a:lnTo>
                      <a:pt x="39" y="27"/>
                    </a:lnTo>
                    <a:lnTo>
                      <a:pt x="39" y="23"/>
                    </a:lnTo>
                    <a:lnTo>
                      <a:pt x="34" y="25"/>
                    </a:lnTo>
                    <a:lnTo>
                      <a:pt x="34" y="23"/>
                    </a:lnTo>
                    <a:lnTo>
                      <a:pt x="36" y="23"/>
                    </a:lnTo>
                    <a:lnTo>
                      <a:pt x="32" y="21"/>
                    </a:lnTo>
                    <a:lnTo>
                      <a:pt x="36" y="19"/>
                    </a:lnTo>
                    <a:lnTo>
                      <a:pt x="34" y="15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3" y="8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7" y="6"/>
                    </a:lnTo>
                    <a:lnTo>
                      <a:pt x="21" y="13"/>
                    </a:lnTo>
                    <a:lnTo>
                      <a:pt x="21" y="15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9" y="28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3" y="34"/>
                    </a:lnTo>
                    <a:lnTo>
                      <a:pt x="24" y="38"/>
                    </a:lnTo>
                    <a:lnTo>
                      <a:pt x="24" y="43"/>
                    </a:lnTo>
                    <a:lnTo>
                      <a:pt x="24" y="47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8"/>
                    </a:lnTo>
                    <a:lnTo>
                      <a:pt x="26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28" y="68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26" y="77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8" y="81"/>
                    </a:lnTo>
                    <a:lnTo>
                      <a:pt x="26" y="81"/>
                    </a:lnTo>
                    <a:lnTo>
                      <a:pt x="24" y="84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3" y="86"/>
                    </a:lnTo>
                    <a:lnTo>
                      <a:pt x="21" y="90"/>
                    </a:lnTo>
                    <a:lnTo>
                      <a:pt x="19" y="101"/>
                    </a:lnTo>
                    <a:lnTo>
                      <a:pt x="19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3" y="103"/>
                    </a:lnTo>
                    <a:lnTo>
                      <a:pt x="11" y="103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2"/>
                    </a:lnTo>
                    <a:lnTo>
                      <a:pt x="2" y="116"/>
                    </a:lnTo>
                    <a:lnTo>
                      <a:pt x="6" y="120"/>
                    </a:lnTo>
                    <a:lnTo>
                      <a:pt x="10" y="122"/>
                    </a:lnTo>
                    <a:lnTo>
                      <a:pt x="11" y="125"/>
                    </a:lnTo>
                    <a:lnTo>
                      <a:pt x="15" y="125"/>
                    </a:lnTo>
                    <a:lnTo>
                      <a:pt x="15" y="127"/>
                    </a:lnTo>
                    <a:lnTo>
                      <a:pt x="17" y="133"/>
                    </a:lnTo>
                    <a:lnTo>
                      <a:pt x="17" y="133"/>
                    </a:lnTo>
                    <a:lnTo>
                      <a:pt x="15" y="133"/>
                    </a:lnTo>
                    <a:lnTo>
                      <a:pt x="15" y="136"/>
                    </a:lnTo>
                    <a:lnTo>
                      <a:pt x="15" y="138"/>
                    </a:lnTo>
                    <a:lnTo>
                      <a:pt x="10" y="146"/>
                    </a:lnTo>
                    <a:lnTo>
                      <a:pt x="6" y="150"/>
                    </a:lnTo>
                    <a:lnTo>
                      <a:pt x="2" y="153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4" y="159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8" y="163"/>
                    </a:lnTo>
                    <a:lnTo>
                      <a:pt x="8" y="164"/>
                    </a:lnTo>
                    <a:lnTo>
                      <a:pt x="11" y="164"/>
                    </a:lnTo>
                    <a:lnTo>
                      <a:pt x="17" y="161"/>
                    </a:lnTo>
                    <a:lnTo>
                      <a:pt x="21" y="157"/>
                    </a:lnTo>
                    <a:lnTo>
                      <a:pt x="26" y="153"/>
                    </a:lnTo>
                    <a:lnTo>
                      <a:pt x="30" y="148"/>
                    </a:lnTo>
                    <a:lnTo>
                      <a:pt x="34" y="142"/>
                    </a:lnTo>
                    <a:lnTo>
                      <a:pt x="36" y="140"/>
                    </a:lnTo>
                    <a:lnTo>
                      <a:pt x="37" y="140"/>
                    </a:lnTo>
                    <a:lnTo>
                      <a:pt x="39" y="138"/>
                    </a:lnTo>
                    <a:lnTo>
                      <a:pt x="39" y="136"/>
                    </a:lnTo>
                    <a:lnTo>
                      <a:pt x="41" y="136"/>
                    </a:lnTo>
                    <a:lnTo>
                      <a:pt x="43" y="135"/>
                    </a:lnTo>
                    <a:lnTo>
                      <a:pt x="45" y="129"/>
                    </a:lnTo>
                    <a:lnTo>
                      <a:pt x="49" y="125"/>
                    </a:lnTo>
                    <a:lnTo>
                      <a:pt x="49" y="123"/>
                    </a:lnTo>
                    <a:lnTo>
                      <a:pt x="50" y="122"/>
                    </a:lnTo>
                    <a:lnTo>
                      <a:pt x="47" y="120"/>
                    </a:lnTo>
                    <a:lnTo>
                      <a:pt x="47" y="120"/>
                    </a:lnTo>
                    <a:lnTo>
                      <a:pt x="52" y="112"/>
                    </a:lnTo>
                    <a:lnTo>
                      <a:pt x="54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8"/>
                    </a:lnTo>
                    <a:lnTo>
                      <a:pt x="64" y="114"/>
                    </a:lnTo>
                    <a:lnTo>
                      <a:pt x="67" y="112"/>
                    </a:lnTo>
                    <a:lnTo>
                      <a:pt x="64" y="110"/>
                    </a:lnTo>
                    <a:lnTo>
                      <a:pt x="64" y="109"/>
                    </a:lnTo>
                    <a:lnTo>
                      <a:pt x="65" y="105"/>
                    </a:lnTo>
                    <a:lnTo>
                      <a:pt x="65" y="103"/>
                    </a:lnTo>
                    <a:lnTo>
                      <a:pt x="67" y="103"/>
                    </a:lnTo>
                    <a:lnTo>
                      <a:pt x="69" y="105"/>
                    </a:lnTo>
                    <a:lnTo>
                      <a:pt x="71" y="103"/>
                    </a:lnTo>
                    <a:lnTo>
                      <a:pt x="77" y="94"/>
                    </a:lnTo>
                    <a:lnTo>
                      <a:pt x="77" y="90"/>
                    </a:lnTo>
                    <a:lnTo>
                      <a:pt x="77" y="88"/>
                    </a:lnTo>
                    <a:lnTo>
                      <a:pt x="78" y="86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7" y="81"/>
                    </a:lnTo>
                    <a:close/>
                    <a:moveTo>
                      <a:pt x="28" y="51"/>
                    </a:moveTo>
                    <a:lnTo>
                      <a:pt x="28" y="53"/>
                    </a:lnTo>
                    <a:lnTo>
                      <a:pt x="26" y="53"/>
                    </a:lnTo>
                    <a:lnTo>
                      <a:pt x="24" y="53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49"/>
                    </a:lnTo>
                    <a:lnTo>
                      <a:pt x="28" y="51"/>
                    </a:lnTo>
                    <a:close/>
                    <a:moveTo>
                      <a:pt x="43" y="66"/>
                    </a:moveTo>
                    <a:lnTo>
                      <a:pt x="41" y="68"/>
                    </a:lnTo>
                    <a:lnTo>
                      <a:pt x="41" y="66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6"/>
                    </a:lnTo>
                    <a:lnTo>
                      <a:pt x="43" y="6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2" name="Freeform 6391">
                <a:extLst>
                  <a:ext uri="{FF2B5EF4-FFF2-40B4-BE49-F238E27FC236}">
                    <a16:creationId xmlns:a16="http://schemas.microsoft.com/office/drawing/2014/main" id="{F1A8B17D-06F2-4CC5-8BA9-4D75D08144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3" y="3792"/>
                <a:ext cx="11" cy="12"/>
              </a:xfrm>
              <a:custGeom>
                <a:avLst/>
                <a:gdLst>
                  <a:gd name="T0" fmla="*/ 0 w 11"/>
                  <a:gd name="T1" fmla="*/ 8 h 12"/>
                  <a:gd name="T2" fmla="*/ 2 w 11"/>
                  <a:gd name="T3" fmla="*/ 12 h 12"/>
                  <a:gd name="T4" fmla="*/ 6 w 11"/>
                  <a:gd name="T5" fmla="*/ 10 h 12"/>
                  <a:gd name="T6" fmla="*/ 8 w 11"/>
                  <a:gd name="T7" fmla="*/ 12 h 12"/>
                  <a:gd name="T8" fmla="*/ 9 w 11"/>
                  <a:gd name="T9" fmla="*/ 8 h 12"/>
                  <a:gd name="T10" fmla="*/ 8 w 11"/>
                  <a:gd name="T11" fmla="*/ 6 h 12"/>
                  <a:gd name="T12" fmla="*/ 9 w 11"/>
                  <a:gd name="T13" fmla="*/ 4 h 12"/>
                  <a:gd name="T14" fmla="*/ 11 w 11"/>
                  <a:gd name="T15" fmla="*/ 0 h 12"/>
                  <a:gd name="T16" fmla="*/ 8 w 11"/>
                  <a:gd name="T17" fmla="*/ 0 h 12"/>
                  <a:gd name="T18" fmla="*/ 0 w 11"/>
                  <a:gd name="T1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2">
                    <a:moveTo>
                      <a:pt x="0" y="8"/>
                    </a:moveTo>
                    <a:lnTo>
                      <a:pt x="2" y="12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3" name="Freeform 6392">
                <a:extLst>
                  <a:ext uri="{FF2B5EF4-FFF2-40B4-BE49-F238E27FC236}">
                    <a16:creationId xmlns:a16="http://schemas.microsoft.com/office/drawing/2014/main" id="{7B34DAB9-22EF-47A3-BC24-E86D1DE59B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2" y="3846"/>
                <a:ext cx="9" cy="8"/>
              </a:xfrm>
              <a:custGeom>
                <a:avLst/>
                <a:gdLst>
                  <a:gd name="T0" fmla="*/ 4 w 9"/>
                  <a:gd name="T1" fmla="*/ 4 h 8"/>
                  <a:gd name="T2" fmla="*/ 2 w 9"/>
                  <a:gd name="T3" fmla="*/ 4 h 8"/>
                  <a:gd name="T4" fmla="*/ 0 w 9"/>
                  <a:gd name="T5" fmla="*/ 6 h 8"/>
                  <a:gd name="T6" fmla="*/ 4 w 9"/>
                  <a:gd name="T7" fmla="*/ 8 h 8"/>
                  <a:gd name="T8" fmla="*/ 7 w 9"/>
                  <a:gd name="T9" fmla="*/ 8 h 8"/>
                  <a:gd name="T10" fmla="*/ 9 w 9"/>
                  <a:gd name="T11" fmla="*/ 4 h 8"/>
                  <a:gd name="T12" fmla="*/ 5 w 9"/>
                  <a:gd name="T13" fmla="*/ 0 h 8"/>
                  <a:gd name="T14" fmla="*/ 4 w 9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4" y="4"/>
                    </a:moveTo>
                    <a:lnTo>
                      <a:pt x="2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4" name="Freeform 6393">
                <a:extLst>
                  <a:ext uri="{FF2B5EF4-FFF2-40B4-BE49-F238E27FC236}">
                    <a16:creationId xmlns:a16="http://schemas.microsoft.com/office/drawing/2014/main" id="{571AB878-57A2-48CA-A6B0-2B0870EE510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277" y="1781"/>
                <a:ext cx="125" cy="78"/>
              </a:xfrm>
              <a:custGeom>
                <a:avLst/>
                <a:gdLst>
                  <a:gd name="T0" fmla="*/ 45 w 125"/>
                  <a:gd name="T1" fmla="*/ 72 h 78"/>
                  <a:gd name="T2" fmla="*/ 47 w 125"/>
                  <a:gd name="T3" fmla="*/ 76 h 78"/>
                  <a:gd name="T4" fmla="*/ 54 w 125"/>
                  <a:gd name="T5" fmla="*/ 74 h 78"/>
                  <a:gd name="T6" fmla="*/ 67 w 125"/>
                  <a:gd name="T7" fmla="*/ 72 h 78"/>
                  <a:gd name="T8" fmla="*/ 78 w 125"/>
                  <a:gd name="T9" fmla="*/ 69 h 78"/>
                  <a:gd name="T10" fmla="*/ 84 w 125"/>
                  <a:gd name="T11" fmla="*/ 65 h 78"/>
                  <a:gd name="T12" fmla="*/ 90 w 125"/>
                  <a:gd name="T13" fmla="*/ 65 h 78"/>
                  <a:gd name="T14" fmla="*/ 106 w 125"/>
                  <a:gd name="T15" fmla="*/ 54 h 78"/>
                  <a:gd name="T16" fmla="*/ 114 w 125"/>
                  <a:gd name="T17" fmla="*/ 48 h 78"/>
                  <a:gd name="T18" fmla="*/ 114 w 125"/>
                  <a:gd name="T19" fmla="*/ 43 h 78"/>
                  <a:gd name="T20" fmla="*/ 121 w 125"/>
                  <a:gd name="T21" fmla="*/ 43 h 78"/>
                  <a:gd name="T22" fmla="*/ 119 w 125"/>
                  <a:gd name="T23" fmla="*/ 33 h 78"/>
                  <a:gd name="T24" fmla="*/ 125 w 125"/>
                  <a:gd name="T25" fmla="*/ 28 h 78"/>
                  <a:gd name="T26" fmla="*/ 112 w 125"/>
                  <a:gd name="T27" fmla="*/ 20 h 78"/>
                  <a:gd name="T28" fmla="*/ 116 w 125"/>
                  <a:gd name="T29" fmla="*/ 13 h 78"/>
                  <a:gd name="T30" fmla="*/ 110 w 125"/>
                  <a:gd name="T31" fmla="*/ 11 h 78"/>
                  <a:gd name="T32" fmla="*/ 117 w 125"/>
                  <a:gd name="T33" fmla="*/ 5 h 78"/>
                  <a:gd name="T34" fmla="*/ 103 w 125"/>
                  <a:gd name="T35" fmla="*/ 11 h 78"/>
                  <a:gd name="T36" fmla="*/ 101 w 125"/>
                  <a:gd name="T37" fmla="*/ 5 h 78"/>
                  <a:gd name="T38" fmla="*/ 93 w 125"/>
                  <a:gd name="T39" fmla="*/ 2 h 78"/>
                  <a:gd name="T40" fmla="*/ 90 w 125"/>
                  <a:gd name="T41" fmla="*/ 9 h 78"/>
                  <a:gd name="T42" fmla="*/ 82 w 125"/>
                  <a:gd name="T43" fmla="*/ 11 h 78"/>
                  <a:gd name="T44" fmla="*/ 75 w 125"/>
                  <a:gd name="T45" fmla="*/ 9 h 78"/>
                  <a:gd name="T46" fmla="*/ 69 w 125"/>
                  <a:gd name="T47" fmla="*/ 13 h 78"/>
                  <a:gd name="T48" fmla="*/ 58 w 125"/>
                  <a:gd name="T49" fmla="*/ 15 h 78"/>
                  <a:gd name="T50" fmla="*/ 56 w 125"/>
                  <a:gd name="T51" fmla="*/ 15 h 78"/>
                  <a:gd name="T52" fmla="*/ 47 w 125"/>
                  <a:gd name="T53" fmla="*/ 11 h 78"/>
                  <a:gd name="T54" fmla="*/ 47 w 125"/>
                  <a:gd name="T55" fmla="*/ 24 h 78"/>
                  <a:gd name="T56" fmla="*/ 41 w 125"/>
                  <a:gd name="T57" fmla="*/ 26 h 78"/>
                  <a:gd name="T58" fmla="*/ 37 w 125"/>
                  <a:gd name="T59" fmla="*/ 26 h 78"/>
                  <a:gd name="T60" fmla="*/ 37 w 125"/>
                  <a:gd name="T61" fmla="*/ 20 h 78"/>
                  <a:gd name="T62" fmla="*/ 37 w 125"/>
                  <a:gd name="T63" fmla="*/ 13 h 78"/>
                  <a:gd name="T64" fmla="*/ 34 w 125"/>
                  <a:gd name="T65" fmla="*/ 7 h 78"/>
                  <a:gd name="T66" fmla="*/ 26 w 125"/>
                  <a:gd name="T67" fmla="*/ 2 h 78"/>
                  <a:gd name="T68" fmla="*/ 19 w 125"/>
                  <a:gd name="T69" fmla="*/ 5 h 78"/>
                  <a:gd name="T70" fmla="*/ 26 w 125"/>
                  <a:gd name="T71" fmla="*/ 11 h 78"/>
                  <a:gd name="T72" fmla="*/ 19 w 125"/>
                  <a:gd name="T73" fmla="*/ 5 h 78"/>
                  <a:gd name="T74" fmla="*/ 11 w 125"/>
                  <a:gd name="T75" fmla="*/ 7 h 78"/>
                  <a:gd name="T76" fmla="*/ 9 w 125"/>
                  <a:gd name="T77" fmla="*/ 17 h 78"/>
                  <a:gd name="T78" fmla="*/ 6 w 125"/>
                  <a:gd name="T79" fmla="*/ 18 h 78"/>
                  <a:gd name="T80" fmla="*/ 6 w 125"/>
                  <a:gd name="T81" fmla="*/ 26 h 78"/>
                  <a:gd name="T82" fmla="*/ 15 w 125"/>
                  <a:gd name="T83" fmla="*/ 22 h 78"/>
                  <a:gd name="T84" fmla="*/ 21 w 125"/>
                  <a:gd name="T85" fmla="*/ 26 h 78"/>
                  <a:gd name="T86" fmla="*/ 26 w 125"/>
                  <a:gd name="T87" fmla="*/ 26 h 78"/>
                  <a:gd name="T88" fmla="*/ 26 w 125"/>
                  <a:gd name="T89" fmla="*/ 28 h 78"/>
                  <a:gd name="T90" fmla="*/ 26 w 125"/>
                  <a:gd name="T91" fmla="*/ 33 h 78"/>
                  <a:gd name="T92" fmla="*/ 21 w 125"/>
                  <a:gd name="T93" fmla="*/ 31 h 78"/>
                  <a:gd name="T94" fmla="*/ 17 w 125"/>
                  <a:gd name="T95" fmla="*/ 33 h 78"/>
                  <a:gd name="T96" fmla="*/ 8 w 125"/>
                  <a:gd name="T97" fmla="*/ 33 h 78"/>
                  <a:gd name="T98" fmla="*/ 6 w 125"/>
                  <a:gd name="T99" fmla="*/ 43 h 78"/>
                  <a:gd name="T100" fmla="*/ 21 w 125"/>
                  <a:gd name="T101" fmla="*/ 43 h 78"/>
                  <a:gd name="T102" fmla="*/ 23 w 125"/>
                  <a:gd name="T103" fmla="*/ 48 h 78"/>
                  <a:gd name="T104" fmla="*/ 24 w 125"/>
                  <a:gd name="T105" fmla="*/ 52 h 78"/>
                  <a:gd name="T106" fmla="*/ 23 w 125"/>
                  <a:gd name="T107" fmla="*/ 56 h 78"/>
                  <a:gd name="T108" fmla="*/ 17 w 125"/>
                  <a:gd name="T109" fmla="*/ 54 h 78"/>
                  <a:gd name="T110" fmla="*/ 15 w 125"/>
                  <a:gd name="T111" fmla="*/ 65 h 78"/>
                  <a:gd name="T112" fmla="*/ 28 w 125"/>
                  <a:gd name="T113" fmla="*/ 67 h 78"/>
                  <a:gd name="T114" fmla="*/ 36 w 125"/>
                  <a:gd name="T115" fmla="*/ 65 h 78"/>
                  <a:gd name="T116" fmla="*/ 73 w 125"/>
                  <a:gd name="T117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5" h="78">
                    <a:moveTo>
                      <a:pt x="39" y="65"/>
                    </a:moveTo>
                    <a:lnTo>
                      <a:pt x="39" y="67"/>
                    </a:lnTo>
                    <a:lnTo>
                      <a:pt x="43" y="7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4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7" y="72"/>
                    </a:lnTo>
                    <a:lnTo>
                      <a:pt x="49" y="71"/>
                    </a:lnTo>
                    <a:lnTo>
                      <a:pt x="50" y="71"/>
                    </a:lnTo>
                    <a:lnTo>
                      <a:pt x="54" y="74"/>
                    </a:lnTo>
                    <a:lnTo>
                      <a:pt x="62" y="74"/>
                    </a:lnTo>
                    <a:lnTo>
                      <a:pt x="63" y="76"/>
                    </a:lnTo>
                    <a:lnTo>
                      <a:pt x="69" y="74"/>
                    </a:lnTo>
                    <a:lnTo>
                      <a:pt x="67" y="72"/>
                    </a:lnTo>
                    <a:lnTo>
                      <a:pt x="71" y="72"/>
                    </a:lnTo>
                    <a:lnTo>
                      <a:pt x="75" y="69"/>
                    </a:lnTo>
                    <a:lnTo>
                      <a:pt x="75" y="67"/>
                    </a:lnTo>
                    <a:lnTo>
                      <a:pt x="78" y="69"/>
                    </a:lnTo>
                    <a:lnTo>
                      <a:pt x="80" y="67"/>
                    </a:lnTo>
                    <a:lnTo>
                      <a:pt x="82" y="67"/>
                    </a:lnTo>
                    <a:lnTo>
                      <a:pt x="84" y="65"/>
                    </a:lnTo>
                    <a:lnTo>
                      <a:pt x="84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6" y="67"/>
                    </a:lnTo>
                    <a:lnTo>
                      <a:pt x="90" y="65"/>
                    </a:lnTo>
                    <a:lnTo>
                      <a:pt x="95" y="59"/>
                    </a:lnTo>
                    <a:lnTo>
                      <a:pt x="97" y="58"/>
                    </a:lnTo>
                    <a:lnTo>
                      <a:pt x="104" y="56"/>
                    </a:lnTo>
                    <a:lnTo>
                      <a:pt x="106" y="54"/>
                    </a:lnTo>
                    <a:lnTo>
                      <a:pt x="110" y="54"/>
                    </a:lnTo>
                    <a:lnTo>
                      <a:pt x="114" y="52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6" y="46"/>
                    </a:lnTo>
                    <a:lnTo>
                      <a:pt x="114" y="43"/>
                    </a:lnTo>
                    <a:lnTo>
                      <a:pt x="114" y="43"/>
                    </a:lnTo>
                    <a:lnTo>
                      <a:pt x="116" y="44"/>
                    </a:lnTo>
                    <a:lnTo>
                      <a:pt x="116" y="46"/>
                    </a:lnTo>
                    <a:lnTo>
                      <a:pt x="119" y="46"/>
                    </a:lnTo>
                    <a:lnTo>
                      <a:pt x="121" y="43"/>
                    </a:lnTo>
                    <a:lnTo>
                      <a:pt x="121" y="39"/>
                    </a:lnTo>
                    <a:lnTo>
                      <a:pt x="117" y="37"/>
                    </a:lnTo>
                    <a:lnTo>
                      <a:pt x="117" y="35"/>
                    </a:lnTo>
                    <a:lnTo>
                      <a:pt x="119" y="33"/>
                    </a:lnTo>
                    <a:lnTo>
                      <a:pt x="119" y="31"/>
                    </a:lnTo>
                    <a:lnTo>
                      <a:pt x="121" y="30"/>
                    </a:lnTo>
                    <a:lnTo>
                      <a:pt x="123" y="30"/>
                    </a:lnTo>
                    <a:lnTo>
                      <a:pt x="125" y="28"/>
                    </a:lnTo>
                    <a:lnTo>
                      <a:pt x="123" y="24"/>
                    </a:lnTo>
                    <a:lnTo>
                      <a:pt x="117" y="24"/>
                    </a:lnTo>
                    <a:lnTo>
                      <a:pt x="116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4" y="18"/>
                    </a:lnTo>
                    <a:lnTo>
                      <a:pt x="116" y="17"/>
                    </a:lnTo>
                    <a:lnTo>
                      <a:pt x="116" y="13"/>
                    </a:lnTo>
                    <a:lnTo>
                      <a:pt x="112" y="11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10" y="11"/>
                    </a:lnTo>
                    <a:lnTo>
                      <a:pt x="112" y="11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7" y="5"/>
                    </a:lnTo>
                    <a:lnTo>
                      <a:pt x="112" y="3"/>
                    </a:lnTo>
                    <a:lnTo>
                      <a:pt x="108" y="3"/>
                    </a:lnTo>
                    <a:lnTo>
                      <a:pt x="104" y="9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3" y="9"/>
                    </a:lnTo>
                    <a:lnTo>
                      <a:pt x="103" y="7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2"/>
                    </a:lnTo>
                    <a:lnTo>
                      <a:pt x="91" y="5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6" y="7"/>
                    </a:lnTo>
                    <a:lnTo>
                      <a:pt x="82" y="11"/>
                    </a:lnTo>
                    <a:lnTo>
                      <a:pt x="82" y="13"/>
                    </a:lnTo>
                    <a:lnTo>
                      <a:pt x="80" y="13"/>
                    </a:lnTo>
                    <a:lnTo>
                      <a:pt x="78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1" y="9"/>
                    </a:lnTo>
                    <a:lnTo>
                      <a:pt x="71" y="13"/>
                    </a:lnTo>
                    <a:lnTo>
                      <a:pt x="69" y="13"/>
                    </a:lnTo>
                    <a:lnTo>
                      <a:pt x="69" y="9"/>
                    </a:lnTo>
                    <a:lnTo>
                      <a:pt x="65" y="7"/>
                    </a:lnTo>
                    <a:lnTo>
                      <a:pt x="60" y="11"/>
                    </a:lnTo>
                    <a:lnTo>
                      <a:pt x="58" y="15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6" y="18"/>
                    </a:lnTo>
                    <a:lnTo>
                      <a:pt x="56" y="15"/>
                    </a:lnTo>
                    <a:lnTo>
                      <a:pt x="54" y="15"/>
                    </a:lnTo>
                    <a:lnTo>
                      <a:pt x="54" y="9"/>
                    </a:lnTo>
                    <a:lnTo>
                      <a:pt x="50" y="7"/>
                    </a:lnTo>
                    <a:lnTo>
                      <a:pt x="47" y="11"/>
                    </a:lnTo>
                    <a:lnTo>
                      <a:pt x="47" y="18"/>
                    </a:lnTo>
                    <a:lnTo>
                      <a:pt x="49" y="20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1" y="24"/>
                    </a:lnTo>
                    <a:lnTo>
                      <a:pt x="41" y="26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41" y="17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9" y="11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6" y="2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19" y="5"/>
                    </a:lnTo>
                    <a:lnTo>
                      <a:pt x="15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1" y="28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6"/>
                    </a:lnTo>
                    <a:lnTo>
                      <a:pt x="23" y="26"/>
                    </a:lnTo>
                    <a:lnTo>
                      <a:pt x="24" y="24"/>
                    </a:lnTo>
                    <a:lnTo>
                      <a:pt x="24" y="26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6" y="26"/>
                    </a:lnTo>
                    <a:lnTo>
                      <a:pt x="28" y="28"/>
                    </a:lnTo>
                    <a:lnTo>
                      <a:pt x="26" y="28"/>
                    </a:lnTo>
                    <a:lnTo>
                      <a:pt x="23" y="30"/>
                    </a:lnTo>
                    <a:lnTo>
                      <a:pt x="21" y="31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3" y="35"/>
                    </a:lnTo>
                    <a:lnTo>
                      <a:pt x="21" y="33"/>
                    </a:lnTo>
                    <a:lnTo>
                      <a:pt x="21" y="31"/>
                    </a:lnTo>
                    <a:lnTo>
                      <a:pt x="19" y="31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2" y="33"/>
                    </a:lnTo>
                    <a:lnTo>
                      <a:pt x="6" y="39"/>
                    </a:lnTo>
                    <a:lnTo>
                      <a:pt x="6" y="43"/>
                    </a:lnTo>
                    <a:lnTo>
                      <a:pt x="11" y="43"/>
                    </a:lnTo>
                    <a:lnTo>
                      <a:pt x="11" y="41"/>
                    </a:lnTo>
                    <a:lnTo>
                      <a:pt x="15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6"/>
                    </a:lnTo>
                    <a:lnTo>
                      <a:pt x="23" y="48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56"/>
                    </a:lnTo>
                    <a:lnTo>
                      <a:pt x="23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5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3" y="65"/>
                    </a:lnTo>
                    <a:lnTo>
                      <a:pt x="28" y="67"/>
                    </a:lnTo>
                    <a:lnTo>
                      <a:pt x="32" y="65"/>
                    </a:lnTo>
                    <a:lnTo>
                      <a:pt x="34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7" y="67"/>
                    </a:lnTo>
                    <a:lnTo>
                      <a:pt x="39" y="65"/>
                    </a:lnTo>
                    <a:close/>
                    <a:moveTo>
                      <a:pt x="71" y="15"/>
                    </a:moveTo>
                    <a:lnTo>
                      <a:pt x="73" y="18"/>
                    </a:lnTo>
                    <a:lnTo>
                      <a:pt x="71" y="15"/>
                    </a:lnTo>
                    <a:lnTo>
                      <a:pt x="71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5" name="Freeform 6394">
                <a:extLst>
                  <a:ext uri="{FF2B5EF4-FFF2-40B4-BE49-F238E27FC236}">
                    <a16:creationId xmlns:a16="http://schemas.microsoft.com/office/drawing/2014/main" id="{7D9060CD-600A-499D-855E-EE44437FBA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70" y="2618"/>
                <a:ext cx="11" cy="4"/>
              </a:xfrm>
              <a:custGeom>
                <a:avLst/>
                <a:gdLst>
                  <a:gd name="T0" fmla="*/ 8 w 11"/>
                  <a:gd name="T1" fmla="*/ 0 h 4"/>
                  <a:gd name="T2" fmla="*/ 0 w 11"/>
                  <a:gd name="T3" fmla="*/ 4 h 4"/>
                  <a:gd name="T4" fmla="*/ 11 w 11"/>
                  <a:gd name="T5" fmla="*/ 4 h 4"/>
                  <a:gd name="T6" fmla="*/ 8 w 1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8" y="0"/>
                    </a:moveTo>
                    <a:lnTo>
                      <a:pt x="0" y="4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6" name="Freeform 6395">
                <a:extLst>
                  <a:ext uri="{FF2B5EF4-FFF2-40B4-BE49-F238E27FC236}">
                    <a16:creationId xmlns:a16="http://schemas.microsoft.com/office/drawing/2014/main" id="{551350CC-D419-4484-A5FA-C22B5003B5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16"/>
                <a:ext cx="8" cy="9"/>
              </a:xfrm>
              <a:custGeom>
                <a:avLst/>
                <a:gdLst>
                  <a:gd name="T0" fmla="*/ 8 w 8"/>
                  <a:gd name="T1" fmla="*/ 6 h 9"/>
                  <a:gd name="T2" fmla="*/ 4 w 8"/>
                  <a:gd name="T3" fmla="*/ 0 h 9"/>
                  <a:gd name="T4" fmla="*/ 0 w 8"/>
                  <a:gd name="T5" fmla="*/ 6 h 9"/>
                  <a:gd name="T6" fmla="*/ 6 w 8"/>
                  <a:gd name="T7" fmla="*/ 9 h 9"/>
                  <a:gd name="T8" fmla="*/ 8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6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6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7" name="Freeform 6396">
                <a:extLst>
                  <a:ext uri="{FF2B5EF4-FFF2-40B4-BE49-F238E27FC236}">
                    <a16:creationId xmlns:a16="http://schemas.microsoft.com/office/drawing/2014/main" id="{72FF9A2C-0A61-44C4-8C96-71D8BFC11D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8" y="2622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4 w 9"/>
                  <a:gd name="T3" fmla="*/ 0 h 7"/>
                  <a:gd name="T4" fmla="*/ 0 w 9"/>
                  <a:gd name="T5" fmla="*/ 1 h 7"/>
                  <a:gd name="T6" fmla="*/ 2 w 9"/>
                  <a:gd name="T7" fmla="*/ 5 h 7"/>
                  <a:gd name="T8" fmla="*/ 9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8" name="Freeform 6397">
                <a:extLst>
                  <a:ext uri="{FF2B5EF4-FFF2-40B4-BE49-F238E27FC236}">
                    <a16:creationId xmlns:a16="http://schemas.microsoft.com/office/drawing/2014/main" id="{0A7CB745-A52D-47B8-A3FC-47004CAAF1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25"/>
                <a:ext cx="10" cy="6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0 h 6"/>
                  <a:gd name="T4" fmla="*/ 0 w 10"/>
                  <a:gd name="T5" fmla="*/ 4 h 6"/>
                  <a:gd name="T6" fmla="*/ 4 w 10"/>
                  <a:gd name="T7" fmla="*/ 6 h 6"/>
                  <a:gd name="T8" fmla="*/ 10 w 10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9" name="Freeform 6398">
                <a:extLst>
                  <a:ext uri="{FF2B5EF4-FFF2-40B4-BE49-F238E27FC236}">
                    <a16:creationId xmlns:a16="http://schemas.microsoft.com/office/drawing/2014/main" id="{D019D4D3-4B76-4767-ACF1-C4EC6657D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4" y="2612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4 w 10"/>
                  <a:gd name="T3" fmla="*/ 0 h 8"/>
                  <a:gd name="T4" fmla="*/ 0 w 10"/>
                  <a:gd name="T5" fmla="*/ 2 h 8"/>
                  <a:gd name="T6" fmla="*/ 0 w 10"/>
                  <a:gd name="T7" fmla="*/ 4 h 8"/>
                  <a:gd name="T8" fmla="*/ 6 w 10"/>
                  <a:gd name="T9" fmla="*/ 8 h 8"/>
                  <a:gd name="T10" fmla="*/ 6 w 10"/>
                  <a:gd name="T11" fmla="*/ 4 h 8"/>
                  <a:gd name="T12" fmla="*/ 10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0" name="Freeform 6399">
                <a:extLst>
                  <a:ext uri="{FF2B5EF4-FFF2-40B4-BE49-F238E27FC236}">
                    <a16:creationId xmlns:a16="http://schemas.microsoft.com/office/drawing/2014/main" id="{E8C81CF1-9521-45DF-9392-CAD045F27F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63" y="2614"/>
                <a:ext cx="11" cy="4"/>
              </a:xfrm>
              <a:custGeom>
                <a:avLst/>
                <a:gdLst>
                  <a:gd name="T0" fmla="*/ 11 w 11"/>
                  <a:gd name="T1" fmla="*/ 2 h 4"/>
                  <a:gd name="T2" fmla="*/ 4 w 11"/>
                  <a:gd name="T3" fmla="*/ 0 h 4"/>
                  <a:gd name="T4" fmla="*/ 0 w 11"/>
                  <a:gd name="T5" fmla="*/ 4 h 4"/>
                  <a:gd name="T6" fmla="*/ 7 w 11"/>
                  <a:gd name="T7" fmla="*/ 4 h 4"/>
                  <a:gd name="T8" fmla="*/ 11 w 1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11" y="2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7" y="4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1" name="Freeform 6400">
                <a:extLst>
                  <a:ext uri="{FF2B5EF4-FFF2-40B4-BE49-F238E27FC236}">
                    <a16:creationId xmlns:a16="http://schemas.microsoft.com/office/drawing/2014/main" id="{975E6474-ABA8-491D-819E-352A3C9144C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0" y="2609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8 w 28"/>
                  <a:gd name="T3" fmla="*/ 11 h 11"/>
                  <a:gd name="T4" fmla="*/ 10 w 28"/>
                  <a:gd name="T5" fmla="*/ 11 h 11"/>
                  <a:gd name="T6" fmla="*/ 15 w 28"/>
                  <a:gd name="T7" fmla="*/ 11 h 11"/>
                  <a:gd name="T8" fmla="*/ 17 w 28"/>
                  <a:gd name="T9" fmla="*/ 11 h 11"/>
                  <a:gd name="T10" fmla="*/ 23 w 28"/>
                  <a:gd name="T11" fmla="*/ 9 h 11"/>
                  <a:gd name="T12" fmla="*/ 28 w 28"/>
                  <a:gd name="T13" fmla="*/ 3 h 11"/>
                  <a:gd name="T14" fmla="*/ 23 w 28"/>
                  <a:gd name="T15" fmla="*/ 1 h 11"/>
                  <a:gd name="T16" fmla="*/ 23 w 28"/>
                  <a:gd name="T17" fmla="*/ 1 h 11"/>
                  <a:gd name="T18" fmla="*/ 21 w 28"/>
                  <a:gd name="T19" fmla="*/ 0 h 11"/>
                  <a:gd name="T20" fmla="*/ 15 w 28"/>
                  <a:gd name="T21" fmla="*/ 0 h 11"/>
                  <a:gd name="T22" fmla="*/ 4 w 28"/>
                  <a:gd name="T23" fmla="*/ 0 h 11"/>
                  <a:gd name="T24" fmla="*/ 2 w 28"/>
                  <a:gd name="T25" fmla="*/ 1 h 11"/>
                  <a:gd name="T26" fmla="*/ 0 w 28"/>
                  <a:gd name="T27" fmla="*/ 3 h 11"/>
                  <a:gd name="T28" fmla="*/ 0 w 28"/>
                  <a:gd name="T29" fmla="*/ 5 h 11"/>
                  <a:gd name="T30" fmla="*/ 0 w 28"/>
                  <a:gd name="T31" fmla="*/ 7 h 11"/>
                  <a:gd name="T32" fmla="*/ 2 w 28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1">
                    <a:moveTo>
                      <a:pt x="2" y="11"/>
                    </a:moveTo>
                    <a:lnTo>
                      <a:pt x="8" y="11"/>
                    </a:lnTo>
                    <a:lnTo>
                      <a:pt x="10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23" y="9"/>
                    </a:lnTo>
                    <a:lnTo>
                      <a:pt x="28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2" name="Freeform 6401">
                <a:extLst>
                  <a:ext uri="{FF2B5EF4-FFF2-40B4-BE49-F238E27FC236}">
                    <a16:creationId xmlns:a16="http://schemas.microsoft.com/office/drawing/2014/main" id="{7A6E21D2-7ECA-49EB-B096-00DBA3F1BC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2" y="2584"/>
                <a:ext cx="87" cy="41"/>
              </a:xfrm>
              <a:custGeom>
                <a:avLst/>
                <a:gdLst>
                  <a:gd name="T0" fmla="*/ 46 w 47"/>
                  <a:gd name="T1" fmla="*/ 15 h 22"/>
                  <a:gd name="T2" fmla="*/ 47 w 47"/>
                  <a:gd name="T3" fmla="*/ 11 h 22"/>
                  <a:gd name="T4" fmla="*/ 42 w 47"/>
                  <a:gd name="T5" fmla="*/ 9 h 22"/>
                  <a:gd name="T6" fmla="*/ 39 w 47"/>
                  <a:gd name="T7" fmla="*/ 9 h 22"/>
                  <a:gd name="T8" fmla="*/ 40 w 47"/>
                  <a:gd name="T9" fmla="*/ 8 h 22"/>
                  <a:gd name="T10" fmla="*/ 40 w 47"/>
                  <a:gd name="T11" fmla="*/ 6 h 22"/>
                  <a:gd name="T12" fmla="*/ 37 w 47"/>
                  <a:gd name="T13" fmla="*/ 6 h 22"/>
                  <a:gd name="T14" fmla="*/ 34 w 47"/>
                  <a:gd name="T15" fmla="*/ 4 h 22"/>
                  <a:gd name="T16" fmla="*/ 33 w 47"/>
                  <a:gd name="T17" fmla="*/ 3 h 22"/>
                  <a:gd name="T18" fmla="*/ 26 w 47"/>
                  <a:gd name="T19" fmla="*/ 2 h 22"/>
                  <a:gd name="T20" fmla="*/ 22 w 47"/>
                  <a:gd name="T21" fmla="*/ 2 h 22"/>
                  <a:gd name="T22" fmla="*/ 21 w 47"/>
                  <a:gd name="T23" fmla="*/ 3 h 22"/>
                  <a:gd name="T24" fmla="*/ 20 w 47"/>
                  <a:gd name="T25" fmla="*/ 3 h 22"/>
                  <a:gd name="T26" fmla="*/ 17 w 47"/>
                  <a:gd name="T27" fmla="*/ 2 h 22"/>
                  <a:gd name="T28" fmla="*/ 19 w 47"/>
                  <a:gd name="T29" fmla="*/ 2 h 22"/>
                  <a:gd name="T30" fmla="*/ 11 w 47"/>
                  <a:gd name="T31" fmla="*/ 1 h 22"/>
                  <a:gd name="T32" fmla="*/ 13 w 47"/>
                  <a:gd name="T33" fmla="*/ 2 h 22"/>
                  <a:gd name="T34" fmla="*/ 9 w 47"/>
                  <a:gd name="T35" fmla="*/ 2 h 22"/>
                  <a:gd name="T36" fmla="*/ 8 w 47"/>
                  <a:gd name="T37" fmla="*/ 4 h 22"/>
                  <a:gd name="T38" fmla="*/ 13 w 47"/>
                  <a:gd name="T39" fmla="*/ 6 h 22"/>
                  <a:gd name="T40" fmla="*/ 14 w 47"/>
                  <a:gd name="T41" fmla="*/ 8 h 22"/>
                  <a:gd name="T42" fmla="*/ 14 w 47"/>
                  <a:gd name="T43" fmla="*/ 11 h 22"/>
                  <a:gd name="T44" fmla="*/ 17 w 47"/>
                  <a:gd name="T45" fmla="*/ 13 h 22"/>
                  <a:gd name="T46" fmla="*/ 14 w 47"/>
                  <a:gd name="T47" fmla="*/ 13 h 22"/>
                  <a:gd name="T48" fmla="*/ 12 w 47"/>
                  <a:gd name="T49" fmla="*/ 13 h 22"/>
                  <a:gd name="T50" fmla="*/ 9 w 47"/>
                  <a:gd name="T51" fmla="*/ 12 h 22"/>
                  <a:gd name="T52" fmla="*/ 7 w 47"/>
                  <a:gd name="T53" fmla="*/ 12 h 22"/>
                  <a:gd name="T54" fmla="*/ 4 w 47"/>
                  <a:gd name="T55" fmla="*/ 12 h 22"/>
                  <a:gd name="T56" fmla="*/ 1 w 47"/>
                  <a:gd name="T57" fmla="*/ 12 h 22"/>
                  <a:gd name="T58" fmla="*/ 1 w 47"/>
                  <a:gd name="T59" fmla="*/ 15 h 22"/>
                  <a:gd name="T60" fmla="*/ 4 w 47"/>
                  <a:gd name="T61" fmla="*/ 18 h 22"/>
                  <a:gd name="T62" fmla="*/ 6 w 47"/>
                  <a:gd name="T63" fmla="*/ 16 h 22"/>
                  <a:gd name="T64" fmla="*/ 9 w 47"/>
                  <a:gd name="T65" fmla="*/ 16 h 22"/>
                  <a:gd name="T66" fmla="*/ 15 w 47"/>
                  <a:gd name="T67" fmla="*/ 17 h 22"/>
                  <a:gd name="T68" fmla="*/ 17 w 47"/>
                  <a:gd name="T69" fmla="*/ 17 h 22"/>
                  <a:gd name="T70" fmla="*/ 18 w 47"/>
                  <a:gd name="T71" fmla="*/ 17 h 22"/>
                  <a:gd name="T72" fmla="*/ 19 w 47"/>
                  <a:gd name="T73" fmla="*/ 18 h 22"/>
                  <a:gd name="T74" fmla="*/ 20 w 47"/>
                  <a:gd name="T75" fmla="*/ 20 h 22"/>
                  <a:gd name="T76" fmla="*/ 22 w 47"/>
                  <a:gd name="T77" fmla="*/ 22 h 22"/>
                  <a:gd name="T78" fmla="*/ 25 w 47"/>
                  <a:gd name="T79" fmla="*/ 17 h 22"/>
                  <a:gd name="T80" fmla="*/ 25 w 47"/>
                  <a:gd name="T81" fmla="*/ 16 h 22"/>
                  <a:gd name="T82" fmla="*/ 27 w 47"/>
                  <a:gd name="T83" fmla="*/ 16 h 22"/>
                  <a:gd name="T84" fmla="*/ 28 w 47"/>
                  <a:gd name="T85" fmla="*/ 15 h 22"/>
                  <a:gd name="T86" fmla="*/ 30 w 47"/>
                  <a:gd name="T87" fmla="*/ 17 h 22"/>
                  <a:gd name="T88" fmla="*/ 34 w 47"/>
                  <a:gd name="T89" fmla="*/ 15 h 22"/>
                  <a:gd name="T90" fmla="*/ 38 w 47"/>
                  <a:gd name="T91" fmla="*/ 15 h 22"/>
                  <a:gd name="T92" fmla="*/ 41 w 47"/>
                  <a:gd name="T93" fmla="*/ 15 h 22"/>
                  <a:gd name="T94" fmla="*/ 43 w 47"/>
                  <a:gd name="T95" fmla="*/ 15 h 22"/>
                  <a:gd name="T96" fmla="*/ 43 w 47"/>
                  <a:gd name="T97" fmla="*/ 17 h 22"/>
                  <a:gd name="T98" fmla="*/ 47 w 47"/>
                  <a:gd name="T99" fmla="*/ 16 h 22"/>
                  <a:gd name="T100" fmla="*/ 45 w 47"/>
                  <a:gd name="T101" fmla="*/ 16 h 22"/>
                  <a:gd name="T102" fmla="*/ 46 w 47"/>
                  <a:gd name="T10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" h="22">
                    <a:moveTo>
                      <a:pt x="46" y="15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lnTo>
                      <a:pt x="4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3" name="Freeform 6402">
                <a:extLst>
                  <a:ext uri="{FF2B5EF4-FFF2-40B4-BE49-F238E27FC236}">
                    <a16:creationId xmlns:a16="http://schemas.microsoft.com/office/drawing/2014/main" id="{7A875C5F-774D-449C-9EC3-174E6FB53E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2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5 h 9"/>
                  <a:gd name="T4" fmla="*/ 2 w 10"/>
                  <a:gd name="T5" fmla="*/ 9 h 9"/>
                  <a:gd name="T6" fmla="*/ 4 w 10"/>
                  <a:gd name="T7" fmla="*/ 9 h 9"/>
                  <a:gd name="T8" fmla="*/ 10 w 10"/>
                  <a:gd name="T9" fmla="*/ 9 h 9"/>
                  <a:gd name="T10" fmla="*/ 10 w 10"/>
                  <a:gd name="T11" fmla="*/ 7 h 9"/>
                  <a:gd name="T12" fmla="*/ 10 w 10"/>
                  <a:gd name="T13" fmla="*/ 4 h 9"/>
                  <a:gd name="T14" fmla="*/ 8 w 10"/>
                  <a:gd name="T15" fmla="*/ 2 h 9"/>
                  <a:gd name="T16" fmla="*/ 8 w 10"/>
                  <a:gd name="T17" fmla="*/ 0 h 9"/>
                  <a:gd name="T18" fmla="*/ 6 w 10"/>
                  <a:gd name="T19" fmla="*/ 0 h 9"/>
                  <a:gd name="T20" fmla="*/ 2 w 10"/>
                  <a:gd name="T21" fmla="*/ 0 h 9"/>
                  <a:gd name="T22" fmla="*/ 0 w 10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4" name="Freeform 6403">
                <a:extLst>
                  <a:ext uri="{FF2B5EF4-FFF2-40B4-BE49-F238E27FC236}">
                    <a16:creationId xmlns:a16="http://schemas.microsoft.com/office/drawing/2014/main" id="{50DAA33D-3023-4518-891A-52FF05A2D8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3" y="1210"/>
                <a:ext cx="9" cy="10"/>
              </a:xfrm>
              <a:custGeom>
                <a:avLst/>
                <a:gdLst>
                  <a:gd name="T0" fmla="*/ 4 w 9"/>
                  <a:gd name="T1" fmla="*/ 8 h 10"/>
                  <a:gd name="T2" fmla="*/ 6 w 9"/>
                  <a:gd name="T3" fmla="*/ 10 h 10"/>
                  <a:gd name="T4" fmla="*/ 9 w 9"/>
                  <a:gd name="T5" fmla="*/ 10 h 10"/>
                  <a:gd name="T6" fmla="*/ 9 w 9"/>
                  <a:gd name="T7" fmla="*/ 6 h 10"/>
                  <a:gd name="T8" fmla="*/ 7 w 9"/>
                  <a:gd name="T9" fmla="*/ 4 h 10"/>
                  <a:gd name="T10" fmla="*/ 6 w 9"/>
                  <a:gd name="T11" fmla="*/ 4 h 10"/>
                  <a:gd name="T12" fmla="*/ 6 w 9"/>
                  <a:gd name="T13" fmla="*/ 2 h 10"/>
                  <a:gd name="T14" fmla="*/ 4 w 9"/>
                  <a:gd name="T15" fmla="*/ 0 h 10"/>
                  <a:gd name="T16" fmla="*/ 0 w 9"/>
                  <a:gd name="T17" fmla="*/ 2 h 10"/>
                  <a:gd name="T18" fmla="*/ 0 w 9"/>
                  <a:gd name="T19" fmla="*/ 4 h 10"/>
                  <a:gd name="T20" fmla="*/ 2 w 9"/>
                  <a:gd name="T21" fmla="*/ 8 h 10"/>
                  <a:gd name="T22" fmla="*/ 4 w 9"/>
                  <a:gd name="T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4" y="8"/>
                    </a:moveTo>
                    <a:lnTo>
                      <a:pt x="6" y="10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5" name="Freeform 6404">
                <a:extLst>
                  <a:ext uri="{FF2B5EF4-FFF2-40B4-BE49-F238E27FC236}">
                    <a16:creationId xmlns:a16="http://schemas.microsoft.com/office/drawing/2014/main" id="{2E8475E8-B8D3-4517-AAC9-9CF187646D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7" y="1188"/>
                <a:ext cx="8" cy="13"/>
              </a:xfrm>
              <a:custGeom>
                <a:avLst/>
                <a:gdLst>
                  <a:gd name="T0" fmla="*/ 4 w 8"/>
                  <a:gd name="T1" fmla="*/ 7 h 13"/>
                  <a:gd name="T2" fmla="*/ 2 w 8"/>
                  <a:gd name="T3" fmla="*/ 9 h 13"/>
                  <a:gd name="T4" fmla="*/ 2 w 8"/>
                  <a:gd name="T5" fmla="*/ 11 h 13"/>
                  <a:gd name="T6" fmla="*/ 4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8 w 8"/>
                  <a:gd name="T13" fmla="*/ 7 h 13"/>
                  <a:gd name="T14" fmla="*/ 6 w 8"/>
                  <a:gd name="T15" fmla="*/ 7 h 13"/>
                  <a:gd name="T16" fmla="*/ 6 w 8"/>
                  <a:gd name="T17" fmla="*/ 7 h 13"/>
                  <a:gd name="T18" fmla="*/ 6 w 8"/>
                  <a:gd name="T19" fmla="*/ 5 h 13"/>
                  <a:gd name="T20" fmla="*/ 6 w 8"/>
                  <a:gd name="T21" fmla="*/ 4 h 13"/>
                  <a:gd name="T22" fmla="*/ 6 w 8"/>
                  <a:gd name="T23" fmla="*/ 0 h 13"/>
                  <a:gd name="T24" fmla="*/ 2 w 8"/>
                  <a:gd name="T25" fmla="*/ 0 h 13"/>
                  <a:gd name="T26" fmla="*/ 0 w 8"/>
                  <a:gd name="T27" fmla="*/ 4 h 13"/>
                  <a:gd name="T28" fmla="*/ 2 w 8"/>
                  <a:gd name="T29" fmla="*/ 7 h 13"/>
                  <a:gd name="T30" fmla="*/ 4 w 8"/>
                  <a:gd name="T3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4" y="7"/>
                    </a:moveTo>
                    <a:lnTo>
                      <a:pt x="2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6" name="Freeform 6405">
                <a:extLst>
                  <a:ext uri="{FF2B5EF4-FFF2-40B4-BE49-F238E27FC236}">
                    <a16:creationId xmlns:a16="http://schemas.microsoft.com/office/drawing/2014/main" id="{2EE1797B-A29B-455B-80D2-5A9E65B06C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94" y="1283"/>
                <a:ext cx="8" cy="13"/>
              </a:xfrm>
              <a:custGeom>
                <a:avLst/>
                <a:gdLst>
                  <a:gd name="T0" fmla="*/ 0 w 8"/>
                  <a:gd name="T1" fmla="*/ 11 h 13"/>
                  <a:gd name="T2" fmla="*/ 2 w 8"/>
                  <a:gd name="T3" fmla="*/ 13 h 13"/>
                  <a:gd name="T4" fmla="*/ 6 w 8"/>
                  <a:gd name="T5" fmla="*/ 11 h 13"/>
                  <a:gd name="T6" fmla="*/ 6 w 8"/>
                  <a:gd name="T7" fmla="*/ 7 h 13"/>
                  <a:gd name="T8" fmla="*/ 6 w 8"/>
                  <a:gd name="T9" fmla="*/ 6 h 13"/>
                  <a:gd name="T10" fmla="*/ 8 w 8"/>
                  <a:gd name="T11" fmla="*/ 2 h 13"/>
                  <a:gd name="T12" fmla="*/ 4 w 8"/>
                  <a:gd name="T13" fmla="*/ 0 h 13"/>
                  <a:gd name="T14" fmla="*/ 2 w 8"/>
                  <a:gd name="T15" fmla="*/ 2 h 13"/>
                  <a:gd name="T16" fmla="*/ 0 w 8"/>
                  <a:gd name="T17" fmla="*/ 6 h 13"/>
                  <a:gd name="T18" fmla="*/ 0 w 8"/>
                  <a:gd name="T19" fmla="*/ 7 h 13"/>
                  <a:gd name="T20" fmla="*/ 0 w 8"/>
                  <a:gd name="T2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3">
                    <a:moveTo>
                      <a:pt x="0" y="11"/>
                    </a:moveTo>
                    <a:lnTo>
                      <a:pt x="2" y="13"/>
                    </a:lnTo>
                    <a:lnTo>
                      <a:pt x="6" y="11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7" name="Freeform 6406">
                <a:extLst>
                  <a:ext uri="{FF2B5EF4-FFF2-40B4-BE49-F238E27FC236}">
                    <a16:creationId xmlns:a16="http://schemas.microsoft.com/office/drawing/2014/main" id="{AFC217DA-B9C0-4B73-8DE3-552B76AB988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229"/>
                <a:ext cx="9" cy="13"/>
              </a:xfrm>
              <a:custGeom>
                <a:avLst/>
                <a:gdLst>
                  <a:gd name="T0" fmla="*/ 2 w 9"/>
                  <a:gd name="T1" fmla="*/ 9 h 13"/>
                  <a:gd name="T2" fmla="*/ 3 w 9"/>
                  <a:gd name="T3" fmla="*/ 11 h 13"/>
                  <a:gd name="T4" fmla="*/ 5 w 9"/>
                  <a:gd name="T5" fmla="*/ 13 h 13"/>
                  <a:gd name="T6" fmla="*/ 7 w 9"/>
                  <a:gd name="T7" fmla="*/ 11 h 13"/>
                  <a:gd name="T8" fmla="*/ 9 w 9"/>
                  <a:gd name="T9" fmla="*/ 9 h 13"/>
                  <a:gd name="T10" fmla="*/ 7 w 9"/>
                  <a:gd name="T11" fmla="*/ 6 h 13"/>
                  <a:gd name="T12" fmla="*/ 5 w 9"/>
                  <a:gd name="T13" fmla="*/ 2 h 13"/>
                  <a:gd name="T14" fmla="*/ 3 w 9"/>
                  <a:gd name="T15" fmla="*/ 0 h 13"/>
                  <a:gd name="T16" fmla="*/ 0 w 9"/>
                  <a:gd name="T17" fmla="*/ 0 h 13"/>
                  <a:gd name="T18" fmla="*/ 0 w 9"/>
                  <a:gd name="T19" fmla="*/ 4 h 13"/>
                  <a:gd name="T20" fmla="*/ 2 w 9"/>
                  <a:gd name="T21" fmla="*/ 6 h 13"/>
                  <a:gd name="T22" fmla="*/ 2 w 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3">
                    <a:moveTo>
                      <a:pt x="2" y="9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8" name="Freeform 6407">
                <a:extLst>
                  <a:ext uri="{FF2B5EF4-FFF2-40B4-BE49-F238E27FC236}">
                    <a16:creationId xmlns:a16="http://schemas.microsoft.com/office/drawing/2014/main" id="{83B81E2A-2E54-4C73-9836-BA7FCD92AD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28" y="1236"/>
                <a:ext cx="6" cy="8"/>
              </a:xfrm>
              <a:custGeom>
                <a:avLst/>
                <a:gdLst>
                  <a:gd name="T0" fmla="*/ 6 w 6"/>
                  <a:gd name="T1" fmla="*/ 6 h 8"/>
                  <a:gd name="T2" fmla="*/ 4 w 6"/>
                  <a:gd name="T3" fmla="*/ 4 h 8"/>
                  <a:gd name="T4" fmla="*/ 4 w 6"/>
                  <a:gd name="T5" fmla="*/ 2 h 8"/>
                  <a:gd name="T6" fmla="*/ 4 w 6"/>
                  <a:gd name="T7" fmla="*/ 0 h 8"/>
                  <a:gd name="T8" fmla="*/ 0 w 6"/>
                  <a:gd name="T9" fmla="*/ 2 h 8"/>
                  <a:gd name="T10" fmla="*/ 0 w 6"/>
                  <a:gd name="T11" fmla="*/ 4 h 8"/>
                  <a:gd name="T12" fmla="*/ 4 w 6"/>
                  <a:gd name="T13" fmla="*/ 8 h 8"/>
                  <a:gd name="T14" fmla="*/ 6 w 6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6" y="6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9" name="Freeform 6408">
                <a:extLst>
                  <a:ext uri="{FF2B5EF4-FFF2-40B4-BE49-F238E27FC236}">
                    <a16:creationId xmlns:a16="http://schemas.microsoft.com/office/drawing/2014/main" id="{EDE6C348-1DD4-4A7E-BB90-93B121B146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64" y="164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2 w 6"/>
                  <a:gd name="T7" fmla="*/ 0 h 5"/>
                  <a:gd name="T8" fmla="*/ 0 w 6"/>
                  <a:gd name="T9" fmla="*/ 1 h 5"/>
                  <a:gd name="T10" fmla="*/ 2 w 6"/>
                  <a:gd name="T11" fmla="*/ 5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0" name="Freeform 6409">
                <a:extLst>
                  <a:ext uri="{FF2B5EF4-FFF2-40B4-BE49-F238E27FC236}">
                    <a16:creationId xmlns:a16="http://schemas.microsoft.com/office/drawing/2014/main" id="{FC784188-8BD5-4264-8BB6-03B28190B2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50" y="1747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1 w 5"/>
                  <a:gd name="T5" fmla="*/ 0 h 4"/>
                  <a:gd name="T6" fmla="*/ 0 w 5"/>
                  <a:gd name="T7" fmla="*/ 0 h 4"/>
                  <a:gd name="T8" fmla="*/ 1 w 5"/>
                  <a:gd name="T9" fmla="*/ 4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1" name="Freeform 6410">
                <a:extLst>
                  <a:ext uri="{FF2B5EF4-FFF2-40B4-BE49-F238E27FC236}">
                    <a16:creationId xmlns:a16="http://schemas.microsoft.com/office/drawing/2014/main" id="{8A2665B3-FFCC-4EF8-A05C-BC51CDDBFA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25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3 w 5"/>
                  <a:gd name="T3" fmla="*/ 0 h 4"/>
                  <a:gd name="T4" fmla="*/ 0 w 5"/>
                  <a:gd name="T5" fmla="*/ 2 h 4"/>
                  <a:gd name="T6" fmla="*/ 1 w 5"/>
                  <a:gd name="T7" fmla="*/ 4 h 4"/>
                  <a:gd name="T8" fmla="*/ 5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2" name="Freeform 6411">
                <a:extLst>
                  <a:ext uri="{FF2B5EF4-FFF2-40B4-BE49-F238E27FC236}">
                    <a16:creationId xmlns:a16="http://schemas.microsoft.com/office/drawing/2014/main" id="{2C1F5796-DC0A-413F-B265-510C16A733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68" y="1397"/>
                <a:ext cx="14" cy="9"/>
              </a:xfrm>
              <a:custGeom>
                <a:avLst/>
                <a:gdLst>
                  <a:gd name="T0" fmla="*/ 5 w 14"/>
                  <a:gd name="T1" fmla="*/ 0 h 9"/>
                  <a:gd name="T2" fmla="*/ 1 w 14"/>
                  <a:gd name="T3" fmla="*/ 0 h 9"/>
                  <a:gd name="T4" fmla="*/ 0 w 14"/>
                  <a:gd name="T5" fmla="*/ 3 h 9"/>
                  <a:gd name="T6" fmla="*/ 1 w 14"/>
                  <a:gd name="T7" fmla="*/ 7 h 9"/>
                  <a:gd name="T8" fmla="*/ 5 w 14"/>
                  <a:gd name="T9" fmla="*/ 7 h 9"/>
                  <a:gd name="T10" fmla="*/ 9 w 14"/>
                  <a:gd name="T11" fmla="*/ 9 h 9"/>
                  <a:gd name="T12" fmla="*/ 14 w 14"/>
                  <a:gd name="T13" fmla="*/ 5 h 9"/>
                  <a:gd name="T14" fmla="*/ 9 w 14"/>
                  <a:gd name="T15" fmla="*/ 2 h 9"/>
                  <a:gd name="T16" fmla="*/ 5 w 1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9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3" name="Freeform 6412">
                <a:extLst>
                  <a:ext uri="{FF2B5EF4-FFF2-40B4-BE49-F238E27FC236}">
                    <a16:creationId xmlns:a16="http://schemas.microsoft.com/office/drawing/2014/main" id="{9CE806C8-31A3-4AEB-9E53-157A658C92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81" y="1626"/>
                <a:ext cx="8" cy="11"/>
              </a:xfrm>
              <a:custGeom>
                <a:avLst/>
                <a:gdLst>
                  <a:gd name="T0" fmla="*/ 2 w 8"/>
                  <a:gd name="T1" fmla="*/ 4 h 11"/>
                  <a:gd name="T2" fmla="*/ 0 w 8"/>
                  <a:gd name="T3" fmla="*/ 6 h 11"/>
                  <a:gd name="T4" fmla="*/ 0 w 8"/>
                  <a:gd name="T5" fmla="*/ 9 h 11"/>
                  <a:gd name="T6" fmla="*/ 4 w 8"/>
                  <a:gd name="T7" fmla="*/ 11 h 11"/>
                  <a:gd name="T8" fmla="*/ 8 w 8"/>
                  <a:gd name="T9" fmla="*/ 7 h 11"/>
                  <a:gd name="T10" fmla="*/ 8 w 8"/>
                  <a:gd name="T11" fmla="*/ 6 h 11"/>
                  <a:gd name="T12" fmla="*/ 8 w 8"/>
                  <a:gd name="T13" fmla="*/ 0 h 11"/>
                  <a:gd name="T14" fmla="*/ 2 w 8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4" name="Freeform 6413">
                <a:extLst>
                  <a:ext uri="{FF2B5EF4-FFF2-40B4-BE49-F238E27FC236}">
                    <a16:creationId xmlns:a16="http://schemas.microsoft.com/office/drawing/2014/main" id="{DB0997E6-4FF6-40FF-87A6-F5383E8DB2D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875" y="1184"/>
                <a:ext cx="581" cy="733"/>
              </a:xfrm>
              <a:custGeom>
                <a:avLst/>
                <a:gdLst>
                  <a:gd name="T0" fmla="*/ 217 w 312"/>
                  <a:gd name="T1" fmla="*/ 268 h 393"/>
                  <a:gd name="T2" fmla="*/ 238 w 312"/>
                  <a:gd name="T3" fmla="*/ 267 h 393"/>
                  <a:gd name="T4" fmla="*/ 228 w 312"/>
                  <a:gd name="T5" fmla="*/ 235 h 393"/>
                  <a:gd name="T6" fmla="*/ 244 w 312"/>
                  <a:gd name="T7" fmla="*/ 229 h 393"/>
                  <a:gd name="T8" fmla="*/ 253 w 312"/>
                  <a:gd name="T9" fmla="*/ 218 h 393"/>
                  <a:gd name="T10" fmla="*/ 264 w 312"/>
                  <a:gd name="T11" fmla="*/ 200 h 393"/>
                  <a:gd name="T12" fmla="*/ 259 w 312"/>
                  <a:gd name="T13" fmla="*/ 177 h 393"/>
                  <a:gd name="T14" fmla="*/ 265 w 312"/>
                  <a:gd name="T15" fmla="*/ 164 h 393"/>
                  <a:gd name="T16" fmla="*/ 263 w 312"/>
                  <a:gd name="T17" fmla="*/ 152 h 393"/>
                  <a:gd name="T18" fmla="*/ 272 w 312"/>
                  <a:gd name="T19" fmla="*/ 119 h 393"/>
                  <a:gd name="T20" fmla="*/ 286 w 312"/>
                  <a:gd name="T21" fmla="*/ 86 h 393"/>
                  <a:gd name="T22" fmla="*/ 289 w 312"/>
                  <a:gd name="T23" fmla="*/ 60 h 393"/>
                  <a:gd name="T24" fmla="*/ 272 w 312"/>
                  <a:gd name="T25" fmla="*/ 68 h 393"/>
                  <a:gd name="T26" fmla="*/ 267 w 312"/>
                  <a:gd name="T27" fmla="*/ 52 h 393"/>
                  <a:gd name="T28" fmla="*/ 232 w 312"/>
                  <a:gd name="T29" fmla="*/ 48 h 393"/>
                  <a:gd name="T30" fmla="*/ 241 w 312"/>
                  <a:gd name="T31" fmla="*/ 46 h 393"/>
                  <a:gd name="T32" fmla="*/ 267 w 312"/>
                  <a:gd name="T33" fmla="*/ 29 h 393"/>
                  <a:gd name="T34" fmla="*/ 225 w 312"/>
                  <a:gd name="T35" fmla="*/ 19 h 393"/>
                  <a:gd name="T36" fmla="*/ 249 w 312"/>
                  <a:gd name="T37" fmla="*/ 18 h 393"/>
                  <a:gd name="T38" fmla="*/ 212 w 312"/>
                  <a:gd name="T39" fmla="*/ 2 h 393"/>
                  <a:gd name="T40" fmla="*/ 189 w 312"/>
                  <a:gd name="T41" fmla="*/ 9 h 393"/>
                  <a:gd name="T42" fmla="*/ 172 w 312"/>
                  <a:gd name="T43" fmla="*/ 26 h 393"/>
                  <a:gd name="T44" fmla="*/ 162 w 312"/>
                  <a:gd name="T45" fmla="*/ 46 h 393"/>
                  <a:gd name="T46" fmla="*/ 137 w 312"/>
                  <a:gd name="T47" fmla="*/ 41 h 393"/>
                  <a:gd name="T48" fmla="*/ 122 w 312"/>
                  <a:gd name="T49" fmla="*/ 47 h 393"/>
                  <a:gd name="T50" fmla="*/ 98 w 312"/>
                  <a:gd name="T51" fmla="*/ 36 h 393"/>
                  <a:gd name="T52" fmla="*/ 74 w 312"/>
                  <a:gd name="T53" fmla="*/ 45 h 393"/>
                  <a:gd name="T54" fmla="*/ 54 w 312"/>
                  <a:gd name="T55" fmla="*/ 69 h 393"/>
                  <a:gd name="T56" fmla="*/ 17 w 312"/>
                  <a:gd name="T57" fmla="*/ 89 h 393"/>
                  <a:gd name="T58" fmla="*/ 14 w 312"/>
                  <a:gd name="T59" fmla="*/ 117 h 393"/>
                  <a:gd name="T60" fmla="*/ 8 w 312"/>
                  <a:gd name="T61" fmla="*/ 133 h 393"/>
                  <a:gd name="T62" fmla="*/ 25 w 312"/>
                  <a:gd name="T63" fmla="*/ 148 h 393"/>
                  <a:gd name="T64" fmla="*/ 55 w 312"/>
                  <a:gd name="T65" fmla="*/ 167 h 393"/>
                  <a:gd name="T66" fmla="*/ 56 w 312"/>
                  <a:gd name="T67" fmla="*/ 192 h 393"/>
                  <a:gd name="T68" fmla="*/ 60 w 312"/>
                  <a:gd name="T69" fmla="*/ 212 h 393"/>
                  <a:gd name="T70" fmla="*/ 55 w 312"/>
                  <a:gd name="T71" fmla="*/ 223 h 393"/>
                  <a:gd name="T72" fmla="*/ 66 w 312"/>
                  <a:gd name="T73" fmla="*/ 235 h 393"/>
                  <a:gd name="T74" fmla="*/ 56 w 312"/>
                  <a:gd name="T75" fmla="*/ 244 h 393"/>
                  <a:gd name="T76" fmla="*/ 64 w 312"/>
                  <a:gd name="T77" fmla="*/ 260 h 393"/>
                  <a:gd name="T78" fmla="*/ 63 w 312"/>
                  <a:gd name="T79" fmla="*/ 279 h 393"/>
                  <a:gd name="T80" fmla="*/ 53 w 312"/>
                  <a:gd name="T81" fmla="*/ 285 h 393"/>
                  <a:gd name="T82" fmla="*/ 41 w 312"/>
                  <a:gd name="T83" fmla="*/ 313 h 393"/>
                  <a:gd name="T84" fmla="*/ 48 w 312"/>
                  <a:gd name="T85" fmla="*/ 336 h 393"/>
                  <a:gd name="T86" fmla="*/ 54 w 312"/>
                  <a:gd name="T87" fmla="*/ 364 h 393"/>
                  <a:gd name="T88" fmla="*/ 65 w 312"/>
                  <a:gd name="T89" fmla="*/ 380 h 393"/>
                  <a:gd name="T90" fmla="*/ 79 w 312"/>
                  <a:gd name="T91" fmla="*/ 391 h 393"/>
                  <a:gd name="T92" fmla="*/ 97 w 312"/>
                  <a:gd name="T93" fmla="*/ 374 h 393"/>
                  <a:gd name="T94" fmla="*/ 109 w 312"/>
                  <a:gd name="T95" fmla="*/ 354 h 393"/>
                  <a:gd name="T96" fmla="*/ 118 w 312"/>
                  <a:gd name="T97" fmla="*/ 332 h 393"/>
                  <a:gd name="T98" fmla="*/ 136 w 312"/>
                  <a:gd name="T99" fmla="*/ 322 h 393"/>
                  <a:gd name="T100" fmla="*/ 162 w 312"/>
                  <a:gd name="T101" fmla="*/ 311 h 393"/>
                  <a:gd name="T102" fmla="*/ 190 w 312"/>
                  <a:gd name="T103" fmla="*/ 295 h 393"/>
                  <a:gd name="T104" fmla="*/ 236 w 312"/>
                  <a:gd name="T105" fmla="*/ 229 h 393"/>
                  <a:gd name="T106" fmla="*/ 270 w 312"/>
                  <a:gd name="T107" fmla="*/ 99 h 393"/>
                  <a:gd name="T108" fmla="*/ 220 w 312"/>
                  <a:gd name="T109" fmla="*/ 256 h 393"/>
                  <a:gd name="T110" fmla="*/ 214 w 312"/>
                  <a:gd name="T111" fmla="*/ 258 h 393"/>
                  <a:gd name="T112" fmla="*/ 56 w 312"/>
                  <a:gd name="T113" fmla="*/ 221 h 393"/>
                  <a:gd name="T114" fmla="*/ 44 w 312"/>
                  <a:gd name="T115" fmla="*/ 319 h 393"/>
                  <a:gd name="T116" fmla="*/ 52 w 312"/>
                  <a:gd name="T117" fmla="*/ 298 h 393"/>
                  <a:gd name="T118" fmla="*/ 75 w 312"/>
                  <a:gd name="T119" fmla="*/ 376 h 393"/>
                  <a:gd name="T120" fmla="*/ 182 w 312"/>
                  <a:gd name="T121" fmla="*/ 23 h 393"/>
                  <a:gd name="T122" fmla="*/ 204 w 312"/>
                  <a:gd name="T123" fmla="*/ 262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2" h="393">
                    <a:moveTo>
                      <a:pt x="216" y="286"/>
                    </a:move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7" y="286"/>
                      <a:pt x="217" y="286"/>
                      <a:pt x="217" y="286"/>
                    </a:cubicBezTo>
                    <a:cubicBezTo>
                      <a:pt x="218" y="286"/>
                      <a:pt x="218" y="286"/>
                      <a:pt x="218" y="286"/>
                    </a:cubicBezTo>
                    <a:cubicBezTo>
                      <a:pt x="220" y="285"/>
                      <a:pt x="220" y="285"/>
                      <a:pt x="220" y="285"/>
                    </a:cubicBezTo>
                    <a:cubicBezTo>
                      <a:pt x="220" y="284"/>
                      <a:pt x="220" y="284"/>
                      <a:pt x="220" y="284"/>
                    </a:cubicBezTo>
                    <a:cubicBezTo>
                      <a:pt x="221" y="284"/>
                      <a:pt x="221" y="284"/>
                      <a:pt x="221" y="284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3" y="282"/>
                      <a:pt x="223" y="282"/>
                      <a:pt x="223" y="282"/>
                    </a:cubicBezTo>
                    <a:cubicBezTo>
                      <a:pt x="224" y="281"/>
                      <a:pt x="224" y="281"/>
                      <a:pt x="224" y="281"/>
                    </a:cubicBezTo>
                    <a:cubicBezTo>
                      <a:pt x="225" y="281"/>
                      <a:pt x="225" y="281"/>
                      <a:pt x="225" y="281"/>
                    </a:cubicBezTo>
                    <a:cubicBezTo>
                      <a:pt x="226" y="281"/>
                      <a:pt x="226" y="281"/>
                      <a:pt x="226" y="281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8" y="280"/>
                      <a:pt x="228" y="280"/>
                      <a:pt x="228" y="280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30" y="279"/>
                      <a:pt x="230" y="279"/>
                      <a:pt x="230" y="279"/>
                    </a:cubicBezTo>
                    <a:cubicBezTo>
                      <a:pt x="232" y="278"/>
                      <a:pt x="232" y="278"/>
                      <a:pt x="232" y="278"/>
                    </a:cubicBez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7"/>
                      <a:pt x="231" y="277"/>
                      <a:pt x="231" y="277"/>
                    </a:cubicBezTo>
                    <a:cubicBezTo>
                      <a:pt x="233" y="277"/>
                      <a:pt x="233" y="277"/>
                      <a:pt x="233" y="277"/>
                    </a:cubicBezTo>
                    <a:cubicBezTo>
                      <a:pt x="234" y="276"/>
                      <a:pt x="234" y="276"/>
                      <a:pt x="234" y="276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4" y="274"/>
                      <a:pt x="234" y="274"/>
                      <a:pt x="234" y="274"/>
                    </a:cubicBezTo>
                    <a:cubicBezTo>
                      <a:pt x="235" y="274"/>
                      <a:pt x="235" y="274"/>
                      <a:pt x="235" y="274"/>
                    </a:cubicBezTo>
                    <a:cubicBezTo>
                      <a:pt x="237" y="273"/>
                      <a:pt x="237" y="273"/>
                      <a:pt x="237" y="273"/>
                    </a:cubicBezTo>
                    <a:cubicBezTo>
                      <a:pt x="238" y="271"/>
                      <a:pt x="238" y="271"/>
                      <a:pt x="238" y="271"/>
                    </a:cubicBezTo>
                    <a:cubicBezTo>
                      <a:pt x="238" y="270"/>
                      <a:pt x="238" y="270"/>
                      <a:pt x="238" y="270"/>
                    </a:cubicBezTo>
                    <a:cubicBezTo>
                      <a:pt x="235" y="271"/>
                      <a:pt x="235" y="271"/>
                      <a:pt x="235" y="271"/>
                    </a:cubicBezTo>
                    <a:cubicBezTo>
                      <a:pt x="234" y="271"/>
                      <a:pt x="234" y="271"/>
                      <a:pt x="234" y="271"/>
                    </a:cubicBezTo>
                    <a:cubicBezTo>
                      <a:pt x="234" y="270"/>
                      <a:pt x="234" y="270"/>
                      <a:pt x="234" y="270"/>
                    </a:cubicBezTo>
                    <a:cubicBezTo>
                      <a:pt x="231" y="270"/>
                      <a:pt x="231" y="270"/>
                      <a:pt x="231" y="270"/>
                    </a:cubicBezTo>
                    <a:cubicBezTo>
                      <a:pt x="230" y="270"/>
                      <a:pt x="230" y="270"/>
                      <a:pt x="230" y="270"/>
                    </a:cubicBezTo>
                    <a:cubicBezTo>
                      <a:pt x="229" y="270"/>
                      <a:pt x="229" y="270"/>
                      <a:pt x="229" y="270"/>
                    </a:cubicBezTo>
                    <a:cubicBezTo>
                      <a:pt x="227" y="269"/>
                      <a:pt x="227" y="269"/>
                      <a:pt x="227" y="269"/>
                    </a:cubicBezTo>
                    <a:cubicBezTo>
                      <a:pt x="225" y="269"/>
                      <a:pt x="225" y="269"/>
                      <a:pt x="225" y="269"/>
                    </a:cubicBezTo>
                    <a:cubicBezTo>
                      <a:pt x="223" y="268"/>
                      <a:pt x="223" y="268"/>
                      <a:pt x="223" y="268"/>
                    </a:cubicBezTo>
                    <a:cubicBezTo>
                      <a:pt x="222" y="267"/>
                      <a:pt x="222" y="267"/>
                      <a:pt x="222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6"/>
                      <a:pt x="221" y="266"/>
                      <a:pt x="221" y="266"/>
                    </a:cubicBezTo>
                    <a:cubicBezTo>
                      <a:pt x="219" y="267"/>
                      <a:pt x="219" y="267"/>
                      <a:pt x="219" y="267"/>
                    </a:cubicBezTo>
                    <a:cubicBezTo>
                      <a:pt x="217" y="268"/>
                      <a:pt x="217" y="268"/>
                      <a:pt x="217" y="268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5" y="269"/>
                      <a:pt x="215" y="269"/>
                      <a:pt x="215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4" y="266"/>
                      <a:pt x="214" y="266"/>
                      <a:pt x="214" y="266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6" y="266"/>
                      <a:pt x="216" y="266"/>
                      <a:pt x="216" y="266"/>
                    </a:cubicBezTo>
                    <a:cubicBezTo>
                      <a:pt x="216" y="265"/>
                      <a:pt x="216" y="265"/>
                      <a:pt x="216" y="265"/>
                    </a:cubicBezTo>
                    <a:cubicBezTo>
                      <a:pt x="217" y="265"/>
                      <a:pt x="217" y="265"/>
                      <a:pt x="217" y="265"/>
                    </a:cubicBezTo>
                    <a:cubicBezTo>
                      <a:pt x="219" y="265"/>
                      <a:pt x="219" y="265"/>
                      <a:pt x="219" y="265"/>
                    </a:cubicBezTo>
                    <a:cubicBezTo>
                      <a:pt x="220" y="265"/>
                      <a:pt x="220" y="265"/>
                      <a:pt x="220" y="265"/>
                    </a:cubicBezTo>
                    <a:cubicBezTo>
                      <a:pt x="222" y="263"/>
                      <a:pt x="222" y="263"/>
                      <a:pt x="222" y="263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2" y="256"/>
                      <a:pt x="222" y="256"/>
                      <a:pt x="222" y="256"/>
                    </a:cubicBez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1" y="252"/>
                      <a:pt x="221" y="252"/>
                      <a:pt x="221" y="252"/>
                    </a:cubicBezTo>
                    <a:cubicBezTo>
                      <a:pt x="220" y="252"/>
                      <a:pt x="220" y="252"/>
                      <a:pt x="220" y="252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3" y="254"/>
                      <a:pt x="223" y="254"/>
                      <a:pt x="223" y="254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4" y="255"/>
                      <a:pt x="224" y="255"/>
                      <a:pt x="224" y="255"/>
                    </a:cubicBezTo>
                    <a:cubicBezTo>
                      <a:pt x="224" y="257"/>
                      <a:pt x="224" y="257"/>
                      <a:pt x="224" y="257"/>
                    </a:cubicBezTo>
                    <a:cubicBezTo>
                      <a:pt x="225" y="258"/>
                      <a:pt x="225" y="258"/>
                      <a:pt x="225" y="258"/>
                    </a:cubicBezTo>
                    <a:cubicBezTo>
                      <a:pt x="226" y="259"/>
                      <a:pt x="226" y="259"/>
                      <a:pt x="226" y="259"/>
                    </a:cubicBezTo>
                    <a:cubicBezTo>
                      <a:pt x="226" y="261"/>
                      <a:pt x="226" y="261"/>
                      <a:pt x="226" y="261"/>
                    </a:cubicBezTo>
                    <a:cubicBezTo>
                      <a:pt x="228" y="263"/>
                      <a:pt x="228" y="263"/>
                      <a:pt x="228" y="263"/>
                    </a:cubicBezTo>
                    <a:cubicBezTo>
                      <a:pt x="229" y="265"/>
                      <a:pt x="229" y="265"/>
                      <a:pt x="229" y="265"/>
                    </a:cubicBezTo>
                    <a:cubicBezTo>
                      <a:pt x="231" y="267"/>
                      <a:pt x="231" y="267"/>
                      <a:pt x="231" y="267"/>
                    </a:cubicBezTo>
                    <a:cubicBezTo>
                      <a:pt x="232" y="268"/>
                      <a:pt x="232" y="268"/>
                      <a:pt x="232" y="268"/>
                    </a:cubicBezTo>
                    <a:cubicBezTo>
                      <a:pt x="233" y="267"/>
                      <a:pt x="233" y="267"/>
                      <a:pt x="233" y="267"/>
                    </a:cubicBezTo>
                    <a:cubicBezTo>
                      <a:pt x="234" y="267"/>
                      <a:pt x="234" y="267"/>
                      <a:pt x="234" y="267"/>
                    </a:cubicBezTo>
                    <a:cubicBezTo>
                      <a:pt x="235" y="267"/>
                      <a:pt x="235" y="267"/>
                      <a:pt x="235" y="267"/>
                    </a:cubicBezTo>
                    <a:cubicBezTo>
                      <a:pt x="236" y="267"/>
                      <a:pt x="236" y="267"/>
                      <a:pt x="236" y="267"/>
                    </a:cubicBezTo>
                    <a:cubicBezTo>
                      <a:pt x="236" y="266"/>
                      <a:pt x="236" y="266"/>
                      <a:pt x="236" y="266"/>
                    </a:cubicBezTo>
                    <a:cubicBezTo>
                      <a:pt x="237" y="267"/>
                      <a:pt x="237" y="267"/>
                      <a:pt x="237" y="267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9" y="266"/>
                      <a:pt x="239" y="266"/>
                      <a:pt x="239" y="266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38" y="267"/>
                      <a:pt x="238" y="267"/>
                      <a:pt x="238" y="267"/>
                    </a:cubicBezTo>
                    <a:cubicBezTo>
                      <a:pt x="239" y="268"/>
                      <a:pt x="239" y="268"/>
                      <a:pt x="239" y="268"/>
                    </a:cubicBezTo>
                    <a:cubicBezTo>
                      <a:pt x="240" y="268"/>
                      <a:pt x="240" y="268"/>
                      <a:pt x="240" y="268"/>
                    </a:cubicBezTo>
                    <a:cubicBezTo>
                      <a:pt x="241" y="268"/>
                      <a:pt x="241" y="268"/>
                      <a:pt x="241" y="268"/>
                    </a:cubicBezTo>
                    <a:cubicBezTo>
                      <a:pt x="242" y="267"/>
                      <a:pt x="242" y="267"/>
                      <a:pt x="242" y="267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2" y="265"/>
                      <a:pt x="242" y="265"/>
                      <a:pt x="242" y="265"/>
                    </a:cubicBezTo>
                    <a:cubicBezTo>
                      <a:pt x="242" y="263"/>
                      <a:pt x="242" y="263"/>
                      <a:pt x="242" y="263"/>
                    </a:cubicBezTo>
                    <a:cubicBezTo>
                      <a:pt x="242" y="262"/>
                      <a:pt x="242" y="262"/>
                      <a:pt x="242" y="262"/>
                    </a:cubicBezTo>
                    <a:cubicBezTo>
                      <a:pt x="242" y="261"/>
                      <a:pt x="242" y="261"/>
                      <a:pt x="242" y="261"/>
                    </a:cubicBezTo>
                    <a:cubicBezTo>
                      <a:pt x="243" y="260"/>
                      <a:pt x="243" y="260"/>
                      <a:pt x="243" y="260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8"/>
                      <a:pt x="242" y="258"/>
                      <a:pt x="242" y="258"/>
                    </a:cubicBezTo>
                    <a:cubicBezTo>
                      <a:pt x="242" y="257"/>
                      <a:pt x="242" y="257"/>
                      <a:pt x="242" y="257"/>
                    </a:cubicBezTo>
                    <a:cubicBezTo>
                      <a:pt x="243" y="256"/>
                      <a:pt x="243" y="256"/>
                      <a:pt x="243" y="256"/>
                    </a:cubicBezTo>
                    <a:cubicBezTo>
                      <a:pt x="243" y="254"/>
                      <a:pt x="243" y="254"/>
                      <a:pt x="243" y="254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3" y="250"/>
                      <a:pt x="243" y="250"/>
                      <a:pt x="243" y="250"/>
                    </a:cubicBezTo>
                    <a:cubicBezTo>
                      <a:pt x="241" y="250"/>
                      <a:pt x="241" y="250"/>
                      <a:pt x="241" y="250"/>
                    </a:cubicBezTo>
                    <a:cubicBezTo>
                      <a:pt x="240" y="251"/>
                      <a:pt x="240" y="251"/>
                      <a:pt x="240" y="251"/>
                    </a:cubicBezTo>
                    <a:cubicBezTo>
                      <a:pt x="239" y="252"/>
                      <a:pt x="239" y="252"/>
                      <a:pt x="239" y="252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0"/>
                      <a:pt x="239" y="250"/>
                      <a:pt x="239" y="250"/>
                    </a:cubicBezTo>
                    <a:cubicBezTo>
                      <a:pt x="240" y="250"/>
                      <a:pt x="240" y="250"/>
                      <a:pt x="240" y="250"/>
                    </a:cubicBezTo>
                    <a:cubicBezTo>
                      <a:pt x="241" y="249"/>
                      <a:pt x="241" y="249"/>
                      <a:pt x="241" y="249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1" y="246"/>
                      <a:pt x="241" y="246"/>
                      <a:pt x="241" y="246"/>
                    </a:cubicBezTo>
                    <a:cubicBezTo>
                      <a:pt x="240" y="246"/>
                      <a:pt x="240" y="246"/>
                      <a:pt x="240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8" y="246"/>
                      <a:pt x="238" y="246"/>
                      <a:pt x="238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8" y="243"/>
                      <a:pt x="238" y="243"/>
                      <a:pt x="238" y="243"/>
                    </a:cubicBezTo>
                    <a:cubicBezTo>
                      <a:pt x="238" y="242"/>
                      <a:pt x="238" y="242"/>
                      <a:pt x="238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6" y="241"/>
                      <a:pt x="236" y="241"/>
                      <a:pt x="236" y="241"/>
                    </a:cubicBezTo>
                    <a:cubicBezTo>
                      <a:pt x="235" y="240"/>
                      <a:pt x="235" y="240"/>
                      <a:pt x="235" y="240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2" y="238"/>
                      <a:pt x="232" y="238"/>
                      <a:pt x="232" y="238"/>
                    </a:cubicBezTo>
                    <a:cubicBezTo>
                      <a:pt x="230" y="236"/>
                      <a:pt x="230" y="236"/>
                      <a:pt x="230" y="236"/>
                    </a:cubicBezTo>
                    <a:cubicBezTo>
                      <a:pt x="229" y="236"/>
                      <a:pt x="229" y="236"/>
                      <a:pt x="229" y="236"/>
                    </a:cubicBezTo>
                    <a:cubicBezTo>
                      <a:pt x="228" y="235"/>
                      <a:pt x="228" y="235"/>
                      <a:pt x="228" y="235"/>
                    </a:cubicBezTo>
                    <a:cubicBezTo>
                      <a:pt x="227" y="235"/>
                      <a:pt x="227" y="235"/>
                      <a:pt x="227" y="235"/>
                    </a:cubicBezTo>
                    <a:cubicBezTo>
                      <a:pt x="228" y="234"/>
                      <a:pt x="228" y="234"/>
                      <a:pt x="228" y="234"/>
                    </a:cubicBezTo>
                    <a:cubicBezTo>
                      <a:pt x="228" y="231"/>
                      <a:pt x="228" y="231"/>
                      <a:pt x="228" y="231"/>
                    </a:cubicBezTo>
                    <a:cubicBezTo>
                      <a:pt x="228" y="230"/>
                      <a:pt x="228" y="230"/>
                      <a:pt x="228" y="230"/>
                    </a:cubicBezTo>
                    <a:cubicBezTo>
                      <a:pt x="227" y="230"/>
                      <a:pt x="227" y="230"/>
                      <a:pt x="227" y="230"/>
                    </a:cubicBezTo>
                    <a:cubicBezTo>
                      <a:pt x="228" y="229"/>
                      <a:pt x="228" y="229"/>
                      <a:pt x="228" y="229"/>
                    </a:cubicBezTo>
                    <a:cubicBezTo>
                      <a:pt x="228" y="228"/>
                      <a:pt x="228" y="228"/>
                      <a:pt x="228" y="228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7"/>
                      <a:pt x="229" y="227"/>
                    </a:cubicBezTo>
                    <a:cubicBezTo>
                      <a:pt x="229" y="227"/>
                      <a:pt x="229" y="227"/>
                      <a:pt x="229" y="227"/>
                    </a:cubicBezTo>
                    <a:cubicBezTo>
                      <a:pt x="230" y="228"/>
                      <a:pt x="230" y="228"/>
                      <a:pt x="230" y="228"/>
                    </a:cubicBezTo>
                    <a:cubicBezTo>
                      <a:pt x="229" y="228"/>
                      <a:pt x="229" y="228"/>
                      <a:pt x="229" y="228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1"/>
                      <a:pt x="229" y="231"/>
                      <a:pt x="229" y="231"/>
                    </a:cubicBezTo>
                    <a:cubicBezTo>
                      <a:pt x="230" y="233"/>
                      <a:pt x="230" y="233"/>
                      <a:pt x="230" y="233"/>
                    </a:cubicBezTo>
                    <a:cubicBezTo>
                      <a:pt x="231" y="235"/>
                      <a:pt x="231" y="235"/>
                      <a:pt x="231" y="235"/>
                    </a:cubicBezTo>
                    <a:cubicBezTo>
                      <a:pt x="233" y="235"/>
                      <a:pt x="233" y="235"/>
                      <a:pt x="233" y="235"/>
                    </a:cubicBezTo>
                    <a:cubicBezTo>
                      <a:pt x="235" y="237"/>
                      <a:pt x="235" y="237"/>
                      <a:pt x="235" y="237"/>
                    </a:cubicBezTo>
                    <a:cubicBezTo>
                      <a:pt x="236" y="238"/>
                      <a:pt x="236" y="238"/>
                      <a:pt x="236" y="238"/>
                    </a:cubicBezTo>
                    <a:cubicBezTo>
                      <a:pt x="237" y="239"/>
                      <a:pt x="237" y="239"/>
                      <a:pt x="237" y="239"/>
                    </a:cubicBezTo>
                    <a:cubicBezTo>
                      <a:pt x="238" y="239"/>
                      <a:pt x="238" y="239"/>
                      <a:pt x="238" y="239"/>
                    </a:cubicBezTo>
                    <a:cubicBezTo>
                      <a:pt x="238" y="240"/>
                      <a:pt x="238" y="240"/>
                      <a:pt x="238" y="240"/>
                    </a:cubicBezTo>
                    <a:cubicBezTo>
                      <a:pt x="241" y="241"/>
                      <a:pt x="241" y="241"/>
                      <a:pt x="241" y="241"/>
                    </a:cubicBezTo>
                    <a:cubicBezTo>
                      <a:pt x="241" y="240"/>
                      <a:pt x="241" y="240"/>
                      <a:pt x="241" y="240"/>
                    </a:cubicBezTo>
                    <a:cubicBezTo>
                      <a:pt x="241" y="239"/>
                      <a:pt x="241" y="239"/>
                      <a:pt x="241" y="239"/>
                    </a:cubicBezTo>
                    <a:cubicBezTo>
                      <a:pt x="242" y="238"/>
                      <a:pt x="242" y="238"/>
                      <a:pt x="242" y="238"/>
                    </a:cubicBezTo>
                    <a:cubicBezTo>
                      <a:pt x="241" y="236"/>
                      <a:pt x="241" y="236"/>
                      <a:pt x="241" y="236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8" y="235"/>
                      <a:pt x="238" y="235"/>
                      <a:pt x="238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40" y="236"/>
                      <a:pt x="240" y="236"/>
                      <a:pt x="240" y="236"/>
                    </a:cubicBezTo>
                    <a:cubicBezTo>
                      <a:pt x="242" y="236"/>
                      <a:pt x="242" y="236"/>
                      <a:pt x="242" y="236"/>
                    </a:cubicBezTo>
                    <a:cubicBezTo>
                      <a:pt x="243" y="236"/>
                      <a:pt x="243" y="236"/>
                      <a:pt x="243" y="236"/>
                    </a:cubicBezTo>
                    <a:cubicBezTo>
                      <a:pt x="244" y="235"/>
                      <a:pt x="244" y="235"/>
                      <a:pt x="244" y="235"/>
                    </a:cubicBezTo>
                    <a:cubicBezTo>
                      <a:pt x="243" y="233"/>
                      <a:pt x="243" y="233"/>
                      <a:pt x="243" y="233"/>
                    </a:cubicBezTo>
                    <a:cubicBezTo>
                      <a:pt x="239" y="232"/>
                      <a:pt x="239" y="232"/>
                      <a:pt x="239" y="232"/>
                    </a:cubicBezTo>
                    <a:cubicBezTo>
                      <a:pt x="238" y="230"/>
                      <a:pt x="238" y="230"/>
                      <a:pt x="238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1"/>
                      <a:pt x="239" y="231"/>
                      <a:pt x="239" y="231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32"/>
                      <a:pt x="242" y="232"/>
                      <a:pt x="242" y="232"/>
                    </a:cubicBezTo>
                    <a:cubicBezTo>
                      <a:pt x="243" y="232"/>
                      <a:pt x="243" y="232"/>
                      <a:pt x="243" y="232"/>
                    </a:cubicBezTo>
                    <a:cubicBezTo>
                      <a:pt x="244" y="231"/>
                      <a:pt x="244" y="231"/>
                      <a:pt x="244" y="231"/>
                    </a:cubicBezTo>
                    <a:cubicBezTo>
                      <a:pt x="244" y="230"/>
                      <a:pt x="244" y="230"/>
                      <a:pt x="244" y="230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5" y="228"/>
                      <a:pt x="245" y="228"/>
                      <a:pt x="245" y="228"/>
                    </a:cubicBezTo>
                    <a:cubicBezTo>
                      <a:pt x="243" y="227"/>
                      <a:pt x="243" y="227"/>
                      <a:pt x="243" y="227"/>
                    </a:cubicBezTo>
                    <a:cubicBezTo>
                      <a:pt x="241" y="226"/>
                      <a:pt x="241" y="226"/>
                      <a:pt x="241" y="226"/>
                    </a:cubicBezTo>
                    <a:cubicBezTo>
                      <a:pt x="240" y="225"/>
                      <a:pt x="240" y="225"/>
                      <a:pt x="240" y="225"/>
                    </a:cubicBezTo>
                    <a:cubicBezTo>
                      <a:pt x="240" y="224"/>
                      <a:pt x="240" y="224"/>
                      <a:pt x="240" y="224"/>
                    </a:cubicBezTo>
                    <a:cubicBezTo>
                      <a:pt x="238" y="223"/>
                      <a:pt x="238" y="223"/>
                      <a:pt x="238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6" y="222"/>
                      <a:pt x="236" y="222"/>
                      <a:pt x="236" y="222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28" y="219"/>
                      <a:pt x="228" y="219"/>
                      <a:pt x="228" y="219"/>
                    </a:cubicBezTo>
                    <a:cubicBezTo>
                      <a:pt x="228" y="218"/>
                      <a:pt x="228" y="218"/>
                      <a:pt x="228" y="218"/>
                    </a:cubicBezTo>
                    <a:cubicBezTo>
                      <a:pt x="229" y="218"/>
                      <a:pt x="229" y="218"/>
                      <a:pt x="229" y="218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30" y="218"/>
                      <a:pt x="230" y="218"/>
                      <a:pt x="230" y="218"/>
                    </a:cubicBezTo>
                    <a:cubicBezTo>
                      <a:pt x="231" y="219"/>
                      <a:pt x="231" y="219"/>
                      <a:pt x="231" y="219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3" y="217"/>
                      <a:pt x="233" y="217"/>
                      <a:pt x="233" y="217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7" y="222"/>
                      <a:pt x="237" y="222"/>
                      <a:pt x="237" y="222"/>
                    </a:cubicBezTo>
                    <a:cubicBezTo>
                      <a:pt x="239" y="223"/>
                      <a:pt x="239" y="223"/>
                      <a:pt x="239" y="223"/>
                    </a:cubicBezTo>
                    <a:cubicBezTo>
                      <a:pt x="241" y="224"/>
                      <a:pt x="241" y="224"/>
                      <a:pt x="241" y="224"/>
                    </a:cubicBezTo>
                    <a:cubicBezTo>
                      <a:pt x="242" y="224"/>
                      <a:pt x="242" y="224"/>
                      <a:pt x="242" y="224"/>
                    </a:cubicBezTo>
                    <a:cubicBezTo>
                      <a:pt x="243" y="224"/>
                      <a:pt x="243" y="224"/>
                      <a:pt x="243" y="224"/>
                    </a:cubicBezTo>
                    <a:cubicBezTo>
                      <a:pt x="243" y="223"/>
                      <a:pt x="243" y="223"/>
                      <a:pt x="243" y="223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5" y="222"/>
                      <a:pt x="245" y="222"/>
                      <a:pt x="245" y="222"/>
                    </a:cubicBezTo>
                    <a:cubicBezTo>
                      <a:pt x="246" y="221"/>
                      <a:pt x="246" y="221"/>
                      <a:pt x="246" y="221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49" y="221"/>
                      <a:pt x="249" y="221"/>
                      <a:pt x="249" y="221"/>
                    </a:cubicBezTo>
                    <a:cubicBezTo>
                      <a:pt x="251" y="220"/>
                      <a:pt x="251" y="220"/>
                      <a:pt x="251" y="220"/>
                    </a:cubicBezTo>
                    <a:cubicBezTo>
                      <a:pt x="252" y="220"/>
                      <a:pt x="252" y="220"/>
                      <a:pt x="252" y="220"/>
                    </a:cubicBezTo>
                    <a:cubicBezTo>
                      <a:pt x="253" y="220"/>
                      <a:pt x="253" y="220"/>
                      <a:pt x="253" y="220"/>
                    </a:cubicBezTo>
                    <a:cubicBezTo>
                      <a:pt x="253" y="218"/>
                      <a:pt x="253" y="218"/>
                      <a:pt x="253" y="218"/>
                    </a:cubicBezTo>
                    <a:cubicBezTo>
                      <a:pt x="253" y="216"/>
                      <a:pt x="253" y="216"/>
                      <a:pt x="253" y="216"/>
                    </a:cubicBezTo>
                    <a:cubicBezTo>
                      <a:pt x="255" y="214"/>
                      <a:pt x="255" y="214"/>
                      <a:pt x="255" y="214"/>
                    </a:cubicBezTo>
                    <a:cubicBezTo>
                      <a:pt x="255" y="213"/>
                      <a:pt x="255" y="213"/>
                      <a:pt x="255" y="213"/>
                    </a:cubicBezTo>
                    <a:cubicBezTo>
                      <a:pt x="254" y="212"/>
                      <a:pt x="254" y="212"/>
                      <a:pt x="254" y="212"/>
                    </a:cubicBezTo>
                    <a:cubicBezTo>
                      <a:pt x="253" y="211"/>
                      <a:pt x="253" y="211"/>
                      <a:pt x="253" y="211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49" y="212"/>
                      <a:pt x="249" y="212"/>
                      <a:pt x="249" y="212"/>
                    </a:cubicBezTo>
                    <a:cubicBezTo>
                      <a:pt x="249" y="211"/>
                      <a:pt x="249" y="211"/>
                      <a:pt x="249" y="211"/>
                    </a:cubicBezTo>
                    <a:cubicBezTo>
                      <a:pt x="248" y="210"/>
                      <a:pt x="248" y="210"/>
                      <a:pt x="248" y="210"/>
                    </a:cubicBezTo>
                    <a:cubicBezTo>
                      <a:pt x="247" y="209"/>
                      <a:pt x="247" y="209"/>
                      <a:pt x="247" y="209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5" y="210"/>
                      <a:pt x="245" y="210"/>
                      <a:pt x="245" y="210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09"/>
                      <a:pt x="245" y="209"/>
                      <a:pt x="245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8"/>
                      <a:pt x="244" y="208"/>
                      <a:pt x="244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5" y="205"/>
                      <a:pt x="245" y="205"/>
                      <a:pt x="245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7" y="205"/>
                      <a:pt x="247" y="205"/>
                      <a:pt x="247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7" y="208"/>
                      <a:pt x="247" y="208"/>
                      <a:pt x="247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50" y="210"/>
                      <a:pt x="250" y="210"/>
                      <a:pt x="250" y="210"/>
                    </a:cubicBezTo>
                    <a:cubicBezTo>
                      <a:pt x="251" y="210"/>
                      <a:pt x="251" y="210"/>
                      <a:pt x="251" y="210"/>
                    </a:cubicBezTo>
                    <a:cubicBezTo>
                      <a:pt x="253" y="210"/>
                      <a:pt x="253" y="210"/>
                      <a:pt x="253" y="210"/>
                    </a:cubicBezTo>
                    <a:cubicBezTo>
                      <a:pt x="255" y="209"/>
                      <a:pt x="255" y="209"/>
                      <a:pt x="255" y="209"/>
                    </a:cubicBezTo>
                    <a:cubicBezTo>
                      <a:pt x="255" y="208"/>
                      <a:pt x="255" y="208"/>
                      <a:pt x="255" y="208"/>
                    </a:cubicBezTo>
                    <a:cubicBezTo>
                      <a:pt x="255" y="207"/>
                      <a:pt x="255" y="207"/>
                      <a:pt x="255" y="207"/>
                    </a:cubicBezTo>
                    <a:cubicBezTo>
                      <a:pt x="255" y="206"/>
                      <a:pt x="255" y="206"/>
                      <a:pt x="255" y="206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7" y="208"/>
                      <a:pt x="257" y="208"/>
                      <a:pt x="257" y="208"/>
                    </a:cubicBezTo>
                    <a:cubicBezTo>
                      <a:pt x="258" y="208"/>
                      <a:pt x="258" y="208"/>
                      <a:pt x="258" y="208"/>
                    </a:cubicBezTo>
                    <a:cubicBezTo>
                      <a:pt x="260" y="207"/>
                      <a:pt x="260" y="207"/>
                      <a:pt x="260" y="207"/>
                    </a:cubicBezTo>
                    <a:cubicBezTo>
                      <a:pt x="261" y="205"/>
                      <a:pt x="261" y="205"/>
                      <a:pt x="261" y="205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61" y="203"/>
                      <a:pt x="261" y="203"/>
                      <a:pt x="261" y="203"/>
                    </a:cubicBezTo>
                    <a:cubicBezTo>
                      <a:pt x="263" y="203"/>
                      <a:pt x="263" y="203"/>
                      <a:pt x="263" y="203"/>
                    </a:cubicBezTo>
                    <a:cubicBezTo>
                      <a:pt x="264" y="202"/>
                      <a:pt x="264" y="202"/>
                      <a:pt x="264" y="202"/>
                    </a:cubicBezTo>
                    <a:cubicBezTo>
                      <a:pt x="264" y="200"/>
                      <a:pt x="264" y="200"/>
                      <a:pt x="264" y="200"/>
                    </a:cubicBezTo>
                    <a:cubicBezTo>
                      <a:pt x="263" y="200"/>
                      <a:pt x="263" y="200"/>
                      <a:pt x="263" y="200"/>
                    </a:cubicBezTo>
                    <a:cubicBezTo>
                      <a:pt x="262" y="201"/>
                      <a:pt x="262" y="201"/>
                      <a:pt x="262" y="201"/>
                    </a:cubicBezTo>
                    <a:cubicBezTo>
                      <a:pt x="261" y="200"/>
                      <a:pt x="261" y="200"/>
                      <a:pt x="261" y="200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8" y="199"/>
                      <a:pt x="258" y="199"/>
                      <a:pt x="258" y="199"/>
                    </a:cubicBezTo>
                    <a:cubicBezTo>
                      <a:pt x="258" y="198"/>
                      <a:pt x="258" y="198"/>
                      <a:pt x="258" y="198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7" y="194"/>
                      <a:pt x="257" y="194"/>
                      <a:pt x="257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4" y="193"/>
                      <a:pt x="254" y="193"/>
                      <a:pt x="254" y="193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6" y="192"/>
                      <a:pt x="256" y="192"/>
                      <a:pt x="256" y="192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3"/>
                      <a:pt x="257" y="193"/>
                      <a:pt x="257" y="193"/>
                    </a:cubicBezTo>
                    <a:cubicBezTo>
                      <a:pt x="258" y="194"/>
                      <a:pt x="258" y="194"/>
                      <a:pt x="258" y="194"/>
                    </a:cubicBezTo>
                    <a:cubicBezTo>
                      <a:pt x="259" y="194"/>
                      <a:pt x="259" y="194"/>
                      <a:pt x="259" y="194"/>
                    </a:cubicBezTo>
                    <a:cubicBezTo>
                      <a:pt x="260" y="193"/>
                      <a:pt x="260" y="193"/>
                      <a:pt x="260" y="193"/>
                    </a:cubicBezTo>
                    <a:cubicBezTo>
                      <a:pt x="261" y="190"/>
                      <a:pt x="261" y="190"/>
                      <a:pt x="261" y="190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3" y="182"/>
                      <a:pt x="263" y="182"/>
                      <a:pt x="263" y="182"/>
                    </a:cubicBezTo>
                    <a:cubicBezTo>
                      <a:pt x="262" y="181"/>
                      <a:pt x="262" y="181"/>
                      <a:pt x="262" y="181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0" y="179"/>
                      <a:pt x="260" y="179"/>
                      <a:pt x="260" y="179"/>
                    </a:cubicBezTo>
                    <a:cubicBezTo>
                      <a:pt x="259" y="179"/>
                      <a:pt x="259" y="179"/>
                      <a:pt x="259" y="179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58" y="178"/>
                      <a:pt x="258" y="178"/>
                      <a:pt x="258" y="178"/>
                    </a:cubicBezTo>
                    <a:cubicBezTo>
                      <a:pt x="257" y="178"/>
                      <a:pt x="257" y="178"/>
                      <a:pt x="257" y="178"/>
                    </a:cubicBezTo>
                    <a:cubicBezTo>
                      <a:pt x="258" y="177"/>
                      <a:pt x="258" y="177"/>
                      <a:pt x="258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3"/>
                      <a:pt x="262" y="173"/>
                      <a:pt x="262" y="173"/>
                    </a:cubicBezTo>
                    <a:cubicBezTo>
                      <a:pt x="260" y="172"/>
                      <a:pt x="260" y="172"/>
                      <a:pt x="260" y="172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8" y="173"/>
                      <a:pt x="258" y="173"/>
                      <a:pt x="258" y="173"/>
                    </a:cubicBezTo>
                    <a:cubicBezTo>
                      <a:pt x="256" y="173"/>
                      <a:pt x="256" y="173"/>
                      <a:pt x="256" y="173"/>
                    </a:cubicBezTo>
                    <a:cubicBezTo>
                      <a:pt x="256" y="172"/>
                      <a:pt x="256" y="172"/>
                      <a:pt x="256" y="172"/>
                    </a:cubicBezTo>
                    <a:cubicBezTo>
                      <a:pt x="254" y="172"/>
                      <a:pt x="254" y="172"/>
                      <a:pt x="254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69"/>
                      <a:pt x="252" y="169"/>
                      <a:pt x="252" y="169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7"/>
                      <a:pt x="252" y="167"/>
                      <a:pt x="252" y="167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3" y="166"/>
                      <a:pt x="253" y="166"/>
                      <a:pt x="253" y="166"/>
                    </a:cubicBezTo>
                    <a:cubicBezTo>
                      <a:pt x="253" y="167"/>
                      <a:pt x="253" y="167"/>
                      <a:pt x="253" y="167"/>
                    </a:cubicBezTo>
                    <a:cubicBezTo>
                      <a:pt x="254" y="169"/>
                      <a:pt x="254" y="169"/>
                      <a:pt x="254" y="169"/>
                    </a:cubicBezTo>
                    <a:cubicBezTo>
                      <a:pt x="256" y="168"/>
                      <a:pt x="256" y="168"/>
                      <a:pt x="256" y="168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4" y="166"/>
                      <a:pt x="254" y="166"/>
                      <a:pt x="254" y="166"/>
                    </a:cubicBezTo>
                    <a:cubicBezTo>
                      <a:pt x="255" y="165"/>
                      <a:pt x="255" y="165"/>
                      <a:pt x="255" y="165"/>
                    </a:cubicBezTo>
                    <a:cubicBezTo>
                      <a:pt x="256" y="164"/>
                      <a:pt x="256" y="164"/>
                      <a:pt x="256" y="164"/>
                    </a:cubicBezTo>
                    <a:cubicBezTo>
                      <a:pt x="258" y="163"/>
                      <a:pt x="258" y="163"/>
                      <a:pt x="258" y="163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9" y="162"/>
                      <a:pt x="259" y="162"/>
                      <a:pt x="259" y="162"/>
                    </a:cubicBezTo>
                    <a:cubicBezTo>
                      <a:pt x="258" y="161"/>
                      <a:pt x="258" y="161"/>
                      <a:pt x="258" y="161"/>
                    </a:cubicBezTo>
                    <a:cubicBezTo>
                      <a:pt x="259" y="161"/>
                      <a:pt x="259" y="161"/>
                      <a:pt x="259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3" y="162"/>
                      <a:pt x="263" y="162"/>
                      <a:pt x="263" y="162"/>
                    </a:cubicBezTo>
                    <a:cubicBezTo>
                      <a:pt x="263" y="163"/>
                      <a:pt x="263" y="163"/>
                      <a:pt x="263" y="163"/>
                    </a:cubicBezTo>
                    <a:cubicBezTo>
                      <a:pt x="263" y="164"/>
                      <a:pt x="263" y="164"/>
                      <a:pt x="263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65" y="166"/>
                      <a:pt x="265" y="166"/>
                      <a:pt x="265" y="166"/>
                    </a:cubicBezTo>
                    <a:cubicBezTo>
                      <a:pt x="265" y="167"/>
                      <a:pt x="265" y="167"/>
                      <a:pt x="265" y="167"/>
                    </a:cubicBezTo>
                    <a:cubicBezTo>
                      <a:pt x="266" y="168"/>
                      <a:pt x="266" y="168"/>
                      <a:pt x="266" y="168"/>
                    </a:cubicBezTo>
                    <a:cubicBezTo>
                      <a:pt x="266" y="169"/>
                      <a:pt x="266" y="169"/>
                      <a:pt x="266" y="169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5" y="171"/>
                      <a:pt x="265" y="171"/>
                      <a:pt x="265" y="171"/>
                    </a:cubicBezTo>
                    <a:cubicBezTo>
                      <a:pt x="266" y="173"/>
                      <a:pt x="266" y="173"/>
                      <a:pt x="266" y="173"/>
                    </a:cubicBezTo>
                    <a:cubicBezTo>
                      <a:pt x="266" y="175"/>
                      <a:pt x="266" y="175"/>
                      <a:pt x="266" y="175"/>
                    </a:cubicBezTo>
                    <a:cubicBezTo>
                      <a:pt x="266" y="177"/>
                      <a:pt x="266" y="177"/>
                      <a:pt x="266" y="177"/>
                    </a:cubicBezTo>
                    <a:cubicBezTo>
                      <a:pt x="266" y="179"/>
                      <a:pt x="266" y="179"/>
                      <a:pt x="266" y="179"/>
                    </a:cubicBezTo>
                    <a:cubicBezTo>
                      <a:pt x="267" y="180"/>
                      <a:pt x="267" y="180"/>
                      <a:pt x="267" y="180"/>
                    </a:cubicBezTo>
                    <a:cubicBezTo>
                      <a:pt x="268" y="178"/>
                      <a:pt x="268" y="178"/>
                      <a:pt x="268" y="178"/>
                    </a:cubicBezTo>
                    <a:cubicBezTo>
                      <a:pt x="268" y="176"/>
                      <a:pt x="268" y="176"/>
                      <a:pt x="268" y="176"/>
                    </a:cubicBezTo>
                    <a:cubicBezTo>
                      <a:pt x="269" y="176"/>
                      <a:pt x="269" y="176"/>
                      <a:pt x="269" y="176"/>
                    </a:cubicBezTo>
                    <a:cubicBezTo>
                      <a:pt x="269" y="173"/>
                      <a:pt x="269" y="173"/>
                      <a:pt x="269" y="173"/>
                    </a:cubicBezTo>
                    <a:cubicBezTo>
                      <a:pt x="268" y="172"/>
                      <a:pt x="268" y="172"/>
                      <a:pt x="268" y="172"/>
                    </a:cubicBezTo>
                    <a:cubicBezTo>
                      <a:pt x="268" y="169"/>
                      <a:pt x="268" y="169"/>
                      <a:pt x="268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7" y="166"/>
                      <a:pt x="267" y="166"/>
                      <a:pt x="267" y="166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8" y="167"/>
                      <a:pt x="268" y="167"/>
                      <a:pt x="268" y="167"/>
                    </a:cubicBezTo>
                    <a:cubicBezTo>
                      <a:pt x="269" y="168"/>
                      <a:pt x="269" y="168"/>
                      <a:pt x="269" y="168"/>
                    </a:cubicBezTo>
                    <a:cubicBezTo>
                      <a:pt x="270" y="166"/>
                      <a:pt x="270" y="166"/>
                      <a:pt x="270" y="166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71" y="164"/>
                      <a:pt x="271" y="164"/>
                      <a:pt x="271" y="164"/>
                    </a:cubicBezTo>
                    <a:cubicBezTo>
                      <a:pt x="272" y="162"/>
                      <a:pt x="272" y="162"/>
                      <a:pt x="272" y="162"/>
                    </a:cubicBezTo>
                    <a:cubicBezTo>
                      <a:pt x="271" y="161"/>
                      <a:pt x="271" y="161"/>
                      <a:pt x="271" y="161"/>
                    </a:cubicBezTo>
                    <a:cubicBezTo>
                      <a:pt x="272" y="160"/>
                      <a:pt x="272" y="160"/>
                      <a:pt x="272" y="160"/>
                    </a:cubicBezTo>
                    <a:cubicBezTo>
                      <a:pt x="272" y="158"/>
                      <a:pt x="272" y="158"/>
                      <a:pt x="272" y="158"/>
                    </a:cubicBezTo>
                    <a:cubicBezTo>
                      <a:pt x="272" y="157"/>
                      <a:pt x="272" y="157"/>
                      <a:pt x="272" y="157"/>
                    </a:cubicBezTo>
                    <a:cubicBezTo>
                      <a:pt x="272" y="156"/>
                      <a:pt x="272" y="156"/>
                      <a:pt x="272" y="156"/>
                    </a:cubicBezTo>
                    <a:cubicBezTo>
                      <a:pt x="272" y="155"/>
                      <a:pt x="272" y="155"/>
                      <a:pt x="272" y="155"/>
                    </a:cubicBezTo>
                    <a:cubicBezTo>
                      <a:pt x="271" y="154"/>
                      <a:pt x="271" y="154"/>
                      <a:pt x="271" y="154"/>
                    </a:cubicBezTo>
                    <a:cubicBezTo>
                      <a:pt x="270" y="153"/>
                      <a:pt x="270" y="153"/>
                      <a:pt x="270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2"/>
                      <a:pt x="269" y="152"/>
                      <a:pt x="269" y="152"/>
                    </a:cubicBezTo>
                    <a:cubicBezTo>
                      <a:pt x="267" y="153"/>
                      <a:pt x="267" y="153"/>
                      <a:pt x="267" y="153"/>
                    </a:cubicBezTo>
                    <a:cubicBezTo>
                      <a:pt x="267" y="154"/>
                      <a:pt x="267" y="154"/>
                      <a:pt x="267" y="154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5" y="155"/>
                      <a:pt x="265" y="155"/>
                      <a:pt x="265" y="155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2"/>
                      <a:pt x="265" y="152"/>
                      <a:pt x="265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2" y="151"/>
                      <a:pt x="262" y="151"/>
                      <a:pt x="262" y="151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3" y="149"/>
                      <a:pt x="263" y="149"/>
                      <a:pt x="263" y="149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5" y="150"/>
                      <a:pt x="265" y="150"/>
                      <a:pt x="265" y="150"/>
                    </a:cubicBezTo>
                    <a:cubicBezTo>
                      <a:pt x="266" y="151"/>
                      <a:pt x="266" y="151"/>
                      <a:pt x="266" y="151"/>
                    </a:cubicBezTo>
                    <a:cubicBezTo>
                      <a:pt x="268" y="151"/>
                      <a:pt x="268" y="151"/>
                      <a:pt x="268" y="151"/>
                    </a:cubicBezTo>
                    <a:cubicBezTo>
                      <a:pt x="269" y="149"/>
                      <a:pt x="269" y="149"/>
                      <a:pt x="269" y="149"/>
                    </a:cubicBezTo>
                    <a:cubicBezTo>
                      <a:pt x="268" y="147"/>
                      <a:pt x="268" y="147"/>
                      <a:pt x="268" y="147"/>
                    </a:cubicBezTo>
                    <a:cubicBezTo>
                      <a:pt x="266" y="146"/>
                      <a:pt x="266" y="146"/>
                      <a:pt x="266" y="146"/>
                    </a:cubicBezTo>
                    <a:cubicBezTo>
                      <a:pt x="267" y="146"/>
                      <a:pt x="267" y="146"/>
                      <a:pt x="267" y="146"/>
                    </a:cubicBezTo>
                    <a:cubicBezTo>
                      <a:pt x="267" y="144"/>
                      <a:pt x="267" y="144"/>
                      <a:pt x="267" y="144"/>
                    </a:cubicBezTo>
                    <a:cubicBezTo>
                      <a:pt x="266" y="144"/>
                      <a:pt x="266" y="144"/>
                      <a:pt x="266" y="144"/>
                    </a:cubicBezTo>
                    <a:cubicBezTo>
                      <a:pt x="265" y="142"/>
                      <a:pt x="265" y="142"/>
                      <a:pt x="265" y="142"/>
                    </a:cubicBezTo>
                    <a:cubicBezTo>
                      <a:pt x="263" y="142"/>
                      <a:pt x="263" y="142"/>
                      <a:pt x="263" y="142"/>
                    </a:cubicBezTo>
                    <a:cubicBezTo>
                      <a:pt x="263" y="143"/>
                      <a:pt x="263" y="143"/>
                      <a:pt x="263" y="143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1" y="141"/>
                      <a:pt x="261" y="141"/>
                      <a:pt x="261" y="141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1" y="140"/>
                      <a:pt x="261" y="140"/>
                      <a:pt x="261" y="140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9"/>
                      <a:pt x="262" y="139"/>
                      <a:pt x="262" y="139"/>
                    </a:cubicBezTo>
                    <a:cubicBezTo>
                      <a:pt x="263" y="139"/>
                      <a:pt x="263" y="139"/>
                      <a:pt x="263" y="139"/>
                    </a:cubicBezTo>
                    <a:cubicBezTo>
                      <a:pt x="263" y="140"/>
                      <a:pt x="263" y="140"/>
                      <a:pt x="263" y="140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65" y="141"/>
                      <a:pt x="265" y="141"/>
                      <a:pt x="265" y="141"/>
                    </a:cubicBezTo>
                    <a:cubicBezTo>
                      <a:pt x="267" y="140"/>
                      <a:pt x="267" y="140"/>
                      <a:pt x="267" y="140"/>
                    </a:cubicBezTo>
                    <a:cubicBezTo>
                      <a:pt x="267" y="138"/>
                      <a:pt x="267" y="138"/>
                      <a:pt x="267" y="138"/>
                    </a:cubicBezTo>
                    <a:cubicBezTo>
                      <a:pt x="267" y="137"/>
                      <a:pt x="267" y="137"/>
                      <a:pt x="267" y="137"/>
                    </a:cubicBezTo>
                    <a:cubicBezTo>
                      <a:pt x="268" y="136"/>
                      <a:pt x="268" y="136"/>
                      <a:pt x="268" y="136"/>
                    </a:cubicBezTo>
                    <a:cubicBezTo>
                      <a:pt x="268" y="135"/>
                      <a:pt x="268" y="135"/>
                      <a:pt x="268" y="135"/>
                    </a:cubicBezTo>
                    <a:cubicBezTo>
                      <a:pt x="268" y="133"/>
                      <a:pt x="268" y="133"/>
                      <a:pt x="268" y="133"/>
                    </a:cubicBezTo>
                    <a:cubicBezTo>
                      <a:pt x="269" y="133"/>
                      <a:pt x="269" y="133"/>
                      <a:pt x="269" y="133"/>
                    </a:cubicBezTo>
                    <a:cubicBezTo>
                      <a:pt x="270" y="132"/>
                      <a:pt x="270" y="132"/>
                      <a:pt x="270" y="132"/>
                    </a:cubicBezTo>
                    <a:cubicBezTo>
                      <a:pt x="270" y="129"/>
                      <a:pt x="270" y="129"/>
                      <a:pt x="270" y="129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70" y="127"/>
                      <a:pt x="270" y="127"/>
                      <a:pt x="270" y="127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1" y="123"/>
                      <a:pt x="271" y="123"/>
                      <a:pt x="271" y="123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2" y="120"/>
                      <a:pt x="272" y="120"/>
                      <a:pt x="272" y="120"/>
                    </a:cubicBezTo>
                    <a:cubicBezTo>
                      <a:pt x="272" y="119"/>
                      <a:pt x="272" y="119"/>
                      <a:pt x="272" y="119"/>
                    </a:cubicBezTo>
                    <a:cubicBezTo>
                      <a:pt x="272" y="117"/>
                      <a:pt x="272" y="117"/>
                      <a:pt x="272" y="117"/>
                    </a:cubicBezTo>
                    <a:cubicBezTo>
                      <a:pt x="272" y="115"/>
                      <a:pt x="272" y="115"/>
                      <a:pt x="272" y="115"/>
                    </a:cubicBezTo>
                    <a:cubicBezTo>
                      <a:pt x="273" y="115"/>
                      <a:pt x="273" y="115"/>
                      <a:pt x="273" y="115"/>
                    </a:cubicBezTo>
                    <a:cubicBezTo>
                      <a:pt x="274" y="113"/>
                      <a:pt x="274" y="113"/>
                      <a:pt x="274" y="113"/>
                    </a:cubicBezTo>
                    <a:cubicBezTo>
                      <a:pt x="277" y="110"/>
                      <a:pt x="277" y="110"/>
                      <a:pt x="277" y="110"/>
                    </a:cubicBezTo>
                    <a:cubicBezTo>
                      <a:pt x="278" y="108"/>
                      <a:pt x="278" y="108"/>
                      <a:pt x="278" y="108"/>
                    </a:cubicBezTo>
                    <a:cubicBezTo>
                      <a:pt x="280" y="106"/>
                      <a:pt x="280" y="106"/>
                      <a:pt x="280" y="106"/>
                    </a:cubicBezTo>
                    <a:cubicBezTo>
                      <a:pt x="280" y="105"/>
                      <a:pt x="280" y="105"/>
                      <a:pt x="280" y="105"/>
                    </a:cubicBezTo>
                    <a:cubicBezTo>
                      <a:pt x="281" y="104"/>
                      <a:pt x="281" y="104"/>
                      <a:pt x="281" y="104"/>
                    </a:cubicBezTo>
                    <a:cubicBezTo>
                      <a:pt x="282" y="102"/>
                      <a:pt x="282" y="102"/>
                      <a:pt x="282" y="102"/>
                    </a:cubicBezTo>
                    <a:cubicBezTo>
                      <a:pt x="284" y="101"/>
                      <a:pt x="284" y="101"/>
                      <a:pt x="284" y="101"/>
                    </a:cubicBezTo>
                    <a:cubicBezTo>
                      <a:pt x="285" y="100"/>
                      <a:pt x="285" y="100"/>
                      <a:pt x="285" y="100"/>
                    </a:cubicBezTo>
                    <a:cubicBezTo>
                      <a:pt x="284" y="99"/>
                      <a:pt x="284" y="99"/>
                      <a:pt x="284" y="99"/>
                    </a:cubicBezTo>
                    <a:cubicBezTo>
                      <a:pt x="283" y="98"/>
                      <a:pt x="283" y="98"/>
                      <a:pt x="283" y="98"/>
                    </a:cubicBezTo>
                    <a:cubicBezTo>
                      <a:pt x="282" y="98"/>
                      <a:pt x="282" y="98"/>
                      <a:pt x="282" y="98"/>
                    </a:cubicBezTo>
                    <a:cubicBezTo>
                      <a:pt x="281" y="97"/>
                      <a:pt x="281" y="97"/>
                      <a:pt x="281" y="97"/>
                    </a:cubicBezTo>
                    <a:cubicBezTo>
                      <a:pt x="282" y="97"/>
                      <a:pt x="282" y="97"/>
                      <a:pt x="282" y="97"/>
                    </a:cubicBezTo>
                    <a:cubicBezTo>
                      <a:pt x="283" y="97"/>
                      <a:pt x="283" y="97"/>
                      <a:pt x="283" y="97"/>
                    </a:cubicBezTo>
                    <a:cubicBezTo>
                      <a:pt x="284" y="97"/>
                      <a:pt x="284" y="97"/>
                      <a:pt x="284" y="97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9" y="95"/>
                      <a:pt x="289" y="95"/>
                      <a:pt x="289" y="95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2" y="92"/>
                      <a:pt x="292" y="92"/>
                      <a:pt x="292" y="92"/>
                    </a:cubicBezTo>
                    <a:cubicBezTo>
                      <a:pt x="291" y="91"/>
                      <a:pt x="291" y="91"/>
                      <a:pt x="291" y="91"/>
                    </a:cubicBezTo>
                    <a:cubicBezTo>
                      <a:pt x="291" y="89"/>
                      <a:pt x="291" y="89"/>
                      <a:pt x="291" y="89"/>
                    </a:cubicBezTo>
                    <a:cubicBezTo>
                      <a:pt x="289" y="89"/>
                      <a:pt x="289" y="89"/>
                      <a:pt x="289" y="89"/>
                    </a:cubicBezTo>
                    <a:cubicBezTo>
                      <a:pt x="289" y="88"/>
                      <a:pt x="289" y="88"/>
                      <a:pt x="289" y="88"/>
                    </a:cubicBezTo>
                    <a:cubicBezTo>
                      <a:pt x="288" y="88"/>
                      <a:pt x="288" y="88"/>
                      <a:pt x="288" y="88"/>
                    </a:cubicBezTo>
                    <a:cubicBezTo>
                      <a:pt x="286" y="88"/>
                      <a:pt x="286" y="88"/>
                      <a:pt x="286" y="88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4" y="88"/>
                      <a:pt x="284" y="88"/>
                      <a:pt x="284" y="88"/>
                    </a:cubicBezTo>
                    <a:cubicBezTo>
                      <a:pt x="281" y="88"/>
                      <a:pt x="281" y="88"/>
                      <a:pt x="281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80" y="87"/>
                      <a:pt x="280" y="87"/>
                      <a:pt x="280" y="87"/>
                    </a:cubicBezTo>
                    <a:cubicBezTo>
                      <a:pt x="281" y="87"/>
                      <a:pt x="281" y="87"/>
                      <a:pt x="281" y="87"/>
                    </a:cubicBezTo>
                    <a:cubicBezTo>
                      <a:pt x="282" y="87"/>
                      <a:pt x="282" y="87"/>
                      <a:pt x="282" y="87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4" y="86"/>
                      <a:pt x="284" y="86"/>
                      <a:pt x="284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287" y="86"/>
                      <a:pt x="287" y="86"/>
                      <a:pt x="287" y="86"/>
                    </a:cubicBezTo>
                    <a:cubicBezTo>
                      <a:pt x="288" y="87"/>
                      <a:pt x="288" y="87"/>
                      <a:pt x="288" y="87"/>
                    </a:cubicBezTo>
                    <a:cubicBezTo>
                      <a:pt x="289" y="87"/>
                      <a:pt x="289" y="87"/>
                      <a:pt x="289" y="87"/>
                    </a:cubicBezTo>
                    <a:cubicBezTo>
                      <a:pt x="290" y="88"/>
                      <a:pt x="290" y="88"/>
                      <a:pt x="290" y="88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3" y="88"/>
                      <a:pt x="293" y="88"/>
                      <a:pt x="293" y="88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6" y="85"/>
                      <a:pt x="296" y="85"/>
                      <a:pt x="296" y="85"/>
                    </a:cubicBezTo>
                    <a:cubicBezTo>
                      <a:pt x="297" y="85"/>
                      <a:pt x="297" y="85"/>
                      <a:pt x="297" y="85"/>
                    </a:cubicBezTo>
                    <a:cubicBezTo>
                      <a:pt x="299" y="85"/>
                      <a:pt x="299" y="85"/>
                      <a:pt x="299" y="85"/>
                    </a:cubicBezTo>
                    <a:cubicBezTo>
                      <a:pt x="299" y="84"/>
                      <a:pt x="299" y="84"/>
                      <a:pt x="299" y="84"/>
                    </a:cubicBezTo>
                    <a:cubicBezTo>
                      <a:pt x="299" y="83"/>
                      <a:pt x="299" y="83"/>
                      <a:pt x="299" y="83"/>
                    </a:cubicBezTo>
                    <a:cubicBezTo>
                      <a:pt x="299" y="82"/>
                      <a:pt x="299" y="82"/>
                      <a:pt x="299" y="82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8" y="79"/>
                      <a:pt x="298" y="79"/>
                      <a:pt x="298" y="79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301" y="80"/>
                      <a:pt x="301" y="80"/>
                      <a:pt x="301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6" y="77"/>
                      <a:pt x="306" y="77"/>
                      <a:pt x="306" y="77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9" y="74"/>
                      <a:pt x="309" y="74"/>
                      <a:pt x="309" y="74"/>
                    </a:cubicBezTo>
                    <a:cubicBezTo>
                      <a:pt x="311" y="73"/>
                      <a:pt x="311" y="73"/>
                      <a:pt x="311" y="73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0"/>
                      <a:pt x="312" y="70"/>
                      <a:pt x="312" y="70"/>
                    </a:cubicBezTo>
                    <a:cubicBezTo>
                      <a:pt x="311" y="68"/>
                      <a:pt x="311" y="68"/>
                      <a:pt x="311" y="68"/>
                    </a:cubicBezTo>
                    <a:cubicBezTo>
                      <a:pt x="310" y="67"/>
                      <a:pt x="310" y="67"/>
                      <a:pt x="310" y="67"/>
                    </a:cubicBezTo>
                    <a:cubicBezTo>
                      <a:pt x="310" y="66"/>
                      <a:pt x="310" y="66"/>
                      <a:pt x="310" y="66"/>
                    </a:cubicBezTo>
                    <a:cubicBezTo>
                      <a:pt x="308" y="64"/>
                      <a:pt x="308" y="64"/>
                      <a:pt x="308" y="64"/>
                    </a:cubicBezTo>
                    <a:cubicBezTo>
                      <a:pt x="307" y="64"/>
                      <a:pt x="307" y="64"/>
                      <a:pt x="307" y="64"/>
                    </a:cubicBezTo>
                    <a:cubicBezTo>
                      <a:pt x="307" y="62"/>
                      <a:pt x="307" y="62"/>
                      <a:pt x="307" y="62"/>
                    </a:cubicBezTo>
                    <a:cubicBezTo>
                      <a:pt x="305" y="62"/>
                      <a:pt x="305" y="62"/>
                      <a:pt x="305" y="62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2" y="60"/>
                      <a:pt x="302" y="60"/>
                      <a:pt x="302" y="60"/>
                    </a:cubicBezTo>
                    <a:cubicBezTo>
                      <a:pt x="301" y="60"/>
                      <a:pt x="301" y="60"/>
                      <a:pt x="301" y="60"/>
                    </a:cubicBezTo>
                    <a:cubicBezTo>
                      <a:pt x="299" y="59"/>
                      <a:pt x="299" y="59"/>
                      <a:pt x="299" y="59"/>
                    </a:cubicBezTo>
                    <a:cubicBezTo>
                      <a:pt x="297" y="58"/>
                      <a:pt x="297" y="58"/>
                      <a:pt x="297" y="58"/>
                    </a:cubicBezTo>
                    <a:cubicBezTo>
                      <a:pt x="295" y="58"/>
                      <a:pt x="295" y="58"/>
                      <a:pt x="295" y="58"/>
                    </a:cubicBezTo>
                    <a:cubicBezTo>
                      <a:pt x="294" y="58"/>
                      <a:pt x="294" y="58"/>
                      <a:pt x="294" y="58"/>
                    </a:cubicBezTo>
                    <a:cubicBezTo>
                      <a:pt x="292" y="58"/>
                      <a:pt x="292" y="58"/>
                      <a:pt x="292" y="58"/>
                    </a:cubicBezTo>
                    <a:cubicBezTo>
                      <a:pt x="290" y="59"/>
                      <a:pt x="290" y="59"/>
                      <a:pt x="290" y="59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88" y="60"/>
                      <a:pt x="288" y="60"/>
                      <a:pt x="288" y="60"/>
                    </a:cubicBezTo>
                    <a:cubicBezTo>
                      <a:pt x="287" y="60"/>
                      <a:pt x="287" y="60"/>
                      <a:pt x="287" y="60"/>
                    </a:cubicBezTo>
                    <a:cubicBezTo>
                      <a:pt x="287" y="59"/>
                      <a:pt x="287" y="59"/>
                      <a:pt x="287" y="59"/>
                    </a:cubicBezTo>
                    <a:cubicBezTo>
                      <a:pt x="288" y="58"/>
                      <a:pt x="288" y="58"/>
                      <a:pt x="288" y="58"/>
                    </a:cubicBezTo>
                    <a:cubicBezTo>
                      <a:pt x="288" y="56"/>
                      <a:pt x="288" y="56"/>
                      <a:pt x="288" y="56"/>
                    </a:cubicBezTo>
                    <a:cubicBezTo>
                      <a:pt x="288" y="54"/>
                      <a:pt x="288" y="54"/>
                      <a:pt x="288" y="54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6" y="52"/>
                      <a:pt x="286" y="52"/>
                      <a:pt x="286" y="52"/>
                    </a:cubicBezTo>
                    <a:cubicBezTo>
                      <a:pt x="285" y="53"/>
                      <a:pt x="285" y="53"/>
                      <a:pt x="285" y="53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5"/>
                      <a:pt x="286" y="55"/>
                      <a:pt x="286" y="55"/>
                    </a:cubicBezTo>
                    <a:cubicBezTo>
                      <a:pt x="285" y="56"/>
                      <a:pt x="285" y="56"/>
                      <a:pt x="285" y="56"/>
                    </a:cubicBezTo>
                    <a:cubicBezTo>
                      <a:pt x="286" y="59"/>
                      <a:pt x="286" y="59"/>
                      <a:pt x="286" y="59"/>
                    </a:cubicBezTo>
                    <a:cubicBezTo>
                      <a:pt x="285" y="59"/>
                      <a:pt x="285" y="59"/>
                      <a:pt x="285" y="59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5" y="62"/>
                      <a:pt x="285" y="62"/>
                      <a:pt x="285" y="62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3" y="63"/>
                      <a:pt x="283" y="63"/>
                      <a:pt x="283" y="63"/>
                    </a:cubicBezTo>
                    <a:cubicBezTo>
                      <a:pt x="284" y="62"/>
                      <a:pt x="284" y="62"/>
                      <a:pt x="284" y="62"/>
                    </a:cubicBezTo>
                    <a:cubicBezTo>
                      <a:pt x="284" y="59"/>
                      <a:pt x="284" y="59"/>
                      <a:pt x="284" y="59"/>
                    </a:cubicBezTo>
                    <a:cubicBezTo>
                      <a:pt x="283" y="58"/>
                      <a:pt x="283" y="58"/>
                      <a:pt x="283" y="58"/>
                    </a:cubicBezTo>
                    <a:cubicBezTo>
                      <a:pt x="281" y="59"/>
                      <a:pt x="281" y="59"/>
                      <a:pt x="281" y="59"/>
                    </a:cubicBezTo>
                    <a:cubicBezTo>
                      <a:pt x="281" y="61"/>
                      <a:pt x="281" y="61"/>
                      <a:pt x="281" y="61"/>
                    </a:cubicBezTo>
                    <a:cubicBezTo>
                      <a:pt x="282" y="63"/>
                      <a:pt x="282" y="63"/>
                      <a:pt x="282" y="63"/>
                    </a:cubicBezTo>
                    <a:cubicBezTo>
                      <a:pt x="281" y="63"/>
                      <a:pt x="281" y="63"/>
                      <a:pt x="281" y="63"/>
                    </a:cubicBezTo>
                    <a:cubicBezTo>
                      <a:pt x="283" y="64"/>
                      <a:pt x="283" y="64"/>
                      <a:pt x="283" y="64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6"/>
                      <a:pt x="283" y="66"/>
                      <a:pt x="283" y="66"/>
                    </a:cubicBezTo>
                    <a:cubicBezTo>
                      <a:pt x="282" y="66"/>
                      <a:pt x="282" y="66"/>
                      <a:pt x="282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5"/>
                      <a:pt x="281" y="65"/>
                      <a:pt x="281" y="65"/>
                    </a:cubicBezTo>
                    <a:cubicBezTo>
                      <a:pt x="279" y="64"/>
                      <a:pt x="279" y="64"/>
                      <a:pt x="279" y="64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4"/>
                      <a:pt x="278" y="64"/>
                      <a:pt x="278" y="64"/>
                    </a:cubicBezTo>
                    <a:cubicBezTo>
                      <a:pt x="278" y="63"/>
                      <a:pt x="278" y="63"/>
                      <a:pt x="278" y="63"/>
                    </a:cubicBezTo>
                    <a:cubicBezTo>
                      <a:pt x="278" y="61"/>
                      <a:pt x="278" y="61"/>
                      <a:pt x="278" y="61"/>
                    </a:cubicBezTo>
                    <a:cubicBezTo>
                      <a:pt x="276" y="62"/>
                      <a:pt x="276" y="62"/>
                      <a:pt x="276" y="62"/>
                    </a:cubicBezTo>
                    <a:cubicBezTo>
                      <a:pt x="275" y="63"/>
                      <a:pt x="275" y="63"/>
                      <a:pt x="275" y="63"/>
                    </a:cubicBezTo>
                    <a:cubicBezTo>
                      <a:pt x="274" y="64"/>
                      <a:pt x="274" y="64"/>
                      <a:pt x="274" y="64"/>
                    </a:cubicBezTo>
                    <a:cubicBezTo>
                      <a:pt x="274" y="65"/>
                      <a:pt x="274" y="65"/>
                      <a:pt x="274" y="65"/>
                    </a:cubicBezTo>
                    <a:cubicBezTo>
                      <a:pt x="274" y="66"/>
                      <a:pt x="274" y="66"/>
                      <a:pt x="274" y="66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1" y="69"/>
                      <a:pt x="271" y="69"/>
                      <a:pt x="271" y="69"/>
                    </a:cubicBezTo>
                    <a:cubicBezTo>
                      <a:pt x="270" y="69"/>
                      <a:pt x="270" y="69"/>
                      <a:pt x="270" y="69"/>
                    </a:cubicBezTo>
                    <a:cubicBezTo>
                      <a:pt x="269" y="70"/>
                      <a:pt x="269" y="70"/>
                      <a:pt x="269" y="70"/>
                    </a:cubicBezTo>
                    <a:cubicBezTo>
                      <a:pt x="268" y="71"/>
                      <a:pt x="268" y="71"/>
                      <a:pt x="268" y="71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2"/>
                      <a:pt x="266" y="72"/>
                      <a:pt x="266" y="72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0" y="73"/>
                      <a:pt x="260" y="73"/>
                      <a:pt x="260" y="73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9" y="74"/>
                      <a:pt x="259" y="74"/>
                      <a:pt x="259" y="74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6" y="75"/>
                      <a:pt x="256" y="75"/>
                      <a:pt x="256" y="75"/>
                    </a:cubicBezTo>
                    <a:cubicBezTo>
                      <a:pt x="254" y="77"/>
                      <a:pt x="254" y="77"/>
                      <a:pt x="254" y="77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48" y="82"/>
                      <a:pt x="248" y="82"/>
                      <a:pt x="248" y="82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50" y="79"/>
                      <a:pt x="250" y="79"/>
                      <a:pt x="250" y="79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4"/>
                      <a:pt x="254" y="74"/>
                      <a:pt x="254" y="74"/>
                    </a:cubicBezTo>
                    <a:cubicBezTo>
                      <a:pt x="255" y="74"/>
                      <a:pt x="255" y="74"/>
                      <a:pt x="255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7" y="72"/>
                      <a:pt x="257" y="72"/>
                      <a:pt x="257" y="72"/>
                    </a:cubicBezTo>
                    <a:cubicBezTo>
                      <a:pt x="257" y="71"/>
                      <a:pt x="257" y="71"/>
                      <a:pt x="257" y="71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7" y="65"/>
                      <a:pt x="267" y="65"/>
                      <a:pt x="267" y="65"/>
                    </a:cubicBezTo>
                    <a:cubicBezTo>
                      <a:pt x="268" y="64"/>
                      <a:pt x="268" y="64"/>
                      <a:pt x="268" y="64"/>
                    </a:cubicBezTo>
                    <a:cubicBezTo>
                      <a:pt x="268" y="62"/>
                      <a:pt x="268" y="62"/>
                      <a:pt x="268" y="62"/>
                    </a:cubicBezTo>
                    <a:cubicBezTo>
                      <a:pt x="269" y="60"/>
                      <a:pt x="269" y="60"/>
                      <a:pt x="269" y="60"/>
                    </a:cubicBezTo>
                    <a:cubicBezTo>
                      <a:pt x="271" y="58"/>
                      <a:pt x="271" y="58"/>
                      <a:pt x="271" y="58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4"/>
                      <a:pt x="271" y="54"/>
                      <a:pt x="271" y="54"/>
                    </a:cubicBezTo>
                    <a:cubicBezTo>
                      <a:pt x="270" y="52"/>
                      <a:pt x="270" y="52"/>
                      <a:pt x="270" y="52"/>
                    </a:cubicBezTo>
                    <a:cubicBezTo>
                      <a:pt x="269" y="52"/>
                      <a:pt x="269" y="52"/>
                      <a:pt x="269" y="52"/>
                    </a:cubicBezTo>
                    <a:cubicBezTo>
                      <a:pt x="267" y="52"/>
                      <a:pt x="267" y="52"/>
                      <a:pt x="267" y="52"/>
                    </a:cubicBezTo>
                    <a:cubicBezTo>
                      <a:pt x="266" y="52"/>
                      <a:pt x="266" y="52"/>
                      <a:pt x="266" y="52"/>
                    </a:cubicBezTo>
                    <a:cubicBezTo>
                      <a:pt x="264" y="52"/>
                      <a:pt x="264" y="52"/>
                      <a:pt x="264" y="52"/>
                    </a:cubicBezTo>
                    <a:cubicBezTo>
                      <a:pt x="262" y="51"/>
                      <a:pt x="262" y="51"/>
                      <a:pt x="262" y="51"/>
                    </a:cubicBezTo>
                    <a:cubicBezTo>
                      <a:pt x="261" y="52"/>
                      <a:pt x="261" y="52"/>
                      <a:pt x="261" y="52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7"/>
                      <a:pt x="260" y="57"/>
                      <a:pt x="260" y="57"/>
                    </a:cubicBezTo>
                    <a:cubicBezTo>
                      <a:pt x="260" y="59"/>
                      <a:pt x="260" y="59"/>
                      <a:pt x="260" y="59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51" y="59"/>
                      <a:pt x="251" y="59"/>
                      <a:pt x="249" y="59"/>
                    </a:cubicBezTo>
                    <a:cubicBezTo>
                      <a:pt x="247" y="60"/>
                      <a:pt x="247" y="60"/>
                      <a:pt x="247" y="60"/>
                    </a:cubicBezTo>
                    <a:cubicBezTo>
                      <a:pt x="245" y="60"/>
                      <a:pt x="245" y="60"/>
                      <a:pt x="245" y="60"/>
                    </a:cubicBezTo>
                    <a:cubicBezTo>
                      <a:pt x="244" y="61"/>
                      <a:pt x="244" y="61"/>
                      <a:pt x="244" y="61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44" y="59"/>
                      <a:pt x="244" y="59"/>
                      <a:pt x="244" y="59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50" y="57"/>
                      <a:pt x="250" y="57"/>
                      <a:pt x="250" y="57"/>
                    </a:cubicBezTo>
                    <a:cubicBezTo>
                      <a:pt x="252" y="56"/>
                      <a:pt x="252" y="56"/>
                      <a:pt x="252" y="56"/>
                    </a:cubicBezTo>
                    <a:cubicBezTo>
                      <a:pt x="252" y="55"/>
                      <a:pt x="252" y="55"/>
                      <a:pt x="252" y="55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4" y="53"/>
                      <a:pt x="254" y="53"/>
                      <a:pt x="254" y="53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3" y="51"/>
                      <a:pt x="253" y="51"/>
                      <a:pt x="253" y="51"/>
                    </a:cubicBezTo>
                    <a:cubicBezTo>
                      <a:pt x="253" y="50"/>
                      <a:pt x="253" y="50"/>
                      <a:pt x="253" y="50"/>
                    </a:cubicBezTo>
                    <a:cubicBezTo>
                      <a:pt x="252" y="50"/>
                      <a:pt x="252" y="50"/>
                      <a:pt x="252" y="50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247" y="50"/>
                      <a:pt x="247" y="50"/>
                      <a:pt x="247" y="50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1" y="49"/>
                      <a:pt x="241" y="49"/>
                      <a:pt x="241" y="49"/>
                    </a:cubicBezTo>
                    <a:cubicBezTo>
                      <a:pt x="239" y="49"/>
                      <a:pt x="239" y="49"/>
                      <a:pt x="239" y="49"/>
                    </a:cubicBezTo>
                    <a:cubicBezTo>
                      <a:pt x="238" y="48"/>
                      <a:pt x="238" y="48"/>
                      <a:pt x="238" y="48"/>
                    </a:cubicBezTo>
                    <a:cubicBezTo>
                      <a:pt x="236" y="48"/>
                      <a:pt x="236" y="48"/>
                      <a:pt x="236" y="48"/>
                    </a:cubicBezTo>
                    <a:cubicBezTo>
                      <a:pt x="234" y="48"/>
                      <a:pt x="234" y="48"/>
                      <a:pt x="234" y="48"/>
                    </a:cubicBezTo>
                    <a:cubicBezTo>
                      <a:pt x="233" y="48"/>
                      <a:pt x="233" y="48"/>
                      <a:pt x="233" y="48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8"/>
                      <a:pt x="231" y="48"/>
                      <a:pt x="231" y="48"/>
                    </a:cubicBezTo>
                    <a:cubicBezTo>
                      <a:pt x="230" y="50"/>
                      <a:pt x="230" y="50"/>
                      <a:pt x="230" y="50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5" y="51"/>
                      <a:pt x="225" y="51"/>
                      <a:pt x="225" y="51"/>
                    </a:cubicBezTo>
                    <a:cubicBezTo>
                      <a:pt x="223" y="51"/>
                      <a:pt x="223" y="51"/>
                      <a:pt x="223" y="51"/>
                    </a:cubicBezTo>
                    <a:cubicBezTo>
                      <a:pt x="222" y="52"/>
                      <a:pt x="222" y="52"/>
                      <a:pt x="222" y="52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9" y="53"/>
                      <a:pt x="219" y="53"/>
                      <a:pt x="219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6"/>
                      <a:pt x="215" y="56"/>
                      <a:pt x="215" y="56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4" y="56"/>
                      <a:pt x="214" y="56"/>
                      <a:pt x="214" y="56"/>
                    </a:cubicBezTo>
                    <a:cubicBezTo>
                      <a:pt x="214" y="55"/>
                      <a:pt x="214" y="55"/>
                      <a:pt x="214" y="55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6" y="51"/>
                      <a:pt x="216" y="51"/>
                      <a:pt x="216" y="51"/>
                    </a:cubicBezTo>
                    <a:cubicBezTo>
                      <a:pt x="217" y="51"/>
                      <a:pt x="217" y="51"/>
                      <a:pt x="217" y="51"/>
                    </a:cubicBezTo>
                    <a:cubicBezTo>
                      <a:pt x="219" y="51"/>
                      <a:pt x="219" y="51"/>
                      <a:pt x="219" y="51"/>
                    </a:cubicBezTo>
                    <a:cubicBezTo>
                      <a:pt x="219" y="50"/>
                      <a:pt x="219" y="50"/>
                      <a:pt x="219" y="50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2" y="50"/>
                      <a:pt x="222" y="50"/>
                      <a:pt x="222" y="50"/>
                    </a:cubicBezTo>
                    <a:cubicBezTo>
                      <a:pt x="224" y="49"/>
                      <a:pt x="224" y="49"/>
                      <a:pt x="224" y="49"/>
                    </a:cubicBezTo>
                    <a:cubicBezTo>
                      <a:pt x="225" y="48"/>
                      <a:pt x="225" y="48"/>
                      <a:pt x="225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8" y="48"/>
                      <a:pt x="228" y="48"/>
                      <a:pt x="228" y="48"/>
                    </a:cubicBezTo>
                    <a:cubicBezTo>
                      <a:pt x="228" y="47"/>
                      <a:pt x="228" y="47"/>
                      <a:pt x="228" y="47"/>
                    </a:cubicBezTo>
                    <a:cubicBezTo>
                      <a:pt x="229" y="47"/>
                      <a:pt x="229" y="47"/>
                      <a:pt x="229" y="47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2" y="46"/>
                      <a:pt x="232" y="46"/>
                      <a:pt x="232" y="46"/>
                    </a:cubicBezTo>
                    <a:cubicBezTo>
                      <a:pt x="233" y="46"/>
                      <a:pt x="233" y="46"/>
                      <a:pt x="233" y="46"/>
                    </a:cubicBezTo>
                    <a:cubicBezTo>
                      <a:pt x="234" y="45"/>
                      <a:pt x="234" y="45"/>
                      <a:pt x="234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6" y="45"/>
                      <a:pt x="236" y="45"/>
                      <a:pt x="236" y="45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40" y="45"/>
                      <a:pt x="240" y="45"/>
                      <a:pt x="240" y="45"/>
                    </a:cubicBezTo>
                    <a:cubicBezTo>
                      <a:pt x="241" y="46"/>
                      <a:pt x="241" y="46"/>
                      <a:pt x="241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4" y="46"/>
                      <a:pt x="244" y="46"/>
                      <a:pt x="244" y="46"/>
                    </a:cubicBezTo>
                    <a:cubicBezTo>
                      <a:pt x="245" y="47"/>
                      <a:pt x="245" y="47"/>
                      <a:pt x="245" y="47"/>
                    </a:cubicBezTo>
                    <a:cubicBezTo>
                      <a:pt x="247" y="47"/>
                      <a:pt x="247" y="47"/>
                      <a:pt x="247" y="47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9" y="47"/>
                      <a:pt x="249" y="47"/>
                      <a:pt x="249" y="47"/>
                    </a:cubicBezTo>
                    <a:cubicBezTo>
                      <a:pt x="250" y="47"/>
                      <a:pt x="250" y="47"/>
                      <a:pt x="250" y="47"/>
                    </a:cubicBezTo>
                    <a:cubicBezTo>
                      <a:pt x="251" y="47"/>
                      <a:pt x="251" y="47"/>
                      <a:pt x="251" y="47"/>
                    </a:cubicBezTo>
                    <a:cubicBezTo>
                      <a:pt x="252" y="47"/>
                      <a:pt x="252" y="47"/>
                      <a:pt x="252" y="47"/>
                    </a:cubicBezTo>
                    <a:cubicBezTo>
                      <a:pt x="253" y="48"/>
                      <a:pt x="253" y="48"/>
                      <a:pt x="253" y="48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6" y="47"/>
                      <a:pt x="256" y="47"/>
                      <a:pt x="256" y="47"/>
                    </a:cubicBezTo>
                    <a:cubicBezTo>
                      <a:pt x="257" y="46"/>
                      <a:pt x="257" y="46"/>
                      <a:pt x="257" y="46"/>
                    </a:cubicBezTo>
                    <a:cubicBezTo>
                      <a:pt x="258" y="46"/>
                      <a:pt x="258" y="46"/>
                      <a:pt x="258" y="46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60" y="47"/>
                      <a:pt x="260" y="47"/>
                      <a:pt x="260" y="47"/>
                    </a:cubicBezTo>
                    <a:cubicBezTo>
                      <a:pt x="261" y="46"/>
                      <a:pt x="261" y="46"/>
                      <a:pt x="261" y="46"/>
                    </a:cubicBezTo>
                    <a:cubicBezTo>
                      <a:pt x="262" y="46"/>
                      <a:pt x="262" y="46"/>
                      <a:pt x="262" y="46"/>
                    </a:cubicBezTo>
                    <a:cubicBezTo>
                      <a:pt x="264" y="47"/>
                      <a:pt x="264" y="47"/>
                      <a:pt x="264" y="47"/>
                    </a:cubicBezTo>
                    <a:cubicBezTo>
                      <a:pt x="264" y="46"/>
                      <a:pt x="264" y="46"/>
                      <a:pt x="264" y="46"/>
                    </a:cubicBezTo>
                    <a:cubicBezTo>
                      <a:pt x="265" y="46"/>
                      <a:pt x="265" y="46"/>
                      <a:pt x="265" y="46"/>
                    </a:cubicBezTo>
                    <a:cubicBezTo>
                      <a:pt x="266" y="46"/>
                      <a:pt x="266" y="46"/>
                      <a:pt x="266" y="46"/>
                    </a:cubicBezTo>
                    <a:cubicBezTo>
                      <a:pt x="267" y="46"/>
                      <a:pt x="267" y="46"/>
                      <a:pt x="267" y="46"/>
                    </a:cubicBezTo>
                    <a:cubicBezTo>
                      <a:pt x="268" y="46"/>
                      <a:pt x="268" y="46"/>
                      <a:pt x="268" y="46"/>
                    </a:cubicBezTo>
                    <a:cubicBezTo>
                      <a:pt x="271" y="44"/>
                      <a:pt x="271" y="44"/>
                      <a:pt x="271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4" y="43"/>
                      <a:pt x="274" y="43"/>
                      <a:pt x="274" y="43"/>
                    </a:cubicBezTo>
                    <a:cubicBezTo>
                      <a:pt x="275" y="42"/>
                      <a:pt x="275" y="42"/>
                      <a:pt x="275" y="42"/>
                    </a:cubicBezTo>
                    <a:cubicBezTo>
                      <a:pt x="276" y="41"/>
                      <a:pt x="276" y="41"/>
                      <a:pt x="276" y="41"/>
                    </a:cubicBezTo>
                    <a:cubicBezTo>
                      <a:pt x="278" y="41"/>
                      <a:pt x="278" y="41"/>
                      <a:pt x="278" y="41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8"/>
                      <a:pt x="278" y="38"/>
                      <a:pt x="278" y="38"/>
                    </a:cubicBezTo>
                    <a:cubicBezTo>
                      <a:pt x="278" y="37"/>
                      <a:pt x="278" y="37"/>
                      <a:pt x="278" y="37"/>
                    </a:cubicBezTo>
                    <a:cubicBezTo>
                      <a:pt x="278" y="36"/>
                      <a:pt x="278" y="36"/>
                      <a:pt x="278" y="36"/>
                    </a:cubicBezTo>
                    <a:cubicBezTo>
                      <a:pt x="277" y="34"/>
                      <a:pt x="277" y="34"/>
                      <a:pt x="277" y="34"/>
                    </a:cubicBezTo>
                    <a:cubicBezTo>
                      <a:pt x="275" y="34"/>
                      <a:pt x="275" y="34"/>
                      <a:pt x="275" y="34"/>
                    </a:cubicBezTo>
                    <a:cubicBezTo>
                      <a:pt x="274" y="33"/>
                      <a:pt x="274" y="33"/>
                      <a:pt x="274" y="33"/>
                    </a:cubicBezTo>
                    <a:cubicBezTo>
                      <a:pt x="273" y="32"/>
                      <a:pt x="273" y="32"/>
                      <a:pt x="273" y="32"/>
                    </a:cubicBezTo>
                    <a:cubicBezTo>
                      <a:pt x="272" y="31"/>
                      <a:pt x="272" y="31"/>
                      <a:pt x="272" y="31"/>
                    </a:cubicBezTo>
                    <a:cubicBezTo>
                      <a:pt x="270" y="31"/>
                      <a:pt x="270" y="31"/>
                      <a:pt x="270" y="31"/>
                    </a:cubicBezTo>
                    <a:cubicBezTo>
                      <a:pt x="270" y="30"/>
                      <a:pt x="270" y="30"/>
                      <a:pt x="270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8"/>
                      <a:pt x="267" y="28"/>
                      <a:pt x="267" y="28"/>
                    </a:cubicBezTo>
                    <a:cubicBezTo>
                      <a:pt x="265" y="27"/>
                      <a:pt x="265" y="27"/>
                      <a:pt x="265" y="27"/>
                    </a:cubicBezTo>
                    <a:cubicBezTo>
                      <a:pt x="262" y="27"/>
                      <a:pt x="262" y="27"/>
                      <a:pt x="262" y="27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57" y="30"/>
                      <a:pt x="257" y="30"/>
                      <a:pt x="257" y="30"/>
                    </a:cubicBezTo>
                    <a:cubicBezTo>
                      <a:pt x="256" y="30"/>
                      <a:pt x="256" y="30"/>
                      <a:pt x="256" y="30"/>
                    </a:cubicBezTo>
                    <a:cubicBezTo>
                      <a:pt x="255" y="29"/>
                      <a:pt x="255" y="29"/>
                      <a:pt x="255" y="29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6" y="27"/>
                      <a:pt x="256" y="27"/>
                      <a:pt x="256" y="27"/>
                    </a:cubicBezTo>
                    <a:cubicBezTo>
                      <a:pt x="257" y="28"/>
                      <a:pt x="257" y="28"/>
                      <a:pt x="257" y="28"/>
                    </a:cubicBezTo>
                    <a:cubicBezTo>
                      <a:pt x="259" y="27"/>
                      <a:pt x="259" y="27"/>
                      <a:pt x="259" y="27"/>
                    </a:cubicBezTo>
                    <a:cubicBezTo>
                      <a:pt x="262" y="25"/>
                      <a:pt x="262" y="25"/>
                      <a:pt x="262" y="25"/>
                    </a:cubicBezTo>
                    <a:cubicBezTo>
                      <a:pt x="262" y="24"/>
                      <a:pt x="262" y="24"/>
                      <a:pt x="262" y="24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2"/>
                      <a:pt x="261" y="22"/>
                      <a:pt x="261" y="22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0" y="20"/>
                      <a:pt x="260" y="20"/>
                      <a:pt x="260" y="20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8"/>
                      <a:pt x="257" y="18"/>
                    </a:cubicBezTo>
                    <a:cubicBezTo>
                      <a:pt x="256" y="19"/>
                      <a:pt x="256" y="19"/>
                      <a:pt x="256" y="19"/>
                    </a:cubicBezTo>
                    <a:cubicBezTo>
                      <a:pt x="254" y="20"/>
                      <a:pt x="254" y="20"/>
                      <a:pt x="254" y="20"/>
                    </a:cubicBezTo>
                    <a:cubicBezTo>
                      <a:pt x="253" y="20"/>
                      <a:pt x="253" y="20"/>
                      <a:pt x="253" y="20"/>
                    </a:cubicBezTo>
                    <a:cubicBezTo>
                      <a:pt x="252" y="20"/>
                      <a:pt x="252" y="20"/>
                      <a:pt x="252" y="20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49" y="20"/>
                      <a:pt x="249" y="20"/>
                      <a:pt x="249" y="20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5" y="20"/>
                      <a:pt x="245" y="20"/>
                      <a:pt x="245" y="20"/>
                    </a:cubicBezTo>
                    <a:cubicBezTo>
                      <a:pt x="244" y="20"/>
                      <a:pt x="244" y="20"/>
                      <a:pt x="244" y="20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1" y="19"/>
                      <a:pt x="241" y="19"/>
                      <a:pt x="241" y="19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5" y="18"/>
                      <a:pt x="235" y="18"/>
                      <a:pt x="235" y="18"/>
                    </a:cubicBezTo>
                    <a:cubicBezTo>
                      <a:pt x="231" y="19"/>
                      <a:pt x="231" y="19"/>
                      <a:pt x="231" y="19"/>
                    </a:cubicBezTo>
                    <a:cubicBezTo>
                      <a:pt x="230" y="19"/>
                      <a:pt x="230" y="19"/>
                      <a:pt x="230" y="19"/>
                    </a:cubicBezTo>
                    <a:cubicBezTo>
                      <a:pt x="228" y="19"/>
                      <a:pt x="228" y="19"/>
                      <a:pt x="228" y="19"/>
                    </a:cubicBezTo>
                    <a:cubicBezTo>
                      <a:pt x="227" y="19"/>
                      <a:pt x="227" y="19"/>
                      <a:pt x="227" y="19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1" y="19"/>
                      <a:pt x="221" y="19"/>
                      <a:pt x="221" y="19"/>
                    </a:cubicBezTo>
                    <a:cubicBezTo>
                      <a:pt x="218" y="20"/>
                      <a:pt x="218" y="20"/>
                      <a:pt x="218" y="20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7" y="20"/>
                      <a:pt x="217" y="20"/>
                      <a:pt x="217" y="20"/>
                    </a:cubicBezTo>
                    <a:cubicBezTo>
                      <a:pt x="215" y="20"/>
                      <a:pt x="215" y="20"/>
                      <a:pt x="215" y="21"/>
                    </a:cubicBezTo>
                    <a:cubicBezTo>
                      <a:pt x="215" y="21"/>
                      <a:pt x="214" y="22"/>
                      <a:pt x="214" y="22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1" y="22"/>
                      <a:pt x="211" y="22"/>
                      <a:pt x="211" y="22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10" y="21"/>
                      <a:pt x="210" y="21"/>
                      <a:pt x="210" y="21"/>
                    </a:cubicBezTo>
                    <a:cubicBezTo>
                      <a:pt x="212" y="20"/>
                      <a:pt x="212" y="20"/>
                      <a:pt x="212" y="20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5" y="19"/>
                      <a:pt x="215" y="19"/>
                      <a:pt x="215" y="19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4" y="18"/>
                      <a:pt x="224" y="18"/>
                      <a:pt x="224" y="18"/>
                    </a:cubicBezTo>
                    <a:cubicBezTo>
                      <a:pt x="224" y="17"/>
                      <a:pt x="224" y="17"/>
                      <a:pt x="224" y="17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27" y="18"/>
                      <a:pt x="227" y="18"/>
                      <a:pt x="227" y="18"/>
                    </a:cubicBezTo>
                    <a:cubicBezTo>
                      <a:pt x="229" y="17"/>
                      <a:pt x="229" y="17"/>
                      <a:pt x="229" y="17"/>
                    </a:cubicBezTo>
                    <a:cubicBezTo>
                      <a:pt x="230" y="17"/>
                      <a:pt x="230" y="17"/>
                      <a:pt x="230" y="17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35" y="16"/>
                      <a:pt x="235" y="16"/>
                      <a:pt x="235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8" y="16"/>
                      <a:pt x="238" y="16"/>
                      <a:pt x="238" y="16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6"/>
                      <a:pt x="242" y="16"/>
                      <a:pt x="242" y="16"/>
                    </a:cubicBezTo>
                    <a:cubicBezTo>
                      <a:pt x="243" y="17"/>
                      <a:pt x="243" y="17"/>
                      <a:pt x="243" y="17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51" y="18"/>
                      <a:pt x="251" y="18"/>
                      <a:pt x="251" y="18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5" y="17"/>
                      <a:pt x="255" y="17"/>
                      <a:pt x="255" y="17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7" y="14"/>
                      <a:pt x="257" y="14"/>
                      <a:pt x="257" y="14"/>
                    </a:cubicBezTo>
                    <a:cubicBezTo>
                      <a:pt x="254" y="13"/>
                      <a:pt x="254" y="13"/>
                      <a:pt x="254" y="13"/>
                    </a:cubicBezTo>
                    <a:cubicBezTo>
                      <a:pt x="253" y="12"/>
                      <a:pt x="253" y="12"/>
                      <a:pt x="253" y="12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1" y="10"/>
                      <a:pt x="251" y="10"/>
                      <a:pt x="251" y="10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7" y="8"/>
                      <a:pt x="247" y="8"/>
                      <a:pt x="247" y="8"/>
                    </a:cubicBezTo>
                    <a:cubicBezTo>
                      <a:pt x="246" y="8"/>
                      <a:pt x="246" y="8"/>
                      <a:pt x="246" y="8"/>
                    </a:cubicBezTo>
                    <a:cubicBezTo>
                      <a:pt x="245" y="8"/>
                      <a:pt x="245" y="8"/>
                      <a:pt x="245" y="8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2" y="7"/>
                      <a:pt x="242" y="7"/>
                      <a:pt x="242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8" y="6"/>
                      <a:pt x="238" y="6"/>
                      <a:pt x="238" y="6"/>
                    </a:cubicBezTo>
                    <a:cubicBezTo>
                      <a:pt x="237" y="5"/>
                      <a:pt x="237" y="5"/>
                      <a:pt x="237" y="5"/>
                    </a:cubicBezTo>
                    <a:cubicBezTo>
                      <a:pt x="236" y="5"/>
                      <a:pt x="236" y="5"/>
                      <a:pt x="236" y="5"/>
                    </a:cubicBezTo>
                    <a:cubicBezTo>
                      <a:pt x="233" y="3"/>
                      <a:pt x="233" y="3"/>
                      <a:pt x="233" y="3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2"/>
                      <a:pt x="230" y="2"/>
                      <a:pt x="230" y="2"/>
                    </a:cubicBezTo>
                    <a:cubicBezTo>
                      <a:pt x="229" y="2"/>
                      <a:pt x="229" y="2"/>
                      <a:pt x="229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214" y="1"/>
                      <a:pt x="214" y="1"/>
                      <a:pt x="214" y="1"/>
                    </a:cubicBezTo>
                    <a:cubicBezTo>
                      <a:pt x="213" y="2"/>
                      <a:pt x="213" y="2"/>
                      <a:pt x="213" y="2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2" y="2"/>
                      <a:pt x="212" y="2"/>
                      <a:pt x="212" y="2"/>
                    </a:cubicBezTo>
                    <a:cubicBezTo>
                      <a:pt x="211" y="1"/>
                      <a:pt x="211" y="1"/>
                      <a:pt x="211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09" y="1"/>
                      <a:pt x="209" y="1"/>
                      <a:pt x="209" y="1"/>
                    </a:cubicBezTo>
                    <a:cubicBezTo>
                      <a:pt x="208" y="2"/>
                      <a:pt x="208" y="2"/>
                      <a:pt x="208" y="2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4" y="9"/>
                      <a:pt x="204" y="9"/>
                      <a:pt x="204" y="9"/>
                    </a:cubicBezTo>
                    <a:cubicBezTo>
                      <a:pt x="204" y="10"/>
                      <a:pt x="204" y="10"/>
                      <a:pt x="204" y="10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2" y="10"/>
                      <a:pt x="202" y="10"/>
                      <a:pt x="202" y="10"/>
                    </a:cubicBezTo>
                    <a:cubicBezTo>
                      <a:pt x="200" y="10"/>
                      <a:pt x="200" y="10"/>
                      <a:pt x="200" y="10"/>
                    </a:cubicBezTo>
                    <a:cubicBezTo>
                      <a:pt x="199" y="10"/>
                      <a:pt x="199" y="10"/>
                      <a:pt x="199" y="10"/>
                    </a:cubicBezTo>
                    <a:cubicBezTo>
                      <a:pt x="200" y="9"/>
                      <a:pt x="200" y="9"/>
                      <a:pt x="200" y="9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6"/>
                      <a:pt x="198" y="6"/>
                      <a:pt x="198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95" y="7"/>
                      <a:pt x="195" y="7"/>
                      <a:pt x="195" y="7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6" y="10"/>
                      <a:pt x="196" y="10"/>
                      <a:pt x="196" y="10"/>
                    </a:cubicBezTo>
                    <a:cubicBezTo>
                      <a:pt x="196" y="11"/>
                      <a:pt x="196" y="11"/>
                      <a:pt x="196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8" y="14"/>
                      <a:pt x="198" y="14"/>
                      <a:pt x="198" y="14"/>
                    </a:cubicBezTo>
                    <a:cubicBezTo>
                      <a:pt x="199" y="16"/>
                      <a:pt x="199" y="16"/>
                      <a:pt x="199" y="16"/>
                    </a:cubicBezTo>
                    <a:cubicBezTo>
                      <a:pt x="198" y="15"/>
                      <a:pt x="198" y="15"/>
                      <a:pt x="198" y="15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2" y="8"/>
                      <a:pt x="192" y="8"/>
                      <a:pt x="192" y="8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0" y="10"/>
                      <a:pt x="190" y="10"/>
                      <a:pt x="190" y="10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89" y="10"/>
                      <a:pt x="189" y="10"/>
                      <a:pt x="189" y="10"/>
                    </a:cubicBezTo>
                    <a:cubicBezTo>
                      <a:pt x="189" y="9"/>
                      <a:pt x="189" y="9"/>
                      <a:pt x="189" y="9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4" y="7"/>
                      <a:pt x="184" y="7"/>
                      <a:pt x="184" y="7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9"/>
                      <a:pt x="183" y="9"/>
                      <a:pt x="183" y="9"/>
                    </a:cubicBezTo>
                    <a:cubicBezTo>
                      <a:pt x="182" y="10"/>
                      <a:pt x="182" y="10"/>
                      <a:pt x="182" y="10"/>
                    </a:cubicBezTo>
                    <a:cubicBezTo>
                      <a:pt x="180" y="10"/>
                      <a:pt x="180" y="10"/>
                      <a:pt x="180" y="10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0" y="13"/>
                      <a:pt x="170" y="13"/>
                      <a:pt x="170" y="13"/>
                    </a:cubicBezTo>
                    <a:cubicBezTo>
                      <a:pt x="171" y="15"/>
                      <a:pt x="171" y="15"/>
                      <a:pt x="171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69" y="16"/>
                      <a:pt x="169" y="16"/>
                      <a:pt x="169" y="16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17"/>
                      <a:pt x="170" y="17"/>
                      <a:pt x="170" y="17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73" y="20"/>
                      <a:pt x="173" y="20"/>
                      <a:pt x="173" y="20"/>
                    </a:cubicBezTo>
                    <a:cubicBezTo>
                      <a:pt x="174" y="20"/>
                      <a:pt x="174" y="20"/>
                      <a:pt x="174" y="20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7" y="16"/>
                      <a:pt x="177" y="16"/>
                      <a:pt x="177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1"/>
                      <a:pt x="176" y="21"/>
                      <a:pt x="176" y="21"/>
                    </a:cubicBezTo>
                    <a:cubicBezTo>
                      <a:pt x="175" y="21"/>
                      <a:pt x="175" y="21"/>
                      <a:pt x="175" y="21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5"/>
                      <a:pt x="172" y="25"/>
                      <a:pt x="172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23"/>
                      <a:pt x="161" y="23"/>
                      <a:pt x="161" y="23"/>
                    </a:cubicBezTo>
                    <a:cubicBezTo>
                      <a:pt x="161" y="24"/>
                      <a:pt x="161" y="24"/>
                      <a:pt x="161" y="24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7"/>
                      <a:pt x="161" y="27"/>
                      <a:pt x="161" y="27"/>
                    </a:cubicBezTo>
                    <a:cubicBezTo>
                      <a:pt x="162" y="29"/>
                      <a:pt x="162" y="29"/>
                      <a:pt x="162" y="29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3" y="35"/>
                      <a:pt x="163" y="35"/>
                      <a:pt x="163" y="35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5" y="39"/>
                      <a:pt x="165" y="39"/>
                      <a:pt x="165" y="39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2"/>
                      <a:pt x="164" y="42"/>
                      <a:pt x="164" y="42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6" y="45"/>
                      <a:pt x="166" y="45"/>
                      <a:pt x="166" y="45"/>
                    </a:cubicBezTo>
                    <a:cubicBezTo>
                      <a:pt x="166" y="46"/>
                      <a:pt x="166" y="46"/>
                      <a:pt x="166" y="46"/>
                    </a:cubicBezTo>
                    <a:cubicBezTo>
                      <a:pt x="167" y="47"/>
                      <a:pt x="167" y="47"/>
                      <a:pt x="167" y="47"/>
                    </a:cubicBezTo>
                    <a:cubicBezTo>
                      <a:pt x="168" y="48"/>
                      <a:pt x="168" y="48"/>
                      <a:pt x="168" y="48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1" y="53"/>
                      <a:pt x="171" y="53"/>
                      <a:pt x="171" y="53"/>
                    </a:cubicBezTo>
                    <a:cubicBezTo>
                      <a:pt x="170" y="53"/>
                      <a:pt x="170" y="53"/>
                      <a:pt x="170" y="53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69" y="53"/>
                      <a:pt x="169" y="53"/>
                      <a:pt x="169" y="53"/>
                    </a:cubicBezTo>
                    <a:cubicBezTo>
                      <a:pt x="169" y="52"/>
                      <a:pt x="169" y="52"/>
                      <a:pt x="169" y="52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5" y="47"/>
                      <a:pt x="165" y="47"/>
                      <a:pt x="165" y="47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2" y="50"/>
                      <a:pt x="162" y="50"/>
                      <a:pt x="162" y="50"/>
                    </a:cubicBezTo>
                    <a:cubicBezTo>
                      <a:pt x="162" y="46"/>
                      <a:pt x="162" y="46"/>
                      <a:pt x="162" y="46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5"/>
                      <a:pt x="158" y="45"/>
                      <a:pt x="158" y="45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7" y="49"/>
                      <a:pt x="157" y="49"/>
                      <a:pt x="157" y="49"/>
                    </a:cubicBezTo>
                    <a:cubicBezTo>
                      <a:pt x="157" y="48"/>
                      <a:pt x="157" y="48"/>
                      <a:pt x="157" y="48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7" y="44"/>
                      <a:pt x="157" y="44"/>
                      <a:pt x="157" y="44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2"/>
                      <a:pt x="156" y="42"/>
                      <a:pt x="156" y="42"/>
                    </a:cubicBezTo>
                    <a:cubicBezTo>
                      <a:pt x="156" y="41"/>
                      <a:pt x="156" y="41"/>
                      <a:pt x="156" y="41"/>
                    </a:cubicBezTo>
                    <a:cubicBezTo>
                      <a:pt x="156" y="40"/>
                      <a:pt x="156" y="40"/>
                      <a:pt x="156" y="40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2" y="26"/>
                      <a:pt x="152" y="26"/>
                      <a:pt x="152" y="26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49" y="24"/>
                      <a:pt x="149" y="24"/>
                      <a:pt x="149" y="24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47" y="23"/>
                      <a:pt x="147" y="23"/>
                      <a:pt x="147" y="23"/>
                    </a:cubicBezTo>
                    <a:cubicBezTo>
                      <a:pt x="146" y="24"/>
                      <a:pt x="146" y="24"/>
                      <a:pt x="146" y="24"/>
                    </a:cubicBezTo>
                    <a:cubicBezTo>
                      <a:pt x="144" y="25"/>
                      <a:pt x="144" y="25"/>
                      <a:pt x="144" y="25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5"/>
                      <a:pt x="143" y="35"/>
                      <a:pt x="143" y="35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4" y="43"/>
                      <a:pt x="144" y="43"/>
                      <a:pt x="144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0" y="42"/>
                      <a:pt x="140" y="42"/>
                      <a:pt x="140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7" y="41"/>
                      <a:pt x="137" y="41"/>
                      <a:pt x="137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2"/>
                      <a:pt x="136" y="42"/>
                      <a:pt x="136" y="42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5" y="42"/>
                      <a:pt x="135" y="42"/>
                      <a:pt x="135" y="42"/>
                    </a:cubicBezTo>
                    <a:cubicBezTo>
                      <a:pt x="136" y="39"/>
                      <a:pt x="136" y="39"/>
                      <a:pt x="136" y="39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4" y="34"/>
                      <a:pt x="134" y="34"/>
                      <a:pt x="134" y="34"/>
                    </a:cubicBezTo>
                    <a:cubicBezTo>
                      <a:pt x="135" y="32"/>
                      <a:pt x="135" y="32"/>
                      <a:pt x="135" y="32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26" y="41"/>
                      <a:pt x="126" y="41"/>
                      <a:pt x="126" y="41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6" y="37"/>
                      <a:pt x="126" y="37"/>
                      <a:pt x="126" y="37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3"/>
                      <a:pt x="125" y="23"/>
                      <a:pt x="125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29"/>
                      <a:pt x="98" y="29"/>
                      <a:pt x="98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5"/>
                      <a:pt x="88" y="35"/>
                      <a:pt x="88" y="35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2"/>
                      <a:pt x="52" y="82"/>
                      <a:pt x="52" y="82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7" y="89"/>
                      <a:pt x="17" y="89"/>
                      <a:pt x="17" y="89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" y="100"/>
                      <a:pt x="1" y="100"/>
                      <a:pt x="1" y="100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18" y="119"/>
                      <a:pt x="18" y="119"/>
                      <a:pt x="18" y="119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5" y="128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2" y="139"/>
                      <a:pt x="2" y="139"/>
                      <a:pt x="2" y="139"/>
                    </a:cubicBezTo>
                    <a:cubicBezTo>
                      <a:pt x="4" y="140"/>
                      <a:pt x="4" y="140"/>
                      <a:pt x="4" y="140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5"/>
                      <a:pt x="6" y="145"/>
                      <a:pt x="6" y="145"/>
                    </a:cubicBezTo>
                    <a:cubicBezTo>
                      <a:pt x="8" y="145"/>
                      <a:pt x="8" y="145"/>
                      <a:pt x="8" y="145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0" y="148"/>
                      <a:pt x="10" y="148"/>
                      <a:pt x="10" y="148"/>
                    </a:cubicBez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4" y="151"/>
                      <a:pt x="14" y="151"/>
                      <a:pt x="14" y="151"/>
                    </a:cubicBezTo>
                    <a:cubicBezTo>
                      <a:pt x="15" y="150"/>
                      <a:pt x="15" y="150"/>
                      <a:pt x="15" y="150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6" y="145"/>
                      <a:pt x="16" y="145"/>
                      <a:pt x="16" y="145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18" y="147"/>
                      <a:pt x="18" y="147"/>
                      <a:pt x="18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7"/>
                      <a:pt x="20" y="147"/>
                      <a:pt x="20" y="147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2" y="150"/>
                      <a:pt x="22" y="150"/>
                      <a:pt x="22" y="150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7"/>
                      <a:pt x="29" y="147"/>
                      <a:pt x="29" y="147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7"/>
                      <a:pt x="32" y="147"/>
                      <a:pt x="32" y="147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40" y="150"/>
                      <a:pt x="40" y="150"/>
                      <a:pt x="40" y="150"/>
                    </a:cubicBezTo>
                    <a:cubicBezTo>
                      <a:pt x="42" y="150"/>
                      <a:pt x="42" y="150"/>
                      <a:pt x="42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4" y="151"/>
                      <a:pt x="44" y="151"/>
                      <a:pt x="44" y="151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4" y="159"/>
                      <a:pt x="54" y="159"/>
                      <a:pt x="54" y="159"/>
                    </a:cubicBezTo>
                    <a:cubicBezTo>
                      <a:pt x="55" y="161"/>
                      <a:pt x="55" y="161"/>
                      <a:pt x="55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5" y="165"/>
                      <a:pt x="55" y="165"/>
                      <a:pt x="55" y="165"/>
                    </a:cubicBezTo>
                    <a:cubicBezTo>
                      <a:pt x="54" y="165"/>
                      <a:pt x="54" y="165"/>
                      <a:pt x="54" y="165"/>
                    </a:cubicBezTo>
                    <a:cubicBezTo>
                      <a:pt x="54" y="167"/>
                      <a:pt x="54" y="167"/>
                      <a:pt x="54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2" y="169"/>
                      <a:pt x="52" y="169"/>
                      <a:pt x="52" y="169"/>
                    </a:cubicBezTo>
                    <a:cubicBezTo>
                      <a:pt x="52" y="170"/>
                      <a:pt x="52" y="170"/>
                      <a:pt x="52" y="170"/>
                    </a:cubicBezTo>
                    <a:cubicBezTo>
                      <a:pt x="53" y="171"/>
                      <a:pt x="53" y="171"/>
                      <a:pt x="53" y="171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6" y="174"/>
                      <a:pt x="56" y="174"/>
                      <a:pt x="56" y="174"/>
                    </a:cubicBezTo>
                    <a:cubicBezTo>
                      <a:pt x="57" y="175"/>
                      <a:pt x="57" y="175"/>
                      <a:pt x="57" y="175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9"/>
                      <a:pt x="57" y="179"/>
                      <a:pt x="57" y="179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7" y="181"/>
                      <a:pt x="57" y="181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4" y="180"/>
                      <a:pt x="54" y="180"/>
                      <a:pt x="54" y="180"/>
                    </a:cubicBezTo>
                    <a:cubicBezTo>
                      <a:pt x="52" y="181"/>
                      <a:pt x="52" y="181"/>
                      <a:pt x="52" y="181"/>
                    </a:cubicBezTo>
                    <a:cubicBezTo>
                      <a:pt x="53" y="183"/>
                      <a:pt x="53" y="183"/>
                      <a:pt x="53" y="183"/>
                    </a:cubicBezTo>
                    <a:cubicBezTo>
                      <a:pt x="54" y="183"/>
                      <a:pt x="54" y="183"/>
                      <a:pt x="54" y="183"/>
                    </a:cubicBezTo>
                    <a:cubicBezTo>
                      <a:pt x="55" y="183"/>
                      <a:pt x="55" y="183"/>
                      <a:pt x="55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8"/>
                      <a:pt x="57" y="188"/>
                      <a:pt x="57" y="188"/>
                    </a:cubicBezTo>
                    <a:cubicBezTo>
                      <a:pt x="56" y="188"/>
                      <a:pt x="56" y="188"/>
                      <a:pt x="56" y="188"/>
                    </a:cubicBezTo>
                    <a:cubicBezTo>
                      <a:pt x="55" y="189"/>
                      <a:pt x="55" y="189"/>
                      <a:pt x="55" y="189"/>
                    </a:cubicBezTo>
                    <a:cubicBezTo>
                      <a:pt x="54" y="190"/>
                      <a:pt x="54" y="190"/>
                      <a:pt x="54" y="190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7" y="190"/>
                      <a:pt x="57" y="190"/>
                      <a:pt x="57" y="190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9"/>
                      <a:pt x="59" y="189"/>
                      <a:pt x="59" y="189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91"/>
                      <a:pt x="59" y="191"/>
                      <a:pt x="59" y="191"/>
                    </a:cubicBezTo>
                    <a:cubicBezTo>
                      <a:pt x="59" y="192"/>
                      <a:pt x="59" y="192"/>
                      <a:pt x="59" y="192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9" y="194"/>
                      <a:pt x="59" y="194"/>
                      <a:pt x="59" y="194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7" y="192"/>
                      <a:pt x="57" y="192"/>
                      <a:pt x="57" y="192"/>
                    </a:cubicBezTo>
                    <a:cubicBezTo>
                      <a:pt x="56" y="192"/>
                      <a:pt x="56" y="192"/>
                      <a:pt x="56" y="192"/>
                    </a:cubicBezTo>
                    <a:cubicBezTo>
                      <a:pt x="55" y="193"/>
                      <a:pt x="55" y="193"/>
                      <a:pt x="55" y="193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6"/>
                      <a:pt x="59" y="196"/>
                      <a:pt x="59" y="196"/>
                    </a:cubicBezTo>
                    <a:cubicBezTo>
                      <a:pt x="58" y="197"/>
                      <a:pt x="58" y="197"/>
                      <a:pt x="58" y="197"/>
                    </a:cubicBezTo>
                    <a:cubicBezTo>
                      <a:pt x="58" y="199"/>
                      <a:pt x="58" y="199"/>
                      <a:pt x="58" y="199"/>
                    </a:cubicBezTo>
                    <a:cubicBezTo>
                      <a:pt x="59" y="200"/>
                      <a:pt x="59" y="200"/>
                      <a:pt x="59" y="200"/>
                    </a:cubicBezTo>
                    <a:cubicBezTo>
                      <a:pt x="58" y="201"/>
                      <a:pt x="58" y="201"/>
                      <a:pt x="58" y="201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4"/>
                      <a:pt x="59" y="204"/>
                      <a:pt x="59" y="204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7" y="201"/>
                      <a:pt x="57" y="201"/>
                      <a:pt x="57" y="201"/>
                    </a:cubicBezTo>
                    <a:cubicBezTo>
                      <a:pt x="56" y="199"/>
                      <a:pt x="56" y="199"/>
                      <a:pt x="56" y="199"/>
                    </a:cubicBezTo>
                    <a:cubicBezTo>
                      <a:pt x="56" y="201"/>
                      <a:pt x="56" y="201"/>
                      <a:pt x="56" y="201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6" y="205"/>
                      <a:pt x="56" y="205"/>
                      <a:pt x="56" y="205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6" y="207"/>
                      <a:pt x="56" y="207"/>
                      <a:pt x="56" y="207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5" y="210"/>
                      <a:pt x="55" y="210"/>
                      <a:pt x="55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7" y="211"/>
                      <a:pt x="57" y="211"/>
                      <a:pt x="57" y="211"/>
                    </a:cubicBezTo>
                    <a:cubicBezTo>
                      <a:pt x="57" y="211"/>
                      <a:pt x="58" y="211"/>
                      <a:pt x="58" y="211"/>
                    </a:cubicBezTo>
                    <a:cubicBezTo>
                      <a:pt x="59" y="211"/>
                      <a:pt x="59" y="211"/>
                      <a:pt x="59" y="211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60" y="210"/>
                      <a:pt x="60" y="210"/>
                      <a:pt x="60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0" y="212"/>
                      <a:pt x="60" y="212"/>
                      <a:pt x="60" y="212"/>
                    </a:cubicBezTo>
                    <a:cubicBezTo>
                      <a:pt x="61" y="213"/>
                      <a:pt x="61" y="213"/>
                      <a:pt x="61" y="213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60" y="216"/>
                      <a:pt x="60" y="216"/>
                      <a:pt x="60" y="216"/>
                    </a:cubicBezTo>
                    <a:cubicBezTo>
                      <a:pt x="59" y="217"/>
                      <a:pt x="59" y="217"/>
                      <a:pt x="59" y="217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2"/>
                      <a:pt x="59" y="212"/>
                      <a:pt x="59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3"/>
                      <a:pt x="56" y="213"/>
                      <a:pt x="56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2"/>
                      <a:pt x="55" y="212"/>
                      <a:pt x="55" y="212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1" y="213"/>
                      <a:pt x="51" y="213"/>
                      <a:pt x="51" y="213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5" y="214"/>
                      <a:pt x="55" y="214"/>
                      <a:pt x="55" y="214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4" y="215"/>
                      <a:pt x="54" y="215"/>
                      <a:pt x="54" y="215"/>
                    </a:cubicBezTo>
                    <a:cubicBezTo>
                      <a:pt x="54" y="216"/>
                      <a:pt x="54" y="216"/>
                      <a:pt x="54" y="216"/>
                    </a:cubicBezTo>
                    <a:cubicBezTo>
                      <a:pt x="54" y="217"/>
                      <a:pt x="54" y="217"/>
                      <a:pt x="54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8"/>
                      <a:pt x="53" y="218"/>
                      <a:pt x="53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3" y="220"/>
                      <a:pt x="53" y="220"/>
                      <a:pt x="53" y="220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3" y="221"/>
                      <a:pt x="53" y="221"/>
                      <a:pt x="53" y="221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1" y="221"/>
                      <a:pt x="51" y="221"/>
                      <a:pt x="51" y="221"/>
                    </a:cubicBezTo>
                    <a:cubicBezTo>
                      <a:pt x="51" y="225"/>
                      <a:pt x="51" y="225"/>
                      <a:pt x="51" y="225"/>
                    </a:cubicBezTo>
                    <a:cubicBezTo>
                      <a:pt x="53" y="224"/>
                      <a:pt x="53" y="224"/>
                      <a:pt x="53" y="224"/>
                    </a:cubicBezTo>
                    <a:cubicBezTo>
                      <a:pt x="54" y="223"/>
                      <a:pt x="54" y="223"/>
                      <a:pt x="54" y="223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6" y="222"/>
                      <a:pt x="56" y="222"/>
                      <a:pt x="56" y="222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5" y="223"/>
                      <a:pt x="55" y="223"/>
                      <a:pt x="55" y="223"/>
                    </a:cubicBezTo>
                    <a:cubicBezTo>
                      <a:pt x="54" y="224"/>
                      <a:pt x="54" y="224"/>
                      <a:pt x="54" y="224"/>
                    </a:cubicBezTo>
                    <a:cubicBezTo>
                      <a:pt x="52" y="225"/>
                      <a:pt x="52" y="225"/>
                      <a:pt x="52" y="225"/>
                    </a:cubicBezTo>
                    <a:cubicBezTo>
                      <a:pt x="52" y="227"/>
                      <a:pt x="52" y="227"/>
                      <a:pt x="52" y="227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5" y="228"/>
                      <a:pt x="55" y="228"/>
                      <a:pt x="55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0" y="227"/>
                      <a:pt x="50" y="227"/>
                      <a:pt x="50" y="227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49" y="230"/>
                      <a:pt x="49" y="230"/>
                      <a:pt x="49" y="230"/>
                    </a:cubicBezTo>
                    <a:cubicBezTo>
                      <a:pt x="49" y="231"/>
                      <a:pt x="49" y="231"/>
                      <a:pt x="49" y="231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3"/>
                      <a:pt x="50" y="233"/>
                      <a:pt x="50" y="233"/>
                    </a:cubicBezTo>
                    <a:cubicBezTo>
                      <a:pt x="50" y="236"/>
                      <a:pt x="50" y="236"/>
                      <a:pt x="50" y="236"/>
                    </a:cubicBezTo>
                    <a:cubicBezTo>
                      <a:pt x="52" y="236"/>
                      <a:pt x="52" y="236"/>
                      <a:pt x="52" y="236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3" y="236"/>
                      <a:pt x="53" y="236"/>
                      <a:pt x="53" y="236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3" y="238"/>
                      <a:pt x="53" y="238"/>
                      <a:pt x="53" y="238"/>
                    </a:cubicBezTo>
                    <a:cubicBezTo>
                      <a:pt x="56" y="238"/>
                      <a:pt x="56" y="238"/>
                      <a:pt x="56" y="238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8" y="237"/>
                      <a:pt x="58" y="237"/>
                      <a:pt x="58" y="237"/>
                    </a:cubicBezTo>
                    <a:cubicBezTo>
                      <a:pt x="59" y="237"/>
                      <a:pt x="59" y="237"/>
                      <a:pt x="59" y="237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0" y="233"/>
                      <a:pt x="60" y="233"/>
                      <a:pt x="60" y="233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5"/>
                      <a:pt x="62" y="235"/>
                      <a:pt x="62" y="235"/>
                    </a:cubicBezTo>
                    <a:cubicBezTo>
                      <a:pt x="62" y="236"/>
                      <a:pt x="62" y="236"/>
                      <a:pt x="62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6" y="233"/>
                      <a:pt x="66" y="233"/>
                      <a:pt x="66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8" y="234"/>
                      <a:pt x="68" y="234"/>
                      <a:pt x="68" y="234"/>
                    </a:cubicBezTo>
                    <a:cubicBezTo>
                      <a:pt x="69" y="235"/>
                      <a:pt x="69" y="235"/>
                      <a:pt x="69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5" y="236"/>
                      <a:pt x="65" y="236"/>
                      <a:pt x="65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5" y="238"/>
                      <a:pt x="65" y="238"/>
                      <a:pt x="65" y="238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3" y="238"/>
                      <a:pt x="63" y="238"/>
                      <a:pt x="63" y="238"/>
                    </a:cubicBezTo>
                    <a:cubicBezTo>
                      <a:pt x="62" y="241"/>
                      <a:pt x="62" y="241"/>
                      <a:pt x="62" y="241"/>
                    </a:cubicBezTo>
                    <a:cubicBezTo>
                      <a:pt x="63" y="242"/>
                      <a:pt x="63" y="242"/>
                      <a:pt x="63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3"/>
                      <a:pt x="65" y="243"/>
                      <a:pt x="65" y="243"/>
                    </a:cubicBezTo>
                    <a:cubicBezTo>
                      <a:pt x="67" y="243"/>
                      <a:pt x="67" y="243"/>
                      <a:pt x="67" y="243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8" y="243"/>
                      <a:pt x="68" y="243"/>
                      <a:pt x="68" y="243"/>
                    </a:cubicBezTo>
                    <a:cubicBezTo>
                      <a:pt x="67" y="244"/>
                      <a:pt x="67" y="244"/>
                      <a:pt x="67" y="244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6" y="245"/>
                      <a:pt x="66" y="245"/>
                      <a:pt x="66" y="245"/>
                    </a:cubicBezTo>
                    <a:cubicBezTo>
                      <a:pt x="65" y="246"/>
                      <a:pt x="65" y="246"/>
                      <a:pt x="65" y="246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8"/>
                      <a:pt x="69" y="248"/>
                      <a:pt x="69" y="248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7" y="248"/>
                      <a:pt x="67" y="248"/>
                      <a:pt x="67" y="248"/>
                    </a:cubicBezTo>
                    <a:cubicBezTo>
                      <a:pt x="67" y="250"/>
                      <a:pt x="67" y="250"/>
                      <a:pt x="67" y="250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70" y="254"/>
                      <a:pt x="70" y="254"/>
                      <a:pt x="70" y="254"/>
                    </a:cubicBezTo>
                    <a:cubicBezTo>
                      <a:pt x="69" y="253"/>
                      <a:pt x="69" y="253"/>
                      <a:pt x="69" y="253"/>
                    </a:cubicBezTo>
                    <a:cubicBezTo>
                      <a:pt x="68" y="252"/>
                      <a:pt x="68" y="252"/>
                      <a:pt x="68" y="252"/>
                    </a:cubicBezTo>
                    <a:cubicBezTo>
                      <a:pt x="67" y="249"/>
                      <a:pt x="67" y="249"/>
                      <a:pt x="67" y="249"/>
                    </a:cubicBezTo>
                    <a:cubicBezTo>
                      <a:pt x="66" y="248"/>
                      <a:pt x="66" y="248"/>
                      <a:pt x="66" y="248"/>
                    </a:cubicBezTo>
                    <a:cubicBezTo>
                      <a:pt x="65" y="248"/>
                      <a:pt x="65" y="248"/>
                      <a:pt x="65" y="248"/>
                    </a:cubicBezTo>
                    <a:cubicBezTo>
                      <a:pt x="64" y="247"/>
                      <a:pt x="64" y="247"/>
                      <a:pt x="64" y="247"/>
                    </a:cubicBezTo>
                    <a:cubicBezTo>
                      <a:pt x="63" y="247"/>
                      <a:pt x="63" y="247"/>
                      <a:pt x="63" y="247"/>
                    </a:cubicBezTo>
                    <a:cubicBezTo>
                      <a:pt x="62" y="247"/>
                      <a:pt x="62" y="247"/>
                      <a:pt x="62" y="247"/>
                    </a:cubicBezTo>
                    <a:cubicBezTo>
                      <a:pt x="61" y="246"/>
                      <a:pt x="61" y="246"/>
                      <a:pt x="61" y="246"/>
                    </a:cubicBezTo>
                    <a:cubicBezTo>
                      <a:pt x="59" y="246"/>
                      <a:pt x="59" y="246"/>
                      <a:pt x="59" y="246"/>
                    </a:cubicBezTo>
                    <a:cubicBezTo>
                      <a:pt x="57" y="245"/>
                      <a:pt x="57" y="245"/>
                      <a:pt x="57" y="245"/>
                    </a:cubicBezTo>
                    <a:cubicBezTo>
                      <a:pt x="56" y="244"/>
                      <a:pt x="56" y="244"/>
                      <a:pt x="56" y="244"/>
                    </a:cubicBezTo>
                    <a:cubicBezTo>
                      <a:pt x="55" y="244"/>
                      <a:pt x="55" y="244"/>
                      <a:pt x="55" y="244"/>
                    </a:cubicBezTo>
                    <a:cubicBezTo>
                      <a:pt x="54" y="244"/>
                      <a:pt x="54" y="244"/>
                      <a:pt x="54" y="244"/>
                    </a:cubicBezTo>
                    <a:cubicBezTo>
                      <a:pt x="52" y="245"/>
                      <a:pt x="52" y="245"/>
                      <a:pt x="52" y="245"/>
                    </a:cubicBezTo>
                    <a:cubicBezTo>
                      <a:pt x="50" y="246"/>
                      <a:pt x="50" y="246"/>
                      <a:pt x="50" y="246"/>
                    </a:cubicBezTo>
                    <a:cubicBezTo>
                      <a:pt x="50" y="247"/>
                      <a:pt x="50" y="247"/>
                      <a:pt x="50" y="247"/>
                    </a:cubicBezTo>
                    <a:cubicBezTo>
                      <a:pt x="51" y="248"/>
                      <a:pt x="51" y="248"/>
                      <a:pt x="51" y="248"/>
                    </a:cubicBezTo>
                    <a:cubicBezTo>
                      <a:pt x="52" y="249"/>
                      <a:pt x="52" y="249"/>
                      <a:pt x="52" y="249"/>
                    </a:cubicBezTo>
                    <a:cubicBezTo>
                      <a:pt x="53" y="251"/>
                      <a:pt x="53" y="251"/>
                      <a:pt x="53" y="251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3" y="252"/>
                      <a:pt x="53" y="252"/>
                      <a:pt x="53" y="252"/>
                    </a:cubicBezTo>
                    <a:cubicBezTo>
                      <a:pt x="51" y="252"/>
                      <a:pt x="51" y="252"/>
                      <a:pt x="51" y="252"/>
                    </a:cubicBezTo>
                    <a:cubicBezTo>
                      <a:pt x="49" y="251"/>
                      <a:pt x="49" y="251"/>
                      <a:pt x="49" y="251"/>
                    </a:cubicBezTo>
                    <a:cubicBezTo>
                      <a:pt x="49" y="253"/>
                      <a:pt x="49" y="253"/>
                      <a:pt x="49" y="253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47" y="257"/>
                      <a:pt x="47" y="257"/>
                      <a:pt x="47" y="257"/>
                    </a:cubicBezTo>
                    <a:cubicBezTo>
                      <a:pt x="48" y="257"/>
                      <a:pt x="48" y="257"/>
                      <a:pt x="48" y="257"/>
                    </a:cubicBezTo>
                    <a:cubicBezTo>
                      <a:pt x="47" y="258"/>
                      <a:pt x="47" y="258"/>
                      <a:pt x="47" y="258"/>
                    </a:cubicBezTo>
                    <a:cubicBezTo>
                      <a:pt x="47" y="259"/>
                      <a:pt x="47" y="259"/>
                      <a:pt x="47" y="25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47" y="261"/>
                      <a:pt x="47" y="261"/>
                      <a:pt x="47" y="261"/>
                    </a:cubicBezTo>
                    <a:cubicBezTo>
                      <a:pt x="46" y="262"/>
                      <a:pt x="46" y="262"/>
                      <a:pt x="46" y="262"/>
                    </a:cubicBezTo>
                    <a:cubicBezTo>
                      <a:pt x="47" y="264"/>
                      <a:pt x="47" y="264"/>
                      <a:pt x="47" y="264"/>
                    </a:cubicBezTo>
                    <a:cubicBezTo>
                      <a:pt x="50" y="265"/>
                      <a:pt x="50" y="265"/>
                      <a:pt x="50" y="265"/>
                    </a:cubicBezTo>
                    <a:cubicBezTo>
                      <a:pt x="48" y="265"/>
                      <a:pt x="48" y="265"/>
                      <a:pt x="48" y="265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9" y="268"/>
                      <a:pt x="49" y="268"/>
                      <a:pt x="49" y="268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54" y="270"/>
                      <a:pt x="54" y="270"/>
                      <a:pt x="54" y="270"/>
                    </a:cubicBezTo>
                    <a:cubicBezTo>
                      <a:pt x="55" y="269"/>
                      <a:pt x="55" y="269"/>
                      <a:pt x="55" y="269"/>
                    </a:cubicBezTo>
                    <a:cubicBezTo>
                      <a:pt x="58" y="268"/>
                      <a:pt x="58" y="268"/>
                      <a:pt x="58" y="268"/>
                    </a:cubicBezTo>
                    <a:cubicBezTo>
                      <a:pt x="61" y="268"/>
                      <a:pt x="61" y="268"/>
                      <a:pt x="61" y="268"/>
                    </a:cubicBezTo>
                    <a:cubicBezTo>
                      <a:pt x="64" y="266"/>
                      <a:pt x="64" y="266"/>
                      <a:pt x="64" y="266"/>
                    </a:cubicBezTo>
                    <a:cubicBezTo>
                      <a:pt x="63" y="263"/>
                      <a:pt x="63" y="263"/>
                      <a:pt x="63" y="263"/>
                    </a:cubicBezTo>
                    <a:cubicBezTo>
                      <a:pt x="62" y="261"/>
                      <a:pt x="62" y="261"/>
                      <a:pt x="62" y="261"/>
                    </a:cubicBezTo>
                    <a:cubicBezTo>
                      <a:pt x="61" y="261"/>
                      <a:pt x="61" y="261"/>
                      <a:pt x="61" y="261"/>
                    </a:cubicBezTo>
                    <a:cubicBezTo>
                      <a:pt x="60" y="260"/>
                      <a:pt x="60" y="260"/>
                      <a:pt x="60" y="260"/>
                    </a:cubicBezTo>
                    <a:cubicBezTo>
                      <a:pt x="59" y="257"/>
                      <a:pt x="59" y="257"/>
                      <a:pt x="59" y="257"/>
                    </a:cubicBezTo>
                    <a:cubicBezTo>
                      <a:pt x="57" y="254"/>
                      <a:pt x="57" y="254"/>
                      <a:pt x="57" y="254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4" y="253"/>
                      <a:pt x="54" y="253"/>
                      <a:pt x="54" y="253"/>
                    </a:cubicBezTo>
                    <a:cubicBezTo>
                      <a:pt x="56" y="254"/>
                      <a:pt x="56" y="254"/>
                      <a:pt x="56" y="254"/>
                    </a:cubicBezTo>
                    <a:cubicBezTo>
                      <a:pt x="59" y="255"/>
                      <a:pt x="59" y="255"/>
                      <a:pt x="59" y="255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61" y="257"/>
                      <a:pt x="61" y="257"/>
                      <a:pt x="61" y="257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9"/>
                      <a:pt x="62" y="259"/>
                      <a:pt x="62" y="259"/>
                    </a:cubicBezTo>
                    <a:cubicBezTo>
                      <a:pt x="63" y="259"/>
                      <a:pt x="63" y="259"/>
                      <a:pt x="63" y="259"/>
                    </a:cubicBezTo>
                    <a:cubicBezTo>
                      <a:pt x="64" y="260"/>
                      <a:pt x="64" y="260"/>
                      <a:pt x="64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7" y="260"/>
                      <a:pt x="67" y="260"/>
                      <a:pt x="67" y="260"/>
                    </a:cubicBezTo>
                    <a:cubicBezTo>
                      <a:pt x="68" y="260"/>
                      <a:pt x="68" y="260"/>
                      <a:pt x="68" y="260"/>
                    </a:cubicBezTo>
                    <a:cubicBezTo>
                      <a:pt x="69" y="260"/>
                      <a:pt x="69" y="260"/>
                      <a:pt x="69" y="260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7" y="261"/>
                      <a:pt x="67" y="261"/>
                      <a:pt x="67" y="261"/>
                    </a:cubicBezTo>
                    <a:cubicBezTo>
                      <a:pt x="66" y="262"/>
                      <a:pt x="66" y="262"/>
                      <a:pt x="66" y="262"/>
                    </a:cubicBezTo>
                    <a:cubicBezTo>
                      <a:pt x="66" y="263"/>
                      <a:pt x="66" y="263"/>
                      <a:pt x="66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6" y="265"/>
                      <a:pt x="66" y="265"/>
                      <a:pt x="66" y="265"/>
                    </a:cubicBezTo>
                    <a:cubicBezTo>
                      <a:pt x="67" y="266"/>
                      <a:pt x="67" y="266"/>
                      <a:pt x="67" y="266"/>
                    </a:cubicBezTo>
                    <a:cubicBezTo>
                      <a:pt x="69" y="265"/>
                      <a:pt x="69" y="265"/>
                      <a:pt x="69" y="265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70" y="261"/>
                      <a:pt x="70" y="261"/>
                      <a:pt x="70" y="261"/>
                    </a:cubicBez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1" y="264"/>
                      <a:pt x="71" y="264"/>
                      <a:pt x="71" y="264"/>
                    </a:cubicBezTo>
                    <a:cubicBezTo>
                      <a:pt x="70" y="264"/>
                      <a:pt x="70" y="264"/>
                      <a:pt x="70" y="264"/>
                    </a:cubicBezTo>
                    <a:cubicBezTo>
                      <a:pt x="69" y="266"/>
                      <a:pt x="69" y="266"/>
                      <a:pt x="69" y="266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8" y="269"/>
                      <a:pt x="68" y="269"/>
                      <a:pt x="68" y="269"/>
                    </a:cubicBezTo>
                    <a:cubicBezTo>
                      <a:pt x="67" y="269"/>
                      <a:pt x="67" y="269"/>
                      <a:pt x="67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6" y="271"/>
                      <a:pt x="66" y="271"/>
                      <a:pt x="66" y="271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4" y="271"/>
                      <a:pt x="64" y="271"/>
                      <a:pt x="64" y="271"/>
                    </a:cubicBezTo>
                    <a:cubicBezTo>
                      <a:pt x="65" y="273"/>
                      <a:pt x="65" y="273"/>
                      <a:pt x="65" y="273"/>
                    </a:cubicBezTo>
                    <a:cubicBezTo>
                      <a:pt x="64" y="275"/>
                      <a:pt x="64" y="275"/>
                      <a:pt x="64" y="275"/>
                    </a:cubicBezTo>
                    <a:cubicBezTo>
                      <a:pt x="63" y="277"/>
                      <a:pt x="63" y="277"/>
                      <a:pt x="63" y="277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3" y="278"/>
                      <a:pt x="63" y="278"/>
                      <a:pt x="63" y="278"/>
                    </a:cubicBezTo>
                    <a:cubicBezTo>
                      <a:pt x="63" y="279"/>
                      <a:pt x="63" y="279"/>
                      <a:pt x="63" y="279"/>
                    </a:cubicBezTo>
                    <a:cubicBezTo>
                      <a:pt x="62" y="279"/>
                      <a:pt x="62" y="279"/>
                      <a:pt x="62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2" y="278"/>
                      <a:pt x="62" y="278"/>
                      <a:pt x="62" y="278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8" y="276"/>
                      <a:pt x="58" y="276"/>
                      <a:pt x="58" y="276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54" y="276"/>
                      <a:pt x="54" y="276"/>
                      <a:pt x="54" y="276"/>
                    </a:cubicBezTo>
                    <a:cubicBezTo>
                      <a:pt x="54" y="277"/>
                      <a:pt x="54" y="277"/>
                      <a:pt x="54" y="277"/>
                    </a:cubicBezTo>
                    <a:cubicBezTo>
                      <a:pt x="56" y="278"/>
                      <a:pt x="56" y="278"/>
                      <a:pt x="56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6" y="279"/>
                      <a:pt x="56" y="279"/>
                      <a:pt x="56" y="279"/>
                    </a:cubicBezTo>
                    <a:cubicBezTo>
                      <a:pt x="55" y="279"/>
                      <a:pt x="55" y="279"/>
                      <a:pt x="55" y="279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52" y="278"/>
                      <a:pt x="52" y="278"/>
                      <a:pt x="52" y="278"/>
                    </a:cubicBezTo>
                    <a:cubicBezTo>
                      <a:pt x="51" y="279"/>
                      <a:pt x="51" y="279"/>
                      <a:pt x="51" y="279"/>
                    </a:cubicBezTo>
                    <a:cubicBezTo>
                      <a:pt x="52" y="280"/>
                      <a:pt x="52" y="280"/>
                      <a:pt x="52" y="280"/>
                    </a:cubicBezTo>
                    <a:cubicBezTo>
                      <a:pt x="54" y="280"/>
                      <a:pt x="54" y="280"/>
                      <a:pt x="54" y="280"/>
                    </a:cubicBezTo>
                    <a:cubicBezTo>
                      <a:pt x="51" y="281"/>
                      <a:pt x="51" y="281"/>
                      <a:pt x="51" y="281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5" y="283"/>
                      <a:pt x="55" y="283"/>
                      <a:pt x="55" y="283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6" y="284"/>
                      <a:pt x="56" y="284"/>
                      <a:pt x="56" y="284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60" y="286"/>
                      <a:pt x="60" y="286"/>
                      <a:pt x="60" y="286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5"/>
                      <a:pt x="60" y="285"/>
                      <a:pt x="60" y="285"/>
                    </a:cubicBezTo>
                    <a:cubicBezTo>
                      <a:pt x="61" y="285"/>
                      <a:pt x="61" y="285"/>
                      <a:pt x="61" y="285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1" y="286"/>
                      <a:pt x="61" y="286"/>
                      <a:pt x="61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7"/>
                      <a:pt x="58" y="287"/>
                      <a:pt x="58" y="287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5" y="285"/>
                      <a:pt x="55" y="285"/>
                      <a:pt x="55" y="285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2" y="283"/>
                      <a:pt x="52" y="283"/>
                      <a:pt x="52" y="283"/>
                    </a:cubicBezTo>
                    <a:cubicBezTo>
                      <a:pt x="50" y="282"/>
                      <a:pt x="50" y="282"/>
                      <a:pt x="50" y="282"/>
                    </a:cubicBezTo>
                    <a:cubicBezTo>
                      <a:pt x="49" y="283"/>
                      <a:pt x="49" y="283"/>
                      <a:pt x="49" y="283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1" y="286"/>
                      <a:pt x="51" y="286"/>
                      <a:pt x="51" y="286"/>
                    </a:cubicBezTo>
                    <a:cubicBezTo>
                      <a:pt x="50" y="286"/>
                      <a:pt x="50" y="286"/>
                      <a:pt x="50" y="286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9" y="288"/>
                      <a:pt x="49" y="288"/>
                      <a:pt x="49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9"/>
                      <a:pt x="48" y="289"/>
                      <a:pt x="48" y="289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90"/>
                      <a:pt x="44" y="290"/>
                      <a:pt x="44" y="290"/>
                    </a:cubicBezTo>
                    <a:cubicBezTo>
                      <a:pt x="44" y="291"/>
                      <a:pt x="44" y="291"/>
                      <a:pt x="44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1"/>
                      <a:pt x="45" y="291"/>
                      <a:pt x="45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3"/>
                      <a:pt x="45" y="293"/>
                      <a:pt x="45" y="293"/>
                    </a:cubicBezTo>
                    <a:cubicBezTo>
                      <a:pt x="46" y="294"/>
                      <a:pt x="46" y="294"/>
                      <a:pt x="46" y="294"/>
                    </a:cubicBezTo>
                    <a:cubicBezTo>
                      <a:pt x="45" y="294"/>
                      <a:pt x="45" y="294"/>
                      <a:pt x="45" y="294"/>
                    </a:cubicBezTo>
                    <a:cubicBezTo>
                      <a:pt x="44" y="295"/>
                      <a:pt x="44" y="295"/>
                      <a:pt x="44" y="295"/>
                    </a:cubicBezTo>
                    <a:cubicBezTo>
                      <a:pt x="43" y="296"/>
                      <a:pt x="43" y="296"/>
                      <a:pt x="43" y="296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3" y="298"/>
                      <a:pt x="43" y="298"/>
                      <a:pt x="43" y="298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1" y="299"/>
                      <a:pt x="41" y="299"/>
                      <a:pt x="41" y="299"/>
                    </a:cubicBezTo>
                    <a:cubicBezTo>
                      <a:pt x="41" y="301"/>
                      <a:pt x="41" y="301"/>
                      <a:pt x="41" y="301"/>
                    </a:cubicBezTo>
                    <a:cubicBezTo>
                      <a:pt x="42" y="302"/>
                      <a:pt x="42" y="302"/>
                      <a:pt x="42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3" y="302"/>
                      <a:pt x="43" y="302"/>
                      <a:pt x="43" y="302"/>
                    </a:cubicBezTo>
                    <a:cubicBezTo>
                      <a:pt x="43" y="303"/>
                      <a:pt x="43" y="303"/>
                      <a:pt x="43" y="303"/>
                    </a:cubicBezTo>
                    <a:cubicBezTo>
                      <a:pt x="43" y="304"/>
                      <a:pt x="43" y="304"/>
                      <a:pt x="43" y="304"/>
                    </a:cubicBezTo>
                    <a:cubicBezTo>
                      <a:pt x="41" y="305"/>
                      <a:pt x="41" y="305"/>
                      <a:pt x="41" y="305"/>
                    </a:cubicBezTo>
                    <a:cubicBezTo>
                      <a:pt x="43" y="305"/>
                      <a:pt x="43" y="305"/>
                      <a:pt x="43" y="305"/>
                    </a:cubicBezTo>
                    <a:cubicBezTo>
                      <a:pt x="43" y="306"/>
                      <a:pt x="43" y="306"/>
                      <a:pt x="43" y="306"/>
                    </a:cubicBezTo>
                    <a:cubicBezTo>
                      <a:pt x="43" y="307"/>
                      <a:pt x="43" y="307"/>
                      <a:pt x="43" y="307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41" y="311"/>
                      <a:pt x="41" y="311"/>
                      <a:pt x="41" y="311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5" y="312"/>
                      <a:pt x="45" y="312"/>
                      <a:pt x="45" y="312"/>
                    </a:cubicBezTo>
                    <a:cubicBezTo>
                      <a:pt x="44" y="312"/>
                      <a:pt x="44" y="312"/>
                      <a:pt x="44" y="312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6"/>
                      <a:pt x="43" y="316"/>
                      <a:pt x="43" y="316"/>
                    </a:cubicBezTo>
                    <a:cubicBezTo>
                      <a:pt x="42" y="316"/>
                      <a:pt x="42" y="316"/>
                      <a:pt x="42" y="316"/>
                    </a:cubicBezTo>
                    <a:cubicBezTo>
                      <a:pt x="42" y="317"/>
                      <a:pt x="42" y="317"/>
                      <a:pt x="42" y="317"/>
                    </a:cubicBezTo>
                    <a:cubicBezTo>
                      <a:pt x="43" y="318"/>
                      <a:pt x="43" y="318"/>
                      <a:pt x="43" y="318"/>
                    </a:cubicBezTo>
                    <a:cubicBezTo>
                      <a:pt x="41" y="318"/>
                      <a:pt x="41" y="318"/>
                      <a:pt x="41" y="318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1" y="322"/>
                      <a:pt x="41" y="322"/>
                      <a:pt x="41" y="322"/>
                    </a:cubicBezTo>
                    <a:cubicBezTo>
                      <a:pt x="43" y="322"/>
                      <a:pt x="43" y="322"/>
                      <a:pt x="43" y="322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4" y="321"/>
                      <a:pt x="44" y="321"/>
                      <a:pt x="44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3" y="323"/>
                      <a:pt x="43" y="323"/>
                      <a:pt x="43" y="323"/>
                    </a:cubicBezTo>
                    <a:cubicBezTo>
                      <a:pt x="44" y="325"/>
                      <a:pt x="44" y="325"/>
                      <a:pt x="44" y="325"/>
                    </a:cubicBezTo>
                    <a:cubicBezTo>
                      <a:pt x="45" y="325"/>
                      <a:pt x="45" y="325"/>
                      <a:pt x="45" y="325"/>
                    </a:cubicBezTo>
                    <a:cubicBezTo>
                      <a:pt x="46" y="324"/>
                      <a:pt x="46" y="324"/>
                      <a:pt x="46" y="324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8"/>
                      <a:pt x="45" y="328"/>
                      <a:pt x="45" y="328"/>
                    </a:cubicBezTo>
                    <a:cubicBezTo>
                      <a:pt x="46" y="330"/>
                      <a:pt x="46" y="330"/>
                      <a:pt x="46" y="330"/>
                    </a:cubicBezTo>
                    <a:cubicBezTo>
                      <a:pt x="45" y="330"/>
                      <a:pt x="45" y="330"/>
                      <a:pt x="45" y="330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5" y="332"/>
                      <a:pt x="45" y="332"/>
                      <a:pt x="45" y="332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5"/>
                      <a:pt x="45" y="335"/>
                      <a:pt x="45" y="335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6"/>
                      <a:pt x="48" y="336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6" y="340"/>
                      <a:pt x="46" y="340"/>
                      <a:pt x="46" y="340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6" y="343"/>
                      <a:pt x="46" y="343"/>
                      <a:pt x="46" y="343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8" y="346"/>
                      <a:pt x="48" y="346"/>
                      <a:pt x="48" y="346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7" y="350"/>
                      <a:pt x="47" y="350"/>
                      <a:pt x="47" y="350"/>
                    </a:cubicBezTo>
                    <a:cubicBezTo>
                      <a:pt x="48" y="351"/>
                      <a:pt x="48" y="351"/>
                      <a:pt x="48" y="351"/>
                    </a:cubicBezTo>
                    <a:cubicBezTo>
                      <a:pt x="49" y="351"/>
                      <a:pt x="49" y="351"/>
                      <a:pt x="49" y="351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2" y="350"/>
                      <a:pt x="52" y="350"/>
                      <a:pt x="52" y="350"/>
                    </a:cubicBezTo>
                    <a:cubicBezTo>
                      <a:pt x="50" y="351"/>
                      <a:pt x="50" y="351"/>
                      <a:pt x="50" y="351"/>
                    </a:cubicBezTo>
                    <a:cubicBezTo>
                      <a:pt x="50" y="352"/>
                      <a:pt x="50" y="352"/>
                      <a:pt x="50" y="352"/>
                    </a:cubicBezTo>
                    <a:cubicBezTo>
                      <a:pt x="50" y="354"/>
                      <a:pt x="50" y="354"/>
                      <a:pt x="50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4" y="356"/>
                      <a:pt x="54" y="356"/>
                      <a:pt x="54" y="356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1" y="358"/>
                      <a:pt x="51" y="358"/>
                      <a:pt x="51" y="358"/>
                    </a:cubicBezTo>
                    <a:cubicBezTo>
                      <a:pt x="51" y="359"/>
                      <a:pt x="51" y="359"/>
                      <a:pt x="51" y="359"/>
                    </a:cubicBezTo>
                    <a:cubicBezTo>
                      <a:pt x="51" y="360"/>
                      <a:pt x="51" y="360"/>
                      <a:pt x="51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4" y="362"/>
                      <a:pt x="54" y="362"/>
                      <a:pt x="54" y="362"/>
                    </a:cubicBezTo>
                    <a:cubicBezTo>
                      <a:pt x="55" y="362"/>
                      <a:pt x="55" y="362"/>
                      <a:pt x="55" y="362"/>
                    </a:cubicBezTo>
                    <a:cubicBezTo>
                      <a:pt x="54" y="363"/>
                      <a:pt x="54" y="363"/>
                      <a:pt x="54" y="363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2" y="366"/>
                      <a:pt x="52" y="366"/>
                      <a:pt x="52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5"/>
                      <a:pt x="57" y="365"/>
                      <a:pt x="57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4" y="366"/>
                      <a:pt x="54" y="366"/>
                      <a:pt x="54" y="366"/>
                    </a:cubicBezTo>
                    <a:cubicBezTo>
                      <a:pt x="53" y="367"/>
                      <a:pt x="53" y="367"/>
                      <a:pt x="53" y="367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6" y="368"/>
                      <a:pt x="56" y="368"/>
                      <a:pt x="56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5" y="369"/>
                      <a:pt x="55" y="369"/>
                      <a:pt x="55" y="369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4" y="371"/>
                      <a:pt x="54" y="371"/>
                      <a:pt x="54" y="371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7" y="373"/>
                      <a:pt x="57" y="373"/>
                      <a:pt x="57" y="373"/>
                    </a:cubicBezTo>
                    <a:cubicBezTo>
                      <a:pt x="56" y="374"/>
                      <a:pt x="56" y="374"/>
                      <a:pt x="56" y="374"/>
                    </a:cubicBezTo>
                    <a:cubicBezTo>
                      <a:pt x="58" y="374"/>
                      <a:pt x="58" y="374"/>
                      <a:pt x="58" y="374"/>
                    </a:cubicBezTo>
                    <a:cubicBezTo>
                      <a:pt x="57" y="375"/>
                      <a:pt x="57" y="375"/>
                      <a:pt x="57" y="375"/>
                    </a:cubicBezTo>
                    <a:cubicBezTo>
                      <a:pt x="57" y="376"/>
                      <a:pt x="57" y="376"/>
                      <a:pt x="57" y="376"/>
                    </a:cubicBezTo>
                    <a:cubicBezTo>
                      <a:pt x="59" y="377"/>
                      <a:pt x="59" y="377"/>
                      <a:pt x="59" y="377"/>
                    </a:cubicBezTo>
                    <a:cubicBezTo>
                      <a:pt x="61" y="376"/>
                      <a:pt x="61" y="376"/>
                      <a:pt x="61" y="376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2" y="376"/>
                      <a:pt x="62" y="376"/>
                      <a:pt x="62" y="376"/>
                    </a:cubicBezTo>
                    <a:cubicBezTo>
                      <a:pt x="62" y="378"/>
                      <a:pt x="62" y="378"/>
                      <a:pt x="62" y="378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3" y="379"/>
                      <a:pt x="63" y="379"/>
                      <a:pt x="63" y="379"/>
                    </a:cubicBezTo>
                    <a:cubicBezTo>
                      <a:pt x="62" y="379"/>
                      <a:pt x="62" y="379"/>
                      <a:pt x="62" y="379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0" y="380"/>
                      <a:pt x="60" y="380"/>
                      <a:pt x="60" y="380"/>
                    </a:cubicBezTo>
                    <a:cubicBezTo>
                      <a:pt x="59" y="381"/>
                      <a:pt x="59" y="381"/>
                      <a:pt x="59" y="381"/>
                    </a:cubicBezTo>
                    <a:cubicBezTo>
                      <a:pt x="59" y="382"/>
                      <a:pt x="59" y="382"/>
                      <a:pt x="59" y="382"/>
                    </a:cubicBezTo>
                    <a:cubicBezTo>
                      <a:pt x="60" y="382"/>
                      <a:pt x="60" y="382"/>
                      <a:pt x="60" y="382"/>
                    </a:cubicBezTo>
                    <a:cubicBezTo>
                      <a:pt x="60" y="383"/>
                      <a:pt x="60" y="383"/>
                      <a:pt x="60" y="383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4" y="382"/>
                      <a:pt x="64" y="382"/>
                      <a:pt x="64" y="382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6" y="381"/>
                      <a:pt x="66" y="381"/>
                      <a:pt x="66" y="381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2"/>
                      <a:pt x="67" y="382"/>
                      <a:pt x="67" y="382"/>
                    </a:cubicBezTo>
                    <a:cubicBezTo>
                      <a:pt x="69" y="382"/>
                      <a:pt x="69" y="382"/>
                      <a:pt x="69" y="382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70" y="380"/>
                      <a:pt x="70" y="380"/>
                      <a:pt x="70" y="380"/>
                    </a:cubicBezTo>
                    <a:cubicBezTo>
                      <a:pt x="69" y="381"/>
                      <a:pt x="69" y="381"/>
                      <a:pt x="69" y="381"/>
                    </a:cubicBezTo>
                    <a:cubicBezTo>
                      <a:pt x="70" y="382"/>
                      <a:pt x="70" y="382"/>
                      <a:pt x="70" y="382"/>
                    </a:cubicBezTo>
                    <a:cubicBezTo>
                      <a:pt x="71" y="382"/>
                      <a:pt x="71" y="382"/>
                      <a:pt x="71" y="382"/>
                    </a:cubicBezTo>
                    <a:cubicBezTo>
                      <a:pt x="73" y="381"/>
                      <a:pt x="73" y="381"/>
                      <a:pt x="73" y="381"/>
                    </a:cubicBezTo>
                    <a:cubicBezTo>
                      <a:pt x="73" y="379"/>
                      <a:pt x="73" y="379"/>
                      <a:pt x="73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80"/>
                      <a:pt x="71" y="380"/>
                      <a:pt x="71" y="380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2" y="379"/>
                      <a:pt x="72" y="379"/>
                      <a:pt x="72" y="379"/>
                    </a:cubicBezTo>
                    <a:cubicBezTo>
                      <a:pt x="73" y="378"/>
                      <a:pt x="73" y="378"/>
                      <a:pt x="73" y="378"/>
                    </a:cubicBezTo>
                    <a:cubicBezTo>
                      <a:pt x="74" y="379"/>
                      <a:pt x="74" y="379"/>
                      <a:pt x="74" y="379"/>
                    </a:cubicBezTo>
                    <a:cubicBezTo>
                      <a:pt x="73" y="380"/>
                      <a:pt x="73" y="380"/>
                      <a:pt x="73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0"/>
                      <a:pt x="75" y="380"/>
                      <a:pt x="75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2"/>
                      <a:pt x="75" y="382"/>
                      <a:pt x="75" y="382"/>
                    </a:cubicBezTo>
                    <a:cubicBezTo>
                      <a:pt x="76" y="382"/>
                      <a:pt x="76" y="382"/>
                      <a:pt x="76" y="382"/>
                    </a:cubicBezTo>
                    <a:cubicBezTo>
                      <a:pt x="75" y="383"/>
                      <a:pt x="75" y="383"/>
                      <a:pt x="75" y="383"/>
                    </a:cubicBezTo>
                    <a:cubicBezTo>
                      <a:pt x="73" y="384"/>
                      <a:pt x="73" y="384"/>
                      <a:pt x="73" y="384"/>
                    </a:cubicBezTo>
                    <a:cubicBezTo>
                      <a:pt x="73" y="386"/>
                      <a:pt x="73" y="386"/>
                      <a:pt x="73" y="386"/>
                    </a:cubicBezTo>
                    <a:cubicBezTo>
                      <a:pt x="75" y="386"/>
                      <a:pt x="75" y="386"/>
                      <a:pt x="75" y="386"/>
                    </a:cubicBezTo>
                    <a:cubicBezTo>
                      <a:pt x="75" y="385"/>
                      <a:pt x="75" y="385"/>
                      <a:pt x="75" y="385"/>
                    </a:cubicBezTo>
                    <a:cubicBezTo>
                      <a:pt x="76" y="387"/>
                      <a:pt x="76" y="387"/>
                      <a:pt x="76" y="387"/>
                    </a:cubicBezTo>
                    <a:cubicBezTo>
                      <a:pt x="76" y="388"/>
                      <a:pt x="76" y="388"/>
                      <a:pt x="76" y="388"/>
                    </a:cubicBezTo>
                    <a:cubicBezTo>
                      <a:pt x="75" y="389"/>
                      <a:pt x="75" y="389"/>
                      <a:pt x="75" y="389"/>
                    </a:cubicBezTo>
                    <a:cubicBezTo>
                      <a:pt x="75" y="391"/>
                      <a:pt x="75" y="391"/>
                      <a:pt x="75" y="391"/>
                    </a:cubicBezTo>
                    <a:cubicBezTo>
                      <a:pt x="77" y="391"/>
                      <a:pt x="77" y="391"/>
                      <a:pt x="77" y="391"/>
                    </a:cubicBezTo>
                    <a:cubicBezTo>
                      <a:pt x="77" y="390"/>
                      <a:pt x="77" y="390"/>
                      <a:pt x="77" y="390"/>
                    </a:cubicBezTo>
                    <a:cubicBezTo>
                      <a:pt x="78" y="389"/>
                      <a:pt x="78" y="389"/>
                      <a:pt x="78" y="389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9" y="386"/>
                      <a:pt x="79" y="386"/>
                      <a:pt x="79" y="386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8"/>
                      <a:pt x="78" y="388"/>
                      <a:pt x="78" y="388"/>
                    </a:cubicBezTo>
                    <a:cubicBezTo>
                      <a:pt x="78" y="390"/>
                      <a:pt x="78" y="390"/>
                      <a:pt x="78" y="390"/>
                    </a:cubicBezTo>
                    <a:cubicBezTo>
                      <a:pt x="79" y="391"/>
                      <a:pt x="79" y="391"/>
                      <a:pt x="79" y="391"/>
                    </a:cubicBezTo>
                    <a:cubicBezTo>
                      <a:pt x="80" y="390"/>
                      <a:pt x="80" y="390"/>
                      <a:pt x="80" y="390"/>
                    </a:cubicBezTo>
                    <a:cubicBezTo>
                      <a:pt x="79" y="392"/>
                      <a:pt x="79" y="392"/>
                      <a:pt x="79" y="392"/>
                    </a:cubicBezTo>
                    <a:cubicBezTo>
                      <a:pt x="81" y="392"/>
                      <a:pt x="81" y="392"/>
                      <a:pt x="81" y="392"/>
                    </a:cubicBezTo>
                    <a:cubicBezTo>
                      <a:pt x="82" y="391"/>
                      <a:pt x="82" y="391"/>
                      <a:pt x="82" y="391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9"/>
                      <a:pt x="84" y="389"/>
                      <a:pt x="84" y="389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6" y="393"/>
                      <a:pt x="86" y="393"/>
                      <a:pt x="86" y="393"/>
                    </a:cubicBezTo>
                    <a:cubicBezTo>
                      <a:pt x="87" y="393"/>
                      <a:pt x="87" y="393"/>
                      <a:pt x="87" y="393"/>
                    </a:cubicBezTo>
                    <a:cubicBezTo>
                      <a:pt x="89" y="392"/>
                      <a:pt x="89" y="392"/>
                      <a:pt x="89" y="392"/>
                    </a:cubicBezTo>
                    <a:cubicBezTo>
                      <a:pt x="90" y="392"/>
                      <a:pt x="90" y="392"/>
                      <a:pt x="90" y="392"/>
                    </a:cubicBezTo>
                    <a:cubicBezTo>
                      <a:pt x="91" y="392"/>
                      <a:pt x="91" y="392"/>
                      <a:pt x="91" y="392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2" y="390"/>
                      <a:pt x="92" y="390"/>
                      <a:pt x="92" y="390"/>
                    </a:cubicBezTo>
                    <a:cubicBezTo>
                      <a:pt x="92" y="389"/>
                      <a:pt x="92" y="389"/>
                      <a:pt x="92" y="389"/>
                    </a:cubicBezTo>
                    <a:cubicBezTo>
                      <a:pt x="91" y="389"/>
                      <a:pt x="91" y="389"/>
                      <a:pt x="91" y="389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7"/>
                      <a:pt x="90" y="387"/>
                      <a:pt x="90" y="387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3" y="387"/>
                      <a:pt x="93" y="387"/>
                      <a:pt x="93" y="387"/>
                    </a:cubicBezTo>
                    <a:cubicBezTo>
                      <a:pt x="94" y="386"/>
                      <a:pt x="94" y="386"/>
                      <a:pt x="94" y="386"/>
                    </a:cubicBezTo>
                    <a:cubicBezTo>
                      <a:pt x="95" y="385"/>
                      <a:pt x="95" y="385"/>
                      <a:pt x="95" y="385"/>
                    </a:cubicBezTo>
                    <a:cubicBezTo>
                      <a:pt x="94" y="385"/>
                      <a:pt x="94" y="385"/>
                      <a:pt x="94" y="385"/>
                    </a:cubicBezTo>
                    <a:cubicBezTo>
                      <a:pt x="94" y="384"/>
                      <a:pt x="94" y="384"/>
                      <a:pt x="94" y="384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6" y="383"/>
                      <a:pt x="96" y="383"/>
                      <a:pt x="96" y="383"/>
                    </a:cubicBezTo>
                    <a:cubicBezTo>
                      <a:pt x="95" y="381"/>
                      <a:pt x="95" y="381"/>
                      <a:pt x="95" y="381"/>
                    </a:cubicBezTo>
                    <a:cubicBezTo>
                      <a:pt x="96" y="381"/>
                      <a:pt x="96" y="381"/>
                      <a:pt x="96" y="381"/>
                    </a:cubicBezTo>
                    <a:cubicBezTo>
                      <a:pt x="96" y="380"/>
                      <a:pt x="96" y="380"/>
                      <a:pt x="96" y="380"/>
                    </a:cubicBezTo>
                    <a:cubicBezTo>
                      <a:pt x="96" y="379"/>
                      <a:pt x="96" y="379"/>
                      <a:pt x="96" y="379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7" y="375"/>
                      <a:pt x="97" y="375"/>
                      <a:pt x="97" y="375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9" y="372"/>
                      <a:pt x="99" y="372"/>
                      <a:pt x="99" y="372"/>
                    </a:cubicBezTo>
                    <a:cubicBezTo>
                      <a:pt x="100" y="371"/>
                      <a:pt x="100" y="371"/>
                      <a:pt x="100" y="371"/>
                    </a:cubicBezTo>
                    <a:cubicBezTo>
                      <a:pt x="100" y="370"/>
                      <a:pt x="100" y="370"/>
                      <a:pt x="100" y="370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2" y="367"/>
                      <a:pt x="102" y="367"/>
                      <a:pt x="102" y="367"/>
                    </a:cubicBezTo>
                    <a:cubicBezTo>
                      <a:pt x="102" y="366"/>
                      <a:pt x="102" y="366"/>
                      <a:pt x="102" y="366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2" y="365"/>
                      <a:pt x="102" y="365"/>
                      <a:pt x="102" y="365"/>
                    </a:cubicBezTo>
                    <a:cubicBezTo>
                      <a:pt x="102" y="364"/>
                      <a:pt x="102" y="364"/>
                      <a:pt x="102" y="364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4" y="362"/>
                      <a:pt x="104" y="362"/>
                      <a:pt x="104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1" y="361"/>
                      <a:pt x="101" y="361"/>
                      <a:pt x="101" y="361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5" y="362"/>
                      <a:pt x="105" y="362"/>
                      <a:pt x="105" y="362"/>
                    </a:cubicBezTo>
                    <a:cubicBezTo>
                      <a:pt x="105" y="361"/>
                      <a:pt x="105" y="361"/>
                      <a:pt x="105" y="361"/>
                    </a:cubicBezTo>
                    <a:cubicBezTo>
                      <a:pt x="104" y="360"/>
                      <a:pt x="104" y="360"/>
                      <a:pt x="104" y="360"/>
                    </a:cubicBezTo>
                    <a:cubicBezTo>
                      <a:pt x="105" y="360"/>
                      <a:pt x="105" y="360"/>
                      <a:pt x="105" y="360"/>
                    </a:cubicBezTo>
                    <a:cubicBezTo>
                      <a:pt x="106" y="360"/>
                      <a:pt x="106" y="360"/>
                      <a:pt x="106" y="360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61"/>
                      <a:pt x="107" y="361"/>
                      <a:pt x="107" y="361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8" y="356"/>
                      <a:pt x="108" y="356"/>
                      <a:pt x="108" y="356"/>
                    </a:cubicBezTo>
                    <a:cubicBezTo>
                      <a:pt x="107" y="358"/>
                      <a:pt x="107" y="358"/>
                      <a:pt x="107" y="358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6" y="357"/>
                      <a:pt x="106" y="357"/>
                      <a:pt x="106" y="357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3" y="355"/>
                      <a:pt x="103" y="355"/>
                      <a:pt x="103" y="355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4" y="355"/>
                      <a:pt x="104" y="355"/>
                      <a:pt x="104" y="355"/>
                    </a:cubicBezTo>
                    <a:cubicBezTo>
                      <a:pt x="105" y="356"/>
                      <a:pt x="105" y="356"/>
                      <a:pt x="105" y="356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7" y="356"/>
                      <a:pt x="107" y="356"/>
                      <a:pt x="107" y="356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8" y="355"/>
                      <a:pt x="108" y="355"/>
                      <a:pt x="108" y="355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11" y="353"/>
                      <a:pt x="111" y="353"/>
                      <a:pt x="111" y="353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1" y="351"/>
                      <a:pt x="111" y="351"/>
                      <a:pt x="111" y="351"/>
                    </a:cubicBezTo>
                    <a:cubicBezTo>
                      <a:pt x="112" y="351"/>
                      <a:pt x="112" y="351"/>
                      <a:pt x="112" y="351"/>
                    </a:cubicBezTo>
                    <a:cubicBezTo>
                      <a:pt x="113" y="351"/>
                      <a:pt x="113" y="351"/>
                      <a:pt x="113" y="351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5" y="348"/>
                      <a:pt x="115" y="348"/>
                      <a:pt x="115" y="348"/>
                    </a:cubicBezTo>
                    <a:cubicBezTo>
                      <a:pt x="115" y="346"/>
                      <a:pt x="115" y="346"/>
                      <a:pt x="115" y="346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6" y="343"/>
                      <a:pt x="116" y="343"/>
                      <a:pt x="116" y="343"/>
                    </a:cubicBezTo>
                    <a:cubicBezTo>
                      <a:pt x="116" y="342"/>
                      <a:pt x="116" y="342"/>
                      <a:pt x="116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3" y="341"/>
                      <a:pt x="113" y="341"/>
                      <a:pt x="113" y="341"/>
                    </a:cubicBezTo>
                    <a:cubicBezTo>
                      <a:pt x="112" y="341"/>
                      <a:pt x="112" y="341"/>
                      <a:pt x="112" y="341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1" y="340"/>
                      <a:pt x="111" y="340"/>
                      <a:pt x="111" y="340"/>
                    </a:cubicBezTo>
                    <a:cubicBezTo>
                      <a:pt x="113" y="340"/>
                      <a:pt x="113" y="340"/>
                      <a:pt x="113" y="340"/>
                    </a:cubicBezTo>
                    <a:cubicBezTo>
                      <a:pt x="114" y="340"/>
                      <a:pt x="114" y="340"/>
                      <a:pt x="114" y="340"/>
                    </a:cubicBezTo>
                    <a:cubicBezTo>
                      <a:pt x="115" y="339"/>
                      <a:pt x="115" y="339"/>
                      <a:pt x="115" y="339"/>
                    </a:cubicBezTo>
                    <a:cubicBezTo>
                      <a:pt x="116" y="340"/>
                      <a:pt x="116" y="340"/>
                      <a:pt x="116" y="340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9" y="340"/>
                      <a:pt x="119" y="340"/>
                      <a:pt x="119" y="340"/>
                    </a:cubicBezTo>
                    <a:cubicBezTo>
                      <a:pt x="118" y="337"/>
                      <a:pt x="118" y="337"/>
                      <a:pt x="118" y="337"/>
                    </a:cubicBezTo>
                    <a:cubicBezTo>
                      <a:pt x="119" y="336"/>
                      <a:pt x="119" y="336"/>
                      <a:pt x="119" y="336"/>
                    </a:cubicBezTo>
                    <a:cubicBezTo>
                      <a:pt x="118" y="335"/>
                      <a:pt x="118" y="335"/>
                      <a:pt x="118" y="335"/>
                    </a:cubicBezTo>
                    <a:cubicBezTo>
                      <a:pt x="117" y="334"/>
                      <a:pt x="117" y="334"/>
                      <a:pt x="117" y="334"/>
                    </a:cubicBezTo>
                    <a:cubicBezTo>
                      <a:pt x="116" y="332"/>
                      <a:pt x="116" y="332"/>
                      <a:pt x="116" y="332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2"/>
                      <a:pt x="115" y="332"/>
                      <a:pt x="115" y="332"/>
                    </a:cubicBezTo>
                    <a:cubicBezTo>
                      <a:pt x="115" y="331"/>
                      <a:pt x="115" y="331"/>
                      <a:pt x="115" y="331"/>
                    </a:cubicBezTo>
                    <a:cubicBezTo>
                      <a:pt x="117" y="332"/>
                      <a:pt x="117" y="332"/>
                      <a:pt x="117" y="332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8" y="331"/>
                      <a:pt x="118" y="331"/>
                      <a:pt x="118" y="331"/>
                    </a:cubicBezTo>
                    <a:cubicBezTo>
                      <a:pt x="118" y="332"/>
                      <a:pt x="118" y="332"/>
                      <a:pt x="118" y="332"/>
                    </a:cubicBezTo>
                    <a:cubicBezTo>
                      <a:pt x="119" y="333"/>
                      <a:pt x="119" y="333"/>
                      <a:pt x="119" y="333"/>
                    </a:cubicBezTo>
                    <a:cubicBezTo>
                      <a:pt x="120" y="333"/>
                      <a:pt x="120" y="333"/>
                      <a:pt x="120" y="333"/>
                    </a:cubicBezTo>
                    <a:cubicBezTo>
                      <a:pt x="122" y="331"/>
                      <a:pt x="122" y="331"/>
                      <a:pt x="122" y="331"/>
                    </a:cubicBezTo>
                    <a:cubicBezTo>
                      <a:pt x="122" y="330"/>
                      <a:pt x="122" y="330"/>
                      <a:pt x="122" y="330"/>
                    </a:cubicBezTo>
                    <a:cubicBezTo>
                      <a:pt x="123" y="330"/>
                      <a:pt x="123" y="330"/>
                      <a:pt x="123" y="330"/>
                    </a:cubicBezTo>
                    <a:cubicBezTo>
                      <a:pt x="124" y="331"/>
                      <a:pt x="124" y="331"/>
                      <a:pt x="124" y="331"/>
                    </a:cubicBezTo>
                    <a:cubicBezTo>
                      <a:pt x="125" y="330"/>
                      <a:pt x="125" y="330"/>
                      <a:pt x="125" y="330"/>
                    </a:cubicBez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3" y="329"/>
                      <a:pt x="123" y="329"/>
                      <a:pt x="123" y="329"/>
                    </a:cubicBezTo>
                    <a:cubicBezTo>
                      <a:pt x="123" y="328"/>
                      <a:pt x="123" y="328"/>
                      <a:pt x="123" y="328"/>
                    </a:cubicBezTo>
                    <a:cubicBezTo>
                      <a:pt x="122" y="326"/>
                      <a:pt x="122" y="326"/>
                      <a:pt x="122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4" y="327"/>
                      <a:pt x="124" y="327"/>
                      <a:pt x="124" y="327"/>
                    </a:cubicBezTo>
                    <a:cubicBezTo>
                      <a:pt x="125" y="327"/>
                      <a:pt x="125" y="327"/>
                      <a:pt x="125" y="327"/>
                    </a:cubicBezTo>
                    <a:cubicBezTo>
                      <a:pt x="124" y="328"/>
                      <a:pt x="124" y="328"/>
                      <a:pt x="124" y="328"/>
                    </a:cubicBezTo>
                    <a:cubicBezTo>
                      <a:pt x="126" y="330"/>
                      <a:pt x="126" y="330"/>
                      <a:pt x="126" y="330"/>
                    </a:cubicBezTo>
                    <a:cubicBezTo>
                      <a:pt x="126" y="328"/>
                      <a:pt x="126" y="328"/>
                      <a:pt x="126" y="328"/>
                    </a:cubicBezTo>
                    <a:cubicBezTo>
                      <a:pt x="126" y="327"/>
                      <a:pt x="126" y="327"/>
                      <a:pt x="126" y="327"/>
                    </a:cubicBezTo>
                    <a:cubicBezTo>
                      <a:pt x="127" y="326"/>
                      <a:pt x="127" y="326"/>
                      <a:pt x="127" y="326"/>
                    </a:cubicBezTo>
                    <a:cubicBezTo>
                      <a:pt x="127" y="327"/>
                      <a:pt x="127" y="327"/>
                      <a:pt x="127" y="327"/>
                    </a:cubicBezTo>
                    <a:cubicBezTo>
                      <a:pt x="128" y="328"/>
                      <a:pt x="128" y="328"/>
                      <a:pt x="128" y="328"/>
                    </a:cubicBezTo>
                    <a:cubicBezTo>
                      <a:pt x="130" y="327"/>
                      <a:pt x="130" y="327"/>
                      <a:pt x="130" y="327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1" y="327"/>
                      <a:pt x="131" y="327"/>
                      <a:pt x="131" y="327"/>
                    </a:cubicBezTo>
                    <a:cubicBezTo>
                      <a:pt x="132" y="327"/>
                      <a:pt x="132" y="327"/>
                      <a:pt x="132" y="327"/>
                    </a:cubicBezTo>
                    <a:cubicBezTo>
                      <a:pt x="134" y="326"/>
                      <a:pt x="134" y="326"/>
                      <a:pt x="134" y="326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3"/>
                      <a:pt x="134" y="323"/>
                      <a:pt x="134" y="323"/>
                    </a:cubicBezTo>
                    <a:cubicBezTo>
                      <a:pt x="133" y="322"/>
                      <a:pt x="133" y="322"/>
                      <a:pt x="133" y="322"/>
                    </a:cubicBezTo>
                    <a:cubicBezTo>
                      <a:pt x="135" y="322"/>
                      <a:pt x="135" y="322"/>
                      <a:pt x="135" y="322"/>
                    </a:cubicBezTo>
                    <a:cubicBezTo>
                      <a:pt x="136" y="321"/>
                      <a:pt x="136" y="321"/>
                      <a:pt x="136" y="321"/>
                    </a:cubicBezTo>
                    <a:cubicBezTo>
                      <a:pt x="136" y="320"/>
                      <a:pt x="136" y="320"/>
                      <a:pt x="136" y="320"/>
                    </a:cubicBezTo>
                    <a:cubicBezTo>
                      <a:pt x="137" y="319"/>
                      <a:pt x="137" y="319"/>
                      <a:pt x="137" y="319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7" y="317"/>
                      <a:pt x="137" y="317"/>
                      <a:pt x="137" y="317"/>
                    </a:cubicBezTo>
                    <a:cubicBezTo>
                      <a:pt x="138" y="317"/>
                      <a:pt x="138" y="317"/>
                      <a:pt x="138" y="317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7" y="320"/>
                      <a:pt x="137" y="320"/>
                      <a:pt x="137" y="320"/>
                    </a:cubicBezTo>
                    <a:cubicBezTo>
                      <a:pt x="137" y="321"/>
                      <a:pt x="137" y="321"/>
                      <a:pt x="137" y="321"/>
                    </a:cubicBezTo>
                    <a:cubicBezTo>
                      <a:pt x="137" y="322"/>
                      <a:pt x="137" y="322"/>
                      <a:pt x="137" y="322"/>
                    </a:cubicBezTo>
                    <a:cubicBezTo>
                      <a:pt x="136" y="322"/>
                      <a:pt x="136" y="322"/>
                      <a:pt x="136" y="322"/>
                    </a:cubicBezTo>
                    <a:cubicBezTo>
                      <a:pt x="135" y="323"/>
                      <a:pt x="135" y="323"/>
                      <a:pt x="135" y="323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6"/>
                      <a:pt x="135" y="326"/>
                      <a:pt x="135" y="326"/>
                    </a:cubicBezTo>
                    <a:cubicBezTo>
                      <a:pt x="136" y="327"/>
                      <a:pt x="136" y="327"/>
                      <a:pt x="136" y="327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38" y="327"/>
                      <a:pt x="138" y="327"/>
                      <a:pt x="138" y="327"/>
                    </a:cubicBezTo>
                    <a:cubicBezTo>
                      <a:pt x="139" y="327"/>
                      <a:pt x="139" y="327"/>
                      <a:pt x="139" y="327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39" y="324"/>
                      <a:pt x="139" y="324"/>
                      <a:pt x="139" y="324"/>
                    </a:cubicBezTo>
                    <a:cubicBezTo>
                      <a:pt x="140" y="324"/>
                      <a:pt x="140" y="324"/>
                      <a:pt x="140" y="324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1" y="323"/>
                      <a:pt x="141" y="323"/>
                      <a:pt x="141" y="323"/>
                    </a:cubicBezTo>
                    <a:cubicBezTo>
                      <a:pt x="141" y="324"/>
                      <a:pt x="141" y="324"/>
                      <a:pt x="141" y="324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40" y="326"/>
                      <a:pt x="140" y="326"/>
                      <a:pt x="140" y="326"/>
                    </a:cubicBezTo>
                    <a:cubicBezTo>
                      <a:pt x="141" y="327"/>
                      <a:pt x="141" y="327"/>
                      <a:pt x="141" y="327"/>
                    </a:cubicBezTo>
                    <a:cubicBezTo>
                      <a:pt x="142" y="326"/>
                      <a:pt x="142" y="326"/>
                      <a:pt x="142" y="326"/>
                    </a:cubicBezTo>
                    <a:cubicBezTo>
                      <a:pt x="142" y="325"/>
                      <a:pt x="142" y="325"/>
                      <a:pt x="142" y="325"/>
                    </a:cubicBezTo>
                    <a:cubicBezTo>
                      <a:pt x="143" y="324"/>
                      <a:pt x="143" y="324"/>
                      <a:pt x="143" y="324"/>
                    </a:cubicBezTo>
                    <a:cubicBezTo>
                      <a:pt x="143" y="323"/>
                      <a:pt x="143" y="323"/>
                      <a:pt x="143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2"/>
                      <a:pt x="148" y="322"/>
                      <a:pt x="148" y="322"/>
                    </a:cubicBezTo>
                    <a:cubicBezTo>
                      <a:pt x="150" y="321"/>
                      <a:pt x="150" y="321"/>
                      <a:pt x="150" y="321"/>
                    </a:cubicBezTo>
                    <a:cubicBezTo>
                      <a:pt x="151" y="321"/>
                      <a:pt x="151" y="321"/>
                      <a:pt x="151" y="321"/>
                    </a:cubicBezTo>
                    <a:cubicBezTo>
                      <a:pt x="152" y="320"/>
                      <a:pt x="152" y="320"/>
                      <a:pt x="152" y="320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2" y="318"/>
                      <a:pt x="152" y="318"/>
                      <a:pt x="152" y="318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3" y="318"/>
                      <a:pt x="153" y="318"/>
                      <a:pt x="153" y="318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4" y="319"/>
                      <a:pt x="154" y="319"/>
                      <a:pt x="154" y="319"/>
                    </a:cubicBezTo>
                    <a:cubicBezTo>
                      <a:pt x="155" y="319"/>
                      <a:pt x="155" y="319"/>
                      <a:pt x="155" y="319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9" y="316"/>
                      <a:pt x="159" y="316"/>
                      <a:pt x="159" y="316"/>
                    </a:cubicBezTo>
                    <a:cubicBezTo>
                      <a:pt x="160" y="315"/>
                      <a:pt x="160" y="315"/>
                      <a:pt x="160" y="315"/>
                    </a:cubicBezTo>
                    <a:cubicBezTo>
                      <a:pt x="161" y="314"/>
                      <a:pt x="161" y="314"/>
                      <a:pt x="161" y="314"/>
                    </a:cubicBezTo>
                    <a:cubicBezTo>
                      <a:pt x="162" y="313"/>
                      <a:pt x="162" y="313"/>
                      <a:pt x="162" y="313"/>
                    </a:cubicBezTo>
                    <a:cubicBezTo>
                      <a:pt x="161" y="312"/>
                      <a:pt x="161" y="312"/>
                      <a:pt x="161" y="312"/>
                    </a:cubicBezTo>
                    <a:cubicBezTo>
                      <a:pt x="162" y="311"/>
                      <a:pt x="162" y="311"/>
                      <a:pt x="162" y="311"/>
                    </a:cubicBezTo>
                    <a:cubicBezTo>
                      <a:pt x="163" y="310"/>
                      <a:pt x="163" y="310"/>
                      <a:pt x="163" y="310"/>
                    </a:cubicBezTo>
                    <a:cubicBezTo>
                      <a:pt x="164" y="309"/>
                      <a:pt x="164" y="309"/>
                      <a:pt x="164" y="309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5" y="307"/>
                      <a:pt x="165" y="307"/>
                      <a:pt x="165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7" y="306"/>
                      <a:pt x="167" y="306"/>
                      <a:pt x="167" y="306"/>
                    </a:cubicBezTo>
                    <a:cubicBezTo>
                      <a:pt x="167" y="307"/>
                      <a:pt x="167" y="307"/>
                      <a:pt x="167" y="307"/>
                    </a:cubicBezTo>
                    <a:cubicBezTo>
                      <a:pt x="168" y="305"/>
                      <a:pt x="168" y="305"/>
                      <a:pt x="168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70" y="303"/>
                      <a:pt x="170" y="303"/>
                      <a:pt x="170" y="303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1" y="301"/>
                      <a:pt x="171" y="301"/>
                      <a:pt x="171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5" y="300"/>
                      <a:pt x="175" y="300"/>
                      <a:pt x="175" y="300"/>
                    </a:cubicBezTo>
                    <a:cubicBezTo>
                      <a:pt x="176" y="299"/>
                      <a:pt x="176" y="299"/>
                      <a:pt x="176" y="299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6" y="294"/>
                      <a:pt x="176" y="294"/>
                      <a:pt x="176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8" y="297"/>
                      <a:pt x="178" y="297"/>
                      <a:pt x="178" y="297"/>
                    </a:cubicBezTo>
                    <a:cubicBezTo>
                      <a:pt x="180" y="297"/>
                      <a:pt x="180" y="297"/>
                      <a:pt x="180" y="297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1" y="297"/>
                      <a:pt x="181" y="297"/>
                      <a:pt x="181" y="297"/>
                    </a:cubicBezTo>
                    <a:cubicBezTo>
                      <a:pt x="183" y="297"/>
                      <a:pt x="183" y="297"/>
                      <a:pt x="183" y="297"/>
                    </a:cubicBezTo>
                    <a:cubicBezTo>
                      <a:pt x="184" y="297"/>
                      <a:pt x="184" y="297"/>
                      <a:pt x="184" y="297"/>
                    </a:cubicBezTo>
                    <a:cubicBezTo>
                      <a:pt x="184" y="296"/>
                      <a:pt x="184" y="296"/>
                      <a:pt x="184" y="296"/>
                    </a:cubicBezTo>
                    <a:cubicBezTo>
                      <a:pt x="186" y="296"/>
                      <a:pt x="186" y="296"/>
                      <a:pt x="186" y="296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8" y="295"/>
                      <a:pt x="188" y="295"/>
                      <a:pt x="188" y="295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90" y="295"/>
                      <a:pt x="190" y="295"/>
                      <a:pt x="190" y="295"/>
                    </a:cubicBezTo>
                    <a:cubicBezTo>
                      <a:pt x="190" y="296"/>
                      <a:pt x="190" y="296"/>
                      <a:pt x="190" y="296"/>
                    </a:cubicBezTo>
                    <a:cubicBezTo>
                      <a:pt x="191" y="296"/>
                      <a:pt x="191" y="296"/>
                      <a:pt x="191" y="296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4" y="295"/>
                      <a:pt x="194" y="295"/>
                      <a:pt x="194" y="295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6" y="294"/>
                      <a:pt x="196" y="294"/>
                      <a:pt x="196" y="294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8" y="293"/>
                      <a:pt x="198" y="293"/>
                      <a:pt x="198" y="293"/>
                    </a:cubicBezTo>
                    <a:cubicBezTo>
                      <a:pt x="199" y="292"/>
                      <a:pt x="199" y="292"/>
                      <a:pt x="199" y="292"/>
                    </a:cubicBezTo>
                    <a:cubicBezTo>
                      <a:pt x="200" y="293"/>
                      <a:pt x="200" y="293"/>
                      <a:pt x="200" y="293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1" y="291"/>
                      <a:pt x="201" y="291"/>
                      <a:pt x="201" y="291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3" y="293"/>
                      <a:pt x="203" y="293"/>
                      <a:pt x="203" y="293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5" y="292"/>
                      <a:pt x="205" y="292"/>
                      <a:pt x="205" y="292"/>
                    </a:cubicBezTo>
                    <a:cubicBezTo>
                      <a:pt x="206" y="292"/>
                      <a:pt x="206" y="292"/>
                      <a:pt x="206" y="292"/>
                    </a:cubicBezTo>
                    <a:cubicBezTo>
                      <a:pt x="206" y="291"/>
                      <a:pt x="206" y="291"/>
                      <a:pt x="206" y="291"/>
                    </a:cubicBezTo>
                    <a:cubicBezTo>
                      <a:pt x="207" y="290"/>
                      <a:pt x="207" y="290"/>
                      <a:pt x="207" y="290"/>
                    </a:cubicBezTo>
                    <a:cubicBezTo>
                      <a:pt x="208" y="290"/>
                      <a:pt x="208" y="290"/>
                      <a:pt x="208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1" y="291"/>
                      <a:pt x="211" y="291"/>
                      <a:pt x="211" y="291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4" y="289"/>
                      <a:pt x="214" y="289"/>
                      <a:pt x="214" y="289"/>
                    </a:cubicBezTo>
                    <a:cubicBezTo>
                      <a:pt x="214" y="288"/>
                      <a:pt x="214" y="288"/>
                      <a:pt x="214" y="288"/>
                    </a:cubicBezTo>
                    <a:cubicBezTo>
                      <a:pt x="215" y="288"/>
                      <a:pt x="215" y="288"/>
                      <a:pt x="215" y="288"/>
                    </a:cubicBezTo>
                    <a:cubicBezTo>
                      <a:pt x="216" y="287"/>
                      <a:pt x="216" y="287"/>
                      <a:pt x="216" y="287"/>
                    </a:cubicBezTo>
                    <a:lnTo>
                      <a:pt x="216" y="286"/>
                    </a:lnTo>
                    <a:close/>
                    <a:moveTo>
                      <a:pt x="231" y="276"/>
                    </a:move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6"/>
                      <a:pt x="231" y="276"/>
                      <a:pt x="231" y="276"/>
                    </a:cubicBezTo>
                    <a:close/>
                    <a:moveTo>
                      <a:pt x="229" y="277"/>
                    </a:move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8"/>
                      <a:pt x="229" y="278"/>
                      <a:pt x="229" y="278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lnTo>
                      <a:pt x="229" y="277"/>
                    </a:lnTo>
                    <a:close/>
                    <a:moveTo>
                      <a:pt x="236" y="229"/>
                    </a:move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lose/>
                    <a:moveTo>
                      <a:pt x="261" y="202"/>
                    </a:moveTo>
                    <a:cubicBezTo>
                      <a:pt x="261" y="202"/>
                      <a:pt x="261" y="202"/>
                      <a:pt x="261" y="202"/>
                    </a:cubicBezTo>
                    <a:cubicBezTo>
                      <a:pt x="261" y="202"/>
                      <a:pt x="261" y="202"/>
                      <a:pt x="261" y="202"/>
                    </a:cubicBezTo>
                    <a:close/>
                    <a:moveTo>
                      <a:pt x="254" y="198"/>
                    </a:move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4" y="197"/>
                      <a:pt x="254" y="197"/>
                      <a:pt x="254" y="197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4" y="198"/>
                      <a:pt x="254" y="198"/>
                      <a:pt x="254" y="198"/>
                    </a:cubicBezTo>
                    <a:close/>
                    <a:moveTo>
                      <a:pt x="275" y="94"/>
                    </a:moveTo>
                    <a:cubicBezTo>
                      <a:pt x="275" y="94"/>
                      <a:pt x="275" y="94"/>
                      <a:pt x="275" y="94"/>
                    </a:cubicBezTo>
                    <a:cubicBezTo>
                      <a:pt x="278" y="96"/>
                      <a:pt x="278" y="96"/>
                      <a:pt x="278" y="96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80" y="97"/>
                      <a:pt x="280" y="97"/>
                      <a:pt x="280" y="97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77" y="98"/>
                      <a:pt x="277" y="98"/>
                      <a:pt x="277" y="98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76" y="97"/>
                      <a:pt x="276" y="97"/>
                      <a:pt x="276" y="97"/>
                    </a:cubicBezTo>
                    <a:cubicBezTo>
                      <a:pt x="276" y="95"/>
                      <a:pt x="276" y="95"/>
                      <a:pt x="276" y="95"/>
                    </a:cubicBezTo>
                    <a:lnTo>
                      <a:pt x="275" y="94"/>
                    </a:lnTo>
                    <a:close/>
                    <a:moveTo>
                      <a:pt x="272" y="94"/>
                    </a:moveTo>
                    <a:cubicBezTo>
                      <a:pt x="273" y="94"/>
                      <a:pt x="273" y="94"/>
                      <a:pt x="273" y="94"/>
                    </a:cubicBezTo>
                    <a:cubicBezTo>
                      <a:pt x="273" y="94"/>
                      <a:pt x="273" y="94"/>
                      <a:pt x="273" y="94"/>
                    </a:cubicBezTo>
                    <a:cubicBezTo>
                      <a:pt x="274" y="94"/>
                      <a:pt x="274" y="94"/>
                      <a:pt x="274" y="94"/>
                    </a:cubicBezTo>
                    <a:cubicBezTo>
                      <a:pt x="272" y="95"/>
                      <a:pt x="272" y="95"/>
                      <a:pt x="272" y="95"/>
                    </a:cubicBezTo>
                    <a:lnTo>
                      <a:pt x="272" y="94"/>
                    </a:lnTo>
                    <a:close/>
                    <a:moveTo>
                      <a:pt x="270" y="99"/>
                    </a:moveTo>
                    <a:cubicBezTo>
                      <a:pt x="269" y="98"/>
                      <a:pt x="269" y="98"/>
                      <a:pt x="269" y="98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71" y="96"/>
                      <a:pt x="271" y="96"/>
                      <a:pt x="271" y="96"/>
                    </a:cubicBezTo>
                    <a:cubicBezTo>
                      <a:pt x="271" y="95"/>
                      <a:pt x="271" y="95"/>
                      <a:pt x="271" y="95"/>
                    </a:cubicBezTo>
                    <a:cubicBezTo>
                      <a:pt x="271" y="97"/>
                      <a:pt x="271" y="97"/>
                      <a:pt x="271" y="97"/>
                    </a:cubicBezTo>
                    <a:cubicBezTo>
                      <a:pt x="271" y="99"/>
                      <a:pt x="271" y="99"/>
                      <a:pt x="271" y="99"/>
                    </a:cubicBezTo>
                    <a:cubicBezTo>
                      <a:pt x="272" y="99"/>
                      <a:pt x="272" y="99"/>
                      <a:pt x="272" y="99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74" y="98"/>
                      <a:pt x="274" y="98"/>
                      <a:pt x="274" y="98"/>
                    </a:cubicBezTo>
                    <a:cubicBezTo>
                      <a:pt x="273" y="99"/>
                      <a:pt x="273" y="99"/>
                      <a:pt x="273" y="99"/>
                    </a:cubicBezTo>
                    <a:cubicBezTo>
                      <a:pt x="272" y="100"/>
                      <a:pt x="272" y="100"/>
                      <a:pt x="272" y="100"/>
                    </a:cubicBezTo>
                    <a:cubicBezTo>
                      <a:pt x="270" y="101"/>
                      <a:pt x="270" y="101"/>
                      <a:pt x="270" y="101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70" y="100"/>
                      <a:pt x="270" y="100"/>
                      <a:pt x="270" y="100"/>
                    </a:cubicBezTo>
                    <a:lnTo>
                      <a:pt x="270" y="99"/>
                    </a:lnTo>
                    <a:close/>
                    <a:moveTo>
                      <a:pt x="260" y="138"/>
                    </a:move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lose/>
                    <a:moveTo>
                      <a:pt x="251" y="202"/>
                    </a:moveTo>
                    <a:cubicBezTo>
                      <a:pt x="251" y="202"/>
                      <a:pt x="251" y="202"/>
                      <a:pt x="251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lnTo>
                      <a:pt x="251" y="202"/>
                    </a:lnTo>
                    <a:close/>
                    <a:moveTo>
                      <a:pt x="250" y="184"/>
                    </a:move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0" y="186"/>
                      <a:pt x="250" y="186"/>
                      <a:pt x="250" y="186"/>
                    </a:cubicBezTo>
                    <a:cubicBezTo>
                      <a:pt x="250" y="185"/>
                      <a:pt x="250" y="185"/>
                      <a:pt x="250" y="185"/>
                    </a:cubicBezTo>
                    <a:lnTo>
                      <a:pt x="250" y="184"/>
                    </a:lnTo>
                    <a:close/>
                    <a:moveTo>
                      <a:pt x="248" y="202"/>
                    </a:move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7" y="202"/>
                      <a:pt x="247" y="202"/>
                      <a:pt x="247" y="202"/>
                    </a:cubicBezTo>
                    <a:lnTo>
                      <a:pt x="248" y="202"/>
                    </a:lnTo>
                    <a:close/>
                    <a:moveTo>
                      <a:pt x="243" y="85"/>
                    </a:moveTo>
                    <a:cubicBezTo>
                      <a:pt x="244" y="84"/>
                      <a:pt x="244" y="84"/>
                      <a:pt x="244" y="84"/>
                    </a:cubicBezTo>
                    <a:cubicBezTo>
                      <a:pt x="245" y="83"/>
                      <a:pt x="245" y="83"/>
                      <a:pt x="245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4" y="84"/>
                      <a:pt x="244" y="84"/>
                      <a:pt x="244" y="84"/>
                    </a:cubicBezTo>
                    <a:cubicBezTo>
                      <a:pt x="243" y="85"/>
                      <a:pt x="243" y="85"/>
                      <a:pt x="243" y="85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2" y="85"/>
                      <a:pt x="242" y="85"/>
                      <a:pt x="242" y="85"/>
                    </a:cubicBezTo>
                    <a:lnTo>
                      <a:pt x="243" y="85"/>
                    </a:lnTo>
                    <a:close/>
                    <a:moveTo>
                      <a:pt x="230" y="226"/>
                    </a:moveTo>
                    <a:cubicBezTo>
                      <a:pt x="230" y="226"/>
                      <a:pt x="230" y="226"/>
                      <a:pt x="230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lnTo>
                      <a:pt x="230" y="226"/>
                    </a:lnTo>
                    <a:close/>
                    <a:moveTo>
                      <a:pt x="226" y="227"/>
                    </a:move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lose/>
                    <a:moveTo>
                      <a:pt x="215" y="264"/>
                    </a:moveTo>
                    <a:cubicBezTo>
                      <a:pt x="215" y="264"/>
                      <a:pt x="215" y="264"/>
                      <a:pt x="215" y="264"/>
                    </a:cubicBezTo>
                    <a:cubicBezTo>
                      <a:pt x="215" y="264"/>
                      <a:pt x="215" y="264"/>
                      <a:pt x="215" y="264"/>
                    </a:cubicBezTo>
                    <a:close/>
                    <a:moveTo>
                      <a:pt x="221" y="255"/>
                    </a:move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19" y="256"/>
                      <a:pt x="219" y="256"/>
                      <a:pt x="219" y="256"/>
                    </a:cubicBezTo>
                    <a:cubicBezTo>
                      <a:pt x="219" y="255"/>
                      <a:pt x="219" y="255"/>
                      <a:pt x="219" y="255"/>
                    </a:cubicBezTo>
                    <a:lnTo>
                      <a:pt x="221" y="255"/>
                    </a:lnTo>
                    <a:close/>
                    <a:moveTo>
                      <a:pt x="224" y="227"/>
                    </a:move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9"/>
                      <a:pt x="225" y="229"/>
                      <a:pt x="225" y="229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lnTo>
                      <a:pt x="224" y="227"/>
                    </a:lnTo>
                    <a:close/>
                    <a:moveTo>
                      <a:pt x="223" y="221"/>
                    </a:move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1"/>
                      <a:pt x="223" y="221"/>
                      <a:pt x="223" y="221"/>
                    </a:cubicBezTo>
                    <a:close/>
                    <a:moveTo>
                      <a:pt x="220" y="221"/>
                    </a:moveTo>
                    <a:cubicBezTo>
                      <a:pt x="221" y="221"/>
                      <a:pt x="221" y="221"/>
                      <a:pt x="221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0"/>
                      <a:pt x="219" y="220"/>
                      <a:pt x="219" y="220"/>
                    </a:cubicBezTo>
                    <a:lnTo>
                      <a:pt x="220" y="221"/>
                    </a:lnTo>
                    <a:close/>
                    <a:moveTo>
                      <a:pt x="219" y="228"/>
                    </a:move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2" y="228"/>
                      <a:pt x="222" y="228"/>
                      <a:pt x="222" y="228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0" y="229"/>
                      <a:pt x="220" y="229"/>
                      <a:pt x="220" y="229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9" y="229"/>
                      <a:pt x="219" y="229"/>
                      <a:pt x="219" y="229"/>
                    </a:cubicBezTo>
                    <a:lnTo>
                      <a:pt x="219" y="228"/>
                    </a:lnTo>
                    <a:close/>
                    <a:moveTo>
                      <a:pt x="215" y="248"/>
                    </a:moveTo>
                    <a:cubicBezTo>
                      <a:pt x="216" y="249"/>
                      <a:pt x="216" y="249"/>
                      <a:pt x="216" y="249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9" y="248"/>
                      <a:pt x="219" y="248"/>
                      <a:pt x="219" y="248"/>
                    </a:cubicBezTo>
                    <a:cubicBezTo>
                      <a:pt x="219" y="249"/>
                      <a:pt x="219" y="249"/>
                      <a:pt x="219" y="249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8" y="250"/>
                      <a:pt x="218" y="250"/>
                      <a:pt x="218" y="250"/>
                    </a:cubicBezTo>
                    <a:cubicBezTo>
                      <a:pt x="214" y="249"/>
                      <a:pt x="214" y="249"/>
                      <a:pt x="214" y="249"/>
                    </a:cubicBezTo>
                    <a:cubicBezTo>
                      <a:pt x="214" y="249"/>
                      <a:pt x="214" y="249"/>
                      <a:pt x="214" y="249"/>
                    </a:cubicBezTo>
                    <a:lnTo>
                      <a:pt x="215" y="248"/>
                    </a:lnTo>
                    <a:close/>
                    <a:moveTo>
                      <a:pt x="217" y="257"/>
                    </a:moveTo>
                    <a:cubicBezTo>
                      <a:pt x="217" y="257"/>
                      <a:pt x="217" y="257"/>
                      <a:pt x="217" y="257"/>
                    </a:cubicBezTo>
                    <a:cubicBezTo>
                      <a:pt x="214" y="258"/>
                      <a:pt x="214" y="258"/>
                      <a:pt x="214" y="258"/>
                    </a:cubicBezTo>
                    <a:cubicBezTo>
                      <a:pt x="214" y="258"/>
                      <a:pt x="214" y="258"/>
                      <a:pt x="214" y="258"/>
                    </a:cubicBezTo>
                    <a:lnTo>
                      <a:pt x="217" y="257"/>
                    </a:lnTo>
                    <a:close/>
                    <a:moveTo>
                      <a:pt x="224" y="14"/>
                    </a:moveTo>
                    <a:cubicBezTo>
                      <a:pt x="224" y="13"/>
                      <a:pt x="224" y="13"/>
                      <a:pt x="224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4" y="14"/>
                      <a:pt x="224" y="14"/>
                      <a:pt x="224" y="14"/>
                    </a:cubicBezTo>
                    <a:cubicBezTo>
                      <a:pt x="224" y="16"/>
                      <a:pt x="224" y="16"/>
                      <a:pt x="224" y="16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3" y="14"/>
                      <a:pt x="223" y="14"/>
                      <a:pt x="223" y="14"/>
                    </a:cubicBezTo>
                    <a:lnTo>
                      <a:pt x="224" y="14"/>
                    </a:lnTo>
                    <a:close/>
                    <a:moveTo>
                      <a:pt x="18" y="123"/>
                    </a:moveTo>
                    <a:cubicBezTo>
                      <a:pt x="16" y="122"/>
                      <a:pt x="16" y="122"/>
                      <a:pt x="16" y="122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9" y="123"/>
                      <a:pt x="19" y="123"/>
                      <a:pt x="19" y="123"/>
                    </a:cubicBezTo>
                    <a:lnTo>
                      <a:pt x="18" y="123"/>
                    </a:lnTo>
                    <a:close/>
                    <a:moveTo>
                      <a:pt x="57" y="209"/>
                    </a:moveTo>
                    <a:cubicBezTo>
                      <a:pt x="57" y="209"/>
                      <a:pt x="57" y="209"/>
                      <a:pt x="57" y="209"/>
                    </a:cubicBezTo>
                    <a:cubicBezTo>
                      <a:pt x="57" y="209"/>
                      <a:pt x="57" y="209"/>
                      <a:pt x="57" y="209"/>
                    </a:cubicBezTo>
                    <a:close/>
                    <a:moveTo>
                      <a:pt x="59" y="206"/>
                    </a:moveTo>
                    <a:cubicBezTo>
                      <a:pt x="59" y="206"/>
                      <a:pt x="59" y="206"/>
                      <a:pt x="59" y="206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7" y="206"/>
                      <a:pt x="57" y="206"/>
                      <a:pt x="57" y="206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8" y="205"/>
                      <a:pt x="58" y="205"/>
                      <a:pt x="58" y="205"/>
                    </a:cubicBezTo>
                    <a:cubicBezTo>
                      <a:pt x="59" y="205"/>
                      <a:pt x="59" y="205"/>
                      <a:pt x="59" y="205"/>
                    </a:cubicBezTo>
                    <a:lnTo>
                      <a:pt x="59" y="206"/>
                    </a:lnTo>
                    <a:close/>
                    <a:moveTo>
                      <a:pt x="60" y="184"/>
                    </a:moveTo>
                    <a:cubicBezTo>
                      <a:pt x="59" y="185"/>
                      <a:pt x="59" y="185"/>
                      <a:pt x="59" y="185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4"/>
                      <a:pt x="60" y="184"/>
                      <a:pt x="60" y="184"/>
                    </a:cubicBezTo>
                    <a:close/>
                    <a:moveTo>
                      <a:pt x="55" y="217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7"/>
                      <a:pt x="56" y="217"/>
                      <a:pt x="56" y="217"/>
                    </a:cubicBezTo>
                    <a:lnTo>
                      <a:pt x="55" y="217"/>
                    </a:lnTo>
                    <a:close/>
                    <a:moveTo>
                      <a:pt x="56" y="216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lose/>
                    <a:moveTo>
                      <a:pt x="57" y="221"/>
                    </a:move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7" y="220"/>
                      <a:pt x="57" y="220"/>
                      <a:pt x="57" y="220"/>
                    </a:cubicBezTo>
                    <a:cubicBezTo>
                      <a:pt x="58" y="221"/>
                      <a:pt x="58" y="221"/>
                      <a:pt x="58" y="221"/>
                    </a:cubicBezTo>
                    <a:cubicBezTo>
                      <a:pt x="58" y="221"/>
                      <a:pt x="58" y="221"/>
                      <a:pt x="58" y="221"/>
                    </a:cubicBezTo>
                    <a:lnTo>
                      <a:pt x="57" y="221"/>
                    </a:lnTo>
                    <a:close/>
                    <a:moveTo>
                      <a:pt x="65" y="233"/>
                    </a:moveTo>
                    <a:cubicBezTo>
                      <a:pt x="64" y="232"/>
                      <a:pt x="64" y="232"/>
                      <a:pt x="64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5" y="232"/>
                      <a:pt x="65" y="232"/>
                      <a:pt x="65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3"/>
                      <a:pt x="66" y="233"/>
                      <a:pt x="66" y="233"/>
                    </a:cubicBezTo>
                    <a:lnTo>
                      <a:pt x="65" y="233"/>
                    </a:lnTo>
                    <a:close/>
                    <a:moveTo>
                      <a:pt x="66" y="239"/>
                    </a:moveTo>
                    <a:cubicBezTo>
                      <a:pt x="66" y="240"/>
                      <a:pt x="66" y="240"/>
                      <a:pt x="66" y="240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7" y="238"/>
                      <a:pt x="67" y="238"/>
                      <a:pt x="67" y="238"/>
                    </a:cubicBezTo>
                    <a:cubicBezTo>
                      <a:pt x="67" y="238"/>
                      <a:pt x="67" y="238"/>
                      <a:pt x="67" y="238"/>
                    </a:cubicBezTo>
                    <a:lnTo>
                      <a:pt x="66" y="239"/>
                    </a:lnTo>
                    <a:close/>
                    <a:moveTo>
                      <a:pt x="69" y="246"/>
                    </a:moveTo>
                    <a:cubicBezTo>
                      <a:pt x="69" y="246"/>
                      <a:pt x="69" y="246"/>
                      <a:pt x="69" y="246"/>
                    </a:cubicBezTo>
                    <a:cubicBezTo>
                      <a:pt x="69" y="247"/>
                      <a:pt x="69" y="247"/>
                      <a:pt x="69" y="247"/>
                    </a:cubicBezTo>
                    <a:cubicBezTo>
                      <a:pt x="69" y="247"/>
                      <a:pt x="69" y="247"/>
                      <a:pt x="69" y="247"/>
                    </a:cubicBezTo>
                    <a:lnTo>
                      <a:pt x="69" y="246"/>
                    </a:lnTo>
                    <a:close/>
                    <a:moveTo>
                      <a:pt x="71" y="251"/>
                    </a:moveTo>
                    <a:cubicBezTo>
                      <a:pt x="71" y="252"/>
                      <a:pt x="71" y="252"/>
                      <a:pt x="71" y="252"/>
                    </a:cubicBezTo>
                    <a:cubicBezTo>
                      <a:pt x="70" y="251"/>
                      <a:pt x="70" y="251"/>
                      <a:pt x="70" y="251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1" y="251"/>
                      <a:pt x="71" y="251"/>
                      <a:pt x="71" y="251"/>
                    </a:cubicBezTo>
                    <a:cubicBezTo>
                      <a:pt x="72" y="251"/>
                      <a:pt x="72" y="251"/>
                      <a:pt x="72" y="251"/>
                    </a:cubicBezTo>
                    <a:lnTo>
                      <a:pt x="71" y="251"/>
                    </a:lnTo>
                    <a:close/>
                    <a:moveTo>
                      <a:pt x="73" y="244"/>
                    </a:moveTo>
                    <a:cubicBezTo>
                      <a:pt x="72" y="245"/>
                      <a:pt x="72" y="245"/>
                      <a:pt x="72" y="245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71" y="244"/>
                      <a:pt x="71" y="244"/>
                      <a:pt x="71" y="244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3" y="244"/>
                      <a:pt x="73" y="244"/>
                      <a:pt x="73" y="244"/>
                    </a:cubicBezTo>
                    <a:close/>
                    <a:moveTo>
                      <a:pt x="62" y="282"/>
                    </a:move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2"/>
                      <a:pt x="60" y="282"/>
                      <a:pt x="60" y="282"/>
                    </a:cubicBezTo>
                    <a:cubicBezTo>
                      <a:pt x="62" y="282"/>
                      <a:pt x="62" y="282"/>
                      <a:pt x="62" y="282"/>
                    </a:cubicBezTo>
                    <a:cubicBezTo>
                      <a:pt x="63" y="282"/>
                      <a:pt x="63" y="282"/>
                      <a:pt x="63" y="282"/>
                    </a:cubicBezTo>
                    <a:lnTo>
                      <a:pt x="62" y="282"/>
                    </a:lnTo>
                    <a:close/>
                    <a:moveTo>
                      <a:pt x="44" y="319"/>
                    </a:moveTo>
                    <a:cubicBezTo>
                      <a:pt x="44" y="319"/>
                      <a:pt x="44" y="319"/>
                      <a:pt x="44" y="319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5" y="319"/>
                      <a:pt x="45" y="319"/>
                      <a:pt x="45" y="319"/>
                    </a:cubicBezTo>
                    <a:lnTo>
                      <a:pt x="44" y="319"/>
                    </a:lnTo>
                    <a:close/>
                    <a:moveTo>
                      <a:pt x="52" y="291"/>
                    </a:move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2" y="291"/>
                      <a:pt x="52" y="291"/>
                      <a:pt x="52" y="291"/>
                    </a:cubicBezTo>
                    <a:cubicBezTo>
                      <a:pt x="51" y="291"/>
                      <a:pt x="51" y="291"/>
                      <a:pt x="51" y="291"/>
                    </a:cubicBezTo>
                    <a:cubicBezTo>
                      <a:pt x="51" y="291"/>
                      <a:pt x="51" y="291"/>
                      <a:pt x="51" y="291"/>
                    </a:cubicBezTo>
                    <a:lnTo>
                      <a:pt x="52" y="291"/>
                    </a:lnTo>
                    <a:close/>
                    <a:moveTo>
                      <a:pt x="46" y="304"/>
                    </a:move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4"/>
                      <a:pt x="46" y="304"/>
                      <a:pt x="46" y="304"/>
                    </a:cubicBezTo>
                    <a:close/>
                    <a:moveTo>
                      <a:pt x="46" y="306"/>
                    </a:move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5"/>
                      <a:pt x="46" y="305"/>
                      <a:pt x="46" y="305"/>
                    </a:cubicBezTo>
                    <a:cubicBezTo>
                      <a:pt x="46" y="306"/>
                      <a:pt x="46" y="306"/>
                      <a:pt x="46" y="306"/>
                    </a:cubicBezTo>
                    <a:close/>
                    <a:moveTo>
                      <a:pt x="48" y="303"/>
                    </a:moveTo>
                    <a:cubicBezTo>
                      <a:pt x="48" y="303"/>
                      <a:pt x="48" y="303"/>
                      <a:pt x="48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7" y="303"/>
                      <a:pt x="47" y="303"/>
                      <a:pt x="47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3"/>
                      <a:pt x="49" y="303"/>
                      <a:pt x="49" y="303"/>
                    </a:cubicBezTo>
                    <a:lnTo>
                      <a:pt x="48" y="303"/>
                    </a:lnTo>
                    <a:close/>
                    <a:moveTo>
                      <a:pt x="51" y="337"/>
                    </a:moveTo>
                    <a:cubicBezTo>
                      <a:pt x="50" y="337"/>
                      <a:pt x="50" y="337"/>
                      <a:pt x="50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50" y="337"/>
                      <a:pt x="50" y="337"/>
                      <a:pt x="50" y="337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1" y="336"/>
                      <a:pt x="51" y="336"/>
                      <a:pt x="51" y="336"/>
                    </a:cubicBezTo>
                    <a:lnTo>
                      <a:pt x="51" y="337"/>
                    </a:lnTo>
                    <a:close/>
                    <a:moveTo>
                      <a:pt x="50" y="333"/>
                    </a:move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4"/>
                      <a:pt x="51" y="334"/>
                      <a:pt x="51" y="334"/>
                    </a:cubicBezTo>
                    <a:lnTo>
                      <a:pt x="50" y="333"/>
                    </a:lnTo>
                    <a:close/>
                    <a:moveTo>
                      <a:pt x="52" y="334"/>
                    </a:move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4"/>
                    </a:cubicBezTo>
                    <a:close/>
                    <a:moveTo>
                      <a:pt x="52" y="298"/>
                    </a:moveTo>
                    <a:cubicBezTo>
                      <a:pt x="49" y="298"/>
                      <a:pt x="49" y="298"/>
                      <a:pt x="49" y="298"/>
                    </a:cubicBezTo>
                    <a:cubicBezTo>
                      <a:pt x="51" y="297"/>
                      <a:pt x="51" y="297"/>
                      <a:pt x="51" y="297"/>
                    </a:cubicBezTo>
                    <a:cubicBezTo>
                      <a:pt x="53" y="297"/>
                      <a:pt x="53" y="297"/>
                      <a:pt x="53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3" y="297"/>
                      <a:pt x="53" y="297"/>
                      <a:pt x="53" y="297"/>
                    </a:cubicBezTo>
                    <a:lnTo>
                      <a:pt x="52" y="298"/>
                    </a:lnTo>
                    <a:close/>
                    <a:moveTo>
                      <a:pt x="52" y="335"/>
                    </a:moveTo>
                    <a:cubicBezTo>
                      <a:pt x="53" y="334"/>
                      <a:pt x="53" y="334"/>
                      <a:pt x="53" y="334"/>
                    </a:cubicBezTo>
                    <a:cubicBezTo>
                      <a:pt x="53" y="335"/>
                      <a:pt x="53" y="335"/>
                      <a:pt x="53" y="335"/>
                    </a:cubicBezTo>
                    <a:lnTo>
                      <a:pt x="52" y="335"/>
                    </a:lnTo>
                    <a:close/>
                    <a:moveTo>
                      <a:pt x="56" y="333"/>
                    </a:moveTo>
                    <a:cubicBezTo>
                      <a:pt x="55" y="332"/>
                      <a:pt x="55" y="332"/>
                      <a:pt x="55" y="332"/>
                    </a:cubicBezTo>
                    <a:cubicBezTo>
                      <a:pt x="54" y="333"/>
                      <a:pt x="54" y="333"/>
                      <a:pt x="54" y="333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6" y="332"/>
                      <a:pt x="56" y="332"/>
                      <a:pt x="56" y="332"/>
                    </a:cubicBezTo>
                    <a:cubicBezTo>
                      <a:pt x="57" y="334"/>
                      <a:pt x="57" y="334"/>
                      <a:pt x="57" y="334"/>
                    </a:cubicBezTo>
                    <a:lnTo>
                      <a:pt x="56" y="333"/>
                    </a:lnTo>
                    <a:close/>
                    <a:moveTo>
                      <a:pt x="61" y="294"/>
                    </a:moveTo>
                    <a:cubicBezTo>
                      <a:pt x="60" y="293"/>
                      <a:pt x="60" y="293"/>
                      <a:pt x="60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9" y="292"/>
                      <a:pt x="59" y="292"/>
                      <a:pt x="59" y="292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60" y="292"/>
                      <a:pt x="60" y="292"/>
                      <a:pt x="60" y="292"/>
                    </a:cubicBezTo>
                    <a:cubicBezTo>
                      <a:pt x="60" y="293"/>
                      <a:pt x="60" y="293"/>
                      <a:pt x="60" y="293"/>
                    </a:cubicBezTo>
                    <a:lnTo>
                      <a:pt x="61" y="294"/>
                    </a:lnTo>
                    <a:close/>
                    <a:moveTo>
                      <a:pt x="68" y="272"/>
                    </a:moveTo>
                    <a:cubicBezTo>
                      <a:pt x="68" y="273"/>
                      <a:pt x="68" y="273"/>
                      <a:pt x="68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1"/>
                      <a:pt x="67" y="271"/>
                      <a:pt x="67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70" y="272"/>
                      <a:pt x="70" y="272"/>
                      <a:pt x="70" y="272"/>
                    </a:cubicBezTo>
                    <a:lnTo>
                      <a:pt x="68" y="272"/>
                    </a:lnTo>
                    <a:close/>
                    <a:moveTo>
                      <a:pt x="76" y="378"/>
                    </a:moveTo>
                    <a:cubicBezTo>
                      <a:pt x="75" y="378"/>
                      <a:pt x="75" y="378"/>
                      <a:pt x="75" y="378"/>
                    </a:cubicBezTo>
                    <a:cubicBezTo>
                      <a:pt x="75" y="379"/>
                      <a:pt x="75" y="379"/>
                      <a:pt x="75" y="379"/>
                    </a:cubicBezTo>
                    <a:cubicBezTo>
                      <a:pt x="75" y="378"/>
                      <a:pt x="75" y="378"/>
                      <a:pt x="75" y="378"/>
                    </a:cubicBezTo>
                    <a:cubicBezTo>
                      <a:pt x="76" y="377"/>
                      <a:pt x="76" y="377"/>
                      <a:pt x="76" y="377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6" y="377"/>
                      <a:pt x="76" y="377"/>
                      <a:pt x="76" y="377"/>
                    </a:cubicBezTo>
                    <a:lnTo>
                      <a:pt x="76" y="378"/>
                    </a:lnTo>
                    <a:close/>
                    <a:moveTo>
                      <a:pt x="76" y="387"/>
                    </a:moveTo>
                    <a:cubicBezTo>
                      <a:pt x="77" y="386"/>
                      <a:pt x="77" y="386"/>
                      <a:pt x="77" y="386"/>
                    </a:cubicBezTo>
                    <a:cubicBezTo>
                      <a:pt x="77" y="387"/>
                      <a:pt x="77" y="387"/>
                      <a:pt x="77" y="387"/>
                    </a:cubicBezTo>
                    <a:lnTo>
                      <a:pt x="76" y="387"/>
                    </a:lnTo>
                    <a:close/>
                    <a:moveTo>
                      <a:pt x="80" y="378"/>
                    </a:moveTo>
                    <a:cubicBezTo>
                      <a:pt x="79" y="378"/>
                      <a:pt x="79" y="378"/>
                      <a:pt x="79" y="378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7" y="380"/>
                      <a:pt x="77" y="380"/>
                      <a:pt x="77" y="380"/>
                    </a:cubicBezTo>
                    <a:cubicBezTo>
                      <a:pt x="76" y="380"/>
                      <a:pt x="76" y="380"/>
                      <a:pt x="76" y="380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9" y="377"/>
                      <a:pt x="79" y="377"/>
                      <a:pt x="79" y="377"/>
                    </a:cubicBezTo>
                    <a:cubicBezTo>
                      <a:pt x="80" y="378"/>
                      <a:pt x="80" y="378"/>
                      <a:pt x="80" y="378"/>
                    </a:cubicBezTo>
                    <a:close/>
                    <a:moveTo>
                      <a:pt x="92" y="382"/>
                    </a:moveTo>
                    <a:cubicBezTo>
                      <a:pt x="93" y="382"/>
                      <a:pt x="93" y="382"/>
                      <a:pt x="93" y="382"/>
                    </a:cubicBezTo>
                    <a:cubicBezTo>
                      <a:pt x="94" y="383"/>
                      <a:pt x="94" y="383"/>
                      <a:pt x="94" y="383"/>
                    </a:cubicBezTo>
                    <a:lnTo>
                      <a:pt x="92" y="382"/>
                    </a:lnTo>
                    <a:close/>
                    <a:moveTo>
                      <a:pt x="99" y="361"/>
                    </a:moveTo>
                    <a:cubicBezTo>
                      <a:pt x="99" y="361"/>
                      <a:pt x="99" y="361"/>
                      <a:pt x="99" y="361"/>
                    </a:cubicBezTo>
                    <a:cubicBezTo>
                      <a:pt x="100" y="361"/>
                      <a:pt x="100" y="361"/>
                      <a:pt x="100" y="361"/>
                    </a:cubicBezTo>
                    <a:cubicBezTo>
                      <a:pt x="100" y="360"/>
                      <a:pt x="100" y="360"/>
                      <a:pt x="100" y="360"/>
                    </a:cubicBezTo>
                    <a:cubicBezTo>
                      <a:pt x="101" y="361"/>
                      <a:pt x="101" y="361"/>
                      <a:pt x="101" y="361"/>
                    </a:cubicBezTo>
                    <a:lnTo>
                      <a:pt x="99" y="361"/>
                    </a:lnTo>
                    <a:close/>
                    <a:moveTo>
                      <a:pt x="101" y="366"/>
                    </a:moveTo>
                    <a:cubicBezTo>
                      <a:pt x="101" y="365"/>
                      <a:pt x="101" y="365"/>
                      <a:pt x="101" y="365"/>
                    </a:cubicBezTo>
                    <a:cubicBezTo>
                      <a:pt x="101" y="365"/>
                      <a:pt x="101" y="365"/>
                      <a:pt x="101" y="365"/>
                    </a:cubicBezTo>
                    <a:lnTo>
                      <a:pt x="101" y="366"/>
                    </a:lnTo>
                    <a:close/>
                    <a:moveTo>
                      <a:pt x="100" y="360"/>
                    </a:move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lnTo>
                      <a:pt x="100" y="360"/>
                    </a:lnTo>
                    <a:close/>
                    <a:moveTo>
                      <a:pt x="107" y="350"/>
                    </a:move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lose/>
                    <a:moveTo>
                      <a:pt x="175" y="291"/>
                    </a:move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5" y="291"/>
                      <a:pt x="175" y="291"/>
                      <a:pt x="175" y="291"/>
                    </a:cubicBezTo>
                    <a:close/>
                    <a:moveTo>
                      <a:pt x="183" y="25"/>
                    </a:moveTo>
                    <a:cubicBezTo>
                      <a:pt x="182" y="23"/>
                      <a:pt x="182" y="23"/>
                      <a:pt x="182" y="23"/>
                    </a:cubicBezTo>
                    <a:cubicBezTo>
                      <a:pt x="181" y="22"/>
                      <a:pt x="181" y="22"/>
                      <a:pt x="181" y="22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80" y="20"/>
                      <a:pt x="180" y="20"/>
                      <a:pt x="180" y="20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2" y="20"/>
                      <a:pt x="182" y="20"/>
                      <a:pt x="182" y="20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7"/>
                      <a:pt x="185" y="27"/>
                      <a:pt x="185" y="27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6"/>
                      <a:pt x="183" y="26"/>
                    </a:cubicBezTo>
                    <a:lnTo>
                      <a:pt x="183" y="25"/>
                    </a:lnTo>
                    <a:close/>
                    <a:moveTo>
                      <a:pt x="186" y="35"/>
                    </a:move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5" y="31"/>
                      <a:pt x="185" y="31"/>
                      <a:pt x="185" y="31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7" y="35"/>
                      <a:pt x="187" y="35"/>
                      <a:pt x="187" y="35"/>
                    </a:cubicBezTo>
                    <a:lnTo>
                      <a:pt x="186" y="35"/>
                    </a:lnTo>
                    <a:close/>
                    <a:moveTo>
                      <a:pt x="207" y="258"/>
                    </a:move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6" y="258"/>
                      <a:pt x="206" y="258"/>
                      <a:pt x="206" y="258"/>
                    </a:cubicBezTo>
                    <a:lnTo>
                      <a:pt x="207" y="258"/>
                    </a:lnTo>
                    <a:close/>
                    <a:moveTo>
                      <a:pt x="206" y="262"/>
                    </a:move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3" y="265"/>
                      <a:pt x="203" y="265"/>
                      <a:pt x="203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3" y="264"/>
                      <a:pt x="203" y="264"/>
                      <a:pt x="203" y="264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2"/>
                      <a:pt x="204" y="262"/>
                      <a:pt x="204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6" y="261"/>
                      <a:pt x="206" y="261"/>
                      <a:pt x="206" y="261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8" y="260"/>
                      <a:pt x="208" y="260"/>
                      <a:pt x="208" y="260"/>
                    </a:cubicBezTo>
                    <a:cubicBezTo>
                      <a:pt x="207" y="261"/>
                      <a:pt x="207" y="261"/>
                      <a:pt x="207" y="261"/>
                    </a:cubicBezTo>
                    <a:lnTo>
                      <a:pt x="206" y="262"/>
                    </a:lnTo>
                    <a:close/>
                    <a:moveTo>
                      <a:pt x="208" y="270"/>
                    </a:moveTo>
                    <a:cubicBezTo>
                      <a:pt x="208" y="271"/>
                      <a:pt x="208" y="271"/>
                      <a:pt x="208" y="271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9" y="270"/>
                      <a:pt x="209" y="270"/>
                      <a:pt x="209" y="270"/>
                    </a:cubicBezTo>
                    <a:lnTo>
                      <a:pt x="208" y="270"/>
                    </a:lnTo>
                    <a:close/>
                    <a:moveTo>
                      <a:pt x="211" y="266"/>
                    </a:move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09" y="265"/>
                      <a:pt x="209" y="265"/>
                      <a:pt x="209" y="265"/>
                    </a:cubicBez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12" y="265"/>
                      <a:pt x="212" y="265"/>
                      <a:pt x="212" y="265"/>
                    </a:cubicBezTo>
                    <a:lnTo>
                      <a:pt x="211" y="266"/>
                    </a:lnTo>
                    <a:close/>
                    <a:moveTo>
                      <a:pt x="212" y="249"/>
                    </a:moveTo>
                    <a:cubicBezTo>
                      <a:pt x="212" y="248"/>
                      <a:pt x="212" y="248"/>
                      <a:pt x="212" y="248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09" y="245"/>
                      <a:pt x="209" y="245"/>
                      <a:pt x="209" y="245"/>
                    </a:cubicBezTo>
                    <a:cubicBezTo>
                      <a:pt x="208" y="244"/>
                      <a:pt x="208" y="244"/>
                      <a:pt x="208" y="244"/>
                    </a:cubicBezTo>
                    <a:cubicBezTo>
                      <a:pt x="209" y="244"/>
                      <a:pt x="209" y="244"/>
                      <a:pt x="209" y="244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09" y="242"/>
                      <a:pt x="209" y="242"/>
                      <a:pt x="209" y="242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5"/>
                      <a:pt x="210" y="245"/>
                      <a:pt x="210" y="245"/>
                    </a:cubicBezTo>
                    <a:cubicBezTo>
                      <a:pt x="212" y="246"/>
                      <a:pt x="212" y="246"/>
                      <a:pt x="212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8"/>
                      <a:pt x="213" y="248"/>
                      <a:pt x="213" y="248"/>
                    </a:cubicBezTo>
                    <a:cubicBezTo>
                      <a:pt x="213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lose/>
                    <a:moveTo>
                      <a:pt x="213" y="266"/>
                    </a:move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5" name="Freeform 6414">
                <a:extLst>
                  <a:ext uri="{FF2B5EF4-FFF2-40B4-BE49-F238E27FC236}">
                    <a16:creationId xmlns:a16="http://schemas.microsoft.com/office/drawing/2014/main" id="{7C8962D9-3841-41D9-B699-4538C12F29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30" y="1917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5 w 7"/>
                  <a:gd name="T5" fmla="*/ 0 h 5"/>
                  <a:gd name="T6" fmla="*/ 1 w 7"/>
                  <a:gd name="T7" fmla="*/ 0 h 5"/>
                  <a:gd name="T8" fmla="*/ 0 w 7"/>
                  <a:gd name="T9" fmla="*/ 4 h 5"/>
                  <a:gd name="T10" fmla="*/ 1 w 7"/>
                  <a:gd name="T11" fmla="*/ 5 h 5"/>
                  <a:gd name="T12" fmla="*/ 3 w 7"/>
                  <a:gd name="T13" fmla="*/ 4 h 5"/>
                  <a:gd name="T14" fmla="*/ 5 w 7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6" name="Freeform 6415">
                <a:extLst>
                  <a:ext uri="{FF2B5EF4-FFF2-40B4-BE49-F238E27FC236}">
                    <a16:creationId xmlns:a16="http://schemas.microsoft.com/office/drawing/2014/main" id="{D61D6766-9EA9-431D-B7D5-C74CC8C33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8" y="1497"/>
                <a:ext cx="9" cy="6"/>
              </a:xfrm>
              <a:custGeom>
                <a:avLst/>
                <a:gdLst>
                  <a:gd name="T0" fmla="*/ 4 w 9"/>
                  <a:gd name="T1" fmla="*/ 0 h 6"/>
                  <a:gd name="T2" fmla="*/ 2 w 9"/>
                  <a:gd name="T3" fmla="*/ 2 h 6"/>
                  <a:gd name="T4" fmla="*/ 0 w 9"/>
                  <a:gd name="T5" fmla="*/ 4 h 6"/>
                  <a:gd name="T6" fmla="*/ 2 w 9"/>
                  <a:gd name="T7" fmla="*/ 6 h 6"/>
                  <a:gd name="T8" fmla="*/ 6 w 9"/>
                  <a:gd name="T9" fmla="*/ 6 h 6"/>
                  <a:gd name="T10" fmla="*/ 9 w 9"/>
                  <a:gd name="T11" fmla="*/ 4 h 6"/>
                  <a:gd name="T12" fmla="*/ 6 w 9"/>
                  <a:gd name="T13" fmla="*/ 0 h 6"/>
                  <a:gd name="T14" fmla="*/ 4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7" name="Freeform 6416">
                <a:extLst>
                  <a:ext uri="{FF2B5EF4-FFF2-40B4-BE49-F238E27FC236}">
                    <a16:creationId xmlns:a16="http://schemas.microsoft.com/office/drawing/2014/main" id="{5C6ED3A1-2A28-4E2A-83E1-70F946215F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3" y="1602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4 h 4"/>
                  <a:gd name="T6" fmla="*/ 4 w 6"/>
                  <a:gd name="T7" fmla="*/ 0 h 4"/>
                  <a:gd name="T8" fmla="*/ 0 w 6"/>
                  <a:gd name="T9" fmla="*/ 0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8" name="Freeform 6417">
                <a:extLst>
                  <a:ext uri="{FF2B5EF4-FFF2-40B4-BE49-F238E27FC236}">
                    <a16:creationId xmlns:a16="http://schemas.microsoft.com/office/drawing/2014/main" id="{F9DF02BC-14A9-4F3B-BFFB-361A084737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34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9" name="Freeform 6418">
                <a:extLst>
                  <a:ext uri="{FF2B5EF4-FFF2-40B4-BE49-F238E27FC236}">
                    <a16:creationId xmlns:a16="http://schemas.microsoft.com/office/drawing/2014/main" id="{0C2B9D73-94DB-459F-BEBE-BB9B4668FF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5" y="1533"/>
                <a:ext cx="18" cy="18"/>
              </a:xfrm>
              <a:custGeom>
                <a:avLst/>
                <a:gdLst>
                  <a:gd name="T0" fmla="*/ 13 w 18"/>
                  <a:gd name="T1" fmla="*/ 5 h 18"/>
                  <a:gd name="T2" fmla="*/ 13 w 18"/>
                  <a:gd name="T3" fmla="*/ 0 h 18"/>
                  <a:gd name="T4" fmla="*/ 11 w 18"/>
                  <a:gd name="T5" fmla="*/ 0 h 18"/>
                  <a:gd name="T6" fmla="*/ 7 w 18"/>
                  <a:gd name="T7" fmla="*/ 2 h 18"/>
                  <a:gd name="T8" fmla="*/ 5 w 18"/>
                  <a:gd name="T9" fmla="*/ 2 h 18"/>
                  <a:gd name="T10" fmla="*/ 5 w 18"/>
                  <a:gd name="T11" fmla="*/ 2 h 18"/>
                  <a:gd name="T12" fmla="*/ 2 w 18"/>
                  <a:gd name="T13" fmla="*/ 2 h 18"/>
                  <a:gd name="T14" fmla="*/ 2 w 18"/>
                  <a:gd name="T15" fmla="*/ 9 h 18"/>
                  <a:gd name="T16" fmla="*/ 0 w 18"/>
                  <a:gd name="T17" fmla="*/ 11 h 18"/>
                  <a:gd name="T18" fmla="*/ 2 w 18"/>
                  <a:gd name="T19" fmla="*/ 15 h 18"/>
                  <a:gd name="T20" fmla="*/ 5 w 18"/>
                  <a:gd name="T21" fmla="*/ 17 h 18"/>
                  <a:gd name="T22" fmla="*/ 7 w 18"/>
                  <a:gd name="T23" fmla="*/ 17 h 18"/>
                  <a:gd name="T24" fmla="*/ 11 w 18"/>
                  <a:gd name="T25" fmla="*/ 17 h 18"/>
                  <a:gd name="T26" fmla="*/ 11 w 18"/>
                  <a:gd name="T27" fmla="*/ 17 h 18"/>
                  <a:gd name="T28" fmla="*/ 11 w 18"/>
                  <a:gd name="T29" fmla="*/ 17 h 18"/>
                  <a:gd name="T30" fmla="*/ 15 w 18"/>
                  <a:gd name="T31" fmla="*/ 18 h 18"/>
                  <a:gd name="T32" fmla="*/ 16 w 18"/>
                  <a:gd name="T33" fmla="*/ 15 h 18"/>
                  <a:gd name="T34" fmla="*/ 18 w 18"/>
                  <a:gd name="T35" fmla="*/ 15 h 18"/>
                  <a:gd name="T36" fmla="*/ 18 w 18"/>
                  <a:gd name="T37" fmla="*/ 9 h 18"/>
                  <a:gd name="T38" fmla="*/ 15 w 18"/>
                  <a:gd name="T39" fmla="*/ 7 h 18"/>
                  <a:gd name="T40" fmla="*/ 13 w 18"/>
                  <a:gd name="T41" fmla="*/ 9 h 18"/>
                  <a:gd name="T42" fmla="*/ 13 w 18"/>
                  <a:gd name="T43" fmla="*/ 9 h 18"/>
                  <a:gd name="T44" fmla="*/ 13 w 18"/>
                  <a:gd name="T45" fmla="*/ 7 h 18"/>
                  <a:gd name="T46" fmla="*/ 13 w 18"/>
                  <a:gd name="T47" fmla="*/ 7 h 18"/>
                  <a:gd name="T48" fmla="*/ 11 w 18"/>
                  <a:gd name="T49" fmla="*/ 5 h 18"/>
                  <a:gd name="T50" fmla="*/ 11 w 18"/>
                  <a:gd name="T51" fmla="*/ 5 h 18"/>
                  <a:gd name="T52" fmla="*/ 13 w 18"/>
                  <a:gd name="T5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13" y="5"/>
                    </a:moveTo>
                    <a:lnTo>
                      <a:pt x="13" y="0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5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0" name="Freeform 6419">
                <a:extLst>
                  <a:ext uri="{FF2B5EF4-FFF2-40B4-BE49-F238E27FC236}">
                    <a16:creationId xmlns:a16="http://schemas.microsoft.com/office/drawing/2014/main" id="{B94D7432-678D-4DD0-96FB-DDA285CD06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40"/>
                <a:ext cx="4" cy="7"/>
              </a:xfrm>
              <a:custGeom>
                <a:avLst/>
                <a:gdLst>
                  <a:gd name="T0" fmla="*/ 0 w 4"/>
                  <a:gd name="T1" fmla="*/ 5 h 7"/>
                  <a:gd name="T2" fmla="*/ 2 w 4"/>
                  <a:gd name="T3" fmla="*/ 7 h 7"/>
                  <a:gd name="T4" fmla="*/ 4 w 4"/>
                  <a:gd name="T5" fmla="*/ 7 h 7"/>
                  <a:gd name="T6" fmla="*/ 4 w 4"/>
                  <a:gd name="T7" fmla="*/ 3 h 7"/>
                  <a:gd name="T8" fmla="*/ 4 w 4"/>
                  <a:gd name="T9" fmla="*/ 0 h 7"/>
                  <a:gd name="T10" fmla="*/ 2 w 4"/>
                  <a:gd name="T11" fmla="*/ 1 h 7"/>
                  <a:gd name="T12" fmla="*/ 0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1" name="Freeform 6420">
                <a:extLst>
                  <a:ext uri="{FF2B5EF4-FFF2-40B4-BE49-F238E27FC236}">
                    <a16:creationId xmlns:a16="http://schemas.microsoft.com/office/drawing/2014/main" id="{2B7FB749-945B-4064-9B44-D42B3FAEB5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1" y="1449"/>
                <a:ext cx="8" cy="15"/>
              </a:xfrm>
              <a:custGeom>
                <a:avLst/>
                <a:gdLst>
                  <a:gd name="T0" fmla="*/ 4 w 4"/>
                  <a:gd name="T1" fmla="*/ 4 h 8"/>
                  <a:gd name="T2" fmla="*/ 4 w 4"/>
                  <a:gd name="T3" fmla="*/ 0 h 8"/>
                  <a:gd name="T4" fmla="*/ 1 w 4"/>
                  <a:gd name="T5" fmla="*/ 4 h 8"/>
                  <a:gd name="T6" fmla="*/ 1 w 4"/>
                  <a:gd name="T7" fmla="*/ 5 h 8"/>
                  <a:gd name="T8" fmla="*/ 0 w 4"/>
                  <a:gd name="T9" fmla="*/ 6 h 8"/>
                  <a:gd name="T10" fmla="*/ 0 w 4"/>
                  <a:gd name="T11" fmla="*/ 8 h 8"/>
                  <a:gd name="T12" fmla="*/ 1 w 4"/>
                  <a:gd name="T13" fmla="*/ 8 h 8"/>
                  <a:gd name="T14" fmla="*/ 2 w 4"/>
                  <a:gd name="T15" fmla="*/ 8 h 8"/>
                  <a:gd name="T16" fmla="*/ 3 w 4"/>
                  <a:gd name="T17" fmla="*/ 7 h 8"/>
                  <a:gd name="T18" fmla="*/ 3 w 4"/>
                  <a:gd name="T19" fmla="*/ 6 h 8"/>
                  <a:gd name="T20" fmla="*/ 3 w 4"/>
                  <a:gd name="T21" fmla="*/ 5 h 8"/>
                  <a:gd name="T22" fmla="*/ 4 w 4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4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2" name="Freeform 6421">
                <a:extLst>
                  <a:ext uri="{FF2B5EF4-FFF2-40B4-BE49-F238E27FC236}">
                    <a16:creationId xmlns:a16="http://schemas.microsoft.com/office/drawing/2014/main" id="{0EBEBA08-A074-4796-A371-B051D1FB6D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50"/>
                <a:ext cx="7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1 w 7"/>
                  <a:gd name="T5" fmla="*/ 0 h 3"/>
                  <a:gd name="T6" fmla="*/ 0 w 7"/>
                  <a:gd name="T7" fmla="*/ 0 h 3"/>
                  <a:gd name="T8" fmla="*/ 0 w 7"/>
                  <a:gd name="T9" fmla="*/ 1 h 3"/>
                  <a:gd name="T10" fmla="*/ 0 w 7"/>
                  <a:gd name="T11" fmla="*/ 3 h 3"/>
                  <a:gd name="T12" fmla="*/ 3 w 7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lnTo>
                      <a:pt x="7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3" name="Freeform 6422">
                <a:extLst>
                  <a:ext uri="{FF2B5EF4-FFF2-40B4-BE49-F238E27FC236}">
                    <a16:creationId xmlns:a16="http://schemas.microsoft.com/office/drawing/2014/main" id="{3022E243-12DF-42B1-B6D9-8C0EECA0F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4" y="1563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4" name="Freeform 6423">
                <a:extLst>
                  <a:ext uri="{FF2B5EF4-FFF2-40B4-BE49-F238E27FC236}">
                    <a16:creationId xmlns:a16="http://schemas.microsoft.com/office/drawing/2014/main" id="{78EAF2A7-A873-42EB-9E4B-889A665620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7" y="1399"/>
                <a:ext cx="7" cy="13"/>
              </a:xfrm>
              <a:custGeom>
                <a:avLst/>
                <a:gdLst>
                  <a:gd name="T0" fmla="*/ 6 w 7"/>
                  <a:gd name="T1" fmla="*/ 0 h 13"/>
                  <a:gd name="T2" fmla="*/ 4 w 7"/>
                  <a:gd name="T3" fmla="*/ 1 h 13"/>
                  <a:gd name="T4" fmla="*/ 2 w 7"/>
                  <a:gd name="T5" fmla="*/ 3 h 13"/>
                  <a:gd name="T6" fmla="*/ 0 w 7"/>
                  <a:gd name="T7" fmla="*/ 9 h 13"/>
                  <a:gd name="T8" fmla="*/ 2 w 7"/>
                  <a:gd name="T9" fmla="*/ 11 h 13"/>
                  <a:gd name="T10" fmla="*/ 2 w 7"/>
                  <a:gd name="T11" fmla="*/ 13 h 13"/>
                  <a:gd name="T12" fmla="*/ 6 w 7"/>
                  <a:gd name="T13" fmla="*/ 11 h 13"/>
                  <a:gd name="T14" fmla="*/ 7 w 7"/>
                  <a:gd name="T15" fmla="*/ 7 h 13"/>
                  <a:gd name="T16" fmla="*/ 7 w 7"/>
                  <a:gd name="T17" fmla="*/ 3 h 13"/>
                  <a:gd name="T18" fmla="*/ 7 w 7"/>
                  <a:gd name="T19" fmla="*/ 1 h 13"/>
                  <a:gd name="T20" fmla="*/ 6 w 7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5" name="Freeform 6424">
                <a:extLst>
                  <a:ext uri="{FF2B5EF4-FFF2-40B4-BE49-F238E27FC236}">
                    <a16:creationId xmlns:a16="http://schemas.microsoft.com/office/drawing/2014/main" id="{FB7833E7-0FE1-42BA-8A37-E4EB07BF1E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1" y="1397"/>
                <a:ext cx="13" cy="7"/>
              </a:xfrm>
              <a:custGeom>
                <a:avLst/>
                <a:gdLst>
                  <a:gd name="T0" fmla="*/ 5 w 13"/>
                  <a:gd name="T1" fmla="*/ 5 h 7"/>
                  <a:gd name="T2" fmla="*/ 7 w 13"/>
                  <a:gd name="T3" fmla="*/ 7 h 7"/>
                  <a:gd name="T4" fmla="*/ 13 w 13"/>
                  <a:gd name="T5" fmla="*/ 7 h 7"/>
                  <a:gd name="T6" fmla="*/ 9 w 13"/>
                  <a:gd name="T7" fmla="*/ 2 h 7"/>
                  <a:gd name="T8" fmla="*/ 7 w 13"/>
                  <a:gd name="T9" fmla="*/ 2 h 7"/>
                  <a:gd name="T10" fmla="*/ 5 w 13"/>
                  <a:gd name="T11" fmla="*/ 0 h 7"/>
                  <a:gd name="T12" fmla="*/ 3 w 13"/>
                  <a:gd name="T13" fmla="*/ 0 h 7"/>
                  <a:gd name="T14" fmla="*/ 0 w 13"/>
                  <a:gd name="T15" fmla="*/ 0 h 7"/>
                  <a:gd name="T16" fmla="*/ 0 w 13"/>
                  <a:gd name="T17" fmla="*/ 2 h 7"/>
                  <a:gd name="T18" fmla="*/ 1 w 13"/>
                  <a:gd name="T19" fmla="*/ 5 h 7"/>
                  <a:gd name="T20" fmla="*/ 5 w 13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5" y="5"/>
                    </a:moveTo>
                    <a:lnTo>
                      <a:pt x="7" y="7"/>
                    </a:lnTo>
                    <a:lnTo>
                      <a:pt x="13" y="7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6" name="Freeform 6425">
                <a:extLst>
                  <a:ext uri="{FF2B5EF4-FFF2-40B4-BE49-F238E27FC236}">
                    <a16:creationId xmlns:a16="http://schemas.microsoft.com/office/drawing/2014/main" id="{EA912DFB-208B-4CE6-B845-21F25CFCBA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2" y="1510"/>
                <a:ext cx="5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0 h 6"/>
                  <a:gd name="T4" fmla="*/ 2 w 5"/>
                  <a:gd name="T5" fmla="*/ 0 h 6"/>
                  <a:gd name="T6" fmla="*/ 0 w 5"/>
                  <a:gd name="T7" fmla="*/ 4 h 6"/>
                  <a:gd name="T8" fmla="*/ 4 w 5"/>
                  <a:gd name="T9" fmla="*/ 6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7" name="Freeform 6426">
                <a:extLst>
                  <a:ext uri="{FF2B5EF4-FFF2-40B4-BE49-F238E27FC236}">
                    <a16:creationId xmlns:a16="http://schemas.microsoft.com/office/drawing/2014/main" id="{49544DC7-C68D-440C-AA86-D2EC72279C4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596" y="1492"/>
                <a:ext cx="273" cy="361"/>
              </a:xfrm>
              <a:custGeom>
                <a:avLst/>
                <a:gdLst>
                  <a:gd name="T0" fmla="*/ 138 w 147"/>
                  <a:gd name="T1" fmla="*/ 128 h 194"/>
                  <a:gd name="T2" fmla="*/ 134 w 147"/>
                  <a:gd name="T3" fmla="*/ 124 h 194"/>
                  <a:gd name="T4" fmla="*/ 129 w 147"/>
                  <a:gd name="T5" fmla="*/ 116 h 194"/>
                  <a:gd name="T6" fmla="*/ 124 w 147"/>
                  <a:gd name="T7" fmla="*/ 111 h 194"/>
                  <a:gd name="T8" fmla="*/ 118 w 147"/>
                  <a:gd name="T9" fmla="*/ 104 h 194"/>
                  <a:gd name="T10" fmla="*/ 120 w 147"/>
                  <a:gd name="T11" fmla="*/ 96 h 194"/>
                  <a:gd name="T12" fmla="*/ 122 w 147"/>
                  <a:gd name="T13" fmla="*/ 87 h 194"/>
                  <a:gd name="T14" fmla="*/ 117 w 147"/>
                  <a:gd name="T15" fmla="*/ 68 h 194"/>
                  <a:gd name="T16" fmla="*/ 110 w 147"/>
                  <a:gd name="T17" fmla="*/ 62 h 194"/>
                  <a:gd name="T18" fmla="*/ 96 w 147"/>
                  <a:gd name="T19" fmla="*/ 50 h 194"/>
                  <a:gd name="T20" fmla="*/ 94 w 147"/>
                  <a:gd name="T21" fmla="*/ 36 h 194"/>
                  <a:gd name="T22" fmla="*/ 72 w 147"/>
                  <a:gd name="T23" fmla="*/ 31 h 194"/>
                  <a:gd name="T24" fmla="*/ 64 w 147"/>
                  <a:gd name="T25" fmla="*/ 29 h 194"/>
                  <a:gd name="T26" fmla="*/ 67 w 147"/>
                  <a:gd name="T27" fmla="*/ 7 h 194"/>
                  <a:gd name="T28" fmla="*/ 40 w 147"/>
                  <a:gd name="T29" fmla="*/ 15 h 194"/>
                  <a:gd name="T30" fmla="*/ 37 w 147"/>
                  <a:gd name="T31" fmla="*/ 28 h 194"/>
                  <a:gd name="T32" fmla="*/ 32 w 147"/>
                  <a:gd name="T33" fmla="*/ 43 h 194"/>
                  <a:gd name="T34" fmla="*/ 31 w 147"/>
                  <a:gd name="T35" fmla="*/ 23 h 194"/>
                  <a:gd name="T36" fmla="*/ 41 w 147"/>
                  <a:gd name="T37" fmla="*/ 0 h 194"/>
                  <a:gd name="T38" fmla="*/ 14 w 147"/>
                  <a:gd name="T39" fmla="*/ 17 h 194"/>
                  <a:gd name="T40" fmla="*/ 6 w 147"/>
                  <a:gd name="T41" fmla="*/ 42 h 194"/>
                  <a:gd name="T42" fmla="*/ 2 w 147"/>
                  <a:gd name="T43" fmla="*/ 47 h 194"/>
                  <a:gd name="T44" fmla="*/ 12 w 147"/>
                  <a:gd name="T45" fmla="*/ 61 h 194"/>
                  <a:gd name="T46" fmla="*/ 34 w 147"/>
                  <a:gd name="T47" fmla="*/ 71 h 194"/>
                  <a:gd name="T48" fmla="*/ 47 w 147"/>
                  <a:gd name="T49" fmla="*/ 78 h 194"/>
                  <a:gd name="T50" fmla="*/ 50 w 147"/>
                  <a:gd name="T51" fmla="*/ 73 h 194"/>
                  <a:gd name="T52" fmla="*/ 59 w 147"/>
                  <a:gd name="T53" fmla="*/ 65 h 194"/>
                  <a:gd name="T54" fmla="*/ 62 w 147"/>
                  <a:gd name="T55" fmla="*/ 79 h 194"/>
                  <a:gd name="T56" fmla="*/ 70 w 147"/>
                  <a:gd name="T57" fmla="*/ 87 h 194"/>
                  <a:gd name="T58" fmla="*/ 71 w 147"/>
                  <a:gd name="T59" fmla="*/ 93 h 194"/>
                  <a:gd name="T60" fmla="*/ 74 w 147"/>
                  <a:gd name="T61" fmla="*/ 100 h 194"/>
                  <a:gd name="T62" fmla="*/ 79 w 147"/>
                  <a:gd name="T63" fmla="*/ 104 h 194"/>
                  <a:gd name="T64" fmla="*/ 80 w 147"/>
                  <a:gd name="T65" fmla="*/ 121 h 194"/>
                  <a:gd name="T66" fmla="*/ 64 w 147"/>
                  <a:gd name="T67" fmla="*/ 142 h 194"/>
                  <a:gd name="T68" fmla="*/ 47 w 147"/>
                  <a:gd name="T69" fmla="*/ 141 h 194"/>
                  <a:gd name="T70" fmla="*/ 34 w 147"/>
                  <a:gd name="T71" fmla="*/ 152 h 194"/>
                  <a:gd name="T72" fmla="*/ 54 w 147"/>
                  <a:gd name="T73" fmla="*/ 156 h 194"/>
                  <a:gd name="T74" fmla="*/ 63 w 147"/>
                  <a:gd name="T75" fmla="*/ 158 h 194"/>
                  <a:gd name="T76" fmla="*/ 69 w 147"/>
                  <a:gd name="T77" fmla="*/ 174 h 194"/>
                  <a:gd name="T78" fmla="*/ 84 w 147"/>
                  <a:gd name="T79" fmla="*/ 187 h 194"/>
                  <a:gd name="T80" fmla="*/ 102 w 147"/>
                  <a:gd name="T81" fmla="*/ 189 h 194"/>
                  <a:gd name="T82" fmla="*/ 90 w 147"/>
                  <a:gd name="T83" fmla="*/ 175 h 194"/>
                  <a:gd name="T84" fmla="*/ 96 w 147"/>
                  <a:gd name="T85" fmla="*/ 175 h 194"/>
                  <a:gd name="T86" fmla="*/ 109 w 147"/>
                  <a:gd name="T87" fmla="*/ 187 h 194"/>
                  <a:gd name="T88" fmla="*/ 112 w 147"/>
                  <a:gd name="T89" fmla="*/ 179 h 194"/>
                  <a:gd name="T90" fmla="*/ 114 w 147"/>
                  <a:gd name="T91" fmla="*/ 162 h 194"/>
                  <a:gd name="T92" fmla="*/ 106 w 147"/>
                  <a:gd name="T93" fmla="*/ 152 h 194"/>
                  <a:gd name="T94" fmla="*/ 101 w 147"/>
                  <a:gd name="T95" fmla="*/ 140 h 194"/>
                  <a:gd name="T96" fmla="*/ 109 w 147"/>
                  <a:gd name="T97" fmla="*/ 136 h 194"/>
                  <a:gd name="T98" fmla="*/ 114 w 147"/>
                  <a:gd name="T99" fmla="*/ 141 h 194"/>
                  <a:gd name="T100" fmla="*/ 119 w 147"/>
                  <a:gd name="T101" fmla="*/ 149 h 194"/>
                  <a:gd name="T102" fmla="*/ 126 w 147"/>
                  <a:gd name="T103" fmla="*/ 157 h 194"/>
                  <a:gd name="T104" fmla="*/ 135 w 147"/>
                  <a:gd name="T105" fmla="*/ 147 h 194"/>
                  <a:gd name="T106" fmla="*/ 147 w 147"/>
                  <a:gd name="T107" fmla="*/ 137 h 194"/>
                  <a:gd name="T108" fmla="*/ 118 w 147"/>
                  <a:gd name="T109" fmla="*/ 78 h 194"/>
                  <a:gd name="T110" fmla="*/ 116 w 147"/>
                  <a:gd name="T111" fmla="*/ 79 h 194"/>
                  <a:gd name="T112" fmla="*/ 29 w 147"/>
                  <a:gd name="T113" fmla="*/ 46 h 194"/>
                  <a:gd name="T114" fmla="*/ 60 w 147"/>
                  <a:gd name="T115" fmla="*/ 37 h 194"/>
                  <a:gd name="T116" fmla="*/ 68 w 147"/>
                  <a:gd name="T117" fmla="*/ 40 h 194"/>
                  <a:gd name="T118" fmla="*/ 111 w 147"/>
                  <a:gd name="T119" fmla="*/ 161 h 194"/>
                  <a:gd name="T120" fmla="*/ 98 w 147"/>
                  <a:gd name="T121" fmla="*/ 52 h 194"/>
                  <a:gd name="T122" fmla="*/ 102 w 147"/>
                  <a:gd name="T123" fmla="*/ 67 h 194"/>
                  <a:gd name="T124" fmla="*/ 114 w 147"/>
                  <a:gd name="T125" fmla="*/ 10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194">
                    <a:moveTo>
                      <a:pt x="147" y="137"/>
                    </a:move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5"/>
                      <a:pt x="147" y="135"/>
                      <a:pt x="147" y="135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3"/>
                      <a:pt x="146" y="133"/>
                      <a:pt x="146" y="133"/>
                    </a:cubicBezTo>
                    <a:cubicBezTo>
                      <a:pt x="145" y="132"/>
                      <a:pt x="145" y="132"/>
                      <a:pt x="145" y="132"/>
                    </a:cubicBezTo>
                    <a:cubicBezTo>
                      <a:pt x="144" y="132"/>
                      <a:pt x="144" y="132"/>
                      <a:pt x="144" y="132"/>
                    </a:cubicBezTo>
                    <a:cubicBezTo>
                      <a:pt x="145" y="131"/>
                      <a:pt x="145" y="131"/>
                      <a:pt x="145" y="131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0"/>
                      <a:pt x="143" y="130"/>
                      <a:pt x="143" y="130"/>
                    </a:cubicBezTo>
                    <a:cubicBezTo>
                      <a:pt x="143" y="129"/>
                      <a:pt x="143" y="129"/>
                      <a:pt x="143" y="129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9" y="129"/>
                      <a:pt x="139" y="128"/>
                      <a:pt x="139" y="128"/>
                    </a:cubicBezTo>
                    <a:cubicBezTo>
                      <a:pt x="140" y="128"/>
                      <a:pt x="140" y="128"/>
                      <a:pt x="140" y="128"/>
                    </a:cubicBezTo>
                    <a:cubicBezTo>
                      <a:pt x="142" y="126"/>
                      <a:pt x="142" y="126"/>
                      <a:pt x="142" y="126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8" y="127"/>
                      <a:pt x="138" y="127"/>
                      <a:pt x="138" y="127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7" y="124"/>
                      <a:pt x="137" y="124"/>
                      <a:pt x="137" y="124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33" y="124"/>
                      <a:pt x="133" y="124"/>
                      <a:pt x="133" y="124"/>
                    </a:cubicBez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3" y="123"/>
                      <a:pt x="133" y="123"/>
                      <a:pt x="133" y="123"/>
                    </a:cubicBezTo>
                    <a:cubicBezTo>
                      <a:pt x="131" y="121"/>
                      <a:pt x="131" y="121"/>
                      <a:pt x="131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2"/>
                      <a:pt x="132" y="122"/>
                      <a:pt x="132" y="122"/>
                    </a:cubicBezTo>
                    <a:cubicBezTo>
                      <a:pt x="133" y="122"/>
                      <a:pt x="133" y="122"/>
                      <a:pt x="133" y="122"/>
                    </a:cubicBezTo>
                    <a:cubicBezTo>
                      <a:pt x="135" y="121"/>
                      <a:pt x="135" y="121"/>
                      <a:pt x="135" y="121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3" y="118"/>
                      <a:pt x="133" y="118"/>
                      <a:pt x="133" y="118"/>
                    </a:cubicBezTo>
                    <a:cubicBezTo>
                      <a:pt x="132" y="119"/>
                      <a:pt x="132" y="119"/>
                      <a:pt x="132" y="119"/>
                    </a:cubicBezTo>
                    <a:cubicBezTo>
                      <a:pt x="132" y="118"/>
                      <a:pt x="132" y="118"/>
                      <a:pt x="132" y="118"/>
                    </a:cubicBezTo>
                    <a:cubicBezTo>
                      <a:pt x="131" y="117"/>
                      <a:pt x="131" y="117"/>
                      <a:pt x="131" y="117"/>
                    </a:cubicBezTo>
                    <a:cubicBezTo>
                      <a:pt x="129" y="117"/>
                      <a:pt x="129" y="117"/>
                      <a:pt x="129" y="117"/>
                    </a:cubicBezTo>
                    <a:cubicBezTo>
                      <a:pt x="128" y="118"/>
                      <a:pt x="128" y="118"/>
                      <a:pt x="128" y="118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29" y="116"/>
                      <a:pt x="129" y="116"/>
                      <a:pt x="129" y="116"/>
                    </a:cubicBezTo>
                    <a:cubicBezTo>
                      <a:pt x="130" y="115"/>
                      <a:pt x="130" y="115"/>
                      <a:pt x="130" y="115"/>
                    </a:cubicBezTo>
                    <a:cubicBezTo>
                      <a:pt x="130" y="113"/>
                      <a:pt x="130" y="113"/>
                      <a:pt x="130" y="113"/>
                    </a:cubicBezTo>
                    <a:cubicBezTo>
                      <a:pt x="129" y="112"/>
                      <a:pt x="129" y="112"/>
                      <a:pt x="129" y="112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7" y="113"/>
                      <a:pt x="127" y="113"/>
                      <a:pt x="127" y="113"/>
                    </a:cubicBezTo>
                    <a:cubicBezTo>
                      <a:pt x="126" y="112"/>
                      <a:pt x="126" y="112"/>
                      <a:pt x="126" y="112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4" y="115"/>
                      <a:pt x="124" y="115"/>
                      <a:pt x="124" y="115"/>
                    </a:cubicBezTo>
                    <a:cubicBezTo>
                      <a:pt x="123" y="115"/>
                      <a:pt x="123" y="115"/>
                      <a:pt x="123" y="115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3" y="112"/>
                      <a:pt x="123" y="112"/>
                      <a:pt x="123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3" y="109"/>
                      <a:pt x="123" y="109"/>
                      <a:pt x="123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1" y="109"/>
                      <a:pt x="120" y="109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9" y="108"/>
                      <a:pt x="119" y="108"/>
                      <a:pt x="119" y="108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22" y="106"/>
                      <a:pt x="122" y="106"/>
                      <a:pt x="122" y="106"/>
                    </a:cubicBez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19" y="106"/>
                      <a:pt x="119" y="106"/>
                      <a:pt x="119" y="106"/>
                    </a:cubicBezTo>
                    <a:cubicBezTo>
                      <a:pt x="117" y="105"/>
                      <a:pt x="117" y="105"/>
                      <a:pt x="117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4" y="102"/>
                      <a:pt x="114" y="102"/>
                      <a:pt x="114" y="102"/>
                    </a:cubicBezTo>
                    <a:cubicBezTo>
                      <a:pt x="113" y="101"/>
                      <a:pt x="113" y="101"/>
                      <a:pt x="113" y="101"/>
                    </a:cubicBezTo>
                    <a:cubicBezTo>
                      <a:pt x="114" y="101"/>
                      <a:pt x="114" y="101"/>
                      <a:pt x="114" y="101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8" y="102"/>
                      <a:pt x="118" y="102"/>
                      <a:pt x="118" y="102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8" y="98"/>
                      <a:pt x="118" y="98"/>
                      <a:pt x="118" y="98"/>
                    </a:cubicBezTo>
                    <a:cubicBezTo>
                      <a:pt x="119" y="98"/>
                      <a:pt x="119" y="98"/>
                      <a:pt x="119" y="98"/>
                    </a:cubicBezTo>
                    <a:cubicBezTo>
                      <a:pt x="119" y="97"/>
                      <a:pt x="119" y="97"/>
                      <a:pt x="119" y="97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7" y="95"/>
                      <a:pt x="117" y="95"/>
                      <a:pt x="117" y="95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20" y="96"/>
                      <a:pt x="120" y="96"/>
                      <a:pt x="120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2" y="96"/>
                      <a:pt x="122" y="96"/>
                      <a:pt x="122" y="96"/>
                    </a:cubicBezTo>
                    <a:cubicBezTo>
                      <a:pt x="123" y="97"/>
                      <a:pt x="123" y="97"/>
                      <a:pt x="123" y="97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24" y="97"/>
                      <a:pt x="124" y="97"/>
                      <a:pt x="124" y="97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4" y="91"/>
                      <a:pt x="124" y="91"/>
                      <a:pt x="124" y="91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4" y="79"/>
                      <a:pt x="124" y="79"/>
                      <a:pt x="124" y="79"/>
                    </a:cubicBezTo>
                    <a:cubicBezTo>
                      <a:pt x="123" y="77"/>
                      <a:pt x="123" y="77"/>
                      <a:pt x="123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3" y="75"/>
                      <a:pt x="123" y="75"/>
                      <a:pt x="123" y="75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8"/>
                      <a:pt x="116" y="68"/>
                      <a:pt x="116" y="68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4" y="69"/>
                      <a:pt x="114" y="69"/>
                      <a:pt x="114" y="69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3" y="67"/>
                      <a:pt x="113" y="67"/>
                      <a:pt x="113" y="67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5" y="75"/>
                      <a:pt x="45" y="75"/>
                      <a:pt x="45" y="76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4" y="80"/>
                      <a:pt x="64" y="80"/>
                      <a:pt x="64" y="80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0" y="87"/>
                      <a:pt x="70" y="87"/>
                      <a:pt x="70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0" y="90"/>
                      <a:pt x="70" y="90"/>
                      <a:pt x="70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1" y="102"/>
                      <a:pt x="71" y="102"/>
                      <a:pt x="71" y="102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99"/>
                      <a:pt x="73" y="99"/>
                      <a:pt x="73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5" y="100"/>
                      <a:pt x="75" y="100"/>
                      <a:pt x="75" y="100"/>
                    </a:cubicBezTo>
                    <a:cubicBezTo>
                      <a:pt x="75" y="99"/>
                      <a:pt x="75" y="99"/>
                      <a:pt x="75" y="99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80" y="97"/>
                      <a:pt x="80" y="97"/>
                      <a:pt x="80" y="97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80" y="100"/>
                      <a:pt x="80" y="100"/>
                      <a:pt x="80" y="100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2"/>
                      <a:pt x="78" y="102"/>
                      <a:pt x="78" y="102"/>
                    </a:cubicBezTo>
                    <a:cubicBezTo>
                      <a:pt x="79" y="104"/>
                      <a:pt x="79" y="104"/>
                      <a:pt x="79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6"/>
                      <a:pt x="82" y="106"/>
                      <a:pt x="82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10"/>
                      <a:pt x="82" y="110"/>
                      <a:pt x="82" y="110"/>
                    </a:cubicBezTo>
                    <a:cubicBezTo>
                      <a:pt x="83" y="110"/>
                      <a:pt x="83" y="110"/>
                      <a:pt x="83" y="110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1" y="118"/>
                      <a:pt x="81" y="118"/>
                      <a:pt x="81" y="118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0" y="121"/>
                      <a:pt x="80" y="121"/>
                      <a:pt x="80" y="121"/>
                    </a:cubicBezTo>
                    <a:cubicBezTo>
                      <a:pt x="78" y="120"/>
                      <a:pt x="78" y="120"/>
                      <a:pt x="78" y="120"/>
                    </a:cubicBezTo>
                    <a:cubicBezTo>
                      <a:pt x="77" y="121"/>
                      <a:pt x="77" y="121"/>
                      <a:pt x="77" y="121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4" y="126"/>
                      <a:pt x="74" y="126"/>
                      <a:pt x="74" y="126"/>
                    </a:cubicBezTo>
                    <a:cubicBezTo>
                      <a:pt x="73" y="126"/>
                      <a:pt x="73" y="126"/>
                      <a:pt x="73" y="126"/>
                    </a:cubicBezTo>
                    <a:cubicBezTo>
                      <a:pt x="71" y="128"/>
                      <a:pt x="71" y="128"/>
                      <a:pt x="71" y="128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3" y="132"/>
                      <a:pt x="63" y="132"/>
                      <a:pt x="63" y="132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6" y="142"/>
                      <a:pt x="66" y="142"/>
                      <a:pt x="66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1"/>
                      <a:pt x="64" y="141"/>
                      <a:pt x="64" y="141"/>
                    </a:cubicBezTo>
                    <a:cubicBezTo>
                      <a:pt x="63" y="140"/>
                      <a:pt x="63" y="140"/>
                      <a:pt x="63" y="140"/>
                    </a:cubicBezTo>
                    <a:cubicBezTo>
                      <a:pt x="61" y="141"/>
                      <a:pt x="61" y="141"/>
                      <a:pt x="61" y="141"/>
                    </a:cubicBezTo>
                    <a:cubicBezTo>
                      <a:pt x="60" y="142"/>
                      <a:pt x="60" y="142"/>
                      <a:pt x="60" y="142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1"/>
                      <a:pt x="59" y="141"/>
                      <a:pt x="59" y="141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2" y="143"/>
                      <a:pt x="52" y="143"/>
                      <a:pt x="52" y="143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5" y="140"/>
                      <a:pt x="45" y="140"/>
                      <a:pt x="45" y="140"/>
                    </a:cubicBezTo>
                    <a:cubicBezTo>
                      <a:pt x="44" y="140"/>
                      <a:pt x="44" y="140"/>
                      <a:pt x="44" y="14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40" y="141"/>
                      <a:pt x="40" y="141"/>
                      <a:pt x="40" y="141"/>
                    </a:cubicBezTo>
                    <a:cubicBezTo>
                      <a:pt x="40" y="142"/>
                      <a:pt x="40" y="142"/>
                      <a:pt x="40" y="142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3" y="147"/>
                      <a:pt x="33" y="147"/>
                      <a:pt x="33" y="147"/>
                    </a:cubicBezTo>
                    <a:cubicBezTo>
                      <a:pt x="33" y="149"/>
                      <a:pt x="33" y="149"/>
                      <a:pt x="33" y="149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6" y="154"/>
                      <a:pt x="36" y="154"/>
                      <a:pt x="36" y="154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6" y="155"/>
                      <a:pt x="46" y="155"/>
                      <a:pt x="46" y="155"/>
                    </a:cubicBezTo>
                    <a:cubicBezTo>
                      <a:pt x="47" y="156"/>
                      <a:pt x="47" y="156"/>
                      <a:pt x="47" y="15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1" y="155"/>
                      <a:pt x="51" y="155"/>
                      <a:pt x="51" y="155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57" y="155"/>
                      <a:pt x="57" y="155"/>
                      <a:pt x="57" y="155"/>
                    </a:cubicBezTo>
                    <a:cubicBezTo>
                      <a:pt x="57" y="158"/>
                      <a:pt x="57" y="158"/>
                      <a:pt x="57" y="158"/>
                    </a:cubicBezTo>
                    <a:cubicBezTo>
                      <a:pt x="59" y="157"/>
                      <a:pt x="59" y="157"/>
                      <a:pt x="59" y="157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1" y="154"/>
                      <a:pt x="61" y="154"/>
                      <a:pt x="61" y="154"/>
                    </a:cubicBezTo>
                    <a:cubicBezTo>
                      <a:pt x="61" y="155"/>
                      <a:pt x="61" y="155"/>
                      <a:pt x="61" y="155"/>
                    </a:cubicBezTo>
                    <a:cubicBezTo>
                      <a:pt x="60" y="156"/>
                      <a:pt x="60" y="156"/>
                      <a:pt x="60" y="156"/>
                    </a:cubicBezTo>
                    <a:cubicBezTo>
                      <a:pt x="62" y="159"/>
                      <a:pt x="62" y="159"/>
                      <a:pt x="62" y="159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64" y="159"/>
                      <a:pt x="64" y="159"/>
                      <a:pt x="64" y="159"/>
                    </a:cubicBezTo>
                    <a:cubicBezTo>
                      <a:pt x="64" y="161"/>
                      <a:pt x="64" y="161"/>
                      <a:pt x="64" y="161"/>
                    </a:cubicBezTo>
                    <a:cubicBezTo>
                      <a:pt x="64" y="162"/>
                      <a:pt x="64" y="162"/>
                      <a:pt x="64" y="162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4"/>
                      <a:pt x="66" y="164"/>
                      <a:pt x="66" y="164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8" y="168"/>
                      <a:pt x="68" y="168"/>
                      <a:pt x="68" y="168"/>
                    </a:cubicBezTo>
                    <a:cubicBezTo>
                      <a:pt x="68" y="166"/>
                      <a:pt x="68" y="166"/>
                      <a:pt x="68" y="166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69" y="166"/>
                      <a:pt x="69" y="166"/>
                      <a:pt x="69" y="166"/>
                    </a:cubicBezTo>
                    <a:cubicBezTo>
                      <a:pt x="70" y="168"/>
                      <a:pt x="70" y="168"/>
                      <a:pt x="70" y="168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69" y="169"/>
                      <a:pt x="69" y="169"/>
                      <a:pt x="69" y="169"/>
                    </a:cubicBezTo>
                    <a:cubicBezTo>
                      <a:pt x="67" y="169"/>
                      <a:pt x="67" y="169"/>
                      <a:pt x="67" y="169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68" y="171"/>
                      <a:pt x="68" y="171"/>
                      <a:pt x="68" y="171"/>
                    </a:cubicBezTo>
                    <a:cubicBezTo>
                      <a:pt x="68" y="173"/>
                      <a:pt x="68" y="173"/>
                      <a:pt x="68" y="173"/>
                    </a:cubicBezTo>
                    <a:cubicBezTo>
                      <a:pt x="69" y="174"/>
                      <a:pt x="69" y="174"/>
                      <a:pt x="69" y="174"/>
                    </a:cubicBezTo>
                    <a:cubicBezTo>
                      <a:pt x="70" y="175"/>
                      <a:pt x="70" y="175"/>
                      <a:pt x="70" y="175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2" y="177"/>
                      <a:pt x="72" y="177"/>
                      <a:pt x="72" y="177"/>
                    </a:cubicBezTo>
                    <a:cubicBezTo>
                      <a:pt x="73" y="178"/>
                      <a:pt x="73" y="178"/>
                      <a:pt x="73" y="178"/>
                    </a:cubicBezTo>
                    <a:cubicBezTo>
                      <a:pt x="74" y="178"/>
                      <a:pt x="74" y="178"/>
                      <a:pt x="74" y="178"/>
                    </a:cubicBezTo>
                    <a:cubicBezTo>
                      <a:pt x="76" y="180"/>
                      <a:pt x="76" y="180"/>
                      <a:pt x="76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9" y="182"/>
                      <a:pt x="79" y="182"/>
                      <a:pt x="79" y="182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4"/>
                      <a:pt x="81" y="184"/>
                      <a:pt x="81" y="184"/>
                    </a:cubicBezTo>
                    <a:cubicBezTo>
                      <a:pt x="83" y="186"/>
                      <a:pt x="83" y="186"/>
                      <a:pt x="83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7"/>
                      <a:pt x="84" y="187"/>
                      <a:pt x="84" y="187"/>
                    </a:cubicBezTo>
                    <a:cubicBezTo>
                      <a:pt x="87" y="188"/>
                      <a:pt x="87" y="188"/>
                      <a:pt x="87" y="188"/>
                    </a:cubicBezTo>
                    <a:cubicBezTo>
                      <a:pt x="88" y="188"/>
                      <a:pt x="88" y="188"/>
                      <a:pt x="88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3" y="191"/>
                      <a:pt x="93" y="191"/>
                      <a:pt x="93" y="191"/>
                    </a:cubicBezTo>
                    <a:cubicBezTo>
                      <a:pt x="94" y="191"/>
                      <a:pt x="94" y="191"/>
                      <a:pt x="94" y="191"/>
                    </a:cubicBezTo>
                    <a:cubicBezTo>
                      <a:pt x="95" y="192"/>
                      <a:pt x="95" y="192"/>
                      <a:pt x="95" y="192"/>
                    </a:cubicBezTo>
                    <a:cubicBezTo>
                      <a:pt x="97" y="193"/>
                      <a:pt x="97" y="193"/>
                      <a:pt x="97" y="193"/>
                    </a:cubicBezTo>
                    <a:cubicBezTo>
                      <a:pt x="98" y="194"/>
                      <a:pt x="98" y="194"/>
                      <a:pt x="98" y="194"/>
                    </a:cubicBezTo>
                    <a:cubicBezTo>
                      <a:pt x="100" y="194"/>
                      <a:pt x="100" y="194"/>
                      <a:pt x="100" y="194"/>
                    </a:cubicBezTo>
                    <a:cubicBezTo>
                      <a:pt x="101" y="193"/>
                      <a:pt x="101" y="193"/>
                      <a:pt x="101" y="193"/>
                    </a:cubicBezTo>
                    <a:cubicBezTo>
                      <a:pt x="101" y="192"/>
                      <a:pt x="101" y="192"/>
                      <a:pt x="101" y="192"/>
                    </a:cubicBezTo>
                    <a:cubicBezTo>
                      <a:pt x="100" y="191"/>
                      <a:pt x="100" y="191"/>
                      <a:pt x="100" y="191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1" y="190"/>
                      <a:pt x="101" y="190"/>
                      <a:pt x="101" y="190"/>
                    </a:cubicBezTo>
                    <a:cubicBezTo>
                      <a:pt x="102" y="189"/>
                      <a:pt x="102" y="189"/>
                      <a:pt x="102" y="189"/>
                    </a:cubicBezTo>
                    <a:cubicBezTo>
                      <a:pt x="101" y="187"/>
                      <a:pt x="101" y="187"/>
                      <a:pt x="101" y="187"/>
                    </a:cubicBezTo>
                    <a:cubicBezTo>
                      <a:pt x="100" y="188"/>
                      <a:pt x="100" y="188"/>
                      <a:pt x="100" y="188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99" y="185"/>
                      <a:pt x="99" y="185"/>
                      <a:pt x="99" y="185"/>
                    </a:cubicBezTo>
                    <a:cubicBezTo>
                      <a:pt x="98" y="186"/>
                      <a:pt x="98" y="186"/>
                      <a:pt x="98" y="186"/>
                    </a:cubicBezTo>
                    <a:cubicBezTo>
                      <a:pt x="98" y="185"/>
                      <a:pt x="98" y="185"/>
                      <a:pt x="98" y="185"/>
                    </a:cubicBezTo>
                    <a:cubicBezTo>
                      <a:pt x="99" y="184"/>
                      <a:pt x="99" y="184"/>
                      <a:pt x="99" y="184"/>
                    </a:cubicBezTo>
                    <a:cubicBezTo>
                      <a:pt x="98" y="182"/>
                      <a:pt x="98" y="182"/>
                      <a:pt x="98" y="182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6" y="182"/>
                      <a:pt x="96" y="182"/>
                      <a:pt x="96" y="182"/>
                    </a:cubicBezTo>
                    <a:cubicBezTo>
                      <a:pt x="97" y="181"/>
                      <a:pt x="97" y="181"/>
                      <a:pt x="97" y="181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4"/>
                      <a:pt x="90" y="174"/>
                      <a:pt x="90" y="174"/>
                    </a:cubicBezTo>
                    <a:cubicBezTo>
                      <a:pt x="90" y="173"/>
                      <a:pt x="90" y="173"/>
                      <a:pt x="90" y="173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88" y="170"/>
                      <a:pt x="88" y="170"/>
                      <a:pt x="88" y="170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8" y="168"/>
                      <a:pt x="88" y="168"/>
                      <a:pt x="88" y="168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9" y="168"/>
                      <a:pt x="89" y="168"/>
                      <a:pt x="89" y="168"/>
                    </a:cubicBezTo>
                    <a:cubicBezTo>
                      <a:pt x="90" y="168"/>
                      <a:pt x="90" y="168"/>
                      <a:pt x="90" y="168"/>
                    </a:cubicBezTo>
                    <a:cubicBezTo>
                      <a:pt x="90" y="169"/>
                      <a:pt x="90" y="169"/>
                      <a:pt x="90" y="169"/>
                    </a:cubicBezTo>
                    <a:cubicBezTo>
                      <a:pt x="91" y="171"/>
                      <a:pt x="91" y="171"/>
                      <a:pt x="91" y="171"/>
                    </a:cubicBezTo>
                    <a:cubicBezTo>
                      <a:pt x="92" y="172"/>
                      <a:pt x="92" y="172"/>
                      <a:pt x="92" y="172"/>
                    </a:cubicBezTo>
                    <a:cubicBezTo>
                      <a:pt x="93" y="172"/>
                      <a:pt x="93" y="172"/>
                      <a:pt x="93" y="172"/>
                    </a:cubicBezTo>
                    <a:cubicBezTo>
                      <a:pt x="93" y="173"/>
                      <a:pt x="93" y="173"/>
                      <a:pt x="93" y="173"/>
                    </a:cubicBezTo>
                    <a:cubicBezTo>
                      <a:pt x="95" y="175"/>
                      <a:pt x="95" y="175"/>
                      <a:pt x="95" y="175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6" y="175"/>
                      <a:pt x="96" y="175"/>
                      <a:pt x="96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8" y="177"/>
                      <a:pt x="98" y="177"/>
                      <a:pt x="98" y="177"/>
                    </a:cubicBezTo>
                    <a:cubicBezTo>
                      <a:pt x="99" y="180"/>
                      <a:pt x="99" y="180"/>
                      <a:pt x="99" y="180"/>
                    </a:cubicBezTo>
                    <a:cubicBezTo>
                      <a:pt x="100" y="178"/>
                      <a:pt x="100" y="178"/>
                      <a:pt x="100" y="178"/>
                    </a:cubicBezTo>
                    <a:cubicBezTo>
                      <a:pt x="100" y="179"/>
                      <a:pt x="100" y="179"/>
                      <a:pt x="100" y="179"/>
                    </a:cubicBezTo>
                    <a:cubicBezTo>
                      <a:pt x="101" y="179"/>
                      <a:pt x="101" y="179"/>
                      <a:pt x="101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3" y="179"/>
                      <a:pt x="103" y="179"/>
                      <a:pt x="103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5" y="181"/>
                      <a:pt x="105" y="181"/>
                      <a:pt x="105" y="181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7" y="182"/>
                      <a:pt x="107" y="182"/>
                      <a:pt x="107" y="182"/>
                    </a:cubicBezTo>
                    <a:cubicBezTo>
                      <a:pt x="106" y="183"/>
                      <a:pt x="106" y="183"/>
                      <a:pt x="106" y="183"/>
                    </a:cubicBezTo>
                    <a:cubicBezTo>
                      <a:pt x="107" y="185"/>
                      <a:pt x="107" y="185"/>
                      <a:pt x="107" y="185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109" y="186"/>
                      <a:pt x="109" y="186"/>
                      <a:pt x="109" y="186"/>
                    </a:cubicBezTo>
                    <a:cubicBezTo>
                      <a:pt x="109" y="187"/>
                      <a:pt x="109" y="187"/>
                      <a:pt x="109" y="187"/>
                    </a:cubicBezTo>
                    <a:cubicBezTo>
                      <a:pt x="107" y="188"/>
                      <a:pt x="107" y="188"/>
                      <a:pt x="107" y="188"/>
                    </a:cubicBezTo>
                    <a:cubicBezTo>
                      <a:pt x="108" y="189"/>
                      <a:pt x="108" y="189"/>
                      <a:pt x="108" y="189"/>
                    </a:cubicBezTo>
                    <a:cubicBezTo>
                      <a:pt x="109" y="189"/>
                      <a:pt x="109" y="189"/>
                      <a:pt x="109" y="189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2" y="189"/>
                      <a:pt x="112" y="189"/>
                      <a:pt x="112" y="189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6"/>
                      <a:pt x="112" y="186"/>
                      <a:pt x="112" y="186"/>
                    </a:cubicBezTo>
                    <a:cubicBezTo>
                      <a:pt x="111" y="186"/>
                      <a:pt x="111" y="186"/>
                      <a:pt x="111" y="186"/>
                    </a:cubicBezTo>
                    <a:cubicBezTo>
                      <a:pt x="110" y="186"/>
                      <a:pt x="110" y="186"/>
                      <a:pt x="110" y="186"/>
                    </a:cubicBezTo>
                    <a:cubicBezTo>
                      <a:pt x="110" y="185"/>
                      <a:pt x="110" y="185"/>
                      <a:pt x="110" y="185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10" y="183"/>
                      <a:pt x="110" y="183"/>
                      <a:pt x="110" y="183"/>
                    </a:cubicBezTo>
                    <a:cubicBezTo>
                      <a:pt x="109" y="181"/>
                      <a:pt x="109" y="181"/>
                      <a:pt x="109" y="181"/>
                    </a:cubicBezTo>
                    <a:cubicBezTo>
                      <a:pt x="110" y="182"/>
                      <a:pt x="110" y="182"/>
                      <a:pt x="110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3" y="181"/>
                      <a:pt x="113" y="181"/>
                      <a:pt x="113" y="181"/>
                    </a:cubicBezTo>
                    <a:cubicBezTo>
                      <a:pt x="112" y="180"/>
                      <a:pt x="112" y="180"/>
                      <a:pt x="112" y="180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2" y="176"/>
                      <a:pt x="112" y="176"/>
                      <a:pt x="112" y="176"/>
                    </a:cubicBezTo>
                    <a:cubicBezTo>
                      <a:pt x="114" y="178"/>
                      <a:pt x="114" y="178"/>
                      <a:pt x="114" y="178"/>
                    </a:cubicBezTo>
                    <a:cubicBezTo>
                      <a:pt x="115" y="177"/>
                      <a:pt x="115" y="177"/>
                      <a:pt x="115" y="177"/>
                    </a:cubicBezTo>
                    <a:cubicBezTo>
                      <a:pt x="115" y="178"/>
                      <a:pt x="115" y="178"/>
                      <a:pt x="115" y="178"/>
                    </a:cubicBezTo>
                    <a:cubicBezTo>
                      <a:pt x="117" y="177"/>
                      <a:pt x="117" y="177"/>
                      <a:pt x="117" y="177"/>
                    </a:cubicBezTo>
                    <a:cubicBezTo>
                      <a:pt x="116" y="176"/>
                      <a:pt x="116" y="176"/>
                      <a:pt x="116" y="176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7" y="171"/>
                      <a:pt x="117" y="171"/>
                      <a:pt x="117" y="171"/>
                    </a:cubicBezTo>
                    <a:cubicBezTo>
                      <a:pt x="116" y="170"/>
                      <a:pt x="116" y="170"/>
                      <a:pt x="116" y="170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4" y="166"/>
                      <a:pt x="114" y="166"/>
                      <a:pt x="114" y="166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14" y="165"/>
                      <a:pt x="114" y="165"/>
                      <a:pt x="114" y="165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2" y="163"/>
                      <a:pt x="112" y="163"/>
                      <a:pt x="112" y="163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5" y="161"/>
                      <a:pt x="115" y="161"/>
                      <a:pt x="115" y="161"/>
                    </a:cubicBezTo>
                    <a:cubicBezTo>
                      <a:pt x="114" y="160"/>
                      <a:pt x="114" y="160"/>
                      <a:pt x="114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4" y="157"/>
                      <a:pt x="114" y="157"/>
                      <a:pt x="114" y="157"/>
                    </a:cubicBezTo>
                    <a:cubicBezTo>
                      <a:pt x="113" y="158"/>
                      <a:pt x="113" y="158"/>
                      <a:pt x="113" y="158"/>
                    </a:cubicBezTo>
                    <a:cubicBezTo>
                      <a:pt x="113" y="157"/>
                      <a:pt x="113" y="157"/>
                      <a:pt x="113" y="157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0" y="155"/>
                      <a:pt x="110" y="155"/>
                      <a:pt x="110" y="155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3"/>
                      <a:pt x="109" y="153"/>
                      <a:pt x="109" y="153"/>
                    </a:cubicBezTo>
                    <a:cubicBezTo>
                      <a:pt x="107" y="152"/>
                      <a:pt x="107" y="152"/>
                      <a:pt x="107" y="152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6" y="152"/>
                      <a:pt x="106" y="152"/>
                      <a:pt x="106" y="152"/>
                    </a:cubicBezTo>
                    <a:cubicBezTo>
                      <a:pt x="105" y="152"/>
                      <a:pt x="105" y="152"/>
                      <a:pt x="105" y="152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105" y="151"/>
                      <a:pt x="105" y="151"/>
                      <a:pt x="105" y="151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7" y="148"/>
                      <a:pt x="107" y="148"/>
                      <a:pt x="107" y="148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6" y="146"/>
                      <a:pt x="106" y="146"/>
                      <a:pt x="106" y="146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05" y="144"/>
                      <a:pt x="105" y="144"/>
                      <a:pt x="105" y="144"/>
                    </a:cubicBezTo>
                    <a:cubicBezTo>
                      <a:pt x="103" y="144"/>
                      <a:pt x="103" y="144"/>
                      <a:pt x="103" y="144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8"/>
                      <a:pt x="102" y="138"/>
                      <a:pt x="102" y="138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40"/>
                      <a:pt x="102" y="140"/>
                      <a:pt x="102" y="140"/>
                    </a:cubicBezTo>
                    <a:cubicBezTo>
                      <a:pt x="104" y="142"/>
                      <a:pt x="104" y="142"/>
                      <a:pt x="104" y="142"/>
                    </a:cubicBezTo>
                    <a:cubicBezTo>
                      <a:pt x="105" y="142"/>
                      <a:pt x="105" y="142"/>
                      <a:pt x="105" y="142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7" y="142"/>
                      <a:pt x="107" y="142"/>
                      <a:pt x="107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9" y="140"/>
                      <a:pt x="109" y="140"/>
                      <a:pt x="109" y="140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07" y="137"/>
                      <a:pt x="107" y="137"/>
                      <a:pt x="107" y="137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10" y="136"/>
                      <a:pt x="110" y="136"/>
                      <a:pt x="110" y="136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0" y="135"/>
                      <a:pt x="110" y="135"/>
                      <a:pt x="110" y="135"/>
                    </a:cubicBezTo>
                    <a:cubicBezTo>
                      <a:pt x="111" y="135"/>
                      <a:pt x="111" y="135"/>
                      <a:pt x="111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1" y="136"/>
                      <a:pt x="111" y="136"/>
                      <a:pt x="111" y="136"/>
                    </a:cubicBezTo>
                    <a:cubicBezTo>
                      <a:pt x="110" y="137"/>
                      <a:pt x="110" y="137"/>
                      <a:pt x="110" y="137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9"/>
                      <a:pt x="113" y="139"/>
                      <a:pt x="113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5" y="139"/>
                      <a:pt x="115" y="139"/>
                      <a:pt x="115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4" y="141"/>
                      <a:pt x="114" y="141"/>
                      <a:pt x="114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7" y="142"/>
                      <a:pt x="117" y="142"/>
                      <a:pt x="117" y="142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21" y="140"/>
                      <a:pt x="121" y="140"/>
                      <a:pt x="121" y="140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18" y="141"/>
                      <a:pt x="118" y="141"/>
                      <a:pt x="118" y="141"/>
                    </a:cubicBezTo>
                    <a:cubicBezTo>
                      <a:pt x="117" y="143"/>
                      <a:pt x="117" y="143"/>
                      <a:pt x="117" y="143"/>
                    </a:cubicBezTo>
                    <a:cubicBezTo>
                      <a:pt x="116" y="144"/>
                      <a:pt x="116" y="144"/>
                      <a:pt x="116" y="144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7"/>
                      <a:pt x="117" y="147"/>
                      <a:pt x="117" y="147"/>
                    </a:cubicBezTo>
                    <a:cubicBezTo>
                      <a:pt x="117" y="148"/>
                      <a:pt x="117" y="148"/>
                      <a:pt x="117" y="148"/>
                    </a:cubicBezTo>
                    <a:cubicBezTo>
                      <a:pt x="117" y="149"/>
                      <a:pt x="117" y="149"/>
                      <a:pt x="117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9" y="149"/>
                      <a:pt x="119" y="149"/>
                      <a:pt x="119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7" y="150"/>
                      <a:pt x="117" y="150"/>
                      <a:pt x="117" y="150"/>
                    </a:cubicBez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8" y="152"/>
                      <a:pt x="118" y="152"/>
                      <a:pt x="118" y="152"/>
                    </a:cubicBezTo>
                    <a:cubicBezTo>
                      <a:pt x="118" y="153"/>
                      <a:pt x="118" y="153"/>
                      <a:pt x="118" y="153"/>
                    </a:cubicBezTo>
                    <a:cubicBezTo>
                      <a:pt x="119" y="154"/>
                      <a:pt x="119" y="154"/>
                      <a:pt x="119" y="154"/>
                    </a:cubicBezTo>
                    <a:cubicBezTo>
                      <a:pt x="120" y="153"/>
                      <a:pt x="120" y="153"/>
                      <a:pt x="120" y="153"/>
                    </a:cubicBezTo>
                    <a:cubicBezTo>
                      <a:pt x="121" y="153"/>
                      <a:pt x="121" y="153"/>
                      <a:pt x="121" y="153"/>
                    </a:cubicBezTo>
                    <a:cubicBezTo>
                      <a:pt x="120" y="154"/>
                      <a:pt x="120" y="154"/>
                      <a:pt x="120" y="154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22" y="155"/>
                      <a:pt x="122" y="155"/>
                      <a:pt x="122" y="155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6"/>
                      <a:pt x="123" y="156"/>
                      <a:pt x="123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6" y="158"/>
                      <a:pt x="126" y="158"/>
                      <a:pt x="126" y="158"/>
                    </a:cubicBezTo>
                    <a:cubicBezTo>
                      <a:pt x="126" y="157"/>
                      <a:pt x="126" y="157"/>
                      <a:pt x="126" y="157"/>
                    </a:cubicBezTo>
                    <a:cubicBezTo>
                      <a:pt x="128" y="157"/>
                      <a:pt x="128" y="157"/>
                      <a:pt x="128" y="157"/>
                    </a:cubicBezTo>
                    <a:cubicBezTo>
                      <a:pt x="128" y="155"/>
                      <a:pt x="128" y="155"/>
                      <a:pt x="128" y="155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3"/>
                      <a:pt x="128" y="153"/>
                      <a:pt x="128" y="153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1"/>
                      <a:pt x="128" y="151"/>
                      <a:pt x="128" y="151"/>
                    </a:cubicBezTo>
                    <a:cubicBezTo>
                      <a:pt x="129" y="150"/>
                      <a:pt x="129" y="150"/>
                      <a:pt x="129" y="150"/>
                    </a:cubicBezTo>
                    <a:cubicBezTo>
                      <a:pt x="128" y="149"/>
                      <a:pt x="128" y="149"/>
                      <a:pt x="128" y="149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31" y="148"/>
                      <a:pt x="131" y="148"/>
                      <a:pt x="131" y="148"/>
                    </a:cubicBezTo>
                    <a:cubicBezTo>
                      <a:pt x="132" y="149"/>
                      <a:pt x="132" y="149"/>
                      <a:pt x="132" y="149"/>
                    </a:cubicBezTo>
                    <a:cubicBezTo>
                      <a:pt x="133" y="149"/>
                      <a:pt x="133" y="149"/>
                      <a:pt x="133" y="149"/>
                    </a:cubicBezTo>
                    <a:cubicBezTo>
                      <a:pt x="134" y="148"/>
                      <a:pt x="134" y="148"/>
                      <a:pt x="134" y="148"/>
                    </a:cubicBezTo>
                    <a:cubicBezTo>
                      <a:pt x="134" y="145"/>
                      <a:pt x="134" y="145"/>
                      <a:pt x="134" y="145"/>
                    </a:cubicBezTo>
                    <a:cubicBezTo>
                      <a:pt x="135" y="147"/>
                      <a:pt x="135" y="147"/>
                      <a:pt x="135" y="147"/>
                    </a:cubicBezTo>
                    <a:cubicBezTo>
                      <a:pt x="136" y="147"/>
                      <a:pt x="136" y="147"/>
                      <a:pt x="136" y="147"/>
                    </a:cubicBezTo>
                    <a:cubicBezTo>
                      <a:pt x="137" y="145"/>
                      <a:pt x="137" y="145"/>
                      <a:pt x="137" y="145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9" y="144"/>
                      <a:pt x="139" y="144"/>
                      <a:pt x="139" y="144"/>
                    </a:cubicBezTo>
                    <a:cubicBezTo>
                      <a:pt x="140" y="142"/>
                      <a:pt x="140" y="142"/>
                      <a:pt x="140" y="142"/>
                    </a:cubicBezTo>
                    <a:cubicBezTo>
                      <a:pt x="139" y="141"/>
                      <a:pt x="139" y="141"/>
                      <a:pt x="139" y="141"/>
                    </a:cubicBezTo>
                    <a:cubicBezTo>
                      <a:pt x="138" y="141"/>
                      <a:pt x="138" y="141"/>
                      <a:pt x="138" y="141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41" y="141"/>
                      <a:pt x="141" y="141"/>
                      <a:pt x="141" y="141"/>
                    </a:cubicBezTo>
                    <a:cubicBezTo>
                      <a:pt x="142" y="140"/>
                      <a:pt x="142" y="140"/>
                      <a:pt x="142" y="140"/>
                    </a:cubicBezTo>
                    <a:cubicBezTo>
                      <a:pt x="144" y="140"/>
                      <a:pt x="144" y="140"/>
                      <a:pt x="144" y="14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7"/>
                      <a:pt x="144" y="137"/>
                      <a:pt x="144" y="137"/>
                    </a:cubicBezTo>
                    <a:cubicBezTo>
                      <a:pt x="146" y="137"/>
                      <a:pt x="146" y="137"/>
                      <a:pt x="146" y="137"/>
                    </a:cubicBezTo>
                    <a:lnTo>
                      <a:pt x="147" y="137"/>
                    </a:lnTo>
                    <a:close/>
                    <a:moveTo>
                      <a:pt x="121" y="89"/>
                    </a:moveTo>
                    <a:cubicBezTo>
                      <a:pt x="122" y="90"/>
                      <a:pt x="122" y="90"/>
                      <a:pt x="122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90"/>
                      <a:pt x="119" y="90"/>
                      <a:pt x="119" y="90"/>
                    </a:cubicBezTo>
                    <a:cubicBezTo>
                      <a:pt x="121" y="89"/>
                      <a:pt x="121" y="89"/>
                      <a:pt x="121" y="89"/>
                    </a:cubicBezTo>
                    <a:close/>
                    <a:moveTo>
                      <a:pt x="120" y="87"/>
                    </a:moveTo>
                    <a:cubicBezTo>
                      <a:pt x="120" y="87"/>
                      <a:pt x="120" y="87"/>
                      <a:pt x="120" y="87"/>
                    </a:cubicBezTo>
                    <a:cubicBezTo>
                      <a:pt x="121" y="87"/>
                      <a:pt x="121" y="87"/>
                      <a:pt x="121" y="87"/>
                    </a:cubicBezTo>
                    <a:cubicBezTo>
                      <a:pt x="121" y="87"/>
                      <a:pt x="121" y="87"/>
                      <a:pt x="121" y="87"/>
                    </a:cubicBezTo>
                    <a:lnTo>
                      <a:pt x="120" y="87"/>
                    </a:lnTo>
                    <a:close/>
                    <a:moveTo>
                      <a:pt x="116" y="78"/>
                    </a:moveTo>
                    <a:cubicBezTo>
                      <a:pt x="118" y="78"/>
                      <a:pt x="118" y="78"/>
                      <a:pt x="118" y="78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6"/>
                      <a:pt x="120" y="76"/>
                      <a:pt x="120" y="76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8"/>
                      <a:pt x="120" y="78"/>
                      <a:pt x="120" y="78"/>
                    </a:cubicBezTo>
                    <a:cubicBezTo>
                      <a:pt x="119" y="80"/>
                      <a:pt x="119" y="80"/>
                      <a:pt x="119" y="80"/>
                    </a:cubicBezTo>
                    <a:cubicBezTo>
                      <a:pt x="120" y="80"/>
                      <a:pt x="120" y="80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8" y="82"/>
                      <a:pt x="118" y="82"/>
                      <a:pt x="118" y="82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8" y="81"/>
                      <a:pt x="118" y="81"/>
                      <a:pt x="118" y="81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8"/>
                      <a:pt x="118" y="78"/>
                      <a:pt x="118" y="78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6" y="79"/>
                      <a:pt x="116" y="79"/>
                      <a:pt x="116" y="79"/>
                    </a:cubicBezTo>
                    <a:cubicBezTo>
                      <a:pt x="115" y="78"/>
                      <a:pt x="115" y="78"/>
                      <a:pt x="115" y="78"/>
                    </a:cubicBezTo>
                    <a:lnTo>
                      <a:pt x="116" y="78"/>
                    </a:lnTo>
                    <a:close/>
                    <a:moveTo>
                      <a:pt x="29" y="51"/>
                    </a:moveTo>
                    <a:cubicBezTo>
                      <a:pt x="28" y="51"/>
                      <a:pt x="28" y="51"/>
                      <a:pt x="28" y="51"/>
                    </a:cubicBezTo>
                    <a:cubicBezTo>
                      <a:pt x="29" y="51"/>
                      <a:pt x="29" y="51"/>
                      <a:pt x="29" y="51"/>
                    </a:cubicBezTo>
                    <a:close/>
                    <a:moveTo>
                      <a:pt x="29" y="50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lnTo>
                      <a:pt x="29" y="50"/>
                    </a:lnTo>
                    <a:close/>
                    <a:moveTo>
                      <a:pt x="31" y="47"/>
                    </a:move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5"/>
                      <a:pt x="31" y="45"/>
                      <a:pt x="31" y="45"/>
                    </a:cubicBezTo>
                    <a:lnTo>
                      <a:pt x="31" y="47"/>
                    </a:lnTo>
                    <a:close/>
                    <a:moveTo>
                      <a:pt x="60" y="62"/>
                    </a:move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0" y="62"/>
                      <a:pt x="60" y="62"/>
                    </a:cubicBezTo>
                    <a:close/>
                    <a:moveTo>
                      <a:pt x="65" y="32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2"/>
                      <a:pt x="66" y="32"/>
                      <a:pt x="66" y="32"/>
                    </a:cubicBezTo>
                    <a:lnTo>
                      <a:pt x="65" y="32"/>
                    </a:lnTo>
                    <a:close/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8" y="34"/>
                      <a:pt x="68" y="34"/>
                      <a:pt x="68" y="34"/>
                    </a:cubicBezTo>
                    <a:lnTo>
                      <a:pt x="68" y="33"/>
                    </a:lnTo>
                    <a:close/>
                    <a:moveTo>
                      <a:pt x="70" y="41"/>
                    </a:move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69" y="40"/>
                      <a:pt x="69" y="40"/>
                      <a:pt x="69" y="40"/>
                    </a:cubicBezTo>
                    <a:lnTo>
                      <a:pt x="70" y="41"/>
                    </a:lnTo>
                    <a:close/>
                    <a:moveTo>
                      <a:pt x="74" y="95"/>
                    </a:moveTo>
                    <a:cubicBezTo>
                      <a:pt x="74" y="95"/>
                      <a:pt x="74" y="95"/>
                      <a:pt x="74" y="95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75" y="95"/>
                      <a:pt x="75" y="95"/>
                      <a:pt x="75" y="95"/>
                    </a:cubicBezTo>
                    <a:lnTo>
                      <a:pt x="74" y="95"/>
                    </a:lnTo>
                    <a:close/>
                    <a:moveTo>
                      <a:pt x="79" y="38"/>
                    </a:moveTo>
                    <a:cubicBezTo>
                      <a:pt x="79" y="38"/>
                      <a:pt x="79" y="38"/>
                      <a:pt x="79" y="38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lose/>
                    <a:moveTo>
                      <a:pt x="111" y="160"/>
                    </a:moveTo>
                    <a:cubicBezTo>
                      <a:pt x="112" y="161"/>
                      <a:pt x="112" y="161"/>
                      <a:pt x="112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lnTo>
                      <a:pt x="111" y="160"/>
                    </a:lnTo>
                    <a:close/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lnTo>
                      <a:pt x="102" y="53"/>
                    </a:lnTo>
                    <a:close/>
                    <a:moveTo>
                      <a:pt x="102" y="64"/>
                    </a:moveTo>
                    <a:cubicBezTo>
                      <a:pt x="102" y="64"/>
                      <a:pt x="102" y="64"/>
                      <a:pt x="102" y="64"/>
                    </a:cubicBezTo>
                    <a:cubicBezTo>
                      <a:pt x="102" y="64"/>
                      <a:pt x="102" y="64"/>
                      <a:pt x="102" y="64"/>
                    </a:cubicBezTo>
                    <a:close/>
                    <a:moveTo>
                      <a:pt x="99" y="56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8" y="56"/>
                      <a:pt x="98" y="56"/>
                      <a:pt x="98" y="56"/>
                    </a:cubicBezTo>
                    <a:lnTo>
                      <a:pt x="99" y="56"/>
                    </a:lnTo>
                    <a:close/>
                    <a:moveTo>
                      <a:pt x="99" y="53"/>
                    </a:move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100" y="52"/>
                      <a:pt x="100" y="52"/>
                      <a:pt x="100" y="52"/>
                    </a:cubicBezTo>
                    <a:lnTo>
                      <a:pt x="99" y="53"/>
                    </a:lnTo>
                    <a:close/>
                    <a:moveTo>
                      <a:pt x="100" y="58"/>
                    </a:move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lnTo>
                      <a:pt x="100" y="58"/>
                    </a:lnTo>
                    <a:close/>
                    <a:moveTo>
                      <a:pt x="101" y="53"/>
                    </a:moveTo>
                    <a:cubicBezTo>
                      <a:pt x="100" y="52"/>
                      <a:pt x="100" y="52"/>
                      <a:pt x="100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lose/>
                    <a:moveTo>
                      <a:pt x="101" y="56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lnTo>
                      <a:pt x="101" y="56"/>
                    </a:lnTo>
                    <a:close/>
                    <a:moveTo>
                      <a:pt x="102" y="67"/>
                    </a:move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lnTo>
                      <a:pt x="102" y="67"/>
                    </a:lnTo>
                    <a:close/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lose/>
                    <a:moveTo>
                      <a:pt x="104" y="66"/>
                    </a:move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6"/>
                    </a:cubicBezTo>
                    <a:lnTo>
                      <a:pt x="104" y="66"/>
                    </a:lnTo>
                    <a:close/>
                    <a:moveTo>
                      <a:pt x="105" y="62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2"/>
                      <a:pt x="105" y="62"/>
                      <a:pt x="105" y="62"/>
                    </a:cubicBezTo>
                    <a:close/>
                    <a:moveTo>
                      <a:pt x="108" y="66"/>
                    </a:moveTo>
                    <a:cubicBezTo>
                      <a:pt x="107" y="66"/>
                      <a:pt x="107" y="66"/>
                      <a:pt x="107" y="66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6"/>
                      <a:pt x="108" y="66"/>
                      <a:pt x="108" y="66"/>
                    </a:cubicBezTo>
                    <a:close/>
                    <a:moveTo>
                      <a:pt x="114" y="104"/>
                    </a:move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5" y="104"/>
                      <a:pt x="115" y="104"/>
                      <a:pt x="115" y="104"/>
                    </a:cubicBezTo>
                    <a:lnTo>
                      <a:pt x="114" y="10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8" name="Freeform 6427">
                <a:extLst>
                  <a:ext uri="{FF2B5EF4-FFF2-40B4-BE49-F238E27FC236}">
                    <a16:creationId xmlns:a16="http://schemas.microsoft.com/office/drawing/2014/main" id="{D9894DAE-2D71-46D1-9C5C-6ACF06E8C9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8" y="1333"/>
                <a:ext cx="37" cy="21"/>
              </a:xfrm>
              <a:custGeom>
                <a:avLst/>
                <a:gdLst>
                  <a:gd name="T0" fmla="*/ 26 w 37"/>
                  <a:gd name="T1" fmla="*/ 6 h 21"/>
                  <a:gd name="T2" fmla="*/ 24 w 37"/>
                  <a:gd name="T3" fmla="*/ 4 h 21"/>
                  <a:gd name="T4" fmla="*/ 22 w 37"/>
                  <a:gd name="T5" fmla="*/ 2 h 21"/>
                  <a:gd name="T6" fmla="*/ 19 w 37"/>
                  <a:gd name="T7" fmla="*/ 2 h 21"/>
                  <a:gd name="T8" fmla="*/ 17 w 37"/>
                  <a:gd name="T9" fmla="*/ 2 h 21"/>
                  <a:gd name="T10" fmla="*/ 17 w 37"/>
                  <a:gd name="T11" fmla="*/ 2 h 21"/>
                  <a:gd name="T12" fmla="*/ 17 w 37"/>
                  <a:gd name="T13" fmla="*/ 0 h 21"/>
                  <a:gd name="T14" fmla="*/ 13 w 37"/>
                  <a:gd name="T15" fmla="*/ 0 h 21"/>
                  <a:gd name="T16" fmla="*/ 11 w 37"/>
                  <a:gd name="T17" fmla="*/ 0 h 21"/>
                  <a:gd name="T18" fmla="*/ 9 w 37"/>
                  <a:gd name="T19" fmla="*/ 0 h 21"/>
                  <a:gd name="T20" fmla="*/ 7 w 37"/>
                  <a:gd name="T21" fmla="*/ 0 h 21"/>
                  <a:gd name="T22" fmla="*/ 4 w 37"/>
                  <a:gd name="T23" fmla="*/ 0 h 21"/>
                  <a:gd name="T24" fmla="*/ 2 w 37"/>
                  <a:gd name="T25" fmla="*/ 2 h 21"/>
                  <a:gd name="T26" fmla="*/ 0 w 37"/>
                  <a:gd name="T27" fmla="*/ 8 h 21"/>
                  <a:gd name="T28" fmla="*/ 0 w 37"/>
                  <a:gd name="T29" fmla="*/ 13 h 21"/>
                  <a:gd name="T30" fmla="*/ 4 w 37"/>
                  <a:gd name="T31" fmla="*/ 13 h 21"/>
                  <a:gd name="T32" fmla="*/ 6 w 37"/>
                  <a:gd name="T33" fmla="*/ 13 h 21"/>
                  <a:gd name="T34" fmla="*/ 7 w 37"/>
                  <a:gd name="T35" fmla="*/ 15 h 21"/>
                  <a:gd name="T36" fmla="*/ 11 w 37"/>
                  <a:gd name="T37" fmla="*/ 17 h 21"/>
                  <a:gd name="T38" fmla="*/ 13 w 37"/>
                  <a:gd name="T39" fmla="*/ 17 h 21"/>
                  <a:gd name="T40" fmla="*/ 17 w 37"/>
                  <a:gd name="T41" fmla="*/ 19 h 21"/>
                  <a:gd name="T42" fmla="*/ 22 w 37"/>
                  <a:gd name="T43" fmla="*/ 19 h 21"/>
                  <a:gd name="T44" fmla="*/ 24 w 37"/>
                  <a:gd name="T45" fmla="*/ 21 h 21"/>
                  <a:gd name="T46" fmla="*/ 28 w 37"/>
                  <a:gd name="T47" fmla="*/ 21 h 21"/>
                  <a:gd name="T48" fmla="*/ 32 w 37"/>
                  <a:gd name="T49" fmla="*/ 17 h 21"/>
                  <a:gd name="T50" fmla="*/ 33 w 37"/>
                  <a:gd name="T51" fmla="*/ 19 h 21"/>
                  <a:gd name="T52" fmla="*/ 37 w 37"/>
                  <a:gd name="T53" fmla="*/ 17 h 21"/>
                  <a:gd name="T54" fmla="*/ 35 w 37"/>
                  <a:gd name="T55" fmla="*/ 15 h 21"/>
                  <a:gd name="T56" fmla="*/ 35 w 37"/>
                  <a:gd name="T57" fmla="*/ 13 h 21"/>
                  <a:gd name="T58" fmla="*/ 33 w 37"/>
                  <a:gd name="T59" fmla="*/ 11 h 21"/>
                  <a:gd name="T60" fmla="*/ 32 w 37"/>
                  <a:gd name="T61" fmla="*/ 8 h 21"/>
                  <a:gd name="T62" fmla="*/ 30 w 37"/>
                  <a:gd name="T63" fmla="*/ 10 h 21"/>
                  <a:gd name="T64" fmla="*/ 28 w 37"/>
                  <a:gd name="T65" fmla="*/ 10 h 21"/>
                  <a:gd name="T66" fmla="*/ 30 w 37"/>
                  <a:gd name="T67" fmla="*/ 8 h 21"/>
                  <a:gd name="T68" fmla="*/ 26 w 37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1">
                    <a:moveTo>
                      <a:pt x="26" y="6"/>
                    </a:moveTo>
                    <a:lnTo>
                      <a:pt x="24" y="4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9"/>
                    </a:lnTo>
                    <a:lnTo>
                      <a:pt x="22" y="19"/>
                    </a:lnTo>
                    <a:lnTo>
                      <a:pt x="24" y="21"/>
                    </a:lnTo>
                    <a:lnTo>
                      <a:pt x="28" y="21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7" y="17"/>
                    </a:lnTo>
                    <a:lnTo>
                      <a:pt x="35" y="15"/>
                    </a:lnTo>
                    <a:lnTo>
                      <a:pt x="35" y="13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30" y="8"/>
                    </a:lnTo>
                    <a:lnTo>
                      <a:pt x="2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9" name="Freeform 6428">
                <a:extLst>
                  <a:ext uri="{FF2B5EF4-FFF2-40B4-BE49-F238E27FC236}">
                    <a16:creationId xmlns:a16="http://schemas.microsoft.com/office/drawing/2014/main" id="{2F8C609F-0CBB-4F47-B213-81D6E408780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627" y="1356"/>
                <a:ext cx="142" cy="126"/>
              </a:xfrm>
              <a:custGeom>
                <a:avLst/>
                <a:gdLst>
                  <a:gd name="T0" fmla="*/ 7 w 76"/>
                  <a:gd name="T1" fmla="*/ 53 h 68"/>
                  <a:gd name="T2" fmla="*/ 10 w 76"/>
                  <a:gd name="T3" fmla="*/ 51 h 68"/>
                  <a:gd name="T4" fmla="*/ 13 w 76"/>
                  <a:gd name="T5" fmla="*/ 56 h 68"/>
                  <a:gd name="T6" fmla="*/ 19 w 76"/>
                  <a:gd name="T7" fmla="*/ 53 h 68"/>
                  <a:gd name="T8" fmla="*/ 22 w 76"/>
                  <a:gd name="T9" fmla="*/ 53 h 68"/>
                  <a:gd name="T10" fmla="*/ 19 w 76"/>
                  <a:gd name="T11" fmla="*/ 59 h 68"/>
                  <a:gd name="T12" fmla="*/ 26 w 76"/>
                  <a:gd name="T13" fmla="*/ 61 h 68"/>
                  <a:gd name="T14" fmla="*/ 28 w 76"/>
                  <a:gd name="T15" fmla="*/ 62 h 68"/>
                  <a:gd name="T16" fmla="*/ 33 w 76"/>
                  <a:gd name="T17" fmla="*/ 62 h 68"/>
                  <a:gd name="T18" fmla="*/ 39 w 76"/>
                  <a:gd name="T19" fmla="*/ 63 h 68"/>
                  <a:gd name="T20" fmla="*/ 45 w 76"/>
                  <a:gd name="T21" fmla="*/ 65 h 68"/>
                  <a:gd name="T22" fmla="*/ 50 w 76"/>
                  <a:gd name="T23" fmla="*/ 63 h 68"/>
                  <a:gd name="T24" fmla="*/ 53 w 76"/>
                  <a:gd name="T25" fmla="*/ 67 h 68"/>
                  <a:gd name="T26" fmla="*/ 59 w 76"/>
                  <a:gd name="T27" fmla="*/ 67 h 68"/>
                  <a:gd name="T28" fmla="*/ 66 w 76"/>
                  <a:gd name="T29" fmla="*/ 67 h 68"/>
                  <a:gd name="T30" fmla="*/ 69 w 76"/>
                  <a:gd name="T31" fmla="*/ 65 h 68"/>
                  <a:gd name="T32" fmla="*/ 73 w 76"/>
                  <a:gd name="T33" fmla="*/ 62 h 68"/>
                  <a:gd name="T34" fmla="*/ 69 w 76"/>
                  <a:gd name="T35" fmla="*/ 59 h 68"/>
                  <a:gd name="T36" fmla="*/ 75 w 76"/>
                  <a:gd name="T37" fmla="*/ 56 h 68"/>
                  <a:gd name="T38" fmla="*/ 76 w 76"/>
                  <a:gd name="T39" fmla="*/ 51 h 68"/>
                  <a:gd name="T40" fmla="*/ 70 w 76"/>
                  <a:gd name="T41" fmla="*/ 47 h 68"/>
                  <a:gd name="T42" fmla="*/ 67 w 76"/>
                  <a:gd name="T43" fmla="*/ 42 h 68"/>
                  <a:gd name="T44" fmla="*/ 59 w 76"/>
                  <a:gd name="T45" fmla="*/ 42 h 68"/>
                  <a:gd name="T46" fmla="*/ 54 w 76"/>
                  <a:gd name="T47" fmla="*/ 41 h 68"/>
                  <a:gd name="T48" fmla="*/ 46 w 76"/>
                  <a:gd name="T49" fmla="*/ 42 h 68"/>
                  <a:gd name="T50" fmla="*/ 39 w 76"/>
                  <a:gd name="T51" fmla="*/ 43 h 68"/>
                  <a:gd name="T52" fmla="*/ 39 w 76"/>
                  <a:gd name="T53" fmla="*/ 42 h 68"/>
                  <a:gd name="T54" fmla="*/ 34 w 76"/>
                  <a:gd name="T55" fmla="*/ 40 h 68"/>
                  <a:gd name="T56" fmla="*/ 31 w 76"/>
                  <a:gd name="T57" fmla="*/ 38 h 68"/>
                  <a:gd name="T58" fmla="*/ 28 w 76"/>
                  <a:gd name="T59" fmla="*/ 35 h 68"/>
                  <a:gd name="T60" fmla="*/ 25 w 76"/>
                  <a:gd name="T61" fmla="*/ 30 h 68"/>
                  <a:gd name="T62" fmla="*/ 25 w 76"/>
                  <a:gd name="T63" fmla="*/ 28 h 68"/>
                  <a:gd name="T64" fmla="*/ 27 w 76"/>
                  <a:gd name="T65" fmla="*/ 28 h 68"/>
                  <a:gd name="T66" fmla="*/ 33 w 76"/>
                  <a:gd name="T67" fmla="*/ 26 h 68"/>
                  <a:gd name="T68" fmla="*/ 30 w 76"/>
                  <a:gd name="T69" fmla="*/ 19 h 68"/>
                  <a:gd name="T70" fmla="*/ 24 w 76"/>
                  <a:gd name="T71" fmla="*/ 14 h 68"/>
                  <a:gd name="T72" fmla="*/ 18 w 76"/>
                  <a:gd name="T73" fmla="*/ 13 h 68"/>
                  <a:gd name="T74" fmla="*/ 18 w 76"/>
                  <a:gd name="T75" fmla="*/ 7 h 68"/>
                  <a:gd name="T76" fmla="*/ 14 w 76"/>
                  <a:gd name="T77" fmla="*/ 4 h 68"/>
                  <a:gd name="T78" fmla="*/ 6 w 76"/>
                  <a:gd name="T79" fmla="*/ 0 h 68"/>
                  <a:gd name="T80" fmla="*/ 1 w 76"/>
                  <a:gd name="T81" fmla="*/ 3 h 68"/>
                  <a:gd name="T82" fmla="*/ 3 w 76"/>
                  <a:gd name="T83" fmla="*/ 10 h 68"/>
                  <a:gd name="T84" fmla="*/ 2 w 76"/>
                  <a:gd name="T85" fmla="*/ 15 h 68"/>
                  <a:gd name="T86" fmla="*/ 7 w 76"/>
                  <a:gd name="T87" fmla="*/ 17 h 68"/>
                  <a:gd name="T88" fmla="*/ 12 w 76"/>
                  <a:gd name="T89" fmla="*/ 21 h 68"/>
                  <a:gd name="T90" fmla="*/ 15 w 76"/>
                  <a:gd name="T91" fmla="*/ 20 h 68"/>
                  <a:gd name="T92" fmla="*/ 14 w 76"/>
                  <a:gd name="T93" fmla="*/ 29 h 68"/>
                  <a:gd name="T94" fmla="*/ 10 w 76"/>
                  <a:gd name="T95" fmla="*/ 34 h 68"/>
                  <a:gd name="T96" fmla="*/ 6 w 76"/>
                  <a:gd name="T97" fmla="*/ 41 h 68"/>
                  <a:gd name="T98" fmla="*/ 5 w 76"/>
                  <a:gd name="T99" fmla="*/ 46 h 68"/>
                  <a:gd name="T100" fmla="*/ 21 w 76"/>
                  <a:gd name="T101" fmla="*/ 28 h 68"/>
                  <a:gd name="T102" fmla="*/ 20 w 76"/>
                  <a:gd name="T10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6" h="68">
                    <a:moveTo>
                      <a:pt x="4" y="49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1"/>
                      <a:pt x="76" y="51"/>
                      <a:pt x="76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lnTo>
                      <a:pt x="4" y="49"/>
                    </a:lnTo>
                    <a:close/>
                    <a:moveTo>
                      <a:pt x="21" y="29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lnTo>
                      <a:pt x="21" y="2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0" name="Freeform 6429">
                <a:extLst>
                  <a:ext uri="{FF2B5EF4-FFF2-40B4-BE49-F238E27FC236}">
                    <a16:creationId xmlns:a16="http://schemas.microsoft.com/office/drawing/2014/main" id="{BD5E3E06-63B2-42E4-BA50-71160C5A0A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81" y="1317"/>
                <a:ext cx="6" cy="9"/>
              </a:xfrm>
              <a:custGeom>
                <a:avLst/>
                <a:gdLst>
                  <a:gd name="T0" fmla="*/ 4 w 6"/>
                  <a:gd name="T1" fmla="*/ 7 h 9"/>
                  <a:gd name="T2" fmla="*/ 6 w 6"/>
                  <a:gd name="T3" fmla="*/ 5 h 9"/>
                  <a:gd name="T4" fmla="*/ 4 w 6"/>
                  <a:gd name="T5" fmla="*/ 0 h 9"/>
                  <a:gd name="T6" fmla="*/ 2 w 6"/>
                  <a:gd name="T7" fmla="*/ 0 h 9"/>
                  <a:gd name="T8" fmla="*/ 0 w 6"/>
                  <a:gd name="T9" fmla="*/ 1 h 9"/>
                  <a:gd name="T10" fmla="*/ 0 w 6"/>
                  <a:gd name="T11" fmla="*/ 5 h 9"/>
                  <a:gd name="T12" fmla="*/ 2 w 6"/>
                  <a:gd name="T13" fmla="*/ 9 h 9"/>
                  <a:gd name="T14" fmla="*/ 4 w 6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4" y="7"/>
                    </a:moveTo>
                    <a:lnTo>
                      <a:pt x="6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1" name="Freeform 6430">
                <a:extLst>
                  <a:ext uri="{FF2B5EF4-FFF2-40B4-BE49-F238E27FC236}">
                    <a16:creationId xmlns:a16="http://schemas.microsoft.com/office/drawing/2014/main" id="{D90F128C-EBDF-4330-9710-504C517384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00"/>
                <a:ext cx="15" cy="17"/>
              </a:xfrm>
              <a:custGeom>
                <a:avLst/>
                <a:gdLst>
                  <a:gd name="T0" fmla="*/ 0 w 15"/>
                  <a:gd name="T1" fmla="*/ 12 h 17"/>
                  <a:gd name="T2" fmla="*/ 2 w 15"/>
                  <a:gd name="T3" fmla="*/ 15 h 17"/>
                  <a:gd name="T4" fmla="*/ 4 w 15"/>
                  <a:gd name="T5" fmla="*/ 17 h 17"/>
                  <a:gd name="T6" fmla="*/ 6 w 15"/>
                  <a:gd name="T7" fmla="*/ 17 h 17"/>
                  <a:gd name="T8" fmla="*/ 6 w 15"/>
                  <a:gd name="T9" fmla="*/ 15 h 17"/>
                  <a:gd name="T10" fmla="*/ 9 w 15"/>
                  <a:gd name="T11" fmla="*/ 15 h 17"/>
                  <a:gd name="T12" fmla="*/ 9 w 15"/>
                  <a:gd name="T13" fmla="*/ 15 h 17"/>
                  <a:gd name="T14" fmla="*/ 11 w 15"/>
                  <a:gd name="T15" fmla="*/ 13 h 17"/>
                  <a:gd name="T16" fmla="*/ 15 w 15"/>
                  <a:gd name="T17" fmla="*/ 12 h 17"/>
                  <a:gd name="T18" fmla="*/ 13 w 15"/>
                  <a:gd name="T19" fmla="*/ 10 h 17"/>
                  <a:gd name="T20" fmla="*/ 11 w 15"/>
                  <a:gd name="T21" fmla="*/ 8 h 17"/>
                  <a:gd name="T22" fmla="*/ 9 w 15"/>
                  <a:gd name="T23" fmla="*/ 8 h 17"/>
                  <a:gd name="T24" fmla="*/ 7 w 15"/>
                  <a:gd name="T25" fmla="*/ 10 h 17"/>
                  <a:gd name="T26" fmla="*/ 7 w 15"/>
                  <a:gd name="T27" fmla="*/ 10 h 17"/>
                  <a:gd name="T28" fmla="*/ 6 w 15"/>
                  <a:gd name="T29" fmla="*/ 8 h 17"/>
                  <a:gd name="T30" fmla="*/ 7 w 15"/>
                  <a:gd name="T31" fmla="*/ 8 h 17"/>
                  <a:gd name="T32" fmla="*/ 9 w 15"/>
                  <a:gd name="T33" fmla="*/ 4 h 17"/>
                  <a:gd name="T34" fmla="*/ 9 w 15"/>
                  <a:gd name="T35" fmla="*/ 6 h 17"/>
                  <a:gd name="T36" fmla="*/ 13 w 15"/>
                  <a:gd name="T37" fmla="*/ 4 h 17"/>
                  <a:gd name="T38" fmla="*/ 13 w 15"/>
                  <a:gd name="T39" fmla="*/ 4 h 17"/>
                  <a:gd name="T40" fmla="*/ 15 w 15"/>
                  <a:gd name="T41" fmla="*/ 2 h 17"/>
                  <a:gd name="T42" fmla="*/ 15 w 15"/>
                  <a:gd name="T43" fmla="*/ 0 h 17"/>
                  <a:gd name="T44" fmla="*/ 9 w 15"/>
                  <a:gd name="T45" fmla="*/ 0 h 17"/>
                  <a:gd name="T46" fmla="*/ 7 w 15"/>
                  <a:gd name="T47" fmla="*/ 2 h 17"/>
                  <a:gd name="T48" fmla="*/ 9 w 15"/>
                  <a:gd name="T49" fmla="*/ 4 h 17"/>
                  <a:gd name="T50" fmla="*/ 6 w 15"/>
                  <a:gd name="T51" fmla="*/ 4 h 17"/>
                  <a:gd name="T52" fmla="*/ 4 w 15"/>
                  <a:gd name="T53" fmla="*/ 6 h 17"/>
                  <a:gd name="T54" fmla="*/ 6 w 15"/>
                  <a:gd name="T55" fmla="*/ 8 h 17"/>
                  <a:gd name="T56" fmla="*/ 4 w 15"/>
                  <a:gd name="T57" fmla="*/ 8 h 17"/>
                  <a:gd name="T58" fmla="*/ 0 w 15"/>
                  <a:gd name="T5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17">
                    <a:moveTo>
                      <a:pt x="0" y="12"/>
                    </a:moveTo>
                    <a:lnTo>
                      <a:pt x="2" y="15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12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2" name="Freeform 6431">
                <a:extLst>
                  <a:ext uri="{FF2B5EF4-FFF2-40B4-BE49-F238E27FC236}">
                    <a16:creationId xmlns:a16="http://schemas.microsoft.com/office/drawing/2014/main" id="{26F6D234-F71C-488E-80CE-EB3836D0E8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2" y="1412"/>
                <a:ext cx="35" cy="37"/>
              </a:xfrm>
              <a:custGeom>
                <a:avLst/>
                <a:gdLst>
                  <a:gd name="T0" fmla="*/ 32 w 35"/>
                  <a:gd name="T1" fmla="*/ 22 h 37"/>
                  <a:gd name="T2" fmla="*/ 34 w 35"/>
                  <a:gd name="T3" fmla="*/ 16 h 37"/>
                  <a:gd name="T4" fmla="*/ 34 w 35"/>
                  <a:gd name="T5" fmla="*/ 15 h 37"/>
                  <a:gd name="T6" fmla="*/ 35 w 35"/>
                  <a:gd name="T7" fmla="*/ 13 h 37"/>
                  <a:gd name="T8" fmla="*/ 34 w 35"/>
                  <a:gd name="T9" fmla="*/ 9 h 37"/>
                  <a:gd name="T10" fmla="*/ 32 w 35"/>
                  <a:gd name="T11" fmla="*/ 7 h 37"/>
                  <a:gd name="T12" fmla="*/ 32 w 35"/>
                  <a:gd name="T13" fmla="*/ 5 h 37"/>
                  <a:gd name="T14" fmla="*/ 32 w 35"/>
                  <a:gd name="T15" fmla="*/ 3 h 37"/>
                  <a:gd name="T16" fmla="*/ 30 w 35"/>
                  <a:gd name="T17" fmla="*/ 1 h 37"/>
                  <a:gd name="T18" fmla="*/ 26 w 35"/>
                  <a:gd name="T19" fmla="*/ 0 h 37"/>
                  <a:gd name="T20" fmla="*/ 22 w 35"/>
                  <a:gd name="T21" fmla="*/ 0 h 37"/>
                  <a:gd name="T22" fmla="*/ 21 w 35"/>
                  <a:gd name="T23" fmla="*/ 0 h 37"/>
                  <a:gd name="T24" fmla="*/ 17 w 35"/>
                  <a:gd name="T25" fmla="*/ 0 h 37"/>
                  <a:gd name="T26" fmla="*/ 15 w 35"/>
                  <a:gd name="T27" fmla="*/ 1 h 37"/>
                  <a:gd name="T28" fmla="*/ 15 w 35"/>
                  <a:gd name="T29" fmla="*/ 3 h 37"/>
                  <a:gd name="T30" fmla="*/ 15 w 35"/>
                  <a:gd name="T31" fmla="*/ 3 h 37"/>
                  <a:gd name="T32" fmla="*/ 11 w 35"/>
                  <a:gd name="T33" fmla="*/ 1 h 37"/>
                  <a:gd name="T34" fmla="*/ 9 w 35"/>
                  <a:gd name="T35" fmla="*/ 5 h 37"/>
                  <a:gd name="T36" fmla="*/ 13 w 35"/>
                  <a:gd name="T37" fmla="*/ 7 h 37"/>
                  <a:gd name="T38" fmla="*/ 13 w 35"/>
                  <a:gd name="T39" fmla="*/ 7 h 37"/>
                  <a:gd name="T40" fmla="*/ 11 w 35"/>
                  <a:gd name="T41" fmla="*/ 7 h 37"/>
                  <a:gd name="T42" fmla="*/ 9 w 35"/>
                  <a:gd name="T43" fmla="*/ 7 h 37"/>
                  <a:gd name="T44" fmla="*/ 9 w 35"/>
                  <a:gd name="T45" fmla="*/ 11 h 37"/>
                  <a:gd name="T46" fmla="*/ 9 w 35"/>
                  <a:gd name="T47" fmla="*/ 11 h 37"/>
                  <a:gd name="T48" fmla="*/ 6 w 35"/>
                  <a:gd name="T49" fmla="*/ 11 h 37"/>
                  <a:gd name="T50" fmla="*/ 2 w 35"/>
                  <a:gd name="T51" fmla="*/ 13 h 37"/>
                  <a:gd name="T52" fmla="*/ 2 w 35"/>
                  <a:gd name="T53" fmla="*/ 16 h 37"/>
                  <a:gd name="T54" fmla="*/ 0 w 35"/>
                  <a:gd name="T55" fmla="*/ 18 h 37"/>
                  <a:gd name="T56" fmla="*/ 2 w 35"/>
                  <a:gd name="T57" fmla="*/ 18 h 37"/>
                  <a:gd name="T58" fmla="*/ 2 w 35"/>
                  <a:gd name="T59" fmla="*/ 20 h 37"/>
                  <a:gd name="T60" fmla="*/ 2 w 35"/>
                  <a:gd name="T61" fmla="*/ 22 h 37"/>
                  <a:gd name="T62" fmla="*/ 4 w 35"/>
                  <a:gd name="T63" fmla="*/ 22 h 37"/>
                  <a:gd name="T64" fmla="*/ 4 w 35"/>
                  <a:gd name="T65" fmla="*/ 24 h 37"/>
                  <a:gd name="T66" fmla="*/ 8 w 35"/>
                  <a:gd name="T67" fmla="*/ 26 h 37"/>
                  <a:gd name="T68" fmla="*/ 8 w 35"/>
                  <a:gd name="T69" fmla="*/ 26 h 37"/>
                  <a:gd name="T70" fmla="*/ 8 w 35"/>
                  <a:gd name="T71" fmla="*/ 29 h 37"/>
                  <a:gd name="T72" fmla="*/ 11 w 35"/>
                  <a:gd name="T73" fmla="*/ 28 h 37"/>
                  <a:gd name="T74" fmla="*/ 11 w 35"/>
                  <a:gd name="T75" fmla="*/ 28 h 37"/>
                  <a:gd name="T76" fmla="*/ 11 w 35"/>
                  <a:gd name="T77" fmla="*/ 28 h 37"/>
                  <a:gd name="T78" fmla="*/ 11 w 35"/>
                  <a:gd name="T79" fmla="*/ 29 h 37"/>
                  <a:gd name="T80" fmla="*/ 13 w 35"/>
                  <a:gd name="T81" fmla="*/ 33 h 37"/>
                  <a:gd name="T82" fmla="*/ 15 w 35"/>
                  <a:gd name="T83" fmla="*/ 31 h 37"/>
                  <a:gd name="T84" fmla="*/ 15 w 35"/>
                  <a:gd name="T85" fmla="*/ 35 h 37"/>
                  <a:gd name="T86" fmla="*/ 19 w 35"/>
                  <a:gd name="T87" fmla="*/ 35 h 37"/>
                  <a:gd name="T88" fmla="*/ 22 w 35"/>
                  <a:gd name="T89" fmla="*/ 37 h 37"/>
                  <a:gd name="T90" fmla="*/ 24 w 35"/>
                  <a:gd name="T91" fmla="*/ 37 h 37"/>
                  <a:gd name="T92" fmla="*/ 26 w 35"/>
                  <a:gd name="T93" fmla="*/ 37 h 37"/>
                  <a:gd name="T94" fmla="*/ 28 w 35"/>
                  <a:gd name="T95" fmla="*/ 35 h 37"/>
                  <a:gd name="T96" fmla="*/ 28 w 35"/>
                  <a:gd name="T97" fmla="*/ 33 h 37"/>
                  <a:gd name="T98" fmla="*/ 28 w 35"/>
                  <a:gd name="T99" fmla="*/ 33 h 37"/>
                  <a:gd name="T100" fmla="*/ 30 w 35"/>
                  <a:gd name="T101" fmla="*/ 29 h 37"/>
                  <a:gd name="T102" fmla="*/ 30 w 35"/>
                  <a:gd name="T103" fmla="*/ 26 h 37"/>
                  <a:gd name="T104" fmla="*/ 32 w 35"/>
                  <a:gd name="T105" fmla="*/ 24 h 37"/>
                  <a:gd name="T106" fmla="*/ 32 w 35"/>
                  <a:gd name="T107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37">
                    <a:moveTo>
                      <a:pt x="32" y="22"/>
                    </a:moveTo>
                    <a:lnTo>
                      <a:pt x="34" y="16"/>
                    </a:lnTo>
                    <a:lnTo>
                      <a:pt x="34" y="15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13" y="33"/>
                    </a:lnTo>
                    <a:lnTo>
                      <a:pt x="15" y="31"/>
                    </a:lnTo>
                    <a:lnTo>
                      <a:pt x="15" y="35"/>
                    </a:lnTo>
                    <a:lnTo>
                      <a:pt x="19" y="35"/>
                    </a:lnTo>
                    <a:lnTo>
                      <a:pt x="22" y="37"/>
                    </a:lnTo>
                    <a:lnTo>
                      <a:pt x="24" y="37"/>
                    </a:lnTo>
                    <a:lnTo>
                      <a:pt x="26" y="37"/>
                    </a:lnTo>
                    <a:lnTo>
                      <a:pt x="28" y="35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30" y="29"/>
                    </a:lnTo>
                    <a:lnTo>
                      <a:pt x="30" y="26"/>
                    </a:lnTo>
                    <a:lnTo>
                      <a:pt x="32" y="24"/>
                    </a:lnTo>
                    <a:lnTo>
                      <a:pt x="32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3" name="Freeform 6432">
                <a:extLst>
                  <a:ext uri="{FF2B5EF4-FFF2-40B4-BE49-F238E27FC236}">
                    <a16:creationId xmlns:a16="http://schemas.microsoft.com/office/drawing/2014/main" id="{EAAF330C-6A4F-485B-A543-8281A76D1C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22" y="1505"/>
                <a:ext cx="47" cy="45"/>
              </a:xfrm>
              <a:custGeom>
                <a:avLst/>
                <a:gdLst>
                  <a:gd name="T0" fmla="*/ 2 w 47"/>
                  <a:gd name="T1" fmla="*/ 32 h 45"/>
                  <a:gd name="T2" fmla="*/ 2 w 47"/>
                  <a:gd name="T3" fmla="*/ 35 h 45"/>
                  <a:gd name="T4" fmla="*/ 4 w 47"/>
                  <a:gd name="T5" fmla="*/ 35 h 45"/>
                  <a:gd name="T6" fmla="*/ 6 w 47"/>
                  <a:gd name="T7" fmla="*/ 39 h 45"/>
                  <a:gd name="T8" fmla="*/ 10 w 47"/>
                  <a:gd name="T9" fmla="*/ 39 h 45"/>
                  <a:gd name="T10" fmla="*/ 13 w 47"/>
                  <a:gd name="T11" fmla="*/ 43 h 45"/>
                  <a:gd name="T12" fmla="*/ 15 w 47"/>
                  <a:gd name="T13" fmla="*/ 41 h 45"/>
                  <a:gd name="T14" fmla="*/ 17 w 47"/>
                  <a:gd name="T15" fmla="*/ 39 h 45"/>
                  <a:gd name="T16" fmla="*/ 21 w 47"/>
                  <a:gd name="T17" fmla="*/ 39 h 45"/>
                  <a:gd name="T18" fmla="*/ 25 w 47"/>
                  <a:gd name="T19" fmla="*/ 37 h 45"/>
                  <a:gd name="T20" fmla="*/ 26 w 47"/>
                  <a:gd name="T21" fmla="*/ 39 h 45"/>
                  <a:gd name="T22" fmla="*/ 26 w 47"/>
                  <a:gd name="T23" fmla="*/ 39 h 45"/>
                  <a:gd name="T24" fmla="*/ 30 w 47"/>
                  <a:gd name="T25" fmla="*/ 39 h 45"/>
                  <a:gd name="T26" fmla="*/ 32 w 47"/>
                  <a:gd name="T27" fmla="*/ 41 h 45"/>
                  <a:gd name="T28" fmla="*/ 38 w 47"/>
                  <a:gd name="T29" fmla="*/ 43 h 45"/>
                  <a:gd name="T30" fmla="*/ 38 w 47"/>
                  <a:gd name="T31" fmla="*/ 43 h 45"/>
                  <a:gd name="T32" fmla="*/ 45 w 47"/>
                  <a:gd name="T33" fmla="*/ 45 h 45"/>
                  <a:gd name="T34" fmla="*/ 45 w 47"/>
                  <a:gd name="T35" fmla="*/ 43 h 45"/>
                  <a:gd name="T36" fmla="*/ 47 w 47"/>
                  <a:gd name="T37" fmla="*/ 41 h 45"/>
                  <a:gd name="T38" fmla="*/ 47 w 47"/>
                  <a:gd name="T39" fmla="*/ 39 h 45"/>
                  <a:gd name="T40" fmla="*/ 45 w 47"/>
                  <a:gd name="T41" fmla="*/ 37 h 45"/>
                  <a:gd name="T42" fmla="*/ 45 w 47"/>
                  <a:gd name="T43" fmla="*/ 37 h 45"/>
                  <a:gd name="T44" fmla="*/ 45 w 47"/>
                  <a:gd name="T45" fmla="*/ 33 h 45"/>
                  <a:gd name="T46" fmla="*/ 45 w 47"/>
                  <a:gd name="T47" fmla="*/ 32 h 45"/>
                  <a:gd name="T48" fmla="*/ 45 w 47"/>
                  <a:gd name="T49" fmla="*/ 30 h 45"/>
                  <a:gd name="T50" fmla="*/ 43 w 47"/>
                  <a:gd name="T51" fmla="*/ 28 h 45"/>
                  <a:gd name="T52" fmla="*/ 45 w 47"/>
                  <a:gd name="T53" fmla="*/ 26 h 45"/>
                  <a:gd name="T54" fmla="*/ 41 w 47"/>
                  <a:gd name="T55" fmla="*/ 24 h 45"/>
                  <a:gd name="T56" fmla="*/ 41 w 47"/>
                  <a:gd name="T57" fmla="*/ 22 h 45"/>
                  <a:gd name="T58" fmla="*/ 43 w 47"/>
                  <a:gd name="T59" fmla="*/ 20 h 45"/>
                  <a:gd name="T60" fmla="*/ 41 w 47"/>
                  <a:gd name="T61" fmla="*/ 17 h 45"/>
                  <a:gd name="T62" fmla="*/ 38 w 47"/>
                  <a:gd name="T63" fmla="*/ 13 h 45"/>
                  <a:gd name="T64" fmla="*/ 38 w 47"/>
                  <a:gd name="T65" fmla="*/ 11 h 45"/>
                  <a:gd name="T66" fmla="*/ 36 w 47"/>
                  <a:gd name="T67" fmla="*/ 9 h 45"/>
                  <a:gd name="T68" fmla="*/ 30 w 47"/>
                  <a:gd name="T69" fmla="*/ 9 h 45"/>
                  <a:gd name="T70" fmla="*/ 25 w 47"/>
                  <a:gd name="T71" fmla="*/ 7 h 45"/>
                  <a:gd name="T72" fmla="*/ 25 w 47"/>
                  <a:gd name="T73" fmla="*/ 9 h 45"/>
                  <a:gd name="T74" fmla="*/ 23 w 47"/>
                  <a:gd name="T75" fmla="*/ 9 h 45"/>
                  <a:gd name="T76" fmla="*/ 21 w 47"/>
                  <a:gd name="T77" fmla="*/ 7 h 45"/>
                  <a:gd name="T78" fmla="*/ 15 w 47"/>
                  <a:gd name="T79" fmla="*/ 5 h 45"/>
                  <a:gd name="T80" fmla="*/ 15 w 47"/>
                  <a:gd name="T81" fmla="*/ 4 h 45"/>
                  <a:gd name="T82" fmla="*/ 12 w 47"/>
                  <a:gd name="T83" fmla="*/ 0 h 45"/>
                  <a:gd name="T84" fmla="*/ 8 w 47"/>
                  <a:gd name="T85" fmla="*/ 2 h 45"/>
                  <a:gd name="T86" fmla="*/ 8 w 47"/>
                  <a:gd name="T87" fmla="*/ 5 h 45"/>
                  <a:gd name="T88" fmla="*/ 6 w 47"/>
                  <a:gd name="T89" fmla="*/ 7 h 45"/>
                  <a:gd name="T90" fmla="*/ 6 w 47"/>
                  <a:gd name="T91" fmla="*/ 11 h 45"/>
                  <a:gd name="T92" fmla="*/ 6 w 47"/>
                  <a:gd name="T93" fmla="*/ 11 h 45"/>
                  <a:gd name="T94" fmla="*/ 4 w 47"/>
                  <a:gd name="T95" fmla="*/ 11 h 45"/>
                  <a:gd name="T96" fmla="*/ 0 w 47"/>
                  <a:gd name="T97" fmla="*/ 18 h 45"/>
                  <a:gd name="T98" fmla="*/ 4 w 47"/>
                  <a:gd name="T99" fmla="*/ 20 h 45"/>
                  <a:gd name="T100" fmla="*/ 6 w 47"/>
                  <a:gd name="T101" fmla="*/ 20 h 45"/>
                  <a:gd name="T102" fmla="*/ 6 w 47"/>
                  <a:gd name="T103" fmla="*/ 22 h 45"/>
                  <a:gd name="T104" fmla="*/ 4 w 47"/>
                  <a:gd name="T105" fmla="*/ 24 h 45"/>
                  <a:gd name="T106" fmla="*/ 6 w 47"/>
                  <a:gd name="T107" fmla="*/ 26 h 45"/>
                  <a:gd name="T108" fmla="*/ 2 w 47"/>
                  <a:gd name="T109" fmla="*/ 28 h 45"/>
                  <a:gd name="T110" fmla="*/ 2 w 47"/>
                  <a:gd name="T1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" h="45">
                    <a:moveTo>
                      <a:pt x="2" y="32"/>
                    </a:moveTo>
                    <a:lnTo>
                      <a:pt x="2" y="35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10" y="39"/>
                    </a:lnTo>
                    <a:lnTo>
                      <a:pt x="13" y="43"/>
                    </a:lnTo>
                    <a:lnTo>
                      <a:pt x="15" y="41"/>
                    </a:lnTo>
                    <a:lnTo>
                      <a:pt x="17" y="39"/>
                    </a:lnTo>
                    <a:lnTo>
                      <a:pt x="21" y="39"/>
                    </a:lnTo>
                    <a:lnTo>
                      <a:pt x="25" y="37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30" y="39"/>
                    </a:lnTo>
                    <a:lnTo>
                      <a:pt x="32" y="41"/>
                    </a:lnTo>
                    <a:lnTo>
                      <a:pt x="38" y="43"/>
                    </a:lnTo>
                    <a:lnTo>
                      <a:pt x="38" y="43"/>
                    </a:lnTo>
                    <a:lnTo>
                      <a:pt x="45" y="45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47" y="39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3"/>
                    </a:lnTo>
                    <a:lnTo>
                      <a:pt x="45" y="32"/>
                    </a:lnTo>
                    <a:lnTo>
                      <a:pt x="45" y="30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41" y="24"/>
                    </a:lnTo>
                    <a:lnTo>
                      <a:pt x="41" y="22"/>
                    </a:lnTo>
                    <a:lnTo>
                      <a:pt x="43" y="20"/>
                    </a:lnTo>
                    <a:lnTo>
                      <a:pt x="41" y="17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6" y="9"/>
                    </a:lnTo>
                    <a:lnTo>
                      <a:pt x="30" y="9"/>
                    </a:lnTo>
                    <a:lnTo>
                      <a:pt x="25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2" y="28"/>
                    </a:lnTo>
                    <a:lnTo>
                      <a:pt x="2" y="3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4" name="Freeform 6433">
                <a:extLst>
                  <a:ext uri="{FF2B5EF4-FFF2-40B4-BE49-F238E27FC236}">
                    <a16:creationId xmlns:a16="http://schemas.microsoft.com/office/drawing/2014/main" id="{1209E32F-A73F-416B-A217-2D7B9A0CCB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23" y="1613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3 w 7"/>
                  <a:gd name="T3" fmla="*/ 2 h 9"/>
                  <a:gd name="T4" fmla="*/ 3 w 7"/>
                  <a:gd name="T5" fmla="*/ 2 h 9"/>
                  <a:gd name="T6" fmla="*/ 0 w 7"/>
                  <a:gd name="T7" fmla="*/ 2 h 9"/>
                  <a:gd name="T8" fmla="*/ 0 w 7"/>
                  <a:gd name="T9" fmla="*/ 6 h 9"/>
                  <a:gd name="T10" fmla="*/ 2 w 7"/>
                  <a:gd name="T11" fmla="*/ 7 h 9"/>
                  <a:gd name="T12" fmla="*/ 3 w 7"/>
                  <a:gd name="T13" fmla="*/ 9 h 9"/>
                  <a:gd name="T14" fmla="*/ 7 w 7"/>
                  <a:gd name="T15" fmla="*/ 7 h 9"/>
                  <a:gd name="T16" fmla="*/ 7 w 7"/>
                  <a:gd name="T17" fmla="*/ 6 h 9"/>
                  <a:gd name="T18" fmla="*/ 7 w 7"/>
                  <a:gd name="T19" fmla="*/ 4 h 9"/>
                  <a:gd name="T20" fmla="*/ 7 w 7"/>
                  <a:gd name="T21" fmla="*/ 2 h 9"/>
                  <a:gd name="T22" fmla="*/ 7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5" name="Freeform 6434">
                <a:extLst>
                  <a:ext uri="{FF2B5EF4-FFF2-40B4-BE49-F238E27FC236}">
                    <a16:creationId xmlns:a16="http://schemas.microsoft.com/office/drawing/2014/main" id="{F3D9100B-75BE-42D6-A466-F9DD80A5FD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18" y="1365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6 w 8"/>
                  <a:gd name="T3" fmla="*/ 9 h 9"/>
                  <a:gd name="T4" fmla="*/ 8 w 8"/>
                  <a:gd name="T5" fmla="*/ 7 h 9"/>
                  <a:gd name="T6" fmla="*/ 8 w 8"/>
                  <a:gd name="T7" fmla="*/ 0 h 9"/>
                  <a:gd name="T8" fmla="*/ 4 w 8"/>
                  <a:gd name="T9" fmla="*/ 6 h 9"/>
                  <a:gd name="T10" fmla="*/ 0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6" y="9"/>
                    </a:lnTo>
                    <a:lnTo>
                      <a:pt x="8" y="7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6" name="Freeform 6435">
                <a:extLst>
                  <a:ext uri="{FF2B5EF4-FFF2-40B4-BE49-F238E27FC236}">
                    <a16:creationId xmlns:a16="http://schemas.microsoft.com/office/drawing/2014/main" id="{7548A23E-0C7A-4BD7-91BE-2D5887A4B3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41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2 h 8"/>
                  <a:gd name="T4" fmla="*/ 0 w 6"/>
                  <a:gd name="T5" fmla="*/ 6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4 h 8"/>
                  <a:gd name="T12" fmla="*/ 4 w 6"/>
                  <a:gd name="T13" fmla="*/ 0 h 8"/>
                  <a:gd name="T14" fmla="*/ 2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7" name="Freeform 6436">
                <a:extLst>
                  <a:ext uri="{FF2B5EF4-FFF2-40B4-BE49-F238E27FC236}">
                    <a16:creationId xmlns:a16="http://schemas.microsoft.com/office/drawing/2014/main" id="{4AC148C9-0F0E-412C-8150-DEA7A1C62A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2" y="1400"/>
                <a:ext cx="7" cy="10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2 h 5"/>
                  <a:gd name="T6" fmla="*/ 0 w 4"/>
                  <a:gd name="T7" fmla="*/ 3 h 5"/>
                  <a:gd name="T8" fmla="*/ 0 w 4"/>
                  <a:gd name="T9" fmla="*/ 4 h 5"/>
                  <a:gd name="T10" fmla="*/ 0 w 4"/>
                  <a:gd name="T11" fmla="*/ 4 h 5"/>
                  <a:gd name="T12" fmla="*/ 0 w 4"/>
                  <a:gd name="T13" fmla="*/ 5 h 5"/>
                  <a:gd name="T14" fmla="*/ 0 w 4"/>
                  <a:gd name="T15" fmla="*/ 5 h 5"/>
                  <a:gd name="T16" fmla="*/ 1 w 4"/>
                  <a:gd name="T17" fmla="*/ 5 h 5"/>
                  <a:gd name="T18" fmla="*/ 1 w 4"/>
                  <a:gd name="T19" fmla="*/ 5 h 5"/>
                  <a:gd name="T20" fmla="*/ 2 w 4"/>
                  <a:gd name="T21" fmla="*/ 5 h 5"/>
                  <a:gd name="T22" fmla="*/ 3 w 4"/>
                  <a:gd name="T23" fmla="*/ 3 h 5"/>
                  <a:gd name="T24" fmla="*/ 4 w 4"/>
                  <a:gd name="T25" fmla="*/ 0 h 5"/>
                  <a:gd name="T26" fmla="*/ 1 w 4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8" name="Freeform 6437">
                <a:extLst>
                  <a:ext uri="{FF2B5EF4-FFF2-40B4-BE49-F238E27FC236}">
                    <a16:creationId xmlns:a16="http://schemas.microsoft.com/office/drawing/2014/main" id="{3FC26E0A-FB31-411C-964A-61B4E39D8AF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39" y="1475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7 w 7"/>
                  <a:gd name="T3" fmla="*/ 4 h 6"/>
                  <a:gd name="T4" fmla="*/ 5 w 7"/>
                  <a:gd name="T5" fmla="*/ 0 h 6"/>
                  <a:gd name="T6" fmla="*/ 1 w 7"/>
                  <a:gd name="T7" fmla="*/ 0 h 6"/>
                  <a:gd name="T8" fmla="*/ 0 w 7"/>
                  <a:gd name="T9" fmla="*/ 2 h 6"/>
                  <a:gd name="T10" fmla="*/ 1 w 7"/>
                  <a:gd name="T11" fmla="*/ 4 h 6"/>
                  <a:gd name="T12" fmla="*/ 3 w 7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9" name="Freeform 6438">
                <a:extLst>
                  <a:ext uri="{FF2B5EF4-FFF2-40B4-BE49-F238E27FC236}">
                    <a16:creationId xmlns:a16="http://schemas.microsoft.com/office/drawing/2014/main" id="{124CB490-C664-4D39-8CDE-480321B375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93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1 h 2"/>
                  <a:gd name="T10" fmla="*/ 3 w 3"/>
                  <a:gd name="T11" fmla="*/ 0 h 2"/>
                  <a:gd name="T12" fmla="*/ 1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0" name="Freeform 6439">
                <a:extLst>
                  <a:ext uri="{FF2B5EF4-FFF2-40B4-BE49-F238E27FC236}">
                    <a16:creationId xmlns:a16="http://schemas.microsoft.com/office/drawing/2014/main" id="{973C199B-7620-4FEF-A914-E42D0E07AF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52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2 h 6"/>
                  <a:gd name="T4" fmla="*/ 2 w 5"/>
                  <a:gd name="T5" fmla="*/ 0 h 6"/>
                  <a:gd name="T6" fmla="*/ 0 w 5"/>
                  <a:gd name="T7" fmla="*/ 4 h 6"/>
                  <a:gd name="T8" fmla="*/ 2 w 5"/>
                  <a:gd name="T9" fmla="*/ 6 h 6"/>
                  <a:gd name="T10" fmla="*/ 5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1" name="Freeform 6440">
                <a:extLst>
                  <a:ext uri="{FF2B5EF4-FFF2-40B4-BE49-F238E27FC236}">
                    <a16:creationId xmlns:a16="http://schemas.microsoft.com/office/drawing/2014/main" id="{026FF96A-CBF4-42D8-AC26-07DF002B97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0" y="1330"/>
                <a:ext cx="35" cy="20"/>
              </a:xfrm>
              <a:custGeom>
                <a:avLst/>
                <a:gdLst>
                  <a:gd name="T0" fmla="*/ 4 w 35"/>
                  <a:gd name="T1" fmla="*/ 18 h 20"/>
                  <a:gd name="T2" fmla="*/ 5 w 35"/>
                  <a:gd name="T3" fmla="*/ 18 h 20"/>
                  <a:gd name="T4" fmla="*/ 5 w 35"/>
                  <a:gd name="T5" fmla="*/ 20 h 20"/>
                  <a:gd name="T6" fmla="*/ 9 w 35"/>
                  <a:gd name="T7" fmla="*/ 20 h 20"/>
                  <a:gd name="T8" fmla="*/ 9 w 35"/>
                  <a:gd name="T9" fmla="*/ 18 h 20"/>
                  <a:gd name="T10" fmla="*/ 11 w 35"/>
                  <a:gd name="T11" fmla="*/ 18 h 20"/>
                  <a:gd name="T12" fmla="*/ 13 w 35"/>
                  <a:gd name="T13" fmla="*/ 18 h 20"/>
                  <a:gd name="T14" fmla="*/ 17 w 35"/>
                  <a:gd name="T15" fmla="*/ 14 h 20"/>
                  <a:gd name="T16" fmla="*/ 24 w 35"/>
                  <a:gd name="T17" fmla="*/ 9 h 20"/>
                  <a:gd name="T18" fmla="*/ 28 w 35"/>
                  <a:gd name="T19" fmla="*/ 5 h 20"/>
                  <a:gd name="T20" fmla="*/ 33 w 35"/>
                  <a:gd name="T21" fmla="*/ 3 h 20"/>
                  <a:gd name="T22" fmla="*/ 35 w 35"/>
                  <a:gd name="T23" fmla="*/ 0 h 20"/>
                  <a:gd name="T24" fmla="*/ 31 w 35"/>
                  <a:gd name="T25" fmla="*/ 0 h 20"/>
                  <a:gd name="T26" fmla="*/ 28 w 35"/>
                  <a:gd name="T27" fmla="*/ 0 h 20"/>
                  <a:gd name="T28" fmla="*/ 26 w 35"/>
                  <a:gd name="T29" fmla="*/ 0 h 20"/>
                  <a:gd name="T30" fmla="*/ 22 w 35"/>
                  <a:gd name="T31" fmla="*/ 1 h 20"/>
                  <a:gd name="T32" fmla="*/ 18 w 35"/>
                  <a:gd name="T33" fmla="*/ 1 h 20"/>
                  <a:gd name="T34" fmla="*/ 15 w 35"/>
                  <a:gd name="T35" fmla="*/ 3 h 20"/>
                  <a:gd name="T36" fmla="*/ 13 w 35"/>
                  <a:gd name="T37" fmla="*/ 5 h 20"/>
                  <a:gd name="T38" fmla="*/ 11 w 35"/>
                  <a:gd name="T39" fmla="*/ 7 h 20"/>
                  <a:gd name="T40" fmla="*/ 7 w 35"/>
                  <a:gd name="T41" fmla="*/ 7 h 20"/>
                  <a:gd name="T42" fmla="*/ 2 w 35"/>
                  <a:gd name="T43" fmla="*/ 13 h 20"/>
                  <a:gd name="T44" fmla="*/ 0 w 35"/>
                  <a:gd name="T45" fmla="*/ 16 h 20"/>
                  <a:gd name="T46" fmla="*/ 2 w 35"/>
                  <a:gd name="T47" fmla="*/ 18 h 20"/>
                  <a:gd name="T48" fmla="*/ 4 w 35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0">
                    <a:moveTo>
                      <a:pt x="4" y="18"/>
                    </a:moveTo>
                    <a:lnTo>
                      <a:pt x="5" y="18"/>
                    </a:lnTo>
                    <a:lnTo>
                      <a:pt x="5" y="20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7" y="14"/>
                    </a:lnTo>
                    <a:lnTo>
                      <a:pt x="24" y="9"/>
                    </a:lnTo>
                    <a:lnTo>
                      <a:pt x="28" y="5"/>
                    </a:lnTo>
                    <a:lnTo>
                      <a:pt x="33" y="3"/>
                    </a:lnTo>
                    <a:lnTo>
                      <a:pt x="35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7" y="7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2" name="Freeform 6441">
                <a:extLst>
                  <a:ext uri="{FF2B5EF4-FFF2-40B4-BE49-F238E27FC236}">
                    <a16:creationId xmlns:a16="http://schemas.microsoft.com/office/drawing/2014/main" id="{521892B2-A935-4968-AF10-D324A1E26A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35" y="162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2 w 6"/>
                  <a:gd name="T3" fmla="*/ 2 h 8"/>
                  <a:gd name="T4" fmla="*/ 2 w 6"/>
                  <a:gd name="T5" fmla="*/ 0 h 8"/>
                  <a:gd name="T6" fmla="*/ 0 w 6"/>
                  <a:gd name="T7" fmla="*/ 4 h 8"/>
                  <a:gd name="T8" fmla="*/ 0 w 6"/>
                  <a:gd name="T9" fmla="*/ 6 h 8"/>
                  <a:gd name="T10" fmla="*/ 6 w 6"/>
                  <a:gd name="T11" fmla="*/ 8 h 8"/>
                  <a:gd name="T12" fmla="*/ 4 w 6"/>
                  <a:gd name="T13" fmla="*/ 6 h 8"/>
                  <a:gd name="T14" fmla="*/ 6 w 6"/>
                  <a:gd name="T15" fmla="*/ 6 h 8"/>
                  <a:gd name="T16" fmla="*/ 4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3" name="Freeform 6442">
                <a:extLst>
                  <a:ext uri="{FF2B5EF4-FFF2-40B4-BE49-F238E27FC236}">
                    <a16:creationId xmlns:a16="http://schemas.microsoft.com/office/drawing/2014/main" id="{9CC770DD-FB2B-487B-AB9E-CBD39337C2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3" y="155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2 w 7"/>
                  <a:gd name="T3" fmla="*/ 0 h 9"/>
                  <a:gd name="T4" fmla="*/ 0 w 7"/>
                  <a:gd name="T5" fmla="*/ 5 h 9"/>
                  <a:gd name="T6" fmla="*/ 2 w 7"/>
                  <a:gd name="T7" fmla="*/ 5 h 9"/>
                  <a:gd name="T8" fmla="*/ 2 w 7"/>
                  <a:gd name="T9" fmla="*/ 9 h 9"/>
                  <a:gd name="T10" fmla="*/ 6 w 7"/>
                  <a:gd name="T11" fmla="*/ 9 h 9"/>
                  <a:gd name="T12" fmla="*/ 6 w 7"/>
                  <a:gd name="T13" fmla="*/ 7 h 9"/>
                  <a:gd name="T14" fmla="*/ 7 w 7"/>
                  <a:gd name="T15" fmla="*/ 4 h 9"/>
                  <a:gd name="T16" fmla="*/ 6 w 7"/>
                  <a:gd name="T17" fmla="*/ 2 h 9"/>
                  <a:gd name="T18" fmla="*/ 6 w 7"/>
                  <a:gd name="T19" fmla="*/ 2 h 9"/>
                  <a:gd name="T20" fmla="*/ 4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4" name="Freeform 6443">
                <a:extLst>
                  <a:ext uri="{FF2B5EF4-FFF2-40B4-BE49-F238E27FC236}">
                    <a16:creationId xmlns:a16="http://schemas.microsoft.com/office/drawing/2014/main" id="{17F7A49F-B6BE-4C1A-9DBF-CE772073A7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56" y="1443"/>
                <a:ext cx="32" cy="38"/>
              </a:xfrm>
              <a:custGeom>
                <a:avLst/>
                <a:gdLst>
                  <a:gd name="T0" fmla="*/ 32 w 32"/>
                  <a:gd name="T1" fmla="*/ 8 h 38"/>
                  <a:gd name="T2" fmla="*/ 28 w 32"/>
                  <a:gd name="T3" fmla="*/ 4 h 38"/>
                  <a:gd name="T4" fmla="*/ 26 w 32"/>
                  <a:gd name="T5" fmla="*/ 4 h 38"/>
                  <a:gd name="T6" fmla="*/ 24 w 32"/>
                  <a:gd name="T7" fmla="*/ 4 h 38"/>
                  <a:gd name="T8" fmla="*/ 23 w 32"/>
                  <a:gd name="T9" fmla="*/ 4 h 38"/>
                  <a:gd name="T10" fmla="*/ 21 w 32"/>
                  <a:gd name="T11" fmla="*/ 4 h 38"/>
                  <a:gd name="T12" fmla="*/ 19 w 32"/>
                  <a:gd name="T13" fmla="*/ 2 h 38"/>
                  <a:gd name="T14" fmla="*/ 17 w 32"/>
                  <a:gd name="T15" fmla="*/ 2 h 38"/>
                  <a:gd name="T16" fmla="*/ 13 w 32"/>
                  <a:gd name="T17" fmla="*/ 0 h 38"/>
                  <a:gd name="T18" fmla="*/ 9 w 32"/>
                  <a:gd name="T19" fmla="*/ 0 h 38"/>
                  <a:gd name="T20" fmla="*/ 8 w 32"/>
                  <a:gd name="T21" fmla="*/ 4 h 38"/>
                  <a:gd name="T22" fmla="*/ 4 w 32"/>
                  <a:gd name="T23" fmla="*/ 4 h 38"/>
                  <a:gd name="T24" fmla="*/ 0 w 32"/>
                  <a:gd name="T25" fmla="*/ 8 h 38"/>
                  <a:gd name="T26" fmla="*/ 0 w 32"/>
                  <a:gd name="T27" fmla="*/ 11 h 38"/>
                  <a:gd name="T28" fmla="*/ 2 w 32"/>
                  <a:gd name="T29" fmla="*/ 13 h 38"/>
                  <a:gd name="T30" fmla="*/ 4 w 32"/>
                  <a:gd name="T31" fmla="*/ 15 h 38"/>
                  <a:gd name="T32" fmla="*/ 4 w 32"/>
                  <a:gd name="T33" fmla="*/ 19 h 38"/>
                  <a:gd name="T34" fmla="*/ 6 w 32"/>
                  <a:gd name="T35" fmla="*/ 21 h 38"/>
                  <a:gd name="T36" fmla="*/ 4 w 32"/>
                  <a:gd name="T37" fmla="*/ 23 h 38"/>
                  <a:gd name="T38" fmla="*/ 4 w 32"/>
                  <a:gd name="T39" fmla="*/ 26 h 38"/>
                  <a:gd name="T40" fmla="*/ 6 w 32"/>
                  <a:gd name="T41" fmla="*/ 28 h 38"/>
                  <a:gd name="T42" fmla="*/ 6 w 32"/>
                  <a:gd name="T43" fmla="*/ 34 h 38"/>
                  <a:gd name="T44" fmla="*/ 9 w 32"/>
                  <a:gd name="T45" fmla="*/ 38 h 38"/>
                  <a:gd name="T46" fmla="*/ 11 w 32"/>
                  <a:gd name="T47" fmla="*/ 36 h 38"/>
                  <a:gd name="T48" fmla="*/ 11 w 32"/>
                  <a:gd name="T49" fmla="*/ 34 h 38"/>
                  <a:gd name="T50" fmla="*/ 13 w 32"/>
                  <a:gd name="T51" fmla="*/ 34 h 38"/>
                  <a:gd name="T52" fmla="*/ 15 w 32"/>
                  <a:gd name="T53" fmla="*/ 34 h 38"/>
                  <a:gd name="T54" fmla="*/ 19 w 32"/>
                  <a:gd name="T55" fmla="*/ 28 h 38"/>
                  <a:gd name="T56" fmla="*/ 23 w 32"/>
                  <a:gd name="T57" fmla="*/ 26 h 38"/>
                  <a:gd name="T58" fmla="*/ 26 w 32"/>
                  <a:gd name="T59" fmla="*/ 23 h 38"/>
                  <a:gd name="T60" fmla="*/ 26 w 32"/>
                  <a:gd name="T61" fmla="*/ 23 h 38"/>
                  <a:gd name="T62" fmla="*/ 32 w 32"/>
                  <a:gd name="T63" fmla="*/ 19 h 38"/>
                  <a:gd name="T64" fmla="*/ 32 w 32"/>
                  <a:gd name="T65" fmla="*/ 17 h 38"/>
                  <a:gd name="T66" fmla="*/ 32 w 32"/>
                  <a:gd name="T67" fmla="*/ 17 h 38"/>
                  <a:gd name="T68" fmla="*/ 32 w 32"/>
                  <a:gd name="T69" fmla="*/ 13 h 38"/>
                  <a:gd name="T70" fmla="*/ 30 w 32"/>
                  <a:gd name="T71" fmla="*/ 11 h 38"/>
                  <a:gd name="T72" fmla="*/ 32 w 32"/>
                  <a:gd name="T73" fmla="*/ 11 h 38"/>
                  <a:gd name="T74" fmla="*/ 32 w 32"/>
                  <a:gd name="T75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8">
                    <a:moveTo>
                      <a:pt x="32" y="8"/>
                    </a:move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9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5" y="34"/>
                    </a:lnTo>
                    <a:lnTo>
                      <a:pt x="19" y="28"/>
                    </a:lnTo>
                    <a:lnTo>
                      <a:pt x="23" y="26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5" name="Freeform 6444">
                <a:extLst>
                  <a:ext uri="{FF2B5EF4-FFF2-40B4-BE49-F238E27FC236}">
                    <a16:creationId xmlns:a16="http://schemas.microsoft.com/office/drawing/2014/main" id="{863BD44F-A118-4987-84BA-132DA506FBF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7" y="1443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5 w 7"/>
                  <a:gd name="T3" fmla="*/ 6 h 6"/>
                  <a:gd name="T4" fmla="*/ 7 w 7"/>
                  <a:gd name="T5" fmla="*/ 4 h 6"/>
                  <a:gd name="T6" fmla="*/ 5 w 7"/>
                  <a:gd name="T7" fmla="*/ 0 h 6"/>
                  <a:gd name="T8" fmla="*/ 2 w 7"/>
                  <a:gd name="T9" fmla="*/ 0 h 6"/>
                  <a:gd name="T10" fmla="*/ 0 w 7"/>
                  <a:gd name="T11" fmla="*/ 2 h 6"/>
                  <a:gd name="T12" fmla="*/ 0 w 7"/>
                  <a:gd name="T13" fmla="*/ 4 h 6"/>
                  <a:gd name="T14" fmla="*/ 2 w 7"/>
                  <a:gd name="T15" fmla="*/ 6 h 6"/>
                  <a:gd name="T16" fmla="*/ 4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6" name="Freeform 6445">
                <a:extLst>
                  <a:ext uri="{FF2B5EF4-FFF2-40B4-BE49-F238E27FC236}">
                    <a16:creationId xmlns:a16="http://schemas.microsoft.com/office/drawing/2014/main" id="{F16E312E-B803-4905-87ED-6CAF4D13D4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41" y="1632"/>
                <a:ext cx="9" cy="7"/>
              </a:xfrm>
              <a:custGeom>
                <a:avLst/>
                <a:gdLst>
                  <a:gd name="T0" fmla="*/ 3 w 9"/>
                  <a:gd name="T1" fmla="*/ 0 h 7"/>
                  <a:gd name="T2" fmla="*/ 3 w 9"/>
                  <a:gd name="T3" fmla="*/ 0 h 7"/>
                  <a:gd name="T4" fmla="*/ 3 w 9"/>
                  <a:gd name="T5" fmla="*/ 0 h 7"/>
                  <a:gd name="T6" fmla="*/ 0 w 9"/>
                  <a:gd name="T7" fmla="*/ 1 h 7"/>
                  <a:gd name="T8" fmla="*/ 2 w 9"/>
                  <a:gd name="T9" fmla="*/ 5 h 7"/>
                  <a:gd name="T10" fmla="*/ 3 w 9"/>
                  <a:gd name="T11" fmla="*/ 7 h 7"/>
                  <a:gd name="T12" fmla="*/ 7 w 9"/>
                  <a:gd name="T13" fmla="*/ 3 h 7"/>
                  <a:gd name="T14" fmla="*/ 7 w 9"/>
                  <a:gd name="T15" fmla="*/ 1 h 7"/>
                  <a:gd name="T16" fmla="*/ 9 w 9"/>
                  <a:gd name="T17" fmla="*/ 0 h 7"/>
                  <a:gd name="T18" fmla="*/ 3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286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sp>
          <p:nvSpPr>
            <p:cNvPr id="10" name="Freeform 6447">
              <a:extLst>
                <a:ext uri="{FF2B5EF4-FFF2-40B4-BE49-F238E27FC236}">
                  <a16:creationId xmlns:a16="http://schemas.microsoft.com/office/drawing/2014/main" id="{6CB7EB08-9E17-4CCF-BFC3-AF27282F8938}"/>
                </a:ext>
              </a:extLst>
            </p:cNvPr>
            <p:cNvSpPr>
              <a:spLocks/>
            </p:cNvSpPr>
            <p:nvPr/>
          </p:nvSpPr>
          <p:spPr bwMode="gray">
            <a:xfrm>
              <a:off x="2341" y="1609"/>
              <a:ext cx="9" cy="6"/>
            </a:xfrm>
            <a:custGeom>
              <a:avLst/>
              <a:gdLst>
                <a:gd name="T0" fmla="*/ 2 w 5"/>
                <a:gd name="T1" fmla="*/ 0 h 3"/>
                <a:gd name="T2" fmla="*/ 0 w 5"/>
                <a:gd name="T3" fmla="*/ 3 h 3"/>
                <a:gd name="T4" fmla="*/ 1 w 5"/>
                <a:gd name="T5" fmla="*/ 2 h 3"/>
                <a:gd name="T6" fmla="*/ 2 w 5"/>
                <a:gd name="T7" fmla="*/ 2 h 3"/>
                <a:gd name="T8" fmla="*/ 2 w 5"/>
                <a:gd name="T9" fmla="*/ 2 h 3"/>
                <a:gd name="T10" fmla="*/ 5 w 5"/>
                <a:gd name="T11" fmla="*/ 0 h 3"/>
                <a:gd name="T12" fmla="*/ 2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1" name="Freeform 6448">
              <a:extLst>
                <a:ext uri="{FF2B5EF4-FFF2-40B4-BE49-F238E27FC236}">
                  <a16:creationId xmlns:a16="http://schemas.microsoft.com/office/drawing/2014/main" id="{E179F33E-5B1F-4CC3-8B7A-3C6D4906ADA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41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2 w 6"/>
                <a:gd name="T5" fmla="*/ 6 h 6"/>
                <a:gd name="T6" fmla="*/ 4 w 6"/>
                <a:gd name="T7" fmla="*/ 4 h 6"/>
                <a:gd name="T8" fmla="*/ 6 w 6"/>
                <a:gd name="T9" fmla="*/ 2 h 6"/>
                <a:gd name="T10" fmla="*/ 4 w 6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2" name="Freeform 6449">
              <a:extLst>
                <a:ext uri="{FF2B5EF4-FFF2-40B4-BE49-F238E27FC236}">
                  <a16:creationId xmlns:a16="http://schemas.microsoft.com/office/drawing/2014/main" id="{34EAF603-F2B6-467F-B579-D6184973B1D7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8" y="1438"/>
              <a:ext cx="9" cy="5"/>
            </a:xfrm>
            <a:custGeom>
              <a:avLst/>
              <a:gdLst>
                <a:gd name="T0" fmla="*/ 5 w 9"/>
                <a:gd name="T1" fmla="*/ 5 h 5"/>
                <a:gd name="T2" fmla="*/ 7 w 9"/>
                <a:gd name="T3" fmla="*/ 5 h 5"/>
                <a:gd name="T4" fmla="*/ 9 w 9"/>
                <a:gd name="T5" fmla="*/ 2 h 5"/>
                <a:gd name="T6" fmla="*/ 5 w 9"/>
                <a:gd name="T7" fmla="*/ 0 h 5"/>
                <a:gd name="T8" fmla="*/ 2 w 9"/>
                <a:gd name="T9" fmla="*/ 2 h 5"/>
                <a:gd name="T10" fmla="*/ 0 w 9"/>
                <a:gd name="T11" fmla="*/ 5 h 5"/>
                <a:gd name="T12" fmla="*/ 4 w 9"/>
                <a:gd name="T13" fmla="*/ 5 h 5"/>
                <a:gd name="T14" fmla="*/ 5 w 9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lnTo>
                    <a:pt x="7" y="5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3" name="Freeform 6450">
              <a:extLst>
                <a:ext uri="{FF2B5EF4-FFF2-40B4-BE49-F238E27FC236}">
                  <a16:creationId xmlns:a16="http://schemas.microsoft.com/office/drawing/2014/main" id="{1F88B58F-D46B-4E5D-96BE-B67F2B05BD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391"/>
              <a:ext cx="15" cy="15"/>
            </a:xfrm>
            <a:custGeom>
              <a:avLst/>
              <a:gdLst>
                <a:gd name="T0" fmla="*/ 2 w 15"/>
                <a:gd name="T1" fmla="*/ 13 h 15"/>
                <a:gd name="T2" fmla="*/ 4 w 15"/>
                <a:gd name="T3" fmla="*/ 15 h 15"/>
                <a:gd name="T4" fmla="*/ 7 w 15"/>
                <a:gd name="T5" fmla="*/ 15 h 15"/>
                <a:gd name="T6" fmla="*/ 7 w 15"/>
                <a:gd name="T7" fmla="*/ 15 h 15"/>
                <a:gd name="T8" fmla="*/ 11 w 15"/>
                <a:gd name="T9" fmla="*/ 15 h 15"/>
                <a:gd name="T10" fmla="*/ 13 w 15"/>
                <a:gd name="T11" fmla="*/ 11 h 15"/>
                <a:gd name="T12" fmla="*/ 15 w 15"/>
                <a:gd name="T13" fmla="*/ 9 h 15"/>
                <a:gd name="T14" fmla="*/ 15 w 15"/>
                <a:gd name="T15" fmla="*/ 6 h 15"/>
                <a:gd name="T16" fmla="*/ 15 w 15"/>
                <a:gd name="T17" fmla="*/ 4 h 15"/>
                <a:gd name="T18" fmla="*/ 15 w 15"/>
                <a:gd name="T19" fmla="*/ 0 h 15"/>
                <a:gd name="T20" fmla="*/ 9 w 15"/>
                <a:gd name="T21" fmla="*/ 0 h 15"/>
                <a:gd name="T22" fmla="*/ 9 w 15"/>
                <a:gd name="T23" fmla="*/ 2 h 15"/>
                <a:gd name="T24" fmla="*/ 4 w 15"/>
                <a:gd name="T25" fmla="*/ 4 h 15"/>
                <a:gd name="T26" fmla="*/ 4 w 15"/>
                <a:gd name="T27" fmla="*/ 6 h 15"/>
                <a:gd name="T28" fmla="*/ 4 w 15"/>
                <a:gd name="T29" fmla="*/ 8 h 15"/>
                <a:gd name="T30" fmla="*/ 2 w 15"/>
                <a:gd name="T31" fmla="*/ 8 h 15"/>
                <a:gd name="T32" fmla="*/ 0 w 15"/>
                <a:gd name="T33" fmla="*/ 9 h 15"/>
                <a:gd name="T34" fmla="*/ 0 w 15"/>
                <a:gd name="T35" fmla="*/ 11 h 15"/>
                <a:gd name="T36" fmla="*/ 2 w 15"/>
                <a:gd name="T3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15">
                  <a:moveTo>
                    <a:pt x="2" y="13"/>
                  </a:moveTo>
                  <a:lnTo>
                    <a:pt x="4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4" name="Freeform 6451">
              <a:extLst>
                <a:ext uri="{FF2B5EF4-FFF2-40B4-BE49-F238E27FC236}">
                  <a16:creationId xmlns:a16="http://schemas.microsoft.com/office/drawing/2014/main" id="{84805E55-ADBC-4817-AAA8-AECC97DD6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88" y="1453"/>
              <a:ext cx="80" cy="97"/>
            </a:xfrm>
            <a:custGeom>
              <a:avLst/>
              <a:gdLst>
                <a:gd name="T0" fmla="*/ 43 w 43"/>
                <a:gd name="T1" fmla="*/ 4 h 52"/>
                <a:gd name="T2" fmla="*/ 38 w 43"/>
                <a:gd name="T3" fmla="*/ 1 h 52"/>
                <a:gd name="T4" fmla="*/ 32 w 43"/>
                <a:gd name="T5" fmla="*/ 2 h 52"/>
                <a:gd name="T6" fmla="*/ 26 w 43"/>
                <a:gd name="T7" fmla="*/ 1 h 52"/>
                <a:gd name="T8" fmla="*/ 22 w 43"/>
                <a:gd name="T9" fmla="*/ 3 h 52"/>
                <a:gd name="T10" fmla="*/ 18 w 43"/>
                <a:gd name="T11" fmla="*/ 5 h 52"/>
                <a:gd name="T12" fmla="*/ 17 w 43"/>
                <a:gd name="T13" fmla="*/ 7 h 52"/>
                <a:gd name="T14" fmla="*/ 14 w 43"/>
                <a:gd name="T15" fmla="*/ 11 h 52"/>
                <a:gd name="T16" fmla="*/ 17 w 43"/>
                <a:gd name="T17" fmla="*/ 16 h 52"/>
                <a:gd name="T18" fmla="*/ 16 w 43"/>
                <a:gd name="T19" fmla="*/ 20 h 52"/>
                <a:gd name="T20" fmla="*/ 14 w 43"/>
                <a:gd name="T21" fmla="*/ 24 h 52"/>
                <a:gd name="T22" fmla="*/ 13 w 43"/>
                <a:gd name="T23" fmla="*/ 22 h 52"/>
                <a:gd name="T24" fmla="*/ 10 w 43"/>
                <a:gd name="T25" fmla="*/ 18 h 52"/>
                <a:gd name="T26" fmla="*/ 6 w 43"/>
                <a:gd name="T27" fmla="*/ 15 h 52"/>
                <a:gd name="T28" fmla="*/ 3 w 43"/>
                <a:gd name="T29" fmla="*/ 16 h 52"/>
                <a:gd name="T30" fmla="*/ 1 w 43"/>
                <a:gd name="T31" fmla="*/ 23 h 52"/>
                <a:gd name="T32" fmla="*/ 0 w 43"/>
                <a:gd name="T33" fmla="*/ 29 h 52"/>
                <a:gd name="T34" fmla="*/ 4 w 43"/>
                <a:gd name="T35" fmla="*/ 30 h 52"/>
                <a:gd name="T36" fmla="*/ 5 w 43"/>
                <a:gd name="T37" fmla="*/ 32 h 52"/>
                <a:gd name="T38" fmla="*/ 7 w 43"/>
                <a:gd name="T39" fmla="*/ 38 h 52"/>
                <a:gd name="T40" fmla="*/ 9 w 43"/>
                <a:gd name="T41" fmla="*/ 43 h 52"/>
                <a:gd name="T42" fmla="*/ 9 w 43"/>
                <a:gd name="T43" fmla="*/ 49 h 52"/>
                <a:gd name="T44" fmla="*/ 12 w 43"/>
                <a:gd name="T45" fmla="*/ 52 h 52"/>
                <a:gd name="T46" fmla="*/ 15 w 43"/>
                <a:gd name="T47" fmla="*/ 50 h 52"/>
                <a:gd name="T48" fmla="*/ 18 w 43"/>
                <a:gd name="T49" fmla="*/ 47 h 52"/>
                <a:gd name="T50" fmla="*/ 24 w 43"/>
                <a:gd name="T51" fmla="*/ 45 h 52"/>
                <a:gd name="T52" fmla="*/ 28 w 43"/>
                <a:gd name="T53" fmla="*/ 45 h 52"/>
                <a:gd name="T54" fmla="*/ 31 w 43"/>
                <a:gd name="T55" fmla="*/ 40 h 52"/>
                <a:gd name="T56" fmla="*/ 32 w 43"/>
                <a:gd name="T57" fmla="*/ 36 h 52"/>
                <a:gd name="T58" fmla="*/ 36 w 43"/>
                <a:gd name="T59" fmla="*/ 33 h 52"/>
                <a:gd name="T60" fmla="*/ 37 w 43"/>
                <a:gd name="T61" fmla="*/ 27 h 52"/>
                <a:gd name="T62" fmla="*/ 39 w 43"/>
                <a:gd name="T63" fmla="*/ 21 h 52"/>
                <a:gd name="T64" fmla="*/ 39 w 43"/>
                <a:gd name="T65" fmla="*/ 18 h 52"/>
                <a:gd name="T66" fmla="*/ 39 w 43"/>
                <a:gd name="T67" fmla="*/ 14 h 52"/>
                <a:gd name="T68" fmla="*/ 38 w 43"/>
                <a:gd name="T69" fmla="*/ 12 h 52"/>
                <a:gd name="T70" fmla="*/ 43 w 43"/>
                <a:gd name="T71" fmla="*/ 9 h 52"/>
                <a:gd name="T72" fmla="*/ 40 w 43"/>
                <a:gd name="T73" fmla="*/ 6 h 52"/>
                <a:gd name="T74" fmla="*/ 39 w 43"/>
                <a:gd name="T75" fmla="*/ 5 h 52"/>
                <a:gd name="T76" fmla="*/ 20 w 43"/>
                <a:gd name="T77" fmla="*/ 9 h 52"/>
                <a:gd name="T78" fmla="*/ 34 w 43"/>
                <a:gd name="T79" fmla="*/ 6 h 52"/>
                <a:gd name="T80" fmla="*/ 30 w 43"/>
                <a:gd name="T81" fmla="*/ 4 h 52"/>
                <a:gd name="T82" fmla="*/ 31 w 43"/>
                <a:gd name="T83" fmla="*/ 5 h 52"/>
                <a:gd name="T84" fmla="*/ 28 w 43"/>
                <a:gd name="T85" fmla="*/ 4 h 52"/>
                <a:gd name="T86" fmla="*/ 34 w 43"/>
                <a:gd name="T87" fmla="*/ 27 h 52"/>
                <a:gd name="T88" fmla="*/ 37 w 43"/>
                <a:gd name="T89" fmla="*/ 17 h 52"/>
                <a:gd name="T90" fmla="*/ 36 w 43"/>
                <a:gd name="T91" fmla="*/ 21 h 52"/>
                <a:gd name="T92" fmla="*/ 35 w 43"/>
                <a:gd name="T93" fmla="*/ 24 h 52"/>
                <a:gd name="T94" fmla="*/ 34 w 43"/>
                <a:gd name="T95" fmla="*/ 22 h 52"/>
                <a:gd name="T96" fmla="*/ 27 w 43"/>
                <a:gd name="T97" fmla="*/ 22 h 52"/>
                <a:gd name="T98" fmla="*/ 29 w 43"/>
                <a:gd name="T99" fmla="*/ 20 h 52"/>
                <a:gd name="T100" fmla="*/ 35 w 43"/>
                <a:gd name="T101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52">
                  <a:moveTo>
                    <a:pt x="39" y="5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4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8" y="5"/>
                    <a:pt x="38" y="5"/>
                    <a:pt x="38" y="5"/>
                  </a:cubicBezTo>
                  <a:lnTo>
                    <a:pt x="39" y="5"/>
                  </a:lnTo>
                  <a:close/>
                  <a:moveTo>
                    <a:pt x="20" y="10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lnTo>
                    <a:pt x="35" y="5"/>
                  </a:lnTo>
                  <a:close/>
                  <a:moveTo>
                    <a:pt x="29" y="3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lnTo>
                    <a:pt x="29" y="3"/>
                  </a:lnTo>
                  <a:close/>
                  <a:moveTo>
                    <a:pt x="34" y="28"/>
                  </a:move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7"/>
                    <a:pt x="35" y="27"/>
                  </a:cubicBezTo>
                  <a:lnTo>
                    <a:pt x="34" y="28"/>
                  </a:lnTo>
                  <a:close/>
                  <a:moveTo>
                    <a:pt x="36" y="17"/>
                  </a:moveTo>
                  <a:cubicBezTo>
                    <a:pt x="37" y="17"/>
                    <a:pt x="37" y="17"/>
                    <a:pt x="37" y="17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lnTo>
                    <a:pt x="36" y="1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5" name="Freeform 6452">
              <a:extLst>
                <a:ext uri="{FF2B5EF4-FFF2-40B4-BE49-F238E27FC236}">
                  <a16:creationId xmlns:a16="http://schemas.microsoft.com/office/drawing/2014/main" id="{A9691408-46BE-42B2-BD93-558506B99EF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75" y="1428"/>
              <a:ext cx="16" cy="15"/>
            </a:xfrm>
            <a:custGeom>
              <a:avLst/>
              <a:gdLst>
                <a:gd name="T0" fmla="*/ 13 w 16"/>
                <a:gd name="T1" fmla="*/ 6 h 15"/>
                <a:gd name="T2" fmla="*/ 16 w 16"/>
                <a:gd name="T3" fmla="*/ 0 h 15"/>
                <a:gd name="T4" fmla="*/ 11 w 16"/>
                <a:gd name="T5" fmla="*/ 2 h 15"/>
                <a:gd name="T6" fmla="*/ 3 w 16"/>
                <a:gd name="T7" fmla="*/ 6 h 15"/>
                <a:gd name="T8" fmla="*/ 1 w 16"/>
                <a:gd name="T9" fmla="*/ 10 h 15"/>
                <a:gd name="T10" fmla="*/ 0 w 16"/>
                <a:gd name="T11" fmla="*/ 10 h 15"/>
                <a:gd name="T12" fmla="*/ 1 w 16"/>
                <a:gd name="T13" fmla="*/ 15 h 15"/>
                <a:gd name="T14" fmla="*/ 3 w 16"/>
                <a:gd name="T15" fmla="*/ 15 h 15"/>
                <a:gd name="T16" fmla="*/ 5 w 16"/>
                <a:gd name="T17" fmla="*/ 13 h 15"/>
                <a:gd name="T18" fmla="*/ 5 w 16"/>
                <a:gd name="T19" fmla="*/ 13 h 15"/>
                <a:gd name="T20" fmla="*/ 5 w 16"/>
                <a:gd name="T21" fmla="*/ 13 h 15"/>
                <a:gd name="T22" fmla="*/ 9 w 16"/>
                <a:gd name="T23" fmla="*/ 15 h 15"/>
                <a:gd name="T24" fmla="*/ 9 w 16"/>
                <a:gd name="T25" fmla="*/ 12 h 15"/>
                <a:gd name="T26" fmla="*/ 9 w 16"/>
                <a:gd name="T27" fmla="*/ 10 h 15"/>
                <a:gd name="T28" fmla="*/ 9 w 16"/>
                <a:gd name="T29" fmla="*/ 10 h 15"/>
                <a:gd name="T30" fmla="*/ 13 w 16"/>
                <a:gd name="T3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5">
                  <a:moveTo>
                    <a:pt x="13" y="6"/>
                  </a:moveTo>
                  <a:lnTo>
                    <a:pt x="16" y="0"/>
                  </a:lnTo>
                  <a:lnTo>
                    <a:pt x="11" y="2"/>
                  </a:lnTo>
                  <a:lnTo>
                    <a:pt x="3" y="6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9" y="15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6" name="Freeform 6453">
              <a:extLst>
                <a:ext uri="{FF2B5EF4-FFF2-40B4-BE49-F238E27FC236}">
                  <a16:creationId xmlns:a16="http://schemas.microsoft.com/office/drawing/2014/main" id="{FD52F7C1-B073-435B-84A6-4E57E81BA21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40" y="1346"/>
              <a:ext cx="74" cy="79"/>
            </a:xfrm>
            <a:custGeom>
              <a:avLst/>
              <a:gdLst>
                <a:gd name="T0" fmla="*/ 5 w 40"/>
                <a:gd name="T1" fmla="*/ 4 h 42"/>
                <a:gd name="T2" fmla="*/ 6 w 40"/>
                <a:gd name="T3" fmla="*/ 9 h 42"/>
                <a:gd name="T4" fmla="*/ 6 w 40"/>
                <a:gd name="T5" fmla="*/ 9 h 42"/>
                <a:gd name="T6" fmla="*/ 1 w 40"/>
                <a:gd name="T7" fmla="*/ 10 h 42"/>
                <a:gd name="T8" fmla="*/ 2 w 40"/>
                <a:gd name="T9" fmla="*/ 14 h 42"/>
                <a:gd name="T10" fmla="*/ 6 w 40"/>
                <a:gd name="T11" fmla="*/ 15 h 42"/>
                <a:gd name="T12" fmla="*/ 0 w 40"/>
                <a:gd name="T13" fmla="*/ 15 h 42"/>
                <a:gd name="T14" fmla="*/ 3 w 40"/>
                <a:gd name="T15" fmla="*/ 19 h 42"/>
                <a:gd name="T16" fmla="*/ 1 w 40"/>
                <a:gd name="T17" fmla="*/ 22 h 42"/>
                <a:gd name="T18" fmla="*/ 6 w 40"/>
                <a:gd name="T19" fmla="*/ 21 h 42"/>
                <a:gd name="T20" fmla="*/ 6 w 40"/>
                <a:gd name="T21" fmla="*/ 22 h 42"/>
                <a:gd name="T22" fmla="*/ 3 w 40"/>
                <a:gd name="T23" fmla="*/ 23 h 42"/>
                <a:gd name="T24" fmla="*/ 6 w 40"/>
                <a:gd name="T25" fmla="*/ 26 h 42"/>
                <a:gd name="T26" fmla="*/ 7 w 40"/>
                <a:gd name="T27" fmla="*/ 27 h 42"/>
                <a:gd name="T28" fmla="*/ 9 w 40"/>
                <a:gd name="T29" fmla="*/ 26 h 42"/>
                <a:gd name="T30" fmla="*/ 14 w 40"/>
                <a:gd name="T31" fmla="*/ 27 h 42"/>
                <a:gd name="T32" fmla="*/ 21 w 40"/>
                <a:gd name="T33" fmla="*/ 28 h 42"/>
                <a:gd name="T34" fmla="*/ 14 w 40"/>
                <a:gd name="T35" fmla="*/ 29 h 42"/>
                <a:gd name="T36" fmla="*/ 9 w 40"/>
                <a:gd name="T37" fmla="*/ 30 h 42"/>
                <a:gd name="T38" fmla="*/ 10 w 40"/>
                <a:gd name="T39" fmla="*/ 31 h 42"/>
                <a:gd name="T40" fmla="*/ 10 w 40"/>
                <a:gd name="T41" fmla="*/ 34 h 42"/>
                <a:gd name="T42" fmla="*/ 9 w 40"/>
                <a:gd name="T43" fmla="*/ 36 h 42"/>
                <a:gd name="T44" fmla="*/ 10 w 40"/>
                <a:gd name="T45" fmla="*/ 40 h 42"/>
                <a:gd name="T46" fmla="*/ 13 w 40"/>
                <a:gd name="T47" fmla="*/ 40 h 42"/>
                <a:gd name="T48" fmla="*/ 16 w 40"/>
                <a:gd name="T49" fmla="*/ 42 h 42"/>
                <a:gd name="T50" fmla="*/ 24 w 40"/>
                <a:gd name="T51" fmla="*/ 40 h 42"/>
                <a:gd name="T52" fmla="*/ 26 w 40"/>
                <a:gd name="T53" fmla="*/ 36 h 42"/>
                <a:gd name="T54" fmla="*/ 25 w 40"/>
                <a:gd name="T55" fmla="*/ 35 h 42"/>
                <a:gd name="T56" fmla="*/ 27 w 40"/>
                <a:gd name="T57" fmla="*/ 33 h 42"/>
                <a:gd name="T58" fmla="*/ 31 w 40"/>
                <a:gd name="T59" fmla="*/ 30 h 42"/>
                <a:gd name="T60" fmla="*/ 32 w 40"/>
                <a:gd name="T61" fmla="*/ 29 h 42"/>
                <a:gd name="T62" fmla="*/ 34 w 40"/>
                <a:gd name="T63" fmla="*/ 24 h 42"/>
                <a:gd name="T64" fmla="*/ 37 w 40"/>
                <a:gd name="T65" fmla="*/ 19 h 42"/>
                <a:gd name="T66" fmla="*/ 40 w 40"/>
                <a:gd name="T67" fmla="*/ 13 h 42"/>
                <a:gd name="T68" fmla="*/ 39 w 40"/>
                <a:gd name="T69" fmla="*/ 11 h 42"/>
                <a:gd name="T70" fmla="*/ 36 w 40"/>
                <a:gd name="T71" fmla="*/ 7 h 42"/>
                <a:gd name="T72" fmla="*/ 35 w 40"/>
                <a:gd name="T73" fmla="*/ 9 h 42"/>
                <a:gd name="T74" fmla="*/ 32 w 40"/>
                <a:gd name="T75" fmla="*/ 12 h 42"/>
                <a:gd name="T76" fmla="*/ 33 w 40"/>
                <a:gd name="T77" fmla="*/ 9 h 42"/>
                <a:gd name="T78" fmla="*/ 32 w 40"/>
                <a:gd name="T79" fmla="*/ 4 h 42"/>
                <a:gd name="T80" fmla="*/ 32 w 40"/>
                <a:gd name="T81" fmla="*/ 7 h 42"/>
                <a:gd name="T82" fmla="*/ 29 w 40"/>
                <a:gd name="T83" fmla="*/ 6 h 42"/>
                <a:gd name="T84" fmla="*/ 25 w 40"/>
                <a:gd name="T85" fmla="*/ 7 h 42"/>
                <a:gd name="T86" fmla="*/ 22 w 40"/>
                <a:gd name="T87" fmla="*/ 11 h 42"/>
                <a:gd name="T88" fmla="*/ 21 w 40"/>
                <a:gd name="T89" fmla="*/ 14 h 42"/>
                <a:gd name="T90" fmla="*/ 22 w 40"/>
                <a:gd name="T91" fmla="*/ 18 h 42"/>
                <a:gd name="T92" fmla="*/ 20 w 40"/>
                <a:gd name="T93" fmla="*/ 22 h 42"/>
                <a:gd name="T94" fmla="*/ 19 w 40"/>
                <a:gd name="T95" fmla="*/ 15 h 42"/>
                <a:gd name="T96" fmla="*/ 19 w 40"/>
                <a:gd name="T97" fmla="*/ 11 h 42"/>
                <a:gd name="T98" fmla="*/ 15 w 40"/>
                <a:gd name="T99" fmla="*/ 11 h 42"/>
                <a:gd name="T100" fmla="*/ 15 w 40"/>
                <a:gd name="T101" fmla="*/ 14 h 42"/>
                <a:gd name="T102" fmla="*/ 12 w 40"/>
                <a:gd name="T103" fmla="*/ 16 h 42"/>
                <a:gd name="T104" fmla="*/ 11 w 40"/>
                <a:gd name="T105" fmla="*/ 21 h 42"/>
                <a:gd name="T106" fmla="*/ 11 w 40"/>
                <a:gd name="T107" fmla="*/ 17 h 42"/>
                <a:gd name="T108" fmla="*/ 10 w 40"/>
                <a:gd name="T109" fmla="*/ 15 h 42"/>
                <a:gd name="T110" fmla="*/ 9 w 40"/>
                <a:gd name="T111" fmla="*/ 10 h 42"/>
                <a:gd name="T112" fmla="*/ 11 w 40"/>
                <a:gd name="T113" fmla="*/ 6 h 42"/>
                <a:gd name="T114" fmla="*/ 9 w 40"/>
                <a:gd name="T115" fmla="*/ 3 h 42"/>
                <a:gd name="T116" fmla="*/ 6 w 40"/>
                <a:gd name="T117" fmla="*/ 0 h 42"/>
                <a:gd name="T118" fmla="*/ 7 w 40"/>
                <a:gd name="T11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42">
                  <a:moveTo>
                    <a:pt x="6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6" y="0"/>
                  </a:lnTo>
                  <a:close/>
                  <a:moveTo>
                    <a:pt x="5" y="18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lnTo>
                    <a:pt x="5" y="1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7" name="Freeform 6454">
              <a:extLst>
                <a:ext uri="{FF2B5EF4-FFF2-40B4-BE49-F238E27FC236}">
                  <a16:creationId xmlns:a16="http://schemas.microsoft.com/office/drawing/2014/main" id="{C3DD2C48-9711-44FC-9278-D001E8F910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1302"/>
              <a:ext cx="14" cy="33"/>
            </a:xfrm>
            <a:custGeom>
              <a:avLst/>
              <a:gdLst>
                <a:gd name="T0" fmla="*/ 5 w 14"/>
                <a:gd name="T1" fmla="*/ 29 h 33"/>
                <a:gd name="T2" fmla="*/ 1 w 14"/>
                <a:gd name="T3" fmla="*/ 31 h 33"/>
                <a:gd name="T4" fmla="*/ 5 w 14"/>
                <a:gd name="T5" fmla="*/ 33 h 33"/>
                <a:gd name="T6" fmla="*/ 9 w 14"/>
                <a:gd name="T7" fmla="*/ 33 h 33"/>
                <a:gd name="T8" fmla="*/ 13 w 14"/>
                <a:gd name="T9" fmla="*/ 29 h 33"/>
                <a:gd name="T10" fmla="*/ 7 w 14"/>
                <a:gd name="T11" fmla="*/ 29 h 33"/>
                <a:gd name="T12" fmla="*/ 9 w 14"/>
                <a:gd name="T13" fmla="*/ 28 h 33"/>
                <a:gd name="T14" fmla="*/ 13 w 14"/>
                <a:gd name="T15" fmla="*/ 20 h 33"/>
                <a:gd name="T16" fmla="*/ 11 w 14"/>
                <a:gd name="T17" fmla="*/ 18 h 33"/>
                <a:gd name="T18" fmla="*/ 13 w 14"/>
                <a:gd name="T19" fmla="*/ 16 h 33"/>
                <a:gd name="T20" fmla="*/ 13 w 14"/>
                <a:gd name="T21" fmla="*/ 13 h 33"/>
                <a:gd name="T22" fmla="*/ 14 w 14"/>
                <a:gd name="T23" fmla="*/ 7 h 33"/>
                <a:gd name="T24" fmla="*/ 13 w 14"/>
                <a:gd name="T25" fmla="*/ 5 h 33"/>
                <a:gd name="T26" fmla="*/ 13 w 14"/>
                <a:gd name="T27" fmla="*/ 1 h 33"/>
                <a:gd name="T28" fmla="*/ 9 w 14"/>
                <a:gd name="T29" fmla="*/ 0 h 33"/>
                <a:gd name="T30" fmla="*/ 7 w 14"/>
                <a:gd name="T31" fmla="*/ 1 h 33"/>
                <a:gd name="T32" fmla="*/ 7 w 14"/>
                <a:gd name="T33" fmla="*/ 5 h 33"/>
                <a:gd name="T34" fmla="*/ 5 w 14"/>
                <a:gd name="T35" fmla="*/ 9 h 33"/>
                <a:gd name="T36" fmla="*/ 5 w 14"/>
                <a:gd name="T37" fmla="*/ 11 h 33"/>
                <a:gd name="T38" fmla="*/ 5 w 14"/>
                <a:gd name="T39" fmla="*/ 11 h 33"/>
                <a:gd name="T40" fmla="*/ 5 w 14"/>
                <a:gd name="T41" fmla="*/ 13 h 33"/>
                <a:gd name="T42" fmla="*/ 1 w 14"/>
                <a:gd name="T43" fmla="*/ 15 h 33"/>
                <a:gd name="T44" fmla="*/ 1 w 14"/>
                <a:gd name="T45" fmla="*/ 18 h 33"/>
                <a:gd name="T46" fmla="*/ 1 w 14"/>
                <a:gd name="T47" fmla="*/ 22 h 33"/>
                <a:gd name="T48" fmla="*/ 0 w 14"/>
                <a:gd name="T49" fmla="*/ 24 h 33"/>
                <a:gd name="T50" fmla="*/ 1 w 14"/>
                <a:gd name="T51" fmla="*/ 29 h 33"/>
                <a:gd name="T52" fmla="*/ 5 w 14"/>
                <a:gd name="T53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33">
                  <a:moveTo>
                    <a:pt x="5" y="29"/>
                  </a:moveTo>
                  <a:lnTo>
                    <a:pt x="1" y="31"/>
                  </a:lnTo>
                  <a:lnTo>
                    <a:pt x="5" y="33"/>
                  </a:lnTo>
                  <a:lnTo>
                    <a:pt x="9" y="33"/>
                  </a:lnTo>
                  <a:lnTo>
                    <a:pt x="13" y="29"/>
                  </a:lnTo>
                  <a:lnTo>
                    <a:pt x="7" y="29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1" y="18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4" y="7"/>
                  </a:lnTo>
                  <a:lnTo>
                    <a:pt x="13" y="5"/>
                  </a:lnTo>
                  <a:lnTo>
                    <a:pt x="13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5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1" y="29"/>
                  </a:lnTo>
                  <a:lnTo>
                    <a:pt x="5" y="2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8" name="Freeform 6455">
              <a:extLst>
                <a:ext uri="{FF2B5EF4-FFF2-40B4-BE49-F238E27FC236}">
                  <a16:creationId xmlns:a16="http://schemas.microsoft.com/office/drawing/2014/main" id="{E4F832CA-E56B-4334-9FA4-8ECDAC88012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248"/>
              <a:ext cx="43" cy="28"/>
            </a:xfrm>
            <a:custGeom>
              <a:avLst/>
              <a:gdLst>
                <a:gd name="T0" fmla="*/ 4 w 43"/>
                <a:gd name="T1" fmla="*/ 13 h 28"/>
                <a:gd name="T2" fmla="*/ 7 w 43"/>
                <a:gd name="T3" fmla="*/ 13 h 28"/>
                <a:gd name="T4" fmla="*/ 9 w 43"/>
                <a:gd name="T5" fmla="*/ 13 h 28"/>
                <a:gd name="T6" fmla="*/ 9 w 43"/>
                <a:gd name="T7" fmla="*/ 13 h 28"/>
                <a:gd name="T8" fmla="*/ 13 w 43"/>
                <a:gd name="T9" fmla="*/ 13 h 28"/>
                <a:gd name="T10" fmla="*/ 13 w 43"/>
                <a:gd name="T11" fmla="*/ 13 h 28"/>
                <a:gd name="T12" fmla="*/ 11 w 43"/>
                <a:gd name="T13" fmla="*/ 14 h 28"/>
                <a:gd name="T14" fmla="*/ 13 w 43"/>
                <a:gd name="T15" fmla="*/ 18 h 28"/>
                <a:gd name="T16" fmla="*/ 15 w 43"/>
                <a:gd name="T17" fmla="*/ 22 h 28"/>
                <a:gd name="T18" fmla="*/ 18 w 43"/>
                <a:gd name="T19" fmla="*/ 18 h 28"/>
                <a:gd name="T20" fmla="*/ 18 w 43"/>
                <a:gd name="T21" fmla="*/ 16 h 28"/>
                <a:gd name="T22" fmla="*/ 20 w 43"/>
                <a:gd name="T23" fmla="*/ 18 h 28"/>
                <a:gd name="T24" fmla="*/ 20 w 43"/>
                <a:gd name="T25" fmla="*/ 22 h 28"/>
                <a:gd name="T26" fmla="*/ 24 w 43"/>
                <a:gd name="T27" fmla="*/ 26 h 28"/>
                <a:gd name="T28" fmla="*/ 26 w 43"/>
                <a:gd name="T29" fmla="*/ 26 h 28"/>
                <a:gd name="T30" fmla="*/ 28 w 43"/>
                <a:gd name="T31" fmla="*/ 28 h 28"/>
                <a:gd name="T32" fmla="*/ 32 w 43"/>
                <a:gd name="T33" fmla="*/ 26 h 28"/>
                <a:gd name="T34" fmla="*/ 33 w 43"/>
                <a:gd name="T35" fmla="*/ 28 h 28"/>
                <a:gd name="T36" fmla="*/ 37 w 43"/>
                <a:gd name="T37" fmla="*/ 24 h 28"/>
                <a:gd name="T38" fmla="*/ 39 w 43"/>
                <a:gd name="T39" fmla="*/ 22 h 28"/>
                <a:gd name="T40" fmla="*/ 43 w 43"/>
                <a:gd name="T41" fmla="*/ 16 h 28"/>
                <a:gd name="T42" fmla="*/ 41 w 43"/>
                <a:gd name="T43" fmla="*/ 13 h 28"/>
                <a:gd name="T44" fmla="*/ 43 w 43"/>
                <a:gd name="T45" fmla="*/ 9 h 28"/>
                <a:gd name="T46" fmla="*/ 43 w 43"/>
                <a:gd name="T47" fmla="*/ 7 h 28"/>
                <a:gd name="T48" fmla="*/ 41 w 43"/>
                <a:gd name="T49" fmla="*/ 3 h 28"/>
                <a:gd name="T50" fmla="*/ 41 w 43"/>
                <a:gd name="T51" fmla="*/ 1 h 28"/>
                <a:gd name="T52" fmla="*/ 37 w 43"/>
                <a:gd name="T53" fmla="*/ 0 h 28"/>
                <a:gd name="T54" fmla="*/ 37 w 43"/>
                <a:gd name="T55" fmla="*/ 1 h 28"/>
                <a:gd name="T56" fmla="*/ 35 w 43"/>
                <a:gd name="T57" fmla="*/ 1 h 28"/>
                <a:gd name="T58" fmla="*/ 30 w 43"/>
                <a:gd name="T59" fmla="*/ 1 h 28"/>
                <a:gd name="T60" fmla="*/ 28 w 43"/>
                <a:gd name="T61" fmla="*/ 3 h 28"/>
                <a:gd name="T62" fmla="*/ 24 w 43"/>
                <a:gd name="T63" fmla="*/ 3 h 28"/>
                <a:gd name="T64" fmla="*/ 22 w 43"/>
                <a:gd name="T65" fmla="*/ 3 h 28"/>
                <a:gd name="T66" fmla="*/ 20 w 43"/>
                <a:gd name="T67" fmla="*/ 3 h 28"/>
                <a:gd name="T68" fmla="*/ 18 w 43"/>
                <a:gd name="T69" fmla="*/ 1 h 28"/>
                <a:gd name="T70" fmla="*/ 9 w 43"/>
                <a:gd name="T71" fmla="*/ 5 h 28"/>
                <a:gd name="T72" fmla="*/ 7 w 43"/>
                <a:gd name="T73" fmla="*/ 5 h 28"/>
                <a:gd name="T74" fmla="*/ 4 w 43"/>
                <a:gd name="T75" fmla="*/ 5 h 28"/>
                <a:gd name="T76" fmla="*/ 2 w 43"/>
                <a:gd name="T77" fmla="*/ 7 h 28"/>
                <a:gd name="T78" fmla="*/ 0 w 43"/>
                <a:gd name="T79" fmla="*/ 9 h 28"/>
                <a:gd name="T80" fmla="*/ 0 w 43"/>
                <a:gd name="T81" fmla="*/ 14 h 28"/>
                <a:gd name="T82" fmla="*/ 4 w 43"/>
                <a:gd name="T8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3" h="28">
                  <a:moveTo>
                    <a:pt x="4" y="13"/>
                  </a:moveTo>
                  <a:lnTo>
                    <a:pt x="7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2" y="26"/>
                  </a:lnTo>
                  <a:lnTo>
                    <a:pt x="33" y="28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43" y="16"/>
                  </a:lnTo>
                  <a:lnTo>
                    <a:pt x="41" y="13"/>
                  </a:lnTo>
                  <a:lnTo>
                    <a:pt x="43" y="9"/>
                  </a:lnTo>
                  <a:lnTo>
                    <a:pt x="43" y="7"/>
                  </a:lnTo>
                  <a:lnTo>
                    <a:pt x="41" y="3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0" y="1"/>
                  </a:lnTo>
                  <a:lnTo>
                    <a:pt x="28" y="3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8" y="1"/>
                  </a:lnTo>
                  <a:lnTo>
                    <a:pt x="9" y="5"/>
                  </a:lnTo>
                  <a:lnTo>
                    <a:pt x="7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0" y="9"/>
                  </a:lnTo>
                  <a:lnTo>
                    <a:pt x="0" y="14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9" name="Freeform 6456">
              <a:extLst>
                <a:ext uri="{FF2B5EF4-FFF2-40B4-BE49-F238E27FC236}">
                  <a16:creationId xmlns:a16="http://schemas.microsoft.com/office/drawing/2014/main" id="{104B3DC4-C377-497F-929D-3C1DE0A7EA01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" y="1926"/>
              <a:ext cx="25" cy="52"/>
            </a:xfrm>
            <a:custGeom>
              <a:avLst/>
              <a:gdLst>
                <a:gd name="T0" fmla="*/ 21 w 25"/>
                <a:gd name="T1" fmla="*/ 4 h 52"/>
                <a:gd name="T2" fmla="*/ 17 w 25"/>
                <a:gd name="T3" fmla="*/ 6 h 52"/>
                <a:gd name="T4" fmla="*/ 15 w 25"/>
                <a:gd name="T5" fmla="*/ 6 h 52"/>
                <a:gd name="T6" fmla="*/ 15 w 25"/>
                <a:gd name="T7" fmla="*/ 6 h 52"/>
                <a:gd name="T8" fmla="*/ 15 w 25"/>
                <a:gd name="T9" fmla="*/ 4 h 52"/>
                <a:gd name="T10" fmla="*/ 13 w 25"/>
                <a:gd name="T11" fmla="*/ 2 h 52"/>
                <a:gd name="T12" fmla="*/ 12 w 25"/>
                <a:gd name="T13" fmla="*/ 4 h 52"/>
                <a:gd name="T14" fmla="*/ 12 w 25"/>
                <a:gd name="T15" fmla="*/ 0 h 52"/>
                <a:gd name="T16" fmla="*/ 6 w 25"/>
                <a:gd name="T17" fmla="*/ 0 h 52"/>
                <a:gd name="T18" fmla="*/ 0 w 25"/>
                <a:gd name="T19" fmla="*/ 8 h 52"/>
                <a:gd name="T20" fmla="*/ 0 w 25"/>
                <a:gd name="T21" fmla="*/ 11 h 52"/>
                <a:gd name="T22" fmla="*/ 0 w 25"/>
                <a:gd name="T23" fmla="*/ 15 h 52"/>
                <a:gd name="T24" fmla="*/ 0 w 25"/>
                <a:gd name="T25" fmla="*/ 19 h 52"/>
                <a:gd name="T26" fmla="*/ 2 w 25"/>
                <a:gd name="T27" fmla="*/ 19 h 52"/>
                <a:gd name="T28" fmla="*/ 4 w 25"/>
                <a:gd name="T29" fmla="*/ 21 h 52"/>
                <a:gd name="T30" fmla="*/ 4 w 25"/>
                <a:gd name="T31" fmla="*/ 21 h 52"/>
                <a:gd name="T32" fmla="*/ 0 w 25"/>
                <a:gd name="T33" fmla="*/ 21 h 52"/>
                <a:gd name="T34" fmla="*/ 0 w 25"/>
                <a:gd name="T35" fmla="*/ 23 h 52"/>
                <a:gd name="T36" fmla="*/ 2 w 25"/>
                <a:gd name="T37" fmla="*/ 24 h 52"/>
                <a:gd name="T38" fmla="*/ 0 w 25"/>
                <a:gd name="T39" fmla="*/ 28 h 52"/>
                <a:gd name="T40" fmla="*/ 2 w 25"/>
                <a:gd name="T41" fmla="*/ 30 h 52"/>
                <a:gd name="T42" fmla="*/ 2 w 25"/>
                <a:gd name="T43" fmla="*/ 30 h 52"/>
                <a:gd name="T44" fmla="*/ 2 w 25"/>
                <a:gd name="T45" fmla="*/ 30 h 52"/>
                <a:gd name="T46" fmla="*/ 0 w 25"/>
                <a:gd name="T47" fmla="*/ 34 h 52"/>
                <a:gd name="T48" fmla="*/ 2 w 25"/>
                <a:gd name="T49" fmla="*/ 36 h 52"/>
                <a:gd name="T50" fmla="*/ 4 w 25"/>
                <a:gd name="T51" fmla="*/ 37 h 52"/>
                <a:gd name="T52" fmla="*/ 4 w 25"/>
                <a:gd name="T53" fmla="*/ 37 h 52"/>
                <a:gd name="T54" fmla="*/ 4 w 25"/>
                <a:gd name="T55" fmla="*/ 41 h 52"/>
                <a:gd name="T56" fmla="*/ 8 w 25"/>
                <a:gd name="T57" fmla="*/ 51 h 52"/>
                <a:gd name="T58" fmla="*/ 13 w 25"/>
                <a:gd name="T59" fmla="*/ 52 h 52"/>
                <a:gd name="T60" fmla="*/ 15 w 25"/>
                <a:gd name="T61" fmla="*/ 49 h 52"/>
                <a:gd name="T62" fmla="*/ 13 w 25"/>
                <a:gd name="T63" fmla="*/ 47 h 52"/>
                <a:gd name="T64" fmla="*/ 12 w 25"/>
                <a:gd name="T65" fmla="*/ 47 h 52"/>
                <a:gd name="T66" fmla="*/ 12 w 25"/>
                <a:gd name="T67" fmla="*/ 43 h 52"/>
                <a:gd name="T68" fmla="*/ 10 w 25"/>
                <a:gd name="T69" fmla="*/ 39 h 52"/>
                <a:gd name="T70" fmla="*/ 10 w 25"/>
                <a:gd name="T71" fmla="*/ 36 h 52"/>
                <a:gd name="T72" fmla="*/ 10 w 25"/>
                <a:gd name="T73" fmla="*/ 32 h 52"/>
                <a:gd name="T74" fmla="*/ 12 w 25"/>
                <a:gd name="T75" fmla="*/ 30 h 52"/>
                <a:gd name="T76" fmla="*/ 15 w 25"/>
                <a:gd name="T77" fmla="*/ 30 h 52"/>
                <a:gd name="T78" fmla="*/ 15 w 25"/>
                <a:gd name="T79" fmla="*/ 24 h 52"/>
                <a:gd name="T80" fmla="*/ 12 w 25"/>
                <a:gd name="T81" fmla="*/ 24 h 52"/>
                <a:gd name="T82" fmla="*/ 15 w 25"/>
                <a:gd name="T83" fmla="*/ 23 h 52"/>
                <a:gd name="T84" fmla="*/ 15 w 25"/>
                <a:gd name="T85" fmla="*/ 19 h 52"/>
                <a:gd name="T86" fmla="*/ 17 w 25"/>
                <a:gd name="T87" fmla="*/ 15 h 52"/>
                <a:gd name="T88" fmla="*/ 19 w 25"/>
                <a:gd name="T89" fmla="*/ 11 h 52"/>
                <a:gd name="T90" fmla="*/ 25 w 25"/>
                <a:gd name="T91" fmla="*/ 4 h 52"/>
                <a:gd name="T92" fmla="*/ 21 w 25"/>
                <a:gd name="T93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" h="52">
                  <a:moveTo>
                    <a:pt x="21" y="4"/>
                  </a:moveTo>
                  <a:lnTo>
                    <a:pt x="17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8" y="51"/>
                  </a:lnTo>
                  <a:lnTo>
                    <a:pt x="13" y="52"/>
                  </a:lnTo>
                  <a:lnTo>
                    <a:pt x="15" y="49"/>
                  </a:lnTo>
                  <a:lnTo>
                    <a:pt x="13" y="47"/>
                  </a:lnTo>
                  <a:lnTo>
                    <a:pt x="12" y="47"/>
                  </a:lnTo>
                  <a:lnTo>
                    <a:pt x="12" y="43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2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5" y="24"/>
                  </a:lnTo>
                  <a:lnTo>
                    <a:pt x="12" y="24"/>
                  </a:lnTo>
                  <a:lnTo>
                    <a:pt x="15" y="23"/>
                  </a:lnTo>
                  <a:lnTo>
                    <a:pt x="15" y="19"/>
                  </a:lnTo>
                  <a:lnTo>
                    <a:pt x="17" y="15"/>
                  </a:lnTo>
                  <a:lnTo>
                    <a:pt x="19" y="11"/>
                  </a:lnTo>
                  <a:lnTo>
                    <a:pt x="25" y="4"/>
                  </a:lnTo>
                  <a:lnTo>
                    <a:pt x="21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0" name="Freeform 6457">
              <a:extLst>
                <a:ext uri="{FF2B5EF4-FFF2-40B4-BE49-F238E27FC236}">
                  <a16:creationId xmlns:a16="http://schemas.microsoft.com/office/drawing/2014/main" id="{CE8DB980-727E-4F6F-B7F8-4AD1D6589C5B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5" y="1378"/>
              <a:ext cx="139" cy="108"/>
            </a:xfrm>
            <a:custGeom>
              <a:avLst/>
              <a:gdLst>
                <a:gd name="T0" fmla="*/ 7 w 139"/>
                <a:gd name="T1" fmla="*/ 76 h 108"/>
                <a:gd name="T2" fmla="*/ 11 w 139"/>
                <a:gd name="T3" fmla="*/ 86 h 108"/>
                <a:gd name="T4" fmla="*/ 9 w 139"/>
                <a:gd name="T5" fmla="*/ 91 h 108"/>
                <a:gd name="T6" fmla="*/ 7 w 139"/>
                <a:gd name="T7" fmla="*/ 99 h 108"/>
                <a:gd name="T8" fmla="*/ 7 w 139"/>
                <a:gd name="T9" fmla="*/ 106 h 108"/>
                <a:gd name="T10" fmla="*/ 13 w 139"/>
                <a:gd name="T11" fmla="*/ 108 h 108"/>
                <a:gd name="T12" fmla="*/ 16 w 139"/>
                <a:gd name="T13" fmla="*/ 104 h 108"/>
                <a:gd name="T14" fmla="*/ 24 w 139"/>
                <a:gd name="T15" fmla="*/ 104 h 108"/>
                <a:gd name="T16" fmla="*/ 29 w 139"/>
                <a:gd name="T17" fmla="*/ 99 h 108"/>
                <a:gd name="T18" fmla="*/ 31 w 139"/>
                <a:gd name="T19" fmla="*/ 97 h 108"/>
                <a:gd name="T20" fmla="*/ 31 w 139"/>
                <a:gd name="T21" fmla="*/ 101 h 108"/>
                <a:gd name="T22" fmla="*/ 31 w 139"/>
                <a:gd name="T23" fmla="*/ 106 h 108"/>
                <a:gd name="T24" fmla="*/ 39 w 139"/>
                <a:gd name="T25" fmla="*/ 104 h 108"/>
                <a:gd name="T26" fmla="*/ 46 w 139"/>
                <a:gd name="T27" fmla="*/ 101 h 108"/>
                <a:gd name="T28" fmla="*/ 50 w 139"/>
                <a:gd name="T29" fmla="*/ 95 h 108"/>
                <a:gd name="T30" fmla="*/ 54 w 139"/>
                <a:gd name="T31" fmla="*/ 90 h 108"/>
                <a:gd name="T32" fmla="*/ 59 w 139"/>
                <a:gd name="T33" fmla="*/ 86 h 108"/>
                <a:gd name="T34" fmla="*/ 61 w 139"/>
                <a:gd name="T35" fmla="*/ 80 h 108"/>
                <a:gd name="T36" fmla="*/ 67 w 139"/>
                <a:gd name="T37" fmla="*/ 84 h 108"/>
                <a:gd name="T38" fmla="*/ 74 w 139"/>
                <a:gd name="T39" fmla="*/ 80 h 108"/>
                <a:gd name="T40" fmla="*/ 76 w 139"/>
                <a:gd name="T41" fmla="*/ 76 h 108"/>
                <a:gd name="T42" fmla="*/ 82 w 139"/>
                <a:gd name="T43" fmla="*/ 69 h 108"/>
                <a:gd name="T44" fmla="*/ 85 w 139"/>
                <a:gd name="T45" fmla="*/ 69 h 108"/>
                <a:gd name="T46" fmla="*/ 91 w 139"/>
                <a:gd name="T47" fmla="*/ 69 h 108"/>
                <a:gd name="T48" fmla="*/ 98 w 139"/>
                <a:gd name="T49" fmla="*/ 65 h 108"/>
                <a:gd name="T50" fmla="*/ 106 w 139"/>
                <a:gd name="T51" fmla="*/ 63 h 108"/>
                <a:gd name="T52" fmla="*/ 119 w 139"/>
                <a:gd name="T53" fmla="*/ 60 h 108"/>
                <a:gd name="T54" fmla="*/ 128 w 139"/>
                <a:gd name="T55" fmla="*/ 60 h 108"/>
                <a:gd name="T56" fmla="*/ 136 w 139"/>
                <a:gd name="T57" fmla="*/ 56 h 108"/>
                <a:gd name="T58" fmla="*/ 139 w 139"/>
                <a:gd name="T59" fmla="*/ 50 h 108"/>
                <a:gd name="T60" fmla="*/ 137 w 139"/>
                <a:gd name="T61" fmla="*/ 45 h 108"/>
                <a:gd name="T62" fmla="*/ 137 w 139"/>
                <a:gd name="T63" fmla="*/ 39 h 108"/>
                <a:gd name="T64" fmla="*/ 137 w 139"/>
                <a:gd name="T65" fmla="*/ 34 h 108"/>
                <a:gd name="T66" fmla="*/ 132 w 139"/>
                <a:gd name="T67" fmla="*/ 21 h 108"/>
                <a:gd name="T68" fmla="*/ 128 w 139"/>
                <a:gd name="T69" fmla="*/ 17 h 108"/>
                <a:gd name="T70" fmla="*/ 121 w 139"/>
                <a:gd name="T71" fmla="*/ 17 h 108"/>
                <a:gd name="T72" fmla="*/ 119 w 139"/>
                <a:gd name="T73" fmla="*/ 17 h 108"/>
                <a:gd name="T74" fmla="*/ 113 w 139"/>
                <a:gd name="T75" fmla="*/ 17 h 108"/>
                <a:gd name="T76" fmla="*/ 106 w 139"/>
                <a:gd name="T77" fmla="*/ 9 h 108"/>
                <a:gd name="T78" fmla="*/ 102 w 139"/>
                <a:gd name="T79" fmla="*/ 6 h 108"/>
                <a:gd name="T80" fmla="*/ 95 w 139"/>
                <a:gd name="T81" fmla="*/ 0 h 108"/>
                <a:gd name="T82" fmla="*/ 80 w 139"/>
                <a:gd name="T83" fmla="*/ 2 h 108"/>
                <a:gd name="T84" fmla="*/ 69 w 139"/>
                <a:gd name="T85" fmla="*/ 2 h 108"/>
                <a:gd name="T86" fmla="*/ 61 w 139"/>
                <a:gd name="T87" fmla="*/ 4 h 108"/>
                <a:gd name="T88" fmla="*/ 61 w 139"/>
                <a:gd name="T89" fmla="*/ 8 h 108"/>
                <a:gd name="T90" fmla="*/ 59 w 139"/>
                <a:gd name="T91" fmla="*/ 13 h 108"/>
                <a:gd name="T92" fmla="*/ 61 w 139"/>
                <a:gd name="T93" fmla="*/ 22 h 108"/>
                <a:gd name="T94" fmla="*/ 57 w 139"/>
                <a:gd name="T95" fmla="*/ 22 h 108"/>
                <a:gd name="T96" fmla="*/ 52 w 139"/>
                <a:gd name="T97" fmla="*/ 28 h 108"/>
                <a:gd name="T98" fmla="*/ 42 w 139"/>
                <a:gd name="T99" fmla="*/ 35 h 108"/>
                <a:gd name="T100" fmla="*/ 33 w 139"/>
                <a:gd name="T101" fmla="*/ 39 h 108"/>
                <a:gd name="T102" fmla="*/ 35 w 139"/>
                <a:gd name="T103" fmla="*/ 47 h 108"/>
                <a:gd name="T104" fmla="*/ 29 w 139"/>
                <a:gd name="T105" fmla="*/ 49 h 108"/>
                <a:gd name="T106" fmla="*/ 26 w 139"/>
                <a:gd name="T107" fmla="*/ 52 h 108"/>
                <a:gd name="T108" fmla="*/ 22 w 139"/>
                <a:gd name="T109" fmla="*/ 56 h 108"/>
                <a:gd name="T110" fmla="*/ 16 w 139"/>
                <a:gd name="T111" fmla="*/ 58 h 108"/>
                <a:gd name="T112" fmla="*/ 13 w 139"/>
                <a:gd name="T113" fmla="*/ 62 h 108"/>
                <a:gd name="T114" fmla="*/ 9 w 139"/>
                <a:gd name="T115" fmla="*/ 65 h 108"/>
                <a:gd name="T116" fmla="*/ 5 w 139"/>
                <a:gd name="T117" fmla="*/ 69 h 108"/>
                <a:gd name="T118" fmla="*/ 0 w 139"/>
                <a:gd name="T119" fmla="*/ 69 h 108"/>
                <a:gd name="T120" fmla="*/ 5 w 139"/>
                <a:gd name="T121" fmla="*/ 7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108">
                  <a:moveTo>
                    <a:pt x="5" y="76"/>
                  </a:moveTo>
                  <a:lnTo>
                    <a:pt x="7" y="76"/>
                  </a:lnTo>
                  <a:lnTo>
                    <a:pt x="9" y="84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9" y="91"/>
                  </a:lnTo>
                  <a:lnTo>
                    <a:pt x="11" y="95"/>
                  </a:lnTo>
                  <a:lnTo>
                    <a:pt x="7" y="99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11" y="106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4" y="104"/>
                  </a:lnTo>
                  <a:lnTo>
                    <a:pt x="28" y="101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1" y="101"/>
                  </a:lnTo>
                  <a:lnTo>
                    <a:pt x="29" y="103"/>
                  </a:lnTo>
                  <a:lnTo>
                    <a:pt x="31" y="106"/>
                  </a:lnTo>
                  <a:lnTo>
                    <a:pt x="35" y="106"/>
                  </a:lnTo>
                  <a:lnTo>
                    <a:pt x="39" y="104"/>
                  </a:lnTo>
                  <a:lnTo>
                    <a:pt x="42" y="104"/>
                  </a:lnTo>
                  <a:lnTo>
                    <a:pt x="46" y="101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52" y="91"/>
                  </a:lnTo>
                  <a:lnTo>
                    <a:pt x="54" y="90"/>
                  </a:lnTo>
                  <a:lnTo>
                    <a:pt x="55" y="86"/>
                  </a:lnTo>
                  <a:lnTo>
                    <a:pt x="59" y="86"/>
                  </a:lnTo>
                  <a:lnTo>
                    <a:pt x="61" y="82"/>
                  </a:lnTo>
                  <a:lnTo>
                    <a:pt x="61" y="80"/>
                  </a:lnTo>
                  <a:lnTo>
                    <a:pt x="63" y="82"/>
                  </a:lnTo>
                  <a:lnTo>
                    <a:pt x="67" y="84"/>
                  </a:lnTo>
                  <a:lnTo>
                    <a:pt x="70" y="80"/>
                  </a:lnTo>
                  <a:lnTo>
                    <a:pt x="74" y="80"/>
                  </a:lnTo>
                  <a:lnTo>
                    <a:pt x="76" y="76"/>
                  </a:lnTo>
                  <a:lnTo>
                    <a:pt x="76" y="76"/>
                  </a:lnTo>
                  <a:lnTo>
                    <a:pt x="80" y="73"/>
                  </a:lnTo>
                  <a:lnTo>
                    <a:pt x="82" y="69"/>
                  </a:lnTo>
                  <a:lnTo>
                    <a:pt x="85" y="69"/>
                  </a:lnTo>
                  <a:lnTo>
                    <a:pt x="85" y="69"/>
                  </a:lnTo>
                  <a:lnTo>
                    <a:pt x="87" y="69"/>
                  </a:lnTo>
                  <a:lnTo>
                    <a:pt x="91" y="69"/>
                  </a:lnTo>
                  <a:lnTo>
                    <a:pt x="95" y="67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6" y="63"/>
                  </a:lnTo>
                  <a:lnTo>
                    <a:pt x="111" y="63"/>
                  </a:lnTo>
                  <a:lnTo>
                    <a:pt x="119" y="60"/>
                  </a:lnTo>
                  <a:lnTo>
                    <a:pt x="122" y="60"/>
                  </a:lnTo>
                  <a:lnTo>
                    <a:pt x="128" y="60"/>
                  </a:lnTo>
                  <a:lnTo>
                    <a:pt x="130" y="58"/>
                  </a:lnTo>
                  <a:lnTo>
                    <a:pt x="136" y="56"/>
                  </a:lnTo>
                  <a:lnTo>
                    <a:pt x="139" y="52"/>
                  </a:lnTo>
                  <a:lnTo>
                    <a:pt x="139" y="50"/>
                  </a:lnTo>
                  <a:lnTo>
                    <a:pt x="139" y="47"/>
                  </a:lnTo>
                  <a:lnTo>
                    <a:pt x="137" y="45"/>
                  </a:lnTo>
                  <a:lnTo>
                    <a:pt x="137" y="45"/>
                  </a:lnTo>
                  <a:lnTo>
                    <a:pt x="137" y="39"/>
                  </a:lnTo>
                  <a:lnTo>
                    <a:pt x="136" y="35"/>
                  </a:lnTo>
                  <a:lnTo>
                    <a:pt x="137" y="34"/>
                  </a:lnTo>
                  <a:lnTo>
                    <a:pt x="137" y="26"/>
                  </a:lnTo>
                  <a:lnTo>
                    <a:pt x="132" y="21"/>
                  </a:lnTo>
                  <a:lnTo>
                    <a:pt x="130" y="19"/>
                  </a:lnTo>
                  <a:lnTo>
                    <a:pt x="128" y="17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9"/>
                  </a:lnTo>
                  <a:lnTo>
                    <a:pt x="119" y="17"/>
                  </a:lnTo>
                  <a:lnTo>
                    <a:pt x="115" y="15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06" y="9"/>
                  </a:lnTo>
                  <a:lnTo>
                    <a:pt x="104" y="8"/>
                  </a:lnTo>
                  <a:lnTo>
                    <a:pt x="102" y="6"/>
                  </a:lnTo>
                  <a:lnTo>
                    <a:pt x="104" y="2"/>
                  </a:lnTo>
                  <a:lnTo>
                    <a:pt x="95" y="0"/>
                  </a:lnTo>
                  <a:lnTo>
                    <a:pt x="87" y="2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69" y="2"/>
                  </a:lnTo>
                  <a:lnTo>
                    <a:pt x="67" y="2"/>
                  </a:lnTo>
                  <a:lnTo>
                    <a:pt x="61" y="4"/>
                  </a:lnTo>
                  <a:lnTo>
                    <a:pt x="59" y="6"/>
                  </a:lnTo>
                  <a:lnTo>
                    <a:pt x="61" y="8"/>
                  </a:lnTo>
                  <a:lnTo>
                    <a:pt x="59" y="9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61" y="22"/>
                  </a:lnTo>
                  <a:lnTo>
                    <a:pt x="59" y="22"/>
                  </a:lnTo>
                  <a:lnTo>
                    <a:pt x="57" y="22"/>
                  </a:lnTo>
                  <a:lnTo>
                    <a:pt x="52" y="26"/>
                  </a:lnTo>
                  <a:lnTo>
                    <a:pt x="52" y="28"/>
                  </a:lnTo>
                  <a:lnTo>
                    <a:pt x="46" y="30"/>
                  </a:lnTo>
                  <a:lnTo>
                    <a:pt x="42" y="35"/>
                  </a:lnTo>
                  <a:lnTo>
                    <a:pt x="37" y="39"/>
                  </a:lnTo>
                  <a:lnTo>
                    <a:pt x="33" y="39"/>
                  </a:lnTo>
                  <a:lnTo>
                    <a:pt x="33" y="43"/>
                  </a:lnTo>
                  <a:lnTo>
                    <a:pt x="35" y="47"/>
                  </a:lnTo>
                  <a:lnTo>
                    <a:pt x="35" y="49"/>
                  </a:lnTo>
                  <a:lnTo>
                    <a:pt x="29" y="49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6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5" y="69"/>
                  </a:lnTo>
                  <a:lnTo>
                    <a:pt x="3" y="71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5" y="7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1" name="Freeform 6458">
              <a:extLst>
                <a:ext uri="{FF2B5EF4-FFF2-40B4-BE49-F238E27FC236}">
                  <a16:creationId xmlns:a16="http://schemas.microsoft.com/office/drawing/2014/main" id="{7E514772-EC32-4ECB-9F8F-31DD8BA38D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6" y="1307"/>
              <a:ext cx="17" cy="11"/>
            </a:xfrm>
            <a:custGeom>
              <a:avLst/>
              <a:gdLst>
                <a:gd name="T0" fmla="*/ 3 w 9"/>
                <a:gd name="T1" fmla="*/ 0 h 6"/>
                <a:gd name="T2" fmla="*/ 2 w 9"/>
                <a:gd name="T3" fmla="*/ 1 h 6"/>
                <a:gd name="T4" fmla="*/ 1 w 9"/>
                <a:gd name="T5" fmla="*/ 1 h 6"/>
                <a:gd name="T6" fmla="*/ 0 w 9"/>
                <a:gd name="T7" fmla="*/ 1 h 6"/>
                <a:gd name="T8" fmla="*/ 0 w 9"/>
                <a:gd name="T9" fmla="*/ 2 h 6"/>
                <a:gd name="T10" fmla="*/ 1 w 9"/>
                <a:gd name="T11" fmla="*/ 3 h 6"/>
                <a:gd name="T12" fmla="*/ 1 w 9"/>
                <a:gd name="T13" fmla="*/ 3 h 6"/>
                <a:gd name="T14" fmla="*/ 2 w 9"/>
                <a:gd name="T15" fmla="*/ 4 h 6"/>
                <a:gd name="T16" fmla="*/ 3 w 9"/>
                <a:gd name="T17" fmla="*/ 6 h 6"/>
                <a:gd name="T18" fmla="*/ 4 w 9"/>
                <a:gd name="T19" fmla="*/ 6 h 6"/>
                <a:gd name="T20" fmla="*/ 6 w 9"/>
                <a:gd name="T21" fmla="*/ 6 h 6"/>
                <a:gd name="T22" fmla="*/ 7 w 9"/>
                <a:gd name="T23" fmla="*/ 5 h 6"/>
                <a:gd name="T24" fmla="*/ 9 w 9"/>
                <a:gd name="T25" fmla="*/ 4 h 6"/>
                <a:gd name="T26" fmla="*/ 8 w 9"/>
                <a:gd name="T27" fmla="*/ 3 h 6"/>
                <a:gd name="T28" fmla="*/ 8 w 9"/>
                <a:gd name="T29" fmla="*/ 2 h 6"/>
                <a:gd name="T30" fmla="*/ 6 w 9"/>
                <a:gd name="T31" fmla="*/ 1 h 6"/>
                <a:gd name="T32" fmla="*/ 5 w 9"/>
                <a:gd name="T33" fmla="*/ 1 h 6"/>
                <a:gd name="T34" fmla="*/ 3 w 9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2" name="Freeform 6459">
              <a:extLst>
                <a:ext uri="{FF2B5EF4-FFF2-40B4-BE49-F238E27FC236}">
                  <a16:creationId xmlns:a16="http://schemas.microsoft.com/office/drawing/2014/main" id="{79B943C0-439C-475D-A68D-E6FDD7837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0" y="1274"/>
              <a:ext cx="50" cy="31"/>
            </a:xfrm>
            <a:custGeom>
              <a:avLst/>
              <a:gdLst>
                <a:gd name="T0" fmla="*/ 5 w 50"/>
                <a:gd name="T1" fmla="*/ 7 h 31"/>
                <a:gd name="T2" fmla="*/ 3 w 50"/>
                <a:gd name="T3" fmla="*/ 9 h 31"/>
                <a:gd name="T4" fmla="*/ 2 w 50"/>
                <a:gd name="T5" fmla="*/ 13 h 31"/>
                <a:gd name="T6" fmla="*/ 0 w 50"/>
                <a:gd name="T7" fmla="*/ 15 h 31"/>
                <a:gd name="T8" fmla="*/ 2 w 50"/>
                <a:gd name="T9" fmla="*/ 18 h 31"/>
                <a:gd name="T10" fmla="*/ 2 w 50"/>
                <a:gd name="T11" fmla="*/ 22 h 31"/>
                <a:gd name="T12" fmla="*/ 3 w 50"/>
                <a:gd name="T13" fmla="*/ 22 h 31"/>
                <a:gd name="T14" fmla="*/ 5 w 50"/>
                <a:gd name="T15" fmla="*/ 24 h 31"/>
                <a:gd name="T16" fmla="*/ 7 w 50"/>
                <a:gd name="T17" fmla="*/ 26 h 31"/>
                <a:gd name="T18" fmla="*/ 5 w 50"/>
                <a:gd name="T19" fmla="*/ 28 h 31"/>
                <a:gd name="T20" fmla="*/ 7 w 50"/>
                <a:gd name="T21" fmla="*/ 31 h 31"/>
                <a:gd name="T22" fmla="*/ 11 w 50"/>
                <a:gd name="T23" fmla="*/ 29 h 31"/>
                <a:gd name="T24" fmla="*/ 15 w 50"/>
                <a:gd name="T25" fmla="*/ 31 h 31"/>
                <a:gd name="T26" fmla="*/ 15 w 50"/>
                <a:gd name="T27" fmla="*/ 29 h 31"/>
                <a:gd name="T28" fmla="*/ 18 w 50"/>
                <a:gd name="T29" fmla="*/ 31 h 31"/>
                <a:gd name="T30" fmla="*/ 22 w 50"/>
                <a:gd name="T31" fmla="*/ 31 h 31"/>
                <a:gd name="T32" fmla="*/ 24 w 50"/>
                <a:gd name="T33" fmla="*/ 31 h 31"/>
                <a:gd name="T34" fmla="*/ 28 w 50"/>
                <a:gd name="T35" fmla="*/ 31 h 31"/>
                <a:gd name="T36" fmla="*/ 29 w 50"/>
                <a:gd name="T37" fmla="*/ 28 h 31"/>
                <a:gd name="T38" fmla="*/ 29 w 50"/>
                <a:gd name="T39" fmla="*/ 28 h 31"/>
                <a:gd name="T40" fmla="*/ 31 w 50"/>
                <a:gd name="T41" fmla="*/ 26 h 31"/>
                <a:gd name="T42" fmla="*/ 33 w 50"/>
                <a:gd name="T43" fmla="*/ 24 h 31"/>
                <a:gd name="T44" fmla="*/ 37 w 50"/>
                <a:gd name="T45" fmla="*/ 20 h 31"/>
                <a:gd name="T46" fmla="*/ 35 w 50"/>
                <a:gd name="T47" fmla="*/ 16 h 31"/>
                <a:gd name="T48" fmla="*/ 33 w 50"/>
                <a:gd name="T49" fmla="*/ 16 h 31"/>
                <a:gd name="T50" fmla="*/ 31 w 50"/>
                <a:gd name="T51" fmla="*/ 16 h 31"/>
                <a:gd name="T52" fmla="*/ 35 w 50"/>
                <a:gd name="T53" fmla="*/ 15 h 31"/>
                <a:gd name="T54" fmla="*/ 37 w 50"/>
                <a:gd name="T55" fmla="*/ 15 h 31"/>
                <a:gd name="T56" fmla="*/ 42 w 50"/>
                <a:gd name="T57" fmla="*/ 13 h 31"/>
                <a:gd name="T58" fmla="*/ 46 w 50"/>
                <a:gd name="T59" fmla="*/ 13 h 31"/>
                <a:gd name="T60" fmla="*/ 50 w 50"/>
                <a:gd name="T61" fmla="*/ 7 h 31"/>
                <a:gd name="T62" fmla="*/ 48 w 50"/>
                <a:gd name="T63" fmla="*/ 5 h 31"/>
                <a:gd name="T64" fmla="*/ 44 w 50"/>
                <a:gd name="T65" fmla="*/ 3 h 31"/>
                <a:gd name="T66" fmla="*/ 44 w 50"/>
                <a:gd name="T67" fmla="*/ 3 h 31"/>
                <a:gd name="T68" fmla="*/ 41 w 50"/>
                <a:gd name="T69" fmla="*/ 2 h 31"/>
                <a:gd name="T70" fmla="*/ 37 w 50"/>
                <a:gd name="T71" fmla="*/ 2 h 31"/>
                <a:gd name="T72" fmla="*/ 37 w 50"/>
                <a:gd name="T73" fmla="*/ 2 h 31"/>
                <a:gd name="T74" fmla="*/ 31 w 50"/>
                <a:gd name="T75" fmla="*/ 0 h 31"/>
                <a:gd name="T76" fmla="*/ 29 w 50"/>
                <a:gd name="T77" fmla="*/ 2 h 31"/>
                <a:gd name="T78" fmla="*/ 28 w 50"/>
                <a:gd name="T79" fmla="*/ 2 h 31"/>
                <a:gd name="T80" fmla="*/ 26 w 50"/>
                <a:gd name="T81" fmla="*/ 0 h 31"/>
                <a:gd name="T82" fmla="*/ 22 w 50"/>
                <a:gd name="T83" fmla="*/ 0 h 31"/>
                <a:gd name="T84" fmla="*/ 22 w 50"/>
                <a:gd name="T85" fmla="*/ 0 h 31"/>
                <a:gd name="T86" fmla="*/ 15 w 50"/>
                <a:gd name="T87" fmla="*/ 0 h 31"/>
                <a:gd name="T88" fmla="*/ 13 w 50"/>
                <a:gd name="T89" fmla="*/ 0 h 31"/>
                <a:gd name="T90" fmla="*/ 9 w 50"/>
                <a:gd name="T91" fmla="*/ 2 h 31"/>
                <a:gd name="T92" fmla="*/ 5 w 50"/>
                <a:gd name="T93" fmla="*/ 3 h 31"/>
                <a:gd name="T94" fmla="*/ 5 w 50"/>
                <a:gd name="T9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31">
                  <a:moveTo>
                    <a:pt x="5" y="7"/>
                  </a:moveTo>
                  <a:lnTo>
                    <a:pt x="3" y="9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4"/>
                  </a:lnTo>
                  <a:lnTo>
                    <a:pt x="7" y="26"/>
                  </a:lnTo>
                  <a:lnTo>
                    <a:pt x="5" y="28"/>
                  </a:lnTo>
                  <a:lnTo>
                    <a:pt x="7" y="31"/>
                  </a:lnTo>
                  <a:lnTo>
                    <a:pt x="11" y="29"/>
                  </a:lnTo>
                  <a:lnTo>
                    <a:pt x="15" y="31"/>
                  </a:lnTo>
                  <a:lnTo>
                    <a:pt x="15" y="29"/>
                  </a:lnTo>
                  <a:lnTo>
                    <a:pt x="18" y="31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26"/>
                  </a:lnTo>
                  <a:lnTo>
                    <a:pt x="33" y="24"/>
                  </a:lnTo>
                  <a:lnTo>
                    <a:pt x="37" y="20"/>
                  </a:lnTo>
                  <a:lnTo>
                    <a:pt x="35" y="16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50" y="7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2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5" y="3"/>
                  </a:lnTo>
                  <a:lnTo>
                    <a:pt x="5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3" name="Freeform 6460">
              <a:extLst>
                <a:ext uri="{FF2B5EF4-FFF2-40B4-BE49-F238E27FC236}">
                  <a16:creationId xmlns:a16="http://schemas.microsoft.com/office/drawing/2014/main" id="{BFFD9AE5-08C8-45F6-84D2-07D1D10BBA6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3" y="1298"/>
              <a:ext cx="9" cy="5"/>
            </a:xfrm>
            <a:custGeom>
              <a:avLst/>
              <a:gdLst>
                <a:gd name="T0" fmla="*/ 6 w 9"/>
                <a:gd name="T1" fmla="*/ 5 h 5"/>
                <a:gd name="T2" fmla="*/ 9 w 9"/>
                <a:gd name="T3" fmla="*/ 0 h 5"/>
                <a:gd name="T4" fmla="*/ 2 w 9"/>
                <a:gd name="T5" fmla="*/ 2 h 5"/>
                <a:gd name="T6" fmla="*/ 0 w 9"/>
                <a:gd name="T7" fmla="*/ 4 h 5"/>
                <a:gd name="T8" fmla="*/ 4 w 9"/>
                <a:gd name="T9" fmla="*/ 5 h 5"/>
                <a:gd name="T10" fmla="*/ 6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lnTo>
                    <a:pt x="9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4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4" name="Freeform 6461">
              <a:extLst>
                <a:ext uri="{FF2B5EF4-FFF2-40B4-BE49-F238E27FC236}">
                  <a16:creationId xmlns:a16="http://schemas.microsoft.com/office/drawing/2014/main" id="{F08E8E5E-BE6E-42D0-B30E-7B43A66A79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4" y="1264"/>
              <a:ext cx="15" cy="17"/>
            </a:xfrm>
            <a:custGeom>
              <a:avLst/>
              <a:gdLst>
                <a:gd name="T0" fmla="*/ 4 w 15"/>
                <a:gd name="T1" fmla="*/ 15 h 17"/>
                <a:gd name="T2" fmla="*/ 6 w 15"/>
                <a:gd name="T3" fmla="*/ 17 h 17"/>
                <a:gd name="T4" fmla="*/ 9 w 15"/>
                <a:gd name="T5" fmla="*/ 15 h 17"/>
                <a:gd name="T6" fmla="*/ 13 w 15"/>
                <a:gd name="T7" fmla="*/ 13 h 17"/>
                <a:gd name="T8" fmla="*/ 13 w 15"/>
                <a:gd name="T9" fmla="*/ 10 h 17"/>
                <a:gd name="T10" fmla="*/ 13 w 15"/>
                <a:gd name="T11" fmla="*/ 8 h 17"/>
                <a:gd name="T12" fmla="*/ 13 w 15"/>
                <a:gd name="T13" fmla="*/ 6 h 17"/>
                <a:gd name="T14" fmla="*/ 15 w 15"/>
                <a:gd name="T15" fmla="*/ 0 h 17"/>
                <a:gd name="T16" fmla="*/ 9 w 15"/>
                <a:gd name="T17" fmla="*/ 2 h 17"/>
                <a:gd name="T18" fmla="*/ 9 w 15"/>
                <a:gd name="T19" fmla="*/ 2 h 17"/>
                <a:gd name="T20" fmla="*/ 6 w 15"/>
                <a:gd name="T21" fmla="*/ 0 h 17"/>
                <a:gd name="T22" fmla="*/ 4 w 15"/>
                <a:gd name="T23" fmla="*/ 2 h 17"/>
                <a:gd name="T24" fmla="*/ 2 w 15"/>
                <a:gd name="T25" fmla="*/ 2 h 17"/>
                <a:gd name="T26" fmla="*/ 0 w 15"/>
                <a:gd name="T27" fmla="*/ 6 h 17"/>
                <a:gd name="T28" fmla="*/ 2 w 15"/>
                <a:gd name="T29" fmla="*/ 8 h 17"/>
                <a:gd name="T30" fmla="*/ 0 w 15"/>
                <a:gd name="T31" fmla="*/ 12 h 17"/>
                <a:gd name="T32" fmla="*/ 4 w 15"/>
                <a:gd name="T3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7">
                  <a:moveTo>
                    <a:pt x="4" y="15"/>
                  </a:moveTo>
                  <a:lnTo>
                    <a:pt x="6" y="17"/>
                  </a:lnTo>
                  <a:lnTo>
                    <a:pt x="9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5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8"/>
                  </a:lnTo>
                  <a:lnTo>
                    <a:pt x="0" y="12"/>
                  </a:lnTo>
                  <a:lnTo>
                    <a:pt x="4" y="1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5" name="Freeform 6462">
              <a:extLst>
                <a:ext uri="{FF2B5EF4-FFF2-40B4-BE49-F238E27FC236}">
                  <a16:creationId xmlns:a16="http://schemas.microsoft.com/office/drawing/2014/main" id="{782CC1F7-8677-4A5B-ADE7-26F3E530B2E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89" y="1322"/>
              <a:ext cx="138" cy="86"/>
            </a:xfrm>
            <a:custGeom>
              <a:avLst/>
              <a:gdLst>
                <a:gd name="T0" fmla="*/ 75 w 138"/>
                <a:gd name="T1" fmla="*/ 49 h 86"/>
                <a:gd name="T2" fmla="*/ 75 w 138"/>
                <a:gd name="T3" fmla="*/ 45 h 86"/>
                <a:gd name="T4" fmla="*/ 75 w 138"/>
                <a:gd name="T5" fmla="*/ 34 h 86"/>
                <a:gd name="T6" fmla="*/ 75 w 138"/>
                <a:gd name="T7" fmla="*/ 22 h 86"/>
                <a:gd name="T8" fmla="*/ 71 w 138"/>
                <a:gd name="T9" fmla="*/ 15 h 86"/>
                <a:gd name="T10" fmla="*/ 62 w 138"/>
                <a:gd name="T11" fmla="*/ 15 h 86"/>
                <a:gd name="T12" fmla="*/ 63 w 138"/>
                <a:gd name="T13" fmla="*/ 4 h 86"/>
                <a:gd name="T14" fmla="*/ 45 w 138"/>
                <a:gd name="T15" fmla="*/ 2 h 86"/>
                <a:gd name="T16" fmla="*/ 43 w 138"/>
                <a:gd name="T17" fmla="*/ 9 h 86"/>
                <a:gd name="T18" fmla="*/ 34 w 138"/>
                <a:gd name="T19" fmla="*/ 9 h 86"/>
                <a:gd name="T20" fmla="*/ 28 w 138"/>
                <a:gd name="T21" fmla="*/ 19 h 86"/>
                <a:gd name="T22" fmla="*/ 24 w 138"/>
                <a:gd name="T23" fmla="*/ 21 h 86"/>
                <a:gd name="T24" fmla="*/ 15 w 138"/>
                <a:gd name="T25" fmla="*/ 32 h 86"/>
                <a:gd name="T26" fmla="*/ 28 w 138"/>
                <a:gd name="T27" fmla="*/ 34 h 86"/>
                <a:gd name="T28" fmla="*/ 26 w 138"/>
                <a:gd name="T29" fmla="*/ 36 h 86"/>
                <a:gd name="T30" fmla="*/ 13 w 138"/>
                <a:gd name="T31" fmla="*/ 36 h 86"/>
                <a:gd name="T32" fmla="*/ 2 w 138"/>
                <a:gd name="T33" fmla="*/ 41 h 86"/>
                <a:gd name="T34" fmla="*/ 4 w 138"/>
                <a:gd name="T35" fmla="*/ 49 h 86"/>
                <a:gd name="T36" fmla="*/ 13 w 138"/>
                <a:gd name="T37" fmla="*/ 54 h 86"/>
                <a:gd name="T38" fmla="*/ 19 w 138"/>
                <a:gd name="T39" fmla="*/ 56 h 86"/>
                <a:gd name="T40" fmla="*/ 26 w 138"/>
                <a:gd name="T41" fmla="*/ 62 h 86"/>
                <a:gd name="T42" fmla="*/ 34 w 138"/>
                <a:gd name="T43" fmla="*/ 56 h 86"/>
                <a:gd name="T44" fmla="*/ 41 w 138"/>
                <a:gd name="T45" fmla="*/ 62 h 86"/>
                <a:gd name="T46" fmla="*/ 50 w 138"/>
                <a:gd name="T47" fmla="*/ 60 h 86"/>
                <a:gd name="T48" fmla="*/ 58 w 138"/>
                <a:gd name="T49" fmla="*/ 64 h 86"/>
                <a:gd name="T50" fmla="*/ 54 w 138"/>
                <a:gd name="T51" fmla="*/ 65 h 86"/>
                <a:gd name="T52" fmla="*/ 41 w 138"/>
                <a:gd name="T53" fmla="*/ 64 h 86"/>
                <a:gd name="T54" fmla="*/ 28 w 138"/>
                <a:gd name="T55" fmla="*/ 65 h 86"/>
                <a:gd name="T56" fmla="*/ 19 w 138"/>
                <a:gd name="T57" fmla="*/ 73 h 86"/>
                <a:gd name="T58" fmla="*/ 28 w 138"/>
                <a:gd name="T59" fmla="*/ 84 h 86"/>
                <a:gd name="T60" fmla="*/ 43 w 138"/>
                <a:gd name="T61" fmla="*/ 84 h 86"/>
                <a:gd name="T62" fmla="*/ 50 w 138"/>
                <a:gd name="T63" fmla="*/ 84 h 86"/>
                <a:gd name="T64" fmla="*/ 60 w 138"/>
                <a:gd name="T65" fmla="*/ 80 h 86"/>
                <a:gd name="T66" fmla="*/ 65 w 138"/>
                <a:gd name="T67" fmla="*/ 77 h 86"/>
                <a:gd name="T68" fmla="*/ 75 w 138"/>
                <a:gd name="T69" fmla="*/ 78 h 86"/>
                <a:gd name="T70" fmla="*/ 84 w 138"/>
                <a:gd name="T71" fmla="*/ 75 h 86"/>
                <a:gd name="T72" fmla="*/ 84 w 138"/>
                <a:gd name="T73" fmla="*/ 78 h 86"/>
                <a:gd name="T74" fmla="*/ 93 w 138"/>
                <a:gd name="T75" fmla="*/ 77 h 86"/>
                <a:gd name="T76" fmla="*/ 97 w 138"/>
                <a:gd name="T77" fmla="*/ 82 h 86"/>
                <a:gd name="T78" fmla="*/ 110 w 138"/>
                <a:gd name="T79" fmla="*/ 80 h 86"/>
                <a:gd name="T80" fmla="*/ 116 w 138"/>
                <a:gd name="T81" fmla="*/ 78 h 86"/>
                <a:gd name="T82" fmla="*/ 121 w 138"/>
                <a:gd name="T83" fmla="*/ 73 h 86"/>
                <a:gd name="T84" fmla="*/ 127 w 138"/>
                <a:gd name="T85" fmla="*/ 65 h 86"/>
                <a:gd name="T86" fmla="*/ 138 w 138"/>
                <a:gd name="T87" fmla="*/ 54 h 86"/>
                <a:gd name="T88" fmla="*/ 132 w 138"/>
                <a:gd name="T89" fmla="*/ 41 h 86"/>
                <a:gd name="T90" fmla="*/ 121 w 138"/>
                <a:gd name="T91" fmla="*/ 50 h 86"/>
                <a:gd name="T92" fmla="*/ 121 w 138"/>
                <a:gd name="T93" fmla="*/ 50 h 86"/>
                <a:gd name="T94" fmla="*/ 116 w 138"/>
                <a:gd name="T95" fmla="*/ 45 h 86"/>
                <a:gd name="T96" fmla="*/ 116 w 138"/>
                <a:gd name="T97" fmla="*/ 43 h 86"/>
                <a:gd name="T98" fmla="*/ 112 w 138"/>
                <a:gd name="T99" fmla="*/ 37 h 86"/>
                <a:gd name="T100" fmla="*/ 119 w 138"/>
                <a:gd name="T101" fmla="*/ 24 h 86"/>
                <a:gd name="T102" fmla="*/ 119 w 138"/>
                <a:gd name="T103" fmla="*/ 15 h 86"/>
                <a:gd name="T104" fmla="*/ 123 w 138"/>
                <a:gd name="T105" fmla="*/ 9 h 86"/>
                <a:gd name="T106" fmla="*/ 110 w 138"/>
                <a:gd name="T107" fmla="*/ 11 h 86"/>
                <a:gd name="T108" fmla="*/ 104 w 138"/>
                <a:gd name="T109" fmla="*/ 15 h 86"/>
                <a:gd name="T110" fmla="*/ 97 w 138"/>
                <a:gd name="T111" fmla="*/ 24 h 86"/>
                <a:gd name="T112" fmla="*/ 99 w 138"/>
                <a:gd name="T113" fmla="*/ 36 h 86"/>
                <a:gd name="T114" fmla="*/ 90 w 138"/>
                <a:gd name="T115" fmla="*/ 39 h 86"/>
                <a:gd name="T116" fmla="*/ 93 w 138"/>
                <a:gd name="T117" fmla="*/ 50 h 86"/>
                <a:gd name="T118" fmla="*/ 82 w 138"/>
                <a:gd name="T119" fmla="*/ 5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" h="86">
                  <a:moveTo>
                    <a:pt x="80" y="50"/>
                  </a:moveTo>
                  <a:lnTo>
                    <a:pt x="80" y="49"/>
                  </a:lnTo>
                  <a:lnTo>
                    <a:pt x="76" y="47"/>
                  </a:lnTo>
                  <a:lnTo>
                    <a:pt x="75" y="49"/>
                  </a:lnTo>
                  <a:lnTo>
                    <a:pt x="73" y="50"/>
                  </a:lnTo>
                  <a:lnTo>
                    <a:pt x="73" y="49"/>
                  </a:lnTo>
                  <a:lnTo>
                    <a:pt x="73" y="45"/>
                  </a:lnTo>
                  <a:lnTo>
                    <a:pt x="75" y="45"/>
                  </a:lnTo>
                  <a:lnTo>
                    <a:pt x="76" y="37"/>
                  </a:lnTo>
                  <a:lnTo>
                    <a:pt x="73" y="37"/>
                  </a:lnTo>
                  <a:lnTo>
                    <a:pt x="73" y="36"/>
                  </a:lnTo>
                  <a:lnTo>
                    <a:pt x="75" y="34"/>
                  </a:lnTo>
                  <a:lnTo>
                    <a:pt x="75" y="28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5" y="22"/>
                  </a:lnTo>
                  <a:lnTo>
                    <a:pt x="75" y="21"/>
                  </a:lnTo>
                  <a:lnTo>
                    <a:pt x="73" y="19"/>
                  </a:lnTo>
                  <a:lnTo>
                    <a:pt x="73" y="17"/>
                  </a:lnTo>
                  <a:lnTo>
                    <a:pt x="71" y="15"/>
                  </a:lnTo>
                  <a:lnTo>
                    <a:pt x="69" y="15"/>
                  </a:lnTo>
                  <a:lnTo>
                    <a:pt x="67" y="13"/>
                  </a:lnTo>
                  <a:lnTo>
                    <a:pt x="65" y="15"/>
                  </a:lnTo>
                  <a:lnTo>
                    <a:pt x="62" y="15"/>
                  </a:lnTo>
                  <a:lnTo>
                    <a:pt x="60" y="13"/>
                  </a:lnTo>
                  <a:lnTo>
                    <a:pt x="62" y="11"/>
                  </a:lnTo>
                  <a:lnTo>
                    <a:pt x="65" y="9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45" y="2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5"/>
                  </a:lnTo>
                  <a:lnTo>
                    <a:pt x="28" y="19"/>
                  </a:lnTo>
                  <a:lnTo>
                    <a:pt x="34" y="21"/>
                  </a:lnTo>
                  <a:lnTo>
                    <a:pt x="32" y="21"/>
                  </a:lnTo>
                  <a:lnTo>
                    <a:pt x="26" y="22"/>
                  </a:lnTo>
                  <a:lnTo>
                    <a:pt x="24" y="21"/>
                  </a:lnTo>
                  <a:lnTo>
                    <a:pt x="22" y="22"/>
                  </a:lnTo>
                  <a:lnTo>
                    <a:pt x="19" y="26"/>
                  </a:lnTo>
                  <a:lnTo>
                    <a:pt x="13" y="30"/>
                  </a:lnTo>
                  <a:lnTo>
                    <a:pt x="15" y="32"/>
                  </a:lnTo>
                  <a:lnTo>
                    <a:pt x="19" y="32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24" y="37"/>
                  </a:lnTo>
                  <a:lnTo>
                    <a:pt x="21" y="37"/>
                  </a:lnTo>
                  <a:lnTo>
                    <a:pt x="17" y="36"/>
                  </a:lnTo>
                  <a:lnTo>
                    <a:pt x="13" y="36"/>
                  </a:lnTo>
                  <a:lnTo>
                    <a:pt x="11" y="34"/>
                  </a:lnTo>
                  <a:lnTo>
                    <a:pt x="8" y="36"/>
                  </a:lnTo>
                  <a:lnTo>
                    <a:pt x="0" y="39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4" y="49"/>
                  </a:lnTo>
                  <a:lnTo>
                    <a:pt x="8" y="52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3" y="54"/>
                  </a:lnTo>
                  <a:lnTo>
                    <a:pt x="13" y="58"/>
                  </a:lnTo>
                  <a:lnTo>
                    <a:pt x="17" y="60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19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8" y="60"/>
                  </a:lnTo>
                  <a:lnTo>
                    <a:pt x="32" y="58"/>
                  </a:lnTo>
                  <a:lnTo>
                    <a:pt x="34" y="54"/>
                  </a:lnTo>
                  <a:lnTo>
                    <a:pt x="34" y="56"/>
                  </a:lnTo>
                  <a:lnTo>
                    <a:pt x="34" y="60"/>
                  </a:lnTo>
                  <a:lnTo>
                    <a:pt x="37" y="62"/>
                  </a:lnTo>
                  <a:lnTo>
                    <a:pt x="41" y="62"/>
                  </a:lnTo>
                  <a:lnTo>
                    <a:pt x="41" y="62"/>
                  </a:lnTo>
                  <a:lnTo>
                    <a:pt x="45" y="62"/>
                  </a:lnTo>
                  <a:lnTo>
                    <a:pt x="49" y="62"/>
                  </a:lnTo>
                  <a:lnTo>
                    <a:pt x="49" y="60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2"/>
                  </a:lnTo>
                  <a:lnTo>
                    <a:pt x="58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56" y="64"/>
                  </a:lnTo>
                  <a:lnTo>
                    <a:pt x="54" y="65"/>
                  </a:lnTo>
                  <a:lnTo>
                    <a:pt x="52" y="65"/>
                  </a:lnTo>
                  <a:lnTo>
                    <a:pt x="49" y="65"/>
                  </a:lnTo>
                  <a:lnTo>
                    <a:pt x="45" y="64"/>
                  </a:lnTo>
                  <a:lnTo>
                    <a:pt x="41" y="64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4" y="65"/>
                  </a:lnTo>
                  <a:lnTo>
                    <a:pt x="19" y="65"/>
                  </a:lnTo>
                  <a:lnTo>
                    <a:pt x="19" y="71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1" y="80"/>
                  </a:lnTo>
                  <a:lnTo>
                    <a:pt x="24" y="82"/>
                  </a:lnTo>
                  <a:lnTo>
                    <a:pt x="28" y="84"/>
                  </a:lnTo>
                  <a:lnTo>
                    <a:pt x="32" y="86"/>
                  </a:lnTo>
                  <a:lnTo>
                    <a:pt x="36" y="86"/>
                  </a:lnTo>
                  <a:lnTo>
                    <a:pt x="39" y="84"/>
                  </a:lnTo>
                  <a:lnTo>
                    <a:pt x="43" y="84"/>
                  </a:lnTo>
                  <a:lnTo>
                    <a:pt x="43" y="86"/>
                  </a:lnTo>
                  <a:lnTo>
                    <a:pt x="47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4" y="84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3" y="78"/>
                  </a:lnTo>
                  <a:lnTo>
                    <a:pt x="65" y="77"/>
                  </a:lnTo>
                  <a:lnTo>
                    <a:pt x="65" y="78"/>
                  </a:lnTo>
                  <a:lnTo>
                    <a:pt x="69" y="78"/>
                  </a:lnTo>
                  <a:lnTo>
                    <a:pt x="71" y="78"/>
                  </a:lnTo>
                  <a:lnTo>
                    <a:pt x="75" y="78"/>
                  </a:lnTo>
                  <a:lnTo>
                    <a:pt x="76" y="77"/>
                  </a:lnTo>
                  <a:lnTo>
                    <a:pt x="80" y="75"/>
                  </a:lnTo>
                  <a:lnTo>
                    <a:pt x="82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8"/>
                  </a:lnTo>
                  <a:lnTo>
                    <a:pt x="88" y="80"/>
                  </a:lnTo>
                  <a:lnTo>
                    <a:pt x="91" y="78"/>
                  </a:lnTo>
                  <a:lnTo>
                    <a:pt x="91" y="77"/>
                  </a:lnTo>
                  <a:lnTo>
                    <a:pt x="93" y="77"/>
                  </a:lnTo>
                  <a:lnTo>
                    <a:pt x="93" y="77"/>
                  </a:lnTo>
                  <a:lnTo>
                    <a:pt x="91" y="78"/>
                  </a:lnTo>
                  <a:lnTo>
                    <a:pt x="93" y="82"/>
                  </a:lnTo>
                  <a:lnTo>
                    <a:pt x="97" y="82"/>
                  </a:lnTo>
                  <a:lnTo>
                    <a:pt x="103" y="82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0" y="80"/>
                  </a:lnTo>
                  <a:lnTo>
                    <a:pt x="112" y="82"/>
                  </a:lnTo>
                  <a:lnTo>
                    <a:pt x="116" y="80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7" y="78"/>
                  </a:lnTo>
                  <a:lnTo>
                    <a:pt x="119" y="77"/>
                  </a:lnTo>
                  <a:lnTo>
                    <a:pt x="119" y="75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7" y="67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30" y="64"/>
                  </a:lnTo>
                  <a:lnTo>
                    <a:pt x="134" y="62"/>
                  </a:lnTo>
                  <a:lnTo>
                    <a:pt x="138" y="54"/>
                  </a:lnTo>
                  <a:lnTo>
                    <a:pt x="138" y="50"/>
                  </a:lnTo>
                  <a:lnTo>
                    <a:pt x="138" y="49"/>
                  </a:lnTo>
                  <a:lnTo>
                    <a:pt x="136" y="43"/>
                  </a:lnTo>
                  <a:lnTo>
                    <a:pt x="132" y="41"/>
                  </a:lnTo>
                  <a:lnTo>
                    <a:pt x="129" y="41"/>
                  </a:lnTo>
                  <a:lnTo>
                    <a:pt x="125" y="45"/>
                  </a:lnTo>
                  <a:lnTo>
                    <a:pt x="123" y="47"/>
                  </a:lnTo>
                  <a:lnTo>
                    <a:pt x="121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45"/>
                  </a:lnTo>
                  <a:lnTo>
                    <a:pt x="117" y="43"/>
                  </a:lnTo>
                  <a:lnTo>
                    <a:pt x="116" y="45"/>
                  </a:lnTo>
                  <a:lnTo>
                    <a:pt x="112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6" y="43"/>
                  </a:lnTo>
                  <a:lnTo>
                    <a:pt x="119" y="39"/>
                  </a:lnTo>
                  <a:lnTo>
                    <a:pt x="117" y="36"/>
                  </a:lnTo>
                  <a:lnTo>
                    <a:pt x="112" y="36"/>
                  </a:lnTo>
                  <a:lnTo>
                    <a:pt x="112" y="37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9" y="32"/>
                  </a:lnTo>
                  <a:lnTo>
                    <a:pt x="119" y="24"/>
                  </a:lnTo>
                  <a:lnTo>
                    <a:pt x="117" y="22"/>
                  </a:lnTo>
                  <a:lnTo>
                    <a:pt x="117" y="21"/>
                  </a:lnTo>
                  <a:lnTo>
                    <a:pt x="119" y="17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23" y="15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3" y="8"/>
                  </a:lnTo>
                  <a:lnTo>
                    <a:pt x="119" y="6"/>
                  </a:lnTo>
                  <a:lnTo>
                    <a:pt x="116" y="6"/>
                  </a:lnTo>
                  <a:lnTo>
                    <a:pt x="110" y="11"/>
                  </a:lnTo>
                  <a:lnTo>
                    <a:pt x="106" y="11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3" y="15"/>
                  </a:lnTo>
                  <a:lnTo>
                    <a:pt x="99" y="17"/>
                  </a:lnTo>
                  <a:lnTo>
                    <a:pt x="97" y="21"/>
                  </a:lnTo>
                  <a:lnTo>
                    <a:pt x="97" y="24"/>
                  </a:lnTo>
                  <a:lnTo>
                    <a:pt x="97" y="28"/>
                  </a:lnTo>
                  <a:lnTo>
                    <a:pt x="99" y="30"/>
                  </a:lnTo>
                  <a:lnTo>
                    <a:pt x="101" y="32"/>
                  </a:lnTo>
                  <a:lnTo>
                    <a:pt x="99" y="36"/>
                  </a:lnTo>
                  <a:lnTo>
                    <a:pt x="97" y="36"/>
                  </a:lnTo>
                  <a:lnTo>
                    <a:pt x="93" y="36"/>
                  </a:lnTo>
                  <a:lnTo>
                    <a:pt x="91" y="36"/>
                  </a:lnTo>
                  <a:lnTo>
                    <a:pt x="90" y="39"/>
                  </a:lnTo>
                  <a:lnTo>
                    <a:pt x="91" y="41"/>
                  </a:lnTo>
                  <a:lnTo>
                    <a:pt x="91" y="43"/>
                  </a:lnTo>
                  <a:lnTo>
                    <a:pt x="93" y="47"/>
                  </a:lnTo>
                  <a:lnTo>
                    <a:pt x="93" y="50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5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6" name="Freeform 6463">
              <a:extLst>
                <a:ext uri="{FF2B5EF4-FFF2-40B4-BE49-F238E27FC236}">
                  <a16:creationId xmlns:a16="http://schemas.microsoft.com/office/drawing/2014/main" id="{1A9D3E99-C88A-405D-9A3A-2CC90A19F5A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56" y="1274"/>
              <a:ext cx="109" cy="59"/>
            </a:xfrm>
            <a:custGeom>
              <a:avLst/>
              <a:gdLst>
                <a:gd name="T0" fmla="*/ 3 w 109"/>
                <a:gd name="T1" fmla="*/ 46 h 59"/>
                <a:gd name="T2" fmla="*/ 11 w 109"/>
                <a:gd name="T3" fmla="*/ 44 h 59"/>
                <a:gd name="T4" fmla="*/ 16 w 109"/>
                <a:gd name="T5" fmla="*/ 48 h 59"/>
                <a:gd name="T6" fmla="*/ 13 w 109"/>
                <a:gd name="T7" fmla="*/ 54 h 59"/>
                <a:gd name="T8" fmla="*/ 18 w 109"/>
                <a:gd name="T9" fmla="*/ 52 h 59"/>
                <a:gd name="T10" fmla="*/ 22 w 109"/>
                <a:gd name="T11" fmla="*/ 48 h 59"/>
                <a:gd name="T12" fmla="*/ 24 w 109"/>
                <a:gd name="T13" fmla="*/ 44 h 59"/>
                <a:gd name="T14" fmla="*/ 28 w 109"/>
                <a:gd name="T15" fmla="*/ 44 h 59"/>
                <a:gd name="T16" fmla="*/ 24 w 109"/>
                <a:gd name="T17" fmla="*/ 52 h 59"/>
                <a:gd name="T18" fmla="*/ 24 w 109"/>
                <a:gd name="T19" fmla="*/ 59 h 59"/>
                <a:gd name="T20" fmla="*/ 28 w 109"/>
                <a:gd name="T21" fmla="*/ 57 h 59"/>
                <a:gd name="T22" fmla="*/ 35 w 109"/>
                <a:gd name="T23" fmla="*/ 54 h 59"/>
                <a:gd name="T24" fmla="*/ 39 w 109"/>
                <a:gd name="T25" fmla="*/ 48 h 59"/>
                <a:gd name="T26" fmla="*/ 42 w 109"/>
                <a:gd name="T27" fmla="*/ 46 h 59"/>
                <a:gd name="T28" fmla="*/ 46 w 109"/>
                <a:gd name="T29" fmla="*/ 52 h 59"/>
                <a:gd name="T30" fmla="*/ 50 w 109"/>
                <a:gd name="T31" fmla="*/ 46 h 59"/>
                <a:gd name="T32" fmla="*/ 55 w 109"/>
                <a:gd name="T33" fmla="*/ 37 h 59"/>
                <a:gd name="T34" fmla="*/ 55 w 109"/>
                <a:gd name="T35" fmla="*/ 37 h 59"/>
                <a:gd name="T36" fmla="*/ 65 w 109"/>
                <a:gd name="T37" fmla="*/ 28 h 59"/>
                <a:gd name="T38" fmla="*/ 69 w 109"/>
                <a:gd name="T39" fmla="*/ 28 h 59"/>
                <a:gd name="T40" fmla="*/ 67 w 109"/>
                <a:gd name="T41" fmla="*/ 33 h 59"/>
                <a:gd name="T42" fmla="*/ 65 w 109"/>
                <a:gd name="T43" fmla="*/ 39 h 59"/>
                <a:gd name="T44" fmla="*/ 57 w 109"/>
                <a:gd name="T45" fmla="*/ 46 h 59"/>
                <a:gd name="T46" fmla="*/ 61 w 109"/>
                <a:gd name="T47" fmla="*/ 54 h 59"/>
                <a:gd name="T48" fmla="*/ 70 w 109"/>
                <a:gd name="T49" fmla="*/ 52 h 59"/>
                <a:gd name="T50" fmla="*/ 72 w 109"/>
                <a:gd name="T51" fmla="*/ 44 h 59"/>
                <a:gd name="T52" fmla="*/ 76 w 109"/>
                <a:gd name="T53" fmla="*/ 43 h 59"/>
                <a:gd name="T54" fmla="*/ 82 w 109"/>
                <a:gd name="T55" fmla="*/ 43 h 59"/>
                <a:gd name="T56" fmla="*/ 89 w 109"/>
                <a:gd name="T57" fmla="*/ 35 h 59"/>
                <a:gd name="T58" fmla="*/ 93 w 109"/>
                <a:gd name="T59" fmla="*/ 29 h 59"/>
                <a:gd name="T60" fmla="*/ 98 w 109"/>
                <a:gd name="T61" fmla="*/ 26 h 59"/>
                <a:gd name="T62" fmla="*/ 98 w 109"/>
                <a:gd name="T63" fmla="*/ 20 h 59"/>
                <a:gd name="T64" fmla="*/ 104 w 109"/>
                <a:gd name="T65" fmla="*/ 18 h 59"/>
                <a:gd name="T66" fmla="*/ 109 w 109"/>
                <a:gd name="T67" fmla="*/ 13 h 59"/>
                <a:gd name="T68" fmla="*/ 109 w 109"/>
                <a:gd name="T69" fmla="*/ 3 h 59"/>
                <a:gd name="T70" fmla="*/ 100 w 109"/>
                <a:gd name="T71" fmla="*/ 2 h 59"/>
                <a:gd name="T72" fmla="*/ 100 w 109"/>
                <a:gd name="T73" fmla="*/ 9 h 59"/>
                <a:gd name="T74" fmla="*/ 96 w 109"/>
                <a:gd name="T75" fmla="*/ 7 h 59"/>
                <a:gd name="T76" fmla="*/ 95 w 109"/>
                <a:gd name="T77" fmla="*/ 3 h 59"/>
                <a:gd name="T78" fmla="*/ 89 w 109"/>
                <a:gd name="T79" fmla="*/ 2 h 59"/>
                <a:gd name="T80" fmla="*/ 82 w 109"/>
                <a:gd name="T81" fmla="*/ 2 h 59"/>
                <a:gd name="T82" fmla="*/ 70 w 109"/>
                <a:gd name="T83" fmla="*/ 5 h 59"/>
                <a:gd name="T84" fmla="*/ 67 w 109"/>
                <a:gd name="T85" fmla="*/ 5 h 59"/>
                <a:gd name="T86" fmla="*/ 55 w 109"/>
                <a:gd name="T87" fmla="*/ 13 h 59"/>
                <a:gd name="T88" fmla="*/ 46 w 109"/>
                <a:gd name="T89" fmla="*/ 18 h 59"/>
                <a:gd name="T90" fmla="*/ 41 w 109"/>
                <a:gd name="T91" fmla="*/ 20 h 59"/>
                <a:gd name="T92" fmla="*/ 35 w 109"/>
                <a:gd name="T93" fmla="*/ 20 h 59"/>
                <a:gd name="T94" fmla="*/ 26 w 109"/>
                <a:gd name="T95" fmla="*/ 26 h 59"/>
                <a:gd name="T96" fmla="*/ 13 w 109"/>
                <a:gd name="T97" fmla="*/ 31 h 59"/>
                <a:gd name="T98" fmla="*/ 3 w 109"/>
                <a:gd name="T99" fmla="*/ 37 h 59"/>
                <a:gd name="T100" fmla="*/ 1 w 109"/>
                <a:gd name="T101" fmla="*/ 37 h 59"/>
                <a:gd name="T102" fmla="*/ 3 w 109"/>
                <a:gd name="T103" fmla="*/ 43 h 59"/>
                <a:gd name="T104" fmla="*/ 7 w 109"/>
                <a:gd name="T105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" h="59">
                  <a:moveTo>
                    <a:pt x="3" y="43"/>
                  </a:moveTo>
                  <a:lnTo>
                    <a:pt x="3" y="43"/>
                  </a:lnTo>
                  <a:lnTo>
                    <a:pt x="3" y="46"/>
                  </a:lnTo>
                  <a:lnTo>
                    <a:pt x="7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5" y="44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2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20" y="52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6" y="44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2" y="56"/>
                  </a:lnTo>
                  <a:lnTo>
                    <a:pt x="24" y="59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7"/>
                  </a:lnTo>
                  <a:lnTo>
                    <a:pt x="29" y="59"/>
                  </a:lnTo>
                  <a:lnTo>
                    <a:pt x="33" y="56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9" y="50"/>
                  </a:lnTo>
                  <a:lnTo>
                    <a:pt x="39" y="48"/>
                  </a:lnTo>
                  <a:lnTo>
                    <a:pt x="41" y="48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8"/>
                  </a:lnTo>
                  <a:lnTo>
                    <a:pt x="42" y="52"/>
                  </a:lnTo>
                  <a:lnTo>
                    <a:pt x="46" y="52"/>
                  </a:lnTo>
                  <a:lnTo>
                    <a:pt x="48" y="50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2" y="44"/>
                  </a:lnTo>
                  <a:lnTo>
                    <a:pt x="54" y="41"/>
                  </a:lnTo>
                  <a:lnTo>
                    <a:pt x="55" y="37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7"/>
                  </a:lnTo>
                  <a:lnTo>
                    <a:pt x="63" y="33"/>
                  </a:lnTo>
                  <a:lnTo>
                    <a:pt x="63" y="29"/>
                  </a:lnTo>
                  <a:lnTo>
                    <a:pt x="65" y="28"/>
                  </a:lnTo>
                  <a:lnTo>
                    <a:pt x="67" y="28"/>
                  </a:lnTo>
                  <a:lnTo>
                    <a:pt x="67" y="26"/>
                  </a:lnTo>
                  <a:lnTo>
                    <a:pt x="69" y="28"/>
                  </a:lnTo>
                  <a:lnTo>
                    <a:pt x="70" y="26"/>
                  </a:lnTo>
                  <a:lnTo>
                    <a:pt x="70" y="29"/>
                  </a:lnTo>
                  <a:lnTo>
                    <a:pt x="67" y="33"/>
                  </a:lnTo>
                  <a:lnTo>
                    <a:pt x="67" y="35"/>
                  </a:lnTo>
                  <a:lnTo>
                    <a:pt x="65" y="37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61" y="54"/>
                  </a:lnTo>
                  <a:lnTo>
                    <a:pt x="65" y="56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70" y="48"/>
                  </a:lnTo>
                  <a:lnTo>
                    <a:pt x="70" y="46"/>
                  </a:lnTo>
                  <a:lnTo>
                    <a:pt x="72" y="44"/>
                  </a:lnTo>
                  <a:lnTo>
                    <a:pt x="74" y="43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78" y="43"/>
                  </a:lnTo>
                  <a:lnTo>
                    <a:pt x="80" y="43"/>
                  </a:lnTo>
                  <a:lnTo>
                    <a:pt x="82" y="43"/>
                  </a:lnTo>
                  <a:lnTo>
                    <a:pt x="87" y="43"/>
                  </a:lnTo>
                  <a:lnTo>
                    <a:pt x="89" y="39"/>
                  </a:lnTo>
                  <a:lnTo>
                    <a:pt x="89" y="35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6" y="31"/>
                  </a:lnTo>
                  <a:lnTo>
                    <a:pt x="98" y="29"/>
                  </a:lnTo>
                  <a:lnTo>
                    <a:pt x="98" y="2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8" y="20"/>
                  </a:lnTo>
                  <a:lnTo>
                    <a:pt x="100" y="20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8" y="18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0" y="2"/>
                  </a:lnTo>
                  <a:lnTo>
                    <a:pt x="100" y="5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8" y="7"/>
                  </a:lnTo>
                  <a:lnTo>
                    <a:pt x="96" y="7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5" y="3"/>
                  </a:lnTo>
                  <a:lnTo>
                    <a:pt x="91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5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67" y="5"/>
                  </a:lnTo>
                  <a:lnTo>
                    <a:pt x="59" y="11"/>
                  </a:lnTo>
                  <a:lnTo>
                    <a:pt x="57" y="13"/>
                  </a:lnTo>
                  <a:lnTo>
                    <a:pt x="55" y="13"/>
                  </a:lnTo>
                  <a:lnTo>
                    <a:pt x="52" y="15"/>
                  </a:lnTo>
                  <a:lnTo>
                    <a:pt x="50" y="16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2" y="18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7" y="20"/>
                  </a:lnTo>
                  <a:lnTo>
                    <a:pt x="35" y="20"/>
                  </a:lnTo>
                  <a:lnTo>
                    <a:pt x="31" y="24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15" y="28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7" y="33"/>
                  </a:lnTo>
                  <a:lnTo>
                    <a:pt x="3" y="37"/>
                  </a:lnTo>
                  <a:lnTo>
                    <a:pt x="7" y="37"/>
                  </a:lnTo>
                  <a:lnTo>
                    <a:pt x="5" y="39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3"/>
                  </a:lnTo>
                  <a:close/>
                  <a:moveTo>
                    <a:pt x="7" y="41"/>
                  </a:move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7" name="Freeform 6464">
              <a:extLst>
                <a:ext uri="{FF2B5EF4-FFF2-40B4-BE49-F238E27FC236}">
                  <a16:creationId xmlns:a16="http://schemas.microsoft.com/office/drawing/2014/main" id="{22B5850F-D1ED-4667-A923-898A464282A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64" y="2066"/>
              <a:ext cx="5" cy="7"/>
            </a:xfrm>
            <a:custGeom>
              <a:avLst/>
              <a:gdLst>
                <a:gd name="T0" fmla="*/ 0 w 3"/>
                <a:gd name="T1" fmla="*/ 3 h 4"/>
                <a:gd name="T2" fmla="*/ 0 w 3"/>
                <a:gd name="T3" fmla="*/ 3 h 4"/>
                <a:gd name="T4" fmla="*/ 1 w 3"/>
                <a:gd name="T5" fmla="*/ 4 h 4"/>
                <a:gd name="T6" fmla="*/ 1 w 3"/>
                <a:gd name="T7" fmla="*/ 4 h 4"/>
                <a:gd name="T8" fmla="*/ 2 w 3"/>
                <a:gd name="T9" fmla="*/ 3 h 4"/>
                <a:gd name="T10" fmla="*/ 3 w 3"/>
                <a:gd name="T11" fmla="*/ 2 h 4"/>
                <a:gd name="T12" fmla="*/ 3 w 3"/>
                <a:gd name="T13" fmla="*/ 0 h 4"/>
                <a:gd name="T14" fmla="*/ 1 w 3"/>
                <a:gd name="T15" fmla="*/ 1 h 4"/>
                <a:gd name="T16" fmla="*/ 0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8" name="Freeform 6465">
              <a:extLst>
                <a:ext uri="{FF2B5EF4-FFF2-40B4-BE49-F238E27FC236}">
                  <a16:creationId xmlns:a16="http://schemas.microsoft.com/office/drawing/2014/main" id="{87FF620F-E891-4687-BD6E-4C0E13A017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9" y="2075"/>
              <a:ext cx="89" cy="97"/>
            </a:xfrm>
            <a:custGeom>
              <a:avLst/>
              <a:gdLst>
                <a:gd name="T0" fmla="*/ 38 w 48"/>
                <a:gd name="T1" fmla="*/ 20 h 52"/>
                <a:gd name="T2" fmla="*/ 36 w 48"/>
                <a:gd name="T3" fmla="*/ 20 h 52"/>
                <a:gd name="T4" fmla="*/ 36 w 48"/>
                <a:gd name="T5" fmla="*/ 23 h 52"/>
                <a:gd name="T6" fmla="*/ 34 w 48"/>
                <a:gd name="T7" fmla="*/ 23 h 52"/>
                <a:gd name="T8" fmla="*/ 30 w 48"/>
                <a:gd name="T9" fmla="*/ 22 h 52"/>
                <a:gd name="T10" fmla="*/ 30 w 48"/>
                <a:gd name="T11" fmla="*/ 19 h 52"/>
                <a:gd name="T12" fmla="*/ 29 w 48"/>
                <a:gd name="T13" fmla="*/ 16 h 52"/>
                <a:gd name="T14" fmla="*/ 25 w 48"/>
                <a:gd name="T15" fmla="*/ 16 h 52"/>
                <a:gd name="T16" fmla="*/ 23 w 48"/>
                <a:gd name="T17" fmla="*/ 17 h 52"/>
                <a:gd name="T18" fmla="*/ 26 w 48"/>
                <a:gd name="T19" fmla="*/ 12 h 52"/>
                <a:gd name="T20" fmla="*/ 30 w 48"/>
                <a:gd name="T21" fmla="*/ 8 h 52"/>
                <a:gd name="T22" fmla="*/ 30 w 48"/>
                <a:gd name="T23" fmla="*/ 4 h 52"/>
                <a:gd name="T24" fmla="*/ 34 w 48"/>
                <a:gd name="T25" fmla="*/ 3 h 52"/>
                <a:gd name="T26" fmla="*/ 30 w 48"/>
                <a:gd name="T27" fmla="*/ 1 h 52"/>
                <a:gd name="T28" fmla="*/ 23 w 48"/>
                <a:gd name="T29" fmla="*/ 5 h 52"/>
                <a:gd name="T30" fmla="*/ 22 w 48"/>
                <a:gd name="T31" fmla="*/ 7 h 52"/>
                <a:gd name="T32" fmla="*/ 18 w 48"/>
                <a:gd name="T33" fmla="*/ 12 h 52"/>
                <a:gd name="T34" fmla="*/ 15 w 48"/>
                <a:gd name="T35" fmla="*/ 16 h 52"/>
                <a:gd name="T36" fmla="*/ 11 w 48"/>
                <a:gd name="T37" fmla="*/ 22 h 52"/>
                <a:gd name="T38" fmla="*/ 9 w 48"/>
                <a:gd name="T39" fmla="*/ 25 h 52"/>
                <a:gd name="T40" fmla="*/ 9 w 48"/>
                <a:gd name="T41" fmla="*/ 23 h 52"/>
                <a:gd name="T42" fmla="*/ 4 w 48"/>
                <a:gd name="T43" fmla="*/ 31 h 52"/>
                <a:gd name="T44" fmla="*/ 5 w 48"/>
                <a:gd name="T45" fmla="*/ 32 h 52"/>
                <a:gd name="T46" fmla="*/ 0 w 48"/>
                <a:gd name="T47" fmla="*/ 37 h 52"/>
                <a:gd name="T48" fmla="*/ 6 w 48"/>
                <a:gd name="T49" fmla="*/ 39 h 52"/>
                <a:gd name="T50" fmla="*/ 14 w 48"/>
                <a:gd name="T51" fmla="*/ 39 h 52"/>
                <a:gd name="T52" fmla="*/ 19 w 48"/>
                <a:gd name="T53" fmla="*/ 40 h 52"/>
                <a:gd name="T54" fmla="*/ 22 w 48"/>
                <a:gd name="T55" fmla="*/ 39 h 52"/>
                <a:gd name="T56" fmla="*/ 25 w 48"/>
                <a:gd name="T57" fmla="*/ 41 h 52"/>
                <a:gd name="T58" fmla="*/ 29 w 48"/>
                <a:gd name="T59" fmla="*/ 40 h 52"/>
                <a:gd name="T60" fmla="*/ 27 w 48"/>
                <a:gd name="T61" fmla="*/ 43 h 52"/>
                <a:gd name="T62" fmla="*/ 23 w 48"/>
                <a:gd name="T63" fmla="*/ 45 h 52"/>
                <a:gd name="T64" fmla="*/ 26 w 48"/>
                <a:gd name="T65" fmla="*/ 47 h 52"/>
                <a:gd name="T66" fmla="*/ 29 w 48"/>
                <a:gd name="T67" fmla="*/ 46 h 52"/>
                <a:gd name="T68" fmla="*/ 35 w 48"/>
                <a:gd name="T69" fmla="*/ 42 h 52"/>
                <a:gd name="T70" fmla="*/ 36 w 48"/>
                <a:gd name="T71" fmla="*/ 38 h 52"/>
                <a:gd name="T72" fmla="*/ 37 w 48"/>
                <a:gd name="T73" fmla="*/ 42 h 52"/>
                <a:gd name="T74" fmla="*/ 35 w 48"/>
                <a:gd name="T75" fmla="*/ 48 h 52"/>
                <a:gd name="T76" fmla="*/ 38 w 48"/>
                <a:gd name="T77" fmla="*/ 48 h 52"/>
                <a:gd name="T78" fmla="*/ 41 w 48"/>
                <a:gd name="T79" fmla="*/ 49 h 52"/>
                <a:gd name="T80" fmla="*/ 45 w 48"/>
                <a:gd name="T81" fmla="*/ 49 h 52"/>
                <a:gd name="T82" fmla="*/ 46 w 48"/>
                <a:gd name="T83" fmla="*/ 44 h 52"/>
                <a:gd name="T84" fmla="*/ 46 w 48"/>
                <a:gd name="T85" fmla="*/ 39 h 52"/>
                <a:gd name="T86" fmla="*/ 44 w 48"/>
                <a:gd name="T87" fmla="*/ 39 h 52"/>
                <a:gd name="T88" fmla="*/ 45 w 48"/>
                <a:gd name="T89" fmla="*/ 36 h 52"/>
                <a:gd name="T90" fmla="*/ 42 w 48"/>
                <a:gd name="T91" fmla="*/ 35 h 52"/>
                <a:gd name="T92" fmla="*/ 46 w 48"/>
                <a:gd name="T93" fmla="*/ 32 h 52"/>
                <a:gd name="T94" fmla="*/ 44 w 48"/>
                <a:gd name="T95" fmla="*/ 30 h 52"/>
                <a:gd name="T96" fmla="*/ 41 w 48"/>
                <a:gd name="T97" fmla="*/ 31 h 52"/>
                <a:gd name="T98" fmla="*/ 42 w 48"/>
                <a:gd name="T99" fmla="*/ 27 h 52"/>
                <a:gd name="T100" fmla="*/ 43 w 48"/>
                <a:gd name="T101" fmla="*/ 23 h 52"/>
                <a:gd name="T102" fmla="*/ 39 w 48"/>
                <a:gd name="T103" fmla="*/ 22 h 52"/>
                <a:gd name="T104" fmla="*/ 42 w 48"/>
                <a:gd name="T105" fmla="*/ 38 h 52"/>
                <a:gd name="T106" fmla="*/ 39 w 48"/>
                <a:gd name="T107" fmla="*/ 3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52">
                  <a:moveTo>
                    <a:pt x="41" y="19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lnTo>
                    <a:pt x="41" y="19"/>
                  </a:lnTo>
                  <a:close/>
                  <a:moveTo>
                    <a:pt x="39" y="22"/>
                  </a:moveTo>
                  <a:cubicBezTo>
                    <a:pt x="39" y="22"/>
                    <a:pt x="40" y="22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lose/>
                  <a:moveTo>
                    <a:pt x="41" y="37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40" y="38"/>
                    <a:pt x="40" y="38"/>
                    <a:pt x="40" y="38"/>
                  </a:cubicBezTo>
                  <a:lnTo>
                    <a:pt x="41" y="3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9" name="Freeform 6466">
              <a:extLst>
                <a:ext uri="{FF2B5EF4-FFF2-40B4-BE49-F238E27FC236}">
                  <a16:creationId xmlns:a16="http://schemas.microsoft.com/office/drawing/2014/main" id="{04F22314-31CF-46AC-BD6D-6EC01AF7158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1307"/>
              <a:ext cx="17" cy="15"/>
            </a:xfrm>
            <a:custGeom>
              <a:avLst/>
              <a:gdLst>
                <a:gd name="T0" fmla="*/ 13 w 17"/>
                <a:gd name="T1" fmla="*/ 0 h 15"/>
                <a:gd name="T2" fmla="*/ 7 w 17"/>
                <a:gd name="T3" fmla="*/ 0 h 15"/>
                <a:gd name="T4" fmla="*/ 2 w 17"/>
                <a:gd name="T5" fmla="*/ 0 h 15"/>
                <a:gd name="T6" fmla="*/ 2 w 17"/>
                <a:gd name="T7" fmla="*/ 4 h 15"/>
                <a:gd name="T8" fmla="*/ 0 w 17"/>
                <a:gd name="T9" fmla="*/ 8 h 15"/>
                <a:gd name="T10" fmla="*/ 4 w 17"/>
                <a:gd name="T11" fmla="*/ 10 h 15"/>
                <a:gd name="T12" fmla="*/ 5 w 17"/>
                <a:gd name="T13" fmla="*/ 13 h 15"/>
                <a:gd name="T14" fmla="*/ 9 w 17"/>
                <a:gd name="T15" fmla="*/ 13 h 15"/>
                <a:gd name="T16" fmla="*/ 11 w 17"/>
                <a:gd name="T17" fmla="*/ 13 h 15"/>
                <a:gd name="T18" fmla="*/ 13 w 17"/>
                <a:gd name="T19" fmla="*/ 15 h 15"/>
                <a:gd name="T20" fmla="*/ 17 w 17"/>
                <a:gd name="T21" fmla="*/ 13 h 15"/>
                <a:gd name="T22" fmla="*/ 17 w 17"/>
                <a:gd name="T23" fmla="*/ 10 h 15"/>
                <a:gd name="T24" fmla="*/ 17 w 17"/>
                <a:gd name="T25" fmla="*/ 6 h 15"/>
                <a:gd name="T26" fmla="*/ 13 w 17"/>
                <a:gd name="T2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3" y="0"/>
                  </a:moveTo>
                  <a:lnTo>
                    <a:pt x="7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3" y="15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7" y="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0" name="Freeform 6467">
              <a:extLst>
                <a:ext uri="{FF2B5EF4-FFF2-40B4-BE49-F238E27FC236}">
                  <a16:creationId xmlns:a16="http://schemas.microsoft.com/office/drawing/2014/main" id="{B0C4CB01-E0CD-44E9-8EC7-812492A3F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92" y="1238"/>
              <a:ext cx="62" cy="86"/>
            </a:xfrm>
            <a:custGeom>
              <a:avLst/>
              <a:gdLst>
                <a:gd name="T0" fmla="*/ 6 w 62"/>
                <a:gd name="T1" fmla="*/ 52 h 86"/>
                <a:gd name="T2" fmla="*/ 9 w 62"/>
                <a:gd name="T3" fmla="*/ 51 h 86"/>
                <a:gd name="T4" fmla="*/ 17 w 62"/>
                <a:gd name="T5" fmla="*/ 52 h 86"/>
                <a:gd name="T6" fmla="*/ 15 w 62"/>
                <a:gd name="T7" fmla="*/ 52 h 86"/>
                <a:gd name="T8" fmla="*/ 11 w 62"/>
                <a:gd name="T9" fmla="*/ 58 h 86"/>
                <a:gd name="T10" fmla="*/ 17 w 62"/>
                <a:gd name="T11" fmla="*/ 56 h 86"/>
                <a:gd name="T12" fmla="*/ 19 w 62"/>
                <a:gd name="T13" fmla="*/ 54 h 86"/>
                <a:gd name="T14" fmla="*/ 24 w 62"/>
                <a:gd name="T15" fmla="*/ 58 h 86"/>
                <a:gd name="T16" fmla="*/ 24 w 62"/>
                <a:gd name="T17" fmla="*/ 60 h 86"/>
                <a:gd name="T18" fmla="*/ 24 w 62"/>
                <a:gd name="T19" fmla="*/ 64 h 86"/>
                <a:gd name="T20" fmla="*/ 28 w 62"/>
                <a:gd name="T21" fmla="*/ 62 h 86"/>
                <a:gd name="T22" fmla="*/ 30 w 62"/>
                <a:gd name="T23" fmla="*/ 64 h 86"/>
                <a:gd name="T24" fmla="*/ 30 w 62"/>
                <a:gd name="T25" fmla="*/ 65 h 86"/>
                <a:gd name="T26" fmla="*/ 24 w 62"/>
                <a:gd name="T27" fmla="*/ 77 h 86"/>
                <a:gd name="T28" fmla="*/ 28 w 62"/>
                <a:gd name="T29" fmla="*/ 86 h 86"/>
                <a:gd name="T30" fmla="*/ 34 w 62"/>
                <a:gd name="T31" fmla="*/ 86 h 86"/>
                <a:gd name="T32" fmla="*/ 41 w 62"/>
                <a:gd name="T33" fmla="*/ 82 h 86"/>
                <a:gd name="T34" fmla="*/ 43 w 62"/>
                <a:gd name="T35" fmla="*/ 80 h 86"/>
                <a:gd name="T36" fmla="*/ 47 w 62"/>
                <a:gd name="T37" fmla="*/ 73 h 86"/>
                <a:gd name="T38" fmla="*/ 50 w 62"/>
                <a:gd name="T39" fmla="*/ 65 h 86"/>
                <a:gd name="T40" fmla="*/ 48 w 62"/>
                <a:gd name="T41" fmla="*/ 64 h 86"/>
                <a:gd name="T42" fmla="*/ 50 w 62"/>
                <a:gd name="T43" fmla="*/ 58 h 86"/>
                <a:gd name="T44" fmla="*/ 54 w 62"/>
                <a:gd name="T45" fmla="*/ 56 h 86"/>
                <a:gd name="T46" fmla="*/ 60 w 62"/>
                <a:gd name="T47" fmla="*/ 51 h 86"/>
                <a:gd name="T48" fmla="*/ 62 w 62"/>
                <a:gd name="T49" fmla="*/ 47 h 86"/>
                <a:gd name="T50" fmla="*/ 60 w 62"/>
                <a:gd name="T51" fmla="*/ 41 h 86"/>
                <a:gd name="T52" fmla="*/ 58 w 62"/>
                <a:gd name="T53" fmla="*/ 38 h 86"/>
                <a:gd name="T54" fmla="*/ 52 w 62"/>
                <a:gd name="T55" fmla="*/ 36 h 86"/>
                <a:gd name="T56" fmla="*/ 52 w 62"/>
                <a:gd name="T57" fmla="*/ 36 h 86"/>
                <a:gd name="T58" fmla="*/ 58 w 62"/>
                <a:gd name="T59" fmla="*/ 30 h 86"/>
                <a:gd name="T60" fmla="*/ 56 w 62"/>
                <a:gd name="T61" fmla="*/ 24 h 86"/>
                <a:gd name="T62" fmla="*/ 54 w 62"/>
                <a:gd name="T63" fmla="*/ 19 h 86"/>
                <a:gd name="T64" fmla="*/ 47 w 62"/>
                <a:gd name="T65" fmla="*/ 21 h 86"/>
                <a:gd name="T66" fmla="*/ 45 w 62"/>
                <a:gd name="T67" fmla="*/ 23 h 86"/>
                <a:gd name="T68" fmla="*/ 45 w 62"/>
                <a:gd name="T69" fmla="*/ 13 h 86"/>
                <a:gd name="T70" fmla="*/ 43 w 62"/>
                <a:gd name="T71" fmla="*/ 8 h 86"/>
                <a:gd name="T72" fmla="*/ 37 w 62"/>
                <a:gd name="T73" fmla="*/ 4 h 86"/>
                <a:gd name="T74" fmla="*/ 32 w 62"/>
                <a:gd name="T75" fmla="*/ 4 h 86"/>
                <a:gd name="T76" fmla="*/ 26 w 62"/>
                <a:gd name="T77" fmla="*/ 6 h 86"/>
                <a:gd name="T78" fmla="*/ 26 w 62"/>
                <a:gd name="T79" fmla="*/ 0 h 86"/>
                <a:gd name="T80" fmla="*/ 21 w 62"/>
                <a:gd name="T81" fmla="*/ 6 h 86"/>
                <a:gd name="T82" fmla="*/ 17 w 62"/>
                <a:gd name="T83" fmla="*/ 10 h 86"/>
                <a:gd name="T84" fmla="*/ 15 w 62"/>
                <a:gd name="T85" fmla="*/ 17 h 86"/>
                <a:gd name="T86" fmla="*/ 19 w 62"/>
                <a:gd name="T87" fmla="*/ 17 h 86"/>
                <a:gd name="T88" fmla="*/ 19 w 62"/>
                <a:gd name="T89" fmla="*/ 19 h 86"/>
                <a:gd name="T90" fmla="*/ 13 w 62"/>
                <a:gd name="T91" fmla="*/ 24 h 86"/>
                <a:gd name="T92" fmla="*/ 19 w 62"/>
                <a:gd name="T93" fmla="*/ 26 h 86"/>
                <a:gd name="T94" fmla="*/ 22 w 62"/>
                <a:gd name="T95" fmla="*/ 23 h 86"/>
                <a:gd name="T96" fmla="*/ 26 w 62"/>
                <a:gd name="T97" fmla="*/ 23 h 86"/>
                <a:gd name="T98" fmla="*/ 24 w 62"/>
                <a:gd name="T99" fmla="*/ 24 h 86"/>
                <a:gd name="T100" fmla="*/ 19 w 62"/>
                <a:gd name="T101" fmla="*/ 30 h 86"/>
                <a:gd name="T102" fmla="*/ 24 w 62"/>
                <a:gd name="T103" fmla="*/ 32 h 86"/>
                <a:gd name="T104" fmla="*/ 22 w 62"/>
                <a:gd name="T105" fmla="*/ 34 h 86"/>
                <a:gd name="T106" fmla="*/ 17 w 62"/>
                <a:gd name="T107" fmla="*/ 34 h 86"/>
                <a:gd name="T108" fmla="*/ 19 w 62"/>
                <a:gd name="T109" fmla="*/ 39 h 86"/>
                <a:gd name="T110" fmla="*/ 15 w 62"/>
                <a:gd name="T111" fmla="*/ 43 h 86"/>
                <a:gd name="T112" fmla="*/ 11 w 62"/>
                <a:gd name="T113" fmla="*/ 38 h 86"/>
                <a:gd name="T114" fmla="*/ 2 w 62"/>
                <a:gd name="T115" fmla="*/ 38 h 86"/>
                <a:gd name="T116" fmla="*/ 0 w 62"/>
                <a:gd name="T117" fmla="*/ 45 h 86"/>
                <a:gd name="T118" fmla="*/ 2 w 62"/>
                <a:gd name="T119" fmla="*/ 51 h 86"/>
                <a:gd name="T120" fmla="*/ 21 w 62"/>
                <a:gd name="T121" fmla="*/ 52 h 86"/>
                <a:gd name="T122" fmla="*/ 21 w 62"/>
                <a:gd name="T123" fmla="*/ 5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" h="86">
                  <a:moveTo>
                    <a:pt x="2" y="51"/>
                  </a:moveTo>
                  <a:lnTo>
                    <a:pt x="6" y="52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13" y="52"/>
                  </a:lnTo>
                  <a:lnTo>
                    <a:pt x="17" y="52"/>
                  </a:lnTo>
                  <a:lnTo>
                    <a:pt x="19" y="52"/>
                  </a:lnTo>
                  <a:lnTo>
                    <a:pt x="15" y="52"/>
                  </a:lnTo>
                  <a:lnTo>
                    <a:pt x="11" y="54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4"/>
                  </a:lnTo>
                  <a:lnTo>
                    <a:pt x="19" y="58"/>
                  </a:lnTo>
                  <a:lnTo>
                    <a:pt x="24" y="58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30" y="69"/>
                  </a:lnTo>
                  <a:lnTo>
                    <a:pt x="24" y="77"/>
                  </a:lnTo>
                  <a:lnTo>
                    <a:pt x="26" y="82"/>
                  </a:lnTo>
                  <a:lnTo>
                    <a:pt x="28" y="86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7" y="86"/>
                  </a:lnTo>
                  <a:lnTo>
                    <a:pt x="41" y="82"/>
                  </a:lnTo>
                  <a:lnTo>
                    <a:pt x="41" y="80"/>
                  </a:lnTo>
                  <a:lnTo>
                    <a:pt x="43" y="80"/>
                  </a:lnTo>
                  <a:lnTo>
                    <a:pt x="47" y="77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50" y="65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4" y="56"/>
                  </a:lnTo>
                  <a:lnTo>
                    <a:pt x="58" y="54"/>
                  </a:lnTo>
                  <a:lnTo>
                    <a:pt x="60" y="51"/>
                  </a:lnTo>
                  <a:lnTo>
                    <a:pt x="60" y="49"/>
                  </a:lnTo>
                  <a:lnTo>
                    <a:pt x="62" y="47"/>
                  </a:lnTo>
                  <a:lnTo>
                    <a:pt x="62" y="43"/>
                  </a:lnTo>
                  <a:lnTo>
                    <a:pt x="60" y="41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6" y="24"/>
                  </a:lnTo>
                  <a:lnTo>
                    <a:pt x="56" y="23"/>
                  </a:lnTo>
                  <a:lnTo>
                    <a:pt x="54" y="19"/>
                  </a:lnTo>
                  <a:lnTo>
                    <a:pt x="50" y="19"/>
                  </a:lnTo>
                  <a:lnTo>
                    <a:pt x="47" y="21"/>
                  </a:lnTo>
                  <a:lnTo>
                    <a:pt x="43" y="23"/>
                  </a:lnTo>
                  <a:lnTo>
                    <a:pt x="45" y="23"/>
                  </a:lnTo>
                  <a:lnTo>
                    <a:pt x="45" y="17"/>
                  </a:lnTo>
                  <a:lnTo>
                    <a:pt x="45" y="13"/>
                  </a:lnTo>
                  <a:lnTo>
                    <a:pt x="45" y="10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1" y="6"/>
                  </a:lnTo>
                  <a:lnTo>
                    <a:pt x="19" y="6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5" y="17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3" y="24"/>
                  </a:lnTo>
                  <a:lnTo>
                    <a:pt x="13" y="28"/>
                  </a:lnTo>
                  <a:lnTo>
                    <a:pt x="19" y="26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1" y="28"/>
                  </a:lnTo>
                  <a:lnTo>
                    <a:pt x="19" y="30"/>
                  </a:lnTo>
                  <a:lnTo>
                    <a:pt x="21" y="34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2" y="34"/>
                  </a:lnTo>
                  <a:lnTo>
                    <a:pt x="21" y="36"/>
                  </a:lnTo>
                  <a:lnTo>
                    <a:pt x="17" y="34"/>
                  </a:lnTo>
                  <a:lnTo>
                    <a:pt x="17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49"/>
                  </a:lnTo>
                  <a:lnTo>
                    <a:pt x="2" y="51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9" y="52"/>
                  </a:lnTo>
                  <a:lnTo>
                    <a:pt x="21" y="5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1" name="Freeform 6468">
              <a:extLst>
                <a:ext uri="{FF2B5EF4-FFF2-40B4-BE49-F238E27FC236}">
                  <a16:creationId xmlns:a16="http://schemas.microsoft.com/office/drawing/2014/main" id="{C14331E2-964C-4AEE-9DA2-0BE5C8A1414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7" y="1352"/>
              <a:ext cx="19" cy="9"/>
            </a:xfrm>
            <a:custGeom>
              <a:avLst/>
              <a:gdLst>
                <a:gd name="T0" fmla="*/ 2 w 10"/>
                <a:gd name="T1" fmla="*/ 4 h 5"/>
                <a:gd name="T2" fmla="*/ 3 w 10"/>
                <a:gd name="T3" fmla="*/ 3 h 5"/>
                <a:gd name="T4" fmla="*/ 4 w 10"/>
                <a:gd name="T5" fmla="*/ 4 h 5"/>
                <a:gd name="T6" fmla="*/ 7 w 10"/>
                <a:gd name="T7" fmla="*/ 2 h 5"/>
                <a:gd name="T8" fmla="*/ 8 w 10"/>
                <a:gd name="T9" fmla="*/ 2 h 5"/>
                <a:gd name="T10" fmla="*/ 10 w 10"/>
                <a:gd name="T11" fmla="*/ 1 h 5"/>
                <a:gd name="T12" fmla="*/ 9 w 10"/>
                <a:gd name="T13" fmla="*/ 0 h 5"/>
                <a:gd name="T14" fmla="*/ 6 w 10"/>
                <a:gd name="T15" fmla="*/ 0 h 5"/>
                <a:gd name="T16" fmla="*/ 5 w 10"/>
                <a:gd name="T17" fmla="*/ 0 h 5"/>
                <a:gd name="T18" fmla="*/ 4 w 10"/>
                <a:gd name="T19" fmla="*/ 0 h 5"/>
                <a:gd name="T20" fmla="*/ 3 w 10"/>
                <a:gd name="T21" fmla="*/ 1 h 5"/>
                <a:gd name="T22" fmla="*/ 2 w 10"/>
                <a:gd name="T23" fmla="*/ 1 h 5"/>
                <a:gd name="T24" fmla="*/ 2 w 10"/>
                <a:gd name="T25" fmla="*/ 1 h 5"/>
                <a:gd name="T26" fmla="*/ 1 w 10"/>
                <a:gd name="T27" fmla="*/ 1 h 5"/>
                <a:gd name="T28" fmla="*/ 0 w 10"/>
                <a:gd name="T29" fmla="*/ 2 h 5"/>
                <a:gd name="T30" fmla="*/ 0 w 10"/>
                <a:gd name="T31" fmla="*/ 3 h 5"/>
                <a:gd name="T32" fmla="*/ 1 w 10"/>
                <a:gd name="T33" fmla="*/ 5 h 5"/>
                <a:gd name="T34" fmla="*/ 2 w 10"/>
                <a:gd name="T3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5">
                  <a:moveTo>
                    <a:pt x="2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2" name="Freeform 6469">
              <a:extLst>
                <a:ext uri="{FF2B5EF4-FFF2-40B4-BE49-F238E27FC236}">
                  <a16:creationId xmlns:a16="http://schemas.microsoft.com/office/drawing/2014/main" id="{9330BBC2-7CA8-4EC1-9A12-43D9899A2F7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00" y="1186"/>
              <a:ext cx="95" cy="153"/>
            </a:xfrm>
            <a:custGeom>
              <a:avLst/>
              <a:gdLst>
                <a:gd name="T0" fmla="*/ 11 w 95"/>
                <a:gd name="T1" fmla="*/ 144 h 153"/>
                <a:gd name="T2" fmla="*/ 22 w 95"/>
                <a:gd name="T3" fmla="*/ 144 h 153"/>
                <a:gd name="T4" fmla="*/ 28 w 95"/>
                <a:gd name="T5" fmla="*/ 144 h 153"/>
                <a:gd name="T6" fmla="*/ 32 w 95"/>
                <a:gd name="T7" fmla="*/ 151 h 153"/>
                <a:gd name="T8" fmla="*/ 41 w 95"/>
                <a:gd name="T9" fmla="*/ 144 h 153"/>
                <a:gd name="T10" fmla="*/ 41 w 95"/>
                <a:gd name="T11" fmla="*/ 151 h 153"/>
                <a:gd name="T12" fmla="*/ 47 w 95"/>
                <a:gd name="T13" fmla="*/ 142 h 153"/>
                <a:gd name="T14" fmla="*/ 48 w 95"/>
                <a:gd name="T15" fmla="*/ 132 h 153"/>
                <a:gd name="T16" fmla="*/ 61 w 95"/>
                <a:gd name="T17" fmla="*/ 127 h 153"/>
                <a:gd name="T18" fmla="*/ 69 w 95"/>
                <a:gd name="T19" fmla="*/ 121 h 153"/>
                <a:gd name="T20" fmla="*/ 76 w 95"/>
                <a:gd name="T21" fmla="*/ 125 h 153"/>
                <a:gd name="T22" fmla="*/ 82 w 95"/>
                <a:gd name="T23" fmla="*/ 117 h 153"/>
                <a:gd name="T24" fmla="*/ 91 w 95"/>
                <a:gd name="T25" fmla="*/ 110 h 153"/>
                <a:gd name="T26" fmla="*/ 88 w 95"/>
                <a:gd name="T27" fmla="*/ 95 h 153"/>
                <a:gd name="T28" fmla="*/ 88 w 95"/>
                <a:gd name="T29" fmla="*/ 84 h 153"/>
                <a:gd name="T30" fmla="*/ 93 w 95"/>
                <a:gd name="T31" fmla="*/ 65 h 153"/>
                <a:gd name="T32" fmla="*/ 91 w 95"/>
                <a:gd name="T33" fmla="*/ 54 h 153"/>
                <a:gd name="T34" fmla="*/ 82 w 95"/>
                <a:gd name="T35" fmla="*/ 49 h 153"/>
                <a:gd name="T36" fmla="*/ 76 w 95"/>
                <a:gd name="T37" fmla="*/ 43 h 153"/>
                <a:gd name="T38" fmla="*/ 78 w 95"/>
                <a:gd name="T39" fmla="*/ 22 h 153"/>
                <a:gd name="T40" fmla="*/ 73 w 95"/>
                <a:gd name="T41" fmla="*/ 6 h 153"/>
                <a:gd name="T42" fmla="*/ 61 w 95"/>
                <a:gd name="T43" fmla="*/ 0 h 153"/>
                <a:gd name="T44" fmla="*/ 61 w 95"/>
                <a:gd name="T45" fmla="*/ 11 h 153"/>
                <a:gd name="T46" fmla="*/ 69 w 95"/>
                <a:gd name="T47" fmla="*/ 15 h 153"/>
                <a:gd name="T48" fmla="*/ 54 w 95"/>
                <a:gd name="T49" fmla="*/ 15 h 153"/>
                <a:gd name="T50" fmla="*/ 52 w 95"/>
                <a:gd name="T51" fmla="*/ 17 h 153"/>
                <a:gd name="T52" fmla="*/ 45 w 95"/>
                <a:gd name="T53" fmla="*/ 30 h 153"/>
                <a:gd name="T54" fmla="*/ 48 w 95"/>
                <a:gd name="T55" fmla="*/ 39 h 153"/>
                <a:gd name="T56" fmla="*/ 41 w 95"/>
                <a:gd name="T57" fmla="*/ 35 h 153"/>
                <a:gd name="T58" fmla="*/ 37 w 95"/>
                <a:gd name="T59" fmla="*/ 30 h 153"/>
                <a:gd name="T60" fmla="*/ 34 w 95"/>
                <a:gd name="T61" fmla="*/ 39 h 153"/>
                <a:gd name="T62" fmla="*/ 26 w 95"/>
                <a:gd name="T63" fmla="*/ 35 h 153"/>
                <a:gd name="T64" fmla="*/ 24 w 95"/>
                <a:gd name="T65" fmla="*/ 49 h 153"/>
                <a:gd name="T66" fmla="*/ 35 w 95"/>
                <a:gd name="T67" fmla="*/ 58 h 153"/>
                <a:gd name="T68" fmla="*/ 26 w 95"/>
                <a:gd name="T69" fmla="*/ 58 h 153"/>
                <a:gd name="T70" fmla="*/ 17 w 95"/>
                <a:gd name="T71" fmla="*/ 56 h 153"/>
                <a:gd name="T72" fmla="*/ 13 w 95"/>
                <a:gd name="T73" fmla="*/ 62 h 153"/>
                <a:gd name="T74" fmla="*/ 11 w 95"/>
                <a:gd name="T75" fmla="*/ 76 h 153"/>
                <a:gd name="T76" fmla="*/ 6 w 95"/>
                <a:gd name="T77" fmla="*/ 88 h 153"/>
                <a:gd name="T78" fmla="*/ 11 w 95"/>
                <a:gd name="T79" fmla="*/ 95 h 153"/>
                <a:gd name="T80" fmla="*/ 19 w 95"/>
                <a:gd name="T81" fmla="*/ 95 h 153"/>
                <a:gd name="T82" fmla="*/ 28 w 95"/>
                <a:gd name="T83" fmla="*/ 101 h 153"/>
                <a:gd name="T84" fmla="*/ 17 w 95"/>
                <a:gd name="T85" fmla="*/ 101 h 153"/>
                <a:gd name="T86" fmla="*/ 4 w 95"/>
                <a:gd name="T87" fmla="*/ 112 h 153"/>
                <a:gd name="T88" fmla="*/ 4 w 95"/>
                <a:gd name="T89" fmla="*/ 125 h 153"/>
                <a:gd name="T90" fmla="*/ 86 w 95"/>
                <a:gd name="T91" fmla="*/ 60 h 153"/>
                <a:gd name="T92" fmla="*/ 84 w 95"/>
                <a:gd name="T93" fmla="*/ 65 h 153"/>
                <a:gd name="T94" fmla="*/ 84 w 95"/>
                <a:gd name="T95" fmla="*/ 67 h 153"/>
                <a:gd name="T96" fmla="*/ 80 w 95"/>
                <a:gd name="T97" fmla="*/ 90 h 153"/>
                <a:gd name="T98" fmla="*/ 71 w 95"/>
                <a:gd name="T99" fmla="*/ 117 h 153"/>
                <a:gd name="T100" fmla="*/ 71 w 95"/>
                <a:gd name="T101" fmla="*/ 117 h 153"/>
                <a:gd name="T102" fmla="*/ 48 w 95"/>
                <a:gd name="T103" fmla="*/ 127 h 153"/>
                <a:gd name="T104" fmla="*/ 32 w 95"/>
                <a:gd name="T105" fmla="*/ 10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" h="153">
                  <a:moveTo>
                    <a:pt x="2" y="142"/>
                  </a:moveTo>
                  <a:lnTo>
                    <a:pt x="6" y="138"/>
                  </a:lnTo>
                  <a:lnTo>
                    <a:pt x="6" y="140"/>
                  </a:lnTo>
                  <a:lnTo>
                    <a:pt x="6" y="144"/>
                  </a:lnTo>
                  <a:lnTo>
                    <a:pt x="11" y="144"/>
                  </a:lnTo>
                  <a:lnTo>
                    <a:pt x="17" y="149"/>
                  </a:lnTo>
                  <a:lnTo>
                    <a:pt x="21" y="147"/>
                  </a:lnTo>
                  <a:lnTo>
                    <a:pt x="21" y="144"/>
                  </a:lnTo>
                  <a:lnTo>
                    <a:pt x="21" y="142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5"/>
                  </a:lnTo>
                  <a:lnTo>
                    <a:pt x="22" y="151"/>
                  </a:lnTo>
                  <a:lnTo>
                    <a:pt x="26" y="149"/>
                  </a:lnTo>
                  <a:lnTo>
                    <a:pt x="28" y="144"/>
                  </a:lnTo>
                  <a:lnTo>
                    <a:pt x="28" y="147"/>
                  </a:lnTo>
                  <a:lnTo>
                    <a:pt x="28" y="149"/>
                  </a:lnTo>
                  <a:lnTo>
                    <a:pt x="28" y="151"/>
                  </a:lnTo>
                  <a:lnTo>
                    <a:pt x="30" y="153"/>
                  </a:lnTo>
                  <a:lnTo>
                    <a:pt x="32" y="151"/>
                  </a:lnTo>
                  <a:lnTo>
                    <a:pt x="34" y="147"/>
                  </a:lnTo>
                  <a:lnTo>
                    <a:pt x="39" y="144"/>
                  </a:lnTo>
                  <a:lnTo>
                    <a:pt x="39" y="142"/>
                  </a:lnTo>
                  <a:lnTo>
                    <a:pt x="39" y="144"/>
                  </a:lnTo>
                  <a:lnTo>
                    <a:pt x="41" y="144"/>
                  </a:lnTo>
                  <a:lnTo>
                    <a:pt x="41" y="144"/>
                  </a:lnTo>
                  <a:lnTo>
                    <a:pt x="39" y="145"/>
                  </a:lnTo>
                  <a:lnTo>
                    <a:pt x="37" y="147"/>
                  </a:lnTo>
                  <a:lnTo>
                    <a:pt x="37" y="151"/>
                  </a:lnTo>
                  <a:lnTo>
                    <a:pt x="41" y="151"/>
                  </a:lnTo>
                  <a:lnTo>
                    <a:pt x="43" y="149"/>
                  </a:lnTo>
                  <a:lnTo>
                    <a:pt x="45" y="147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47" y="142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2"/>
                  </a:lnTo>
                  <a:lnTo>
                    <a:pt x="50" y="134"/>
                  </a:lnTo>
                  <a:lnTo>
                    <a:pt x="50" y="138"/>
                  </a:lnTo>
                  <a:lnTo>
                    <a:pt x="54" y="136"/>
                  </a:lnTo>
                  <a:lnTo>
                    <a:pt x="56" y="131"/>
                  </a:lnTo>
                  <a:lnTo>
                    <a:pt x="61" y="127"/>
                  </a:lnTo>
                  <a:lnTo>
                    <a:pt x="63" y="123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23"/>
                  </a:lnTo>
                  <a:lnTo>
                    <a:pt x="69" y="121"/>
                  </a:lnTo>
                  <a:lnTo>
                    <a:pt x="65" y="125"/>
                  </a:lnTo>
                  <a:lnTo>
                    <a:pt x="67" y="127"/>
                  </a:lnTo>
                  <a:lnTo>
                    <a:pt x="69" y="129"/>
                  </a:lnTo>
                  <a:lnTo>
                    <a:pt x="75" y="127"/>
                  </a:lnTo>
                  <a:lnTo>
                    <a:pt x="76" y="125"/>
                  </a:lnTo>
                  <a:lnTo>
                    <a:pt x="80" y="125"/>
                  </a:lnTo>
                  <a:lnTo>
                    <a:pt x="82" y="123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82" y="117"/>
                  </a:lnTo>
                  <a:lnTo>
                    <a:pt x="84" y="117"/>
                  </a:lnTo>
                  <a:lnTo>
                    <a:pt x="86" y="116"/>
                  </a:lnTo>
                  <a:lnTo>
                    <a:pt x="89" y="114"/>
                  </a:lnTo>
                  <a:lnTo>
                    <a:pt x="91" y="112"/>
                  </a:lnTo>
                  <a:lnTo>
                    <a:pt x="91" y="110"/>
                  </a:lnTo>
                  <a:lnTo>
                    <a:pt x="91" y="106"/>
                  </a:lnTo>
                  <a:lnTo>
                    <a:pt x="89" y="104"/>
                  </a:lnTo>
                  <a:lnTo>
                    <a:pt x="91" y="103"/>
                  </a:lnTo>
                  <a:lnTo>
                    <a:pt x="89" y="95"/>
                  </a:lnTo>
                  <a:lnTo>
                    <a:pt x="88" y="95"/>
                  </a:lnTo>
                  <a:lnTo>
                    <a:pt x="84" y="91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6" y="84"/>
                  </a:lnTo>
                  <a:lnTo>
                    <a:pt x="88" y="84"/>
                  </a:lnTo>
                  <a:lnTo>
                    <a:pt x="91" y="76"/>
                  </a:lnTo>
                  <a:lnTo>
                    <a:pt x="93" y="73"/>
                  </a:lnTo>
                  <a:lnTo>
                    <a:pt x="91" y="71"/>
                  </a:lnTo>
                  <a:lnTo>
                    <a:pt x="93" y="69"/>
                  </a:lnTo>
                  <a:lnTo>
                    <a:pt x="93" y="65"/>
                  </a:lnTo>
                  <a:lnTo>
                    <a:pt x="95" y="63"/>
                  </a:lnTo>
                  <a:lnTo>
                    <a:pt x="95" y="60"/>
                  </a:lnTo>
                  <a:lnTo>
                    <a:pt x="95" y="58"/>
                  </a:lnTo>
                  <a:lnTo>
                    <a:pt x="95" y="56"/>
                  </a:lnTo>
                  <a:lnTo>
                    <a:pt x="91" y="54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2"/>
                  </a:lnTo>
                  <a:lnTo>
                    <a:pt x="86" y="49"/>
                  </a:lnTo>
                  <a:lnTo>
                    <a:pt x="82" y="49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76" y="50"/>
                  </a:lnTo>
                  <a:lnTo>
                    <a:pt x="78" y="47"/>
                  </a:lnTo>
                  <a:lnTo>
                    <a:pt x="76" y="43"/>
                  </a:lnTo>
                  <a:lnTo>
                    <a:pt x="76" y="37"/>
                  </a:lnTo>
                  <a:lnTo>
                    <a:pt x="76" y="34"/>
                  </a:lnTo>
                  <a:lnTo>
                    <a:pt x="78" y="32"/>
                  </a:lnTo>
                  <a:lnTo>
                    <a:pt x="78" y="26"/>
                  </a:lnTo>
                  <a:lnTo>
                    <a:pt x="78" y="22"/>
                  </a:lnTo>
                  <a:lnTo>
                    <a:pt x="80" y="19"/>
                  </a:lnTo>
                  <a:lnTo>
                    <a:pt x="80" y="15"/>
                  </a:lnTo>
                  <a:lnTo>
                    <a:pt x="78" y="11"/>
                  </a:lnTo>
                  <a:lnTo>
                    <a:pt x="76" y="9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67" y="2"/>
                  </a:lnTo>
                  <a:lnTo>
                    <a:pt x="65" y="2"/>
                  </a:lnTo>
                  <a:lnTo>
                    <a:pt x="65" y="4"/>
                  </a:lnTo>
                  <a:lnTo>
                    <a:pt x="61" y="0"/>
                  </a:lnTo>
                  <a:lnTo>
                    <a:pt x="58" y="2"/>
                  </a:lnTo>
                  <a:lnTo>
                    <a:pt x="58" y="6"/>
                  </a:lnTo>
                  <a:lnTo>
                    <a:pt x="56" y="9"/>
                  </a:lnTo>
                  <a:lnTo>
                    <a:pt x="58" y="11"/>
                  </a:lnTo>
                  <a:lnTo>
                    <a:pt x="61" y="11"/>
                  </a:lnTo>
                  <a:lnTo>
                    <a:pt x="63" y="11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1" y="17"/>
                  </a:lnTo>
                  <a:lnTo>
                    <a:pt x="60" y="17"/>
                  </a:lnTo>
                  <a:lnTo>
                    <a:pt x="54" y="15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2"/>
                  </a:lnTo>
                  <a:lnTo>
                    <a:pt x="52" y="17"/>
                  </a:lnTo>
                  <a:lnTo>
                    <a:pt x="47" y="21"/>
                  </a:lnTo>
                  <a:lnTo>
                    <a:pt x="45" y="24"/>
                  </a:lnTo>
                  <a:lnTo>
                    <a:pt x="43" y="26"/>
                  </a:lnTo>
                  <a:lnTo>
                    <a:pt x="43" y="28"/>
                  </a:lnTo>
                  <a:lnTo>
                    <a:pt x="45" y="30"/>
                  </a:lnTo>
                  <a:lnTo>
                    <a:pt x="47" y="32"/>
                  </a:lnTo>
                  <a:lnTo>
                    <a:pt x="48" y="34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1" y="35"/>
                  </a:lnTo>
                  <a:lnTo>
                    <a:pt x="45" y="35"/>
                  </a:lnTo>
                  <a:lnTo>
                    <a:pt x="43" y="32"/>
                  </a:lnTo>
                  <a:lnTo>
                    <a:pt x="41" y="32"/>
                  </a:lnTo>
                  <a:lnTo>
                    <a:pt x="39" y="30"/>
                  </a:lnTo>
                  <a:lnTo>
                    <a:pt x="37" y="30"/>
                  </a:lnTo>
                  <a:lnTo>
                    <a:pt x="35" y="32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4" y="35"/>
                  </a:lnTo>
                  <a:lnTo>
                    <a:pt x="34" y="39"/>
                  </a:lnTo>
                  <a:lnTo>
                    <a:pt x="34" y="41"/>
                  </a:lnTo>
                  <a:lnTo>
                    <a:pt x="32" y="39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2" y="39"/>
                  </a:lnTo>
                  <a:lnTo>
                    <a:pt x="24" y="41"/>
                  </a:lnTo>
                  <a:lnTo>
                    <a:pt x="22" y="45"/>
                  </a:lnTo>
                  <a:lnTo>
                    <a:pt x="24" y="49"/>
                  </a:lnTo>
                  <a:lnTo>
                    <a:pt x="28" y="50"/>
                  </a:lnTo>
                  <a:lnTo>
                    <a:pt x="24" y="50"/>
                  </a:lnTo>
                  <a:lnTo>
                    <a:pt x="30" y="54"/>
                  </a:lnTo>
                  <a:lnTo>
                    <a:pt x="32" y="56"/>
                  </a:lnTo>
                  <a:lnTo>
                    <a:pt x="35" y="58"/>
                  </a:lnTo>
                  <a:lnTo>
                    <a:pt x="39" y="58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4" y="60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19" y="52"/>
                  </a:lnTo>
                  <a:lnTo>
                    <a:pt x="17" y="56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3" y="62"/>
                  </a:lnTo>
                  <a:lnTo>
                    <a:pt x="13" y="67"/>
                  </a:lnTo>
                  <a:lnTo>
                    <a:pt x="11" y="67"/>
                  </a:lnTo>
                  <a:lnTo>
                    <a:pt x="11" y="75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7" y="80"/>
                  </a:lnTo>
                  <a:lnTo>
                    <a:pt x="6" y="84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6" y="88"/>
                  </a:lnTo>
                  <a:lnTo>
                    <a:pt x="6" y="90"/>
                  </a:lnTo>
                  <a:lnTo>
                    <a:pt x="7" y="93"/>
                  </a:lnTo>
                  <a:lnTo>
                    <a:pt x="9" y="91"/>
                  </a:lnTo>
                  <a:lnTo>
                    <a:pt x="13" y="91"/>
                  </a:lnTo>
                  <a:lnTo>
                    <a:pt x="11" y="95"/>
                  </a:lnTo>
                  <a:lnTo>
                    <a:pt x="13" y="97"/>
                  </a:lnTo>
                  <a:lnTo>
                    <a:pt x="15" y="97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4" y="101"/>
                  </a:lnTo>
                  <a:lnTo>
                    <a:pt x="26" y="101"/>
                  </a:lnTo>
                  <a:lnTo>
                    <a:pt x="28" y="101"/>
                  </a:lnTo>
                  <a:lnTo>
                    <a:pt x="24" y="103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3" y="103"/>
                  </a:lnTo>
                  <a:lnTo>
                    <a:pt x="11" y="103"/>
                  </a:lnTo>
                  <a:lnTo>
                    <a:pt x="7" y="104"/>
                  </a:lnTo>
                  <a:lnTo>
                    <a:pt x="6" y="106"/>
                  </a:lnTo>
                  <a:lnTo>
                    <a:pt x="4" y="112"/>
                  </a:lnTo>
                  <a:lnTo>
                    <a:pt x="6" y="112"/>
                  </a:lnTo>
                  <a:lnTo>
                    <a:pt x="4" y="112"/>
                  </a:lnTo>
                  <a:lnTo>
                    <a:pt x="2" y="119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0" y="125"/>
                  </a:lnTo>
                  <a:lnTo>
                    <a:pt x="0" y="131"/>
                  </a:lnTo>
                  <a:lnTo>
                    <a:pt x="2" y="134"/>
                  </a:lnTo>
                  <a:lnTo>
                    <a:pt x="2" y="142"/>
                  </a:lnTo>
                  <a:close/>
                  <a:moveTo>
                    <a:pt x="86" y="60"/>
                  </a:moveTo>
                  <a:lnTo>
                    <a:pt x="86" y="58"/>
                  </a:lnTo>
                  <a:lnTo>
                    <a:pt x="86" y="58"/>
                  </a:lnTo>
                  <a:lnTo>
                    <a:pt x="88" y="58"/>
                  </a:lnTo>
                  <a:lnTo>
                    <a:pt x="86" y="62"/>
                  </a:lnTo>
                  <a:lnTo>
                    <a:pt x="84" y="65"/>
                  </a:lnTo>
                  <a:lnTo>
                    <a:pt x="86" y="67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65"/>
                  </a:lnTo>
                  <a:lnTo>
                    <a:pt x="86" y="60"/>
                  </a:lnTo>
                  <a:close/>
                  <a:moveTo>
                    <a:pt x="78" y="90"/>
                  </a:moveTo>
                  <a:lnTo>
                    <a:pt x="80" y="90"/>
                  </a:lnTo>
                  <a:lnTo>
                    <a:pt x="80" y="90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6" y="90"/>
                  </a:lnTo>
                  <a:lnTo>
                    <a:pt x="78" y="90"/>
                  </a:lnTo>
                  <a:close/>
                  <a:moveTo>
                    <a:pt x="71" y="117"/>
                  </a:moveTo>
                  <a:lnTo>
                    <a:pt x="73" y="117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71" y="119"/>
                  </a:lnTo>
                  <a:lnTo>
                    <a:pt x="71" y="117"/>
                  </a:lnTo>
                  <a:close/>
                  <a:moveTo>
                    <a:pt x="48" y="125"/>
                  </a:moveTo>
                  <a:lnTo>
                    <a:pt x="52" y="123"/>
                  </a:lnTo>
                  <a:lnTo>
                    <a:pt x="48" y="127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5"/>
                  </a:lnTo>
                  <a:close/>
                  <a:moveTo>
                    <a:pt x="30" y="101"/>
                  </a:moveTo>
                  <a:lnTo>
                    <a:pt x="32" y="103"/>
                  </a:lnTo>
                  <a:lnTo>
                    <a:pt x="34" y="103"/>
                  </a:lnTo>
                  <a:lnTo>
                    <a:pt x="32" y="103"/>
                  </a:lnTo>
                  <a:lnTo>
                    <a:pt x="28" y="101"/>
                  </a:lnTo>
                  <a:lnTo>
                    <a:pt x="30" y="10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3" name="Freeform 6470">
              <a:extLst>
                <a:ext uri="{FF2B5EF4-FFF2-40B4-BE49-F238E27FC236}">
                  <a16:creationId xmlns:a16="http://schemas.microsoft.com/office/drawing/2014/main" id="{2739CAC3-4DAB-4162-BA5E-A3B3ED2082F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1" y="1225"/>
              <a:ext cx="17" cy="24"/>
            </a:xfrm>
            <a:custGeom>
              <a:avLst/>
              <a:gdLst>
                <a:gd name="T0" fmla="*/ 4 w 17"/>
                <a:gd name="T1" fmla="*/ 13 h 24"/>
                <a:gd name="T2" fmla="*/ 6 w 17"/>
                <a:gd name="T3" fmla="*/ 13 h 24"/>
                <a:gd name="T4" fmla="*/ 6 w 17"/>
                <a:gd name="T5" fmla="*/ 13 h 24"/>
                <a:gd name="T6" fmla="*/ 4 w 17"/>
                <a:gd name="T7" fmla="*/ 17 h 24"/>
                <a:gd name="T8" fmla="*/ 4 w 17"/>
                <a:gd name="T9" fmla="*/ 19 h 24"/>
                <a:gd name="T10" fmla="*/ 4 w 17"/>
                <a:gd name="T11" fmla="*/ 21 h 24"/>
                <a:gd name="T12" fmla="*/ 6 w 17"/>
                <a:gd name="T13" fmla="*/ 24 h 24"/>
                <a:gd name="T14" fmla="*/ 10 w 17"/>
                <a:gd name="T15" fmla="*/ 21 h 24"/>
                <a:gd name="T16" fmla="*/ 12 w 17"/>
                <a:gd name="T17" fmla="*/ 15 h 24"/>
                <a:gd name="T18" fmla="*/ 13 w 17"/>
                <a:gd name="T19" fmla="*/ 13 h 24"/>
                <a:gd name="T20" fmla="*/ 15 w 17"/>
                <a:gd name="T21" fmla="*/ 11 h 24"/>
                <a:gd name="T22" fmla="*/ 17 w 17"/>
                <a:gd name="T23" fmla="*/ 8 h 24"/>
                <a:gd name="T24" fmla="*/ 17 w 17"/>
                <a:gd name="T25" fmla="*/ 4 h 24"/>
                <a:gd name="T26" fmla="*/ 13 w 17"/>
                <a:gd name="T27" fmla="*/ 4 h 24"/>
                <a:gd name="T28" fmla="*/ 12 w 17"/>
                <a:gd name="T29" fmla="*/ 4 h 24"/>
                <a:gd name="T30" fmla="*/ 13 w 17"/>
                <a:gd name="T31" fmla="*/ 0 h 24"/>
                <a:gd name="T32" fmla="*/ 10 w 17"/>
                <a:gd name="T33" fmla="*/ 0 h 24"/>
                <a:gd name="T34" fmla="*/ 8 w 17"/>
                <a:gd name="T35" fmla="*/ 4 h 24"/>
                <a:gd name="T36" fmla="*/ 2 w 17"/>
                <a:gd name="T37" fmla="*/ 6 h 24"/>
                <a:gd name="T38" fmla="*/ 2 w 17"/>
                <a:gd name="T39" fmla="*/ 8 h 24"/>
                <a:gd name="T40" fmla="*/ 0 w 17"/>
                <a:gd name="T41" fmla="*/ 10 h 24"/>
                <a:gd name="T42" fmla="*/ 0 w 17"/>
                <a:gd name="T43" fmla="*/ 13 h 24"/>
                <a:gd name="T44" fmla="*/ 4 w 17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4">
                  <a:moveTo>
                    <a:pt x="4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6" y="24"/>
                  </a:lnTo>
                  <a:lnTo>
                    <a:pt x="10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5" y="11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4" name="Freeform 6471">
              <a:extLst>
                <a:ext uri="{FF2B5EF4-FFF2-40B4-BE49-F238E27FC236}">
                  <a16:creationId xmlns:a16="http://schemas.microsoft.com/office/drawing/2014/main" id="{2E21C001-204C-487D-A071-14FD5C6D3DF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8" y="1283"/>
              <a:ext cx="37" cy="48"/>
            </a:xfrm>
            <a:custGeom>
              <a:avLst/>
              <a:gdLst>
                <a:gd name="T0" fmla="*/ 6 w 37"/>
                <a:gd name="T1" fmla="*/ 22 h 48"/>
                <a:gd name="T2" fmla="*/ 4 w 37"/>
                <a:gd name="T3" fmla="*/ 22 h 48"/>
                <a:gd name="T4" fmla="*/ 4 w 37"/>
                <a:gd name="T5" fmla="*/ 26 h 48"/>
                <a:gd name="T6" fmla="*/ 7 w 37"/>
                <a:gd name="T7" fmla="*/ 28 h 48"/>
                <a:gd name="T8" fmla="*/ 9 w 37"/>
                <a:gd name="T9" fmla="*/ 32 h 48"/>
                <a:gd name="T10" fmla="*/ 9 w 37"/>
                <a:gd name="T11" fmla="*/ 32 h 48"/>
                <a:gd name="T12" fmla="*/ 7 w 37"/>
                <a:gd name="T13" fmla="*/ 30 h 48"/>
                <a:gd name="T14" fmla="*/ 2 w 37"/>
                <a:gd name="T15" fmla="*/ 30 h 48"/>
                <a:gd name="T16" fmla="*/ 0 w 37"/>
                <a:gd name="T17" fmla="*/ 34 h 48"/>
                <a:gd name="T18" fmla="*/ 4 w 37"/>
                <a:gd name="T19" fmla="*/ 35 h 48"/>
                <a:gd name="T20" fmla="*/ 4 w 37"/>
                <a:gd name="T21" fmla="*/ 39 h 48"/>
                <a:gd name="T22" fmla="*/ 4 w 37"/>
                <a:gd name="T23" fmla="*/ 39 h 48"/>
                <a:gd name="T24" fmla="*/ 4 w 37"/>
                <a:gd name="T25" fmla="*/ 41 h 48"/>
                <a:gd name="T26" fmla="*/ 4 w 37"/>
                <a:gd name="T27" fmla="*/ 47 h 48"/>
                <a:gd name="T28" fmla="*/ 7 w 37"/>
                <a:gd name="T29" fmla="*/ 45 h 48"/>
                <a:gd name="T30" fmla="*/ 7 w 37"/>
                <a:gd name="T31" fmla="*/ 43 h 48"/>
                <a:gd name="T32" fmla="*/ 9 w 37"/>
                <a:gd name="T33" fmla="*/ 43 h 48"/>
                <a:gd name="T34" fmla="*/ 9 w 37"/>
                <a:gd name="T35" fmla="*/ 47 h 48"/>
                <a:gd name="T36" fmla="*/ 11 w 37"/>
                <a:gd name="T37" fmla="*/ 47 h 48"/>
                <a:gd name="T38" fmla="*/ 15 w 37"/>
                <a:gd name="T39" fmla="*/ 45 h 48"/>
                <a:gd name="T40" fmla="*/ 19 w 37"/>
                <a:gd name="T41" fmla="*/ 47 h 48"/>
                <a:gd name="T42" fmla="*/ 20 w 37"/>
                <a:gd name="T43" fmla="*/ 45 h 48"/>
                <a:gd name="T44" fmla="*/ 22 w 37"/>
                <a:gd name="T45" fmla="*/ 45 h 48"/>
                <a:gd name="T46" fmla="*/ 22 w 37"/>
                <a:gd name="T47" fmla="*/ 47 h 48"/>
                <a:gd name="T48" fmla="*/ 24 w 37"/>
                <a:gd name="T49" fmla="*/ 48 h 48"/>
                <a:gd name="T50" fmla="*/ 26 w 37"/>
                <a:gd name="T51" fmla="*/ 47 h 48"/>
                <a:gd name="T52" fmla="*/ 32 w 37"/>
                <a:gd name="T53" fmla="*/ 43 h 48"/>
                <a:gd name="T54" fmla="*/ 32 w 37"/>
                <a:gd name="T55" fmla="*/ 39 h 48"/>
                <a:gd name="T56" fmla="*/ 32 w 37"/>
                <a:gd name="T57" fmla="*/ 34 h 48"/>
                <a:gd name="T58" fmla="*/ 32 w 37"/>
                <a:gd name="T59" fmla="*/ 35 h 48"/>
                <a:gd name="T60" fmla="*/ 33 w 37"/>
                <a:gd name="T61" fmla="*/ 34 h 48"/>
                <a:gd name="T62" fmla="*/ 37 w 37"/>
                <a:gd name="T63" fmla="*/ 30 h 48"/>
                <a:gd name="T64" fmla="*/ 35 w 37"/>
                <a:gd name="T65" fmla="*/ 24 h 48"/>
                <a:gd name="T66" fmla="*/ 35 w 37"/>
                <a:gd name="T67" fmla="*/ 22 h 48"/>
                <a:gd name="T68" fmla="*/ 35 w 37"/>
                <a:gd name="T69" fmla="*/ 20 h 48"/>
                <a:gd name="T70" fmla="*/ 32 w 37"/>
                <a:gd name="T71" fmla="*/ 20 h 48"/>
                <a:gd name="T72" fmla="*/ 32 w 37"/>
                <a:gd name="T73" fmla="*/ 17 h 48"/>
                <a:gd name="T74" fmla="*/ 30 w 37"/>
                <a:gd name="T75" fmla="*/ 15 h 48"/>
                <a:gd name="T76" fmla="*/ 30 w 37"/>
                <a:gd name="T77" fmla="*/ 15 h 48"/>
                <a:gd name="T78" fmla="*/ 28 w 37"/>
                <a:gd name="T79" fmla="*/ 11 h 48"/>
                <a:gd name="T80" fmla="*/ 28 w 37"/>
                <a:gd name="T81" fmla="*/ 11 h 48"/>
                <a:gd name="T82" fmla="*/ 26 w 37"/>
                <a:gd name="T83" fmla="*/ 9 h 48"/>
                <a:gd name="T84" fmla="*/ 26 w 37"/>
                <a:gd name="T85" fmla="*/ 7 h 48"/>
                <a:gd name="T86" fmla="*/ 26 w 37"/>
                <a:gd name="T87" fmla="*/ 6 h 48"/>
                <a:gd name="T88" fmla="*/ 22 w 37"/>
                <a:gd name="T89" fmla="*/ 0 h 48"/>
                <a:gd name="T90" fmla="*/ 19 w 37"/>
                <a:gd name="T91" fmla="*/ 0 h 48"/>
                <a:gd name="T92" fmla="*/ 15 w 37"/>
                <a:gd name="T93" fmla="*/ 4 h 48"/>
                <a:gd name="T94" fmla="*/ 13 w 37"/>
                <a:gd name="T95" fmla="*/ 6 h 48"/>
                <a:gd name="T96" fmla="*/ 11 w 37"/>
                <a:gd name="T97" fmla="*/ 9 h 48"/>
                <a:gd name="T98" fmla="*/ 11 w 37"/>
                <a:gd name="T99" fmla="*/ 9 h 48"/>
                <a:gd name="T100" fmla="*/ 9 w 37"/>
                <a:gd name="T101" fmla="*/ 9 h 48"/>
                <a:gd name="T102" fmla="*/ 7 w 37"/>
                <a:gd name="T103" fmla="*/ 13 h 48"/>
                <a:gd name="T104" fmla="*/ 6 w 37"/>
                <a:gd name="T105" fmla="*/ 19 h 48"/>
                <a:gd name="T106" fmla="*/ 4 w 37"/>
                <a:gd name="T107" fmla="*/ 20 h 48"/>
                <a:gd name="T108" fmla="*/ 6 w 37"/>
                <a:gd name="T10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48">
                  <a:moveTo>
                    <a:pt x="6" y="22"/>
                  </a:moveTo>
                  <a:lnTo>
                    <a:pt x="4" y="22"/>
                  </a:lnTo>
                  <a:lnTo>
                    <a:pt x="4" y="26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7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47"/>
                  </a:lnTo>
                  <a:lnTo>
                    <a:pt x="7" y="45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9" y="47"/>
                  </a:lnTo>
                  <a:lnTo>
                    <a:pt x="11" y="47"/>
                  </a:lnTo>
                  <a:lnTo>
                    <a:pt x="15" y="45"/>
                  </a:lnTo>
                  <a:lnTo>
                    <a:pt x="19" y="47"/>
                  </a:lnTo>
                  <a:lnTo>
                    <a:pt x="20" y="45"/>
                  </a:lnTo>
                  <a:lnTo>
                    <a:pt x="22" y="45"/>
                  </a:lnTo>
                  <a:lnTo>
                    <a:pt x="22" y="47"/>
                  </a:lnTo>
                  <a:lnTo>
                    <a:pt x="24" y="48"/>
                  </a:lnTo>
                  <a:lnTo>
                    <a:pt x="26" y="47"/>
                  </a:lnTo>
                  <a:lnTo>
                    <a:pt x="32" y="43"/>
                  </a:lnTo>
                  <a:lnTo>
                    <a:pt x="32" y="39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7" y="30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2" y="20"/>
                  </a:lnTo>
                  <a:lnTo>
                    <a:pt x="32" y="17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7" y="13"/>
                  </a:lnTo>
                  <a:lnTo>
                    <a:pt x="6" y="19"/>
                  </a:lnTo>
                  <a:lnTo>
                    <a:pt x="4" y="20"/>
                  </a:lnTo>
                  <a:lnTo>
                    <a:pt x="6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5" name="Freeform 6472">
              <a:extLst>
                <a:ext uri="{FF2B5EF4-FFF2-40B4-BE49-F238E27FC236}">
                  <a16:creationId xmlns:a16="http://schemas.microsoft.com/office/drawing/2014/main" id="{0005409E-FAD5-4673-B248-CD04C893E8B9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9" y="1354"/>
              <a:ext cx="17" cy="18"/>
            </a:xfrm>
            <a:custGeom>
              <a:avLst/>
              <a:gdLst>
                <a:gd name="T0" fmla="*/ 5 w 17"/>
                <a:gd name="T1" fmla="*/ 2 h 18"/>
                <a:gd name="T2" fmla="*/ 4 w 17"/>
                <a:gd name="T3" fmla="*/ 5 h 18"/>
                <a:gd name="T4" fmla="*/ 4 w 17"/>
                <a:gd name="T5" fmla="*/ 7 h 18"/>
                <a:gd name="T6" fmla="*/ 4 w 17"/>
                <a:gd name="T7" fmla="*/ 11 h 18"/>
                <a:gd name="T8" fmla="*/ 4 w 17"/>
                <a:gd name="T9" fmla="*/ 13 h 18"/>
                <a:gd name="T10" fmla="*/ 4 w 17"/>
                <a:gd name="T11" fmla="*/ 13 h 18"/>
                <a:gd name="T12" fmla="*/ 4 w 17"/>
                <a:gd name="T13" fmla="*/ 9 h 18"/>
                <a:gd name="T14" fmla="*/ 0 w 17"/>
                <a:gd name="T15" fmla="*/ 11 h 18"/>
                <a:gd name="T16" fmla="*/ 0 w 17"/>
                <a:gd name="T17" fmla="*/ 13 h 18"/>
                <a:gd name="T18" fmla="*/ 0 w 17"/>
                <a:gd name="T19" fmla="*/ 17 h 18"/>
                <a:gd name="T20" fmla="*/ 4 w 17"/>
                <a:gd name="T21" fmla="*/ 18 h 18"/>
                <a:gd name="T22" fmla="*/ 5 w 17"/>
                <a:gd name="T23" fmla="*/ 17 h 18"/>
                <a:gd name="T24" fmla="*/ 5 w 17"/>
                <a:gd name="T25" fmla="*/ 15 h 18"/>
                <a:gd name="T26" fmla="*/ 7 w 17"/>
                <a:gd name="T27" fmla="*/ 17 h 18"/>
                <a:gd name="T28" fmla="*/ 11 w 17"/>
                <a:gd name="T29" fmla="*/ 17 h 18"/>
                <a:gd name="T30" fmla="*/ 15 w 17"/>
                <a:gd name="T31" fmla="*/ 15 h 18"/>
                <a:gd name="T32" fmla="*/ 17 w 17"/>
                <a:gd name="T33" fmla="*/ 9 h 18"/>
                <a:gd name="T34" fmla="*/ 17 w 17"/>
                <a:gd name="T35" fmla="*/ 7 h 18"/>
                <a:gd name="T36" fmla="*/ 17 w 17"/>
                <a:gd name="T37" fmla="*/ 5 h 18"/>
                <a:gd name="T38" fmla="*/ 17 w 17"/>
                <a:gd name="T39" fmla="*/ 5 h 18"/>
                <a:gd name="T40" fmla="*/ 15 w 17"/>
                <a:gd name="T41" fmla="*/ 2 h 18"/>
                <a:gd name="T42" fmla="*/ 13 w 17"/>
                <a:gd name="T43" fmla="*/ 2 h 18"/>
                <a:gd name="T44" fmla="*/ 11 w 17"/>
                <a:gd name="T45" fmla="*/ 0 h 18"/>
                <a:gd name="T46" fmla="*/ 7 w 17"/>
                <a:gd name="T47" fmla="*/ 0 h 18"/>
                <a:gd name="T48" fmla="*/ 5 w 17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" h="18">
                  <a:moveTo>
                    <a:pt x="5" y="2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5"/>
                  </a:lnTo>
                  <a:lnTo>
                    <a:pt x="7" y="17"/>
                  </a:lnTo>
                  <a:lnTo>
                    <a:pt x="11" y="17"/>
                  </a:lnTo>
                  <a:lnTo>
                    <a:pt x="15" y="15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6" name="Freeform 6473">
              <a:extLst>
                <a:ext uri="{FF2B5EF4-FFF2-40B4-BE49-F238E27FC236}">
                  <a16:creationId xmlns:a16="http://schemas.microsoft.com/office/drawing/2014/main" id="{0378991D-0E6D-4808-BE0E-FE441DB22D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784" y="1852"/>
              <a:ext cx="11" cy="16"/>
            </a:xfrm>
            <a:custGeom>
              <a:avLst/>
              <a:gdLst>
                <a:gd name="T0" fmla="*/ 2 w 11"/>
                <a:gd name="T1" fmla="*/ 7 h 16"/>
                <a:gd name="T2" fmla="*/ 0 w 11"/>
                <a:gd name="T3" fmla="*/ 7 h 16"/>
                <a:gd name="T4" fmla="*/ 0 w 11"/>
                <a:gd name="T5" fmla="*/ 11 h 16"/>
                <a:gd name="T6" fmla="*/ 2 w 11"/>
                <a:gd name="T7" fmla="*/ 13 h 16"/>
                <a:gd name="T8" fmla="*/ 4 w 11"/>
                <a:gd name="T9" fmla="*/ 13 h 16"/>
                <a:gd name="T10" fmla="*/ 5 w 11"/>
                <a:gd name="T11" fmla="*/ 15 h 16"/>
                <a:gd name="T12" fmla="*/ 5 w 11"/>
                <a:gd name="T13" fmla="*/ 15 h 16"/>
                <a:gd name="T14" fmla="*/ 7 w 11"/>
                <a:gd name="T15" fmla="*/ 16 h 16"/>
                <a:gd name="T16" fmla="*/ 9 w 11"/>
                <a:gd name="T17" fmla="*/ 16 h 16"/>
                <a:gd name="T18" fmla="*/ 9 w 11"/>
                <a:gd name="T19" fmla="*/ 15 h 16"/>
                <a:gd name="T20" fmla="*/ 11 w 11"/>
                <a:gd name="T21" fmla="*/ 15 h 16"/>
                <a:gd name="T22" fmla="*/ 11 w 11"/>
                <a:gd name="T23" fmla="*/ 13 h 16"/>
                <a:gd name="T24" fmla="*/ 11 w 11"/>
                <a:gd name="T25" fmla="*/ 11 h 16"/>
                <a:gd name="T26" fmla="*/ 11 w 11"/>
                <a:gd name="T27" fmla="*/ 9 h 16"/>
                <a:gd name="T28" fmla="*/ 11 w 11"/>
                <a:gd name="T29" fmla="*/ 9 h 16"/>
                <a:gd name="T30" fmla="*/ 11 w 11"/>
                <a:gd name="T31" fmla="*/ 7 h 16"/>
                <a:gd name="T32" fmla="*/ 11 w 11"/>
                <a:gd name="T33" fmla="*/ 5 h 16"/>
                <a:gd name="T34" fmla="*/ 9 w 11"/>
                <a:gd name="T35" fmla="*/ 3 h 16"/>
                <a:gd name="T36" fmla="*/ 9 w 11"/>
                <a:gd name="T37" fmla="*/ 1 h 16"/>
                <a:gd name="T38" fmla="*/ 7 w 11"/>
                <a:gd name="T39" fmla="*/ 0 h 16"/>
                <a:gd name="T40" fmla="*/ 5 w 11"/>
                <a:gd name="T41" fmla="*/ 1 h 16"/>
                <a:gd name="T42" fmla="*/ 5 w 11"/>
                <a:gd name="T43" fmla="*/ 3 h 16"/>
                <a:gd name="T44" fmla="*/ 5 w 11"/>
                <a:gd name="T45" fmla="*/ 5 h 16"/>
                <a:gd name="T46" fmla="*/ 5 w 11"/>
                <a:gd name="T47" fmla="*/ 5 h 16"/>
                <a:gd name="T48" fmla="*/ 7 w 11"/>
                <a:gd name="T49" fmla="*/ 7 h 16"/>
                <a:gd name="T50" fmla="*/ 4 w 11"/>
                <a:gd name="T51" fmla="*/ 7 h 16"/>
                <a:gd name="T52" fmla="*/ 2 w 11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" h="16">
                  <a:moveTo>
                    <a:pt x="2" y="7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9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4" y="7"/>
                  </a:lnTo>
                  <a:lnTo>
                    <a:pt x="2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7" name="Freeform 6474">
              <a:extLst>
                <a:ext uri="{FF2B5EF4-FFF2-40B4-BE49-F238E27FC236}">
                  <a16:creationId xmlns:a16="http://schemas.microsoft.com/office/drawing/2014/main" id="{39661C36-F4D2-486A-9A9D-219A20FA083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1878"/>
              <a:ext cx="11" cy="11"/>
            </a:xfrm>
            <a:custGeom>
              <a:avLst/>
              <a:gdLst>
                <a:gd name="T0" fmla="*/ 11 w 11"/>
                <a:gd name="T1" fmla="*/ 0 h 11"/>
                <a:gd name="T2" fmla="*/ 6 w 11"/>
                <a:gd name="T3" fmla="*/ 0 h 11"/>
                <a:gd name="T4" fmla="*/ 4 w 11"/>
                <a:gd name="T5" fmla="*/ 3 h 11"/>
                <a:gd name="T6" fmla="*/ 4 w 11"/>
                <a:gd name="T7" fmla="*/ 5 h 11"/>
                <a:gd name="T8" fmla="*/ 2 w 11"/>
                <a:gd name="T9" fmla="*/ 5 h 11"/>
                <a:gd name="T10" fmla="*/ 0 w 11"/>
                <a:gd name="T11" fmla="*/ 9 h 11"/>
                <a:gd name="T12" fmla="*/ 2 w 11"/>
                <a:gd name="T13" fmla="*/ 11 h 11"/>
                <a:gd name="T14" fmla="*/ 4 w 11"/>
                <a:gd name="T15" fmla="*/ 11 h 11"/>
                <a:gd name="T16" fmla="*/ 6 w 11"/>
                <a:gd name="T17" fmla="*/ 9 h 11"/>
                <a:gd name="T18" fmla="*/ 7 w 11"/>
                <a:gd name="T19" fmla="*/ 9 h 11"/>
                <a:gd name="T20" fmla="*/ 9 w 11"/>
                <a:gd name="T21" fmla="*/ 7 h 11"/>
                <a:gd name="T22" fmla="*/ 11 w 11"/>
                <a:gd name="T23" fmla="*/ 5 h 11"/>
                <a:gd name="T24" fmla="*/ 11 w 11"/>
                <a:gd name="T25" fmla="*/ 3 h 11"/>
                <a:gd name="T26" fmla="*/ 11 w 11"/>
                <a:gd name="T27" fmla="*/ 3 h 11"/>
                <a:gd name="T28" fmla="*/ 11 w 11"/>
                <a:gd name="T29" fmla="*/ 2 h 11"/>
                <a:gd name="T30" fmla="*/ 11 w 11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6" y="0"/>
                  </a:lnTo>
                  <a:lnTo>
                    <a:pt x="4" y="3"/>
                  </a:lnTo>
                  <a:lnTo>
                    <a:pt x="4" y="5"/>
                  </a:lnTo>
                  <a:lnTo>
                    <a:pt x="2" y="5"/>
                  </a:lnTo>
                  <a:lnTo>
                    <a:pt x="0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6" y="9"/>
                  </a:lnTo>
                  <a:lnTo>
                    <a:pt x="7" y="9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8" name="Freeform 6475">
              <a:extLst>
                <a:ext uri="{FF2B5EF4-FFF2-40B4-BE49-F238E27FC236}">
                  <a16:creationId xmlns:a16="http://schemas.microsoft.com/office/drawing/2014/main" id="{7AE1E259-49DB-4A4E-9979-A36ECA55CC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0" y="1820"/>
              <a:ext cx="14" cy="9"/>
            </a:xfrm>
            <a:custGeom>
              <a:avLst/>
              <a:gdLst>
                <a:gd name="T0" fmla="*/ 9 w 14"/>
                <a:gd name="T1" fmla="*/ 4 h 9"/>
                <a:gd name="T2" fmla="*/ 7 w 14"/>
                <a:gd name="T3" fmla="*/ 0 h 9"/>
                <a:gd name="T4" fmla="*/ 3 w 14"/>
                <a:gd name="T5" fmla="*/ 0 h 9"/>
                <a:gd name="T6" fmla="*/ 0 w 14"/>
                <a:gd name="T7" fmla="*/ 2 h 9"/>
                <a:gd name="T8" fmla="*/ 5 w 14"/>
                <a:gd name="T9" fmla="*/ 4 h 9"/>
                <a:gd name="T10" fmla="*/ 7 w 14"/>
                <a:gd name="T11" fmla="*/ 5 h 9"/>
                <a:gd name="T12" fmla="*/ 9 w 14"/>
                <a:gd name="T13" fmla="*/ 5 h 9"/>
                <a:gd name="T14" fmla="*/ 14 w 14"/>
                <a:gd name="T15" fmla="*/ 9 h 9"/>
                <a:gd name="T16" fmla="*/ 13 w 14"/>
                <a:gd name="T17" fmla="*/ 4 h 9"/>
                <a:gd name="T18" fmla="*/ 9 w 14"/>
                <a:gd name="T1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9">
                  <a:moveTo>
                    <a:pt x="9" y="4"/>
                  </a:moveTo>
                  <a:lnTo>
                    <a:pt x="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5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14" y="9"/>
                  </a:lnTo>
                  <a:lnTo>
                    <a:pt x="13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9" name="Freeform 6476">
              <a:extLst>
                <a:ext uri="{FF2B5EF4-FFF2-40B4-BE49-F238E27FC236}">
                  <a16:creationId xmlns:a16="http://schemas.microsoft.com/office/drawing/2014/main" id="{8D49BCD9-D267-4C55-AD0E-77E0ED2D9CF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4" y="1822"/>
              <a:ext cx="13" cy="11"/>
            </a:xfrm>
            <a:custGeom>
              <a:avLst/>
              <a:gdLst>
                <a:gd name="T0" fmla="*/ 6 w 13"/>
                <a:gd name="T1" fmla="*/ 9 h 11"/>
                <a:gd name="T2" fmla="*/ 8 w 13"/>
                <a:gd name="T3" fmla="*/ 9 h 11"/>
                <a:gd name="T4" fmla="*/ 10 w 13"/>
                <a:gd name="T5" fmla="*/ 11 h 11"/>
                <a:gd name="T6" fmla="*/ 11 w 13"/>
                <a:gd name="T7" fmla="*/ 9 h 11"/>
                <a:gd name="T8" fmla="*/ 11 w 13"/>
                <a:gd name="T9" fmla="*/ 9 h 11"/>
                <a:gd name="T10" fmla="*/ 13 w 13"/>
                <a:gd name="T11" fmla="*/ 9 h 11"/>
                <a:gd name="T12" fmla="*/ 13 w 13"/>
                <a:gd name="T13" fmla="*/ 5 h 11"/>
                <a:gd name="T14" fmla="*/ 11 w 13"/>
                <a:gd name="T15" fmla="*/ 3 h 11"/>
                <a:gd name="T16" fmla="*/ 10 w 13"/>
                <a:gd name="T17" fmla="*/ 3 h 11"/>
                <a:gd name="T18" fmla="*/ 8 w 13"/>
                <a:gd name="T19" fmla="*/ 2 h 11"/>
                <a:gd name="T20" fmla="*/ 6 w 13"/>
                <a:gd name="T21" fmla="*/ 2 h 11"/>
                <a:gd name="T22" fmla="*/ 4 w 13"/>
                <a:gd name="T23" fmla="*/ 0 h 11"/>
                <a:gd name="T24" fmla="*/ 0 w 13"/>
                <a:gd name="T25" fmla="*/ 2 h 11"/>
                <a:gd name="T26" fmla="*/ 2 w 13"/>
                <a:gd name="T27" fmla="*/ 3 h 11"/>
                <a:gd name="T28" fmla="*/ 6 w 13"/>
                <a:gd name="T29" fmla="*/ 5 h 11"/>
                <a:gd name="T30" fmla="*/ 6 w 13"/>
                <a:gd name="T31" fmla="*/ 5 h 11"/>
                <a:gd name="T32" fmla="*/ 6 w 13"/>
                <a:gd name="T33" fmla="*/ 5 h 11"/>
                <a:gd name="T34" fmla="*/ 6 w 13"/>
                <a:gd name="T3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11">
                  <a:moveTo>
                    <a:pt x="6" y="9"/>
                  </a:moveTo>
                  <a:lnTo>
                    <a:pt x="8" y="9"/>
                  </a:lnTo>
                  <a:lnTo>
                    <a:pt x="10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0" name="Freeform 6477">
              <a:extLst>
                <a:ext uri="{FF2B5EF4-FFF2-40B4-BE49-F238E27FC236}">
                  <a16:creationId xmlns:a16="http://schemas.microsoft.com/office/drawing/2014/main" id="{64CD1825-1FB5-48AC-A03C-011C8E5DC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2439" y="1583"/>
              <a:ext cx="4" cy="8"/>
            </a:xfrm>
            <a:custGeom>
              <a:avLst/>
              <a:gdLst>
                <a:gd name="T0" fmla="*/ 2 w 4"/>
                <a:gd name="T1" fmla="*/ 4 h 8"/>
                <a:gd name="T2" fmla="*/ 0 w 4"/>
                <a:gd name="T3" fmla="*/ 6 h 8"/>
                <a:gd name="T4" fmla="*/ 4 w 4"/>
                <a:gd name="T5" fmla="*/ 8 h 8"/>
                <a:gd name="T6" fmla="*/ 4 w 4"/>
                <a:gd name="T7" fmla="*/ 4 h 8"/>
                <a:gd name="T8" fmla="*/ 4 w 4"/>
                <a:gd name="T9" fmla="*/ 0 h 8"/>
                <a:gd name="T10" fmla="*/ 2 w 4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2" y="4"/>
                  </a:moveTo>
                  <a:lnTo>
                    <a:pt x="0" y="6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1" name="Freeform 6478">
              <a:extLst>
                <a:ext uri="{FF2B5EF4-FFF2-40B4-BE49-F238E27FC236}">
                  <a16:creationId xmlns:a16="http://schemas.microsoft.com/office/drawing/2014/main" id="{9761D162-193E-4544-945C-98A7B5C8D49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71"/>
              <a:ext cx="6" cy="9"/>
            </a:xfrm>
            <a:custGeom>
              <a:avLst/>
              <a:gdLst>
                <a:gd name="T0" fmla="*/ 2 w 6"/>
                <a:gd name="T1" fmla="*/ 9 h 9"/>
                <a:gd name="T2" fmla="*/ 4 w 6"/>
                <a:gd name="T3" fmla="*/ 7 h 9"/>
                <a:gd name="T4" fmla="*/ 4 w 6"/>
                <a:gd name="T5" fmla="*/ 5 h 9"/>
                <a:gd name="T6" fmla="*/ 6 w 6"/>
                <a:gd name="T7" fmla="*/ 5 h 9"/>
                <a:gd name="T8" fmla="*/ 6 w 6"/>
                <a:gd name="T9" fmla="*/ 2 h 9"/>
                <a:gd name="T10" fmla="*/ 4 w 6"/>
                <a:gd name="T11" fmla="*/ 2 h 9"/>
                <a:gd name="T12" fmla="*/ 2 w 6"/>
                <a:gd name="T13" fmla="*/ 0 h 9"/>
                <a:gd name="T14" fmla="*/ 0 w 6"/>
                <a:gd name="T15" fmla="*/ 3 h 9"/>
                <a:gd name="T16" fmla="*/ 2 w 6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2" name="Freeform 6479">
              <a:extLst>
                <a:ext uri="{FF2B5EF4-FFF2-40B4-BE49-F238E27FC236}">
                  <a16:creationId xmlns:a16="http://schemas.microsoft.com/office/drawing/2014/main" id="{9173E378-C3CD-4294-BF58-5B08BFBF23D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6" y="1684"/>
              <a:ext cx="17" cy="13"/>
            </a:xfrm>
            <a:custGeom>
              <a:avLst/>
              <a:gdLst>
                <a:gd name="T0" fmla="*/ 13 w 17"/>
                <a:gd name="T1" fmla="*/ 5 h 13"/>
                <a:gd name="T2" fmla="*/ 11 w 17"/>
                <a:gd name="T3" fmla="*/ 4 h 13"/>
                <a:gd name="T4" fmla="*/ 9 w 17"/>
                <a:gd name="T5" fmla="*/ 4 h 13"/>
                <a:gd name="T6" fmla="*/ 8 w 17"/>
                <a:gd name="T7" fmla="*/ 0 h 13"/>
                <a:gd name="T8" fmla="*/ 6 w 17"/>
                <a:gd name="T9" fmla="*/ 2 h 13"/>
                <a:gd name="T10" fmla="*/ 4 w 17"/>
                <a:gd name="T11" fmla="*/ 4 h 13"/>
                <a:gd name="T12" fmla="*/ 4 w 17"/>
                <a:gd name="T13" fmla="*/ 4 h 13"/>
                <a:gd name="T14" fmla="*/ 2 w 17"/>
                <a:gd name="T15" fmla="*/ 4 h 13"/>
                <a:gd name="T16" fmla="*/ 0 w 17"/>
                <a:gd name="T17" fmla="*/ 5 h 13"/>
                <a:gd name="T18" fmla="*/ 2 w 17"/>
                <a:gd name="T19" fmla="*/ 7 h 13"/>
                <a:gd name="T20" fmla="*/ 2 w 17"/>
                <a:gd name="T21" fmla="*/ 11 h 13"/>
                <a:gd name="T22" fmla="*/ 4 w 17"/>
                <a:gd name="T23" fmla="*/ 13 h 13"/>
                <a:gd name="T24" fmla="*/ 6 w 17"/>
                <a:gd name="T25" fmla="*/ 13 h 13"/>
                <a:gd name="T26" fmla="*/ 8 w 17"/>
                <a:gd name="T27" fmla="*/ 13 h 13"/>
                <a:gd name="T28" fmla="*/ 9 w 17"/>
                <a:gd name="T29" fmla="*/ 13 h 13"/>
                <a:gd name="T30" fmla="*/ 11 w 17"/>
                <a:gd name="T31" fmla="*/ 13 h 13"/>
                <a:gd name="T32" fmla="*/ 15 w 17"/>
                <a:gd name="T33" fmla="*/ 13 h 13"/>
                <a:gd name="T34" fmla="*/ 17 w 17"/>
                <a:gd name="T35" fmla="*/ 11 h 13"/>
                <a:gd name="T36" fmla="*/ 15 w 17"/>
                <a:gd name="T37" fmla="*/ 9 h 13"/>
                <a:gd name="T38" fmla="*/ 15 w 17"/>
                <a:gd name="T39" fmla="*/ 5 h 13"/>
                <a:gd name="T40" fmla="*/ 13 w 17"/>
                <a:gd name="T4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3">
                  <a:moveTo>
                    <a:pt x="13" y="5"/>
                  </a:moveTo>
                  <a:lnTo>
                    <a:pt x="11" y="4"/>
                  </a:lnTo>
                  <a:lnTo>
                    <a:pt x="9" y="4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1"/>
                  </a:lnTo>
                  <a:lnTo>
                    <a:pt x="15" y="9"/>
                  </a:lnTo>
                  <a:lnTo>
                    <a:pt x="15" y="5"/>
                  </a:lnTo>
                  <a:lnTo>
                    <a:pt x="13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3" name="Freeform 6480">
              <a:extLst>
                <a:ext uri="{FF2B5EF4-FFF2-40B4-BE49-F238E27FC236}">
                  <a16:creationId xmlns:a16="http://schemas.microsoft.com/office/drawing/2014/main" id="{FE3CB18F-99E4-466F-873C-9AEF27CADE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4" y="1784"/>
              <a:ext cx="7" cy="4"/>
            </a:xfrm>
            <a:custGeom>
              <a:avLst/>
              <a:gdLst>
                <a:gd name="T0" fmla="*/ 7 w 7"/>
                <a:gd name="T1" fmla="*/ 2 h 4"/>
                <a:gd name="T2" fmla="*/ 5 w 7"/>
                <a:gd name="T3" fmla="*/ 0 h 4"/>
                <a:gd name="T4" fmla="*/ 1 w 7"/>
                <a:gd name="T5" fmla="*/ 0 h 4"/>
                <a:gd name="T6" fmla="*/ 0 w 7"/>
                <a:gd name="T7" fmla="*/ 4 h 4"/>
                <a:gd name="T8" fmla="*/ 5 w 7"/>
                <a:gd name="T9" fmla="*/ 4 h 4"/>
                <a:gd name="T10" fmla="*/ 7 w 7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lnTo>
                    <a:pt x="5" y="0"/>
                  </a:lnTo>
                  <a:lnTo>
                    <a:pt x="1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4" name="Freeform 6481">
              <a:extLst>
                <a:ext uri="{FF2B5EF4-FFF2-40B4-BE49-F238E27FC236}">
                  <a16:creationId xmlns:a16="http://schemas.microsoft.com/office/drawing/2014/main" id="{6AD04FFB-45D1-47B8-BED6-95DD3330F5B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7" y="1663"/>
              <a:ext cx="6" cy="8"/>
            </a:xfrm>
            <a:custGeom>
              <a:avLst/>
              <a:gdLst>
                <a:gd name="T0" fmla="*/ 0 w 6"/>
                <a:gd name="T1" fmla="*/ 8 h 8"/>
                <a:gd name="T2" fmla="*/ 4 w 6"/>
                <a:gd name="T3" fmla="*/ 8 h 8"/>
                <a:gd name="T4" fmla="*/ 4 w 6"/>
                <a:gd name="T5" fmla="*/ 6 h 8"/>
                <a:gd name="T6" fmla="*/ 6 w 6"/>
                <a:gd name="T7" fmla="*/ 2 h 8"/>
                <a:gd name="T8" fmla="*/ 4 w 6"/>
                <a:gd name="T9" fmla="*/ 0 h 8"/>
                <a:gd name="T10" fmla="*/ 0 w 6"/>
                <a:gd name="T11" fmla="*/ 0 h 8"/>
                <a:gd name="T12" fmla="*/ 0 w 6"/>
                <a:gd name="T13" fmla="*/ 4 h 8"/>
                <a:gd name="T14" fmla="*/ 0 w 6"/>
                <a:gd name="T15" fmla="*/ 6 h 8"/>
                <a:gd name="T16" fmla="*/ 0 w 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4" y="8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5" name="Freeform 6482">
              <a:extLst>
                <a:ext uri="{FF2B5EF4-FFF2-40B4-BE49-F238E27FC236}">
                  <a16:creationId xmlns:a16="http://schemas.microsoft.com/office/drawing/2014/main" id="{3DE8368F-9616-45D1-95D0-EA2F247F2F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4" y="1676"/>
              <a:ext cx="32" cy="30"/>
            </a:xfrm>
            <a:custGeom>
              <a:avLst/>
              <a:gdLst>
                <a:gd name="T0" fmla="*/ 15 w 32"/>
                <a:gd name="T1" fmla="*/ 2 h 30"/>
                <a:gd name="T2" fmla="*/ 13 w 32"/>
                <a:gd name="T3" fmla="*/ 4 h 30"/>
                <a:gd name="T4" fmla="*/ 10 w 32"/>
                <a:gd name="T5" fmla="*/ 10 h 30"/>
                <a:gd name="T6" fmla="*/ 6 w 32"/>
                <a:gd name="T7" fmla="*/ 10 h 30"/>
                <a:gd name="T8" fmla="*/ 6 w 32"/>
                <a:gd name="T9" fmla="*/ 13 h 30"/>
                <a:gd name="T10" fmla="*/ 0 w 32"/>
                <a:gd name="T11" fmla="*/ 17 h 30"/>
                <a:gd name="T12" fmla="*/ 0 w 32"/>
                <a:gd name="T13" fmla="*/ 25 h 30"/>
                <a:gd name="T14" fmla="*/ 2 w 32"/>
                <a:gd name="T15" fmla="*/ 25 h 30"/>
                <a:gd name="T16" fmla="*/ 0 w 32"/>
                <a:gd name="T17" fmla="*/ 28 h 30"/>
                <a:gd name="T18" fmla="*/ 2 w 32"/>
                <a:gd name="T19" fmla="*/ 30 h 30"/>
                <a:gd name="T20" fmla="*/ 4 w 32"/>
                <a:gd name="T21" fmla="*/ 30 h 30"/>
                <a:gd name="T22" fmla="*/ 6 w 32"/>
                <a:gd name="T23" fmla="*/ 30 h 30"/>
                <a:gd name="T24" fmla="*/ 10 w 32"/>
                <a:gd name="T25" fmla="*/ 30 h 30"/>
                <a:gd name="T26" fmla="*/ 12 w 32"/>
                <a:gd name="T27" fmla="*/ 30 h 30"/>
                <a:gd name="T28" fmla="*/ 15 w 32"/>
                <a:gd name="T29" fmla="*/ 30 h 30"/>
                <a:gd name="T30" fmla="*/ 17 w 32"/>
                <a:gd name="T31" fmla="*/ 28 h 30"/>
                <a:gd name="T32" fmla="*/ 17 w 32"/>
                <a:gd name="T33" fmla="*/ 28 h 30"/>
                <a:gd name="T34" fmla="*/ 21 w 32"/>
                <a:gd name="T35" fmla="*/ 26 h 30"/>
                <a:gd name="T36" fmla="*/ 23 w 32"/>
                <a:gd name="T37" fmla="*/ 26 h 30"/>
                <a:gd name="T38" fmla="*/ 28 w 32"/>
                <a:gd name="T39" fmla="*/ 17 h 30"/>
                <a:gd name="T40" fmla="*/ 28 w 32"/>
                <a:gd name="T41" fmla="*/ 15 h 30"/>
                <a:gd name="T42" fmla="*/ 30 w 32"/>
                <a:gd name="T43" fmla="*/ 13 h 30"/>
                <a:gd name="T44" fmla="*/ 32 w 32"/>
                <a:gd name="T45" fmla="*/ 12 h 30"/>
                <a:gd name="T46" fmla="*/ 32 w 32"/>
                <a:gd name="T47" fmla="*/ 8 h 30"/>
                <a:gd name="T48" fmla="*/ 32 w 32"/>
                <a:gd name="T49" fmla="*/ 6 h 30"/>
                <a:gd name="T50" fmla="*/ 28 w 32"/>
                <a:gd name="T51" fmla="*/ 2 h 30"/>
                <a:gd name="T52" fmla="*/ 28 w 32"/>
                <a:gd name="T53" fmla="*/ 2 h 30"/>
                <a:gd name="T54" fmla="*/ 27 w 32"/>
                <a:gd name="T55" fmla="*/ 0 h 30"/>
                <a:gd name="T56" fmla="*/ 23 w 32"/>
                <a:gd name="T57" fmla="*/ 0 h 30"/>
                <a:gd name="T58" fmla="*/ 21 w 32"/>
                <a:gd name="T59" fmla="*/ 0 h 30"/>
                <a:gd name="T60" fmla="*/ 19 w 32"/>
                <a:gd name="T61" fmla="*/ 0 h 30"/>
                <a:gd name="T62" fmla="*/ 17 w 32"/>
                <a:gd name="T63" fmla="*/ 2 h 30"/>
                <a:gd name="T64" fmla="*/ 15 w 32"/>
                <a:gd name="T6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0">
                  <a:moveTo>
                    <a:pt x="15" y="2"/>
                  </a:moveTo>
                  <a:lnTo>
                    <a:pt x="13" y="4"/>
                  </a:lnTo>
                  <a:lnTo>
                    <a:pt x="10" y="10"/>
                  </a:lnTo>
                  <a:lnTo>
                    <a:pt x="6" y="10"/>
                  </a:lnTo>
                  <a:lnTo>
                    <a:pt x="6" y="13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30" y="13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6" name="Freeform 6483">
              <a:extLst>
                <a:ext uri="{FF2B5EF4-FFF2-40B4-BE49-F238E27FC236}">
                  <a16:creationId xmlns:a16="http://schemas.microsoft.com/office/drawing/2014/main" id="{9896E0A1-E419-4C82-8D4D-814803C612F5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1" y="1648"/>
              <a:ext cx="10" cy="10"/>
            </a:xfrm>
            <a:custGeom>
              <a:avLst/>
              <a:gdLst>
                <a:gd name="T0" fmla="*/ 8 w 10"/>
                <a:gd name="T1" fmla="*/ 8 h 10"/>
                <a:gd name="T2" fmla="*/ 10 w 10"/>
                <a:gd name="T3" fmla="*/ 8 h 10"/>
                <a:gd name="T4" fmla="*/ 10 w 10"/>
                <a:gd name="T5" fmla="*/ 4 h 10"/>
                <a:gd name="T6" fmla="*/ 10 w 10"/>
                <a:gd name="T7" fmla="*/ 0 h 10"/>
                <a:gd name="T8" fmla="*/ 6 w 10"/>
                <a:gd name="T9" fmla="*/ 0 h 10"/>
                <a:gd name="T10" fmla="*/ 4 w 10"/>
                <a:gd name="T11" fmla="*/ 0 h 10"/>
                <a:gd name="T12" fmla="*/ 2 w 10"/>
                <a:gd name="T13" fmla="*/ 2 h 10"/>
                <a:gd name="T14" fmla="*/ 0 w 10"/>
                <a:gd name="T15" fmla="*/ 4 h 10"/>
                <a:gd name="T16" fmla="*/ 2 w 10"/>
                <a:gd name="T17" fmla="*/ 10 h 10"/>
                <a:gd name="T18" fmla="*/ 6 w 10"/>
                <a:gd name="T19" fmla="*/ 10 h 10"/>
                <a:gd name="T20" fmla="*/ 8 w 10"/>
                <a:gd name="T2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0">
                  <a:moveTo>
                    <a:pt x="8" y="8"/>
                  </a:moveTo>
                  <a:lnTo>
                    <a:pt x="10" y="8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7" name="Freeform 6484">
              <a:extLst>
                <a:ext uri="{FF2B5EF4-FFF2-40B4-BE49-F238E27FC236}">
                  <a16:creationId xmlns:a16="http://schemas.microsoft.com/office/drawing/2014/main" id="{32219C80-2A58-417C-A841-2E39A8ACFFA5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45"/>
              <a:ext cx="21" cy="16"/>
            </a:xfrm>
            <a:custGeom>
              <a:avLst/>
              <a:gdLst>
                <a:gd name="T0" fmla="*/ 11 w 21"/>
                <a:gd name="T1" fmla="*/ 5 h 16"/>
                <a:gd name="T2" fmla="*/ 10 w 21"/>
                <a:gd name="T3" fmla="*/ 5 h 16"/>
                <a:gd name="T4" fmla="*/ 6 w 21"/>
                <a:gd name="T5" fmla="*/ 5 h 16"/>
                <a:gd name="T6" fmla="*/ 4 w 21"/>
                <a:gd name="T7" fmla="*/ 7 h 16"/>
                <a:gd name="T8" fmla="*/ 2 w 21"/>
                <a:gd name="T9" fmla="*/ 9 h 16"/>
                <a:gd name="T10" fmla="*/ 0 w 21"/>
                <a:gd name="T11" fmla="*/ 11 h 16"/>
                <a:gd name="T12" fmla="*/ 2 w 21"/>
                <a:gd name="T13" fmla="*/ 16 h 16"/>
                <a:gd name="T14" fmla="*/ 4 w 21"/>
                <a:gd name="T15" fmla="*/ 15 h 16"/>
                <a:gd name="T16" fmla="*/ 6 w 21"/>
                <a:gd name="T17" fmla="*/ 15 h 16"/>
                <a:gd name="T18" fmla="*/ 8 w 21"/>
                <a:gd name="T19" fmla="*/ 15 h 16"/>
                <a:gd name="T20" fmla="*/ 13 w 21"/>
                <a:gd name="T21" fmla="*/ 11 h 16"/>
                <a:gd name="T22" fmla="*/ 15 w 21"/>
                <a:gd name="T23" fmla="*/ 9 h 16"/>
                <a:gd name="T24" fmla="*/ 17 w 21"/>
                <a:gd name="T25" fmla="*/ 9 h 16"/>
                <a:gd name="T26" fmla="*/ 19 w 21"/>
                <a:gd name="T27" fmla="*/ 7 h 16"/>
                <a:gd name="T28" fmla="*/ 21 w 21"/>
                <a:gd name="T29" fmla="*/ 5 h 16"/>
                <a:gd name="T30" fmla="*/ 21 w 21"/>
                <a:gd name="T31" fmla="*/ 2 h 16"/>
                <a:gd name="T32" fmla="*/ 19 w 21"/>
                <a:gd name="T33" fmla="*/ 0 h 16"/>
                <a:gd name="T34" fmla="*/ 15 w 21"/>
                <a:gd name="T35" fmla="*/ 0 h 16"/>
                <a:gd name="T36" fmla="*/ 15 w 21"/>
                <a:gd name="T37" fmla="*/ 2 h 16"/>
                <a:gd name="T38" fmla="*/ 15 w 21"/>
                <a:gd name="T39" fmla="*/ 2 h 16"/>
                <a:gd name="T40" fmla="*/ 11 w 21"/>
                <a:gd name="T4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6">
                  <a:moveTo>
                    <a:pt x="11" y="5"/>
                  </a:moveTo>
                  <a:lnTo>
                    <a:pt x="10" y="5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8" name="Freeform 6485">
              <a:extLst>
                <a:ext uri="{FF2B5EF4-FFF2-40B4-BE49-F238E27FC236}">
                  <a16:creationId xmlns:a16="http://schemas.microsoft.com/office/drawing/2014/main" id="{35D3B304-DE85-40EB-A1F3-6B6AB429148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8" y="1635"/>
              <a:ext cx="13" cy="10"/>
            </a:xfrm>
            <a:custGeom>
              <a:avLst/>
              <a:gdLst>
                <a:gd name="T0" fmla="*/ 9 w 13"/>
                <a:gd name="T1" fmla="*/ 0 h 10"/>
                <a:gd name="T2" fmla="*/ 8 w 13"/>
                <a:gd name="T3" fmla="*/ 2 h 10"/>
                <a:gd name="T4" fmla="*/ 6 w 13"/>
                <a:gd name="T5" fmla="*/ 2 h 10"/>
                <a:gd name="T6" fmla="*/ 4 w 13"/>
                <a:gd name="T7" fmla="*/ 6 h 10"/>
                <a:gd name="T8" fmla="*/ 0 w 13"/>
                <a:gd name="T9" fmla="*/ 10 h 10"/>
                <a:gd name="T10" fmla="*/ 4 w 13"/>
                <a:gd name="T11" fmla="*/ 8 h 10"/>
                <a:gd name="T12" fmla="*/ 8 w 13"/>
                <a:gd name="T13" fmla="*/ 8 h 10"/>
                <a:gd name="T14" fmla="*/ 9 w 13"/>
                <a:gd name="T15" fmla="*/ 6 h 10"/>
                <a:gd name="T16" fmla="*/ 13 w 13"/>
                <a:gd name="T17" fmla="*/ 6 h 10"/>
                <a:gd name="T18" fmla="*/ 13 w 13"/>
                <a:gd name="T19" fmla="*/ 2 h 10"/>
                <a:gd name="T20" fmla="*/ 11 w 13"/>
                <a:gd name="T21" fmla="*/ 0 h 10"/>
                <a:gd name="T22" fmla="*/ 9 w 13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0">
                  <a:moveTo>
                    <a:pt x="9" y="0"/>
                  </a:moveTo>
                  <a:lnTo>
                    <a:pt x="8" y="2"/>
                  </a:lnTo>
                  <a:lnTo>
                    <a:pt x="6" y="2"/>
                  </a:lnTo>
                  <a:lnTo>
                    <a:pt x="4" y="6"/>
                  </a:lnTo>
                  <a:lnTo>
                    <a:pt x="0" y="10"/>
                  </a:lnTo>
                  <a:lnTo>
                    <a:pt x="4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13" y="6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9" name="Freeform 6486">
              <a:extLst>
                <a:ext uri="{FF2B5EF4-FFF2-40B4-BE49-F238E27FC236}">
                  <a16:creationId xmlns:a16="http://schemas.microsoft.com/office/drawing/2014/main" id="{240FC546-FED7-49DA-B02F-9A6396794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6" y="2090"/>
              <a:ext cx="4" cy="4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2 w 4"/>
                <a:gd name="T5" fmla="*/ 4 h 4"/>
                <a:gd name="T6" fmla="*/ 2 w 4"/>
                <a:gd name="T7" fmla="*/ 4 h 4"/>
                <a:gd name="T8" fmla="*/ 4 w 4"/>
                <a:gd name="T9" fmla="*/ 4 h 4"/>
                <a:gd name="T10" fmla="*/ 4 w 4"/>
                <a:gd name="T11" fmla="*/ 0 h 4"/>
                <a:gd name="T12" fmla="*/ 2 w 4"/>
                <a:gd name="T13" fmla="*/ 0 h 4"/>
                <a:gd name="T14" fmla="*/ 0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0" name="Freeform 6487">
              <a:extLst>
                <a:ext uri="{FF2B5EF4-FFF2-40B4-BE49-F238E27FC236}">
                  <a16:creationId xmlns:a16="http://schemas.microsoft.com/office/drawing/2014/main" id="{7B166605-F6A0-4FCB-ABA0-106BA962D52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" y="1794"/>
              <a:ext cx="4" cy="5"/>
            </a:xfrm>
            <a:custGeom>
              <a:avLst/>
              <a:gdLst>
                <a:gd name="T0" fmla="*/ 2 w 4"/>
                <a:gd name="T1" fmla="*/ 5 h 5"/>
                <a:gd name="T2" fmla="*/ 4 w 4"/>
                <a:gd name="T3" fmla="*/ 5 h 5"/>
                <a:gd name="T4" fmla="*/ 4 w 4"/>
                <a:gd name="T5" fmla="*/ 2 h 5"/>
                <a:gd name="T6" fmla="*/ 2 w 4"/>
                <a:gd name="T7" fmla="*/ 0 h 5"/>
                <a:gd name="T8" fmla="*/ 0 w 4"/>
                <a:gd name="T9" fmla="*/ 4 h 5"/>
                <a:gd name="T10" fmla="*/ 2 w 4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lnTo>
                    <a:pt x="4" y="5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1" name="Freeform 6488">
              <a:extLst>
                <a:ext uri="{FF2B5EF4-FFF2-40B4-BE49-F238E27FC236}">
                  <a16:creationId xmlns:a16="http://schemas.microsoft.com/office/drawing/2014/main" id="{C972BC0C-614C-40CE-A4D8-6C32713176DA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4" y="2154"/>
              <a:ext cx="8" cy="16"/>
            </a:xfrm>
            <a:custGeom>
              <a:avLst/>
              <a:gdLst>
                <a:gd name="T0" fmla="*/ 6 w 8"/>
                <a:gd name="T1" fmla="*/ 16 h 16"/>
                <a:gd name="T2" fmla="*/ 8 w 8"/>
                <a:gd name="T3" fmla="*/ 13 h 16"/>
                <a:gd name="T4" fmla="*/ 8 w 8"/>
                <a:gd name="T5" fmla="*/ 9 h 16"/>
                <a:gd name="T6" fmla="*/ 4 w 8"/>
                <a:gd name="T7" fmla="*/ 11 h 16"/>
                <a:gd name="T8" fmla="*/ 6 w 8"/>
                <a:gd name="T9" fmla="*/ 9 h 16"/>
                <a:gd name="T10" fmla="*/ 4 w 8"/>
                <a:gd name="T11" fmla="*/ 9 h 16"/>
                <a:gd name="T12" fmla="*/ 4 w 8"/>
                <a:gd name="T13" fmla="*/ 7 h 16"/>
                <a:gd name="T14" fmla="*/ 4 w 8"/>
                <a:gd name="T15" fmla="*/ 7 h 16"/>
                <a:gd name="T16" fmla="*/ 4 w 8"/>
                <a:gd name="T17" fmla="*/ 7 h 16"/>
                <a:gd name="T18" fmla="*/ 4 w 8"/>
                <a:gd name="T19" fmla="*/ 3 h 16"/>
                <a:gd name="T20" fmla="*/ 4 w 8"/>
                <a:gd name="T21" fmla="*/ 3 h 16"/>
                <a:gd name="T22" fmla="*/ 4 w 8"/>
                <a:gd name="T23" fmla="*/ 0 h 16"/>
                <a:gd name="T24" fmla="*/ 0 w 8"/>
                <a:gd name="T25" fmla="*/ 3 h 16"/>
                <a:gd name="T26" fmla="*/ 0 w 8"/>
                <a:gd name="T27" fmla="*/ 3 h 16"/>
                <a:gd name="T28" fmla="*/ 0 w 8"/>
                <a:gd name="T29" fmla="*/ 7 h 16"/>
                <a:gd name="T30" fmla="*/ 0 w 8"/>
                <a:gd name="T31" fmla="*/ 9 h 16"/>
                <a:gd name="T32" fmla="*/ 0 w 8"/>
                <a:gd name="T33" fmla="*/ 11 h 16"/>
                <a:gd name="T34" fmla="*/ 2 w 8"/>
                <a:gd name="T35" fmla="*/ 13 h 16"/>
                <a:gd name="T36" fmla="*/ 4 w 8"/>
                <a:gd name="T37" fmla="*/ 13 h 16"/>
                <a:gd name="T38" fmla="*/ 4 w 8"/>
                <a:gd name="T39" fmla="*/ 13 h 16"/>
                <a:gd name="T40" fmla="*/ 6 w 8"/>
                <a:gd name="T4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lnTo>
                    <a:pt x="8" y="13"/>
                  </a:lnTo>
                  <a:lnTo>
                    <a:pt x="8" y="9"/>
                  </a:lnTo>
                  <a:lnTo>
                    <a:pt x="4" y="11"/>
                  </a:lnTo>
                  <a:lnTo>
                    <a:pt x="6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2" name="Freeform 6489">
              <a:extLst>
                <a:ext uri="{FF2B5EF4-FFF2-40B4-BE49-F238E27FC236}">
                  <a16:creationId xmlns:a16="http://schemas.microsoft.com/office/drawing/2014/main" id="{80AE21B3-F424-45F7-83FB-B4ACD981E5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681" y="1145"/>
              <a:ext cx="384" cy="287"/>
            </a:xfrm>
            <a:custGeom>
              <a:avLst/>
              <a:gdLst>
                <a:gd name="T0" fmla="*/ 63 w 206"/>
                <a:gd name="T1" fmla="*/ 26 h 154"/>
                <a:gd name="T2" fmla="*/ 63 w 206"/>
                <a:gd name="T3" fmla="*/ 38 h 154"/>
                <a:gd name="T4" fmla="*/ 63 w 206"/>
                <a:gd name="T5" fmla="*/ 48 h 154"/>
                <a:gd name="T6" fmla="*/ 73 w 206"/>
                <a:gd name="T7" fmla="*/ 56 h 154"/>
                <a:gd name="T8" fmla="*/ 96 w 206"/>
                <a:gd name="T9" fmla="*/ 61 h 154"/>
                <a:gd name="T10" fmla="*/ 108 w 206"/>
                <a:gd name="T11" fmla="*/ 59 h 154"/>
                <a:gd name="T12" fmla="*/ 100 w 206"/>
                <a:gd name="T13" fmla="*/ 64 h 154"/>
                <a:gd name="T14" fmla="*/ 80 w 206"/>
                <a:gd name="T15" fmla="*/ 74 h 154"/>
                <a:gd name="T16" fmla="*/ 70 w 206"/>
                <a:gd name="T17" fmla="*/ 58 h 154"/>
                <a:gd name="T18" fmla="*/ 61 w 206"/>
                <a:gd name="T19" fmla="*/ 74 h 154"/>
                <a:gd name="T20" fmla="*/ 57 w 206"/>
                <a:gd name="T21" fmla="*/ 92 h 154"/>
                <a:gd name="T22" fmla="*/ 35 w 206"/>
                <a:gd name="T23" fmla="*/ 99 h 154"/>
                <a:gd name="T24" fmla="*/ 45 w 206"/>
                <a:gd name="T25" fmla="*/ 108 h 154"/>
                <a:gd name="T26" fmla="*/ 40 w 206"/>
                <a:gd name="T27" fmla="*/ 118 h 154"/>
                <a:gd name="T28" fmla="*/ 28 w 206"/>
                <a:gd name="T29" fmla="*/ 110 h 154"/>
                <a:gd name="T30" fmla="*/ 27 w 206"/>
                <a:gd name="T31" fmla="*/ 124 h 154"/>
                <a:gd name="T32" fmla="*/ 10 w 206"/>
                <a:gd name="T33" fmla="*/ 127 h 154"/>
                <a:gd name="T34" fmla="*/ 1 w 206"/>
                <a:gd name="T35" fmla="*/ 130 h 154"/>
                <a:gd name="T36" fmla="*/ 12 w 206"/>
                <a:gd name="T37" fmla="*/ 140 h 154"/>
                <a:gd name="T38" fmla="*/ 23 w 206"/>
                <a:gd name="T39" fmla="*/ 146 h 154"/>
                <a:gd name="T40" fmla="*/ 33 w 206"/>
                <a:gd name="T41" fmla="*/ 141 h 154"/>
                <a:gd name="T42" fmla="*/ 44 w 206"/>
                <a:gd name="T43" fmla="*/ 144 h 154"/>
                <a:gd name="T44" fmla="*/ 47 w 206"/>
                <a:gd name="T45" fmla="*/ 152 h 154"/>
                <a:gd name="T46" fmla="*/ 60 w 206"/>
                <a:gd name="T47" fmla="*/ 150 h 154"/>
                <a:gd name="T48" fmla="*/ 62 w 206"/>
                <a:gd name="T49" fmla="*/ 139 h 154"/>
                <a:gd name="T50" fmla="*/ 78 w 206"/>
                <a:gd name="T51" fmla="*/ 126 h 154"/>
                <a:gd name="T52" fmla="*/ 88 w 206"/>
                <a:gd name="T53" fmla="*/ 121 h 154"/>
                <a:gd name="T54" fmla="*/ 96 w 206"/>
                <a:gd name="T55" fmla="*/ 116 h 154"/>
                <a:gd name="T56" fmla="*/ 105 w 206"/>
                <a:gd name="T57" fmla="*/ 105 h 154"/>
                <a:gd name="T58" fmla="*/ 102 w 206"/>
                <a:gd name="T59" fmla="*/ 99 h 154"/>
                <a:gd name="T60" fmla="*/ 100 w 206"/>
                <a:gd name="T61" fmla="*/ 93 h 154"/>
                <a:gd name="T62" fmla="*/ 108 w 206"/>
                <a:gd name="T63" fmla="*/ 92 h 154"/>
                <a:gd name="T64" fmla="*/ 120 w 206"/>
                <a:gd name="T65" fmla="*/ 90 h 154"/>
                <a:gd name="T66" fmla="*/ 136 w 206"/>
                <a:gd name="T67" fmla="*/ 82 h 154"/>
                <a:gd name="T68" fmla="*/ 155 w 206"/>
                <a:gd name="T69" fmla="*/ 71 h 154"/>
                <a:gd name="T70" fmla="*/ 179 w 206"/>
                <a:gd name="T71" fmla="*/ 56 h 154"/>
                <a:gd name="T72" fmla="*/ 171 w 206"/>
                <a:gd name="T73" fmla="*/ 52 h 154"/>
                <a:gd name="T74" fmla="*/ 197 w 206"/>
                <a:gd name="T75" fmla="*/ 47 h 154"/>
                <a:gd name="T76" fmla="*/ 198 w 206"/>
                <a:gd name="T77" fmla="*/ 34 h 154"/>
                <a:gd name="T78" fmla="*/ 197 w 206"/>
                <a:gd name="T79" fmla="*/ 22 h 154"/>
                <a:gd name="T80" fmla="*/ 185 w 206"/>
                <a:gd name="T81" fmla="*/ 24 h 154"/>
                <a:gd name="T82" fmla="*/ 183 w 206"/>
                <a:gd name="T83" fmla="*/ 15 h 154"/>
                <a:gd name="T84" fmla="*/ 177 w 206"/>
                <a:gd name="T85" fmla="*/ 8 h 154"/>
                <a:gd name="T86" fmla="*/ 159 w 206"/>
                <a:gd name="T87" fmla="*/ 6 h 154"/>
                <a:gd name="T88" fmla="*/ 145 w 206"/>
                <a:gd name="T89" fmla="*/ 1 h 154"/>
                <a:gd name="T90" fmla="*/ 140 w 206"/>
                <a:gd name="T91" fmla="*/ 3 h 154"/>
                <a:gd name="T92" fmla="*/ 128 w 206"/>
                <a:gd name="T93" fmla="*/ 1 h 154"/>
                <a:gd name="T94" fmla="*/ 125 w 206"/>
                <a:gd name="T95" fmla="*/ 10 h 154"/>
                <a:gd name="T96" fmla="*/ 120 w 206"/>
                <a:gd name="T97" fmla="*/ 15 h 154"/>
                <a:gd name="T98" fmla="*/ 113 w 206"/>
                <a:gd name="T99" fmla="*/ 10 h 154"/>
                <a:gd name="T100" fmla="*/ 105 w 206"/>
                <a:gd name="T101" fmla="*/ 12 h 154"/>
                <a:gd name="T102" fmla="*/ 93 w 206"/>
                <a:gd name="T103" fmla="*/ 11 h 154"/>
                <a:gd name="T104" fmla="*/ 88 w 206"/>
                <a:gd name="T105" fmla="*/ 16 h 154"/>
                <a:gd name="T106" fmla="*/ 76 w 206"/>
                <a:gd name="T107" fmla="*/ 18 h 154"/>
                <a:gd name="T108" fmla="*/ 60 w 206"/>
                <a:gd name="T109" fmla="*/ 20 h 154"/>
                <a:gd name="T110" fmla="*/ 41 w 206"/>
                <a:gd name="T111" fmla="*/ 120 h 154"/>
                <a:gd name="T112" fmla="*/ 48 w 206"/>
                <a:gd name="T113" fmla="*/ 122 h 154"/>
                <a:gd name="T114" fmla="*/ 56 w 206"/>
                <a:gd name="T115" fmla="*/ 128 h 154"/>
                <a:gd name="T116" fmla="*/ 70 w 206"/>
                <a:gd name="T117" fmla="*/ 95 h 154"/>
                <a:gd name="T118" fmla="*/ 115 w 206"/>
                <a:gd name="T119" fmla="*/ 84 h 154"/>
                <a:gd name="T120" fmla="*/ 132 w 206"/>
                <a:gd name="T121" fmla="*/ 81 h 154"/>
                <a:gd name="T122" fmla="*/ 80 w 206"/>
                <a:gd name="T123" fmla="*/ 39 h 154"/>
                <a:gd name="T124" fmla="*/ 74 w 206"/>
                <a:gd name="T125" fmla="*/ 4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154">
                  <a:moveTo>
                    <a:pt x="60" y="23"/>
                  </a:moveTo>
                  <a:cubicBezTo>
                    <a:pt x="60" y="24"/>
                    <a:pt x="60" y="24"/>
                    <a:pt x="60" y="24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7" y="57"/>
                    <a:pt x="107" y="57"/>
                    <a:pt x="107" y="57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68" y="57"/>
                    <a:pt x="68" y="57"/>
                    <a:pt x="68" y="57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1" y="91"/>
                    <a:pt x="51" y="91"/>
                    <a:pt x="51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2" y="111"/>
                    <a:pt x="42" y="111"/>
                    <a:pt x="42" y="111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9" y="120"/>
                    <a:pt x="39" y="120"/>
                    <a:pt x="39" y="120"/>
                  </a:cubicBezTo>
                  <a:cubicBezTo>
                    <a:pt x="39" y="121"/>
                    <a:pt x="39" y="121"/>
                    <a:pt x="39" y="121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19"/>
                    <a:pt x="37" y="119"/>
                    <a:pt x="37" y="119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8" y="147"/>
                    <a:pt x="28" y="147"/>
                    <a:pt x="28" y="147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7" y="146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8" y="149"/>
                    <a:pt x="48" y="149"/>
                    <a:pt x="48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3"/>
                    <a:pt x="43" y="153"/>
                    <a:pt x="44" y="153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3" y="150"/>
                    <a:pt x="63" y="150"/>
                    <a:pt x="63" y="150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5" y="148"/>
                    <a:pt x="65" y="148"/>
                    <a:pt x="65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9" y="131"/>
                    <a:pt x="69" y="131"/>
                    <a:pt x="69" y="131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3" y="131"/>
                    <a:pt x="73" y="131"/>
                    <a:pt x="73" y="131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8" y="126"/>
                    <a:pt x="78" y="126"/>
                    <a:pt x="78" y="126"/>
                  </a:cubicBezTo>
                  <a:cubicBezTo>
                    <a:pt x="78" y="124"/>
                    <a:pt x="78" y="124"/>
                    <a:pt x="78" y="124"/>
                  </a:cubicBezTo>
                  <a:cubicBezTo>
                    <a:pt x="77" y="124"/>
                    <a:pt x="77" y="124"/>
                    <a:pt x="77" y="124"/>
                  </a:cubicBezTo>
                  <a:cubicBezTo>
                    <a:pt x="77" y="123"/>
                    <a:pt x="77" y="123"/>
                    <a:pt x="77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3" y="122"/>
                    <a:pt x="83" y="122"/>
                    <a:pt x="83" y="122"/>
                  </a:cubicBezTo>
                  <a:cubicBezTo>
                    <a:pt x="86" y="122"/>
                    <a:pt x="86" y="122"/>
                    <a:pt x="86" y="122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1" y="118"/>
                    <a:pt x="91" y="118"/>
                    <a:pt x="91" y="118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7" y="116"/>
                    <a:pt x="97" y="116"/>
                    <a:pt x="97" y="116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100"/>
                    <a:pt x="101" y="100"/>
                    <a:pt x="101" y="10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7"/>
                    <a:pt x="109" y="97"/>
                    <a:pt x="109" y="97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4" y="94"/>
                    <a:pt x="104" y="94"/>
                    <a:pt x="104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5" y="92"/>
                    <a:pt x="105" y="92"/>
                    <a:pt x="105" y="92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1" y="91"/>
                    <a:pt x="111" y="91"/>
                    <a:pt x="111" y="91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8" y="91"/>
                    <a:pt x="118" y="91"/>
                    <a:pt x="118" y="91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8"/>
                    <a:pt x="119" y="88"/>
                    <a:pt x="119" y="88"/>
                  </a:cubicBezTo>
                  <a:cubicBezTo>
                    <a:pt x="120" y="90"/>
                    <a:pt x="120" y="90"/>
                    <a:pt x="120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5" y="85"/>
                    <a:pt x="135" y="85"/>
                    <a:pt x="135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8" y="82"/>
                    <a:pt x="138" y="82"/>
                    <a:pt x="138" y="82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4" y="78"/>
                    <a:pt x="144" y="78"/>
                    <a:pt x="144" y="78"/>
                  </a:cubicBezTo>
                  <a:cubicBezTo>
                    <a:pt x="145" y="77"/>
                    <a:pt x="145" y="77"/>
                    <a:pt x="145" y="77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60" y="68"/>
                    <a:pt x="160" y="68"/>
                    <a:pt x="160" y="68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8" y="65"/>
                    <a:pt x="168" y="65"/>
                    <a:pt x="168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78" y="59"/>
                    <a:pt x="178" y="59"/>
                    <a:pt x="178" y="59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5" y="58"/>
                    <a:pt x="165" y="58"/>
                    <a:pt x="165" y="58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3"/>
                    <a:pt x="182" y="53"/>
                    <a:pt x="182" y="53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6" y="53"/>
                    <a:pt x="186" y="53"/>
                    <a:pt x="186" y="53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9" y="51"/>
                    <a:pt x="189" y="51"/>
                    <a:pt x="189" y="51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7" y="46"/>
                    <a:pt x="197" y="46"/>
                    <a:pt x="197" y="46"/>
                  </a:cubicBezTo>
                  <a:cubicBezTo>
                    <a:pt x="198" y="46"/>
                    <a:pt x="198" y="46"/>
                    <a:pt x="198" y="46"/>
                  </a:cubicBezTo>
                  <a:cubicBezTo>
                    <a:pt x="199" y="47"/>
                    <a:pt x="199" y="47"/>
                    <a:pt x="199" y="47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4" y="33"/>
                    <a:pt x="204" y="33"/>
                    <a:pt x="204" y="33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1" y="31"/>
                    <a:pt x="201" y="31"/>
                    <a:pt x="201" y="31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200" y="31"/>
                    <a:pt x="200" y="31"/>
                    <a:pt x="200" y="31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3" y="23"/>
                    <a:pt x="183" y="23"/>
                    <a:pt x="183" y="23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2" y="17"/>
                    <a:pt x="192" y="17"/>
                    <a:pt x="192" y="17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7" y="15"/>
                    <a:pt x="187" y="15"/>
                    <a:pt x="187" y="15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3" y="15"/>
                    <a:pt x="183" y="15"/>
                    <a:pt x="183" y="15"/>
                  </a:cubicBezTo>
                  <a:cubicBezTo>
                    <a:pt x="183" y="14"/>
                    <a:pt x="183" y="14"/>
                    <a:pt x="183" y="14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7" y="8"/>
                    <a:pt x="177" y="8"/>
                    <a:pt x="177" y="8"/>
                  </a:cubicBezTo>
                  <a:cubicBezTo>
                    <a:pt x="175" y="7"/>
                    <a:pt x="175" y="7"/>
                    <a:pt x="175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6"/>
                    <a:pt x="167" y="6"/>
                    <a:pt x="167" y="6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4" y="5"/>
                    <a:pt x="164" y="5"/>
                    <a:pt x="164" y="5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59" y="9"/>
                    <a:pt x="159" y="9"/>
                    <a:pt x="159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4"/>
                    <a:pt x="158" y="4"/>
                    <a:pt x="158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7" y="4"/>
                    <a:pt x="157" y="4"/>
                    <a:pt x="157" y="4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30" y="11"/>
                    <a:pt x="130" y="11"/>
                    <a:pt x="130" y="11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9"/>
                    <a:pt x="113" y="9"/>
                    <a:pt x="113" y="9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10"/>
                    <a:pt x="112" y="10"/>
                    <a:pt x="112" y="10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8"/>
                    <a:pt x="86" y="18"/>
                    <a:pt x="86" y="18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3"/>
                    <a:pt x="60" y="23"/>
                    <a:pt x="60" y="23"/>
                  </a:cubicBezTo>
                  <a:close/>
                  <a:moveTo>
                    <a:pt x="66" y="30"/>
                  </a:moveTo>
                  <a:cubicBezTo>
                    <a:pt x="65" y="30"/>
                    <a:pt x="65" y="30"/>
                    <a:pt x="65" y="30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lnTo>
                    <a:pt x="66" y="30"/>
                  </a:lnTo>
                  <a:close/>
                  <a:moveTo>
                    <a:pt x="5" y="135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5" y="135"/>
                    <a:pt x="5" y="135"/>
                    <a:pt x="5" y="135"/>
                  </a:cubicBezTo>
                  <a:close/>
                  <a:moveTo>
                    <a:pt x="41" y="119"/>
                  </a:moveTo>
                  <a:cubicBezTo>
                    <a:pt x="42" y="119"/>
                    <a:pt x="42" y="119"/>
                    <a:pt x="42" y="119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41" y="119"/>
                  </a:lnTo>
                  <a:close/>
                  <a:moveTo>
                    <a:pt x="46" y="123"/>
                  </a:moveTo>
                  <a:cubicBezTo>
                    <a:pt x="45" y="123"/>
                    <a:pt x="45" y="123"/>
                    <a:pt x="45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8" y="122"/>
                    <a:pt x="48" y="122"/>
                    <a:pt x="48" y="122"/>
                  </a:cubicBezTo>
                  <a:lnTo>
                    <a:pt x="46" y="123"/>
                  </a:lnTo>
                  <a:close/>
                  <a:moveTo>
                    <a:pt x="54" y="130"/>
                  </a:moveTo>
                  <a:cubicBezTo>
                    <a:pt x="53" y="130"/>
                    <a:pt x="53" y="130"/>
                    <a:pt x="53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30"/>
                    <a:pt x="54" y="130"/>
                  </a:cubicBezTo>
                  <a:close/>
                  <a:moveTo>
                    <a:pt x="56" y="129"/>
                  </a:moveTo>
                  <a:cubicBezTo>
                    <a:pt x="55" y="129"/>
                    <a:pt x="55" y="129"/>
                    <a:pt x="55" y="129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7" y="130"/>
                    <a:pt x="57" y="130"/>
                    <a:pt x="57" y="130"/>
                  </a:cubicBezTo>
                  <a:lnTo>
                    <a:pt x="56" y="129"/>
                  </a:lnTo>
                  <a:close/>
                  <a:moveTo>
                    <a:pt x="63" y="95"/>
                  </a:move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65" y="95"/>
                    <a:pt x="65" y="95"/>
                    <a:pt x="65" y="95"/>
                  </a:cubicBezTo>
                  <a:lnTo>
                    <a:pt x="63" y="95"/>
                  </a:lnTo>
                  <a:close/>
                  <a:moveTo>
                    <a:pt x="70" y="95"/>
                  </a:move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70" y="94"/>
                    <a:pt x="70" y="94"/>
                    <a:pt x="70" y="94"/>
                  </a:cubicBezTo>
                  <a:lnTo>
                    <a:pt x="70" y="95"/>
                  </a:lnTo>
                  <a:close/>
                  <a:moveTo>
                    <a:pt x="103" y="88"/>
                  </a:moveTo>
                  <a:cubicBezTo>
                    <a:pt x="101" y="88"/>
                    <a:pt x="101" y="88"/>
                    <a:pt x="101" y="88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89"/>
                    <a:pt x="104" y="89"/>
                    <a:pt x="104" y="89"/>
                  </a:cubicBezTo>
                  <a:lnTo>
                    <a:pt x="103" y="88"/>
                  </a:lnTo>
                  <a:close/>
                  <a:moveTo>
                    <a:pt x="116" y="85"/>
                  </a:moveTo>
                  <a:cubicBezTo>
                    <a:pt x="115" y="84"/>
                    <a:pt x="115" y="84"/>
                    <a:pt x="115" y="84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5"/>
                    <a:pt x="116" y="85"/>
                    <a:pt x="116" y="85"/>
                  </a:cubicBezTo>
                  <a:close/>
                  <a:moveTo>
                    <a:pt x="151" y="58"/>
                  </a:moveTo>
                  <a:cubicBezTo>
                    <a:pt x="152" y="58"/>
                    <a:pt x="152" y="58"/>
                    <a:pt x="152" y="58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1" y="59"/>
                    <a:pt x="151" y="59"/>
                    <a:pt x="151" y="59"/>
                  </a:cubicBezTo>
                  <a:lnTo>
                    <a:pt x="151" y="58"/>
                  </a:lnTo>
                  <a:close/>
                  <a:moveTo>
                    <a:pt x="132" y="81"/>
                  </a:moveTo>
                  <a:cubicBezTo>
                    <a:pt x="133" y="81"/>
                    <a:pt x="133" y="81"/>
                    <a:pt x="133" y="81"/>
                  </a:cubicBezTo>
                  <a:cubicBezTo>
                    <a:pt x="131" y="81"/>
                    <a:pt x="131" y="81"/>
                    <a:pt x="131" y="81"/>
                  </a:cubicBezTo>
                  <a:lnTo>
                    <a:pt x="132" y="81"/>
                  </a:lnTo>
                  <a:close/>
                  <a:moveTo>
                    <a:pt x="94" y="20"/>
                  </a:moveTo>
                  <a:cubicBezTo>
                    <a:pt x="95" y="20"/>
                    <a:pt x="95" y="20"/>
                    <a:pt x="95" y="20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19"/>
                    <a:pt x="94" y="19"/>
                    <a:pt x="94" y="19"/>
                  </a:cubicBezTo>
                  <a:lnTo>
                    <a:pt x="94" y="20"/>
                  </a:lnTo>
                  <a:close/>
                  <a:moveTo>
                    <a:pt x="80" y="39"/>
                  </a:moveTo>
                  <a:cubicBezTo>
                    <a:pt x="81" y="39"/>
                    <a:pt x="81" y="39"/>
                    <a:pt x="81" y="3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lnTo>
                    <a:pt x="80" y="39"/>
                  </a:lnTo>
                  <a:close/>
                  <a:moveTo>
                    <a:pt x="76" y="44"/>
                  </a:moveTo>
                  <a:cubicBezTo>
                    <a:pt x="77" y="43"/>
                    <a:pt x="77" y="43"/>
                    <a:pt x="77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5" y="45"/>
                    <a:pt x="75" y="45"/>
                    <a:pt x="75" y="45"/>
                  </a:cubicBezTo>
                  <a:lnTo>
                    <a:pt x="76" y="44"/>
                  </a:lnTo>
                  <a:close/>
                  <a:moveTo>
                    <a:pt x="73" y="41"/>
                  </a:moveTo>
                  <a:cubicBezTo>
                    <a:pt x="74" y="40"/>
                    <a:pt x="74" y="40"/>
                    <a:pt x="74" y="40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lose/>
                  <a:moveTo>
                    <a:pt x="69" y="28"/>
                  </a:move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8" y="28"/>
                    <a:pt x="68" y="28"/>
                    <a:pt x="68" y="28"/>
                  </a:cubicBezTo>
                  <a:lnTo>
                    <a:pt x="69" y="2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3" name="Freeform 6490">
              <a:extLst>
                <a:ext uri="{FF2B5EF4-FFF2-40B4-BE49-F238E27FC236}">
                  <a16:creationId xmlns:a16="http://schemas.microsoft.com/office/drawing/2014/main" id="{AADB2C46-F6D5-4F7E-9CC1-EF3ED5BEA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2" y="1919"/>
              <a:ext cx="4" cy="7"/>
            </a:xfrm>
            <a:custGeom>
              <a:avLst/>
              <a:gdLst>
                <a:gd name="T0" fmla="*/ 4 w 4"/>
                <a:gd name="T1" fmla="*/ 0 h 7"/>
                <a:gd name="T2" fmla="*/ 0 w 4"/>
                <a:gd name="T3" fmla="*/ 2 h 7"/>
                <a:gd name="T4" fmla="*/ 2 w 4"/>
                <a:gd name="T5" fmla="*/ 7 h 7"/>
                <a:gd name="T6" fmla="*/ 4 w 4"/>
                <a:gd name="T7" fmla="*/ 5 h 7"/>
                <a:gd name="T8" fmla="*/ 4 w 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lnTo>
                    <a:pt x="0" y="2"/>
                  </a:lnTo>
                  <a:lnTo>
                    <a:pt x="2" y="7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4" name="Freeform 6491">
              <a:extLst>
                <a:ext uri="{FF2B5EF4-FFF2-40B4-BE49-F238E27FC236}">
                  <a16:creationId xmlns:a16="http://schemas.microsoft.com/office/drawing/2014/main" id="{C4A57A15-A8A4-48C4-9FEB-4D1D45CDB57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5" y="1794"/>
              <a:ext cx="15" cy="11"/>
            </a:xfrm>
            <a:custGeom>
              <a:avLst/>
              <a:gdLst>
                <a:gd name="T0" fmla="*/ 4 w 15"/>
                <a:gd name="T1" fmla="*/ 5 h 11"/>
                <a:gd name="T2" fmla="*/ 4 w 15"/>
                <a:gd name="T3" fmla="*/ 5 h 11"/>
                <a:gd name="T4" fmla="*/ 4 w 15"/>
                <a:gd name="T5" fmla="*/ 7 h 11"/>
                <a:gd name="T6" fmla="*/ 6 w 15"/>
                <a:gd name="T7" fmla="*/ 7 h 11"/>
                <a:gd name="T8" fmla="*/ 6 w 15"/>
                <a:gd name="T9" fmla="*/ 9 h 11"/>
                <a:gd name="T10" fmla="*/ 8 w 15"/>
                <a:gd name="T11" fmla="*/ 11 h 11"/>
                <a:gd name="T12" fmla="*/ 10 w 15"/>
                <a:gd name="T13" fmla="*/ 11 h 11"/>
                <a:gd name="T14" fmla="*/ 10 w 15"/>
                <a:gd name="T15" fmla="*/ 11 h 11"/>
                <a:gd name="T16" fmla="*/ 13 w 15"/>
                <a:gd name="T17" fmla="*/ 11 h 11"/>
                <a:gd name="T18" fmla="*/ 13 w 15"/>
                <a:gd name="T19" fmla="*/ 9 h 11"/>
                <a:gd name="T20" fmla="*/ 13 w 15"/>
                <a:gd name="T21" fmla="*/ 9 h 11"/>
                <a:gd name="T22" fmla="*/ 15 w 15"/>
                <a:gd name="T23" fmla="*/ 7 h 11"/>
                <a:gd name="T24" fmla="*/ 13 w 15"/>
                <a:gd name="T25" fmla="*/ 7 h 11"/>
                <a:gd name="T26" fmla="*/ 13 w 15"/>
                <a:gd name="T27" fmla="*/ 7 h 11"/>
                <a:gd name="T28" fmla="*/ 13 w 15"/>
                <a:gd name="T29" fmla="*/ 5 h 11"/>
                <a:gd name="T30" fmla="*/ 12 w 15"/>
                <a:gd name="T31" fmla="*/ 2 h 11"/>
                <a:gd name="T32" fmla="*/ 10 w 15"/>
                <a:gd name="T33" fmla="*/ 2 h 11"/>
                <a:gd name="T34" fmla="*/ 8 w 15"/>
                <a:gd name="T35" fmla="*/ 0 h 11"/>
                <a:gd name="T36" fmla="*/ 6 w 15"/>
                <a:gd name="T37" fmla="*/ 0 h 11"/>
                <a:gd name="T38" fmla="*/ 6 w 15"/>
                <a:gd name="T39" fmla="*/ 0 h 11"/>
                <a:gd name="T40" fmla="*/ 2 w 15"/>
                <a:gd name="T41" fmla="*/ 0 h 11"/>
                <a:gd name="T42" fmla="*/ 0 w 15"/>
                <a:gd name="T43" fmla="*/ 2 h 11"/>
                <a:gd name="T44" fmla="*/ 2 w 15"/>
                <a:gd name="T45" fmla="*/ 5 h 11"/>
                <a:gd name="T46" fmla="*/ 4 w 15"/>
                <a:gd name="T4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" h="11">
                  <a:moveTo>
                    <a:pt x="4" y="5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5" name="Freeform 6492">
              <a:extLst>
                <a:ext uri="{FF2B5EF4-FFF2-40B4-BE49-F238E27FC236}">
                  <a16:creationId xmlns:a16="http://schemas.microsoft.com/office/drawing/2014/main" id="{3CC84C62-8B40-48B9-99FA-095CACA85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0" y="1796"/>
              <a:ext cx="15" cy="15"/>
            </a:xfrm>
            <a:custGeom>
              <a:avLst/>
              <a:gdLst>
                <a:gd name="T0" fmla="*/ 15 w 15"/>
                <a:gd name="T1" fmla="*/ 5 h 15"/>
                <a:gd name="T2" fmla="*/ 14 w 15"/>
                <a:gd name="T3" fmla="*/ 3 h 15"/>
                <a:gd name="T4" fmla="*/ 10 w 15"/>
                <a:gd name="T5" fmla="*/ 3 h 15"/>
                <a:gd name="T6" fmla="*/ 6 w 15"/>
                <a:gd name="T7" fmla="*/ 0 h 15"/>
                <a:gd name="T8" fmla="*/ 6 w 15"/>
                <a:gd name="T9" fmla="*/ 2 h 15"/>
                <a:gd name="T10" fmla="*/ 4 w 15"/>
                <a:gd name="T11" fmla="*/ 2 h 15"/>
                <a:gd name="T12" fmla="*/ 2 w 15"/>
                <a:gd name="T13" fmla="*/ 0 h 15"/>
                <a:gd name="T14" fmla="*/ 0 w 15"/>
                <a:gd name="T15" fmla="*/ 3 h 15"/>
                <a:gd name="T16" fmla="*/ 0 w 15"/>
                <a:gd name="T17" fmla="*/ 7 h 15"/>
                <a:gd name="T18" fmla="*/ 4 w 15"/>
                <a:gd name="T19" fmla="*/ 7 h 15"/>
                <a:gd name="T20" fmla="*/ 4 w 15"/>
                <a:gd name="T21" fmla="*/ 11 h 15"/>
                <a:gd name="T22" fmla="*/ 6 w 15"/>
                <a:gd name="T23" fmla="*/ 11 h 15"/>
                <a:gd name="T24" fmla="*/ 6 w 15"/>
                <a:gd name="T25" fmla="*/ 13 h 15"/>
                <a:gd name="T26" fmla="*/ 8 w 15"/>
                <a:gd name="T27" fmla="*/ 15 h 15"/>
                <a:gd name="T28" fmla="*/ 10 w 15"/>
                <a:gd name="T29" fmla="*/ 15 h 15"/>
                <a:gd name="T30" fmla="*/ 12 w 15"/>
                <a:gd name="T31" fmla="*/ 13 h 15"/>
                <a:gd name="T32" fmla="*/ 14 w 15"/>
                <a:gd name="T33" fmla="*/ 13 h 15"/>
                <a:gd name="T34" fmla="*/ 15 w 15"/>
                <a:gd name="T35" fmla="*/ 13 h 15"/>
                <a:gd name="T36" fmla="*/ 15 w 15"/>
                <a:gd name="T37" fmla="*/ 11 h 15"/>
                <a:gd name="T38" fmla="*/ 15 w 15"/>
                <a:gd name="T39" fmla="*/ 9 h 15"/>
                <a:gd name="T40" fmla="*/ 15 w 15"/>
                <a:gd name="T4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15">
                  <a:moveTo>
                    <a:pt x="15" y="5"/>
                  </a:moveTo>
                  <a:lnTo>
                    <a:pt x="14" y="3"/>
                  </a:lnTo>
                  <a:lnTo>
                    <a:pt x="10" y="3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6" name="Freeform 6493">
              <a:extLst>
                <a:ext uri="{FF2B5EF4-FFF2-40B4-BE49-F238E27FC236}">
                  <a16:creationId xmlns:a16="http://schemas.microsoft.com/office/drawing/2014/main" id="{A7D13110-3E09-4AB1-B733-1C16FE5188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1606"/>
              <a:ext cx="7" cy="5"/>
            </a:xfrm>
            <a:custGeom>
              <a:avLst/>
              <a:gdLst>
                <a:gd name="T0" fmla="*/ 2 w 7"/>
                <a:gd name="T1" fmla="*/ 0 h 5"/>
                <a:gd name="T2" fmla="*/ 0 w 7"/>
                <a:gd name="T3" fmla="*/ 1 h 5"/>
                <a:gd name="T4" fmla="*/ 2 w 7"/>
                <a:gd name="T5" fmla="*/ 5 h 5"/>
                <a:gd name="T6" fmla="*/ 3 w 7"/>
                <a:gd name="T7" fmla="*/ 5 h 5"/>
                <a:gd name="T8" fmla="*/ 5 w 7"/>
                <a:gd name="T9" fmla="*/ 5 h 5"/>
                <a:gd name="T10" fmla="*/ 7 w 7"/>
                <a:gd name="T11" fmla="*/ 1 h 5"/>
                <a:gd name="T12" fmla="*/ 5 w 7"/>
                <a:gd name="T13" fmla="*/ 0 h 5"/>
                <a:gd name="T14" fmla="*/ 2 w 7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lnTo>
                    <a:pt x="0" y="1"/>
                  </a:lnTo>
                  <a:lnTo>
                    <a:pt x="2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7" y="1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7" name="Freeform 6494">
              <a:extLst>
                <a:ext uri="{FF2B5EF4-FFF2-40B4-BE49-F238E27FC236}">
                  <a16:creationId xmlns:a16="http://schemas.microsoft.com/office/drawing/2014/main" id="{4832B574-F6F2-4486-9D03-267CBA8B50B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7" y="1606"/>
              <a:ext cx="15" cy="13"/>
            </a:xfrm>
            <a:custGeom>
              <a:avLst/>
              <a:gdLst>
                <a:gd name="T0" fmla="*/ 7 w 8"/>
                <a:gd name="T1" fmla="*/ 5 h 7"/>
                <a:gd name="T2" fmla="*/ 8 w 8"/>
                <a:gd name="T3" fmla="*/ 4 h 7"/>
                <a:gd name="T4" fmla="*/ 8 w 8"/>
                <a:gd name="T5" fmla="*/ 2 h 7"/>
                <a:gd name="T6" fmla="*/ 6 w 8"/>
                <a:gd name="T7" fmla="*/ 2 h 7"/>
                <a:gd name="T8" fmla="*/ 5 w 8"/>
                <a:gd name="T9" fmla="*/ 0 h 7"/>
                <a:gd name="T10" fmla="*/ 3 w 8"/>
                <a:gd name="T11" fmla="*/ 0 h 7"/>
                <a:gd name="T12" fmla="*/ 3 w 8"/>
                <a:gd name="T13" fmla="*/ 1 h 7"/>
                <a:gd name="T14" fmla="*/ 0 w 8"/>
                <a:gd name="T15" fmla="*/ 1 h 7"/>
                <a:gd name="T16" fmla="*/ 2 w 8"/>
                <a:gd name="T17" fmla="*/ 3 h 7"/>
                <a:gd name="T18" fmla="*/ 2 w 8"/>
                <a:gd name="T19" fmla="*/ 4 h 7"/>
                <a:gd name="T20" fmla="*/ 4 w 8"/>
                <a:gd name="T21" fmla="*/ 4 h 7"/>
                <a:gd name="T22" fmla="*/ 4 w 8"/>
                <a:gd name="T23" fmla="*/ 4 h 7"/>
                <a:gd name="T24" fmla="*/ 4 w 8"/>
                <a:gd name="T25" fmla="*/ 4 h 7"/>
                <a:gd name="T26" fmla="*/ 5 w 8"/>
                <a:gd name="T27" fmla="*/ 5 h 7"/>
                <a:gd name="T28" fmla="*/ 7 w 8"/>
                <a:gd name="T29" fmla="*/ 7 h 7"/>
                <a:gd name="T30" fmla="*/ 7 w 8"/>
                <a:gd name="T31" fmla="*/ 5 h 7"/>
                <a:gd name="T32" fmla="*/ 7 w 8"/>
                <a:gd name="T3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8" name="Freeform 6495">
              <a:extLst>
                <a:ext uri="{FF2B5EF4-FFF2-40B4-BE49-F238E27FC236}">
                  <a16:creationId xmlns:a16="http://schemas.microsoft.com/office/drawing/2014/main" id="{6094FDFF-79D7-4710-8746-FB7F03E8AF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62" y="1589"/>
              <a:ext cx="56" cy="50"/>
            </a:xfrm>
            <a:custGeom>
              <a:avLst/>
              <a:gdLst>
                <a:gd name="T0" fmla="*/ 28 w 30"/>
                <a:gd name="T1" fmla="*/ 14 h 27"/>
                <a:gd name="T2" fmla="*/ 30 w 30"/>
                <a:gd name="T3" fmla="*/ 10 h 27"/>
                <a:gd name="T4" fmla="*/ 26 w 30"/>
                <a:gd name="T5" fmla="*/ 10 h 27"/>
                <a:gd name="T6" fmla="*/ 24 w 30"/>
                <a:gd name="T7" fmla="*/ 9 h 27"/>
                <a:gd name="T8" fmla="*/ 21 w 30"/>
                <a:gd name="T9" fmla="*/ 8 h 27"/>
                <a:gd name="T10" fmla="*/ 20 w 30"/>
                <a:gd name="T11" fmla="*/ 6 h 27"/>
                <a:gd name="T12" fmla="*/ 20 w 30"/>
                <a:gd name="T13" fmla="*/ 4 h 27"/>
                <a:gd name="T14" fmla="*/ 20 w 30"/>
                <a:gd name="T15" fmla="*/ 0 h 27"/>
                <a:gd name="T16" fmla="*/ 14 w 30"/>
                <a:gd name="T17" fmla="*/ 3 h 27"/>
                <a:gd name="T18" fmla="*/ 13 w 30"/>
                <a:gd name="T19" fmla="*/ 6 h 27"/>
                <a:gd name="T20" fmla="*/ 11 w 30"/>
                <a:gd name="T21" fmla="*/ 7 h 27"/>
                <a:gd name="T22" fmla="*/ 11 w 30"/>
                <a:gd name="T23" fmla="*/ 9 h 27"/>
                <a:gd name="T24" fmla="*/ 9 w 30"/>
                <a:gd name="T25" fmla="*/ 10 h 27"/>
                <a:gd name="T26" fmla="*/ 6 w 30"/>
                <a:gd name="T27" fmla="*/ 11 h 27"/>
                <a:gd name="T28" fmla="*/ 4 w 30"/>
                <a:gd name="T29" fmla="*/ 11 h 27"/>
                <a:gd name="T30" fmla="*/ 1 w 30"/>
                <a:gd name="T31" fmla="*/ 15 h 27"/>
                <a:gd name="T32" fmla="*/ 5 w 30"/>
                <a:gd name="T33" fmla="*/ 17 h 27"/>
                <a:gd name="T34" fmla="*/ 7 w 30"/>
                <a:gd name="T35" fmla="*/ 20 h 27"/>
                <a:gd name="T36" fmla="*/ 9 w 30"/>
                <a:gd name="T37" fmla="*/ 22 h 27"/>
                <a:gd name="T38" fmla="*/ 11 w 30"/>
                <a:gd name="T39" fmla="*/ 24 h 27"/>
                <a:gd name="T40" fmla="*/ 13 w 30"/>
                <a:gd name="T41" fmla="*/ 25 h 27"/>
                <a:gd name="T42" fmla="*/ 17 w 30"/>
                <a:gd name="T43" fmla="*/ 26 h 27"/>
                <a:gd name="T44" fmla="*/ 20 w 30"/>
                <a:gd name="T45" fmla="*/ 25 h 27"/>
                <a:gd name="T46" fmla="*/ 22 w 30"/>
                <a:gd name="T47" fmla="*/ 24 h 27"/>
                <a:gd name="T48" fmla="*/ 24 w 30"/>
                <a:gd name="T49" fmla="*/ 24 h 27"/>
                <a:gd name="T50" fmla="*/ 27 w 30"/>
                <a:gd name="T51" fmla="*/ 20 h 27"/>
                <a:gd name="T52" fmla="*/ 24 w 30"/>
                <a:gd name="T53" fmla="*/ 20 h 27"/>
                <a:gd name="T54" fmla="*/ 26 w 30"/>
                <a:gd name="T55" fmla="*/ 15 h 27"/>
                <a:gd name="T56" fmla="*/ 24 w 30"/>
                <a:gd name="T57" fmla="*/ 14 h 27"/>
                <a:gd name="T58" fmla="*/ 25 w 30"/>
                <a:gd name="T59" fmla="*/ 12 h 27"/>
                <a:gd name="T60" fmla="*/ 25 w 30"/>
                <a:gd name="T61" fmla="*/ 13 h 27"/>
                <a:gd name="T62" fmla="*/ 26 w 30"/>
                <a:gd name="T63" fmla="*/ 14 h 27"/>
                <a:gd name="T64" fmla="*/ 24 w 30"/>
                <a:gd name="T65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" h="27">
                  <a:moveTo>
                    <a:pt x="26" y="15"/>
                  </a:moveTo>
                  <a:cubicBezTo>
                    <a:pt x="28" y="14"/>
                    <a:pt x="28" y="14"/>
                    <a:pt x="28" y="14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6" y="18"/>
                    <a:pt x="26" y="18"/>
                    <a:pt x="26" y="18"/>
                  </a:cubicBezTo>
                  <a:lnTo>
                    <a:pt x="26" y="15"/>
                  </a:lnTo>
                  <a:close/>
                  <a:moveTo>
                    <a:pt x="24" y="16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4"/>
                    <a:pt x="25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5"/>
                    <a:pt x="26" y="15"/>
                    <a:pt x="26" y="15"/>
                  </a:cubicBezTo>
                  <a:lnTo>
                    <a:pt x="24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9" name="Freeform 6496">
              <a:extLst>
                <a:ext uri="{FF2B5EF4-FFF2-40B4-BE49-F238E27FC236}">
                  <a16:creationId xmlns:a16="http://schemas.microsoft.com/office/drawing/2014/main" id="{B197E285-9809-4863-9CFD-C38B8FD795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79" y="1436"/>
              <a:ext cx="186" cy="177"/>
            </a:xfrm>
            <a:custGeom>
              <a:avLst/>
              <a:gdLst>
                <a:gd name="T0" fmla="*/ 181 w 186"/>
                <a:gd name="T1" fmla="*/ 134 h 177"/>
                <a:gd name="T2" fmla="*/ 172 w 186"/>
                <a:gd name="T3" fmla="*/ 112 h 177"/>
                <a:gd name="T4" fmla="*/ 160 w 186"/>
                <a:gd name="T5" fmla="*/ 99 h 177"/>
                <a:gd name="T6" fmla="*/ 172 w 186"/>
                <a:gd name="T7" fmla="*/ 87 h 177"/>
                <a:gd name="T8" fmla="*/ 175 w 186"/>
                <a:gd name="T9" fmla="*/ 63 h 177"/>
                <a:gd name="T10" fmla="*/ 183 w 186"/>
                <a:gd name="T11" fmla="*/ 46 h 177"/>
                <a:gd name="T12" fmla="*/ 177 w 186"/>
                <a:gd name="T13" fmla="*/ 24 h 177"/>
                <a:gd name="T14" fmla="*/ 160 w 186"/>
                <a:gd name="T15" fmla="*/ 18 h 177"/>
                <a:gd name="T16" fmla="*/ 151 w 186"/>
                <a:gd name="T17" fmla="*/ 41 h 177"/>
                <a:gd name="T18" fmla="*/ 144 w 186"/>
                <a:gd name="T19" fmla="*/ 60 h 177"/>
                <a:gd name="T20" fmla="*/ 140 w 186"/>
                <a:gd name="T21" fmla="*/ 74 h 177"/>
                <a:gd name="T22" fmla="*/ 132 w 186"/>
                <a:gd name="T23" fmla="*/ 80 h 177"/>
                <a:gd name="T24" fmla="*/ 136 w 186"/>
                <a:gd name="T25" fmla="*/ 60 h 177"/>
                <a:gd name="T26" fmla="*/ 142 w 186"/>
                <a:gd name="T27" fmla="*/ 37 h 177"/>
                <a:gd name="T28" fmla="*/ 129 w 186"/>
                <a:gd name="T29" fmla="*/ 30 h 177"/>
                <a:gd name="T30" fmla="*/ 127 w 186"/>
                <a:gd name="T31" fmla="*/ 45 h 177"/>
                <a:gd name="T32" fmla="*/ 114 w 186"/>
                <a:gd name="T33" fmla="*/ 39 h 177"/>
                <a:gd name="T34" fmla="*/ 108 w 186"/>
                <a:gd name="T35" fmla="*/ 41 h 177"/>
                <a:gd name="T36" fmla="*/ 119 w 186"/>
                <a:gd name="T37" fmla="*/ 28 h 177"/>
                <a:gd name="T38" fmla="*/ 99 w 186"/>
                <a:gd name="T39" fmla="*/ 18 h 177"/>
                <a:gd name="T40" fmla="*/ 88 w 186"/>
                <a:gd name="T41" fmla="*/ 24 h 177"/>
                <a:gd name="T42" fmla="*/ 99 w 186"/>
                <a:gd name="T43" fmla="*/ 9 h 177"/>
                <a:gd name="T44" fmla="*/ 71 w 186"/>
                <a:gd name="T45" fmla="*/ 5 h 177"/>
                <a:gd name="T46" fmla="*/ 36 w 186"/>
                <a:gd name="T47" fmla="*/ 28 h 177"/>
                <a:gd name="T48" fmla="*/ 15 w 186"/>
                <a:gd name="T49" fmla="*/ 46 h 177"/>
                <a:gd name="T50" fmla="*/ 25 w 186"/>
                <a:gd name="T51" fmla="*/ 58 h 177"/>
                <a:gd name="T52" fmla="*/ 39 w 186"/>
                <a:gd name="T53" fmla="*/ 56 h 177"/>
                <a:gd name="T54" fmla="*/ 30 w 186"/>
                <a:gd name="T55" fmla="*/ 61 h 177"/>
                <a:gd name="T56" fmla="*/ 11 w 186"/>
                <a:gd name="T57" fmla="*/ 74 h 177"/>
                <a:gd name="T58" fmla="*/ 17 w 186"/>
                <a:gd name="T59" fmla="*/ 84 h 177"/>
                <a:gd name="T60" fmla="*/ 30 w 186"/>
                <a:gd name="T61" fmla="*/ 87 h 177"/>
                <a:gd name="T62" fmla="*/ 45 w 186"/>
                <a:gd name="T63" fmla="*/ 89 h 177"/>
                <a:gd name="T64" fmla="*/ 58 w 186"/>
                <a:gd name="T65" fmla="*/ 95 h 177"/>
                <a:gd name="T66" fmla="*/ 69 w 186"/>
                <a:gd name="T67" fmla="*/ 106 h 177"/>
                <a:gd name="T68" fmla="*/ 58 w 186"/>
                <a:gd name="T69" fmla="*/ 108 h 177"/>
                <a:gd name="T70" fmla="*/ 45 w 186"/>
                <a:gd name="T71" fmla="*/ 102 h 177"/>
                <a:gd name="T72" fmla="*/ 25 w 186"/>
                <a:gd name="T73" fmla="*/ 97 h 177"/>
                <a:gd name="T74" fmla="*/ 2 w 186"/>
                <a:gd name="T75" fmla="*/ 114 h 177"/>
                <a:gd name="T76" fmla="*/ 11 w 186"/>
                <a:gd name="T77" fmla="*/ 130 h 177"/>
                <a:gd name="T78" fmla="*/ 26 w 186"/>
                <a:gd name="T79" fmla="*/ 134 h 177"/>
                <a:gd name="T80" fmla="*/ 23 w 186"/>
                <a:gd name="T81" fmla="*/ 147 h 177"/>
                <a:gd name="T82" fmla="*/ 23 w 186"/>
                <a:gd name="T83" fmla="*/ 162 h 177"/>
                <a:gd name="T84" fmla="*/ 39 w 186"/>
                <a:gd name="T85" fmla="*/ 164 h 177"/>
                <a:gd name="T86" fmla="*/ 54 w 186"/>
                <a:gd name="T87" fmla="*/ 164 h 177"/>
                <a:gd name="T88" fmla="*/ 65 w 186"/>
                <a:gd name="T89" fmla="*/ 166 h 177"/>
                <a:gd name="T90" fmla="*/ 82 w 186"/>
                <a:gd name="T91" fmla="*/ 158 h 177"/>
                <a:gd name="T92" fmla="*/ 105 w 186"/>
                <a:gd name="T93" fmla="*/ 153 h 177"/>
                <a:gd name="T94" fmla="*/ 110 w 186"/>
                <a:gd name="T95" fmla="*/ 147 h 177"/>
                <a:gd name="T96" fmla="*/ 108 w 186"/>
                <a:gd name="T97" fmla="*/ 158 h 177"/>
                <a:gd name="T98" fmla="*/ 118 w 186"/>
                <a:gd name="T99" fmla="*/ 164 h 177"/>
                <a:gd name="T100" fmla="*/ 129 w 186"/>
                <a:gd name="T101" fmla="*/ 171 h 177"/>
                <a:gd name="T102" fmla="*/ 140 w 186"/>
                <a:gd name="T103" fmla="*/ 173 h 177"/>
                <a:gd name="T104" fmla="*/ 151 w 186"/>
                <a:gd name="T105" fmla="*/ 175 h 177"/>
                <a:gd name="T106" fmla="*/ 160 w 186"/>
                <a:gd name="T107" fmla="*/ 171 h 177"/>
                <a:gd name="T108" fmla="*/ 160 w 186"/>
                <a:gd name="T109" fmla="*/ 160 h 177"/>
                <a:gd name="T110" fmla="*/ 151 w 186"/>
                <a:gd name="T111" fmla="*/ 156 h 177"/>
                <a:gd name="T112" fmla="*/ 159 w 186"/>
                <a:gd name="T113" fmla="*/ 155 h 177"/>
                <a:gd name="T114" fmla="*/ 168 w 186"/>
                <a:gd name="T115" fmla="*/ 153 h 177"/>
                <a:gd name="T116" fmla="*/ 170 w 186"/>
                <a:gd name="T117" fmla="*/ 158 h 177"/>
                <a:gd name="T118" fmla="*/ 177 w 186"/>
                <a:gd name="T119" fmla="*/ 162 h 177"/>
                <a:gd name="T120" fmla="*/ 185 w 186"/>
                <a:gd name="T121" fmla="*/ 147 h 177"/>
                <a:gd name="T122" fmla="*/ 26 w 186"/>
                <a:gd name="T123" fmla="*/ 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6" h="177">
                  <a:moveTo>
                    <a:pt x="185" y="145"/>
                  </a:moveTo>
                  <a:lnTo>
                    <a:pt x="185" y="142"/>
                  </a:lnTo>
                  <a:lnTo>
                    <a:pt x="186" y="140"/>
                  </a:lnTo>
                  <a:lnTo>
                    <a:pt x="185" y="138"/>
                  </a:lnTo>
                  <a:lnTo>
                    <a:pt x="183" y="138"/>
                  </a:lnTo>
                  <a:lnTo>
                    <a:pt x="181" y="138"/>
                  </a:lnTo>
                  <a:lnTo>
                    <a:pt x="183" y="136"/>
                  </a:lnTo>
                  <a:lnTo>
                    <a:pt x="181" y="134"/>
                  </a:lnTo>
                  <a:lnTo>
                    <a:pt x="177" y="134"/>
                  </a:lnTo>
                  <a:lnTo>
                    <a:pt x="177" y="132"/>
                  </a:lnTo>
                  <a:lnTo>
                    <a:pt x="175" y="130"/>
                  </a:lnTo>
                  <a:lnTo>
                    <a:pt x="175" y="130"/>
                  </a:lnTo>
                  <a:lnTo>
                    <a:pt x="173" y="125"/>
                  </a:lnTo>
                  <a:lnTo>
                    <a:pt x="173" y="123"/>
                  </a:lnTo>
                  <a:lnTo>
                    <a:pt x="175" y="119"/>
                  </a:lnTo>
                  <a:lnTo>
                    <a:pt x="172" y="112"/>
                  </a:lnTo>
                  <a:lnTo>
                    <a:pt x="170" y="117"/>
                  </a:lnTo>
                  <a:lnTo>
                    <a:pt x="166" y="115"/>
                  </a:lnTo>
                  <a:lnTo>
                    <a:pt x="166" y="110"/>
                  </a:lnTo>
                  <a:lnTo>
                    <a:pt x="164" y="110"/>
                  </a:lnTo>
                  <a:lnTo>
                    <a:pt x="164" y="106"/>
                  </a:lnTo>
                  <a:lnTo>
                    <a:pt x="162" y="102"/>
                  </a:lnTo>
                  <a:lnTo>
                    <a:pt x="162" y="101"/>
                  </a:lnTo>
                  <a:lnTo>
                    <a:pt x="160" y="99"/>
                  </a:lnTo>
                  <a:lnTo>
                    <a:pt x="160" y="99"/>
                  </a:lnTo>
                  <a:lnTo>
                    <a:pt x="162" y="99"/>
                  </a:lnTo>
                  <a:lnTo>
                    <a:pt x="164" y="95"/>
                  </a:lnTo>
                  <a:lnTo>
                    <a:pt x="164" y="95"/>
                  </a:lnTo>
                  <a:lnTo>
                    <a:pt x="166" y="97"/>
                  </a:lnTo>
                  <a:lnTo>
                    <a:pt x="168" y="95"/>
                  </a:lnTo>
                  <a:lnTo>
                    <a:pt x="168" y="91"/>
                  </a:lnTo>
                  <a:lnTo>
                    <a:pt x="172" y="87"/>
                  </a:lnTo>
                  <a:lnTo>
                    <a:pt x="172" y="84"/>
                  </a:lnTo>
                  <a:lnTo>
                    <a:pt x="172" y="82"/>
                  </a:lnTo>
                  <a:lnTo>
                    <a:pt x="170" y="76"/>
                  </a:lnTo>
                  <a:lnTo>
                    <a:pt x="170" y="74"/>
                  </a:lnTo>
                  <a:lnTo>
                    <a:pt x="172" y="74"/>
                  </a:lnTo>
                  <a:lnTo>
                    <a:pt x="172" y="71"/>
                  </a:lnTo>
                  <a:lnTo>
                    <a:pt x="175" y="67"/>
                  </a:lnTo>
                  <a:lnTo>
                    <a:pt x="175" y="63"/>
                  </a:lnTo>
                  <a:lnTo>
                    <a:pt x="177" y="61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54"/>
                  </a:lnTo>
                  <a:lnTo>
                    <a:pt x="183" y="50"/>
                  </a:lnTo>
                  <a:lnTo>
                    <a:pt x="181" y="46"/>
                  </a:lnTo>
                  <a:lnTo>
                    <a:pt x="181" y="46"/>
                  </a:lnTo>
                  <a:lnTo>
                    <a:pt x="183" y="46"/>
                  </a:lnTo>
                  <a:lnTo>
                    <a:pt x="185" y="43"/>
                  </a:lnTo>
                  <a:lnTo>
                    <a:pt x="183" y="39"/>
                  </a:lnTo>
                  <a:lnTo>
                    <a:pt x="183" y="37"/>
                  </a:lnTo>
                  <a:lnTo>
                    <a:pt x="183" y="35"/>
                  </a:lnTo>
                  <a:lnTo>
                    <a:pt x="181" y="33"/>
                  </a:lnTo>
                  <a:lnTo>
                    <a:pt x="179" y="32"/>
                  </a:lnTo>
                  <a:lnTo>
                    <a:pt x="181" y="30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2" y="26"/>
                  </a:lnTo>
                  <a:lnTo>
                    <a:pt x="168" y="20"/>
                  </a:lnTo>
                  <a:lnTo>
                    <a:pt x="166" y="20"/>
                  </a:lnTo>
                  <a:lnTo>
                    <a:pt x="164" y="18"/>
                  </a:lnTo>
                  <a:lnTo>
                    <a:pt x="160" y="18"/>
                  </a:lnTo>
                  <a:lnTo>
                    <a:pt x="162" y="22"/>
                  </a:lnTo>
                  <a:lnTo>
                    <a:pt x="159" y="22"/>
                  </a:lnTo>
                  <a:lnTo>
                    <a:pt x="157" y="26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3" y="35"/>
                  </a:lnTo>
                  <a:lnTo>
                    <a:pt x="153" y="39"/>
                  </a:lnTo>
                  <a:lnTo>
                    <a:pt x="151" y="41"/>
                  </a:lnTo>
                  <a:lnTo>
                    <a:pt x="151" y="43"/>
                  </a:lnTo>
                  <a:lnTo>
                    <a:pt x="151" y="45"/>
                  </a:lnTo>
                  <a:lnTo>
                    <a:pt x="151" y="46"/>
                  </a:lnTo>
                  <a:lnTo>
                    <a:pt x="149" y="48"/>
                  </a:lnTo>
                  <a:lnTo>
                    <a:pt x="149" y="54"/>
                  </a:lnTo>
                  <a:lnTo>
                    <a:pt x="147" y="54"/>
                  </a:lnTo>
                  <a:lnTo>
                    <a:pt x="146" y="54"/>
                  </a:lnTo>
                  <a:lnTo>
                    <a:pt x="144" y="60"/>
                  </a:lnTo>
                  <a:lnTo>
                    <a:pt x="144" y="61"/>
                  </a:lnTo>
                  <a:lnTo>
                    <a:pt x="144" y="63"/>
                  </a:lnTo>
                  <a:lnTo>
                    <a:pt x="144" y="65"/>
                  </a:lnTo>
                  <a:lnTo>
                    <a:pt x="140" y="69"/>
                  </a:lnTo>
                  <a:lnTo>
                    <a:pt x="142" y="71"/>
                  </a:lnTo>
                  <a:lnTo>
                    <a:pt x="142" y="71"/>
                  </a:lnTo>
                  <a:lnTo>
                    <a:pt x="138" y="71"/>
                  </a:lnTo>
                  <a:lnTo>
                    <a:pt x="140" y="74"/>
                  </a:lnTo>
                  <a:lnTo>
                    <a:pt x="142" y="74"/>
                  </a:lnTo>
                  <a:lnTo>
                    <a:pt x="140" y="76"/>
                  </a:lnTo>
                  <a:lnTo>
                    <a:pt x="138" y="76"/>
                  </a:lnTo>
                  <a:lnTo>
                    <a:pt x="136" y="76"/>
                  </a:lnTo>
                  <a:lnTo>
                    <a:pt x="134" y="78"/>
                  </a:lnTo>
                  <a:lnTo>
                    <a:pt x="134" y="82"/>
                  </a:lnTo>
                  <a:lnTo>
                    <a:pt x="134" y="82"/>
                  </a:lnTo>
                  <a:lnTo>
                    <a:pt x="132" y="80"/>
                  </a:lnTo>
                  <a:lnTo>
                    <a:pt x="132" y="78"/>
                  </a:lnTo>
                  <a:lnTo>
                    <a:pt x="134" y="76"/>
                  </a:lnTo>
                  <a:lnTo>
                    <a:pt x="132" y="74"/>
                  </a:lnTo>
                  <a:lnTo>
                    <a:pt x="132" y="71"/>
                  </a:lnTo>
                  <a:lnTo>
                    <a:pt x="134" y="67"/>
                  </a:lnTo>
                  <a:lnTo>
                    <a:pt x="134" y="65"/>
                  </a:lnTo>
                  <a:lnTo>
                    <a:pt x="136" y="63"/>
                  </a:lnTo>
                  <a:lnTo>
                    <a:pt x="136" y="60"/>
                  </a:lnTo>
                  <a:lnTo>
                    <a:pt x="138" y="52"/>
                  </a:lnTo>
                  <a:lnTo>
                    <a:pt x="142" y="52"/>
                  </a:lnTo>
                  <a:lnTo>
                    <a:pt x="142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2" y="45"/>
                  </a:lnTo>
                  <a:lnTo>
                    <a:pt x="142" y="37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6" y="24"/>
                  </a:lnTo>
                  <a:lnTo>
                    <a:pt x="131" y="26"/>
                  </a:lnTo>
                  <a:lnTo>
                    <a:pt x="129" y="30"/>
                  </a:lnTo>
                  <a:lnTo>
                    <a:pt x="132" y="33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3"/>
                  </a:lnTo>
                  <a:lnTo>
                    <a:pt x="127" y="41"/>
                  </a:lnTo>
                  <a:lnTo>
                    <a:pt x="127" y="45"/>
                  </a:lnTo>
                  <a:lnTo>
                    <a:pt x="127" y="45"/>
                  </a:lnTo>
                  <a:lnTo>
                    <a:pt x="127" y="41"/>
                  </a:lnTo>
                  <a:lnTo>
                    <a:pt x="123" y="43"/>
                  </a:lnTo>
                  <a:lnTo>
                    <a:pt x="125" y="41"/>
                  </a:lnTo>
                  <a:lnTo>
                    <a:pt x="121" y="39"/>
                  </a:lnTo>
                  <a:lnTo>
                    <a:pt x="118" y="41"/>
                  </a:lnTo>
                  <a:lnTo>
                    <a:pt x="116" y="43"/>
                  </a:lnTo>
                  <a:lnTo>
                    <a:pt x="114" y="39"/>
                  </a:lnTo>
                  <a:lnTo>
                    <a:pt x="110" y="41"/>
                  </a:lnTo>
                  <a:lnTo>
                    <a:pt x="110" y="43"/>
                  </a:lnTo>
                  <a:lnTo>
                    <a:pt x="108" y="43"/>
                  </a:lnTo>
                  <a:lnTo>
                    <a:pt x="106" y="41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6" y="39"/>
                  </a:lnTo>
                  <a:lnTo>
                    <a:pt x="108" y="41"/>
                  </a:lnTo>
                  <a:lnTo>
                    <a:pt x="114" y="39"/>
                  </a:lnTo>
                  <a:lnTo>
                    <a:pt x="114" y="37"/>
                  </a:lnTo>
                  <a:lnTo>
                    <a:pt x="114" y="37"/>
                  </a:lnTo>
                  <a:lnTo>
                    <a:pt x="116" y="37"/>
                  </a:lnTo>
                  <a:lnTo>
                    <a:pt x="119" y="35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19" y="28"/>
                  </a:lnTo>
                  <a:lnTo>
                    <a:pt x="116" y="24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08" y="17"/>
                  </a:lnTo>
                  <a:lnTo>
                    <a:pt x="108" y="15"/>
                  </a:lnTo>
                  <a:lnTo>
                    <a:pt x="105" y="15"/>
                  </a:lnTo>
                  <a:lnTo>
                    <a:pt x="101" y="17"/>
                  </a:lnTo>
                  <a:lnTo>
                    <a:pt x="99" y="18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5" y="26"/>
                  </a:lnTo>
                  <a:lnTo>
                    <a:pt x="93" y="26"/>
                  </a:lnTo>
                  <a:lnTo>
                    <a:pt x="93" y="24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90" y="22"/>
                  </a:lnTo>
                  <a:lnTo>
                    <a:pt x="92" y="22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7" y="15"/>
                  </a:lnTo>
                  <a:lnTo>
                    <a:pt x="99" y="9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1" y="5"/>
                  </a:lnTo>
                  <a:lnTo>
                    <a:pt x="58" y="11"/>
                  </a:lnTo>
                  <a:lnTo>
                    <a:pt x="54" y="13"/>
                  </a:lnTo>
                  <a:lnTo>
                    <a:pt x="47" y="15"/>
                  </a:lnTo>
                  <a:lnTo>
                    <a:pt x="38" y="20"/>
                  </a:lnTo>
                  <a:lnTo>
                    <a:pt x="34" y="24"/>
                  </a:lnTo>
                  <a:lnTo>
                    <a:pt x="32" y="26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2" y="28"/>
                  </a:lnTo>
                  <a:lnTo>
                    <a:pt x="28" y="32"/>
                  </a:lnTo>
                  <a:lnTo>
                    <a:pt x="25" y="32"/>
                  </a:lnTo>
                  <a:lnTo>
                    <a:pt x="21" y="33"/>
                  </a:lnTo>
                  <a:lnTo>
                    <a:pt x="21" y="37"/>
                  </a:lnTo>
                  <a:lnTo>
                    <a:pt x="17" y="39"/>
                  </a:lnTo>
                  <a:lnTo>
                    <a:pt x="15" y="41"/>
                  </a:lnTo>
                  <a:lnTo>
                    <a:pt x="15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7" y="48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4"/>
                  </a:lnTo>
                  <a:lnTo>
                    <a:pt x="25" y="58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6" y="58"/>
                  </a:lnTo>
                  <a:lnTo>
                    <a:pt x="30" y="58"/>
                  </a:lnTo>
                  <a:lnTo>
                    <a:pt x="36" y="58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5" y="58"/>
                  </a:lnTo>
                  <a:lnTo>
                    <a:pt x="43" y="58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4" y="61"/>
                  </a:lnTo>
                  <a:lnTo>
                    <a:pt x="32" y="61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17" y="61"/>
                  </a:lnTo>
                  <a:lnTo>
                    <a:pt x="17" y="63"/>
                  </a:lnTo>
                  <a:lnTo>
                    <a:pt x="11" y="63"/>
                  </a:lnTo>
                  <a:lnTo>
                    <a:pt x="10" y="67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8"/>
                  </a:lnTo>
                  <a:lnTo>
                    <a:pt x="10" y="80"/>
                  </a:lnTo>
                  <a:lnTo>
                    <a:pt x="11" y="82"/>
                  </a:lnTo>
                  <a:lnTo>
                    <a:pt x="13" y="84"/>
                  </a:lnTo>
                  <a:lnTo>
                    <a:pt x="15" y="84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1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6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4" y="87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49" y="89"/>
                  </a:lnTo>
                  <a:lnTo>
                    <a:pt x="52" y="89"/>
                  </a:lnTo>
                  <a:lnTo>
                    <a:pt x="54" y="89"/>
                  </a:lnTo>
                  <a:lnTo>
                    <a:pt x="54" y="91"/>
                  </a:lnTo>
                  <a:lnTo>
                    <a:pt x="56" y="91"/>
                  </a:lnTo>
                  <a:lnTo>
                    <a:pt x="56" y="93"/>
                  </a:lnTo>
                  <a:lnTo>
                    <a:pt x="58" y="93"/>
                  </a:lnTo>
                  <a:lnTo>
                    <a:pt x="58" y="95"/>
                  </a:lnTo>
                  <a:lnTo>
                    <a:pt x="60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9"/>
                  </a:lnTo>
                  <a:lnTo>
                    <a:pt x="65" y="101"/>
                  </a:lnTo>
                  <a:lnTo>
                    <a:pt x="67" y="101"/>
                  </a:lnTo>
                  <a:lnTo>
                    <a:pt x="67" y="104"/>
                  </a:lnTo>
                  <a:lnTo>
                    <a:pt x="69" y="106"/>
                  </a:lnTo>
                  <a:lnTo>
                    <a:pt x="73" y="108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67" y="108"/>
                  </a:lnTo>
                  <a:lnTo>
                    <a:pt x="64" y="108"/>
                  </a:lnTo>
                  <a:lnTo>
                    <a:pt x="62" y="108"/>
                  </a:lnTo>
                  <a:lnTo>
                    <a:pt x="60" y="108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2" y="104"/>
                  </a:lnTo>
                  <a:lnTo>
                    <a:pt x="51" y="102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5" y="102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1" y="99"/>
                  </a:lnTo>
                  <a:lnTo>
                    <a:pt x="39" y="99"/>
                  </a:lnTo>
                  <a:lnTo>
                    <a:pt x="36" y="99"/>
                  </a:lnTo>
                  <a:lnTo>
                    <a:pt x="34" y="97"/>
                  </a:lnTo>
                  <a:lnTo>
                    <a:pt x="28" y="99"/>
                  </a:lnTo>
                  <a:lnTo>
                    <a:pt x="25" y="97"/>
                  </a:lnTo>
                  <a:lnTo>
                    <a:pt x="23" y="97"/>
                  </a:lnTo>
                  <a:lnTo>
                    <a:pt x="11" y="97"/>
                  </a:lnTo>
                  <a:lnTo>
                    <a:pt x="10" y="97"/>
                  </a:lnTo>
                  <a:lnTo>
                    <a:pt x="6" y="99"/>
                  </a:lnTo>
                  <a:lnTo>
                    <a:pt x="4" y="101"/>
                  </a:lnTo>
                  <a:lnTo>
                    <a:pt x="4" y="104"/>
                  </a:lnTo>
                  <a:lnTo>
                    <a:pt x="0" y="110"/>
                  </a:lnTo>
                  <a:lnTo>
                    <a:pt x="2" y="114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4" y="125"/>
                  </a:lnTo>
                  <a:lnTo>
                    <a:pt x="6" y="127"/>
                  </a:lnTo>
                  <a:lnTo>
                    <a:pt x="6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5" y="132"/>
                  </a:lnTo>
                  <a:lnTo>
                    <a:pt x="15" y="134"/>
                  </a:lnTo>
                  <a:lnTo>
                    <a:pt x="19" y="134"/>
                  </a:lnTo>
                  <a:lnTo>
                    <a:pt x="21" y="132"/>
                  </a:lnTo>
                  <a:lnTo>
                    <a:pt x="23" y="132"/>
                  </a:lnTo>
                  <a:lnTo>
                    <a:pt x="25" y="134"/>
                  </a:lnTo>
                  <a:lnTo>
                    <a:pt x="26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8" y="140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6" y="143"/>
                  </a:lnTo>
                  <a:lnTo>
                    <a:pt x="26" y="145"/>
                  </a:lnTo>
                  <a:lnTo>
                    <a:pt x="23" y="147"/>
                  </a:lnTo>
                  <a:lnTo>
                    <a:pt x="23" y="149"/>
                  </a:lnTo>
                  <a:lnTo>
                    <a:pt x="21" y="151"/>
                  </a:lnTo>
                  <a:lnTo>
                    <a:pt x="23" y="153"/>
                  </a:lnTo>
                  <a:lnTo>
                    <a:pt x="23" y="155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1" y="160"/>
                  </a:lnTo>
                  <a:lnTo>
                    <a:pt x="23" y="162"/>
                  </a:lnTo>
                  <a:lnTo>
                    <a:pt x="28" y="164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2" y="164"/>
                  </a:lnTo>
                  <a:lnTo>
                    <a:pt x="34" y="162"/>
                  </a:lnTo>
                  <a:lnTo>
                    <a:pt x="34" y="162"/>
                  </a:lnTo>
                  <a:lnTo>
                    <a:pt x="36" y="164"/>
                  </a:lnTo>
                  <a:lnTo>
                    <a:pt x="39" y="164"/>
                  </a:lnTo>
                  <a:lnTo>
                    <a:pt x="43" y="166"/>
                  </a:lnTo>
                  <a:lnTo>
                    <a:pt x="45" y="164"/>
                  </a:lnTo>
                  <a:lnTo>
                    <a:pt x="49" y="164"/>
                  </a:lnTo>
                  <a:lnTo>
                    <a:pt x="49" y="164"/>
                  </a:lnTo>
                  <a:lnTo>
                    <a:pt x="51" y="166"/>
                  </a:lnTo>
                  <a:lnTo>
                    <a:pt x="52" y="164"/>
                  </a:lnTo>
                  <a:lnTo>
                    <a:pt x="52" y="164"/>
                  </a:lnTo>
                  <a:lnTo>
                    <a:pt x="54" y="164"/>
                  </a:lnTo>
                  <a:lnTo>
                    <a:pt x="54" y="166"/>
                  </a:lnTo>
                  <a:lnTo>
                    <a:pt x="56" y="166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62" y="168"/>
                  </a:lnTo>
                  <a:lnTo>
                    <a:pt x="62" y="166"/>
                  </a:lnTo>
                  <a:lnTo>
                    <a:pt x="65" y="166"/>
                  </a:lnTo>
                  <a:lnTo>
                    <a:pt x="67" y="164"/>
                  </a:lnTo>
                  <a:lnTo>
                    <a:pt x="69" y="164"/>
                  </a:lnTo>
                  <a:lnTo>
                    <a:pt x="71" y="164"/>
                  </a:lnTo>
                  <a:lnTo>
                    <a:pt x="75" y="160"/>
                  </a:lnTo>
                  <a:lnTo>
                    <a:pt x="77" y="160"/>
                  </a:lnTo>
                  <a:lnTo>
                    <a:pt x="80" y="158"/>
                  </a:lnTo>
                  <a:lnTo>
                    <a:pt x="80" y="158"/>
                  </a:lnTo>
                  <a:lnTo>
                    <a:pt x="82" y="158"/>
                  </a:lnTo>
                  <a:lnTo>
                    <a:pt x="84" y="158"/>
                  </a:lnTo>
                  <a:lnTo>
                    <a:pt x="86" y="158"/>
                  </a:lnTo>
                  <a:lnTo>
                    <a:pt x="88" y="158"/>
                  </a:lnTo>
                  <a:lnTo>
                    <a:pt x="93" y="158"/>
                  </a:lnTo>
                  <a:lnTo>
                    <a:pt x="101" y="155"/>
                  </a:lnTo>
                  <a:lnTo>
                    <a:pt x="101" y="155"/>
                  </a:lnTo>
                  <a:lnTo>
                    <a:pt x="103" y="155"/>
                  </a:lnTo>
                  <a:lnTo>
                    <a:pt x="105" y="153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2" y="147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0" y="151"/>
                  </a:lnTo>
                  <a:lnTo>
                    <a:pt x="110" y="153"/>
                  </a:lnTo>
                  <a:lnTo>
                    <a:pt x="110" y="155"/>
                  </a:lnTo>
                  <a:lnTo>
                    <a:pt x="108" y="155"/>
                  </a:lnTo>
                  <a:lnTo>
                    <a:pt x="108" y="158"/>
                  </a:lnTo>
                  <a:lnTo>
                    <a:pt x="110" y="158"/>
                  </a:lnTo>
                  <a:lnTo>
                    <a:pt x="114" y="160"/>
                  </a:lnTo>
                  <a:lnTo>
                    <a:pt x="114" y="158"/>
                  </a:lnTo>
                  <a:lnTo>
                    <a:pt x="116" y="158"/>
                  </a:lnTo>
                  <a:lnTo>
                    <a:pt x="118" y="160"/>
                  </a:lnTo>
                  <a:lnTo>
                    <a:pt x="118" y="162"/>
                  </a:lnTo>
                  <a:lnTo>
                    <a:pt x="119" y="164"/>
                  </a:lnTo>
                  <a:lnTo>
                    <a:pt x="118" y="164"/>
                  </a:lnTo>
                  <a:lnTo>
                    <a:pt x="116" y="166"/>
                  </a:lnTo>
                  <a:lnTo>
                    <a:pt x="118" y="168"/>
                  </a:lnTo>
                  <a:lnTo>
                    <a:pt x="119" y="168"/>
                  </a:lnTo>
                  <a:lnTo>
                    <a:pt x="119" y="170"/>
                  </a:lnTo>
                  <a:lnTo>
                    <a:pt x="123" y="171"/>
                  </a:lnTo>
                  <a:lnTo>
                    <a:pt x="125" y="170"/>
                  </a:lnTo>
                  <a:lnTo>
                    <a:pt x="127" y="170"/>
                  </a:lnTo>
                  <a:lnTo>
                    <a:pt x="129" y="171"/>
                  </a:lnTo>
                  <a:lnTo>
                    <a:pt x="131" y="173"/>
                  </a:lnTo>
                  <a:lnTo>
                    <a:pt x="132" y="171"/>
                  </a:lnTo>
                  <a:lnTo>
                    <a:pt x="132" y="171"/>
                  </a:lnTo>
                  <a:lnTo>
                    <a:pt x="134" y="173"/>
                  </a:lnTo>
                  <a:lnTo>
                    <a:pt x="136" y="173"/>
                  </a:lnTo>
                  <a:lnTo>
                    <a:pt x="138" y="175"/>
                  </a:lnTo>
                  <a:lnTo>
                    <a:pt x="140" y="175"/>
                  </a:lnTo>
                  <a:lnTo>
                    <a:pt x="140" y="173"/>
                  </a:lnTo>
                  <a:lnTo>
                    <a:pt x="142" y="173"/>
                  </a:lnTo>
                  <a:lnTo>
                    <a:pt x="142" y="173"/>
                  </a:lnTo>
                  <a:lnTo>
                    <a:pt x="142" y="175"/>
                  </a:lnTo>
                  <a:lnTo>
                    <a:pt x="144" y="177"/>
                  </a:lnTo>
                  <a:lnTo>
                    <a:pt x="147" y="175"/>
                  </a:lnTo>
                  <a:lnTo>
                    <a:pt x="147" y="173"/>
                  </a:lnTo>
                  <a:lnTo>
                    <a:pt x="149" y="175"/>
                  </a:lnTo>
                  <a:lnTo>
                    <a:pt x="151" y="175"/>
                  </a:lnTo>
                  <a:lnTo>
                    <a:pt x="153" y="175"/>
                  </a:lnTo>
                  <a:lnTo>
                    <a:pt x="153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60" y="171"/>
                  </a:lnTo>
                  <a:lnTo>
                    <a:pt x="159" y="170"/>
                  </a:lnTo>
                  <a:lnTo>
                    <a:pt x="160" y="170"/>
                  </a:lnTo>
                  <a:lnTo>
                    <a:pt x="160" y="168"/>
                  </a:lnTo>
                  <a:lnTo>
                    <a:pt x="162" y="166"/>
                  </a:lnTo>
                  <a:lnTo>
                    <a:pt x="162" y="162"/>
                  </a:lnTo>
                  <a:lnTo>
                    <a:pt x="160" y="162"/>
                  </a:lnTo>
                  <a:lnTo>
                    <a:pt x="159" y="162"/>
                  </a:lnTo>
                  <a:lnTo>
                    <a:pt x="160" y="160"/>
                  </a:lnTo>
                  <a:lnTo>
                    <a:pt x="162" y="160"/>
                  </a:lnTo>
                  <a:lnTo>
                    <a:pt x="162" y="156"/>
                  </a:lnTo>
                  <a:lnTo>
                    <a:pt x="159" y="155"/>
                  </a:lnTo>
                  <a:lnTo>
                    <a:pt x="157" y="155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1" y="156"/>
                  </a:lnTo>
                  <a:lnTo>
                    <a:pt x="151" y="153"/>
                  </a:lnTo>
                  <a:lnTo>
                    <a:pt x="151" y="153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53"/>
                  </a:lnTo>
                  <a:lnTo>
                    <a:pt x="153" y="155"/>
                  </a:lnTo>
                  <a:lnTo>
                    <a:pt x="155" y="155"/>
                  </a:lnTo>
                  <a:lnTo>
                    <a:pt x="159" y="155"/>
                  </a:lnTo>
                  <a:lnTo>
                    <a:pt x="160" y="149"/>
                  </a:lnTo>
                  <a:lnTo>
                    <a:pt x="162" y="149"/>
                  </a:lnTo>
                  <a:lnTo>
                    <a:pt x="164" y="147"/>
                  </a:lnTo>
                  <a:lnTo>
                    <a:pt x="164" y="147"/>
                  </a:lnTo>
                  <a:lnTo>
                    <a:pt x="166" y="147"/>
                  </a:lnTo>
                  <a:lnTo>
                    <a:pt x="166" y="147"/>
                  </a:lnTo>
                  <a:lnTo>
                    <a:pt x="166" y="153"/>
                  </a:lnTo>
                  <a:lnTo>
                    <a:pt x="168" y="153"/>
                  </a:lnTo>
                  <a:lnTo>
                    <a:pt x="166" y="155"/>
                  </a:lnTo>
                  <a:lnTo>
                    <a:pt x="170" y="155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3" y="155"/>
                  </a:lnTo>
                  <a:lnTo>
                    <a:pt x="175" y="156"/>
                  </a:lnTo>
                  <a:lnTo>
                    <a:pt x="172" y="156"/>
                  </a:lnTo>
                  <a:lnTo>
                    <a:pt x="170" y="158"/>
                  </a:lnTo>
                  <a:lnTo>
                    <a:pt x="172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6"/>
                  </a:lnTo>
                  <a:lnTo>
                    <a:pt x="173" y="166"/>
                  </a:lnTo>
                  <a:lnTo>
                    <a:pt x="173" y="164"/>
                  </a:lnTo>
                  <a:lnTo>
                    <a:pt x="175" y="164"/>
                  </a:lnTo>
                  <a:lnTo>
                    <a:pt x="177" y="162"/>
                  </a:lnTo>
                  <a:lnTo>
                    <a:pt x="177" y="160"/>
                  </a:lnTo>
                  <a:lnTo>
                    <a:pt x="175" y="158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7" y="156"/>
                  </a:lnTo>
                  <a:lnTo>
                    <a:pt x="179" y="155"/>
                  </a:lnTo>
                  <a:lnTo>
                    <a:pt x="183" y="151"/>
                  </a:lnTo>
                  <a:lnTo>
                    <a:pt x="185" y="147"/>
                  </a:lnTo>
                  <a:lnTo>
                    <a:pt x="185" y="145"/>
                  </a:lnTo>
                  <a:close/>
                  <a:moveTo>
                    <a:pt x="26" y="50"/>
                  </a:moveTo>
                  <a:lnTo>
                    <a:pt x="25" y="50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50"/>
                  </a:lnTo>
                  <a:close/>
                  <a:moveTo>
                    <a:pt x="49" y="58"/>
                  </a:moveTo>
                  <a:lnTo>
                    <a:pt x="47" y="58"/>
                  </a:lnTo>
                  <a:lnTo>
                    <a:pt x="49" y="58"/>
                  </a:lnTo>
                  <a:lnTo>
                    <a:pt x="51" y="58"/>
                  </a:lnTo>
                  <a:lnTo>
                    <a:pt x="52" y="60"/>
                  </a:lnTo>
                  <a:lnTo>
                    <a:pt x="49" y="5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0" name="Freeform 6497">
              <a:extLst>
                <a:ext uri="{FF2B5EF4-FFF2-40B4-BE49-F238E27FC236}">
                  <a16:creationId xmlns:a16="http://schemas.microsoft.com/office/drawing/2014/main" id="{13DD203D-E2B2-47B0-89EE-210636E061C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47" y="1606"/>
              <a:ext cx="15" cy="16"/>
            </a:xfrm>
            <a:custGeom>
              <a:avLst/>
              <a:gdLst>
                <a:gd name="T0" fmla="*/ 0 w 8"/>
                <a:gd name="T1" fmla="*/ 7 h 9"/>
                <a:gd name="T2" fmla="*/ 2 w 8"/>
                <a:gd name="T3" fmla="*/ 9 h 9"/>
                <a:gd name="T4" fmla="*/ 3 w 8"/>
                <a:gd name="T5" fmla="*/ 8 h 9"/>
                <a:gd name="T6" fmla="*/ 3 w 8"/>
                <a:gd name="T7" fmla="*/ 7 h 9"/>
                <a:gd name="T8" fmla="*/ 5 w 8"/>
                <a:gd name="T9" fmla="*/ 6 h 9"/>
                <a:gd name="T10" fmla="*/ 6 w 8"/>
                <a:gd name="T11" fmla="*/ 4 h 9"/>
                <a:gd name="T12" fmla="*/ 6 w 8"/>
                <a:gd name="T13" fmla="*/ 5 h 9"/>
                <a:gd name="T14" fmla="*/ 7 w 8"/>
                <a:gd name="T15" fmla="*/ 4 h 9"/>
                <a:gd name="T16" fmla="*/ 7 w 8"/>
                <a:gd name="T17" fmla="*/ 4 h 9"/>
                <a:gd name="T18" fmla="*/ 7 w 8"/>
                <a:gd name="T19" fmla="*/ 3 h 9"/>
                <a:gd name="T20" fmla="*/ 8 w 8"/>
                <a:gd name="T21" fmla="*/ 2 h 9"/>
                <a:gd name="T22" fmla="*/ 7 w 8"/>
                <a:gd name="T23" fmla="*/ 0 h 9"/>
                <a:gd name="T24" fmla="*/ 6 w 8"/>
                <a:gd name="T25" fmla="*/ 0 h 9"/>
                <a:gd name="T26" fmla="*/ 4 w 8"/>
                <a:gd name="T27" fmla="*/ 2 h 9"/>
                <a:gd name="T28" fmla="*/ 4 w 8"/>
                <a:gd name="T29" fmla="*/ 2 h 9"/>
                <a:gd name="T30" fmla="*/ 3 w 8"/>
                <a:gd name="T31" fmla="*/ 1 h 9"/>
                <a:gd name="T32" fmla="*/ 2 w 8"/>
                <a:gd name="T33" fmla="*/ 3 h 9"/>
                <a:gd name="T34" fmla="*/ 2 w 8"/>
                <a:gd name="T35" fmla="*/ 4 h 9"/>
                <a:gd name="T36" fmla="*/ 0 w 8"/>
                <a:gd name="T37" fmla="*/ 6 h 9"/>
                <a:gd name="T38" fmla="*/ 0 w 8"/>
                <a:gd name="T39" fmla="*/ 7 h 9"/>
                <a:gd name="T40" fmla="*/ 5 w 8"/>
                <a:gd name="T41" fmla="*/ 3 h 9"/>
                <a:gd name="T42" fmla="*/ 5 w 8"/>
                <a:gd name="T43" fmla="*/ 4 h 9"/>
                <a:gd name="T44" fmla="*/ 5 w 8"/>
                <a:gd name="T45" fmla="*/ 3 h 9"/>
                <a:gd name="T46" fmla="*/ 4 w 8"/>
                <a:gd name="T47" fmla="*/ 3 h 9"/>
                <a:gd name="T48" fmla="*/ 5 w 8"/>
                <a:gd name="T4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0" y="7"/>
                  </a:lnTo>
                  <a:close/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5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1" name="Freeform 6498">
              <a:extLst>
                <a:ext uri="{FF2B5EF4-FFF2-40B4-BE49-F238E27FC236}">
                  <a16:creationId xmlns:a16="http://schemas.microsoft.com/office/drawing/2014/main" id="{18FDD054-FC21-477E-93A4-A00287A384C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19"/>
              <a:ext cx="3" cy="8"/>
            </a:xfrm>
            <a:custGeom>
              <a:avLst/>
              <a:gdLst>
                <a:gd name="T0" fmla="*/ 3 w 3"/>
                <a:gd name="T1" fmla="*/ 6 h 8"/>
                <a:gd name="T2" fmla="*/ 3 w 3"/>
                <a:gd name="T3" fmla="*/ 0 h 8"/>
                <a:gd name="T4" fmla="*/ 2 w 3"/>
                <a:gd name="T5" fmla="*/ 0 h 8"/>
                <a:gd name="T6" fmla="*/ 0 w 3"/>
                <a:gd name="T7" fmla="*/ 2 h 8"/>
                <a:gd name="T8" fmla="*/ 0 w 3"/>
                <a:gd name="T9" fmla="*/ 6 h 8"/>
                <a:gd name="T10" fmla="*/ 3 w 3"/>
                <a:gd name="T11" fmla="*/ 8 h 8"/>
                <a:gd name="T12" fmla="*/ 3 w 3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3" y="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8"/>
                  </a:lnTo>
                  <a:lnTo>
                    <a:pt x="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2" name="Freeform 6499">
              <a:extLst>
                <a:ext uri="{FF2B5EF4-FFF2-40B4-BE49-F238E27FC236}">
                  <a16:creationId xmlns:a16="http://schemas.microsoft.com/office/drawing/2014/main" id="{A9B25695-BAF9-4789-841F-D7DC2910D94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723"/>
              <a:ext cx="6" cy="15"/>
            </a:xfrm>
            <a:custGeom>
              <a:avLst/>
              <a:gdLst>
                <a:gd name="T0" fmla="*/ 6 w 6"/>
                <a:gd name="T1" fmla="*/ 0 h 15"/>
                <a:gd name="T2" fmla="*/ 2 w 6"/>
                <a:gd name="T3" fmla="*/ 0 h 15"/>
                <a:gd name="T4" fmla="*/ 0 w 6"/>
                <a:gd name="T5" fmla="*/ 2 h 15"/>
                <a:gd name="T6" fmla="*/ 0 w 6"/>
                <a:gd name="T7" fmla="*/ 7 h 15"/>
                <a:gd name="T8" fmla="*/ 0 w 6"/>
                <a:gd name="T9" fmla="*/ 9 h 15"/>
                <a:gd name="T10" fmla="*/ 0 w 6"/>
                <a:gd name="T11" fmla="*/ 9 h 15"/>
                <a:gd name="T12" fmla="*/ 0 w 6"/>
                <a:gd name="T13" fmla="*/ 15 h 15"/>
                <a:gd name="T14" fmla="*/ 4 w 6"/>
                <a:gd name="T15" fmla="*/ 13 h 15"/>
                <a:gd name="T16" fmla="*/ 6 w 6"/>
                <a:gd name="T17" fmla="*/ 7 h 15"/>
                <a:gd name="T18" fmla="*/ 6 w 6"/>
                <a:gd name="T19" fmla="*/ 6 h 15"/>
                <a:gd name="T20" fmla="*/ 6 w 6"/>
                <a:gd name="T21" fmla="*/ 4 h 15"/>
                <a:gd name="T22" fmla="*/ 6 w 6"/>
                <a:gd name="T23" fmla="*/ 4 h 15"/>
                <a:gd name="T24" fmla="*/ 6 w 6"/>
                <a:gd name="T2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3" name="Freeform 6500">
              <a:extLst>
                <a:ext uri="{FF2B5EF4-FFF2-40B4-BE49-F238E27FC236}">
                  <a16:creationId xmlns:a16="http://schemas.microsoft.com/office/drawing/2014/main" id="{7E52CEAB-8D43-495B-B35E-2B28A01663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47"/>
              <a:ext cx="7" cy="6"/>
            </a:xfrm>
            <a:custGeom>
              <a:avLst/>
              <a:gdLst>
                <a:gd name="T0" fmla="*/ 2 w 7"/>
                <a:gd name="T1" fmla="*/ 6 h 6"/>
                <a:gd name="T2" fmla="*/ 7 w 7"/>
                <a:gd name="T3" fmla="*/ 4 h 6"/>
                <a:gd name="T4" fmla="*/ 5 w 7"/>
                <a:gd name="T5" fmla="*/ 0 h 6"/>
                <a:gd name="T6" fmla="*/ 3 w 7"/>
                <a:gd name="T7" fmla="*/ 2 h 6"/>
                <a:gd name="T8" fmla="*/ 2 w 7"/>
                <a:gd name="T9" fmla="*/ 2 h 6"/>
                <a:gd name="T10" fmla="*/ 0 w 7"/>
                <a:gd name="T11" fmla="*/ 6 h 6"/>
                <a:gd name="T12" fmla="*/ 2 w 7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lnTo>
                    <a:pt x="7" y="4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4" name="Freeform 6501">
              <a:extLst>
                <a:ext uri="{FF2B5EF4-FFF2-40B4-BE49-F238E27FC236}">
                  <a16:creationId xmlns:a16="http://schemas.microsoft.com/office/drawing/2014/main" id="{313F7757-65A0-4161-8A31-9B8F9FD669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0" y="1805"/>
              <a:ext cx="31" cy="22"/>
            </a:xfrm>
            <a:custGeom>
              <a:avLst/>
              <a:gdLst>
                <a:gd name="T0" fmla="*/ 14 w 17"/>
                <a:gd name="T1" fmla="*/ 6 h 12"/>
                <a:gd name="T2" fmla="*/ 16 w 17"/>
                <a:gd name="T3" fmla="*/ 5 h 12"/>
                <a:gd name="T4" fmla="*/ 16 w 17"/>
                <a:gd name="T5" fmla="*/ 3 h 12"/>
                <a:gd name="T6" fmla="*/ 17 w 17"/>
                <a:gd name="T7" fmla="*/ 2 h 12"/>
                <a:gd name="T8" fmla="*/ 16 w 17"/>
                <a:gd name="T9" fmla="*/ 1 h 12"/>
                <a:gd name="T10" fmla="*/ 15 w 17"/>
                <a:gd name="T11" fmla="*/ 1 h 12"/>
                <a:gd name="T12" fmla="*/ 14 w 17"/>
                <a:gd name="T13" fmla="*/ 0 h 12"/>
                <a:gd name="T14" fmla="*/ 13 w 17"/>
                <a:gd name="T15" fmla="*/ 0 h 12"/>
                <a:gd name="T16" fmla="*/ 12 w 17"/>
                <a:gd name="T17" fmla="*/ 1 h 12"/>
                <a:gd name="T18" fmla="*/ 11 w 17"/>
                <a:gd name="T19" fmla="*/ 0 h 12"/>
                <a:gd name="T20" fmla="*/ 10 w 17"/>
                <a:gd name="T21" fmla="*/ 1 h 12"/>
                <a:gd name="T22" fmla="*/ 10 w 17"/>
                <a:gd name="T23" fmla="*/ 2 h 12"/>
                <a:gd name="T24" fmla="*/ 9 w 17"/>
                <a:gd name="T25" fmla="*/ 1 h 12"/>
                <a:gd name="T26" fmla="*/ 8 w 17"/>
                <a:gd name="T27" fmla="*/ 0 h 12"/>
                <a:gd name="T28" fmla="*/ 7 w 17"/>
                <a:gd name="T29" fmla="*/ 0 h 12"/>
                <a:gd name="T30" fmla="*/ 6 w 17"/>
                <a:gd name="T31" fmla="*/ 1 h 12"/>
                <a:gd name="T32" fmla="*/ 4 w 17"/>
                <a:gd name="T33" fmla="*/ 3 h 12"/>
                <a:gd name="T34" fmla="*/ 4 w 17"/>
                <a:gd name="T35" fmla="*/ 4 h 12"/>
                <a:gd name="T36" fmla="*/ 4 w 17"/>
                <a:gd name="T37" fmla="*/ 4 h 12"/>
                <a:gd name="T38" fmla="*/ 1 w 17"/>
                <a:gd name="T39" fmla="*/ 5 h 12"/>
                <a:gd name="T40" fmla="*/ 0 w 17"/>
                <a:gd name="T41" fmla="*/ 6 h 12"/>
                <a:gd name="T42" fmla="*/ 1 w 17"/>
                <a:gd name="T43" fmla="*/ 7 h 12"/>
                <a:gd name="T44" fmla="*/ 1 w 17"/>
                <a:gd name="T45" fmla="*/ 8 h 12"/>
                <a:gd name="T46" fmla="*/ 1 w 17"/>
                <a:gd name="T47" fmla="*/ 9 h 12"/>
                <a:gd name="T48" fmla="*/ 1 w 17"/>
                <a:gd name="T49" fmla="*/ 10 h 12"/>
                <a:gd name="T50" fmla="*/ 2 w 17"/>
                <a:gd name="T51" fmla="*/ 11 h 12"/>
                <a:gd name="T52" fmla="*/ 2 w 17"/>
                <a:gd name="T53" fmla="*/ 12 h 12"/>
                <a:gd name="T54" fmla="*/ 3 w 17"/>
                <a:gd name="T55" fmla="*/ 11 h 12"/>
                <a:gd name="T56" fmla="*/ 4 w 17"/>
                <a:gd name="T57" fmla="*/ 10 h 12"/>
                <a:gd name="T58" fmla="*/ 5 w 17"/>
                <a:gd name="T59" fmla="*/ 9 h 12"/>
                <a:gd name="T60" fmla="*/ 5 w 17"/>
                <a:gd name="T61" fmla="*/ 10 h 12"/>
                <a:gd name="T62" fmla="*/ 5 w 17"/>
                <a:gd name="T63" fmla="*/ 10 h 12"/>
                <a:gd name="T64" fmla="*/ 7 w 17"/>
                <a:gd name="T65" fmla="*/ 11 h 12"/>
                <a:gd name="T66" fmla="*/ 9 w 17"/>
                <a:gd name="T67" fmla="*/ 9 h 12"/>
                <a:gd name="T68" fmla="*/ 10 w 17"/>
                <a:gd name="T69" fmla="*/ 9 h 12"/>
                <a:gd name="T70" fmla="*/ 12 w 17"/>
                <a:gd name="T71" fmla="*/ 8 h 12"/>
                <a:gd name="T72" fmla="*/ 13 w 17"/>
                <a:gd name="T73" fmla="*/ 6 h 12"/>
                <a:gd name="T74" fmla="*/ 14 w 17"/>
                <a:gd name="T7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" h="12">
                  <a:moveTo>
                    <a:pt x="14" y="6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4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5" name="Freeform 6502">
              <a:extLst>
                <a:ext uri="{FF2B5EF4-FFF2-40B4-BE49-F238E27FC236}">
                  <a16:creationId xmlns:a16="http://schemas.microsoft.com/office/drawing/2014/main" id="{8593D7FB-2A31-474F-A6D3-B2BD4AC9506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2101"/>
              <a:ext cx="35" cy="21"/>
            </a:xfrm>
            <a:custGeom>
              <a:avLst/>
              <a:gdLst>
                <a:gd name="T0" fmla="*/ 35 w 35"/>
                <a:gd name="T1" fmla="*/ 21 h 21"/>
                <a:gd name="T2" fmla="*/ 35 w 35"/>
                <a:gd name="T3" fmla="*/ 17 h 21"/>
                <a:gd name="T4" fmla="*/ 34 w 35"/>
                <a:gd name="T5" fmla="*/ 15 h 21"/>
                <a:gd name="T6" fmla="*/ 34 w 35"/>
                <a:gd name="T7" fmla="*/ 15 h 21"/>
                <a:gd name="T8" fmla="*/ 32 w 35"/>
                <a:gd name="T9" fmla="*/ 13 h 21"/>
                <a:gd name="T10" fmla="*/ 30 w 35"/>
                <a:gd name="T11" fmla="*/ 12 h 21"/>
                <a:gd name="T12" fmla="*/ 28 w 35"/>
                <a:gd name="T13" fmla="*/ 10 h 21"/>
                <a:gd name="T14" fmla="*/ 24 w 35"/>
                <a:gd name="T15" fmla="*/ 8 h 21"/>
                <a:gd name="T16" fmla="*/ 22 w 35"/>
                <a:gd name="T17" fmla="*/ 8 h 21"/>
                <a:gd name="T18" fmla="*/ 20 w 35"/>
                <a:gd name="T19" fmla="*/ 4 h 21"/>
                <a:gd name="T20" fmla="*/ 17 w 35"/>
                <a:gd name="T21" fmla="*/ 4 h 21"/>
                <a:gd name="T22" fmla="*/ 13 w 35"/>
                <a:gd name="T23" fmla="*/ 2 h 21"/>
                <a:gd name="T24" fmla="*/ 7 w 35"/>
                <a:gd name="T25" fmla="*/ 0 h 21"/>
                <a:gd name="T26" fmla="*/ 4 w 35"/>
                <a:gd name="T27" fmla="*/ 0 h 21"/>
                <a:gd name="T28" fmla="*/ 0 w 35"/>
                <a:gd name="T29" fmla="*/ 2 h 21"/>
                <a:gd name="T30" fmla="*/ 2 w 35"/>
                <a:gd name="T31" fmla="*/ 6 h 21"/>
                <a:gd name="T32" fmla="*/ 4 w 35"/>
                <a:gd name="T33" fmla="*/ 6 h 21"/>
                <a:gd name="T34" fmla="*/ 9 w 35"/>
                <a:gd name="T35" fmla="*/ 10 h 21"/>
                <a:gd name="T36" fmla="*/ 9 w 35"/>
                <a:gd name="T37" fmla="*/ 12 h 21"/>
                <a:gd name="T38" fmla="*/ 9 w 35"/>
                <a:gd name="T39" fmla="*/ 13 h 21"/>
                <a:gd name="T40" fmla="*/ 11 w 35"/>
                <a:gd name="T41" fmla="*/ 13 h 21"/>
                <a:gd name="T42" fmla="*/ 17 w 35"/>
                <a:gd name="T43" fmla="*/ 17 h 21"/>
                <a:gd name="T44" fmla="*/ 20 w 35"/>
                <a:gd name="T45" fmla="*/ 17 h 21"/>
                <a:gd name="T46" fmla="*/ 24 w 35"/>
                <a:gd name="T47" fmla="*/ 19 h 21"/>
                <a:gd name="T48" fmla="*/ 26 w 35"/>
                <a:gd name="T49" fmla="*/ 21 h 21"/>
                <a:gd name="T50" fmla="*/ 28 w 35"/>
                <a:gd name="T51" fmla="*/ 21 h 21"/>
                <a:gd name="T52" fmla="*/ 30 w 35"/>
                <a:gd name="T53" fmla="*/ 21 h 21"/>
                <a:gd name="T54" fmla="*/ 35 w 35"/>
                <a:gd name="T5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1">
                  <a:moveTo>
                    <a:pt x="35" y="21"/>
                  </a:moveTo>
                  <a:lnTo>
                    <a:pt x="35" y="17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2" y="13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2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6"/>
                  </a:lnTo>
                  <a:lnTo>
                    <a:pt x="4" y="6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4" y="19"/>
                  </a:lnTo>
                  <a:lnTo>
                    <a:pt x="26" y="21"/>
                  </a:lnTo>
                  <a:lnTo>
                    <a:pt x="28" y="21"/>
                  </a:lnTo>
                  <a:lnTo>
                    <a:pt x="30" y="21"/>
                  </a:lnTo>
                  <a:lnTo>
                    <a:pt x="35" y="2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6" name="Freeform 6503">
              <a:extLst>
                <a:ext uri="{FF2B5EF4-FFF2-40B4-BE49-F238E27FC236}">
                  <a16:creationId xmlns:a16="http://schemas.microsoft.com/office/drawing/2014/main" id="{F07D984D-93F2-43EB-ACE8-F49D2F7C670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1" y="2023"/>
              <a:ext cx="18" cy="15"/>
            </a:xfrm>
            <a:custGeom>
              <a:avLst/>
              <a:gdLst>
                <a:gd name="T0" fmla="*/ 9 w 18"/>
                <a:gd name="T1" fmla="*/ 9 h 15"/>
                <a:gd name="T2" fmla="*/ 11 w 18"/>
                <a:gd name="T3" fmla="*/ 11 h 15"/>
                <a:gd name="T4" fmla="*/ 18 w 18"/>
                <a:gd name="T5" fmla="*/ 13 h 15"/>
                <a:gd name="T6" fmla="*/ 18 w 18"/>
                <a:gd name="T7" fmla="*/ 9 h 15"/>
                <a:gd name="T8" fmla="*/ 18 w 18"/>
                <a:gd name="T9" fmla="*/ 8 h 15"/>
                <a:gd name="T10" fmla="*/ 18 w 18"/>
                <a:gd name="T11" fmla="*/ 4 h 15"/>
                <a:gd name="T12" fmla="*/ 15 w 18"/>
                <a:gd name="T13" fmla="*/ 2 h 15"/>
                <a:gd name="T14" fmla="*/ 13 w 18"/>
                <a:gd name="T15" fmla="*/ 2 h 15"/>
                <a:gd name="T16" fmla="*/ 11 w 18"/>
                <a:gd name="T17" fmla="*/ 0 h 15"/>
                <a:gd name="T18" fmla="*/ 7 w 18"/>
                <a:gd name="T19" fmla="*/ 0 h 15"/>
                <a:gd name="T20" fmla="*/ 5 w 18"/>
                <a:gd name="T21" fmla="*/ 2 h 15"/>
                <a:gd name="T22" fmla="*/ 5 w 18"/>
                <a:gd name="T23" fmla="*/ 4 h 15"/>
                <a:gd name="T24" fmla="*/ 3 w 18"/>
                <a:gd name="T25" fmla="*/ 4 h 15"/>
                <a:gd name="T26" fmla="*/ 0 w 18"/>
                <a:gd name="T27" fmla="*/ 8 h 15"/>
                <a:gd name="T28" fmla="*/ 1 w 18"/>
                <a:gd name="T29" fmla="*/ 9 h 15"/>
                <a:gd name="T30" fmla="*/ 3 w 18"/>
                <a:gd name="T31" fmla="*/ 9 h 15"/>
                <a:gd name="T32" fmla="*/ 3 w 18"/>
                <a:gd name="T33" fmla="*/ 9 h 15"/>
                <a:gd name="T34" fmla="*/ 9 w 18"/>
                <a:gd name="T35" fmla="*/ 15 h 15"/>
                <a:gd name="T36" fmla="*/ 7 w 18"/>
                <a:gd name="T37" fmla="*/ 9 h 15"/>
                <a:gd name="T38" fmla="*/ 7 w 18"/>
                <a:gd name="T39" fmla="*/ 9 h 15"/>
                <a:gd name="T40" fmla="*/ 9 w 18"/>
                <a:gd name="T4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15">
                  <a:moveTo>
                    <a:pt x="9" y="9"/>
                  </a:moveTo>
                  <a:lnTo>
                    <a:pt x="11" y="11"/>
                  </a:lnTo>
                  <a:lnTo>
                    <a:pt x="18" y="13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4"/>
                  </a:lnTo>
                  <a:lnTo>
                    <a:pt x="3" y="4"/>
                  </a:lnTo>
                  <a:lnTo>
                    <a:pt x="0" y="8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9" y="15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7" name="Freeform 6504">
              <a:extLst>
                <a:ext uri="{FF2B5EF4-FFF2-40B4-BE49-F238E27FC236}">
                  <a16:creationId xmlns:a16="http://schemas.microsoft.com/office/drawing/2014/main" id="{1AB22FC9-94FA-474C-B305-4EC42ACC1C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2146"/>
              <a:ext cx="8" cy="9"/>
            </a:xfrm>
            <a:custGeom>
              <a:avLst/>
              <a:gdLst>
                <a:gd name="T0" fmla="*/ 6 w 8"/>
                <a:gd name="T1" fmla="*/ 2 h 9"/>
                <a:gd name="T2" fmla="*/ 6 w 8"/>
                <a:gd name="T3" fmla="*/ 0 h 9"/>
                <a:gd name="T4" fmla="*/ 4 w 8"/>
                <a:gd name="T5" fmla="*/ 4 h 9"/>
                <a:gd name="T6" fmla="*/ 0 w 8"/>
                <a:gd name="T7" fmla="*/ 6 h 9"/>
                <a:gd name="T8" fmla="*/ 2 w 8"/>
                <a:gd name="T9" fmla="*/ 9 h 9"/>
                <a:gd name="T10" fmla="*/ 4 w 8"/>
                <a:gd name="T11" fmla="*/ 9 h 9"/>
                <a:gd name="T12" fmla="*/ 6 w 8"/>
                <a:gd name="T13" fmla="*/ 8 h 9"/>
                <a:gd name="T14" fmla="*/ 6 w 8"/>
                <a:gd name="T15" fmla="*/ 8 h 9"/>
                <a:gd name="T16" fmla="*/ 8 w 8"/>
                <a:gd name="T17" fmla="*/ 2 h 9"/>
                <a:gd name="T18" fmla="*/ 8 w 8"/>
                <a:gd name="T19" fmla="*/ 2 h 9"/>
                <a:gd name="T20" fmla="*/ 8 w 8"/>
                <a:gd name="T21" fmla="*/ 0 h 9"/>
                <a:gd name="T22" fmla="*/ 6 w 8"/>
                <a:gd name="T2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lnTo>
                    <a:pt x="6" y="0"/>
                  </a:lnTo>
                  <a:lnTo>
                    <a:pt x="4" y="4"/>
                  </a:lnTo>
                  <a:lnTo>
                    <a:pt x="0" y="6"/>
                  </a:lnTo>
                  <a:lnTo>
                    <a:pt x="2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8" name="Freeform 6505">
              <a:extLst>
                <a:ext uri="{FF2B5EF4-FFF2-40B4-BE49-F238E27FC236}">
                  <a16:creationId xmlns:a16="http://schemas.microsoft.com/office/drawing/2014/main" id="{3E41A885-9BB5-45BD-A98C-9DCFB10BFEA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9" y="1818"/>
              <a:ext cx="18" cy="26"/>
            </a:xfrm>
            <a:custGeom>
              <a:avLst/>
              <a:gdLst>
                <a:gd name="T0" fmla="*/ 18 w 18"/>
                <a:gd name="T1" fmla="*/ 7 h 26"/>
                <a:gd name="T2" fmla="*/ 17 w 18"/>
                <a:gd name="T3" fmla="*/ 6 h 26"/>
                <a:gd name="T4" fmla="*/ 17 w 18"/>
                <a:gd name="T5" fmla="*/ 4 h 26"/>
                <a:gd name="T6" fmla="*/ 15 w 18"/>
                <a:gd name="T7" fmla="*/ 2 h 26"/>
                <a:gd name="T8" fmla="*/ 13 w 18"/>
                <a:gd name="T9" fmla="*/ 2 h 26"/>
                <a:gd name="T10" fmla="*/ 13 w 18"/>
                <a:gd name="T11" fmla="*/ 2 h 26"/>
                <a:gd name="T12" fmla="*/ 13 w 18"/>
                <a:gd name="T13" fmla="*/ 2 h 26"/>
                <a:gd name="T14" fmla="*/ 9 w 18"/>
                <a:gd name="T15" fmla="*/ 0 h 26"/>
                <a:gd name="T16" fmla="*/ 9 w 18"/>
                <a:gd name="T17" fmla="*/ 2 h 26"/>
                <a:gd name="T18" fmla="*/ 5 w 18"/>
                <a:gd name="T19" fmla="*/ 6 h 26"/>
                <a:gd name="T20" fmla="*/ 5 w 18"/>
                <a:gd name="T21" fmla="*/ 6 h 26"/>
                <a:gd name="T22" fmla="*/ 4 w 18"/>
                <a:gd name="T23" fmla="*/ 7 h 26"/>
                <a:gd name="T24" fmla="*/ 2 w 18"/>
                <a:gd name="T25" fmla="*/ 9 h 26"/>
                <a:gd name="T26" fmla="*/ 4 w 18"/>
                <a:gd name="T27" fmla="*/ 11 h 26"/>
                <a:gd name="T28" fmla="*/ 2 w 18"/>
                <a:gd name="T29" fmla="*/ 13 h 26"/>
                <a:gd name="T30" fmla="*/ 0 w 18"/>
                <a:gd name="T31" fmla="*/ 15 h 26"/>
                <a:gd name="T32" fmla="*/ 2 w 18"/>
                <a:gd name="T33" fmla="*/ 17 h 26"/>
                <a:gd name="T34" fmla="*/ 0 w 18"/>
                <a:gd name="T35" fmla="*/ 19 h 26"/>
                <a:gd name="T36" fmla="*/ 2 w 18"/>
                <a:gd name="T37" fmla="*/ 21 h 26"/>
                <a:gd name="T38" fmla="*/ 4 w 18"/>
                <a:gd name="T39" fmla="*/ 21 h 26"/>
                <a:gd name="T40" fmla="*/ 4 w 18"/>
                <a:gd name="T41" fmla="*/ 22 h 26"/>
                <a:gd name="T42" fmla="*/ 4 w 18"/>
                <a:gd name="T43" fmla="*/ 22 h 26"/>
                <a:gd name="T44" fmla="*/ 5 w 18"/>
                <a:gd name="T45" fmla="*/ 26 h 26"/>
                <a:gd name="T46" fmla="*/ 7 w 18"/>
                <a:gd name="T47" fmla="*/ 26 h 26"/>
                <a:gd name="T48" fmla="*/ 9 w 18"/>
                <a:gd name="T49" fmla="*/ 24 h 26"/>
                <a:gd name="T50" fmla="*/ 9 w 18"/>
                <a:gd name="T51" fmla="*/ 22 h 26"/>
                <a:gd name="T52" fmla="*/ 9 w 18"/>
                <a:gd name="T53" fmla="*/ 22 h 26"/>
                <a:gd name="T54" fmla="*/ 9 w 18"/>
                <a:gd name="T55" fmla="*/ 19 h 26"/>
                <a:gd name="T56" fmla="*/ 9 w 18"/>
                <a:gd name="T57" fmla="*/ 19 h 26"/>
                <a:gd name="T58" fmla="*/ 11 w 18"/>
                <a:gd name="T59" fmla="*/ 17 h 26"/>
                <a:gd name="T60" fmla="*/ 13 w 18"/>
                <a:gd name="T61" fmla="*/ 15 h 26"/>
                <a:gd name="T62" fmla="*/ 15 w 18"/>
                <a:gd name="T63" fmla="*/ 15 h 26"/>
                <a:gd name="T64" fmla="*/ 17 w 18"/>
                <a:gd name="T65" fmla="*/ 13 h 26"/>
                <a:gd name="T66" fmla="*/ 15 w 18"/>
                <a:gd name="T67" fmla="*/ 11 h 26"/>
                <a:gd name="T68" fmla="*/ 17 w 18"/>
                <a:gd name="T69" fmla="*/ 9 h 26"/>
                <a:gd name="T70" fmla="*/ 18 w 18"/>
                <a:gd name="T71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6">
                  <a:moveTo>
                    <a:pt x="18" y="7"/>
                  </a:moveTo>
                  <a:lnTo>
                    <a:pt x="17" y="6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9" y="0"/>
                  </a:lnTo>
                  <a:lnTo>
                    <a:pt x="9" y="2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1" y="17"/>
                  </a:lnTo>
                  <a:lnTo>
                    <a:pt x="13" y="15"/>
                  </a:lnTo>
                  <a:lnTo>
                    <a:pt x="15" y="15"/>
                  </a:lnTo>
                  <a:lnTo>
                    <a:pt x="17" y="13"/>
                  </a:lnTo>
                  <a:lnTo>
                    <a:pt x="15" y="11"/>
                  </a:lnTo>
                  <a:lnTo>
                    <a:pt x="17" y="9"/>
                  </a:lnTo>
                  <a:lnTo>
                    <a:pt x="1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9" name="Freeform 6506">
              <a:extLst>
                <a:ext uri="{FF2B5EF4-FFF2-40B4-BE49-F238E27FC236}">
                  <a16:creationId xmlns:a16="http://schemas.microsoft.com/office/drawing/2014/main" id="{F6BFB71D-8939-45CE-873D-BDEDC7EA9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9" y="1725"/>
              <a:ext cx="78" cy="74"/>
            </a:xfrm>
            <a:custGeom>
              <a:avLst/>
              <a:gdLst>
                <a:gd name="T0" fmla="*/ 41 w 42"/>
                <a:gd name="T1" fmla="*/ 33 h 40"/>
                <a:gd name="T2" fmla="*/ 40 w 42"/>
                <a:gd name="T3" fmla="*/ 29 h 40"/>
                <a:gd name="T4" fmla="*/ 37 w 42"/>
                <a:gd name="T5" fmla="*/ 30 h 40"/>
                <a:gd name="T6" fmla="*/ 35 w 42"/>
                <a:gd name="T7" fmla="*/ 30 h 40"/>
                <a:gd name="T8" fmla="*/ 33 w 42"/>
                <a:gd name="T9" fmla="*/ 30 h 40"/>
                <a:gd name="T10" fmla="*/ 36 w 42"/>
                <a:gd name="T11" fmla="*/ 27 h 40"/>
                <a:gd name="T12" fmla="*/ 36 w 42"/>
                <a:gd name="T13" fmla="*/ 25 h 40"/>
                <a:gd name="T14" fmla="*/ 35 w 42"/>
                <a:gd name="T15" fmla="*/ 22 h 40"/>
                <a:gd name="T16" fmla="*/ 30 w 42"/>
                <a:gd name="T17" fmla="*/ 16 h 40"/>
                <a:gd name="T18" fmla="*/ 29 w 42"/>
                <a:gd name="T19" fmla="*/ 14 h 40"/>
                <a:gd name="T20" fmla="*/ 24 w 42"/>
                <a:gd name="T21" fmla="*/ 12 h 40"/>
                <a:gd name="T22" fmla="*/ 25 w 42"/>
                <a:gd name="T23" fmla="*/ 9 h 40"/>
                <a:gd name="T24" fmla="*/ 22 w 42"/>
                <a:gd name="T25" fmla="*/ 7 h 40"/>
                <a:gd name="T26" fmla="*/ 20 w 42"/>
                <a:gd name="T27" fmla="*/ 10 h 40"/>
                <a:gd name="T28" fmla="*/ 19 w 42"/>
                <a:gd name="T29" fmla="*/ 7 h 40"/>
                <a:gd name="T30" fmla="*/ 21 w 42"/>
                <a:gd name="T31" fmla="*/ 6 h 40"/>
                <a:gd name="T32" fmla="*/ 19 w 42"/>
                <a:gd name="T33" fmla="*/ 3 h 40"/>
                <a:gd name="T34" fmla="*/ 16 w 42"/>
                <a:gd name="T35" fmla="*/ 2 h 40"/>
                <a:gd name="T36" fmla="*/ 12 w 42"/>
                <a:gd name="T37" fmla="*/ 8 h 40"/>
                <a:gd name="T38" fmla="*/ 11 w 42"/>
                <a:gd name="T39" fmla="*/ 11 h 40"/>
                <a:gd name="T40" fmla="*/ 9 w 42"/>
                <a:gd name="T41" fmla="*/ 15 h 40"/>
                <a:gd name="T42" fmla="*/ 7 w 42"/>
                <a:gd name="T43" fmla="*/ 19 h 40"/>
                <a:gd name="T44" fmla="*/ 6 w 42"/>
                <a:gd name="T45" fmla="*/ 23 h 40"/>
                <a:gd name="T46" fmla="*/ 3 w 42"/>
                <a:gd name="T47" fmla="*/ 26 h 40"/>
                <a:gd name="T48" fmla="*/ 0 w 42"/>
                <a:gd name="T49" fmla="*/ 31 h 40"/>
                <a:gd name="T50" fmla="*/ 2 w 42"/>
                <a:gd name="T51" fmla="*/ 33 h 40"/>
                <a:gd name="T52" fmla="*/ 4 w 42"/>
                <a:gd name="T53" fmla="*/ 32 h 40"/>
                <a:gd name="T54" fmla="*/ 6 w 42"/>
                <a:gd name="T55" fmla="*/ 32 h 40"/>
                <a:gd name="T56" fmla="*/ 5 w 42"/>
                <a:gd name="T57" fmla="*/ 34 h 40"/>
                <a:gd name="T58" fmla="*/ 5 w 42"/>
                <a:gd name="T59" fmla="*/ 38 h 40"/>
                <a:gd name="T60" fmla="*/ 7 w 42"/>
                <a:gd name="T61" fmla="*/ 40 h 40"/>
                <a:gd name="T62" fmla="*/ 11 w 42"/>
                <a:gd name="T63" fmla="*/ 39 h 40"/>
                <a:gd name="T64" fmla="*/ 13 w 42"/>
                <a:gd name="T65" fmla="*/ 38 h 40"/>
                <a:gd name="T66" fmla="*/ 16 w 42"/>
                <a:gd name="T67" fmla="*/ 34 h 40"/>
                <a:gd name="T68" fmla="*/ 17 w 42"/>
                <a:gd name="T69" fmla="*/ 34 h 40"/>
                <a:gd name="T70" fmla="*/ 20 w 42"/>
                <a:gd name="T71" fmla="*/ 33 h 40"/>
                <a:gd name="T72" fmla="*/ 22 w 42"/>
                <a:gd name="T73" fmla="*/ 28 h 40"/>
                <a:gd name="T74" fmla="*/ 24 w 42"/>
                <a:gd name="T75" fmla="*/ 28 h 40"/>
                <a:gd name="T76" fmla="*/ 25 w 42"/>
                <a:gd name="T77" fmla="*/ 27 h 40"/>
                <a:gd name="T78" fmla="*/ 24 w 42"/>
                <a:gd name="T79" fmla="*/ 30 h 40"/>
                <a:gd name="T80" fmla="*/ 28 w 42"/>
                <a:gd name="T81" fmla="*/ 31 h 40"/>
                <a:gd name="T82" fmla="*/ 27 w 42"/>
                <a:gd name="T83" fmla="*/ 33 h 40"/>
                <a:gd name="T84" fmla="*/ 29 w 42"/>
                <a:gd name="T85" fmla="*/ 36 h 40"/>
                <a:gd name="T86" fmla="*/ 31 w 42"/>
                <a:gd name="T87" fmla="*/ 36 h 40"/>
                <a:gd name="T88" fmla="*/ 33 w 42"/>
                <a:gd name="T89" fmla="*/ 38 h 40"/>
                <a:gd name="T90" fmla="*/ 37 w 42"/>
                <a:gd name="T91" fmla="*/ 38 h 40"/>
                <a:gd name="T92" fmla="*/ 40 w 42"/>
                <a:gd name="T93" fmla="*/ 35 h 40"/>
                <a:gd name="T94" fmla="*/ 41 w 42"/>
                <a:gd name="T95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40">
                  <a:moveTo>
                    <a:pt x="41" y="33"/>
                  </a:move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" y="33"/>
                    <a:pt x="1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3"/>
                    <a:pt x="42" y="33"/>
                    <a:pt x="42" y="33"/>
                  </a:cubicBezTo>
                  <a:lnTo>
                    <a:pt x="41" y="3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0" name="Freeform 6507">
              <a:extLst>
                <a:ext uri="{FF2B5EF4-FFF2-40B4-BE49-F238E27FC236}">
                  <a16:creationId xmlns:a16="http://schemas.microsoft.com/office/drawing/2014/main" id="{95104D3A-4C99-4E01-843B-9EEC3EC3FE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2" y="1954"/>
              <a:ext cx="22" cy="19"/>
            </a:xfrm>
            <a:custGeom>
              <a:avLst/>
              <a:gdLst>
                <a:gd name="T0" fmla="*/ 8 w 12"/>
                <a:gd name="T1" fmla="*/ 8 h 10"/>
                <a:gd name="T2" fmla="*/ 9 w 12"/>
                <a:gd name="T3" fmla="*/ 7 h 10"/>
                <a:gd name="T4" fmla="*/ 9 w 12"/>
                <a:gd name="T5" fmla="*/ 7 h 10"/>
                <a:gd name="T6" fmla="*/ 10 w 12"/>
                <a:gd name="T7" fmla="*/ 7 h 10"/>
                <a:gd name="T8" fmla="*/ 10 w 12"/>
                <a:gd name="T9" fmla="*/ 7 h 10"/>
                <a:gd name="T10" fmla="*/ 11 w 12"/>
                <a:gd name="T11" fmla="*/ 6 h 10"/>
                <a:gd name="T12" fmla="*/ 12 w 12"/>
                <a:gd name="T13" fmla="*/ 4 h 10"/>
                <a:gd name="T14" fmla="*/ 11 w 12"/>
                <a:gd name="T15" fmla="*/ 4 h 10"/>
                <a:gd name="T16" fmla="*/ 11 w 12"/>
                <a:gd name="T17" fmla="*/ 4 h 10"/>
                <a:gd name="T18" fmla="*/ 10 w 12"/>
                <a:gd name="T19" fmla="*/ 2 h 10"/>
                <a:gd name="T20" fmla="*/ 10 w 12"/>
                <a:gd name="T21" fmla="*/ 2 h 10"/>
                <a:gd name="T22" fmla="*/ 9 w 12"/>
                <a:gd name="T23" fmla="*/ 1 h 10"/>
                <a:gd name="T24" fmla="*/ 10 w 12"/>
                <a:gd name="T25" fmla="*/ 1 h 10"/>
                <a:gd name="T26" fmla="*/ 9 w 12"/>
                <a:gd name="T27" fmla="*/ 0 h 10"/>
                <a:gd name="T28" fmla="*/ 7 w 12"/>
                <a:gd name="T29" fmla="*/ 0 h 10"/>
                <a:gd name="T30" fmla="*/ 8 w 12"/>
                <a:gd name="T31" fmla="*/ 1 h 10"/>
                <a:gd name="T32" fmla="*/ 7 w 12"/>
                <a:gd name="T33" fmla="*/ 2 h 10"/>
                <a:gd name="T34" fmla="*/ 7 w 12"/>
                <a:gd name="T35" fmla="*/ 2 h 10"/>
                <a:gd name="T36" fmla="*/ 6 w 12"/>
                <a:gd name="T37" fmla="*/ 1 h 10"/>
                <a:gd name="T38" fmla="*/ 5 w 12"/>
                <a:gd name="T39" fmla="*/ 2 h 10"/>
                <a:gd name="T40" fmla="*/ 7 w 12"/>
                <a:gd name="T41" fmla="*/ 0 h 10"/>
                <a:gd name="T42" fmla="*/ 4 w 12"/>
                <a:gd name="T43" fmla="*/ 2 h 10"/>
                <a:gd name="T44" fmla="*/ 3 w 12"/>
                <a:gd name="T45" fmla="*/ 2 h 10"/>
                <a:gd name="T46" fmla="*/ 2 w 12"/>
                <a:gd name="T47" fmla="*/ 2 h 10"/>
                <a:gd name="T48" fmla="*/ 2 w 12"/>
                <a:gd name="T49" fmla="*/ 3 h 10"/>
                <a:gd name="T50" fmla="*/ 1 w 12"/>
                <a:gd name="T51" fmla="*/ 3 h 10"/>
                <a:gd name="T52" fmla="*/ 0 w 12"/>
                <a:gd name="T53" fmla="*/ 5 h 10"/>
                <a:gd name="T54" fmla="*/ 1 w 12"/>
                <a:gd name="T55" fmla="*/ 6 h 10"/>
                <a:gd name="T56" fmla="*/ 2 w 12"/>
                <a:gd name="T57" fmla="*/ 5 h 10"/>
                <a:gd name="T58" fmla="*/ 4 w 12"/>
                <a:gd name="T59" fmla="*/ 4 h 10"/>
                <a:gd name="T60" fmla="*/ 2 w 12"/>
                <a:gd name="T61" fmla="*/ 6 h 10"/>
                <a:gd name="T62" fmla="*/ 2 w 12"/>
                <a:gd name="T63" fmla="*/ 7 h 10"/>
                <a:gd name="T64" fmla="*/ 1 w 12"/>
                <a:gd name="T65" fmla="*/ 8 h 10"/>
                <a:gd name="T66" fmla="*/ 1 w 12"/>
                <a:gd name="T67" fmla="*/ 10 h 10"/>
                <a:gd name="T68" fmla="*/ 2 w 12"/>
                <a:gd name="T69" fmla="*/ 10 h 10"/>
                <a:gd name="T70" fmla="*/ 4 w 12"/>
                <a:gd name="T71" fmla="*/ 10 h 10"/>
                <a:gd name="T72" fmla="*/ 5 w 12"/>
                <a:gd name="T73" fmla="*/ 9 h 10"/>
                <a:gd name="T74" fmla="*/ 5 w 12"/>
                <a:gd name="T75" fmla="*/ 9 h 10"/>
                <a:gd name="T76" fmla="*/ 5 w 12"/>
                <a:gd name="T77" fmla="*/ 10 h 10"/>
                <a:gd name="T78" fmla="*/ 8 w 12"/>
                <a:gd name="T7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" h="10">
                  <a:moveTo>
                    <a:pt x="8" y="8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1" name="Freeform 6508">
              <a:extLst>
                <a:ext uri="{FF2B5EF4-FFF2-40B4-BE49-F238E27FC236}">
                  <a16:creationId xmlns:a16="http://schemas.microsoft.com/office/drawing/2014/main" id="{5B5EB484-A92E-4256-9532-7D28D6E49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45" y="2595"/>
              <a:ext cx="7" cy="6"/>
            </a:xfrm>
            <a:custGeom>
              <a:avLst/>
              <a:gdLst>
                <a:gd name="T0" fmla="*/ 0 w 7"/>
                <a:gd name="T1" fmla="*/ 6 h 6"/>
                <a:gd name="T2" fmla="*/ 6 w 7"/>
                <a:gd name="T3" fmla="*/ 4 h 6"/>
                <a:gd name="T4" fmla="*/ 7 w 7"/>
                <a:gd name="T5" fmla="*/ 0 h 6"/>
                <a:gd name="T6" fmla="*/ 2 w 7"/>
                <a:gd name="T7" fmla="*/ 0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lnTo>
                    <a:pt x="6" y="4"/>
                  </a:lnTo>
                  <a:lnTo>
                    <a:pt x="7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2" name="Freeform 6509">
              <a:extLst>
                <a:ext uri="{FF2B5EF4-FFF2-40B4-BE49-F238E27FC236}">
                  <a16:creationId xmlns:a16="http://schemas.microsoft.com/office/drawing/2014/main" id="{72393F64-E06D-473C-8C45-7CB6A78003E5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6" y="2609"/>
              <a:ext cx="33" cy="14"/>
            </a:xfrm>
            <a:custGeom>
              <a:avLst/>
              <a:gdLst>
                <a:gd name="T0" fmla="*/ 28 w 33"/>
                <a:gd name="T1" fmla="*/ 3 h 14"/>
                <a:gd name="T2" fmla="*/ 26 w 33"/>
                <a:gd name="T3" fmla="*/ 0 h 14"/>
                <a:gd name="T4" fmla="*/ 15 w 33"/>
                <a:gd name="T5" fmla="*/ 0 h 14"/>
                <a:gd name="T6" fmla="*/ 9 w 33"/>
                <a:gd name="T7" fmla="*/ 0 h 14"/>
                <a:gd name="T8" fmla="*/ 6 w 33"/>
                <a:gd name="T9" fmla="*/ 0 h 14"/>
                <a:gd name="T10" fmla="*/ 4 w 33"/>
                <a:gd name="T11" fmla="*/ 0 h 14"/>
                <a:gd name="T12" fmla="*/ 0 w 33"/>
                <a:gd name="T13" fmla="*/ 3 h 14"/>
                <a:gd name="T14" fmla="*/ 4 w 33"/>
                <a:gd name="T15" fmla="*/ 7 h 14"/>
                <a:gd name="T16" fmla="*/ 6 w 33"/>
                <a:gd name="T17" fmla="*/ 7 h 14"/>
                <a:gd name="T18" fmla="*/ 7 w 33"/>
                <a:gd name="T19" fmla="*/ 7 h 14"/>
                <a:gd name="T20" fmla="*/ 9 w 33"/>
                <a:gd name="T21" fmla="*/ 9 h 14"/>
                <a:gd name="T22" fmla="*/ 11 w 33"/>
                <a:gd name="T23" fmla="*/ 13 h 14"/>
                <a:gd name="T24" fmla="*/ 15 w 33"/>
                <a:gd name="T25" fmla="*/ 13 h 14"/>
                <a:gd name="T26" fmla="*/ 17 w 33"/>
                <a:gd name="T27" fmla="*/ 13 h 14"/>
                <a:gd name="T28" fmla="*/ 20 w 33"/>
                <a:gd name="T29" fmla="*/ 14 h 14"/>
                <a:gd name="T30" fmla="*/ 22 w 33"/>
                <a:gd name="T31" fmla="*/ 11 h 14"/>
                <a:gd name="T32" fmla="*/ 22 w 33"/>
                <a:gd name="T33" fmla="*/ 11 h 14"/>
                <a:gd name="T34" fmla="*/ 24 w 33"/>
                <a:gd name="T35" fmla="*/ 13 h 14"/>
                <a:gd name="T36" fmla="*/ 26 w 33"/>
                <a:gd name="T37" fmla="*/ 11 h 14"/>
                <a:gd name="T38" fmla="*/ 26 w 33"/>
                <a:gd name="T39" fmla="*/ 9 h 14"/>
                <a:gd name="T40" fmla="*/ 28 w 33"/>
                <a:gd name="T41" fmla="*/ 11 h 14"/>
                <a:gd name="T42" fmla="*/ 33 w 33"/>
                <a:gd name="T43" fmla="*/ 11 h 14"/>
                <a:gd name="T44" fmla="*/ 33 w 33"/>
                <a:gd name="T45" fmla="*/ 7 h 14"/>
                <a:gd name="T46" fmla="*/ 32 w 33"/>
                <a:gd name="T47" fmla="*/ 5 h 14"/>
                <a:gd name="T48" fmla="*/ 28 w 33"/>
                <a:gd name="T4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14">
                  <a:moveTo>
                    <a:pt x="28" y="3"/>
                  </a:moveTo>
                  <a:lnTo>
                    <a:pt x="26" y="0"/>
                  </a:lnTo>
                  <a:lnTo>
                    <a:pt x="15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3"/>
                  </a:lnTo>
                  <a:lnTo>
                    <a:pt x="4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20" y="14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8" y="11"/>
                  </a:lnTo>
                  <a:lnTo>
                    <a:pt x="33" y="11"/>
                  </a:lnTo>
                  <a:lnTo>
                    <a:pt x="33" y="7"/>
                  </a:lnTo>
                  <a:lnTo>
                    <a:pt x="32" y="5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3" name="Freeform 6510">
              <a:extLst>
                <a:ext uri="{FF2B5EF4-FFF2-40B4-BE49-F238E27FC236}">
                  <a16:creationId xmlns:a16="http://schemas.microsoft.com/office/drawing/2014/main" id="{E577C155-6AC5-4BB6-B06C-FF5DBE5F4E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2601"/>
              <a:ext cx="9" cy="8"/>
            </a:xfrm>
            <a:custGeom>
              <a:avLst/>
              <a:gdLst>
                <a:gd name="T0" fmla="*/ 9 w 9"/>
                <a:gd name="T1" fmla="*/ 8 h 8"/>
                <a:gd name="T2" fmla="*/ 7 w 9"/>
                <a:gd name="T3" fmla="*/ 2 h 8"/>
                <a:gd name="T4" fmla="*/ 3 w 9"/>
                <a:gd name="T5" fmla="*/ 0 h 8"/>
                <a:gd name="T6" fmla="*/ 0 w 9"/>
                <a:gd name="T7" fmla="*/ 2 h 8"/>
                <a:gd name="T8" fmla="*/ 1 w 9"/>
                <a:gd name="T9" fmla="*/ 4 h 8"/>
                <a:gd name="T10" fmla="*/ 9 w 9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lnTo>
                    <a:pt x="7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1" y="4"/>
                  </a:lnTo>
                  <a:lnTo>
                    <a:pt x="9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4" name="Freeform 6511">
              <a:extLst>
                <a:ext uri="{FF2B5EF4-FFF2-40B4-BE49-F238E27FC236}">
                  <a16:creationId xmlns:a16="http://schemas.microsoft.com/office/drawing/2014/main" id="{E67A8E08-6A92-4848-8563-0B494B50E9E7}"/>
                </a:ext>
              </a:extLst>
            </p:cNvPr>
            <p:cNvSpPr>
              <a:spLocks/>
            </p:cNvSpPr>
            <p:nvPr/>
          </p:nvSpPr>
          <p:spPr bwMode="gray">
            <a:xfrm>
              <a:off x="2398" y="2538"/>
              <a:ext cx="151" cy="54"/>
            </a:xfrm>
            <a:custGeom>
              <a:avLst/>
              <a:gdLst>
                <a:gd name="T0" fmla="*/ 136 w 151"/>
                <a:gd name="T1" fmla="*/ 52 h 54"/>
                <a:gd name="T2" fmla="*/ 138 w 151"/>
                <a:gd name="T3" fmla="*/ 52 h 54"/>
                <a:gd name="T4" fmla="*/ 146 w 151"/>
                <a:gd name="T5" fmla="*/ 50 h 54"/>
                <a:gd name="T6" fmla="*/ 151 w 151"/>
                <a:gd name="T7" fmla="*/ 46 h 54"/>
                <a:gd name="T8" fmla="*/ 148 w 151"/>
                <a:gd name="T9" fmla="*/ 43 h 54"/>
                <a:gd name="T10" fmla="*/ 138 w 151"/>
                <a:gd name="T11" fmla="*/ 37 h 54"/>
                <a:gd name="T12" fmla="*/ 133 w 151"/>
                <a:gd name="T13" fmla="*/ 37 h 54"/>
                <a:gd name="T14" fmla="*/ 131 w 151"/>
                <a:gd name="T15" fmla="*/ 31 h 54"/>
                <a:gd name="T16" fmla="*/ 125 w 151"/>
                <a:gd name="T17" fmla="*/ 31 h 54"/>
                <a:gd name="T18" fmla="*/ 120 w 151"/>
                <a:gd name="T19" fmla="*/ 29 h 54"/>
                <a:gd name="T20" fmla="*/ 112 w 151"/>
                <a:gd name="T21" fmla="*/ 24 h 54"/>
                <a:gd name="T22" fmla="*/ 112 w 151"/>
                <a:gd name="T23" fmla="*/ 24 h 54"/>
                <a:gd name="T24" fmla="*/ 108 w 151"/>
                <a:gd name="T25" fmla="*/ 24 h 54"/>
                <a:gd name="T26" fmla="*/ 101 w 151"/>
                <a:gd name="T27" fmla="*/ 22 h 54"/>
                <a:gd name="T28" fmla="*/ 95 w 151"/>
                <a:gd name="T29" fmla="*/ 16 h 54"/>
                <a:gd name="T30" fmla="*/ 82 w 151"/>
                <a:gd name="T31" fmla="*/ 15 h 54"/>
                <a:gd name="T32" fmla="*/ 81 w 151"/>
                <a:gd name="T33" fmla="*/ 11 h 54"/>
                <a:gd name="T34" fmla="*/ 73 w 151"/>
                <a:gd name="T35" fmla="*/ 7 h 54"/>
                <a:gd name="T36" fmla="*/ 62 w 151"/>
                <a:gd name="T37" fmla="*/ 3 h 54"/>
                <a:gd name="T38" fmla="*/ 54 w 151"/>
                <a:gd name="T39" fmla="*/ 5 h 54"/>
                <a:gd name="T40" fmla="*/ 45 w 151"/>
                <a:gd name="T41" fmla="*/ 0 h 54"/>
                <a:gd name="T42" fmla="*/ 36 w 151"/>
                <a:gd name="T43" fmla="*/ 3 h 54"/>
                <a:gd name="T44" fmla="*/ 23 w 151"/>
                <a:gd name="T45" fmla="*/ 5 h 54"/>
                <a:gd name="T46" fmla="*/ 15 w 151"/>
                <a:gd name="T47" fmla="*/ 9 h 54"/>
                <a:gd name="T48" fmla="*/ 10 w 151"/>
                <a:gd name="T49" fmla="*/ 13 h 54"/>
                <a:gd name="T50" fmla="*/ 10 w 151"/>
                <a:gd name="T51" fmla="*/ 18 h 54"/>
                <a:gd name="T52" fmla="*/ 4 w 151"/>
                <a:gd name="T53" fmla="*/ 20 h 54"/>
                <a:gd name="T54" fmla="*/ 0 w 151"/>
                <a:gd name="T55" fmla="*/ 22 h 54"/>
                <a:gd name="T56" fmla="*/ 8 w 151"/>
                <a:gd name="T57" fmla="*/ 22 h 54"/>
                <a:gd name="T58" fmla="*/ 13 w 151"/>
                <a:gd name="T59" fmla="*/ 22 h 54"/>
                <a:gd name="T60" fmla="*/ 17 w 151"/>
                <a:gd name="T61" fmla="*/ 18 h 54"/>
                <a:gd name="T62" fmla="*/ 23 w 151"/>
                <a:gd name="T63" fmla="*/ 18 h 54"/>
                <a:gd name="T64" fmla="*/ 28 w 151"/>
                <a:gd name="T65" fmla="*/ 18 h 54"/>
                <a:gd name="T66" fmla="*/ 34 w 151"/>
                <a:gd name="T67" fmla="*/ 13 h 54"/>
                <a:gd name="T68" fmla="*/ 40 w 151"/>
                <a:gd name="T69" fmla="*/ 11 h 54"/>
                <a:gd name="T70" fmla="*/ 47 w 151"/>
                <a:gd name="T71" fmla="*/ 13 h 54"/>
                <a:gd name="T72" fmla="*/ 47 w 151"/>
                <a:gd name="T73" fmla="*/ 13 h 54"/>
                <a:gd name="T74" fmla="*/ 41 w 151"/>
                <a:gd name="T75" fmla="*/ 15 h 54"/>
                <a:gd name="T76" fmla="*/ 53 w 151"/>
                <a:gd name="T77" fmla="*/ 18 h 54"/>
                <a:gd name="T78" fmla="*/ 56 w 151"/>
                <a:gd name="T79" fmla="*/ 18 h 54"/>
                <a:gd name="T80" fmla="*/ 64 w 151"/>
                <a:gd name="T81" fmla="*/ 20 h 54"/>
                <a:gd name="T82" fmla="*/ 66 w 151"/>
                <a:gd name="T83" fmla="*/ 20 h 54"/>
                <a:gd name="T84" fmla="*/ 67 w 151"/>
                <a:gd name="T85" fmla="*/ 22 h 54"/>
                <a:gd name="T86" fmla="*/ 77 w 151"/>
                <a:gd name="T87" fmla="*/ 26 h 54"/>
                <a:gd name="T88" fmla="*/ 81 w 151"/>
                <a:gd name="T89" fmla="*/ 28 h 54"/>
                <a:gd name="T90" fmla="*/ 84 w 151"/>
                <a:gd name="T91" fmla="*/ 28 h 54"/>
                <a:gd name="T92" fmla="*/ 90 w 151"/>
                <a:gd name="T93" fmla="*/ 26 h 54"/>
                <a:gd name="T94" fmla="*/ 97 w 151"/>
                <a:gd name="T95" fmla="*/ 41 h 54"/>
                <a:gd name="T96" fmla="*/ 101 w 151"/>
                <a:gd name="T97" fmla="*/ 39 h 54"/>
                <a:gd name="T98" fmla="*/ 108 w 151"/>
                <a:gd name="T99" fmla="*/ 41 h 54"/>
                <a:gd name="T100" fmla="*/ 110 w 151"/>
                <a:gd name="T101" fmla="*/ 43 h 54"/>
                <a:gd name="T102" fmla="*/ 107 w 151"/>
                <a:gd name="T103" fmla="*/ 44 h 54"/>
                <a:gd name="T104" fmla="*/ 101 w 151"/>
                <a:gd name="T105" fmla="*/ 54 h 54"/>
                <a:gd name="T106" fmla="*/ 110 w 151"/>
                <a:gd name="T107" fmla="*/ 52 h 54"/>
                <a:gd name="T108" fmla="*/ 120 w 151"/>
                <a:gd name="T109" fmla="*/ 52 h 54"/>
                <a:gd name="T110" fmla="*/ 129 w 151"/>
                <a:gd name="T1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" h="54">
                  <a:moveTo>
                    <a:pt x="129" y="54"/>
                  </a:moveTo>
                  <a:lnTo>
                    <a:pt x="136" y="52"/>
                  </a:lnTo>
                  <a:lnTo>
                    <a:pt x="136" y="52"/>
                  </a:lnTo>
                  <a:lnTo>
                    <a:pt x="138" y="52"/>
                  </a:lnTo>
                  <a:lnTo>
                    <a:pt x="140" y="50"/>
                  </a:lnTo>
                  <a:lnTo>
                    <a:pt x="146" y="50"/>
                  </a:lnTo>
                  <a:lnTo>
                    <a:pt x="149" y="50"/>
                  </a:lnTo>
                  <a:lnTo>
                    <a:pt x="151" y="46"/>
                  </a:lnTo>
                  <a:lnTo>
                    <a:pt x="149" y="43"/>
                  </a:lnTo>
                  <a:lnTo>
                    <a:pt x="148" y="43"/>
                  </a:lnTo>
                  <a:lnTo>
                    <a:pt x="146" y="39"/>
                  </a:lnTo>
                  <a:lnTo>
                    <a:pt x="138" y="37"/>
                  </a:lnTo>
                  <a:lnTo>
                    <a:pt x="131" y="37"/>
                  </a:lnTo>
                  <a:lnTo>
                    <a:pt x="133" y="37"/>
                  </a:lnTo>
                  <a:lnTo>
                    <a:pt x="133" y="31"/>
                  </a:lnTo>
                  <a:lnTo>
                    <a:pt x="131" y="31"/>
                  </a:lnTo>
                  <a:lnTo>
                    <a:pt x="127" y="31"/>
                  </a:lnTo>
                  <a:lnTo>
                    <a:pt x="125" y="31"/>
                  </a:lnTo>
                  <a:lnTo>
                    <a:pt x="120" y="28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2" y="24"/>
                  </a:lnTo>
                  <a:lnTo>
                    <a:pt x="110" y="26"/>
                  </a:lnTo>
                  <a:lnTo>
                    <a:pt x="112" y="24"/>
                  </a:lnTo>
                  <a:lnTo>
                    <a:pt x="108" y="24"/>
                  </a:lnTo>
                  <a:lnTo>
                    <a:pt x="108" y="24"/>
                  </a:lnTo>
                  <a:lnTo>
                    <a:pt x="107" y="24"/>
                  </a:lnTo>
                  <a:lnTo>
                    <a:pt x="101" y="22"/>
                  </a:lnTo>
                  <a:lnTo>
                    <a:pt x="97" y="18"/>
                  </a:lnTo>
                  <a:lnTo>
                    <a:pt x="95" y="16"/>
                  </a:lnTo>
                  <a:lnTo>
                    <a:pt x="92" y="15"/>
                  </a:lnTo>
                  <a:lnTo>
                    <a:pt x="82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77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62" y="3"/>
                  </a:lnTo>
                  <a:lnTo>
                    <a:pt x="58" y="5"/>
                  </a:lnTo>
                  <a:lnTo>
                    <a:pt x="54" y="5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40" y="2"/>
                  </a:lnTo>
                  <a:lnTo>
                    <a:pt x="36" y="3"/>
                  </a:lnTo>
                  <a:lnTo>
                    <a:pt x="28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15" y="9"/>
                  </a:lnTo>
                  <a:lnTo>
                    <a:pt x="13" y="11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4" y="20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8" y="26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18"/>
                  </a:lnTo>
                  <a:lnTo>
                    <a:pt x="21" y="18"/>
                  </a:lnTo>
                  <a:lnTo>
                    <a:pt x="23" y="18"/>
                  </a:lnTo>
                  <a:lnTo>
                    <a:pt x="25" y="18"/>
                  </a:lnTo>
                  <a:lnTo>
                    <a:pt x="28" y="18"/>
                  </a:lnTo>
                  <a:lnTo>
                    <a:pt x="32" y="13"/>
                  </a:lnTo>
                  <a:lnTo>
                    <a:pt x="34" y="13"/>
                  </a:lnTo>
                  <a:lnTo>
                    <a:pt x="36" y="11"/>
                  </a:lnTo>
                  <a:lnTo>
                    <a:pt x="40" y="11"/>
                  </a:lnTo>
                  <a:lnTo>
                    <a:pt x="41" y="11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5" y="13"/>
                  </a:lnTo>
                  <a:lnTo>
                    <a:pt x="41" y="15"/>
                  </a:lnTo>
                  <a:lnTo>
                    <a:pt x="45" y="18"/>
                  </a:lnTo>
                  <a:lnTo>
                    <a:pt x="53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20"/>
                  </a:lnTo>
                  <a:lnTo>
                    <a:pt x="64" y="20"/>
                  </a:lnTo>
                  <a:lnTo>
                    <a:pt x="66" y="20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7" y="22"/>
                  </a:lnTo>
                  <a:lnTo>
                    <a:pt x="71" y="26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81" y="28"/>
                  </a:lnTo>
                  <a:lnTo>
                    <a:pt x="82" y="26"/>
                  </a:lnTo>
                  <a:lnTo>
                    <a:pt x="84" y="28"/>
                  </a:lnTo>
                  <a:lnTo>
                    <a:pt x="88" y="26"/>
                  </a:lnTo>
                  <a:lnTo>
                    <a:pt x="90" y="26"/>
                  </a:lnTo>
                  <a:lnTo>
                    <a:pt x="92" y="33"/>
                  </a:lnTo>
                  <a:lnTo>
                    <a:pt x="97" y="41"/>
                  </a:lnTo>
                  <a:lnTo>
                    <a:pt x="99" y="41"/>
                  </a:lnTo>
                  <a:lnTo>
                    <a:pt x="101" y="39"/>
                  </a:lnTo>
                  <a:lnTo>
                    <a:pt x="103" y="41"/>
                  </a:lnTo>
                  <a:lnTo>
                    <a:pt x="108" y="41"/>
                  </a:lnTo>
                  <a:lnTo>
                    <a:pt x="108" y="43"/>
                  </a:lnTo>
                  <a:lnTo>
                    <a:pt x="110" y="43"/>
                  </a:lnTo>
                  <a:lnTo>
                    <a:pt x="110" y="44"/>
                  </a:lnTo>
                  <a:lnTo>
                    <a:pt x="107" y="44"/>
                  </a:lnTo>
                  <a:lnTo>
                    <a:pt x="101" y="50"/>
                  </a:lnTo>
                  <a:lnTo>
                    <a:pt x="101" y="54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4"/>
                  </a:lnTo>
                  <a:lnTo>
                    <a:pt x="120" y="52"/>
                  </a:lnTo>
                  <a:lnTo>
                    <a:pt x="123" y="52"/>
                  </a:lnTo>
                  <a:lnTo>
                    <a:pt x="129" y="5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5" name="Freeform 6512">
              <a:extLst>
                <a:ext uri="{FF2B5EF4-FFF2-40B4-BE49-F238E27FC236}">
                  <a16:creationId xmlns:a16="http://schemas.microsoft.com/office/drawing/2014/main" id="{54680AB8-7760-41D2-B4DA-CD37AB66DD1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" y="2558"/>
              <a:ext cx="11" cy="9"/>
            </a:xfrm>
            <a:custGeom>
              <a:avLst/>
              <a:gdLst>
                <a:gd name="T0" fmla="*/ 1 w 11"/>
                <a:gd name="T1" fmla="*/ 8 h 9"/>
                <a:gd name="T2" fmla="*/ 5 w 11"/>
                <a:gd name="T3" fmla="*/ 9 h 9"/>
                <a:gd name="T4" fmla="*/ 9 w 11"/>
                <a:gd name="T5" fmla="*/ 8 h 9"/>
                <a:gd name="T6" fmla="*/ 11 w 11"/>
                <a:gd name="T7" fmla="*/ 4 h 9"/>
                <a:gd name="T8" fmla="*/ 7 w 11"/>
                <a:gd name="T9" fmla="*/ 0 h 9"/>
                <a:gd name="T10" fmla="*/ 3 w 11"/>
                <a:gd name="T11" fmla="*/ 0 h 9"/>
                <a:gd name="T12" fmla="*/ 1 w 11"/>
                <a:gd name="T13" fmla="*/ 2 h 9"/>
                <a:gd name="T14" fmla="*/ 3 w 11"/>
                <a:gd name="T15" fmla="*/ 6 h 9"/>
                <a:gd name="T16" fmla="*/ 0 w 11"/>
                <a:gd name="T17" fmla="*/ 2 h 9"/>
                <a:gd name="T18" fmla="*/ 1 w 11"/>
                <a:gd name="T1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1" y="8"/>
                  </a:moveTo>
                  <a:lnTo>
                    <a:pt x="5" y="9"/>
                  </a:lnTo>
                  <a:lnTo>
                    <a:pt x="9" y="8"/>
                  </a:lnTo>
                  <a:lnTo>
                    <a:pt x="11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6" name="Freeform 6513">
              <a:extLst>
                <a:ext uri="{FF2B5EF4-FFF2-40B4-BE49-F238E27FC236}">
                  <a16:creationId xmlns:a16="http://schemas.microsoft.com/office/drawing/2014/main" id="{B0E1C3D7-A5FD-47D1-A1E6-2DA6F720FFC1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41"/>
              <a:ext cx="11" cy="13"/>
            </a:xfrm>
            <a:custGeom>
              <a:avLst/>
              <a:gdLst>
                <a:gd name="T0" fmla="*/ 7 w 11"/>
                <a:gd name="T1" fmla="*/ 4 h 13"/>
                <a:gd name="T2" fmla="*/ 5 w 11"/>
                <a:gd name="T3" fmla="*/ 4 h 13"/>
                <a:gd name="T4" fmla="*/ 1 w 11"/>
                <a:gd name="T5" fmla="*/ 0 h 13"/>
                <a:gd name="T6" fmla="*/ 0 w 11"/>
                <a:gd name="T7" fmla="*/ 4 h 13"/>
                <a:gd name="T8" fmla="*/ 3 w 11"/>
                <a:gd name="T9" fmla="*/ 8 h 13"/>
                <a:gd name="T10" fmla="*/ 5 w 11"/>
                <a:gd name="T11" fmla="*/ 8 h 13"/>
                <a:gd name="T12" fmla="*/ 3 w 11"/>
                <a:gd name="T13" fmla="*/ 10 h 13"/>
                <a:gd name="T14" fmla="*/ 1 w 11"/>
                <a:gd name="T15" fmla="*/ 10 h 13"/>
                <a:gd name="T16" fmla="*/ 1 w 11"/>
                <a:gd name="T17" fmla="*/ 13 h 13"/>
                <a:gd name="T18" fmla="*/ 5 w 11"/>
                <a:gd name="T19" fmla="*/ 13 h 13"/>
                <a:gd name="T20" fmla="*/ 11 w 11"/>
                <a:gd name="T21" fmla="*/ 10 h 13"/>
                <a:gd name="T22" fmla="*/ 11 w 11"/>
                <a:gd name="T23" fmla="*/ 6 h 13"/>
                <a:gd name="T24" fmla="*/ 11 w 11"/>
                <a:gd name="T25" fmla="*/ 4 h 13"/>
                <a:gd name="T26" fmla="*/ 7 w 11"/>
                <a:gd name="T2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3">
                  <a:moveTo>
                    <a:pt x="7" y="4"/>
                  </a:moveTo>
                  <a:lnTo>
                    <a:pt x="5" y="4"/>
                  </a:lnTo>
                  <a:lnTo>
                    <a:pt x="1" y="0"/>
                  </a:lnTo>
                  <a:lnTo>
                    <a:pt x="0" y="4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7" name="Freeform 6514">
              <a:extLst>
                <a:ext uri="{FF2B5EF4-FFF2-40B4-BE49-F238E27FC236}">
                  <a16:creationId xmlns:a16="http://schemas.microsoft.com/office/drawing/2014/main" id="{D33FD54C-8FF8-4EFC-8C79-50C6FCE8AC3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2" y="2517"/>
              <a:ext cx="12" cy="30"/>
            </a:xfrm>
            <a:custGeom>
              <a:avLst/>
              <a:gdLst>
                <a:gd name="T0" fmla="*/ 8 w 12"/>
                <a:gd name="T1" fmla="*/ 11 h 30"/>
                <a:gd name="T2" fmla="*/ 6 w 12"/>
                <a:gd name="T3" fmla="*/ 6 h 30"/>
                <a:gd name="T4" fmla="*/ 4 w 12"/>
                <a:gd name="T5" fmla="*/ 4 h 30"/>
                <a:gd name="T6" fmla="*/ 0 w 12"/>
                <a:gd name="T7" fmla="*/ 0 h 30"/>
                <a:gd name="T8" fmla="*/ 0 w 12"/>
                <a:gd name="T9" fmla="*/ 4 h 30"/>
                <a:gd name="T10" fmla="*/ 2 w 12"/>
                <a:gd name="T11" fmla="*/ 6 h 30"/>
                <a:gd name="T12" fmla="*/ 2 w 12"/>
                <a:gd name="T13" fmla="*/ 9 h 30"/>
                <a:gd name="T14" fmla="*/ 0 w 12"/>
                <a:gd name="T15" fmla="*/ 11 h 30"/>
                <a:gd name="T16" fmla="*/ 2 w 12"/>
                <a:gd name="T17" fmla="*/ 13 h 30"/>
                <a:gd name="T18" fmla="*/ 4 w 12"/>
                <a:gd name="T19" fmla="*/ 13 h 30"/>
                <a:gd name="T20" fmla="*/ 4 w 12"/>
                <a:gd name="T21" fmla="*/ 19 h 30"/>
                <a:gd name="T22" fmla="*/ 4 w 12"/>
                <a:gd name="T23" fmla="*/ 21 h 30"/>
                <a:gd name="T24" fmla="*/ 2 w 12"/>
                <a:gd name="T25" fmla="*/ 23 h 30"/>
                <a:gd name="T26" fmla="*/ 6 w 12"/>
                <a:gd name="T27" fmla="*/ 26 h 30"/>
                <a:gd name="T28" fmla="*/ 8 w 12"/>
                <a:gd name="T29" fmla="*/ 30 h 30"/>
                <a:gd name="T30" fmla="*/ 12 w 12"/>
                <a:gd name="T31" fmla="*/ 30 h 30"/>
                <a:gd name="T32" fmla="*/ 10 w 12"/>
                <a:gd name="T33" fmla="*/ 24 h 30"/>
                <a:gd name="T34" fmla="*/ 8 w 12"/>
                <a:gd name="T35" fmla="*/ 21 h 30"/>
                <a:gd name="T36" fmla="*/ 4 w 12"/>
                <a:gd name="T37" fmla="*/ 13 h 30"/>
                <a:gd name="T38" fmla="*/ 8 w 12"/>
                <a:gd name="T39" fmla="*/ 13 h 30"/>
                <a:gd name="T40" fmla="*/ 8 w 12"/>
                <a:gd name="T41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30">
                  <a:moveTo>
                    <a:pt x="8" y="11"/>
                  </a:moveTo>
                  <a:lnTo>
                    <a:pt x="6" y="6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2" y="23"/>
                  </a:lnTo>
                  <a:lnTo>
                    <a:pt x="6" y="26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0" y="24"/>
                  </a:lnTo>
                  <a:lnTo>
                    <a:pt x="8" y="21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8" y="1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8" name="Freeform 6515">
              <a:extLst>
                <a:ext uri="{FF2B5EF4-FFF2-40B4-BE49-F238E27FC236}">
                  <a16:creationId xmlns:a16="http://schemas.microsoft.com/office/drawing/2014/main" id="{FEB343B9-EAB0-4B1F-A793-D2F76A89C0B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5" y="2530"/>
              <a:ext cx="6" cy="6"/>
            </a:xfrm>
            <a:custGeom>
              <a:avLst/>
              <a:gdLst>
                <a:gd name="T0" fmla="*/ 0 w 6"/>
                <a:gd name="T1" fmla="*/ 6 h 6"/>
                <a:gd name="T2" fmla="*/ 6 w 6"/>
                <a:gd name="T3" fmla="*/ 6 h 6"/>
                <a:gd name="T4" fmla="*/ 2 w 6"/>
                <a:gd name="T5" fmla="*/ 0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6" y="6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9" name="Freeform 6516">
              <a:extLst>
                <a:ext uri="{FF2B5EF4-FFF2-40B4-BE49-F238E27FC236}">
                  <a16:creationId xmlns:a16="http://schemas.microsoft.com/office/drawing/2014/main" id="{DBD2C89A-0367-41B0-9545-EC0A009070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2" y="2551"/>
              <a:ext cx="10" cy="5"/>
            </a:xfrm>
            <a:custGeom>
              <a:avLst/>
              <a:gdLst>
                <a:gd name="T0" fmla="*/ 4 w 10"/>
                <a:gd name="T1" fmla="*/ 3 h 5"/>
                <a:gd name="T2" fmla="*/ 8 w 10"/>
                <a:gd name="T3" fmla="*/ 5 h 5"/>
                <a:gd name="T4" fmla="*/ 10 w 10"/>
                <a:gd name="T5" fmla="*/ 2 h 5"/>
                <a:gd name="T6" fmla="*/ 4 w 10"/>
                <a:gd name="T7" fmla="*/ 0 h 5"/>
                <a:gd name="T8" fmla="*/ 0 w 10"/>
                <a:gd name="T9" fmla="*/ 2 h 5"/>
                <a:gd name="T10" fmla="*/ 2 w 10"/>
                <a:gd name="T11" fmla="*/ 3 h 5"/>
                <a:gd name="T12" fmla="*/ 4 w 10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4" y="3"/>
                  </a:moveTo>
                  <a:lnTo>
                    <a:pt x="8" y="5"/>
                  </a:lnTo>
                  <a:lnTo>
                    <a:pt x="10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0" name="Freeform 6517">
              <a:extLst>
                <a:ext uri="{FF2B5EF4-FFF2-40B4-BE49-F238E27FC236}">
                  <a16:creationId xmlns:a16="http://schemas.microsoft.com/office/drawing/2014/main" id="{58B74E3F-90D2-4214-9EA7-DA0D78576665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25"/>
              <a:ext cx="5" cy="7"/>
            </a:xfrm>
            <a:custGeom>
              <a:avLst/>
              <a:gdLst>
                <a:gd name="T0" fmla="*/ 0 w 5"/>
                <a:gd name="T1" fmla="*/ 5 h 7"/>
                <a:gd name="T2" fmla="*/ 3 w 5"/>
                <a:gd name="T3" fmla="*/ 7 h 7"/>
                <a:gd name="T4" fmla="*/ 5 w 5"/>
                <a:gd name="T5" fmla="*/ 3 h 7"/>
                <a:gd name="T6" fmla="*/ 3 w 5"/>
                <a:gd name="T7" fmla="*/ 0 h 7"/>
                <a:gd name="T8" fmla="*/ 0 w 5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lnTo>
                    <a:pt x="3" y="7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1" name="Freeform 6518">
              <a:extLst>
                <a:ext uri="{FF2B5EF4-FFF2-40B4-BE49-F238E27FC236}">
                  <a16:creationId xmlns:a16="http://schemas.microsoft.com/office/drawing/2014/main" id="{FE17F8D2-ED15-430B-95B5-0C7B371CC8E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3" y="2562"/>
              <a:ext cx="15" cy="15"/>
            </a:xfrm>
            <a:custGeom>
              <a:avLst/>
              <a:gdLst>
                <a:gd name="T0" fmla="*/ 2 w 15"/>
                <a:gd name="T1" fmla="*/ 9 h 15"/>
                <a:gd name="T2" fmla="*/ 0 w 15"/>
                <a:gd name="T3" fmla="*/ 15 h 15"/>
                <a:gd name="T4" fmla="*/ 9 w 15"/>
                <a:gd name="T5" fmla="*/ 13 h 15"/>
                <a:gd name="T6" fmla="*/ 13 w 15"/>
                <a:gd name="T7" fmla="*/ 9 h 15"/>
                <a:gd name="T8" fmla="*/ 13 w 15"/>
                <a:gd name="T9" fmla="*/ 5 h 15"/>
                <a:gd name="T10" fmla="*/ 15 w 15"/>
                <a:gd name="T11" fmla="*/ 7 h 15"/>
                <a:gd name="T12" fmla="*/ 15 w 15"/>
                <a:gd name="T13" fmla="*/ 0 h 15"/>
                <a:gd name="T14" fmla="*/ 9 w 15"/>
                <a:gd name="T15" fmla="*/ 4 h 15"/>
                <a:gd name="T16" fmla="*/ 11 w 15"/>
                <a:gd name="T17" fmla="*/ 5 h 15"/>
                <a:gd name="T18" fmla="*/ 9 w 15"/>
                <a:gd name="T19" fmla="*/ 5 h 15"/>
                <a:gd name="T20" fmla="*/ 9 w 15"/>
                <a:gd name="T21" fmla="*/ 7 h 15"/>
                <a:gd name="T22" fmla="*/ 6 w 15"/>
                <a:gd name="T23" fmla="*/ 5 h 15"/>
                <a:gd name="T24" fmla="*/ 2 w 15"/>
                <a:gd name="T2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5">
                  <a:moveTo>
                    <a:pt x="2" y="9"/>
                  </a:moveTo>
                  <a:lnTo>
                    <a:pt x="0" y="15"/>
                  </a:lnTo>
                  <a:lnTo>
                    <a:pt x="9" y="13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5" y="0"/>
                  </a:lnTo>
                  <a:lnTo>
                    <a:pt x="9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6" y="5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2" name="Freeform 6519">
              <a:extLst>
                <a:ext uri="{FF2B5EF4-FFF2-40B4-BE49-F238E27FC236}">
                  <a16:creationId xmlns:a16="http://schemas.microsoft.com/office/drawing/2014/main" id="{4D25F280-DE8B-44C3-B209-9FFD28FA3B9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1" y="2506"/>
              <a:ext cx="10" cy="13"/>
            </a:xfrm>
            <a:custGeom>
              <a:avLst/>
              <a:gdLst>
                <a:gd name="T0" fmla="*/ 0 w 10"/>
                <a:gd name="T1" fmla="*/ 0 h 13"/>
                <a:gd name="T2" fmla="*/ 0 w 10"/>
                <a:gd name="T3" fmla="*/ 4 h 13"/>
                <a:gd name="T4" fmla="*/ 4 w 10"/>
                <a:gd name="T5" fmla="*/ 6 h 13"/>
                <a:gd name="T6" fmla="*/ 6 w 10"/>
                <a:gd name="T7" fmla="*/ 7 h 13"/>
                <a:gd name="T8" fmla="*/ 4 w 10"/>
                <a:gd name="T9" fmla="*/ 9 h 13"/>
                <a:gd name="T10" fmla="*/ 2 w 10"/>
                <a:gd name="T11" fmla="*/ 9 h 13"/>
                <a:gd name="T12" fmla="*/ 4 w 10"/>
                <a:gd name="T13" fmla="*/ 13 h 13"/>
                <a:gd name="T14" fmla="*/ 8 w 10"/>
                <a:gd name="T15" fmla="*/ 13 h 13"/>
                <a:gd name="T16" fmla="*/ 10 w 10"/>
                <a:gd name="T17" fmla="*/ 7 h 13"/>
                <a:gd name="T18" fmla="*/ 6 w 10"/>
                <a:gd name="T19" fmla="*/ 4 h 13"/>
                <a:gd name="T20" fmla="*/ 0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10" y="7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3" name="Freeform 6520">
              <a:extLst>
                <a:ext uri="{FF2B5EF4-FFF2-40B4-BE49-F238E27FC236}">
                  <a16:creationId xmlns:a16="http://schemas.microsoft.com/office/drawing/2014/main" id="{3A2F0937-1D23-4EBE-BBC3-F060BD18563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5" y="2510"/>
              <a:ext cx="13" cy="24"/>
            </a:xfrm>
            <a:custGeom>
              <a:avLst/>
              <a:gdLst>
                <a:gd name="T0" fmla="*/ 8 w 13"/>
                <a:gd name="T1" fmla="*/ 13 h 24"/>
                <a:gd name="T2" fmla="*/ 11 w 13"/>
                <a:gd name="T3" fmla="*/ 11 h 24"/>
                <a:gd name="T4" fmla="*/ 10 w 13"/>
                <a:gd name="T5" fmla="*/ 5 h 24"/>
                <a:gd name="T6" fmla="*/ 8 w 13"/>
                <a:gd name="T7" fmla="*/ 2 h 24"/>
                <a:gd name="T8" fmla="*/ 6 w 13"/>
                <a:gd name="T9" fmla="*/ 0 h 24"/>
                <a:gd name="T10" fmla="*/ 4 w 13"/>
                <a:gd name="T11" fmla="*/ 5 h 24"/>
                <a:gd name="T12" fmla="*/ 0 w 13"/>
                <a:gd name="T13" fmla="*/ 9 h 24"/>
                <a:gd name="T14" fmla="*/ 4 w 13"/>
                <a:gd name="T15" fmla="*/ 13 h 24"/>
                <a:gd name="T16" fmla="*/ 6 w 13"/>
                <a:gd name="T17" fmla="*/ 11 h 24"/>
                <a:gd name="T18" fmla="*/ 6 w 13"/>
                <a:gd name="T19" fmla="*/ 15 h 24"/>
                <a:gd name="T20" fmla="*/ 8 w 13"/>
                <a:gd name="T21" fmla="*/ 15 h 24"/>
                <a:gd name="T22" fmla="*/ 8 w 13"/>
                <a:gd name="T23" fmla="*/ 15 h 24"/>
                <a:gd name="T24" fmla="*/ 4 w 13"/>
                <a:gd name="T25" fmla="*/ 16 h 24"/>
                <a:gd name="T26" fmla="*/ 6 w 13"/>
                <a:gd name="T27" fmla="*/ 16 h 24"/>
                <a:gd name="T28" fmla="*/ 6 w 13"/>
                <a:gd name="T29" fmla="*/ 20 h 24"/>
                <a:gd name="T30" fmla="*/ 8 w 13"/>
                <a:gd name="T31" fmla="*/ 24 h 24"/>
                <a:gd name="T32" fmla="*/ 11 w 13"/>
                <a:gd name="T33" fmla="*/ 24 h 24"/>
                <a:gd name="T34" fmla="*/ 13 w 13"/>
                <a:gd name="T35" fmla="*/ 20 h 24"/>
                <a:gd name="T36" fmla="*/ 13 w 13"/>
                <a:gd name="T37" fmla="*/ 18 h 24"/>
                <a:gd name="T38" fmla="*/ 13 w 13"/>
                <a:gd name="T39" fmla="*/ 16 h 24"/>
                <a:gd name="T40" fmla="*/ 11 w 13"/>
                <a:gd name="T41" fmla="*/ 15 h 24"/>
                <a:gd name="T42" fmla="*/ 13 w 13"/>
                <a:gd name="T43" fmla="*/ 11 h 24"/>
                <a:gd name="T44" fmla="*/ 8 w 13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24">
                  <a:moveTo>
                    <a:pt x="8" y="13"/>
                  </a:moveTo>
                  <a:lnTo>
                    <a:pt x="11" y="11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5"/>
                  </a:lnTo>
                  <a:lnTo>
                    <a:pt x="0" y="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8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4" name="Freeform 6521">
              <a:extLst>
                <a:ext uri="{FF2B5EF4-FFF2-40B4-BE49-F238E27FC236}">
                  <a16:creationId xmlns:a16="http://schemas.microsoft.com/office/drawing/2014/main" id="{E2D8D96C-A047-42C9-9338-1EF1B97DB6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6" y="2510"/>
              <a:ext cx="10" cy="5"/>
            </a:xfrm>
            <a:custGeom>
              <a:avLst/>
              <a:gdLst>
                <a:gd name="T0" fmla="*/ 8 w 10"/>
                <a:gd name="T1" fmla="*/ 5 h 5"/>
                <a:gd name="T2" fmla="*/ 10 w 10"/>
                <a:gd name="T3" fmla="*/ 2 h 5"/>
                <a:gd name="T4" fmla="*/ 6 w 10"/>
                <a:gd name="T5" fmla="*/ 0 h 5"/>
                <a:gd name="T6" fmla="*/ 0 w 10"/>
                <a:gd name="T7" fmla="*/ 3 h 5"/>
                <a:gd name="T8" fmla="*/ 4 w 10"/>
                <a:gd name="T9" fmla="*/ 5 h 5"/>
                <a:gd name="T10" fmla="*/ 8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lnTo>
                    <a:pt x="10" y="2"/>
                  </a:lnTo>
                  <a:lnTo>
                    <a:pt x="6" y="0"/>
                  </a:lnTo>
                  <a:lnTo>
                    <a:pt x="0" y="3"/>
                  </a:lnTo>
                  <a:lnTo>
                    <a:pt x="4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5" name="Freeform 6522">
              <a:extLst>
                <a:ext uri="{FF2B5EF4-FFF2-40B4-BE49-F238E27FC236}">
                  <a16:creationId xmlns:a16="http://schemas.microsoft.com/office/drawing/2014/main" id="{C1D6B7E2-0CE0-47AF-8373-3C13B5AA9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1" y="2484"/>
              <a:ext cx="18" cy="20"/>
            </a:xfrm>
            <a:custGeom>
              <a:avLst/>
              <a:gdLst>
                <a:gd name="T0" fmla="*/ 18 w 18"/>
                <a:gd name="T1" fmla="*/ 5 h 20"/>
                <a:gd name="T2" fmla="*/ 17 w 18"/>
                <a:gd name="T3" fmla="*/ 5 h 20"/>
                <a:gd name="T4" fmla="*/ 17 w 18"/>
                <a:gd name="T5" fmla="*/ 1 h 20"/>
                <a:gd name="T6" fmla="*/ 11 w 18"/>
                <a:gd name="T7" fmla="*/ 0 h 20"/>
                <a:gd name="T8" fmla="*/ 0 w 18"/>
                <a:gd name="T9" fmla="*/ 0 h 20"/>
                <a:gd name="T10" fmla="*/ 9 w 18"/>
                <a:gd name="T11" fmla="*/ 1 h 20"/>
                <a:gd name="T12" fmla="*/ 11 w 18"/>
                <a:gd name="T13" fmla="*/ 5 h 20"/>
                <a:gd name="T14" fmla="*/ 13 w 18"/>
                <a:gd name="T15" fmla="*/ 7 h 20"/>
                <a:gd name="T16" fmla="*/ 11 w 18"/>
                <a:gd name="T17" fmla="*/ 9 h 20"/>
                <a:gd name="T18" fmla="*/ 13 w 18"/>
                <a:gd name="T19" fmla="*/ 13 h 20"/>
                <a:gd name="T20" fmla="*/ 11 w 18"/>
                <a:gd name="T21" fmla="*/ 20 h 20"/>
                <a:gd name="T22" fmla="*/ 17 w 18"/>
                <a:gd name="T23" fmla="*/ 15 h 20"/>
                <a:gd name="T24" fmla="*/ 17 w 18"/>
                <a:gd name="T25" fmla="*/ 13 h 20"/>
                <a:gd name="T26" fmla="*/ 18 w 18"/>
                <a:gd name="T27" fmla="*/ 11 h 20"/>
                <a:gd name="T28" fmla="*/ 18 w 18"/>
                <a:gd name="T2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20">
                  <a:moveTo>
                    <a:pt x="18" y="5"/>
                  </a:moveTo>
                  <a:lnTo>
                    <a:pt x="17" y="5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9" y="1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13" y="13"/>
                  </a:lnTo>
                  <a:lnTo>
                    <a:pt x="11" y="20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8" y="11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6" name="Freeform 6523">
              <a:extLst>
                <a:ext uri="{FF2B5EF4-FFF2-40B4-BE49-F238E27FC236}">
                  <a16:creationId xmlns:a16="http://schemas.microsoft.com/office/drawing/2014/main" id="{CAF200D7-B81A-484A-84D5-FF7E0C48C861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8" y="2484"/>
              <a:ext cx="22" cy="9"/>
            </a:xfrm>
            <a:custGeom>
              <a:avLst/>
              <a:gdLst>
                <a:gd name="T0" fmla="*/ 9 w 22"/>
                <a:gd name="T1" fmla="*/ 3 h 9"/>
                <a:gd name="T2" fmla="*/ 7 w 22"/>
                <a:gd name="T3" fmla="*/ 1 h 9"/>
                <a:gd name="T4" fmla="*/ 0 w 22"/>
                <a:gd name="T5" fmla="*/ 1 h 9"/>
                <a:gd name="T6" fmla="*/ 5 w 22"/>
                <a:gd name="T7" fmla="*/ 7 h 9"/>
                <a:gd name="T8" fmla="*/ 9 w 22"/>
                <a:gd name="T9" fmla="*/ 9 h 9"/>
                <a:gd name="T10" fmla="*/ 15 w 22"/>
                <a:gd name="T11" fmla="*/ 5 h 9"/>
                <a:gd name="T12" fmla="*/ 17 w 22"/>
                <a:gd name="T13" fmla="*/ 5 h 9"/>
                <a:gd name="T14" fmla="*/ 22 w 22"/>
                <a:gd name="T15" fmla="*/ 5 h 9"/>
                <a:gd name="T16" fmla="*/ 17 w 22"/>
                <a:gd name="T17" fmla="*/ 0 h 9"/>
                <a:gd name="T18" fmla="*/ 13 w 22"/>
                <a:gd name="T19" fmla="*/ 0 h 9"/>
                <a:gd name="T20" fmla="*/ 9 w 22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9">
                  <a:moveTo>
                    <a:pt x="9" y="3"/>
                  </a:moveTo>
                  <a:lnTo>
                    <a:pt x="7" y="1"/>
                  </a:lnTo>
                  <a:lnTo>
                    <a:pt x="0" y="1"/>
                  </a:lnTo>
                  <a:lnTo>
                    <a:pt x="5" y="7"/>
                  </a:lnTo>
                  <a:lnTo>
                    <a:pt x="9" y="9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22" y="5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7" name="Freeform 6524">
              <a:extLst>
                <a:ext uri="{FF2B5EF4-FFF2-40B4-BE49-F238E27FC236}">
                  <a16:creationId xmlns:a16="http://schemas.microsoft.com/office/drawing/2014/main" id="{5D611C64-C5ED-4DC7-94BA-24BAF643F2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3" y="3651"/>
              <a:ext cx="28" cy="24"/>
            </a:xfrm>
            <a:custGeom>
              <a:avLst/>
              <a:gdLst>
                <a:gd name="T0" fmla="*/ 19 w 28"/>
                <a:gd name="T1" fmla="*/ 18 h 24"/>
                <a:gd name="T2" fmla="*/ 22 w 28"/>
                <a:gd name="T3" fmla="*/ 16 h 24"/>
                <a:gd name="T4" fmla="*/ 22 w 28"/>
                <a:gd name="T5" fmla="*/ 13 h 24"/>
                <a:gd name="T6" fmla="*/ 26 w 28"/>
                <a:gd name="T7" fmla="*/ 11 h 24"/>
                <a:gd name="T8" fmla="*/ 28 w 28"/>
                <a:gd name="T9" fmla="*/ 7 h 24"/>
                <a:gd name="T10" fmla="*/ 26 w 28"/>
                <a:gd name="T11" fmla="*/ 3 h 24"/>
                <a:gd name="T12" fmla="*/ 24 w 28"/>
                <a:gd name="T13" fmla="*/ 3 h 24"/>
                <a:gd name="T14" fmla="*/ 21 w 28"/>
                <a:gd name="T15" fmla="*/ 0 h 24"/>
                <a:gd name="T16" fmla="*/ 11 w 28"/>
                <a:gd name="T17" fmla="*/ 2 h 24"/>
                <a:gd name="T18" fmla="*/ 9 w 28"/>
                <a:gd name="T19" fmla="*/ 2 h 24"/>
                <a:gd name="T20" fmla="*/ 13 w 28"/>
                <a:gd name="T21" fmla="*/ 7 h 24"/>
                <a:gd name="T22" fmla="*/ 15 w 28"/>
                <a:gd name="T23" fmla="*/ 5 h 24"/>
                <a:gd name="T24" fmla="*/ 15 w 28"/>
                <a:gd name="T25" fmla="*/ 7 h 24"/>
                <a:gd name="T26" fmla="*/ 13 w 28"/>
                <a:gd name="T27" fmla="*/ 7 h 24"/>
                <a:gd name="T28" fmla="*/ 9 w 28"/>
                <a:gd name="T29" fmla="*/ 5 h 24"/>
                <a:gd name="T30" fmla="*/ 8 w 28"/>
                <a:gd name="T31" fmla="*/ 7 h 24"/>
                <a:gd name="T32" fmla="*/ 11 w 28"/>
                <a:gd name="T33" fmla="*/ 13 h 24"/>
                <a:gd name="T34" fmla="*/ 11 w 28"/>
                <a:gd name="T35" fmla="*/ 13 h 24"/>
                <a:gd name="T36" fmla="*/ 9 w 28"/>
                <a:gd name="T37" fmla="*/ 15 h 24"/>
                <a:gd name="T38" fmla="*/ 9 w 28"/>
                <a:gd name="T39" fmla="*/ 15 h 24"/>
                <a:gd name="T40" fmla="*/ 6 w 28"/>
                <a:gd name="T41" fmla="*/ 15 h 24"/>
                <a:gd name="T42" fmla="*/ 4 w 28"/>
                <a:gd name="T43" fmla="*/ 13 h 24"/>
                <a:gd name="T44" fmla="*/ 0 w 28"/>
                <a:gd name="T45" fmla="*/ 15 h 24"/>
                <a:gd name="T46" fmla="*/ 4 w 28"/>
                <a:gd name="T47" fmla="*/ 18 h 24"/>
                <a:gd name="T48" fmla="*/ 9 w 28"/>
                <a:gd name="T49" fmla="*/ 15 h 24"/>
                <a:gd name="T50" fmla="*/ 9 w 28"/>
                <a:gd name="T51" fmla="*/ 16 h 24"/>
                <a:gd name="T52" fmla="*/ 8 w 28"/>
                <a:gd name="T53" fmla="*/ 18 h 24"/>
                <a:gd name="T54" fmla="*/ 6 w 28"/>
                <a:gd name="T55" fmla="*/ 18 h 24"/>
                <a:gd name="T56" fmla="*/ 4 w 28"/>
                <a:gd name="T57" fmla="*/ 20 h 24"/>
                <a:gd name="T58" fmla="*/ 9 w 28"/>
                <a:gd name="T59" fmla="*/ 22 h 24"/>
                <a:gd name="T60" fmla="*/ 11 w 28"/>
                <a:gd name="T61" fmla="*/ 22 h 24"/>
                <a:gd name="T62" fmla="*/ 13 w 28"/>
                <a:gd name="T63" fmla="*/ 24 h 24"/>
                <a:gd name="T64" fmla="*/ 17 w 28"/>
                <a:gd name="T65" fmla="*/ 18 h 24"/>
                <a:gd name="T66" fmla="*/ 15 w 28"/>
                <a:gd name="T67" fmla="*/ 18 h 24"/>
                <a:gd name="T68" fmla="*/ 15 w 28"/>
                <a:gd name="T69" fmla="*/ 18 h 24"/>
                <a:gd name="T70" fmla="*/ 19 w 28"/>
                <a:gd name="T71" fmla="*/ 18 h 24"/>
                <a:gd name="T72" fmla="*/ 13 w 28"/>
                <a:gd name="T73" fmla="*/ 2 h 24"/>
                <a:gd name="T74" fmla="*/ 22 w 28"/>
                <a:gd name="T75" fmla="*/ 5 h 24"/>
                <a:gd name="T76" fmla="*/ 21 w 28"/>
                <a:gd name="T77" fmla="*/ 5 h 24"/>
                <a:gd name="T78" fmla="*/ 21 w 28"/>
                <a:gd name="T79" fmla="*/ 5 h 24"/>
                <a:gd name="T80" fmla="*/ 19 w 28"/>
                <a:gd name="T81" fmla="*/ 3 h 24"/>
                <a:gd name="T82" fmla="*/ 19 w 28"/>
                <a:gd name="T83" fmla="*/ 5 h 24"/>
                <a:gd name="T84" fmla="*/ 13 w 28"/>
                <a:gd name="T8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24">
                  <a:moveTo>
                    <a:pt x="19" y="18"/>
                  </a:moveTo>
                  <a:lnTo>
                    <a:pt x="22" y="16"/>
                  </a:lnTo>
                  <a:lnTo>
                    <a:pt x="22" y="13"/>
                  </a:lnTo>
                  <a:lnTo>
                    <a:pt x="26" y="11"/>
                  </a:lnTo>
                  <a:lnTo>
                    <a:pt x="28" y="7"/>
                  </a:lnTo>
                  <a:lnTo>
                    <a:pt x="26" y="3"/>
                  </a:lnTo>
                  <a:lnTo>
                    <a:pt x="24" y="3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9" y="5"/>
                  </a:lnTo>
                  <a:lnTo>
                    <a:pt x="8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0" y="15"/>
                  </a:lnTo>
                  <a:lnTo>
                    <a:pt x="4" y="18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3" y="24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9" y="18"/>
                  </a:lnTo>
                  <a:close/>
                  <a:moveTo>
                    <a:pt x="13" y="2"/>
                  </a:moveTo>
                  <a:lnTo>
                    <a:pt x="22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3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8" name="Freeform 6525">
              <a:extLst>
                <a:ext uri="{FF2B5EF4-FFF2-40B4-BE49-F238E27FC236}">
                  <a16:creationId xmlns:a16="http://schemas.microsoft.com/office/drawing/2014/main" id="{D4225B37-8FE0-472C-B99F-43DFAF307376}"/>
                </a:ext>
              </a:extLst>
            </p:cNvPr>
            <p:cNvSpPr>
              <a:spLocks/>
            </p:cNvSpPr>
            <p:nvPr/>
          </p:nvSpPr>
          <p:spPr bwMode="gray">
            <a:xfrm>
              <a:off x="3097" y="3695"/>
              <a:ext cx="20" cy="15"/>
            </a:xfrm>
            <a:custGeom>
              <a:avLst/>
              <a:gdLst>
                <a:gd name="T0" fmla="*/ 8 w 11"/>
                <a:gd name="T1" fmla="*/ 5 h 8"/>
                <a:gd name="T2" fmla="*/ 8 w 11"/>
                <a:gd name="T3" fmla="*/ 3 h 8"/>
                <a:gd name="T4" fmla="*/ 7 w 11"/>
                <a:gd name="T5" fmla="*/ 3 h 8"/>
                <a:gd name="T6" fmla="*/ 6 w 11"/>
                <a:gd name="T7" fmla="*/ 2 h 8"/>
                <a:gd name="T8" fmla="*/ 5 w 11"/>
                <a:gd name="T9" fmla="*/ 2 h 8"/>
                <a:gd name="T10" fmla="*/ 5 w 11"/>
                <a:gd name="T11" fmla="*/ 1 h 8"/>
                <a:gd name="T12" fmla="*/ 3 w 11"/>
                <a:gd name="T13" fmla="*/ 0 h 8"/>
                <a:gd name="T14" fmla="*/ 0 w 11"/>
                <a:gd name="T15" fmla="*/ 1 h 8"/>
                <a:gd name="T16" fmla="*/ 0 w 11"/>
                <a:gd name="T17" fmla="*/ 2 h 8"/>
                <a:gd name="T18" fmla="*/ 2 w 11"/>
                <a:gd name="T19" fmla="*/ 2 h 8"/>
                <a:gd name="T20" fmla="*/ 3 w 11"/>
                <a:gd name="T21" fmla="*/ 3 h 8"/>
                <a:gd name="T22" fmla="*/ 4 w 11"/>
                <a:gd name="T23" fmla="*/ 4 h 8"/>
                <a:gd name="T24" fmla="*/ 4 w 11"/>
                <a:gd name="T25" fmla="*/ 5 h 8"/>
                <a:gd name="T26" fmla="*/ 5 w 11"/>
                <a:gd name="T27" fmla="*/ 5 h 8"/>
                <a:gd name="T28" fmla="*/ 6 w 11"/>
                <a:gd name="T29" fmla="*/ 7 h 8"/>
                <a:gd name="T30" fmla="*/ 6 w 11"/>
                <a:gd name="T31" fmla="*/ 8 h 8"/>
                <a:gd name="T32" fmla="*/ 8 w 11"/>
                <a:gd name="T33" fmla="*/ 8 h 8"/>
                <a:gd name="T34" fmla="*/ 8 w 11"/>
                <a:gd name="T35" fmla="*/ 7 h 8"/>
                <a:gd name="T36" fmla="*/ 9 w 11"/>
                <a:gd name="T37" fmla="*/ 7 h 8"/>
                <a:gd name="T38" fmla="*/ 11 w 11"/>
                <a:gd name="T39" fmla="*/ 5 h 8"/>
                <a:gd name="T40" fmla="*/ 9 w 11"/>
                <a:gd name="T41" fmla="*/ 5 h 8"/>
                <a:gd name="T42" fmla="*/ 8 w 11"/>
                <a:gd name="T4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8">
                  <a:moveTo>
                    <a:pt x="8" y="5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5"/>
                    <a:pt x="9" y="5"/>
                    <a:pt x="9" y="5"/>
                  </a:cubicBez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9" name="Freeform 6526">
              <a:extLst>
                <a:ext uri="{FF2B5EF4-FFF2-40B4-BE49-F238E27FC236}">
                  <a16:creationId xmlns:a16="http://schemas.microsoft.com/office/drawing/2014/main" id="{EFDF07BB-590D-4C6C-8A17-1688E2579C85}"/>
                </a:ext>
              </a:extLst>
            </p:cNvPr>
            <p:cNvSpPr>
              <a:spLocks/>
            </p:cNvSpPr>
            <p:nvPr/>
          </p:nvSpPr>
          <p:spPr bwMode="gray">
            <a:xfrm>
              <a:off x="2814" y="3653"/>
              <a:ext cx="26" cy="22"/>
            </a:xfrm>
            <a:custGeom>
              <a:avLst/>
              <a:gdLst>
                <a:gd name="T0" fmla="*/ 22 w 26"/>
                <a:gd name="T1" fmla="*/ 3 h 22"/>
                <a:gd name="T2" fmla="*/ 18 w 26"/>
                <a:gd name="T3" fmla="*/ 1 h 22"/>
                <a:gd name="T4" fmla="*/ 15 w 26"/>
                <a:gd name="T5" fmla="*/ 3 h 22"/>
                <a:gd name="T6" fmla="*/ 15 w 26"/>
                <a:gd name="T7" fmla="*/ 3 h 22"/>
                <a:gd name="T8" fmla="*/ 15 w 26"/>
                <a:gd name="T9" fmla="*/ 3 h 22"/>
                <a:gd name="T10" fmla="*/ 15 w 26"/>
                <a:gd name="T11" fmla="*/ 1 h 22"/>
                <a:gd name="T12" fmla="*/ 9 w 26"/>
                <a:gd name="T13" fmla="*/ 0 h 22"/>
                <a:gd name="T14" fmla="*/ 9 w 26"/>
                <a:gd name="T15" fmla="*/ 1 h 22"/>
                <a:gd name="T16" fmla="*/ 5 w 26"/>
                <a:gd name="T17" fmla="*/ 3 h 22"/>
                <a:gd name="T18" fmla="*/ 7 w 26"/>
                <a:gd name="T19" fmla="*/ 5 h 22"/>
                <a:gd name="T20" fmla="*/ 5 w 26"/>
                <a:gd name="T21" fmla="*/ 7 h 22"/>
                <a:gd name="T22" fmla="*/ 7 w 26"/>
                <a:gd name="T23" fmla="*/ 9 h 22"/>
                <a:gd name="T24" fmla="*/ 5 w 26"/>
                <a:gd name="T25" fmla="*/ 9 h 22"/>
                <a:gd name="T26" fmla="*/ 0 w 26"/>
                <a:gd name="T27" fmla="*/ 18 h 22"/>
                <a:gd name="T28" fmla="*/ 1 w 26"/>
                <a:gd name="T29" fmla="*/ 18 h 22"/>
                <a:gd name="T30" fmla="*/ 5 w 26"/>
                <a:gd name="T31" fmla="*/ 22 h 22"/>
                <a:gd name="T32" fmla="*/ 7 w 26"/>
                <a:gd name="T33" fmla="*/ 22 h 22"/>
                <a:gd name="T34" fmla="*/ 9 w 26"/>
                <a:gd name="T35" fmla="*/ 20 h 22"/>
                <a:gd name="T36" fmla="*/ 7 w 26"/>
                <a:gd name="T37" fmla="*/ 18 h 22"/>
                <a:gd name="T38" fmla="*/ 9 w 26"/>
                <a:gd name="T39" fmla="*/ 20 h 22"/>
                <a:gd name="T40" fmla="*/ 11 w 26"/>
                <a:gd name="T41" fmla="*/ 18 h 22"/>
                <a:gd name="T42" fmla="*/ 9 w 26"/>
                <a:gd name="T43" fmla="*/ 16 h 22"/>
                <a:gd name="T44" fmla="*/ 11 w 26"/>
                <a:gd name="T45" fmla="*/ 16 h 22"/>
                <a:gd name="T46" fmla="*/ 15 w 26"/>
                <a:gd name="T47" fmla="*/ 14 h 22"/>
                <a:gd name="T48" fmla="*/ 15 w 26"/>
                <a:gd name="T49" fmla="*/ 13 h 22"/>
                <a:gd name="T50" fmla="*/ 18 w 26"/>
                <a:gd name="T51" fmla="*/ 13 h 22"/>
                <a:gd name="T52" fmla="*/ 20 w 26"/>
                <a:gd name="T53" fmla="*/ 11 h 22"/>
                <a:gd name="T54" fmla="*/ 24 w 26"/>
                <a:gd name="T55" fmla="*/ 11 h 22"/>
                <a:gd name="T56" fmla="*/ 22 w 26"/>
                <a:gd name="T57" fmla="*/ 7 h 22"/>
                <a:gd name="T58" fmla="*/ 22 w 26"/>
                <a:gd name="T59" fmla="*/ 7 h 22"/>
                <a:gd name="T60" fmla="*/ 26 w 26"/>
                <a:gd name="T61" fmla="*/ 7 h 22"/>
                <a:gd name="T62" fmla="*/ 22 w 26"/>
                <a:gd name="T63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22">
                  <a:moveTo>
                    <a:pt x="22" y="3"/>
                  </a:moveTo>
                  <a:lnTo>
                    <a:pt x="18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7" y="9"/>
                  </a:lnTo>
                  <a:lnTo>
                    <a:pt x="5" y="9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9" y="20"/>
                  </a:lnTo>
                  <a:lnTo>
                    <a:pt x="7" y="18"/>
                  </a:lnTo>
                  <a:lnTo>
                    <a:pt x="9" y="20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8" y="13"/>
                  </a:lnTo>
                  <a:lnTo>
                    <a:pt x="20" y="11"/>
                  </a:lnTo>
                  <a:lnTo>
                    <a:pt x="24" y="11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0" name="Freeform 6527">
              <a:extLst>
                <a:ext uri="{FF2B5EF4-FFF2-40B4-BE49-F238E27FC236}">
                  <a16:creationId xmlns:a16="http://schemas.microsoft.com/office/drawing/2014/main" id="{526C1477-38A2-4BB0-8F81-7324A8BF08A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494" y="1361"/>
              <a:ext cx="1593" cy="2390"/>
            </a:xfrm>
            <a:custGeom>
              <a:avLst/>
              <a:gdLst>
                <a:gd name="T0" fmla="*/ 743 w 856"/>
                <a:gd name="T1" fmla="*/ 809 h 1282"/>
                <a:gd name="T2" fmla="*/ 662 w 856"/>
                <a:gd name="T3" fmla="*/ 741 h 1282"/>
                <a:gd name="T4" fmla="*/ 552 w 856"/>
                <a:gd name="T5" fmla="*/ 737 h 1282"/>
                <a:gd name="T6" fmla="*/ 457 w 856"/>
                <a:gd name="T7" fmla="*/ 689 h 1282"/>
                <a:gd name="T8" fmla="*/ 398 w 856"/>
                <a:gd name="T9" fmla="*/ 617 h 1282"/>
                <a:gd name="T10" fmla="*/ 492 w 856"/>
                <a:gd name="T11" fmla="*/ 580 h 1282"/>
                <a:gd name="T12" fmla="*/ 561 w 856"/>
                <a:gd name="T13" fmla="*/ 537 h 1282"/>
                <a:gd name="T14" fmla="*/ 609 w 856"/>
                <a:gd name="T15" fmla="*/ 478 h 1282"/>
                <a:gd name="T16" fmla="*/ 672 w 856"/>
                <a:gd name="T17" fmla="*/ 448 h 1282"/>
                <a:gd name="T18" fmla="*/ 660 w 856"/>
                <a:gd name="T19" fmla="*/ 418 h 1282"/>
                <a:gd name="T20" fmla="*/ 713 w 856"/>
                <a:gd name="T21" fmla="*/ 387 h 1282"/>
                <a:gd name="T22" fmla="*/ 708 w 856"/>
                <a:gd name="T23" fmla="*/ 326 h 1282"/>
                <a:gd name="T24" fmla="*/ 660 w 856"/>
                <a:gd name="T25" fmla="*/ 293 h 1282"/>
                <a:gd name="T26" fmla="*/ 600 w 856"/>
                <a:gd name="T27" fmla="*/ 292 h 1282"/>
                <a:gd name="T28" fmla="*/ 562 w 856"/>
                <a:gd name="T29" fmla="*/ 333 h 1282"/>
                <a:gd name="T30" fmla="*/ 526 w 856"/>
                <a:gd name="T31" fmla="*/ 227 h 1282"/>
                <a:gd name="T32" fmla="*/ 597 w 856"/>
                <a:gd name="T33" fmla="*/ 196 h 1282"/>
                <a:gd name="T34" fmla="*/ 611 w 856"/>
                <a:gd name="T35" fmla="*/ 139 h 1282"/>
                <a:gd name="T36" fmla="*/ 575 w 856"/>
                <a:gd name="T37" fmla="*/ 142 h 1282"/>
                <a:gd name="T38" fmla="*/ 609 w 856"/>
                <a:gd name="T39" fmla="*/ 71 h 1282"/>
                <a:gd name="T40" fmla="*/ 559 w 856"/>
                <a:gd name="T41" fmla="*/ 135 h 1282"/>
                <a:gd name="T42" fmla="*/ 513 w 856"/>
                <a:gd name="T43" fmla="*/ 155 h 1282"/>
                <a:gd name="T44" fmla="*/ 454 w 856"/>
                <a:gd name="T45" fmla="*/ 160 h 1282"/>
                <a:gd name="T46" fmla="*/ 392 w 856"/>
                <a:gd name="T47" fmla="*/ 91 h 1282"/>
                <a:gd name="T48" fmla="*/ 326 w 856"/>
                <a:gd name="T49" fmla="*/ 79 h 1282"/>
                <a:gd name="T50" fmla="*/ 261 w 856"/>
                <a:gd name="T51" fmla="*/ 44 h 1282"/>
                <a:gd name="T52" fmla="*/ 188 w 856"/>
                <a:gd name="T53" fmla="*/ 10 h 1282"/>
                <a:gd name="T54" fmla="*/ 95 w 856"/>
                <a:gd name="T55" fmla="*/ 76 h 1282"/>
                <a:gd name="T56" fmla="*/ 72 w 856"/>
                <a:gd name="T57" fmla="*/ 130 h 1282"/>
                <a:gd name="T58" fmla="*/ 60 w 856"/>
                <a:gd name="T59" fmla="*/ 203 h 1282"/>
                <a:gd name="T60" fmla="*/ 1 w 856"/>
                <a:gd name="T61" fmla="*/ 257 h 1282"/>
                <a:gd name="T62" fmla="*/ 65 w 856"/>
                <a:gd name="T63" fmla="*/ 240 h 1282"/>
                <a:gd name="T64" fmla="*/ 138 w 856"/>
                <a:gd name="T65" fmla="*/ 187 h 1282"/>
                <a:gd name="T66" fmla="*/ 174 w 856"/>
                <a:gd name="T67" fmla="*/ 203 h 1282"/>
                <a:gd name="T68" fmla="*/ 216 w 856"/>
                <a:gd name="T69" fmla="*/ 274 h 1282"/>
                <a:gd name="T70" fmla="*/ 235 w 856"/>
                <a:gd name="T71" fmla="*/ 298 h 1282"/>
                <a:gd name="T72" fmla="*/ 231 w 856"/>
                <a:gd name="T73" fmla="*/ 357 h 1282"/>
                <a:gd name="T74" fmla="*/ 245 w 856"/>
                <a:gd name="T75" fmla="*/ 404 h 1282"/>
                <a:gd name="T76" fmla="*/ 264 w 856"/>
                <a:gd name="T77" fmla="*/ 555 h 1282"/>
                <a:gd name="T78" fmla="*/ 297 w 856"/>
                <a:gd name="T79" fmla="*/ 601 h 1282"/>
                <a:gd name="T80" fmla="*/ 331 w 856"/>
                <a:gd name="T81" fmla="*/ 633 h 1282"/>
                <a:gd name="T82" fmla="*/ 467 w 856"/>
                <a:gd name="T83" fmla="*/ 716 h 1282"/>
                <a:gd name="T84" fmla="*/ 536 w 856"/>
                <a:gd name="T85" fmla="*/ 785 h 1282"/>
                <a:gd name="T86" fmla="*/ 554 w 856"/>
                <a:gd name="T87" fmla="*/ 920 h 1282"/>
                <a:gd name="T88" fmla="*/ 592 w 856"/>
                <a:gd name="T89" fmla="*/ 1088 h 1282"/>
                <a:gd name="T90" fmla="*/ 594 w 856"/>
                <a:gd name="T91" fmla="*/ 1165 h 1282"/>
                <a:gd name="T92" fmla="*/ 592 w 856"/>
                <a:gd name="T93" fmla="*/ 1207 h 1282"/>
                <a:gd name="T94" fmla="*/ 622 w 856"/>
                <a:gd name="T95" fmla="*/ 1256 h 1282"/>
                <a:gd name="T96" fmla="*/ 635 w 856"/>
                <a:gd name="T97" fmla="*/ 1270 h 1282"/>
                <a:gd name="T98" fmla="*/ 648 w 856"/>
                <a:gd name="T99" fmla="*/ 1239 h 1282"/>
                <a:gd name="T100" fmla="*/ 655 w 856"/>
                <a:gd name="T101" fmla="*/ 1142 h 1282"/>
                <a:gd name="T102" fmla="*/ 738 w 856"/>
                <a:gd name="T103" fmla="*/ 1053 h 1282"/>
                <a:gd name="T104" fmla="*/ 830 w 856"/>
                <a:gd name="T105" fmla="*/ 903 h 1282"/>
                <a:gd name="T106" fmla="*/ 624 w 856"/>
                <a:gd name="T107" fmla="*/ 143 h 1282"/>
                <a:gd name="T108" fmla="*/ 72 w 856"/>
                <a:gd name="T109" fmla="*/ 131 h 1282"/>
                <a:gd name="T110" fmla="*/ 220 w 856"/>
                <a:gd name="T111" fmla="*/ 263 h 1282"/>
                <a:gd name="T112" fmla="*/ 231 w 856"/>
                <a:gd name="T113" fmla="*/ 276 h 1282"/>
                <a:gd name="T114" fmla="*/ 238 w 856"/>
                <a:gd name="T115" fmla="*/ 284 h 1282"/>
                <a:gd name="T116" fmla="*/ 245 w 856"/>
                <a:gd name="T117" fmla="*/ 350 h 1282"/>
                <a:gd name="T118" fmla="*/ 344 w 856"/>
                <a:gd name="T119" fmla="*/ 82 h 1282"/>
                <a:gd name="T120" fmla="*/ 602 w 856"/>
                <a:gd name="T121" fmla="*/ 1167 h 1282"/>
                <a:gd name="T122" fmla="*/ 620 w 856"/>
                <a:gd name="T123" fmla="*/ 1241 h 1282"/>
                <a:gd name="T124" fmla="*/ 647 w 856"/>
                <a:gd name="T125" fmla="*/ 1259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56" h="1282">
                  <a:moveTo>
                    <a:pt x="856" y="863"/>
                  </a:moveTo>
                  <a:cubicBezTo>
                    <a:pt x="856" y="859"/>
                    <a:pt x="856" y="859"/>
                    <a:pt x="856" y="859"/>
                  </a:cubicBezTo>
                  <a:cubicBezTo>
                    <a:pt x="855" y="858"/>
                    <a:pt x="855" y="858"/>
                    <a:pt x="855" y="858"/>
                  </a:cubicBezTo>
                  <a:cubicBezTo>
                    <a:pt x="855" y="857"/>
                    <a:pt x="855" y="857"/>
                    <a:pt x="855" y="857"/>
                  </a:cubicBezTo>
                  <a:cubicBezTo>
                    <a:pt x="852" y="851"/>
                    <a:pt x="852" y="851"/>
                    <a:pt x="852" y="851"/>
                  </a:cubicBezTo>
                  <a:cubicBezTo>
                    <a:pt x="852" y="850"/>
                    <a:pt x="852" y="850"/>
                    <a:pt x="852" y="850"/>
                  </a:cubicBezTo>
                  <a:cubicBezTo>
                    <a:pt x="852" y="847"/>
                    <a:pt x="852" y="847"/>
                    <a:pt x="852" y="847"/>
                  </a:cubicBezTo>
                  <a:cubicBezTo>
                    <a:pt x="847" y="845"/>
                    <a:pt x="847" y="845"/>
                    <a:pt x="847" y="845"/>
                  </a:cubicBezTo>
                  <a:cubicBezTo>
                    <a:pt x="844" y="845"/>
                    <a:pt x="844" y="845"/>
                    <a:pt x="844" y="845"/>
                  </a:cubicBezTo>
                  <a:cubicBezTo>
                    <a:pt x="842" y="845"/>
                    <a:pt x="842" y="845"/>
                    <a:pt x="842" y="845"/>
                  </a:cubicBezTo>
                  <a:cubicBezTo>
                    <a:pt x="841" y="844"/>
                    <a:pt x="841" y="844"/>
                    <a:pt x="841" y="844"/>
                  </a:cubicBezTo>
                  <a:cubicBezTo>
                    <a:pt x="839" y="843"/>
                    <a:pt x="839" y="843"/>
                    <a:pt x="839" y="843"/>
                  </a:cubicBezTo>
                  <a:cubicBezTo>
                    <a:pt x="838" y="842"/>
                    <a:pt x="838" y="842"/>
                    <a:pt x="838" y="842"/>
                  </a:cubicBezTo>
                  <a:cubicBezTo>
                    <a:pt x="835" y="841"/>
                    <a:pt x="835" y="841"/>
                    <a:pt x="835" y="841"/>
                  </a:cubicBezTo>
                  <a:cubicBezTo>
                    <a:pt x="834" y="840"/>
                    <a:pt x="834" y="840"/>
                    <a:pt x="834" y="840"/>
                  </a:cubicBezTo>
                  <a:cubicBezTo>
                    <a:pt x="831" y="837"/>
                    <a:pt x="831" y="837"/>
                    <a:pt x="831" y="837"/>
                  </a:cubicBezTo>
                  <a:cubicBezTo>
                    <a:pt x="828" y="833"/>
                    <a:pt x="828" y="833"/>
                    <a:pt x="828" y="833"/>
                  </a:cubicBezTo>
                  <a:cubicBezTo>
                    <a:pt x="826" y="833"/>
                    <a:pt x="826" y="833"/>
                    <a:pt x="826" y="833"/>
                  </a:cubicBezTo>
                  <a:cubicBezTo>
                    <a:pt x="825" y="831"/>
                    <a:pt x="825" y="831"/>
                    <a:pt x="825" y="831"/>
                  </a:cubicBezTo>
                  <a:cubicBezTo>
                    <a:pt x="823" y="831"/>
                    <a:pt x="823" y="831"/>
                    <a:pt x="823" y="831"/>
                  </a:cubicBezTo>
                  <a:cubicBezTo>
                    <a:pt x="818" y="828"/>
                    <a:pt x="818" y="828"/>
                    <a:pt x="818" y="828"/>
                  </a:cubicBezTo>
                  <a:cubicBezTo>
                    <a:pt x="816" y="828"/>
                    <a:pt x="816" y="828"/>
                    <a:pt x="816" y="828"/>
                  </a:cubicBezTo>
                  <a:cubicBezTo>
                    <a:pt x="814" y="827"/>
                    <a:pt x="814" y="827"/>
                    <a:pt x="814" y="827"/>
                  </a:cubicBezTo>
                  <a:cubicBezTo>
                    <a:pt x="812" y="828"/>
                    <a:pt x="812" y="828"/>
                    <a:pt x="812" y="828"/>
                  </a:cubicBezTo>
                  <a:cubicBezTo>
                    <a:pt x="810" y="828"/>
                    <a:pt x="810" y="828"/>
                    <a:pt x="810" y="828"/>
                  </a:cubicBezTo>
                  <a:cubicBezTo>
                    <a:pt x="809" y="827"/>
                    <a:pt x="809" y="827"/>
                    <a:pt x="809" y="827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7" y="829"/>
                    <a:pt x="807" y="829"/>
                    <a:pt x="807" y="829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4" y="826"/>
                    <a:pt x="804" y="826"/>
                    <a:pt x="804" y="826"/>
                  </a:cubicBezTo>
                  <a:cubicBezTo>
                    <a:pt x="804" y="827"/>
                    <a:pt x="804" y="827"/>
                    <a:pt x="804" y="827"/>
                  </a:cubicBezTo>
                  <a:cubicBezTo>
                    <a:pt x="803" y="826"/>
                    <a:pt x="803" y="826"/>
                    <a:pt x="803" y="826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7"/>
                    <a:pt x="802" y="827"/>
                    <a:pt x="802" y="827"/>
                  </a:cubicBezTo>
                  <a:cubicBezTo>
                    <a:pt x="799" y="826"/>
                    <a:pt x="799" y="826"/>
                    <a:pt x="799" y="826"/>
                  </a:cubicBezTo>
                  <a:cubicBezTo>
                    <a:pt x="800" y="827"/>
                    <a:pt x="800" y="827"/>
                    <a:pt x="800" y="827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97" y="827"/>
                    <a:pt x="797" y="827"/>
                    <a:pt x="797" y="827"/>
                  </a:cubicBezTo>
                  <a:cubicBezTo>
                    <a:pt x="796" y="826"/>
                    <a:pt x="796" y="826"/>
                    <a:pt x="796" y="826"/>
                  </a:cubicBezTo>
                  <a:cubicBezTo>
                    <a:pt x="791" y="824"/>
                    <a:pt x="791" y="824"/>
                    <a:pt x="791" y="824"/>
                  </a:cubicBezTo>
                  <a:cubicBezTo>
                    <a:pt x="789" y="825"/>
                    <a:pt x="789" y="825"/>
                    <a:pt x="789" y="825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8" y="826"/>
                    <a:pt x="788" y="826"/>
                    <a:pt x="788" y="826"/>
                  </a:cubicBezTo>
                  <a:cubicBezTo>
                    <a:pt x="788" y="827"/>
                    <a:pt x="788" y="827"/>
                    <a:pt x="788" y="827"/>
                  </a:cubicBezTo>
                  <a:cubicBezTo>
                    <a:pt x="786" y="827"/>
                    <a:pt x="786" y="827"/>
                    <a:pt x="786" y="827"/>
                  </a:cubicBezTo>
                  <a:cubicBezTo>
                    <a:pt x="786" y="828"/>
                    <a:pt x="786" y="828"/>
                    <a:pt x="786" y="828"/>
                  </a:cubicBezTo>
                  <a:cubicBezTo>
                    <a:pt x="785" y="827"/>
                    <a:pt x="785" y="827"/>
                    <a:pt x="785" y="827"/>
                  </a:cubicBezTo>
                  <a:cubicBezTo>
                    <a:pt x="784" y="828"/>
                    <a:pt x="784" y="828"/>
                    <a:pt x="784" y="828"/>
                  </a:cubicBezTo>
                  <a:cubicBezTo>
                    <a:pt x="784" y="826"/>
                    <a:pt x="784" y="826"/>
                    <a:pt x="784" y="826"/>
                  </a:cubicBezTo>
                  <a:cubicBezTo>
                    <a:pt x="785" y="826"/>
                    <a:pt x="785" y="826"/>
                    <a:pt x="785" y="826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5" y="823"/>
                    <a:pt x="785" y="823"/>
                    <a:pt x="785" y="823"/>
                  </a:cubicBezTo>
                  <a:cubicBezTo>
                    <a:pt x="782" y="821"/>
                    <a:pt x="782" y="821"/>
                    <a:pt x="782" y="821"/>
                  </a:cubicBezTo>
                  <a:cubicBezTo>
                    <a:pt x="781" y="819"/>
                    <a:pt x="781" y="819"/>
                    <a:pt x="781" y="819"/>
                  </a:cubicBezTo>
                  <a:cubicBezTo>
                    <a:pt x="780" y="819"/>
                    <a:pt x="780" y="819"/>
                    <a:pt x="780" y="819"/>
                  </a:cubicBezTo>
                  <a:cubicBezTo>
                    <a:pt x="778" y="819"/>
                    <a:pt x="778" y="819"/>
                    <a:pt x="778" y="819"/>
                  </a:cubicBezTo>
                  <a:cubicBezTo>
                    <a:pt x="777" y="820"/>
                    <a:pt x="777" y="820"/>
                    <a:pt x="777" y="820"/>
                  </a:cubicBezTo>
                  <a:cubicBezTo>
                    <a:pt x="776" y="820"/>
                    <a:pt x="776" y="820"/>
                    <a:pt x="776" y="820"/>
                  </a:cubicBezTo>
                  <a:cubicBezTo>
                    <a:pt x="776" y="819"/>
                    <a:pt x="776" y="819"/>
                    <a:pt x="776" y="819"/>
                  </a:cubicBezTo>
                  <a:cubicBezTo>
                    <a:pt x="775" y="819"/>
                    <a:pt x="775" y="819"/>
                    <a:pt x="775" y="819"/>
                  </a:cubicBezTo>
                  <a:cubicBezTo>
                    <a:pt x="775" y="818"/>
                    <a:pt x="775" y="818"/>
                    <a:pt x="775" y="818"/>
                  </a:cubicBezTo>
                  <a:cubicBezTo>
                    <a:pt x="774" y="817"/>
                    <a:pt x="774" y="817"/>
                    <a:pt x="774" y="817"/>
                  </a:cubicBezTo>
                  <a:cubicBezTo>
                    <a:pt x="773" y="817"/>
                    <a:pt x="773" y="817"/>
                    <a:pt x="773" y="817"/>
                  </a:cubicBezTo>
                  <a:cubicBezTo>
                    <a:pt x="772" y="816"/>
                    <a:pt x="772" y="816"/>
                    <a:pt x="772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0" y="816"/>
                    <a:pt x="770" y="816"/>
                    <a:pt x="770" y="816"/>
                  </a:cubicBezTo>
                  <a:cubicBezTo>
                    <a:pt x="769" y="814"/>
                    <a:pt x="769" y="814"/>
                    <a:pt x="769" y="814"/>
                  </a:cubicBezTo>
                  <a:cubicBezTo>
                    <a:pt x="768" y="815"/>
                    <a:pt x="768" y="815"/>
                    <a:pt x="768" y="815"/>
                  </a:cubicBezTo>
                  <a:cubicBezTo>
                    <a:pt x="767" y="815"/>
                    <a:pt x="767" y="815"/>
                    <a:pt x="767" y="815"/>
                  </a:cubicBezTo>
                  <a:cubicBezTo>
                    <a:pt x="765" y="813"/>
                    <a:pt x="765" y="813"/>
                    <a:pt x="765" y="813"/>
                  </a:cubicBezTo>
                  <a:cubicBezTo>
                    <a:pt x="763" y="813"/>
                    <a:pt x="763" y="813"/>
                    <a:pt x="763" y="813"/>
                  </a:cubicBezTo>
                  <a:cubicBezTo>
                    <a:pt x="763" y="814"/>
                    <a:pt x="763" y="814"/>
                    <a:pt x="763" y="814"/>
                  </a:cubicBezTo>
                  <a:cubicBezTo>
                    <a:pt x="762" y="813"/>
                    <a:pt x="762" y="813"/>
                    <a:pt x="762" y="813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60" y="814"/>
                    <a:pt x="760" y="814"/>
                    <a:pt x="760" y="814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58" y="813"/>
                    <a:pt x="758" y="813"/>
                    <a:pt x="758" y="813"/>
                  </a:cubicBezTo>
                  <a:cubicBezTo>
                    <a:pt x="756" y="814"/>
                    <a:pt x="756" y="814"/>
                    <a:pt x="756" y="814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4" y="818"/>
                    <a:pt x="754" y="818"/>
                    <a:pt x="754" y="818"/>
                  </a:cubicBezTo>
                  <a:cubicBezTo>
                    <a:pt x="752" y="819"/>
                    <a:pt x="752" y="819"/>
                    <a:pt x="752" y="819"/>
                  </a:cubicBezTo>
                  <a:cubicBezTo>
                    <a:pt x="752" y="817"/>
                    <a:pt x="752" y="817"/>
                    <a:pt x="752" y="817"/>
                  </a:cubicBezTo>
                  <a:cubicBezTo>
                    <a:pt x="754" y="815"/>
                    <a:pt x="754" y="815"/>
                    <a:pt x="754" y="815"/>
                  </a:cubicBezTo>
                  <a:cubicBezTo>
                    <a:pt x="754" y="813"/>
                    <a:pt x="754" y="813"/>
                    <a:pt x="754" y="813"/>
                  </a:cubicBezTo>
                  <a:cubicBezTo>
                    <a:pt x="755" y="812"/>
                    <a:pt x="755" y="812"/>
                    <a:pt x="755" y="812"/>
                  </a:cubicBezTo>
                  <a:cubicBezTo>
                    <a:pt x="755" y="810"/>
                    <a:pt x="755" y="810"/>
                    <a:pt x="755" y="810"/>
                  </a:cubicBezTo>
                  <a:cubicBezTo>
                    <a:pt x="753" y="810"/>
                    <a:pt x="753" y="810"/>
                    <a:pt x="753" y="810"/>
                  </a:cubicBezTo>
                  <a:cubicBezTo>
                    <a:pt x="751" y="809"/>
                    <a:pt x="751" y="809"/>
                    <a:pt x="751" y="809"/>
                  </a:cubicBezTo>
                  <a:cubicBezTo>
                    <a:pt x="749" y="809"/>
                    <a:pt x="749" y="809"/>
                    <a:pt x="749" y="809"/>
                  </a:cubicBezTo>
                  <a:cubicBezTo>
                    <a:pt x="748" y="809"/>
                    <a:pt x="748" y="809"/>
                    <a:pt x="748" y="809"/>
                  </a:cubicBezTo>
                  <a:cubicBezTo>
                    <a:pt x="749" y="808"/>
                    <a:pt x="749" y="808"/>
                    <a:pt x="749" y="808"/>
                  </a:cubicBezTo>
                  <a:cubicBezTo>
                    <a:pt x="747" y="807"/>
                    <a:pt x="747" y="807"/>
                    <a:pt x="747" y="807"/>
                  </a:cubicBezTo>
                  <a:cubicBezTo>
                    <a:pt x="746" y="807"/>
                    <a:pt x="746" y="807"/>
                    <a:pt x="746" y="807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6" y="810"/>
                    <a:pt x="746" y="810"/>
                    <a:pt x="746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5" y="810"/>
                    <a:pt x="745" y="810"/>
                    <a:pt x="745" y="810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0" y="809"/>
                    <a:pt x="740" y="809"/>
                    <a:pt x="740" y="809"/>
                  </a:cubicBezTo>
                  <a:cubicBezTo>
                    <a:pt x="740" y="808"/>
                    <a:pt x="740" y="808"/>
                    <a:pt x="740" y="808"/>
                  </a:cubicBezTo>
                  <a:cubicBezTo>
                    <a:pt x="741" y="808"/>
                    <a:pt x="741" y="808"/>
                    <a:pt x="741" y="808"/>
                  </a:cubicBezTo>
                  <a:cubicBezTo>
                    <a:pt x="743" y="808"/>
                    <a:pt x="743" y="808"/>
                    <a:pt x="743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5" y="806"/>
                    <a:pt x="745" y="806"/>
                    <a:pt x="745" y="806"/>
                  </a:cubicBezTo>
                  <a:cubicBezTo>
                    <a:pt x="744" y="805"/>
                    <a:pt x="744" y="805"/>
                    <a:pt x="744" y="805"/>
                  </a:cubicBezTo>
                  <a:cubicBezTo>
                    <a:pt x="742" y="806"/>
                    <a:pt x="742" y="806"/>
                    <a:pt x="742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2" y="805"/>
                    <a:pt x="742" y="805"/>
                    <a:pt x="742" y="805"/>
                  </a:cubicBezTo>
                  <a:cubicBezTo>
                    <a:pt x="743" y="804"/>
                    <a:pt x="743" y="804"/>
                    <a:pt x="743" y="804"/>
                  </a:cubicBezTo>
                  <a:cubicBezTo>
                    <a:pt x="744" y="802"/>
                    <a:pt x="744" y="802"/>
                    <a:pt x="744" y="802"/>
                  </a:cubicBezTo>
                  <a:cubicBezTo>
                    <a:pt x="742" y="802"/>
                    <a:pt x="742" y="802"/>
                    <a:pt x="742" y="802"/>
                  </a:cubicBezTo>
                  <a:cubicBezTo>
                    <a:pt x="741" y="803"/>
                    <a:pt x="741" y="803"/>
                    <a:pt x="741" y="803"/>
                  </a:cubicBezTo>
                  <a:cubicBezTo>
                    <a:pt x="740" y="803"/>
                    <a:pt x="740" y="803"/>
                    <a:pt x="740" y="803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39" y="806"/>
                    <a:pt x="739" y="806"/>
                    <a:pt x="739" y="806"/>
                  </a:cubicBezTo>
                  <a:cubicBezTo>
                    <a:pt x="738" y="806"/>
                    <a:pt x="738" y="806"/>
                    <a:pt x="738" y="806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7" y="808"/>
                    <a:pt x="737" y="808"/>
                    <a:pt x="737" y="808"/>
                  </a:cubicBezTo>
                  <a:cubicBezTo>
                    <a:pt x="736" y="808"/>
                    <a:pt x="736" y="808"/>
                    <a:pt x="736" y="808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4" y="810"/>
                    <a:pt x="734" y="810"/>
                    <a:pt x="734" y="810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2" y="812"/>
                    <a:pt x="732" y="812"/>
                    <a:pt x="732" y="812"/>
                  </a:cubicBezTo>
                  <a:cubicBezTo>
                    <a:pt x="733" y="810"/>
                    <a:pt x="733" y="810"/>
                    <a:pt x="733" y="810"/>
                  </a:cubicBezTo>
                  <a:cubicBezTo>
                    <a:pt x="733" y="809"/>
                    <a:pt x="733" y="809"/>
                    <a:pt x="733" y="809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6" y="807"/>
                    <a:pt x="736" y="807"/>
                    <a:pt x="736" y="807"/>
                  </a:cubicBezTo>
                  <a:cubicBezTo>
                    <a:pt x="738" y="807"/>
                    <a:pt x="738" y="807"/>
                    <a:pt x="738" y="807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43" y="801"/>
                    <a:pt x="743" y="801"/>
                    <a:pt x="743" y="801"/>
                  </a:cubicBezTo>
                  <a:cubicBezTo>
                    <a:pt x="743" y="800"/>
                    <a:pt x="743" y="800"/>
                    <a:pt x="743" y="800"/>
                  </a:cubicBezTo>
                  <a:cubicBezTo>
                    <a:pt x="744" y="799"/>
                    <a:pt x="744" y="799"/>
                    <a:pt x="744" y="799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4" y="797"/>
                    <a:pt x="744" y="797"/>
                    <a:pt x="744" y="797"/>
                  </a:cubicBezTo>
                  <a:cubicBezTo>
                    <a:pt x="744" y="795"/>
                    <a:pt x="744" y="795"/>
                    <a:pt x="744" y="795"/>
                  </a:cubicBezTo>
                  <a:cubicBezTo>
                    <a:pt x="742" y="794"/>
                    <a:pt x="742" y="794"/>
                    <a:pt x="742" y="794"/>
                  </a:cubicBezTo>
                  <a:cubicBezTo>
                    <a:pt x="741" y="794"/>
                    <a:pt x="741" y="794"/>
                    <a:pt x="741" y="794"/>
                  </a:cubicBezTo>
                  <a:cubicBezTo>
                    <a:pt x="742" y="793"/>
                    <a:pt x="742" y="793"/>
                    <a:pt x="742" y="793"/>
                  </a:cubicBezTo>
                  <a:cubicBezTo>
                    <a:pt x="740" y="791"/>
                    <a:pt x="740" y="791"/>
                    <a:pt x="740" y="791"/>
                  </a:cubicBezTo>
                  <a:cubicBezTo>
                    <a:pt x="739" y="789"/>
                    <a:pt x="739" y="789"/>
                    <a:pt x="739" y="789"/>
                  </a:cubicBezTo>
                  <a:cubicBezTo>
                    <a:pt x="738" y="790"/>
                    <a:pt x="738" y="790"/>
                    <a:pt x="738" y="790"/>
                  </a:cubicBezTo>
                  <a:cubicBezTo>
                    <a:pt x="737" y="787"/>
                    <a:pt x="737" y="787"/>
                    <a:pt x="737" y="787"/>
                  </a:cubicBezTo>
                  <a:cubicBezTo>
                    <a:pt x="735" y="785"/>
                    <a:pt x="735" y="785"/>
                    <a:pt x="735" y="785"/>
                  </a:cubicBezTo>
                  <a:cubicBezTo>
                    <a:pt x="734" y="782"/>
                    <a:pt x="734" y="782"/>
                    <a:pt x="734" y="782"/>
                  </a:cubicBezTo>
                  <a:cubicBezTo>
                    <a:pt x="734" y="781"/>
                    <a:pt x="734" y="781"/>
                    <a:pt x="734" y="781"/>
                  </a:cubicBezTo>
                  <a:cubicBezTo>
                    <a:pt x="734" y="779"/>
                    <a:pt x="734" y="779"/>
                    <a:pt x="734" y="779"/>
                  </a:cubicBezTo>
                  <a:cubicBezTo>
                    <a:pt x="733" y="779"/>
                    <a:pt x="733" y="779"/>
                    <a:pt x="733" y="779"/>
                  </a:cubicBezTo>
                  <a:cubicBezTo>
                    <a:pt x="733" y="777"/>
                    <a:pt x="733" y="777"/>
                    <a:pt x="733" y="777"/>
                  </a:cubicBezTo>
                  <a:cubicBezTo>
                    <a:pt x="732" y="775"/>
                    <a:pt x="732" y="775"/>
                    <a:pt x="732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29" y="773"/>
                    <a:pt x="729" y="773"/>
                    <a:pt x="729" y="773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3"/>
                    <a:pt x="728" y="773"/>
                    <a:pt x="728" y="773"/>
                  </a:cubicBezTo>
                  <a:cubicBezTo>
                    <a:pt x="725" y="770"/>
                    <a:pt x="725" y="770"/>
                    <a:pt x="725" y="770"/>
                  </a:cubicBezTo>
                  <a:cubicBezTo>
                    <a:pt x="724" y="769"/>
                    <a:pt x="724" y="769"/>
                    <a:pt x="724" y="769"/>
                  </a:cubicBezTo>
                  <a:cubicBezTo>
                    <a:pt x="723" y="768"/>
                    <a:pt x="723" y="768"/>
                    <a:pt x="723" y="768"/>
                  </a:cubicBezTo>
                  <a:cubicBezTo>
                    <a:pt x="718" y="767"/>
                    <a:pt x="718" y="767"/>
                    <a:pt x="718" y="767"/>
                  </a:cubicBezTo>
                  <a:cubicBezTo>
                    <a:pt x="716" y="766"/>
                    <a:pt x="716" y="766"/>
                    <a:pt x="716" y="766"/>
                  </a:cubicBezTo>
                  <a:cubicBezTo>
                    <a:pt x="714" y="765"/>
                    <a:pt x="714" y="765"/>
                    <a:pt x="714" y="765"/>
                  </a:cubicBezTo>
                  <a:cubicBezTo>
                    <a:pt x="713" y="766"/>
                    <a:pt x="713" y="766"/>
                    <a:pt x="713" y="766"/>
                  </a:cubicBezTo>
                  <a:cubicBezTo>
                    <a:pt x="713" y="764"/>
                    <a:pt x="713" y="764"/>
                    <a:pt x="713" y="764"/>
                  </a:cubicBezTo>
                  <a:cubicBezTo>
                    <a:pt x="711" y="764"/>
                    <a:pt x="711" y="764"/>
                    <a:pt x="711" y="764"/>
                  </a:cubicBezTo>
                  <a:cubicBezTo>
                    <a:pt x="709" y="763"/>
                    <a:pt x="709" y="763"/>
                    <a:pt x="709" y="763"/>
                  </a:cubicBezTo>
                  <a:cubicBezTo>
                    <a:pt x="706" y="762"/>
                    <a:pt x="706" y="762"/>
                    <a:pt x="706" y="762"/>
                  </a:cubicBezTo>
                  <a:cubicBezTo>
                    <a:pt x="704" y="762"/>
                    <a:pt x="704" y="762"/>
                    <a:pt x="704" y="762"/>
                  </a:cubicBezTo>
                  <a:cubicBezTo>
                    <a:pt x="703" y="763"/>
                    <a:pt x="703" y="763"/>
                    <a:pt x="703" y="763"/>
                  </a:cubicBezTo>
                  <a:cubicBezTo>
                    <a:pt x="701" y="763"/>
                    <a:pt x="701" y="763"/>
                    <a:pt x="701" y="763"/>
                  </a:cubicBezTo>
                  <a:cubicBezTo>
                    <a:pt x="698" y="763"/>
                    <a:pt x="698" y="763"/>
                    <a:pt x="698" y="763"/>
                  </a:cubicBezTo>
                  <a:cubicBezTo>
                    <a:pt x="696" y="762"/>
                    <a:pt x="696" y="762"/>
                    <a:pt x="696" y="762"/>
                  </a:cubicBezTo>
                  <a:cubicBezTo>
                    <a:pt x="692" y="762"/>
                    <a:pt x="692" y="762"/>
                    <a:pt x="692" y="762"/>
                  </a:cubicBezTo>
                  <a:cubicBezTo>
                    <a:pt x="690" y="763"/>
                    <a:pt x="690" y="763"/>
                    <a:pt x="690" y="763"/>
                  </a:cubicBezTo>
                  <a:cubicBezTo>
                    <a:pt x="690" y="762"/>
                    <a:pt x="690" y="762"/>
                    <a:pt x="690" y="762"/>
                  </a:cubicBezTo>
                  <a:cubicBezTo>
                    <a:pt x="690" y="761"/>
                    <a:pt x="690" y="761"/>
                    <a:pt x="690" y="761"/>
                  </a:cubicBezTo>
                  <a:cubicBezTo>
                    <a:pt x="687" y="760"/>
                    <a:pt x="687" y="760"/>
                    <a:pt x="687" y="760"/>
                  </a:cubicBezTo>
                  <a:cubicBezTo>
                    <a:pt x="684" y="757"/>
                    <a:pt x="684" y="757"/>
                    <a:pt x="684" y="757"/>
                  </a:cubicBezTo>
                  <a:cubicBezTo>
                    <a:pt x="683" y="756"/>
                    <a:pt x="683" y="756"/>
                    <a:pt x="683" y="756"/>
                  </a:cubicBezTo>
                  <a:cubicBezTo>
                    <a:pt x="681" y="757"/>
                    <a:pt x="681" y="757"/>
                    <a:pt x="681" y="757"/>
                  </a:cubicBezTo>
                  <a:cubicBezTo>
                    <a:pt x="680" y="757"/>
                    <a:pt x="680" y="757"/>
                    <a:pt x="680" y="757"/>
                  </a:cubicBezTo>
                  <a:cubicBezTo>
                    <a:pt x="679" y="758"/>
                    <a:pt x="679" y="758"/>
                    <a:pt x="679" y="758"/>
                  </a:cubicBezTo>
                  <a:cubicBezTo>
                    <a:pt x="679" y="757"/>
                    <a:pt x="679" y="757"/>
                    <a:pt x="679" y="757"/>
                  </a:cubicBezTo>
                  <a:cubicBezTo>
                    <a:pt x="680" y="755"/>
                    <a:pt x="680" y="755"/>
                    <a:pt x="680" y="755"/>
                  </a:cubicBezTo>
                  <a:cubicBezTo>
                    <a:pt x="679" y="752"/>
                    <a:pt x="679" y="752"/>
                    <a:pt x="679" y="752"/>
                  </a:cubicBezTo>
                  <a:cubicBezTo>
                    <a:pt x="678" y="751"/>
                    <a:pt x="678" y="751"/>
                    <a:pt x="678" y="751"/>
                  </a:cubicBezTo>
                  <a:cubicBezTo>
                    <a:pt x="675" y="750"/>
                    <a:pt x="675" y="750"/>
                    <a:pt x="675" y="750"/>
                  </a:cubicBezTo>
                  <a:cubicBezTo>
                    <a:pt x="673" y="748"/>
                    <a:pt x="673" y="748"/>
                    <a:pt x="673" y="748"/>
                  </a:cubicBezTo>
                  <a:cubicBezTo>
                    <a:pt x="673" y="746"/>
                    <a:pt x="673" y="746"/>
                    <a:pt x="673" y="746"/>
                  </a:cubicBezTo>
                  <a:cubicBezTo>
                    <a:pt x="671" y="745"/>
                    <a:pt x="671" y="745"/>
                    <a:pt x="671" y="745"/>
                  </a:cubicBezTo>
                  <a:cubicBezTo>
                    <a:pt x="670" y="745"/>
                    <a:pt x="670" y="745"/>
                    <a:pt x="670" y="745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6" y="743"/>
                    <a:pt x="666" y="743"/>
                    <a:pt x="666" y="743"/>
                  </a:cubicBezTo>
                  <a:cubicBezTo>
                    <a:pt x="665" y="743"/>
                    <a:pt x="665" y="743"/>
                    <a:pt x="665" y="743"/>
                  </a:cubicBezTo>
                  <a:cubicBezTo>
                    <a:pt x="664" y="743"/>
                    <a:pt x="664" y="743"/>
                    <a:pt x="664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0" y="743"/>
                    <a:pt x="660" y="743"/>
                    <a:pt x="660" y="743"/>
                  </a:cubicBezTo>
                  <a:cubicBezTo>
                    <a:pt x="659" y="743"/>
                    <a:pt x="659" y="743"/>
                    <a:pt x="659" y="743"/>
                  </a:cubicBezTo>
                  <a:cubicBezTo>
                    <a:pt x="660" y="742"/>
                    <a:pt x="660" y="742"/>
                    <a:pt x="660" y="742"/>
                  </a:cubicBezTo>
                  <a:cubicBezTo>
                    <a:pt x="662" y="741"/>
                    <a:pt x="662" y="741"/>
                    <a:pt x="662" y="741"/>
                  </a:cubicBezTo>
                  <a:cubicBezTo>
                    <a:pt x="662" y="740"/>
                    <a:pt x="662" y="740"/>
                    <a:pt x="662" y="740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7"/>
                    <a:pt x="661" y="737"/>
                    <a:pt x="661" y="737"/>
                  </a:cubicBezTo>
                  <a:cubicBezTo>
                    <a:pt x="658" y="736"/>
                    <a:pt x="658" y="736"/>
                    <a:pt x="658" y="736"/>
                  </a:cubicBezTo>
                  <a:cubicBezTo>
                    <a:pt x="656" y="736"/>
                    <a:pt x="656" y="736"/>
                    <a:pt x="656" y="736"/>
                  </a:cubicBezTo>
                  <a:cubicBezTo>
                    <a:pt x="655" y="735"/>
                    <a:pt x="655" y="735"/>
                    <a:pt x="655" y="735"/>
                  </a:cubicBezTo>
                  <a:cubicBezTo>
                    <a:pt x="654" y="734"/>
                    <a:pt x="654" y="734"/>
                    <a:pt x="654" y="734"/>
                  </a:cubicBezTo>
                  <a:cubicBezTo>
                    <a:pt x="653" y="734"/>
                    <a:pt x="653" y="734"/>
                    <a:pt x="653" y="734"/>
                  </a:cubicBezTo>
                  <a:cubicBezTo>
                    <a:pt x="652" y="734"/>
                    <a:pt x="652" y="734"/>
                    <a:pt x="652" y="734"/>
                  </a:cubicBezTo>
                  <a:cubicBezTo>
                    <a:pt x="651" y="733"/>
                    <a:pt x="651" y="733"/>
                    <a:pt x="651" y="733"/>
                  </a:cubicBezTo>
                  <a:cubicBezTo>
                    <a:pt x="649" y="733"/>
                    <a:pt x="649" y="733"/>
                    <a:pt x="649" y="733"/>
                  </a:cubicBezTo>
                  <a:cubicBezTo>
                    <a:pt x="649" y="732"/>
                    <a:pt x="649" y="732"/>
                    <a:pt x="649" y="732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51" y="731"/>
                    <a:pt x="651" y="731"/>
                    <a:pt x="651" y="731"/>
                  </a:cubicBezTo>
                  <a:cubicBezTo>
                    <a:pt x="652" y="730"/>
                    <a:pt x="652" y="730"/>
                    <a:pt x="652" y="730"/>
                  </a:cubicBezTo>
                  <a:cubicBezTo>
                    <a:pt x="654" y="730"/>
                    <a:pt x="654" y="730"/>
                    <a:pt x="654" y="730"/>
                  </a:cubicBezTo>
                  <a:cubicBezTo>
                    <a:pt x="655" y="727"/>
                    <a:pt x="655" y="727"/>
                    <a:pt x="655" y="727"/>
                  </a:cubicBezTo>
                  <a:cubicBezTo>
                    <a:pt x="652" y="728"/>
                    <a:pt x="652" y="728"/>
                    <a:pt x="652" y="728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6" y="727"/>
                    <a:pt x="646" y="727"/>
                    <a:pt x="646" y="727"/>
                  </a:cubicBezTo>
                  <a:cubicBezTo>
                    <a:pt x="645" y="727"/>
                    <a:pt x="645" y="727"/>
                    <a:pt x="645" y="727"/>
                  </a:cubicBezTo>
                  <a:cubicBezTo>
                    <a:pt x="641" y="728"/>
                    <a:pt x="641" y="728"/>
                    <a:pt x="641" y="728"/>
                  </a:cubicBezTo>
                  <a:cubicBezTo>
                    <a:pt x="640" y="728"/>
                    <a:pt x="640" y="728"/>
                    <a:pt x="640" y="728"/>
                  </a:cubicBezTo>
                  <a:cubicBezTo>
                    <a:pt x="639" y="728"/>
                    <a:pt x="639" y="728"/>
                    <a:pt x="639" y="728"/>
                  </a:cubicBezTo>
                  <a:cubicBezTo>
                    <a:pt x="636" y="730"/>
                    <a:pt x="636" y="730"/>
                    <a:pt x="636" y="730"/>
                  </a:cubicBezTo>
                  <a:cubicBezTo>
                    <a:pt x="634" y="730"/>
                    <a:pt x="634" y="730"/>
                    <a:pt x="634" y="730"/>
                  </a:cubicBezTo>
                  <a:cubicBezTo>
                    <a:pt x="633" y="731"/>
                    <a:pt x="633" y="731"/>
                    <a:pt x="633" y="731"/>
                  </a:cubicBezTo>
                  <a:cubicBezTo>
                    <a:pt x="632" y="732"/>
                    <a:pt x="632" y="732"/>
                    <a:pt x="632" y="732"/>
                  </a:cubicBezTo>
                  <a:cubicBezTo>
                    <a:pt x="630" y="732"/>
                    <a:pt x="630" y="732"/>
                    <a:pt x="630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5" y="729"/>
                    <a:pt x="625" y="729"/>
                    <a:pt x="625" y="729"/>
                  </a:cubicBezTo>
                  <a:cubicBezTo>
                    <a:pt x="623" y="729"/>
                    <a:pt x="623" y="729"/>
                    <a:pt x="623" y="729"/>
                  </a:cubicBezTo>
                  <a:cubicBezTo>
                    <a:pt x="620" y="729"/>
                    <a:pt x="620" y="729"/>
                    <a:pt x="620" y="729"/>
                  </a:cubicBezTo>
                  <a:cubicBezTo>
                    <a:pt x="613" y="730"/>
                    <a:pt x="613" y="730"/>
                    <a:pt x="613" y="730"/>
                  </a:cubicBezTo>
                  <a:cubicBezTo>
                    <a:pt x="610" y="730"/>
                    <a:pt x="610" y="730"/>
                    <a:pt x="610" y="730"/>
                  </a:cubicBezTo>
                  <a:cubicBezTo>
                    <a:pt x="609" y="729"/>
                    <a:pt x="609" y="729"/>
                    <a:pt x="609" y="729"/>
                  </a:cubicBezTo>
                  <a:cubicBezTo>
                    <a:pt x="608" y="729"/>
                    <a:pt x="608" y="729"/>
                    <a:pt x="608" y="729"/>
                  </a:cubicBezTo>
                  <a:cubicBezTo>
                    <a:pt x="608" y="728"/>
                    <a:pt x="608" y="728"/>
                    <a:pt x="608" y="728"/>
                  </a:cubicBezTo>
                  <a:cubicBezTo>
                    <a:pt x="609" y="728"/>
                    <a:pt x="609" y="728"/>
                    <a:pt x="609" y="728"/>
                  </a:cubicBezTo>
                  <a:cubicBezTo>
                    <a:pt x="609" y="726"/>
                    <a:pt x="609" y="726"/>
                    <a:pt x="609" y="726"/>
                  </a:cubicBezTo>
                  <a:cubicBezTo>
                    <a:pt x="607" y="724"/>
                    <a:pt x="607" y="724"/>
                    <a:pt x="607" y="724"/>
                  </a:cubicBezTo>
                  <a:cubicBezTo>
                    <a:pt x="605" y="723"/>
                    <a:pt x="605" y="723"/>
                    <a:pt x="605" y="723"/>
                  </a:cubicBezTo>
                  <a:cubicBezTo>
                    <a:pt x="602" y="723"/>
                    <a:pt x="602" y="723"/>
                    <a:pt x="602" y="723"/>
                  </a:cubicBezTo>
                  <a:cubicBezTo>
                    <a:pt x="601" y="723"/>
                    <a:pt x="601" y="723"/>
                    <a:pt x="601" y="723"/>
                  </a:cubicBezTo>
                  <a:cubicBezTo>
                    <a:pt x="599" y="722"/>
                    <a:pt x="599" y="722"/>
                    <a:pt x="599" y="722"/>
                  </a:cubicBezTo>
                  <a:cubicBezTo>
                    <a:pt x="598" y="723"/>
                    <a:pt x="598" y="723"/>
                    <a:pt x="598" y="723"/>
                  </a:cubicBezTo>
                  <a:cubicBezTo>
                    <a:pt x="597" y="721"/>
                    <a:pt x="597" y="721"/>
                    <a:pt x="597" y="721"/>
                  </a:cubicBezTo>
                  <a:cubicBezTo>
                    <a:pt x="597" y="719"/>
                    <a:pt x="597" y="719"/>
                    <a:pt x="597" y="719"/>
                  </a:cubicBezTo>
                  <a:cubicBezTo>
                    <a:pt x="597" y="717"/>
                    <a:pt x="597" y="717"/>
                    <a:pt x="597" y="717"/>
                  </a:cubicBezTo>
                  <a:cubicBezTo>
                    <a:pt x="596" y="716"/>
                    <a:pt x="596" y="716"/>
                    <a:pt x="596" y="716"/>
                  </a:cubicBezTo>
                  <a:cubicBezTo>
                    <a:pt x="593" y="717"/>
                    <a:pt x="593" y="717"/>
                    <a:pt x="593" y="717"/>
                  </a:cubicBezTo>
                  <a:cubicBezTo>
                    <a:pt x="591" y="720"/>
                    <a:pt x="591" y="720"/>
                    <a:pt x="591" y="720"/>
                  </a:cubicBezTo>
                  <a:cubicBezTo>
                    <a:pt x="591" y="722"/>
                    <a:pt x="591" y="722"/>
                    <a:pt x="591" y="722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4"/>
                    <a:pt x="592" y="724"/>
                    <a:pt x="592" y="724"/>
                  </a:cubicBezTo>
                  <a:cubicBezTo>
                    <a:pt x="591" y="724"/>
                    <a:pt x="591" y="724"/>
                    <a:pt x="591" y="724"/>
                  </a:cubicBezTo>
                  <a:cubicBezTo>
                    <a:pt x="587" y="725"/>
                    <a:pt x="587" y="725"/>
                    <a:pt x="587" y="725"/>
                  </a:cubicBezTo>
                  <a:cubicBezTo>
                    <a:pt x="584" y="726"/>
                    <a:pt x="584" y="726"/>
                    <a:pt x="584" y="726"/>
                  </a:cubicBezTo>
                  <a:cubicBezTo>
                    <a:pt x="583" y="728"/>
                    <a:pt x="583" y="728"/>
                    <a:pt x="583" y="728"/>
                  </a:cubicBezTo>
                  <a:cubicBezTo>
                    <a:pt x="582" y="727"/>
                    <a:pt x="582" y="727"/>
                    <a:pt x="582" y="727"/>
                  </a:cubicBezTo>
                  <a:cubicBezTo>
                    <a:pt x="582" y="726"/>
                    <a:pt x="582" y="726"/>
                    <a:pt x="582" y="726"/>
                  </a:cubicBezTo>
                  <a:cubicBezTo>
                    <a:pt x="582" y="725"/>
                    <a:pt x="582" y="725"/>
                    <a:pt x="582" y="725"/>
                  </a:cubicBezTo>
                  <a:cubicBezTo>
                    <a:pt x="581" y="724"/>
                    <a:pt x="581" y="724"/>
                    <a:pt x="581" y="724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2" y="722"/>
                    <a:pt x="582" y="722"/>
                    <a:pt x="582" y="722"/>
                  </a:cubicBezTo>
                  <a:cubicBezTo>
                    <a:pt x="584" y="722"/>
                    <a:pt x="584" y="722"/>
                    <a:pt x="584" y="722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7" y="719"/>
                    <a:pt x="587" y="719"/>
                    <a:pt x="587" y="719"/>
                  </a:cubicBezTo>
                  <a:cubicBezTo>
                    <a:pt x="587" y="718"/>
                    <a:pt x="587" y="718"/>
                    <a:pt x="587" y="718"/>
                  </a:cubicBezTo>
                  <a:cubicBezTo>
                    <a:pt x="586" y="716"/>
                    <a:pt x="586" y="716"/>
                    <a:pt x="586" y="716"/>
                  </a:cubicBezTo>
                  <a:cubicBezTo>
                    <a:pt x="583" y="715"/>
                    <a:pt x="583" y="715"/>
                    <a:pt x="583" y="715"/>
                  </a:cubicBezTo>
                  <a:cubicBezTo>
                    <a:pt x="582" y="715"/>
                    <a:pt x="582" y="715"/>
                    <a:pt x="582" y="715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0" y="716"/>
                    <a:pt x="580" y="716"/>
                    <a:pt x="580" y="716"/>
                  </a:cubicBezTo>
                  <a:cubicBezTo>
                    <a:pt x="580" y="717"/>
                    <a:pt x="580" y="717"/>
                    <a:pt x="580" y="717"/>
                  </a:cubicBezTo>
                  <a:cubicBezTo>
                    <a:pt x="579" y="716"/>
                    <a:pt x="579" y="716"/>
                    <a:pt x="579" y="716"/>
                  </a:cubicBezTo>
                  <a:cubicBezTo>
                    <a:pt x="577" y="717"/>
                    <a:pt x="577" y="717"/>
                    <a:pt x="577" y="717"/>
                  </a:cubicBezTo>
                  <a:cubicBezTo>
                    <a:pt x="576" y="718"/>
                    <a:pt x="576" y="718"/>
                    <a:pt x="576" y="718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5" y="720"/>
                    <a:pt x="575" y="720"/>
                    <a:pt x="575" y="720"/>
                  </a:cubicBezTo>
                  <a:cubicBezTo>
                    <a:pt x="572" y="721"/>
                    <a:pt x="572" y="721"/>
                    <a:pt x="572" y="721"/>
                  </a:cubicBezTo>
                  <a:cubicBezTo>
                    <a:pt x="571" y="723"/>
                    <a:pt x="571" y="723"/>
                    <a:pt x="571" y="723"/>
                  </a:cubicBezTo>
                  <a:cubicBezTo>
                    <a:pt x="569" y="723"/>
                    <a:pt x="569" y="723"/>
                    <a:pt x="569" y="723"/>
                  </a:cubicBezTo>
                  <a:cubicBezTo>
                    <a:pt x="567" y="723"/>
                    <a:pt x="567" y="723"/>
                    <a:pt x="567" y="723"/>
                  </a:cubicBezTo>
                  <a:cubicBezTo>
                    <a:pt x="564" y="723"/>
                    <a:pt x="564" y="723"/>
                    <a:pt x="564" y="723"/>
                  </a:cubicBezTo>
                  <a:cubicBezTo>
                    <a:pt x="562" y="724"/>
                    <a:pt x="562" y="724"/>
                    <a:pt x="562" y="724"/>
                  </a:cubicBezTo>
                  <a:cubicBezTo>
                    <a:pt x="562" y="725"/>
                    <a:pt x="562" y="725"/>
                    <a:pt x="562" y="725"/>
                  </a:cubicBezTo>
                  <a:cubicBezTo>
                    <a:pt x="562" y="726"/>
                    <a:pt x="562" y="726"/>
                    <a:pt x="562" y="726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559" y="725"/>
                    <a:pt x="559" y="725"/>
                    <a:pt x="559" y="725"/>
                  </a:cubicBezTo>
                  <a:cubicBezTo>
                    <a:pt x="558" y="725"/>
                    <a:pt x="558" y="725"/>
                    <a:pt x="558" y="725"/>
                  </a:cubicBezTo>
                  <a:cubicBezTo>
                    <a:pt x="555" y="726"/>
                    <a:pt x="555" y="726"/>
                    <a:pt x="555" y="726"/>
                  </a:cubicBezTo>
                  <a:cubicBezTo>
                    <a:pt x="555" y="727"/>
                    <a:pt x="555" y="727"/>
                    <a:pt x="555" y="727"/>
                  </a:cubicBezTo>
                  <a:cubicBezTo>
                    <a:pt x="553" y="729"/>
                    <a:pt x="553" y="729"/>
                    <a:pt x="553" y="729"/>
                  </a:cubicBezTo>
                  <a:cubicBezTo>
                    <a:pt x="551" y="733"/>
                    <a:pt x="551" y="733"/>
                    <a:pt x="551" y="733"/>
                  </a:cubicBezTo>
                  <a:cubicBezTo>
                    <a:pt x="550" y="735"/>
                    <a:pt x="550" y="735"/>
                    <a:pt x="550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6"/>
                    <a:pt x="552" y="736"/>
                    <a:pt x="552" y="736"/>
                  </a:cubicBezTo>
                  <a:cubicBezTo>
                    <a:pt x="552" y="737"/>
                    <a:pt x="552" y="737"/>
                    <a:pt x="552" y="737"/>
                  </a:cubicBezTo>
                  <a:cubicBezTo>
                    <a:pt x="551" y="737"/>
                    <a:pt x="551" y="737"/>
                    <a:pt x="551" y="737"/>
                  </a:cubicBezTo>
                  <a:cubicBezTo>
                    <a:pt x="550" y="737"/>
                    <a:pt x="550" y="737"/>
                    <a:pt x="550" y="737"/>
                  </a:cubicBezTo>
                  <a:cubicBezTo>
                    <a:pt x="548" y="738"/>
                    <a:pt x="548" y="738"/>
                    <a:pt x="548" y="738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4" y="742"/>
                    <a:pt x="544" y="742"/>
                    <a:pt x="544" y="742"/>
                  </a:cubicBezTo>
                  <a:cubicBezTo>
                    <a:pt x="541" y="742"/>
                    <a:pt x="541" y="742"/>
                    <a:pt x="541" y="742"/>
                  </a:cubicBezTo>
                  <a:cubicBezTo>
                    <a:pt x="542" y="744"/>
                    <a:pt x="542" y="744"/>
                    <a:pt x="542" y="744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3" y="747"/>
                    <a:pt x="543" y="747"/>
                    <a:pt x="543" y="747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2" y="748"/>
                    <a:pt x="542" y="748"/>
                    <a:pt x="542" y="748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1" y="746"/>
                    <a:pt x="541" y="746"/>
                    <a:pt x="541" y="746"/>
                  </a:cubicBezTo>
                  <a:cubicBezTo>
                    <a:pt x="541" y="744"/>
                    <a:pt x="541" y="744"/>
                    <a:pt x="541" y="744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7" y="742"/>
                    <a:pt x="537" y="742"/>
                    <a:pt x="537" y="742"/>
                  </a:cubicBezTo>
                  <a:cubicBezTo>
                    <a:pt x="537" y="741"/>
                    <a:pt x="537" y="741"/>
                    <a:pt x="537" y="741"/>
                  </a:cubicBezTo>
                  <a:cubicBezTo>
                    <a:pt x="536" y="739"/>
                    <a:pt x="536" y="739"/>
                    <a:pt x="536" y="739"/>
                  </a:cubicBezTo>
                  <a:cubicBezTo>
                    <a:pt x="532" y="738"/>
                    <a:pt x="532" y="738"/>
                    <a:pt x="532" y="738"/>
                  </a:cubicBezTo>
                  <a:cubicBezTo>
                    <a:pt x="530" y="737"/>
                    <a:pt x="530" y="737"/>
                    <a:pt x="530" y="737"/>
                  </a:cubicBezTo>
                  <a:cubicBezTo>
                    <a:pt x="527" y="737"/>
                    <a:pt x="527" y="737"/>
                    <a:pt x="527" y="737"/>
                  </a:cubicBezTo>
                  <a:cubicBezTo>
                    <a:pt x="526" y="737"/>
                    <a:pt x="526" y="737"/>
                    <a:pt x="526" y="737"/>
                  </a:cubicBezTo>
                  <a:cubicBezTo>
                    <a:pt x="526" y="736"/>
                    <a:pt x="526" y="736"/>
                    <a:pt x="526" y="736"/>
                  </a:cubicBezTo>
                  <a:cubicBezTo>
                    <a:pt x="525" y="736"/>
                    <a:pt x="525" y="736"/>
                    <a:pt x="525" y="736"/>
                  </a:cubicBezTo>
                  <a:cubicBezTo>
                    <a:pt x="524" y="736"/>
                    <a:pt x="524" y="736"/>
                    <a:pt x="524" y="736"/>
                  </a:cubicBezTo>
                  <a:cubicBezTo>
                    <a:pt x="521" y="737"/>
                    <a:pt x="521" y="737"/>
                    <a:pt x="521" y="737"/>
                  </a:cubicBezTo>
                  <a:cubicBezTo>
                    <a:pt x="519" y="738"/>
                    <a:pt x="519" y="738"/>
                    <a:pt x="519" y="738"/>
                  </a:cubicBezTo>
                  <a:cubicBezTo>
                    <a:pt x="515" y="740"/>
                    <a:pt x="515" y="740"/>
                    <a:pt x="515" y="740"/>
                  </a:cubicBezTo>
                  <a:cubicBezTo>
                    <a:pt x="513" y="741"/>
                    <a:pt x="513" y="741"/>
                    <a:pt x="513" y="741"/>
                  </a:cubicBezTo>
                  <a:cubicBezTo>
                    <a:pt x="512" y="741"/>
                    <a:pt x="512" y="741"/>
                    <a:pt x="512" y="741"/>
                  </a:cubicBezTo>
                  <a:cubicBezTo>
                    <a:pt x="510" y="741"/>
                    <a:pt x="510" y="741"/>
                    <a:pt x="510" y="741"/>
                  </a:cubicBezTo>
                  <a:cubicBezTo>
                    <a:pt x="507" y="740"/>
                    <a:pt x="507" y="740"/>
                    <a:pt x="507" y="740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4" y="739"/>
                    <a:pt x="504" y="739"/>
                    <a:pt x="504" y="739"/>
                  </a:cubicBezTo>
                  <a:cubicBezTo>
                    <a:pt x="503" y="739"/>
                    <a:pt x="503" y="739"/>
                    <a:pt x="503" y="739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7"/>
                    <a:pt x="502" y="737"/>
                    <a:pt x="502" y="737"/>
                  </a:cubicBezTo>
                  <a:cubicBezTo>
                    <a:pt x="501" y="737"/>
                    <a:pt x="501" y="737"/>
                    <a:pt x="501" y="737"/>
                  </a:cubicBezTo>
                  <a:cubicBezTo>
                    <a:pt x="500" y="736"/>
                    <a:pt x="500" y="736"/>
                    <a:pt x="500" y="736"/>
                  </a:cubicBezTo>
                  <a:cubicBezTo>
                    <a:pt x="499" y="735"/>
                    <a:pt x="499" y="735"/>
                    <a:pt x="499" y="735"/>
                  </a:cubicBezTo>
                  <a:cubicBezTo>
                    <a:pt x="498" y="735"/>
                    <a:pt x="498" y="735"/>
                    <a:pt x="498" y="735"/>
                  </a:cubicBezTo>
                  <a:cubicBezTo>
                    <a:pt x="498" y="733"/>
                    <a:pt x="498" y="733"/>
                    <a:pt x="498" y="733"/>
                  </a:cubicBezTo>
                  <a:cubicBezTo>
                    <a:pt x="496" y="732"/>
                    <a:pt x="496" y="732"/>
                    <a:pt x="496" y="732"/>
                  </a:cubicBezTo>
                  <a:cubicBezTo>
                    <a:pt x="495" y="731"/>
                    <a:pt x="495" y="731"/>
                    <a:pt x="495" y="731"/>
                  </a:cubicBezTo>
                  <a:cubicBezTo>
                    <a:pt x="495" y="729"/>
                    <a:pt x="495" y="729"/>
                    <a:pt x="495" y="729"/>
                  </a:cubicBezTo>
                  <a:cubicBezTo>
                    <a:pt x="494" y="727"/>
                    <a:pt x="494" y="727"/>
                    <a:pt x="494" y="727"/>
                  </a:cubicBezTo>
                  <a:cubicBezTo>
                    <a:pt x="493" y="727"/>
                    <a:pt x="493" y="727"/>
                    <a:pt x="493" y="727"/>
                  </a:cubicBezTo>
                  <a:cubicBezTo>
                    <a:pt x="493" y="726"/>
                    <a:pt x="493" y="726"/>
                    <a:pt x="493" y="726"/>
                  </a:cubicBezTo>
                  <a:cubicBezTo>
                    <a:pt x="492" y="725"/>
                    <a:pt x="492" y="725"/>
                    <a:pt x="492" y="725"/>
                  </a:cubicBezTo>
                  <a:cubicBezTo>
                    <a:pt x="492" y="724"/>
                    <a:pt x="492" y="724"/>
                    <a:pt x="492" y="724"/>
                  </a:cubicBezTo>
                  <a:cubicBezTo>
                    <a:pt x="493" y="723"/>
                    <a:pt x="493" y="723"/>
                    <a:pt x="493" y="723"/>
                  </a:cubicBezTo>
                  <a:cubicBezTo>
                    <a:pt x="493" y="721"/>
                    <a:pt x="493" y="721"/>
                    <a:pt x="493" y="721"/>
                  </a:cubicBezTo>
                  <a:cubicBezTo>
                    <a:pt x="493" y="718"/>
                    <a:pt x="493" y="718"/>
                    <a:pt x="493" y="718"/>
                  </a:cubicBezTo>
                  <a:cubicBezTo>
                    <a:pt x="494" y="718"/>
                    <a:pt x="494" y="718"/>
                    <a:pt x="494" y="718"/>
                  </a:cubicBezTo>
                  <a:cubicBezTo>
                    <a:pt x="495" y="717"/>
                    <a:pt x="495" y="717"/>
                    <a:pt x="495" y="717"/>
                  </a:cubicBezTo>
                  <a:cubicBezTo>
                    <a:pt x="495" y="713"/>
                    <a:pt x="495" y="713"/>
                    <a:pt x="495" y="713"/>
                  </a:cubicBezTo>
                  <a:cubicBezTo>
                    <a:pt x="495" y="710"/>
                    <a:pt x="495" y="710"/>
                    <a:pt x="495" y="710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6"/>
                    <a:pt x="496" y="706"/>
                    <a:pt x="496" y="706"/>
                  </a:cubicBezTo>
                  <a:cubicBezTo>
                    <a:pt x="498" y="705"/>
                    <a:pt x="498" y="705"/>
                    <a:pt x="498" y="705"/>
                  </a:cubicBezTo>
                  <a:cubicBezTo>
                    <a:pt x="498" y="704"/>
                    <a:pt x="498" y="704"/>
                    <a:pt x="498" y="704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1"/>
                    <a:pt x="498" y="701"/>
                    <a:pt x="498" y="701"/>
                  </a:cubicBezTo>
                  <a:cubicBezTo>
                    <a:pt x="498" y="699"/>
                    <a:pt x="498" y="699"/>
                    <a:pt x="498" y="699"/>
                  </a:cubicBezTo>
                  <a:cubicBezTo>
                    <a:pt x="498" y="698"/>
                    <a:pt x="498" y="698"/>
                    <a:pt x="498" y="698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9" y="696"/>
                    <a:pt x="499" y="696"/>
                    <a:pt x="499" y="696"/>
                  </a:cubicBezTo>
                  <a:cubicBezTo>
                    <a:pt x="500" y="695"/>
                    <a:pt x="500" y="695"/>
                    <a:pt x="500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7" y="693"/>
                    <a:pt x="497" y="693"/>
                    <a:pt x="497" y="693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3" y="691"/>
                    <a:pt x="493" y="691"/>
                    <a:pt x="493" y="691"/>
                  </a:cubicBezTo>
                  <a:cubicBezTo>
                    <a:pt x="491" y="690"/>
                    <a:pt x="491" y="690"/>
                    <a:pt x="491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88" y="690"/>
                    <a:pt x="488" y="690"/>
                    <a:pt x="488" y="690"/>
                  </a:cubicBezTo>
                  <a:cubicBezTo>
                    <a:pt x="487" y="689"/>
                    <a:pt x="487" y="689"/>
                    <a:pt x="487" y="689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6" y="690"/>
                    <a:pt x="486" y="690"/>
                    <a:pt x="486" y="690"/>
                  </a:cubicBezTo>
                  <a:cubicBezTo>
                    <a:pt x="483" y="689"/>
                    <a:pt x="483" y="689"/>
                    <a:pt x="483" y="689"/>
                  </a:cubicBezTo>
                  <a:cubicBezTo>
                    <a:pt x="480" y="689"/>
                    <a:pt x="480" y="689"/>
                    <a:pt x="480" y="689"/>
                  </a:cubicBezTo>
                  <a:cubicBezTo>
                    <a:pt x="478" y="688"/>
                    <a:pt x="478" y="688"/>
                    <a:pt x="478" y="688"/>
                  </a:cubicBezTo>
                  <a:cubicBezTo>
                    <a:pt x="476" y="687"/>
                    <a:pt x="476" y="687"/>
                    <a:pt x="476" y="687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4" y="689"/>
                    <a:pt x="474" y="689"/>
                    <a:pt x="474" y="689"/>
                  </a:cubicBezTo>
                  <a:cubicBezTo>
                    <a:pt x="473" y="689"/>
                    <a:pt x="473" y="689"/>
                    <a:pt x="473" y="689"/>
                  </a:cubicBezTo>
                  <a:cubicBezTo>
                    <a:pt x="471" y="690"/>
                    <a:pt x="471" y="690"/>
                    <a:pt x="471" y="690"/>
                  </a:cubicBezTo>
                  <a:cubicBezTo>
                    <a:pt x="468" y="689"/>
                    <a:pt x="468" y="689"/>
                    <a:pt x="468" y="689"/>
                  </a:cubicBezTo>
                  <a:cubicBezTo>
                    <a:pt x="463" y="689"/>
                    <a:pt x="463" y="689"/>
                    <a:pt x="463" y="689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58" y="689"/>
                    <a:pt x="458" y="689"/>
                    <a:pt x="458" y="689"/>
                  </a:cubicBezTo>
                  <a:cubicBezTo>
                    <a:pt x="458" y="690"/>
                    <a:pt x="458" y="690"/>
                    <a:pt x="458" y="690"/>
                  </a:cubicBezTo>
                  <a:cubicBezTo>
                    <a:pt x="457" y="689"/>
                    <a:pt x="457" y="689"/>
                    <a:pt x="457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7" y="688"/>
                    <a:pt x="457" y="688"/>
                    <a:pt x="457" y="688"/>
                  </a:cubicBezTo>
                  <a:cubicBezTo>
                    <a:pt x="457" y="687"/>
                    <a:pt x="457" y="687"/>
                    <a:pt x="457" y="687"/>
                  </a:cubicBezTo>
                  <a:cubicBezTo>
                    <a:pt x="458" y="688"/>
                    <a:pt x="458" y="688"/>
                    <a:pt x="458" y="688"/>
                  </a:cubicBezTo>
                  <a:cubicBezTo>
                    <a:pt x="461" y="685"/>
                    <a:pt x="461" y="685"/>
                    <a:pt x="461" y="685"/>
                  </a:cubicBezTo>
                  <a:cubicBezTo>
                    <a:pt x="462" y="682"/>
                    <a:pt x="462" y="682"/>
                    <a:pt x="462" y="682"/>
                  </a:cubicBezTo>
                  <a:cubicBezTo>
                    <a:pt x="462" y="680"/>
                    <a:pt x="462" y="680"/>
                    <a:pt x="462" y="680"/>
                  </a:cubicBezTo>
                  <a:cubicBezTo>
                    <a:pt x="461" y="679"/>
                    <a:pt x="461" y="679"/>
                    <a:pt x="461" y="679"/>
                  </a:cubicBezTo>
                  <a:cubicBezTo>
                    <a:pt x="461" y="677"/>
                    <a:pt x="461" y="677"/>
                    <a:pt x="461" y="677"/>
                  </a:cubicBezTo>
                  <a:cubicBezTo>
                    <a:pt x="462" y="676"/>
                    <a:pt x="462" y="676"/>
                    <a:pt x="462" y="676"/>
                  </a:cubicBezTo>
                  <a:cubicBezTo>
                    <a:pt x="462" y="672"/>
                    <a:pt x="462" y="672"/>
                    <a:pt x="462" y="672"/>
                  </a:cubicBezTo>
                  <a:cubicBezTo>
                    <a:pt x="462" y="671"/>
                    <a:pt x="462" y="671"/>
                    <a:pt x="462" y="671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4" y="671"/>
                    <a:pt x="464" y="671"/>
                    <a:pt x="464" y="671"/>
                  </a:cubicBezTo>
                  <a:cubicBezTo>
                    <a:pt x="465" y="673"/>
                    <a:pt x="465" y="673"/>
                    <a:pt x="465" y="673"/>
                  </a:cubicBezTo>
                  <a:cubicBezTo>
                    <a:pt x="466" y="672"/>
                    <a:pt x="466" y="672"/>
                    <a:pt x="466" y="672"/>
                  </a:cubicBezTo>
                  <a:cubicBezTo>
                    <a:pt x="467" y="670"/>
                    <a:pt x="467" y="670"/>
                    <a:pt x="467" y="670"/>
                  </a:cubicBezTo>
                  <a:cubicBezTo>
                    <a:pt x="468" y="665"/>
                    <a:pt x="468" y="665"/>
                    <a:pt x="468" y="665"/>
                  </a:cubicBezTo>
                  <a:cubicBezTo>
                    <a:pt x="470" y="663"/>
                    <a:pt x="470" y="663"/>
                    <a:pt x="470" y="663"/>
                  </a:cubicBezTo>
                  <a:cubicBezTo>
                    <a:pt x="468" y="663"/>
                    <a:pt x="468" y="663"/>
                    <a:pt x="468" y="663"/>
                  </a:cubicBezTo>
                  <a:cubicBezTo>
                    <a:pt x="469" y="662"/>
                    <a:pt x="469" y="662"/>
                    <a:pt x="469" y="662"/>
                  </a:cubicBezTo>
                  <a:cubicBezTo>
                    <a:pt x="469" y="660"/>
                    <a:pt x="469" y="660"/>
                    <a:pt x="469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9" y="659"/>
                    <a:pt x="469" y="659"/>
                    <a:pt x="469" y="659"/>
                  </a:cubicBezTo>
                  <a:cubicBezTo>
                    <a:pt x="469" y="657"/>
                    <a:pt x="469" y="657"/>
                    <a:pt x="469" y="657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72" y="653"/>
                    <a:pt x="472" y="653"/>
                    <a:pt x="472" y="653"/>
                  </a:cubicBezTo>
                  <a:cubicBezTo>
                    <a:pt x="476" y="649"/>
                    <a:pt x="476" y="649"/>
                    <a:pt x="476" y="649"/>
                  </a:cubicBezTo>
                  <a:cubicBezTo>
                    <a:pt x="475" y="647"/>
                    <a:pt x="475" y="647"/>
                    <a:pt x="475" y="647"/>
                  </a:cubicBezTo>
                  <a:cubicBezTo>
                    <a:pt x="473" y="644"/>
                    <a:pt x="473" y="644"/>
                    <a:pt x="473" y="644"/>
                  </a:cubicBezTo>
                  <a:cubicBezTo>
                    <a:pt x="470" y="644"/>
                    <a:pt x="470" y="644"/>
                    <a:pt x="470" y="644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67" y="644"/>
                    <a:pt x="467" y="644"/>
                    <a:pt x="467" y="644"/>
                  </a:cubicBezTo>
                  <a:cubicBezTo>
                    <a:pt x="464" y="644"/>
                    <a:pt x="464" y="644"/>
                    <a:pt x="464" y="644"/>
                  </a:cubicBezTo>
                  <a:cubicBezTo>
                    <a:pt x="464" y="645"/>
                    <a:pt x="464" y="645"/>
                    <a:pt x="464" y="645"/>
                  </a:cubicBezTo>
                  <a:cubicBezTo>
                    <a:pt x="463" y="646"/>
                    <a:pt x="463" y="646"/>
                    <a:pt x="463" y="646"/>
                  </a:cubicBezTo>
                  <a:cubicBezTo>
                    <a:pt x="462" y="645"/>
                    <a:pt x="462" y="645"/>
                    <a:pt x="462" y="645"/>
                  </a:cubicBezTo>
                  <a:cubicBezTo>
                    <a:pt x="460" y="645"/>
                    <a:pt x="460" y="645"/>
                    <a:pt x="460" y="645"/>
                  </a:cubicBezTo>
                  <a:cubicBezTo>
                    <a:pt x="459" y="647"/>
                    <a:pt x="459" y="647"/>
                    <a:pt x="459" y="647"/>
                  </a:cubicBezTo>
                  <a:cubicBezTo>
                    <a:pt x="453" y="647"/>
                    <a:pt x="453" y="647"/>
                    <a:pt x="453" y="647"/>
                  </a:cubicBezTo>
                  <a:cubicBezTo>
                    <a:pt x="447" y="648"/>
                    <a:pt x="447" y="648"/>
                    <a:pt x="447" y="648"/>
                  </a:cubicBezTo>
                  <a:cubicBezTo>
                    <a:pt x="447" y="650"/>
                    <a:pt x="447" y="650"/>
                    <a:pt x="447" y="650"/>
                  </a:cubicBezTo>
                  <a:cubicBezTo>
                    <a:pt x="448" y="650"/>
                    <a:pt x="448" y="650"/>
                    <a:pt x="448" y="650"/>
                  </a:cubicBezTo>
                  <a:cubicBezTo>
                    <a:pt x="446" y="652"/>
                    <a:pt x="446" y="652"/>
                    <a:pt x="446" y="652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3" y="660"/>
                    <a:pt x="443" y="660"/>
                    <a:pt x="443" y="660"/>
                  </a:cubicBezTo>
                  <a:cubicBezTo>
                    <a:pt x="443" y="663"/>
                    <a:pt x="443" y="663"/>
                    <a:pt x="443" y="663"/>
                  </a:cubicBezTo>
                  <a:cubicBezTo>
                    <a:pt x="442" y="664"/>
                    <a:pt x="442" y="664"/>
                    <a:pt x="442" y="664"/>
                  </a:cubicBezTo>
                  <a:cubicBezTo>
                    <a:pt x="441" y="664"/>
                    <a:pt x="441" y="664"/>
                    <a:pt x="441" y="664"/>
                  </a:cubicBezTo>
                  <a:cubicBezTo>
                    <a:pt x="437" y="666"/>
                    <a:pt x="437" y="666"/>
                    <a:pt x="437" y="666"/>
                  </a:cubicBezTo>
                  <a:cubicBezTo>
                    <a:pt x="438" y="668"/>
                    <a:pt x="438" y="668"/>
                    <a:pt x="438" y="668"/>
                  </a:cubicBezTo>
                  <a:cubicBezTo>
                    <a:pt x="439" y="667"/>
                    <a:pt x="439" y="667"/>
                    <a:pt x="439" y="667"/>
                  </a:cubicBezTo>
                  <a:cubicBezTo>
                    <a:pt x="438" y="669"/>
                    <a:pt x="438" y="669"/>
                    <a:pt x="438" y="669"/>
                  </a:cubicBezTo>
                  <a:cubicBezTo>
                    <a:pt x="437" y="670"/>
                    <a:pt x="437" y="670"/>
                    <a:pt x="437" y="670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6" y="671"/>
                    <a:pt x="436" y="671"/>
                    <a:pt x="436" y="671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7" y="668"/>
                    <a:pt x="437" y="668"/>
                    <a:pt x="437" y="668"/>
                  </a:cubicBezTo>
                  <a:cubicBezTo>
                    <a:pt x="433" y="667"/>
                    <a:pt x="433" y="667"/>
                    <a:pt x="433" y="667"/>
                  </a:cubicBezTo>
                  <a:cubicBezTo>
                    <a:pt x="433" y="668"/>
                    <a:pt x="433" y="668"/>
                    <a:pt x="433" y="668"/>
                  </a:cubicBezTo>
                  <a:cubicBezTo>
                    <a:pt x="431" y="668"/>
                    <a:pt x="431" y="668"/>
                    <a:pt x="431" y="668"/>
                  </a:cubicBezTo>
                  <a:cubicBezTo>
                    <a:pt x="429" y="668"/>
                    <a:pt x="429" y="668"/>
                    <a:pt x="429" y="668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3" y="669"/>
                    <a:pt x="423" y="669"/>
                    <a:pt x="423" y="669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19" y="671"/>
                    <a:pt x="419" y="671"/>
                    <a:pt x="419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5" y="672"/>
                    <a:pt x="415" y="672"/>
                    <a:pt x="415" y="672"/>
                  </a:cubicBezTo>
                  <a:cubicBezTo>
                    <a:pt x="414" y="671"/>
                    <a:pt x="414" y="671"/>
                    <a:pt x="414" y="671"/>
                  </a:cubicBezTo>
                  <a:cubicBezTo>
                    <a:pt x="412" y="668"/>
                    <a:pt x="412" y="668"/>
                    <a:pt x="412" y="668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07" y="666"/>
                    <a:pt x="407" y="666"/>
                    <a:pt x="407" y="666"/>
                  </a:cubicBezTo>
                  <a:cubicBezTo>
                    <a:pt x="407" y="667"/>
                    <a:pt x="407" y="667"/>
                    <a:pt x="407" y="667"/>
                  </a:cubicBezTo>
                  <a:cubicBezTo>
                    <a:pt x="403" y="662"/>
                    <a:pt x="403" y="662"/>
                    <a:pt x="403" y="662"/>
                  </a:cubicBezTo>
                  <a:cubicBezTo>
                    <a:pt x="403" y="661"/>
                    <a:pt x="403" y="661"/>
                    <a:pt x="403" y="661"/>
                  </a:cubicBezTo>
                  <a:cubicBezTo>
                    <a:pt x="403" y="660"/>
                    <a:pt x="403" y="660"/>
                    <a:pt x="403" y="660"/>
                  </a:cubicBezTo>
                  <a:cubicBezTo>
                    <a:pt x="402" y="658"/>
                    <a:pt x="402" y="658"/>
                    <a:pt x="402" y="658"/>
                  </a:cubicBezTo>
                  <a:cubicBezTo>
                    <a:pt x="401" y="657"/>
                    <a:pt x="401" y="657"/>
                    <a:pt x="401" y="657"/>
                  </a:cubicBezTo>
                  <a:cubicBezTo>
                    <a:pt x="397" y="652"/>
                    <a:pt x="397" y="652"/>
                    <a:pt x="397" y="652"/>
                  </a:cubicBezTo>
                  <a:cubicBezTo>
                    <a:pt x="396" y="651"/>
                    <a:pt x="396" y="651"/>
                    <a:pt x="396" y="651"/>
                  </a:cubicBezTo>
                  <a:cubicBezTo>
                    <a:pt x="396" y="650"/>
                    <a:pt x="396" y="650"/>
                    <a:pt x="396" y="650"/>
                  </a:cubicBezTo>
                  <a:cubicBezTo>
                    <a:pt x="396" y="649"/>
                    <a:pt x="396" y="649"/>
                    <a:pt x="396" y="649"/>
                  </a:cubicBezTo>
                  <a:cubicBezTo>
                    <a:pt x="396" y="648"/>
                    <a:pt x="396" y="648"/>
                    <a:pt x="396" y="648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4"/>
                    <a:pt x="396" y="644"/>
                    <a:pt x="396" y="644"/>
                  </a:cubicBezTo>
                  <a:cubicBezTo>
                    <a:pt x="394" y="641"/>
                    <a:pt x="394" y="641"/>
                    <a:pt x="394" y="641"/>
                  </a:cubicBezTo>
                  <a:cubicBezTo>
                    <a:pt x="395" y="640"/>
                    <a:pt x="395" y="640"/>
                    <a:pt x="395" y="640"/>
                  </a:cubicBezTo>
                  <a:cubicBezTo>
                    <a:pt x="394" y="637"/>
                    <a:pt x="394" y="637"/>
                    <a:pt x="394" y="637"/>
                  </a:cubicBezTo>
                  <a:cubicBezTo>
                    <a:pt x="394" y="636"/>
                    <a:pt x="394" y="636"/>
                    <a:pt x="394" y="636"/>
                  </a:cubicBezTo>
                  <a:cubicBezTo>
                    <a:pt x="395" y="635"/>
                    <a:pt x="395" y="635"/>
                    <a:pt x="395" y="635"/>
                  </a:cubicBezTo>
                  <a:cubicBezTo>
                    <a:pt x="395" y="631"/>
                    <a:pt x="395" y="631"/>
                    <a:pt x="395" y="631"/>
                  </a:cubicBezTo>
                  <a:cubicBezTo>
                    <a:pt x="395" y="629"/>
                    <a:pt x="395" y="629"/>
                    <a:pt x="395" y="629"/>
                  </a:cubicBezTo>
                  <a:cubicBezTo>
                    <a:pt x="396" y="625"/>
                    <a:pt x="396" y="625"/>
                    <a:pt x="396" y="625"/>
                  </a:cubicBezTo>
                  <a:cubicBezTo>
                    <a:pt x="396" y="624"/>
                    <a:pt x="396" y="624"/>
                    <a:pt x="396" y="624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7" y="621"/>
                    <a:pt x="397" y="621"/>
                    <a:pt x="397" y="621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6"/>
                    <a:pt x="398" y="616"/>
                    <a:pt x="398" y="616"/>
                  </a:cubicBezTo>
                  <a:cubicBezTo>
                    <a:pt x="399" y="616"/>
                    <a:pt x="399" y="616"/>
                    <a:pt x="399" y="616"/>
                  </a:cubicBezTo>
                  <a:cubicBezTo>
                    <a:pt x="399" y="614"/>
                    <a:pt x="399" y="614"/>
                    <a:pt x="399" y="614"/>
                  </a:cubicBezTo>
                  <a:cubicBezTo>
                    <a:pt x="400" y="613"/>
                    <a:pt x="400" y="613"/>
                    <a:pt x="400" y="613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09"/>
                    <a:pt x="401" y="609"/>
                    <a:pt x="401" y="609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1" y="604"/>
                    <a:pt x="401" y="604"/>
                    <a:pt x="401" y="604"/>
                  </a:cubicBezTo>
                  <a:cubicBezTo>
                    <a:pt x="401" y="601"/>
                    <a:pt x="401" y="601"/>
                    <a:pt x="401" y="601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3" y="597"/>
                    <a:pt x="403" y="597"/>
                    <a:pt x="403" y="597"/>
                  </a:cubicBezTo>
                  <a:cubicBezTo>
                    <a:pt x="404" y="595"/>
                    <a:pt x="404" y="595"/>
                    <a:pt x="404" y="595"/>
                  </a:cubicBezTo>
                  <a:cubicBezTo>
                    <a:pt x="404" y="594"/>
                    <a:pt x="404" y="594"/>
                    <a:pt x="404" y="594"/>
                  </a:cubicBezTo>
                  <a:cubicBezTo>
                    <a:pt x="405" y="593"/>
                    <a:pt x="405" y="593"/>
                    <a:pt x="405" y="593"/>
                  </a:cubicBezTo>
                  <a:cubicBezTo>
                    <a:pt x="406" y="591"/>
                    <a:pt x="406" y="591"/>
                    <a:pt x="406" y="591"/>
                  </a:cubicBezTo>
                  <a:cubicBezTo>
                    <a:pt x="409" y="589"/>
                    <a:pt x="409" y="589"/>
                    <a:pt x="409" y="589"/>
                  </a:cubicBezTo>
                  <a:cubicBezTo>
                    <a:pt x="411" y="588"/>
                    <a:pt x="411" y="588"/>
                    <a:pt x="411" y="588"/>
                  </a:cubicBezTo>
                  <a:cubicBezTo>
                    <a:pt x="413" y="587"/>
                    <a:pt x="413" y="587"/>
                    <a:pt x="413" y="587"/>
                  </a:cubicBezTo>
                  <a:cubicBezTo>
                    <a:pt x="414" y="587"/>
                    <a:pt x="414" y="587"/>
                    <a:pt x="414" y="587"/>
                  </a:cubicBezTo>
                  <a:cubicBezTo>
                    <a:pt x="417" y="586"/>
                    <a:pt x="417" y="586"/>
                    <a:pt x="417" y="586"/>
                  </a:cubicBezTo>
                  <a:cubicBezTo>
                    <a:pt x="419" y="584"/>
                    <a:pt x="419" y="584"/>
                    <a:pt x="419" y="584"/>
                  </a:cubicBezTo>
                  <a:cubicBezTo>
                    <a:pt x="420" y="584"/>
                    <a:pt x="420" y="584"/>
                    <a:pt x="420" y="584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1" y="581"/>
                    <a:pt x="421" y="581"/>
                    <a:pt x="421" y="581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78"/>
                    <a:pt x="422" y="578"/>
                    <a:pt x="422" y="578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80"/>
                    <a:pt x="422" y="580"/>
                    <a:pt x="422" y="580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5" y="581"/>
                    <a:pt x="425" y="581"/>
                    <a:pt x="425" y="581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427" y="580"/>
                    <a:pt x="427" y="580"/>
                    <a:pt x="427" y="580"/>
                  </a:cubicBezTo>
                  <a:cubicBezTo>
                    <a:pt x="428" y="579"/>
                    <a:pt x="428" y="579"/>
                    <a:pt x="428" y="579"/>
                  </a:cubicBezTo>
                  <a:cubicBezTo>
                    <a:pt x="430" y="578"/>
                    <a:pt x="430" y="578"/>
                    <a:pt x="430" y="578"/>
                  </a:cubicBezTo>
                  <a:cubicBezTo>
                    <a:pt x="432" y="578"/>
                    <a:pt x="432" y="578"/>
                    <a:pt x="432" y="578"/>
                  </a:cubicBezTo>
                  <a:cubicBezTo>
                    <a:pt x="435" y="579"/>
                    <a:pt x="435" y="579"/>
                    <a:pt x="435" y="579"/>
                  </a:cubicBezTo>
                  <a:cubicBezTo>
                    <a:pt x="436" y="580"/>
                    <a:pt x="436" y="580"/>
                    <a:pt x="436" y="580"/>
                  </a:cubicBezTo>
                  <a:cubicBezTo>
                    <a:pt x="441" y="580"/>
                    <a:pt x="441" y="580"/>
                    <a:pt x="441" y="580"/>
                  </a:cubicBezTo>
                  <a:cubicBezTo>
                    <a:pt x="443" y="580"/>
                    <a:pt x="443" y="580"/>
                    <a:pt x="443" y="580"/>
                  </a:cubicBezTo>
                  <a:cubicBezTo>
                    <a:pt x="442" y="579"/>
                    <a:pt x="442" y="579"/>
                    <a:pt x="442" y="579"/>
                  </a:cubicBezTo>
                  <a:cubicBezTo>
                    <a:pt x="442" y="578"/>
                    <a:pt x="442" y="578"/>
                    <a:pt x="442" y="578"/>
                  </a:cubicBezTo>
                  <a:cubicBezTo>
                    <a:pt x="443" y="578"/>
                    <a:pt x="443" y="578"/>
                    <a:pt x="443" y="578"/>
                  </a:cubicBezTo>
                  <a:cubicBezTo>
                    <a:pt x="443" y="579"/>
                    <a:pt x="443" y="579"/>
                    <a:pt x="443" y="579"/>
                  </a:cubicBezTo>
                  <a:cubicBezTo>
                    <a:pt x="444" y="580"/>
                    <a:pt x="444" y="580"/>
                    <a:pt x="444" y="580"/>
                  </a:cubicBezTo>
                  <a:cubicBezTo>
                    <a:pt x="445" y="579"/>
                    <a:pt x="445" y="579"/>
                    <a:pt x="445" y="579"/>
                  </a:cubicBezTo>
                  <a:cubicBezTo>
                    <a:pt x="445" y="580"/>
                    <a:pt x="445" y="580"/>
                    <a:pt x="445" y="580"/>
                  </a:cubicBezTo>
                  <a:cubicBezTo>
                    <a:pt x="446" y="581"/>
                    <a:pt x="446" y="581"/>
                    <a:pt x="446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2"/>
                    <a:pt x="447" y="582"/>
                    <a:pt x="447" y="582"/>
                  </a:cubicBezTo>
                  <a:cubicBezTo>
                    <a:pt x="446" y="583"/>
                    <a:pt x="446" y="583"/>
                    <a:pt x="446" y="583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52" y="585"/>
                    <a:pt x="452" y="585"/>
                    <a:pt x="452" y="585"/>
                  </a:cubicBezTo>
                  <a:cubicBezTo>
                    <a:pt x="453" y="584"/>
                    <a:pt x="453" y="584"/>
                    <a:pt x="453" y="584"/>
                  </a:cubicBezTo>
                  <a:cubicBezTo>
                    <a:pt x="453" y="583"/>
                    <a:pt x="453" y="583"/>
                    <a:pt x="453" y="583"/>
                  </a:cubicBezTo>
                  <a:cubicBezTo>
                    <a:pt x="454" y="584"/>
                    <a:pt x="454" y="584"/>
                    <a:pt x="454" y="584"/>
                  </a:cubicBezTo>
                  <a:cubicBezTo>
                    <a:pt x="455" y="585"/>
                    <a:pt x="455" y="585"/>
                    <a:pt x="455" y="585"/>
                  </a:cubicBezTo>
                  <a:cubicBezTo>
                    <a:pt x="457" y="584"/>
                    <a:pt x="457" y="584"/>
                    <a:pt x="457" y="584"/>
                  </a:cubicBezTo>
                  <a:cubicBezTo>
                    <a:pt x="457" y="582"/>
                    <a:pt x="457" y="582"/>
                    <a:pt x="457" y="582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8" y="583"/>
                    <a:pt x="458" y="583"/>
                    <a:pt x="458" y="583"/>
                  </a:cubicBezTo>
                  <a:cubicBezTo>
                    <a:pt x="459" y="583"/>
                    <a:pt x="459" y="583"/>
                    <a:pt x="459" y="583"/>
                  </a:cubicBezTo>
                  <a:cubicBezTo>
                    <a:pt x="460" y="584"/>
                    <a:pt x="460" y="584"/>
                    <a:pt x="460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8"/>
                    <a:pt x="461" y="588"/>
                    <a:pt x="461" y="588"/>
                  </a:cubicBezTo>
                  <a:cubicBezTo>
                    <a:pt x="463" y="585"/>
                    <a:pt x="463" y="585"/>
                    <a:pt x="463" y="585"/>
                  </a:cubicBezTo>
                  <a:cubicBezTo>
                    <a:pt x="464" y="585"/>
                    <a:pt x="464" y="585"/>
                    <a:pt x="464" y="585"/>
                  </a:cubicBezTo>
                  <a:cubicBezTo>
                    <a:pt x="464" y="583"/>
                    <a:pt x="464" y="583"/>
                    <a:pt x="464" y="583"/>
                  </a:cubicBezTo>
                  <a:cubicBezTo>
                    <a:pt x="462" y="582"/>
                    <a:pt x="462" y="582"/>
                    <a:pt x="462" y="582"/>
                  </a:cubicBezTo>
                  <a:cubicBezTo>
                    <a:pt x="460" y="581"/>
                    <a:pt x="460" y="581"/>
                    <a:pt x="460" y="581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61" y="579"/>
                    <a:pt x="461" y="579"/>
                    <a:pt x="461" y="579"/>
                  </a:cubicBezTo>
                  <a:cubicBezTo>
                    <a:pt x="463" y="578"/>
                    <a:pt x="463" y="578"/>
                    <a:pt x="463" y="578"/>
                  </a:cubicBezTo>
                  <a:cubicBezTo>
                    <a:pt x="461" y="577"/>
                    <a:pt x="461" y="577"/>
                    <a:pt x="461" y="577"/>
                  </a:cubicBezTo>
                  <a:cubicBezTo>
                    <a:pt x="460" y="576"/>
                    <a:pt x="460" y="576"/>
                    <a:pt x="460" y="576"/>
                  </a:cubicBezTo>
                  <a:cubicBezTo>
                    <a:pt x="459" y="576"/>
                    <a:pt x="459" y="576"/>
                    <a:pt x="459" y="576"/>
                  </a:cubicBezTo>
                  <a:cubicBezTo>
                    <a:pt x="461" y="575"/>
                    <a:pt x="461" y="575"/>
                    <a:pt x="461" y="575"/>
                  </a:cubicBezTo>
                  <a:cubicBezTo>
                    <a:pt x="463" y="574"/>
                    <a:pt x="463" y="574"/>
                    <a:pt x="463" y="574"/>
                  </a:cubicBezTo>
                  <a:cubicBezTo>
                    <a:pt x="467" y="573"/>
                    <a:pt x="467" y="573"/>
                    <a:pt x="467" y="573"/>
                  </a:cubicBezTo>
                  <a:cubicBezTo>
                    <a:pt x="469" y="573"/>
                    <a:pt x="469" y="573"/>
                    <a:pt x="469" y="573"/>
                  </a:cubicBezTo>
                  <a:cubicBezTo>
                    <a:pt x="470" y="573"/>
                    <a:pt x="470" y="573"/>
                    <a:pt x="470" y="573"/>
                  </a:cubicBezTo>
                  <a:cubicBezTo>
                    <a:pt x="471" y="573"/>
                    <a:pt x="471" y="573"/>
                    <a:pt x="471" y="573"/>
                  </a:cubicBezTo>
                  <a:cubicBezTo>
                    <a:pt x="472" y="572"/>
                    <a:pt x="472" y="572"/>
                    <a:pt x="472" y="572"/>
                  </a:cubicBezTo>
                  <a:cubicBezTo>
                    <a:pt x="472" y="571"/>
                    <a:pt x="472" y="571"/>
                    <a:pt x="472" y="571"/>
                  </a:cubicBezTo>
                  <a:cubicBezTo>
                    <a:pt x="472" y="573"/>
                    <a:pt x="472" y="573"/>
                    <a:pt x="472" y="573"/>
                  </a:cubicBezTo>
                  <a:cubicBezTo>
                    <a:pt x="474" y="574"/>
                    <a:pt x="474" y="574"/>
                    <a:pt x="474" y="574"/>
                  </a:cubicBezTo>
                  <a:cubicBezTo>
                    <a:pt x="475" y="574"/>
                    <a:pt x="475" y="574"/>
                    <a:pt x="475" y="574"/>
                  </a:cubicBezTo>
                  <a:cubicBezTo>
                    <a:pt x="477" y="574"/>
                    <a:pt x="477" y="574"/>
                    <a:pt x="477" y="574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9" y="574"/>
                    <a:pt x="479" y="574"/>
                    <a:pt x="479" y="574"/>
                  </a:cubicBezTo>
                  <a:cubicBezTo>
                    <a:pt x="481" y="574"/>
                    <a:pt x="481" y="574"/>
                    <a:pt x="481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5" y="574"/>
                    <a:pt x="485" y="574"/>
                    <a:pt x="485" y="574"/>
                  </a:cubicBezTo>
                  <a:cubicBezTo>
                    <a:pt x="486" y="574"/>
                    <a:pt x="486" y="574"/>
                    <a:pt x="486" y="574"/>
                  </a:cubicBezTo>
                  <a:cubicBezTo>
                    <a:pt x="488" y="575"/>
                    <a:pt x="488" y="575"/>
                    <a:pt x="488" y="575"/>
                  </a:cubicBezTo>
                  <a:cubicBezTo>
                    <a:pt x="491" y="577"/>
                    <a:pt x="491" y="577"/>
                    <a:pt x="491" y="577"/>
                  </a:cubicBezTo>
                  <a:cubicBezTo>
                    <a:pt x="491" y="578"/>
                    <a:pt x="491" y="578"/>
                    <a:pt x="491" y="578"/>
                  </a:cubicBezTo>
                  <a:cubicBezTo>
                    <a:pt x="491" y="579"/>
                    <a:pt x="491" y="579"/>
                    <a:pt x="491" y="579"/>
                  </a:cubicBezTo>
                  <a:cubicBezTo>
                    <a:pt x="492" y="580"/>
                    <a:pt x="492" y="580"/>
                    <a:pt x="492" y="580"/>
                  </a:cubicBezTo>
                  <a:cubicBezTo>
                    <a:pt x="496" y="579"/>
                    <a:pt x="496" y="579"/>
                    <a:pt x="496" y="579"/>
                  </a:cubicBezTo>
                  <a:cubicBezTo>
                    <a:pt x="497" y="577"/>
                    <a:pt x="497" y="577"/>
                    <a:pt x="497" y="577"/>
                  </a:cubicBezTo>
                  <a:cubicBezTo>
                    <a:pt x="498" y="578"/>
                    <a:pt x="498" y="578"/>
                    <a:pt x="498" y="578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6"/>
                    <a:pt x="499" y="576"/>
                    <a:pt x="499" y="576"/>
                  </a:cubicBezTo>
                  <a:cubicBezTo>
                    <a:pt x="500" y="576"/>
                    <a:pt x="500" y="576"/>
                    <a:pt x="500" y="576"/>
                  </a:cubicBezTo>
                  <a:cubicBezTo>
                    <a:pt x="501" y="577"/>
                    <a:pt x="501" y="577"/>
                    <a:pt x="501" y="577"/>
                  </a:cubicBezTo>
                  <a:cubicBezTo>
                    <a:pt x="503" y="577"/>
                    <a:pt x="503" y="577"/>
                    <a:pt x="503" y="577"/>
                  </a:cubicBezTo>
                  <a:cubicBezTo>
                    <a:pt x="503" y="579"/>
                    <a:pt x="503" y="579"/>
                    <a:pt x="503" y="579"/>
                  </a:cubicBezTo>
                  <a:cubicBezTo>
                    <a:pt x="504" y="580"/>
                    <a:pt x="504" y="580"/>
                    <a:pt x="504" y="580"/>
                  </a:cubicBezTo>
                  <a:cubicBezTo>
                    <a:pt x="505" y="580"/>
                    <a:pt x="505" y="580"/>
                    <a:pt x="505" y="580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9" y="585"/>
                    <a:pt x="509" y="585"/>
                    <a:pt x="509" y="585"/>
                  </a:cubicBezTo>
                  <a:cubicBezTo>
                    <a:pt x="509" y="586"/>
                    <a:pt x="509" y="586"/>
                    <a:pt x="509" y="586"/>
                  </a:cubicBezTo>
                  <a:cubicBezTo>
                    <a:pt x="509" y="587"/>
                    <a:pt x="509" y="587"/>
                    <a:pt x="509" y="587"/>
                  </a:cubicBezTo>
                  <a:cubicBezTo>
                    <a:pt x="508" y="591"/>
                    <a:pt x="508" y="591"/>
                    <a:pt x="508" y="591"/>
                  </a:cubicBezTo>
                  <a:cubicBezTo>
                    <a:pt x="507" y="593"/>
                    <a:pt x="507" y="593"/>
                    <a:pt x="507" y="593"/>
                  </a:cubicBezTo>
                  <a:cubicBezTo>
                    <a:pt x="507" y="595"/>
                    <a:pt x="507" y="595"/>
                    <a:pt x="507" y="595"/>
                  </a:cubicBezTo>
                  <a:cubicBezTo>
                    <a:pt x="508" y="597"/>
                    <a:pt x="508" y="597"/>
                    <a:pt x="508" y="597"/>
                  </a:cubicBezTo>
                  <a:cubicBezTo>
                    <a:pt x="509" y="596"/>
                    <a:pt x="509" y="596"/>
                    <a:pt x="509" y="596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08" y="598"/>
                    <a:pt x="508" y="598"/>
                    <a:pt x="508" y="598"/>
                  </a:cubicBezTo>
                  <a:cubicBezTo>
                    <a:pt x="509" y="599"/>
                    <a:pt x="509" y="599"/>
                    <a:pt x="509" y="599"/>
                  </a:cubicBezTo>
                  <a:cubicBezTo>
                    <a:pt x="509" y="600"/>
                    <a:pt x="509" y="600"/>
                    <a:pt x="509" y="600"/>
                  </a:cubicBezTo>
                  <a:cubicBezTo>
                    <a:pt x="510" y="601"/>
                    <a:pt x="510" y="601"/>
                    <a:pt x="510" y="601"/>
                  </a:cubicBezTo>
                  <a:cubicBezTo>
                    <a:pt x="510" y="603"/>
                    <a:pt x="510" y="603"/>
                    <a:pt x="510" y="603"/>
                  </a:cubicBezTo>
                  <a:cubicBezTo>
                    <a:pt x="511" y="602"/>
                    <a:pt x="511" y="602"/>
                    <a:pt x="511" y="602"/>
                  </a:cubicBezTo>
                  <a:cubicBezTo>
                    <a:pt x="511" y="604"/>
                    <a:pt x="511" y="604"/>
                    <a:pt x="511" y="604"/>
                  </a:cubicBezTo>
                  <a:cubicBezTo>
                    <a:pt x="512" y="603"/>
                    <a:pt x="512" y="603"/>
                    <a:pt x="512" y="603"/>
                  </a:cubicBezTo>
                  <a:cubicBezTo>
                    <a:pt x="512" y="604"/>
                    <a:pt x="512" y="604"/>
                    <a:pt x="512" y="604"/>
                  </a:cubicBezTo>
                  <a:cubicBezTo>
                    <a:pt x="512" y="605"/>
                    <a:pt x="512" y="605"/>
                    <a:pt x="512" y="605"/>
                  </a:cubicBezTo>
                  <a:cubicBezTo>
                    <a:pt x="512" y="606"/>
                    <a:pt x="512" y="606"/>
                    <a:pt x="512" y="606"/>
                  </a:cubicBezTo>
                  <a:cubicBezTo>
                    <a:pt x="514" y="607"/>
                    <a:pt x="514" y="607"/>
                    <a:pt x="514" y="607"/>
                  </a:cubicBezTo>
                  <a:cubicBezTo>
                    <a:pt x="514" y="608"/>
                    <a:pt x="514" y="608"/>
                    <a:pt x="514" y="608"/>
                  </a:cubicBezTo>
                  <a:cubicBezTo>
                    <a:pt x="514" y="611"/>
                    <a:pt x="514" y="611"/>
                    <a:pt x="514" y="611"/>
                  </a:cubicBezTo>
                  <a:cubicBezTo>
                    <a:pt x="515" y="611"/>
                    <a:pt x="515" y="611"/>
                    <a:pt x="515" y="611"/>
                  </a:cubicBezTo>
                  <a:cubicBezTo>
                    <a:pt x="516" y="611"/>
                    <a:pt x="516" y="611"/>
                    <a:pt x="516" y="611"/>
                  </a:cubicBezTo>
                  <a:cubicBezTo>
                    <a:pt x="516" y="612"/>
                    <a:pt x="516" y="612"/>
                    <a:pt x="516" y="612"/>
                  </a:cubicBezTo>
                  <a:cubicBezTo>
                    <a:pt x="516" y="613"/>
                    <a:pt x="516" y="613"/>
                    <a:pt x="516" y="613"/>
                  </a:cubicBezTo>
                  <a:cubicBezTo>
                    <a:pt x="517" y="614"/>
                    <a:pt x="517" y="614"/>
                    <a:pt x="517" y="614"/>
                  </a:cubicBezTo>
                  <a:cubicBezTo>
                    <a:pt x="516" y="615"/>
                    <a:pt x="516" y="615"/>
                    <a:pt x="516" y="615"/>
                  </a:cubicBezTo>
                  <a:cubicBezTo>
                    <a:pt x="519" y="616"/>
                    <a:pt x="519" y="616"/>
                    <a:pt x="519" y="616"/>
                  </a:cubicBezTo>
                  <a:cubicBezTo>
                    <a:pt x="519" y="617"/>
                    <a:pt x="519" y="617"/>
                    <a:pt x="519" y="617"/>
                  </a:cubicBezTo>
                  <a:cubicBezTo>
                    <a:pt x="521" y="617"/>
                    <a:pt x="521" y="617"/>
                    <a:pt x="521" y="617"/>
                  </a:cubicBezTo>
                  <a:cubicBezTo>
                    <a:pt x="524" y="616"/>
                    <a:pt x="524" y="616"/>
                    <a:pt x="524" y="616"/>
                  </a:cubicBezTo>
                  <a:cubicBezTo>
                    <a:pt x="524" y="614"/>
                    <a:pt x="524" y="614"/>
                    <a:pt x="524" y="614"/>
                  </a:cubicBezTo>
                  <a:cubicBezTo>
                    <a:pt x="525" y="613"/>
                    <a:pt x="525" y="613"/>
                    <a:pt x="525" y="613"/>
                  </a:cubicBezTo>
                  <a:cubicBezTo>
                    <a:pt x="526" y="611"/>
                    <a:pt x="526" y="611"/>
                    <a:pt x="526" y="611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27" y="607"/>
                    <a:pt x="527" y="607"/>
                    <a:pt x="527" y="607"/>
                  </a:cubicBezTo>
                  <a:cubicBezTo>
                    <a:pt x="528" y="607"/>
                    <a:pt x="528" y="607"/>
                    <a:pt x="528" y="607"/>
                  </a:cubicBezTo>
                  <a:cubicBezTo>
                    <a:pt x="528" y="604"/>
                    <a:pt x="528" y="604"/>
                    <a:pt x="528" y="604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0"/>
                    <a:pt x="528" y="600"/>
                    <a:pt x="528" y="600"/>
                  </a:cubicBezTo>
                  <a:cubicBezTo>
                    <a:pt x="526" y="599"/>
                    <a:pt x="526" y="599"/>
                    <a:pt x="526" y="599"/>
                  </a:cubicBezTo>
                  <a:cubicBezTo>
                    <a:pt x="526" y="595"/>
                    <a:pt x="526" y="595"/>
                    <a:pt x="526" y="595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6" y="590"/>
                    <a:pt x="526" y="590"/>
                    <a:pt x="526" y="590"/>
                  </a:cubicBezTo>
                  <a:cubicBezTo>
                    <a:pt x="525" y="589"/>
                    <a:pt x="525" y="589"/>
                    <a:pt x="525" y="589"/>
                  </a:cubicBezTo>
                  <a:cubicBezTo>
                    <a:pt x="524" y="587"/>
                    <a:pt x="524" y="587"/>
                    <a:pt x="524" y="587"/>
                  </a:cubicBezTo>
                  <a:cubicBezTo>
                    <a:pt x="524" y="584"/>
                    <a:pt x="524" y="584"/>
                    <a:pt x="524" y="584"/>
                  </a:cubicBezTo>
                  <a:cubicBezTo>
                    <a:pt x="523" y="583"/>
                    <a:pt x="523" y="583"/>
                    <a:pt x="523" y="583"/>
                  </a:cubicBezTo>
                  <a:cubicBezTo>
                    <a:pt x="523" y="579"/>
                    <a:pt x="523" y="579"/>
                    <a:pt x="523" y="579"/>
                  </a:cubicBezTo>
                  <a:cubicBezTo>
                    <a:pt x="522" y="577"/>
                    <a:pt x="522" y="577"/>
                    <a:pt x="522" y="577"/>
                  </a:cubicBezTo>
                  <a:cubicBezTo>
                    <a:pt x="522" y="574"/>
                    <a:pt x="522" y="574"/>
                    <a:pt x="522" y="574"/>
                  </a:cubicBezTo>
                  <a:cubicBezTo>
                    <a:pt x="522" y="572"/>
                    <a:pt x="522" y="572"/>
                    <a:pt x="522" y="572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2" y="566"/>
                    <a:pt x="522" y="566"/>
                    <a:pt x="522" y="566"/>
                  </a:cubicBezTo>
                  <a:cubicBezTo>
                    <a:pt x="523" y="564"/>
                    <a:pt x="523" y="564"/>
                    <a:pt x="523" y="564"/>
                  </a:cubicBezTo>
                  <a:cubicBezTo>
                    <a:pt x="525" y="562"/>
                    <a:pt x="525" y="562"/>
                    <a:pt x="525" y="562"/>
                  </a:cubicBezTo>
                  <a:cubicBezTo>
                    <a:pt x="526" y="562"/>
                    <a:pt x="526" y="562"/>
                    <a:pt x="526" y="562"/>
                  </a:cubicBezTo>
                  <a:cubicBezTo>
                    <a:pt x="526" y="561"/>
                    <a:pt x="526" y="561"/>
                    <a:pt x="526" y="561"/>
                  </a:cubicBezTo>
                  <a:cubicBezTo>
                    <a:pt x="527" y="561"/>
                    <a:pt x="527" y="561"/>
                    <a:pt x="527" y="561"/>
                  </a:cubicBezTo>
                  <a:cubicBezTo>
                    <a:pt x="528" y="559"/>
                    <a:pt x="528" y="559"/>
                    <a:pt x="528" y="559"/>
                  </a:cubicBezTo>
                  <a:cubicBezTo>
                    <a:pt x="529" y="557"/>
                    <a:pt x="529" y="557"/>
                    <a:pt x="529" y="557"/>
                  </a:cubicBezTo>
                  <a:cubicBezTo>
                    <a:pt x="530" y="557"/>
                    <a:pt x="530" y="557"/>
                    <a:pt x="530" y="557"/>
                  </a:cubicBezTo>
                  <a:cubicBezTo>
                    <a:pt x="530" y="556"/>
                    <a:pt x="530" y="556"/>
                    <a:pt x="530" y="556"/>
                  </a:cubicBezTo>
                  <a:cubicBezTo>
                    <a:pt x="532" y="557"/>
                    <a:pt x="532" y="557"/>
                    <a:pt x="532" y="557"/>
                  </a:cubicBezTo>
                  <a:cubicBezTo>
                    <a:pt x="532" y="556"/>
                    <a:pt x="532" y="556"/>
                    <a:pt x="532" y="556"/>
                  </a:cubicBezTo>
                  <a:cubicBezTo>
                    <a:pt x="534" y="555"/>
                    <a:pt x="534" y="555"/>
                    <a:pt x="534" y="555"/>
                  </a:cubicBezTo>
                  <a:cubicBezTo>
                    <a:pt x="535" y="554"/>
                    <a:pt x="535" y="554"/>
                    <a:pt x="535" y="554"/>
                  </a:cubicBezTo>
                  <a:cubicBezTo>
                    <a:pt x="537" y="555"/>
                    <a:pt x="537" y="555"/>
                    <a:pt x="537" y="555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8" y="554"/>
                    <a:pt x="538" y="554"/>
                    <a:pt x="538" y="554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1" y="552"/>
                    <a:pt x="541" y="552"/>
                    <a:pt x="541" y="552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5" y="546"/>
                    <a:pt x="545" y="546"/>
                    <a:pt x="545" y="546"/>
                  </a:cubicBezTo>
                  <a:cubicBezTo>
                    <a:pt x="546" y="545"/>
                    <a:pt x="546" y="545"/>
                    <a:pt x="546" y="545"/>
                  </a:cubicBezTo>
                  <a:cubicBezTo>
                    <a:pt x="548" y="545"/>
                    <a:pt x="548" y="545"/>
                    <a:pt x="548" y="545"/>
                  </a:cubicBezTo>
                  <a:cubicBezTo>
                    <a:pt x="549" y="545"/>
                    <a:pt x="549" y="545"/>
                    <a:pt x="549" y="545"/>
                  </a:cubicBezTo>
                  <a:cubicBezTo>
                    <a:pt x="550" y="545"/>
                    <a:pt x="550" y="545"/>
                    <a:pt x="550" y="545"/>
                  </a:cubicBezTo>
                  <a:cubicBezTo>
                    <a:pt x="551" y="543"/>
                    <a:pt x="551" y="543"/>
                    <a:pt x="551" y="543"/>
                  </a:cubicBezTo>
                  <a:cubicBezTo>
                    <a:pt x="555" y="540"/>
                    <a:pt x="555" y="540"/>
                    <a:pt x="555" y="540"/>
                  </a:cubicBezTo>
                  <a:cubicBezTo>
                    <a:pt x="558" y="538"/>
                    <a:pt x="558" y="538"/>
                    <a:pt x="558" y="538"/>
                  </a:cubicBezTo>
                  <a:cubicBezTo>
                    <a:pt x="560" y="538"/>
                    <a:pt x="560" y="538"/>
                    <a:pt x="560" y="538"/>
                  </a:cubicBezTo>
                  <a:cubicBezTo>
                    <a:pt x="560" y="537"/>
                    <a:pt x="560" y="537"/>
                    <a:pt x="560" y="537"/>
                  </a:cubicBezTo>
                  <a:cubicBezTo>
                    <a:pt x="561" y="537"/>
                    <a:pt x="561" y="537"/>
                    <a:pt x="561" y="537"/>
                  </a:cubicBezTo>
                  <a:cubicBezTo>
                    <a:pt x="561" y="538"/>
                    <a:pt x="561" y="538"/>
                    <a:pt x="561" y="538"/>
                  </a:cubicBezTo>
                  <a:cubicBezTo>
                    <a:pt x="563" y="538"/>
                    <a:pt x="563" y="538"/>
                    <a:pt x="563" y="538"/>
                  </a:cubicBezTo>
                  <a:cubicBezTo>
                    <a:pt x="565" y="535"/>
                    <a:pt x="565" y="535"/>
                    <a:pt x="565" y="535"/>
                  </a:cubicBezTo>
                  <a:cubicBezTo>
                    <a:pt x="564" y="535"/>
                    <a:pt x="564" y="535"/>
                    <a:pt x="564" y="535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2" y="532"/>
                    <a:pt x="562" y="532"/>
                    <a:pt x="562" y="532"/>
                  </a:cubicBezTo>
                  <a:cubicBezTo>
                    <a:pt x="563" y="532"/>
                    <a:pt x="563" y="532"/>
                    <a:pt x="563" y="532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4" y="532"/>
                    <a:pt x="564" y="532"/>
                    <a:pt x="564" y="532"/>
                  </a:cubicBezTo>
                  <a:cubicBezTo>
                    <a:pt x="565" y="533"/>
                    <a:pt x="565" y="533"/>
                    <a:pt x="565" y="533"/>
                  </a:cubicBezTo>
                  <a:cubicBezTo>
                    <a:pt x="566" y="532"/>
                    <a:pt x="566" y="532"/>
                    <a:pt x="566" y="532"/>
                  </a:cubicBezTo>
                  <a:cubicBezTo>
                    <a:pt x="567" y="531"/>
                    <a:pt x="567" y="531"/>
                    <a:pt x="567" y="531"/>
                  </a:cubicBezTo>
                  <a:cubicBezTo>
                    <a:pt x="568" y="530"/>
                    <a:pt x="568" y="530"/>
                    <a:pt x="568" y="530"/>
                  </a:cubicBezTo>
                  <a:cubicBezTo>
                    <a:pt x="569" y="530"/>
                    <a:pt x="569" y="530"/>
                    <a:pt x="569" y="530"/>
                  </a:cubicBezTo>
                  <a:cubicBezTo>
                    <a:pt x="569" y="528"/>
                    <a:pt x="569" y="528"/>
                    <a:pt x="569" y="528"/>
                  </a:cubicBezTo>
                  <a:cubicBezTo>
                    <a:pt x="569" y="526"/>
                    <a:pt x="569" y="526"/>
                    <a:pt x="569" y="526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7" y="528"/>
                    <a:pt x="567" y="528"/>
                    <a:pt x="567" y="528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6" y="526"/>
                    <a:pt x="566" y="526"/>
                    <a:pt x="566" y="526"/>
                  </a:cubicBezTo>
                  <a:cubicBezTo>
                    <a:pt x="564" y="526"/>
                    <a:pt x="564" y="526"/>
                    <a:pt x="564" y="526"/>
                  </a:cubicBezTo>
                  <a:cubicBezTo>
                    <a:pt x="565" y="526"/>
                    <a:pt x="565" y="526"/>
                    <a:pt x="565" y="526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8" y="525"/>
                    <a:pt x="568" y="525"/>
                    <a:pt x="568" y="525"/>
                  </a:cubicBezTo>
                  <a:cubicBezTo>
                    <a:pt x="569" y="524"/>
                    <a:pt x="569" y="524"/>
                    <a:pt x="569" y="524"/>
                  </a:cubicBezTo>
                  <a:cubicBezTo>
                    <a:pt x="568" y="522"/>
                    <a:pt x="568" y="522"/>
                    <a:pt x="568" y="522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8"/>
                    <a:pt x="569" y="518"/>
                    <a:pt x="569" y="518"/>
                  </a:cubicBezTo>
                  <a:cubicBezTo>
                    <a:pt x="568" y="517"/>
                    <a:pt x="568" y="517"/>
                    <a:pt x="568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8" y="516"/>
                    <a:pt x="568" y="516"/>
                    <a:pt x="568" y="516"/>
                  </a:cubicBezTo>
                  <a:cubicBezTo>
                    <a:pt x="567" y="515"/>
                    <a:pt x="567" y="515"/>
                    <a:pt x="567" y="515"/>
                  </a:cubicBezTo>
                  <a:cubicBezTo>
                    <a:pt x="567" y="514"/>
                    <a:pt x="567" y="514"/>
                    <a:pt x="567" y="514"/>
                  </a:cubicBezTo>
                  <a:cubicBezTo>
                    <a:pt x="568" y="513"/>
                    <a:pt x="568" y="513"/>
                    <a:pt x="568" y="513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8" y="510"/>
                    <a:pt x="568" y="510"/>
                    <a:pt x="568" y="510"/>
                  </a:cubicBezTo>
                  <a:cubicBezTo>
                    <a:pt x="567" y="508"/>
                    <a:pt x="567" y="508"/>
                    <a:pt x="567" y="508"/>
                  </a:cubicBezTo>
                  <a:cubicBezTo>
                    <a:pt x="566" y="507"/>
                    <a:pt x="566" y="507"/>
                    <a:pt x="566" y="507"/>
                  </a:cubicBezTo>
                  <a:cubicBezTo>
                    <a:pt x="567" y="507"/>
                    <a:pt x="567" y="507"/>
                    <a:pt x="567" y="507"/>
                  </a:cubicBezTo>
                  <a:cubicBezTo>
                    <a:pt x="567" y="504"/>
                    <a:pt x="567" y="504"/>
                    <a:pt x="567" y="504"/>
                  </a:cubicBezTo>
                  <a:cubicBezTo>
                    <a:pt x="567" y="505"/>
                    <a:pt x="567" y="505"/>
                    <a:pt x="567" y="505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70" y="508"/>
                    <a:pt x="570" y="508"/>
                    <a:pt x="570" y="508"/>
                  </a:cubicBezTo>
                  <a:cubicBezTo>
                    <a:pt x="570" y="509"/>
                    <a:pt x="570" y="509"/>
                    <a:pt x="570" y="509"/>
                  </a:cubicBezTo>
                  <a:cubicBezTo>
                    <a:pt x="570" y="510"/>
                    <a:pt x="570" y="510"/>
                    <a:pt x="570" y="510"/>
                  </a:cubicBezTo>
                  <a:cubicBezTo>
                    <a:pt x="570" y="511"/>
                    <a:pt x="570" y="511"/>
                    <a:pt x="570" y="511"/>
                  </a:cubicBezTo>
                  <a:cubicBezTo>
                    <a:pt x="569" y="512"/>
                    <a:pt x="569" y="512"/>
                    <a:pt x="569" y="512"/>
                  </a:cubicBezTo>
                  <a:cubicBezTo>
                    <a:pt x="569" y="514"/>
                    <a:pt x="569" y="514"/>
                    <a:pt x="569" y="514"/>
                  </a:cubicBezTo>
                  <a:cubicBezTo>
                    <a:pt x="569" y="517"/>
                    <a:pt x="569" y="517"/>
                    <a:pt x="569" y="517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571" y="515"/>
                    <a:pt x="571" y="515"/>
                    <a:pt x="571" y="515"/>
                  </a:cubicBezTo>
                  <a:cubicBezTo>
                    <a:pt x="571" y="513"/>
                    <a:pt x="571" y="513"/>
                    <a:pt x="571" y="513"/>
                  </a:cubicBezTo>
                  <a:cubicBezTo>
                    <a:pt x="571" y="514"/>
                    <a:pt x="571" y="514"/>
                    <a:pt x="571" y="514"/>
                  </a:cubicBezTo>
                  <a:cubicBezTo>
                    <a:pt x="573" y="513"/>
                    <a:pt x="573" y="513"/>
                    <a:pt x="573" y="513"/>
                  </a:cubicBezTo>
                  <a:cubicBezTo>
                    <a:pt x="573" y="512"/>
                    <a:pt x="573" y="512"/>
                    <a:pt x="573" y="512"/>
                  </a:cubicBezTo>
                  <a:cubicBezTo>
                    <a:pt x="574" y="510"/>
                    <a:pt x="574" y="510"/>
                    <a:pt x="574" y="510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6" y="507"/>
                    <a:pt x="576" y="507"/>
                    <a:pt x="576" y="507"/>
                  </a:cubicBezTo>
                  <a:cubicBezTo>
                    <a:pt x="578" y="504"/>
                    <a:pt x="578" y="504"/>
                    <a:pt x="578" y="504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81" y="498"/>
                    <a:pt x="581" y="498"/>
                    <a:pt x="581" y="498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3" y="497"/>
                    <a:pt x="583" y="497"/>
                    <a:pt x="583" y="497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4" y="494"/>
                    <a:pt x="584" y="494"/>
                    <a:pt x="584" y="494"/>
                  </a:cubicBezTo>
                  <a:cubicBezTo>
                    <a:pt x="585" y="493"/>
                    <a:pt x="585" y="493"/>
                    <a:pt x="585" y="493"/>
                  </a:cubicBezTo>
                  <a:cubicBezTo>
                    <a:pt x="586" y="493"/>
                    <a:pt x="586" y="493"/>
                    <a:pt x="586" y="493"/>
                  </a:cubicBezTo>
                  <a:cubicBezTo>
                    <a:pt x="586" y="492"/>
                    <a:pt x="586" y="492"/>
                    <a:pt x="586" y="492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8" y="487"/>
                    <a:pt x="588" y="487"/>
                    <a:pt x="588" y="487"/>
                  </a:cubicBezTo>
                  <a:cubicBezTo>
                    <a:pt x="588" y="486"/>
                    <a:pt x="588" y="486"/>
                    <a:pt x="588" y="486"/>
                  </a:cubicBezTo>
                  <a:cubicBezTo>
                    <a:pt x="588" y="485"/>
                    <a:pt x="588" y="485"/>
                    <a:pt x="588" y="485"/>
                  </a:cubicBezTo>
                  <a:cubicBezTo>
                    <a:pt x="590" y="484"/>
                    <a:pt x="590" y="484"/>
                    <a:pt x="590" y="484"/>
                  </a:cubicBezTo>
                  <a:cubicBezTo>
                    <a:pt x="591" y="484"/>
                    <a:pt x="591" y="484"/>
                    <a:pt x="591" y="484"/>
                  </a:cubicBezTo>
                  <a:cubicBezTo>
                    <a:pt x="592" y="484"/>
                    <a:pt x="592" y="484"/>
                    <a:pt x="592" y="484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6" y="483"/>
                    <a:pt x="596" y="483"/>
                    <a:pt x="596" y="483"/>
                  </a:cubicBezTo>
                  <a:cubicBezTo>
                    <a:pt x="598" y="483"/>
                    <a:pt x="598" y="483"/>
                    <a:pt x="598" y="483"/>
                  </a:cubicBezTo>
                  <a:cubicBezTo>
                    <a:pt x="600" y="483"/>
                    <a:pt x="600" y="483"/>
                    <a:pt x="600" y="483"/>
                  </a:cubicBezTo>
                  <a:cubicBezTo>
                    <a:pt x="600" y="482"/>
                    <a:pt x="600" y="482"/>
                    <a:pt x="600" y="482"/>
                  </a:cubicBezTo>
                  <a:cubicBezTo>
                    <a:pt x="601" y="482"/>
                    <a:pt x="601" y="482"/>
                    <a:pt x="601" y="482"/>
                  </a:cubicBezTo>
                  <a:cubicBezTo>
                    <a:pt x="603" y="482"/>
                    <a:pt x="603" y="482"/>
                    <a:pt x="603" y="482"/>
                  </a:cubicBezTo>
                  <a:cubicBezTo>
                    <a:pt x="606" y="479"/>
                    <a:pt x="606" y="479"/>
                    <a:pt x="606" y="479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4" y="479"/>
                    <a:pt x="604" y="479"/>
                    <a:pt x="604" y="479"/>
                  </a:cubicBezTo>
                  <a:cubicBezTo>
                    <a:pt x="607" y="478"/>
                    <a:pt x="607" y="478"/>
                    <a:pt x="607" y="478"/>
                  </a:cubicBezTo>
                  <a:cubicBezTo>
                    <a:pt x="609" y="478"/>
                    <a:pt x="609" y="478"/>
                    <a:pt x="609" y="478"/>
                  </a:cubicBezTo>
                  <a:cubicBezTo>
                    <a:pt x="610" y="478"/>
                    <a:pt x="610" y="478"/>
                    <a:pt x="610" y="478"/>
                  </a:cubicBezTo>
                  <a:cubicBezTo>
                    <a:pt x="612" y="476"/>
                    <a:pt x="612" y="476"/>
                    <a:pt x="612" y="476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2" y="477"/>
                    <a:pt x="612" y="477"/>
                    <a:pt x="612" y="477"/>
                  </a:cubicBezTo>
                  <a:cubicBezTo>
                    <a:pt x="611" y="477"/>
                    <a:pt x="611" y="477"/>
                    <a:pt x="611" y="477"/>
                  </a:cubicBezTo>
                  <a:cubicBezTo>
                    <a:pt x="612" y="479"/>
                    <a:pt x="612" y="479"/>
                    <a:pt x="612" y="479"/>
                  </a:cubicBezTo>
                  <a:cubicBezTo>
                    <a:pt x="614" y="479"/>
                    <a:pt x="614" y="479"/>
                    <a:pt x="614" y="479"/>
                  </a:cubicBezTo>
                  <a:cubicBezTo>
                    <a:pt x="614" y="478"/>
                    <a:pt x="614" y="478"/>
                    <a:pt x="614" y="478"/>
                  </a:cubicBezTo>
                  <a:cubicBezTo>
                    <a:pt x="617" y="478"/>
                    <a:pt x="617" y="478"/>
                    <a:pt x="617" y="478"/>
                  </a:cubicBezTo>
                  <a:cubicBezTo>
                    <a:pt x="615" y="477"/>
                    <a:pt x="615" y="477"/>
                    <a:pt x="615" y="477"/>
                  </a:cubicBezTo>
                  <a:cubicBezTo>
                    <a:pt x="618" y="475"/>
                    <a:pt x="618" y="475"/>
                    <a:pt x="618" y="475"/>
                  </a:cubicBezTo>
                  <a:cubicBezTo>
                    <a:pt x="620" y="473"/>
                    <a:pt x="620" y="473"/>
                    <a:pt x="620" y="473"/>
                  </a:cubicBezTo>
                  <a:cubicBezTo>
                    <a:pt x="619" y="470"/>
                    <a:pt x="619" y="470"/>
                    <a:pt x="619" y="470"/>
                  </a:cubicBezTo>
                  <a:cubicBezTo>
                    <a:pt x="617" y="470"/>
                    <a:pt x="617" y="470"/>
                    <a:pt x="617" y="470"/>
                  </a:cubicBezTo>
                  <a:cubicBezTo>
                    <a:pt x="617" y="472"/>
                    <a:pt x="617" y="472"/>
                    <a:pt x="617" y="472"/>
                  </a:cubicBezTo>
                  <a:cubicBezTo>
                    <a:pt x="617" y="473"/>
                    <a:pt x="617" y="473"/>
                    <a:pt x="617" y="473"/>
                  </a:cubicBezTo>
                  <a:cubicBezTo>
                    <a:pt x="615" y="473"/>
                    <a:pt x="615" y="473"/>
                    <a:pt x="615" y="473"/>
                  </a:cubicBezTo>
                  <a:cubicBezTo>
                    <a:pt x="615" y="472"/>
                    <a:pt x="615" y="472"/>
                    <a:pt x="615" y="472"/>
                  </a:cubicBezTo>
                  <a:cubicBezTo>
                    <a:pt x="614" y="470"/>
                    <a:pt x="614" y="470"/>
                    <a:pt x="614" y="470"/>
                  </a:cubicBezTo>
                  <a:cubicBezTo>
                    <a:pt x="613" y="469"/>
                    <a:pt x="613" y="469"/>
                    <a:pt x="613" y="469"/>
                  </a:cubicBezTo>
                  <a:cubicBezTo>
                    <a:pt x="615" y="466"/>
                    <a:pt x="615" y="466"/>
                    <a:pt x="615" y="466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4" y="464"/>
                    <a:pt x="614" y="464"/>
                    <a:pt x="614" y="464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5" y="463"/>
                    <a:pt x="615" y="463"/>
                    <a:pt x="615" y="463"/>
                  </a:cubicBezTo>
                  <a:cubicBezTo>
                    <a:pt x="616" y="462"/>
                    <a:pt x="616" y="462"/>
                    <a:pt x="616" y="462"/>
                  </a:cubicBezTo>
                  <a:cubicBezTo>
                    <a:pt x="617" y="459"/>
                    <a:pt x="617" y="459"/>
                    <a:pt x="617" y="459"/>
                  </a:cubicBezTo>
                  <a:cubicBezTo>
                    <a:pt x="620" y="457"/>
                    <a:pt x="620" y="457"/>
                    <a:pt x="620" y="457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2" y="455"/>
                    <a:pt x="622" y="455"/>
                    <a:pt x="622" y="455"/>
                  </a:cubicBezTo>
                  <a:cubicBezTo>
                    <a:pt x="623" y="455"/>
                    <a:pt x="623" y="455"/>
                    <a:pt x="623" y="455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6" y="454"/>
                    <a:pt x="626" y="454"/>
                    <a:pt x="626" y="454"/>
                  </a:cubicBezTo>
                  <a:cubicBezTo>
                    <a:pt x="627" y="453"/>
                    <a:pt x="627" y="453"/>
                    <a:pt x="627" y="453"/>
                  </a:cubicBezTo>
                  <a:cubicBezTo>
                    <a:pt x="627" y="454"/>
                    <a:pt x="627" y="454"/>
                    <a:pt x="627" y="454"/>
                  </a:cubicBezTo>
                  <a:cubicBezTo>
                    <a:pt x="628" y="453"/>
                    <a:pt x="628" y="453"/>
                    <a:pt x="628" y="453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1" y="451"/>
                    <a:pt x="631" y="451"/>
                    <a:pt x="631" y="451"/>
                  </a:cubicBezTo>
                  <a:cubicBezTo>
                    <a:pt x="633" y="451"/>
                    <a:pt x="633" y="451"/>
                    <a:pt x="633" y="451"/>
                  </a:cubicBezTo>
                  <a:cubicBezTo>
                    <a:pt x="634" y="449"/>
                    <a:pt x="634" y="449"/>
                    <a:pt x="634" y="449"/>
                  </a:cubicBezTo>
                  <a:cubicBezTo>
                    <a:pt x="635" y="449"/>
                    <a:pt x="635" y="449"/>
                    <a:pt x="635" y="449"/>
                  </a:cubicBezTo>
                  <a:cubicBezTo>
                    <a:pt x="635" y="451"/>
                    <a:pt x="635" y="451"/>
                    <a:pt x="635" y="451"/>
                  </a:cubicBezTo>
                  <a:cubicBezTo>
                    <a:pt x="637" y="451"/>
                    <a:pt x="637" y="451"/>
                    <a:pt x="637" y="451"/>
                  </a:cubicBezTo>
                  <a:cubicBezTo>
                    <a:pt x="638" y="449"/>
                    <a:pt x="638" y="449"/>
                    <a:pt x="638" y="449"/>
                  </a:cubicBezTo>
                  <a:cubicBezTo>
                    <a:pt x="639" y="450"/>
                    <a:pt x="639" y="450"/>
                    <a:pt x="639" y="450"/>
                  </a:cubicBezTo>
                  <a:cubicBezTo>
                    <a:pt x="640" y="449"/>
                    <a:pt x="640" y="449"/>
                    <a:pt x="640" y="449"/>
                  </a:cubicBezTo>
                  <a:cubicBezTo>
                    <a:pt x="642" y="448"/>
                    <a:pt x="642" y="448"/>
                    <a:pt x="642" y="448"/>
                  </a:cubicBezTo>
                  <a:cubicBezTo>
                    <a:pt x="643" y="449"/>
                    <a:pt x="643" y="449"/>
                    <a:pt x="643" y="449"/>
                  </a:cubicBezTo>
                  <a:cubicBezTo>
                    <a:pt x="644" y="448"/>
                    <a:pt x="644" y="448"/>
                    <a:pt x="644" y="448"/>
                  </a:cubicBezTo>
                  <a:cubicBezTo>
                    <a:pt x="645" y="448"/>
                    <a:pt x="645" y="448"/>
                    <a:pt x="645" y="448"/>
                  </a:cubicBezTo>
                  <a:cubicBezTo>
                    <a:pt x="646" y="448"/>
                    <a:pt x="646" y="448"/>
                    <a:pt x="646" y="448"/>
                  </a:cubicBezTo>
                  <a:cubicBezTo>
                    <a:pt x="648" y="446"/>
                    <a:pt x="648" y="446"/>
                    <a:pt x="648" y="446"/>
                  </a:cubicBezTo>
                  <a:cubicBezTo>
                    <a:pt x="646" y="445"/>
                    <a:pt x="646" y="445"/>
                    <a:pt x="646" y="445"/>
                  </a:cubicBezTo>
                  <a:cubicBezTo>
                    <a:pt x="645" y="446"/>
                    <a:pt x="645" y="446"/>
                    <a:pt x="645" y="446"/>
                  </a:cubicBezTo>
                  <a:cubicBezTo>
                    <a:pt x="645" y="445"/>
                    <a:pt x="645" y="445"/>
                    <a:pt x="645" y="445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7" y="444"/>
                    <a:pt x="647" y="444"/>
                    <a:pt x="647" y="444"/>
                  </a:cubicBezTo>
                  <a:cubicBezTo>
                    <a:pt x="648" y="444"/>
                    <a:pt x="648" y="444"/>
                    <a:pt x="648" y="444"/>
                  </a:cubicBezTo>
                  <a:cubicBezTo>
                    <a:pt x="649" y="444"/>
                    <a:pt x="649" y="444"/>
                    <a:pt x="649" y="444"/>
                  </a:cubicBezTo>
                  <a:cubicBezTo>
                    <a:pt x="651" y="444"/>
                    <a:pt x="651" y="444"/>
                    <a:pt x="651" y="444"/>
                  </a:cubicBezTo>
                  <a:cubicBezTo>
                    <a:pt x="651" y="443"/>
                    <a:pt x="651" y="443"/>
                    <a:pt x="651" y="443"/>
                  </a:cubicBezTo>
                  <a:cubicBezTo>
                    <a:pt x="652" y="444"/>
                    <a:pt x="652" y="444"/>
                    <a:pt x="652" y="444"/>
                  </a:cubicBezTo>
                  <a:cubicBezTo>
                    <a:pt x="656" y="443"/>
                    <a:pt x="656" y="443"/>
                    <a:pt x="656" y="443"/>
                  </a:cubicBezTo>
                  <a:cubicBezTo>
                    <a:pt x="657" y="442"/>
                    <a:pt x="657" y="442"/>
                    <a:pt x="657" y="442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2"/>
                    <a:pt x="659" y="442"/>
                    <a:pt x="659" y="442"/>
                  </a:cubicBezTo>
                  <a:cubicBezTo>
                    <a:pt x="657" y="444"/>
                    <a:pt x="657" y="444"/>
                    <a:pt x="657" y="444"/>
                  </a:cubicBezTo>
                  <a:cubicBezTo>
                    <a:pt x="654" y="445"/>
                    <a:pt x="654" y="445"/>
                    <a:pt x="654" y="445"/>
                  </a:cubicBezTo>
                  <a:cubicBezTo>
                    <a:pt x="651" y="446"/>
                    <a:pt x="651" y="446"/>
                    <a:pt x="651" y="446"/>
                  </a:cubicBezTo>
                  <a:cubicBezTo>
                    <a:pt x="651" y="448"/>
                    <a:pt x="651" y="448"/>
                    <a:pt x="651" y="448"/>
                  </a:cubicBezTo>
                  <a:cubicBezTo>
                    <a:pt x="649" y="449"/>
                    <a:pt x="649" y="449"/>
                    <a:pt x="649" y="449"/>
                  </a:cubicBezTo>
                  <a:cubicBezTo>
                    <a:pt x="648" y="451"/>
                    <a:pt x="648" y="451"/>
                    <a:pt x="648" y="451"/>
                  </a:cubicBezTo>
                  <a:cubicBezTo>
                    <a:pt x="648" y="453"/>
                    <a:pt x="648" y="453"/>
                    <a:pt x="648" y="453"/>
                  </a:cubicBezTo>
                  <a:cubicBezTo>
                    <a:pt x="648" y="455"/>
                    <a:pt x="648" y="455"/>
                    <a:pt x="648" y="455"/>
                  </a:cubicBezTo>
                  <a:cubicBezTo>
                    <a:pt x="648" y="457"/>
                    <a:pt x="648" y="457"/>
                    <a:pt x="648" y="457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8"/>
                    <a:pt x="650" y="458"/>
                    <a:pt x="650" y="458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3" y="460"/>
                    <a:pt x="653" y="460"/>
                    <a:pt x="653" y="460"/>
                  </a:cubicBezTo>
                  <a:cubicBezTo>
                    <a:pt x="655" y="458"/>
                    <a:pt x="655" y="458"/>
                    <a:pt x="655" y="458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6" y="457"/>
                    <a:pt x="656" y="457"/>
                    <a:pt x="656" y="457"/>
                  </a:cubicBezTo>
                  <a:cubicBezTo>
                    <a:pt x="657" y="456"/>
                    <a:pt x="657" y="456"/>
                    <a:pt x="657" y="456"/>
                  </a:cubicBezTo>
                  <a:cubicBezTo>
                    <a:pt x="659" y="456"/>
                    <a:pt x="659" y="456"/>
                    <a:pt x="659" y="456"/>
                  </a:cubicBezTo>
                  <a:cubicBezTo>
                    <a:pt x="661" y="453"/>
                    <a:pt x="661" y="453"/>
                    <a:pt x="661" y="453"/>
                  </a:cubicBezTo>
                  <a:cubicBezTo>
                    <a:pt x="664" y="451"/>
                    <a:pt x="664" y="451"/>
                    <a:pt x="664" y="451"/>
                  </a:cubicBezTo>
                  <a:cubicBezTo>
                    <a:pt x="663" y="450"/>
                    <a:pt x="663" y="450"/>
                    <a:pt x="663" y="450"/>
                  </a:cubicBezTo>
                  <a:cubicBezTo>
                    <a:pt x="664" y="449"/>
                    <a:pt x="664" y="449"/>
                    <a:pt x="664" y="449"/>
                  </a:cubicBezTo>
                  <a:cubicBezTo>
                    <a:pt x="665" y="449"/>
                    <a:pt x="665" y="449"/>
                    <a:pt x="665" y="449"/>
                  </a:cubicBezTo>
                  <a:cubicBezTo>
                    <a:pt x="665" y="448"/>
                    <a:pt x="665" y="448"/>
                    <a:pt x="665" y="448"/>
                  </a:cubicBezTo>
                  <a:cubicBezTo>
                    <a:pt x="666" y="450"/>
                    <a:pt x="666" y="450"/>
                    <a:pt x="666" y="450"/>
                  </a:cubicBezTo>
                  <a:cubicBezTo>
                    <a:pt x="669" y="450"/>
                    <a:pt x="669" y="450"/>
                    <a:pt x="669" y="450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72" y="448"/>
                    <a:pt x="672" y="448"/>
                    <a:pt x="672" y="448"/>
                  </a:cubicBezTo>
                  <a:cubicBezTo>
                    <a:pt x="674" y="448"/>
                    <a:pt x="674" y="448"/>
                    <a:pt x="674" y="448"/>
                  </a:cubicBezTo>
                  <a:cubicBezTo>
                    <a:pt x="676" y="447"/>
                    <a:pt x="676" y="447"/>
                    <a:pt x="676" y="447"/>
                  </a:cubicBezTo>
                  <a:cubicBezTo>
                    <a:pt x="678" y="447"/>
                    <a:pt x="678" y="447"/>
                    <a:pt x="678" y="447"/>
                  </a:cubicBezTo>
                  <a:cubicBezTo>
                    <a:pt x="681" y="445"/>
                    <a:pt x="681" y="445"/>
                    <a:pt x="681" y="445"/>
                  </a:cubicBezTo>
                  <a:cubicBezTo>
                    <a:pt x="683" y="444"/>
                    <a:pt x="683" y="444"/>
                    <a:pt x="683" y="444"/>
                  </a:cubicBezTo>
                  <a:cubicBezTo>
                    <a:pt x="685" y="444"/>
                    <a:pt x="685" y="444"/>
                    <a:pt x="685" y="444"/>
                  </a:cubicBezTo>
                  <a:cubicBezTo>
                    <a:pt x="686" y="445"/>
                    <a:pt x="686" y="445"/>
                    <a:pt x="686" y="445"/>
                  </a:cubicBezTo>
                  <a:cubicBezTo>
                    <a:pt x="688" y="444"/>
                    <a:pt x="688" y="444"/>
                    <a:pt x="688" y="444"/>
                  </a:cubicBezTo>
                  <a:cubicBezTo>
                    <a:pt x="686" y="442"/>
                    <a:pt x="686" y="442"/>
                    <a:pt x="686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1"/>
                    <a:pt x="685" y="441"/>
                    <a:pt x="685" y="441"/>
                  </a:cubicBezTo>
                  <a:cubicBezTo>
                    <a:pt x="686" y="441"/>
                    <a:pt x="686" y="441"/>
                    <a:pt x="686" y="441"/>
                  </a:cubicBezTo>
                  <a:cubicBezTo>
                    <a:pt x="687" y="443"/>
                    <a:pt x="687" y="443"/>
                    <a:pt x="687" y="443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688" y="441"/>
                    <a:pt x="688" y="441"/>
                    <a:pt x="688" y="441"/>
                  </a:cubicBezTo>
                  <a:cubicBezTo>
                    <a:pt x="689" y="441"/>
                    <a:pt x="689" y="441"/>
                    <a:pt x="689" y="441"/>
                  </a:cubicBezTo>
                  <a:cubicBezTo>
                    <a:pt x="690" y="441"/>
                    <a:pt x="690" y="441"/>
                    <a:pt x="690" y="441"/>
                  </a:cubicBezTo>
                  <a:cubicBezTo>
                    <a:pt x="693" y="440"/>
                    <a:pt x="693" y="440"/>
                    <a:pt x="693" y="440"/>
                  </a:cubicBezTo>
                  <a:cubicBezTo>
                    <a:pt x="695" y="439"/>
                    <a:pt x="695" y="439"/>
                    <a:pt x="695" y="439"/>
                  </a:cubicBezTo>
                  <a:cubicBezTo>
                    <a:pt x="696" y="439"/>
                    <a:pt x="696" y="439"/>
                    <a:pt x="696" y="439"/>
                  </a:cubicBezTo>
                  <a:cubicBezTo>
                    <a:pt x="698" y="438"/>
                    <a:pt x="698" y="438"/>
                    <a:pt x="698" y="438"/>
                  </a:cubicBezTo>
                  <a:cubicBezTo>
                    <a:pt x="697" y="437"/>
                    <a:pt x="697" y="437"/>
                    <a:pt x="697" y="437"/>
                  </a:cubicBezTo>
                  <a:cubicBezTo>
                    <a:pt x="697" y="435"/>
                    <a:pt x="697" y="435"/>
                    <a:pt x="697" y="435"/>
                  </a:cubicBezTo>
                  <a:cubicBezTo>
                    <a:pt x="695" y="434"/>
                    <a:pt x="695" y="434"/>
                    <a:pt x="695" y="434"/>
                  </a:cubicBezTo>
                  <a:cubicBezTo>
                    <a:pt x="693" y="435"/>
                    <a:pt x="693" y="435"/>
                    <a:pt x="693" y="435"/>
                  </a:cubicBezTo>
                  <a:cubicBezTo>
                    <a:pt x="693" y="434"/>
                    <a:pt x="693" y="434"/>
                    <a:pt x="693" y="434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4" y="430"/>
                    <a:pt x="694" y="430"/>
                    <a:pt x="694" y="430"/>
                  </a:cubicBezTo>
                  <a:cubicBezTo>
                    <a:pt x="694" y="429"/>
                    <a:pt x="694" y="429"/>
                    <a:pt x="694" y="429"/>
                  </a:cubicBezTo>
                  <a:cubicBezTo>
                    <a:pt x="693" y="429"/>
                    <a:pt x="693" y="429"/>
                    <a:pt x="693" y="429"/>
                  </a:cubicBezTo>
                  <a:cubicBezTo>
                    <a:pt x="694" y="428"/>
                    <a:pt x="694" y="428"/>
                    <a:pt x="694" y="428"/>
                  </a:cubicBezTo>
                  <a:cubicBezTo>
                    <a:pt x="693" y="427"/>
                    <a:pt x="693" y="427"/>
                    <a:pt x="693" y="427"/>
                  </a:cubicBezTo>
                  <a:cubicBezTo>
                    <a:pt x="691" y="427"/>
                    <a:pt x="691" y="427"/>
                    <a:pt x="691" y="427"/>
                  </a:cubicBezTo>
                  <a:cubicBezTo>
                    <a:pt x="691" y="428"/>
                    <a:pt x="691" y="428"/>
                    <a:pt x="691" y="428"/>
                  </a:cubicBezTo>
                  <a:cubicBezTo>
                    <a:pt x="689" y="430"/>
                    <a:pt x="689" y="430"/>
                    <a:pt x="689" y="430"/>
                  </a:cubicBezTo>
                  <a:cubicBezTo>
                    <a:pt x="688" y="431"/>
                    <a:pt x="688" y="431"/>
                    <a:pt x="688" y="431"/>
                  </a:cubicBezTo>
                  <a:cubicBezTo>
                    <a:pt x="687" y="432"/>
                    <a:pt x="687" y="432"/>
                    <a:pt x="687" y="432"/>
                  </a:cubicBezTo>
                  <a:cubicBezTo>
                    <a:pt x="686" y="434"/>
                    <a:pt x="686" y="434"/>
                    <a:pt x="686" y="434"/>
                  </a:cubicBezTo>
                  <a:cubicBezTo>
                    <a:pt x="684" y="435"/>
                    <a:pt x="684" y="435"/>
                    <a:pt x="684" y="435"/>
                  </a:cubicBezTo>
                  <a:cubicBezTo>
                    <a:pt x="683" y="437"/>
                    <a:pt x="683" y="437"/>
                    <a:pt x="683" y="437"/>
                  </a:cubicBezTo>
                  <a:cubicBezTo>
                    <a:pt x="684" y="438"/>
                    <a:pt x="684" y="438"/>
                    <a:pt x="684" y="438"/>
                  </a:cubicBezTo>
                  <a:cubicBezTo>
                    <a:pt x="684" y="440"/>
                    <a:pt x="684" y="440"/>
                    <a:pt x="684" y="440"/>
                  </a:cubicBezTo>
                  <a:cubicBezTo>
                    <a:pt x="683" y="439"/>
                    <a:pt x="683" y="439"/>
                    <a:pt x="683" y="439"/>
                  </a:cubicBezTo>
                  <a:cubicBezTo>
                    <a:pt x="681" y="439"/>
                    <a:pt x="681" y="439"/>
                    <a:pt x="681" y="439"/>
                  </a:cubicBezTo>
                  <a:cubicBezTo>
                    <a:pt x="681" y="437"/>
                    <a:pt x="681" y="437"/>
                    <a:pt x="681" y="437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6" y="439"/>
                    <a:pt x="676" y="439"/>
                    <a:pt x="676" y="439"/>
                  </a:cubicBezTo>
                  <a:cubicBezTo>
                    <a:pt x="676" y="438"/>
                    <a:pt x="676" y="438"/>
                    <a:pt x="676" y="438"/>
                  </a:cubicBezTo>
                  <a:cubicBezTo>
                    <a:pt x="673" y="437"/>
                    <a:pt x="673" y="437"/>
                    <a:pt x="673" y="437"/>
                  </a:cubicBezTo>
                  <a:cubicBezTo>
                    <a:pt x="672" y="438"/>
                    <a:pt x="672" y="438"/>
                    <a:pt x="672" y="438"/>
                  </a:cubicBezTo>
                  <a:cubicBezTo>
                    <a:pt x="671" y="437"/>
                    <a:pt x="671" y="437"/>
                    <a:pt x="671" y="437"/>
                  </a:cubicBezTo>
                  <a:cubicBezTo>
                    <a:pt x="669" y="437"/>
                    <a:pt x="669" y="437"/>
                    <a:pt x="669" y="437"/>
                  </a:cubicBezTo>
                  <a:cubicBezTo>
                    <a:pt x="668" y="436"/>
                    <a:pt x="668" y="436"/>
                    <a:pt x="668" y="436"/>
                  </a:cubicBezTo>
                  <a:cubicBezTo>
                    <a:pt x="669" y="436"/>
                    <a:pt x="669" y="436"/>
                    <a:pt x="669" y="436"/>
                  </a:cubicBezTo>
                  <a:cubicBezTo>
                    <a:pt x="670" y="434"/>
                    <a:pt x="670" y="434"/>
                    <a:pt x="670" y="434"/>
                  </a:cubicBezTo>
                  <a:cubicBezTo>
                    <a:pt x="671" y="435"/>
                    <a:pt x="671" y="435"/>
                    <a:pt x="671" y="435"/>
                  </a:cubicBezTo>
                  <a:cubicBezTo>
                    <a:pt x="674" y="435"/>
                    <a:pt x="674" y="435"/>
                    <a:pt x="674" y="435"/>
                  </a:cubicBezTo>
                  <a:cubicBezTo>
                    <a:pt x="674" y="436"/>
                    <a:pt x="674" y="436"/>
                    <a:pt x="674" y="436"/>
                  </a:cubicBezTo>
                  <a:cubicBezTo>
                    <a:pt x="676" y="437"/>
                    <a:pt x="676" y="437"/>
                    <a:pt x="676" y="437"/>
                  </a:cubicBezTo>
                  <a:cubicBezTo>
                    <a:pt x="678" y="437"/>
                    <a:pt x="678" y="437"/>
                    <a:pt x="678" y="437"/>
                  </a:cubicBezTo>
                  <a:cubicBezTo>
                    <a:pt x="679" y="435"/>
                    <a:pt x="679" y="435"/>
                    <a:pt x="679" y="435"/>
                  </a:cubicBezTo>
                  <a:cubicBezTo>
                    <a:pt x="678" y="434"/>
                    <a:pt x="678" y="434"/>
                    <a:pt x="678" y="434"/>
                  </a:cubicBezTo>
                  <a:cubicBezTo>
                    <a:pt x="679" y="433"/>
                    <a:pt x="679" y="433"/>
                    <a:pt x="679" y="433"/>
                  </a:cubicBezTo>
                  <a:cubicBezTo>
                    <a:pt x="680" y="433"/>
                    <a:pt x="680" y="433"/>
                    <a:pt x="680" y="433"/>
                  </a:cubicBezTo>
                  <a:cubicBezTo>
                    <a:pt x="682" y="431"/>
                    <a:pt x="682" y="431"/>
                    <a:pt x="682" y="431"/>
                  </a:cubicBezTo>
                  <a:cubicBezTo>
                    <a:pt x="678" y="431"/>
                    <a:pt x="678" y="431"/>
                    <a:pt x="678" y="431"/>
                  </a:cubicBezTo>
                  <a:cubicBezTo>
                    <a:pt x="677" y="431"/>
                    <a:pt x="677" y="431"/>
                    <a:pt x="677" y="431"/>
                  </a:cubicBezTo>
                  <a:cubicBezTo>
                    <a:pt x="676" y="432"/>
                    <a:pt x="676" y="432"/>
                    <a:pt x="676" y="432"/>
                  </a:cubicBezTo>
                  <a:cubicBezTo>
                    <a:pt x="675" y="432"/>
                    <a:pt x="675" y="432"/>
                    <a:pt x="675" y="432"/>
                  </a:cubicBezTo>
                  <a:cubicBezTo>
                    <a:pt x="674" y="431"/>
                    <a:pt x="674" y="431"/>
                    <a:pt x="674" y="431"/>
                  </a:cubicBezTo>
                  <a:cubicBezTo>
                    <a:pt x="673" y="431"/>
                    <a:pt x="673" y="431"/>
                    <a:pt x="673" y="431"/>
                  </a:cubicBezTo>
                  <a:cubicBezTo>
                    <a:pt x="671" y="430"/>
                    <a:pt x="671" y="430"/>
                    <a:pt x="671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29"/>
                    <a:pt x="669" y="429"/>
                    <a:pt x="669" y="429"/>
                  </a:cubicBezTo>
                  <a:cubicBezTo>
                    <a:pt x="668" y="428"/>
                    <a:pt x="668" y="428"/>
                    <a:pt x="668" y="428"/>
                  </a:cubicBezTo>
                  <a:cubicBezTo>
                    <a:pt x="670" y="427"/>
                    <a:pt x="670" y="427"/>
                    <a:pt x="670" y="427"/>
                  </a:cubicBezTo>
                  <a:cubicBezTo>
                    <a:pt x="669" y="425"/>
                    <a:pt x="669" y="425"/>
                    <a:pt x="669" y="425"/>
                  </a:cubicBezTo>
                  <a:cubicBezTo>
                    <a:pt x="665" y="427"/>
                    <a:pt x="665" y="427"/>
                    <a:pt x="665" y="427"/>
                  </a:cubicBezTo>
                  <a:cubicBezTo>
                    <a:pt x="665" y="429"/>
                    <a:pt x="665" y="429"/>
                    <a:pt x="665" y="429"/>
                  </a:cubicBezTo>
                  <a:cubicBezTo>
                    <a:pt x="665" y="430"/>
                    <a:pt x="665" y="430"/>
                    <a:pt x="665" y="430"/>
                  </a:cubicBezTo>
                  <a:cubicBezTo>
                    <a:pt x="666" y="430"/>
                    <a:pt x="666" y="430"/>
                    <a:pt x="666" y="430"/>
                  </a:cubicBezTo>
                  <a:cubicBezTo>
                    <a:pt x="667" y="430"/>
                    <a:pt x="667" y="430"/>
                    <a:pt x="667" y="430"/>
                  </a:cubicBezTo>
                  <a:cubicBezTo>
                    <a:pt x="667" y="431"/>
                    <a:pt x="667" y="431"/>
                    <a:pt x="667" y="431"/>
                  </a:cubicBezTo>
                  <a:cubicBezTo>
                    <a:pt x="668" y="432"/>
                    <a:pt x="668" y="432"/>
                    <a:pt x="668" y="432"/>
                  </a:cubicBezTo>
                  <a:cubicBezTo>
                    <a:pt x="668" y="433"/>
                    <a:pt x="668" y="433"/>
                    <a:pt x="668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4"/>
                    <a:pt x="669" y="434"/>
                    <a:pt x="669" y="434"/>
                  </a:cubicBezTo>
                  <a:cubicBezTo>
                    <a:pt x="667" y="434"/>
                    <a:pt x="667" y="434"/>
                    <a:pt x="667" y="434"/>
                  </a:cubicBezTo>
                  <a:cubicBezTo>
                    <a:pt x="666" y="433"/>
                    <a:pt x="666" y="433"/>
                    <a:pt x="666" y="433"/>
                  </a:cubicBezTo>
                  <a:cubicBezTo>
                    <a:pt x="665" y="433"/>
                    <a:pt x="665" y="433"/>
                    <a:pt x="665" y="433"/>
                  </a:cubicBezTo>
                  <a:cubicBezTo>
                    <a:pt x="664" y="432"/>
                    <a:pt x="664" y="432"/>
                    <a:pt x="664" y="432"/>
                  </a:cubicBezTo>
                  <a:cubicBezTo>
                    <a:pt x="664" y="431"/>
                    <a:pt x="664" y="431"/>
                    <a:pt x="664" y="431"/>
                  </a:cubicBezTo>
                  <a:cubicBezTo>
                    <a:pt x="663" y="430"/>
                    <a:pt x="663" y="430"/>
                    <a:pt x="663" y="430"/>
                  </a:cubicBezTo>
                  <a:cubicBezTo>
                    <a:pt x="664" y="428"/>
                    <a:pt x="664" y="428"/>
                    <a:pt x="664" y="428"/>
                  </a:cubicBezTo>
                  <a:cubicBezTo>
                    <a:pt x="663" y="427"/>
                    <a:pt x="663" y="427"/>
                    <a:pt x="663" y="427"/>
                  </a:cubicBezTo>
                  <a:cubicBezTo>
                    <a:pt x="663" y="426"/>
                    <a:pt x="663" y="426"/>
                    <a:pt x="663" y="426"/>
                  </a:cubicBezTo>
                  <a:cubicBezTo>
                    <a:pt x="663" y="425"/>
                    <a:pt x="663" y="425"/>
                    <a:pt x="663" y="425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4" y="421"/>
                    <a:pt x="664" y="421"/>
                    <a:pt x="664" y="421"/>
                  </a:cubicBezTo>
                  <a:cubicBezTo>
                    <a:pt x="666" y="420"/>
                    <a:pt x="666" y="420"/>
                    <a:pt x="666" y="420"/>
                  </a:cubicBezTo>
                  <a:cubicBezTo>
                    <a:pt x="665" y="418"/>
                    <a:pt x="665" y="418"/>
                    <a:pt x="665" y="418"/>
                  </a:cubicBezTo>
                  <a:cubicBezTo>
                    <a:pt x="664" y="418"/>
                    <a:pt x="664" y="418"/>
                    <a:pt x="664" y="418"/>
                  </a:cubicBezTo>
                  <a:cubicBezTo>
                    <a:pt x="664" y="417"/>
                    <a:pt x="664" y="417"/>
                    <a:pt x="664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0" y="418"/>
                    <a:pt x="660" y="418"/>
                    <a:pt x="660" y="418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8" y="417"/>
                    <a:pt x="658" y="417"/>
                    <a:pt x="658" y="417"/>
                  </a:cubicBezTo>
                  <a:cubicBezTo>
                    <a:pt x="656" y="416"/>
                    <a:pt x="656" y="416"/>
                    <a:pt x="656" y="416"/>
                  </a:cubicBezTo>
                  <a:cubicBezTo>
                    <a:pt x="657" y="416"/>
                    <a:pt x="657" y="416"/>
                    <a:pt x="657" y="416"/>
                  </a:cubicBezTo>
                  <a:cubicBezTo>
                    <a:pt x="658" y="416"/>
                    <a:pt x="658" y="416"/>
                    <a:pt x="658" y="416"/>
                  </a:cubicBezTo>
                  <a:cubicBezTo>
                    <a:pt x="660" y="417"/>
                    <a:pt x="660" y="417"/>
                    <a:pt x="660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65" y="416"/>
                    <a:pt x="665" y="416"/>
                    <a:pt x="665" y="416"/>
                  </a:cubicBezTo>
                  <a:cubicBezTo>
                    <a:pt x="666" y="414"/>
                    <a:pt x="666" y="414"/>
                    <a:pt x="666" y="414"/>
                  </a:cubicBezTo>
                  <a:cubicBezTo>
                    <a:pt x="668" y="414"/>
                    <a:pt x="668" y="414"/>
                    <a:pt x="668" y="414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69" y="411"/>
                    <a:pt x="669" y="411"/>
                    <a:pt x="669" y="411"/>
                  </a:cubicBezTo>
                  <a:cubicBezTo>
                    <a:pt x="670" y="410"/>
                    <a:pt x="670" y="410"/>
                    <a:pt x="670" y="410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7"/>
                    <a:pt x="669" y="407"/>
                    <a:pt x="669" y="407"/>
                  </a:cubicBezTo>
                  <a:cubicBezTo>
                    <a:pt x="665" y="405"/>
                    <a:pt x="665" y="405"/>
                    <a:pt x="665" y="405"/>
                  </a:cubicBezTo>
                  <a:cubicBezTo>
                    <a:pt x="663" y="404"/>
                    <a:pt x="663" y="404"/>
                    <a:pt x="663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6" y="405"/>
                    <a:pt x="656" y="405"/>
                    <a:pt x="656" y="405"/>
                  </a:cubicBezTo>
                  <a:cubicBezTo>
                    <a:pt x="654" y="405"/>
                    <a:pt x="654" y="405"/>
                    <a:pt x="654" y="405"/>
                  </a:cubicBezTo>
                  <a:cubicBezTo>
                    <a:pt x="650" y="407"/>
                    <a:pt x="650" y="407"/>
                    <a:pt x="650" y="407"/>
                  </a:cubicBezTo>
                  <a:cubicBezTo>
                    <a:pt x="646" y="407"/>
                    <a:pt x="646" y="407"/>
                    <a:pt x="646" y="407"/>
                  </a:cubicBezTo>
                  <a:cubicBezTo>
                    <a:pt x="644" y="408"/>
                    <a:pt x="644" y="408"/>
                    <a:pt x="644" y="408"/>
                  </a:cubicBezTo>
                  <a:cubicBezTo>
                    <a:pt x="642" y="409"/>
                    <a:pt x="642" y="409"/>
                    <a:pt x="642" y="409"/>
                  </a:cubicBezTo>
                  <a:cubicBezTo>
                    <a:pt x="638" y="411"/>
                    <a:pt x="638" y="411"/>
                    <a:pt x="638" y="411"/>
                  </a:cubicBezTo>
                  <a:cubicBezTo>
                    <a:pt x="633" y="414"/>
                    <a:pt x="633" y="414"/>
                    <a:pt x="633" y="414"/>
                  </a:cubicBezTo>
                  <a:cubicBezTo>
                    <a:pt x="629" y="418"/>
                    <a:pt x="629" y="418"/>
                    <a:pt x="629" y="418"/>
                  </a:cubicBezTo>
                  <a:cubicBezTo>
                    <a:pt x="628" y="418"/>
                    <a:pt x="628" y="418"/>
                    <a:pt x="628" y="418"/>
                  </a:cubicBezTo>
                  <a:cubicBezTo>
                    <a:pt x="626" y="420"/>
                    <a:pt x="626" y="420"/>
                    <a:pt x="626" y="420"/>
                  </a:cubicBezTo>
                  <a:cubicBezTo>
                    <a:pt x="625" y="422"/>
                    <a:pt x="625" y="422"/>
                    <a:pt x="625" y="422"/>
                  </a:cubicBezTo>
                  <a:cubicBezTo>
                    <a:pt x="622" y="424"/>
                    <a:pt x="622" y="424"/>
                    <a:pt x="622" y="424"/>
                  </a:cubicBezTo>
                  <a:cubicBezTo>
                    <a:pt x="620" y="425"/>
                    <a:pt x="620" y="425"/>
                    <a:pt x="620" y="425"/>
                  </a:cubicBezTo>
                  <a:cubicBezTo>
                    <a:pt x="624" y="423"/>
                    <a:pt x="624" y="423"/>
                    <a:pt x="624" y="423"/>
                  </a:cubicBezTo>
                  <a:cubicBezTo>
                    <a:pt x="625" y="421"/>
                    <a:pt x="625" y="421"/>
                    <a:pt x="625" y="421"/>
                  </a:cubicBezTo>
                  <a:cubicBezTo>
                    <a:pt x="625" y="419"/>
                    <a:pt x="625" y="419"/>
                    <a:pt x="625" y="419"/>
                  </a:cubicBezTo>
                  <a:cubicBezTo>
                    <a:pt x="627" y="419"/>
                    <a:pt x="627" y="419"/>
                    <a:pt x="627" y="419"/>
                  </a:cubicBezTo>
                  <a:cubicBezTo>
                    <a:pt x="628" y="417"/>
                    <a:pt x="628" y="417"/>
                    <a:pt x="628" y="417"/>
                  </a:cubicBezTo>
                  <a:cubicBezTo>
                    <a:pt x="630" y="416"/>
                    <a:pt x="630" y="416"/>
                    <a:pt x="630" y="416"/>
                  </a:cubicBezTo>
                  <a:cubicBezTo>
                    <a:pt x="631" y="414"/>
                    <a:pt x="631" y="414"/>
                    <a:pt x="631" y="414"/>
                  </a:cubicBezTo>
                  <a:cubicBezTo>
                    <a:pt x="634" y="412"/>
                    <a:pt x="634" y="412"/>
                    <a:pt x="634" y="412"/>
                  </a:cubicBezTo>
                  <a:cubicBezTo>
                    <a:pt x="636" y="410"/>
                    <a:pt x="636" y="410"/>
                    <a:pt x="636" y="410"/>
                  </a:cubicBezTo>
                  <a:cubicBezTo>
                    <a:pt x="637" y="410"/>
                    <a:pt x="637" y="410"/>
                    <a:pt x="637" y="410"/>
                  </a:cubicBezTo>
                  <a:cubicBezTo>
                    <a:pt x="637" y="409"/>
                    <a:pt x="637" y="409"/>
                    <a:pt x="637" y="409"/>
                  </a:cubicBezTo>
                  <a:cubicBezTo>
                    <a:pt x="638" y="408"/>
                    <a:pt x="638" y="408"/>
                    <a:pt x="638" y="408"/>
                  </a:cubicBezTo>
                  <a:cubicBezTo>
                    <a:pt x="640" y="407"/>
                    <a:pt x="640" y="407"/>
                    <a:pt x="640" y="407"/>
                  </a:cubicBezTo>
                  <a:cubicBezTo>
                    <a:pt x="641" y="406"/>
                    <a:pt x="641" y="406"/>
                    <a:pt x="641" y="406"/>
                  </a:cubicBezTo>
                  <a:cubicBezTo>
                    <a:pt x="641" y="405"/>
                    <a:pt x="641" y="405"/>
                    <a:pt x="641" y="405"/>
                  </a:cubicBezTo>
                  <a:cubicBezTo>
                    <a:pt x="642" y="406"/>
                    <a:pt x="642" y="406"/>
                    <a:pt x="642" y="406"/>
                  </a:cubicBezTo>
                  <a:cubicBezTo>
                    <a:pt x="643" y="406"/>
                    <a:pt x="643" y="406"/>
                    <a:pt x="643" y="406"/>
                  </a:cubicBezTo>
                  <a:cubicBezTo>
                    <a:pt x="644" y="404"/>
                    <a:pt x="644" y="404"/>
                    <a:pt x="644" y="404"/>
                  </a:cubicBezTo>
                  <a:cubicBezTo>
                    <a:pt x="647" y="404"/>
                    <a:pt x="647" y="404"/>
                    <a:pt x="647" y="404"/>
                  </a:cubicBezTo>
                  <a:cubicBezTo>
                    <a:pt x="648" y="403"/>
                    <a:pt x="648" y="403"/>
                    <a:pt x="648" y="403"/>
                  </a:cubicBezTo>
                  <a:cubicBezTo>
                    <a:pt x="650" y="403"/>
                    <a:pt x="650" y="403"/>
                    <a:pt x="650" y="403"/>
                  </a:cubicBezTo>
                  <a:cubicBezTo>
                    <a:pt x="652" y="402"/>
                    <a:pt x="652" y="402"/>
                    <a:pt x="652" y="402"/>
                  </a:cubicBezTo>
                  <a:cubicBezTo>
                    <a:pt x="652" y="400"/>
                    <a:pt x="652" y="400"/>
                    <a:pt x="652" y="400"/>
                  </a:cubicBezTo>
                  <a:cubicBezTo>
                    <a:pt x="652" y="399"/>
                    <a:pt x="652" y="399"/>
                    <a:pt x="652" y="399"/>
                  </a:cubicBezTo>
                  <a:cubicBezTo>
                    <a:pt x="653" y="398"/>
                    <a:pt x="653" y="398"/>
                    <a:pt x="653" y="398"/>
                  </a:cubicBezTo>
                  <a:cubicBezTo>
                    <a:pt x="654" y="398"/>
                    <a:pt x="654" y="398"/>
                    <a:pt x="654" y="398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58" y="395"/>
                    <a:pt x="658" y="395"/>
                    <a:pt x="658" y="395"/>
                  </a:cubicBezTo>
                  <a:cubicBezTo>
                    <a:pt x="659" y="394"/>
                    <a:pt x="659" y="394"/>
                    <a:pt x="659" y="394"/>
                  </a:cubicBezTo>
                  <a:cubicBezTo>
                    <a:pt x="658" y="393"/>
                    <a:pt x="658" y="393"/>
                    <a:pt x="658" y="393"/>
                  </a:cubicBezTo>
                  <a:cubicBezTo>
                    <a:pt x="659" y="393"/>
                    <a:pt x="659" y="393"/>
                    <a:pt x="659" y="393"/>
                  </a:cubicBezTo>
                  <a:cubicBezTo>
                    <a:pt x="659" y="392"/>
                    <a:pt x="659" y="392"/>
                    <a:pt x="659" y="392"/>
                  </a:cubicBezTo>
                  <a:cubicBezTo>
                    <a:pt x="660" y="393"/>
                    <a:pt x="660" y="393"/>
                    <a:pt x="660" y="393"/>
                  </a:cubicBezTo>
                  <a:cubicBezTo>
                    <a:pt x="663" y="394"/>
                    <a:pt x="663" y="394"/>
                    <a:pt x="663" y="394"/>
                  </a:cubicBezTo>
                  <a:cubicBezTo>
                    <a:pt x="666" y="394"/>
                    <a:pt x="666" y="394"/>
                    <a:pt x="666" y="394"/>
                  </a:cubicBezTo>
                  <a:cubicBezTo>
                    <a:pt x="668" y="395"/>
                    <a:pt x="668" y="395"/>
                    <a:pt x="668" y="395"/>
                  </a:cubicBezTo>
                  <a:cubicBezTo>
                    <a:pt x="669" y="394"/>
                    <a:pt x="669" y="394"/>
                    <a:pt x="669" y="394"/>
                  </a:cubicBezTo>
                  <a:cubicBezTo>
                    <a:pt x="670" y="395"/>
                    <a:pt x="670" y="395"/>
                    <a:pt x="670" y="395"/>
                  </a:cubicBezTo>
                  <a:cubicBezTo>
                    <a:pt x="671" y="394"/>
                    <a:pt x="671" y="394"/>
                    <a:pt x="671" y="394"/>
                  </a:cubicBezTo>
                  <a:cubicBezTo>
                    <a:pt x="672" y="395"/>
                    <a:pt x="672" y="395"/>
                    <a:pt x="672" y="395"/>
                  </a:cubicBezTo>
                  <a:cubicBezTo>
                    <a:pt x="674" y="395"/>
                    <a:pt x="674" y="395"/>
                    <a:pt x="674" y="395"/>
                  </a:cubicBezTo>
                  <a:cubicBezTo>
                    <a:pt x="675" y="394"/>
                    <a:pt x="675" y="394"/>
                    <a:pt x="675" y="394"/>
                  </a:cubicBezTo>
                  <a:cubicBezTo>
                    <a:pt x="677" y="395"/>
                    <a:pt x="677" y="395"/>
                    <a:pt x="677" y="395"/>
                  </a:cubicBezTo>
                  <a:cubicBezTo>
                    <a:pt x="679" y="395"/>
                    <a:pt x="679" y="395"/>
                    <a:pt x="679" y="395"/>
                  </a:cubicBezTo>
                  <a:cubicBezTo>
                    <a:pt x="680" y="394"/>
                    <a:pt x="680" y="394"/>
                    <a:pt x="680" y="394"/>
                  </a:cubicBezTo>
                  <a:cubicBezTo>
                    <a:pt x="681" y="394"/>
                    <a:pt x="681" y="394"/>
                    <a:pt x="681" y="394"/>
                  </a:cubicBezTo>
                  <a:cubicBezTo>
                    <a:pt x="682" y="395"/>
                    <a:pt x="682" y="395"/>
                    <a:pt x="682" y="395"/>
                  </a:cubicBezTo>
                  <a:cubicBezTo>
                    <a:pt x="684" y="396"/>
                    <a:pt x="684" y="396"/>
                    <a:pt x="684" y="396"/>
                  </a:cubicBezTo>
                  <a:cubicBezTo>
                    <a:pt x="684" y="395"/>
                    <a:pt x="684" y="395"/>
                    <a:pt x="684" y="395"/>
                  </a:cubicBezTo>
                  <a:cubicBezTo>
                    <a:pt x="687" y="396"/>
                    <a:pt x="687" y="396"/>
                    <a:pt x="687" y="396"/>
                  </a:cubicBezTo>
                  <a:cubicBezTo>
                    <a:pt x="688" y="396"/>
                    <a:pt x="688" y="396"/>
                    <a:pt x="688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7"/>
                    <a:pt x="689" y="397"/>
                    <a:pt x="689" y="397"/>
                  </a:cubicBezTo>
                  <a:cubicBezTo>
                    <a:pt x="691" y="397"/>
                    <a:pt x="691" y="397"/>
                    <a:pt x="691" y="397"/>
                  </a:cubicBezTo>
                  <a:cubicBezTo>
                    <a:pt x="695" y="396"/>
                    <a:pt x="695" y="396"/>
                    <a:pt x="695" y="396"/>
                  </a:cubicBezTo>
                  <a:cubicBezTo>
                    <a:pt x="696" y="396"/>
                    <a:pt x="696" y="396"/>
                    <a:pt x="696" y="396"/>
                  </a:cubicBezTo>
                  <a:cubicBezTo>
                    <a:pt x="697" y="396"/>
                    <a:pt x="697" y="396"/>
                    <a:pt x="697" y="396"/>
                  </a:cubicBezTo>
                  <a:cubicBezTo>
                    <a:pt x="698" y="396"/>
                    <a:pt x="698" y="396"/>
                    <a:pt x="698" y="396"/>
                  </a:cubicBezTo>
                  <a:cubicBezTo>
                    <a:pt x="700" y="396"/>
                    <a:pt x="700" y="396"/>
                    <a:pt x="700" y="396"/>
                  </a:cubicBezTo>
                  <a:cubicBezTo>
                    <a:pt x="701" y="397"/>
                    <a:pt x="701" y="397"/>
                    <a:pt x="701" y="397"/>
                  </a:cubicBezTo>
                  <a:cubicBezTo>
                    <a:pt x="703" y="396"/>
                    <a:pt x="703" y="396"/>
                    <a:pt x="703" y="396"/>
                  </a:cubicBezTo>
                  <a:cubicBezTo>
                    <a:pt x="703" y="395"/>
                    <a:pt x="703" y="395"/>
                    <a:pt x="703" y="395"/>
                  </a:cubicBezTo>
                  <a:cubicBezTo>
                    <a:pt x="704" y="395"/>
                    <a:pt x="704" y="395"/>
                    <a:pt x="704" y="395"/>
                  </a:cubicBezTo>
                  <a:cubicBezTo>
                    <a:pt x="705" y="395"/>
                    <a:pt x="705" y="395"/>
                    <a:pt x="705" y="395"/>
                  </a:cubicBezTo>
                  <a:cubicBezTo>
                    <a:pt x="706" y="395"/>
                    <a:pt x="706" y="395"/>
                    <a:pt x="706" y="395"/>
                  </a:cubicBezTo>
                  <a:cubicBezTo>
                    <a:pt x="707" y="393"/>
                    <a:pt x="707" y="393"/>
                    <a:pt x="707" y="393"/>
                  </a:cubicBezTo>
                  <a:cubicBezTo>
                    <a:pt x="708" y="393"/>
                    <a:pt x="708" y="393"/>
                    <a:pt x="708" y="393"/>
                  </a:cubicBezTo>
                  <a:cubicBezTo>
                    <a:pt x="709" y="392"/>
                    <a:pt x="709" y="392"/>
                    <a:pt x="709" y="392"/>
                  </a:cubicBezTo>
                  <a:cubicBezTo>
                    <a:pt x="710" y="392"/>
                    <a:pt x="710" y="392"/>
                    <a:pt x="710" y="392"/>
                  </a:cubicBezTo>
                  <a:cubicBezTo>
                    <a:pt x="711" y="390"/>
                    <a:pt x="711" y="390"/>
                    <a:pt x="711" y="390"/>
                  </a:cubicBezTo>
                  <a:cubicBezTo>
                    <a:pt x="711" y="389"/>
                    <a:pt x="711" y="389"/>
                    <a:pt x="711" y="389"/>
                  </a:cubicBezTo>
                  <a:cubicBezTo>
                    <a:pt x="712" y="389"/>
                    <a:pt x="712" y="389"/>
                    <a:pt x="712" y="389"/>
                  </a:cubicBezTo>
                  <a:cubicBezTo>
                    <a:pt x="713" y="388"/>
                    <a:pt x="713" y="388"/>
                    <a:pt x="713" y="388"/>
                  </a:cubicBezTo>
                  <a:cubicBezTo>
                    <a:pt x="713" y="387"/>
                    <a:pt x="713" y="387"/>
                    <a:pt x="713" y="387"/>
                  </a:cubicBezTo>
                  <a:cubicBezTo>
                    <a:pt x="714" y="387"/>
                    <a:pt x="714" y="387"/>
                    <a:pt x="714" y="387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8" y="386"/>
                    <a:pt x="718" y="386"/>
                    <a:pt x="718" y="386"/>
                  </a:cubicBezTo>
                  <a:cubicBezTo>
                    <a:pt x="720" y="385"/>
                    <a:pt x="720" y="385"/>
                    <a:pt x="720" y="385"/>
                  </a:cubicBezTo>
                  <a:cubicBezTo>
                    <a:pt x="720" y="386"/>
                    <a:pt x="720" y="386"/>
                    <a:pt x="720" y="386"/>
                  </a:cubicBezTo>
                  <a:cubicBezTo>
                    <a:pt x="721" y="386"/>
                    <a:pt x="721" y="386"/>
                    <a:pt x="721" y="386"/>
                  </a:cubicBezTo>
                  <a:cubicBezTo>
                    <a:pt x="722" y="385"/>
                    <a:pt x="722" y="385"/>
                    <a:pt x="722" y="385"/>
                  </a:cubicBezTo>
                  <a:cubicBezTo>
                    <a:pt x="723" y="386"/>
                    <a:pt x="723" y="386"/>
                    <a:pt x="723" y="386"/>
                  </a:cubicBezTo>
                  <a:cubicBezTo>
                    <a:pt x="725" y="386"/>
                    <a:pt x="725" y="386"/>
                    <a:pt x="725" y="386"/>
                  </a:cubicBezTo>
                  <a:cubicBezTo>
                    <a:pt x="725" y="385"/>
                    <a:pt x="725" y="385"/>
                    <a:pt x="725" y="385"/>
                  </a:cubicBezTo>
                  <a:cubicBezTo>
                    <a:pt x="726" y="385"/>
                    <a:pt x="726" y="385"/>
                    <a:pt x="726" y="385"/>
                  </a:cubicBezTo>
                  <a:cubicBezTo>
                    <a:pt x="727" y="384"/>
                    <a:pt x="727" y="384"/>
                    <a:pt x="727" y="384"/>
                  </a:cubicBezTo>
                  <a:cubicBezTo>
                    <a:pt x="728" y="384"/>
                    <a:pt x="728" y="384"/>
                    <a:pt x="728" y="384"/>
                  </a:cubicBezTo>
                  <a:cubicBezTo>
                    <a:pt x="729" y="383"/>
                    <a:pt x="729" y="383"/>
                    <a:pt x="729" y="383"/>
                  </a:cubicBezTo>
                  <a:cubicBezTo>
                    <a:pt x="731" y="383"/>
                    <a:pt x="731" y="383"/>
                    <a:pt x="731" y="383"/>
                  </a:cubicBezTo>
                  <a:cubicBezTo>
                    <a:pt x="733" y="381"/>
                    <a:pt x="733" y="381"/>
                    <a:pt x="733" y="381"/>
                  </a:cubicBezTo>
                  <a:cubicBezTo>
                    <a:pt x="734" y="380"/>
                    <a:pt x="734" y="380"/>
                    <a:pt x="734" y="380"/>
                  </a:cubicBezTo>
                  <a:cubicBezTo>
                    <a:pt x="735" y="380"/>
                    <a:pt x="735" y="380"/>
                    <a:pt x="735" y="380"/>
                  </a:cubicBezTo>
                  <a:cubicBezTo>
                    <a:pt x="735" y="378"/>
                    <a:pt x="735" y="378"/>
                    <a:pt x="735" y="378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5" y="376"/>
                    <a:pt x="735" y="376"/>
                    <a:pt x="735" y="376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4" y="374"/>
                    <a:pt x="734" y="374"/>
                    <a:pt x="734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4" y="373"/>
                    <a:pt x="734" y="373"/>
                    <a:pt x="734" y="373"/>
                  </a:cubicBezTo>
                  <a:cubicBezTo>
                    <a:pt x="734" y="372"/>
                    <a:pt x="734" y="372"/>
                    <a:pt x="734" y="372"/>
                  </a:cubicBezTo>
                  <a:cubicBezTo>
                    <a:pt x="735" y="372"/>
                    <a:pt x="735" y="372"/>
                    <a:pt x="735" y="372"/>
                  </a:cubicBezTo>
                  <a:cubicBezTo>
                    <a:pt x="736" y="370"/>
                    <a:pt x="736" y="370"/>
                    <a:pt x="736" y="370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5" y="369"/>
                    <a:pt x="735" y="369"/>
                    <a:pt x="735" y="369"/>
                  </a:cubicBezTo>
                  <a:cubicBezTo>
                    <a:pt x="737" y="368"/>
                    <a:pt x="737" y="368"/>
                    <a:pt x="737" y="368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6" y="364"/>
                    <a:pt x="736" y="364"/>
                    <a:pt x="736" y="364"/>
                  </a:cubicBezTo>
                  <a:cubicBezTo>
                    <a:pt x="734" y="363"/>
                    <a:pt x="734" y="363"/>
                    <a:pt x="734" y="363"/>
                  </a:cubicBezTo>
                  <a:cubicBezTo>
                    <a:pt x="732" y="363"/>
                    <a:pt x="732" y="363"/>
                    <a:pt x="732" y="363"/>
                  </a:cubicBezTo>
                  <a:cubicBezTo>
                    <a:pt x="733" y="362"/>
                    <a:pt x="733" y="362"/>
                    <a:pt x="733" y="362"/>
                  </a:cubicBezTo>
                  <a:cubicBezTo>
                    <a:pt x="732" y="361"/>
                    <a:pt x="732" y="361"/>
                    <a:pt x="732" y="361"/>
                  </a:cubicBezTo>
                  <a:cubicBezTo>
                    <a:pt x="730" y="361"/>
                    <a:pt x="730" y="361"/>
                    <a:pt x="730" y="361"/>
                  </a:cubicBezTo>
                  <a:cubicBezTo>
                    <a:pt x="728" y="362"/>
                    <a:pt x="728" y="362"/>
                    <a:pt x="728" y="362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7" y="364"/>
                    <a:pt x="727" y="364"/>
                    <a:pt x="727" y="364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6" y="363"/>
                    <a:pt x="726" y="363"/>
                    <a:pt x="726" y="363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9" y="361"/>
                    <a:pt x="729" y="361"/>
                    <a:pt x="729" y="361"/>
                  </a:cubicBezTo>
                  <a:cubicBezTo>
                    <a:pt x="729" y="359"/>
                    <a:pt x="729" y="359"/>
                    <a:pt x="729" y="359"/>
                  </a:cubicBezTo>
                  <a:cubicBezTo>
                    <a:pt x="728" y="356"/>
                    <a:pt x="728" y="356"/>
                    <a:pt x="728" y="356"/>
                  </a:cubicBezTo>
                  <a:cubicBezTo>
                    <a:pt x="725" y="356"/>
                    <a:pt x="725" y="356"/>
                    <a:pt x="725" y="356"/>
                  </a:cubicBezTo>
                  <a:cubicBezTo>
                    <a:pt x="721" y="356"/>
                    <a:pt x="721" y="356"/>
                    <a:pt x="721" y="356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7"/>
                    <a:pt x="720" y="357"/>
                    <a:pt x="720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5"/>
                    <a:pt x="720" y="355"/>
                    <a:pt x="720" y="355"/>
                  </a:cubicBezTo>
                  <a:cubicBezTo>
                    <a:pt x="722" y="355"/>
                    <a:pt x="722" y="355"/>
                    <a:pt x="722" y="355"/>
                  </a:cubicBezTo>
                  <a:cubicBezTo>
                    <a:pt x="723" y="355"/>
                    <a:pt x="723" y="355"/>
                    <a:pt x="723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4"/>
                    <a:pt x="726" y="354"/>
                    <a:pt x="726" y="354"/>
                  </a:cubicBezTo>
                  <a:cubicBezTo>
                    <a:pt x="730" y="354"/>
                    <a:pt x="730" y="354"/>
                    <a:pt x="730" y="354"/>
                  </a:cubicBezTo>
                  <a:cubicBezTo>
                    <a:pt x="727" y="352"/>
                    <a:pt x="727" y="352"/>
                    <a:pt x="727" y="352"/>
                  </a:cubicBezTo>
                  <a:cubicBezTo>
                    <a:pt x="725" y="351"/>
                    <a:pt x="725" y="351"/>
                    <a:pt x="725" y="351"/>
                  </a:cubicBezTo>
                  <a:cubicBezTo>
                    <a:pt x="726" y="349"/>
                    <a:pt x="726" y="349"/>
                    <a:pt x="726" y="349"/>
                  </a:cubicBezTo>
                  <a:cubicBezTo>
                    <a:pt x="724" y="348"/>
                    <a:pt x="724" y="348"/>
                    <a:pt x="724" y="348"/>
                  </a:cubicBezTo>
                  <a:cubicBezTo>
                    <a:pt x="722" y="349"/>
                    <a:pt x="722" y="349"/>
                    <a:pt x="722" y="349"/>
                  </a:cubicBezTo>
                  <a:cubicBezTo>
                    <a:pt x="721" y="350"/>
                    <a:pt x="721" y="350"/>
                    <a:pt x="721" y="350"/>
                  </a:cubicBezTo>
                  <a:cubicBezTo>
                    <a:pt x="720" y="349"/>
                    <a:pt x="720" y="349"/>
                    <a:pt x="720" y="349"/>
                  </a:cubicBezTo>
                  <a:cubicBezTo>
                    <a:pt x="719" y="349"/>
                    <a:pt x="719" y="349"/>
                    <a:pt x="719" y="349"/>
                  </a:cubicBezTo>
                  <a:cubicBezTo>
                    <a:pt x="719" y="346"/>
                    <a:pt x="719" y="346"/>
                    <a:pt x="719" y="346"/>
                  </a:cubicBezTo>
                  <a:cubicBezTo>
                    <a:pt x="720" y="344"/>
                    <a:pt x="720" y="344"/>
                    <a:pt x="720" y="344"/>
                  </a:cubicBezTo>
                  <a:cubicBezTo>
                    <a:pt x="718" y="345"/>
                    <a:pt x="718" y="345"/>
                    <a:pt x="718" y="345"/>
                  </a:cubicBezTo>
                  <a:cubicBezTo>
                    <a:pt x="717" y="345"/>
                    <a:pt x="717" y="345"/>
                    <a:pt x="717" y="345"/>
                  </a:cubicBezTo>
                  <a:cubicBezTo>
                    <a:pt x="716" y="345"/>
                    <a:pt x="716" y="345"/>
                    <a:pt x="716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3"/>
                    <a:pt x="715" y="343"/>
                    <a:pt x="715" y="343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1" y="343"/>
                    <a:pt x="711" y="343"/>
                    <a:pt x="711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2" y="342"/>
                    <a:pt x="712" y="342"/>
                    <a:pt x="712" y="342"/>
                  </a:cubicBezTo>
                  <a:cubicBezTo>
                    <a:pt x="711" y="340"/>
                    <a:pt x="711" y="340"/>
                    <a:pt x="711" y="340"/>
                  </a:cubicBezTo>
                  <a:cubicBezTo>
                    <a:pt x="711" y="339"/>
                    <a:pt x="711" y="339"/>
                    <a:pt x="711" y="339"/>
                  </a:cubicBezTo>
                  <a:cubicBezTo>
                    <a:pt x="710" y="338"/>
                    <a:pt x="710" y="338"/>
                    <a:pt x="710" y="338"/>
                  </a:cubicBezTo>
                  <a:cubicBezTo>
                    <a:pt x="709" y="340"/>
                    <a:pt x="709" y="340"/>
                    <a:pt x="709" y="340"/>
                  </a:cubicBezTo>
                  <a:cubicBezTo>
                    <a:pt x="709" y="337"/>
                    <a:pt x="709" y="337"/>
                    <a:pt x="709" y="337"/>
                  </a:cubicBezTo>
                  <a:cubicBezTo>
                    <a:pt x="708" y="337"/>
                    <a:pt x="708" y="337"/>
                    <a:pt x="708" y="337"/>
                  </a:cubicBezTo>
                  <a:cubicBezTo>
                    <a:pt x="707" y="337"/>
                    <a:pt x="707" y="337"/>
                    <a:pt x="707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5" y="335"/>
                    <a:pt x="705" y="335"/>
                    <a:pt x="705" y="335"/>
                  </a:cubicBezTo>
                  <a:cubicBezTo>
                    <a:pt x="705" y="333"/>
                    <a:pt x="705" y="333"/>
                    <a:pt x="705" y="333"/>
                  </a:cubicBezTo>
                  <a:cubicBezTo>
                    <a:pt x="704" y="333"/>
                    <a:pt x="704" y="333"/>
                    <a:pt x="704" y="333"/>
                  </a:cubicBezTo>
                  <a:cubicBezTo>
                    <a:pt x="703" y="333"/>
                    <a:pt x="703" y="333"/>
                    <a:pt x="703" y="333"/>
                  </a:cubicBezTo>
                  <a:cubicBezTo>
                    <a:pt x="703" y="332"/>
                    <a:pt x="703" y="332"/>
                    <a:pt x="703" y="332"/>
                  </a:cubicBezTo>
                  <a:cubicBezTo>
                    <a:pt x="702" y="331"/>
                    <a:pt x="702" y="331"/>
                    <a:pt x="702" y="331"/>
                  </a:cubicBezTo>
                  <a:cubicBezTo>
                    <a:pt x="701" y="330"/>
                    <a:pt x="701" y="330"/>
                    <a:pt x="701" y="330"/>
                  </a:cubicBezTo>
                  <a:cubicBezTo>
                    <a:pt x="701" y="329"/>
                    <a:pt x="701" y="329"/>
                    <a:pt x="701" y="329"/>
                  </a:cubicBezTo>
                  <a:cubicBezTo>
                    <a:pt x="702" y="330"/>
                    <a:pt x="702" y="330"/>
                    <a:pt x="702" y="330"/>
                  </a:cubicBezTo>
                  <a:cubicBezTo>
                    <a:pt x="705" y="329"/>
                    <a:pt x="705" y="329"/>
                    <a:pt x="705" y="329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706" y="326"/>
                    <a:pt x="706" y="326"/>
                    <a:pt x="706" y="326"/>
                  </a:cubicBezTo>
                  <a:cubicBezTo>
                    <a:pt x="708" y="326"/>
                    <a:pt x="708" y="326"/>
                    <a:pt x="708" y="326"/>
                  </a:cubicBezTo>
                  <a:cubicBezTo>
                    <a:pt x="708" y="324"/>
                    <a:pt x="708" y="324"/>
                    <a:pt x="708" y="324"/>
                  </a:cubicBezTo>
                  <a:cubicBezTo>
                    <a:pt x="706" y="322"/>
                    <a:pt x="706" y="322"/>
                    <a:pt x="706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6" y="320"/>
                    <a:pt x="706" y="320"/>
                    <a:pt x="706" y="320"/>
                  </a:cubicBezTo>
                  <a:cubicBezTo>
                    <a:pt x="705" y="319"/>
                    <a:pt x="705" y="319"/>
                    <a:pt x="705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5" y="318"/>
                    <a:pt x="705" y="318"/>
                    <a:pt x="705" y="318"/>
                  </a:cubicBezTo>
                  <a:cubicBezTo>
                    <a:pt x="705" y="315"/>
                    <a:pt x="705" y="315"/>
                    <a:pt x="705" y="315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1"/>
                    <a:pt x="703" y="311"/>
                    <a:pt x="703" y="311"/>
                  </a:cubicBezTo>
                  <a:cubicBezTo>
                    <a:pt x="701" y="310"/>
                    <a:pt x="701" y="310"/>
                    <a:pt x="701" y="310"/>
                  </a:cubicBezTo>
                  <a:cubicBezTo>
                    <a:pt x="700" y="311"/>
                    <a:pt x="700" y="311"/>
                    <a:pt x="700" y="311"/>
                  </a:cubicBezTo>
                  <a:cubicBezTo>
                    <a:pt x="698" y="311"/>
                    <a:pt x="698" y="311"/>
                    <a:pt x="698" y="311"/>
                  </a:cubicBezTo>
                  <a:cubicBezTo>
                    <a:pt x="699" y="310"/>
                    <a:pt x="699" y="310"/>
                    <a:pt x="699" y="310"/>
                  </a:cubicBezTo>
                  <a:cubicBezTo>
                    <a:pt x="700" y="310"/>
                    <a:pt x="700" y="310"/>
                    <a:pt x="700" y="310"/>
                  </a:cubicBezTo>
                  <a:cubicBezTo>
                    <a:pt x="702" y="309"/>
                    <a:pt x="702" y="309"/>
                    <a:pt x="702" y="309"/>
                  </a:cubicBezTo>
                  <a:cubicBezTo>
                    <a:pt x="702" y="308"/>
                    <a:pt x="702" y="308"/>
                    <a:pt x="702" y="308"/>
                  </a:cubicBezTo>
                  <a:cubicBezTo>
                    <a:pt x="703" y="307"/>
                    <a:pt x="703" y="307"/>
                    <a:pt x="703" y="307"/>
                  </a:cubicBezTo>
                  <a:cubicBezTo>
                    <a:pt x="702" y="306"/>
                    <a:pt x="702" y="306"/>
                    <a:pt x="702" y="306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698" y="307"/>
                    <a:pt x="698" y="307"/>
                    <a:pt x="698" y="307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702" y="305"/>
                    <a:pt x="702" y="305"/>
                    <a:pt x="702" y="305"/>
                  </a:cubicBezTo>
                  <a:cubicBezTo>
                    <a:pt x="702" y="302"/>
                    <a:pt x="702" y="302"/>
                    <a:pt x="702" y="302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1" y="302"/>
                    <a:pt x="701" y="302"/>
                    <a:pt x="701" y="302"/>
                  </a:cubicBezTo>
                  <a:cubicBezTo>
                    <a:pt x="701" y="300"/>
                    <a:pt x="701" y="300"/>
                    <a:pt x="701" y="300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700" y="297"/>
                    <a:pt x="700" y="297"/>
                    <a:pt x="700" y="297"/>
                  </a:cubicBezTo>
                  <a:cubicBezTo>
                    <a:pt x="699" y="297"/>
                    <a:pt x="699" y="297"/>
                    <a:pt x="699" y="297"/>
                  </a:cubicBezTo>
                  <a:cubicBezTo>
                    <a:pt x="699" y="295"/>
                    <a:pt x="699" y="295"/>
                    <a:pt x="699" y="295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8" y="295"/>
                    <a:pt x="698" y="295"/>
                    <a:pt x="698" y="295"/>
                  </a:cubicBezTo>
                  <a:cubicBezTo>
                    <a:pt x="698" y="293"/>
                    <a:pt x="698" y="293"/>
                    <a:pt x="698" y="293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8" y="290"/>
                    <a:pt x="698" y="290"/>
                    <a:pt x="698" y="290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6"/>
                    <a:pt x="697" y="286"/>
                    <a:pt x="697" y="286"/>
                  </a:cubicBezTo>
                  <a:cubicBezTo>
                    <a:pt x="696" y="286"/>
                    <a:pt x="696" y="286"/>
                    <a:pt x="696" y="286"/>
                  </a:cubicBezTo>
                  <a:cubicBezTo>
                    <a:pt x="697" y="285"/>
                    <a:pt x="697" y="285"/>
                    <a:pt x="697" y="285"/>
                  </a:cubicBezTo>
                  <a:cubicBezTo>
                    <a:pt x="696" y="284"/>
                    <a:pt x="696" y="284"/>
                    <a:pt x="696" y="284"/>
                  </a:cubicBezTo>
                  <a:cubicBezTo>
                    <a:pt x="696" y="283"/>
                    <a:pt x="696" y="283"/>
                    <a:pt x="696" y="283"/>
                  </a:cubicBezTo>
                  <a:cubicBezTo>
                    <a:pt x="698" y="283"/>
                    <a:pt x="698" y="283"/>
                    <a:pt x="698" y="283"/>
                  </a:cubicBezTo>
                  <a:cubicBezTo>
                    <a:pt x="697" y="282"/>
                    <a:pt x="697" y="282"/>
                    <a:pt x="697" y="282"/>
                  </a:cubicBezTo>
                  <a:cubicBezTo>
                    <a:pt x="697" y="281"/>
                    <a:pt x="697" y="281"/>
                    <a:pt x="697" y="281"/>
                  </a:cubicBezTo>
                  <a:cubicBezTo>
                    <a:pt x="696" y="280"/>
                    <a:pt x="696" y="280"/>
                    <a:pt x="696" y="280"/>
                  </a:cubicBezTo>
                  <a:cubicBezTo>
                    <a:pt x="694" y="281"/>
                    <a:pt x="694" y="281"/>
                    <a:pt x="694" y="281"/>
                  </a:cubicBezTo>
                  <a:cubicBezTo>
                    <a:pt x="692" y="283"/>
                    <a:pt x="692" y="283"/>
                    <a:pt x="692" y="283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5"/>
                    <a:pt x="692" y="285"/>
                    <a:pt x="692" y="285"/>
                  </a:cubicBezTo>
                  <a:cubicBezTo>
                    <a:pt x="690" y="287"/>
                    <a:pt x="690" y="287"/>
                    <a:pt x="690" y="287"/>
                  </a:cubicBezTo>
                  <a:cubicBezTo>
                    <a:pt x="690" y="288"/>
                    <a:pt x="690" y="288"/>
                    <a:pt x="690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8" y="289"/>
                    <a:pt x="688" y="289"/>
                    <a:pt x="688" y="289"/>
                  </a:cubicBezTo>
                  <a:cubicBezTo>
                    <a:pt x="687" y="291"/>
                    <a:pt x="687" y="291"/>
                    <a:pt x="687" y="291"/>
                  </a:cubicBezTo>
                  <a:cubicBezTo>
                    <a:pt x="687" y="293"/>
                    <a:pt x="687" y="293"/>
                    <a:pt x="687" y="293"/>
                  </a:cubicBezTo>
                  <a:cubicBezTo>
                    <a:pt x="686" y="294"/>
                    <a:pt x="686" y="294"/>
                    <a:pt x="686" y="294"/>
                  </a:cubicBezTo>
                  <a:cubicBezTo>
                    <a:pt x="685" y="295"/>
                    <a:pt x="685" y="295"/>
                    <a:pt x="685" y="295"/>
                  </a:cubicBezTo>
                  <a:cubicBezTo>
                    <a:pt x="684" y="296"/>
                    <a:pt x="684" y="296"/>
                    <a:pt x="684" y="296"/>
                  </a:cubicBezTo>
                  <a:cubicBezTo>
                    <a:pt x="684" y="298"/>
                    <a:pt x="684" y="298"/>
                    <a:pt x="684" y="298"/>
                  </a:cubicBezTo>
                  <a:cubicBezTo>
                    <a:pt x="683" y="298"/>
                    <a:pt x="683" y="298"/>
                    <a:pt x="683" y="298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1"/>
                    <a:pt x="681" y="301"/>
                    <a:pt x="681" y="301"/>
                  </a:cubicBezTo>
                  <a:cubicBezTo>
                    <a:pt x="680" y="300"/>
                    <a:pt x="680" y="300"/>
                    <a:pt x="680" y="300"/>
                  </a:cubicBezTo>
                  <a:cubicBezTo>
                    <a:pt x="677" y="301"/>
                    <a:pt x="677" y="301"/>
                    <a:pt x="677" y="301"/>
                  </a:cubicBezTo>
                  <a:cubicBezTo>
                    <a:pt x="676" y="303"/>
                    <a:pt x="676" y="303"/>
                    <a:pt x="676" y="303"/>
                  </a:cubicBezTo>
                  <a:cubicBezTo>
                    <a:pt x="676" y="304"/>
                    <a:pt x="676" y="304"/>
                    <a:pt x="676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3" y="304"/>
                    <a:pt x="673" y="304"/>
                    <a:pt x="673" y="304"/>
                  </a:cubicBezTo>
                  <a:cubicBezTo>
                    <a:pt x="672" y="305"/>
                    <a:pt x="672" y="305"/>
                    <a:pt x="672" y="305"/>
                  </a:cubicBezTo>
                  <a:cubicBezTo>
                    <a:pt x="670" y="305"/>
                    <a:pt x="670" y="305"/>
                    <a:pt x="670" y="305"/>
                  </a:cubicBezTo>
                  <a:cubicBezTo>
                    <a:pt x="668" y="307"/>
                    <a:pt x="668" y="307"/>
                    <a:pt x="668" y="307"/>
                  </a:cubicBezTo>
                  <a:cubicBezTo>
                    <a:pt x="668" y="305"/>
                    <a:pt x="668" y="305"/>
                    <a:pt x="668" y="305"/>
                  </a:cubicBezTo>
                  <a:cubicBezTo>
                    <a:pt x="669" y="303"/>
                    <a:pt x="669" y="303"/>
                    <a:pt x="669" y="303"/>
                  </a:cubicBezTo>
                  <a:cubicBezTo>
                    <a:pt x="667" y="302"/>
                    <a:pt x="667" y="302"/>
                    <a:pt x="667" y="302"/>
                  </a:cubicBezTo>
                  <a:cubicBezTo>
                    <a:pt x="666" y="304"/>
                    <a:pt x="666" y="304"/>
                    <a:pt x="666" y="304"/>
                  </a:cubicBezTo>
                  <a:cubicBezTo>
                    <a:pt x="666" y="303"/>
                    <a:pt x="666" y="303"/>
                    <a:pt x="666" y="303"/>
                  </a:cubicBezTo>
                  <a:cubicBezTo>
                    <a:pt x="666" y="301"/>
                    <a:pt x="666" y="301"/>
                    <a:pt x="666" y="301"/>
                  </a:cubicBezTo>
                  <a:cubicBezTo>
                    <a:pt x="665" y="299"/>
                    <a:pt x="665" y="299"/>
                    <a:pt x="665" y="299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4" y="297"/>
                    <a:pt x="664" y="297"/>
                    <a:pt x="664" y="297"/>
                  </a:cubicBezTo>
                  <a:cubicBezTo>
                    <a:pt x="662" y="297"/>
                    <a:pt x="662" y="297"/>
                    <a:pt x="662" y="297"/>
                  </a:cubicBezTo>
                  <a:cubicBezTo>
                    <a:pt x="662" y="296"/>
                    <a:pt x="662" y="296"/>
                    <a:pt x="662" y="296"/>
                  </a:cubicBezTo>
                  <a:cubicBezTo>
                    <a:pt x="663" y="295"/>
                    <a:pt x="663" y="295"/>
                    <a:pt x="663" y="295"/>
                  </a:cubicBezTo>
                  <a:cubicBezTo>
                    <a:pt x="661" y="292"/>
                    <a:pt x="661" y="292"/>
                    <a:pt x="661" y="292"/>
                  </a:cubicBezTo>
                  <a:cubicBezTo>
                    <a:pt x="661" y="293"/>
                    <a:pt x="661" y="293"/>
                    <a:pt x="661" y="293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2"/>
                    <a:pt x="660" y="292"/>
                    <a:pt x="660" y="292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2" y="289"/>
                    <a:pt x="662" y="289"/>
                    <a:pt x="662" y="289"/>
                  </a:cubicBezTo>
                  <a:cubicBezTo>
                    <a:pt x="662" y="286"/>
                    <a:pt x="662" y="286"/>
                    <a:pt x="662" y="286"/>
                  </a:cubicBezTo>
                  <a:cubicBezTo>
                    <a:pt x="660" y="285"/>
                    <a:pt x="660" y="285"/>
                    <a:pt x="660" y="285"/>
                  </a:cubicBezTo>
                  <a:cubicBezTo>
                    <a:pt x="661" y="285"/>
                    <a:pt x="661" y="285"/>
                    <a:pt x="661" y="285"/>
                  </a:cubicBezTo>
                  <a:cubicBezTo>
                    <a:pt x="661" y="283"/>
                    <a:pt x="661" y="283"/>
                    <a:pt x="661" y="283"/>
                  </a:cubicBezTo>
                  <a:cubicBezTo>
                    <a:pt x="662" y="285"/>
                    <a:pt x="662" y="285"/>
                    <a:pt x="662" y="285"/>
                  </a:cubicBezTo>
                  <a:cubicBezTo>
                    <a:pt x="663" y="282"/>
                    <a:pt x="663" y="282"/>
                    <a:pt x="663" y="282"/>
                  </a:cubicBezTo>
                  <a:cubicBezTo>
                    <a:pt x="663" y="278"/>
                    <a:pt x="663" y="278"/>
                    <a:pt x="663" y="278"/>
                  </a:cubicBezTo>
                  <a:cubicBezTo>
                    <a:pt x="664" y="277"/>
                    <a:pt x="664" y="277"/>
                    <a:pt x="664" y="277"/>
                  </a:cubicBezTo>
                  <a:cubicBezTo>
                    <a:pt x="666" y="276"/>
                    <a:pt x="666" y="276"/>
                    <a:pt x="666" y="276"/>
                  </a:cubicBezTo>
                  <a:cubicBezTo>
                    <a:pt x="667" y="273"/>
                    <a:pt x="667" y="273"/>
                    <a:pt x="667" y="273"/>
                  </a:cubicBezTo>
                  <a:cubicBezTo>
                    <a:pt x="666" y="270"/>
                    <a:pt x="666" y="270"/>
                    <a:pt x="666" y="270"/>
                  </a:cubicBezTo>
                  <a:cubicBezTo>
                    <a:pt x="664" y="270"/>
                    <a:pt x="664" y="270"/>
                    <a:pt x="664" y="270"/>
                  </a:cubicBezTo>
                  <a:cubicBezTo>
                    <a:pt x="664" y="273"/>
                    <a:pt x="664" y="273"/>
                    <a:pt x="664" y="273"/>
                  </a:cubicBezTo>
                  <a:cubicBezTo>
                    <a:pt x="663" y="274"/>
                    <a:pt x="663" y="274"/>
                    <a:pt x="663" y="274"/>
                  </a:cubicBezTo>
                  <a:cubicBezTo>
                    <a:pt x="663" y="273"/>
                    <a:pt x="663" y="273"/>
                    <a:pt x="663" y="273"/>
                  </a:cubicBezTo>
                  <a:cubicBezTo>
                    <a:pt x="663" y="270"/>
                    <a:pt x="663" y="270"/>
                    <a:pt x="663" y="270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59" y="270"/>
                    <a:pt x="659" y="270"/>
                    <a:pt x="659" y="270"/>
                  </a:cubicBezTo>
                  <a:cubicBezTo>
                    <a:pt x="658" y="269"/>
                    <a:pt x="658" y="269"/>
                    <a:pt x="658" y="269"/>
                  </a:cubicBezTo>
                  <a:cubicBezTo>
                    <a:pt x="657" y="270"/>
                    <a:pt x="657" y="270"/>
                    <a:pt x="657" y="270"/>
                  </a:cubicBezTo>
                  <a:cubicBezTo>
                    <a:pt x="655" y="268"/>
                    <a:pt x="655" y="268"/>
                    <a:pt x="655" y="268"/>
                  </a:cubicBezTo>
                  <a:cubicBezTo>
                    <a:pt x="654" y="268"/>
                    <a:pt x="654" y="268"/>
                    <a:pt x="654" y="268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3" y="266"/>
                    <a:pt x="653" y="266"/>
                    <a:pt x="653" y="266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5" y="265"/>
                    <a:pt x="655" y="265"/>
                    <a:pt x="655" y="265"/>
                  </a:cubicBezTo>
                  <a:cubicBezTo>
                    <a:pt x="653" y="262"/>
                    <a:pt x="653" y="262"/>
                    <a:pt x="653" y="262"/>
                  </a:cubicBezTo>
                  <a:cubicBezTo>
                    <a:pt x="652" y="263"/>
                    <a:pt x="652" y="263"/>
                    <a:pt x="652" y="263"/>
                  </a:cubicBezTo>
                  <a:cubicBezTo>
                    <a:pt x="651" y="261"/>
                    <a:pt x="651" y="261"/>
                    <a:pt x="651" y="261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50" y="258"/>
                    <a:pt x="650" y="258"/>
                    <a:pt x="650" y="258"/>
                  </a:cubicBezTo>
                  <a:cubicBezTo>
                    <a:pt x="650" y="255"/>
                    <a:pt x="650" y="255"/>
                    <a:pt x="650" y="255"/>
                  </a:cubicBezTo>
                  <a:cubicBezTo>
                    <a:pt x="648" y="255"/>
                    <a:pt x="648" y="255"/>
                    <a:pt x="648" y="255"/>
                  </a:cubicBezTo>
                  <a:cubicBezTo>
                    <a:pt x="647" y="254"/>
                    <a:pt x="647" y="254"/>
                    <a:pt x="647" y="254"/>
                  </a:cubicBezTo>
                  <a:cubicBezTo>
                    <a:pt x="647" y="253"/>
                    <a:pt x="647" y="253"/>
                    <a:pt x="647" y="253"/>
                  </a:cubicBezTo>
                  <a:cubicBezTo>
                    <a:pt x="644" y="250"/>
                    <a:pt x="644" y="250"/>
                    <a:pt x="644" y="250"/>
                  </a:cubicBezTo>
                  <a:cubicBezTo>
                    <a:pt x="641" y="251"/>
                    <a:pt x="641" y="251"/>
                    <a:pt x="641" y="251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6" y="252"/>
                    <a:pt x="636" y="252"/>
                    <a:pt x="636" y="252"/>
                  </a:cubicBezTo>
                  <a:cubicBezTo>
                    <a:pt x="635" y="251"/>
                    <a:pt x="635" y="251"/>
                    <a:pt x="635" y="251"/>
                  </a:cubicBezTo>
                  <a:cubicBezTo>
                    <a:pt x="633" y="251"/>
                    <a:pt x="633" y="251"/>
                    <a:pt x="633" y="251"/>
                  </a:cubicBezTo>
                  <a:cubicBezTo>
                    <a:pt x="632" y="252"/>
                    <a:pt x="632" y="252"/>
                    <a:pt x="632" y="252"/>
                  </a:cubicBezTo>
                  <a:cubicBezTo>
                    <a:pt x="632" y="250"/>
                    <a:pt x="632" y="250"/>
                    <a:pt x="632" y="250"/>
                  </a:cubicBezTo>
                  <a:cubicBezTo>
                    <a:pt x="630" y="250"/>
                    <a:pt x="630" y="250"/>
                    <a:pt x="630" y="250"/>
                  </a:cubicBezTo>
                  <a:cubicBezTo>
                    <a:pt x="624" y="247"/>
                    <a:pt x="624" y="247"/>
                    <a:pt x="624" y="247"/>
                  </a:cubicBezTo>
                  <a:cubicBezTo>
                    <a:pt x="622" y="247"/>
                    <a:pt x="622" y="247"/>
                    <a:pt x="622" y="247"/>
                  </a:cubicBezTo>
                  <a:cubicBezTo>
                    <a:pt x="621" y="246"/>
                    <a:pt x="621" y="246"/>
                    <a:pt x="621" y="246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20" y="247"/>
                    <a:pt x="620" y="247"/>
                  </a:cubicBezTo>
                  <a:cubicBezTo>
                    <a:pt x="620" y="246"/>
                    <a:pt x="620" y="246"/>
                    <a:pt x="620" y="246"/>
                  </a:cubicBezTo>
                  <a:cubicBezTo>
                    <a:pt x="617" y="245"/>
                    <a:pt x="617" y="245"/>
                    <a:pt x="617" y="245"/>
                  </a:cubicBezTo>
                  <a:cubicBezTo>
                    <a:pt x="616" y="246"/>
                    <a:pt x="616" y="246"/>
                    <a:pt x="616" y="246"/>
                  </a:cubicBezTo>
                  <a:cubicBezTo>
                    <a:pt x="617" y="247"/>
                    <a:pt x="617" y="247"/>
                    <a:pt x="617" y="247"/>
                  </a:cubicBezTo>
                  <a:cubicBezTo>
                    <a:pt x="618" y="247"/>
                    <a:pt x="618" y="247"/>
                    <a:pt x="618" y="247"/>
                  </a:cubicBezTo>
                  <a:cubicBezTo>
                    <a:pt x="617" y="248"/>
                    <a:pt x="617" y="248"/>
                    <a:pt x="617" y="248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6" y="248"/>
                    <a:pt x="616" y="248"/>
                    <a:pt x="616" y="248"/>
                  </a:cubicBezTo>
                  <a:cubicBezTo>
                    <a:pt x="614" y="249"/>
                    <a:pt x="614" y="249"/>
                    <a:pt x="614" y="249"/>
                  </a:cubicBezTo>
                  <a:cubicBezTo>
                    <a:pt x="614" y="251"/>
                    <a:pt x="614" y="251"/>
                    <a:pt x="614" y="251"/>
                  </a:cubicBezTo>
                  <a:cubicBezTo>
                    <a:pt x="613" y="253"/>
                    <a:pt x="613" y="253"/>
                    <a:pt x="613" y="253"/>
                  </a:cubicBezTo>
                  <a:cubicBezTo>
                    <a:pt x="613" y="257"/>
                    <a:pt x="613" y="257"/>
                    <a:pt x="613" y="257"/>
                  </a:cubicBezTo>
                  <a:cubicBezTo>
                    <a:pt x="614" y="258"/>
                    <a:pt x="614" y="258"/>
                    <a:pt x="614" y="258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6" y="259"/>
                    <a:pt x="616" y="259"/>
                    <a:pt x="616" y="259"/>
                  </a:cubicBezTo>
                  <a:cubicBezTo>
                    <a:pt x="616" y="260"/>
                    <a:pt x="616" y="260"/>
                    <a:pt x="616" y="260"/>
                  </a:cubicBezTo>
                  <a:cubicBezTo>
                    <a:pt x="616" y="261"/>
                    <a:pt x="616" y="261"/>
                    <a:pt x="616" y="261"/>
                  </a:cubicBezTo>
                  <a:cubicBezTo>
                    <a:pt x="614" y="261"/>
                    <a:pt x="614" y="261"/>
                    <a:pt x="614" y="261"/>
                  </a:cubicBezTo>
                  <a:cubicBezTo>
                    <a:pt x="614" y="263"/>
                    <a:pt x="614" y="263"/>
                    <a:pt x="614" y="263"/>
                  </a:cubicBezTo>
                  <a:cubicBezTo>
                    <a:pt x="612" y="265"/>
                    <a:pt x="612" y="265"/>
                    <a:pt x="612" y="265"/>
                  </a:cubicBezTo>
                  <a:cubicBezTo>
                    <a:pt x="609" y="268"/>
                    <a:pt x="609" y="268"/>
                    <a:pt x="609" y="268"/>
                  </a:cubicBezTo>
                  <a:cubicBezTo>
                    <a:pt x="609" y="270"/>
                    <a:pt x="609" y="270"/>
                    <a:pt x="609" y="270"/>
                  </a:cubicBezTo>
                  <a:cubicBezTo>
                    <a:pt x="610" y="270"/>
                    <a:pt x="610" y="270"/>
                    <a:pt x="610" y="270"/>
                  </a:cubicBezTo>
                  <a:cubicBezTo>
                    <a:pt x="612" y="270"/>
                    <a:pt x="612" y="270"/>
                    <a:pt x="612" y="270"/>
                  </a:cubicBezTo>
                  <a:cubicBezTo>
                    <a:pt x="611" y="272"/>
                    <a:pt x="611" y="272"/>
                    <a:pt x="611" y="272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0" y="275"/>
                    <a:pt x="610" y="275"/>
                    <a:pt x="610" y="275"/>
                  </a:cubicBezTo>
                  <a:cubicBezTo>
                    <a:pt x="611" y="276"/>
                    <a:pt x="611" y="276"/>
                    <a:pt x="611" y="276"/>
                  </a:cubicBezTo>
                  <a:cubicBezTo>
                    <a:pt x="611" y="277"/>
                    <a:pt x="611" y="277"/>
                    <a:pt x="611" y="277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9"/>
                    <a:pt x="610" y="279"/>
                    <a:pt x="610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3" y="280"/>
                    <a:pt x="613" y="280"/>
                    <a:pt x="613" y="280"/>
                  </a:cubicBezTo>
                  <a:cubicBezTo>
                    <a:pt x="611" y="282"/>
                    <a:pt x="611" y="282"/>
                    <a:pt x="611" y="282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9" y="284"/>
                    <a:pt x="609" y="284"/>
                    <a:pt x="609" y="284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7" y="283"/>
                    <a:pt x="607" y="283"/>
                    <a:pt x="607" y="283"/>
                  </a:cubicBezTo>
                  <a:cubicBezTo>
                    <a:pt x="606" y="285"/>
                    <a:pt x="606" y="285"/>
                    <a:pt x="606" y="285"/>
                  </a:cubicBezTo>
                  <a:cubicBezTo>
                    <a:pt x="606" y="286"/>
                    <a:pt x="606" y="286"/>
                    <a:pt x="606" y="286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8"/>
                    <a:pt x="606" y="288"/>
                    <a:pt x="606" y="288"/>
                  </a:cubicBezTo>
                  <a:cubicBezTo>
                    <a:pt x="604" y="288"/>
                    <a:pt x="604" y="288"/>
                    <a:pt x="604" y="288"/>
                  </a:cubicBezTo>
                  <a:cubicBezTo>
                    <a:pt x="600" y="292"/>
                    <a:pt x="600" y="292"/>
                    <a:pt x="600" y="292"/>
                  </a:cubicBezTo>
                  <a:cubicBezTo>
                    <a:pt x="599" y="293"/>
                    <a:pt x="599" y="293"/>
                    <a:pt x="599" y="293"/>
                  </a:cubicBezTo>
                  <a:cubicBezTo>
                    <a:pt x="598" y="296"/>
                    <a:pt x="598" y="296"/>
                    <a:pt x="598" y="296"/>
                  </a:cubicBezTo>
                  <a:cubicBezTo>
                    <a:pt x="598" y="298"/>
                    <a:pt x="598" y="298"/>
                    <a:pt x="598" y="298"/>
                  </a:cubicBezTo>
                  <a:cubicBezTo>
                    <a:pt x="600" y="298"/>
                    <a:pt x="600" y="298"/>
                    <a:pt x="600" y="298"/>
                  </a:cubicBezTo>
                  <a:cubicBezTo>
                    <a:pt x="600" y="299"/>
                    <a:pt x="600" y="299"/>
                    <a:pt x="600" y="299"/>
                  </a:cubicBezTo>
                  <a:cubicBezTo>
                    <a:pt x="602" y="301"/>
                    <a:pt x="602" y="301"/>
                    <a:pt x="602" y="301"/>
                  </a:cubicBezTo>
                  <a:cubicBezTo>
                    <a:pt x="604" y="304"/>
                    <a:pt x="604" y="304"/>
                    <a:pt x="604" y="304"/>
                  </a:cubicBezTo>
                  <a:cubicBezTo>
                    <a:pt x="605" y="307"/>
                    <a:pt x="605" y="307"/>
                    <a:pt x="605" y="307"/>
                  </a:cubicBezTo>
                  <a:cubicBezTo>
                    <a:pt x="604" y="312"/>
                    <a:pt x="604" y="312"/>
                    <a:pt x="604" y="312"/>
                  </a:cubicBezTo>
                  <a:cubicBezTo>
                    <a:pt x="606" y="314"/>
                    <a:pt x="606" y="314"/>
                    <a:pt x="606" y="314"/>
                  </a:cubicBezTo>
                  <a:cubicBezTo>
                    <a:pt x="605" y="316"/>
                    <a:pt x="605" y="316"/>
                    <a:pt x="605" y="316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3" y="322"/>
                    <a:pt x="603" y="322"/>
                    <a:pt x="603" y="322"/>
                  </a:cubicBezTo>
                  <a:cubicBezTo>
                    <a:pt x="603" y="325"/>
                    <a:pt x="603" y="325"/>
                    <a:pt x="603" y="325"/>
                  </a:cubicBezTo>
                  <a:cubicBezTo>
                    <a:pt x="605" y="325"/>
                    <a:pt x="605" y="325"/>
                    <a:pt x="605" y="325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6" y="325"/>
                    <a:pt x="606" y="325"/>
                    <a:pt x="606" y="325"/>
                  </a:cubicBezTo>
                  <a:cubicBezTo>
                    <a:pt x="605" y="326"/>
                    <a:pt x="605" y="326"/>
                    <a:pt x="605" y="326"/>
                  </a:cubicBezTo>
                  <a:cubicBezTo>
                    <a:pt x="604" y="326"/>
                    <a:pt x="604" y="326"/>
                    <a:pt x="604" y="326"/>
                  </a:cubicBezTo>
                  <a:cubicBezTo>
                    <a:pt x="604" y="325"/>
                    <a:pt x="604" y="325"/>
                    <a:pt x="604" y="325"/>
                  </a:cubicBezTo>
                  <a:cubicBezTo>
                    <a:pt x="602" y="325"/>
                    <a:pt x="602" y="325"/>
                    <a:pt x="602" y="325"/>
                  </a:cubicBezTo>
                  <a:cubicBezTo>
                    <a:pt x="600" y="329"/>
                    <a:pt x="600" y="329"/>
                    <a:pt x="600" y="329"/>
                  </a:cubicBezTo>
                  <a:cubicBezTo>
                    <a:pt x="598" y="329"/>
                    <a:pt x="598" y="329"/>
                    <a:pt x="598" y="329"/>
                  </a:cubicBezTo>
                  <a:cubicBezTo>
                    <a:pt x="598" y="331"/>
                    <a:pt x="598" y="331"/>
                    <a:pt x="598" y="331"/>
                  </a:cubicBezTo>
                  <a:cubicBezTo>
                    <a:pt x="595" y="332"/>
                    <a:pt x="595" y="332"/>
                    <a:pt x="595" y="332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89" y="335"/>
                    <a:pt x="589" y="335"/>
                    <a:pt x="589" y="335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4" y="337"/>
                    <a:pt x="584" y="337"/>
                    <a:pt x="584" y="337"/>
                  </a:cubicBezTo>
                  <a:cubicBezTo>
                    <a:pt x="582" y="338"/>
                    <a:pt x="582" y="338"/>
                    <a:pt x="582" y="338"/>
                  </a:cubicBezTo>
                  <a:cubicBezTo>
                    <a:pt x="580" y="339"/>
                    <a:pt x="580" y="339"/>
                    <a:pt x="580" y="339"/>
                  </a:cubicBezTo>
                  <a:cubicBezTo>
                    <a:pt x="577" y="340"/>
                    <a:pt x="577" y="340"/>
                    <a:pt x="577" y="340"/>
                  </a:cubicBezTo>
                  <a:cubicBezTo>
                    <a:pt x="578" y="341"/>
                    <a:pt x="578" y="341"/>
                    <a:pt x="578" y="341"/>
                  </a:cubicBezTo>
                  <a:cubicBezTo>
                    <a:pt x="578" y="342"/>
                    <a:pt x="578" y="342"/>
                    <a:pt x="578" y="342"/>
                  </a:cubicBezTo>
                  <a:cubicBezTo>
                    <a:pt x="578" y="344"/>
                    <a:pt x="578" y="344"/>
                    <a:pt x="578" y="344"/>
                  </a:cubicBezTo>
                  <a:cubicBezTo>
                    <a:pt x="578" y="345"/>
                    <a:pt x="578" y="345"/>
                    <a:pt x="578" y="345"/>
                  </a:cubicBezTo>
                  <a:cubicBezTo>
                    <a:pt x="579" y="346"/>
                    <a:pt x="579" y="346"/>
                    <a:pt x="579" y="346"/>
                  </a:cubicBezTo>
                  <a:cubicBezTo>
                    <a:pt x="578" y="346"/>
                    <a:pt x="578" y="346"/>
                    <a:pt x="578" y="346"/>
                  </a:cubicBezTo>
                  <a:cubicBezTo>
                    <a:pt x="579" y="348"/>
                    <a:pt x="579" y="348"/>
                    <a:pt x="579" y="348"/>
                  </a:cubicBezTo>
                  <a:cubicBezTo>
                    <a:pt x="578" y="348"/>
                    <a:pt x="578" y="348"/>
                    <a:pt x="578" y="348"/>
                  </a:cubicBezTo>
                  <a:cubicBezTo>
                    <a:pt x="579" y="349"/>
                    <a:pt x="579" y="349"/>
                    <a:pt x="579" y="349"/>
                  </a:cubicBezTo>
                  <a:cubicBezTo>
                    <a:pt x="578" y="349"/>
                    <a:pt x="578" y="349"/>
                    <a:pt x="578" y="349"/>
                  </a:cubicBezTo>
                  <a:cubicBezTo>
                    <a:pt x="579" y="351"/>
                    <a:pt x="579" y="351"/>
                    <a:pt x="579" y="351"/>
                  </a:cubicBezTo>
                  <a:cubicBezTo>
                    <a:pt x="578" y="352"/>
                    <a:pt x="578" y="352"/>
                    <a:pt x="578" y="352"/>
                  </a:cubicBezTo>
                  <a:cubicBezTo>
                    <a:pt x="578" y="354"/>
                    <a:pt x="578" y="354"/>
                    <a:pt x="578" y="354"/>
                  </a:cubicBezTo>
                  <a:cubicBezTo>
                    <a:pt x="578" y="356"/>
                    <a:pt x="578" y="356"/>
                    <a:pt x="578" y="356"/>
                  </a:cubicBezTo>
                  <a:cubicBezTo>
                    <a:pt x="577" y="359"/>
                    <a:pt x="577" y="359"/>
                    <a:pt x="577" y="359"/>
                  </a:cubicBezTo>
                  <a:cubicBezTo>
                    <a:pt x="577" y="361"/>
                    <a:pt x="577" y="361"/>
                    <a:pt x="577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2"/>
                    <a:pt x="578" y="362"/>
                    <a:pt x="578" y="362"/>
                  </a:cubicBezTo>
                  <a:cubicBezTo>
                    <a:pt x="577" y="363"/>
                    <a:pt x="577" y="363"/>
                    <a:pt x="577" y="363"/>
                  </a:cubicBezTo>
                  <a:cubicBezTo>
                    <a:pt x="577" y="366"/>
                    <a:pt x="577" y="366"/>
                    <a:pt x="577" y="366"/>
                  </a:cubicBezTo>
                  <a:cubicBezTo>
                    <a:pt x="578" y="366"/>
                    <a:pt x="578" y="366"/>
                    <a:pt x="578" y="366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7" y="370"/>
                    <a:pt x="577" y="370"/>
                    <a:pt x="577" y="370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5" y="371"/>
                    <a:pt x="575" y="371"/>
                    <a:pt x="575" y="371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5"/>
                    <a:pt x="575" y="375"/>
                    <a:pt x="575" y="375"/>
                  </a:cubicBezTo>
                  <a:cubicBezTo>
                    <a:pt x="574" y="377"/>
                    <a:pt x="574" y="377"/>
                    <a:pt x="574" y="377"/>
                  </a:cubicBezTo>
                  <a:cubicBezTo>
                    <a:pt x="574" y="375"/>
                    <a:pt x="574" y="375"/>
                    <a:pt x="574" y="375"/>
                  </a:cubicBezTo>
                  <a:cubicBezTo>
                    <a:pt x="573" y="375"/>
                    <a:pt x="573" y="375"/>
                    <a:pt x="573" y="375"/>
                  </a:cubicBezTo>
                  <a:cubicBezTo>
                    <a:pt x="573" y="374"/>
                    <a:pt x="573" y="374"/>
                    <a:pt x="573" y="374"/>
                  </a:cubicBezTo>
                  <a:cubicBezTo>
                    <a:pt x="574" y="373"/>
                    <a:pt x="574" y="373"/>
                    <a:pt x="574" y="373"/>
                  </a:cubicBezTo>
                  <a:cubicBezTo>
                    <a:pt x="572" y="373"/>
                    <a:pt x="572" y="373"/>
                    <a:pt x="572" y="373"/>
                  </a:cubicBezTo>
                  <a:cubicBezTo>
                    <a:pt x="569" y="376"/>
                    <a:pt x="569" y="376"/>
                    <a:pt x="569" y="376"/>
                  </a:cubicBezTo>
                  <a:cubicBezTo>
                    <a:pt x="569" y="377"/>
                    <a:pt x="569" y="377"/>
                    <a:pt x="569" y="377"/>
                  </a:cubicBezTo>
                  <a:cubicBezTo>
                    <a:pt x="569" y="378"/>
                    <a:pt x="569" y="378"/>
                    <a:pt x="569" y="378"/>
                  </a:cubicBezTo>
                  <a:cubicBezTo>
                    <a:pt x="568" y="378"/>
                    <a:pt x="568" y="378"/>
                    <a:pt x="568" y="378"/>
                  </a:cubicBezTo>
                  <a:cubicBezTo>
                    <a:pt x="567" y="377"/>
                    <a:pt x="567" y="377"/>
                    <a:pt x="567" y="377"/>
                  </a:cubicBezTo>
                  <a:cubicBezTo>
                    <a:pt x="565" y="376"/>
                    <a:pt x="565" y="376"/>
                    <a:pt x="565" y="376"/>
                  </a:cubicBezTo>
                  <a:cubicBezTo>
                    <a:pt x="564" y="376"/>
                    <a:pt x="564" y="376"/>
                    <a:pt x="564" y="376"/>
                  </a:cubicBezTo>
                  <a:cubicBezTo>
                    <a:pt x="565" y="375"/>
                    <a:pt x="565" y="375"/>
                    <a:pt x="565" y="375"/>
                  </a:cubicBezTo>
                  <a:cubicBezTo>
                    <a:pt x="564" y="374"/>
                    <a:pt x="564" y="374"/>
                    <a:pt x="564" y="374"/>
                  </a:cubicBezTo>
                  <a:cubicBezTo>
                    <a:pt x="564" y="371"/>
                    <a:pt x="564" y="371"/>
                    <a:pt x="564" y="371"/>
                  </a:cubicBezTo>
                  <a:cubicBezTo>
                    <a:pt x="563" y="370"/>
                    <a:pt x="563" y="370"/>
                    <a:pt x="563" y="370"/>
                  </a:cubicBezTo>
                  <a:cubicBezTo>
                    <a:pt x="563" y="369"/>
                    <a:pt x="563" y="369"/>
                    <a:pt x="563" y="369"/>
                  </a:cubicBezTo>
                  <a:cubicBezTo>
                    <a:pt x="562" y="369"/>
                    <a:pt x="562" y="369"/>
                    <a:pt x="562" y="369"/>
                  </a:cubicBezTo>
                  <a:cubicBezTo>
                    <a:pt x="561" y="368"/>
                    <a:pt x="561" y="368"/>
                    <a:pt x="561" y="368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59" y="366"/>
                    <a:pt x="559" y="366"/>
                    <a:pt x="559" y="366"/>
                  </a:cubicBezTo>
                  <a:cubicBezTo>
                    <a:pt x="560" y="365"/>
                    <a:pt x="560" y="365"/>
                    <a:pt x="560" y="365"/>
                  </a:cubicBezTo>
                  <a:cubicBezTo>
                    <a:pt x="559" y="363"/>
                    <a:pt x="559" y="363"/>
                    <a:pt x="559" y="363"/>
                  </a:cubicBezTo>
                  <a:cubicBezTo>
                    <a:pt x="558" y="363"/>
                    <a:pt x="558" y="363"/>
                    <a:pt x="558" y="363"/>
                  </a:cubicBezTo>
                  <a:cubicBezTo>
                    <a:pt x="558" y="361"/>
                    <a:pt x="558" y="361"/>
                    <a:pt x="558" y="361"/>
                  </a:cubicBezTo>
                  <a:cubicBezTo>
                    <a:pt x="556" y="360"/>
                    <a:pt x="556" y="360"/>
                    <a:pt x="556" y="360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556" y="357"/>
                    <a:pt x="556" y="357"/>
                    <a:pt x="556" y="357"/>
                  </a:cubicBezTo>
                  <a:cubicBezTo>
                    <a:pt x="558" y="355"/>
                    <a:pt x="558" y="355"/>
                    <a:pt x="558" y="355"/>
                  </a:cubicBezTo>
                  <a:cubicBezTo>
                    <a:pt x="558" y="353"/>
                    <a:pt x="558" y="353"/>
                    <a:pt x="558" y="353"/>
                  </a:cubicBezTo>
                  <a:cubicBezTo>
                    <a:pt x="558" y="352"/>
                    <a:pt x="558" y="352"/>
                    <a:pt x="558" y="352"/>
                  </a:cubicBezTo>
                  <a:cubicBezTo>
                    <a:pt x="560" y="349"/>
                    <a:pt x="560" y="349"/>
                    <a:pt x="560" y="349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4"/>
                    <a:pt x="560" y="344"/>
                    <a:pt x="560" y="344"/>
                  </a:cubicBezTo>
                  <a:cubicBezTo>
                    <a:pt x="561" y="342"/>
                    <a:pt x="561" y="342"/>
                    <a:pt x="561" y="342"/>
                  </a:cubicBezTo>
                  <a:cubicBezTo>
                    <a:pt x="562" y="341"/>
                    <a:pt x="562" y="341"/>
                    <a:pt x="562" y="341"/>
                  </a:cubicBezTo>
                  <a:cubicBezTo>
                    <a:pt x="562" y="339"/>
                    <a:pt x="562" y="339"/>
                    <a:pt x="562" y="339"/>
                  </a:cubicBezTo>
                  <a:cubicBezTo>
                    <a:pt x="564" y="336"/>
                    <a:pt x="564" y="336"/>
                    <a:pt x="564" y="336"/>
                  </a:cubicBezTo>
                  <a:cubicBezTo>
                    <a:pt x="563" y="333"/>
                    <a:pt x="563" y="333"/>
                    <a:pt x="563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1" y="333"/>
                    <a:pt x="561" y="333"/>
                    <a:pt x="561" y="333"/>
                  </a:cubicBezTo>
                  <a:cubicBezTo>
                    <a:pt x="559" y="333"/>
                    <a:pt x="559" y="333"/>
                    <a:pt x="559" y="333"/>
                  </a:cubicBezTo>
                  <a:cubicBezTo>
                    <a:pt x="556" y="333"/>
                    <a:pt x="556" y="333"/>
                    <a:pt x="556" y="333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3" y="331"/>
                    <a:pt x="553" y="331"/>
                    <a:pt x="553" y="331"/>
                  </a:cubicBezTo>
                  <a:cubicBezTo>
                    <a:pt x="549" y="331"/>
                    <a:pt x="549" y="331"/>
                    <a:pt x="549" y="331"/>
                  </a:cubicBezTo>
                  <a:cubicBezTo>
                    <a:pt x="548" y="332"/>
                    <a:pt x="548" y="332"/>
                    <a:pt x="548" y="332"/>
                  </a:cubicBezTo>
                  <a:cubicBezTo>
                    <a:pt x="547" y="331"/>
                    <a:pt x="547" y="331"/>
                    <a:pt x="547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3" y="329"/>
                    <a:pt x="543" y="329"/>
                    <a:pt x="543" y="329"/>
                  </a:cubicBezTo>
                  <a:cubicBezTo>
                    <a:pt x="543" y="328"/>
                    <a:pt x="543" y="328"/>
                    <a:pt x="543" y="328"/>
                  </a:cubicBezTo>
                  <a:cubicBezTo>
                    <a:pt x="540" y="325"/>
                    <a:pt x="540" y="325"/>
                    <a:pt x="540" y="325"/>
                  </a:cubicBezTo>
                  <a:cubicBezTo>
                    <a:pt x="539" y="325"/>
                    <a:pt x="539" y="325"/>
                    <a:pt x="539" y="325"/>
                  </a:cubicBezTo>
                  <a:cubicBezTo>
                    <a:pt x="537" y="323"/>
                    <a:pt x="537" y="323"/>
                    <a:pt x="537" y="323"/>
                  </a:cubicBezTo>
                  <a:cubicBezTo>
                    <a:pt x="536" y="323"/>
                    <a:pt x="536" y="323"/>
                    <a:pt x="536" y="323"/>
                  </a:cubicBezTo>
                  <a:cubicBezTo>
                    <a:pt x="533" y="321"/>
                    <a:pt x="533" y="321"/>
                    <a:pt x="533" y="321"/>
                  </a:cubicBezTo>
                  <a:cubicBezTo>
                    <a:pt x="532" y="320"/>
                    <a:pt x="532" y="320"/>
                    <a:pt x="532" y="320"/>
                  </a:cubicBezTo>
                  <a:cubicBezTo>
                    <a:pt x="531" y="320"/>
                    <a:pt x="531" y="320"/>
                    <a:pt x="531" y="320"/>
                  </a:cubicBezTo>
                  <a:cubicBezTo>
                    <a:pt x="530" y="318"/>
                    <a:pt x="530" y="318"/>
                    <a:pt x="530" y="318"/>
                  </a:cubicBezTo>
                  <a:cubicBezTo>
                    <a:pt x="529" y="317"/>
                    <a:pt x="529" y="317"/>
                    <a:pt x="529" y="317"/>
                  </a:cubicBezTo>
                  <a:cubicBezTo>
                    <a:pt x="529" y="315"/>
                    <a:pt x="529" y="315"/>
                    <a:pt x="529" y="315"/>
                  </a:cubicBezTo>
                  <a:cubicBezTo>
                    <a:pt x="528" y="315"/>
                    <a:pt x="528" y="315"/>
                    <a:pt x="528" y="315"/>
                  </a:cubicBezTo>
                  <a:cubicBezTo>
                    <a:pt x="527" y="312"/>
                    <a:pt x="527" y="312"/>
                    <a:pt x="527" y="312"/>
                  </a:cubicBezTo>
                  <a:cubicBezTo>
                    <a:pt x="525" y="312"/>
                    <a:pt x="525" y="312"/>
                    <a:pt x="525" y="312"/>
                  </a:cubicBezTo>
                  <a:cubicBezTo>
                    <a:pt x="523" y="310"/>
                    <a:pt x="523" y="310"/>
                    <a:pt x="523" y="310"/>
                  </a:cubicBezTo>
                  <a:cubicBezTo>
                    <a:pt x="522" y="309"/>
                    <a:pt x="522" y="309"/>
                    <a:pt x="522" y="309"/>
                  </a:cubicBezTo>
                  <a:cubicBezTo>
                    <a:pt x="521" y="309"/>
                    <a:pt x="521" y="309"/>
                    <a:pt x="521" y="309"/>
                  </a:cubicBezTo>
                  <a:cubicBezTo>
                    <a:pt x="518" y="308"/>
                    <a:pt x="518" y="308"/>
                    <a:pt x="518" y="308"/>
                  </a:cubicBezTo>
                  <a:cubicBezTo>
                    <a:pt x="515" y="306"/>
                    <a:pt x="515" y="306"/>
                    <a:pt x="515" y="306"/>
                  </a:cubicBezTo>
                  <a:cubicBezTo>
                    <a:pt x="512" y="303"/>
                    <a:pt x="512" y="303"/>
                    <a:pt x="512" y="303"/>
                  </a:cubicBezTo>
                  <a:cubicBezTo>
                    <a:pt x="509" y="304"/>
                    <a:pt x="509" y="304"/>
                    <a:pt x="509" y="304"/>
                  </a:cubicBezTo>
                  <a:cubicBezTo>
                    <a:pt x="499" y="307"/>
                    <a:pt x="499" y="307"/>
                    <a:pt x="499" y="307"/>
                  </a:cubicBezTo>
                  <a:cubicBezTo>
                    <a:pt x="503" y="303"/>
                    <a:pt x="503" y="303"/>
                    <a:pt x="503" y="303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504" y="298"/>
                    <a:pt x="504" y="298"/>
                    <a:pt x="504" y="298"/>
                  </a:cubicBezTo>
                  <a:cubicBezTo>
                    <a:pt x="503" y="297"/>
                    <a:pt x="503" y="297"/>
                    <a:pt x="503" y="297"/>
                  </a:cubicBezTo>
                  <a:cubicBezTo>
                    <a:pt x="504" y="294"/>
                    <a:pt x="504" y="294"/>
                    <a:pt x="504" y="294"/>
                  </a:cubicBezTo>
                  <a:cubicBezTo>
                    <a:pt x="504" y="291"/>
                    <a:pt x="504" y="291"/>
                    <a:pt x="504" y="291"/>
                  </a:cubicBezTo>
                  <a:cubicBezTo>
                    <a:pt x="503" y="289"/>
                    <a:pt x="503" y="289"/>
                    <a:pt x="503" y="289"/>
                  </a:cubicBezTo>
                  <a:cubicBezTo>
                    <a:pt x="503" y="287"/>
                    <a:pt x="503" y="287"/>
                    <a:pt x="503" y="287"/>
                  </a:cubicBezTo>
                  <a:cubicBezTo>
                    <a:pt x="503" y="286"/>
                    <a:pt x="503" y="286"/>
                    <a:pt x="503" y="286"/>
                  </a:cubicBezTo>
                  <a:cubicBezTo>
                    <a:pt x="504" y="284"/>
                    <a:pt x="504" y="284"/>
                    <a:pt x="504" y="284"/>
                  </a:cubicBezTo>
                  <a:cubicBezTo>
                    <a:pt x="502" y="283"/>
                    <a:pt x="502" y="283"/>
                    <a:pt x="502" y="283"/>
                  </a:cubicBezTo>
                  <a:cubicBezTo>
                    <a:pt x="497" y="283"/>
                    <a:pt x="497" y="283"/>
                    <a:pt x="497" y="283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5" y="284"/>
                    <a:pt x="495" y="284"/>
                    <a:pt x="495" y="284"/>
                  </a:cubicBezTo>
                  <a:cubicBezTo>
                    <a:pt x="495" y="283"/>
                    <a:pt x="495" y="283"/>
                    <a:pt x="495" y="283"/>
                  </a:cubicBezTo>
                  <a:cubicBezTo>
                    <a:pt x="495" y="282"/>
                    <a:pt x="495" y="282"/>
                    <a:pt x="495" y="282"/>
                  </a:cubicBezTo>
                  <a:cubicBezTo>
                    <a:pt x="495" y="281"/>
                    <a:pt x="495" y="281"/>
                    <a:pt x="495" y="281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4" y="279"/>
                    <a:pt x="494" y="279"/>
                    <a:pt x="494" y="279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6" y="277"/>
                    <a:pt x="496" y="277"/>
                    <a:pt x="496" y="277"/>
                  </a:cubicBezTo>
                  <a:cubicBezTo>
                    <a:pt x="497" y="275"/>
                    <a:pt x="497" y="275"/>
                    <a:pt x="497" y="275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69"/>
                    <a:pt x="497" y="269"/>
                    <a:pt x="497" y="269"/>
                  </a:cubicBezTo>
                  <a:cubicBezTo>
                    <a:pt x="499" y="269"/>
                    <a:pt x="499" y="269"/>
                    <a:pt x="499" y="269"/>
                  </a:cubicBezTo>
                  <a:cubicBezTo>
                    <a:pt x="499" y="267"/>
                    <a:pt x="499" y="267"/>
                    <a:pt x="499" y="267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1" y="263"/>
                    <a:pt x="501" y="263"/>
                    <a:pt x="501" y="263"/>
                  </a:cubicBezTo>
                  <a:cubicBezTo>
                    <a:pt x="502" y="261"/>
                    <a:pt x="502" y="261"/>
                    <a:pt x="502" y="261"/>
                  </a:cubicBezTo>
                  <a:cubicBezTo>
                    <a:pt x="502" y="260"/>
                    <a:pt x="502" y="260"/>
                    <a:pt x="502" y="260"/>
                  </a:cubicBezTo>
                  <a:cubicBezTo>
                    <a:pt x="503" y="260"/>
                    <a:pt x="503" y="260"/>
                    <a:pt x="503" y="260"/>
                  </a:cubicBezTo>
                  <a:cubicBezTo>
                    <a:pt x="505" y="259"/>
                    <a:pt x="505" y="259"/>
                    <a:pt x="505" y="259"/>
                  </a:cubicBezTo>
                  <a:cubicBezTo>
                    <a:pt x="505" y="258"/>
                    <a:pt x="505" y="258"/>
                    <a:pt x="505" y="258"/>
                  </a:cubicBezTo>
                  <a:cubicBezTo>
                    <a:pt x="506" y="257"/>
                    <a:pt x="506" y="257"/>
                    <a:pt x="506" y="257"/>
                  </a:cubicBezTo>
                  <a:cubicBezTo>
                    <a:pt x="508" y="255"/>
                    <a:pt x="508" y="255"/>
                    <a:pt x="508" y="255"/>
                  </a:cubicBezTo>
                  <a:cubicBezTo>
                    <a:pt x="510" y="254"/>
                    <a:pt x="510" y="254"/>
                    <a:pt x="510" y="254"/>
                  </a:cubicBezTo>
                  <a:cubicBezTo>
                    <a:pt x="510" y="253"/>
                    <a:pt x="510" y="253"/>
                    <a:pt x="510" y="253"/>
                  </a:cubicBezTo>
                  <a:cubicBezTo>
                    <a:pt x="510" y="252"/>
                    <a:pt x="510" y="252"/>
                    <a:pt x="510" y="252"/>
                  </a:cubicBezTo>
                  <a:cubicBezTo>
                    <a:pt x="511" y="252"/>
                    <a:pt x="511" y="252"/>
                    <a:pt x="511" y="252"/>
                  </a:cubicBezTo>
                  <a:cubicBezTo>
                    <a:pt x="512" y="251"/>
                    <a:pt x="512" y="251"/>
                    <a:pt x="512" y="251"/>
                  </a:cubicBezTo>
                  <a:cubicBezTo>
                    <a:pt x="511" y="250"/>
                    <a:pt x="511" y="250"/>
                    <a:pt x="511" y="250"/>
                  </a:cubicBezTo>
                  <a:cubicBezTo>
                    <a:pt x="513" y="249"/>
                    <a:pt x="513" y="249"/>
                    <a:pt x="513" y="249"/>
                  </a:cubicBezTo>
                  <a:cubicBezTo>
                    <a:pt x="514" y="247"/>
                    <a:pt x="514" y="247"/>
                    <a:pt x="514" y="247"/>
                  </a:cubicBezTo>
                  <a:cubicBezTo>
                    <a:pt x="515" y="248"/>
                    <a:pt x="515" y="248"/>
                    <a:pt x="515" y="248"/>
                  </a:cubicBezTo>
                  <a:cubicBezTo>
                    <a:pt x="515" y="246"/>
                    <a:pt x="515" y="246"/>
                    <a:pt x="515" y="246"/>
                  </a:cubicBezTo>
                  <a:cubicBezTo>
                    <a:pt x="516" y="245"/>
                    <a:pt x="516" y="245"/>
                    <a:pt x="516" y="245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3"/>
                    <a:pt x="515" y="243"/>
                    <a:pt x="515" y="243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7" y="245"/>
                    <a:pt x="517" y="245"/>
                    <a:pt x="517" y="245"/>
                  </a:cubicBezTo>
                  <a:cubicBezTo>
                    <a:pt x="517" y="246"/>
                    <a:pt x="517" y="246"/>
                    <a:pt x="517" y="246"/>
                  </a:cubicBezTo>
                  <a:cubicBezTo>
                    <a:pt x="519" y="245"/>
                    <a:pt x="519" y="245"/>
                    <a:pt x="519" y="245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9" y="242"/>
                    <a:pt x="519" y="242"/>
                    <a:pt x="519" y="242"/>
                  </a:cubicBezTo>
                  <a:cubicBezTo>
                    <a:pt x="520" y="242"/>
                    <a:pt x="520" y="242"/>
                    <a:pt x="520" y="242"/>
                  </a:cubicBezTo>
                  <a:cubicBezTo>
                    <a:pt x="521" y="242"/>
                    <a:pt x="521" y="242"/>
                    <a:pt x="521" y="242"/>
                  </a:cubicBezTo>
                  <a:cubicBezTo>
                    <a:pt x="522" y="243"/>
                    <a:pt x="522" y="243"/>
                    <a:pt x="522" y="243"/>
                  </a:cubicBezTo>
                  <a:cubicBezTo>
                    <a:pt x="522" y="242"/>
                    <a:pt x="522" y="242"/>
                    <a:pt x="522" y="242"/>
                  </a:cubicBezTo>
                  <a:cubicBezTo>
                    <a:pt x="523" y="243"/>
                    <a:pt x="523" y="243"/>
                    <a:pt x="523" y="243"/>
                  </a:cubicBezTo>
                  <a:cubicBezTo>
                    <a:pt x="525" y="240"/>
                    <a:pt x="525" y="240"/>
                    <a:pt x="525" y="240"/>
                  </a:cubicBezTo>
                  <a:cubicBezTo>
                    <a:pt x="525" y="239"/>
                    <a:pt x="525" y="239"/>
                    <a:pt x="525" y="239"/>
                  </a:cubicBezTo>
                  <a:cubicBezTo>
                    <a:pt x="524" y="238"/>
                    <a:pt x="524" y="238"/>
                    <a:pt x="524" y="238"/>
                  </a:cubicBezTo>
                  <a:cubicBezTo>
                    <a:pt x="528" y="239"/>
                    <a:pt x="528" y="239"/>
                    <a:pt x="528" y="239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8" y="237"/>
                    <a:pt x="528" y="237"/>
                    <a:pt x="528" y="237"/>
                  </a:cubicBezTo>
                  <a:cubicBezTo>
                    <a:pt x="530" y="236"/>
                    <a:pt x="530" y="236"/>
                    <a:pt x="530" y="236"/>
                  </a:cubicBezTo>
                  <a:cubicBezTo>
                    <a:pt x="528" y="233"/>
                    <a:pt x="528" y="233"/>
                    <a:pt x="528" y="233"/>
                  </a:cubicBezTo>
                  <a:cubicBezTo>
                    <a:pt x="527" y="230"/>
                    <a:pt x="527" y="230"/>
                    <a:pt x="527" y="230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9" y="232"/>
                    <a:pt x="529" y="232"/>
                    <a:pt x="529" y="232"/>
                  </a:cubicBezTo>
                  <a:cubicBezTo>
                    <a:pt x="532" y="233"/>
                    <a:pt x="532" y="233"/>
                    <a:pt x="532" y="233"/>
                  </a:cubicBezTo>
                  <a:cubicBezTo>
                    <a:pt x="533" y="234"/>
                    <a:pt x="533" y="234"/>
                    <a:pt x="533" y="234"/>
                  </a:cubicBezTo>
                  <a:cubicBezTo>
                    <a:pt x="535" y="234"/>
                    <a:pt x="535" y="234"/>
                    <a:pt x="535" y="234"/>
                  </a:cubicBezTo>
                  <a:cubicBezTo>
                    <a:pt x="536" y="233"/>
                    <a:pt x="536" y="233"/>
                    <a:pt x="536" y="233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40" y="231"/>
                    <a:pt x="540" y="231"/>
                    <a:pt x="540" y="231"/>
                  </a:cubicBezTo>
                  <a:cubicBezTo>
                    <a:pt x="540" y="227"/>
                    <a:pt x="540" y="227"/>
                    <a:pt x="540" y="227"/>
                  </a:cubicBezTo>
                  <a:cubicBezTo>
                    <a:pt x="537" y="224"/>
                    <a:pt x="537" y="224"/>
                    <a:pt x="537" y="224"/>
                  </a:cubicBezTo>
                  <a:cubicBezTo>
                    <a:pt x="537" y="222"/>
                    <a:pt x="537" y="222"/>
                    <a:pt x="537" y="222"/>
                  </a:cubicBezTo>
                  <a:cubicBezTo>
                    <a:pt x="536" y="221"/>
                    <a:pt x="536" y="221"/>
                    <a:pt x="536" y="221"/>
                  </a:cubicBezTo>
                  <a:cubicBezTo>
                    <a:pt x="537" y="221"/>
                    <a:pt x="537" y="221"/>
                    <a:pt x="537" y="221"/>
                  </a:cubicBezTo>
                  <a:cubicBezTo>
                    <a:pt x="538" y="223"/>
                    <a:pt x="538" y="223"/>
                    <a:pt x="538" y="223"/>
                  </a:cubicBezTo>
                  <a:cubicBezTo>
                    <a:pt x="539" y="224"/>
                    <a:pt x="539" y="224"/>
                    <a:pt x="539" y="224"/>
                  </a:cubicBezTo>
                  <a:cubicBezTo>
                    <a:pt x="539" y="225"/>
                    <a:pt x="539" y="225"/>
                    <a:pt x="539" y="225"/>
                  </a:cubicBezTo>
                  <a:cubicBezTo>
                    <a:pt x="541" y="225"/>
                    <a:pt x="541" y="225"/>
                    <a:pt x="541" y="225"/>
                  </a:cubicBezTo>
                  <a:cubicBezTo>
                    <a:pt x="542" y="227"/>
                    <a:pt x="542" y="227"/>
                    <a:pt x="542" y="227"/>
                  </a:cubicBezTo>
                  <a:cubicBezTo>
                    <a:pt x="543" y="224"/>
                    <a:pt x="543" y="224"/>
                    <a:pt x="543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6" y="225"/>
                    <a:pt x="546" y="225"/>
                    <a:pt x="546" y="225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1" y="217"/>
                    <a:pt x="551" y="217"/>
                    <a:pt x="551" y="217"/>
                  </a:cubicBezTo>
                  <a:cubicBezTo>
                    <a:pt x="549" y="219"/>
                    <a:pt x="549" y="219"/>
                    <a:pt x="549" y="219"/>
                  </a:cubicBezTo>
                  <a:cubicBezTo>
                    <a:pt x="551" y="219"/>
                    <a:pt x="551" y="219"/>
                    <a:pt x="551" y="219"/>
                  </a:cubicBezTo>
                  <a:cubicBezTo>
                    <a:pt x="551" y="221"/>
                    <a:pt x="551" y="221"/>
                    <a:pt x="551" y="221"/>
                  </a:cubicBezTo>
                  <a:cubicBezTo>
                    <a:pt x="552" y="219"/>
                    <a:pt x="552" y="219"/>
                    <a:pt x="552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5" y="222"/>
                    <a:pt x="555" y="222"/>
                    <a:pt x="555" y="222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7" y="221"/>
                    <a:pt x="557" y="221"/>
                    <a:pt x="557" y="221"/>
                  </a:cubicBezTo>
                  <a:cubicBezTo>
                    <a:pt x="559" y="221"/>
                    <a:pt x="559" y="221"/>
                    <a:pt x="559" y="221"/>
                  </a:cubicBezTo>
                  <a:cubicBezTo>
                    <a:pt x="560" y="219"/>
                    <a:pt x="560" y="219"/>
                    <a:pt x="560" y="219"/>
                  </a:cubicBezTo>
                  <a:cubicBezTo>
                    <a:pt x="562" y="218"/>
                    <a:pt x="562" y="218"/>
                    <a:pt x="562" y="218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67" y="212"/>
                    <a:pt x="567" y="212"/>
                    <a:pt x="567" y="212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70" y="210"/>
                    <a:pt x="570" y="210"/>
                    <a:pt x="570" y="210"/>
                  </a:cubicBezTo>
                  <a:cubicBezTo>
                    <a:pt x="571" y="209"/>
                    <a:pt x="571" y="209"/>
                    <a:pt x="571" y="209"/>
                  </a:cubicBezTo>
                  <a:cubicBezTo>
                    <a:pt x="573" y="208"/>
                    <a:pt x="573" y="208"/>
                    <a:pt x="573" y="208"/>
                  </a:cubicBezTo>
                  <a:cubicBezTo>
                    <a:pt x="574" y="207"/>
                    <a:pt x="574" y="207"/>
                    <a:pt x="574" y="207"/>
                  </a:cubicBezTo>
                  <a:cubicBezTo>
                    <a:pt x="574" y="205"/>
                    <a:pt x="574" y="205"/>
                    <a:pt x="574" y="205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65" y="203"/>
                    <a:pt x="565" y="203"/>
                    <a:pt x="565" y="203"/>
                  </a:cubicBezTo>
                  <a:cubicBezTo>
                    <a:pt x="563" y="202"/>
                    <a:pt x="563" y="202"/>
                    <a:pt x="563" y="202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0" y="197"/>
                    <a:pt x="560" y="197"/>
                    <a:pt x="560" y="197"/>
                  </a:cubicBezTo>
                  <a:cubicBezTo>
                    <a:pt x="559" y="196"/>
                    <a:pt x="559" y="196"/>
                    <a:pt x="559" y="196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60" y="194"/>
                    <a:pt x="560" y="194"/>
                    <a:pt x="560" y="194"/>
                  </a:cubicBezTo>
                  <a:cubicBezTo>
                    <a:pt x="560" y="193"/>
                    <a:pt x="560" y="193"/>
                    <a:pt x="560" y="193"/>
                  </a:cubicBezTo>
                  <a:cubicBezTo>
                    <a:pt x="561" y="194"/>
                    <a:pt x="561" y="194"/>
                    <a:pt x="561" y="194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3" y="199"/>
                    <a:pt x="563" y="199"/>
                    <a:pt x="563" y="199"/>
                  </a:cubicBezTo>
                  <a:cubicBezTo>
                    <a:pt x="566" y="200"/>
                    <a:pt x="566" y="200"/>
                    <a:pt x="566" y="200"/>
                  </a:cubicBezTo>
                  <a:cubicBezTo>
                    <a:pt x="566" y="201"/>
                    <a:pt x="566" y="201"/>
                    <a:pt x="566" y="201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73" y="204"/>
                    <a:pt x="573" y="204"/>
                    <a:pt x="573" y="204"/>
                  </a:cubicBezTo>
                  <a:cubicBezTo>
                    <a:pt x="574" y="203"/>
                    <a:pt x="574" y="203"/>
                    <a:pt x="574" y="203"/>
                  </a:cubicBezTo>
                  <a:cubicBezTo>
                    <a:pt x="575" y="202"/>
                    <a:pt x="575" y="202"/>
                    <a:pt x="575" y="202"/>
                  </a:cubicBezTo>
                  <a:cubicBezTo>
                    <a:pt x="576" y="201"/>
                    <a:pt x="576" y="201"/>
                    <a:pt x="576" y="201"/>
                  </a:cubicBezTo>
                  <a:cubicBezTo>
                    <a:pt x="577" y="202"/>
                    <a:pt x="577" y="202"/>
                    <a:pt x="577" y="202"/>
                  </a:cubicBezTo>
                  <a:cubicBezTo>
                    <a:pt x="580" y="197"/>
                    <a:pt x="580" y="197"/>
                    <a:pt x="580" y="197"/>
                  </a:cubicBezTo>
                  <a:cubicBezTo>
                    <a:pt x="584" y="195"/>
                    <a:pt x="584" y="195"/>
                    <a:pt x="584" y="195"/>
                  </a:cubicBezTo>
                  <a:cubicBezTo>
                    <a:pt x="585" y="195"/>
                    <a:pt x="585" y="195"/>
                    <a:pt x="585" y="195"/>
                  </a:cubicBezTo>
                  <a:cubicBezTo>
                    <a:pt x="586" y="192"/>
                    <a:pt x="586" y="192"/>
                    <a:pt x="586" y="192"/>
                  </a:cubicBezTo>
                  <a:cubicBezTo>
                    <a:pt x="585" y="190"/>
                    <a:pt x="585" y="190"/>
                    <a:pt x="585" y="190"/>
                  </a:cubicBezTo>
                  <a:cubicBezTo>
                    <a:pt x="583" y="190"/>
                    <a:pt x="583" y="190"/>
                    <a:pt x="583" y="190"/>
                  </a:cubicBezTo>
                  <a:cubicBezTo>
                    <a:pt x="583" y="189"/>
                    <a:pt x="583" y="189"/>
                    <a:pt x="583" y="189"/>
                  </a:cubicBezTo>
                  <a:cubicBezTo>
                    <a:pt x="583" y="188"/>
                    <a:pt x="583" y="188"/>
                    <a:pt x="583" y="188"/>
                  </a:cubicBezTo>
                  <a:cubicBezTo>
                    <a:pt x="584" y="188"/>
                    <a:pt x="584" y="188"/>
                    <a:pt x="584" y="188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4" y="187"/>
                    <a:pt x="584" y="187"/>
                    <a:pt x="584" y="187"/>
                  </a:cubicBezTo>
                  <a:cubicBezTo>
                    <a:pt x="585" y="187"/>
                    <a:pt x="585" y="187"/>
                    <a:pt x="585" y="187"/>
                  </a:cubicBezTo>
                  <a:cubicBezTo>
                    <a:pt x="587" y="188"/>
                    <a:pt x="587" y="188"/>
                    <a:pt x="587" y="188"/>
                  </a:cubicBezTo>
                  <a:cubicBezTo>
                    <a:pt x="588" y="188"/>
                    <a:pt x="588" y="188"/>
                    <a:pt x="588" y="188"/>
                  </a:cubicBezTo>
                  <a:cubicBezTo>
                    <a:pt x="590" y="187"/>
                    <a:pt x="590" y="187"/>
                    <a:pt x="590" y="187"/>
                  </a:cubicBezTo>
                  <a:cubicBezTo>
                    <a:pt x="590" y="188"/>
                    <a:pt x="590" y="188"/>
                    <a:pt x="590" y="188"/>
                  </a:cubicBezTo>
                  <a:cubicBezTo>
                    <a:pt x="591" y="188"/>
                    <a:pt x="591" y="188"/>
                    <a:pt x="591" y="188"/>
                  </a:cubicBezTo>
                  <a:cubicBezTo>
                    <a:pt x="590" y="190"/>
                    <a:pt x="590" y="190"/>
                    <a:pt x="590" y="190"/>
                  </a:cubicBezTo>
                  <a:cubicBezTo>
                    <a:pt x="590" y="192"/>
                    <a:pt x="590" y="192"/>
                    <a:pt x="590" y="192"/>
                  </a:cubicBezTo>
                  <a:cubicBezTo>
                    <a:pt x="591" y="191"/>
                    <a:pt x="591" y="191"/>
                    <a:pt x="591" y="191"/>
                  </a:cubicBezTo>
                  <a:cubicBezTo>
                    <a:pt x="591" y="192"/>
                    <a:pt x="591" y="192"/>
                    <a:pt x="591" y="192"/>
                  </a:cubicBezTo>
                  <a:cubicBezTo>
                    <a:pt x="593" y="192"/>
                    <a:pt x="593" y="192"/>
                    <a:pt x="593" y="192"/>
                  </a:cubicBezTo>
                  <a:cubicBezTo>
                    <a:pt x="594" y="193"/>
                    <a:pt x="594" y="193"/>
                    <a:pt x="594" y="193"/>
                  </a:cubicBezTo>
                  <a:cubicBezTo>
                    <a:pt x="594" y="194"/>
                    <a:pt x="594" y="194"/>
                    <a:pt x="594" y="194"/>
                  </a:cubicBezTo>
                  <a:cubicBezTo>
                    <a:pt x="594" y="196"/>
                    <a:pt x="594" y="196"/>
                    <a:pt x="594" y="196"/>
                  </a:cubicBezTo>
                  <a:cubicBezTo>
                    <a:pt x="595" y="197"/>
                    <a:pt x="595" y="197"/>
                    <a:pt x="595" y="197"/>
                  </a:cubicBezTo>
                  <a:cubicBezTo>
                    <a:pt x="595" y="198"/>
                    <a:pt x="595" y="198"/>
                    <a:pt x="595" y="198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6" y="200"/>
                    <a:pt x="596" y="200"/>
                    <a:pt x="596" y="200"/>
                  </a:cubicBezTo>
                  <a:cubicBezTo>
                    <a:pt x="597" y="200"/>
                    <a:pt x="597" y="200"/>
                    <a:pt x="597" y="200"/>
                  </a:cubicBezTo>
                  <a:cubicBezTo>
                    <a:pt x="597" y="202"/>
                    <a:pt x="597" y="202"/>
                    <a:pt x="597" y="202"/>
                  </a:cubicBezTo>
                  <a:cubicBezTo>
                    <a:pt x="599" y="202"/>
                    <a:pt x="599" y="202"/>
                    <a:pt x="599" y="202"/>
                  </a:cubicBezTo>
                  <a:cubicBezTo>
                    <a:pt x="600" y="202"/>
                    <a:pt x="600" y="202"/>
                    <a:pt x="600" y="202"/>
                  </a:cubicBezTo>
                  <a:cubicBezTo>
                    <a:pt x="601" y="199"/>
                    <a:pt x="601" y="199"/>
                    <a:pt x="601" y="199"/>
                  </a:cubicBezTo>
                  <a:cubicBezTo>
                    <a:pt x="599" y="199"/>
                    <a:pt x="599" y="199"/>
                    <a:pt x="599" y="199"/>
                  </a:cubicBezTo>
                  <a:cubicBezTo>
                    <a:pt x="598" y="199"/>
                    <a:pt x="598" y="199"/>
                    <a:pt x="598" y="199"/>
                  </a:cubicBezTo>
                  <a:cubicBezTo>
                    <a:pt x="598" y="197"/>
                    <a:pt x="598" y="197"/>
                    <a:pt x="598" y="197"/>
                  </a:cubicBezTo>
                  <a:cubicBezTo>
                    <a:pt x="597" y="196"/>
                    <a:pt x="597" y="196"/>
                    <a:pt x="597" y="196"/>
                  </a:cubicBezTo>
                  <a:cubicBezTo>
                    <a:pt x="597" y="195"/>
                    <a:pt x="597" y="195"/>
                    <a:pt x="597" y="195"/>
                  </a:cubicBezTo>
                  <a:cubicBezTo>
                    <a:pt x="596" y="194"/>
                    <a:pt x="596" y="194"/>
                    <a:pt x="596" y="194"/>
                  </a:cubicBezTo>
                  <a:cubicBezTo>
                    <a:pt x="595" y="193"/>
                    <a:pt x="595" y="193"/>
                    <a:pt x="595" y="193"/>
                  </a:cubicBezTo>
                  <a:cubicBezTo>
                    <a:pt x="595" y="192"/>
                    <a:pt x="595" y="192"/>
                    <a:pt x="595" y="192"/>
                  </a:cubicBezTo>
                  <a:cubicBezTo>
                    <a:pt x="598" y="194"/>
                    <a:pt x="598" y="194"/>
                    <a:pt x="598" y="194"/>
                  </a:cubicBezTo>
                  <a:cubicBezTo>
                    <a:pt x="600" y="194"/>
                    <a:pt x="600" y="194"/>
                    <a:pt x="600" y="194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599" y="192"/>
                    <a:pt x="599" y="192"/>
                    <a:pt x="599" y="192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2" y="193"/>
                    <a:pt x="602" y="193"/>
                    <a:pt x="602" y="193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3" y="194"/>
                    <a:pt x="603" y="194"/>
                    <a:pt x="603" y="194"/>
                  </a:cubicBezTo>
                  <a:cubicBezTo>
                    <a:pt x="605" y="195"/>
                    <a:pt x="605" y="195"/>
                    <a:pt x="605" y="195"/>
                  </a:cubicBezTo>
                  <a:cubicBezTo>
                    <a:pt x="605" y="193"/>
                    <a:pt x="605" y="193"/>
                    <a:pt x="605" y="193"/>
                  </a:cubicBezTo>
                  <a:cubicBezTo>
                    <a:pt x="604" y="192"/>
                    <a:pt x="604" y="192"/>
                    <a:pt x="604" y="192"/>
                  </a:cubicBezTo>
                  <a:cubicBezTo>
                    <a:pt x="603" y="192"/>
                    <a:pt x="603" y="192"/>
                    <a:pt x="603" y="192"/>
                  </a:cubicBezTo>
                  <a:cubicBezTo>
                    <a:pt x="605" y="192"/>
                    <a:pt x="605" y="192"/>
                    <a:pt x="605" y="192"/>
                  </a:cubicBezTo>
                  <a:cubicBezTo>
                    <a:pt x="606" y="190"/>
                    <a:pt x="606" y="190"/>
                    <a:pt x="606" y="190"/>
                  </a:cubicBezTo>
                  <a:cubicBezTo>
                    <a:pt x="607" y="190"/>
                    <a:pt x="607" y="190"/>
                    <a:pt x="607" y="190"/>
                  </a:cubicBezTo>
                  <a:cubicBezTo>
                    <a:pt x="608" y="191"/>
                    <a:pt x="608" y="191"/>
                    <a:pt x="608" y="191"/>
                  </a:cubicBezTo>
                  <a:cubicBezTo>
                    <a:pt x="610" y="188"/>
                    <a:pt x="610" y="188"/>
                    <a:pt x="610" y="188"/>
                  </a:cubicBezTo>
                  <a:cubicBezTo>
                    <a:pt x="611" y="188"/>
                    <a:pt x="611" y="188"/>
                    <a:pt x="611" y="188"/>
                  </a:cubicBezTo>
                  <a:cubicBezTo>
                    <a:pt x="612" y="187"/>
                    <a:pt x="612" y="187"/>
                    <a:pt x="612" y="187"/>
                  </a:cubicBezTo>
                  <a:cubicBezTo>
                    <a:pt x="613" y="186"/>
                    <a:pt x="613" y="186"/>
                    <a:pt x="613" y="186"/>
                  </a:cubicBezTo>
                  <a:cubicBezTo>
                    <a:pt x="614" y="185"/>
                    <a:pt x="614" y="185"/>
                    <a:pt x="614" y="185"/>
                  </a:cubicBezTo>
                  <a:cubicBezTo>
                    <a:pt x="614" y="184"/>
                    <a:pt x="614" y="184"/>
                    <a:pt x="614" y="184"/>
                  </a:cubicBezTo>
                  <a:cubicBezTo>
                    <a:pt x="616" y="184"/>
                    <a:pt x="616" y="184"/>
                    <a:pt x="616" y="184"/>
                  </a:cubicBezTo>
                  <a:cubicBezTo>
                    <a:pt x="618" y="185"/>
                    <a:pt x="618" y="185"/>
                    <a:pt x="618" y="18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2"/>
                    <a:pt x="619" y="182"/>
                    <a:pt x="619" y="182"/>
                  </a:cubicBezTo>
                  <a:cubicBezTo>
                    <a:pt x="621" y="181"/>
                    <a:pt x="621" y="181"/>
                    <a:pt x="621" y="181"/>
                  </a:cubicBezTo>
                  <a:cubicBezTo>
                    <a:pt x="621" y="180"/>
                    <a:pt x="621" y="180"/>
                    <a:pt x="621" y="180"/>
                  </a:cubicBezTo>
                  <a:cubicBezTo>
                    <a:pt x="621" y="179"/>
                    <a:pt x="621" y="179"/>
                    <a:pt x="621" y="179"/>
                  </a:cubicBezTo>
                  <a:cubicBezTo>
                    <a:pt x="622" y="177"/>
                    <a:pt x="622" y="177"/>
                    <a:pt x="622" y="177"/>
                  </a:cubicBezTo>
                  <a:cubicBezTo>
                    <a:pt x="620" y="174"/>
                    <a:pt x="620" y="174"/>
                    <a:pt x="620" y="174"/>
                  </a:cubicBezTo>
                  <a:cubicBezTo>
                    <a:pt x="620" y="173"/>
                    <a:pt x="620" y="173"/>
                    <a:pt x="620" y="173"/>
                  </a:cubicBezTo>
                  <a:cubicBezTo>
                    <a:pt x="619" y="171"/>
                    <a:pt x="619" y="171"/>
                    <a:pt x="619" y="171"/>
                  </a:cubicBezTo>
                  <a:cubicBezTo>
                    <a:pt x="618" y="170"/>
                    <a:pt x="618" y="170"/>
                    <a:pt x="618" y="170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21" y="169"/>
                    <a:pt x="621" y="169"/>
                    <a:pt x="621" y="169"/>
                  </a:cubicBezTo>
                  <a:cubicBezTo>
                    <a:pt x="621" y="167"/>
                    <a:pt x="621" y="167"/>
                    <a:pt x="621" y="167"/>
                  </a:cubicBezTo>
                  <a:cubicBezTo>
                    <a:pt x="620" y="166"/>
                    <a:pt x="620" y="166"/>
                    <a:pt x="620" y="166"/>
                  </a:cubicBezTo>
                  <a:cubicBezTo>
                    <a:pt x="619" y="167"/>
                    <a:pt x="619" y="167"/>
                    <a:pt x="619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19" y="165"/>
                    <a:pt x="619" y="165"/>
                    <a:pt x="619" y="165"/>
                  </a:cubicBezTo>
                  <a:cubicBezTo>
                    <a:pt x="620" y="164"/>
                    <a:pt x="620" y="164"/>
                    <a:pt x="620" y="164"/>
                  </a:cubicBezTo>
                  <a:cubicBezTo>
                    <a:pt x="619" y="163"/>
                    <a:pt x="619" y="163"/>
                    <a:pt x="619" y="163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20" y="162"/>
                    <a:pt x="620" y="162"/>
                    <a:pt x="620" y="162"/>
                  </a:cubicBezTo>
                  <a:cubicBezTo>
                    <a:pt x="622" y="164"/>
                    <a:pt x="622" y="164"/>
                    <a:pt x="622" y="164"/>
                  </a:cubicBezTo>
                  <a:cubicBezTo>
                    <a:pt x="623" y="164"/>
                    <a:pt x="623" y="164"/>
                    <a:pt x="623" y="164"/>
                  </a:cubicBezTo>
                  <a:cubicBezTo>
                    <a:pt x="624" y="163"/>
                    <a:pt x="624" y="163"/>
                    <a:pt x="624" y="163"/>
                  </a:cubicBezTo>
                  <a:cubicBezTo>
                    <a:pt x="625" y="164"/>
                    <a:pt x="625" y="164"/>
                    <a:pt x="625" y="164"/>
                  </a:cubicBezTo>
                  <a:cubicBezTo>
                    <a:pt x="627" y="163"/>
                    <a:pt x="627" y="163"/>
                    <a:pt x="627" y="163"/>
                  </a:cubicBezTo>
                  <a:cubicBezTo>
                    <a:pt x="630" y="161"/>
                    <a:pt x="630" y="161"/>
                    <a:pt x="630" y="161"/>
                  </a:cubicBezTo>
                  <a:cubicBezTo>
                    <a:pt x="629" y="160"/>
                    <a:pt x="629" y="160"/>
                    <a:pt x="629" y="160"/>
                  </a:cubicBezTo>
                  <a:cubicBezTo>
                    <a:pt x="630" y="159"/>
                    <a:pt x="630" y="159"/>
                    <a:pt x="630" y="159"/>
                  </a:cubicBezTo>
                  <a:cubicBezTo>
                    <a:pt x="629" y="158"/>
                    <a:pt x="629" y="158"/>
                    <a:pt x="629" y="158"/>
                  </a:cubicBezTo>
                  <a:cubicBezTo>
                    <a:pt x="628" y="158"/>
                    <a:pt x="628" y="158"/>
                    <a:pt x="628" y="158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30" y="155"/>
                    <a:pt x="630" y="155"/>
                    <a:pt x="630" y="155"/>
                  </a:cubicBezTo>
                  <a:cubicBezTo>
                    <a:pt x="631" y="153"/>
                    <a:pt x="631" y="153"/>
                    <a:pt x="631" y="153"/>
                  </a:cubicBezTo>
                  <a:cubicBezTo>
                    <a:pt x="631" y="152"/>
                    <a:pt x="631" y="152"/>
                    <a:pt x="631" y="152"/>
                  </a:cubicBezTo>
                  <a:cubicBezTo>
                    <a:pt x="630" y="152"/>
                    <a:pt x="630" y="152"/>
                    <a:pt x="630" y="152"/>
                  </a:cubicBezTo>
                  <a:cubicBezTo>
                    <a:pt x="630" y="151"/>
                    <a:pt x="630" y="151"/>
                    <a:pt x="630" y="151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5" y="148"/>
                    <a:pt x="625" y="148"/>
                    <a:pt x="625" y="148"/>
                  </a:cubicBezTo>
                  <a:cubicBezTo>
                    <a:pt x="626" y="147"/>
                    <a:pt x="626" y="147"/>
                    <a:pt x="626" y="147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8" y="150"/>
                    <a:pt x="628" y="150"/>
                    <a:pt x="628" y="150"/>
                  </a:cubicBezTo>
                  <a:cubicBezTo>
                    <a:pt x="629" y="150"/>
                    <a:pt x="629" y="150"/>
                    <a:pt x="629" y="150"/>
                  </a:cubicBezTo>
                  <a:cubicBezTo>
                    <a:pt x="631" y="151"/>
                    <a:pt x="631" y="151"/>
                    <a:pt x="631" y="151"/>
                  </a:cubicBezTo>
                  <a:cubicBezTo>
                    <a:pt x="631" y="149"/>
                    <a:pt x="631" y="149"/>
                    <a:pt x="631" y="149"/>
                  </a:cubicBezTo>
                  <a:cubicBezTo>
                    <a:pt x="630" y="148"/>
                    <a:pt x="630" y="148"/>
                    <a:pt x="630" y="148"/>
                  </a:cubicBezTo>
                  <a:cubicBezTo>
                    <a:pt x="631" y="147"/>
                    <a:pt x="631" y="147"/>
                    <a:pt x="631" y="147"/>
                  </a:cubicBezTo>
                  <a:cubicBezTo>
                    <a:pt x="628" y="146"/>
                    <a:pt x="628" y="146"/>
                    <a:pt x="628" y="146"/>
                  </a:cubicBezTo>
                  <a:cubicBezTo>
                    <a:pt x="628" y="147"/>
                    <a:pt x="628" y="147"/>
                    <a:pt x="628" y="147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27" y="142"/>
                    <a:pt x="627" y="142"/>
                    <a:pt x="627" y="142"/>
                  </a:cubicBezTo>
                  <a:cubicBezTo>
                    <a:pt x="626" y="142"/>
                    <a:pt x="626" y="142"/>
                    <a:pt x="626" y="142"/>
                  </a:cubicBezTo>
                  <a:cubicBezTo>
                    <a:pt x="626" y="141"/>
                    <a:pt x="626" y="141"/>
                    <a:pt x="626" y="141"/>
                  </a:cubicBezTo>
                  <a:cubicBezTo>
                    <a:pt x="624" y="141"/>
                    <a:pt x="624" y="141"/>
                    <a:pt x="624" y="141"/>
                  </a:cubicBezTo>
                  <a:cubicBezTo>
                    <a:pt x="623" y="142"/>
                    <a:pt x="623" y="142"/>
                    <a:pt x="623" y="142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621" y="142"/>
                    <a:pt x="621" y="142"/>
                    <a:pt x="621" y="142"/>
                  </a:cubicBezTo>
                  <a:cubicBezTo>
                    <a:pt x="621" y="140"/>
                    <a:pt x="621" y="140"/>
                    <a:pt x="621" y="140"/>
                  </a:cubicBezTo>
                  <a:cubicBezTo>
                    <a:pt x="620" y="140"/>
                    <a:pt x="620" y="140"/>
                    <a:pt x="620" y="140"/>
                  </a:cubicBezTo>
                  <a:cubicBezTo>
                    <a:pt x="617" y="139"/>
                    <a:pt x="617" y="139"/>
                    <a:pt x="617" y="139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8" y="141"/>
                    <a:pt x="618" y="141"/>
                    <a:pt x="618" y="141"/>
                  </a:cubicBezTo>
                  <a:cubicBezTo>
                    <a:pt x="618" y="140"/>
                    <a:pt x="618" y="140"/>
                    <a:pt x="618" y="140"/>
                  </a:cubicBezTo>
                  <a:cubicBezTo>
                    <a:pt x="616" y="139"/>
                    <a:pt x="616" y="139"/>
                    <a:pt x="616" y="139"/>
                  </a:cubicBezTo>
                  <a:cubicBezTo>
                    <a:pt x="613" y="139"/>
                    <a:pt x="613" y="139"/>
                    <a:pt x="613" y="139"/>
                  </a:cubicBezTo>
                  <a:cubicBezTo>
                    <a:pt x="612" y="139"/>
                    <a:pt x="612" y="139"/>
                    <a:pt x="612" y="139"/>
                  </a:cubicBezTo>
                  <a:cubicBezTo>
                    <a:pt x="611" y="139"/>
                    <a:pt x="611" y="139"/>
                    <a:pt x="611" y="139"/>
                  </a:cubicBezTo>
                  <a:cubicBezTo>
                    <a:pt x="611" y="138"/>
                    <a:pt x="611" y="138"/>
                    <a:pt x="611" y="138"/>
                  </a:cubicBezTo>
                  <a:cubicBezTo>
                    <a:pt x="608" y="138"/>
                    <a:pt x="608" y="138"/>
                    <a:pt x="608" y="138"/>
                  </a:cubicBezTo>
                  <a:cubicBezTo>
                    <a:pt x="609" y="140"/>
                    <a:pt x="609" y="140"/>
                    <a:pt x="609" y="140"/>
                  </a:cubicBezTo>
                  <a:cubicBezTo>
                    <a:pt x="610" y="140"/>
                    <a:pt x="610" y="140"/>
                    <a:pt x="610" y="140"/>
                  </a:cubicBezTo>
                  <a:cubicBezTo>
                    <a:pt x="609" y="141"/>
                    <a:pt x="609" y="141"/>
                    <a:pt x="609" y="141"/>
                  </a:cubicBezTo>
                  <a:cubicBezTo>
                    <a:pt x="608" y="141"/>
                    <a:pt x="608" y="141"/>
                    <a:pt x="608" y="141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7" y="143"/>
                    <a:pt x="607" y="143"/>
                    <a:pt x="607" y="143"/>
                  </a:cubicBezTo>
                  <a:cubicBezTo>
                    <a:pt x="607" y="144"/>
                    <a:pt x="607" y="144"/>
                    <a:pt x="607" y="144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6"/>
                    <a:pt x="607" y="146"/>
                    <a:pt x="607" y="146"/>
                  </a:cubicBezTo>
                  <a:cubicBezTo>
                    <a:pt x="606" y="147"/>
                    <a:pt x="606" y="147"/>
                    <a:pt x="606" y="147"/>
                  </a:cubicBezTo>
                  <a:cubicBezTo>
                    <a:pt x="606" y="150"/>
                    <a:pt x="606" y="150"/>
                    <a:pt x="606" y="150"/>
                  </a:cubicBezTo>
                  <a:cubicBezTo>
                    <a:pt x="607" y="150"/>
                    <a:pt x="607" y="150"/>
                    <a:pt x="607" y="150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7" y="152"/>
                    <a:pt x="607" y="152"/>
                    <a:pt x="607" y="152"/>
                  </a:cubicBezTo>
                  <a:cubicBezTo>
                    <a:pt x="607" y="153"/>
                    <a:pt x="607" y="153"/>
                    <a:pt x="607" y="153"/>
                  </a:cubicBezTo>
                  <a:cubicBezTo>
                    <a:pt x="606" y="152"/>
                    <a:pt x="606" y="152"/>
                    <a:pt x="606" y="152"/>
                  </a:cubicBezTo>
                  <a:cubicBezTo>
                    <a:pt x="604" y="152"/>
                    <a:pt x="604" y="152"/>
                    <a:pt x="604" y="152"/>
                  </a:cubicBezTo>
                  <a:cubicBezTo>
                    <a:pt x="603" y="154"/>
                    <a:pt x="603" y="154"/>
                    <a:pt x="603" y="154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4" y="155"/>
                    <a:pt x="604" y="155"/>
                    <a:pt x="604" y="155"/>
                  </a:cubicBezTo>
                  <a:cubicBezTo>
                    <a:pt x="603" y="155"/>
                    <a:pt x="603" y="155"/>
                    <a:pt x="603" y="155"/>
                  </a:cubicBezTo>
                  <a:cubicBezTo>
                    <a:pt x="602" y="154"/>
                    <a:pt x="602" y="154"/>
                    <a:pt x="602" y="154"/>
                  </a:cubicBezTo>
                  <a:cubicBezTo>
                    <a:pt x="600" y="155"/>
                    <a:pt x="600" y="155"/>
                    <a:pt x="600" y="155"/>
                  </a:cubicBezTo>
                  <a:cubicBezTo>
                    <a:pt x="599" y="158"/>
                    <a:pt x="599" y="158"/>
                    <a:pt x="599" y="158"/>
                  </a:cubicBezTo>
                  <a:cubicBezTo>
                    <a:pt x="597" y="161"/>
                    <a:pt x="597" y="161"/>
                    <a:pt x="597" y="161"/>
                  </a:cubicBezTo>
                  <a:cubicBezTo>
                    <a:pt x="596" y="164"/>
                    <a:pt x="596" y="164"/>
                    <a:pt x="596" y="164"/>
                  </a:cubicBezTo>
                  <a:cubicBezTo>
                    <a:pt x="593" y="166"/>
                    <a:pt x="593" y="166"/>
                    <a:pt x="593" y="166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1" y="166"/>
                    <a:pt x="591" y="166"/>
                    <a:pt x="591" y="166"/>
                  </a:cubicBezTo>
                  <a:cubicBezTo>
                    <a:pt x="592" y="166"/>
                    <a:pt x="592" y="166"/>
                    <a:pt x="592" y="166"/>
                  </a:cubicBezTo>
                  <a:cubicBezTo>
                    <a:pt x="592" y="164"/>
                    <a:pt x="592" y="164"/>
                    <a:pt x="592" y="164"/>
                  </a:cubicBezTo>
                  <a:cubicBezTo>
                    <a:pt x="593" y="163"/>
                    <a:pt x="593" y="163"/>
                    <a:pt x="593" y="163"/>
                  </a:cubicBezTo>
                  <a:cubicBezTo>
                    <a:pt x="593" y="161"/>
                    <a:pt x="593" y="161"/>
                    <a:pt x="593" y="161"/>
                  </a:cubicBezTo>
                  <a:cubicBezTo>
                    <a:pt x="592" y="160"/>
                    <a:pt x="592" y="160"/>
                    <a:pt x="592" y="160"/>
                  </a:cubicBezTo>
                  <a:cubicBezTo>
                    <a:pt x="589" y="163"/>
                    <a:pt x="589" y="163"/>
                    <a:pt x="589" y="163"/>
                  </a:cubicBezTo>
                  <a:cubicBezTo>
                    <a:pt x="589" y="164"/>
                    <a:pt x="589" y="164"/>
                    <a:pt x="589" y="164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7" y="168"/>
                    <a:pt x="587" y="168"/>
                    <a:pt x="587" y="168"/>
                  </a:cubicBezTo>
                  <a:cubicBezTo>
                    <a:pt x="588" y="169"/>
                    <a:pt x="588" y="169"/>
                    <a:pt x="588" y="169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91" y="168"/>
                    <a:pt x="591" y="168"/>
                    <a:pt x="591" y="168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89" y="170"/>
                    <a:pt x="589" y="170"/>
                    <a:pt x="589" y="170"/>
                  </a:cubicBezTo>
                  <a:cubicBezTo>
                    <a:pt x="589" y="172"/>
                    <a:pt x="589" y="172"/>
                    <a:pt x="589" y="172"/>
                  </a:cubicBezTo>
                  <a:cubicBezTo>
                    <a:pt x="588" y="173"/>
                    <a:pt x="588" y="173"/>
                    <a:pt x="588" y="173"/>
                  </a:cubicBezTo>
                  <a:cubicBezTo>
                    <a:pt x="587" y="174"/>
                    <a:pt x="587" y="174"/>
                    <a:pt x="587" y="174"/>
                  </a:cubicBezTo>
                  <a:cubicBezTo>
                    <a:pt x="587" y="173"/>
                    <a:pt x="587" y="173"/>
                    <a:pt x="587" y="173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3" y="172"/>
                    <a:pt x="583" y="172"/>
                    <a:pt x="583" y="172"/>
                  </a:cubicBezTo>
                  <a:cubicBezTo>
                    <a:pt x="582" y="167"/>
                    <a:pt x="582" y="167"/>
                    <a:pt x="582" y="167"/>
                  </a:cubicBezTo>
                  <a:cubicBezTo>
                    <a:pt x="582" y="165"/>
                    <a:pt x="582" y="165"/>
                    <a:pt x="582" y="165"/>
                  </a:cubicBezTo>
                  <a:cubicBezTo>
                    <a:pt x="581" y="164"/>
                    <a:pt x="581" y="164"/>
                    <a:pt x="581" y="164"/>
                  </a:cubicBezTo>
                  <a:cubicBezTo>
                    <a:pt x="582" y="162"/>
                    <a:pt x="582" y="162"/>
                    <a:pt x="582" y="162"/>
                  </a:cubicBezTo>
                  <a:cubicBezTo>
                    <a:pt x="583" y="161"/>
                    <a:pt x="583" y="161"/>
                    <a:pt x="583" y="161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4" y="159"/>
                    <a:pt x="584" y="159"/>
                    <a:pt x="584" y="159"/>
                  </a:cubicBezTo>
                  <a:cubicBezTo>
                    <a:pt x="586" y="158"/>
                    <a:pt x="586" y="158"/>
                    <a:pt x="586" y="158"/>
                  </a:cubicBezTo>
                  <a:cubicBezTo>
                    <a:pt x="587" y="156"/>
                    <a:pt x="587" y="156"/>
                    <a:pt x="587" y="156"/>
                  </a:cubicBezTo>
                  <a:cubicBezTo>
                    <a:pt x="586" y="153"/>
                    <a:pt x="586" y="153"/>
                    <a:pt x="586" y="153"/>
                  </a:cubicBezTo>
                  <a:cubicBezTo>
                    <a:pt x="587" y="152"/>
                    <a:pt x="587" y="152"/>
                    <a:pt x="587" y="152"/>
                  </a:cubicBezTo>
                  <a:cubicBezTo>
                    <a:pt x="587" y="150"/>
                    <a:pt x="587" y="150"/>
                    <a:pt x="587" y="150"/>
                  </a:cubicBezTo>
                  <a:cubicBezTo>
                    <a:pt x="586" y="148"/>
                    <a:pt x="586" y="148"/>
                    <a:pt x="586" y="148"/>
                  </a:cubicBezTo>
                  <a:cubicBezTo>
                    <a:pt x="585" y="147"/>
                    <a:pt x="585" y="147"/>
                    <a:pt x="585" y="147"/>
                  </a:cubicBezTo>
                  <a:cubicBezTo>
                    <a:pt x="584" y="144"/>
                    <a:pt x="584" y="144"/>
                    <a:pt x="584" y="144"/>
                  </a:cubicBezTo>
                  <a:cubicBezTo>
                    <a:pt x="584" y="143"/>
                    <a:pt x="584" y="143"/>
                    <a:pt x="584" y="143"/>
                  </a:cubicBezTo>
                  <a:cubicBezTo>
                    <a:pt x="583" y="142"/>
                    <a:pt x="583" y="142"/>
                    <a:pt x="583" y="142"/>
                  </a:cubicBezTo>
                  <a:cubicBezTo>
                    <a:pt x="582" y="142"/>
                    <a:pt x="582" y="142"/>
                    <a:pt x="582" y="142"/>
                  </a:cubicBezTo>
                  <a:cubicBezTo>
                    <a:pt x="581" y="144"/>
                    <a:pt x="581" y="144"/>
                    <a:pt x="581" y="144"/>
                  </a:cubicBezTo>
                  <a:cubicBezTo>
                    <a:pt x="579" y="146"/>
                    <a:pt x="579" y="146"/>
                    <a:pt x="579" y="146"/>
                  </a:cubicBezTo>
                  <a:cubicBezTo>
                    <a:pt x="577" y="148"/>
                    <a:pt x="577" y="148"/>
                    <a:pt x="577" y="148"/>
                  </a:cubicBezTo>
                  <a:cubicBezTo>
                    <a:pt x="577" y="149"/>
                    <a:pt x="577" y="149"/>
                    <a:pt x="577" y="149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6" y="151"/>
                    <a:pt x="576" y="151"/>
                    <a:pt x="576" y="151"/>
                  </a:cubicBezTo>
                  <a:cubicBezTo>
                    <a:pt x="574" y="153"/>
                    <a:pt x="574" y="153"/>
                    <a:pt x="574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3" y="154"/>
                    <a:pt x="573" y="154"/>
                    <a:pt x="573" y="154"/>
                  </a:cubicBezTo>
                  <a:cubicBezTo>
                    <a:pt x="572" y="155"/>
                    <a:pt x="572" y="155"/>
                    <a:pt x="572" y="155"/>
                  </a:cubicBezTo>
                  <a:cubicBezTo>
                    <a:pt x="572" y="156"/>
                    <a:pt x="572" y="156"/>
                    <a:pt x="572" y="156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3" y="152"/>
                    <a:pt x="573" y="152"/>
                    <a:pt x="573" y="152"/>
                  </a:cubicBezTo>
                  <a:cubicBezTo>
                    <a:pt x="573" y="150"/>
                    <a:pt x="573" y="150"/>
                    <a:pt x="573" y="150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4" y="149"/>
                    <a:pt x="574" y="149"/>
                    <a:pt x="574" y="149"/>
                  </a:cubicBezTo>
                  <a:cubicBezTo>
                    <a:pt x="574" y="147"/>
                    <a:pt x="574" y="147"/>
                    <a:pt x="574" y="147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73" y="143"/>
                    <a:pt x="573" y="143"/>
                    <a:pt x="573" y="143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2"/>
                    <a:pt x="574" y="142"/>
                    <a:pt x="574" y="142"/>
                  </a:cubicBezTo>
                  <a:cubicBezTo>
                    <a:pt x="575" y="142"/>
                    <a:pt x="575" y="142"/>
                    <a:pt x="575" y="142"/>
                  </a:cubicBezTo>
                  <a:cubicBezTo>
                    <a:pt x="575" y="143"/>
                    <a:pt x="575" y="143"/>
                    <a:pt x="575" y="143"/>
                  </a:cubicBezTo>
                  <a:cubicBezTo>
                    <a:pt x="576" y="144"/>
                    <a:pt x="576" y="144"/>
                    <a:pt x="576" y="144"/>
                  </a:cubicBezTo>
                  <a:cubicBezTo>
                    <a:pt x="577" y="143"/>
                    <a:pt x="577" y="143"/>
                    <a:pt x="577" y="143"/>
                  </a:cubicBezTo>
                  <a:cubicBezTo>
                    <a:pt x="578" y="142"/>
                    <a:pt x="578" y="142"/>
                    <a:pt x="578" y="142"/>
                  </a:cubicBezTo>
                  <a:cubicBezTo>
                    <a:pt x="579" y="142"/>
                    <a:pt x="579" y="142"/>
                    <a:pt x="579" y="142"/>
                  </a:cubicBezTo>
                  <a:cubicBezTo>
                    <a:pt x="579" y="140"/>
                    <a:pt x="579" y="140"/>
                    <a:pt x="579" y="140"/>
                  </a:cubicBezTo>
                  <a:cubicBezTo>
                    <a:pt x="578" y="139"/>
                    <a:pt x="578" y="139"/>
                    <a:pt x="578" y="139"/>
                  </a:cubicBezTo>
                  <a:cubicBezTo>
                    <a:pt x="579" y="138"/>
                    <a:pt x="579" y="138"/>
                    <a:pt x="579" y="138"/>
                  </a:cubicBezTo>
                  <a:cubicBezTo>
                    <a:pt x="577" y="137"/>
                    <a:pt x="577" y="137"/>
                    <a:pt x="577" y="137"/>
                  </a:cubicBezTo>
                  <a:cubicBezTo>
                    <a:pt x="575" y="138"/>
                    <a:pt x="575" y="138"/>
                    <a:pt x="575" y="138"/>
                  </a:cubicBezTo>
                  <a:cubicBezTo>
                    <a:pt x="575" y="137"/>
                    <a:pt x="575" y="137"/>
                    <a:pt x="575" y="137"/>
                  </a:cubicBezTo>
                  <a:cubicBezTo>
                    <a:pt x="574" y="137"/>
                    <a:pt x="574" y="137"/>
                    <a:pt x="574" y="137"/>
                  </a:cubicBezTo>
                  <a:cubicBezTo>
                    <a:pt x="575" y="136"/>
                    <a:pt x="575" y="136"/>
                    <a:pt x="575" y="136"/>
                  </a:cubicBezTo>
                  <a:cubicBezTo>
                    <a:pt x="574" y="135"/>
                    <a:pt x="574" y="135"/>
                    <a:pt x="574" y="135"/>
                  </a:cubicBezTo>
                  <a:cubicBezTo>
                    <a:pt x="572" y="136"/>
                    <a:pt x="572" y="136"/>
                    <a:pt x="572" y="136"/>
                  </a:cubicBezTo>
                  <a:cubicBezTo>
                    <a:pt x="571" y="137"/>
                    <a:pt x="571" y="137"/>
                    <a:pt x="571" y="137"/>
                  </a:cubicBezTo>
                  <a:cubicBezTo>
                    <a:pt x="570" y="137"/>
                    <a:pt x="570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9" y="135"/>
                    <a:pt x="569" y="135"/>
                    <a:pt x="569" y="135"/>
                  </a:cubicBezTo>
                  <a:cubicBezTo>
                    <a:pt x="568" y="134"/>
                    <a:pt x="568" y="134"/>
                    <a:pt x="568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8" y="132"/>
                    <a:pt x="568" y="132"/>
                    <a:pt x="568" y="132"/>
                  </a:cubicBezTo>
                  <a:cubicBezTo>
                    <a:pt x="572" y="129"/>
                    <a:pt x="572" y="129"/>
                    <a:pt x="572" y="129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6"/>
                    <a:pt x="572" y="126"/>
                    <a:pt x="572" y="126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4" y="127"/>
                    <a:pt x="574" y="127"/>
                    <a:pt x="574" y="127"/>
                  </a:cubicBezTo>
                  <a:cubicBezTo>
                    <a:pt x="576" y="128"/>
                    <a:pt x="576" y="128"/>
                    <a:pt x="576" y="128"/>
                  </a:cubicBezTo>
                  <a:cubicBezTo>
                    <a:pt x="577" y="127"/>
                    <a:pt x="577" y="127"/>
                    <a:pt x="577" y="127"/>
                  </a:cubicBezTo>
                  <a:cubicBezTo>
                    <a:pt x="577" y="125"/>
                    <a:pt x="577" y="125"/>
                    <a:pt x="577" y="125"/>
                  </a:cubicBezTo>
                  <a:cubicBezTo>
                    <a:pt x="576" y="123"/>
                    <a:pt x="576" y="123"/>
                    <a:pt x="576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6" y="121"/>
                    <a:pt x="576" y="121"/>
                    <a:pt x="576" y="121"/>
                  </a:cubicBezTo>
                  <a:cubicBezTo>
                    <a:pt x="575" y="120"/>
                    <a:pt x="575" y="120"/>
                    <a:pt x="575" y="120"/>
                  </a:cubicBezTo>
                  <a:cubicBezTo>
                    <a:pt x="576" y="120"/>
                    <a:pt x="576" y="120"/>
                    <a:pt x="576" y="120"/>
                  </a:cubicBezTo>
                  <a:cubicBezTo>
                    <a:pt x="576" y="118"/>
                    <a:pt x="576" y="118"/>
                    <a:pt x="576" y="118"/>
                  </a:cubicBezTo>
                  <a:cubicBezTo>
                    <a:pt x="574" y="117"/>
                    <a:pt x="574" y="117"/>
                    <a:pt x="574" y="117"/>
                  </a:cubicBezTo>
                  <a:cubicBezTo>
                    <a:pt x="575" y="115"/>
                    <a:pt x="575" y="115"/>
                    <a:pt x="575" y="115"/>
                  </a:cubicBezTo>
                  <a:cubicBezTo>
                    <a:pt x="574" y="114"/>
                    <a:pt x="574" y="114"/>
                    <a:pt x="574" y="114"/>
                  </a:cubicBezTo>
                  <a:cubicBezTo>
                    <a:pt x="575" y="114"/>
                    <a:pt x="575" y="114"/>
                    <a:pt x="575" y="114"/>
                  </a:cubicBezTo>
                  <a:cubicBezTo>
                    <a:pt x="575" y="112"/>
                    <a:pt x="575" y="112"/>
                    <a:pt x="575" y="112"/>
                  </a:cubicBezTo>
                  <a:cubicBezTo>
                    <a:pt x="576" y="110"/>
                    <a:pt x="576" y="110"/>
                    <a:pt x="576" y="110"/>
                  </a:cubicBezTo>
                  <a:cubicBezTo>
                    <a:pt x="576" y="109"/>
                    <a:pt x="576" y="109"/>
                    <a:pt x="576" y="109"/>
                  </a:cubicBezTo>
                  <a:cubicBezTo>
                    <a:pt x="577" y="108"/>
                    <a:pt x="577" y="108"/>
                    <a:pt x="577" y="108"/>
                  </a:cubicBezTo>
                  <a:cubicBezTo>
                    <a:pt x="577" y="106"/>
                    <a:pt x="577" y="106"/>
                    <a:pt x="577" y="106"/>
                  </a:cubicBezTo>
                  <a:cubicBezTo>
                    <a:pt x="576" y="106"/>
                    <a:pt x="576" y="106"/>
                    <a:pt x="576" y="106"/>
                  </a:cubicBezTo>
                  <a:cubicBezTo>
                    <a:pt x="577" y="104"/>
                    <a:pt x="577" y="104"/>
                    <a:pt x="577" y="104"/>
                  </a:cubicBezTo>
                  <a:cubicBezTo>
                    <a:pt x="576" y="102"/>
                    <a:pt x="576" y="102"/>
                    <a:pt x="576" y="102"/>
                  </a:cubicBezTo>
                  <a:cubicBezTo>
                    <a:pt x="575" y="101"/>
                    <a:pt x="575" y="101"/>
                    <a:pt x="575" y="101"/>
                  </a:cubicBezTo>
                  <a:cubicBezTo>
                    <a:pt x="575" y="100"/>
                    <a:pt x="575" y="100"/>
                    <a:pt x="575" y="100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6" y="97"/>
                    <a:pt x="576" y="97"/>
                    <a:pt x="576" y="97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4" y="95"/>
                    <a:pt x="574" y="95"/>
                    <a:pt x="574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3"/>
                    <a:pt x="573" y="93"/>
                    <a:pt x="573" y="93"/>
                  </a:cubicBezTo>
                  <a:cubicBezTo>
                    <a:pt x="570" y="92"/>
                    <a:pt x="570" y="92"/>
                    <a:pt x="570" y="92"/>
                  </a:cubicBezTo>
                  <a:cubicBezTo>
                    <a:pt x="569" y="92"/>
                    <a:pt x="569" y="92"/>
                    <a:pt x="569" y="92"/>
                  </a:cubicBezTo>
                  <a:cubicBezTo>
                    <a:pt x="572" y="92"/>
                    <a:pt x="572" y="92"/>
                    <a:pt x="572" y="92"/>
                  </a:cubicBezTo>
                  <a:cubicBezTo>
                    <a:pt x="573" y="92"/>
                    <a:pt x="573" y="92"/>
                    <a:pt x="573" y="92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9" y="90"/>
                    <a:pt x="579" y="90"/>
                    <a:pt x="579" y="90"/>
                  </a:cubicBezTo>
                  <a:cubicBezTo>
                    <a:pt x="579" y="89"/>
                    <a:pt x="579" y="89"/>
                    <a:pt x="579" y="89"/>
                  </a:cubicBezTo>
                  <a:cubicBezTo>
                    <a:pt x="580" y="88"/>
                    <a:pt x="580" y="88"/>
                    <a:pt x="580" y="88"/>
                  </a:cubicBezTo>
                  <a:cubicBezTo>
                    <a:pt x="581" y="89"/>
                    <a:pt x="581" y="89"/>
                    <a:pt x="581" y="89"/>
                  </a:cubicBezTo>
                  <a:cubicBezTo>
                    <a:pt x="582" y="87"/>
                    <a:pt x="582" y="87"/>
                    <a:pt x="582" y="87"/>
                  </a:cubicBezTo>
                  <a:cubicBezTo>
                    <a:pt x="583" y="87"/>
                    <a:pt x="583" y="87"/>
                    <a:pt x="583" y="87"/>
                  </a:cubicBezTo>
                  <a:cubicBezTo>
                    <a:pt x="584" y="85"/>
                    <a:pt x="584" y="85"/>
                    <a:pt x="584" y="85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5" y="80"/>
                    <a:pt x="585" y="80"/>
                    <a:pt x="585" y="80"/>
                  </a:cubicBezTo>
                  <a:cubicBezTo>
                    <a:pt x="586" y="80"/>
                    <a:pt x="586" y="80"/>
                    <a:pt x="586" y="80"/>
                  </a:cubicBezTo>
                  <a:cubicBezTo>
                    <a:pt x="587" y="80"/>
                    <a:pt x="587" y="80"/>
                    <a:pt x="587" y="80"/>
                  </a:cubicBezTo>
                  <a:cubicBezTo>
                    <a:pt x="588" y="80"/>
                    <a:pt x="588" y="80"/>
                    <a:pt x="588" y="80"/>
                  </a:cubicBezTo>
                  <a:cubicBezTo>
                    <a:pt x="588" y="81"/>
                    <a:pt x="588" y="81"/>
                    <a:pt x="588" y="81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2" y="84"/>
                    <a:pt x="592" y="84"/>
                    <a:pt x="592" y="84"/>
                  </a:cubicBezTo>
                  <a:cubicBezTo>
                    <a:pt x="594" y="83"/>
                    <a:pt x="594" y="83"/>
                    <a:pt x="594" y="83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9" y="80"/>
                    <a:pt x="599" y="80"/>
                    <a:pt x="599" y="80"/>
                  </a:cubicBezTo>
                  <a:cubicBezTo>
                    <a:pt x="601" y="78"/>
                    <a:pt x="601" y="78"/>
                    <a:pt x="601" y="78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3" y="76"/>
                    <a:pt x="603" y="76"/>
                    <a:pt x="603" y="76"/>
                  </a:cubicBezTo>
                  <a:cubicBezTo>
                    <a:pt x="605" y="74"/>
                    <a:pt x="605" y="74"/>
                    <a:pt x="605" y="74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9" y="71"/>
                    <a:pt x="609" y="71"/>
                    <a:pt x="609" y="71"/>
                  </a:cubicBezTo>
                  <a:cubicBezTo>
                    <a:pt x="610" y="69"/>
                    <a:pt x="610" y="69"/>
                    <a:pt x="610" y="69"/>
                  </a:cubicBezTo>
                  <a:cubicBezTo>
                    <a:pt x="612" y="67"/>
                    <a:pt x="612" y="67"/>
                    <a:pt x="612" y="67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5" y="67"/>
                    <a:pt x="615" y="67"/>
                    <a:pt x="615" y="67"/>
                  </a:cubicBezTo>
                  <a:cubicBezTo>
                    <a:pt x="614" y="64"/>
                    <a:pt x="614" y="64"/>
                    <a:pt x="614" y="64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3" y="62"/>
                    <a:pt x="613" y="62"/>
                    <a:pt x="613" y="62"/>
                  </a:cubicBezTo>
                  <a:cubicBezTo>
                    <a:pt x="611" y="60"/>
                    <a:pt x="611" y="60"/>
                    <a:pt x="611" y="60"/>
                  </a:cubicBezTo>
                  <a:cubicBezTo>
                    <a:pt x="607" y="60"/>
                    <a:pt x="607" y="60"/>
                    <a:pt x="607" y="60"/>
                  </a:cubicBezTo>
                  <a:cubicBezTo>
                    <a:pt x="605" y="60"/>
                    <a:pt x="605" y="60"/>
                    <a:pt x="605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59"/>
                    <a:pt x="604" y="59"/>
                    <a:pt x="604" y="59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2" y="57"/>
                    <a:pt x="602" y="57"/>
                    <a:pt x="602" y="57"/>
                  </a:cubicBezTo>
                  <a:cubicBezTo>
                    <a:pt x="601" y="57"/>
                    <a:pt x="601" y="57"/>
                    <a:pt x="601" y="57"/>
                  </a:cubicBezTo>
                  <a:cubicBezTo>
                    <a:pt x="600" y="55"/>
                    <a:pt x="600" y="55"/>
                    <a:pt x="600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5" y="55"/>
                    <a:pt x="595" y="55"/>
                    <a:pt x="595" y="55"/>
                  </a:cubicBezTo>
                  <a:cubicBezTo>
                    <a:pt x="594" y="54"/>
                    <a:pt x="594" y="54"/>
                    <a:pt x="594" y="54"/>
                  </a:cubicBezTo>
                  <a:cubicBezTo>
                    <a:pt x="593" y="55"/>
                    <a:pt x="593" y="55"/>
                    <a:pt x="593" y="55"/>
                  </a:cubicBezTo>
                  <a:cubicBezTo>
                    <a:pt x="591" y="55"/>
                    <a:pt x="591" y="55"/>
                    <a:pt x="591" y="55"/>
                  </a:cubicBezTo>
                  <a:cubicBezTo>
                    <a:pt x="587" y="55"/>
                    <a:pt x="587" y="55"/>
                    <a:pt x="587" y="55"/>
                  </a:cubicBezTo>
                  <a:cubicBezTo>
                    <a:pt x="586" y="58"/>
                    <a:pt x="586" y="58"/>
                    <a:pt x="586" y="58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5" y="60"/>
                    <a:pt x="585" y="60"/>
                    <a:pt x="585" y="60"/>
                  </a:cubicBezTo>
                  <a:cubicBezTo>
                    <a:pt x="585" y="59"/>
                    <a:pt x="585" y="59"/>
                    <a:pt x="585" y="59"/>
                  </a:cubicBezTo>
                  <a:cubicBezTo>
                    <a:pt x="583" y="59"/>
                    <a:pt x="583" y="59"/>
                    <a:pt x="583" y="59"/>
                  </a:cubicBezTo>
                  <a:cubicBezTo>
                    <a:pt x="582" y="61"/>
                    <a:pt x="582" y="61"/>
                    <a:pt x="582" y="61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1" y="63"/>
                    <a:pt x="581" y="63"/>
                    <a:pt x="581" y="63"/>
                  </a:cubicBezTo>
                  <a:cubicBezTo>
                    <a:pt x="580" y="65"/>
                    <a:pt x="580" y="65"/>
                    <a:pt x="580" y="65"/>
                  </a:cubicBezTo>
                  <a:cubicBezTo>
                    <a:pt x="579" y="67"/>
                    <a:pt x="579" y="67"/>
                    <a:pt x="579" y="67"/>
                  </a:cubicBezTo>
                  <a:cubicBezTo>
                    <a:pt x="578" y="68"/>
                    <a:pt x="578" y="68"/>
                    <a:pt x="578" y="68"/>
                  </a:cubicBezTo>
                  <a:cubicBezTo>
                    <a:pt x="577" y="71"/>
                    <a:pt x="577" y="71"/>
                    <a:pt x="577" y="71"/>
                  </a:cubicBezTo>
                  <a:cubicBezTo>
                    <a:pt x="576" y="72"/>
                    <a:pt x="576" y="72"/>
                    <a:pt x="576" y="72"/>
                  </a:cubicBezTo>
                  <a:cubicBezTo>
                    <a:pt x="576" y="73"/>
                    <a:pt x="576" y="73"/>
                    <a:pt x="576" y="73"/>
                  </a:cubicBezTo>
                  <a:cubicBezTo>
                    <a:pt x="575" y="74"/>
                    <a:pt x="575" y="74"/>
                    <a:pt x="575" y="74"/>
                  </a:cubicBezTo>
                  <a:cubicBezTo>
                    <a:pt x="574" y="77"/>
                    <a:pt x="574" y="77"/>
                    <a:pt x="574" y="77"/>
                  </a:cubicBezTo>
                  <a:cubicBezTo>
                    <a:pt x="574" y="78"/>
                    <a:pt x="574" y="78"/>
                    <a:pt x="574" y="78"/>
                  </a:cubicBezTo>
                  <a:cubicBezTo>
                    <a:pt x="573" y="80"/>
                    <a:pt x="573" y="80"/>
                    <a:pt x="573" y="80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3" y="83"/>
                    <a:pt x="573" y="83"/>
                    <a:pt x="573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0" y="88"/>
                    <a:pt x="570" y="88"/>
                    <a:pt x="570" y="88"/>
                  </a:cubicBezTo>
                  <a:cubicBezTo>
                    <a:pt x="571" y="89"/>
                    <a:pt x="571" y="89"/>
                    <a:pt x="571" y="89"/>
                  </a:cubicBezTo>
                  <a:cubicBezTo>
                    <a:pt x="570" y="89"/>
                    <a:pt x="570" y="89"/>
                    <a:pt x="570" y="89"/>
                  </a:cubicBezTo>
                  <a:cubicBezTo>
                    <a:pt x="569" y="91"/>
                    <a:pt x="569" y="91"/>
                    <a:pt x="569" y="91"/>
                  </a:cubicBezTo>
                  <a:cubicBezTo>
                    <a:pt x="568" y="91"/>
                    <a:pt x="568" y="91"/>
                    <a:pt x="568" y="91"/>
                  </a:cubicBezTo>
                  <a:cubicBezTo>
                    <a:pt x="567" y="92"/>
                    <a:pt x="567" y="92"/>
                    <a:pt x="567" y="92"/>
                  </a:cubicBezTo>
                  <a:cubicBezTo>
                    <a:pt x="567" y="93"/>
                    <a:pt x="567" y="93"/>
                    <a:pt x="567" y="93"/>
                  </a:cubicBezTo>
                  <a:cubicBezTo>
                    <a:pt x="565" y="94"/>
                    <a:pt x="565" y="94"/>
                    <a:pt x="565" y="94"/>
                  </a:cubicBezTo>
                  <a:cubicBezTo>
                    <a:pt x="564" y="95"/>
                    <a:pt x="564" y="95"/>
                    <a:pt x="564" y="95"/>
                  </a:cubicBezTo>
                  <a:cubicBezTo>
                    <a:pt x="563" y="95"/>
                    <a:pt x="563" y="95"/>
                    <a:pt x="563" y="95"/>
                  </a:cubicBezTo>
                  <a:cubicBezTo>
                    <a:pt x="561" y="97"/>
                    <a:pt x="561" y="97"/>
                    <a:pt x="561" y="97"/>
                  </a:cubicBezTo>
                  <a:cubicBezTo>
                    <a:pt x="562" y="99"/>
                    <a:pt x="562" y="99"/>
                    <a:pt x="562" y="99"/>
                  </a:cubicBezTo>
                  <a:cubicBezTo>
                    <a:pt x="563" y="99"/>
                    <a:pt x="563" y="99"/>
                    <a:pt x="563" y="99"/>
                  </a:cubicBezTo>
                  <a:cubicBezTo>
                    <a:pt x="564" y="99"/>
                    <a:pt x="564" y="99"/>
                    <a:pt x="564" y="99"/>
                  </a:cubicBezTo>
                  <a:cubicBezTo>
                    <a:pt x="563" y="102"/>
                    <a:pt x="563" y="102"/>
                    <a:pt x="563" y="102"/>
                  </a:cubicBezTo>
                  <a:cubicBezTo>
                    <a:pt x="562" y="103"/>
                    <a:pt x="562" y="103"/>
                    <a:pt x="562" y="103"/>
                  </a:cubicBezTo>
                  <a:cubicBezTo>
                    <a:pt x="562" y="102"/>
                    <a:pt x="562" y="102"/>
                    <a:pt x="562" y="102"/>
                  </a:cubicBezTo>
                  <a:cubicBezTo>
                    <a:pt x="562" y="100"/>
                    <a:pt x="562" y="100"/>
                    <a:pt x="562" y="100"/>
                  </a:cubicBezTo>
                  <a:cubicBezTo>
                    <a:pt x="561" y="99"/>
                    <a:pt x="561" y="99"/>
                    <a:pt x="561" y="99"/>
                  </a:cubicBezTo>
                  <a:cubicBezTo>
                    <a:pt x="558" y="100"/>
                    <a:pt x="558" y="100"/>
                    <a:pt x="558" y="100"/>
                  </a:cubicBezTo>
                  <a:cubicBezTo>
                    <a:pt x="557" y="101"/>
                    <a:pt x="557" y="101"/>
                    <a:pt x="557" y="101"/>
                  </a:cubicBezTo>
                  <a:cubicBezTo>
                    <a:pt x="556" y="101"/>
                    <a:pt x="556" y="101"/>
                    <a:pt x="556" y="101"/>
                  </a:cubicBezTo>
                  <a:cubicBezTo>
                    <a:pt x="556" y="100"/>
                    <a:pt x="556" y="100"/>
                    <a:pt x="556" y="100"/>
                  </a:cubicBezTo>
                  <a:cubicBezTo>
                    <a:pt x="555" y="100"/>
                    <a:pt x="555" y="100"/>
                    <a:pt x="555" y="100"/>
                  </a:cubicBezTo>
                  <a:cubicBezTo>
                    <a:pt x="554" y="102"/>
                    <a:pt x="554" y="102"/>
                    <a:pt x="554" y="102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6" y="103"/>
                    <a:pt x="556" y="103"/>
                    <a:pt x="556" y="103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4" y="104"/>
                    <a:pt x="554" y="104"/>
                    <a:pt x="554" y="104"/>
                  </a:cubicBezTo>
                  <a:cubicBezTo>
                    <a:pt x="553" y="106"/>
                    <a:pt x="553" y="106"/>
                    <a:pt x="553" y="106"/>
                  </a:cubicBezTo>
                  <a:cubicBezTo>
                    <a:pt x="551" y="109"/>
                    <a:pt x="551" y="109"/>
                    <a:pt x="551" y="109"/>
                  </a:cubicBezTo>
                  <a:cubicBezTo>
                    <a:pt x="551" y="110"/>
                    <a:pt x="551" y="110"/>
                    <a:pt x="551" y="110"/>
                  </a:cubicBezTo>
                  <a:cubicBezTo>
                    <a:pt x="551" y="112"/>
                    <a:pt x="551" y="112"/>
                    <a:pt x="551" y="112"/>
                  </a:cubicBezTo>
                  <a:cubicBezTo>
                    <a:pt x="551" y="113"/>
                    <a:pt x="551" y="113"/>
                    <a:pt x="551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3"/>
                    <a:pt x="553" y="113"/>
                    <a:pt x="553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2" y="114"/>
                    <a:pt x="552" y="114"/>
                    <a:pt x="552" y="114"/>
                  </a:cubicBezTo>
                  <a:cubicBezTo>
                    <a:pt x="550" y="115"/>
                    <a:pt x="550" y="115"/>
                    <a:pt x="550" y="115"/>
                  </a:cubicBezTo>
                  <a:cubicBezTo>
                    <a:pt x="548" y="117"/>
                    <a:pt x="548" y="117"/>
                    <a:pt x="548" y="117"/>
                  </a:cubicBezTo>
                  <a:cubicBezTo>
                    <a:pt x="547" y="118"/>
                    <a:pt x="547" y="118"/>
                    <a:pt x="547" y="118"/>
                  </a:cubicBezTo>
                  <a:cubicBezTo>
                    <a:pt x="546" y="122"/>
                    <a:pt x="546" y="122"/>
                    <a:pt x="546" y="122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6" y="126"/>
                    <a:pt x="546" y="126"/>
                    <a:pt x="546" y="126"/>
                  </a:cubicBezTo>
                  <a:cubicBezTo>
                    <a:pt x="547" y="127"/>
                    <a:pt x="547" y="127"/>
                    <a:pt x="547" y="127"/>
                  </a:cubicBezTo>
                  <a:cubicBezTo>
                    <a:pt x="547" y="128"/>
                    <a:pt x="547" y="128"/>
                    <a:pt x="547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30"/>
                    <a:pt x="549" y="130"/>
                    <a:pt x="549" y="130"/>
                  </a:cubicBezTo>
                  <a:cubicBezTo>
                    <a:pt x="551" y="130"/>
                    <a:pt x="551" y="130"/>
                    <a:pt x="551" y="130"/>
                  </a:cubicBezTo>
                  <a:cubicBezTo>
                    <a:pt x="551" y="132"/>
                    <a:pt x="551" y="132"/>
                    <a:pt x="551" y="132"/>
                  </a:cubicBezTo>
                  <a:cubicBezTo>
                    <a:pt x="553" y="132"/>
                    <a:pt x="553" y="132"/>
                    <a:pt x="553" y="132"/>
                  </a:cubicBezTo>
                  <a:cubicBezTo>
                    <a:pt x="554" y="134"/>
                    <a:pt x="554" y="134"/>
                    <a:pt x="554" y="134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7" y="135"/>
                    <a:pt x="557" y="135"/>
                    <a:pt x="557" y="135"/>
                  </a:cubicBezTo>
                  <a:cubicBezTo>
                    <a:pt x="558" y="135"/>
                    <a:pt x="558" y="135"/>
                    <a:pt x="558" y="135"/>
                  </a:cubicBezTo>
                  <a:cubicBezTo>
                    <a:pt x="559" y="135"/>
                    <a:pt x="559" y="135"/>
                    <a:pt x="559" y="135"/>
                  </a:cubicBezTo>
                  <a:cubicBezTo>
                    <a:pt x="559" y="136"/>
                    <a:pt x="559" y="136"/>
                    <a:pt x="559" y="136"/>
                  </a:cubicBezTo>
                  <a:cubicBezTo>
                    <a:pt x="559" y="137"/>
                    <a:pt x="559" y="137"/>
                    <a:pt x="559" y="137"/>
                  </a:cubicBezTo>
                  <a:cubicBezTo>
                    <a:pt x="556" y="136"/>
                    <a:pt x="556" y="136"/>
                    <a:pt x="556" y="136"/>
                  </a:cubicBezTo>
                  <a:cubicBezTo>
                    <a:pt x="554" y="136"/>
                    <a:pt x="554" y="136"/>
                    <a:pt x="554" y="136"/>
                  </a:cubicBezTo>
                  <a:cubicBezTo>
                    <a:pt x="553" y="138"/>
                    <a:pt x="553" y="138"/>
                    <a:pt x="553" y="138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2" y="140"/>
                    <a:pt x="552" y="140"/>
                    <a:pt x="552" y="140"/>
                  </a:cubicBezTo>
                  <a:cubicBezTo>
                    <a:pt x="551" y="141"/>
                    <a:pt x="551" y="141"/>
                    <a:pt x="551" y="141"/>
                  </a:cubicBezTo>
                  <a:cubicBezTo>
                    <a:pt x="550" y="141"/>
                    <a:pt x="550" y="141"/>
                    <a:pt x="550" y="141"/>
                  </a:cubicBezTo>
                  <a:cubicBezTo>
                    <a:pt x="549" y="144"/>
                    <a:pt x="549" y="144"/>
                    <a:pt x="549" y="144"/>
                  </a:cubicBezTo>
                  <a:cubicBezTo>
                    <a:pt x="549" y="145"/>
                    <a:pt x="549" y="145"/>
                    <a:pt x="549" y="145"/>
                  </a:cubicBezTo>
                  <a:cubicBezTo>
                    <a:pt x="551" y="145"/>
                    <a:pt x="551" y="145"/>
                    <a:pt x="551" y="145"/>
                  </a:cubicBezTo>
                  <a:cubicBezTo>
                    <a:pt x="551" y="146"/>
                    <a:pt x="551" y="146"/>
                    <a:pt x="551" y="146"/>
                  </a:cubicBezTo>
                  <a:cubicBezTo>
                    <a:pt x="553" y="145"/>
                    <a:pt x="553" y="145"/>
                    <a:pt x="553" y="145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4"/>
                    <a:pt x="555" y="144"/>
                    <a:pt x="555" y="144"/>
                  </a:cubicBezTo>
                  <a:cubicBezTo>
                    <a:pt x="554" y="145"/>
                    <a:pt x="554" y="145"/>
                    <a:pt x="554" y="145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3" y="149"/>
                    <a:pt x="553" y="149"/>
                    <a:pt x="553" y="149"/>
                  </a:cubicBezTo>
                  <a:cubicBezTo>
                    <a:pt x="551" y="149"/>
                    <a:pt x="551" y="149"/>
                    <a:pt x="551" y="149"/>
                  </a:cubicBezTo>
                  <a:cubicBezTo>
                    <a:pt x="550" y="151"/>
                    <a:pt x="550" y="151"/>
                    <a:pt x="550" y="151"/>
                  </a:cubicBezTo>
                  <a:cubicBezTo>
                    <a:pt x="548" y="151"/>
                    <a:pt x="548" y="151"/>
                    <a:pt x="548" y="151"/>
                  </a:cubicBezTo>
                  <a:cubicBezTo>
                    <a:pt x="548" y="152"/>
                    <a:pt x="548" y="152"/>
                    <a:pt x="548" y="152"/>
                  </a:cubicBezTo>
                  <a:cubicBezTo>
                    <a:pt x="548" y="153"/>
                    <a:pt x="548" y="153"/>
                    <a:pt x="548" y="153"/>
                  </a:cubicBezTo>
                  <a:cubicBezTo>
                    <a:pt x="545" y="154"/>
                    <a:pt x="545" y="154"/>
                    <a:pt x="545" y="154"/>
                  </a:cubicBezTo>
                  <a:cubicBezTo>
                    <a:pt x="544" y="156"/>
                    <a:pt x="544" y="156"/>
                    <a:pt x="544" y="156"/>
                  </a:cubicBezTo>
                  <a:cubicBezTo>
                    <a:pt x="543" y="156"/>
                    <a:pt x="543" y="156"/>
                    <a:pt x="543" y="156"/>
                  </a:cubicBezTo>
                  <a:cubicBezTo>
                    <a:pt x="543" y="155"/>
                    <a:pt x="543" y="155"/>
                    <a:pt x="543" y="155"/>
                  </a:cubicBezTo>
                  <a:cubicBezTo>
                    <a:pt x="542" y="155"/>
                    <a:pt x="542" y="155"/>
                    <a:pt x="542" y="155"/>
                  </a:cubicBezTo>
                  <a:cubicBezTo>
                    <a:pt x="541" y="154"/>
                    <a:pt x="541" y="154"/>
                    <a:pt x="541" y="154"/>
                  </a:cubicBezTo>
                  <a:cubicBezTo>
                    <a:pt x="540" y="155"/>
                    <a:pt x="540" y="155"/>
                    <a:pt x="540" y="155"/>
                  </a:cubicBezTo>
                  <a:cubicBezTo>
                    <a:pt x="540" y="154"/>
                    <a:pt x="540" y="154"/>
                    <a:pt x="540" y="154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7" y="158"/>
                    <a:pt x="537" y="158"/>
                    <a:pt x="537" y="158"/>
                  </a:cubicBezTo>
                  <a:cubicBezTo>
                    <a:pt x="536" y="160"/>
                    <a:pt x="536" y="160"/>
                    <a:pt x="536" y="160"/>
                  </a:cubicBezTo>
                  <a:cubicBezTo>
                    <a:pt x="535" y="161"/>
                    <a:pt x="535" y="161"/>
                    <a:pt x="535" y="161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5" y="164"/>
                    <a:pt x="535" y="164"/>
                    <a:pt x="535" y="164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6" y="166"/>
                    <a:pt x="536" y="166"/>
                    <a:pt x="536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70"/>
                    <a:pt x="534" y="170"/>
                    <a:pt x="534" y="170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3" y="167"/>
                    <a:pt x="533" y="167"/>
                    <a:pt x="533" y="167"/>
                  </a:cubicBezTo>
                  <a:cubicBezTo>
                    <a:pt x="535" y="165"/>
                    <a:pt x="535" y="165"/>
                    <a:pt x="535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3"/>
                    <a:pt x="532" y="163"/>
                    <a:pt x="532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1" y="162"/>
                    <a:pt x="531" y="162"/>
                    <a:pt x="531" y="162"/>
                  </a:cubicBezTo>
                  <a:cubicBezTo>
                    <a:pt x="532" y="160"/>
                    <a:pt x="532" y="160"/>
                    <a:pt x="532" y="160"/>
                  </a:cubicBezTo>
                  <a:cubicBezTo>
                    <a:pt x="532" y="159"/>
                    <a:pt x="532" y="159"/>
                    <a:pt x="532" y="159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7" y="155"/>
                    <a:pt x="537" y="155"/>
                    <a:pt x="537" y="155"/>
                  </a:cubicBezTo>
                  <a:cubicBezTo>
                    <a:pt x="537" y="154"/>
                    <a:pt x="537" y="154"/>
                    <a:pt x="537" y="154"/>
                  </a:cubicBezTo>
                  <a:cubicBezTo>
                    <a:pt x="537" y="153"/>
                    <a:pt x="537" y="153"/>
                    <a:pt x="537" y="153"/>
                  </a:cubicBezTo>
                  <a:cubicBezTo>
                    <a:pt x="539" y="153"/>
                    <a:pt x="539" y="153"/>
                    <a:pt x="539" y="153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37" y="151"/>
                    <a:pt x="537" y="151"/>
                    <a:pt x="537" y="151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4" y="152"/>
                    <a:pt x="534" y="152"/>
                    <a:pt x="534" y="152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2" y="151"/>
                    <a:pt x="532" y="151"/>
                    <a:pt x="532" y="151"/>
                  </a:cubicBezTo>
                  <a:cubicBezTo>
                    <a:pt x="531" y="150"/>
                    <a:pt x="531" y="150"/>
                    <a:pt x="531" y="150"/>
                  </a:cubicBezTo>
                  <a:cubicBezTo>
                    <a:pt x="532" y="150"/>
                    <a:pt x="532" y="150"/>
                    <a:pt x="532" y="150"/>
                  </a:cubicBezTo>
                  <a:cubicBezTo>
                    <a:pt x="532" y="148"/>
                    <a:pt x="532" y="148"/>
                    <a:pt x="532" y="148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27" y="145"/>
                    <a:pt x="527" y="145"/>
                    <a:pt x="527" y="145"/>
                  </a:cubicBezTo>
                  <a:cubicBezTo>
                    <a:pt x="527" y="146"/>
                    <a:pt x="527" y="146"/>
                    <a:pt x="527" y="146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4" y="145"/>
                    <a:pt x="524" y="145"/>
                    <a:pt x="524" y="145"/>
                  </a:cubicBezTo>
                  <a:cubicBezTo>
                    <a:pt x="522" y="145"/>
                    <a:pt x="522" y="145"/>
                    <a:pt x="522" y="145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8"/>
                    <a:pt x="522" y="148"/>
                    <a:pt x="522" y="148"/>
                  </a:cubicBezTo>
                  <a:cubicBezTo>
                    <a:pt x="522" y="149"/>
                    <a:pt x="522" y="149"/>
                    <a:pt x="522" y="149"/>
                  </a:cubicBezTo>
                  <a:cubicBezTo>
                    <a:pt x="521" y="149"/>
                    <a:pt x="521" y="149"/>
                    <a:pt x="521" y="149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49"/>
                    <a:pt x="519" y="149"/>
                    <a:pt x="519" y="149"/>
                  </a:cubicBezTo>
                  <a:cubicBezTo>
                    <a:pt x="516" y="149"/>
                    <a:pt x="516" y="149"/>
                    <a:pt x="516" y="149"/>
                  </a:cubicBezTo>
                  <a:cubicBezTo>
                    <a:pt x="516" y="151"/>
                    <a:pt x="516" y="151"/>
                    <a:pt x="516" y="151"/>
                  </a:cubicBezTo>
                  <a:cubicBezTo>
                    <a:pt x="517" y="152"/>
                    <a:pt x="517" y="152"/>
                    <a:pt x="517" y="152"/>
                  </a:cubicBezTo>
                  <a:cubicBezTo>
                    <a:pt x="518" y="152"/>
                    <a:pt x="518" y="152"/>
                    <a:pt x="518" y="152"/>
                  </a:cubicBezTo>
                  <a:cubicBezTo>
                    <a:pt x="518" y="154"/>
                    <a:pt x="518" y="154"/>
                    <a:pt x="518" y="154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20" y="156"/>
                    <a:pt x="520" y="156"/>
                    <a:pt x="520" y="156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16" y="155"/>
                    <a:pt x="516" y="155"/>
                    <a:pt x="516" y="155"/>
                  </a:cubicBezTo>
                  <a:cubicBezTo>
                    <a:pt x="515" y="156"/>
                    <a:pt x="515" y="156"/>
                    <a:pt x="515" y="156"/>
                  </a:cubicBezTo>
                  <a:cubicBezTo>
                    <a:pt x="514" y="155"/>
                    <a:pt x="514" y="155"/>
                    <a:pt x="514" y="155"/>
                  </a:cubicBezTo>
                  <a:cubicBezTo>
                    <a:pt x="513" y="155"/>
                    <a:pt x="513" y="155"/>
                    <a:pt x="513" y="155"/>
                  </a:cubicBezTo>
                  <a:cubicBezTo>
                    <a:pt x="511" y="153"/>
                    <a:pt x="511" y="153"/>
                    <a:pt x="511" y="153"/>
                  </a:cubicBezTo>
                  <a:cubicBezTo>
                    <a:pt x="508" y="153"/>
                    <a:pt x="508" y="153"/>
                    <a:pt x="508" y="153"/>
                  </a:cubicBezTo>
                  <a:cubicBezTo>
                    <a:pt x="508" y="152"/>
                    <a:pt x="508" y="152"/>
                    <a:pt x="508" y="152"/>
                  </a:cubicBezTo>
                  <a:cubicBezTo>
                    <a:pt x="507" y="152"/>
                    <a:pt x="507" y="152"/>
                    <a:pt x="507" y="152"/>
                  </a:cubicBezTo>
                  <a:cubicBezTo>
                    <a:pt x="504" y="153"/>
                    <a:pt x="504" y="153"/>
                    <a:pt x="504" y="153"/>
                  </a:cubicBezTo>
                  <a:cubicBezTo>
                    <a:pt x="504" y="154"/>
                    <a:pt x="504" y="154"/>
                    <a:pt x="504" y="154"/>
                  </a:cubicBezTo>
                  <a:cubicBezTo>
                    <a:pt x="501" y="154"/>
                    <a:pt x="501" y="154"/>
                    <a:pt x="501" y="154"/>
                  </a:cubicBezTo>
                  <a:cubicBezTo>
                    <a:pt x="500" y="155"/>
                    <a:pt x="500" y="155"/>
                    <a:pt x="500" y="155"/>
                  </a:cubicBezTo>
                  <a:cubicBezTo>
                    <a:pt x="499" y="154"/>
                    <a:pt x="499" y="154"/>
                    <a:pt x="499" y="154"/>
                  </a:cubicBezTo>
                  <a:cubicBezTo>
                    <a:pt x="498" y="153"/>
                    <a:pt x="498" y="153"/>
                    <a:pt x="498" y="153"/>
                  </a:cubicBezTo>
                  <a:cubicBezTo>
                    <a:pt x="497" y="152"/>
                    <a:pt x="497" y="152"/>
                    <a:pt x="497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4" y="150"/>
                    <a:pt x="494" y="150"/>
                    <a:pt x="494" y="150"/>
                  </a:cubicBezTo>
                  <a:cubicBezTo>
                    <a:pt x="494" y="149"/>
                    <a:pt x="494" y="149"/>
                    <a:pt x="494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4" y="148"/>
                    <a:pt x="494" y="148"/>
                    <a:pt x="494" y="148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2" y="147"/>
                    <a:pt x="492" y="147"/>
                    <a:pt x="492" y="147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1" y="145"/>
                    <a:pt x="491" y="145"/>
                    <a:pt x="491" y="145"/>
                  </a:cubicBezTo>
                  <a:cubicBezTo>
                    <a:pt x="489" y="146"/>
                    <a:pt x="489" y="146"/>
                    <a:pt x="489" y="146"/>
                  </a:cubicBezTo>
                  <a:cubicBezTo>
                    <a:pt x="488" y="146"/>
                    <a:pt x="488" y="146"/>
                    <a:pt x="488" y="146"/>
                  </a:cubicBezTo>
                  <a:cubicBezTo>
                    <a:pt x="487" y="144"/>
                    <a:pt x="487" y="144"/>
                    <a:pt x="487" y="144"/>
                  </a:cubicBezTo>
                  <a:cubicBezTo>
                    <a:pt x="487" y="145"/>
                    <a:pt x="487" y="145"/>
                    <a:pt x="487" y="145"/>
                  </a:cubicBezTo>
                  <a:cubicBezTo>
                    <a:pt x="486" y="144"/>
                    <a:pt x="486" y="144"/>
                    <a:pt x="486" y="144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4" y="144"/>
                    <a:pt x="484" y="144"/>
                    <a:pt x="484" y="144"/>
                  </a:cubicBezTo>
                  <a:cubicBezTo>
                    <a:pt x="485" y="143"/>
                    <a:pt x="485" y="143"/>
                    <a:pt x="485" y="143"/>
                  </a:cubicBezTo>
                  <a:cubicBezTo>
                    <a:pt x="486" y="142"/>
                    <a:pt x="486" y="142"/>
                    <a:pt x="486" y="142"/>
                  </a:cubicBezTo>
                  <a:cubicBezTo>
                    <a:pt x="486" y="140"/>
                    <a:pt x="486" y="140"/>
                    <a:pt x="486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4" y="136"/>
                    <a:pt x="484" y="136"/>
                    <a:pt x="484" y="136"/>
                  </a:cubicBezTo>
                  <a:cubicBezTo>
                    <a:pt x="484" y="135"/>
                    <a:pt x="484" y="135"/>
                    <a:pt x="484" y="135"/>
                  </a:cubicBezTo>
                  <a:cubicBezTo>
                    <a:pt x="483" y="134"/>
                    <a:pt x="483" y="134"/>
                    <a:pt x="483" y="134"/>
                  </a:cubicBezTo>
                  <a:cubicBezTo>
                    <a:pt x="484" y="134"/>
                    <a:pt x="484" y="134"/>
                    <a:pt x="484" y="134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83" y="129"/>
                    <a:pt x="483" y="129"/>
                    <a:pt x="483" y="129"/>
                  </a:cubicBezTo>
                  <a:cubicBezTo>
                    <a:pt x="482" y="129"/>
                    <a:pt x="482" y="129"/>
                    <a:pt x="482" y="12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481" y="127"/>
                    <a:pt x="481" y="127"/>
                    <a:pt x="481" y="127"/>
                  </a:cubicBezTo>
                  <a:cubicBezTo>
                    <a:pt x="479" y="128"/>
                    <a:pt x="479" y="128"/>
                    <a:pt x="479" y="128"/>
                  </a:cubicBezTo>
                  <a:cubicBezTo>
                    <a:pt x="478" y="128"/>
                    <a:pt x="478" y="128"/>
                    <a:pt x="478" y="128"/>
                  </a:cubicBezTo>
                  <a:cubicBezTo>
                    <a:pt x="474" y="129"/>
                    <a:pt x="474" y="129"/>
                    <a:pt x="474" y="129"/>
                  </a:cubicBezTo>
                  <a:cubicBezTo>
                    <a:pt x="469" y="129"/>
                    <a:pt x="469" y="129"/>
                    <a:pt x="469" y="129"/>
                  </a:cubicBezTo>
                  <a:cubicBezTo>
                    <a:pt x="467" y="129"/>
                    <a:pt x="467" y="129"/>
                    <a:pt x="467" y="129"/>
                  </a:cubicBezTo>
                  <a:cubicBezTo>
                    <a:pt x="465" y="129"/>
                    <a:pt x="465" y="129"/>
                    <a:pt x="465" y="129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62" y="132"/>
                    <a:pt x="462" y="132"/>
                    <a:pt x="462" y="132"/>
                  </a:cubicBezTo>
                  <a:cubicBezTo>
                    <a:pt x="461" y="134"/>
                    <a:pt x="461" y="134"/>
                    <a:pt x="461" y="134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3" y="137"/>
                    <a:pt x="463" y="137"/>
                    <a:pt x="463" y="137"/>
                  </a:cubicBezTo>
                  <a:cubicBezTo>
                    <a:pt x="465" y="137"/>
                    <a:pt x="465" y="137"/>
                    <a:pt x="465" y="137"/>
                  </a:cubicBezTo>
                  <a:cubicBezTo>
                    <a:pt x="465" y="138"/>
                    <a:pt x="465" y="138"/>
                    <a:pt x="465" y="138"/>
                  </a:cubicBezTo>
                  <a:cubicBezTo>
                    <a:pt x="468" y="138"/>
                    <a:pt x="468" y="138"/>
                    <a:pt x="468" y="138"/>
                  </a:cubicBezTo>
                  <a:cubicBezTo>
                    <a:pt x="468" y="136"/>
                    <a:pt x="468" y="136"/>
                    <a:pt x="468" y="136"/>
                  </a:cubicBezTo>
                  <a:cubicBezTo>
                    <a:pt x="467" y="135"/>
                    <a:pt x="467" y="135"/>
                    <a:pt x="467" y="135"/>
                  </a:cubicBezTo>
                  <a:cubicBezTo>
                    <a:pt x="468" y="135"/>
                    <a:pt x="468" y="135"/>
                    <a:pt x="468" y="135"/>
                  </a:cubicBezTo>
                  <a:cubicBezTo>
                    <a:pt x="470" y="136"/>
                    <a:pt x="470" y="136"/>
                    <a:pt x="470" y="136"/>
                  </a:cubicBezTo>
                  <a:cubicBezTo>
                    <a:pt x="472" y="136"/>
                    <a:pt x="472" y="136"/>
                    <a:pt x="472" y="136"/>
                  </a:cubicBezTo>
                  <a:cubicBezTo>
                    <a:pt x="472" y="135"/>
                    <a:pt x="472" y="135"/>
                    <a:pt x="472" y="135"/>
                  </a:cubicBezTo>
                  <a:cubicBezTo>
                    <a:pt x="473" y="137"/>
                    <a:pt x="473" y="137"/>
                    <a:pt x="473" y="137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4" y="135"/>
                    <a:pt x="474" y="135"/>
                    <a:pt x="474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9" y="133"/>
                    <a:pt x="479" y="133"/>
                    <a:pt x="479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1" y="133"/>
                    <a:pt x="481" y="133"/>
                    <a:pt x="481" y="133"/>
                  </a:cubicBezTo>
                  <a:cubicBezTo>
                    <a:pt x="480" y="134"/>
                    <a:pt x="480" y="134"/>
                    <a:pt x="480" y="134"/>
                  </a:cubicBezTo>
                  <a:cubicBezTo>
                    <a:pt x="481" y="135"/>
                    <a:pt x="481" y="135"/>
                    <a:pt x="481" y="135"/>
                  </a:cubicBezTo>
                  <a:cubicBezTo>
                    <a:pt x="480" y="136"/>
                    <a:pt x="480" y="136"/>
                    <a:pt x="480" y="136"/>
                  </a:cubicBezTo>
                  <a:cubicBezTo>
                    <a:pt x="479" y="135"/>
                    <a:pt x="479" y="135"/>
                    <a:pt x="479" y="135"/>
                  </a:cubicBezTo>
                  <a:cubicBezTo>
                    <a:pt x="478" y="136"/>
                    <a:pt x="478" y="136"/>
                    <a:pt x="478" y="136"/>
                  </a:cubicBezTo>
                  <a:cubicBezTo>
                    <a:pt x="477" y="136"/>
                    <a:pt x="477" y="136"/>
                    <a:pt x="477" y="136"/>
                  </a:cubicBezTo>
                  <a:cubicBezTo>
                    <a:pt x="476" y="135"/>
                    <a:pt x="476" y="135"/>
                    <a:pt x="476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1" y="139"/>
                    <a:pt x="471" y="139"/>
                    <a:pt x="471" y="139"/>
                  </a:cubicBezTo>
                  <a:cubicBezTo>
                    <a:pt x="470" y="140"/>
                    <a:pt x="470" y="140"/>
                    <a:pt x="470" y="140"/>
                  </a:cubicBezTo>
                  <a:cubicBezTo>
                    <a:pt x="470" y="139"/>
                    <a:pt x="470" y="139"/>
                    <a:pt x="470" y="139"/>
                  </a:cubicBezTo>
                  <a:cubicBezTo>
                    <a:pt x="468" y="139"/>
                    <a:pt x="468" y="139"/>
                    <a:pt x="468" y="139"/>
                  </a:cubicBezTo>
                  <a:cubicBezTo>
                    <a:pt x="467" y="140"/>
                    <a:pt x="467" y="140"/>
                    <a:pt x="467" y="140"/>
                  </a:cubicBezTo>
                  <a:cubicBezTo>
                    <a:pt x="466" y="141"/>
                    <a:pt x="466" y="141"/>
                    <a:pt x="466" y="141"/>
                  </a:cubicBezTo>
                  <a:cubicBezTo>
                    <a:pt x="466" y="140"/>
                    <a:pt x="466" y="140"/>
                    <a:pt x="466" y="140"/>
                  </a:cubicBezTo>
                  <a:cubicBezTo>
                    <a:pt x="464" y="140"/>
                    <a:pt x="464" y="140"/>
                    <a:pt x="464" y="140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2" y="142"/>
                    <a:pt x="462" y="142"/>
                    <a:pt x="462" y="142"/>
                  </a:cubicBezTo>
                  <a:cubicBezTo>
                    <a:pt x="460" y="143"/>
                    <a:pt x="460" y="143"/>
                    <a:pt x="460" y="143"/>
                  </a:cubicBezTo>
                  <a:cubicBezTo>
                    <a:pt x="460" y="144"/>
                    <a:pt x="460" y="144"/>
                    <a:pt x="460" y="144"/>
                  </a:cubicBezTo>
                  <a:cubicBezTo>
                    <a:pt x="460" y="145"/>
                    <a:pt x="460" y="145"/>
                    <a:pt x="460" y="145"/>
                  </a:cubicBezTo>
                  <a:cubicBezTo>
                    <a:pt x="459" y="149"/>
                    <a:pt x="459" y="149"/>
                    <a:pt x="459" y="149"/>
                  </a:cubicBezTo>
                  <a:cubicBezTo>
                    <a:pt x="459" y="152"/>
                    <a:pt x="459" y="152"/>
                    <a:pt x="459" y="152"/>
                  </a:cubicBezTo>
                  <a:cubicBezTo>
                    <a:pt x="458" y="153"/>
                    <a:pt x="458" y="153"/>
                    <a:pt x="458" y="153"/>
                  </a:cubicBezTo>
                  <a:cubicBezTo>
                    <a:pt x="460" y="154"/>
                    <a:pt x="460" y="154"/>
                    <a:pt x="460" y="154"/>
                  </a:cubicBezTo>
                  <a:cubicBezTo>
                    <a:pt x="458" y="154"/>
                    <a:pt x="458" y="154"/>
                    <a:pt x="458" y="154"/>
                  </a:cubicBezTo>
                  <a:cubicBezTo>
                    <a:pt x="458" y="155"/>
                    <a:pt x="458" y="155"/>
                    <a:pt x="458" y="155"/>
                  </a:cubicBezTo>
                  <a:cubicBezTo>
                    <a:pt x="456" y="155"/>
                    <a:pt x="456" y="155"/>
                    <a:pt x="456" y="155"/>
                  </a:cubicBezTo>
                  <a:cubicBezTo>
                    <a:pt x="454" y="159"/>
                    <a:pt x="454" y="159"/>
                    <a:pt x="454" y="159"/>
                  </a:cubicBezTo>
                  <a:cubicBezTo>
                    <a:pt x="454" y="160"/>
                    <a:pt x="454" y="160"/>
                    <a:pt x="454" y="160"/>
                  </a:cubicBezTo>
                  <a:cubicBezTo>
                    <a:pt x="453" y="159"/>
                    <a:pt x="453" y="159"/>
                    <a:pt x="453" y="159"/>
                  </a:cubicBezTo>
                  <a:cubicBezTo>
                    <a:pt x="454" y="158"/>
                    <a:pt x="454" y="158"/>
                    <a:pt x="454" y="158"/>
                  </a:cubicBezTo>
                  <a:cubicBezTo>
                    <a:pt x="454" y="156"/>
                    <a:pt x="454" y="156"/>
                    <a:pt x="454" y="156"/>
                  </a:cubicBezTo>
                  <a:cubicBezTo>
                    <a:pt x="455" y="155"/>
                    <a:pt x="455" y="155"/>
                    <a:pt x="455" y="155"/>
                  </a:cubicBezTo>
                  <a:cubicBezTo>
                    <a:pt x="455" y="154"/>
                    <a:pt x="455" y="154"/>
                    <a:pt x="455" y="154"/>
                  </a:cubicBezTo>
                  <a:cubicBezTo>
                    <a:pt x="457" y="153"/>
                    <a:pt x="457" y="153"/>
                    <a:pt x="457" y="153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7" y="151"/>
                    <a:pt x="457" y="151"/>
                    <a:pt x="457" y="151"/>
                  </a:cubicBezTo>
                  <a:cubicBezTo>
                    <a:pt x="456" y="151"/>
                    <a:pt x="456" y="151"/>
                    <a:pt x="456" y="151"/>
                  </a:cubicBezTo>
                  <a:cubicBezTo>
                    <a:pt x="456" y="150"/>
                    <a:pt x="456" y="150"/>
                    <a:pt x="456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4" y="151"/>
                    <a:pt x="454" y="151"/>
                    <a:pt x="454" y="151"/>
                  </a:cubicBezTo>
                  <a:cubicBezTo>
                    <a:pt x="453" y="152"/>
                    <a:pt x="453" y="152"/>
                    <a:pt x="453" y="152"/>
                  </a:cubicBezTo>
                  <a:cubicBezTo>
                    <a:pt x="453" y="151"/>
                    <a:pt x="453" y="151"/>
                    <a:pt x="453" y="151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5" y="145"/>
                    <a:pt x="455" y="145"/>
                    <a:pt x="455" y="145"/>
                  </a:cubicBezTo>
                  <a:cubicBezTo>
                    <a:pt x="454" y="145"/>
                    <a:pt x="454" y="145"/>
                    <a:pt x="454" y="145"/>
                  </a:cubicBezTo>
                  <a:cubicBezTo>
                    <a:pt x="453" y="146"/>
                    <a:pt x="453" y="146"/>
                    <a:pt x="453" y="146"/>
                  </a:cubicBezTo>
                  <a:cubicBezTo>
                    <a:pt x="453" y="148"/>
                    <a:pt x="453" y="148"/>
                    <a:pt x="453" y="148"/>
                  </a:cubicBezTo>
                  <a:cubicBezTo>
                    <a:pt x="452" y="148"/>
                    <a:pt x="452" y="148"/>
                    <a:pt x="452" y="148"/>
                  </a:cubicBezTo>
                  <a:cubicBezTo>
                    <a:pt x="452" y="147"/>
                    <a:pt x="452" y="147"/>
                    <a:pt x="452" y="147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144"/>
                    <a:pt x="453" y="144"/>
                    <a:pt x="453" y="144"/>
                  </a:cubicBezTo>
                  <a:cubicBezTo>
                    <a:pt x="452" y="142"/>
                    <a:pt x="452" y="142"/>
                    <a:pt x="452" y="142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2"/>
                    <a:pt x="451" y="142"/>
                    <a:pt x="451" y="142"/>
                  </a:cubicBezTo>
                  <a:cubicBezTo>
                    <a:pt x="451" y="140"/>
                    <a:pt x="451" y="140"/>
                    <a:pt x="451" y="140"/>
                  </a:cubicBezTo>
                  <a:cubicBezTo>
                    <a:pt x="450" y="140"/>
                    <a:pt x="450" y="140"/>
                    <a:pt x="450" y="140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138"/>
                    <a:pt x="450" y="138"/>
                    <a:pt x="450" y="138"/>
                  </a:cubicBezTo>
                  <a:cubicBezTo>
                    <a:pt x="454" y="137"/>
                    <a:pt x="454" y="137"/>
                    <a:pt x="454" y="137"/>
                  </a:cubicBezTo>
                  <a:cubicBezTo>
                    <a:pt x="453" y="136"/>
                    <a:pt x="453" y="136"/>
                    <a:pt x="453" y="136"/>
                  </a:cubicBezTo>
                  <a:cubicBezTo>
                    <a:pt x="451" y="135"/>
                    <a:pt x="451" y="135"/>
                    <a:pt x="451" y="135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48" y="137"/>
                    <a:pt x="448" y="137"/>
                    <a:pt x="448" y="137"/>
                  </a:cubicBezTo>
                  <a:cubicBezTo>
                    <a:pt x="444" y="139"/>
                    <a:pt x="444" y="139"/>
                    <a:pt x="444" y="139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39"/>
                    <a:pt x="442" y="139"/>
                    <a:pt x="442" y="139"/>
                  </a:cubicBezTo>
                  <a:cubicBezTo>
                    <a:pt x="441" y="139"/>
                    <a:pt x="441" y="139"/>
                    <a:pt x="441" y="139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8" y="139"/>
                    <a:pt x="438" y="139"/>
                    <a:pt x="438" y="139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5" y="139"/>
                    <a:pt x="435" y="139"/>
                    <a:pt x="435" y="139"/>
                  </a:cubicBezTo>
                  <a:cubicBezTo>
                    <a:pt x="433" y="139"/>
                    <a:pt x="433" y="139"/>
                    <a:pt x="433" y="139"/>
                  </a:cubicBezTo>
                  <a:cubicBezTo>
                    <a:pt x="433" y="140"/>
                    <a:pt x="433" y="140"/>
                    <a:pt x="433" y="140"/>
                  </a:cubicBezTo>
                  <a:cubicBezTo>
                    <a:pt x="432" y="140"/>
                    <a:pt x="432" y="140"/>
                    <a:pt x="432" y="140"/>
                  </a:cubicBezTo>
                  <a:cubicBezTo>
                    <a:pt x="429" y="138"/>
                    <a:pt x="429" y="138"/>
                    <a:pt x="429" y="138"/>
                  </a:cubicBezTo>
                  <a:cubicBezTo>
                    <a:pt x="427" y="138"/>
                    <a:pt x="427" y="138"/>
                    <a:pt x="427" y="138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6"/>
                    <a:pt x="423" y="136"/>
                    <a:pt x="423" y="136"/>
                  </a:cubicBezTo>
                  <a:cubicBezTo>
                    <a:pt x="420" y="134"/>
                    <a:pt x="420" y="134"/>
                    <a:pt x="420" y="134"/>
                  </a:cubicBezTo>
                  <a:cubicBezTo>
                    <a:pt x="419" y="135"/>
                    <a:pt x="419" y="135"/>
                    <a:pt x="419" y="135"/>
                  </a:cubicBezTo>
                  <a:cubicBezTo>
                    <a:pt x="419" y="134"/>
                    <a:pt x="419" y="134"/>
                    <a:pt x="419" y="134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9" y="132"/>
                    <a:pt x="419" y="132"/>
                    <a:pt x="419" y="132"/>
                  </a:cubicBezTo>
                  <a:cubicBezTo>
                    <a:pt x="419" y="130"/>
                    <a:pt x="419" y="130"/>
                    <a:pt x="419" y="130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3" y="129"/>
                    <a:pt x="423" y="129"/>
                    <a:pt x="423" y="129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5" y="128"/>
                    <a:pt x="425" y="128"/>
                    <a:pt x="425" y="128"/>
                  </a:cubicBezTo>
                  <a:cubicBezTo>
                    <a:pt x="429" y="129"/>
                    <a:pt x="429" y="129"/>
                    <a:pt x="429" y="129"/>
                  </a:cubicBezTo>
                  <a:cubicBezTo>
                    <a:pt x="430" y="128"/>
                    <a:pt x="430" y="128"/>
                    <a:pt x="430" y="128"/>
                  </a:cubicBezTo>
                  <a:cubicBezTo>
                    <a:pt x="431" y="126"/>
                    <a:pt x="431" y="126"/>
                    <a:pt x="431" y="126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1" y="122"/>
                    <a:pt x="431" y="122"/>
                    <a:pt x="431" y="122"/>
                  </a:cubicBezTo>
                  <a:cubicBezTo>
                    <a:pt x="430" y="121"/>
                    <a:pt x="430" y="121"/>
                    <a:pt x="430" y="121"/>
                  </a:cubicBezTo>
                  <a:cubicBezTo>
                    <a:pt x="430" y="119"/>
                    <a:pt x="430" y="119"/>
                    <a:pt x="430" y="119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8" y="117"/>
                    <a:pt x="428" y="117"/>
                    <a:pt x="428" y="117"/>
                  </a:cubicBezTo>
                  <a:cubicBezTo>
                    <a:pt x="428" y="116"/>
                    <a:pt x="428" y="116"/>
                    <a:pt x="428" y="116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4" y="114"/>
                    <a:pt x="424" y="114"/>
                    <a:pt x="424" y="114"/>
                  </a:cubicBezTo>
                  <a:cubicBezTo>
                    <a:pt x="424" y="115"/>
                    <a:pt x="424" y="115"/>
                    <a:pt x="424" y="115"/>
                  </a:cubicBezTo>
                  <a:cubicBezTo>
                    <a:pt x="423" y="114"/>
                    <a:pt x="423" y="114"/>
                    <a:pt x="423" y="114"/>
                  </a:cubicBezTo>
                  <a:cubicBezTo>
                    <a:pt x="420" y="113"/>
                    <a:pt x="420" y="113"/>
                    <a:pt x="420" y="113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21" y="115"/>
                    <a:pt x="421" y="115"/>
                    <a:pt x="421" y="115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18" y="114"/>
                    <a:pt x="418" y="114"/>
                    <a:pt x="418" y="114"/>
                  </a:cubicBezTo>
                  <a:cubicBezTo>
                    <a:pt x="417" y="112"/>
                    <a:pt x="417" y="112"/>
                    <a:pt x="417" y="112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5" y="112"/>
                    <a:pt x="415" y="112"/>
                    <a:pt x="415" y="112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1" y="109"/>
                    <a:pt x="411" y="109"/>
                    <a:pt x="411" y="109"/>
                  </a:cubicBezTo>
                  <a:cubicBezTo>
                    <a:pt x="409" y="108"/>
                    <a:pt x="409" y="108"/>
                    <a:pt x="409" y="108"/>
                  </a:cubicBezTo>
                  <a:cubicBezTo>
                    <a:pt x="408" y="106"/>
                    <a:pt x="408" y="106"/>
                    <a:pt x="408" y="106"/>
                  </a:cubicBezTo>
                  <a:cubicBezTo>
                    <a:pt x="402" y="103"/>
                    <a:pt x="402" y="103"/>
                    <a:pt x="402" y="103"/>
                  </a:cubicBezTo>
                  <a:cubicBezTo>
                    <a:pt x="401" y="100"/>
                    <a:pt x="401" y="100"/>
                    <a:pt x="401" y="100"/>
                  </a:cubicBezTo>
                  <a:cubicBezTo>
                    <a:pt x="401" y="99"/>
                    <a:pt x="401" y="99"/>
                    <a:pt x="401" y="99"/>
                  </a:cubicBezTo>
                  <a:cubicBezTo>
                    <a:pt x="399" y="95"/>
                    <a:pt x="399" y="95"/>
                    <a:pt x="399" y="95"/>
                  </a:cubicBezTo>
                  <a:cubicBezTo>
                    <a:pt x="399" y="93"/>
                    <a:pt x="399" y="93"/>
                    <a:pt x="399" y="93"/>
                  </a:cubicBezTo>
                  <a:cubicBezTo>
                    <a:pt x="398" y="93"/>
                    <a:pt x="398" y="93"/>
                    <a:pt x="398" y="93"/>
                  </a:cubicBezTo>
                  <a:cubicBezTo>
                    <a:pt x="396" y="92"/>
                    <a:pt x="396" y="92"/>
                    <a:pt x="396" y="92"/>
                  </a:cubicBezTo>
                  <a:cubicBezTo>
                    <a:pt x="395" y="92"/>
                    <a:pt x="395" y="92"/>
                    <a:pt x="395" y="92"/>
                  </a:cubicBezTo>
                  <a:cubicBezTo>
                    <a:pt x="393" y="91"/>
                    <a:pt x="393" y="91"/>
                    <a:pt x="393" y="91"/>
                  </a:cubicBezTo>
                  <a:cubicBezTo>
                    <a:pt x="392" y="91"/>
                    <a:pt x="392" y="91"/>
                    <a:pt x="392" y="91"/>
                  </a:cubicBezTo>
                  <a:cubicBezTo>
                    <a:pt x="391" y="90"/>
                    <a:pt x="391" y="90"/>
                    <a:pt x="391" y="90"/>
                  </a:cubicBezTo>
                  <a:cubicBezTo>
                    <a:pt x="389" y="90"/>
                    <a:pt x="389" y="90"/>
                    <a:pt x="389" y="90"/>
                  </a:cubicBezTo>
                  <a:cubicBezTo>
                    <a:pt x="387" y="92"/>
                    <a:pt x="387" y="92"/>
                    <a:pt x="387" y="92"/>
                  </a:cubicBezTo>
                  <a:cubicBezTo>
                    <a:pt x="386" y="95"/>
                    <a:pt x="386" y="95"/>
                    <a:pt x="386" y="95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3" y="96"/>
                    <a:pt x="383" y="96"/>
                    <a:pt x="383" y="96"/>
                  </a:cubicBezTo>
                  <a:cubicBezTo>
                    <a:pt x="382" y="96"/>
                    <a:pt x="382" y="96"/>
                    <a:pt x="382" y="96"/>
                  </a:cubicBezTo>
                  <a:cubicBezTo>
                    <a:pt x="381" y="95"/>
                    <a:pt x="381" y="95"/>
                    <a:pt x="381" y="95"/>
                  </a:cubicBezTo>
                  <a:cubicBezTo>
                    <a:pt x="379" y="95"/>
                    <a:pt x="379" y="95"/>
                    <a:pt x="379" y="95"/>
                  </a:cubicBezTo>
                  <a:cubicBezTo>
                    <a:pt x="378" y="95"/>
                    <a:pt x="378" y="95"/>
                    <a:pt x="378" y="95"/>
                  </a:cubicBezTo>
                  <a:cubicBezTo>
                    <a:pt x="379" y="93"/>
                    <a:pt x="379" y="93"/>
                    <a:pt x="379" y="93"/>
                  </a:cubicBezTo>
                  <a:cubicBezTo>
                    <a:pt x="380" y="93"/>
                    <a:pt x="380" y="93"/>
                    <a:pt x="380" y="93"/>
                  </a:cubicBezTo>
                  <a:cubicBezTo>
                    <a:pt x="382" y="92"/>
                    <a:pt x="382" y="92"/>
                    <a:pt x="382" y="92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3" y="90"/>
                    <a:pt x="383" y="90"/>
                    <a:pt x="383" y="90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82" y="89"/>
                    <a:pt x="382" y="89"/>
                    <a:pt x="382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4" y="85"/>
                    <a:pt x="384" y="85"/>
                    <a:pt x="384" y="85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384" y="82"/>
                    <a:pt x="384" y="82"/>
                    <a:pt x="384" y="82"/>
                  </a:cubicBezTo>
                  <a:cubicBezTo>
                    <a:pt x="385" y="82"/>
                    <a:pt x="385" y="82"/>
                    <a:pt x="385" y="82"/>
                  </a:cubicBezTo>
                  <a:cubicBezTo>
                    <a:pt x="385" y="81"/>
                    <a:pt x="385" y="81"/>
                    <a:pt x="385" y="81"/>
                  </a:cubicBezTo>
                  <a:cubicBezTo>
                    <a:pt x="387" y="80"/>
                    <a:pt x="387" y="80"/>
                    <a:pt x="387" y="80"/>
                  </a:cubicBezTo>
                  <a:cubicBezTo>
                    <a:pt x="383" y="80"/>
                    <a:pt x="383" y="80"/>
                    <a:pt x="383" y="80"/>
                  </a:cubicBezTo>
                  <a:cubicBezTo>
                    <a:pt x="382" y="81"/>
                    <a:pt x="382" y="81"/>
                    <a:pt x="382" y="81"/>
                  </a:cubicBezTo>
                  <a:cubicBezTo>
                    <a:pt x="383" y="82"/>
                    <a:pt x="383" y="82"/>
                    <a:pt x="383" y="82"/>
                  </a:cubicBezTo>
                  <a:cubicBezTo>
                    <a:pt x="381" y="82"/>
                    <a:pt x="381" y="82"/>
                    <a:pt x="381" y="82"/>
                  </a:cubicBezTo>
                  <a:cubicBezTo>
                    <a:pt x="381" y="84"/>
                    <a:pt x="381" y="84"/>
                    <a:pt x="381" y="84"/>
                  </a:cubicBezTo>
                  <a:cubicBezTo>
                    <a:pt x="379" y="85"/>
                    <a:pt x="379" y="85"/>
                    <a:pt x="379" y="85"/>
                  </a:cubicBezTo>
                  <a:cubicBezTo>
                    <a:pt x="376" y="85"/>
                    <a:pt x="376" y="85"/>
                    <a:pt x="376" y="85"/>
                  </a:cubicBezTo>
                  <a:cubicBezTo>
                    <a:pt x="378" y="88"/>
                    <a:pt x="378" y="88"/>
                    <a:pt x="378" y="88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3" y="89"/>
                    <a:pt x="373" y="89"/>
                    <a:pt x="373" y="89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3" y="90"/>
                    <a:pt x="373" y="90"/>
                    <a:pt x="373" y="90"/>
                  </a:cubicBezTo>
                  <a:cubicBezTo>
                    <a:pt x="371" y="91"/>
                    <a:pt x="371" y="91"/>
                    <a:pt x="371" y="91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0" y="92"/>
                    <a:pt x="370" y="92"/>
                    <a:pt x="370" y="92"/>
                  </a:cubicBezTo>
                  <a:cubicBezTo>
                    <a:pt x="369" y="90"/>
                    <a:pt x="369" y="90"/>
                    <a:pt x="369" y="90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71" y="81"/>
                    <a:pt x="371" y="81"/>
                    <a:pt x="371" y="81"/>
                  </a:cubicBezTo>
                  <a:cubicBezTo>
                    <a:pt x="371" y="77"/>
                    <a:pt x="371" y="77"/>
                    <a:pt x="371" y="77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1" y="70"/>
                    <a:pt x="371" y="70"/>
                    <a:pt x="371" y="70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4"/>
                    <a:pt x="371" y="64"/>
                    <a:pt x="371" y="64"/>
                  </a:cubicBezTo>
                  <a:cubicBezTo>
                    <a:pt x="369" y="65"/>
                    <a:pt x="369" y="65"/>
                    <a:pt x="369" y="65"/>
                  </a:cubicBezTo>
                  <a:cubicBezTo>
                    <a:pt x="367" y="67"/>
                    <a:pt x="367" y="67"/>
                    <a:pt x="367" y="67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6" y="70"/>
                    <a:pt x="366" y="70"/>
                    <a:pt x="366" y="70"/>
                  </a:cubicBezTo>
                  <a:cubicBezTo>
                    <a:pt x="367" y="71"/>
                    <a:pt x="367" y="71"/>
                    <a:pt x="367" y="71"/>
                  </a:cubicBezTo>
                  <a:cubicBezTo>
                    <a:pt x="366" y="72"/>
                    <a:pt x="366" y="72"/>
                    <a:pt x="366" y="72"/>
                  </a:cubicBezTo>
                  <a:cubicBezTo>
                    <a:pt x="367" y="74"/>
                    <a:pt x="367" y="74"/>
                    <a:pt x="367" y="74"/>
                  </a:cubicBezTo>
                  <a:cubicBezTo>
                    <a:pt x="367" y="75"/>
                    <a:pt x="367" y="75"/>
                    <a:pt x="367" y="75"/>
                  </a:cubicBezTo>
                  <a:cubicBezTo>
                    <a:pt x="366" y="75"/>
                    <a:pt x="366" y="75"/>
                    <a:pt x="366" y="75"/>
                  </a:cubicBezTo>
                  <a:cubicBezTo>
                    <a:pt x="365" y="74"/>
                    <a:pt x="365" y="74"/>
                    <a:pt x="365" y="74"/>
                  </a:cubicBezTo>
                  <a:cubicBezTo>
                    <a:pt x="364" y="75"/>
                    <a:pt x="364" y="75"/>
                    <a:pt x="364" y="75"/>
                  </a:cubicBezTo>
                  <a:cubicBezTo>
                    <a:pt x="364" y="76"/>
                    <a:pt x="364" y="76"/>
                    <a:pt x="364" y="76"/>
                  </a:cubicBezTo>
                  <a:cubicBezTo>
                    <a:pt x="363" y="75"/>
                    <a:pt x="363" y="75"/>
                    <a:pt x="363" y="75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62" y="77"/>
                    <a:pt x="362" y="77"/>
                    <a:pt x="362" y="77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58" y="79"/>
                    <a:pt x="358" y="79"/>
                    <a:pt x="358" y="79"/>
                  </a:cubicBezTo>
                  <a:cubicBezTo>
                    <a:pt x="357" y="79"/>
                    <a:pt x="357" y="79"/>
                    <a:pt x="357" y="79"/>
                  </a:cubicBezTo>
                  <a:cubicBezTo>
                    <a:pt x="358" y="77"/>
                    <a:pt x="358" y="77"/>
                    <a:pt x="358" y="77"/>
                  </a:cubicBezTo>
                  <a:cubicBezTo>
                    <a:pt x="356" y="77"/>
                    <a:pt x="356" y="77"/>
                    <a:pt x="356" y="77"/>
                  </a:cubicBezTo>
                  <a:cubicBezTo>
                    <a:pt x="355" y="78"/>
                    <a:pt x="355" y="78"/>
                    <a:pt x="355" y="78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79"/>
                    <a:pt x="350" y="79"/>
                    <a:pt x="350" y="79"/>
                  </a:cubicBezTo>
                  <a:cubicBezTo>
                    <a:pt x="348" y="79"/>
                    <a:pt x="348" y="79"/>
                    <a:pt x="348" y="79"/>
                  </a:cubicBezTo>
                  <a:cubicBezTo>
                    <a:pt x="349" y="78"/>
                    <a:pt x="349" y="78"/>
                    <a:pt x="349" y="78"/>
                  </a:cubicBezTo>
                  <a:cubicBezTo>
                    <a:pt x="351" y="77"/>
                    <a:pt x="351" y="77"/>
                    <a:pt x="351" y="77"/>
                  </a:cubicBezTo>
                  <a:cubicBezTo>
                    <a:pt x="355" y="76"/>
                    <a:pt x="355" y="76"/>
                    <a:pt x="355" y="76"/>
                  </a:cubicBezTo>
                  <a:cubicBezTo>
                    <a:pt x="355" y="75"/>
                    <a:pt x="355" y="75"/>
                    <a:pt x="355" y="75"/>
                  </a:cubicBezTo>
                  <a:cubicBezTo>
                    <a:pt x="356" y="75"/>
                    <a:pt x="356" y="75"/>
                    <a:pt x="356" y="75"/>
                  </a:cubicBezTo>
                  <a:cubicBezTo>
                    <a:pt x="357" y="74"/>
                    <a:pt x="357" y="74"/>
                    <a:pt x="357" y="74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6" y="71"/>
                    <a:pt x="356" y="71"/>
                    <a:pt x="356" y="71"/>
                  </a:cubicBezTo>
                  <a:cubicBezTo>
                    <a:pt x="354" y="70"/>
                    <a:pt x="354" y="70"/>
                    <a:pt x="354" y="70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351" y="71"/>
                    <a:pt x="351" y="71"/>
                    <a:pt x="351" y="71"/>
                  </a:cubicBezTo>
                  <a:cubicBezTo>
                    <a:pt x="349" y="71"/>
                    <a:pt x="349" y="71"/>
                    <a:pt x="349" y="71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4" y="73"/>
                    <a:pt x="344" y="73"/>
                    <a:pt x="344" y="73"/>
                  </a:cubicBezTo>
                  <a:cubicBezTo>
                    <a:pt x="343" y="74"/>
                    <a:pt x="343" y="74"/>
                    <a:pt x="343" y="74"/>
                  </a:cubicBezTo>
                  <a:cubicBezTo>
                    <a:pt x="339" y="75"/>
                    <a:pt x="339" y="75"/>
                    <a:pt x="339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2" y="75"/>
                    <a:pt x="332" y="75"/>
                    <a:pt x="332" y="75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0" y="76"/>
                    <a:pt x="330" y="76"/>
                    <a:pt x="330" y="76"/>
                  </a:cubicBezTo>
                  <a:cubicBezTo>
                    <a:pt x="329" y="77"/>
                    <a:pt x="329" y="77"/>
                    <a:pt x="329" y="77"/>
                  </a:cubicBezTo>
                  <a:cubicBezTo>
                    <a:pt x="328" y="79"/>
                    <a:pt x="328" y="79"/>
                    <a:pt x="328" y="79"/>
                  </a:cubicBezTo>
                  <a:cubicBezTo>
                    <a:pt x="327" y="79"/>
                    <a:pt x="327" y="79"/>
                    <a:pt x="327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4" y="78"/>
                    <a:pt x="324" y="78"/>
                    <a:pt x="324" y="78"/>
                  </a:cubicBezTo>
                  <a:cubicBezTo>
                    <a:pt x="322" y="79"/>
                    <a:pt x="322" y="79"/>
                    <a:pt x="322" y="79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0" y="80"/>
                    <a:pt x="320" y="80"/>
                    <a:pt x="320" y="80"/>
                  </a:cubicBezTo>
                  <a:cubicBezTo>
                    <a:pt x="319" y="80"/>
                    <a:pt x="319" y="80"/>
                    <a:pt x="319" y="80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4" y="77"/>
                    <a:pt x="324" y="77"/>
                    <a:pt x="324" y="77"/>
                  </a:cubicBezTo>
                  <a:cubicBezTo>
                    <a:pt x="326" y="74"/>
                    <a:pt x="326" y="74"/>
                    <a:pt x="326" y="74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2"/>
                    <a:pt x="323" y="72"/>
                    <a:pt x="323" y="72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0" y="74"/>
                    <a:pt x="320" y="74"/>
                    <a:pt x="320" y="74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6" y="74"/>
                    <a:pt x="316" y="74"/>
                    <a:pt x="316" y="74"/>
                  </a:cubicBezTo>
                  <a:cubicBezTo>
                    <a:pt x="317" y="74"/>
                    <a:pt x="317" y="74"/>
                    <a:pt x="317" y="74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7" y="73"/>
                    <a:pt x="317" y="73"/>
                    <a:pt x="317" y="73"/>
                  </a:cubicBezTo>
                  <a:cubicBezTo>
                    <a:pt x="318" y="70"/>
                    <a:pt x="318" y="70"/>
                    <a:pt x="318" y="70"/>
                  </a:cubicBezTo>
                  <a:cubicBezTo>
                    <a:pt x="317" y="70"/>
                    <a:pt x="317" y="70"/>
                    <a:pt x="317" y="70"/>
                  </a:cubicBezTo>
                  <a:cubicBezTo>
                    <a:pt x="316" y="70"/>
                    <a:pt x="316" y="70"/>
                    <a:pt x="316" y="70"/>
                  </a:cubicBezTo>
                  <a:cubicBezTo>
                    <a:pt x="316" y="70"/>
                    <a:pt x="316" y="71"/>
                    <a:pt x="315" y="71"/>
                  </a:cubicBezTo>
                  <a:cubicBezTo>
                    <a:pt x="316" y="71"/>
                    <a:pt x="316" y="71"/>
                    <a:pt x="316" y="71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4" y="75"/>
                    <a:pt x="314" y="75"/>
                    <a:pt x="314" y="75"/>
                  </a:cubicBezTo>
                  <a:cubicBezTo>
                    <a:pt x="313" y="77"/>
                    <a:pt x="313" y="77"/>
                    <a:pt x="313" y="77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2" y="75"/>
                    <a:pt x="312" y="75"/>
                    <a:pt x="312" y="75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09" y="77"/>
                    <a:pt x="309" y="77"/>
                    <a:pt x="309" y="77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6" y="81"/>
                    <a:pt x="306" y="81"/>
                    <a:pt x="306" y="81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1"/>
                    <a:pt x="303" y="81"/>
                    <a:pt x="303" y="81"/>
                  </a:cubicBezTo>
                  <a:cubicBezTo>
                    <a:pt x="301" y="80"/>
                    <a:pt x="301" y="80"/>
                    <a:pt x="301" y="80"/>
                  </a:cubicBezTo>
                  <a:cubicBezTo>
                    <a:pt x="301" y="81"/>
                    <a:pt x="301" y="81"/>
                    <a:pt x="301" y="81"/>
                  </a:cubicBezTo>
                  <a:cubicBezTo>
                    <a:pt x="300" y="80"/>
                    <a:pt x="300" y="80"/>
                    <a:pt x="300" y="80"/>
                  </a:cubicBezTo>
                  <a:cubicBezTo>
                    <a:pt x="298" y="78"/>
                    <a:pt x="298" y="78"/>
                    <a:pt x="298" y="78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3"/>
                    <a:pt x="297" y="73"/>
                    <a:pt x="297" y="73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295" y="72"/>
                    <a:pt x="295" y="72"/>
                    <a:pt x="295" y="72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5" y="70"/>
                    <a:pt x="295" y="70"/>
                    <a:pt x="295" y="70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8" y="67"/>
                    <a:pt x="298" y="67"/>
                    <a:pt x="298" y="67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4" y="63"/>
                    <a:pt x="294" y="63"/>
                    <a:pt x="294" y="63"/>
                  </a:cubicBezTo>
                  <a:cubicBezTo>
                    <a:pt x="293" y="65"/>
                    <a:pt x="293" y="65"/>
                    <a:pt x="293" y="65"/>
                  </a:cubicBezTo>
                  <a:cubicBezTo>
                    <a:pt x="293" y="66"/>
                    <a:pt x="293" y="66"/>
                    <a:pt x="293" y="66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1" y="64"/>
                    <a:pt x="291" y="64"/>
                    <a:pt x="291" y="64"/>
                  </a:cubicBezTo>
                  <a:cubicBezTo>
                    <a:pt x="290" y="63"/>
                    <a:pt x="290" y="63"/>
                    <a:pt x="290" y="63"/>
                  </a:cubicBezTo>
                  <a:cubicBezTo>
                    <a:pt x="288" y="62"/>
                    <a:pt x="288" y="62"/>
                    <a:pt x="288" y="62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7"/>
                    <a:pt x="281" y="57"/>
                    <a:pt x="281" y="57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79" y="57"/>
                    <a:pt x="279" y="57"/>
                    <a:pt x="279" y="57"/>
                  </a:cubicBezTo>
                  <a:cubicBezTo>
                    <a:pt x="279" y="54"/>
                    <a:pt x="279" y="54"/>
                    <a:pt x="279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5" y="48"/>
                    <a:pt x="275" y="48"/>
                    <a:pt x="275" y="48"/>
                  </a:cubicBezTo>
                  <a:cubicBezTo>
                    <a:pt x="272" y="48"/>
                    <a:pt x="272" y="48"/>
                    <a:pt x="272" y="48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8"/>
                    <a:pt x="266" y="48"/>
                    <a:pt x="266" y="48"/>
                  </a:cubicBezTo>
                  <a:cubicBezTo>
                    <a:pt x="265" y="47"/>
                    <a:pt x="265" y="47"/>
                    <a:pt x="265" y="47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3" y="46"/>
                    <a:pt x="263" y="46"/>
                    <a:pt x="263" y="46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0"/>
                    <a:pt x="255" y="40"/>
                    <a:pt x="255" y="40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3" y="40"/>
                    <a:pt x="253" y="40"/>
                    <a:pt x="253" y="40"/>
                  </a:cubicBezTo>
                  <a:cubicBezTo>
                    <a:pt x="252" y="39"/>
                    <a:pt x="252" y="39"/>
                    <a:pt x="252" y="39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7"/>
                    <a:pt x="251" y="37"/>
                    <a:pt x="251" y="37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6" y="34"/>
                    <a:pt x="246" y="34"/>
                    <a:pt x="246" y="34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7" y="33"/>
                    <a:pt x="247" y="33"/>
                    <a:pt x="247" y="33"/>
                  </a:cubicBezTo>
                  <a:cubicBezTo>
                    <a:pt x="247" y="31"/>
                    <a:pt x="247" y="31"/>
                    <a:pt x="247" y="31"/>
                  </a:cubicBezTo>
                  <a:cubicBezTo>
                    <a:pt x="244" y="29"/>
                    <a:pt x="244" y="29"/>
                    <a:pt x="244" y="29"/>
                  </a:cubicBezTo>
                  <a:cubicBezTo>
                    <a:pt x="242" y="29"/>
                    <a:pt x="242" y="29"/>
                    <a:pt x="242" y="29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4" y="32"/>
                    <a:pt x="234" y="32"/>
                    <a:pt x="234" y="32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4" y="29"/>
                    <a:pt x="234" y="29"/>
                    <a:pt x="234" y="29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2" y="26"/>
                    <a:pt x="232" y="26"/>
                    <a:pt x="232" y="26"/>
                  </a:cubicBezTo>
                  <a:cubicBezTo>
                    <a:pt x="233" y="26"/>
                    <a:pt x="233" y="26"/>
                    <a:pt x="233" y="26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4" y="24"/>
                    <a:pt x="234" y="24"/>
                    <a:pt x="234" y="24"/>
                  </a:cubicBezTo>
                  <a:cubicBezTo>
                    <a:pt x="231" y="22"/>
                    <a:pt x="231" y="22"/>
                    <a:pt x="231" y="22"/>
                  </a:cubicBezTo>
                  <a:cubicBezTo>
                    <a:pt x="230" y="22"/>
                    <a:pt x="230" y="22"/>
                    <a:pt x="230" y="22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0" y="15"/>
                    <a:pt x="230" y="15"/>
                    <a:pt x="230" y="15"/>
                  </a:cubicBezTo>
                  <a:cubicBezTo>
                    <a:pt x="229" y="15"/>
                    <a:pt x="229" y="15"/>
                    <a:pt x="229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5" y="14"/>
                    <a:pt x="225" y="14"/>
                    <a:pt x="225" y="14"/>
                  </a:cubicBezTo>
                  <a:cubicBezTo>
                    <a:pt x="224" y="14"/>
                    <a:pt x="224" y="14"/>
                    <a:pt x="224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3"/>
                    <a:pt x="222" y="13"/>
                    <a:pt x="222" y="13"/>
                  </a:cubicBezTo>
                  <a:cubicBezTo>
                    <a:pt x="222" y="12"/>
                    <a:pt x="222" y="12"/>
                    <a:pt x="222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2" y="7"/>
                    <a:pt x="222" y="7"/>
                    <a:pt x="222" y="7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16" y="11"/>
                    <a:pt x="216" y="11"/>
                    <a:pt x="216" y="11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4" y="11"/>
                    <a:pt x="214" y="11"/>
                    <a:pt x="214" y="11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7" y="9"/>
                    <a:pt x="217" y="9"/>
                    <a:pt x="217" y="9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3"/>
                    <a:pt x="218" y="3"/>
                    <a:pt x="218" y="3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198" y="5"/>
                    <a:pt x="198" y="5"/>
                    <a:pt x="198" y="5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7" y="8"/>
                    <a:pt x="187" y="8"/>
                    <a:pt x="187" y="8"/>
                  </a:cubicBezTo>
                  <a:cubicBezTo>
                    <a:pt x="187" y="10"/>
                    <a:pt x="187" y="10"/>
                    <a:pt x="187" y="10"/>
                  </a:cubicBezTo>
                  <a:cubicBezTo>
                    <a:pt x="188" y="10"/>
                    <a:pt x="188" y="10"/>
                    <a:pt x="188" y="10"/>
                  </a:cubicBezTo>
                  <a:cubicBezTo>
                    <a:pt x="186" y="10"/>
                    <a:pt x="186" y="10"/>
                    <a:pt x="186" y="10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6" y="9"/>
                    <a:pt x="176" y="9"/>
                    <a:pt x="176" y="9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1" y="11"/>
                    <a:pt x="171" y="11"/>
                    <a:pt x="171" y="11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6" y="20"/>
                    <a:pt x="156" y="20"/>
                    <a:pt x="156" y="20"/>
                  </a:cubicBezTo>
                  <a:cubicBezTo>
                    <a:pt x="150" y="26"/>
                    <a:pt x="150" y="26"/>
                    <a:pt x="150" y="26"/>
                  </a:cubicBezTo>
                  <a:cubicBezTo>
                    <a:pt x="147" y="27"/>
                    <a:pt x="147" y="27"/>
                    <a:pt x="147" y="27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3" y="80"/>
                    <a:pt x="123" y="80"/>
                    <a:pt x="123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3"/>
                    <a:pt x="126" y="83"/>
                    <a:pt x="126" y="83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0" y="72"/>
                    <a:pt x="110" y="72"/>
                    <a:pt x="110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7" y="71"/>
                    <a:pt x="107" y="71"/>
                    <a:pt x="107" y="71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7"/>
                    <a:pt x="106" y="107"/>
                    <a:pt x="106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0" y="108"/>
                    <a:pt x="110" y="108"/>
                    <a:pt x="110" y="108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6" y="110"/>
                    <a:pt x="106" y="110"/>
                    <a:pt x="106" y="110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3" y="120"/>
                    <a:pt x="103" y="120"/>
                    <a:pt x="103" y="120"/>
                  </a:cubicBezTo>
                  <a:cubicBezTo>
                    <a:pt x="102" y="122"/>
                    <a:pt x="102" y="122"/>
                    <a:pt x="102" y="122"/>
                  </a:cubicBezTo>
                  <a:cubicBezTo>
                    <a:pt x="103" y="122"/>
                    <a:pt x="103" y="122"/>
                    <a:pt x="103" y="122"/>
                  </a:cubicBezTo>
                  <a:cubicBezTo>
                    <a:pt x="103" y="123"/>
                    <a:pt x="103" y="123"/>
                    <a:pt x="103" y="123"/>
                  </a:cubicBezTo>
                  <a:cubicBezTo>
                    <a:pt x="103" y="124"/>
                    <a:pt x="103" y="124"/>
                    <a:pt x="103" y="124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0" y="127"/>
                    <a:pt x="100" y="127"/>
                    <a:pt x="100" y="127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2" y="127"/>
                    <a:pt x="92" y="127"/>
                    <a:pt x="92" y="127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7" y="128"/>
                    <a:pt x="87" y="128"/>
                    <a:pt x="87" y="128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78" y="132"/>
                    <a:pt x="78" y="132"/>
                    <a:pt x="78" y="132"/>
                  </a:cubicBezTo>
                  <a:cubicBezTo>
                    <a:pt x="76" y="132"/>
                    <a:pt x="76" y="132"/>
                    <a:pt x="76" y="132"/>
                  </a:cubicBezTo>
                  <a:cubicBezTo>
                    <a:pt x="76" y="131"/>
                    <a:pt x="76" y="131"/>
                    <a:pt x="76" y="131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3" y="137"/>
                    <a:pt x="63" y="137"/>
                    <a:pt x="63" y="137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6" y="162"/>
                    <a:pt x="46" y="162"/>
                    <a:pt x="46" y="162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6" y="165"/>
                    <a:pt x="46" y="165"/>
                    <a:pt x="46" y="165"/>
                  </a:cubicBezTo>
                  <a:cubicBezTo>
                    <a:pt x="46" y="167"/>
                    <a:pt x="46" y="167"/>
                    <a:pt x="46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3" y="167"/>
                    <a:pt x="43" y="167"/>
                    <a:pt x="43" y="167"/>
                  </a:cubicBezTo>
                  <a:cubicBezTo>
                    <a:pt x="43" y="169"/>
                    <a:pt x="43" y="169"/>
                    <a:pt x="43" y="169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3"/>
                    <a:pt x="43" y="173"/>
                    <a:pt x="43" y="173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4" y="181"/>
                    <a:pt x="44" y="181"/>
                    <a:pt x="44" y="181"/>
                  </a:cubicBezTo>
                  <a:cubicBezTo>
                    <a:pt x="50" y="184"/>
                    <a:pt x="50" y="184"/>
                    <a:pt x="50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9" y="180"/>
                    <a:pt x="59" y="180"/>
                    <a:pt x="59" y="180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7"/>
                    <a:pt x="59" y="177"/>
                    <a:pt x="59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0" y="181"/>
                    <a:pt x="60" y="181"/>
                    <a:pt x="60" y="181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6"/>
                    <a:pt x="58" y="186"/>
                    <a:pt x="58" y="186"/>
                  </a:cubicBezTo>
                  <a:cubicBezTo>
                    <a:pt x="58" y="187"/>
                    <a:pt x="58" y="187"/>
                    <a:pt x="58" y="187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90"/>
                    <a:pt x="58" y="190"/>
                    <a:pt x="58" y="190"/>
                  </a:cubicBezTo>
                  <a:cubicBezTo>
                    <a:pt x="56" y="191"/>
                    <a:pt x="56" y="191"/>
                    <a:pt x="56" y="191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4" y="192"/>
                    <a:pt x="54" y="192"/>
                    <a:pt x="54" y="192"/>
                  </a:cubicBezTo>
                  <a:cubicBezTo>
                    <a:pt x="53" y="193"/>
                    <a:pt x="53" y="193"/>
                    <a:pt x="53" y="193"/>
                  </a:cubicBezTo>
                  <a:cubicBezTo>
                    <a:pt x="54" y="195"/>
                    <a:pt x="54" y="195"/>
                    <a:pt x="54" y="195"/>
                  </a:cubicBezTo>
                  <a:cubicBezTo>
                    <a:pt x="54" y="197"/>
                    <a:pt x="54" y="197"/>
                    <a:pt x="54" y="197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54" y="198"/>
                    <a:pt x="54" y="198"/>
                    <a:pt x="54" y="198"/>
                  </a:cubicBezTo>
                  <a:cubicBezTo>
                    <a:pt x="54" y="199"/>
                    <a:pt x="54" y="199"/>
                    <a:pt x="54" y="199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55" y="201"/>
                    <a:pt x="55" y="201"/>
                    <a:pt x="55" y="201"/>
                  </a:cubicBezTo>
                  <a:cubicBezTo>
                    <a:pt x="54" y="201"/>
                    <a:pt x="54" y="201"/>
                    <a:pt x="54" y="201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51" y="202"/>
                    <a:pt x="51" y="202"/>
                    <a:pt x="51" y="202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54" y="205"/>
                    <a:pt x="54" y="205"/>
                    <a:pt x="54" y="205"/>
                  </a:cubicBezTo>
                  <a:cubicBezTo>
                    <a:pt x="55" y="203"/>
                    <a:pt x="55" y="203"/>
                    <a:pt x="55" y="203"/>
                  </a:cubicBezTo>
                  <a:cubicBezTo>
                    <a:pt x="58" y="201"/>
                    <a:pt x="58" y="201"/>
                    <a:pt x="58" y="201"/>
                  </a:cubicBezTo>
                  <a:cubicBezTo>
                    <a:pt x="59" y="202"/>
                    <a:pt x="59" y="202"/>
                    <a:pt x="59" y="202"/>
                  </a:cubicBezTo>
                  <a:cubicBezTo>
                    <a:pt x="56" y="203"/>
                    <a:pt x="56" y="203"/>
                    <a:pt x="56" y="203"/>
                  </a:cubicBezTo>
                  <a:cubicBezTo>
                    <a:pt x="56" y="205"/>
                    <a:pt x="56" y="205"/>
                    <a:pt x="56" y="205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1" y="201"/>
                    <a:pt x="61" y="201"/>
                    <a:pt x="61" y="201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3" y="203"/>
                    <a:pt x="63" y="203"/>
                    <a:pt x="63" y="203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4" y="205"/>
                    <a:pt x="64" y="205"/>
                    <a:pt x="64" y="205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8"/>
                    <a:pt x="67" y="208"/>
                    <a:pt x="67" y="208"/>
                  </a:cubicBezTo>
                  <a:cubicBezTo>
                    <a:pt x="67" y="209"/>
                    <a:pt x="67" y="209"/>
                    <a:pt x="67" y="209"/>
                  </a:cubicBezTo>
                  <a:cubicBezTo>
                    <a:pt x="68" y="211"/>
                    <a:pt x="68" y="211"/>
                    <a:pt x="68" y="211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70" y="209"/>
                    <a:pt x="70" y="209"/>
                    <a:pt x="70" y="209"/>
                  </a:cubicBezTo>
                  <a:cubicBezTo>
                    <a:pt x="70" y="208"/>
                    <a:pt x="70" y="208"/>
                    <a:pt x="70" y="208"/>
                  </a:cubicBezTo>
                  <a:cubicBezTo>
                    <a:pt x="71" y="206"/>
                    <a:pt x="71" y="206"/>
                    <a:pt x="71" y="206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8" y="208"/>
                    <a:pt x="78" y="208"/>
                    <a:pt x="78" y="208"/>
                  </a:cubicBezTo>
                  <a:cubicBezTo>
                    <a:pt x="81" y="207"/>
                    <a:pt x="81" y="207"/>
                    <a:pt x="81" y="207"/>
                  </a:cubicBezTo>
                  <a:cubicBezTo>
                    <a:pt x="82" y="206"/>
                    <a:pt x="82" y="206"/>
                    <a:pt x="82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4" y="206"/>
                    <a:pt x="84" y="206"/>
                    <a:pt x="84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3" y="207"/>
                    <a:pt x="83" y="207"/>
                    <a:pt x="83" y="207"/>
                  </a:cubicBezTo>
                  <a:cubicBezTo>
                    <a:pt x="82" y="208"/>
                    <a:pt x="82" y="208"/>
                    <a:pt x="82" y="208"/>
                  </a:cubicBezTo>
                  <a:cubicBezTo>
                    <a:pt x="78" y="210"/>
                    <a:pt x="78" y="210"/>
                    <a:pt x="78" y="210"/>
                  </a:cubicBezTo>
                  <a:cubicBezTo>
                    <a:pt x="76" y="212"/>
                    <a:pt x="76" y="212"/>
                    <a:pt x="76" y="212"/>
                  </a:cubicBezTo>
                  <a:cubicBezTo>
                    <a:pt x="75" y="214"/>
                    <a:pt x="75" y="214"/>
                    <a:pt x="75" y="214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2" y="229"/>
                    <a:pt x="62" y="229"/>
                    <a:pt x="62" y="229"/>
                  </a:cubicBezTo>
                  <a:cubicBezTo>
                    <a:pt x="59" y="232"/>
                    <a:pt x="59" y="232"/>
                    <a:pt x="59" y="232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7" y="232"/>
                    <a:pt x="57" y="232"/>
                    <a:pt x="57" y="232"/>
                  </a:cubicBezTo>
                  <a:cubicBezTo>
                    <a:pt x="54" y="234"/>
                    <a:pt x="54" y="234"/>
                    <a:pt x="54" y="234"/>
                  </a:cubicBezTo>
                  <a:cubicBezTo>
                    <a:pt x="53" y="235"/>
                    <a:pt x="53" y="235"/>
                    <a:pt x="53" y="235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7"/>
                    <a:pt x="50" y="237"/>
                    <a:pt x="50" y="237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46" y="239"/>
                    <a:pt x="46" y="239"/>
                    <a:pt x="46" y="239"/>
                  </a:cubicBezTo>
                  <a:cubicBezTo>
                    <a:pt x="42" y="240"/>
                    <a:pt x="42" y="240"/>
                    <a:pt x="42" y="240"/>
                  </a:cubicBezTo>
                  <a:cubicBezTo>
                    <a:pt x="40" y="242"/>
                    <a:pt x="40" y="242"/>
                    <a:pt x="40" y="242"/>
                  </a:cubicBezTo>
                  <a:cubicBezTo>
                    <a:pt x="39" y="244"/>
                    <a:pt x="39" y="244"/>
                    <a:pt x="39" y="244"/>
                  </a:cubicBezTo>
                  <a:cubicBezTo>
                    <a:pt x="39" y="245"/>
                    <a:pt x="39" y="245"/>
                    <a:pt x="39" y="245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5"/>
                    <a:pt x="37" y="245"/>
                    <a:pt x="37" y="245"/>
                  </a:cubicBezTo>
                  <a:cubicBezTo>
                    <a:pt x="36" y="244"/>
                    <a:pt x="36" y="244"/>
                    <a:pt x="36" y="244"/>
                  </a:cubicBezTo>
                  <a:cubicBezTo>
                    <a:pt x="34" y="244"/>
                    <a:pt x="34" y="244"/>
                    <a:pt x="34" y="244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6" y="253"/>
                    <a:pt x="16" y="253"/>
                    <a:pt x="16" y="253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5"/>
                    <a:pt x="9" y="255"/>
                    <a:pt x="9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3" y="257"/>
                    <a:pt x="3" y="257"/>
                    <a:pt x="3" y="257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1" y="257"/>
                    <a:pt x="1" y="257"/>
                    <a:pt x="1" y="257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8" y="261"/>
                    <a:pt x="8" y="261"/>
                    <a:pt x="8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5" y="260"/>
                    <a:pt x="15" y="260"/>
                    <a:pt x="15" y="260"/>
                  </a:cubicBezTo>
                  <a:cubicBezTo>
                    <a:pt x="15" y="259"/>
                    <a:pt x="15" y="259"/>
                    <a:pt x="15" y="259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6" y="258"/>
                    <a:pt x="16" y="258"/>
                    <a:pt x="16" y="258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7" y="257"/>
                    <a:pt x="17" y="257"/>
                    <a:pt x="17" y="257"/>
                  </a:cubicBezTo>
                  <a:cubicBezTo>
                    <a:pt x="19" y="257"/>
                    <a:pt x="19" y="257"/>
                    <a:pt x="19" y="257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0" y="260"/>
                    <a:pt x="20" y="260"/>
                    <a:pt x="20" y="260"/>
                  </a:cubicBezTo>
                  <a:cubicBezTo>
                    <a:pt x="22" y="258"/>
                    <a:pt x="22" y="258"/>
                    <a:pt x="22" y="258"/>
                  </a:cubicBezTo>
                  <a:cubicBezTo>
                    <a:pt x="21" y="257"/>
                    <a:pt x="21" y="257"/>
                    <a:pt x="21" y="257"/>
                  </a:cubicBezTo>
                  <a:cubicBezTo>
                    <a:pt x="22" y="257"/>
                    <a:pt x="22" y="257"/>
                    <a:pt x="22" y="257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4" y="257"/>
                    <a:pt x="24" y="257"/>
                    <a:pt x="24" y="257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30" y="251"/>
                    <a:pt x="30" y="251"/>
                    <a:pt x="30" y="251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50"/>
                    <a:pt x="31" y="250"/>
                    <a:pt x="31" y="250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31" y="254"/>
                    <a:pt x="31" y="254"/>
                    <a:pt x="31" y="254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1" y="256"/>
                    <a:pt x="31" y="256"/>
                    <a:pt x="31" y="256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34" y="257"/>
                    <a:pt x="34" y="257"/>
                    <a:pt x="34" y="257"/>
                  </a:cubicBezTo>
                  <a:cubicBezTo>
                    <a:pt x="34" y="256"/>
                    <a:pt x="34" y="256"/>
                    <a:pt x="34" y="256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9" y="255"/>
                    <a:pt x="39" y="255"/>
                    <a:pt x="39" y="255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6" y="253"/>
                    <a:pt x="36" y="254"/>
                    <a:pt x="36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3" y="253"/>
                    <a:pt x="33" y="253"/>
                    <a:pt x="33" y="253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2"/>
                    <a:pt x="34" y="252"/>
                    <a:pt x="34" y="252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5" y="251"/>
                    <a:pt x="35" y="251"/>
                    <a:pt x="35" y="251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7" y="252"/>
                    <a:pt x="37" y="252"/>
                    <a:pt x="37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1" y="251"/>
                    <a:pt x="41" y="251"/>
                    <a:pt x="41" y="251"/>
                  </a:cubicBezTo>
                  <a:cubicBezTo>
                    <a:pt x="42" y="249"/>
                    <a:pt x="42" y="249"/>
                    <a:pt x="42" y="249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4" y="248"/>
                    <a:pt x="44" y="248"/>
                    <a:pt x="44" y="248"/>
                  </a:cubicBezTo>
                  <a:cubicBezTo>
                    <a:pt x="44" y="249"/>
                    <a:pt x="44" y="249"/>
                    <a:pt x="44" y="249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42" y="252"/>
                    <a:pt x="42" y="252"/>
                    <a:pt x="42" y="252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3" y="253"/>
                    <a:pt x="43" y="253"/>
                    <a:pt x="43" y="253"/>
                  </a:cubicBezTo>
                  <a:cubicBezTo>
                    <a:pt x="46" y="251"/>
                    <a:pt x="46" y="251"/>
                    <a:pt x="46" y="251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7" y="249"/>
                    <a:pt x="47" y="249"/>
                    <a:pt x="47" y="249"/>
                  </a:cubicBezTo>
                  <a:cubicBezTo>
                    <a:pt x="48" y="249"/>
                    <a:pt x="48" y="249"/>
                    <a:pt x="48" y="249"/>
                  </a:cubicBezTo>
                  <a:cubicBezTo>
                    <a:pt x="50" y="249"/>
                    <a:pt x="50" y="249"/>
                    <a:pt x="50" y="249"/>
                  </a:cubicBezTo>
                  <a:cubicBezTo>
                    <a:pt x="51" y="247"/>
                    <a:pt x="51" y="247"/>
                    <a:pt x="51" y="247"/>
                  </a:cubicBezTo>
                  <a:cubicBezTo>
                    <a:pt x="52" y="248"/>
                    <a:pt x="52" y="248"/>
                    <a:pt x="52" y="248"/>
                  </a:cubicBezTo>
                  <a:cubicBezTo>
                    <a:pt x="53" y="246"/>
                    <a:pt x="53" y="246"/>
                    <a:pt x="53" y="246"/>
                  </a:cubicBezTo>
                  <a:cubicBezTo>
                    <a:pt x="53" y="248"/>
                    <a:pt x="53" y="248"/>
                    <a:pt x="53" y="248"/>
                  </a:cubicBezTo>
                  <a:cubicBezTo>
                    <a:pt x="55" y="247"/>
                    <a:pt x="55" y="247"/>
                    <a:pt x="55" y="247"/>
                  </a:cubicBezTo>
                  <a:cubicBezTo>
                    <a:pt x="56" y="246"/>
                    <a:pt x="56" y="246"/>
                    <a:pt x="56" y="246"/>
                  </a:cubicBezTo>
                  <a:cubicBezTo>
                    <a:pt x="56" y="245"/>
                    <a:pt x="56" y="245"/>
                    <a:pt x="56" y="245"/>
                  </a:cubicBezTo>
                  <a:cubicBezTo>
                    <a:pt x="57" y="245"/>
                    <a:pt x="57" y="245"/>
                    <a:pt x="57" y="245"/>
                  </a:cubicBezTo>
                  <a:cubicBezTo>
                    <a:pt x="57" y="243"/>
                    <a:pt x="57" y="243"/>
                    <a:pt x="57" y="243"/>
                  </a:cubicBezTo>
                  <a:cubicBezTo>
                    <a:pt x="56" y="243"/>
                    <a:pt x="56" y="243"/>
                    <a:pt x="56" y="243"/>
                  </a:cubicBezTo>
                  <a:cubicBezTo>
                    <a:pt x="58" y="242"/>
                    <a:pt x="58" y="242"/>
                    <a:pt x="58" y="242"/>
                  </a:cubicBezTo>
                  <a:cubicBezTo>
                    <a:pt x="61" y="242"/>
                    <a:pt x="61" y="242"/>
                    <a:pt x="61" y="242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62" y="240"/>
                    <a:pt x="62" y="240"/>
                    <a:pt x="62" y="240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7" y="243"/>
                    <a:pt x="67" y="243"/>
                    <a:pt x="67" y="243"/>
                  </a:cubicBezTo>
                  <a:cubicBezTo>
                    <a:pt x="69" y="242"/>
                    <a:pt x="69" y="242"/>
                    <a:pt x="69" y="242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5" y="240"/>
                    <a:pt x="65" y="240"/>
                    <a:pt x="65" y="240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8" y="239"/>
                    <a:pt x="68" y="239"/>
                    <a:pt x="68" y="239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1" y="236"/>
                    <a:pt x="71" y="236"/>
                    <a:pt x="71" y="236"/>
                  </a:cubicBezTo>
                  <a:cubicBezTo>
                    <a:pt x="72" y="237"/>
                    <a:pt x="72" y="237"/>
                    <a:pt x="72" y="237"/>
                  </a:cubicBezTo>
                  <a:cubicBezTo>
                    <a:pt x="73" y="235"/>
                    <a:pt x="73" y="235"/>
                    <a:pt x="73" y="235"/>
                  </a:cubicBezTo>
                  <a:cubicBezTo>
                    <a:pt x="73" y="236"/>
                    <a:pt x="73" y="236"/>
                    <a:pt x="73" y="236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7" y="233"/>
                    <a:pt x="77" y="233"/>
                    <a:pt x="77" y="233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0" y="230"/>
                    <a:pt x="80" y="230"/>
                    <a:pt x="80" y="230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4" y="227"/>
                    <a:pt x="84" y="227"/>
                    <a:pt x="84" y="227"/>
                  </a:cubicBezTo>
                  <a:cubicBezTo>
                    <a:pt x="84" y="226"/>
                    <a:pt x="84" y="226"/>
                    <a:pt x="84" y="226"/>
                  </a:cubicBezTo>
                  <a:cubicBezTo>
                    <a:pt x="85" y="226"/>
                    <a:pt x="85" y="226"/>
                    <a:pt x="85" y="226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7" y="227"/>
                    <a:pt x="87" y="227"/>
                    <a:pt x="87" y="227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4"/>
                    <a:pt x="90" y="224"/>
                    <a:pt x="90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4" y="224"/>
                    <a:pt x="94" y="224"/>
                    <a:pt x="94" y="224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9" y="220"/>
                    <a:pt x="99" y="220"/>
                    <a:pt x="99" y="220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99" y="219"/>
                    <a:pt x="99" y="219"/>
                    <a:pt x="99" y="219"/>
                  </a:cubicBezTo>
                  <a:cubicBezTo>
                    <a:pt x="100" y="220"/>
                    <a:pt x="100" y="220"/>
                    <a:pt x="100" y="220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1" y="218"/>
                    <a:pt x="101" y="218"/>
                    <a:pt x="101" y="218"/>
                  </a:cubicBezTo>
                  <a:cubicBezTo>
                    <a:pt x="102" y="216"/>
                    <a:pt x="102" y="216"/>
                    <a:pt x="102" y="216"/>
                  </a:cubicBezTo>
                  <a:cubicBezTo>
                    <a:pt x="104" y="216"/>
                    <a:pt x="104" y="216"/>
                    <a:pt x="104" y="216"/>
                  </a:cubicBezTo>
                  <a:cubicBezTo>
                    <a:pt x="106" y="215"/>
                    <a:pt x="106" y="215"/>
                    <a:pt x="106" y="215"/>
                  </a:cubicBezTo>
                  <a:cubicBezTo>
                    <a:pt x="107" y="215"/>
                    <a:pt x="107" y="215"/>
                    <a:pt x="107" y="215"/>
                  </a:cubicBezTo>
                  <a:cubicBezTo>
                    <a:pt x="109" y="213"/>
                    <a:pt x="109" y="213"/>
                    <a:pt x="109" y="213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7" y="208"/>
                    <a:pt x="107" y="208"/>
                    <a:pt x="107" y="208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6"/>
                    <a:pt x="105" y="206"/>
                    <a:pt x="105" y="206"/>
                  </a:cubicBezTo>
                  <a:cubicBezTo>
                    <a:pt x="106" y="205"/>
                    <a:pt x="106" y="205"/>
                    <a:pt x="106" y="205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10" y="203"/>
                    <a:pt x="110" y="203"/>
                    <a:pt x="110" y="203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13" y="203"/>
                    <a:pt x="113" y="203"/>
                    <a:pt x="113" y="203"/>
                  </a:cubicBezTo>
                  <a:cubicBezTo>
                    <a:pt x="114" y="202"/>
                    <a:pt x="114" y="202"/>
                    <a:pt x="114" y="202"/>
                  </a:cubicBezTo>
                  <a:cubicBezTo>
                    <a:pt x="115" y="204"/>
                    <a:pt x="115" y="204"/>
                    <a:pt x="115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7" y="200"/>
                    <a:pt x="117" y="200"/>
                    <a:pt x="117" y="200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21" y="199"/>
                    <a:pt x="121" y="199"/>
                    <a:pt x="121" y="199"/>
                  </a:cubicBezTo>
                  <a:cubicBezTo>
                    <a:pt x="122" y="197"/>
                    <a:pt x="122" y="197"/>
                    <a:pt x="122" y="197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3" y="195"/>
                    <a:pt x="123" y="195"/>
                    <a:pt x="123" y="195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7" y="191"/>
                    <a:pt x="127" y="191"/>
                    <a:pt x="127" y="191"/>
                  </a:cubicBezTo>
                  <a:cubicBezTo>
                    <a:pt x="124" y="194"/>
                    <a:pt x="124" y="194"/>
                    <a:pt x="124" y="194"/>
                  </a:cubicBezTo>
                  <a:cubicBezTo>
                    <a:pt x="127" y="194"/>
                    <a:pt x="127" y="194"/>
                    <a:pt x="127" y="194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9" y="191"/>
                    <a:pt x="129" y="191"/>
                    <a:pt x="129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30" y="189"/>
                    <a:pt x="130" y="189"/>
                    <a:pt x="130" y="189"/>
                  </a:cubicBezTo>
                  <a:cubicBezTo>
                    <a:pt x="131" y="189"/>
                    <a:pt x="131" y="189"/>
                    <a:pt x="131" y="189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8" y="185"/>
                    <a:pt x="138" y="185"/>
                    <a:pt x="138" y="185"/>
                  </a:cubicBezTo>
                  <a:cubicBezTo>
                    <a:pt x="141" y="183"/>
                    <a:pt x="141" y="183"/>
                    <a:pt x="141" y="183"/>
                  </a:cubicBezTo>
                  <a:cubicBezTo>
                    <a:pt x="143" y="182"/>
                    <a:pt x="143" y="182"/>
                    <a:pt x="143" y="182"/>
                  </a:cubicBezTo>
                  <a:cubicBezTo>
                    <a:pt x="144" y="181"/>
                    <a:pt x="144" y="181"/>
                    <a:pt x="144" y="181"/>
                  </a:cubicBezTo>
                  <a:cubicBezTo>
                    <a:pt x="144" y="183"/>
                    <a:pt x="144" y="183"/>
                    <a:pt x="144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6" y="183"/>
                    <a:pt x="146" y="183"/>
                    <a:pt x="146" y="183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5" y="187"/>
                    <a:pt x="145" y="187"/>
                    <a:pt x="145" y="187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2" y="188"/>
                    <a:pt x="142" y="188"/>
                    <a:pt x="142" y="188"/>
                  </a:cubicBezTo>
                  <a:cubicBezTo>
                    <a:pt x="142" y="186"/>
                    <a:pt x="142" y="186"/>
                    <a:pt x="142" y="186"/>
                  </a:cubicBezTo>
                  <a:cubicBezTo>
                    <a:pt x="139" y="187"/>
                    <a:pt x="139" y="187"/>
                    <a:pt x="139" y="187"/>
                  </a:cubicBezTo>
                  <a:cubicBezTo>
                    <a:pt x="138" y="187"/>
                    <a:pt x="138" y="187"/>
                    <a:pt x="138" y="187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2" y="190"/>
                    <a:pt x="132" y="190"/>
                    <a:pt x="132" y="190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2" y="193"/>
                    <a:pt x="132" y="193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9" y="196"/>
                    <a:pt x="129" y="196"/>
                    <a:pt x="129" y="196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23" y="203"/>
                    <a:pt x="123" y="203"/>
                    <a:pt x="123" y="203"/>
                  </a:cubicBezTo>
                  <a:cubicBezTo>
                    <a:pt x="123" y="204"/>
                    <a:pt x="123" y="204"/>
                    <a:pt x="123" y="204"/>
                  </a:cubicBezTo>
                  <a:cubicBezTo>
                    <a:pt x="125" y="207"/>
                    <a:pt x="125" y="207"/>
                    <a:pt x="125" y="207"/>
                  </a:cubicBezTo>
                  <a:cubicBezTo>
                    <a:pt x="124" y="208"/>
                    <a:pt x="124" y="208"/>
                    <a:pt x="124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7"/>
                    <a:pt x="122" y="207"/>
                    <a:pt x="122" y="207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18" y="209"/>
                    <a:pt x="118" y="209"/>
                    <a:pt x="118" y="209"/>
                  </a:cubicBezTo>
                  <a:cubicBezTo>
                    <a:pt x="118" y="211"/>
                    <a:pt x="118" y="211"/>
                    <a:pt x="118" y="211"/>
                  </a:cubicBezTo>
                  <a:cubicBezTo>
                    <a:pt x="121" y="214"/>
                    <a:pt x="121" y="214"/>
                    <a:pt x="121" y="214"/>
                  </a:cubicBezTo>
                  <a:cubicBezTo>
                    <a:pt x="122" y="214"/>
                    <a:pt x="122" y="214"/>
                    <a:pt x="122" y="214"/>
                  </a:cubicBezTo>
                  <a:cubicBezTo>
                    <a:pt x="122" y="213"/>
                    <a:pt x="122" y="213"/>
                    <a:pt x="122" y="213"/>
                  </a:cubicBezTo>
                  <a:cubicBezTo>
                    <a:pt x="123" y="214"/>
                    <a:pt x="123" y="214"/>
                    <a:pt x="123" y="214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4"/>
                    <a:pt x="124" y="214"/>
                    <a:pt x="124" y="214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7" y="211"/>
                    <a:pt x="127" y="211"/>
                    <a:pt x="127" y="211"/>
                  </a:cubicBezTo>
                  <a:cubicBezTo>
                    <a:pt x="129" y="210"/>
                    <a:pt x="129" y="210"/>
                    <a:pt x="129" y="210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2" y="210"/>
                    <a:pt x="132" y="210"/>
                    <a:pt x="132" y="210"/>
                  </a:cubicBezTo>
                  <a:cubicBezTo>
                    <a:pt x="134" y="208"/>
                    <a:pt x="134" y="208"/>
                    <a:pt x="134" y="208"/>
                  </a:cubicBezTo>
                  <a:cubicBezTo>
                    <a:pt x="135" y="208"/>
                    <a:pt x="135" y="208"/>
                    <a:pt x="135" y="208"/>
                  </a:cubicBezTo>
                  <a:cubicBezTo>
                    <a:pt x="136" y="209"/>
                    <a:pt x="136" y="209"/>
                    <a:pt x="136" y="209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7" y="207"/>
                    <a:pt x="137" y="207"/>
                    <a:pt x="137" y="207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9" y="207"/>
                    <a:pt x="139" y="207"/>
                    <a:pt x="139" y="207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1" y="206"/>
                    <a:pt x="141" y="206"/>
                    <a:pt x="141" y="206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5"/>
                    <a:pt x="143" y="205"/>
                    <a:pt x="143" y="205"/>
                  </a:cubicBezTo>
                  <a:cubicBezTo>
                    <a:pt x="145" y="206"/>
                    <a:pt x="145" y="206"/>
                    <a:pt x="145" y="206"/>
                  </a:cubicBezTo>
                  <a:cubicBezTo>
                    <a:pt x="146" y="206"/>
                    <a:pt x="146" y="206"/>
                    <a:pt x="146" y="206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4"/>
                    <a:pt x="148" y="204"/>
                    <a:pt x="148" y="204"/>
                  </a:cubicBezTo>
                  <a:cubicBezTo>
                    <a:pt x="150" y="204"/>
                    <a:pt x="150" y="204"/>
                    <a:pt x="150" y="204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54" y="204"/>
                    <a:pt x="154" y="204"/>
                    <a:pt x="154" y="204"/>
                  </a:cubicBezTo>
                  <a:cubicBezTo>
                    <a:pt x="155" y="202"/>
                    <a:pt x="155" y="202"/>
                    <a:pt x="155" y="202"/>
                  </a:cubicBezTo>
                  <a:cubicBezTo>
                    <a:pt x="156" y="201"/>
                    <a:pt x="156" y="201"/>
                    <a:pt x="156" y="201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7" y="198"/>
                    <a:pt x="157" y="198"/>
                    <a:pt x="157" y="198"/>
                  </a:cubicBezTo>
                  <a:cubicBezTo>
                    <a:pt x="156" y="198"/>
                    <a:pt x="156" y="198"/>
                    <a:pt x="156" y="198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4" y="198"/>
                    <a:pt x="154" y="198"/>
                    <a:pt x="154" y="198"/>
                  </a:cubicBezTo>
                  <a:cubicBezTo>
                    <a:pt x="155" y="196"/>
                    <a:pt x="155" y="196"/>
                    <a:pt x="155" y="196"/>
                  </a:cubicBezTo>
                  <a:cubicBezTo>
                    <a:pt x="153" y="196"/>
                    <a:pt x="153" y="196"/>
                    <a:pt x="153" y="196"/>
                  </a:cubicBezTo>
                  <a:cubicBezTo>
                    <a:pt x="154" y="195"/>
                    <a:pt x="154" y="195"/>
                    <a:pt x="154" y="195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2" y="193"/>
                    <a:pt x="152" y="193"/>
                    <a:pt x="152" y="193"/>
                  </a:cubicBezTo>
                  <a:cubicBezTo>
                    <a:pt x="151" y="193"/>
                    <a:pt x="151" y="193"/>
                    <a:pt x="151" y="193"/>
                  </a:cubicBezTo>
                  <a:cubicBezTo>
                    <a:pt x="151" y="192"/>
                    <a:pt x="151" y="192"/>
                    <a:pt x="151" y="192"/>
                  </a:cubicBezTo>
                  <a:cubicBezTo>
                    <a:pt x="153" y="192"/>
                    <a:pt x="153" y="192"/>
                    <a:pt x="153" y="192"/>
                  </a:cubicBezTo>
                  <a:cubicBezTo>
                    <a:pt x="154" y="192"/>
                    <a:pt x="154" y="192"/>
                    <a:pt x="154" y="192"/>
                  </a:cubicBezTo>
                  <a:cubicBezTo>
                    <a:pt x="155" y="192"/>
                    <a:pt x="155" y="192"/>
                    <a:pt x="155" y="192"/>
                  </a:cubicBezTo>
                  <a:cubicBezTo>
                    <a:pt x="155" y="191"/>
                    <a:pt x="155" y="191"/>
                    <a:pt x="155" y="191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2"/>
                    <a:pt x="157" y="192"/>
                    <a:pt x="157" y="192"/>
                  </a:cubicBezTo>
                  <a:cubicBezTo>
                    <a:pt x="156" y="191"/>
                    <a:pt x="156" y="191"/>
                    <a:pt x="156" y="191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6" y="196"/>
                    <a:pt x="156" y="196"/>
                    <a:pt x="156" y="196"/>
                  </a:cubicBezTo>
                  <a:cubicBezTo>
                    <a:pt x="158" y="194"/>
                    <a:pt x="158" y="194"/>
                    <a:pt x="158" y="194"/>
                  </a:cubicBezTo>
                  <a:cubicBezTo>
                    <a:pt x="157" y="193"/>
                    <a:pt x="157" y="193"/>
                    <a:pt x="157" y="193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8" y="195"/>
                    <a:pt x="158" y="195"/>
                    <a:pt x="158" y="195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60" y="193"/>
                    <a:pt x="160" y="193"/>
                    <a:pt x="160" y="193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1" y="194"/>
                    <a:pt x="161" y="194"/>
                    <a:pt x="161" y="194"/>
                  </a:cubicBezTo>
                  <a:cubicBezTo>
                    <a:pt x="163" y="195"/>
                    <a:pt x="163" y="195"/>
                    <a:pt x="163" y="195"/>
                  </a:cubicBezTo>
                  <a:cubicBezTo>
                    <a:pt x="165" y="194"/>
                    <a:pt x="165" y="194"/>
                    <a:pt x="165" y="194"/>
                  </a:cubicBezTo>
                  <a:cubicBezTo>
                    <a:pt x="165" y="195"/>
                    <a:pt x="165" y="195"/>
                    <a:pt x="165" y="195"/>
                  </a:cubicBezTo>
                  <a:cubicBezTo>
                    <a:pt x="164" y="195"/>
                    <a:pt x="164" y="195"/>
                    <a:pt x="164" y="195"/>
                  </a:cubicBezTo>
                  <a:cubicBezTo>
                    <a:pt x="164" y="197"/>
                    <a:pt x="164" y="197"/>
                    <a:pt x="164" y="197"/>
                  </a:cubicBezTo>
                  <a:cubicBezTo>
                    <a:pt x="165" y="198"/>
                    <a:pt x="165" y="198"/>
                    <a:pt x="165" y="198"/>
                  </a:cubicBezTo>
                  <a:cubicBezTo>
                    <a:pt x="165" y="199"/>
                    <a:pt x="165" y="199"/>
                    <a:pt x="165" y="199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6" y="201"/>
                    <a:pt x="166" y="201"/>
                    <a:pt x="166" y="201"/>
                  </a:cubicBezTo>
                  <a:cubicBezTo>
                    <a:pt x="166" y="202"/>
                    <a:pt x="166" y="202"/>
                    <a:pt x="166" y="202"/>
                  </a:cubicBezTo>
                  <a:cubicBezTo>
                    <a:pt x="168" y="202"/>
                    <a:pt x="168" y="202"/>
                    <a:pt x="168" y="202"/>
                  </a:cubicBezTo>
                  <a:cubicBezTo>
                    <a:pt x="169" y="202"/>
                    <a:pt x="169" y="202"/>
                    <a:pt x="169" y="202"/>
                  </a:cubicBezTo>
                  <a:cubicBezTo>
                    <a:pt x="170" y="203"/>
                    <a:pt x="170" y="203"/>
                    <a:pt x="170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3" y="204"/>
                    <a:pt x="173" y="204"/>
                    <a:pt x="173" y="204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7"/>
                    <a:pt x="174" y="207"/>
                    <a:pt x="174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8"/>
                    <a:pt x="175" y="208"/>
                    <a:pt x="175" y="208"/>
                  </a:cubicBezTo>
                  <a:cubicBezTo>
                    <a:pt x="176" y="209"/>
                    <a:pt x="176" y="209"/>
                    <a:pt x="176" y="209"/>
                  </a:cubicBezTo>
                  <a:cubicBezTo>
                    <a:pt x="174" y="209"/>
                    <a:pt x="174" y="209"/>
                    <a:pt x="174" y="209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3" y="210"/>
                    <a:pt x="173" y="210"/>
                    <a:pt x="173" y="210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1" y="214"/>
                    <a:pt x="171" y="214"/>
                    <a:pt x="171" y="214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9" y="212"/>
                    <a:pt x="179" y="212"/>
                    <a:pt x="179" y="212"/>
                  </a:cubicBezTo>
                  <a:cubicBezTo>
                    <a:pt x="180" y="212"/>
                    <a:pt x="180" y="212"/>
                    <a:pt x="180" y="212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5" y="212"/>
                    <a:pt x="185" y="212"/>
                    <a:pt x="185" y="212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3"/>
                    <a:pt x="186" y="213"/>
                    <a:pt x="186" y="213"/>
                  </a:cubicBezTo>
                  <a:cubicBezTo>
                    <a:pt x="188" y="213"/>
                    <a:pt x="188" y="213"/>
                    <a:pt x="188" y="213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90" y="216"/>
                    <a:pt x="190" y="216"/>
                    <a:pt x="190" y="216"/>
                  </a:cubicBezTo>
                  <a:cubicBezTo>
                    <a:pt x="192" y="216"/>
                    <a:pt x="192" y="216"/>
                    <a:pt x="192" y="216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4" y="214"/>
                    <a:pt x="194" y="214"/>
                    <a:pt x="194" y="214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3" y="215"/>
                    <a:pt x="193" y="215"/>
                    <a:pt x="193" y="215"/>
                  </a:cubicBezTo>
                  <a:cubicBezTo>
                    <a:pt x="191" y="216"/>
                    <a:pt x="191" y="216"/>
                    <a:pt x="191" y="216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4" y="218"/>
                    <a:pt x="194" y="218"/>
                    <a:pt x="194" y="218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8" y="221"/>
                    <a:pt x="198" y="221"/>
                    <a:pt x="198" y="221"/>
                  </a:cubicBezTo>
                  <a:cubicBezTo>
                    <a:pt x="201" y="220"/>
                    <a:pt x="201" y="220"/>
                    <a:pt x="201" y="220"/>
                  </a:cubicBezTo>
                  <a:cubicBezTo>
                    <a:pt x="202" y="220"/>
                    <a:pt x="202" y="220"/>
                    <a:pt x="202" y="220"/>
                  </a:cubicBezTo>
                  <a:cubicBezTo>
                    <a:pt x="202" y="221"/>
                    <a:pt x="202" y="221"/>
                    <a:pt x="202" y="221"/>
                  </a:cubicBezTo>
                  <a:cubicBezTo>
                    <a:pt x="203" y="220"/>
                    <a:pt x="203" y="220"/>
                    <a:pt x="203" y="220"/>
                  </a:cubicBezTo>
                  <a:cubicBezTo>
                    <a:pt x="203" y="222"/>
                    <a:pt x="203" y="222"/>
                    <a:pt x="203" y="222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02" y="223"/>
                    <a:pt x="202" y="223"/>
                    <a:pt x="202" y="223"/>
                  </a:cubicBezTo>
                  <a:cubicBezTo>
                    <a:pt x="201" y="222"/>
                    <a:pt x="201" y="222"/>
                    <a:pt x="201" y="222"/>
                  </a:cubicBezTo>
                  <a:cubicBezTo>
                    <a:pt x="199" y="223"/>
                    <a:pt x="199" y="223"/>
                    <a:pt x="199" y="223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6"/>
                    <a:pt x="201" y="226"/>
                    <a:pt x="201" y="226"/>
                  </a:cubicBezTo>
                  <a:cubicBezTo>
                    <a:pt x="202" y="227"/>
                    <a:pt x="202" y="227"/>
                    <a:pt x="202" y="227"/>
                  </a:cubicBezTo>
                  <a:cubicBezTo>
                    <a:pt x="203" y="227"/>
                    <a:pt x="203" y="227"/>
                    <a:pt x="203" y="227"/>
                  </a:cubicBezTo>
                  <a:cubicBezTo>
                    <a:pt x="203" y="229"/>
                    <a:pt x="203" y="229"/>
                    <a:pt x="203" y="229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6" y="231"/>
                    <a:pt x="206" y="231"/>
                    <a:pt x="206" y="231"/>
                  </a:cubicBezTo>
                  <a:cubicBezTo>
                    <a:pt x="208" y="231"/>
                    <a:pt x="208" y="231"/>
                    <a:pt x="208" y="231"/>
                  </a:cubicBezTo>
                  <a:cubicBezTo>
                    <a:pt x="206" y="232"/>
                    <a:pt x="206" y="232"/>
                    <a:pt x="206" y="232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07" y="235"/>
                    <a:pt x="207" y="235"/>
                    <a:pt x="207" y="235"/>
                  </a:cubicBezTo>
                  <a:cubicBezTo>
                    <a:pt x="207" y="238"/>
                    <a:pt x="207" y="238"/>
                    <a:pt x="207" y="238"/>
                  </a:cubicBezTo>
                  <a:cubicBezTo>
                    <a:pt x="208" y="239"/>
                    <a:pt x="208" y="239"/>
                    <a:pt x="208" y="239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9" y="241"/>
                    <a:pt x="209" y="241"/>
                    <a:pt x="209" y="241"/>
                  </a:cubicBezTo>
                  <a:cubicBezTo>
                    <a:pt x="211" y="244"/>
                    <a:pt x="211" y="244"/>
                    <a:pt x="211" y="244"/>
                  </a:cubicBezTo>
                  <a:cubicBezTo>
                    <a:pt x="212" y="244"/>
                    <a:pt x="212" y="244"/>
                    <a:pt x="212" y="244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4" y="245"/>
                    <a:pt x="214" y="245"/>
                    <a:pt x="214" y="245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2" y="253"/>
                    <a:pt x="212" y="253"/>
                    <a:pt x="212" y="253"/>
                  </a:cubicBezTo>
                  <a:cubicBezTo>
                    <a:pt x="213" y="255"/>
                    <a:pt x="213" y="255"/>
                    <a:pt x="213" y="255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2" y="258"/>
                    <a:pt x="212" y="258"/>
                    <a:pt x="212" y="258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2" y="260"/>
                    <a:pt x="212" y="260"/>
                    <a:pt x="212" y="260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1" y="263"/>
                    <a:pt x="211" y="263"/>
                    <a:pt x="211" y="263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214" y="264"/>
                    <a:pt x="214" y="264"/>
                    <a:pt x="214" y="264"/>
                  </a:cubicBezTo>
                  <a:cubicBezTo>
                    <a:pt x="214" y="262"/>
                    <a:pt x="214" y="262"/>
                    <a:pt x="214" y="262"/>
                  </a:cubicBezTo>
                  <a:cubicBezTo>
                    <a:pt x="215" y="261"/>
                    <a:pt x="215" y="261"/>
                    <a:pt x="215" y="261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2"/>
                    <a:pt x="215" y="262"/>
                    <a:pt x="215" y="262"/>
                  </a:cubicBezTo>
                  <a:cubicBezTo>
                    <a:pt x="216" y="262"/>
                    <a:pt x="216" y="262"/>
                    <a:pt x="216" y="262"/>
                  </a:cubicBezTo>
                  <a:cubicBezTo>
                    <a:pt x="215" y="263"/>
                    <a:pt x="215" y="263"/>
                    <a:pt x="215" y="263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15" y="265"/>
                    <a:pt x="215" y="265"/>
                    <a:pt x="215" y="265"/>
                  </a:cubicBezTo>
                  <a:cubicBezTo>
                    <a:pt x="213" y="265"/>
                    <a:pt x="213" y="265"/>
                    <a:pt x="213" y="265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4" y="267"/>
                    <a:pt x="214" y="267"/>
                    <a:pt x="214" y="267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3" y="271"/>
                    <a:pt x="213" y="271"/>
                    <a:pt x="213" y="271"/>
                  </a:cubicBezTo>
                  <a:cubicBezTo>
                    <a:pt x="214" y="273"/>
                    <a:pt x="214" y="273"/>
                    <a:pt x="214" y="273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6"/>
                    <a:pt x="214" y="276"/>
                    <a:pt x="214" y="276"/>
                  </a:cubicBezTo>
                  <a:cubicBezTo>
                    <a:pt x="216" y="276"/>
                    <a:pt x="216" y="276"/>
                    <a:pt x="216" y="276"/>
                  </a:cubicBezTo>
                  <a:cubicBezTo>
                    <a:pt x="216" y="274"/>
                    <a:pt x="216" y="274"/>
                    <a:pt x="216" y="274"/>
                  </a:cubicBezTo>
                  <a:cubicBezTo>
                    <a:pt x="217" y="272"/>
                    <a:pt x="217" y="272"/>
                    <a:pt x="217" y="272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67"/>
                    <a:pt x="218" y="267"/>
                    <a:pt x="218" y="267"/>
                  </a:cubicBezTo>
                  <a:cubicBezTo>
                    <a:pt x="219" y="267"/>
                    <a:pt x="219" y="267"/>
                    <a:pt x="219" y="267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19" y="268"/>
                    <a:pt x="219" y="268"/>
                    <a:pt x="219" y="268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9" y="271"/>
                    <a:pt x="219" y="271"/>
                    <a:pt x="219" y="271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4"/>
                    <a:pt x="219" y="274"/>
                    <a:pt x="219" y="274"/>
                  </a:cubicBez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6"/>
                    <a:pt x="217" y="276"/>
                    <a:pt x="217" y="276"/>
                  </a:cubicBezTo>
                  <a:cubicBezTo>
                    <a:pt x="216" y="278"/>
                    <a:pt x="216" y="278"/>
                    <a:pt x="216" y="278"/>
                  </a:cubicBezTo>
                  <a:cubicBezTo>
                    <a:pt x="218" y="280"/>
                    <a:pt x="218" y="280"/>
                    <a:pt x="218" y="280"/>
                  </a:cubicBezTo>
                  <a:cubicBezTo>
                    <a:pt x="218" y="279"/>
                    <a:pt x="218" y="279"/>
                    <a:pt x="218" y="279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21" y="277"/>
                    <a:pt x="221" y="277"/>
                    <a:pt x="221" y="277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23" y="273"/>
                    <a:pt x="223" y="273"/>
                    <a:pt x="223" y="273"/>
                  </a:cubicBezTo>
                  <a:cubicBezTo>
                    <a:pt x="223" y="275"/>
                    <a:pt x="223" y="275"/>
                    <a:pt x="223" y="275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19" y="280"/>
                    <a:pt x="219" y="280"/>
                    <a:pt x="219" y="280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18" y="282"/>
                    <a:pt x="218" y="282"/>
                    <a:pt x="218" y="282"/>
                  </a:cubicBezTo>
                  <a:cubicBezTo>
                    <a:pt x="220" y="284"/>
                    <a:pt x="220" y="284"/>
                    <a:pt x="220" y="284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222" y="281"/>
                    <a:pt x="222" y="281"/>
                    <a:pt x="222" y="281"/>
                  </a:cubicBezTo>
                  <a:cubicBezTo>
                    <a:pt x="223" y="282"/>
                    <a:pt x="223" y="282"/>
                    <a:pt x="223" y="282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0" y="285"/>
                    <a:pt x="220" y="285"/>
                    <a:pt x="220" y="285"/>
                  </a:cubicBezTo>
                  <a:cubicBezTo>
                    <a:pt x="221" y="286"/>
                    <a:pt x="221" y="286"/>
                    <a:pt x="221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19" y="289"/>
                    <a:pt x="219" y="289"/>
                    <a:pt x="219" y="289"/>
                  </a:cubicBezTo>
                  <a:cubicBezTo>
                    <a:pt x="220" y="291"/>
                    <a:pt x="220" y="291"/>
                    <a:pt x="220" y="291"/>
                  </a:cubicBezTo>
                  <a:cubicBezTo>
                    <a:pt x="221" y="291"/>
                    <a:pt x="221" y="291"/>
                    <a:pt x="221" y="291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9" y="290"/>
                    <a:pt x="219" y="290"/>
                    <a:pt x="219" y="290"/>
                  </a:cubicBezTo>
                  <a:cubicBezTo>
                    <a:pt x="219" y="287"/>
                    <a:pt x="219" y="287"/>
                    <a:pt x="219" y="287"/>
                  </a:cubicBezTo>
                  <a:cubicBezTo>
                    <a:pt x="218" y="287"/>
                    <a:pt x="218" y="287"/>
                    <a:pt x="218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5" y="291"/>
                    <a:pt x="215" y="291"/>
                    <a:pt x="215" y="291"/>
                  </a:cubicBezTo>
                  <a:cubicBezTo>
                    <a:pt x="216" y="290"/>
                    <a:pt x="216" y="290"/>
                    <a:pt x="216" y="290"/>
                  </a:cubicBezTo>
                  <a:cubicBezTo>
                    <a:pt x="218" y="290"/>
                    <a:pt x="218" y="290"/>
                    <a:pt x="218" y="290"/>
                  </a:cubicBezTo>
                  <a:cubicBezTo>
                    <a:pt x="217" y="291"/>
                    <a:pt x="217" y="291"/>
                    <a:pt x="217" y="291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4"/>
                    <a:pt x="217" y="294"/>
                    <a:pt x="217" y="294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8" y="297"/>
                    <a:pt x="218" y="297"/>
                    <a:pt x="218" y="297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21" y="296"/>
                    <a:pt x="221" y="296"/>
                    <a:pt x="221" y="296"/>
                  </a:cubicBezTo>
                  <a:cubicBezTo>
                    <a:pt x="220" y="294"/>
                    <a:pt x="220" y="294"/>
                    <a:pt x="220" y="294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19" y="293"/>
                    <a:pt x="219" y="293"/>
                    <a:pt x="219" y="293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21" y="294"/>
                    <a:pt x="221" y="294"/>
                    <a:pt x="221" y="294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3" y="293"/>
                    <a:pt x="223" y="293"/>
                    <a:pt x="223" y="293"/>
                  </a:cubicBezTo>
                  <a:cubicBezTo>
                    <a:pt x="222" y="293"/>
                    <a:pt x="222" y="293"/>
                    <a:pt x="222" y="293"/>
                  </a:cubicBezTo>
                  <a:cubicBezTo>
                    <a:pt x="222" y="295"/>
                    <a:pt x="222" y="295"/>
                    <a:pt x="222" y="295"/>
                  </a:cubicBezTo>
                  <a:cubicBezTo>
                    <a:pt x="223" y="296"/>
                    <a:pt x="223" y="296"/>
                    <a:pt x="223" y="296"/>
                  </a:cubicBezTo>
                  <a:cubicBezTo>
                    <a:pt x="222" y="297"/>
                    <a:pt x="222" y="297"/>
                    <a:pt x="222" y="297"/>
                  </a:cubicBezTo>
                  <a:cubicBezTo>
                    <a:pt x="224" y="298"/>
                    <a:pt x="224" y="298"/>
                    <a:pt x="224" y="298"/>
                  </a:cubicBezTo>
                  <a:cubicBezTo>
                    <a:pt x="225" y="298"/>
                    <a:pt x="225" y="298"/>
                    <a:pt x="225" y="298"/>
                  </a:cubicBezTo>
                  <a:cubicBezTo>
                    <a:pt x="227" y="297"/>
                    <a:pt x="227" y="297"/>
                    <a:pt x="227" y="297"/>
                  </a:cubicBezTo>
                  <a:cubicBezTo>
                    <a:pt x="226" y="296"/>
                    <a:pt x="226" y="296"/>
                    <a:pt x="226" y="296"/>
                  </a:cubicBezTo>
                  <a:cubicBezTo>
                    <a:pt x="227" y="295"/>
                    <a:pt x="227" y="295"/>
                    <a:pt x="227" y="295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91"/>
                    <a:pt x="228" y="291"/>
                    <a:pt x="228" y="291"/>
                  </a:cubicBezTo>
                  <a:cubicBezTo>
                    <a:pt x="227" y="290"/>
                    <a:pt x="227" y="290"/>
                    <a:pt x="227" y="290"/>
                  </a:cubicBezTo>
                  <a:cubicBezTo>
                    <a:pt x="228" y="290"/>
                    <a:pt x="228" y="290"/>
                    <a:pt x="228" y="290"/>
                  </a:cubicBezTo>
                  <a:cubicBezTo>
                    <a:pt x="229" y="290"/>
                    <a:pt x="229" y="290"/>
                    <a:pt x="229" y="290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8" y="294"/>
                    <a:pt x="228" y="294"/>
                    <a:pt x="228" y="294"/>
                  </a:cubicBezTo>
                  <a:cubicBezTo>
                    <a:pt x="230" y="295"/>
                    <a:pt x="230" y="295"/>
                    <a:pt x="230" y="295"/>
                  </a:cubicBezTo>
                  <a:cubicBezTo>
                    <a:pt x="228" y="296"/>
                    <a:pt x="228" y="296"/>
                    <a:pt x="228" y="296"/>
                  </a:cubicBezTo>
                  <a:cubicBezTo>
                    <a:pt x="231" y="298"/>
                    <a:pt x="231" y="298"/>
                    <a:pt x="231" y="298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2" y="297"/>
                    <a:pt x="232" y="297"/>
                    <a:pt x="232" y="297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6" y="298"/>
                    <a:pt x="236" y="298"/>
                    <a:pt x="236" y="298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8" y="296"/>
                    <a:pt x="238" y="296"/>
                    <a:pt x="238" y="296"/>
                  </a:cubicBezTo>
                  <a:cubicBezTo>
                    <a:pt x="238" y="297"/>
                    <a:pt x="238" y="297"/>
                    <a:pt x="238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39" y="297"/>
                    <a:pt x="239" y="297"/>
                    <a:pt x="239" y="297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6" y="299"/>
                    <a:pt x="236" y="299"/>
                    <a:pt x="236" y="299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4" y="301"/>
                    <a:pt x="234" y="301"/>
                    <a:pt x="234" y="301"/>
                  </a:cubicBezTo>
                  <a:cubicBezTo>
                    <a:pt x="233" y="302"/>
                    <a:pt x="233" y="302"/>
                    <a:pt x="233" y="302"/>
                  </a:cubicBezTo>
                  <a:cubicBezTo>
                    <a:pt x="233" y="305"/>
                    <a:pt x="233" y="305"/>
                    <a:pt x="233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8"/>
                    <a:pt x="234" y="308"/>
                    <a:pt x="234" y="308"/>
                  </a:cubicBezTo>
                  <a:cubicBezTo>
                    <a:pt x="233" y="311"/>
                    <a:pt x="233" y="311"/>
                    <a:pt x="233" y="311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08"/>
                    <a:pt x="233" y="308"/>
                    <a:pt x="233" y="308"/>
                  </a:cubicBezTo>
                  <a:cubicBezTo>
                    <a:pt x="231" y="306"/>
                    <a:pt x="231" y="306"/>
                    <a:pt x="231" y="306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7" y="309"/>
                    <a:pt x="227" y="309"/>
                    <a:pt x="227" y="309"/>
                  </a:cubicBezTo>
                  <a:cubicBezTo>
                    <a:pt x="230" y="309"/>
                    <a:pt x="230" y="309"/>
                    <a:pt x="230" y="309"/>
                  </a:cubicBezTo>
                  <a:cubicBezTo>
                    <a:pt x="230" y="310"/>
                    <a:pt x="230" y="310"/>
                    <a:pt x="230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3"/>
                    <a:pt x="231" y="313"/>
                    <a:pt x="231" y="313"/>
                  </a:cubicBezTo>
                  <a:cubicBezTo>
                    <a:pt x="232" y="314"/>
                    <a:pt x="232" y="314"/>
                    <a:pt x="232" y="314"/>
                  </a:cubicBezTo>
                  <a:cubicBezTo>
                    <a:pt x="232" y="316"/>
                    <a:pt x="232" y="316"/>
                    <a:pt x="232" y="316"/>
                  </a:cubicBezTo>
                  <a:cubicBezTo>
                    <a:pt x="232" y="315"/>
                    <a:pt x="232" y="315"/>
                    <a:pt x="232" y="315"/>
                  </a:cubicBezTo>
                  <a:cubicBezTo>
                    <a:pt x="229" y="312"/>
                    <a:pt x="229" y="312"/>
                    <a:pt x="229" y="312"/>
                  </a:cubicBezTo>
                  <a:cubicBezTo>
                    <a:pt x="228" y="311"/>
                    <a:pt x="228" y="311"/>
                    <a:pt x="228" y="311"/>
                  </a:cubicBezTo>
                  <a:cubicBezTo>
                    <a:pt x="228" y="312"/>
                    <a:pt x="228" y="312"/>
                    <a:pt x="228" y="312"/>
                  </a:cubicBezTo>
                  <a:cubicBezTo>
                    <a:pt x="228" y="312"/>
                    <a:pt x="228" y="312"/>
                    <a:pt x="227" y="313"/>
                  </a:cubicBezTo>
                  <a:cubicBezTo>
                    <a:pt x="227" y="313"/>
                    <a:pt x="227" y="313"/>
                    <a:pt x="227" y="313"/>
                  </a:cubicBezTo>
                  <a:cubicBezTo>
                    <a:pt x="228" y="315"/>
                    <a:pt x="228" y="315"/>
                    <a:pt x="228" y="315"/>
                  </a:cubicBezTo>
                  <a:cubicBezTo>
                    <a:pt x="230" y="317"/>
                    <a:pt x="230" y="317"/>
                    <a:pt x="230" y="317"/>
                  </a:cubicBezTo>
                  <a:cubicBezTo>
                    <a:pt x="230" y="319"/>
                    <a:pt x="230" y="319"/>
                    <a:pt x="230" y="319"/>
                  </a:cubicBezTo>
                  <a:cubicBezTo>
                    <a:pt x="232" y="320"/>
                    <a:pt x="232" y="320"/>
                    <a:pt x="232" y="320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4" y="327"/>
                    <a:pt x="234" y="327"/>
                    <a:pt x="234" y="327"/>
                  </a:cubicBezTo>
                  <a:cubicBezTo>
                    <a:pt x="234" y="329"/>
                    <a:pt x="234" y="329"/>
                    <a:pt x="234" y="329"/>
                  </a:cubicBezTo>
                  <a:cubicBezTo>
                    <a:pt x="235" y="328"/>
                    <a:pt x="235" y="328"/>
                    <a:pt x="235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8"/>
                    <a:pt x="238" y="328"/>
                    <a:pt x="238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1" y="333"/>
                    <a:pt x="241" y="333"/>
                    <a:pt x="241" y="333"/>
                  </a:cubicBezTo>
                  <a:cubicBezTo>
                    <a:pt x="240" y="335"/>
                    <a:pt x="240" y="335"/>
                    <a:pt x="240" y="335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37" y="333"/>
                    <a:pt x="237" y="333"/>
                    <a:pt x="237" y="333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6" y="338"/>
                    <a:pt x="236" y="338"/>
                    <a:pt x="236" y="338"/>
                  </a:cubicBezTo>
                  <a:cubicBezTo>
                    <a:pt x="237" y="338"/>
                    <a:pt x="237" y="338"/>
                    <a:pt x="237" y="338"/>
                  </a:cubicBezTo>
                  <a:cubicBezTo>
                    <a:pt x="237" y="338"/>
                    <a:pt x="238" y="338"/>
                    <a:pt x="238" y="338"/>
                  </a:cubicBezTo>
                  <a:cubicBezTo>
                    <a:pt x="236" y="340"/>
                    <a:pt x="236" y="340"/>
                    <a:pt x="236" y="340"/>
                  </a:cubicBezTo>
                  <a:cubicBezTo>
                    <a:pt x="236" y="341"/>
                    <a:pt x="236" y="341"/>
                    <a:pt x="236" y="341"/>
                  </a:cubicBezTo>
                  <a:cubicBezTo>
                    <a:pt x="238" y="343"/>
                    <a:pt x="238" y="343"/>
                    <a:pt x="238" y="343"/>
                  </a:cubicBezTo>
                  <a:cubicBezTo>
                    <a:pt x="238" y="340"/>
                    <a:pt x="238" y="340"/>
                    <a:pt x="238" y="340"/>
                  </a:cubicBezTo>
                  <a:cubicBezTo>
                    <a:pt x="238" y="338"/>
                    <a:pt x="238" y="338"/>
                    <a:pt x="238" y="338"/>
                  </a:cubicBezTo>
                  <a:cubicBezTo>
                    <a:pt x="238" y="338"/>
                    <a:pt x="238" y="338"/>
                    <a:pt x="239" y="338"/>
                  </a:cubicBezTo>
                  <a:cubicBezTo>
                    <a:pt x="239" y="338"/>
                    <a:pt x="239" y="338"/>
                    <a:pt x="239" y="338"/>
                  </a:cubicBezTo>
                  <a:cubicBezTo>
                    <a:pt x="238" y="339"/>
                    <a:pt x="238" y="339"/>
                    <a:pt x="238" y="339"/>
                  </a:cubicBezTo>
                  <a:cubicBezTo>
                    <a:pt x="239" y="340"/>
                    <a:pt x="239" y="340"/>
                    <a:pt x="239" y="340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38" y="342"/>
                    <a:pt x="238" y="342"/>
                    <a:pt x="238" y="342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6"/>
                    <a:pt x="237" y="346"/>
                    <a:pt x="237" y="346"/>
                  </a:cubicBezTo>
                  <a:cubicBezTo>
                    <a:pt x="238" y="347"/>
                    <a:pt x="238" y="347"/>
                    <a:pt x="238" y="347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40" y="346"/>
                    <a:pt x="240" y="346"/>
                    <a:pt x="240" y="346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39" y="347"/>
                    <a:pt x="239" y="347"/>
                    <a:pt x="239" y="347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9" y="350"/>
                    <a:pt x="239" y="350"/>
                    <a:pt x="239" y="350"/>
                  </a:cubicBezTo>
                  <a:cubicBezTo>
                    <a:pt x="241" y="351"/>
                    <a:pt x="241" y="351"/>
                    <a:pt x="241" y="351"/>
                  </a:cubicBezTo>
                  <a:cubicBezTo>
                    <a:pt x="241" y="352"/>
                    <a:pt x="241" y="352"/>
                    <a:pt x="241" y="352"/>
                  </a:cubicBezTo>
                  <a:cubicBezTo>
                    <a:pt x="243" y="352"/>
                    <a:pt x="243" y="352"/>
                    <a:pt x="243" y="352"/>
                  </a:cubicBezTo>
                  <a:cubicBezTo>
                    <a:pt x="243" y="354"/>
                    <a:pt x="243" y="354"/>
                    <a:pt x="243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39" y="353"/>
                    <a:pt x="239" y="353"/>
                    <a:pt x="239" y="353"/>
                  </a:cubicBezTo>
                  <a:cubicBezTo>
                    <a:pt x="238" y="352"/>
                    <a:pt x="238" y="352"/>
                    <a:pt x="238" y="352"/>
                  </a:cubicBezTo>
                  <a:cubicBezTo>
                    <a:pt x="237" y="350"/>
                    <a:pt x="237" y="350"/>
                    <a:pt x="237" y="350"/>
                  </a:cubicBezTo>
                  <a:cubicBezTo>
                    <a:pt x="236" y="350"/>
                    <a:pt x="236" y="350"/>
                    <a:pt x="236" y="350"/>
                  </a:cubicBezTo>
                  <a:cubicBezTo>
                    <a:pt x="235" y="349"/>
                    <a:pt x="235" y="349"/>
                    <a:pt x="235" y="349"/>
                  </a:cubicBezTo>
                  <a:cubicBezTo>
                    <a:pt x="233" y="348"/>
                    <a:pt x="233" y="348"/>
                    <a:pt x="233" y="348"/>
                  </a:cubicBezTo>
                  <a:cubicBezTo>
                    <a:pt x="232" y="349"/>
                    <a:pt x="232" y="349"/>
                    <a:pt x="232" y="349"/>
                  </a:cubicBezTo>
                  <a:cubicBezTo>
                    <a:pt x="229" y="349"/>
                    <a:pt x="229" y="349"/>
                    <a:pt x="229" y="349"/>
                  </a:cubicBezTo>
                  <a:cubicBezTo>
                    <a:pt x="230" y="352"/>
                    <a:pt x="230" y="352"/>
                    <a:pt x="230" y="352"/>
                  </a:cubicBezTo>
                  <a:cubicBezTo>
                    <a:pt x="231" y="352"/>
                    <a:pt x="231" y="352"/>
                    <a:pt x="231" y="352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0" y="356"/>
                    <a:pt x="230" y="356"/>
                    <a:pt x="230" y="356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60"/>
                    <a:pt x="233" y="360"/>
                    <a:pt x="233" y="360"/>
                  </a:cubicBezTo>
                  <a:cubicBezTo>
                    <a:pt x="235" y="360"/>
                    <a:pt x="235" y="360"/>
                    <a:pt x="235" y="360"/>
                  </a:cubicBezTo>
                  <a:cubicBezTo>
                    <a:pt x="235" y="361"/>
                    <a:pt x="235" y="361"/>
                    <a:pt x="235" y="361"/>
                  </a:cubicBezTo>
                  <a:cubicBezTo>
                    <a:pt x="236" y="362"/>
                    <a:pt x="236" y="362"/>
                    <a:pt x="236" y="362"/>
                  </a:cubicBezTo>
                  <a:cubicBezTo>
                    <a:pt x="236" y="363"/>
                    <a:pt x="236" y="363"/>
                    <a:pt x="236" y="363"/>
                  </a:cubicBezTo>
                  <a:cubicBezTo>
                    <a:pt x="237" y="366"/>
                    <a:pt x="237" y="366"/>
                    <a:pt x="237" y="366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8"/>
                    <a:pt x="238" y="368"/>
                    <a:pt x="238" y="368"/>
                  </a:cubicBezTo>
                  <a:cubicBezTo>
                    <a:pt x="239" y="367"/>
                    <a:pt x="239" y="367"/>
                    <a:pt x="239" y="367"/>
                  </a:cubicBezTo>
                  <a:cubicBezTo>
                    <a:pt x="240" y="369"/>
                    <a:pt x="240" y="369"/>
                    <a:pt x="240" y="369"/>
                  </a:cubicBezTo>
                  <a:cubicBezTo>
                    <a:pt x="242" y="369"/>
                    <a:pt x="242" y="369"/>
                    <a:pt x="242" y="369"/>
                  </a:cubicBezTo>
                  <a:cubicBezTo>
                    <a:pt x="242" y="370"/>
                    <a:pt x="242" y="370"/>
                    <a:pt x="242" y="370"/>
                  </a:cubicBezTo>
                  <a:cubicBezTo>
                    <a:pt x="243" y="370"/>
                    <a:pt x="243" y="370"/>
                    <a:pt x="243" y="370"/>
                  </a:cubicBezTo>
                  <a:cubicBezTo>
                    <a:pt x="243" y="371"/>
                    <a:pt x="243" y="371"/>
                    <a:pt x="243" y="371"/>
                  </a:cubicBezTo>
                  <a:cubicBezTo>
                    <a:pt x="243" y="372"/>
                    <a:pt x="243" y="372"/>
                    <a:pt x="243" y="372"/>
                  </a:cubicBezTo>
                  <a:cubicBezTo>
                    <a:pt x="245" y="374"/>
                    <a:pt x="245" y="374"/>
                    <a:pt x="245" y="374"/>
                  </a:cubicBezTo>
                  <a:cubicBezTo>
                    <a:pt x="246" y="373"/>
                    <a:pt x="246" y="373"/>
                    <a:pt x="246" y="373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5" y="375"/>
                    <a:pt x="245" y="375"/>
                    <a:pt x="245" y="375"/>
                  </a:cubicBezTo>
                  <a:cubicBezTo>
                    <a:pt x="249" y="379"/>
                    <a:pt x="249" y="379"/>
                    <a:pt x="249" y="379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0" y="380"/>
                    <a:pt x="250" y="380"/>
                    <a:pt x="250" y="380"/>
                  </a:cubicBezTo>
                  <a:cubicBezTo>
                    <a:pt x="255" y="383"/>
                    <a:pt x="255" y="383"/>
                    <a:pt x="255" y="383"/>
                  </a:cubicBezTo>
                  <a:cubicBezTo>
                    <a:pt x="256" y="382"/>
                    <a:pt x="256" y="382"/>
                    <a:pt x="256" y="382"/>
                  </a:cubicBezTo>
                  <a:cubicBezTo>
                    <a:pt x="258" y="382"/>
                    <a:pt x="258" y="382"/>
                    <a:pt x="258" y="382"/>
                  </a:cubicBezTo>
                  <a:cubicBezTo>
                    <a:pt x="257" y="378"/>
                    <a:pt x="257" y="378"/>
                    <a:pt x="257" y="378"/>
                  </a:cubicBezTo>
                  <a:cubicBezTo>
                    <a:pt x="257" y="376"/>
                    <a:pt x="257" y="376"/>
                    <a:pt x="257" y="376"/>
                  </a:cubicBezTo>
                  <a:cubicBezTo>
                    <a:pt x="257" y="375"/>
                    <a:pt x="257" y="375"/>
                    <a:pt x="257" y="375"/>
                  </a:cubicBezTo>
                  <a:cubicBezTo>
                    <a:pt x="257" y="372"/>
                    <a:pt x="257" y="372"/>
                    <a:pt x="257" y="372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2" y="368"/>
                    <a:pt x="252" y="368"/>
                    <a:pt x="252" y="368"/>
                  </a:cubicBezTo>
                  <a:cubicBezTo>
                    <a:pt x="252" y="364"/>
                    <a:pt x="252" y="364"/>
                    <a:pt x="252" y="364"/>
                  </a:cubicBezTo>
                  <a:cubicBezTo>
                    <a:pt x="251" y="363"/>
                    <a:pt x="251" y="363"/>
                    <a:pt x="251" y="363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7" y="357"/>
                    <a:pt x="247" y="357"/>
                    <a:pt x="247" y="35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7" y="356"/>
                    <a:pt x="247" y="356"/>
                    <a:pt x="247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9" y="356"/>
                    <a:pt x="249" y="356"/>
                    <a:pt x="249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1" y="357"/>
                    <a:pt x="251" y="357"/>
                    <a:pt x="251" y="357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3" y="357"/>
                    <a:pt x="253" y="357"/>
                    <a:pt x="253" y="357"/>
                  </a:cubicBezTo>
                  <a:cubicBezTo>
                    <a:pt x="253" y="358"/>
                    <a:pt x="253" y="358"/>
                    <a:pt x="253" y="358"/>
                  </a:cubicBezTo>
                  <a:cubicBezTo>
                    <a:pt x="255" y="358"/>
                    <a:pt x="255" y="358"/>
                    <a:pt x="255" y="358"/>
                  </a:cubicBezTo>
                  <a:cubicBezTo>
                    <a:pt x="256" y="358"/>
                    <a:pt x="256" y="358"/>
                    <a:pt x="256" y="358"/>
                  </a:cubicBezTo>
                  <a:cubicBezTo>
                    <a:pt x="255" y="360"/>
                    <a:pt x="255" y="360"/>
                    <a:pt x="255" y="360"/>
                  </a:cubicBezTo>
                  <a:cubicBezTo>
                    <a:pt x="253" y="361"/>
                    <a:pt x="253" y="361"/>
                    <a:pt x="253" y="361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4" y="364"/>
                    <a:pt x="254" y="364"/>
                    <a:pt x="254" y="364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3" y="367"/>
                    <a:pt x="253" y="367"/>
                    <a:pt x="253" y="367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58" y="370"/>
                    <a:pt x="258" y="370"/>
                    <a:pt x="258" y="370"/>
                  </a:cubicBezTo>
                  <a:cubicBezTo>
                    <a:pt x="260" y="369"/>
                    <a:pt x="260" y="369"/>
                    <a:pt x="260" y="369"/>
                  </a:cubicBezTo>
                  <a:cubicBezTo>
                    <a:pt x="262" y="369"/>
                    <a:pt x="262" y="369"/>
                    <a:pt x="262" y="369"/>
                  </a:cubicBezTo>
                  <a:cubicBezTo>
                    <a:pt x="260" y="372"/>
                    <a:pt x="260" y="372"/>
                    <a:pt x="260" y="372"/>
                  </a:cubicBezTo>
                  <a:cubicBezTo>
                    <a:pt x="261" y="375"/>
                    <a:pt x="261" y="375"/>
                    <a:pt x="261" y="375"/>
                  </a:cubicBezTo>
                  <a:cubicBezTo>
                    <a:pt x="262" y="375"/>
                    <a:pt x="262" y="375"/>
                    <a:pt x="262" y="375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3" y="380"/>
                    <a:pt x="263" y="380"/>
                    <a:pt x="263" y="380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1" y="383"/>
                    <a:pt x="261" y="383"/>
                    <a:pt x="261" y="383"/>
                  </a:cubicBezTo>
                  <a:cubicBezTo>
                    <a:pt x="261" y="385"/>
                    <a:pt x="261" y="385"/>
                    <a:pt x="261" y="385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0" y="385"/>
                    <a:pt x="260" y="385"/>
                    <a:pt x="260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8" y="384"/>
                    <a:pt x="258" y="384"/>
                    <a:pt x="258" y="384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4" y="383"/>
                    <a:pt x="254" y="383"/>
                    <a:pt x="254" y="383"/>
                  </a:cubicBezTo>
                  <a:cubicBezTo>
                    <a:pt x="252" y="382"/>
                    <a:pt x="252" y="382"/>
                    <a:pt x="252" y="382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7" y="380"/>
                    <a:pt x="247" y="380"/>
                    <a:pt x="247" y="380"/>
                  </a:cubicBezTo>
                  <a:cubicBezTo>
                    <a:pt x="247" y="381"/>
                    <a:pt x="247" y="381"/>
                    <a:pt x="247" y="381"/>
                  </a:cubicBezTo>
                  <a:cubicBezTo>
                    <a:pt x="246" y="384"/>
                    <a:pt x="246" y="384"/>
                    <a:pt x="246" y="384"/>
                  </a:cubicBezTo>
                  <a:cubicBezTo>
                    <a:pt x="246" y="385"/>
                    <a:pt x="246" y="385"/>
                    <a:pt x="246" y="385"/>
                  </a:cubicBezTo>
                  <a:cubicBezTo>
                    <a:pt x="246" y="388"/>
                    <a:pt x="246" y="388"/>
                    <a:pt x="246" y="388"/>
                  </a:cubicBezTo>
                  <a:cubicBezTo>
                    <a:pt x="246" y="392"/>
                    <a:pt x="246" y="392"/>
                    <a:pt x="246" y="392"/>
                  </a:cubicBezTo>
                  <a:cubicBezTo>
                    <a:pt x="246" y="394"/>
                    <a:pt x="246" y="394"/>
                    <a:pt x="246" y="394"/>
                  </a:cubicBezTo>
                  <a:cubicBezTo>
                    <a:pt x="246" y="395"/>
                    <a:pt x="246" y="395"/>
                    <a:pt x="246" y="395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400"/>
                    <a:pt x="246" y="400"/>
                    <a:pt x="246" y="400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3"/>
                    <a:pt x="247" y="403"/>
                    <a:pt x="247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5" y="404"/>
                    <a:pt x="245" y="404"/>
                    <a:pt x="245" y="404"/>
                  </a:cubicBezTo>
                  <a:cubicBezTo>
                    <a:pt x="245" y="405"/>
                    <a:pt x="245" y="405"/>
                    <a:pt x="245" y="405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7"/>
                    <a:pt x="245" y="407"/>
                    <a:pt x="245" y="407"/>
                  </a:cubicBezTo>
                  <a:cubicBezTo>
                    <a:pt x="243" y="409"/>
                    <a:pt x="243" y="409"/>
                    <a:pt x="243" y="409"/>
                  </a:cubicBezTo>
                  <a:cubicBezTo>
                    <a:pt x="243" y="410"/>
                    <a:pt x="243" y="410"/>
                    <a:pt x="243" y="410"/>
                  </a:cubicBezTo>
                  <a:cubicBezTo>
                    <a:pt x="243" y="411"/>
                    <a:pt x="243" y="411"/>
                    <a:pt x="243" y="411"/>
                  </a:cubicBezTo>
                  <a:cubicBezTo>
                    <a:pt x="242" y="413"/>
                    <a:pt x="242" y="413"/>
                    <a:pt x="242" y="413"/>
                  </a:cubicBezTo>
                  <a:cubicBezTo>
                    <a:pt x="240" y="419"/>
                    <a:pt x="240" y="419"/>
                    <a:pt x="240" y="419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37" y="426"/>
                    <a:pt x="237" y="426"/>
                    <a:pt x="237" y="426"/>
                  </a:cubicBezTo>
                  <a:cubicBezTo>
                    <a:pt x="237" y="430"/>
                    <a:pt x="237" y="430"/>
                    <a:pt x="237" y="430"/>
                  </a:cubicBezTo>
                  <a:cubicBezTo>
                    <a:pt x="236" y="431"/>
                    <a:pt x="236" y="431"/>
                    <a:pt x="236" y="431"/>
                  </a:cubicBezTo>
                  <a:cubicBezTo>
                    <a:pt x="235" y="433"/>
                    <a:pt x="235" y="433"/>
                    <a:pt x="235" y="433"/>
                  </a:cubicBezTo>
                  <a:cubicBezTo>
                    <a:pt x="234" y="435"/>
                    <a:pt x="234" y="435"/>
                    <a:pt x="234" y="435"/>
                  </a:cubicBezTo>
                  <a:cubicBezTo>
                    <a:pt x="233" y="436"/>
                    <a:pt x="233" y="436"/>
                    <a:pt x="233" y="436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0" y="442"/>
                    <a:pt x="230" y="442"/>
                    <a:pt x="230" y="442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29" y="447"/>
                    <a:pt x="229" y="447"/>
                    <a:pt x="229" y="447"/>
                  </a:cubicBezTo>
                  <a:cubicBezTo>
                    <a:pt x="229" y="449"/>
                    <a:pt x="229" y="449"/>
                    <a:pt x="229" y="449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4"/>
                    <a:pt x="230" y="454"/>
                    <a:pt x="230" y="454"/>
                  </a:cubicBezTo>
                  <a:cubicBezTo>
                    <a:pt x="230" y="457"/>
                    <a:pt x="230" y="457"/>
                    <a:pt x="230" y="457"/>
                  </a:cubicBezTo>
                  <a:cubicBezTo>
                    <a:pt x="229" y="459"/>
                    <a:pt x="229" y="459"/>
                    <a:pt x="229" y="459"/>
                  </a:cubicBezTo>
                  <a:cubicBezTo>
                    <a:pt x="228" y="460"/>
                    <a:pt x="228" y="460"/>
                    <a:pt x="228" y="460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8" y="463"/>
                    <a:pt x="228" y="463"/>
                    <a:pt x="228" y="463"/>
                  </a:cubicBezTo>
                  <a:cubicBezTo>
                    <a:pt x="226" y="464"/>
                    <a:pt x="226" y="464"/>
                    <a:pt x="226" y="464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5" y="468"/>
                    <a:pt x="225" y="468"/>
                    <a:pt x="225" y="468"/>
                  </a:cubicBezTo>
                  <a:cubicBezTo>
                    <a:pt x="227" y="470"/>
                    <a:pt x="227" y="470"/>
                    <a:pt x="227" y="470"/>
                  </a:cubicBezTo>
                  <a:cubicBezTo>
                    <a:pt x="228" y="472"/>
                    <a:pt x="228" y="472"/>
                    <a:pt x="228" y="472"/>
                  </a:cubicBezTo>
                  <a:cubicBezTo>
                    <a:pt x="228" y="475"/>
                    <a:pt x="228" y="475"/>
                    <a:pt x="228" y="475"/>
                  </a:cubicBezTo>
                  <a:cubicBezTo>
                    <a:pt x="228" y="476"/>
                    <a:pt x="228" y="476"/>
                    <a:pt x="228" y="476"/>
                  </a:cubicBezTo>
                  <a:cubicBezTo>
                    <a:pt x="227" y="478"/>
                    <a:pt x="227" y="478"/>
                    <a:pt x="227" y="478"/>
                  </a:cubicBezTo>
                  <a:cubicBezTo>
                    <a:pt x="227" y="479"/>
                    <a:pt x="227" y="479"/>
                    <a:pt x="227" y="479"/>
                  </a:cubicBezTo>
                  <a:cubicBezTo>
                    <a:pt x="227" y="480"/>
                    <a:pt x="227" y="480"/>
                    <a:pt x="227" y="480"/>
                  </a:cubicBezTo>
                  <a:cubicBezTo>
                    <a:pt x="227" y="481"/>
                    <a:pt x="227" y="481"/>
                    <a:pt x="227" y="481"/>
                  </a:cubicBezTo>
                  <a:cubicBezTo>
                    <a:pt x="227" y="482"/>
                    <a:pt x="227" y="482"/>
                    <a:pt x="227" y="482"/>
                  </a:cubicBezTo>
                  <a:cubicBezTo>
                    <a:pt x="227" y="483"/>
                    <a:pt x="227" y="483"/>
                    <a:pt x="227" y="483"/>
                  </a:cubicBezTo>
                  <a:cubicBezTo>
                    <a:pt x="227" y="485"/>
                    <a:pt x="227" y="485"/>
                    <a:pt x="227" y="485"/>
                  </a:cubicBezTo>
                  <a:cubicBezTo>
                    <a:pt x="230" y="489"/>
                    <a:pt x="230" y="489"/>
                    <a:pt x="230" y="489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1"/>
                    <a:pt x="230" y="491"/>
                    <a:pt x="230" y="491"/>
                  </a:cubicBezTo>
                  <a:cubicBezTo>
                    <a:pt x="230" y="492"/>
                    <a:pt x="230" y="492"/>
                    <a:pt x="230" y="492"/>
                  </a:cubicBezTo>
                  <a:cubicBezTo>
                    <a:pt x="232" y="494"/>
                    <a:pt x="232" y="494"/>
                    <a:pt x="232" y="494"/>
                  </a:cubicBezTo>
                  <a:cubicBezTo>
                    <a:pt x="232" y="495"/>
                    <a:pt x="232" y="495"/>
                    <a:pt x="232" y="495"/>
                  </a:cubicBezTo>
                  <a:cubicBezTo>
                    <a:pt x="233" y="495"/>
                    <a:pt x="233" y="495"/>
                    <a:pt x="233" y="495"/>
                  </a:cubicBezTo>
                  <a:cubicBezTo>
                    <a:pt x="234" y="495"/>
                    <a:pt x="234" y="495"/>
                    <a:pt x="234" y="495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2" y="498"/>
                    <a:pt x="232" y="498"/>
                    <a:pt x="232" y="498"/>
                  </a:cubicBezTo>
                  <a:cubicBezTo>
                    <a:pt x="232" y="499"/>
                    <a:pt x="232" y="499"/>
                    <a:pt x="232" y="499"/>
                  </a:cubicBezTo>
                  <a:cubicBezTo>
                    <a:pt x="232" y="500"/>
                    <a:pt x="232" y="500"/>
                    <a:pt x="232" y="500"/>
                  </a:cubicBezTo>
                  <a:cubicBezTo>
                    <a:pt x="232" y="502"/>
                    <a:pt x="232" y="502"/>
                    <a:pt x="232" y="502"/>
                  </a:cubicBezTo>
                  <a:cubicBezTo>
                    <a:pt x="233" y="502"/>
                    <a:pt x="233" y="502"/>
                    <a:pt x="233" y="502"/>
                  </a:cubicBezTo>
                  <a:cubicBezTo>
                    <a:pt x="233" y="504"/>
                    <a:pt x="233" y="504"/>
                    <a:pt x="233" y="504"/>
                  </a:cubicBezTo>
                  <a:cubicBezTo>
                    <a:pt x="235" y="504"/>
                    <a:pt x="235" y="504"/>
                    <a:pt x="235" y="504"/>
                  </a:cubicBezTo>
                  <a:cubicBezTo>
                    <a:pt x="235" y="505"/>
                    <a:pt x="235" y="505"/>
                    <a:pt x="235" y="505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4" y="506"/>
                    <a:pt x="234" y="506"/>
                    <a:pt x="234" y="506"/>
                  </a:cubicBezTo>
                  <a:cubicBezTo>
                    <a:pt x="234" y="507"/>
                    <a:pt x="234" y="507"/>
                    <a:pt x="234" y="507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10"/>
                    <a:pt x="234" y="510"/>
                    <a:pt x="234" y="510"/>
                  </a:cubicBezTo>
                  <a:cubicBezTo>
                    <a:pt x="234" y="512"/>
                    <a:pt x="234" y="512"/>
                    <a:pt x="234" y="512"/>
                  </a:cubicBezTo>
                  <a:cubicBezTo>
                    <a:pt x="235" y="512"/>
                    <a:pt x="235" y="512"/>
                    <a:pt x="235" y="512"/>
                  </a:cubicBezTo>
                  <a:cubicBezTo>
                    <a:pt x="236" y="515"/>
                    <a:pt x="236" y="515"/>
                    <a:pt x="236" y="515"/>
                  </a:cubicBezTo>
                  <a:cubicBezTo>
                    <a:pt x="237" y="518"/>
                    <a:pt x="237" y="518"/>
                    <a:pt x="237" y="518"/>
                  </a:cubicBezTo>
                  <a:cubicBezTo>
                    <a:pt x="238" y="520"/>
                    <a:pt x="238" y="520"/>
                    <a:pt x="238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1"/>
                    <a:pt x="239" y="521"/>
                    <a:pt x="239" y="521"/>
                  </a:cubicBezTo>
                  <a:cubicBezTo>
                    <a:pt x="240" y="522"/>
                    <a:pt x="240" y="522"/>
                    <a:pt x="240" y="522"/>
                  </a:cubicBezTo>
                  <a:cubicBezTo>
                    <a:pt x="240" y="523"/>
                    <a:pt x="240" y="523"/>
                    <a:pt x="240" y="523"/>
                  </a:cubicBezTo>
                  <a:cubicBezTo>
                    <a:pt x="240" y="525"/>
                    <a:pt x="240" y="525"/>
                    <a:pt x="240" y="525"/>
                  </a:cubicBezTo>
                  <a:cubicBezTo>
                    <a:pt x="240" y="526"/>
                    <a:pt x="240" y="526"/>
                    <a:pt x="240" y="526"/>
                  </a:cubicBezTo>
                  <a:cubicBezTo>
                    <a:pt x="239" y="527"/>
                    <a:pt x="239" y="527"/>
                    <a:pt x="239" y="527"/>
                  </a:cubicBezTo>
                  <a:cubicBezTo>
                    <a:pt x="240" y="529"/>
                    <a:pt x="240" y="529"/>
                    <a:pt x="240" y="529"/>
                  </a:cubicBezTo>
                  <a:cubicBezTo>
                    <a:pt x="241" y="529"/>
                    <a:pt x="241" y="529"/>
                    <a:pt x="241" y="529"/>
                  </a:cubicBezTo>
                  <a:cubicBezTo>
                    <a:pt x="243" y="529"/>
                    <a:pt x="243" y="529"/>
                    <a:pt x="243" y="529"/>
                  </a:cubicBezTo>
                  <a:cubicBezTo>
                    <a:pt x="245" y="530"/>
                    <a:pt x="245" y="530"/>
                    <a:pt x="245" y="530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47" y="531"/>
                    <a:pt x="247" y="531"/>
                    <a:pt x="247" y="531"/>
                  </a:cubicBezTo>
                  <a:cubicBezTo>
                    <a:pt x="249" y="531"/>
                    <a:pt x="249" y="531"/>
                    <a:pt x="249" y="531"/>
                  </a:cubicBezTo>
                  <a:cubicBezTo>
                    <a:pt x="250" y="531"/>
                    <a:pt x="250" y="531"/>
                    <a:pt x="250" y="531"/>
                  </a:cubicBezTo>
                  <a:cubicBezTo>
                    <a:pt x="250" y="533"/>
                    <a:pt x="250" y="533"/>
                    <a:pt x="250" y="533"/>
                  </a:cubicBezTo>
                  <a:cubicBezTo>
                    <a:pt x="252" y="534"/>
                    <a:pt x="252" y="534"/>
                    <a:pt x="252" y="534"/>
                  </a:cubicBezTo>
                  <a:cubicBezTo>
                    <a:pt x="253" y="534"/>
                    <a:pt x="253" y="534"/>
                    <a:pt x="253" y="534"/>
                  </a:cubicBezTo>
                  <a:cubicBezTo>
                    <a:pt x="255" y="534"/>
                    <a:pt x="255" y="534"/>
                    <a:pt x="255" y="534"/>
                  </a:cubicBezTo>
                  <a:cubicBezTo>
                    <a:pt x="255" y="535"/>
                    <a:pt x="255" y="535"/>
                    <a:pt x="255" y="535"/>
                  </a:cubicBezTo>
                  <a:cubicBezTo>
                    <a:pt x="255" y="536"/>
                    <a:pt x="255" y="536"/>
                    <a:pt x="255" y="536"/>
                  </a:cubicBezTo>
                  <a:cubicBezTo>
                    <a:pt x="256" y="537"/>
                    <a:pt x="256" y="537"/>
                    <a:pt x="256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9" y="538"/>
                    <a:pt x="259" y="538"/>
                    <a:pt x="259" y="538"/>
                  </a:cubicBezTo>
                  <a:cubicBezTo>
                    <a:pt x="261" y="542"/>
                    <a:pt x="261" y="542"/>
                    <a:pt x="261" y="542"/>
                  </a:cubicBezTo>
                  <a:cubicBezTo>
                    <a:pt x="262" y="544"/>
                    <a:pt x="262" y="544"/>
                    <a:pt x="262" y="544"/>
                  </a:cubicBezTo>
                  <a:cubicBezTo>
                    <a:pt x="261" y="545"/>
                    <a:pt x="261" y="545"/>
                    <a:pt x="261" y="545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2" y="549"/>
                    <a:pt x="262" y="549"/>
                    <a:pt x="262" y="549"/>
                  </a:cubicBezTo>
                  <a:cubicBezTo>
                    <a:pt x="263" y="552"/>
                    <a:pt x="263" y="552"/>
                    <a:pt x="263" y="552"/>
                  </a:cubicBezTo>
                  <a:cubicBezTo>
                    <a:pt x="264" y="554"/>
                    <a:pt x="264" y="554"/>
                    <a:pt x="264" y="554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3" y="556"/>
                    <a:pt x="263" y="556"/>
                    <a:pt x="263" y="556"/>
                  </a:cubicBezTo>
                  <a:cubicBezTo>
                    <a:pt x="264" y="558"/>
                    <a:pt x="264" y="558"/>
                    <a:pt x="264" y="558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6" y="562"/>
                    <a:pt x="266" y="562"/>
                    <a:pt x="266" y="562"/>
                  </a:cubicBezTo>
                  <a:cubicBezTo>
                    <a:pt x="267" y="564"/>
                    <a:pt x="267" y="564"/>
                    <a:pt x="267" y="564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7"/>
                    <a:pt x="267" y="567"/>
                    <a:pt x="267" y="567"/>
                  </a:cubicBezTo>
                  <a:cubicBezTo>
                    <a:pt x="268" y="568"/>
                    <a:pt x="268" y="568"/>
                    <a:pt x="268" y="568"/>
                  </a:cubicBezTo>
                  <a:cubicBezTo>
                    <a:pt x="268" y="569"/>
                    <a:pt x="268" y="569"/>
                    <a:pt x="268" y="569"/>
                  </a:cubicBezTo>
                  <a:cubicBezTo>
                    <a:pt x="268" y="571"/>
                    <a:pt x="268" y="571"/>
                    <a:pt x="268" y="571"/>
                  </a:cubicBezTo>
                  <a:cubicBezTo>
                    <a:pt x="269" y="573"/>
                    <a:pt x="269" y="573"/>
                    <a:pt x="269" y="573"/>
                  </a:cubicBezTo>
                  <a:cubicBezTo>
                    <a:pt x="271" y="575"/>
                    <a:pt x="271" y="575"/>
                    <a:pt x="271" y="575"/>
                  </a:cubicBezTo>
                  <a:cubicBezTo>
                    <a:pt x="272" y="575"/>
                    <a:pt x="272" y="575"/>
                    <a:pt x="272" y="575"/>
                  </a:cubicBezTo>
                  <a:cubicBezTo>
                    <a:pt x="273" y="577"/>
                    <a:pt x="273" y="577"/>
                    <a:pt x="273" y="577"/>
                  </a:cubicBezTo>
                  <a:cubicBezTo>
                    <a:pt x="274" y="578"/>
                    <a:pt x="274" y="578"/>
                    <a:pt x="274" y="578"/>
                  </a:cubicBezTo>
                  <a:cubicBezTo>
                    <a:pt x="275" y="579"/>
                    <a:pt x="275" y="579"/>
                    <a:pt x="275" y="579"/>
                  </a:cubicBezTo>
                  <a:cubicBezTo>
                    <a:pt x="277" y="581"/>
                    <a:pt x="277" y="581"/>
                    <a:pt x="277" y="581"/>
                  </a:cubicBezTo>
                  <a:cubicBezTo>
                    <a:pt x="277" y="583"/>
                    <a:pt x="277" y="583"/>
                    <a:pt x="277" y="583"/>
                  </a:cubicBezTo>
                  <a:cubicBezTo>
                    <a:pt x="278" y="584"/>
                    <a:pt x="278" y="584"/>
                    <a:pt x="278" y="584"/>
                  </a:cubicBezTo>
                  <a:cubicBezTo>
                    <a:pt x="279" y="585"/>
                    <a:pt x="279" y="585"/>
                    <a:pt x="279" y="585"/>
                  </a:cubicBezTo>
                  <a:cubicBezTo>
                    <a:pt x="278" y="586"/>
                    <a:pt x="278" y="586"/>
                    <a:pt x="278" y="586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8"/>
                    <a:pt x="278" y="588"/>
                    <a:pt x="278" y="588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6" y="589"/>
                    <a:pt x="276" y="589"/>
                    <a:pt x="276" y="589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5" y="590"/>
                    <a:pt x="275" y="590"/>
                    <a:pt x="275" y="590"/>
                  </a:cubicBezTo>
                  <a:cubicBezTo>
                    <a:pt x="274" y="589"/>
                    <a:pt x="274" y="589"/>
                    <a:pt x="274" y="589"/>
                  </a:cubicBezTo>
                  <a:cubicBezTo>
                    <a:pt x="272" y="589"/>
                    <a:pt x="272" y="589"/>
                    <a:pt x="272" y="589"/>
                  </a:cubicBezTo>
                  <a:cubicBezTo>
                    <a:pt x="271" y="590"/>
                    <a:pt x="271" y="590"/>
                    <a:pt x="271" y="590"/>
                  </a:cubicBezTo>
                  <a:cubicBezTo>
                    <a:pt x="272" y="593"/>
                    <a:pt x="272" y="593"/>
                    <a:pt x="272" y="593"/>
                  </a:cubicBezTo>
                  <a:cubicBezTo>
                    <a:pt x="274" y="593"/>
                    <a:pt x="274" y="593"/>
                    <a:pt x="274" y="593"/>
                  </a:cubicBezTo>
                  <a:cubicBezTo>
                    <a:pt x="274" y="594"/>
                    <a:pt x="274" y="594"/>
                    <a:pt x="274" y="594"/>
                  </a:cubicBezTo>
                  <a:cubicBezTo>
                    <a:pt x="275" y="596"/>
                    <a:pt x="275" y="596"/>
                    <a:pt x="275" y="596"/>
                  </a:cubicBezTo>
                  <a:cubicBezTo>
                    <a:pt x="276" y="597"/>
                    <a:pt x="276" y="597"/>
                    <a:pt x="276" y="597"/>
                  </a:cubicBezTo>
                  <a:cubicBezTo>
                    <a:pt x="278" y="597"/>
                    <a:pt x="278" y="597"/>
                    <a:pt x="278" y="597"/>
                  </a:cubicBezTo>
                  <a:cubicBezTo>
                    <a:pt x="278" y="598"/>
                    <a:pt x="278" y="598"/>
                    <a:pt x="278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80" y="600"/>
                    <a:pt x="280" y="600"/>
                    <a:pt x="280" y="600"/>
                  </a:cubicBezTo>
                  <a:cubicBezTo>
                    <a:pt x="281" y="600"/>
                    <a:pt x="281" y="600"/>
                    <a:pt x="281" y="600"/>
                  </a:cubicBezTo>
                  <a:cubicBezTo>
                    <a:pt x="283" y="600"/>
                    <a:pt x="283" y="600"/>
                    <a:pt x="283" y="600"/>
                  </a:cubicBezTo>
                  <a:cubicBezTo>
                    <a:pt x="283" y="599"/>
                    <a:pt x="283" y="599"/>
                    <a:pt x="283" y="599"/>
                  </a:cubicBezTo>
                  <a:cubicBezTo>
                    <a:pt x="284" y="601"/>
                    <a:pt x="284" y="601"/>
                    <a:pt x="284" y="601"/>
                  </a:cubicBezTo>
                  <a:cubicBezTo>
                    <a:pt x="286" y="604"/>
                    <a:pt x="286" y="604"/>
                    <a:pt x="286" y="604"/>
                  </a:cubicBezTo>
                  <a:cubicBezTo>
                    <a:pt x="288" y="605"/>
                    <a:pt x="288" y="605"/>
                    <a:pt x="288" y="605"/>
                  </a:cubicBezTo>
                  <a:cubicBezTo>
                    <a:pt x="288" y="604"/>
                    <a:pt x="288" y="604"/>
                    <a:pt x="288" y="604"/>
                  </a:cubicBezTo>
                  <a:cubicBezTo>
                    <a:pt x="289" y="605"/>
                    <a:pt x="289" y="605"/>
                    <a:pt x="289" y="605"/>
                  </a:cubicBezTo>
                  <a:cubicBezTo>
                    <a:pt x="290" y="608"/>
                    <a:pt x="290" y="608"/>
                    <a:pt x="290" y="608"/>
                  </a:cubicBezTo>
                  <a:cubicBezTo>
                    <a:pt x="290" y="611"/>
                    <a:pt x="290" y="611"/>
                    <a:pt x="290" y="611"/>
                  </a:cubicBezTo>
                  <a:cubicBezTo>
                    <a:pt x="289" y="613"/>
                    <a:pt x="289" y="613"/>
                    <a:pt x="289" y="613"/>
                  </a:cubicBezTo>
                  <a:cubicBezTo>
                    <a:pt x="288" y="615"/>
                    <a:pt x="288" y="615"/>
                    <a:pt x="288" y="615"/>
                  </a:cubicBezTo>
                  <a:cubicBezTo>
                    <a:pt x="288" y="617"/>
                    <a:pt x="288" y="617"/>
                    <a:pt x="288" y="617"/>
                  </a:cubicBezTo>
                  <a:cubicBezTo>
                    <a:pt x="290" y="618"/>
                    <a:pt x="290" y="618"/>
                    <a:pt x="290" y="618"/>
                  </a:cubicBezTo>
                  <a:cubicBezTo>
                    <a:pt x="291" y="618"/>
                    <a:pt x="291" y="618"/>
                    <a:pt x="291" y="618"/>
                  </a:cubicBezTo>
                  <a:cubicBezTo>
                    <a:pt x="291" y="619"/>
                    <a:pt x="291" y="619"/>
                    <a:pt x="291" y="619"/>
                  </a:cubicBezTo>
                  <a:cubicBezTo>
                    <a:pt x="292" y="619"/>
                    <a:pt x="292" y="619"/>
                    <a:pt x="292" y="619"/>
                  </a:cubicBezTo>
                  <a:cubicBezTo>
                    <a:pt x="293" y="620"/>
                    <a:pt x="293" y="620"/>
                    <a:pt x="293" y="620"/>
                  </a:cubicBezTo>
                  <a:cubicBezTo>
                    <a:pt x="296" y="624"/>
                    <a:pt x="296" y="624"/>
                    <a:pt x="296" y="624"/>
                  </a:cubicBezTo>
                  <a:cubicBezTo>
                    <a:pt x="297" y="624"/>
                    <a:pt x="297" y="624"/>
                    <a:pt x="297" y="624"/>
                  </a:cubicBezTo>
                  <a:cubicBezTo>
                    <a:pt x="298" y="625"/>
                    <a:pt x="298" y="625"/>
                    <a:pt x="298" y="625"/>
                  </a:cubicBezTo>
                  <a:cubicBezTo>
                    <a:pt x="299" y="627"/>
                    <a:pt x="299" y="627"/>
                    <a:pt x="299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9"/>
                    <a:pt x="301" y="629"/>
                    <a:pt x="301" y="629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1"/>
                    <a:pt x="302" y="631"/>
                    <a:pt x="302" y="631"/>
                  </a:cubicBezTo>
                  <a:cubicBezTo>
                    <a:pt x="303" y="633"/>
                    <a:pt x="303" y="633"/>
                    <a:pt x="303" y="633"/>
                  </a:cubicBezTo>
                  <a:cubicBezTo>
                    <a:pt x="304" y="633"/>
                    <a:pt x="304" y="633"/>
                    <a:pt x="304" y="633"/>
                  </a:cubicBezTo>
                  <a:cubicBezTo>
                    <a:pt x="307" y="632"/>
                    <a:pt x="307" y="632"/>
                    <a:pt x="307" y="632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7" y="626"/>
                    <a:pt x="307" y="626"/>
                    <a:pt x="307" y="626"/>
                  </a:cubicBezTo>
                  <a:cubicBezTo>
                    <a:pt x="307" y="625"/>
                    <a:pt x="307" y="625"/>
                    <a:pt x="307" y="625"/>
                  </a:cubicBezTo>
                  <a:cubicBezTo>
                    <a:pt x="306" y="623"/>
                    <a:pt x="306" y="623"/>
                    <a:pt x="306" y="623"/>
                  </a:cubicBezTo>
                  <a:cubicBezTo>
                    <a:pt x="305" y="623"/>
                    <a:pt x="305" y="623"/>
                    <a:pt x="305" y="623"/>
                  </a:cubicBezTo>
                  <a:cubicBezTo>
                    <a:pt x="304" y="622"/>
                    <a:pt x="304" y="622"/>
                    <a:pt x="304" y="622"/>
                  </a:cubicBezTo>
                  <a:cubicBezTo>
                    <a:pt x="304" y="621"/>
                    <a:pt x="304" y="621"/>
                    <a:pt x="304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3" y="619"/>
                    <a:pt x="303" y="619"/>
                    <a:pt x="303" y="619"/>
                  </a:cubicBezTo>
                  <a:cubicBezTo>
                    <a:pt x="301" y="619"/>
                    <a:pt x="301" y="619"/>
                    <a:pt x="301" y="619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0"/>
                    <a:pt x="301" y="620"/>
                    <a:pt x="301" y="620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2" y="616"/>
                    <a:pt x="302" y="616"/>
                    <a:pt x="302" y="616"/>
                  </a:cubicBezTo>
                  <a:cubicBezTo>
                    <a:pt x="302" y="615"/>
                    <a:pt x="302" y="615"/>
                    <a:pt x="302" y="615"/>
                  </a:cubicBezTo>
                  <a:cubicBezTo>
                    <a:pt x="300" y="612"/>
                    <a:pt x="300" y="612"/>
                    <a:pt x="300" y="612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3"/>
                    <a:pt x="299" y="613"/>
                    <a:pt x="299" y="613"/>
                  </a:cubicBezTo>
                  <a:cubicBezTo>
                    <a:pt x="299" y="612"/>
                    <a:pt x="299" y="612"/>
                    <a:pt x="299" y="612"/>
                  </a:cubicBezTo>
                  <a:cubicBezTo>
                    <a:pt x="298" y="611"/>
                    <a:pt x="298" y="611"/>
                    <a:pt x="298" y="611"/>
                  </a:cubicBezTo>
                  <a:cubicBezTo>
                    <a:pt x="299" y="610"/>
                    <a:pt x="299" y="610"/>
                    <a:pt x="299" y="610"/>
                  </a:cubicBezTo>
                  <a:cubicBezTo>
                    <a:pt x="298" y="609"/>
                    <a:pt x="298" y="609"/>
                    <a:pt x="298" y="609"/>
                  </a:cubicBezTo>
                  <a:cubicBezTo>
                    <a:pt x="298" y="608"/>
                    <a:pt x="298" y="608"/>
                    <a:pt x="298" y="608"/>
                  </a:cubicBezTo>
                  <a:cubicBezTo>
                    <a:pt x="297" y="607"/>
                    <a:pt x="297" y="607"/>
                    <a:pt x="297" y="607"/>
                  </a:cubicBezTo>
                  <a:cubicBezTo>
                    <a:pt x="297" y="605"/>
                    <a:pt x="297" y="605"/>
                    <a:pt x="297" y="605"/>
                  </a:cubicBezTo>
                  <a:cubicBezTo>
                    <a:pt x="297" y="604"/>
                    <a:pt x="297" y="604"/>
                    <a:pt x="297" y="604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96" y="600"/>
                    <a:pt x="296" y="600"/>
                    <a:pt x="296" y="600"/>
                  </a:cubicBezTo>
                  <a:cubicBezTo>
                    <a:pt x="295" y="599"/>
                    <a:pt x="295" y="599"/>
                    <a:pt x="295" y="599"/>
                  </a:cubicBezTo>
                  <a:cubicBezTo>
                    <a:pt x="294" y="598"/>
                    <a:pt x="294" y="598"/>
                    <a:pt x="294" y="598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3" y="599"/>
                    <a:pt x="293" y="599"/>
                    <a:pt x="293" y="599"/>
                  </a:cubicBezTo>
                  <a:cubicBezTo>
                    <a:pt x="293" y="598"/>
                    <a:pt x="293" y="598"/>
                    <a:pt x="293" y="598"/>
                  </a:cubicBezTo>
                  <a:cubicBezTo>
                    <a:pt x="294" y="597"/>
                    <a:pt x="294" y="597"/>
                    <a:pt x="294" y="597"/>
                  </a:cubicBezTo>
                  <a:cubicBezTo>
                    <a:pt x="293" y="596"/>
                    <a:pt x="293" y="596"/>
                    <a:pt x="293" y="596"/>
                  </a:cubicBezTo>
                  <a:cubicBezTo>
                    <a:pt x="292" y="596"/>
                    <a:pt x="292" y="596"/>
                    <a:pt x="292" y="596"/>
                  </a:cubicBezTo>
                  <a:cubicBezTo>
                    <a:pt x="292" y="593"/>
                    <a:pt x="292" y="593"/>
                    <a:pt x="292" y="593"/>
                  </a:cubicBezTo>
                  <a:cubicBezTo>
                    <a:pt x="291" y="591"/>
                    <a:pt x="291" y="591"/>
                    <a:pt x="291" y="591"/>
                  </a:cubicBezTo>
                  <a:cubicBezTo>
                    <a:pt x="290" y="591"/>
                    <a:pt x="290" y="591"/>
                    <a:pt x="290" y="591"/>
                  </a:cubicBezTo>
                  <a:cubicBezTo>
                    <a:pt x="289" y="590"/>
                    <a:pt x="289" y="590"/>
                    <a:pt x="289" y="590"/>
                  </a:cubicBezTo>
                  <a:cubicBezTo>
                    <a:pt x="289" y="588"/>
                    <a:pt x="289" y="588"/>
                    <a:pt x="289" y="588"/>
                  </a:cubicBezTo>
                  <a:cubicBezTo>
                    <a:pt x="289" y="586"/>
                    <a:pt x="289" y="586"/>
                    <a:pt x="289" y="586"/>
                  </a:cubicBezTo>
                  <a:cubicBezTo>
                    <a:pt x="288" y="584"/>
                    <a:pt x="288" y="584"/>
                    <a:pt x="288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2"/>
                    <a:pt x="286" y="582"/>
                    <a:pt x="286" y="582"/>
                  </a:cubicBezTo>
                  <a:cubicBezTo>
                    <a:pt x="285" y="581"/>
                    <a:pt x="285" y="581"/>
                    <a:pt x="285" y="581"/>
                  </a:cubicBezTo>
                  <a:cubicBezTo>
                    <a:pt x="284" y="580"/>
                    <a:pt x="284" y="580"/>
                    <a:pt x="284" y="580"/>
                  </a:cubicBezTo>
                  <a:cubicBezTo>
                    <a:pt x="283" y="579"/>
                    <a:pt x="283" y="579"/>
                    <a:pt x="283" y="579"/>
                  </a:cubicBezTo>
                  <a:cubicBezTo>
                    <a:pt x="284" y="578"/>
                    <a:pt x="284" y="578"/>
                    <a:pt x="284" y="578"/>
                  </a:cubicBezTo>
                  <a:cubicBezTo>
                    <a:pt x="283" y="576"/>
                    <a:pt x="283" y="576"/>
                    <a:pt x="283" y="576"/>
                  </a:cubicBezTo>
                  <a:cubicBezTo>
                    <a:pt x="281" y="575"/>
                    <a:pt x="281" y="575"/>
                    <a:pt x="281" y="575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3"/>
                    <a:pt x="280" y="573"/>
                    <a:pt x="280" y="573"/>
                  </a:cubicBezTo>
                  <a:cubicBezTo>
                    <a:pt x="279" y="570"/>
                    <a:pt x="279" y="570"/>
                    <a:pt x="279" y="570"/>
                  </a:cubicBezTo>
                  <a:cubicBezTo>
                    <a:pt x="278" y="570"/>
                    <a:pt x="278" y="570"/>
                    <a:pt x="278" y="570"/>
                  </a:cubicBezTo>
                  <a:cubicBezTo>
                    <a:pt x="279" y="569"/>
                    <a:pt x="279" y="569"/>
                    <a:pt x="279" y="569"/>
                  </a:cubicBezTo>
                  <a:cubicBezTo>
                    <a:pt x="278" y="563"/>
                    <a:pt x="278" y="563"/>
                    <a:pt x="278" y="563"/>
                  </a:cubicBezTo>
                  <a:cubicBezTo>
                    <a:pt x="278" y="560"/>
                    <a:pt x="278" y="560"/>
                    <a:pt x="278" y="560"/>
                  </a:cubicBezTo>
                  <a:cubicBezTo>
                    <a:pt x="279" y="559"/>
                    <a:pt x="279" y="559"/>
                    <a:pt x="279" y="559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81" y="556"/>
                    <a:pt x="281" y="556"/>
                    <a:pt x="281" y="556"/>
                  </a:cubicBezTo>
                  <a:cubicBezTo>
                    <a:pt x="282" y="558"/>
                    <a:pt x="282" y="558"/>
                    <a:pt x="282" y="558"/>
                  </a:cubicBezTo>
                  <a:cubicBezTo>
                    <a:pt x="283" y="559"/>
                    <a:pt x="283" y="559"/>
                    <a:pt x="283" y="559"/>
                  </a:cubicBezTo>
                  <a:cubicBezTo>
                    <a:pt x="284" y="559"/>
                    <a:pt x="284" y="559"/>
                    <a:pt x="284" y="559"/>
                  </a:cubicBezTo>
                  <a:cubicBezTo>
                    <a:pt x="285" y="559"/>
                    <a:pt x="285" y="559"/>
                    <a:pt x="285" y="559"/>
                  </a:cubicBezTo>
                  <a:cubicBezTo>
                    <a:pt x="286" y="559"/>
                    <a:pt x="286" y="559"/>
                    <a:pt x="286" y="559"/>
                  </a:cubicBezTo>
                  <a:cubicBezTo>
                    <a:pt x="286" y="560"/>
                    <a:pt x="286" y="560"/>
                    <a:pt x="286" y="560"/>
                  </a:cubicBezTo>
                  <a:cubicBezTo>
                    <a:pt x="288" y="560"/>
                    <a:pt x="288" y="560"/>
                    <a:pt x="288" y="560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8" y="562"/>
                    <a:pt x="288" y="562"/>
                    <a:pt x="288" y="562"/>
                  </a:cubicBezTo>
                  <a:cubicBezTo>
                    <a:pt x="288" y="564"/>
                    <a:pt x="288" y="564"/>
                    <a:pt x="288" y="564"/>
                  </a:cubicBezTo>
                  <a:cubicBezTo>
                    <a:pt x="289" y="566"/>
                    <a:pt x="289" y="566"/>
                    <a:pt x="289" y="566"/>
                  </a:cubicBezTo>
                  <a:cubicBezTo>
                    <a:pt x="289" y="568"/>
                    <a:pt x="289" y="568"/>
                    <a:pt x="289" y="568"/>
                  </a:cubicBezTo>
                  <a:cubicBezTo>
                    <a:pt x="290" y="569"/>
                    <a:pt x="290" y="569"/>
                    <a:pt x="290" y="569"/>
                  </a:cubicBezTo>
                  <a:cubicBezTo>
                    <a:pt x="290" y="571"/>
                    <a:pt x="290" y="571"/>
                    <a:pt x="290" y="571"/>
                  </a:cubicBezTo>
                  <a:cubicBezTo>
                    <a:pt x="290" y="572"/>
                    <a:pt x="290" y="572"/>
                    <a:pt x="290" y="572"/>
                  </a:cubicBezTo>
                  <a:cubicBezTo>
                    <a:pt x="291" y="573"/>
                    <a:pt x="291" y="573"/>
                    <a:pt x="291" y="573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7"/>
                    <a:pt x="292" y="577"/>
                    <a:pt x="292" y="577"/>
                  </a:cubicBezTo>
                  <a:cubicBezTo>
                    <a:pt x="292" y="579"/>
                    <a:pt x="292" y="579"/>
                    <a:pt x="292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5" y="582"/>
                    <a:pt x="295" y="582"/>
                    <a:pt x="295" y="582"/>
                  </a:cubicBezTo>
                  <a:cubicBezTo>
                    <a:pt x="296" y="583"/>
                    <a:pt x="296" y="583"/>
                    <a:pt x="296" y="583"/>
                  </a:cubicBezTo>
                  <a:cubicBezTo>
                    <a:pt x="296" y="585"/>
                    <a:pt x="296" y="585"/>
                    <a:pt x="296" y="585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8" y="587"/>
                    <a:pt x="298" y="587"/>
                    <a:pt x="298" y="587"/>
                  </a:cubicBezTo>
                  <a:cubicBezTo>
                    <a:pt x="299" y="589"/>
                    <a:pt x="299" y="589"/>
                    <a:pt x="299" y="589"/>
                  </a:cubicBezTo>
                  <a:cubicBezTo>
                    <a:pt x="300" y="589"/>
                    <a:pt x="300" y="589"/>
                    <a:pt x="300" y="589"/>
                  </a:cubicBezTo>
                  <a:cubicBezTo>
                    <a:pt x="300" y="590"/>
                    <a:pt x="300" y="590"/>
                    <a:pt x="300" y="590"/>
                  </a:cubicBezTo>
                  <a:cubicBezTo>
                    <a:pt x="301" y="590"/>
                    <a:pt x="301" y="590"/>
                    <a:pt x="301" y="590"/>
                  </a:cubicBezTo>
                  <a:cubicBezTo>
                    <a:pt x="302" y="591"/>
                    <a:pt x="302" y="591"/>
                    <a:pt x="302" y="591"/>
                  </a:cubicBezTo>
                  <a:cubicBezTo>
                    <a:pt x="303" y="590"/>
                    <a:pt x="303" y="590"/>
                    <a:pt x="303" y="590"/>
                  </a:cubicBezTo>
                  <a:cubicBezTo>
                    <a:pt x="303" y="591"/>
                    <a:pt x="303" y="591"/>
                    <a:pt x="303" y="591"/>
                  </a:cubicBezTo>
                  <a:cubicBezTo>
                    <a:pt x="303" y="592"/>
                    <a:pt x="303" y="592"/>
                    <a:pt x="303" y="592"/>
                  </a:cubicBezTo>
                  <a:cubicBezTo>
                    <a:pt x="302" y="593"/>
                    <a:pt x="302" y="593"/>
                    <a:pt x="302" y="593"/>
                  </a:cubicBezTo>
                  <a:cubicBezTo>
                    <a:pt x="303" y="595"/>
                    <a:pt x="303" y="595"/>
                    <a:pt x="303" y="595"/>
                  </a:cubicBezTo>
                  <a:cubicBezTo>
                    <a:pt x="306" y="598"/>
                    <a:pt x="306" y="598"/>
                    <a:pt x="306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9"/>
                    <a:pt x="307" y="599"/>
                    <a:pt x="307" y="599"/>
                  </a:cubicBezTo>
                  <a:cubicBezTo>
                    <a:pt x="308" y="600"/>
                    <a:pt x="308" y="600"/>
                    <a:pt x="308" y="600"/>
                  </a:cubicBezTo>
                  <a:cubicBezTo>
                    <a:pt x="309" y="601"/>
                    <a:pt x="309" y="601"/>
                    <a:pt x="309" y="601"/>
                  </a:cubicBezTo>
                  <a:cubicBezTo>
                    <a:pt x="310" y="601"/>
                    <a:pt x="310" y="601"/>
                    <a:pt x="310" y="601"/>
                  </a:cubicBezTo>
                  <a:cubicBezTo>
                    <a:pt x="311" y="602"/>
                    <a:pt x="311" y="602"/>
                    <a:pt x="311" y="602"/>
                  </a:cubicBezTo>
                  <a:cubicBezTo>
                    <a:pt x="311" y="603"/>
                    <a:pt x="311" y="603"/>
                    <a:pt x="311" y="603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0" y="605"/>
                    <a:pt x="310" y="605"/>
                    <a:pt x="310" y="605"/>
                  </a:cubicBezTo>
                  <a:cubicBezTo>
                    <a:pt x="309" y="608"/>
                    <a:pt x="309" y="608"/>
                    <a:pt x="309" y="608"/>
                  </a:cubicBezTo>
                  <a:cubicBezTo>
                    <a:pt x="309" y="610"/>
                    <a:pt x="309" y="610"/>
                    <a:pt x="309" y="610"/>
                  </a:cubicBezTo>
                  <a:cubicBezTo>
                    <a:pt x="311" y="611"/>
                    <a:pt x="311" y="611"/>
                    <a:pt x="311" y="611"/>
                  </a:cubicBezTo>
                  <a:cubicBezTo>
                    <a:pt x="312" y="611"/>
                    <a:pt x="312" y="611"/>
                    <a:pt x="312" y="611"/>
                  </a:cubicBezTo>
                  <a:cubicBezTo>
                    <a:pt x="316" y="614"/>
                    <a:pt x="316" y="614"/>
                    <a:pt x="316" y="614"/>
                  </a:cubicBezTo>
                  <a:cubicBezTo>
                    <a:pt x="318" y="614"/>
                    <a:pt x="318" y="614"/>
                    <a:pt x="318" y="614"/>
                  </a:cubicBezTo>
                  <a:cubicBezTo>
                    <a:pt x="319" y="614"/>
                    <a:pt x="319" y="614"/>
                    <a:pt x="319" y="614"/>
                  </a:cubicBezTo>
                  <a:cubicBezTo>
                    <a:pt x="319" y="616"/>
                    <a:pt x="319" y="616"/>
                    <a:pt x="319" y="616"/>
                  </a:cubicBezTo>
                  <a:cubicBezTo>
                    <a:pt x="320" y="617"/>
                    <a:pt x="320" y="617"/>
                    <a:pt x="320" y="617"/>
                  </a:cubicBezTo>
                  <a:cubicBezTo>
                    <a:pt x="319" y="617"/>
                    <a:pt x="319" y="617"/>
                    <a:pt x="319" y="617"/>
                  </a:cubicBezTo>
                  <a:cubicBezTo>
                    <a:pt x="318" y="618"/>
                    <a:pt x="318" y="618"/>
                    <a:pt x="318" y="618"/>
                  </a:cubicBezTo>
                  <a:cubicBezTo>
                    <a:pt x="319" y="619"/>
                    <a:pt x="319" y="619"/>
                    <a:pt x="319" y="619"/>
                  </a:cubicBezTo>
                  <a:cubicBezTo>
                    <a:pt x="320" y="620"/>
                    <a:pt x="320" y="620"/>
                    <a:pt x="320" y="620"/>
                  </a:cubicBezTo>
                  <a:cubicBezTo>
                    <a:pt x="322" y="621"/>
                    <a:pt x="322" y="621"/>
                    <a:pt x="322" y="621"/>
                  </a:cubicBezTo>
                  <a:cubicBezTo>
                    <a:pt x="322" y="622"/>
                    <a:pt x="322" y="622"/>
                    <a:pt x="322" y="622"/>
                  </a:cubicBezTo>
                  <a:cubicBezTo>
                    <a:pt x="323" y="622"/>
                    <a:pt x="323" y="622"/>
                    <a:pt x="323" y="622"/>
                  </a:cubicBezTo>
                  <a:cubicBezTo>
                    <a:pt x="325" y="624"/>
                    <a:pt x="325" y="624"/>
                    <a:pt x="325" y="624"/>
                  </a:cubicBezTo>
                  <a:cubicBezTo>
                    <a:pt x="327" y="627"/>
                    <a:pt x="327" y="627"/>
                    <a:pt x="327" y="627"/>
                  </a:cubicBezTo>
                  <a:cubicBezTo>
                    <a:pt x="329" y="630"/>
                    <a:pt x="329" y="630"/>
                    <a:pt x="329" y="630"/>
                  </a:cubicBezTo>
                  <a:cubicBezTo>
                    <a:pt x="331" y="632"/>
                    <a:pt x="331" y="632"/>
                    <a:pt x="331" y="632"/>
                  </a:cubicBezTo>
                  <a:cubicBezTo>
                    <a:pt x="331" y="633"/>
                    <a:pt x="331" y="633"/>
                    <a:pt x="331" y="633"/>
                  </a:cubicBezTo>
                  <a:cubicBezTo>
                    <a:pt x="334" y="637"/>
                    <a:pt x="334" y="637"/>
                    <a:pt x="334" y="637"/>
                  </a:cubicBezTo>
                  <a:cubicBezTo>
                    <a:pt x="334" y="638"/>
                    <a:pt x="334" y="638"/>
                    <a:pt x="334" y="638"/>
                  </a:cubicBezTo>
                  <a:cubicBezTo>
                    <a:pt x="333" y="639"/>
                    <a:pt x="333" y="639"/>
                    <a:pt x="333" y="639"/>
                  </a:cubicBezTo>
                  <a:cubicBezTo>
                    <a:pt x="334" y="640"/>
                    <a:pt x="334" y="640"/>
                    <a:pt x="334" y="640"/>
                  </a:cubicBezTo>
                  <a:cubicBezTo>
                    <a:pt x="336" y="646"/>
                    <a:pt x="336" y="646"/>
                    <a:pt x="336" y="646"/>
                  </a:cubicBezTo>
                  <a:cubicBezTo>
                    <a:pt x="337" y="648"/>
                    <a:pt x="337" y="648"/>
                    <a:pt x="337" y="648"/>
                  </a:cubicBezTo>
                  <a:cubicBezTo>
                    <a:pt x="336" y="649"/>
                    <a:pt x="336" y="649"/>
                    <a:pt x="336" y="649"/>
                  </a:cubicBezTo>
                  <a:cubicBezTo>
                    <a:pt x="334" y="650"/>
                    <a:pt x="334" y="650"/>
                    <a:pt x="334" y="650"/>
                  </a:cubicBezTo>
                  <a:cubicBezTo>
                    <a:pt x="334" y="652"/>
                    <a:pt x="334" y="652"/>
                    <a:pt x="334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3"/>
                    <a:pt x="335" y="653"/>
                    <a:pt x="335" y="653"/>
                  </a:cubicBezTo>
                  <a:cubicBezTo>
                    <a:pt x="334" y="653"/>
                    <a:pt x="334" y="653"/>
                    <a:pt x="334" y="653"/>
                  </a:cubicBezTo>
                  <a:cubicBezTo>
                    <a:pt x="332" y="653"/>
                    <a:pt x="332" y="653"/>
                    <a:pt x="332" y="653"/>
                  </a:cubicBezTo>
                  <a:cubicBezTo>
                    <a:pt x="332" y="654"/>
                    <a:pt x="332" y="654"/>
                    <a:pt x="332" y="654"/>
                  </a:cubicBezTo>
                  <a:cubicBezTo>
                    <a:pt x="333" y="657"/>
                    <a:pt x="333" y="657"/>
                    <a:pt x="333" y="657"/>
                  </a:cubicBezTo>
                  <a:cubicBezTo>
                    <a:pt x="334" y="658"/>
                    <a:pt x="334" y="658"/>
                    <a:pt x="334" y="658"/>
                  </a:cubicBezTo>
                  <a:cubicBezTo>
                    <a:pt x="334" y="659"/>
                    <a:pt x="334" y="659"/>
                    <a:pt x="334" y="659"/>
                  </a:cubicBezTo>
                  <a:cubicBezTo>
                    <a:pt x="336" y="661"/>
                    <a:pt x="336" y="661"/>
                    <a:pt x="336" y="661"/>
                  </a:cubicBezTo>
                  <a:cubicBezTo>
                    <a:pt x="336" y="663"/>
                    <a:pt x="336" y="663"/>
                    <a:pt x="336" y="663"/>
                  </a:cubicBezTo>
                  <a:cubicBezTo>
                    <a:pt x="337" y="664"/>
                    <a:pt x="337" y="664"/>
                    <a:pt x="337" y="664"/>
                  </a:cubicBezTo>
                  <a:cubicBezTo>
                    <a:pt x="338" y="664"/>
                    <a:pt x="338" y="664"/>
                    <a:pt x="338" y="664"/>
                  </a:cubicBezTo>
                  <a:cubicBezTo>
                    <a:pt x="339" y="664"/>
                    <a:pt x="339" y="664"/>
                    <a:pt x="339" y="664"/>
                  </a:cubicBezTo>
                  <a:cubicBezTo>
                    <a:pt x="341" y="665"/>
                    <a:pt x="341" y="665"/>
                    <a:pt x="341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6"/>
                    <a:pt x="343" y="666"/>
                    <a:pt x="343" y="666"/>
                  </a:cubicBezTo>
                  <a:cubicBezTo>
                    <a:pt x="345" y="667"/>
                    <a:pt x="345" y="667"/>
                    <a:pt x="345" y="667"/>
                  </a:cubicBezTo>
                  <a:cubicBezTo>
                    <a:pt x="346" y="668"/>
                    <a:pt x="346" y="668"/>
                    <a:pt x="346" y="668"/>
                  </a:cubicBezTo>
                  <a:cubicBezTo>
                    <a:pt x="349" y="672"/>
                    <a:pt x="349" y="672"/>
                    <a:pt x="349" y="672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3" y="673"/>
                    <a:pt x="353" y="673"/>
                    <a:pt x="353" y="673"/>
                  </a:cubicBezTo>
                  <a:cubicBezTo>
                    <a:pt x="354" y="673"/>
                    <a:pt x="354" y="673"/>
                    <a:pt x="354" y="673"/>
                  </a:cubicBezTo>
                  <a:cubicBezTo>
                    <a:pt x="356" y="674"/>
                    <a:pt x="356" y="674"/>
                    <a:pt x="356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9" y="674"/>
                    <a:pt x="359" y="674"/>
                    <a:pt x="359" y="674"/>
                  </a:cubicBezTo>
                  <a:cubicBezTo>
                    <a:pt x="359" y="675"/>
                    <a:pt x="359" y="675"/>
                    <a:pt x="359" y="675"/>
                  </a:cubicBezTo>
                  <a:cubicBezTo>
                    <a:pt x="363" y="678"/>
                    <a:pt x="363" y="678"/>
                    <a:pt x="363" y="678"/>
                  </a:cubicBezTo>
                  <a:cubicBezTo>
                    <a:pt x="364" y="678"/>
                    <a:pt x="364" y="678"/>
                    <a:pt x="364" y="678"/>
                  </a:cubicBezTo>
                  <a:cubicBezTo>
                    <a:pt x="366" y="680"/>
                    <a:pt x="366" y="680"/>
                    <a:pt x="366" y="680"/>
                  </a:cubicBezTo>
                  <a:cubicBezTo>
                    <a:pt x="369" y="682"/>
                    <a:pt x="369" y="682"/>
                    <a:pt x="369" y="682"/>
                  </a:cubicBezTo>
                  <a:cubicBezTo>
                    <a:pt x="373" y="682"/>
                    <a:pt x="373" y="682"/>
                    <a:pt x="373" y="682"/>
                  </a:cubicBezTo>
                  <a:cubicBezTo>
                    <a:pt x="375" y="683"/>
                    <a:pt x="375" y="683"/>
                    <a:pt x="375" y="683"/>
                  </a:cubicBezTo>
                  <a:cubicBezTo>
                    <a:pt x="376" y="685"/>
                    <a:pt x="376" y="685"/>
                    <a:pt x="376" y="685"/>
                  </a:cubicBezTo>
                  <a:cubicBezTo>
                    <a:pt x="378" y="685"/>
                    <a:pt x="378" y="685"/>
                    <a:pt x="378" y="685"/>
                  </a:cubicBezTo>
                  <a:cubicBezTo>
                    <a:pt x="380" y="686"/>
                    <a:pt x="380" y="686"/>
                    <a:pt x="380" y="686"/>
                  </a:cubicBezTo>
                  <a:cubicBezTo>
                    <a:pt x="381" y="685"/>
                    <a:pt x="381" y="685"/>
                    <a:pt x="381" y="685"/>
                  </a:cubicBezTo>
                  <a:cubicBezTo>
                    <a:pt x="382" y="687"/>
                    <a:pt x="382" y="687"/>
                    <a:pt x="382" y="687"/>
                  </a:cubicBezTo>
                  <a:cubicBezTo>
                    <a:pt x="384" y="688"/>
                    <a:pt x="384" y="688"/>
                    <a:pt x="384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7" y="689"/>
                    <a:pt x="387" y="689"/>
                    <a:pt x="387" y="689"/>
                  </a:cubicBezTo>
                  <a:cubicBezTo>
                    <a:pt x="390" y="690"/>
                    <a:pt x="390" y="690"/>
                    <a:pt x="390" y="690"/>
                  </a:cubicBezTo>
                  <a:cubicBezTo>
                    <a:pt x="393" y="690"/>
                    <a:pt x="393" y="690"/>
                    <a:pt x="393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8" y="692"/>
                    <a:pt x="398" y="692"/>
                    <a:pt x="398" y="692"/>
                  </a:cubicBezTo>
                  <a:cubicBezTo>
                    <a:pt x="400" y="692"/>
                    <a:pt x="400" y="692"/>
                    <a:pt x="400" y="692"/>
                  </a:cubicBezTo>
                  <a:cubicBezTo>
                    <a:pt x="404" y="690"/>
                    <a:pt x="404" y="690"/>
                    <a:pt x="404" y="690"/>
                  </a:cubicBezTo>
                  <a:cubicBezTo>
                    <a:pt x="406" y="690"/>
                    <a:pt x="406" y="690"/>
                    <a:pt x="406" y="690"/>
                  </a:cubicBezTo>
                  <a:cubicBezTo>
                    <a:pt x="408" y="689"/>
                    <a:pt x="408" y="689"/>
                    <a:pt x="408" y="689"/>
                  </a:cubicBezTo>
                  <a:cubicBezTo>
                    <a:pt x="409" y="689"/>
                    <a:pt x="409" y="689"/>
                    <a:pt x="409" y="689"/>
                  </a:cubicBezTo>
                  <a:cubicBezTo>
                    <a:pt x="411" y="689"/>
                    <a:pt x="411" y="689"/>
                    <a:pt x="411" y="689"/>
                  </a:cubicBezTo>
                  <a:cubicBezTo>
                    <a:pt x="412" y="689"/>
                    <a:pt x="412" y="689"/>
                    <a:pt x="412" y="689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4" y="688"/>
                    <a:pt x="414" y="688"/>
                    <a:pt x="414" y="688"/>
                  </a:cubicBezTo>
                  <a:cubicBezTo>
                    <a:pt x="415" y="689"/>
                    <a:pt x="415" y="689"/>
                    <a:pt x="415" y="689"/>
                  </a:cubicBezTo>
                  <a:cubicBezTo>
                    <a:pt x="417" y="690"/>
                    <a:pt x="417" y="690"/>
                    <a:pt x="417" y="690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24" y="696"/>
                    <a:pt x="424" y="696"/>
                    <a:pt x="424" y="696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8" y="699"/>
                    <a:pt x="428" y="699"/>
                    <a:pt x="428" y="699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2"/>
                    <a:pt x="430" y="702"/>
                    <a:pt x="430" y="702"/>
                  </a:cubicBezTo>
                  <a:cubicBezTo>
                    <a:pt x="431" y="703"/>
                    <a:pt x="431" y="703"/>
                    <a:pt x="431" y="703"/>
                  </a:cubicBezTo>
                  <a:cubicBezTo>
                    <a:pt x="433" y="704"/>
                    <a:pt x="433" y="704"/>
                    <a:pt x="433" y="704"/>
                  </a:cubicBezTo>
                  <a:cubicBezTo>
                    <a:pt x="434" y="705"/>
                    <a:pt x="434" y="705"/>
                    <a:pt x="434" y="705"/>
                  </a:cubicBezTo>
                  <a:cubicBezTo>
                    <a:pt x="438" y="706"/>
                    <a:pt x="438" y="706"/>
                    <a:pt x="438" y="706"/>
                  </a:cubicBezTo>
                  <a:cubicBezTo>
                    <a:pt x="440" y="706"/>
                    <a:pt x="440" y="706"/>
                    <a:pt x="440" y="706"/>
                  </a:cubicBezTo>
                  <a:cubicBezTo>
                    <a:pt x="442" y="706"/>
                    <a:pt x="442" y="706"/>
                    <a:pt x="442" y="706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7" y="707"/>
                    <a:pt x="447" y="707"/>
                    <a:pt x="447" y="707"/>
                  </a:cubicBezTo>
                  <a:cubicBezTo>
                    <a:pt x="448" y="708"/>
                    <a:pt x="448" y="708"/>
                    <a:pt x="448" y="708"/>
                  </a:cubicBezTo>
                  <a:cubicBezTo>
                    <a:pt x="450" y="709"/>
                    <a:pt x="450" y="709"/>
                    <a:pt x="450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3" y="710"/>
                    <a:pt x="453" y="710"/>
                    <a:pt x="453" y="710"/>
                  </a:cubicBezTo>
                  <a:cubicBezTo>
                    <a:pt x="456" y="711"/>
                    <a:pt x="456" y="711"/>
                    <a:pt x="456" y="711"/>
                  </a:cubicBezTo>
                  <a:cubicBezTo>
                    <a:pt x="457" y="710"/>
                    <a:pt x="457" y="710"/>
                    <a:pt x="457" y="710"/>
                  </a:cubicBezTo>
                  <a:cubicBezTo>
                    <a:pt x="457" y="711"/>
                    <a:pt x="457" y="711"/>
                    <a:pt x="457" y="711"/>
                  </a:cubicBezTo>
                  <a:cubicBezTo>
                    <a:pt x="458" y="712"/>
                    <a:pt x="458" y="712"/>
                    <a:pt x="458" y="712"/>
                  </a:cubicBezTo>
                  <a:cubicBezTo>
                    <a:pt x="462" y="712"/>
                    <a:pt x="462" y="712"/>
                    <a:pt x="462" y="712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5" y="710"/>
                    <a:pt x="465" y="710"/>
                    <a:pt x="465" y="710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4" y="711"/>
                    <a:pt x="464" y="711"/>
                    <a:pt x="464" y="711"/>
                  </a:cubicBezTo>
                  <a:cubicBezTo>
                    <a:pt x="463" y="712"/>
                    <a:pt x="463" y="712"/>
                    <a:pt x="463" y="712"/>
                  </a:cubicBezTo>
                  <a:cubicBezTo>
                    <a:pt x="466" y="716"/>
                    <a:pt x="466" y="716"/>
                    <a:pt x="466" y="716"/>
                  </a:cubicBezTo>
                  <a:cubicBezTo>
                    <a:pt x="467" y="716"/>
                    <a:pt x="467" y="716"/>
                    <a:pt x="467" y="716"/>
                  </a:cubicBezTo>
                  <a:cubicBezTo>
                    <a:pt x="467" y="717"/>
                    <a:pt x="467" y="717"/>
                    <a:pt x="467" y="717"/>
                  </a:cubicBezTo>
                  <a:cubicBezTo>
                    <a:pt x="469" y="719"/>
                    <a:pt x="469" y="719"/>
                    <a:pt x="469" y="719"/>
                  </a:cubicBezTo>
                  <a:cubicBezTo>
                    <a:pt x="471" y="722"/>
                    <a:pt x="471" y="722"/>
                    <a:pt x="471" y="722"/>
                  </a:cubicBezTo>
                  <a:cubicBezTo>
                    <a:pt x="475" y="726"/>
                    <a:pt x="475" y="726"/>
                    <a:pt x="475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7"/>
                    <a:pt x="476" y="727"/>
                    <a:pt x="476" y="727"/>
                  </a:cubicBezTo>
                  <a:cubicBezTo>
                    <a:pt x="475" y="728"/>
                    <a:pt x="475" y="728"/>
                    <a:pt x="475" y="728"/>
                  </a:cubicBezTo>
                  <a:cubicBezTo>
                    <a:pt x="476" y="728"/>
                    <a:pt x="476" y="728"/>
                    <a:pt x="476" y="728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6" y="730"/>
                    <a:pt x="476" y="730"/>
                    <a:pt x="476" y="730"/>
                  </a:cubicBezTo>
                  <a:cubicBezTo>
                    <a:pt x="475" y="732"/>
                    <a:pt x="475" y="732"/>
                    <a:pt x="475" y="732"/>
                  </a:cubicBezTo>
                  <a:cubicBezTo>
                    <a:pt x="476" y="734"/>
                    <a:pt x="476" y="734"/>
                    <a:pt x="476" y="734"/>
                  </a:cubicBezTo>
                  <a:cubicBezTo>
                    <a:pt x="478" y="736"/>
                    <a:pt x="478" y="736"/>
                    <a:pt x="478" y="736"/>
                  </a:cubicBezTo>
                  <a:cubicBezTo>
                    <a:pt x="480" y="736"/>
                    <a:pt x="480" y="736"/>
                    <a:pt x="480" y="736"/>
                  </a:cubicBezTo>
                  <a:cubicBezTo>
                    <a:pt x="481" y="736"/>
                    <a:pt x="481" y="736"/>
                    <a:pt x="481" y="736"/>
                  </a:cubicBezTo>
                  <a:cubicBezTo>
                    <a:pt x="482" y="738"/>
                    <a:pt x="482" y="738"/>
                    <a:pt x="482" y="738"/>
                  </a:cubicBezTo>
                  <a:cubicBezTo>
                    <a:pt x="483" y="738"/>
                    <a:pt x="483" y="738"/>
                    <a:pt x="483" y="738"/>
                  </a:cubicBezTo>
                  <a:cubicBezTo>
                    <a:pt x="484" y="736"/>
                    <a:pt x="484" y="736"/>
                    <a:pt x="484" y="736"/>
                  </a:cubicBezTo>
                  <a:cubicBezTo>
                    <a:pt x="484" y="735"/>
                    <a:pt x="484" y="735"/>
                    <a:pt x="484" y="735"/>
                  </a:cubicBezTo>
                  <a:cubicBezTo>
                    <a:pt x="485" y="736"/>
                    <a:pt x="485" y="736"/>
                    <a:pt x="485" y="736"/>
                  </a:cubicBezTo>
                  <a:cubicBezTo>
                    <a:pt x="486" y="737"/>
                    <a:pt x="486" y="737"/>
                    <a:pt x="486" y="737"/>
                  </a:cubicBezTo>
                  <a:cubicBezTo>
                    <a:pt x="487" y="738"/>
                    <a:pt x="487" y="738"/>
                    <a:pt x="487" y="738"/>
                  </a:cubicBezTo>
                  <a:cubicBezTo>
                    <a:pt x="489" y="740"/>
                    <a:pt x="489" y="740"/>
                    <a:pt x="489" y="740"/>
                  </a:cubicBezTo>
                  <a:cubicBezTo>
                    <a:pt x="490" y="740"/>
                    <a:pt x="490" y="740"/>
                    <a:pt x="490" y="740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0" y="743"/>
                    <a:pt x="490" y="743"/>
                    <a:pt x="490" y="743"/>
                  </a:cubicBezTo>
                  <a:cubicBezTo>
                    <a:pt x="490" y="745"/>
                    <a:pt x="490" y="745"/>
                    <a:pt x="490" y="745"/>
                  </a:cubicBezTo>
                  <a:cubicBezTo>
                    <a:pt x="491" y="746"/>
                    <a:pt x="491" y="746"/>
                    <a:pt x="491" y="746"/>
                  </a:cubicBezTo>
                  <a:cubicBezTo>
                    <a:pt x="493" y="747"/>
                    <a:pt x="493" y="747"/>
                    <a:pt x="493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6" y="748"/>
                    <a:pt x="496" y="748"/>
                    <a:pt x="496" y="748"/>
                  </a:cubicBezTo>
                  <a:cubicBezTo>
                    <a:pt x="497" y="748"/>
                    <a:pt x="497" y="748"/>
                    <a:pt x="497" y="748"/>
                  </a:cubicBezTo>
                  <a:cubicBezTo>
                    <a:pt x="499" y="748"/>
                    <a:pt x="499" y="748"/>
                    <a:pt x="499" y="748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500" y="747"/>
                    <a:pt x="500" y="747"/>
                    <a:pt x="500" y="747"/>
                  </a:cubicBezTo>
                  <a:cubicBezTo>
                    <a:pt x="501" y="747"/>
                    <a:pt x="501" y="747"/>
                    <a:pt x="501" y="747"/>
                  </a:cubicBezTo>
                  <a:cubicBezTo>
                    <a:pt x="502" y="747"/>
                    <a:pt x="502" y="747"/>
                    <a:pt x="502" y="747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7"/>
                    <a:pt x="503" y="747"/>
                    <a:pt x="503" y="747"/>
                  </a:cubicBezTo>
                  <a:cubicBezTo>
                    <a:pt x="504" y="747"/>
                    <a:pt x="504" y="747"/>
                    <a:pt x="504" y="747"/>
                  </a:cubicBezTo>
                  <a:cubicBezTo>
                    <a:pt x="507" y="748"/>
                    <a:pt x="507" y="748"/>
                    <a:pt x="507" y="748"/>
                  </a:cubicBezTo>
                  <a:cubicBezTo>
                    <a:pt x="507" y="749"/>
                    <a:pt x="507" y="749"/>
                    <a:pt x="507" y="749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9" y="752"/>
                    <a:pt x="509" y="752"/>
                    <a:pt x="509" y="752"/>
                  </a:cubicBezTo>
                  <a:cubicBezTo>
                    <a:pt x="511" y="752"/>
                    <a:pt x="511" y="752"/>
                    <a:pt x="511" y="752"/>
                  </a:cubicBezTo>
                  <a:cubicBezTo>
                    <a:pt x="512" y="751"/>
                    <a:pt x="512" y="751"/>
                    <a:pt x="512" y="751"/>
                  </a:cubicBezTo>
                  <a:cubicBezTo>
                    <a:pt x="512" y="752"/>
                    <a:pt x="512" y="752"/>
                    <a:pt x="512" y="752"/>
                  </a:cubicBezTo>
                  <a:cubicBezTo>
                    <a:pt x="512" y="754"/>
                    <a:pt x="512" y="754"/>
                    <a:pt x="512" y="754"/>
                  </a:cubicBezTo>
                  <a:cubicBezTo>
                    <a:pt x="513" y="755"/>
                    <a:pt x="513" y="755"/>
                    <a:pt x="513" y="755"/>
                  </a:cubicBezTo>
                  <a:cubicBezTo>
                    <a:pt x="515" y="755"/>
                    <a:pt x="515" y="755"/>
                    <a:pt x="515" y="755"/>
                  </a:cubicBezTo>
                  <a:cubicBezTo>
                    <a:pt x="516" y="754"/>
                    <a:pt x="516" y="754"/>
                    <a:pt x="516" y="754"/>
                  </a:cubicBezTo>
                  <a:cubicBezTo>
                    <a:pt x="517" y="753"/>
                    <a:pt x="517" y="753"/>
                    <a:pt x="517" y="753"/>
                  </a:cubicBezTo>
                  <a:cubicBezTo>
                    <a:pt x="518" y="753"/>
                    <a:pt x="518" y="753"/>
                    <a:pt x="518" y="753"/>
                  </a:cubicBezTo>
                  <a:cubicBezTo>
                    <a:pt x="520" y="753"/>
                    <a:pt x="520" y="753"/>
                    <a:pt x="520" y="753"/>
                  </a:cubicBezTo>
                  <a:cubicBezTo>
                    <a:pt x="520" y="750"/>
                    <a:pt x="520" y="750"/>
                    <a:pt x="520" y="750"/>
                  </a:cubicBezTo>
                  <a:cubicBezTo>
                    <a:pt x="518" y="749"/>
                    <a:pt x="518" y="749"/>
                    <a:pt x="518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7"/>
                    <a:pt x="517" y="747"/>
                    <a:pt x="517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20" y="746"/>
                    <a:pt x="520" y="746"/>
                    <a:pt x="520" y="746"/>
                  </a:cubicBezTo>
                  <a:cubicBezTo>
                    <a:pt x="523" y="744"/>
                    <a:pt x="523" y="744"/>
                    <a:pt x="523" y="744"/>
                  </a:cubicBezTo>
                  <a:cubicBezTo>
                    <a:pt x="523" y="743"/>
                    <a:pt x="523" y="743"/>
                    <a:pt x="523" y="743"/>
                  </a:cubicBezTo>
                  <a:cubicBezTo>
                    <a:pt x="522" y="743"/>
                    <a:pt x="522" y="743"/>
                    <a:pt x="522" y="743"/>
                  </a:cubicBezTo>
                  <a:cubicBezTo>
                    <a:pt x="522" y="742"/>
                    <a:pt x="522" y="742"/>
                    <a:pt x="522" y="742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8" y="743"/>
                    <a:pt x="528" y="743"/>
                    <a:pt x="528" y="743"/>
                  </a:cubicBezTo>
                  <a:cubicBezTo>
                    <a:pt x="529" y="743"/>
                    <a:pt x="529" y="743"/>
                    <a:pt x="529" y="743"/>
                  </a:cubicBezTo>
                  <a:cubicBezTo>
                    <a:pt x="530" y="744"/>
                    <a:pt x="530" y="744"/>
                    <a:pt x="530" y="744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2" y="747"/>
                    <a:pt x="532" y="747"/>
                    <a:pt x="532" y="747"/>
                  </a:cubicBezTo>
                  <a:cubicBezTo>
                    <a:pt x="532" y="746"/>
                    <a:pt x="532" y="746"/>
                    <a:pt x="532" y="746"/>
                  </a:cubicBezTo>
                  <a:cubicBezTo>
                    <a:pt x="531" y="747"/>
                    <a:pt x="531" y="747"/>
                    <a:pt x="531" y="747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1" y="750"/>
                    <a:pt x="531" y="750"/>
                    <a:pt x="531" y="750"/>
                  </a:cubicBezTo>
                  <a:cubicBezTo>
                    <a:pt x="533" y="753"/>
                    <a:pt x="533" y="753"/>
                    <a:pt x="533" y="753"/>
                  </a:cubicBezTo>
                  <a:cubicBezTo>
                    <a:pt x="534" y="754"/>
                    <a:pt x="534" y="754"/>
                    <a:pt x="534" y="754"/>
                  </a:cubicBezTo>
                  <a:cubicBezTo>
                    <a:pt x="535" y="754"/>
                    <a:pt x="535" y="754"/>
                    <a:pt x="535" y="754"/>
                  </a:cubicBezTo>
                  <a:cubicBezTo>
                    <a:pt x="535" y="756"/>
                    <a:pt x="535" y="756"/>
                    <a:pt x="535" y="756"/>
                  </a:cubicBezTo>
                  <a:cubicBezTo>
                    <a:pt x="535" y="758"/>
                    <a:pt x="535" y="758"/>
                    <a:pt x="535" y="758"/>
                  </a:cubicBezTo>
                  <a:cubicBezTo>
                    <a:pt x="537" y="760"/>
                    <a:pt x="537" y="760"/>
                    <a:pt x="537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1"/>
                    <a:pt x="538" y="761"/>
                    <a:pt x="538" y="761"/>
                  </a:cubicBezTo>
                  <a:cubicBezTo>
                    <a:pt x="538" y="762"/>
                    <a:pt x="538" y="762"/>
                    <a:pt x="538" y="762"/>
                  </a:cubicBezTo>
                  <a:cubicBezTo>
                    <a:pt x="537" y="763"/>
                    <a:pt x="537" y="763"/>
                    <a:pt x="537" y="763"/>
                  </a:cubicBezTo>
                  <a:cubicBezTo>
                    <a:pt x="538" y="764"/>
                    <a:pt x="538" y="764"/>
                    <a:pt x="538" y="764"/>
                  </a:cubicBezTo>
                  <a:cubicBezTo>
                    <a:pt x="538" y="765"/>
                    <a:pt x="538" y="765"/>
                    <a:pt x="538" y="765"/>
                  </a:cubicBezTo>
                  <a:cubicBezTo>
                    <a:pt x="538" y="766"/>
                    <a:pt x="538" y="766"/>
                    <a:pt x="538" y="766"/>
                  </a:cubicBezTo>
                  <a:cubicBezTo>
                    <a:pt x="537" y="768"/>
                    <a:pt x="537" y="768"/>
                    <a:pt x="537" y="768"/>
                  </a:cubicBezTo>
                  <a:cubicBezTo>
                    <a:pt x="538" y="768"/>
                    <a:pt x="538" y="768"/>
                    <a:pt x="538" y="768"/>
                  </a:cubicBezTo>
                  <a:cubicBezTo>
                    <a:pt x="538" y="769"/>
                    <a:pt x="538" y="769"/>
                    <a:pt x="538" y="769"/>
                  </a:cubicBezTo>
                  <a:cubicBezTo>
                    <a:pt x="538" y="771"/>
                    <a:pt x="538" y="771"/>
                    <a:pt x="538" y="771"/>
                  </a:cubicBezTo>
                  <a:cubicBezTo>
                    <a:pt x="538" y="775"/>
                    <a:pt x="538" y="775"/>
                    <a:pt x="538" y="775"/>
                  </a:cubicBezTo>
                  <a:cubicBezTo>
                    <a:pt x="537" y="776"/>
                    <a:pt x="537" y="776"/>
                    <a:pt x="537" y="776"/>
                  </a:cubicBezTo>
                  <a:cubicBezTo>
                    <a:pt x="537" y="777"/>
                    <a:pt x="537" y="777"/>
                    <a:pt x="537" y="777"/>
                  </a:cubicBezTo>
                  <a:cubicBezTo>
                    <a:pt x="538" y="779"/>
                    <a:pt x="538" y="779"/>
                    <a:pt x="538" y="779"/>
                  </a:cubicBezTo>
                  <a:cubicBezTo>
                    <a:pt x="539" y="779"/>
                    <a:pt x="539" y="779"/>
                    <a:pt x="539" y="779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1"/>
                    <a:pt x="540" y="781"/>
                    <a:pt x="540" y="781"/>
                  </a:cubicBezTo>
                  <a:cubicBezTo>
                    <a:pt x="539" y="782"/>
                    <a:pt x="539" y="782"/>
                    <a:pt x="539" y="782"/>
                  </a:cubicBezTo>
                  <a:cubicBezTo>
                    <a:pt x="536" y="785"/>
                    <a:pt x="536" y="785"/>
                    <a:pt x="536" y="785"/>
                  </a:cubicBezTo>
                  <a:cubicBezTo>
                    <a:pt x="536" y="787"/>
                    <a:pt x="536" y="787"/>
                    <a:pt x="536" y="787"/>
                  </a:cubicBezTo>
                  <a:cubicBezTo>
                    <a:pt x="534" y="788"/>
                    <a:pt x="534" y="788"/>
                    <a:pt x="534" y="788"/>
                  </a:cubicBezTo>
                  <a:cubicBezTo>
                    <a:pt x="531" y="789"/>
                    <a:pt x="531" y="789"/>
                    <a:pt x="531" y="789"/>
                  </a:cubicBezTo>
                  <a:cubicBezTo>
                    <a:pt x="529" y="791"/>
                    <a:pt x="529" y="791"/>
                    <a:pt x="529" y="791"/>
                  </a:cubicBezTo>
                  <a:cubicBezTo>
                    <a:pt x="526" y="794"/>
                    <a:pt x="526" y="794"/>
                    <a:pt x="526" y="794"/>
                  </a:cubicBezTo>
                  <a:cubicBezTo>
                    <a:pt x="526" y="796"/>
                    <a:pt x="526" y="796"/>
                    <a:pt x="526" y="796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5" y="799"/>
                    <a:pt x="525" y="799"/>
                    <a:pt x="525" y="799"/>
                  </a:cubicBezTo>
                  <a:cubicBezTo>
                    <a:pt x="524" y="799"/>
                    <a:pt x="524" y="799"/>
                    <a:pt x="524" y="799"/>
                  </a:cubicBezTo>
                  <a:cubicBezTo>
                    <a:pt x="520" y="801"/>
                    <a:pt x="520" y="801"/>
                    <a:pt x="520" y="801"/>
                  </a:cubicBezTo>
                  <a:cubicBezTo>
                    <a:pt x="518" y="802"/>
                    <a:pt x="518" y="802"/>
                    <a:pt x="518" y="802"/>
                  </a:cubicBezTo>
                  <a:cubicBezTo>
                    <a:pt x="516" y="803"/>
                    <a:pt x="516" y="803"/>
                    <a:pt x="516" y="803"/>
                  </a:cubicBezTo>
                  <a:cubicBezTo>
                    <a:pt x="517" y="805"/>
                    <a:pt x="517" y="805"/>
                    <a:pt x="517" y="805"/>
                  </a:cubicBezTo>
                  <a:cubicBezTo>
                    <a:pt x="517" y="806"/>
                    <a:pt x="517" y="806"/>
                    <a:pt x="517" y="806"/>
                  </a:cubicBezTo>
                  <a:cubicBezTo>
                    <a:pt x="518" y="807"/>
                    <a:pt x="518" y="807"/>
                    <a:pt x="518" y="807"/>
                  </a:cubicBezTo>
                  <a:cubicBezTo>
                    <a:pt x="517" y="809"/>
                    <a:pt x="517" y="809"/>
                    <a:pt x="517" y="809"/>
                  </a:cubicBezTo>
                  <a:cubicBezTo>
                    <a:pt x="514" y="811"/>
                    <a:pt x="514" y="811"/>
                    <a:pt x="514" y="811"/>
                  </a:cubicBezTo>
                  <a:cubicBezTo>
                    <a:pt x="514" y="813"/>
                    <a:pt x="514" y="813"/>
                    <a:pt x="514" y="813"/>
                  </a:cubicBezTo>
                  <a:cubicBezTo>
                    <a:pt x="515" y="814"/>
                    <a:pt x="515" y="814"/>
                    <a:pt x="515" y="814"/>
                  </a:cubicBezTo>
                  <a:cubicBezTo>
                    <a:pt x="514" y="815"/>
                    <a:pt x="514" y="815"/>
                    <a:pt x="514" y="815"/>
                  </a:cubicBezTo>
                  <a:cubicBezTo>
                    <a:pt x="512" y="816"/>
                    <a:pt x="512" y="816"/>
                    <a:pt x="512" y="816"/>
                  </a:cubicBezTo>
                  <a:cubicBezTo>
                    <a:pt x="510" y="818"/>
                    <a:pt x="510" y="818"/>
                    <a:pt x="510" y="818"/>
                  </a:cubicBezTo>
                  <a:cubicBezTo>
                    <a:pt x="511" y="819"/>
                    <a:pt x="511" y="819"/>
                    <a:pt x="511" y="819"/>
                  </a:cubicBezTo>
                  <a:cubicBezTo>
                    <a:pt x="512" y="821"/>
                    <a:pt x="512" y="821"/>
                    <a:pt x="512" y="821"/>
                  </a:cubicBezTo>
                  <a:cubicBezTo>
                    <a:pt x="511" y="822"/>
                    <a:pt x="511" y="822"/>
                    <a:pt x="511" y="822"/>
                  </a:cubicBezTo>
                  <a:cubicBezTo>
                    <a:pt x="512" y="824"/>
                    <a:pt x="512" y="824"/>
                    <a:pt x="512" y="824"/>
                  </a:cubicBezTo>
                  <a:cubicBezTo>
                    <a:pt x="511" y="825"/>
                    <a:pt x="511" y="825"/>
                    <a:pt x="511" y="825"/>
                  </a:cubicBezTo>
                  <a:cubicBezTo>
                    <a:pt x="510" y="826"/>
                    <a:pt x="510" y="826"/>
                    <a:pt x="510" y="826"/>
                  </a:cubicBezTo>
                  <a:cubicBezTo>
                    <a:pt x="511" y="827"/>
                    <a:pt x="511" y="827"/>
                    <a:pt x="511" y="827"/>
                  </a:cubicBezTo>
                  <a:cubicBezTo>
                    <a:pt x="513" y="828"/>
                    <a:pt x="513" y="828"/>
                    <a:pt x="513" y="828"/>
                  </a:cubicBezTo>
                  <a:cubicBezTo>
                    <a:pt x="514" y="830"/>
                    <a:pt x="514" y="830"/>
                    <a:pt x="514" y="830"/>
                  </a:cubicBezTo>
                  <a:cubicBezTo>
                    <a:pt x="516" y="830"/>
                    <a:pt x="516" y="830"/>
                    <a:pt x="516" y="830"/>
                  </a:cubicBezTo>
                  <a:cubicBezTo>
                    <a:pt x="515" y="831"/>
                    <a:pt x="515" y="831"/>
                    <a:pt x="515" y="831"/>
                  </a:cubicBezTo>
                  <a:cubicBezTo>
                    <a:pt x="515" y="832"/>
                    <a:pt x="515" y="832"/>
                    <a:pt x="515" y="832"/>
                  </a:cubicBezTo>
                  <a:cubicBezTo>
                    <a:pt x="516" y="833"/>
                    <a:pt x="516" y="833"/>
                    <a:pt x="516" y="833"/>
                  </a:cubicBezTo>
                  <a:cubicBezTo>
                    <a:pt x="518" y="833"/>
                    <a:pt x="518" y="833"/>
                    <a:pt x="518" y="833"/>
                  </a:cubicBezTo>
                  <a:cubicBezTo>
                    <a:pt x="518" y="831"/>
                    <a:pt x="518" y="831"/>
                    <a:pt x="518" y="831"/>
                  </a:cubicBezTo>
                  <a:cubicBezTo>
                    <a:pt x="518" y="830"/>
                    <a:pt x="518" y="830"/>
                    <a:pt x="518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29"/>
                    <a:pt x="519" y="829"/>
                    <a:pt x="519" y="829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1"/>
                    <a:pt x="519" y="831"/>
                    <a:pt x="519" y="831"/>
                  </a:cubicBezTo>
                  <a:cubicBezTo>
                    <a:pt x="519" y="833"/>
                    <a:pt x="519" y="833"/>
                    <a:pt x="519" y="833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3" y="836"/>
                    <a:pt x="513" y="836"/>
                    <a:pt x="513" y="836"/>
                  </a:cubicBezTo>
                  <a:cubicBezTo>
                    <a:pt x="509" y="840"/>
                    <a:pt x="509" y="840"/>
                    <a:pt x="509" y="840"/>
                  </a:cubicBezTo>
                  <a:cubicBezTo>
                    <a:pt x="508" y="842"/>
                    <a:pt x="508" y="842"/>
                    <a:pt x="508" y="842"/>
                  </a:cubicBezTo>
                  <a:cubicBezTo>
                    <a:pt x="508" y="843"/>
                    <a:pt x="508" y="843"/>
                    <a:pt x="508" y="843"/>
                  </a:cubicBezTo>
                  <a:cubicBezTo>
                    <a:pt x="508" y="844"/>
                    <a:pt x="508" y="844"/>
                    <a:pt x="508" y="844"/>
                  </a:cubicBezTo>
                  <a:cubicBezTo>
                    <a:pt x="509" y="845"/>
                    <a:pt x="509" y="845"/>
                    <a:pt x="509" y="845"/>
                  </a:cubicBezTo>
                  <a:cubicBezTo>
                    <a:pt x="509" y="846"/>
                    <a:pt x="509" y="846"/>
                    <a:pt x="509" y="846"/>
                  </a:cubicBezTo>
                  <a:cubicBezTo>
                    <a:pt x="508" y="846"/>
                    <a:pt x="508" y="846"/>
                    <a:pt x="508" y="846"/>
                  </a:cubicBezTo>
                  <a:cubicBezTo>
                    <a:pt x="508" y="848"/>
                    <a:pt x="508" y="848"/>
                    <a:pt x="508" y="848"/>
                  </a:cubicBezTo>
                  <a:cubicBezTo>
                    <a:pt x="510" y="849"/>
                    <a:pt x="510" y="849"/>
                    <a:pt x="510" y="849"/>
                  </a:cubicBezTo>
                  <a:cubicBezTo>
                    <a:pt x="511" y="851"/>
                    <a:pt x="511" y="851"/>
                    <a:pt x="511" y="851"/>
                  </a:cubicBezTo>
                  <a:cubicBezTo>
                    <a:pt x="511" y="852"/>
                    <a:pt x="511" y="852"/>
                    <a:pt x="511" y="852"/>
                  </a:cubicBezTo>
                  <a:cubicBezTo>
                    <a:pt x="510" y="852"/>
                    <a:pt x="510" y="852"/>
                    <a:pt x="510" y="852"/>
                  </a:cubicBezTo>
                  <a:cubicBezTo>
                    <a:pt x="509" y="852"/>
                    <a:pt x="509" y="852"/>
                    <a:pt x="509" y="852"/>
                  </a:cubicBezTo>
                  <a:cubicBezTo>
                    <a:pt x="508" y="854"/>
                    <a:pt x="508" y="854"/>
                    <a:pt x="508" y="854"/>
                  </a:cubicBezTo>
                  <a:cubicBezTo>
                    <a:pt x="510" y="855"/>
                    <a:pt x="510" y="855"/>
                    <a:pt x="510" y="855"/>
                  </a:cubicBezTo>
                  <a:cubicBezTo>
                    <a:pt x="511" y="856"/>
                    <a:pt x="511" y="856"/>
                    <a:pt x="511" y="856"/>
                  </a:cubicBezTo>
                  <a:cubicBezTo>
                    <a:pt x="513" y="858"/>
                    <a:pt x="513" y="858"/>
                    <a:pt x="513" y="858"/>
                  </a:cubicBezTo>
                  <a:cubicBezTo>
                    <a:pt x="515" y="858"/>
                    <a:pt x="515" y="858"/>
                    <a:pt x="515" y="858"/>
                  </a:cubicBezTo>
                  <a:cubicBezTo>
                    <a:pt x="518" y="860"/>
                    <a:pt x="518" y="860"/>
                    <a:pt x="518" y="860"/>
                  </a:cubicBezTo>
                  <a:cubicBezTo>
                    <a:pt x="520" y="860"/>
                    <a:pt x="520" y="860"/>
                    <a:pt x="520" y="860"/>
                  </a:cubicBezTo>
                  <a:cubicBezTo>
                    <a:pt x="520" y="861"/>
                    <a:pt x="520" y="861"/>
                    <a:pt x="520" y="861"/>
                  </a:cubicBezTo>
                  <a:cubicBezTo>
                    <a:pt x="522" y="864"/>
                    <a:pt x="522" y="864"/>
                    <a:pt x="522" y="864"/>
                  </a:cubicBezTo>
                  <a:cubicBezTo>
                    <a:pt x="522" y="866"/>
                    <a:pt x="522" y="866"/>
                    <a:pt x="522" y="866"/>
                  </a:cubicBezTo>
                  <a:cubicBezTo>
                    <a:pt x="523" y="867"/>
                    <a:pt x="523" y="867"/>
                    <a:pt x="523" y="867"/>
                  </a:cubicBezTo>
                  <a:cubicBezTo>
                    <a:pt x="526" y="869"/>
                    <a:pt x="526" y="869"/>
                    <a:pt x="526" y="869"/>
                  </a:cubicBezTo>
                  <a:cubicBezTo>
                    <a:pt x="527" y="871"/>
                    <a:pt x="527" y="871"/>
                    <a:pt x="527" y="871"/>
                  </a:cubicBezTo>
                  <a:cubicBezTo>
                    <a:pt x="528" y="873"/>
                    <a:pt x="528" y="873"/>
                    <a:pt x="528" y="873"/>
                  </a:cubicBezTo>
                  <a:cubicBezTo>
                    <a:pt x="528" y="874"/>
                    <a:pt x="528" y="874"/>
                    <a:pt x="528" y="874"/>
                  </a:cubicBezTo>
                  <a:cubicBezTo>
                    <a:pt x="529" y="877"/>
                    <a:pt x="529" y="877"/>
                    <a:pt x="529" y="877"/>
                  </a:cubicBezTo>
                  <a:cubicBezTo>
                    <a:pt x="530" y="878"/>
                    <a:pt x="530" y="878"/>
                    <a:pt x="530" y="878"/>
                  </a:cubicBezTo>
                  <a:cubicBezTo>
                    <a:pt x="531" y="879"/>
                    <a:pt x="531" y="879"/>
                    <a:pt x="531" y="879"/>
                  </a:cubicBezTo>
                  <a:cubicBezTo>
                    <a:pt x="532" y="881"/>
                    <a:pt x="532" y="881"/>
                    <a:pt x="532" y="881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3" y="886"/>
                    <a:pt x="533" y="886"/>
                    <a:pt x="533" y="886"/>
                  </a:cubicBezTo>
                  <a:cubicBezTo>
                    <a:pt x="536" y="889"/>
                    <a:pt x="536" y="889"/>
                    <a:pt x="536" y="889"/>
                  </a:cubicBezTo>
                  <a:cubicBezTo>
                    <a:pt x="536" y="890"/>
                    <a:pt x="536" y="890"/>
                    <a:pt x="536" y="890"/>
                  </a:cubicBezTo>
                  <a:cubicBezTo>
                    <a:pt x="536" y="891"/>
                    <a:pt x="536" y="891"/>
                    <a:pt x="536" y="891"/>
                  </a:cubicBezTo>
                  <a:cubicBezTo>
                    <a:pt x="536" y="893"/>
                    <a:pt x="536" y="893"/>
                    <a:pt x="536" y="893"/>
                  </a:cubicBezTo>
                  <a:cubicBezTo>
                    <a:pt x="538" y="893"/>
                    <a:pt x="538" y="893"/>
                    <a:pt x="538" y="893"/>
                  </a:cubicBezTo>
                  <a:cubicBezTo>
                    <a:pt x="540" y="895"/>
                    <a:pt x="540" y="895"/>
                    <a:pt x="540" y="895"/>
                  </a:cubicBezTo>
                  <a:cubicBezTo>
                    <a:pt x="540" y="896"/>
                    <a:pt x="540" y="896"/>
                    <a:pt x="540" y="896"/>
                  </a:cubicBezTo>
                  <a:cubicBezTo>
                    <a:pt x="541" y="899"/>
                    <a:pt x="541" y="899"/>
                    <a:pt x="541" y="899"/>
                  </a:cubicBezTo>
                  <a:cubicBezTo>
                    <a:pt x="542" y="900"/>
                    <a:pt x="542" y="900"/>
                    <a:pt x="542" y="900"/>
                  </a:cubicBezTo>
                  <a:cubicBezTo>
                    <a:pt x="543" y="900"/>
                    <a:pt x="543" y="900"/>
                    <a:pt x="543" y="900"/>
                  </a:cubicBezTo>
                  <a:cubicBezTo>
                    <a:pt x="544" y="902"/>
                    <a:pt x="544" y="902"/>
                    <a:pt x="544" y="902"/>
                  </a:cubicBezTo>
                  <a:cubicBezTo>
                    <a:pt x="546" y="905"/>
                    <a:pt x="546" y="905"/>
                    <a:pt x="546" y="905"/>
                  </a:cubicBezTo>
                  <a:cubicBezTo>
                    <a:pt x="546" y="907"/>
                    <a:pt x="546" y="907"/>
                    <a:pt x="546" y="907"/>
                  </a:cubicBezTo>
                  <a:cubicBezTo>
                    <a:pt x="549" y="910"/>
                    <a:pt x="549" y="910"/>
                    <a:pt x="549" y="910"/>
                  </a:cubicBezTo>
                  <a:cubicBezTo>
                    <a:pt x="549" y="911"/>
                    <a:pt x="549" y="911"/>
                    <a:pt x="549" y="911"/>
                  </a:cubicBezTo>
                  <a:cubicBezTo>
                    <a:pt x="548" y="910"/>
                    <a:pt x="548" y="910"/>
                    <a:pt x="548" y="910"/>
                  </a:cubicBezTo>
                  <a:cubicBezTo>
                    <a:pt x="548" y="912"/>
                    <a:pt x="548" y="912"/>
                    <a:pt x="548" y="912"/>
                  </a:cubicBezTo>
                  <a:cubicBezTo>
                    <a:pt x="548" y="913"/>
                    <a:pt x="548" y="913"/>
                    <a:pt x="548" y="913"/>
                  </a:cubicBezTo>
                  <a:cubicBezTo>
                    <a:pt x="548" y="915"/>
                    <a:pt x="548" y="915"/>
                    <a:pt x="548" y="915"/>
                  </a:cubicBezTo>
                  <a:cubicBezTo>
                    <a:pt x="549" y="915"/>
                    <a:pt x="549" y="915"/>
                    <a:pt x="549" y="915"/>
                  </a:cubicBezTo>
                  <a:cubicBezTo>
                    <a:pt x="550" y="915"/>
                    <a:pt x="550" y="915"/>
                    <a:pt x="550" y="915"/>
                  </a:cubicBezTo>
                  <a:cubicBezTo>
                    <a:pt x="550" y="916"/>
                    <a:pt x="550" y="916"/>
                    <a:pt x="550" y="916"/>
                  </a:cubicBezTo>
                  <a:cubicBezTo>
                    <a:pt x="549" y="917"/>
                    <a:pt x="549" y="917"/>
                    <a:pt x="549" y="917"/>
                  </a:cubicBezTo>
                  <a:cubicBezTo>
                    <a:pt x="552" y="919"/>
                    <a:pt x="552" y="919"/>
                    <a:pt x="552" y="919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6" y="922"/>
                    <a:pt x="556" y="922"/>
                    <a:pt x="556" y="922"/>
                  </a:cubicBezTo>
                  <a:cubicBezTo>
                    <a:pt x="557" y="922"/>
                    <a:pt x="557" y="922"/>
                    <a:pt x="557" y="922"/>
                  </a:cubicBezTo>
                  <a:cubicBezTo>
                    <a:pt x="558" y="923"/>
                    <a:pt x="558" y="923"/>
                    <a:pt x="558" y="923"/>
                  </a:cubicBezTo>
                  <a:cubicBezTo>
                    <a:pt x="558" y="924"/>
                    <a:pt x="558" y="924"/>
                    <a:pt x="558" y="924"/>
                  </a:cubicBezTo>
                  <a:cubicBezTo>
                    <a:pt x="559" y="925"/>
                    <a:pt x="559" y="925"/>
                    <a:pt x="559" y="925"/>
                  </a:cubicBezTo>
                  <a:cubicBezTo>
                    <a:pt x="562" y="925"/>
                    <a:pt x="562" y="925"/>
                    <a:pt x="562" y="925"/>
                  </a:cubicBezTo>
                  <a:cubicBezTo>
                    <a:pt x="563" y="926"/>
                    <a:pt x="563" y="926"/>
                    <a:pt x="563" y="926"/>
                  </a:cubicBezTo>
                  <a:cubicBezTo>
                    <a:pt x="565" y="928"/>
                    <a:pt x="565" y="928"/>
                    <a:pt x="565" y="928"/>
                  </a:cubicBezTo>
                  <a:cubicBezTo>
                    <a:pt x="566" y="928"/>
                    <a:pt x="566" y="928"/>
                    <a:pt x="566" y="928"/>
                  </a:cubicBezTo>
                  <a:cubicBezTo>
                    <a:pt x="567" y="930"/>
                    <a:pt x="567" y="930"/>
                    <a:pt x="567" y="930"/>
                  </a:cubicBezTo>
                  <a:cubicBezTo>
                    <a:pt x="568" y="930"/>
                    <a:pt x="568" y="930"/>
                    <a:pt x="568" y="930"/>
                  </a:cubicBezTo>
                  <a:cubicBezTo>
                    <a:pt x="570" y="931"/>
                    <a:pt x="570" y="931"/>
                    <a:pt x="570" y="931"/>
                  </a:cubicBezTo>
                  <a:cubicBezTo>
                    <a:pt x="571" y="931"/>
                    <a:pt x="571" y="931"/>
                    <a:pt x="571" y="931"/>
                  </a:cubicBezTo>
                  <a:cubicBezTo>
                    <a:pt x="572" y="931"/>
                    <a:pt x="572" y="931"/>
                    <a:pt x="572" y="931"/>
                  </a:cubicBezTo>
                  <a:cubicBezTo>
                    <a:pt x="575" y="933"/>
                    <a:pt x="575" y="933"/>
                    <a:pt x="575" y="933"/>
                  </a:cubicBezTo>
                  <a:cubicBezTo>
                    <a:pt x="577" y="934"/>
                    <a:pt x="577" y="934"/>
                    <a:pt x="577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9" y="935"/>
                    <a:pt x="579" y="935"/>
                    <a:pt x="579" y="935"/>
                  </a:cubicBezTo>
                  <a:cubicBezTo>
                    <a:pt x="581" y="936"/>
                    <a:pt x="581" y="936"/>
                    <a:pt x="581" y="936"/>
                  </a:cubicBezTo>
                  <a:cubicBezTo>
                    <a:pt x="582" y="937"/>
                    <a:pt x="582" y="937"/>
                    <a:pt x="582" y="937"/>
                  </a:cubicBezTo>
                  <a:cubicBezTo>
                    <a:pt x="584" y="939"/>
                    <a:pt x="584" y="939"/>
                    <a:pt x="584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40"/>
                    <a:pt x="585" y="940"/>
                    <a:pt x="585" y="940"/>
                  </a:cubicBezTo>
                  <a:cubicBezTo>
                    <a:pt x="585" y="942"/>
                    <a:pt x="585" y="942"/>
                    <a:pt x="585" y="942"/>
                  </a:cubicBezTo>
                  <a:cubicBezTo>
                    <a:pt x="587" y="942"/>
                    <a:pt x="587" y="942"/>
                    <a:pt x="587" y="942"/>
                  </a:cubicBezTo>
                  <a:cubicBezTo>
                    <a:pt x="588" y="943"/>
                    <a:pt x="588" y="943"/>
                    <a:pt x="588" y="943"/>
                  </a:cubicBezTo>
                  <a:cubicBezTo>
                    <a:pt x="590" y="945"/>
                    <a:pt x="590" y="945"/>
                    <a:pt x="590" y="945"/>
                  </a:cubicBezTo>
                  <a:cubicBezTo>
                    <a:pt x="592" y="946"/>
                    <a:pt x="592" y="946"/>
                    <a:pt x="592" y="946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9"/>
                    <a:pt x="594" y="949"/>
                    <a:pt x="594" y="949"/>
                  </a:cubicBezTo>
                  <a:cubicBezTo>
                    <a:pt x="594" y="951"/>
                    <a:pt x="594" y="951"/>
                    <a:pt x="594" y="951"/>
                  </a:cubicBezTo>
                  <a:cubicBezTo>
                    <a:pt x="595" y="953"/>
                    <a:pt x="595" y="953"/>
                    <a:pt x="595" y="953"/>
                  </a:cubicBezTo>
                  <a:cubicBezTo>
                    <a:pt x="596" y="958"/>
                    <a:pt x="596" y="958"/>
                    <a:pt x="596" y="958"/>
                  </a:cubicBezTo>
                  <a:cubicBezTo>
                    <a:pt x="596" y="960"/>
                    <a:pt x="596" y="960"/>
                    <a:pt x="596" y="960"/>
                  </a:cubicBezTo>
                  <a:cubicBezTo>
                    <a:pt x="595" y="961"/>
                    <a:pt x="595" y="961"/>
                    <a:pt x="595" y="961"/>
                  </a:cubicBezTo>
                  <a:cubicBezTo>
                    <a:pt x="595" y="962"/>
                    <a:pt x="595" y="962"/>
                    <a:pt x="595" y="962"/>
                  </a:cubicBezTo>
                  <a:cubicBezTo>
                    <a:pt x="595" y="965"/>
                    <a:pt x="595" y="965"/>
                    <a:pt x="595" y="965"/>
                  </a:cubicBezTo>
                  <a:cubicBezTo>
                    <a:pt x="596" y="968"/>
                    <a:pt x="596" y="968"/>
                    <a:pt x="596" y="968"/>
                  </a:cubicBezTo>
                  <a:cubicBezTo>
                    <a:pt x="597" y="970"/>
                    <a:pt x="597" y="970"/>
                    <a:pt x="597" y="970"/>
                  </a:cubicBezTo>
                  <a:cubicBezTo>
                    <a:pt x="597" y="974"/>
                    <a:pt x="597" y="974"/>
                    <a:pt x="597" y="974"/>
                  </a:cubicBezTo>
                  <a:cubicBezTo>
                    <a:pt x="596" y="976"/>
                    <a:pt x="596" y="976"/>
                    <a:pt x="596" y="976"/>
                  </a:cubicBezTo>
                  <a:cubicBezTo>
                    <a:pt x="597" y="981"/>
                    <a:pt x="597" y="981"/>
                    <a:pt x="597" y="981"/>
                  </a:cubicBezTo>
                  <a:cubicBezTo>
                    <a:pt x="597" y="982"/>
                    <a:pt x="597" y="982"/>
                    <a:pt x="597" y="982"/>
                  </a:cubicBezTo>
                  <a:cubicBezTo>
                    <a:pt x="594" y="983"/>
                    <a:pt x="594" y="983"/>
                    <a:pt x="594" y="983"/>
                  </a:cubicBezTo>
                  <a:cubicBezTo>
                    <a:pt x="595" y="987"/>
                    <a:pt x="595" y="987"/>
                    <a:pt x="595" y="987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95"/>
                    <a:pt x="596" y="995"/>
                    <a:pt x="596" y="995"/>
                  </a:cubicBezTo>
                  <a:cubicBezTo>
                    <a:pt x="597" y="998"/>
                    <a:pt x="597" y="998"/>
                    <a:pt x="597" y="998"/>
                  </a:cubicBezTo>
                  <a:cubicBezTo>
                    <a:pt x="597" y="1000"/>
                    <a:pt x="597" y="1000"/>
                    <a:pt x="597" y="1000"/>
                  </a:cubicBezTo>
                  <a:cubicBezTo>
                    <a:pt x="597" y="1002"/>
                    <a:pt x="597" y="1002"/>
                    <a:pt x="597" y="1002"/>
                  </a:cubicBezTo>
                  <a:cubicBezTo>
                    <a:pt x="596" y="1004"/>
                    <a:pt x="596" y="1004"/>
                    <a:pt x="596" y="1004"/>
                  </a:cubicBezTo>
                  <a:cubicBezTo>
                    <a:pt x="596" y="1006"/>
                    <a:pt x="596" y="1006"/>
                    <a:pt x="596" y="1006"/>
                  </a:cubicBezTo>
                  <a:cubicBezTo>
                    <a:pt x="597" y="1009"/>
                    <a:pt x="597" y="1009"/>
                    <a:pt x="597" y="1009"/>
                  </a:cubicBezTo>
                  <a:cubicBezTo>
                    <a:pt x="597" y="1010"/>
                    <a:pt x="597" y="1010"/>
                    <a:pt x="597" y="1010"/>
                  </a:cubicBezTo>
                  <a:cubicBezTo>
                    <a:pt x="597" y="1014"/>
                    <a:pt x="597" y="1014"/>
                    <a:pt x="597" y="1014"/>
                  </a:cubicBezTo>
                  <a:cubicBezTo>
                    <a:pt x="596" y="1015"/>
                    <a:pt x="596" y="1015"/>
                    <a:pt x="596" y="1015"/>
                  </a:cubicBezTo>
                  <a:cubicBezTo>
                    <a:pt x="596" y="1017"/>
                    <a:pt x="596" y="1017"/>
                    <a:pt x="596" y="1017"/>
                  </a:cubicBezTo>
                  <a:cubicBezTo>
                    <a:pt x="596" y="1018"/>
                    <a:pt x="596" y="1018"/>
                    <a:pt x="596" y="1018"/>
                  </a:cubicBezTo>
                  <a:cubicBezTo>
                    <a:pt x="596" y="1019"/>
                    <a:pt x="596" y="1019"/>
                    <a:pt x="596" y="1019"/>
                  </a:cubicBezTo>
                  <a:cubicBezTo>
                    <a:pt x="595" y="1021"/>
                    <a:pt x="595" y="1021"/>
                    <a:pt x="595" y="1021"/>
                  </a:cubicBezTo>
                  <a:cubicBezTo>
                    <a:pt x="595" y="1023"/>
                    <a:pt x="595" y="1023"/>
                    <a:pt x="595" y="1023"/>
                  </a:cubicBezTo>
                  <a:cubicBezTo>
                    <a:pt x="594" y="1024"/>
                    <a:pt x="594" y="1024"/>
                    <a:pt x="594" y="1024"/>
                  </a:cubicBezTo>
                  <a:cubicBezTo>
                    <a:pt x="594" y="1026"/>
                    <a:pt x="594" y="1026"/>
                    <a:pt x="594" y="1026"/>
                  </a:cubicBezTo>
                  <a:cubicBezTo>
                    <a:pt x="594" y="1027"/>
                    <a:pt x="594" y="1027"/>
                    <a:pt x="594" y="1027"/>
                  </a:cubicBezTo>
                  <a:cubicBezTo>
                    <a:pt x="593" y="1030"/>
                    <a:pt x="593" y="1030"/>
                    <a:pt x="593" y="1030"/>
                  </a:cubicBezTo>
                  <a:cubicBezTo>
                    <a:pt x="593" y="1031"/>
                    <a:pt x="593" y="1031"/>
                    <a:pt x="593" y="1031"/>
                  </a:cubicBezTo>
                  <a:cubicBezTo>
                    <a:pt x="594" y="1033"/>
                    <a:pt x="594" y="1033"/>
                    <a:pt x="594" y="1033"/>
                  </a:cubicBezTo>
                  <a:cubicBezTo>
                    <a:pt x="595" y="1035"/>
                    <a:pt x="595" y="1035"/>
                    <a:pt x="595" y="1035"/>
                  </a:cubicBezTo>
                  <a:cubicBezTo>
                    <a:pt x="595" y="1036"/>
                    <a:pt x="595" y="1036"/>
                    <a:pt x="595" y="1036"/>
                  </a:cubicBezTo>
                  <a:cubicBezTo>
                    <a:pt x="594" y="1037"/>
                    <a:pt x="594" y="1037"/>
                    <a:pt x="594" y="1037"/>
                  </a:cubicBezTo>
                  <a:cubicBezTo>
                    <a:pt x="594" y="1039"/>
                    <a:pt x="594" y="1039"/>
                    <a:pt x="594" y="1039"/>
                  </a:cubicBezTo>
                  <a:cubicBezTo>
                    <a:pt x="595" y="1040"/>
                    <a:pt x="595" y="1040"/>
                    <a:pt x="595" y="1040"/>
                  </a:cubicBezTo>
                  <a:cubicBezTo>
                    <a:pt x="594" y="1041"/>
                    <a:pt x="594" y="1041"/>
                    <a:pt x="594" y="1041"/>
                  </a:cubicBezTo>
                  <a:cubicBezTo>
                    <a:pt x="593" y="1041"/>
                    <a:pt x="593" y="1041"/>
                    <a:pt x="593" y="1041"/>
                  </a:cubicBezTo>
                  <a:cubicBezTo>
                    <a:pt x="593" y="1044"/>
                    <a:pt x="593" y="1044"/>
                    <a:pt x="593" y="1044"/>
                  </a:cubicBezTo>
                  <a:cubicBezTo>
                    <a:pt x="593" y="1045"/>
                    <a:pt x="593" y="1045"/>
                    <a:pt x="593" y="1045"/>
                  </a:cubicBezTo>
                  <a:cubicBezTo>
                    <a:pt x="593" y="1047"/>
                    <a:pt x="593" y="1047"/>
                    <a:pt x="593" y="1047"/>
                  </a:cubicBezTo>
                  <a:cubicBezTo>
                    <a:pt x="595" y="1051"/>
                    <a:pt x="595" y="1051"/>
                    <a:pt x="595" y="1051"/>
                  </a:cubicBezTo>
                  <a:cubicBezTo>
                    <a:pt x="595" y="1053"/>
                    <a:pt x="595" y="1053"/>
                    <a:pt x="595" y="1053"/>
                  </a:cubicBezTo>
                  <a:cubicBezTo>
                    <a:pt x="594" y="1054"/>
                    <a:pt x="594" y="1054"/>
                    <a:pt x="594" y="1054"/>
                  </a:cubicBezTo>
                  <a:cubicBezTo>
                    <a:pt x="594" y="1056"/>
                    <a:pt x="594" y="1056"/>
                    <a:pt x="594" y="1056"/>
                  </a:cubicBezTo>
                  <a:cubicBezTo>
                    <a:pt x="596" y="1058"/>
                    <a:pt x="596" y="1058"/>
                    <a:pt x="596" y="1058"/>
                  </a:cubicBezTo>
                  <a:cubicBezTo>
                    <a:pt x="596" y="1060"/>
                    <a:pt x="596" y="1060"/>
                    <a:pt x="596" y="1060"/>
                  </a:cubicBezTo>
                  <a:cubicBezTo>
                    <a:pt x="595" y="1062"/>
                    <a:pt x="595" y="1062"/>
                    <a:pt x="595" y="1062"/>
                  </a:cubicBezTo>
                  <a:cubicBezTo>
                    <a:pt x="595" y="1063"/>
                    <a:pt x="595" y="1063"/>
                    <a:pt x="595" y="1063"/>
                  </a:cubicBezTo>
                  <a:cubicBezTo>
                    <a:pt x="596" y="1064"/>
                    <a:pt x="596" y="1064"/>
                    <a:pt x="596" y="1064"/>
                  </a:cubicBezTo>
                  <a:cubicBezTo>
                    <a:pt x="596" y="1065"/>
                    <a:pt x="596" y="1065"/>
                    <a:pt x="596" y="1065"/>
                  </a:cubicBezTo>
                  <a:cubicBezTo>
                    <a:pt x="595" y="1067"/>
                    <a:pt x="595" y="1067"/>
                    <a:pt x="595" y="1067"/>
                  </a:cubicBezTo>
                  <a:cubicBezTo>
                    <a:pt x="596" y="1068"/>
                    <a:pt x="596" y="1068"/>
                    <a:pt x="596" y="1068"/>
                  </a:cubicBezTo>
                  <a:cubicBezTo>
                    <a:pt x="597" y="1070"/>
                    <a:pt x="597" y="1070"/>
                    <a:pt x="597" y="1070"/>
                  </a:cubicBezTo>
                  <a:cubicBezTo>
                    <a:pt x="598" y="1071"/>
                    <a:pt x="598" y="1071"/>
                    <a:pt x="598" y="1071"/>
                  </a:cubicBezTo>
                  <a:cubicBezTo>
                    <a:pt x="597" y="1072"/>
                    <a:pt x="597" y="1072"/>
                    <a:pt x="597" y="1072"/>
                  </a:cubicBezTo>
                  <a:cubicBezTo>
                    <a:pt x="596" y="1072"/>
                    <a:pt x="596" y="1072"/>
                    <a:pt x="596" y="1072"/>
                  </a:cubicBezTo>
                  <a:cubicBezTo>
                    <a:pt x="595" y="1074"/>
                    <a:pt x="595" y="1074"/>
                    <a:pt x="595" y="1074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7"/>
                    <a:pt x="595" y="1077"/>
                    <a:pt x="595" y="1077"/>
                  </a:cubicBezTo>
                  <a:cubicBezTo>
                    <a:pt x="594" y="1078"/>
                    <a:pt x="594" y="1078"/>
                    <a:pt x="594" y="1078"/>
                  </a:cubicBezTo>
                  <a:cubicBezTo>
                    <a:pt x="594" y="1080"/>
                    <a:pt x="594" y="1080"/>
                    <a:pt x="594" y="1080"/>
                  </a:cubicBezTo>
                  <a:cubicBezTo>
                    <a:pt x="594" y="1082"/>
                    <a:pt x="594" y="1082"/>
                    <a:pt x="594" y="1082"/>
                  </a:cubicBezTo>
                  <a:cubicBezTo>
                    <a:pt x="593" y="1083"/>
                    <a:pt x="593" y="1083"/>
                    <a:pt x="593" y="1083"/>
                  </a:cubicBezTo>
                  <a:cubicBezTo>
                    <a:pt x="593" y="1084"/>
                    <a:pt x="593" y="1084"/>
                    <a:pt x="593" y="1084"/>
                  </a:cubicBezTo>
                  <a:cubicBezTo>
                    <a:pt x="593" y="1085"/>
                    <a:pt x="593" y="1085"/>
                    <a:pt x="593" y="1085"/>
                  </a:cubicBezTo>
                  <a:cubicBezTo>
                    <a:pt x="593" y="1087"/>
                    <a:pt x="593" y="1087"/>
                    <a:pt x="593" y="1087"/>
                  </a:cubicBezTo>
                  <a:cubicBezTo>
                    <a:pt x="592" y="1088"/>
                    <a:pt x="592" y="1088"/>
                    <a:pt x="592" y="1088"/>
                  </a:cubicBezTo>
                  <a:cubicBezTo>
                    <a:pt x="592" y="1089"/>
                    <a:pt x="592" y="1089"/>
                    <a:pt x="592" y="1089"/>
                  </a:cubicBezTo>
                  <a:cubicBezTo>
                    <a:pt x="592" y="1090"/>
                    <a:pt x="592" y="1090"/>
                    <a:pt x="592" y="1090"/>
                  </a:cubicBezTo>
                  <a:cubicBezTo>
                    <a:pt x="591" y="1091"/>
                    <a:pt x="591" y="1091"/>
                    <a:pt x="591" y="1091"/>
                  </a:cubicBezTo>
                  <a:cubicBezTo>
                    <a:pt x="591" y="1093"/>
                    <a:pt x="591" y="1093"/>
                    <a:pt x="591" y="1093"/>
                  </a:cubicBezTo>
                  <a:cubicBezTo>
                    <a:pt x="591" y="1094"/>
                    <a:pt x="591" y="1094"/>
                    <a:pt x="591" y="1094"/>
                  </a:cubicBezTo>
                  <a:cubicBezTo>
                    <a:pt x="590" y="1094"/>
                    <a:pt x="590" y="1094"/>
                    <a:pt x="590" y="1094"/>
                  </a:cubicBezTo>
                  <a:cubicBezTo>
                    <a:pt x="590" y="1096"/>
                    <a:pt x="590" y="1096"/>
                    <a:pt x="590" y="1096"/>
                  </a:cubicBezTo>
                  <a:cubicBezTo>
                    <a:pt x="590" y="1097"/>
                    <a:pt x="590" y="1097"/>
                    <a:pt x="590" y="1097"/>
                  </a:cubicBezTo>
                  <a:cubicBezTo>
                    <a:pt x="590" y="1098"/>
                    <a:pt x="590" y="1098"/>
                    <a:pt x="590" y="1098"/>
                  </a:cubicBezTo>
                  <a:cubicBezTo>
                    <a:pt x="590" y="1099"/>
                    <a:pt x="590" y="1099"/>
                    <a:pt x="590" y="1099"/>
                  </a:cubicBezTo>
                  <a:cubicBezTo>
                    <a:pt x="590" y="1100"/>
                    <a:pt x="590" y="1100"/>
                    <a:pt x="590" y="1100"/>
                  </a:cubicBezTo>
                  <a:cubicBezTo>
                    <a:pt x="590" y="1101"/>
                    <a:pt x="590" y="1101"/>
                    <a:pt x="590" y="1101"/>
                  </a:cubicBezTo>
                  <a:cubicBezTo>
                    <a:pt x="589" y="1101"/>
                    <a:pt x="589" y="1101"/>
                    <a:pt x="589" y="1101"/>
                  </a:cubicBezTo>
                  <a:cubicBezTo>
                    <a:pt x="588" y="1101"/>
                    <a:pt x="588" y="1101"/>
                    <a:pt x="588" y="1101"/>
                  </a:cubicBezTo>
                  <a:cubicBezTo>
                    <a:pt x="586" y="1101"/>
                    <a:pt x="586" y="1101"/>
                    <a:pt x="586" y="1101"/>
                  </a:cubicBezTo>
                  <a:cubicBezTo>
                    <a:pt x="586" y="1102"/>
                    <a:pt x="586" y="1102"/>
                    <a:pt x="586" y="1102"/>
                  </a:cubicBezTo>
                  <a:cubicBezTo>
                    <a:pt x="587" y="1104"/>
                    <a:pt x="587" y="1104"/>
                    <a:pt x="587" y="1104"/>
                  </a:cubicBezTo>
                  <a:cubicBezTo>
                    <a:pt x="587" y="1106"/>
                    <a:pt x="587" y="1106"/>
                    <a:pt x="587" y="1106"/>
                  </a:cubicBezTo>
                  <a:cubicBezTo>
                    <a:pt x="588" y="1108"/>
                    <a:pt x="588" y="1108"/>
                    <a:pt x="588" y="1108"/>
                  </a:cubicBezTo>
                  <a:cubicBezTo>
                    <a:pt x="589" y="1109"/>
                    <a:pt x="589" y="1109"/>
                    <a:pt x="589" y="1109"/>
                  </a:cubicBezTo>
                  <a:cubicBezTo>
                    <a:pt x="589" y="1110"/>
                    <a:pt x="589" y="1110"/>
                    <a:pt x="589" y="1110"/>
                  </a:cubicBezTo>
                  <a:cubicBezTo>
                    <a:pt x="589" y="1113"/>
                    <a:pt x="589" y="1113"/>
                    <a:pt x="589" y="1113"/>
                  </a:cubicBezTo>
                  <a:cubicBezTo>
                    <a:pt x="591" y="1116"/>
                    <a:pt x="591" y="1116"/>
                    <a:pt x="591" y="1116"/>
                  </a:cubicBezTo>
                  <a:cubicBezTo>
                    <a:pt x="592" y="1117"/>
                    <a:pt x="592" y="1117"/>
                    <a:pt x="592" y="1117"/>
                  </a:cubicBezTo>
                  <a:cubicBezTo>
                    <a:pt x="593" y="1118"/>
                    <a:pt x="593" y="1118"/>
                    <a:pt x="593" y="1118"/>
                  </a:cubicBezTo>
                  <a:cubicBezTo>
                    <a:pt x="593" y="1120"/>
                    <a:pt x="593" y="1120"/>
                    <a:pt x="593" y="1120"/>
                  </a:cubicBezTo>
                  <a:cubicBezTo>
                    <a:pt x="592" y="1123"/>
                    <a:pt x="592" y="1123"/>
                    <a:pt x="592" y="1123"/>
                  </a:cubicBezTo>
                  <a:cubicBezTo>
                    <a:pt x="591" y="1124"/>
                    <a:pt x="591" y="1124"/>
                    <a:pt x="591" y="1124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0" y="1125"/>
                    <a:pt x="590" y="1125"/>
                    <a:pt x="590" y="1125"/>
                  </a:cubicBezTo>
                  <a:cubicBezTo>
                    <a:pt x="590" y="1127"/>
                    <a:pt x="590" y="1127"/>
                    <a:pt x="590" y="1127"/>
                  </a:cubicBezTo>
                  <a:cubicBezTo>
                    <a:pt x="590" y="1129"/>
                    <a:pt x="590" y="1129"/>
                    <a:pt x="590" y="1129"/>
                  </a:cubicBezTo>
                  <a:cubicBezTo>
                    <a:pt x="591" y="1130"/>
                    <a:pt x="591" y="1130"/>
                    <a:pt x="591" y="1130"/>
                  </a:cubicBezTo>
                  <a:cubicBezTo>
                    <a:pt x="590" y="1132"/>
                    <a:pt x="590" y="1132"/>
                    <a:pt x="590" y="1132"/>
                  </a:cubicBezTo>
                  <a:cubicBezTo>
                    <a:pt x="590" y="1134"/>
                    <a:pt x="590" y="1134"/>
                    <a:pt x="590" y="1134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6"/>
                    <a:pt x="590" y="1136"/>
                    <a:pt x="590" y="1136"/>
                  </a:cubicBezTo>
                  <a:cubicBezTo>
                    <a:pt x="590" y="1137"/>
                    <a:pt x="590" y="1137"/>
                    <a:pt x="590" y="1137"/>
                  </a:cubicBezTo>
                  <a:cubicBezTo>
                    <a:pt x="593" y="1141"/>
                    <a:pt x="593" y="1141"/>
                    <a:pt x="593" y="1141"/>
                  </a:cubicBezTo>
                  <a:cubicBezTo>
                    <a:pt x="594" y="1142"/>
                    <a:pt x="594" y="1142"/>
                    <a:pt x="594" y="1142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1" y="1143"/>
                    <a:pt x="591" y="1143"/>
                    <a:pt x="591" y="1143"/>
                  </a:cubicBezTo>
                  <a:cubicBezTo>
                    <a:pt x="590" y="1144"/>
                    <a:pt x="590" y="1144"/>
                    <a:pt x="590" y="1144"/>
                  </a:cubicBezTo>
                  <a:cubicBezTo>
                    <a:pt x="590" y="1145"/>
                    <a:pt x="590" y="1145"/>
                    <a:pt x="590" y="1145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7"/>
                    <a:pt x="590" y="1147"/>
                    <a:pt x="590" y="1147"/>
                  </a:cubicBezTo>
                  <a:cubicBezTo>
                    <a:pt x="589" y="1149"/>
                    <a:pt x="589" y="1149"/>
                    <a:pt x="589" y="1149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1" y="1152"/>
                    <a:pt x="591" y="1152"/>
                    <a:pt x="591" y="1152"/>
                  </a:cubicBezTo>
                  <a:cubicBezTo>
                    <a:pt x="591" y="1156"/>
                    <a:pt x="591" y="1156"/>
                    <a:pt x="591" y="1156"/>
                  </a:cubicBezTo>
                  <a:cubicBezTo>
                    <a:pt x="590" y="1158"/>
                    <a:pt x="590" y="1158"/>
                    <a:pt x="590" y="1158"/>
                  </a:cubicBezTo>
                  <a:cubicBezTo>
                    <a:pt x="592" y="1159"/>
                    <a:pt x="592" y="1159"/>
                    <a:pt x="592" y="1159"/>
                  </a:cubicBezTo>
                  <a:cubicBezTo>
                    <a:pt x="596" y="1159"/>
                    <a:pt x="596" y="1159"/>
                    <a:pt x="596" y="1159"/>
                  </a:cubicBezTo>
                  <a:cubicBezTo>
                    <a:pt x="596" y="1157"/>
                    <a:pt x="596" y="1157"/>
                    <a:pt x="596" y="1157"/>
                  </a:cubicBezTo>
                  <a:cubicBezTo>
                    <a:pt x="595" y="1156"/>
                    <a:pt x="595" y="1156"/>
                    <a:pt x="595" y="1156"/>
                  </a:cubicBezTo>
                  <a:cubicBezTo>
                    <a:pt x="596" y="1156"/>
                    <a:pt x="596" y="1156"/>
                    <a:pt x="596" y="1156"/>
                  </a:cubicBezTo>
                  <a:cubicBezTo>
                    <a:pt x="597" y="1156"/>
                    <a:pt x="597" y="1156"/>
                    <a:pt x="597" y="1156"/>
                  </a:cubicBezTo>
                  <a:cubicBezTo>
                    <a:pt x="598" y="1155"/>
                    <a:pt x="598" y="1155"/>
                    <a:pt x="598" y="1155"/>
                  </a:cubicBezTo>
                  <a:cubicBezTo>
                    <a:pt x="596" y="1154"/>
                    <a:pt x="596" y="1154"/>
                    <a:pt x="596" y="1154"/>
                  </a:cubicBezTo>
                  <a:cubicBezTo>
                    <a:pt x="597" y="1153"/>
                    <a:pt x="597" y="1153"/>
                    <a:pt x="597" y="1153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7" y="1152"/>
                    <a:pt x="597" y="1152"/>
                    <a:pt x="597" y="1152"/>
                  </a:cubicBezTo>
                  <a:cubicBezTo>
                    <a:pt x="597" y="1151"/>
                    <a:pt x="597" y="1151"/>
                    <a:pt x="597" y="1151"/>
                  </a:cubicBezTo>
                  <a:cubicBezTo>
                    <a:pt x="597" y="1150"/>
                    <a:pt x="597" y="1150"/>
                    <a:pt x="597" y="1150"/>
                  </a:cubicBezTo>
                  <a:cubicBezTo>
                    <a:pt x="597" y="1148"/>
                    <a:pt x="597" y="1148"/>
                    <a:pt x="597" y="1148"/>
                  </a:cubicBezTo>
                  <a:cubicBezTo>
                    <a:pt x="596" y="1147"/>
                    <a:pt x="596" y="1147"/>
                    <a:pt x="596" y="1147"/>
                  </a:cubicBezTo>
                  <a:cubicBezTo>
                    <a:pt x="597" y="1145"/>
                    <a:pt x="597" y="1145"/>
                    <a:pt x="597" y="1145"/>
                  </a:cubicBezTo>
                  <a:cubicBezTo>
                    <a:pt x="595" y="1144"/>
                    <a:pt x="595" y="1144"/>
                    <a:pt x="595" y="1144"/>
                  </a:cubicBezTo>
                  <a:cubicBezTo>
                    <a:pt x="597" y="1144"/>
                    <a:pt x="597" y="1144"/>
                    <a:pt x="597" y="1144"/>
                  </a:cubicBezTo>
                  <a:cubicBezTo>
                    <a:pt x="599" y="1144"/>
                    <a:pt x="599" y="1144"/>
                    <a:pt x="599" y="1144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600" y="1141"/>
                    <a:pt x="600" y="1141"/>
                    <a:pt x="600" y="1141"/>
                  </a:cubicBezTo>
                  <a:cubicBezTo>
                    <a:pt x="601" y="1143"/>
                    <a:pt x="601" y="1143"/>
                    <a:pt x="601" y="1143"/>
                  </a:cubicBezTo>
                  <a:cubicBezTo>
                    <a:pt x="600" y="1144"/>
                    <a:pt x="600" y="1144"/>
                    <a:pt x="600" y="1144"/>
                  </a:cubicBezTo>
                  <a:cubicBezTo>
                    <a:pt x="600" y="1145"/>
                    <a:pt x="600" y="1145"/>
                    <a:pt x="600" y="1145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7"/>
                    <a:pt x="602" y="1147"/>
                    <a:pt x="602" y="1147"/>
                  </a:cubicBezTo>
                  <a:cubicBezTo>
                    <a:pt x="601" y="1147"/>
                    <a:pt x="601" y="1147"/>
                    <a:pt x="601" y="1147"/>
                  </a:cubicBezTo>
                  <a:cubicBezTo>
                    <a:pt x="600" y="1148"/>
                    <a:pt x="600" y="1148"/>
                    <a:pt x="600" y="1148"/>
                  </a:cubicBezTo>
                  <a:cubicBezTo>
                    <a:pt x="601" y="1149"/>
                    <a:pt x="601" y="1149"/>
                    <a:pt x="601" y="1149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1" y="1151"/>
                    <a:pt x="601" y="1151"/>
                    <a:pt x="601" y="1151"/>
                  </a:cubicBezTo>
                  <a:cubicBezTo>
                    <a:pt x="601" y="1154"/>
                    <a:pt x="601" y="1154"/>
                    <a:pt x="601" y="1154"/>
                  </a:cubicBezTo>
                  <a:cubicBezTo>
                    <a:pt x="602" y="1154"/>
                    <a:pt x="602" y="1154"/>
                    <a:pt x="602" y="1154"/>
                  </a:cubicBezTo>
                  <a:cubicBezTo>
                    <a:pt x="601" y="1155"/>
                    <a:pt x="601" y="1155"/>
                    <a:pt x="601" y="1155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0" y="1158"/>
                    <a:pt x="600" y="1158"/>
                    <a:pt x="600" y="1158"/>
                  </a:cubicBezTo>
                  <a:cubicBezTo>
                    <a:pt x="600" y="1160"/>
                    <a:pt x="600" y="1160"/>
                    <a:pt x="600" y="1160"/>
                  </a:cubicBezTo>
                  <a:cubicBezTo>
                    <a:pt x="602" y="1160"/>
                    <a:pt x="602" y="1160"/>
                    <a:pt x="602" y="1160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7" y="1162"/>
                    <a:pt x="597" y="1162"/>
                    <a:pt x="597" y="1162"/>
                  </a:cubicBezTo>
                  <a:cubicBezTo>
                    <a:pt x="598" y="1162"/>
                    <a:pt x="598" y="1162"/>
                    <a:pt x="598" y="1162"/>
                  </a:cubicBezTo>
                  <a:cubicBezTo>
                    <a:pt x="594" y="1161"/>
                    <a:pt x="594" y="1161"/>
                    <a:pt x="594" y="1161"/>
                  </a:cubicBezTo>
                  <a:cubicBezTo>
                    <a:pt x="593" y="1162"/>
                    <a:pt x="593" y="1162"/>
                    <a:pt x="593" y="1162"/>
                  </a:cubicBezTo>
                  <a:cubicBezTo>
                    <a:pt x="594" y="1164"/>
                    <a:pt x="594" y="1164"/>
                    <a:pt x="594" y="1164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3" y="1165"/>
                    <a:pt x="593" y="1165"/>
                    <a:pt x="593" y="1165"/>
                  </a:cubicBezTo>
                  <a:cubicBezTo>
                    <a:pt x="592" y="1167"/>
                    <a:pt x="592" y="1167"/>
                    <a:pt x="592" y="1167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1" y="1168"/>
                    <a:pt x="591" y="1168"/>
                    <a:pt x="591" y="1168"/>
                  </a:cubicBezTo>
                  <a:cubicBezTo>
                    <a:pt x="590" y="1170"/>
                    <a:pt x="590" y="1170"/>
                    <a:pt x="590" y="1170"/>
                  </a:cubicBezTo>
                  <a:cubicBezTo>
                    <a:pt x="591" y="1172"/>
                    <a:pt x="591" y="1172"/>
                    <a:pt x="591" y="1172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3" y="1171"/>
                    <a:pt x="593" y="1171"/>
                    <a:pt x="593" y="1171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4" y="1173"/>
                  </a:cubicBezTo>
                  <a:cubicBezTo>
                    <a:pt x="595" y="1173"/>
                    <a:pt x="595" y="1173"/>
                    <a:pt x="595" y="1173"/>
                  </a:cubicBezTo>
                  <a:cubicBezTo>
                    <a:pt x="595" y="1172"/>
                    <a:pt x="595" y="1172"/>
                    <a:pt x="595" y="1172"/>
                  </a:cubicBezTo>
                  <a:cubicBezTo>
                    <a:pt x="597" y="1172"/>
                    <a:pt x="597" y="1172"/>
                    <a:pt x="597" y="1172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9" y="1171"/>
                    <a:pt x="599" y="1171"/>
                    <a:pt x="599" y="1171"/>
                  </a:cubicBezTo>
                  <a:cubicBezTo>
                    <a:pt x="599" y="1172"/>
                    <a:pt x="599" y="1172"/>
                    <a:pt x="599" y="1172"/>
                  </a:cubicBezTo>
                  <a:cubicBezTo>
                    <a:pt x="600" y="1174"/>
                    <a:pt x="600" y="1174"/>
                    <a:pt x="600" y="1174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1" y="1175"/>
                    <a:pt x="601" y="1175"/>
                    <a:pt x="601" y="1175"/>
                  </a:cubicBezTo>
                  <a:cubicBezTo>
                    <a:pt x="602" y="1177"/>
                    <a:pt x="602" y="1177"/>
                    <a:pt x="602" y="1177"/>
                  </a:cubicBezTo>
                  <a:cubicBezTo>
                    <a:pt x="601" y="1177"/>
                    <a:pt x="601" y="1177"/>
                    <a:pt x="601" y="1177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80"/>
                    <a:pt x="601" y="1180"/>
                    <a:pt x="601" y="1180"/>
                  </a:cubicBezTo>
                  <a:cubicBezTo>
                    <a:pt x="600" y="1182"/>
                    <a:pt x="600" y="1182"/>
                    <a:pt x="600" y="1182"/>
                  </a:cubicBezTo>
                  <a:cubicBezTo>
                    <a:pt x="600" y="1183"/>
                    <a:pt x="600" y="1183"/>
                    <a:pt x="600" y="1183"/>
                  </a:cubicBezTo>
                  <a:cubicBezTo>
                    <a:pt x="599" y="1183"/>
                    <a:pt x="599" y="1183"/>
                    <a:pt x="599" y="1183"/>
                  </a:cubicBezTo>
                  <a:cubicBezTo>
                    <a:pt x="598" y="1184"/>
                    <a:pt x="598" y="1184"/>
                    <a:pt x="598" y="1184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600" y="1178"/>
                    <a:pt x="600" y="1178"/>
                    <a:pt x="600" y="1178"/>
                  </a:cubicBezTo>
                  <a:cubicBezTo>
                    <a:pt x="599" y="1178"/>
                    <a:pt x="599" y="1178"/>
                    <a:pt x="599" y="1178"/>
                  </a:cubicBezTo>
                  <a:cubicBezTo>
                    <a:pt x="600" y="1177"/>
                    <a:pt x="600" y="1177"/>
                    <a:pt x="600" y="1177"/>
                  </a:cubicBezTo>
                  <a:cubicBezTo>
                    <a:pt x="599" y="1174"/>
                    <a:pt x="599" y="1174"/>
                    <a:pt x="599" y="1174"/>
                  </a:cubicBezTo>
                  <a:cubicBezTo>
                    <a:pt x="598" y="1174"/>
                    <a:pt x="598" y="1174"/>
                    <a:pt x="598" y="1174"/>
                  </a:cubicBezTo>
                  <a:cubicBezTo>
                    <a:pt x="598" y="1173"/>
                    <a:pt x="598" y="1173"/>
                    <a:pt x="598" y="1173"/>
                  </a:cubicBezTo>
                  <a:cubicBezTo>
                    <a:pt x="596" y="1173"/>
                    <a:pt x="596" y="1173"/>
                    <a:pt x="596" y="1173"/>
                  </a:cubicBezTo>
                  <a:cubicBezTo>
                    <a:pt x="593" y="1174"/>
                    <a:pt x="593" y="1174"/>
                    <a:pt x="593" y="1174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6"/>
                    <a:pt x="595" y="1176"/>
                    <a:pt x="595" y="1176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4" y="1177"/>
                    <a:pt x="594" y="1177"/>
                    <a:pt x="594" y="1177"/>
                  </a:cubicBezTo>
                  <a:cubicBezTo>
                    <a:pt x="594" y="1178"/>
                    <a:pt x="594" y="1178"/>
                    <a:pt x="594" y="1178"/>
                  </a:cubicBezTo>
                  <a:cubicBezTo>
                    <a:pt x="594" y="1179"/>
                    <a:pt x="594" y="1179"/>
                    <a:pt x="594" y="1179"/>
                  </a:cubicBezTo>
                  <a:cubicBezTo>
                    <a:pt x="592" y="1179"/>
                    <a:pt x="592" y="1179"/>
                    <a:pt x="592" y="1179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0" y="1181"/>
                    <a:pt x="590" y="1181"/>
                    <a:pt x="590" y="1181"/>
                  </a:cubicBezTo>
                  <a:cubicBezTo>
                    <a:pt x="590" y="1183"/>
                    <a:pt x="590" y="1183"/>
                    <a:pt x="590" y="1183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1" y="1187"/>
                    <a:pt x="591" y="1187"/>
                    <a:pt x="591" y="1187"/>
                  </a:cubicBezTo>
                  <a:cubicBezTo>
                    <a:pt x="590" y="1187"/>
                    <a:pt x="590" y="1187"/>
                    <a:pt x="590" y="1187"/>
                  </a:cubicBezTo>
                  <a:cubicBezTo>
                    <a:pt x="589" y="1188"/>
                    <a:pt x="589" y="1188"/>
                    <a:pt x="589" y="1188"/>
                  </a:cubicBezTo>
                  <a:cubicBezTo>
                    <a:pt x="587" y="1190"/>
                    <a:pt x="587" y="1190"/>
                    <a:pt x="587" y="1190"/>
                  </a:cubicBezTo>
                  <a:cubicBezTo>
                    <a:pt x="587" y="1191"/>
                    <a:pt x="587" y="1191"/>
                    <a:pt x="587" y="1191"/>
                  </a:cubicBezTo>
                  <a:cubicBezTo>
                    <a:pt x="589" y="1194"/>
                    <a:pt x="589" y="1194"/>
                    <a:pt x="589" y="1194"/>
                  </a:cubicBezTo>
                  <a:cubicBezTo>
                    <a:pt x="591" y="1194"/>
                    <a:pt x="591" y="1194"/>
                    <a:pt x="591" y="1194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1" y="1190"/>
                    <a:pt x="591" y="1190"/>
                    <a:pt x="591" y="1190"/>
                  </a:cubicBezTo>
                  <a:cubicBezTo>
                    <a:pt x="592" y="1190"/>
                    <a:pt x="592" y="1190"/>
                    <a:pt x="592" y="1190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4" y="1192"/>
                    <a:pt x="594" y="1192"/>
                    <a:pt x="594" y="1192"/>
                  </a:cubicBezTo>
                  <a:cubicBezTo>
                    <a:pt x="596" y="1192"/>
                    <a:pt x="596" y="1192"/>
                    <a:pt x="596" y="1192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8" y="1192"/>
                    <a:pt x="598" y="1192"/>
                    <a:pt x="598" y="1192"/>
                  </a:cubicBezTo>
                  <a:cubicBezTo>
                    <a:pt x="600" y="1193"/>
                    <a:pt x="600" y="1193"/>
                    <a:pt x="600" y="1193"/>
                  </a:cubicBezTo>
                  <a:cubicBezTo>
                    <a:pt x="599" y="1194"/>
                    <a:pt x="599" y="1194"/>
                    <a:pt x="599" y="1194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7" y="1197"/>
                    <a:pt x="597" y="1197"/>
                    <a:pt x="597" y="1197"/>
                  </a:cubicBezTo>
                  <a:cubicBezTo>
                    <a:pt x="597" y="1199"/>
                    <a:pt x="597" y="1199"/>
                    <a:pt x="597" y="1199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9" y="1201"/>
                    <a:pt x="599" y="1201"/>
                    <a:pt x="599" y="1201"/>
                  </a:cubicBezTo>
                  <a:cubicBezTo>
                    <a:pt x="601" y="1202"/>
                    <a:pt x="601" y="1202"/>
                    <a:pt x="601" y="1202"/>
                  </a:cubicBezTo>
                  <a:cubicBezTo>
                    <a:pt x="600" y="1202"/>
                    <a:pt x="600" y="1202"/>
                    <a:pt x="600" y="1202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8" y="1203"/>
                    <a:pt x="598" y="1203"/>
                    <a:pt x="598" y="1203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6" y="1201"/>
                    <a:pt x="596" y="1201"/>
                    <a:pt x="596" y="1201"/>
                  </a:cubicBezTo>
                  <a:cubicBezTo>
                    <a:pt x="595" y="1202"/>
                    <a:pt x="595" y="1202"/>
                    <a:pt x="595" y="1202"/>
                  </a:cubicBezTo>
                  <a:cubicBezTo>
                    <a:pt x="594" y="1203"/>
                    <a:pt x="594" y="1203"/>
                    <a:pt x="594" y="1203"/>
                  </a:cubicBezTo>
                  <a:cubicBezTo>
                    <a:pt x="593" y="1203"/>
                    <a:pt x="593" y="1203"/>
                    <a:pt x="593" y="1203"/>
                  </a:cubicBezTo>
                  <a:cubicBezTo>
                    <a:pt x="592" y="1204"/>
                    <a:pt x="592" y="1204"/>
                    <a:pt x="592" y="1204"/>
                  </a:cubicBezTo>
                  <a:cubicBezTo>
                    <a:pt x="592" y="1205"/>
                    <a:pt x="592" y="1205"/>
                    <a:pt x="592" y="1205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10"/>
                    <a:pt x="592" y="1210"/>
                    <a:pt x="592" y="1210"/>
                  </a:cubicBezTo>
                  <a:cubicBezTo>
                    <a:pt x="593" y="1210"/>
                    <a:pt x="593" y="1210"/>
                    <a:pt x="593" y="1210"/>
                  </a:cubicBezTo>
                  <a:cubicBezTo>
                    <a:pt x="593" y="1211"/>
                    <a:pt x="593" y="1211"/>
                    <a:pt x="593" y="1211"/>
                  </a:cubicBezTo>
                  <a:cubicBezTo>
                    <a:pt x="594" y="1211"/>
                    <a:pt x="594" y="1211"/>
                    <a:pt x="594" y="1211"/>
                  </a:cubicBezTo>
                  <a:cubicBezTo>
                    <a:pt x="593" y="1212"/>
                    <a:pt x="593" y="1212"/>
                    <a:pt x="593" y="1212"/>
                  </a:cubicBezTo>
                  <a:cubicBezTo>
                    <a:pt x="594" y="1215"/>
                    <a:pt x="594" y="1215"/>
                    <a:pt x="594" y="1215"/>
                  </a:cubicBezTo>
                  <a:cubicBezTo>
                    <a:pt x="594" y="1216"/>
                    <a:pt x="594" y="1216"/>
                    <a:pt x="594" y="1216"/>
                  </a:cubicBezTo>
                  <a:cubicBezTo>
                    <a:pt x="596" y="1217"/>
                    <a:pt x="596" y="1217"/>
                    <a:pt x="596" y="1217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5"/>
                    <a:pt x="597" y="1215"/>
                    <a:pt x="597" y="1215"/>
                  </a:cubicBezTo>
                  <a:cubicBezTo>
                    <a:pt x="598" y="1216"/>
                    <a:pt x="598" y="1216"/>
                    <a:pt x="598" y="1216"/>
                  </a:cubicBezTo>
                  <a:cubicBezTo>
                    <a:pt x="596" y="1216"/>
                    <a:pt x="596" y="1216"/>
                    <a:pt x="596" y="1216"/>
                  </a:cubicBezTo>
                  <a:cubicBezTo>
                    <a:pt x="597" y="1218"/>
                    <a:pt x="597" y="1218"/>
                    <a:pt x="597" y="1218"/>
                  </a:cubicBezTo>
                  <a:cubicBezTo>
                    <a:pt x="594" y="1219"/>
                    <a:pt x="594" y="1219"/>
                    <a:pt x="594" y="1219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6" y="1223"/>
                    <a:pt x="596" y="1223"/>
                    <a:pt x="596" y="1223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598" y="1221"/>
                    <a:pt x="598" y="1221"/>
                    <a:pt x="598" y="1221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600" y="1223"/>
                    <a:pt x="600" y="1223"/>
                    <a:pt x="600" y="1223"/>
                  </a:cubicBezTo>
                  <a:cubicBezTo>
                    <a:pt x="601" y="1223"/>
                    <a:pt x="601" y="1223"/>
                    <a:pt x="601" y="1223"/>
                  </a:cubicBezTo>
                  <a:cubicBezTo>
                    <a:pt x="601" y="1224"/>
                    <a:pt x="601" y="1224"/>
                    <a:pt x="601" y="1224"/>
                  </a:cubicBezTo>
                  <a:cubicBezTo>
                    <a:pt x="602" y="1224"/>
                    <a:pt x="602" y="1224"/>
                    <a:pt x="602" y="1224"/>
                  </a:cubicBezTo>
                  <a:cubicBezTo>
                    <a:pt x="600" y="1224"/>
                    <a:pt x="600" y="1224"/>
                    <a:pt x="600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5"/>
                    <a:pt x="599" y="1225"/>
                    <a:pt x="599" y="1225"/>
                  </a:cubicBezTo>
                  <a:cubicBezTo>
                    <a:pt x="598" y="1226"/>
                    <a:pt x="598" y="1226"/>
                    <a:pt x="598" y="1226"/>
                  </a:cubicBezTo>
                  <a:cubicBezTo>
                    <a:pt x="599" y="1227"/>
                    <a:pt x="599" y="1227"/>
                    <a:pt x="599" y="1227"/>
                  </a:cubicBezTo>
                  <a:cubicBezTo>
                    <a:pt x="599" y="1228"/>
                    <a:pt x="599" y="1228"/>
                    <a:pt x="599" y="1228"/>
                  </a:cubicBezTo>
                  <a:cubicBezTo>
                    <a:pt x="598" y="1228"/>
                    <a:pt x="598" y="1228"/>
                    <a:pt x="598" y="1228"/>
                  </a:cubicBezTo>
                  <a:cubicBezTo>
                    <a:pt x="598" y="1231"/>
                    <a:pt x="598" y="1231"/>
                    <a:pt x="598" y="1231"/>
                  </a:cubicBezTo>
                  <a:cubicBezTo>
                    <a:pt x="601" y="1229"/>
                    <a:pt x="601" y="1229"/>
                    <a:pt x="601" y="1229"/>
                  </a:cubicBezTo>
                  <a:cubicBezTo>
                    <a:pt x="601" y="1230"/>
                    <a:pt x="601" y="1230"/>
                    <a:pt x="601" y="1230"/>
                  </a:cubicBezTo>
                  <a:cubicBezTo>
                    <a:pt x="602" y="1233"/>
                    <a:pt x="602" y="1233"/>
                    <a:pt x="602" y="1233"/>
                  </a:cubicBezTo>
                  <a:cubicBezTo>
                    <a:pt x="603" y="1232"/>
                    <a:pt x="603" y="1232"/>
                    <a:pt x="603" y="1232"/>
                  </a:cubicBezTo>
                  <a:cubicBezTo>
                    <a:pt x="603" y="1233"/>
                    <a:pt x="603" y="1233"/>
                    <a:pt x="603" y="1233"/>
                  </a:cubicBezTo>
                  <a:cubicBezTo>
                    <a:pt x="604" y="1234"/>
                    <a:pt x="604" y="1234"/>
                    <a:pt x="604" y="1234"/>
                  </a:cubicBezTo>
                  <a:cubicBezTo>
                    <a:pt x="603" y="1234"/>
                    <a:pt x="603" y="1234"/>
                    <a:pt x="603" y="1234"/>
                  </a:cubicBezTo>
                  <a:cubicBezTo>
                    <a:pt x="601" y="1235"/>
                    <a:pt x="601" y="1235"/>
                    <a:pt x="601" y="1235"/>
                  </a:cubicBezTo>
                  <a:cubicBezTo>
                    <a:pt x="602" y="1236"/>
                    <a:pt x="602" y="1236"/>
                    <a:pt x="602" y="1236"/>
                  </a:cubicBezTo>
                  <a:cubicBezTo>
                    <a:pt x="602" y="1237"/>
                    <a:pt x="602" y="1237"/>
                    <a:pt x="602" y="1237"/>
                  </a:cubicBezTo>
                  <a:cubicBezTo>
                    <a:pt x="601" y="1238"/>
                    <a:pt x="601" y="1238"/>
                    <a:pt x="601" y="1238"/>
                  </a:cubicBezTo>
                  <a:cubicBezTo>
                    <a:pt x="602" y="1239"/>
                    <a:pt x="602" y="1239"/>
                    <a:pt x="602" y="1239"/>
                  </a:cubicBezTo>
                  <a:cubicBezTo>
                    <a:pt x="604" y="1239"/>
                    <a:pt x="604" y="1239"/>
                    <a:pt x="604" y="1239"/>
                  </a:cubicBezTo>
                  <a:cubicBezTo>
                    <a:pt x="606" y="1239"/>
                    <a:pt x="606" y="1239"/>
                    <a:pt x="606" y="1239"/>
                  </a:cubicBezTo>
                  <a:cubicBezTo>
                    <a:pt x="606" y="1238"/>
                    <a:pt x="606" y="1238"/>
                    <a:pt x="606" y="1238"/>
                  </a:cubicBezTo>
                  <a:cubicBezTo>
                    <a:pt x="608" y="1238"/>
                    <a:pt x="608" y="1238"/>
                    <a:pt x="608" y="1238"/>
                  </a:cubicBezTo>
                  <a:cubicBezTo>
                    <a:pt x="608" y="1237"/>
                    <a:pt x="608" y="1237"/>
                    <a:pt x="608" y="1237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7" y="1234"/>
                    <a:pt x="607" y="1234"/>
                    <a:pt x="607" y="1234"/>
                  </a:cubicBezTo>
                  <a:cubicBezTo>
                    <a:pt x="606" y="1233"/>
                    <a:pt x="606" y="1233"/>
                    <a:pt x="606" y="1233"/>
                  </a:cubicBezTo>
                  <a:cubicBezTo>
                    <a:pt x="608" y="1234"/>
                    <a:pt x="608" y="1234"/>
                    <a:pt x="608" y="1234"/>
                  </a:cubicBezTo>
                  <a:cubicBezTo>
                    <a:pt x="608" y="1235"/>
                    <a:pt x="608" y="1235"/>
                    <a:pt x="608" y="1235"/>
                  </a:cubicBezTo>
                  <a:cubicBezTo>
                    <a:pt x="609" y="1235"/>
                    <a:pt x="609" y="1235"/>
                    <a:pt x="609" y="1235"/>
                  </a:cubicBezTo>
                  <a:cubicBezTo>
                    <a:pt x="610" y="1235"/>
                    <a:pt x="610" y="1235"/>
                    <a:pt x="610" y="1235"/>
                  </a:cubicBezTo>
                  <a:cubicBezTo>
                    <a:pt x="610" y="1236"/>
                    <a:pt x="610" y="1236"/>
                    <a:pt x="610" y="1236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0" y="1239"/>
                    <a:pt x="610" y="1239"/>
                    <a:pt x="610" y="1239"/>
                  </a:cubicBezTo>
                  <a:cubicBezTo>
                    <a:pt x="609" y="1239"/>
                    <a:pt x="609" y="1239"/>
                    <a:pt x="609" y="1239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7" y="1240"/>
                    <a:pt x="607" y="1240"/>
                    <a:pt x="607" y="1240"/>
                  </a:cubicBezTo>
                  <a:cubicBezTo>
                    <a:pt x="607" y="1241"/>
                    <a:pt x="607" y="1241"/>
                    <a:pt x="607" y="1241"/>
                  </a:cubicBezTo>
                  <a:cubicBezTo>
                    <a:pt x="606" y="1240"/>
                    <a:pt x="606" y="1240"/>
                    <a:pt x="606" y="1240"/>
                  </a:cubicBezTo>
                  <a:cubicBezTo>
                    <a:pt x="604" y="1240"/>
                    <a:pt x="604" y="1240"/>
                    <a:pt x="604" y="1240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3"/>
                    <a:pt x="604" y="1243"/>
                    <a:pt x="604" y="1243"/>
                  </a:cubicBezTo>
                  <a:cubicBezTo>
                    <a:pt x="604" y="1244"/>
                    <a:pt x="604" y="1244"/>
                    <a:pt x="604" y="1244"/>
                  </a:cubicBezTo>
                  <a:cubicBezTo>
                    <a:pt x="605" y="1245"/>
                    <a:pt x="605" y="1245"/>
                    <a:pt x="605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9"/>
                    <a:pt x="607" y="1249"/>
                    <a:pt x="607" y="1249"/>
                  </a:cubicBezTo>
                  <a:cubicBezTo>
                    <a:pt x="609" y="1248"/>
                    <a:pt x="609" y="1248"/>
                    <a:pt x="609" y="1248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08" y="1245"/>
                    <a:pt x="608" y="1245"/>
                    <a:pt x="608" y="1245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1" y="1245"/>
                    <a:pt x="611" y="1245"/>
                    <a:pt x="611" y="1245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11" y="1247"/>
                    <a:pt x="611" y="1247"/>
                    <a:pt x="611" y="1247"/>
                  </a:cubicBezTo>
                  <a:cubicBezTo>
                    <a:pt x="613" y="1249"/>
                    <a:pt x="613" y="1249"/>
                    <a:pt x="613" y="1249"/>
                  </a:cubicBezTo>
                  <a:cubicBezTo>
                    <a:pt x="612" y="1249"/>
                    <a:pt x="612" y="1249"/>
                    <a:pt x="612" y="1249"/>
                  </a:cubicBezTo>
                  <a:cubicBezTo>
                    <a:pt x="610" y="1250"/>
                    <a:pt x="610" y="1250"/>
                    <a:pt x="610" y="1250"/>
                  </a:cubicBezTo>
                  <a:cubicBezTo>
                    <a:pt x="611" y="1251"/>
                    <a:pt x="611" y="1251"/>
                    <a:pt x="611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4" y="1252"/>
                    <a:pt x="614" y="1252"/>
                    <a:pt x="614" y="1252"/>
                  </a:cubicBezTo>
                  <a:cubicBezTo>
                    <a:pt x="615" y="1253"/>
                    <a:pt x="615" y="1253"/>
                    <a:pt x="615" y="1253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7" y="1253"/>
                    <a:pt x="617" y="1253"/>
                    <a:pt x="617" y="1253"/>
                  </a:cubicBezTo>
                  <a:cubicBezTo>
                    <a:pt x="616" y="1253"/>
                    <a:pt x="616" y="1253"/>
                    <a:pt x="616" y="1253"/>
                  </a:cubicBezTo>
                  <a:cubicBezTo>
                    <a:pt x="617" y="1255"/>
                    <a:pt x="617" y="1255"/>
                    <a:pt x="617" y="1255"/>
                  </a:cubicBezTo>
                  <a:cubicBezTo>
                    <a:pt x="619" y="1255"/>
                    <a:pt x="619" y="1255"/>
                    <a:pt x="619" y="1255"/>
                  </a:cubicBezTo>
                  <a:cubicBezTo>
                    <a:pt x="621" y="1256"/>
                    <a:pt x="621" y="1256"/>
                    <a:pt x="621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4" y="1259"/>
                    <a:pt x="624" y="1259"/>
                    <a:pt x="624" y="1259"/>
                  </a:cubicBezTo>
                  <a:cubicBezTo>
                    <a:pt x="626" y="1260"/>
                    <a:pt x="626" y="1260"/>
                    <a:pt x="626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8" y="1260"/>
                    <a:pt x="628" y="1260"/>
                    <a:pt x="628" y="1260"/>
                  </a:cubicBezTo>
                  <a:cubicBezTo>
                    <a:pt x="630" y="1262"/>
                    <a:pt x="630" y="1262"/>
                    <a:pt x="630" y="1262"/>
                  </a:cubicBezTo>
                  <a:cubicBezTo>
                    <a:pt x="629" y="1262"/>
                    <a:pt x="629" y="1262"/>
                    <a:pt x="629" y="1262"/>
                  </a:cubicBezTo>
                  <a:cubicBezTo>
                    <a:pt x="628" y="1262"/>
                    <a:pt x="628" y="1262"/>
                    <a:pt x="628" y="1262"/>
                  </a:cubicBezTo>
                  <a:cubicBezTo>
                    <a:pt x="627" y="1262"/>
                    <a:pt x="627" y="1262"/>
                    <a:pt x="627" y="1262"/>
                  </a:cubicBezTo>
                  <a:cubicBezTo>
                    <a:pt x="626" y="1261"/>
                    <a:pt x="626" y="1261"/>
                    <a:pt x="626" y="1261"/>
                  </a:cubicBezTo>
                  <a:cubicBezTo>
                    <a:pt x="624" y="1260"/>
                    <a:pt x="624" y="1260"/>
                    <a:pt x="624" y="1260"/>
                  </a:cubicBezTo>
                  <a:cubicBezTo>
                    <a:pt x="623" y="1260"/>
                    <a:pt x="623" y="1260"/>
                    <a:pt x="623" y="1260"/>
                  </a:cubicBezTo>
                  <a:cubicBezTo>
                    <a:pt x="623" y="1259"/>
                    <a:pt x="623" y="1259"/>
                    <a:pt x="623" y="1259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1" y="1258"/>
                    <a:pt x="621" y="1258"/>
                    <a:pt x="621" y="1258"/>
                  </a:cubicBezTo>
                  <a:cubicBezTo>
                    <a:pt x="620" y="1257"/>
                    <a:pt x="620" y="1257"/>
                    <a:pt x="620" y="1257"/>
                  </a:cubicBezTo>
                  <a:cubicBezTo>
                    <a:pt x="619" y="1257"/>
                    <a:pt x="619" y="1257"/>
                    <a:pt x="619" y="1257"/>
                  </a:cubicBezTo>
                  <a:cubicBezTo>
                    <a:pt x="618" y="1257"/>
                    <a:pt x="618" y="1257"/>
                    <a:pt x="618" y="1257"/>
                  </a:cubicBezTo>
                  <a:cubicBezTo>
                    <a:pt x="616" y="1256"/>
                    <a:pt x="616" y="1256"/>
                    <a:pt x="616" y="1256"/>
                  </a:cubicBezTo>
                  <a:cubicBezTo>
                    <a:pt x="615" y="1255"/>
                    <a:pt x="615" y="1255"/>
                    <a:pt x="615" y="1255"/>
                  </a:cubicBezTo>
                  <a:cubicBezTo>
                    <a:pt x="614" y="1255"/>
                    <a:pt x="614" y="1255"/>
                    <a:pt x="614" y="1255"/>
                  </a:cubicBezTo>
                  <a:cubicBezTo>
                    <a:pt x="613" y="1255"/>
                    <a:pt x="613" y="1255"/>
                    <a:pt x="613" y="1255"/>
                  </a:cubicBezTo>
                  <a:cubicBezTo>
                    <a:pt x="612" y="1253"/>
                    <a:pt x="612" y="1253"/>
                    <a:pt x="612" y="1253"/>
                  </a:cubicBezTo>
                  <a:cubicBezTo>
                    <a:pt x="610" y="1252"/>
                    <a:pt x="610" y="1252"/>
                    <a:pt x="610" y="1252"/>
                  </a:cubicBezTo>
                  <a:cubicBezTo>
                    <a:pt x="609" y="1254"/>
                    <a:pt x="609" y="1254"/>
                    <a:pt x="609" y="1254"/>
                  </a:cubicBezTo>
                  <a:cubicBezTo>
                    <a:pt x="610" y="1255"/>
                    <a:pt x="610" y="1255"/>
                    <a:pt x="610" y="1255"/>
                  </a:cubicBezTo>
                  <a:cubicBezTo>
                    <a:pt x="611" y="1257"/>
                    <a:pt x="611" y="1257"/>
                    <a:pt x="611" y="1257"/>
                  </a:cubicBezTo>
                  <a:cubicBezTo>
                    <a:pt x="613" y="1258"/>
                    <a:pt x="613" y="1258"/>
                    <a:pt x="613" y="1258"/>
                  </a:cubicBezTo>
                  <a:cubicBezTo>
                    <a:pt x="614" y="1258"/>
                    <a:pt x="614" y="1258"/>
                    <a:pt x="614" y="1258"/>
                  </a:cubicBezTo>
                  <a:cubicBezTo>
                    <a:pt x="615" y="1260"/>
                    <a:pt x="615" y="1260"/>
                    <a:pt x="615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59"/>
                    <a:pt x="617" y="1259"/>
                    <a:pt x="617" y="1259"/>
                  </a:cubicBezTo>
                  <a:cubicBezTo>
                    <a:pt x="618" y="1260"/>
                    <a:pt x="618" y="1260"/>
                    <a:pt x="618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62"/>
                    <a:pt x="617" y="1262"/>
                    <a:pt x="617" y="1262"/>
                  </a:cubicBezTo>
                  <a:cubicBezTo>
                    <a:pt x="619" y="1262"/>
                    <a:pt x="619" y="1262"/>
                    <a:pt x="619" y="1262"/>
                  </a:cubicBezTo>
                  <a:cubicBezTo>
                    <a:pt x="620" y="1264"/>
                    <a:pt x="620" y="1264"/>
                    <a:pt x="620" y="1264"/>
                  </a:cubicBezTo>
                  <a:cubicBezTo>
                    <a:pt x="621" y="1264"/>
                    <a:pt x="621" y="1264"/>
                    <a:pt x="621" y="1264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4" y="1266"/>
                    <a:pt x="624" y="1266"/>
                    <a:pt x="624" y="1266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5" y="1268"/>
                    <a:pt x="625" y="1268"/>
                    <a:pt x="625" y="1268"/>
                  </a:cubicBezTo>
                  <a:cubicBezTo>
                    <a:pt x="626" y="1267"/>
                    <a:pt x="626" y="1267"/>
                    <a:pt x="626" y="1267"/>
                  </a:cubicBezTo>
                  <a:cubicBezTo>
                    <a:pt x="627" y="1268"/>
                    <a:pt x="627" y="1268"/>
                    <a:pt x="627" y="1268"/>
                  </a:cubicBezTo>
                  <a:cubicBezTo>
                    <a:pt x="629" y="1268"/>
                    <a:pt x="629" y="1268"/>
                    <a:pt x="629" y="1268"/>
                  </a:cubicBezTo>
                  <a:cubicBezTo>
                    <a:pt x="629" y="1269"/>
                    <a:pt x="629" y="1269"/>
                    <a:pt x="629" y="1269"/>
                  </a:cubicBezTo>
                  <a:cubicBezTo>
                    <a:pt x="631" y="1269"/>
                    <a:pt x="631" y="1269"/>
                    <a:pt x="631" y="1269"/>
                  </a:cubicBezTo>
                  <a:cubicBezTo>
                    <a:pt x="632" y="1267"/>
                    <a:pt x="632" y="1267"/>
                    <a:pt x="632" y="1267"/>
                  </a:cubicBezTo>
                  <a:cubicBezTo>
                    <a:pt x="632" y="1268"/>
                    <a:pt x="632" y="1268"/>
                    <a:pt x="632" y="1268"/>
                  </a:cubicBezTo>
                  <a:cubicBezTo>
                    <a:pt x="633" y="1267"/>
                    <a:pt x="633" y="1267"/>
                    <a:pt x="633" y="1267"/>
                  </a:cubicBezTo>
                  <a:cubicBezTo>
                    <a:pt x="634" y="1267"/>
                    <a:pt x="634" y="1267"/>
                    <a:pt x="634" y="1267"/>
                  </a:cubicBezTo>
                  <a:cubicBezTo>
                    <a:pt x="635" y="1268"/>
                    <a:pt x="635" y="1268"/>
                    <a:pt x="635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8" y="1269"/>
                    <a:pt x="638" y="1269"/>
                    <a:pt x="638" y="1269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7"/>
                    <a:pt x="639" y="1267"/>
                    <a:pt x="639" y="1267"/>
                  </a:cubicBezTo>
                  <a:cubicBezTo>
                    <a:pt x="639" y="1265"/>
                    <a:pt x="639" y="1265"/>
                    <a:pt x="639" y="1265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7" y="1264"/>
                    <a:pt x="637" y="1264"/>
                    <a:pt x="637" y="1264"/>
                  </a:cubicBezTo>
                  <a:cubicBezTo>
                    <a:pt x="638" y="1262"/>
                    <a:pt x="638" y="1262"/>
                    <a:pt x="638" y="1262"/>
                  </a:cubicBezTo>
                  <a:cubicBezTo>
                    <a:pt x="637" y="1259"/>
                    <a:pt x="637" y="1259"/>
                    <a:pt x="637" y="1259"/>
                  </a:cubicBezTo>
                  <a:cubicBezTo>
                    <a:pt x="638" y="1258"/>
                    <a:pt x="638" y="1258"/>
                    <a:pt x="638" y="1258"/>
                  </a:cubicBezTo>
                  <a:cubicBezTo>
                    <a:pt x="638" y="1257"/>
                    <a:pt x="638" y="1257"/>
                    <a:pt x="638" y="1257"/>
                  </a:cubicBezTo>
                  <a:cubicBezTo>
                    <a:pt x="638" y="1255"/>
                    <a:pt x="638" y="1255"/>
                    <a:pt x="638" y="1255"/>
                  </a:cubicBezTo>
                  <a:cubicBezTo>
                    <a:pt x="638" y="1253"/>
                    <a:pt x="638" y="1253"/>
                    <a:pt x="638" y="1253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38" y="1251"/>
                    <a:pt x="638" y="1251"/>
                    <a:pt x="638" y="1251"/>
                  </a:cubicBezTo>
                  <a:cubicBezTo>
                    <a:pt x="639" y="1250"/>
                    <a:pt x="639" y="1250"/>
                    <a:pt x="639" y="1250"/>
                  </a:cubicBezTo>
                  <a:cubicBezTo>
                    <a:pt x="641" y="1248"/>
                    <a:pt x="641" y="1248"/>
                    <a:pt x="641" y="1248"/>
                  </a:cubicBezTo>
                  <a:cubicBezTo>
                    <a:pt x="642" y="1248"/>
                    <a:pt x="642" y="1248"/>
                    <a:pt x="642" y="1248"/>
                  </a:cubicBezTo>
                  <a:cubicBezTo>
                    <a:pt x="643" y="1248"/>
                    <a:pt x="643" y="1248"/>
                    <a:pt x="643" y="1248"/>
                  </a:cubicBezTo>
                  <a:cubicBezTo>
                    <a:pt x="644" y="1249"/>
                    <a:pt x="644" y="1249"/>
                    <a:pt x="644" y="1249"/>
                  </a:cubicBezTo>
                  <a:cubicBezTo>
                    <a:pt x="644" y="1250"/>
                    <a:pt x="644" y="1250"/>
                    <a:pt x="644" y="1250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1" y="1250"/>
                    <a:pt x="641" y="1250"/>
                    <a:pt x="641" y="1250"/>
                  </a:cubicBezTo>
                  <a:cubicBezTo>
                    <a:pt x="640" y="1250"/>
                    <a:pt x="640" y="1250"/>
                    <a:pt x="640" y="1250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39" y="1255"/>
                    <a:pt x="639" y="1255"/>
                    <a:pt x="639" y="1255"/>
                  </a:cubicBezTo>
                  <a:cubicBezTo>
                    <a:pt x="640" y="1256"/>
                    <a:pt x="640" y="1256"/>
                    <a:pt x="640" y="1256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39" y="1257"/>
                    <a:pt x="639" y="1257"/>
                    <a:pt x="639" y="1257"/>
                  </a:cubicBezTo>
                  <a:cubicBezTo>
                    <a:pt x="639" y="1259"/>
                    <a:pt x="639" y="1259"/>
                    <a:pt x="639" y="1259"/>
                  </a:cubicBezTo>
                  <a:cubicBezTo>
                    <a:pt x="638" y="1261"/>
                    <a:pt x="638" y="1261"/>
                    <a:pt x="638" y="1261"/>
                  </a:cubicBezTo>
                  <a:cubicBezTo>
                    <a:pt x="639" y="1262"/>
                    <a:pt x="639" y="1262"/>
                    <a:pt x="639" y="1262"/>
                  </a:cubicBezTo>
                  <a:cubicBezTo>
                    <a:pt x="638" y="1263"/>
                    <a:pt x="638" y="1263"/>
                    <a:pt x="638" y="1263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39" y="1266"/>
                    <a:pt x="639" y="1266"/>
                    <a:pt x="639" y="1266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9"/>
                    <a:pt x="639" y="1269"/>
                    <a:pt x="639" y="1269"/>
                  </a:cubicBezTo>
                  <a:cubicBezTo>
                    <a:pt x="636" y="1269"/>
                    <a:pt x="636" y="1269"/>
                    <a:pt x="636" y="1269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3" y="1271"/>
                    <a:pt x="633" y="1271"/>
                    <a:pt x="633" y="1271"/>
                  </a:cubicBezTo>
                  <a:cubicBezTo>
                    <a:pt x="633" y="1272"/>
                    <a:pt x="633" y="1272"/>
                    <a:pt x="633" y="1272"/>
                  </a:cubicBezTo>
                  <a:cubicBezTo>
                    <a:pt x="635" y="1273"/>
                    <a:pt x="635" y="1273"/>
                    <a:pt x="635" y="1273"/>
                  </a:cubicBezTo>
                  <a:cubicBezTo>
                    <a:pt x="637" y="1273"/>
                    <a:pt x="637" y="1273"/>
                    <a:pt x="637" y="1273"/>
                  </a:cubicBezTo>
                  <a:cubicBezTo>
                    <a:pt x="636" y="1274"/>
                    <a:pt x="636" y="1274"/>
                    <a:pt x="636" y="1274"/>
                  </a:cubicBezTo>
                  <a:cubicBezTo>
                    <a:pt x="637" y="1275"/>
                    <a:pt x="637" y="1275"/>
                    <a:pt x="637" y="1275"/>
                  </a:cubicBezTo>
                  <a:cubicBezTo>
                    <a:pt x="636" y="1276"/>
                    <a:pt x="636" y="1276"/>
                    <a:pt x="636" y="1276"/>
                  </a:cubicBezTo>
                  <a:cubicBezTo>
                    <a:pt x="638" y="1278"/>
                    <a:pt x="638" y="1278"/>
                    <a:pt x="638" y="1278"/>
                  </a:cubicBezTo>
                  <a:cubicBezTo>
                    <a:pt x="640" y="1276"/>
                    <a:pt x="640" y="1276"/>
                    <a:pt x="640" y="1276"/>
                  </a:cubicBezTo>
                  <a:cubicBezTo>
                    <a:pt x="641" y="1277"/>
                    <a:pt x="641" y="1277"/>
                    <a:pt x="641" y="1277"/>
                  </a:cubicBezTo>
                  <a:cubicBezTo>
                    <a:pt x="642" y="1277"/>
                    <a:pt x="642" y="1277"/>
                    <a:pt x="642" y="1277"/>
                  </a:cubicBezTo>
                  <a:cubicBezTo>
                    <a:pt x="643" y="1278"/>
                    <a:pt x="643" y="1278"/>
                    <a:pt x="643" y="1278"/>
                  </a:cubicBezTo>
                  <a:cubicBezTo>
                    <a:pt x="644" y="1279"/>
                    <a:pt x="644" y="1279"/>
                    <a:pt x="644" y="1279"/>
                  </a:cubicBezTo>
                  <a:cubicBezTo>
                    <a:pt x="645" y="1279"/>
                    <a:pt x="645" y="1279"/>
                    <a:pt x="645" y="1279"/>
                  </a:cubicBezTo>
                  <a:cubicBezTo>
                    <a:pt x="646" y="1278"/>
                    <a:pt x="646" y="1278"/>
                    <a:pt x="646" y="1278"/>
                  </a:cubicBezTo>
                  <a:cubicBezTo>
                    <a:pt x="645" y="1277"/>
                    <a:pt x="645" y="1277"/>
                    <a:pt x="645" y="1277"/>
                  </a:cubicBezTo>
                  <a:cubicBezTo>
                    <a:pt x="644" y="1277"/>
                    <a:pt x="644" y="1277"/>
                    <a:pt x="644" y="1277"/>
                  </a:cubicBezTo>
                  <a:cubicBezTo>
                    <a:pt x="645" y="1276"/>
                    <a:pt x="645" y="1276"/>
                    <a:pt x="645" y="1276"/>
                  </a:cubicBezTo>
                  <a:cubicBezTo>
                    <a:pt x="646" y="1274"/>
                    <a:pt x="646" y="1274"/>
                    <a:pt x="646" y="1274"/>
                  </a:cubicBezTo>
                  <a:cubicBezTo>
                    <a:pt x="645" y="1274"/>
                    <a:pt x="645" y="1274"/>
                    <a:pt x="645" y="1274"/>
                  </a:cubicBezTo>
                  <a:cubicBezTo>
                    <a:pt x="647" y="1273"/>
                    <a:pt x="647" y="1273"/>
                    <a:pt x="647" y="1273"/>
                  </a:cubicBezTo>
                  <a:cubicBezTo>
                    <a:pt x="648" y="1273"/>
                    <a:pt x="648" y="1273"/>
                    <a:pt x="648" y="1273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49" y="1274"/>
                    <a:pt x="649" y="1274"/>
                    <a:pt x="649" y="1274"/>
                  </a:cubicBezTo>
                  <a:cubicBezTo>
                    <a:pt x="647" y="1275"/>
                    <a:pt x="647" y="1275"/>
                    <a:pt x="647" y="1275"/>
                  </a:cubicBezTo>
                  <a:cubicBezTo>
                    <a:pt x="649" y="1276"/>
                    <a:pt x="649" y="1276"/>
                    <a:pt x="649" y="1276"/>
                  </a:cubicBezTo>
                  <a:cubicBezTo>
                    <a:pt x="647" y="1277"/>
                    <a:pt x="647" y="1277"/>
                    <a:pt x="647" y="1277"/>
                  </a:cubicBezTo>
                  <a:cubicBezTo>
                    <a:pt x="647" y="1278"/>
                    <a:pt x="647" y="1278"/>
                    <a:pt x="647" y="1278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50" y="1280"/>
                    <a:pt x="650" y="1280"/>
                    <a:pt x="650" y="1280"/>
                  </a:cubicBezTo>
                  <a:cubicBezTo>
                    <a:pt x="651" y="1281"/>
                    <a:pt x="651" y="1281"/>
                    <a:pt x="651" y="1281"/>
                  </a:cubicBezTo>
                  <a:cubicBezTo>
                    <a:pt x="652" y="1280"/>
                    <a:pt x="652" y="1280"/>
                    <a:pt x="652" y="1280"/>
                  </a:cubicBezTo>
                  <a:cubicBezTo>
                    <a:pt x="654" y="1281"/>
                    <a:pt x="654" y="1281"/>
                    <a:pt x="654" y="1281"/>
                  </a:cubicBezTo>
                  <a:cubicBezTo>
                    <a:pt x="655" y="1281"/>
                    <a:pt x="655" y="1281"/>
                    <a:pt x="655" y="1281"/>
                  </a:cubicBezTo>
                  <a:cubicBezTo>
                    <a:pt x="655" y="1279"/>
                    <a:pt x="655" y="1279"/>
                    <a:pt x="655" y="1279"/>
                  </a:cubicBezTo>
                  <a:cubicBezTo>
                    <a:pt x="657" y="1280"/>
                    <a:pt x="657" y="1280"/>
                    <a:pt x="657" y="1280"/>
                  </a:cubicBezTo>
                  <a:cubicBezTo>
                    <a:pt x="658" y="1280"/>
                    <a:pt x="658" y="1280"/>
                    <a:pt x="658" y="1280"/>
                  </a:cubicBezTo>
                  <a:cubicBezTo>
                    <a:pt x="659" y="1280"/>
                    <a:pt x="659" y="1280"/>
                    <a:pt x="659" y="1280"/>
                  </a:cubicBezTo>
                  <a:cubicBezTo>
                    <a:pt x="660" y="1281"/>
                    <a:pt x="660" y="1281"/>
                    <a:pt x="660" y="1281"/>
                  </a:cubicBezTo>
                  <a:cubicBezTo>
                    <a:pt x="662" y="1282"/>
                    <a:pt x="662" y="1282"/>
                    <a:pt x="662" y="1282"/>
                  </a:cubicBezTo>
                  <a:cubicBezTo>
                    <a:pt x="662" y="1279"/>
                    <a:pt x="662" y="1279"/>
                    <a:pt x="662" y="1279"/>
                  </a:cubicBezTo>
                  <a:cubicBezTo>
                    <a:pt x="660" y="1278"/>
                    <a:pt x="660" y="1278"/>
                    <a:pt x="660" y="1278"/>
                  </a:cubicBezTo>
                  <a:cubicBezTo>
                    <a:pt x="659" y="1278"/>
                    <a:pt x="659" y="1278"/>
                    <a:pt x="659" y="1278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58" y="1276"/>
                    <a:pt x="658" y="1276"/>
                    <a:pt x="658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60" y="1276"/>
                    <a:pt x="660" y="1276"/>
                    <a:pt x="660" y="1276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63" y="1277"/>
                    <a:pt x="663" y="1277"/>
                    <a:pt x="663" y="1277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5" y="1277"/>
                    <a:pt x="665" y="1277"/>
                    <a:pt x="665" y="1277"/>
                  </a:cubicBezTo>
                  <a:cubicBezTo>
                    <a:pt x="667" y="1276"/>
                    <a:pt x="667" y="1276"/>
                    <a:pt x="667" y="1276"/>
                  </a:cubicBezTo>
                  <a:cubicBezTo>
                    <a:pt x="668" y="1275"/>
                    <a:pt x="668" y="1275"/>
                    <a:pt x="668" y="1275"/>
                  </a:cubicBezTo>
                  <a:cubicBezTo>
                    <a:pt x="667" y="1274"/>
                    <a:pt x="667" y="1274"/>
                    <a:pt x="667" y="1274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5" y="1272"/>
                    <a:pt x="665" y="1272"/>
                    <a:pt x="665" y="1272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9" y="1273"/>
                    <a:pt x="669" y="1273"/>
                    <a:pt x="669" y="1273"/>
                  </a:cubicBezTo>
                  <a:cubicBezTo>
                    <a:pt x="671" y="1274"/>
                    <a:pt x="671" y="1274"/>
                    <a:pt x="671" y="1274"/>
                  </a:cubicBezTo>
                  <a:cubicBezTo>
                    <a:pt x="673" y="1274"/>
                    <a:pt x="673" y="1274"/>
                    <a:pt x="673" y="1274"/>
                  </a:cubicBezTo>
                  <a:cubicBezTo>
                    <a:pt x="675" y="1272"/>
                    <a:pt x="675" y="1272"/>
                    <a:pt x="675" y="1272"/>
                  </a:cubicBezTo>
                  <a:cubicBezTo>
                    <a:pt x="675" y="1271"/>
                    <a:pt x="675" y="1271"/>
                    <a:pt x="675" y="1271"/>
                  </a:cubicBezTo>
                  <a:cubicBezTo>
                    <a:pt x="676" y="1271"/>
                    <a:pt x="676" y="1271"/>
                    <a:pt x="676" y="1271"/>
                  </a:cubicBezTo>
                  <a:cubicBezTo>
                    <a:pt x="677" y="1271"/>
                    <a:pt x="677" y="1271"/>
                    <a:pt x="677" y="1271"/>
                  </a:cubicBezTo>
                  <a:cubicBezTo>
                    <a:pt x="679" y="1270"/>
                    <a:pt x="679" y="1270"/>
                    <a:pt x="679" y="1270"/>
                  </a:cubicBezTo>
                  <a:cubicBezTo>
                    <a:pt x="679" y="1268"/>
                    <a:pt x="679" y="1268"/>
                    <a:pt x="679" y="1268"/>
                  </a:cubicBezTo>
                  <a:cubicBezTo>
                    <a:pt x="677" y="1267"/>
                    <a:pt x="677" y="1267"/>
                    <a:pt x="677" y="1267"/>
                  </a:cubicBezTo>
                  <a:cubicBezTo>
                    <a:pt x="674" y="1268"/>
                    <a:pt x="674" y="1268"/>
                    <a:pt x="674" y="1268"/>
                  </a:cubicBezTo>
                  <a:cubicBezTo>
                    <a:pt x="673" y="1268"/>
                    <a:pt x="673" y="1268"/>
                    <a:pt x="673" y="1268"/>
                  </a:cubicBezTo>
                  <a:cubicBezTo>
                    <a:pt x="671" y="1266"/>
                    <a:pt x="671" y="1266"/>
                    <a:pt x="671" y="1266"/>
                  </a:cubicBezTo>
                  <a:cubicBezTo>
                    <a:pt x="669" y="1265"/>
                    <a:pt x="669" y="1265"/>
                    <a:pt x="669" y="1265"/>
                  </a:cubicBezTo>
                  <a:cubicBezTo>
                    <a:pt x="668" y="1265"/>
                    <a:pt x="668" y="1265"/>
                    <a:pt x="668" y="1265"/>
                  </a:cubicBezTo>
                  <a:cubicBezTo>
                    <a:pt x="661" y="1262"/>
                    <a:pt x="661" y="1262"/>
                    <a:pt x="661" y="1262"/>
                  </a:cubicBezTo>
                  <a:cubicBezTo>
                    <a:pt x="661" y="1261"/>
                    <a:pt x="661" y="1261"/>
                    <a:pt x="661" y="1261"/>
                  </a:cubicBezTo>
                  <a:cubicBezTo>
                    <a:pt x="659" y="1259"/>
                    <a:pt x="659" y="1259"/>
                    <a:pt x="659" y="1259"/>
                  </a:cubicBezTo>
                  <a:cubicBezTo>
                    <a:pt x="657" y="1259"/>
                    <a:pt x="657" y="1259"/>
                    <a:pt x="657" y="1259"/>
                  </a:cubicBezTo>
                  <a:cubicBezTo>
                    <a:pt x="656" y="1257"/>
                    <a:pt x="656" y="1257"/>
                    <a:pt x="656" y="1257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4" y="1250"/>
                    <a:pt x="654" y="1250"/>
                    <a:pt x="654" y="1250"/>
                  </a:cubicBezTo>
                  <a:cubicBezTo>
                    <a:pt x="651" y="1248"/>
                    <a:pt x="651" y="1248"/>
                    <a:pt x="651" y="1248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6" y="1247"/>
                    <a:pt x="646" y="1247"/>
                    <a:pt x="646" y="1247"/>
                  </a:cubicBezTo>
                  <a:cubicBezTo>
                    <a:pt x="644" y="1246"/>
                    <a:pt x="644" y="1246"/>
                    <a:pt x="644" y="1246"/>
                  </a:cubicBezTo>
                  <a:cubicBezTo>
                    <a:pt x="644" y="1245"/>
                    <a:pt x="644" y="1245"/>
                    <a:pt x="644" y="1245"/>
                  </a:cubicBezTo>
                  <a:cubicBezTo>
                    <a:pt x="645" y="1245"/>
                    <a:pt x="645" y="1245"/>
                    <a:pt x="645" y="1245"/>
                  </a:cubicBezTo>
                  <a:cubicBezTo>
                    <a:pt x="646" y="1244"/>
                    <a:pt x="646" y="1244"/>
                    <a:pt x="646" y="1244"/>
                  </a:cubicBezTo>
                  <a:cubicBezTo>
                    <a:pt x="648" y="1245"/>
                    <a:pt x="648" y="1245"/>
                    <a:pt x="648" y="1245"/>
                  </a:cubicBezTo>
                  <a:cubicBezTo>
                    <a:pt x="649" y="1245"/>
                    <a:pt x="649" y="1245"/>
                    <a:pt x="649" y="1245"/>
                  </a:cubicBezTo>
                  <a:cubicBezTo>
                    <a:pt x="650" y="1245"/>
                    <a:pt x="650" y="1245"/>
                    <a:pt x="650" y="1245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3"/>
                    <a:pt x="652" y="1243"/>
                    <a:pt x="652" y="1243"/>
                  </a:cubicBezTo>
                  <a:cubicBezTo>
                    <a:pt x="650" y="1242"/>
                    <a:pt x="650" y="1242"/>
                    <a:pt x="650" y="1242"/>
                  </a:cubicBezTo>
                  <a:cubicBezTo>
                    <a:pt x="648" y="1241"/>
                    <a:pt x="648" y="1241"/>
                    <a:pt x="648" y="1241"/>
                  </a:cubicBezTo>
                  <a:cubicBezTo>
                    <a:pt x="648" y="1239"/>
                    <a:pt x="648" y="1239"/>
                    <a:pt x="648" y="1239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5" y="1238"/>
                    <a:pt x="645" y="1238"/>
                    <a:pt x="645" y="1238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5"/>
                    <a:pt x="646" y="1235"/>
                    <a:pt x="646" y="1235"/>
                  </a:cubicBezTo>
                  <a:cubicBezTo>
                    <a:pt x="644" y="1232"/>
                    <a:pt x="644" y="1232"/>
                    <a:pt x="644" y="1232"/>
                  </a:cubicBezTo>
                  <a:cubicBezTo>
                    <a:pt x="643" y="1229"/>
                    <a:pt x="643" y="1229"/>
                    <a:pt x="643" y="1229"/>
                  </a:cubicBezTo>
                  <a:cubicBezTo>
                    <a:pt x="643" y="1228"/>
                    <a:pt x="643" y="1228"/>
                    <a:pt x="643" y="1228"/>
                  </a:cubicBezTo>
                  <a:cubicBezTo>
                    <a:pt x="644" y="1225"/>
                    <a:pt x="644" y="1225"/>
                    <a:pt x="644" y="1225"/>
                  </a:cubicBezTo>
                  <a:cubicBezTo>
                    <a:pt x="645" y="1224"/>
                    <a:pt x="645" y="1224"/>
                    <a:pt x="645" y="1224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1"/>
                    <a:pt x="646" y="1221"/>
                    <a:pt x="646" y="1221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8" y="1222"/>
                    <a:pt x="648" y="1222"/>
                    <a:pt x="648" y="1222"/>
                  </a:cubicBezTo>
                  <a:cubicBezTo>
                    <a:pt x="649" y="1221"/>
                    <a:pt x="649" y="1221"/>
                    <a:pt x="649" y="1221"/>
                  </a:cubicBezTo>
                  <a:cubicBezTo>
                    <a:pt x="650" y="1220"/>
                    <a:pt x="650" y="1220"/>
                    <a:pt x="650" y="1220"/>
                  </a:cubicBezTo>
                  <a:cubicBezTo>
                    <a:pt x="651" y="1218"/>
                    <a:pt x="651" y="1218"/>
                    <a:pt x="651" y="1218"/>
                  </a:cubicBezTo>
                  <a:cubicBezTo>
                    <a:pt x="652" y="1217"/>
                    <a:pt x="652" y="1217"/>
                    <a:pt x="652" y="1217"/>
                  </a:cubicBezTo>
                  <a:cubicBezTo>
                    <a:pt x="651" y="1214"/>
                    <a:pt x="651" y="1214"/>
                    <a:pt x="651" y="1214"/>
                  </a:cubicBezTo>
                  <a:cubicBezTo>
                    <a:pt x="650" y="1214"/>
                    <a:pt x="650" y="1214"/>
                    <a:pt x="650" y="1214"/>
                  </a:cubicBezTo>
                  <a:cubicBezTo>
                    <a:pt x="651" y="1213"/>
                    <a:pt x="651" y="1213"/>
                    <a:pt x="651" y="1213"/>
                  </a:cubicBezTo>
                  <a:cubicBezTo>
                    <a:pt x="651" y="1211"/>
                    <a:pt x="651" y="1211"/>
                    <a:pt x="651" y="1211"/>
                  </a:cubicBezTo>
                  <a:cubicBezTo>
                    <a:pt x="652" y="1210"/>
                    <a:pt x="652" y="1210"/>
                    <a:pt x="652" y="1210"/>
                  </a:cubicBezTo>
                  <a:cubicBezTo>
                    <a:pt x="653" y="1208"/>
                    <a:pt x="653" y="1208"/>
                    <a:pt x="653" y="1208"/>
                  </a:cubicBezTo>
                  <a:cubicBezTo>
                    <a:pt x="655" y="1208"/>
                    <a:pt x="655" y="1208"/>
                    <a:pt x="655" y="1208"/>
                  </a:cubicBezTo>
                  <a:cubicBezTo>
                    <a:pt x="655" y="1206"/>
                    <a:pt x="655" y="1206"/>
                    <a:pt x="655" y="1206"/>
                  </a:cubicBezTo>
                  <a:cubicBezTo>
                    <a:pt x="656" y="1205"/>
                    <a:pt x="656" y="1205"/>
                    <a:pt x="656" y="1205"/>
                  </a:cubicBezTo>
                  <a:cubicBezTo>
                    <a:pt x="657" y="1205"/>
                    <a:pt x="657" y="1205"/>
                    <a:pt x="657" y="1205"/>
                  </a:cubicBezTo>
                  <a:cubicBezTo>
                    <a:pt x="657" y="1204"/>
                    <a:pt x="657" y="1204"/>
                    <a:pt x="657" y="1204"/>
                  </a:cubicBezTo>
                  <a:cubicBezTo>
                    <a:pt x="658" y="1203"/>
                    <a:pt x="658" y="1203"/>
                    <a:pt x="658" y="1203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0"/>
                    <a:pt x="660" y="1200"/>
                    <a:pt x="660" y="1200"/>
                  </a:cubicBezTo>
                  <a:cubicBezTo>
                    <a:pt x="661" y="1199"/>
                    <a:pt x="661" y="1199"/>
                    <a:pt x="661" y="1199"/>
                  </a:cubicBezTo>
                  <a:cubicBezTo>
                    <a:pt x="659" y="1198"/>
                    <a:pt x="659" y="1198"/>
                    <a:pt x="659" y="1198"/>
                  </a:cubicBezTo>
                  <a:cubicBezTo>
                    <a:pt x="660" y="1197"/>
                    <a:pt x="660" y="1197"/>
                    <a:pt x="660" y="1197"/>
                  </a:cubicBezTo>
                  <a:cubicBezTo>
                    <a:pt x="660" y="1196"/>
                    <a:pt x="660" y="1196"/>
                    <a:pt x="660" y="1196"/>
                  </a:cubicBezTo>
                  <a:cubicBezTo>
                    <a:pt x="659" y="1194"/>
                    <a:pt x="659" y="1194"/>
                    <a:pt x="659" y="1194"/>
                  </a:cubicBezTo>
                  <a:cubicBezTo>
                    <a:pt x="659" y="1193"/>
                    <a:pt x="659" y="1193"/>
                    <a:pt x="659" y="1193"/>
                  </a:cubicBezTo>
                  <a:cubicBezTo>
                    <a:pt x="660" y="1193"/>
                    <a:pt x="660" y="1193"/>
                    <a:pt x="660" y="1193"/>
                  </a:cubicBezTo>
                  <a:cubicBezTo>
                    <a:pt x="659" y="1191"/>
                    <a:pt x="659" y="1191"/>
                    <a:pt x="659" y="1191"/>
                  </a:cubicBezTo>
                  <a:cubicBezTo>
                    <a:pt x="657" y="1191"/>
                    <a:pt x="657" y="1191"/>
                    <a:pt x="657" y="1191"/>
                  </a:cubicBezTo>
                  <a:cubicBezTo>
                    <a:pt x="656" y="1191"/>
                    <a:pt x="656" y="1191"/>
                    <a:pt x="656" y="1191"/>
                  </a:cubicBezTo>
                  <a:cubicBezTo>
                    <a:pt x="655" y="1191"/>
                    <a:pt x="655" y="1191"/>
                    <a:pt x="655" y="1191"/>
                  </a:cubicBezTo>
                  <a:cubicBezTo>
                    <a:pt x="653" y="1191"/>
                    <a:pt x="653" y="1191"/>
                    <a:pt x="653" y="1191"/>
                  </a:cubicBezTo>
                  <a:cubicBezTo>
                    <a:pt x="650" y="1189"/>
                    <a:pt x="650" y="1189"/>
                    <a:pt x="650" y="1189"/>
                  </a:cubicBezTo>
                  <a:cubicBezTo>
                    <a:pt x="648" y="1187"/>
                    <a:pt x="648" y="1187"/>
                    <a:pt x="648" y="1187"/>
                  </a:cubicBezTo>
                  <a:cubicBezTo>
                    <a:pt x="647" y="1187"/>
                    <a:pt x="647" y="1187"/>
                    <a:pt x="647" y="1187"/>
                  </a:cubicBezTo>
                  <a:cubicBezTo>
                    <a:pt x="646" y="1186"/>
                    <a:pt x="646" y="1186"/>
                    <a:pt x="646" y="1186"/>
                  </a:cubicBezTo>
                  <a:cubicBezTo>
                    <a:pt x="644" y="1183"/>
                    <a:pt x="644" y="1183"/>
                    <a:pt x="644" y="1183"/>
                  </a:cubicBezTo>
                  <a:cubicBezTo>
                    <a:pt x="644" y="1182"/>
                    <a:pt x="644" y="1182"/>
                    <a:pt x="644" y="1182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5" y="1179"/>
                    <a:pt x="645" y="1179"/>
                    <a:pt x="645" y="1179"/>
                  </a:cubicBezTo>
                  <a:cubicBezTo>
                    <a:pt x="646" y="1177"/>
                    <a:pt x="646" y="1177"/>
                    <a:pt x="646" y="1177"/>
                  </a:cubicBezTo>
                  <a:cubicBezTo>
                    <a:pt x="646" y="1176"/>
                    <a:pt x="646" y="1176"/>
                    <a:pt x="646" y="1176"/>
                  </a:cubicBezTo>
                  <a:cubicBezTo>
                    <a:pt x="647" y="1176"/>
                    <a:pt x="647" y="1176"/>
                    <a:pt x="647" y="1176"/>
                  </a:cubicBezTo>
                  <a:cubicBezTo>
                    <a:pt x="648" y="1175"/>
                    <a:pt x="648" y="1175"/>
                    <a:pt x="648" y="1175"/>
                  </a:cubicBezTo>
                  <a:cubicBezTo>
                    <a:pt x="650" y="1174"/>
                    <a:pt x="650" y="1174"/>
                    <a:pt x="650" y="1174"/>
                  </a:cubicBezTo>
                  <a:cubicBezTo>
                    <a:pt x="651" y="1173"/>
                    <a:pt x="651" y="1173"/>
                    <a:pt x="651" y="1173"/>
                  </a:cubicBezTo>
                  <a:cubicBezTo>
                    <a:pt x="653" y="1173"/>
                    <a:pt x="653" y="1173"/>
                    <a:pt x="653" y="1173"/>
                  </a:cubicBezTo>
                  <a:cubicBezTo>
                    <a:pt x="654" y="1173"/>
                    <a:pt x="654" y="1173"/>
                    <a:pt x="654" y="1173"/>
                  </a:cubicBezTo>
                  <a:cubicBezTo>
                    <a:pt x="657" y="1172"/>
                    <a:pt x="657" y="1172"/>
                    <a:pt x="657" y="1172"/>
                  </a:cubicBezTo>
                  <a:cubicBezTo>
                    <a:pt x="657" y="1171"/>
                    <a:pt x="657" y="1171"/>
                    <a:pt x="657" y="1171"/>
                  </a:cubicBezTo>
                  <a:cubicBezTo>
                    <a:pt x="657" y="1170"/>
                    <a:pt x="657" y="1170"/>
                    <a:pt x="657" y="1170"/>
                  </a:cubicBezTo>
                  <a:cubicBezTo>
                    <a:pt x="655" y="1170"/>
                    <a:pt x="655" y="1170"/>
                    <a:pt x="655" y="1170"/>
                  </a:cubicBezTo>
                  <a:cubicBezTo>
                    <a:pt x="656" y="1169"/>
                    <a:pt x="656" y="1169"/>
                    <a:pt x="656" y="1169"/>
                  </a:cubicBezTo>
                  <a:cubicBezTo>
                    <a:pt x="658" y="1167"/>
                    <a:pt x="658" y="1167"/>
                    <a:pt x="658" y="1167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5"/>
                    <a:pt x="658" y="1165"/>
                    <a:pt x="658" y="1165"/>
                  </a:cubicBezTo>
                  <a:cubicBezTo>
                    <a:pt x="656" y="1163"/>
                    <a:pt x="656" y="1163"/>
                    <a:pt x="656" y="1163"/>
                  </a:cubicBezTo>
                  <a:cubicBezTo>
                    <a:pt x="657" y="1162"/>
                    <a:pt x="657" y="1162"/>
                    <a:pt x="657" y="1162"/>
                  </a:cubicBezTo>
                  <a:cubicBezTo>
                    <a:pt x="657" y="1161"/>
                    <a:pt x="657" y="1161"/>
                    <a:pt x="657" y="1161"/>
                  </a:cubicBezTo>
                  <a:cubicBezTo>
                    <a:pt x="656" y="1160"/>
                    <a:pt x="656" y="1160"/>
                    <a:pt x="656" y="1160"/>
                  </a:cubicBezTo>
                  <a:cubicBezTo>
                    <a:pt x="656" y="1159"/>
                    <a:pt x="656" y="1159"/>
                    <a:pt x="656" y="1159"/>
                  </a:cubicBezTo>
                  <a:cubicBezTo>
                    <a:pt x="657" y="1158"/>
                    <a:pt x="657" y="1158"/>
                    <a:pt x="657" y="1158"/>
                  </a:cubicBezTo>
                  <a:cubicBezTo>
                    <a:pt x="658" y="1156"/>
                    <a:pt x="658" y="1156"/>
                    <a:pt x="658" y="1156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60" y="1154"/>
                    <a:pt x="660" y="1154"/>
                    <a:pt x="660" y="1154"/>
                  </a:cubicBezTo>
                  <a:cubicBezTo>
                    <a:pt x="662" y="1152"/>
                    <a:pt x="662" y="1152"/>
                    <a:pt x="662" y="1152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59" y="1150"/>
                    <a:pt x="659" y="1150"/>
                    <a:pt x="659" y="1150"/>
                  </a:cubicBezTo>
                  <a:cubicBezTo>
                    <a:pt x="658" y="1150"/>
                    <a:pt x="658" y="1150"/>
                    <a:pt x="658" y="1150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9" y="1148"/>
                    <a:pt x="659" y="1148"/>
                    <a:pt x="659" y="1148"/>
                  </a:cubicBezTo>
                  <a:cubicBezTo>
                    <a:pt x="660" y="1148"/>
                    <a:pt x="660" y="1148"/>
                    <a:pt x="660" y="1148"/>
                  </a:cubicBezTo>
                  <a:cubicBezTo>
                    <a:pt x="661" y="1148"/>
                    <a:pt x="661" y="1148"/>
                    <a:pt x="661" y="1148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64" y="1152"/>
                    <a:pt x="664" y="1152"/>
                    <a:pt x="664" y="1152"/>
                  </a:cubicBezTo>
                  <a:cubicBezTo>
                    <a:pt x="667" y="1150"/>
                    <a:pt x="667" y="1150"/>
                    <a:pt x="667" y="1150"/>
                  </a:cubicBezTo>
                  <a:cubicBezTo>
                    <a:pt x="667" y="1148"/>
                    <a:pt x="667" y="1148"/>
                    <a:pt x="667" y="1148"/>
                  </a:cubicBezTo>
                  <a:cubicBezTo>
                    <a:pt x="667" y="1146"/>
                    <a:pt x="667" y="1146"/>
                    <a:pt x="667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7" y="1144"/>
                    <a:pt x="667" y="1144"/>
                    <a:pt x="667" y="1144"/>
                  </a:cubicBezTo>
                  <a:cubicBezTo>
                    <a:pt x="665" y="1142"/>
                    <a:pt x="665" y="1142"/>
                    <a:pt x="665" y="1142"/>
                  </a:cubicBezTo>
                  <a:cubicBezTo>
                    <a:pt x="664" y="1142"/>
                    <a:pt x="664" y="1142"/>
                    <a:pt x="664" y="1142"/>
                  </a:cubicBezTo>
                  <a:cubicBezTo>
                    <a:pt x="662" y="1143"/>
                    <a:pt x="662" y="1143"/>
                    <a:pt x="662" y="1143"/>
                  </a:cubicBezTo>
                  <a:cubicBezTo>
                    <a:pt x="661" y="1143"/>
                    <a:pt x="661" y="1143"/>
                    <a:pt x="661" y="1143"/>
                  </a:cubicBezTo>
                  <a:cubicBezTo>
                    <a:pt x="660" y="1144"/>
                    <a:pt x="660" y="1144"/>
                    <a:pt x="660" y="1144"/>
                  </a:cubicBezTo>
                  <a:cubicBezTo>
                    <a:pt x="659" y="1143"/>
                    <a:pt x="659" y="1143"/>
                    <a:pt x="659" y="1143"/>
                  </a:cubicBezTo>
                  <a:cubicBezTo>
                    <a:pt x="657" y="1143"/>
                    <a:pt x="657" y="1143"/>
                    <a:pt x="657" y="1143"/>
                  </a:cubicBezTo>
                  <a:cubicBezTo>
                    <a:pt x="656" y="1143"/>
                    <a:pt x="656" y="1143"/>
                    <a:pt x="656" y="1143"/>
                  </a:cubicBezTo>
                  <a:cubicBezTo>
                    <a:pt x="655" y="1142"/>
                    <a:pt x="655" y="1142"/>
                    <a:pt x="655" y="1142"/>
                  </a:cubicBezTo>
                  <a:cubicBezTo>
                    <a:pt x="655" y="1138"/>
                    <a:pt x="655" y="1138"/>
                    <a:pt x="655" y="1138"/>
                  </a:cubicBezTo>
                  <a:cubicBezTo>
                    <a:pt x="655" y="1135"/>
                    <a:pt x="655" y="1135"/>
                    <a:pt x="655" y="1135"/>
                  </a:cubicBezTo>
                  <a:cubicBezTo>
                    <a:pt x="653" y="1134"/>
                    <a:pt x="653" y="1134"/>
                    <a:pt x="653" y="1134"/>
                  </a:cubicBezTo>
                  <a:cubicBezTo>
                    <a:pt x="653" y="1132"/>
                    <a:pt x="653" y="1132"/>
                    <a:pt x="653" y="1132"/>
                  </a:cubicBezTo>
                  <a:cubicBezTo>
                    <a:pt x="654" y="1131"/>
                    <a:pt x="654" y="1131"/>
                    <a:pt x="654" y="1131"/>
                  </a:cubicBezTo>
                  <a:cubicBezTo>
                    <a:pt x="655" y="1132"/>
                    <a:pt x="655" y="1132"/>
                    <a:pt x="655" y="1132"/>
                  </a:cubicBezTo>
                  <a:cubicBezTo>
                    <a:pt x="657" y="1132"/>
                    <a:pt x="657" y="1132"/>
                    <a:pt x="657" y="1132"/>
                  </a:cubicBezTo>
                  <a:cubicBezTo>
                    <a:pt x="660" y="1133"/>
                    <a:pt x="660" y="1133"/>
                    <a:pt x="660" y="1133"/>
                  </a:cubicBezTo>
                  <a:cubicBezTo>
                    <a:pt x="662" y="1135"/>
                    <a:pt x="662" y="1135"/>
                    <a:pt x="662" y="1135"/>
                  </a:cubicBezTo>
                  <a:cubicBezTo>
                    <a:pt x="665" y="1135"/>
                    <a:pt x="665" y="1135"/>
                    <a:pt x="665" y="1135"/>
                  </a:cubicBezTo>
                  <a:cubicBezTo>
                    <a:pt x="669" y="1135"/>
                    <a:pt x="669" y="1135"/>
                    <a:pt x="669" y="1135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3" y="1132"/>
                    <a:pt x="673" y="1132"/>
                    <a:pt x="673" y="1132"/>
                  </a:cubicBezTo>
                  <a:cubicBezTo>
                    <a:pt x="674" y="1130"/>
                    <a:pt x="674" y="1130"/>
                    <a:pt x="674" y="1130"/>
                  </a:cubicBezTo>
                  <a:cubicBezTo>
                    <a:pt x="674" y="1129"/>
                    <a:pt x="674" y="1129"/>
                    <a:pt x="674" y="1129"/>
                  </a:cubicBezTo>
                  <a:cubicBezTo>
                    <a:pt x="674" y="1128"/>
                    <a:pt x="674" y="1128"/>
                    <a:pt x="674" y="1128"/>
                  </a:cubicBezTo>
                  <a:cubicBezTo>
                    <a:pt x="674" y="1127"/>
                    <a:pt x="674" y="1127"/>
                    <a:pt x="674" y="1127"/>
                  </a:cubicBezTo>
                  <a:cubicBezTo>
                    <a:pt x="673" y="1126"/>
                    <a:pt x="673" y="1126"/>
                    <a:pt x="673" y="1126"/>
                  </a:cubicBezTo>
                  <a:cubicBezTo>
                    <a:pt x="672" y="1125"/>
                    <a:pt x="672" y="1125"/>
                    <a:pt x="672" y="1125"/>
                  </a:cubicBezTo>
                  <a:cubicBezTo>
                    <a:pt x="672" y="1124"/>
                    <a:pt x="672" y="1124"/>
                    <a:pt x="672" y="1124"/>
                  </a:cubicBezTo>
                  <a:cubicBezTo>
                    <a:pt x="673" y="1123"/>
                    <a:pt x="673" y="1123"/>
                    <a:pt x="673" y="1123"/>
                  </a:cubicBezTo>
                  <a:cubicBezTo>
                    <a:pt x="672" y="1122"/>
                    <a:pt x="672" y="1122"/>
                    <a:pt x="672" y="1122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19"/>
                    <a:pt x="674" y="1119"/>
                    <a:pt x="674" y="1119"/>
                  </a:cubicBezTo>
                  <a:cubicBezTo>
                    <a:pt x="674" y="1117"/>
                    <a:pt x="674" y="1117"/>
                    <a:pt x="674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2" y="1116"/>
                    <a:pt x="672" y="1116"/>
                    <a:pt x="672" y="1116"/>
                  </a:cubicBezTo>
                  <a:cubicBezTo>
                    <a:pt x="672" y="1114"/>
                    <a:pt x="672" y="1114"/>
                    <a:pt x="672" y="1114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2" y="1112"/>
                    <a:pt x="672" y="1112"/>
                    <a:pt x="672" y="1112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3" y="1113"/>
                    <a:pt x="673" y="1113"/>
                    <a:pt x="673" y="1113"/>
                  </a:cubicBezTo>
                  <a:cubicBezTo>
                    <a:pt x="675" y="1113"/>
                    <a:pt x="675" y="1113"/>
                    <a:pt x="675" y="1113"/>
                  </a:cubicBezTo>
                  <a:cubicBezTo>
                    <a:pt x="677" y="1114"/>
                    <a:pt x="677" y="1114"/>
                    <a:pt x="677" y="1114"/>
                  </a:cubicBezTo>
                  <a:cubicBezTo>
                    <a:pt x="679" y="1114"/>
                    <a:pt x="679" y="1114"/>
                    <a:pt x="679" y="1114"/>
                  </a:cubicBezTo>
                  <a:cubicBezTo>
                    <a:pt x="681" y="1114"/>
                    <a:pt x="681" y="1114"/>
                    <a:pt x="681" y="1114"/>
                  </a:cubicBezTo>
                  <a:cubicBezTo>
                    <a:pt x="683" y="1114"/>
                    <a:pt x="683" y="1114"/>
                    <a:pt x="683" y="1114"/>
                  </a:cubicBezTo>
                  <a:cubicBezTo>
                    <a:pt x="687" y="1114"/>
                    <a:pt x="687" y="1114"/>
                    <a:pt x="687" y="1114"/>
                  </a:cubicBezTo>
                  <a:cubicBezTo>
                    <a:pt x="692" y="1113"/>
                    <a:pt x="692" y="1113"/>
                    <a:pt x="692" y="1113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701" y="1110"/>
                    <a:pt x="701" y="1110"/>
                    <a:pt x="701" y="1110"/>
                  </a:cubicBezTo>
                  <a:cubicBezTo>
                    <a:pt x="705" y="1107"/>
                    <a:pt x="705" y="1107"/>
                    <a:pt x="705" y="1107"/>
                  </a:cubicBezTo>
                  <a:cubicBezTo>
                    <a:pt x="706" y="1105"/>
                    <a:pt x="706" y="1105"/>
                    <a:pt x="706" y="1105"/>
                  </a:cubicBezTo>
                  <a:cubicBezTo>
                    <a:pt x="705" y="1104"/>
                    <a:pt x="705" y="1104"/>
                    <a:pt x="705" y="1104"/>
                  </a:cubicBezTo>
                  <a:cubicBezTo>
                    <a:pt x="706" y="1102"/>
                    <a:pt x="706" y="1102"/>
                    <a:pt x="706" y="1102"/>
                  </a:cubicBezTo>
                  <a:cubicBezTo>
                    <a:pt x="706" y="1103"/>
                    <a:pt x="706" y="1103"/>
                    <a:pt x="706" y="1103"/>
                  </a:cubicBezTo>
                  <a:cubicBezTo>
                    <a:pt x="707" y="1101"/>
                    <a:pt x="707" y="1101"/>
                    <a:pt x="707" y="1101"/>
                  </a:cubicBezTo>
                  <a:cubicBezTo>
                    <a:pt x="708" y="1099"/>
                    <a:pt x="708" y="1099"/>
                    <a:pt x="708" y="1099"/>
                  </a:cubicBezTo>
                  <a:cubicBezTo>
                    <a:pt x="709" y="1097"/>
                    <a:pt x="709" y="1097"/>
                    <a:pt x="709" y="1097"/>
                  </a:cubicBezTo>
                  <a:cubicBezTo>
                    <a:pt x="709" y="1095"/>
                    <a:pt x="709" y="1095"/>
                    <a:pt x="709" y="1095"/>
                  </a:cubicBezTo>
                  <a:cubicBezTo>
                    <a:pt x="709" y="1092"/>
                    <a:pt x="709" y="1092"/>
                    <a:pt x="709" y="1092"/>
                  </a:cubicBezTo>
                  <a:cubicBezTo>
                    <a:pt x="709" y="1090"/>
                    <a:pt x="709" y="1090"/>
                    <a:pt x="709" y="1090"/>
                  </a:cubicBezTo>
                  <a:cubicBezTo>
                    <a:pt x="708" y="1090"/>
                    <a:pt x="708" y="1090"/>
                    <a:pt x="708" y="1090"/>
                  </a:cubicBezTo>
                  <a:cubicBezTo>
                    <a:pt x="707" y="1091"/>
                    <a:pt x="707" y="1091"/>
                    <a:pt x="707" y="1091"/>
                  </a:cubicBezTo>
                  <a:cubicBezTo>
                    <a:pt x="706" y="1091"/>
                    <a:pt x="706" y="1091"/>
                    <a:pt x="706" y="1091"/>
                  </a:cubicBezTo>
                  <a:cubicBezTo>
                    <a:pt x="704" y="1090"/>
                    <a:pt x="704" y="1090"/>
                    <a:pt x="704" y="1090"/>
                  </a:cubicBezTo>
                  <a:cubicBezTo>
                    <a:pt x="703" y="1088"/>
                    <a:pt x="703" y="1088"/>
                    <a:pt x="703" y="1088"/>
                  </a:cubicBezTo>
                  <a:cubicBezTo>
                    <a:pt x="703" y="1087"/>
                    <a:pt x="703" y="1087"/>
                    <a:pt x="703" y="1087"/>
                  </a:cubicBezTo>
                  <a:cubicBezTo>
                    <a:pt x="705" y="1084"/>
                    <a:pt x="705" y="1084"/>
                    <a:pt x="705" y="1084"/>
                  </a:cubicBezTo>
                  <a:cubicBezTo>
                    <a:pt x="705" y="1082"/>
                    <a:pt x="705" y="1082"/>
                    <a:pt x="705" y="1082"/>
                  </a:cubicBezTo>
                  <a:cubicBezTo>
                    <a:pt x="704" y="1081"/>
                    <a:pt x="704" y="1081"/>
                    <a:pt x="704" y="1081"/>
                  </a:cubicBezTo>
                  <a:cubicBezTo>
                    <a:pt x="700" y="1078"/>
                    <a:pt x="700" y="1078"/>
                    <a:pt x="700" y="1078"/>
                  </a:cubicBezTo>
                  <a:cubicBezTo>
                    <a:pt x="697" y="1076"/>
                    <a:pt x="697" y="1076"/>
                    <a:pt x="697" y="1076"/>
                  </a:cubicBezTo>
                  <a:cubicBezTo>
                    <a:pt x="694" y="1074"/>
                    <a:pt x="694" y="1074"/>
                    <a:pt x="694" y="1074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1"/>
                    <a:pt x="694" y="1071"/>
                    <a:pt x="694" y="1071"/>
                  </a:cubicBezTo>
                  <a:cubicBezTo>
                    <a:pt x="695" y="1074"/>
                    <a:pt x="695" y="1074"/>
                    <a:pt x="695" y="1074"/>
                  </a:cubicBezTo>
                  <a:cubicBezTo>
                    <a:pt x="696" y="1074"/>
                    <a:pt x="696" y="1074"/>
                    <a:pt x="696" y="1074"/>
                  </a:cubicBezTo>
                  <a:cubicBezTo>
                    <a:pt x="698" y="1076"/>
                    <a:pt x="698" y="1076"/>
                    <a:pt x="698" y="1076"/>
                  </a:cubicBezTo>
                  <a:cubicBezTo>
                    <a:pt x="700" y="1076"/>
                    <a:pt x="700" y="1076"/>
                    <a:pt x="700" y="1076"/>
                  </a:cubicBezTo>
                  <a:cubicBezTo>
                    <a:pt x="703" y="1076"/>
                    <a:pt x="703" y="1076"/>
                    <a:pt x="703" y="1076"/>
                  </a:cubicBezTo>
                  <a:cubicBezTo>
                    <a:pt x="705" y="1076"/>
                    <a:pt x="705" y="1076"/>
                    <a:pt x="705" y="1076"/>
                  </a:cubicBezTo>
                  <a:cubicBezTo>
                    <a:pt x="706" y="1077"/>
                    <a:pt x="706" y="1077"/>
                    <a:pt x="706" y="1077"/>
                  </a:cubicBezTo>
                  <a:cubicBezTo>
                    <a:pt x="708" y="1077"/>
                    <a:pt x="708" y="1077"/>
                    <a:pt x="708" y="1077"/>
                  </a:cubicBezTo>
                  <a:cubicBezTo>
                    <a:pt x="709" y="1077"/>
                    <a:pt x="709" y="1077"/>
                    <a:pt x="709" y="1077"/>
                  </a:cubicBezTo>
                  <a:cubicBezTo>
                    <a:pt x="708" y="1079"/>
                    <a:pt x="708" y="1079"/>
                    <a:pt x="708" y="1079"/>
                  </a:cubicBezTo>
                  <a:cubicBezTo>
                    <a:pt x="711" y="1079"/>
                    <a:pt x="711" y="1079"/>
                    <a:pt x="711" y="1079"/>
                  </a:cubicBezTo>
                  <a:cubicBezTo>
                    <a:pt x="712" y="1078"/>
                    <a:pt x="712" y="1078"/>
                    <a:pt x="712" y="1078"/>
                  </a:cubicBezTo>
                  <a:cubicBezTo>
                    <a:pt x="714" y="1078"/>
                    <a:pt x="714" y="1078"/>
                    <a:pt x="714" y="1078"/>
                  </a:cubicBezTo>
                  <a:cubicBezTo>
                    <a:pt x="715" y="1078"/>
                    <a:pt x="715" y="1078"/>
                    <a:pt x="715" y="1078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8" y="1079"/>
                    <a:pt x="718" y="1079"/>
                    <a:pt x="718" y="1079"/>
                  </a:cubicBezTo>
                  <a:cubicBezTo>
                    <a:pt x="720" y="1079"/>
                    <a:pt x="720" y="1079"/>
                    <a:pt x="720" y="1079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5" y="1077"/>
                    <a:pt x="725" y="1077"/>
                    <a:pt x="725" y="1077"/>
                  </a:cubicBezTo>
                  <a:cubicBezTo>
                    <a:pt x="727" y="1075"/>
                    <a:pt x="727" y="1075"/>
                    <a:pt x="727" y="1075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8" y="1073"/>
                    <a:pt x="728" y="1073"/>
                    <a:pt x="728" y="1073"/>
                  </a:cubicBezTo>
                  <a:cubicBezTo>
                    <a:pt x="729" y="1071"/>
                    <a:pt x="729" y="1071"/>
                    <a:pt x="729" y="1071"/>
                  </a:cubicBezTo>
                  <a:cubicBezTo>
                    <a:pt x="729" y="1069"/>
                    <a:pt x="729" y="1069"/>
                    <a:pt x="729" y="1069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1" y="1068"/>
                    <a:pt x="731" y="1068"/>
                    <a:pt x="731" y="1068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4" y="1065"/>
                    <a:pt x="734" y="1065"/>
                    <a:pt x="734" y="1065"/>
                  </a:cubicBezTo>
                  <a:cubicBezTo>
                    <a:pt x="735" y="1063"/>
                    <a:pt x="735" y="1063"/>
                    <a:pt x="735" y="1063"/>
                  </a:cubicBezTo>
                  <a:cubicBezTo>
                    <a:pt x="736" y="1058"/>
                    <a:pt x="736" y="1058"/>
                    <a:pt x="736" y="1058"/>
                  </a:cubicBezTo>
                  <a:cubicBezTo>
                    <a:pt x="737" y="1054"/>
                    <a:pt x="737" y="1054"/>
                    <a:pt x="737" y="1054"/>
                  </a:cubicBezTo>
                  <a:cubicBezTo>
                    <a:pt x="738" y="1053"/>
                    <a:pt x="738" y="1053"/>
                    <a:pt x="738" y="1053"/>
                  </a:cubicBezTo>
                  <a:cubicBezTo>
                    <a:pt x="737" y="1053"/>
                    <a:pt x="737" y="1053"/>
                    <a:pt x="737" y="1053"/>
                  </a:cubicBezTo>
                  <a:cubicBezTo>
                    <a:pt x="739" y="1053"/>
                    <a:pt x="739" y="1053"/>
                    <a:pt x="739" y="1053"/>
                  </a:cubicBezTo>
                  <a:cubicBezTo>
                    <a:pt x="744" y="1049"/>
                    <a:pt x="744" y="1049"/>
                    <a:pt x="744" y="1049"/>
                  </a:cubicBezTo>
                  <a:cubicBezTo>
                    <a:pt x="746" y="1046"/>
                    <a:pt x="746" y="1046"/>
                    <a:pt x="746" y="1046"/>
                  </a:cubicBezTo>
                  <a:cubicBezTo>
                    <a:pt x="750" y="1041"/>
                    <a:pt x="750" y="1041"/>
                    <a:pt x="750" y="1041"/>
                  </a:cubicBezTo>
                  <a:cubicBezTo>
                    <a:pt x="751" y="1038"/>
                    <a:pt x="751" y="1038"/>
                    <a:pt x="751" y="1038"/>
                  </a:cubicBezTo>
                  <a:cubicBezTo>
                    <a:pt x="752" y="1034"/>
                    <a:pt x="752" y="1034"/>
                    <a:pt x="752" y="1034"/>
                  </a:cubicBezTo>
                  <a:cubicBezTo>
                    <a:pt x="756" y="1028"/>
                    <a:pt x="756" y="1028"/>
                    <a:pt x="756" y="1028"/>
                  </a:cubicBezTo>
                  <a:cubicBezTo>
                    <a:pt x="759" y="1024"/>
                    <a:pt x="759" y="1024"/>
                    <a:pt x="759" y="1024"/>
                  </a:cubicBezTo>
                  <a:cubicBezTo>
                    <a:pt x="760" y="1022"/>
                    <a:pt x="760" y="1022"/>
                    <a:pt x="760" y="1022"/>
                  </a:cubicBezTo>
                  <a:cubicBezTo>
                    <a:pt x="759" y="1022"/>
                    <a:pt x="759" y="1022"/>
                    <a:pt x="759" y="1022"/>
                  </a:cubicBezTo>
                  <a:cubicBezTo>
                    <a:pt x="759" y="1021"/>
                    <a:pt x="759" y="1021"/>
                    <a:pt x="759" y="1021"/>
                  </a:cubicBezTo>
                  <a:cubicBezTo>
                    <a:pt x="760" y="1021"/>
                    <a:pt x="760" y="1021"/>
                    <a:pt x="760" y="1021"/>
                  </a:cubicBezTo>
                  <a:cubicBezTo>
                    <a:pt x="761" y="1020"/>
                    <a:pt x="761" y="1020"/>
                    <a:pt x="761" y="1020"/>
                  </a:cubicBezTo>
                  <a:cubicBezTo>
                    <a:pt x="762" y="1019"/>
                    <a:pt x="762" y="1019"/>
                    <a:pt x="762" y="1019"/>
                  </a:cubicBezTo>
                  <a:cubicBezTo>
                    <a:pt x="761" y="1017"/>
                    <a:pt x="761" y="1017"/>
                    <a:pt x="761" y="1017"/>
                  </a:cubicBezTo>
                  <a:cubicBezTo>
                    <a:pt x="762" y="1016"/>
                    <a:pt x="762" y="1016"/>
                    <a:pt x="762" y="1016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4"/>
                    <a:pt x="761" y="1014"/>
                    <a:pt x="761" y="1014"/>
                  </a:cubicBezTo>
                  <a:cubicBezTo>
                    <a:pt x="759" y="1012"/>
                    <a:pt x="759" y="1012"/>
                    <a:pt x="759" y="1012"/>
                  </a:cubicBezTo>
                  <a:cubicBezTo>
                    <a:pt x="759" y="1011"/>
                    <a:pt x="759" y="1011"/>
                    <a:pt x="759" y="1011"/>
                  </a:cubicBezTo>
                  <a:cubicBezTo>
                    <a:pt x="760" y="1010"/>
                    <a:pt x="760" y="1010"/>
                    <a:pt x="760" y="1010"/>
                  </a:cubicBezTo>
                  <a:cubicBezTo>
                    <a:pt x="759" y="1007"/>
                    <a:pt x="759" y="1007"/>
                    <a:pt x="759" y="1007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61" y="1005"/>
                    <a:pt x="761" y="1005"/>
                    <a:pt x="761" y="1005"/>
                  </a:cubicBezTo>
                  <a:cubicBezTo>
                    <a:pt x="760" y="1003"/>
                    <a:pt x="760" y="1003"/>
                    <a:pt x="760" y="1003"/>
                  </a:cubicBezTo>
                  <a:cubicBezTo>
                    <a:pt x="761" y="1002"/>
                    <a:pt x="761" y="1002"/>
                    <a:pt x="761" y="1002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999"/>
                    <a:pt x="761" y="999"/>
                    <a:pt x="761" y="999"/>
                  </a:cubicBezTo>
                  <a:cubicBezTo>
                    <a:pt x="762" y="999"/>
                    <a:pt x="762" y="999"/>
                    <a:pt x="762" y="999"/>
                  </a:cubicBezTo>
                  <a:cubicBezTo>
                    <a:pt x="765" y="997"/>
                    <a:pt x="765" y="997"/>
                    <a:pt x="765" y="997"/>
                  </a:cubicBezTo>
                  <a:cubicBezTo>
                    <a:pt x="766" y="996"/>
                    <a:pt x="766" y="996"/>
                    <a:pt x="766" y="996"/>
                  </a:cubicBezTo>
                  <a:cubicBezTo>
                    <a:pt x="766" y="995"/>
                    <a:pt x="766" y="995"/>
                    <a:pt x="766" y="995"/>
                  </a:cubicBezTo>
                  <a:cubicBezTo>
                    <a:pt x="768" y="994"/>
                    <a:pt x="768" y="994"/>
                    <a:pt x="768" y="994"/>
                  </a:cubicBezTo>
                  <a:cubicBezTo>
                    <a:pt x="770" y="992"/>
                    <a:pt x="770" y="992"/>
                    <a:pt x="770" y="992"/>
                  </a:cubicBezTo>
                  <a:cubicBezTo>
                    <a:pt x="773" y="989"/>
                    <a:pt x="773" y="989"/>
                    <a:pt x="773" y="989"/>
                  </a:cubicBezTo>
                  <a:cubicBezTo>
                    <a:pt x="776" y="989"/>
                    <a:pt x="776" y="989"/>
                    <a:pt x="776" y="989"/>
                  </a:cubicBezTo>
                  <a:cubicBezTo>
                    <a:pt x="777" y="987"/>
                    <a:pt x="777" y="987"/>
                    <a:pt x="777" y="987"/>
                  </a:cubicBezTo>
                  <a:cubicBezTo>
                    <a:pt x="779" y="986"/>
                    <a:pt x="779" y="986"/>
                    <a:pt x="779" y="986"/>
                  </a:cubicBezTo>
                  <a:cubicBezTo>
                    <a:pt x="780" y="986"/>
                    <a:pt x="780" y="986"/>
                    <a:pt x="780" y="986"/>
                  </a:cubicBezTo>
                  <a:cubicBezTo>
                    <a:pt x="781" y="987"/>
                    <a:pt x="781" y="987"/>
                    <a:pt x="781" y="987"/>
                  </a:cubicBezTo>
                  <a:cubicBezTo>
                    <a:pt x="783" y="987"/>
                    <a:pt x="783" y="987"/>
                    <a:pt x="783" y="987"/>
                  </a:cubicBezTo>
                  <a:cubicBezTo>
                    <a:pt x="783" y="986"/>
                    <a:pt x="783" y="986"/>
                    <a:pt x="783" y="986"/>
                  </a:cubicBezTo>
                  <a:cubicBezTo>
                    <a:pt x="784" y="984"/>
                    <a:pt x="784" y="984"/>
                    <a:pt x="784" y="984"/>
                  </a:cubicBezTo>
                  <a:cubicBezTo>
                    <a:pt x="787" y="982"/>
                    <a:pt x="787" y="982"/>
                    <a:pt x="787" y="982"/>
                  </a:cubicBezTo>
                  <a:cubicBezTo>
                    <a:pt x="788" y="982"/>
                    <a:pt x="788" y="982"/>
                    <a:pt x="788" y="982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87" y="980"/>
                    <a:pt x="787" y="980"/>
                    <a:pt x="787" y="980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9" y="978"/>
                    <a:pt x="789" y="978"/>
                    <a:pt x="789" y="978"/>
                  </a:cubicBezTo>
                  <a:cubicBezTo>
                    <a:pt x="790" y="978"/>
                    <a:pt x="790" y="978"/>
                    <a:pt x="790" y="978"/>
                  </a:cubicBezTo>
                  <a:cubicBezTo>
                    <a:pt x="789" y="979"/>
                    <a:pt x="789" y="979"/>
                    <a:pt x="789" y="979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90" y="981"/>
                    <a:pt x="790" y="981"/>
                    <a:pt x="790" y="981"/>
                  </a:cubicBezTo>
                  <a:cubicBezTo>
                    <a:pt x="797" y="978"/>
                    <a:pt x="797" y="978"/>
                    <a:pt x="797" y="978"/>
                  </a:cubicBezTo>
                  <a:cubicBezTo>
                    <a:pt x="797" y="979"/>
                    <a:pt x="797" y="979"/>
                    <a:pt x="797" y="979"/>
                  </a:cubicBezTo>
                  <a:cubicBezTo>
                    <a:pt x="797" y="979"/>
                    <a:pt x="797" y="979"/>
                    <a:pt x="800" y="979"/>
                  </a:cubicBezTo>
                  <a:cubicBezTo>
                    <a:pt x="800" y="979"/>
                    <a:pt x="800" y="979"/>
                    <a:pt x="800" y="979"/>
                  </a:cubicBezTo>
                  <a:cubicBezTo>
                    <a:pt x="801" y="979"/>
                    <a:pt x="801" y="979"/>
                    <a:pt x="801" y="979"/>
                  </a:cubicBezTo>
                  <a:cubicBezTo>
                    <a:pt x="803" y="979"/>
                    <a:pt x="803" y="979"/>
                    <a:pt x="803" y="979"/>
                  </a:cubicBezTo>
                  <a:cubicBezTo>
                    <a:pt x="805" y="979"/>
                    <a:pt x="805" y="979"/>
                    <a:pt x="805" y="979"/>
                  </a:cubicBezTo>
                  <a:cubicBezTo>
                    <a:pt x="807" y="978"/>
                    <a:pt x="807" y="978"/>
                    <a:pt x="807" y="978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10" y="974"/>
                    <a:pt x="810" y="974"/>
                    <a:pt x="810" y="974"/>
                  </a:cubicBezTo>
                  <a:cubicBezTo>
                    <a:pt x="813" y="973"/>
                    <a:pt x="813" y="973"/>
                    <a:pt x="813" y="973"/>
                  </a:cubicBezTo>
                  <a:cubicBezTo>
                    <a:pt x="815" y="972"/>
                    <a:pt x="815" y="972"/>
                    <a:pt x="815" y="972"/>
                  </a:cubicBezTo>
                  <a:cubicBezTo>
                    <a:pt x="815" y="971"/>
                    <a:pt x="815" y="971"/>
                    <a:pt x="815" y="971"/>
                  </a:cubicBezTo>
                  <a:cubicBezTo>
                    <a:pt x="815" y="970"/>
                    <a:pt x="815" y="970"/>
                    <a:pt x="815" y="970"/>
                  </a:cubicBezTo>
                  <a:cubicBezTo>
                    <a:pt x="814" y="967"/>
                    <a:pt x="814" y="967"/>
                    <a:pt x="814" y="967"/>
                  </a:cubicBezTo>
                  <a:cubicBezTo>
                    <a:pt x="815" y="966"/>
                    <a:pt x="815" y="966"/>
                    <a:pt x="815" y="966"/>
                  </a:cubicBezTo>
                  <a:cubicBezTo>
                    <a:pt x="816" y="964"/>
                    <a:pt x="816" y="964"/>
                    <a:pt x="816" y="964"/>
                  </a:cubicBezTo>
                  <a:cubicBezTo>
                    <a:pt x="816" y="963"/>
                    <a:pt x="816" y="963"/>
                    <a:pt x="816" y="963"/>
                  </a:cubicBezTo>
                  <a:cubicBezTo>
                    <a:pt x="818" y="962"/>
                    <a:pt x="818" y="962"/>
                    <a:pt x="818" y="962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20" y="957"/>
                    <a:pt x="820" y="957"/>
                    <a:pt x="820" y="957"/>
                  </a:cubicBezTo>
                  <a:cubicBezTo>
                    <a:pt x="822" y="953"/>
                    <a:pt x="822" y="953"/>
                    <a:pt x="822" y="953"/>
                  </a:cubicBezTo>
                  <a:cubicBezTo>
                    <a:pt x="823" y="952"/>
                    <a:pt x="823" y="952"/>
                    <a:pt x="823" y="952"/>
                  </a:cubicBezTo>
                  <a:cubicBezTo>
                    <a:pt x="822" y="947"/>
                    <a:pt x="822" y="947"/>
                    <a:pt x="822" y="947"/>
                  </a:cubicBezTo>
                  <a:cubicBezTo>
                    <a:pt x="822" y="946"/>
                    <a:pt x="822" y="946"/>
                    <a:pt x="822" y="946"/>
                  </a:cubicBezTo>
                  <a:cubicBezTo>
                    <a:pt x="822" y="944"/>
                    <a:pt x="822" y="944"/>
                    <a:pt x="822" y="944"/>
                  </a:cubicBezTo>
                  <a:cubicBezTo>
                    <a:pt x="823" y="943"/>
                    <a:pt x="823" y="943"/>
                    <a:pt x="823" y="943"/>
                  </a:cubicBezTo>
                  <a:cubicBezTo>
                    <a:pt x="823" y="942"/>
                    <a:pt x="823" y="942"/>
                    <a:pt x="823" y="942"/>
                  </a:cubicBezTo>
                  <a:cubicBezTo>
                    <a:pt x="825" y="940"/>
                    <a:pt x="825" y="940"/>
                    <a:pt x="825" y="940"/>
                  </a:cubicBezTo>
                  <a:cubicBezTo>
                    <a:pt x="826" y="939"/>
                    <a:pt x="826" y="939"/>
                    <a:pt x="826" y="939"/>
                  </a:cubicBezTo>
                  <a:cubicBezTo>
                    <a:pt x="825" y="936"/>
                    <a:pt x="825" y="936"/>
                    <a:pt x="825" y="936"/>
                  </a:cubicBezTo>
                  <a:cubicBezTo>
                    <a:pt x="826" y="933"/>
                    <a:pt x="826" y="933"/>
                    <a:pt x="826" y="933"/>
                  </a:cubicBezTo>
                  <a:cubicBezTo>
                    <a:pt x="826" y="930"/>
                    <a:pt x="826" y="930"/>
                    <a:pt x="826" y="930"/>
                  </a:cubicBezTo>
                  <a:cubicBezTo>
                    <a:pt x="827" y="929"/>
                    <a:pt x="827" y="929"/>
                    <a:pt x="827" y="929"/>
                  </a:cubicBezTo>
                  <a:cubicBezTo>
                    <a:pt x="826" y="928"/>
                    <a:pt x="826" y="928"/>
                    <a:pt x="826" y="928"/>
                  </a:cubicBezTo>
                  <a:cubicBezTo>
                    <a:pt x="827" y="925"/>
                    <a:pt x="827" y="925"/>
                    <a:pt x="827" y="925"/>
                  </a:cubicBezTo>
                  <a:cubicBezTo>
                    <a:pt x="826" y="915"/>
                    <a:pt x="826" y="915"/>
                    <a:pt x="826" y="915"/>
                  </a:cubicBezTo>
                  <a:cubicBezTo>
                    <a:pt x="826" y="913"/>
                    <a:pt x="826" y="913"/>
                    <a:pt x="826" y="913"/>
                  </a:cubicBezTo>
                  <a:cubicBezTo>
                    <a:pt x="827" y="912"/>
                    <a:pt x="827" y="912"/>
                    <a:pt x="827" y="912"/>
                  </a:cubicBezTo>
                  <a:cubicBezTo>
                    <a:pt x="827" y="909"/>
                    <a:pt x="827" y="909"/>
                    <a:pt x="827" y="909"/>
                  </a:cubicBezTo>
                  <a:cubicBezTo>
                    <a:pt x="826" y="910"/>
                    <a:pt x="826" y="910"/>
                    <a:pt x="826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6" y="908"/>
                    <a:pt x="826" y="908"/>
                    <a:pt x="826" y="908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9" y="905"/>
                    <a:pt x="829" y="905"/>
                    <a:pt x="829" y="905"/>
                  </a:cubicBezTo>
                  <a:cubicBezTo>
                    <a:pt x="830" y="903"/>
                    <a:pt x="830" y="903"/>
                    <a:pt x="830" y="903"/>
                  </a:cubicBezTo>
                  <a:cubicBezTo>
                    <a:pt x="832" y="902"/>
                    <a:pt x="832" y="902"/>
                    <a:pt x="832" y="902"/>
                  </a:cubicBezTo>
                  <a:cubicBezTo>
                    <a:pt x="835" y="898"/>
                    <a:pt x="835" y="898"/>
                    <a:pt x="835" y="898"/>
                  </a:cubicBezTo>
                  <a:cubicBezTo>
                    <a:pt x="836" y="895"/>
                    <a:pt x="836" y="895"/>
                    <a:pt x="836" y="895"/>
                  </a:cubicBezTo>
                  <a:cubicBezTo>
                    <a:pt x="836" y="894"/>
                    <a:pt x="836" y="894"/>
                    <a:pt x="836" y="894"/>
                  </a:cubicBezTo>
                  <a:cubicBezTo>
                    <a:pt x="837" y="893"/>
                    <a:pt x="837" y="893"/>
                    <a:pt x="837" y="893"/>
                  </a:cubicBezTo>
                  <a:cubicBezTo>
                    <a:pt x="838" y="891"/>
                    <a:pt x="838" y="891"/>
                    <a:pt x="838" y="891"/>
                  </a:cubicBezTo>
                  <a:cubicBezTo>
                    <a:pt x="839" y="889"/>
                    <a:pt x="839" y="889"/>
                    <a:pt x="839" y="889"/>
                  </a:cubicBezTo>
                  <a:cubicBezTo>
                    <a:pt x="843" y="886"/>
                    <a:pt x="843" y="886"/>
                    <a:pt x="843" y="886"/>
                  </a:cubicBezTo>
                  <a:cubicBezTo>
                    <a:pt x="844" y="885"/>
                    <a:pt x="844" y="885"/>
                    <a:pt x="844" y="885"/>
                  </a:cubicBezTo>
                  <a:cubicBezTo>
                    <a:pt x="845" y="884"/>
                    <a:pt x="845" y="884"/>
                    <a:pt x="845" y="884"/>
                  </a:cubicBezTo>
                  <a:cubicBezTo>
                    <a:pt x="846" y="883"/>
                    <a:pt x="846" y="883"/>
                    <a:pt x="846" y="883"/>
                  </a:cubicBezTo>
                  <a:cubicBezTo>
                    <a:pt x="849" y="880"/>
                    <a:pt x="849" y="880"/>
                    <a:pt x="849" y="880"/>
                  </a:cubicBezTo>
                  <a:cubicBezTo>
                    <a:pt x="852" y="876"/>
                    <a:pt x="852" y="876"/>
                    <a:pt x="852" y="876"/>
                  </a:cubicBezTo>
                  <a:cubicBezTo>
                    <a:pt x="853" y="875"/>
                    <a:pt x="853" y="875"/>
                    <a:pt x="853" y="875"/>
                  </a:cubicBezTo>
                  <a:cubicBezTo>
                    <a:pt x="855" y="871"/>
                    <a:pt x="855" y="871"/>
                    <a:pt x="855" y="871"/>
                  </a:cubicBezTo>
                  <a:cubicBezTo>
                    <a:pt x="855" y="869"/>
                    <a:pt x="855" y="869"/>
                    <a:pt x="855" y="869"/>
                  </a:cubicBezTo>
                  <a:cubicBezTo>
                    <a:pt x="856" y="868"/>
                    <a:pt x="856" y="868"/>
                    <a:pt x="856" y="868"/>
                  </a:cubicBezTo>
                  <a:cubicBezTo>
                    <a:pt x="856" y="866"/>
                    <a:pt x="856" y="866"/>
                    <a:pt x="856" y="866"/>
                  </a:cubicBezTo>
                  <a:cubicBezTo>
                    <a:pt x="855" y="865"/>
                    <a:pt x="855" y="865"/>
                    <a:pt x="855" y="865"/>
                  </a:cubicBezTo>
                  <a:cubicBezTo>
                    <a:pt x="855" y="864"/>
                    <a:pt x="855" y="864"/>
                    <a:pt x="855" y="864"/>
                  </a:cubicBezTo>
                  <a:lnTo>
                    <a:pt x="856" y="863"/>
                  </a:lnTo>
                  <a:close/>
                  <a:moveTo>
                    <a:pt x="461" y="670"/>
                  </a:moveTo>
                  <a:cubicBezTo>
                    <a:pt x="463" y="668"/>
                    <a:pt x="463" y="668"/>
                    <a:pt x="463" y="668"/>
                  </a:cubicBezTo>
                  <a:cubicBezTo>
                    <a:pt x="463" y="669"/>
                    <a:pt x="463" y="669"/>
                    <a:pt x="463" y="669"/>
                  </a:cubicBezTo>
                  <a:cubicBezTo>
                    <a:pt x="462" y="669"/>
                    <a:pt x="462" y="669"/>
                    <a:pt x="462" y="669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1" y="670"/>
                    <a:pt x="461" y="670"/>
                    <a:pt x="461" y="670"/>
                  </a:cubicBezTo>
                  <a:close/>
                  <a:moveTo>
                    <a:pt x="662" y="442"/>
                  </a:moveTo>
                  <a:cubicBezTo>
                    <a:pt x="663" y="442"/>
                    <a:pt x="663" y="442"/>
                    <a:pt x="663" y="442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5" y="442"/>
                    <a:pt x="665" y="442"/>
                    <a:pt x="665" y="442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2" y="442"/>
                    <a:pt x="662" y="442"/>
                    <a:pt x="662" y="442"/>
                  </a:cubicBezTo>
                  <a:cubicBezTo>
                    <a:pt x="662" y="442"/>
                    <a:pt x="662" y="442"/>
                    <a:pt x="662" y="442"/>
                  </a:cubicBezTo>
                  <a:close/>
                  <a:moveTo>
                    <a:pt x="708" y="364"/>
                  </a:moveTo>
                  <a:cubicBezTo>
                    <a:pt x="707" y="363"/>
                    <a:pt x="707" y="363"/>
                    <a:pt x="707" y="363"/>
                  </a:cubicBezTo>
                  <a:cubicBezTo>
                    <a:pt x="708" y="362"/>
                    <a:pt x="708" y="362"/>
                    <a:pt x="708" y="362"/>
                  </a:cubicBezTo>
                  <a:cubicBezTo>
                    <a:pt x="709" y="361"/>
                    <a:pt x="709" y="361"/>
                    <a:pt x="709" y="361"/>
                  </a:cubicBezTo>
                  <a:cubicBezTo>
                    <a:pt x="710" y="361"/>
                    <a:pt x="710" y="361"/>
                    <a:pt x="710" y="361"/>
                  </a:cubicBezTo>
                  <a:cubicBezTo>
                    <a:pt x="711" y="360"/>
                    <a:pt x="711" y="360"/>
                    <a:pt x="711" y="360"/>
                  </a:cubicBezTo>
                  <a:cubicBezTo>
                    <a:pt x="713" y="359"/>
                    <a:pt x="713" y="359"/>
                    <a:pt x="713" y="359"/>
                  </a:cubicBezTo>
                  <a:cubicBezTo>
                    <a:pt x="716" y="358"/>
                    <a:pt x="716" y="358"/>
                    <a:pt x="716" y="358"/>
                  </a:cubicBezTo>
                  <a:cubicBezTo>
                    <a:pt x="718" y="358"/>
                    <a:pt x="718" y="358"/>
                    <a:pt x="718" y="358"/>
                  </a:cubicBezTo>
                  <a:cubicBezTo>
                    <a:pt x="717" y="358"/>
                    <a:pt x="717" y="358"/>
                    <a:pt x="717" y="358"/>
                  </a:cubicBezTo>
                  <a:cubicBezTo>
                    <a:pt x="715" y="359"/>
                    <a:pt x="715" y="359"/>
                    <a:pt x="715" y="359"/>
                  </a:cubicBezTo>
                  <a:cubicBezTo>
                    <a:pt x="714" y="360"/>
                    <a:pt x="714" y="360"/>
                    <a:pt x="714" y="360"/>
                  </a:cubicBezTo>
                  <a:cubicBezTo>
                    <a:pt x="713" y="361"/>
                    <a:pt x="713" y="361"/>
                    <a:pt x="713" y="361"/>
                  </a:cubicBezTo>
                  <a:cubicBezTo>
                    <a:pt x="712" y="362"/>
                    <a:pt x="712" y="362"/>
                    <a:pt x="712" y="362"/>
                  </a:cubicBezTo>
                  <a:cubicBezTo>
                    <a:pt x="711" y="363"/>
                    <a:pt x="711" y="363"/>
                    <a:pt x="711" y="363"/>
                  </a:cubicBezTo>
                  <a:cubicBezTo>
                    <a:pt x="708" y="363"/>
                    <a:pt x="708" y="363"/>
                    <a:pt x="708" y="363"/>
                  </a:cubicBezTo>
                  <a:cubicBezTo>
                    <a:pt x="707" y="365"/>
                    <a:pt x="707" y="365"/>
                    <a:pt x="707" y="365"/>
                  </a:cubicBezTo>
                  <a:cubicBezTo>
                    <a:pt x="707" y="365"/>
                    <a:pt x="707" y="365"/>
                    <a:pt x="707" y="365"/>
                  </a:cubicBezTo>
                  <a:lnTo>
                    <a:pt x="708" y="364"/>
                  </a:lnTo>
                  <a:close/>
                  <a:moveTo>
                    <a:pt x="661" y="295"/>
                  </a:moveTo>
                  <a:cubicBezTo>
                    <a:pt x="661" y="295"/>
                    <a:pt x="661" y="295"/>
                    <a:pt x="661" y="295"/>
                  </a:cubicBezTo>
                  <a:cubicBezTo>
                    <a:pt x="661" y="296"/>
                    <a:pt x="661" y="296"/>
                    <a:pt x="661" y="296"/>
                  </a:cubicBezTo>
                  <a:cubicBezTo>
                    <a:pt x="660" y="295"/>
                    <a:pt x="660" y="295"/>
                    <a:pt x="660" y="295"/>
                  </a:cubicBezTo>
                  <a:lnTo>
                    <a:pt x="661" y="295"/>
                  </a:lnTo>
                  <a:close/>
                  <a:moveTo>
                    <a:pt x="619" y="247"/>
                  </a:move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lose/>
                  <a:moveTo>
                    <a:pt x="593" y="480"/>
                  </a:moveTo>
                  <a:cubicBezTo>
                    <a:pt x="595" y="480"/>
                    <a:pt x="595" y="480"/>
                    <a:pt x="595" y="480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8" y="479"/>
                    <a:pt x="598" y="479"/>
                    <a:pt x="598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599" y="480"/>
                    <a:pt x="599" y="480"/>
                    <a:pt x="599" y="480"/>
                  </a:cubicBezTo>
                  <a:cubicBezTo>
                    <a:pt x="597" y="480"/>
                    <a:pt x="597" y="480"/>
                    <a:pt x="597" y="480"/>
                  </a:cubicBezTo>
                  <a:cubicBezTo>
                    <a:pt x="595" y="481"/>
                    <a:pt x="595" y="481"/>
                    <a:pt x="595" y="481"/>
                  </a:cubicBezTo>
                  <a:cubicBezTo>
                    <a:pt x="593" y="480"/>
                    <a:pt x="593" y="480"/>
                    <a:pt x="593" y="480"/>
                  </a:cubicBezTo>
                  <a:cubicBezTo>
                    <a:pt x="591" y="481"/>
                    <a:pt x="591" y="481"/>
                    <a:pt x="591" y="481"/>
                  </a:cubicBezTo>
                  <a:lnTo>
                    <a:pt x="593" y="480"/>
                  </a:lnTo>
                  <a:close/>
                  <a:moveTo>
                    <a:pt x="588" y="484"/>
                  </a:moveTo>
                  <a:cubicBezTo>
                    <a:pt x="588" y="484"/>
                    <a:pt x="588" y="484"/>
                    <a:pt x="588" y="484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4"/>
                    <a:pt x="587" y="484"/>
                    <a:pt x="587" y="484"/>
                  </a:cubicBezTo>
                  <a:lnTo>
                    <a:pt x="588" y="484"/>
                  </a:lnTo>
                  <a:close/>
                  <a:moveTo>
                    <a:pt x="577" y="498"/>
                  </a:moveTo>
                  <a:cubicBezTo>
                    <a:pt x="578" y="498"/>
                    <a:pt x="578" y="498"/>
                    <a:pt x="578" y="498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77" y="501"/>
                    <a:pt x="577" y="501"/>
                    <a:pt x="577" y="501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6" y="498"/>
                    <a:pt x="576" y="498"/>
                    <a:pt x="576" y="498"/>
                  </a:cubicBezTo>
                  <a:cubicBezTo>
                    <a:pt x="576" y="496"/>
                    <a:pt x="576" y="496"/>
                    <a:pt x="576" y="496"/>
                  </a:cubicBezTo>
                  <a:lnTo>
                    <a:pt x="577" y="498"/>
                  </a:lnTo>
                  <a:close/>
                  <a:moveTo>
                    <a:pt x="567" y="499"/>
                  </a:moveTo>
                  <a:cubicBezTo>
                    <a:pt x="567" y="498"/>
                    <a:pt x="567" y="498"/>
                    <a:pt x="567" y="498"/>
                  </a:cubicBezTo>
                  <a:cubicBezTo>
                    <a:pt x="569" y="500"/>
                    <a:pt x="569" y="500"/>
                    <a:pt x="569" y="500"/>
                  </a:cubicBezTo>
                  <a:cubicBezTo>
                    <a:pt x="568" y="502"/>
                    <a:pt x="568" y="502"/>
                    <a:pt x="568" y="502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2"/>
                    <a:pt x="567" y="502"/>
                    <a:pt x="567" y="502"/>
                  </a:cubicBezTo>
                  <a:cubicBezTo>
                    <a:pt x="567" y="501"/>
                    <a:pt x="567" y="501"/>
                    <a:pt x="567" y="501"/>
                  </a:cubicBezTo>
                  <a:lnTo>
                    <a:pt x="567" y="499"/>
                  </a:lnTo>
                  <a:close/>
                  <a:moveTo>
                    <a:pt x="629" y="148"/>
                  </a:moveTo>
                  <a:cubicBezTo>
                    <a:pt x="628" y="148"/>
                    <a:pt x="628" y="148"/>
                    <a:pt x="628" y="148"/>
                  </a:cubicBezTo>
                  <a:cubicBezTo>
                    <a:pt x="629" y="148"/>
                    <a:pt x="629" y="148"/>
                    <a:pt x="629" y="148"/>
                  </a:cubicBezTo>
                  <a:cubicBezTo>
                    <a:pt x="628" y="147"/>
                    <a:pt x="628" y="147"/>
                    <a:pt x="628" y="147"/>
                  </a:cubicBezTo>
                  <a:lnTo>
                    <a:pt x="629" y="148"/>
                  </a:lnTo>
                  <a:close/>
                  <a:moveTo>
                    <a:pt x="626" y="146"/>
                  </a:move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lose/>
                  <a:moveTo>
                    <a:pt x="624" y="143"/>
                  </a:move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lose/>
                  <a:moveTo>
                    <a:pt x="620" y="143"/>
                  </a:moveTo>
                  <a:cubicBezTo>
                    <a:pt x="621" y="142"/>
                    <a:pt x="621" y="142"/>
                    <a:pt x="621" y="142"/>
                  </a:cubicBezTo>
                  <a:cubicBezTo>
                    <a:pt x="622" y="143"/>
                    <a:pt x="622" y="143"/>
                    <a:pt x="622" y="143"/>
                  </a:cubicBezTo>
                  <a:cubicBezTo>
                    <a:pt x="621" y="143"/>
                    <a:pt x="621" y="143"/>
                    <a:pt x="621" y="143"/>
                  </a:cubicBezTo>
                  <a:cubicBezTo>
                    <a:pt x="620" y="142"/>
                    <a:pt x="620" y="142"/>
                    <a:pt x="620" y="142"/>
                  </a:cubicBezTo>
                  <a:lnTo>
                    <a:pt x="620" y="143"/>
                  </a:lnTo>
                  <a:close/>
                  <a:moveTo>
                    <a:pt x="598" y="181"/>
                  </a:moveTo>
                  <a:cubicBezTo>
                    <a:pt x="598" y="183"/>
                    <a:pt x="598" y="183"/>
                    <a:pt x="598" y="183"/>
                  </a:cubicBezTo>
                  <a:cubicBezTo>
                    <a:pt x="599" y="183"/>
                    <a:pt x="599" y="183"/>
                    <a:pt x="599" y="183"/>
                  </a:cubicBezTo>
                  <a:cubicBezTo>
                    <a:pt x="599" y="185"/>
                    <a:pt x="599" y="185"/>
                    <a:pt x="599" y="185"/>
                  </a:cubicBezTo>
                  <a:cubicBezTo>
                    <a:pt x="598" y="184"/>
                    <a:pt x="598" y="184"/>
                    <a:pt x="598" y="184"/>
                  </a:cubicBezTo>
                  <a:cubicBezTo>
                    <a:pt x="597" y="183"/>
                    <a:pt x="597" y="183"/>
                    <a:pt x="597" y="183"/>
                  </a:cubicBezTo>
                  <a:cubicBezTo>
                    <a:pt x="597" y="182"/>
                    <a:pt x="597" y="182"/>
                    <a:pt x="597" y="182"/>
                  </a:cubicBezTo>
                  <a:cubicBezTo>
                    <a:pt x="597" y="182"/>
                    <a:pt x="597" y="182"/>
                    <a:pt x="597" y="182"/>
                  </a:cubicBezTo>
                  <a:lnTo>
                    <a:pt x="598" y="181"/>
                  </a:lnTo>
                  <a:close/>
                  <a:moveTo>
                    <a:pt x="576" y="140"/>
                  </a:moveTo>
                  <a:cubicBezTo>
                    <a:pt x="576" y="140"/>
                    <a:pt x="576" y="140"/>
                    <a:pt x="576" y="140"/>
                  </a:cubicBezTo>
                  <a:cubicBezTo>
                    <a:pt x="576" y="140"/>
                    <a:pt x="576" y="140"/>
                    <a:pt x="576" y="140"/>
                  </a:cubicBezTo>
                  <a:close/>
                  <a:moveTo>
                    <a:pt x="527" y="169"/>
                  </a:move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7" y="170"/>
                    <a:pt x="527" y="170"/>
                    <a:pt x="527" y="170"/>
                  </a:cubicBezTo>
                  <a:lnTo>
                    <a:pt x="527" y="169"/>
                  </a:lnTo>
                  <a:close/>
                  <a:moveTo>
                    <a:pt x="458" y="158"/>
                  </a:moveTo>
                  <a:cubicBezTo>
                    <a:pt x="458" y="158"/>
                    <a:pt x="458" y="158"/>
                    <a:pt x="458" y="158"/>
                  </a:cubicBezTo>
                  <a:cubicBezTo>
                    <a:pt x="458" y="156"/>
                    <a:pt x="458" y="156"/>
                    <a:pt x="458" y="156"/>
                  </a:cubicBezTo>
                  <a:cubicBezTo>
                    <a:pt x="459" y="157"/>
                    <a:pt x="459" y="157"/>
                    <a:pt x="459" y="157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8" y="158"/>
                    <a:pt x="458" y="158"/>
                    <a:pt x="458" y="158"/>
                  </a:cubicBezTo>
                  <a:close/>
                  <a:moveTo>
                    <a:pt x="453" y="152"/>
                  </a:moveTo>
                  <a:cubicBezTo>
                    <a:pt x="453" y="154"/>
                    <a:pt x="453" y="154"/>
                    <a:pt x="453" y="154"/>
                  </a:cubicBezTo>
                  <a:cubicBezTo>
                    <a:pt x="453" y="154"/>
                    <a:pt x="453" y="154"/>
                    <a:pt x="453" y="154"/>
                  </a:cubicBezTo>
                  <a:lnTo>
                    <a:pt x="453" y="152"/>
                  </a:lnTo>
                  <a:close/>
                  <a:moveTo>
                    <a:pt x="409" y="588"/>
                  </a:moveTo>
                  <a:cubicBezTo>
                    <a:pt x="409" y="588"/>
                    <a:pt x="409" y="588"/>
                    <a:pt x="409" y="588"/>
                  </a:cubicBezTo>
                  <a:cubicBezTo>
                    <a:pt x="409" y="588"/>
                    <a:pt x="409" y="588"/>
                    <a:pt x="409" y="588"/>
                  </a:cubicBezTo>
                  <a:close/>
                  <a:moveTo>
                    <a:pt x="407" y="589"/>
                  </a:moveTo>
                  <a:cubicBezTo>
                    <a:pt x="408" y="588"/>
                    <a:pt x="408" y="588"/>
                    <a:pt x="408" y="588"/>
                  </a:cubicBezTo>
                  <a:cubicBezTo>
                    <a:pt x="407" y="589"/>
                    <a:pt x="407" y="589"/>
                    <a:pt x="407" y="589"/>
                  </a:cubicBezTo>
                  <a:cubicBezTo>
                    <a:pt x="407" y="589"/>
                    <a:pt x="407" y="589"/>
                    <a:pt x="407" y="589"/>
                  </a:cubicBezTo>
                  <a:close/>
                  <a:moveTo>
                    <a:pt x="404" y="590"/>
                  </a:moveTo>
                  <a:cubicBezTo>
                    <a:pt x="405" y="590"/>
                    <a:pt x="405" y="590"/>
                    <a:pt x="405" y="590"/>
                  </a:cubicBezTo>
                  <a:cubicBezTo>
                    <a:pt x="405" y="590"/>
                    <a:pt x="405" y="590"/>
                    <a:pt x="405" y="590"/>
                  </a:cubicBezTo>
                  <a:cubicBezTo>
                    <a:pt x="404" y="592"/>
                    <a:pt x="404" y="592"/>
                    <a:pt x="404" y="592"/>
                  </a:cubicBezTo>
                  <a:cubicBezTo>
                    <a:pt x="404" y="591"/>
                    <a:pt x="404" y="591"/>
                    <a:pt x="404" y="591"/>
                  </a:cubicBezTo>
                  <a:lnTo>
                    <a:pt x="404" y="590"/>
                  </a:lnTo>
                  <a:close/>
                  <a:moveTo>
                    <a:pt x="402" y="595"/>
                  </a:moveTo>
                  <a:cubicBezTo>
                    <a:pt x="402" y="595"/>
                    <a:pt x="402" y="595"/>
                    <a:pt x="402" y="595"/>
                  </a:cubicBezTo>
                  <a:cubicBezTo>
                    <a:pt x="402" y="595"/>
                    <a:pt x="402" y="595"/>
                    <a:pt x="402" y="595"/>
                  </a:cubicBezTo>
                  <a:close/>
                  <a:moveTo>
                    <a:pt x="403" y="594"/>
                  </a:moveTo>
                  <a:cubicBezTo>
                    <a:pt x="403" y="593"/>
                    <a:pt x="403" y="593"/>
                    <a:pt x="403" y="593"/>
                  </a:cubicBezTo>
                  <a:cubicBezTo>
                    <a:pt x="403" y="594"/>
                    <a:pt x="403" y="594"/>
                    <a:pt x="403" y="594"/>
                  </a:cubicBezTo>
                  <a:cubicBezTo>
                    <a:pt x="402" y="595"/>
                    <a:pt x="402" y="595"/>
                    <a:pt x="402" y="595"/>
                  </a:cubicBezTo>
                  <a:cubicBezTo>
                    <a:pt x="402" y="594"/>
                    <a:pt x="402" y="594"/>
                    <a:pt x="402" y="594"/>
                  </a:cubicBezTo>
                  <a:lnTo>
                    <a:pt x="403" y="594"/>
                  </a:lnTo>
                  <a:close/>
                  <a:moveTo>
                    <a:pt x="400" y="606"/>
                  </a:moveTo>
                  <a:cubicBezTo>
                    <a:pt x="400" y="606"/>
                    <a:pt x="401" y="607"/>
                    <a:pt x="401" y="607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8"/>
                    <a:pt x="400" y="608"/>
                    <a:pt x="400" y="608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6"/>
                    <a:pt x="400" y="606"/>
                    <a:pt x="400" y="606"/>
                  </a:cubicBezTo>
                  <a:close/>
                  <a:moveTo>
                    <a:pt x="400" y="601"/>
                  </a:moveTo>
                  <a:cubicBezTo>
                    <a:pt x="400" y="602"/>
                    <a:pt x="400" y="602"/>
                    <a:pt x="400" y="602"/>
                  </a:cubicBezTo>
                  <a:cubicBezTo>
                    <a:pt x="400" y="602"/>
                    <a:pt x="400" y="602"/>
                    <a:pt x="400" y="602"/>
                  </a:cubicBezTo>
                  <a:lnTo>
                    <a:pt x="400" y="601"/>
                  </a:lnTo>
                  <a:close/>
                  <a:moveTo>
                    <a:pt x="397" y="616"/>
                  </a:moveTo>
                  <a:cubicBezTo>
                    <a:pt x="397" y="616"/>
                    <a:pt x="397" y="616"/>
                    <a:pt x="397" y="616"/>
                  </a:cubicBezTo>
                  <a:cubicBezTo>
                    <a:pt x="397" y="616"/>
                    <a:pt x="397" y="616"/>
                    <a:pt x="397" y="616"/>
                  </a:cubicBezTo>
                  <a:close/>
                  <a:moveTo>
                    <a:pt x="55" y="169"/>
                  </a:moveTo>
                  <a:cubicBezTo>
                    <a:pt x="55" y="169"/>
                    <a:pt x="55" y="169"/>
                    <a:pt x="55" y="169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7"/>
                    <a:pt x="54" y="167"/>
                    <a:pt x="54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2" y="165"/>
                    <a:pt x="52" y="165"/>
                    <a:pt x="52" y="165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4" y="166"/>
                    <a:pt x="54" y="166"/>
                    <a:pt x="54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7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7" y="168"/>
                  </a:cubicBezTo>
                  <a:lnTo>
                    <a:pt x="55" y="169"/>
                  </a:ln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0" y="139"/>
                  </a:moveTo>
                  <a:cubicBezTo>
                    <a:pt x="69" y="138"/>
                    <a:pt x="69" y="138"/>
                    <a:pt x="69" y="138"/>
                  </a:cubicBezTo>
                  <a:cubicBezTo>
                    <a:pt x="70" y="139"/>
                    <a:pt x="70" y="139"/>
                    <a:pt x="70" y="139"/>
                  </a:cubicBezTo>
                  <a:close/>
                  <a:moveTo>
                    <a:pt x="71" y="136"/>
                  </a:moveTo>
                  <a:cubicBezTo>
                    <a:pt x="70" y="137"/>
                    <a:pt x="70" y="137"/>
                    <a:pt x="70" y="137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5"/>
                    <a:pt x="71" y="135"/>
                    <a:pt x="71" y="135"/>
                  </a:cubicBezTo>
                  <a:lnTo>
                    <a:pt x="71" y="136"/>
                  </a:lnTo>
                  <a:close/>
                  <a:moveTo>
                    <a:pt x="72" y="132"/>
                  </a:moveTo>
                  <a:cubicBezTo>
                    <a:pt x="72" y="132"/>
                    <a:pt x="71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1"/>
                    <a:pt x="72" y="131"/>
                    <a:pt x="72" y="131"/>
                  </a:cubicBezTo>
                  <a:cubicBezTo>
                    <a:pt x="72" y="132"/>
                    <a:pt x="72" y="132"/>
                    <a:pt x="72" y="132"/>
                  </a:cubicBezTo>
                  <a:close/>
                  <a:moveTo>
                    <a:pt x="14" y="257"/>
                  </a:move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lose/>
                  <a:moveTo>
                    <a:pt x="126" y="78"/>
                  </a:moveTo>
                  <a:cubicBezTo>
                    <a:pt x="125" y="77"/>
                    <a:pt x="125" y="77"/>
                    <a:pt x="125" y="7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7" y="78"/>
                    <a:pt x="127" y="78"/>
                  </a:cubicBezTo>
                  <a:lnTo>
                    <a:pt x="126" y="78"/>
                  </a:lnTo>
                  <a:close/>
                  <a:moveTo>
                    <a:pt x="136" y="82"/>
                  </a:moveTo>
                  <a:cubicBezTo>
                    <a:pt x="136" y="83"/>
                    <a:pt x="136" y="83"/>
                    <a:pt x="136" y="83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6" y="79"/>
                    <a:pt x="136" y="79"/>
                    <a:pt x="136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5" y="80"/>
                    <a:pt x="135" y="80"/>
                    <a:pt x="135" y="80"/>
                  </a:cubicBezTo>
                  <a:lnTo>
                    <a:pt x="136" y="82"/>
                  </a:lnTo>
                  <a:close/>
                  <a:moveTo>
                    <a:pt x="126" y="206"/>
                  </a:move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29" y="205"/>
                    <a:pt x="129" y="205"/>
                    <a:pt x="129" y="205"/>
                  </a:cubicBezTo>
                  <a:lnTo>
                    <a:pt x="126" y="206"/>
                  </a:lnTo>
                  <a:close/>
                  <a:moveTo>
                    <a:pt x="163" y="192"/>
                  </a:moveTo>
                  <a:cubicBezTo>
                    <a:pt x="163" y="192"/>
                    <a:pt x="163" y="192"/>
                    <a:pt x="163" y="192"/>
                  </a:cubicBezTo>
                  <a:cubicBezTo>
                    <a:pt x="163" y="193"/>
                    <a:pt x="163" y="193"/>
                    <a:pt x="163" y="193"/>
                  </a:cubicBezTo>
                  <a:lnTo>
                    <a:pt x="163" y="192"/>
                  </a:lnTo>
                  <a:close/>
                  <a:moveTo>
                    <a:pt x="167" y="192"/>
                  </a:moveTo>
                  <a:cubicBezTo>
                    <a:pt x="166" y="192"/>
                    <a:pt x="166" y="192"/>
                    <a:pt x="166" y="192"/>
                  </a:cubicBezTo>
                  <a:cubicBezTo>
                    <a:pt x="165" y="193"/>
                    <a:pt x="165" y="193"/>
                    <a:pt x="165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8" y="191"/>
                    <a:pt x="168" y="191"/>
                    <a:pt x="168" y="191"/>
                  </a:cubicBezTo>
                  <a:lnTo>
                    <a:pt x="167" y="192"/>
                  </a:lnTo>
                  <a:close/>
                  <a:moveTo>
                    <a:pt x="182" y="15"/>
                  </a:moveTo>
                  <a:cubicBezTo>
                    <a:pt x="182" y="16"/>
                    <a:pt x="182" y="16"/>
                    <a:pt x="182" y="16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3" y="14"/>
                    <a:pt x="183" y="14"/>
                    <a:pt x="183" y="14"/>
                  </a:cubicBezTo>
                  <a:lnTo>
                    <a:pt x="182" y="15"/>
                  </a:lnTo>
                  <a:close/>
                  <a:moveTo>
                    <a:pt x="222" y="292"/>
                  </a:moveTo>
                  <a:cubicBezTo>
                    <a:pt x="221" y="291"/>
                    <a:pt x="221" y="291"/>
                    <a:pt x="221" y="291"/>
                  </a:cubicBezTo>
                  <a:cubicBezTo>
                    <a:pt x="222" y="292"/>
                    <a:pt x="222" y="292"/>
                    <a:pt x="222" y="292"/>
                  </a:cubicBezTo>
                  <a:close/>
                  <a:moveTo>
                    <a:pt x="234" y="278"/>
                  </a:moveTo>
                  <a:cubicBezTo>
                    <a:pt x="233" y="278"/>
                    <a:pt x="233" y="278"/>
                    <a:pt x="233" y="278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4" y="278"/>
                    <a:pt x="234" y="278"/>
                    <a:pt x="234" y="278"/>
                  </a:cubicBezTo>
                  <a:close/>
                  <a:moveTo>
                    <a:pt x="229" y="250"/>
                  </a:moveTo>
                  <a:cubicBezTo>
                    <a:pt x="229" y="251"/>
                    <a:pt x="229" y="251"/>
                    <a:pt x="229" y="251"/>
                  </a:cubicBezTo>
                  <a:cubicBezTo>
                    <a:pt x="228" y="250"/>
                    <a:pt x="228" y="250"/>
                    <a:pt x="228" y="250"/>
                  </a:cubicBezTo>
                  <a:lnTo>
                    <a:pt x="229" y="250"/>
                  </a:lnTo>
                  <a:close/>
                  <a:moveTo>
                    <a:pt x="225" y="244"/>
                  </a:moveTo>
                  <a:cubicBezTo>
                    <a:pt x="226" y="243"/>
                    <a:pt x="226" y="243"/>
                    <a:pt x="226" y="243"/>
                  </a:cubicBezTo>
                  <a:cubicBezTo>
                    <a:pt x="226" y="240"/>
                    <a:pt x="226" y="240"/>
                    <a:pt x="226" y="240"/>
                  </a:cubicBezTo>
                  <a:cubicBezTo>
                    <a:pt x="227" y="237"/>
                    <a:pt x="227" y="237"/>
                    <a:pt x="227" y="237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8" y="233"/>
                    <a:pt x="228" y="233"/>
                    <a:pt x="228" y="233"/>
                  </a:cubicBezTo>
                  <a:cubicBezTo>
                    <a:pt x="228" y="234"/>
                    <a:pt x="228" y="234"/>
                    <a:pt x="228" y="234"/>
                  </a:cubicBezTo>
                  <a:cubicBezTo>
                    <a:pt x="228" y="236"/>
                    <a:pt x="228" y="236"/>
                    <a:pt x="228" y="236"/>
                  </a:cubicBezTo>
                  <a:cubicBezTo>
                    <a:pt x="227" y="238"/>
                    <a:pt x="227" y="238"/>
                    <a:pt x="227" y="238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6" y="244"/>
                    <a:pt x="226" y="244"/>
                    <a:pt x="226" y="244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6" y="249"/>
                    <a:pt x="226" y="249"/>
                    <a:pt x="226" y="249"/>
                  </a:cubicBezTo>
                  <a:cubicBezTo>
                    <a:pt x="226" y="248"/>
                    <a:pt x="226" y="248"/>
                    <a:pt x="226" y="248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5" y="246"/>
                    <a:pt x="225" y="246"/>
                    <a:pt x="225" y="246"/>
                  </a:cubicBezTo>
                  <a:lnTo>
                    <a:pt x="225" y="244"/>
                  </a:lnTo>
                  <a:close/>
                  <a:moveTo>
                    <a:pt x="217" y="247"/>
                  </a:moveTo>
                  <a:cubicBezTo>
                    <a:pt x="216" y="247"/>
                    <a:pt x="216" y="247"/>
                    <a:pt x="216" y="247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7" y="245"/>
                    <a:pt x="217" y="245"/>
                    <a:pt x="217" y="245"/>
                  </a:cubicBezTo>
                  <a:cubicBezTo>
                    <a:pt x="215" y="246"/>
                    <a:pt x="215" y="246"/>
                    <a:pt x="215" y="246"/>
                  </a:cubicBezTo>
                  <a:lnTo>
                    <a:pt x="217" y="247"/>
                  </a:lnTo>
                  <a:close/>
                  <a:moveTo>
                    <a:pt x="217" y="259"/>
                  </a:moveTo>
                  <a:cubicBezTo>
                    <a:pt x="217" y="258"/>
                    <a:pt x="217" y="258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8" y="259"/>
                    <a:pt x="218" y="259"/>
                    <a:pt x="218" y="259"/>
                  </a:cubicBezTo>
                  <a:lnTo>
                    <a:pt x="217" y="259"/>
                  </a:lnTo>
                  <a:close/>
                  <a:moveTo>
                    <a:pt x="219" y="260"/>
                  </a:moveTo>
                  <a:cubicBezTo>
                    <a:pt x="219" y="259"/>
                    <a:pt x="219" y="259"/>
                    <a:pt x="219" y="259"/>
                  </a:cubicBezTo>
                  <a:cubicBezTo>
                    <a:pt x="219" y="260"/>
                    <a:pt x="219" y="260"/>
                    <a:pt x="219" y="260"/>
                  </a:cubicBezTo>
                  <a:close/>
                  <a:moveTo>
                    <a:pt x="220" y="262"/>
                  </a:moveTo>
                  <a:cubicBezTo>
                    <a:pt x="219" y="263"/>
                    <a:pt x="219" y="263"/>
                    <a:pt x="219" y="263"/>
                  </a:cubicBezTo>
                  <a:cubicBezTo>
                    <a:pt x="219" y="262"/>
                    <a:pt x="219" y="262"/>
                    <a:pt x="219" y="262"/>
                  </a:cubicBezTo>
                  <a:cubicBezTo>
                    <a:pt x="220" y="263"/>
                    <a:pt x="220" y="263"/>
                    <a:pt x="220" y="263"/>
                  </a:cubicBezTo>
                  <a:cubicBezTo>
                    <a:pt x="220" y="262"/>
                    <a:pt x="220" y="262"/>
                    <a:pt x="220" y="262"/>
                  </a:cubicBezTo>
                  <a:close/>
                  <a:moveTo>
                    <a:pt x="219" y="254"/>
                  </a:moveTo>
                  <a:cubicBezTo>
                    <a:pt x="219" y="254"/>
                    <a:pt x="219" y="254"/>
                    <a:pt x="219" y="254"/>
                  </a:cubicBezTo>
                  <a:cubicBezTo>
                    <a:pt x="219" y="254"/>
                    <a:pt x="219" y="254"/>
                    <a:pt x="219" y="254"/>
                  </a:cubicBezTo>
                  <a:cubicBezTo>
                    <a:pt x="221" y="255"/>
                    <a:pt x="221" y="255"/>
                    <a:pt x="221" y="255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8"/>
                    <a:pt x="220" y="248"/>
                    <a:pt x="220" y="248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3"/>
                    <a:pt x="218" y="243"/>
                    <a:pt x="218" y="243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16" y="241"/>
                    <a:pt x="216" y="241"/>
                    <a:pt x="216" y="241"/>
                  </a:cubicBezTo>
                  <a:cubicBezTo>
                    <a:pt x="216" y="240"/>
                    <a:pt x="216" y="240"/>
                    <a:pt x="216" y="240"/>
                  </a:cubicBezTo>
                  <a:cubicBezTo>
                    <a:pt x="216" y="239"/>
                    <a:pt x="216" y="239"/>
                    <a:pt x="216" y="239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6" y="238"/>
                    <a:pt x="216" y="238"/>
                    <a:pt x="216" y="238"/>
                  </a:cubicBezTo>
                  <a:cubicBezTo>
                    <a:pt x="217" y="237"/>
                    <a:pt x="217" y="237"/>
                    <a:pt x="217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7" y="239"/>
                    <a:pt x="217" y="239"/>
                    <a:pt x="217" y="239"/>
                  </a:cubicBezTo>
                  <a:cubicBezTo>
                    <a:pt x="217" y="240"/>
                    <a:pt x="217" y="240"/>
                    <a:pt x="217" y="240"/>
                  </a:cubicBezTo>
                  <a:cubicBezTo>
                    <a:pt x="219" y="241"/>
                    <a:pt x="219" y="241"/>
                    <a:pt x="219" y="241"/>
                  </a:cubicBezTo>
                  <a:cubicBezTo>
                    <a:pt x="219" y="242"/>
                    <a:pt x="219" y="242"/>
                    <a:pt x="219" y="242"/>
                  </a:cubicBezTo>
                  <a:cubicBezTo>
                    <a:pt x="219" y="243"/>
                    <a:pt x="219" y="243"/>
                    <a:pt x="219" y="243"/>
                  </a:cubicBezTo>
                  <a:cubicBezTo>
                    <a:pt x="218" y="245"/>
                    <a:pt x="218" y="245"/>
                    <a:pt x="218" y="245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21" y="247"/>
                    <a:pt x="221" y="247"/>
                    <a:pt x="221" y="247"/>
                  </a:cubicBezTo>
                  <a:cubicBezTo>
                    <a:pt x="222" y="248"/>
                    <a:pt x="222" y="248"/>
                    <a:pt x="222" y="248"/>
                  </a:cubicBezTo>
                  <a:cubicBezTo>
                    <a:pt x="223" y="249"/>
                    <a:pt x="223" y="249"/>
                    <a:pt x="223" y="249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4" y="249"/>
                    <a:pt x="224" y="249"/>
                    <a:pt x="224" y="249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2" y="255"/>
                    <a:pt x="222" y="255"/>
                    <a:pt x="222" y="255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21" y="255"/>
                    <a:pt x="221" y="255"/>
                    <a:pt x="221" y="255"/>
                  </a:cubicBezTo>
                  <a:lnTo>
                    <a:pt x="219" y="254"/>
                  </a:lnTo>
                  <a:close/>
                  <a:moveTo>
                    <a:pt x="222" y="260"/>
                  </a:move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57"/>
                    <a:pt x="221" y="257"/>
                    <a:pt x="221" y="257"/>
                  </a:cubicBezTo>
                  <a:cubicBezTo>
                    <a:pt x="222" y="257"/>
                    <a:pt x="222" y="257"/>
                    <a:pt x="222" y="257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22" y="259"/>
                    <a:pt x="222" y="259"/>
                    <a:pt x="222" y="259"/>
                  </a:cubicBezTo>
                  <a:cubicBezTo>
                    <a:pt x="222" y="259"/>
                    <a:pt x="222" y="259"/>
                    <a:pt x="222" y="259"/>
                  </a:cubicBezTo>
                  <a:lnTo>
                    <a:pt x="222" y="260"/>
                  </a:lnTo>
                  <a:close/>
                  <a:moveTo>
                    <a:pt x="222" y="266"/>
                  </a:moveTo>
                  <a:cubicBezTo>
                    <a:pt x="221" y="266"/>
                    <a:pt x="221" y="266"/>
                    <a:pt x="221" y="266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4" y="263"/>
                    <a:pt x="224" y="263"/>
                    <a:pt x="224" y="263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0"/>
                    <a:pt x="227" y="260"/>
                    <a:pt x="227" y="260"/>
                  </a:cubicBezTo>
                  <a:cubicBezTo>
                    <a:pt x="227" y="259"/>
                    <a:pt x="227" y="259"/>
                    <a:pt x="227" y="259"/>
                  </a:cubicBezTo>
                  <a:cubicBezTo>
                    <a:pt x="228" y="260"/>
                    <a:pt x="228" y="260"/>
                    <a:pt x="228" y="260"/>
                  </a:cubicBezTo>
                  <a:cubicBezTo>
                    <a:pt x="229" y="257"/>
                    <a:pt x="229" y="257"/>
                    <a:pt x="229" y="257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231" y="253"/>
                    <a:pt x="231" y="253"/>
                    <a:pt x="231" y="253"/>
                  </a:cubicBezTo>
                  <a:cubicBezTo>
                    <a:pt x="232" y="252"/>
                    <a:pt x="232" y="252"/>
                    <a:pt x="232" y="252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2" y="254"/>
                    <a:pt x="232" y="254"/>
                    <a:pt x="232" y="254"/>
                  </a:cubicBezTo>
                  <a:cubicBezTo>
                    <a:pt x="233" y="255"/>
                    <a:pt x="233" y="255"/>
                    <a:pt x="233" y="255"/>
                  </a:cubicBezTo>
                  <a:cubicBezTo>
                    <a:pt x="231" y="255"/>
                    <a:pt x="231" y="255"/>
                    <a:pt x="231" y="255"/>
                  </a:cubicBezTo>
                  <a:cubicBezTo>
                    <a:pt x="231" y="256"/>
                    <a:pt x="231" y="256"/>
                    <a:pt x="231" y="256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2" y="259"/>
                    <a:pt x="232" y="259"/>
                    <a:pt x="232" y="259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1" y="257"/>
                    <a:pt x="231" y="257"/>
                    <a:pt x="231" y="257"/>
                  </a:cubicBezTo>
                  <a:cubicBezTo>
                    <a:pt x="230" y="258"/>
                    <a:pt x="230" y="258"/>
                    <a:pt x="230" y="258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29" y="260"/>
                    <a:pt x="229" y="260"/>
                    <a:pt x="229" y="260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63"/>
                    <a:pt x="228" y="263"/>
                    <a:pt x="228" y="263"/>
                  </a:cubicBezTo>
                  <a:cubicBezTo>
                    <a:pt x="228" y="264"/>
                    <a:pt x="228" y="264"/>
                    <a:pt x="228" y="264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29" y="265"/>
                    <a:pt x="229" y="265"/>
                    <a:pt x="229" y="265"/>
                  </a:cubicBezTo>
                  <a:cubicBezTo>
                    <a:pt x="230" y="265"/>
                    <a:pt x="230" y="265"/>
                    <a:pt x="230" y="265"/>
                  </a:cubicBezTo>
                  <a:cubicBezTo>
                    <a:pt x="230" y="266"/>
                    <a:pt x="230" y="266"/>
                    <a:pt x="230" y="266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2" y="270"/>
                    <a:pt x="232" y="270"/>
                    <a:pt x="232" y="270"/>
                  </a:cubicBezTo>
                  <a:cubicBezTo>
                    <a:pt x="233" y="271"/>
                    <a:pt x="233" y="271"/>
                    <a:pt x="233" y="271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2" y="275"/>
                    <a:pt x="232" y="275"/>
                    <a:pt x="232" y="275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2" y="276"/>
                    <a:pt x="232" y="276"/>
                    <a:pt x="232" y="276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1" y="276"/>
                    <a:pt x="231" y="276"/>
                    <a:pt x="231" y="276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1" y="275"/>
                    <a:pt x="231" y="275"/>
                    <a:pt x="231" y="275"/>
                  </a:cubicBezTo>
                  <a:cubicBezTo>
                    <a:pt x="230" y="275"/>
                    <a:pt x="230" y="275"/>
                    <a:pt x="230" y="275"/>
                  </a:cubicBezTo>
                  <a:cubicBezTo>
                    <a:pt x="231" y="274"/>
                    <a:pt x="231" y="274"/>
                    <a:pt x="231" y="274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0" y="270"/>
                    <a:pt x="230" y="270"/>
                    <a:pt x="230" y="270"/>
                  </a:cubicBezTo>
                  <a:cubicBezTo>
                    <a:pt x="230" y="268"/>
                    <a:pt x="230" y="268"/>
                    <a:pt x="230" y="268"/>
                  </a:cubicBezTo>
                  <a:cubicBezTo>
                    <a:pt x="229" y="266"/>
                    <a:pt x="229" y="266"/>
                    <a:pt x="229" y="266"/>
                  </a:cubicBezTo>
                  <a:cubicBezTo>
                    <a:pt x="227" y="266"/>
                    <a:pt x="227" y="266"/>
                    <a:pt x="227" y="266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23" y="265"/>
                    <a:pt x="223" y="265"/>
                    <a:pt x="223" y="265"/>
                  </a:cubicBezTo>
                  <a:cubicBezTo>
                    <a:pt x="223" y="266"/>
                    <a:pt x="223" y="266"/>
                    <a:pt x="223" y="266"/>
                  </a:cubicBezTo>
                  <a:cubicBezTo>
                    <a:pt x="224" y="267"/>
                    <a:pt x="224" y="267"/>
                    <a:pt x="224" y="267"/>
                  </a:cubicBezTo>
                  <a:cubicBezTo>
                    <a:pt x="223" y="268"/>
                    <a:pt x="223" y="268"/>
                    <a:pt x="223" y="268"/>
                  </a:cubicBezTo>
                  <a:lnTo>
                    <a:pt x="222" y="266"/>
                  </a:lnTo>
                  <a:close/>
                  <a:moveTo>
                    <a:pt x="232" y="281"/>
                  </a:moveTo>
                  <a:cubicBezTo>
                    <a:pt x="231" y="281"/>
                    <a:pt x="231" y="281"/>
                    <a:pt x="231" y="281"/>
                  </a:cubicBezTo>
                  <a:cubicBezTo>
                    <a:pt x="231" y="280"/>
                    <a:pt x="231" y="280"/>
                    <a:pt x="231" y="280"/>
                  </a:cubicBezTo>
                  <a:lnTo>
                    <a:pt x="232" y="281"/>
                  </a:lnTo>
                  <a:close/>
                  <a:moveTo>
                    <a:pt x="224" y="269"/>
                  </a:move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lose/>
                  <a:moveTo>
                    <a:pt x="229" y="288"/>
                  </a:moveTo>
                  <a:cubicBezTo>
                    <a:pt x="229" y="288"/>
                    <a:pt x="229" y="288"/>
                    <a:pt x="229" y="288"/>
                  </a:cubicBezTo>
                  <a:cubicBezTo>
                    <a:pt x="228" y="289"/>
                    <a:pt x="228" y="289"/>
                    <a:pt x="228" y="289"/>
                  </a:cubicBezTo>
                  <a:cubicBezTo>
                    <a:pt x="227" y="288"/>
                    <a:pt x="227" y="288"/>
                    <a:pt x="227" y="288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8" y="287"/>
                    <a:pt x="228" y="287"/>
                    <a:pt x="228" y="287"/>
                  </a:cubicBezTo>
                  <a:cubicBezTo>
                    <a:pt x="228" y="285"/>
                    <a:pt x="228" y="285"/>
                    <a:pt x="228" y="285"/>
                  </a:cubicBezTo>
                  <a:cubicBezTo>
                    <a:pt x="227" y="284"/>
                    <a:pt x="227" y="284"/>
                    <a:pt x="227" y="284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1"/>
                    <a:pt x="228" y="281"/>
                    <a:pt x="228" y="281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79"/>
                    <a:pt x="225" y="279"/>
                    <a:pt x="225" y="279"/>
                  </a:cubicBezTo>
                  <a:cubicBezTo>
                    <a:pt x="226" y="278"/>
                    <a:pt x="226" y="278"/>
                    <a:pt x="226" y="278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4" y="276"/>
                    <a:pt x="224" y="276"/>
                    <a:pt x="224" y="276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7" y="272"/>
                    <a:pt x="227" y="272"/>
                    <a:pt x="227" y="272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8" y="275"/>
                    <a:pt x="228" y="275"/>
                    <a:pt x="228" y="275"/>
                  </a:cubicBezTo>
                  <a:cubicBezTo>
                    <a:pt x="227" y="275"/>
                    <a:pt x="227" y="275"/>
                    <a:pt x="227" y="275"/>
                  </a:cubicBezTo>
                  <a:cubicBezTo>
                    <a:pt x="226" y="276"/>
                    <a:pt x="226" y="276"/>
                    <a:pt x="226" y="276"/>
                  </a:cubicBezTo>
                  <a:cubicBezTo>
                    <a:pt x="227" y="278"/>
                    <a:pt x="227" y="278"/>
                    <a:pt x="227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9" y="281"/>
                    <a:pt x="229" y="281"/>
                    <a:pt x="229" y="281"/>
                  </a:cubicBezTo>
                  <a:cubicBezTo>
                    <a:pt x="228" y="282"/>
                    <a:pt x="228" y="282"/>
                    <a:pt x="228" y="282"/>
                  </a:cubicBezTo>
                  <a:cubicBezTo>
                    <a:pt x="230" y="282"/>
                    <a:pt x="230" y="282"/>
                    <a:pt x="230" y="282"/>
                  </a:cubicBezTo>
                  <a:cubicBezTo>
                    <a:pt x="231" y="282"/>
                    <a:pt x="231" y="282"/>
                    <a:pt x="231" y="282"/>
                  </a:cubicBezTo>
                  <a:cubicBezTo>
                    <a:pt x="230" y="283"/>
                    <a:pt x="230" y="283"/>
                    <a:pt x="230" y="283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6"/>
                    <a:pt x="228" y="286"/>
                    <a:pt x="228" y="286"/>
                  </a:cubicBezTo>
                  <a:lnTo>
                    <a:pt x="229" y="288"/>
                  </a:lnTo>
                  <a:close/>
                  <a:moveTo>
                    <a:pt x="230" y="288"/>
                  </a:moveTo>
                  <a:cubicBezTo>
                    <a:pt x="231" y="286"/>
                    <a:pt x="231" y="286"/>
                    <a:pt x="231" y="286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3" y="284"/>
                    <a:pt x="233" y="284"/>
                    <a:pt x="233" y="284"/>
                  </a:cubicBezTo>
                  <a:cubicBezTo>
                    <a:pt x="234" y="283"/>
                    <a:pt x="234" y="283"/>
                    <a:pt x="234" y="283"/>
                  </a:cubicBezTo>
                  <a:cubicBezTo>
                    <a:pt x="234" y="284"/>
                    <a:pt x="234" y="284"/>
                    <a:pt x="234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0" y="288"/>
                    <a:pt x="230" y="288"/>
                    <a:pt x="230" y="288"/>
                  </a:cubicBezTo>
                  <a:cubicBezTo>
                    <a:pt x="231" y="289"/>
                    <a:pt x="231" y="289"/>
                    <a:pt x="231" y="289"/>
                  </a:cubicBezTo>
                  <a:lnTo>
                    <a:pt x="230" y="288"/>
                  </a:lnTo>
                  <a:close/>
                  <a:moveTo>
                    <a:pt x="231" y="290"/>
                  </a:moveTo>
                  <a:cubicBezTo>
                    <a:pt x="232" y="290"/>
                    <a:pt x="232" y="290"/>
                    <a:pt x="232" y="290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0"/>
                    <a:pt x="231" y="290"/>
                    <a:pt x="231" y="290"/>
                  </a:cubicBezTo>
                  <a:close/>
                  <a:moveTo>
                    <a:pt x="234" y="294"/>
                  </a:moveTo>
                  <a:cubicBezTo>
                    <a:pt x="232" y="295"/>
                    <a:pt x="232" y="295"/>
                    <a:pt x="232" y="295"/>
                  </a:cubicBezTo>
                  <a:cubicBezTo>
                    <a:pt x="232" y="295"/>
                    <a:pt x="232" y="295"/>
                    <a:pt x="232" y="295"/>
                  </a:cubicBezTo>
                  <a:cubicBezTo>
                    <a:pt x="231" y="295"/>
                    <a:pt x="231" y="295"/>
                    <a:pt x="231" y="295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3" y="292"/>
                    <a:pt x="233" y="292"/>
                    <a:pt x="233" y="292"/>
                  </a:cubicBezTo>
                  <a:cubicBezTo>
                    <a:pt x="233" y="293"/>
                    <a:pt x="233" y="293"/>
                    <a:pt x="233" y="293"/>
                  </a:cubicBezTo>
                  <a:cubicBezTo>
                    <a:pt x="233" y="294"/>
                    <a:pt x="233" y="294"/>
                    <a:pt x="233" y="294"/>
                  </a:cubicBezTo>
                  <a:cubicBezTo>
                    <a:pt x="234" y="294"/>
                    <a:pt x="234" y="294"/>
                    <a:pt x="234" y="294"/>
                  </a:cubicBezTo>
                  <a:close/>
                  <a:moveTo>
                    <a:pt x="236" y="291"/>
                  </a:moveTo>
                  <a:cubicBezTo>
                    <a:pt x="234" y="291"/>
                    <a:pt x="234" y="291"/>
                    <a:pt x="234" y="291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6" y="290"/>
                    <a:pt x="236" y="290"/>
                    <a:pt x="236" y="290"/>
                  </a:cubicBezTo>
                  <a:cubicBezTo>
                    <a:pt x="235" y="290"/>
                    <a:pt x="235" y="290"/>
                    <a:pt x="235" y="290"/>
                  </a:cubicBezTo>
                  <a:cubicBezTo>
                    <a:pt x="236" y="291"/>
                    <a:pt x="236" y="291"/>
                    <a:pt x="236" y="291"/>
                  </a:cubicBezTo>
                  <a:close/>
                  <a:moveTo>
                    <a:pt x="236" y="283"/>
                  </a:moveTo>
                  <a:cubicBezTo>
                    <a:pt x="234" y="283"/>
                    <a:pt x="234" y="283"/>
                    <a:pt x="234" y="283"/>
                  </a:cubicBezTo>
                  <a:cubicBezTo>
                    <a:pt x="235" y="282"/>
                    <a:pt x="235" y="282"/>
                    <a:pt x="235" y="282"/>
                  </a:cubicBezTo>
                  <a:cubicBezTo>
                    <a:pt x="235" y="283"/>
                    <a:pt x="235" y="283"/>
                    <a:pt x="235" y="283"/>
                  </a:cubicBezTo>
                  <a:cubicBezTo>
                    <a:pt x="236" y="282"/>
                    <a:pt x="236" y="282"/>
                    <a:pt x="236" y="282"/>
                  </a:cubicBezTo>
                  <a:lnTo>
                    <a:pt x="236" y="283"/>
                  </a:lnTo>
                  <a:close/>
                  <a:moveTo>
                    <a:pt x="237" y="285"/>
                  </a:moveTo>
                  <a:cubicBezTo>
                    <a:pt x="237" y="284"/>
                    <a:pt x="237" y="284"/>
                    <a:pt x="237" y="284"/>
                  </a:cubicBezTo>
                  <a:cubicBezTo>
                    <a:pt x="238" y="284"/>
                    <a:pt x="238" y="284"/>
                    <a:pt x="238" y="284"/>
                  </a:cubicBezTo>
                  <a:lnTo>
                    <a:pt x="237" y="285"/>
                  </a:lnTo>
                  <a:close/>
                  <a:moveTo>
                    <a:pt x="233" y="317"/>
                  </a:moveTo>
                  <a:cubicBezTo>
                    <a:pt x="233" y="317"/>
                    <a:pt x="233" y="317"/>
                    <a:pt x="233" y="317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3" y="317"/>
                    <a:pt x="233" y="317"/>
                    <a:pt x="233" y="317"/>
                  </a:cubicBezTo>
                  <a:close/>
                  <a:moveTo>
                    <a:pt x="234" y="322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4" y="322"/>
                    <a:pt x="234" y="322"/>
                    <a:pt x="234" y="322"/>
                  </a:cubicBezTo>
                  <a:close/>
                  <a:moveTo>
                    <a:pt x="235" y="324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5" y="323"/>
                    <a:pt x="235" y="323"/>
                    <a:pt x="235" y="323"/>
                  </a:cubicBezTo>
                  <a:cubicBezTo>
                    <a:pt x="235" y="323"/>
                    <a:pt x="235" y="323"/>
                    <a:pt x="235" y="323"/>
                  </a:cubicBezTo>
                  <a:lnTo>
                    <a:pt x="235" y="324"/>
                  </a:lnTo>
                  <a:close/>
                  <a:moveTo>
                    <a:pt x="234" y="319"/>
                  </a:moveTo>
                  <a:cubicBezTo>
                    <a:pt x="235" y="320"/>
                    <a:pt x="235" y="320"/>
                    <a:pt x="235" y="320"/>
                  </a:cubicBezTo>
                  <a:cubicBezTo>
                    <a:pt x="235" y="321"/>
                    <a:pt x="235" y="321"/>
                    <a:pt x="235" y="321"/>
                  </a:cubicBezTo>
                  <a:lnTo>
                    <a:pt x="234" y="319"/>
                  </a:lnTo>
                  <a:close/>
                  <a:moveTo>
                    <a:pt x="235" y="327"/>
                  </a:moveTo>
                  <a:cubicBezTo>
                    <a:pt x="236" y="326"/>
                    <a:pt x="236" y="326"/>
                    <a:pt x="236" y="326"/>
                  </a:cubicBezTo>
                  <a:cubicBezTo>
                    <a:pt x="235" y="325"/>
                    <a:pt x="235" y="325"/>
                    <a:pt x="235" y="325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7" y="326"/>
                    <a:pt x="237" y="326"/>
                    <a:pt x="237" y="326"/>
                  </a:cubicBezTo>
                  <a:lnTo>
                    <a:pt x="235" y="327"/>
                  </a:lnTo>
                  <a:close/>
                  <a:moveTo>
                    <a:pt x="238" y="327"/>
                  </a:moveTo>
                  <a:cubicBezTo>
                    <a:pt x="238" y="326"/>
                    <a:pt x="238" y="326"/>
                    <a:pt x="238" y="326"/>
                  </a:cubicBezTo>
                  <a:cubicBezTo>
                    <a:pt x="238" y="326"/>
                    <a:pt x="238" y="326"/>
                    <a:pt x="238" y="326"/>
                  </a:cubicBezTo>
                  <a:lnTo>
                    <a:pt x="238" y="327"/>
                  </a:lnTo>
                  <a:close/>
                  <a:moveTo>
                    <a:pt x="240" y="324"/>
                  </a:moveTo>
                  <a:cubicBezTo>
                    <a:pt x="240" y="324"/>
                    <a:pt x="240" y="324"/>
                    <a:pt x="240" y="324"/>
                  </a:cubicBezTo>
                  <a:cubicBezTo>
                    <a:pt x="240" y="324"/>
                    <a:pt x="240" y="324"/>
                    <a:pt x="240" y="324"/>
                  </a:cubicBezTo>
                  <a:close/>
                  <a:moveTo>
                    <a:pt x="239" y="317"/>
                  </a:moveTo>
                  <a:cubicBezTo>
                    <a:pt x="239" y="318"/>
                    <a:pt x="239" y="318"/>
                    <a:pt x="239" y="318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8" y="319"/>
                    <a:pt x="238" y="319"/>
                    <a:pt x="238" y="319"/>
                  </a:cubicBezTo>
                  <a:cubicBezTo>
                    <a:pt x="236" y="320"/>
                    <a:pt x="236" y="320"/>
                    <a:pt x="236" y="320"/>
                  </a:cubicBezTo>
                  <a:cubicBezTo>
                    <a:pt x="237" y="319"/>
                    <a:pt x="237" y="319"/>
                    <a:pt x="237" y="319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7" y="316"/>
                    <a:pt x="237" y="316"/>
                    <a:pt x="237" y="316"/>
                  </a:cubicBezTo>
                  <a:cubicBezTo>
                    <a:pt x="236" y="318"/>
                    <a:pt x="236" y="318"/>
                    <a:pt x="236" y="318"/>
                  </a:cubicBezTo>
                  <a:cubicBezTo>
                    <a:pt x="239" y="316"/>
                    <a:pt x="239" y="316"/>
                    <a:pt x="239" y="316"/>
                  </a:cubicBezTo>
                  <a:cubicBezTo>
                    <a:pt x="240" y="316"/>
                    <a:pt x="240" y="316"/>
                    <a:pt x="240" y="316"/>
                  </a:cubicBezTo>
                  <a:cubicBezTo>
                    <a:pt x="240" y="315"/>
                    <a:pt x="240" y="315"/>
                    <a:pt x="240" y="315"/>
                  </a:cubicBezTo>
                  <a:cubicBezTo>
                    <a:pt x="241" y="316"/>
                    <a:pt x="241" y="316"/>
                    <a:pt x="241" y="316"/>
                  </a:cubicBezTo>
                  <a:cubicBezTo>
                    <a:pt x="242" y="317"/>
                    <a:pt x="242" y="317"/>
                    <a:pt x="242" y="317"/>
                  </a:cubicBezTo>
                  <a:lnTo>
                    <a:pt x="239" y="317"/>
                  </a:lnTo>
                  <a:close/>
                  <a:moveTo>
                    <a:pt x="240" y="327"/>
                  </a:moveTo>
                  <a:cubicBezTo>
                    <a:pt x="240" y="327"/>
                    <a:pt x="240" y="327"/>
                    <a:pt x="240" y="327"/>
                  </a:cubicBezTo>
                  <a:cubicBezTo>
                    <a:pt x="241" y="327"/>
                    <a:pt x="241" y="327"/>
                    <a:pt x="241" y="327"/>
                  </a:cubicBezTo>
                  <a:cubicBezTo>
                    <a:pt x="240" y="325"/>
                    <a:pt x="240" y="325"/>
                    <a:pt x="240" y="325"/>
                  </a:cubicBezTo>
                  <a:cubicBezTo>
                    <a:pt x="241" y="325"/>
                    <a:pt x="241" y="325"/>
                    <a:pt x="241" y="325"/>
                  </a:cubicBezTo>
                  <a:cubicBezTo>
                    <a:pt x="242" y="325"/>
                    <a:pt x="242" y="325"/>
                    <a:pt x="242" y="325"/>
                  </a:cubicBezTo>
                  <a:cubicBezTo>
                    <a:pt x="242" y="326"/>
                    <a:pt x="242" y="326"/>
                    <a:pt x="242" y="326"/>
                  </a:cubicBezTo>
                  <a:cubicBezTo>
                    <a:pt x="243" y="327"/>
                    <a:pt x="243" y="327"/>
                    <a:pt x="243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1" y="327"/>
                    <a:pt x="241" y="327"/>
                    <a:pt x="241" y="327"/>
                  </a:cubicBezTo>
                  <a:lnTo>
                    <a:pt x="240" y="327"/>
                  </a:lnTo>
                  <a:close/>
                  <a:moveTo>
                    <a:pt x="239" y="337"/>
                  </a:moveTo>
                  <a:cubicBezTo>
                    <a:pt x="240" y="336"/>
                    <a:pt x="240" y="336"/>
                    <a:pt x="240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lnTo>
                    <a:pt x="239" y="337"/>
                  </a:lnTo>
                  <a:close/>
                  <a:moveTo>
                    <a:pt x="241" y="342"/>
                  </a:moveTo>
                  <a:cubicBezTo>
                    <a:pt x="241" y="342"/>
                    <a:pt x="241" y="342"/>
                    <a:pt x="241" y="342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2"/>
                    <a:pt x="241" y="342"/>
                    <a:pt x="241" y="342"/>
                  </a:cubicBezTo>
                  <a:cubicBezTo>
                    <a:pt x="241" y="342"/>
                    <a:pt x="241" y="342"/>
                    <a:pt x="241" y="342"/>
                  </a:cubicBezTo>
                  <a:close/>
                  <a:moveTo>
                    <a:pt x="242" y="351"/>
                  </a:moveTo>
                  <a:cubicBezTo>
                    <a:pt x="242" y="350"/>
                    <a:pt x="242" y="350"/>
                    <a:pt x="242" y="350"/>
                  </a:cubicBezTo>
                  <a:cubicBezTo>
                    <a:pt x="242" y="350"/>
                    <a:pt x="242" y="350"/>
                    <a:pt x="242" y="350"/>
                  </a:cubicBezTo>
                  <a:cubicBezTo>
                    <a:pt x="243" y="350"/>
                    <a:pt x="243" y="350"/>
                    <a:pt x="243" y="350"/>
                  </a:cubicBezTo>
                  <a:lnTo>
                    <a:pt x="242" y="351"/>
                  </a:lnTo>
                  <a:close/>
                  <a:moveTo>
                    <a:pt x="243" y="333"/>
                  </a:moveTo>
                  <a:cubicBezTo>
                    <a:pt x="242" y="333"/>
                    <a:pt x="242" y="333"/>
                    <a:pt x="242" y="333"/>
                  </a:cubicBezTo>
                  <a:cubicBezTo>
                    <a:pt x="243" y="333"/>
                    <a:pt x="243" y="333"/>
                    <a:pt x="243" y="333"/>
                  </a:cubicBezTo>
                  <a:close/>
                  <a:moveTo>
                    <a:pt x="242" y="313"/>
                  </a:moveTo>
                  <a:cubicBezTo>
                    <a:pt x="242" y="313"/>
                    <a:pt x="242" y="313"/>
                    <a:pt x="242" y="313"/>
                  </a:cubicBezTo>
                  <a:cubicBezTo>
                    <a:pt x="241" y="314"/>
                    <a:pt x="241" y="314"/>
                    <a:pt x="241" y="314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40" y="313"/>
                    <a:pt x="240" y="313"/>
                    <a:pt x="240" y="313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3" y="311"/>
                    <a:pt x="243" y="311"/>
                    <a:pt x="243" y="311"/>
                  </a:cubicBezTo>
                  <a:cubicBezTo>
                    <a:pt x="243" y="312"/>
                    <a:pt x="243" y="312"/>
                    <a:pt x="243" y="312"/>
                  </a:cubicBezTo>
                  <a:lnTo>
                    <a:pt x="242" y="313"/>
                  </a:lnTo>
                  <a:close/>
                  <a:moveTo>
                    <a:pt x="246" y="332"/>
                  </a:moveTo>
                  <a:cubicBezTo>
                    <a:pt x="247" y="332"/>
                    <a:pt x="247" y="332"/>
                    <a:pt x="247" y="332"/>
                  </a:cubicBezTo>
                  <a:cubicBezTo>
                    <a:pt x="246" y="332"/>
                    <a:pt x="246" y="332"/>
                    <a:pt x="246" y="332"/>
                  </a:cubicBezTo>
                  <a:close/>
                  <a:moveTo>
                    <a:pt x="246" y="352"/>
                  </a:moveTo>
                  <a:cubicBezTo>
                    <a:pt x="246" y="352"/>
                    <a:pt x="246" y="352"/>
                    <a:pt x="246" y="352"/>
                  </a:cubicBezTo>
                  <a:cubicBezTo>
                    <a:pt x="246" y="352"/>
                    <a:pt x="246" y="352"/>
                    <a:pt x="246" y="352"/>
                  </a:cubicBezTo>
                  <a:close/>
                  <a:moveTo>
                    <a:pt x="246" y="331"/>
                  </a:move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lose/>
                  <a:moveTo>
                    <a:pt x="243" y="356"/>
                  </a:moveTo>
                  <a:cubicBezTo>
                    <a:pt x="242" y="355"/>
                    <a:pt x="242" y="355"/>
                    <a:pt x="242" y="355"/>
                  </a:cubicBezTo>
                  <a:cubicBezTo>
                    <a:pt x="242" y="355"/>
                    <a:pt x="242" y="355"/>
                    <a:pt x="242" y="355"/>
                  </a:cubicBezTo>
                  <a:cubicBezTo>
                    <a:pt x="244" y="356"/>
                    <a:pt x="244" y="356"/>
                    <a:pt x="244" y="356"/>
                  </a:cubicBezTo>
                  <a:lnTo>
                    <a:pt x="243" y="356"/>
                  </a:lnTo>
                  <a:close/>
                  <a:moveTo>
                    <a:pt x="245" y="351"/>
                  </a:moveTo>
                  <a:cubicBezTo>
                    <a:pt x="244" y="352"/>
                    <a:pt x="244" y="352"/>
                    <a:pt x="244" y="352"/>
                  </a:cubicBezTo>
                  <a:cubicBezTo>
                    <a:pt x="244" y="351"/>
                    <a:pt x="244" y="351"/>
                    <a:pt x="244" y="351"/>
                  </a:cubicBezTo>
                  <a:cubicBezTo>
                    <a:pt x="245" y="350"/>
                    <a:pt x="245" y="350"/>
                    <a:pt x="245" y="350"/>
                  </a:cubicBezTo>
                  <a:lnTo>
                    <a:pt x="245" y="351"/>
                  </a:lnTo>
                  <a:close/>
                  <a:moveTo>
                    <a:pt x="246" y="353"/>
                  </a:moveTo>
                  <a:cubicBezTo>
                    <a:pt x="245" y="354"/>
                    <a:pt x="245" y="354"/>
                    <a:pt x="245" y="354"/>
                  </a:cubicBezTo>
                  <a:cubicBezTo>
                    <a:pt x="245" y="354"/>
                    <a:pt x="245" y="354"/>
                    <a:pt x="245" y="354"/>
                  </a:cubicBezTo>
                  <a:cubicBezTo>
                    <a:pt x="246" y="353"/>
                    <a:pt x="246" y="353"/>
                    <a:pt x="246" y="353"/>
                  </a:cubicBezTo>
                  <a:cubicBezTo>
                    <a:pt x="247" y="353"/>
                    <a:pt x="247" y="353"/>
                    <a:pt x="247" y="353"/>
                  </a:cubicBezTo>
                  <a:lnTo>
                    <a:pt x="246" y="353"/>
                  </a:lnTo>
                  <a:close/>
                  <a:moveTo>
                    <a:pt x="256" y="367"/>
                  </a:moveTo>
                  <a:cubicBezTo>
                    <a:pt x="256" y="366"/>
                    <a:pt x="256" y="366"/>
                    <a:pt x="256" y="366"/>
                  </a:cubicBezTo>
                  <a:cubicBezTo>
                    <a:pt x="255" y="365"/>
                    <a:pt x="255" y="365"/>
                    <a:pt x="255" y="365"/>
                  </a:cubicBezTo>
                  <a:cubicBezTo>
                    <a:pt x="256" y="366"/>
                    <a:pt x="256" y="366"/>
                    <a:pt x="256" y="366"/>
                  </a:cubicBezTo>
                  <a:cubicBezTo>
                    <a:pt x="256" y="366"/>
                    <a:pt x="256" y="366"/>
                    <a:pt x="256" y="366"/>
                  </a:cubicBezTo>
                  <a:lnTo>
                    <a:pt x="256" y="367"/>
                  </a:lnTo>
                  <a:close/>
                  <a:moveTo>
                    <a:pt x="258" y="395"/>
                  </a:moveTo>
                  <a:cubicBezTo>
                    <a:pt x="257" y="395"/>
                    <a:pt x="257" y="395"/>
                    <a:pt x="257" y="395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5"/>
                    <a:pt x="257" y="395"/>
                    <a:pt x="257" y="395"/>
                  </a:cubicBezTo>
                  <a:cubicBezTo>
                    <a:pt x="258" y="394"/>
                    <a:pt x="258" y="394"/>
                    <a:pt x="258" y="394"/>
                  </a:cubicBezTo>
                  <a:cubicBezTo>
                    <a:pt x="258" y="395"/>
                    <a:pt x="258" y="395"/>
                    <a:pt x="258" y="395"/>
                  </a:cubicBezTo>
                  <a:close/>
                  <a:moveTo>
                    <a:pt x="264" y="382"/>
                  </a:moveTo>
                  <a:cubicBezTo>
                    <a:pt x="264" y="382"/>
                    <a:pt x="264" y="382"/>
                    <a:pt x="264" y="382"/>
                  </a:cubicBezTo>
                  <a:cubicBezTo>
                    <a:pt x="264" y="382"/>
                    <a:pt x="264" y="382"/>
                    <a:pt x="264" y="382"/>
                  </a:cubicBezTo>
                  <a:close/>
                  <a:moveTo>
                    <a:pt x="263" y="383"/>
                  </a:moveTo>
                  <a:cubicBezTo>
                    <a:pt x="263" y="383"/>
                    <a:pt x="263" y="383"/>
                    <a:pt x="263" y="383"/>
                  </a:cubicBezTo>
                  <a:cubicBezTo>
                    <a:pt x="263" y="384"/>
                    <a:pt x="263" y="384"/>
                    <a:pt x="263" y="384"/>
                  </a:cubicBezTo>
                  <a:lnTo>
                    <a:pt x="263" y="383"/>
                  </a:lnTo>
                  <a:close/>
                  <a:moveTo>
                    <a:pt x="262" y="388"/>
                  </a:moveTo>
                  <a:cubicBezTo>
                    <a:pt x="262" y="387"/>
                    <a:pt x="262" y="387"/>
                    <a:pt x="262" y="387"/>
                  </a:cubicBezTo>
                  <a:cubicBezTo>
                    <a:pt x="262" y="388"/>
                    <a:pt x="262" y="388"/>
                    <a:pt x="262" y="388"/>
                  </a:cubicBezTo>
                  <a:close/>
                  <a:moveTo>
                    <a:pt x="263" y="387"/>
                  </a:moveTo>
                  <a:cubicBezTo>
                    <a:pt x="263" y="384"/>
                    <a:pt x="263" y="384"/>
                    <a:pt x="263" y="384"/>
                  </a:cubicBezTo>
                  <a:cubicBezTo>
                    <a:pt x="263" y="385"/>
                    <a:pt x="263" y="385"/>
                    <a:pt x="263" y="385"/>
                  </a:cubicBezTo>
                  <a:cubicBezTo>
                    <a:pt x="263" y="386"/>
                    <a:pt x="263" y="386"/>
                    <a:pt x="263" y="386"/>
                  </a:cubicBezTo>
                  <a:cubicBezTo>
                    <a:pt x="264" y="386"/>
                    <a:pt x="264" y="386"/>
                    <a:pt x="264" y="386"/>
                  </a:cubicBezTo>
                  <a:lnTo>
                    <a:pt x="263" y="387"/>
                  </a:lnTo>
                  <a:close/>
                  <a:moveTo>
                    <a:pt x="302" y="621"/>
                  </a:move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lnTo>
                    <a:pt x="302" y="621"/>
                  </a:lnTo>
                  <a:close/>
                  <a:moveTo>
                    <a:pt x="306" y="86"/>
                  </a:moveTo>
                  <a:cubicBezTo>
                    <a:pt x="306" y="85"/>
                    <a:pt x="306" y="85"/>
                    <a:pt x="306" y="85"/>
                  </a:cubicBezTo>
                  <a:cubicBezTo>
                    <a:pt x="306" y="86"/>
                    <a:pt x="306" y="86"/>
                    <a:pt x="306" y="86"/>
                  </a:cubicBezTo>
                  <a:close/>
                  <a:moveTo>
                    <a:pt x="308" y="83"/>
                  </a:moveTo>
                  <a:cubicBezTo>
                    <a:pt x="308" y="83"/>
                    <a:pt x="308" y="83"/>
                    <a:pt x="308" y="83"/>
                  </a:cubicBezTo>
                  <a:cubicBezTo>
                    <a:pt x="309" y="82"/>
                    <a:pt x="309" y="82"/>
                    <a:pt x="309" y="82"/>
                  </a:cubicBezTo>
                  <a:cubicBezTo>
                    <a:pt x="309" y="82"/>
                    <a:pt x="309" y="82"/>
                    <a:pt x="309" y="82"/>
                  </a:cubicBezTo>
                  <a:lnTo>
                    <a:pt x="308" y="83"/>
                  </a:lnTo>
                  <a:close/>
                  <a:moveTo>
                    <a:pt x="313" y="92"/>
                  </a:moveTo>
                  <a:cubicBezTo>
                    <a:pt x="312" y="93"/>
                    <a:pt x="312" y="93"/>
                    <a:pt x="312" y="93"/>
                  </a:cubicBezTo>
                  <a:cubicBezTo>
                    <a:pt x="312" y="93"/>
                    <a:pt x="312" y="93"/>
                    <a:pt x="312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12" y="90"/>
                    <a:pt x="312" y="90"/>
                    <a:pt x="312" y="90"/>
                  </a:cubicBezTo>
                  <a:cubicBezTo>
                    <a:pt x="311" y="87"/>
                    <a:pt x="311" y="87"/>
                    <a:pt x="311" y="87"/>
                  </a:cubicBezTo>
                  <a:cubicBezTo>
                    <a:pt x="311" y="85"/>
                    <a:pt x="311" y="85"/>
                    <a:pt x="311" y="85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2" y="84"/>
                    <a:pt x="312" y="84"/>
                    <a:pt x="312" y="84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3" y="85"/>
                    <a:pt x="313" y="85"/>
                    <a:pt x="313" y="85"/>
                  </a:cubicBezTo>
                  <a:cubicBezTo>
                    <a:pt x="312" y="88"/>
                    <a:pt x="312" y="88"/>
                    <a:pt x="312" y="88"/>
                  </a:cubicBezTo>
                  <a:lnTo>
                    <a:pt x="313" y="92"/>
                  </a:lnTo>
                  <a:close/>
                  <a:moveTo>
                    <a:pt x="315" y="83"/>
                  </a:moveTo>
                  <a:cubicBezTo>
                    <a:pt x="315" y="83"/>
                    <a:pt x="315" y="83"/>
                    <a:pt x="315" y="83"/>
                  </a:cubicBezTo>
                  <a:cubicBezTo>
                    <a:pt x="315" y="83"/>
                    <a:pt x="315" y="83"/>
                    <a:pt x="315" y="83"/>
                  </a:cubicBezTo>
                  <a:close/>
                  <a:moveTo>
                    <a:pt x="324" y="88"/>
                  </a:moveTo>
                  <a:cubicBezTo>
                    <a:pt x="324" y="89"/>
                    <a:pt x="324" y="89"/>
                    <a:pt x="324" y="89"/>
                  </a:cubicBezTo>
                  <a:cubicBezTo>
                    <a:pt x="324" y="89"/>
                    <a:pt x="324" y="89"/>
                    <a:pt x="324" y="89"/>
                  </a:cubicBezTo>
                  <a:cubicBezTo>
                    <a:pt x="323" y="89"/>
                    <a:pt x="323" y="89"/>
                    <a:pt x="323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2" y="89"/>
                    <a:pt x="322" y="89"/>
                    <a:pt x="322" y="89"/>
                  </a:cubicBezTo>
                  <a:cubicBezTo>
                    <a:pt x="323" y="87"/>
                    <a:pt x="323" y="87"/>
                    <a:pt x="323" y="87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5" y="87"/>
                    <a:pt x="325" y="87"/>
                    <a:pt x="325" y="87"/>
                  </a:cubicBezTo>
                  <a:cubicBezTo>
                    <a:pt x="325" y="87"/>
                    <a:pt x="325" y="87"/>
                    <a:pt x="325" y="87"/>
                  </a:cubicBezTo>
                  <a:lnTo>
                    <a:pt x="324" y="88"/>
                  </a:lnTo>
                  <a:close/>
                  <a:moveTo>
                    <a:pt x="344" y="82"/>
                  </a:moveTo>
                  <a:cubicBezTo>
                    <a:pt x="342" y="82"/>
                    <a:pt x="342" y="82"/>
                    <a:pt x="342" y="82"/>
                  </a:cubicBezTo>
                  <a:cubicBezTo>
                    <a:pt x="342" y="82"/>
                    <a:pt x="342" y="82"/>
                    <a:pt x="342" y="82"/>
                  </a:cubicBezTo>
                  <a:cubicBezTo>
                    <a:pt x="341" y="80"/>
                    <a:pt x="341" y="80"/>
                    <a:pt x="341" y="80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39" y="81"/>
                    <a:pt x="339" y="81"/>
                    <a:pt x="339" y="81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6" y="81"/>
                    <a:pt x="336" y="81"/>
                    <a:pt x="336" y="81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3" y="83"/>
                    <a:pt x="333" y="83"/>
                    <a:pt x="333" y="83"/>
                  </a:cubicBezTo>
                  <a:cubicBezTo>
                    <a:pt x="330" y="85"/>
                    <a:pt x="330" y="85"/>
                    <a:pt x="330" y="85"/>
                  </a:cubicBezTo>
                  <a:cubicBezTo>
                    <a:pt x="329" y="85"/>
                    <a:pt x="329" y="85"/>
                    <a:pt x="329" y="85"/>
                  </a:cubicBezTo>
                  <a:cubicBezTo>
                    <a:pt x="327" y="86"/>
                    <a:pt x="327" y="86"/>
                    <a:pt x="327" y="86"/>
                  </a:cubicBezTo>
                  <a:cubicBezTo>
                    <a:pt x="327" y="85"/>
                    <a:pt x="327" y="85"/>
                    <a:pt x="327" y="85"/>
                  </a:cubicBezTo>
                  <a:cubicBezTo>
                    <a:pt x="328" y="84"/>
                    <a:pt x="328" y="84"/>
                    <a:pt x="328" y="84"/>
                  </a:cubicBezTo>
                  <a:cubicBezTo>
                    <a:pt x="328" y="85"/>
                    <a:pt x="328" y="85"/>
                    <a:pt x="328" y="85"/>
                  </a:cubicBezTo>
                  <a:cubicBezTo>
                    <a:pt x="332" y="83"/>
                    <a:pt x="332" y="83"/>
                    <a:pt x="332" y="83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4" y="81"/>
                    <a:pt x="334" y="81"/>
                    <a:pt x="334" y="81"/>
                  </a:cubicBezTo>
                  <a:cubicBezTo>
                    <a:pt x="337" y="81"/>
                    <a:pt x="337" y="81"/>
                    <a:pt x="337" y="81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40" y="81"/>
                    <a:pt x="340" y="81"/>
                    <a:pt x="340" y="81"/>
                  </a:cubicBezTo>
                  <a:cubicBezTo>
                    <a:pt x="342" y="80"/>
                    <a:pt x="342" y="80"/>
                    <a:pt x="342" y="80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6" y="80"/>
                    <a:pt x="346" y="80"/>
                    <a:pt x="346" y="80"/>
                  </a:cubicBezTo>
                  <a:cubicBezTo>
                    <a:pt x="347" y="80"/>
                    <a:pt x="347" y="80"/>
                    <a:pt x="347" y="80"/>
                  </a:cubicBezTo>
                  <a:lnTo>
                    <a:pt x="344" y="82"/>
                  </a:lnTo>
                  <a:close/>
                  <a:moveTo>
                    <a:pt x="356" y="81"/>
                  </a:moveTo>
                  <a:cubicBezTo>
                    <a:pt x="356" y="80"/>
                    <a:pt x="356" y="80"/>
                    <a:pt x="356" y="80"/>
                  </a:cubicBezTo>
                  <a:cubicBezTo>
                    <a:pt x="356" y="80"/>
                    <a:pt x="356" y="80"/>
                    <a:pt x="356" y="80"/>
                  </a:cubicBezTo>
                  <a:cubicBezTo>
                    <a:pt x="357" y="80"/>
                    <a:pt x="357" y="80"/>
                    <a:pt x="357" y="80"/>
                  </a:cubicBezTo>
                  <a:lnTo>
                    <a:pt x="356" y="81"/>
                  </a:lnTo>
                  <a:close/>
                  <a:moveTo>
                    <a:pt x="490" y="693"/>
                  </a:moveTo>
                  <a:cubicBezTo>
                    <a:pt x="490" y="692"/>
                    <a:pt x="490" y="692"/>
                    <a:pt x="490" y="692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4"/>
                    <a:pt x="494" y="694"/>
                    <a:pt x="494" y="694"/>
                  </a:cubicBezTo>
                  <a:cubicBezTo>
                    <a:pt x="492" y="694"/>
                    <a:pt x="492" y="694"/>
                    <a:pt x="492" y="694"/>
                  </a:cubicBezTo>
                  <a:cubicBezTo>
                    <a:pt x="491" y="693"/>
                    <a:pt x="491" y="693"/>
                    <a:pt x="491" y="693"/>
                  </a:cubicBezTo>
                  <a:lnTo>
                    <a:pt x="490" y="693"/>
                  </a:lnTo>
                  <a:close/>
                  <a:moveTo>
                    <a:pt x="517" y="829"/>
                  </a:moveTo>
                  <a:cubicBezTo>
                    <a:pt x="518" y="828"/>
                    <a:pt x="518" y="828"/>
                    <a:pt x="518" y="828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8"/>
                    <a:pt x="518" y="828"/>
                    <a:pt x="518" y="828"/>
                  </a:cubicBezTo>
                  <a:lnTo>
                    <a:pt x="517" y="829"/>
                  </a:lnTo>
                  <a:close/>
                  <a:moveTo>
                    <a:pt x="584" y="739"/>
                  </a:moveTo>
                  <a:cubicBezTo>
                    <a:pt x="581" y="740"/>
                    <a:pt x="581" y="740"/>
                    <a:pt x="581" y="740"/>
                  </a:cubicBezTo>
                  <a:cubicBezTo>
                    <a:pt x="581" y="740"/>
                    <a:pt x="581" y="740"/>
                    <a:pt x="581" y="740"/>
                  </a:cubicBezTo>
                  <a:cubicBezTo>
                    <a:pt x="581" y="738"/>
                    <a:pt x="581" y="738"/>
                    <a:pt x="581" y="738"/>
                  </a:cubicBezTo>
                  <a:cubicBezTo>
                    <a:pt x="579" y="737"/>
                    <a:pt x="579" y="737"/>
                    <a:pt x="579" y="737"/>
                  </a:cubicBezTo>
                  <a:cubicBezTo>
                    <a:pt x="579" y="736"/>
                    <a:pt x="579" y="736"/>
                    <a:pt x="579" y="736"/>
                  </a:cubicBezTo>
                  <a:cubicBezTo>
                    <a:pt x="580" y="735"/>
                    <a:pt x="580" y="735"/>
                    <a:pt x="580" y="735"/>
                  </a:cubicBezTo>
                  <a:cubicBezTo>
                    <a:pt x="580" y="734"/>
                    <a:pt x="580" y="734"/>
                    <a:pt x="580" y="734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0"/>
                    <a:pt x="583" y="730"/>
                    <a:pt x="583" y="730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4"/>
                    <a:pt x="583" y="734"/>
                    <a:pt x="583" y="734"/>
                  </a:cubicBezTo>
                  <a:cubicBezTo>
                    <a:pt x="584" y="736"/>
                    <a:pt x="584" y="736"/>
                    <a:pt x="584" y="736"/>
                  </a:cubicBezTo>
                  <a:cubicBezTo>
                    <a:pt x="584" y="737"/>
                    <a:pt x="584" y="737"/>
                    <a:pt x="584" y="737"/>
                  </a:cubicBezTo>
                  <a:lnTo>
                    <a:pt x="584" y="739"/>
                  </a:lnTo>
                  <a:close/>
                  <a:moveTo>
                    <a:pt x="596" y="723"/>
                  </a:moveTo>
                  <a:cubicBezTo>
                    <a:pt x="595" y="723"/>
                    <a:pt x="595" y="723"/>
                    <a:pt x="595" y="723"/>
                  </a:cubicBezTo>
                  <a:cubicBezTo>
                    <a:pt x="594" y="723"/>
                    <a:pt x="594" y="723"/>
                    <a:pt x="594" y="723"/>
                  </a:cubicBezTo>
                  <a:cubicBezTo>
                    <a:pt x="593" y="722"/>
                    <a:pt x="593" y="722"/>
                    <a:pt x="593" y="722"/>
                  </a:cubicBezTo>
                  <a:cubicBezTo>
                    <a:pt x="594" y="722"/>
                    <a:pt x="594" y="722"/>
                    <a:pt x="594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3"/>
                    <a:pt x="596" y="723"/>
                    <a:pt x="596" y="723"/>
                  </a:cubicBezTo>
                  <a:close/>
                  <a:moveTo>
                    <a:pt x="595" y="1170"/>
                  </a:moveTo>
                  <a:cubicBezTo>
                    <a:pt x="596" y="1170"/>
                    <a:pt x="596" y="1170"/>
                    <a:pt x="596" y="1170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7" y="1170"/>
                    <a:pt x="597" y="1170"/>
                    <a:pt x="597" y="1170"/>
                  </a:cubicBezTo>
                  <a:lnTo>
                    <a:pt x="595" y="1170"/>
                  </a:lnTo>
                  <a:close/>
                  <a:moveTo>
                    <a:pt x="600" y="1168"/>
                  </a:moveTo>
                  <a:cubicBezTo>
                    <a:pt x="600" y="1168"/>
                    <a:pt x="600" y="1168"/>
                    <a:pt x="600" y="1168"/>
                  </a:cubicBezTo>
                  <a:cubicBezTo>
                    <a:pt x="599" y="1170"/>
                    <a:pt x="599" y="1170"/>
                    <a:pt x="599" y="1170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8" y="1169"/>
                    <a:pt x="598" y="1169"/>
                    <a:pt x="598" y="1169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6" y="1165"/>
                    <a:pt x="596" y="1165"/>
                    <a:pt x="596" y="1165"/>
                  </a:cubicBezTo>
                  <a:cubicBezTo>
                    <a:pt x="595" y="1164"/>
                    <a:pt x="595" y="1164"/>
                    <a:pt x="595" y="1164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7" y="1164"/>
                    <a:pt x="597" y="1164"/>
                    <a:pt x="597" y="1164"/>
                  </a:cubicBezTo>
                  <a:cubicBezTo>
                    <a:pt x="597" y="1166"/>
                    <a:pt x="597" y="1166"/>
                    <a:pt x="597" y="1166"/>
                  </a:cubicBezTo>
                  <a:cubicBezTo>
                    <a:pt x="599" y="1165"/>
                    <a:pt x="599" y="1165"/>
                    <a:pt x="599" y="1165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4"/>
                    <a:pt x="600" y="1164"/>
                    <a:pt x="600" y="1164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599" y="1166"/>
                    <a:pt x="599" y="1166"/>
                    <a:pt x="599" y="1166"/>
                  </a:cubicBezTo>
                  <a:lnTo>
                    <a:pt x="600" y="1168"/>
                  </a:lnTo>
                  <a:close/>
                  <a:moveTo>
                    <a:pt x="594" y="1181"/>
                  </a:moveTo>
                  <a:cubicBezTo>
                    <a:pt x="594" y="1181"/>
                    <a:pt x="594" y="1181"/>
                    <a:pt x="594" y="1181"/>
                  </a:cubicBezTo>
                  <a:cubicBezTo>
                    <a:pt x="595" y="1181"/>
                    <a:pt x="595" y="1181"/>
                    <a:pt x="595" y="1181"/>
                  </a:cubicBezTo>
                  <a:lnTo>
                    <a:pt x="594" y="1181"/>
                  </a:lnTo>
                  <a:close/>
                  <a:moveTo>
                    <a:pt x="595" y="1179"/>
                  </a:moveTo>
                  <a:cubicBezTo>
                    <a:pt x="595" y="1178"/>
                    <a:pt x="595" y="1178"/>
                    <a:pt x="595" y="1178"/>
                  </a:cubicBezTo>
                  <a:cubicBezTo>
                    <a:pt x="595" y="1179"/>
                    <a:pt x="595" y="1179"/>
                    <a:pt x="595" y="1179"/>
                  </a:cubicBezTo>
                  <a:close/>
                  <a:moveTo>
                    <a:pt x="597" y="1179"/>
                  </a:moveTo>
                  <a:cubicBezTo>
                    <a:pt x="597" y="1178"/>
                    <a:pt x="597" y="1178"/>
                    <a:pt x="597" y="1178"/>
                  </a:cubicBezTo>
                  <a:cubicBezTo>
                    <a:pt x="597" y="1178"/>
                    <a:pt x="597" y="1178"/>
                    <a:pt x="597" y="1178"/>
                  </a:cubicBezTo>
                  <a:cubicBezTo>
                    <a:pt x="597" y="1179"/>
                    <a:pt x="597" y="1179"/>
                    <a:pt x="597" y="1179"/>
                  </a:cubicBezTo>
                  <a:close/>
                  <a:moveTo>
                    <a:pt x="596" y="1211"/>
                  </a:moveTo>
                  <a:cubicBezTo>
                    <a:pt x="595" y="1211"/>
                    <a:pt x="595" y="1211"/>
                    <a:pt x="595" y="1211"/>
                  </a:cubicBezTo>
                  <a:cubicBezTo>
                    <a:pt x="597" y="1212"/>
                    <a:pt x="597" y="1212"/>
                    <a:pt x="597" y="1212"/>
                  </a:cubicBezTo>
                  <a:lnTo>
                    <a:pt x="596" y="1211"/>
                  </a:lnTo>
                  <a:close/>
                  <a:moveTo>
                    <a:pt x="597" y="1207"/>
                  </a:moveTo>
                  <a:cubicBezTo>
                    <a:pt x="595" y="1204"/>
                    <a:pt x="595" y="1204"/>
                    <a:pt x="595" y="1204"/>
                  </a:cubicBezTo>
                  <a:cubicBezTo>
                    <a:pt x="595" y="1205"/>
                    <a:pt x="595" y="1205"/>
                    <a:pt x="595" y="1205"/>
                  </a:cubicBezTo>
                  <a:cubicBezTo>
                    <a:pt x="597" y="1207"/>
                    <a:pt x="597" y="1207"/>
                    <a:pt x="597" y="1207"/>
                  </a:cubicBezTo>
                  <a:close/>
                  <a:moveTo>
                    <a:pt x="598" y="1210"/>
                  </a:moveTo>
                  <a:cubicBezTo>
                    <a:pt x="598" y="1210"/>
                    <a:pt x="598" y="1210"/>
                    <a:pt x="598" y="1210"/>
                  </a:cubicBezTo>
                  <a:cubicBezTo>
                    <a:pt x="598" y="1210"/>
                    <a:pt x="598" y="1210"/>
                    <a:pt x="598" y="1210"/>
                  </a:cubicBezTo>
                  <a:close/>
                  <a:moveTo>
                    <a:pt x="605" y="1169"/>
                  </a:moveTo>
                  <a:cubicBezTo>
                    <a:pt x="605" y="1169"/>
                    <a:pt x="605" y="1169"/>
                    <a:pt x="605" y="1169"/>
                  </a:cubicBezTo>
                  <a:cubicBezTo>
                    <a:pt x="605" y="1170"/>
                    <a:pt x="605" y="1170"/>
                    <a:pt x="605" y="1170"/>
                  </a:cubicBezTo>
                  <a:cubicBezTo>
                    <a:pt x="604" y="1169"/>
                    <a:pt x="604" y="1169"/>
                    <a:pt x="604" y="1169"/>
                  </a:cubicBezTo>
                  <a:cubicBezTo>
                    <a:pt x="604" y="1168"/>
                    <a:pt x="604" y="1168"/>
                    <a:pt x="604" y="1168"/>
                  </a:cubicBezTo>
                  <a:lnTo>
                    <a:pt x="605" y="1169"/>
                  </a:lnTo>
                  <a:close/>
                  <a:moveTo>
                    <a:pt x="605" y="1171"/>
                  </a:moveTo>
                  <a:cubicBezTo>
                    <a:pt x="605" y="1171"/>
                    <a:pt x="605" y="1171"/>
                    <a:pt x="605" y="1171"/>
                  </a:cubicBezTo>
                  <a:cubicBezTo>
                    <a:pt x="604" y="1172"/>
                    <a:pt x="604" y="1172"/>
                    <a:pt x="604" y="1172"/>
                  </a:cubicBezTo>
                  <a:cubicBezTo>
                    <a:pt x="605" y="1172"/>
                    <a:pt x="605" y="1172"/>
                    <a:pt x="605" y="1172"/>
                  </a:cubicBezTo>
                  <a:lnTo>
                    <a:pt x="605" y="1171"/>
                  </a:lnTo>
                  <a:close/>
                  <a:moveTo>
                    <a:pt x="602" y="1167"/>
                  </a:moveTo>
                  <a:cubicBezTo>
                    <a:pt x="602" y="1166"/>
                    <a:pt x="602" y="1166"/>
                    <a:pt x="602" y="1166"/>
                  </a:cubicBezTo>
                  <a:cubicBezTo>
                    <a:pt x="603" y="1166"/>
                    <a:pt x="603" y="1166"/>
                    <a:pt x="603" y="1166"/>
                  </a:cubicBezTo>
                  <a:cubicBezTo>
                    <a:pt x="603" y="1167"/>
                    <a:pt x="603" y="1167"/>
                    <a:pt x="603" y="1167"/>
                  </a:cubicBezTo>
                  <a:cubicBezTo>
                    <a:pt x="603" y="1167"/>
                    <a:pt x="603" y="1167"/>
                    <a:pt x="603" y="1167"/>
                  </a:cubicBezTo>
                  <a:lnTo>
                    <a:pt x="602" y="1167"/>
                  </a:lnTo>
                  <a:close/>
                  <a:moveTo>
                    <a:pt x="603" y="1201"/>
                  </a:moveTo>
                  <a:cubicBezTo>
                    <a:pt x="604" y="1202"/>
                    <a:pt x="604" y="1202"/>
                    <a:pt x="604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3" y="1201"/>
                    <a:pt x="603" y="1201"/>
                    <a:pt x="603" y="1201"/>
                  </a:cubicBezTo>
                  <a:cubicBezTo>
                    <a:pt x="602" y="1201"/>
                    <a:pt x="602" y="1201"/>
                    <a:pt x="602" y="1201"/>
                  </a:cubicBezTo>
                  <a:lnTo>
                    <a:pt x="603" y="1201"/>
                  </a:lnTo>
                  <a:close/>
                  <a:moveTo>
                    <a:pt x="604" y="1221"/>
                  </a:moveTo>
                  <a:cubicBezTo>
                    <a:pt x="604" y="1222"/>
                    <a:pt x="604" y="1222"/>
                    <a:pt x="604" y="1222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1"/>
                    <a:pt x="604" y="1221"/>
                    <a:pt x="604" y="1221"/>
                  </a:cubicBezTo>
                  <a:cubicBezTo>
                    <a:pt x="603" y="1219"/>
                    <a:pt x="603" y="1219"/>
                    <a:pt x="603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5" y="1220"/>
                    <a:pt x="605" y="1220"/>
                    <a:pt x="605" y="1220"/>
                  </a:cubicBezTo>
                  <a:cubicBezTo>
                    <a:pt x="604" y="1220"/>
                    <a:pt x="604" y="1220"/>
                    <a:pt x="604" y="1220"/>
                  </a:cubicBezTo>
                  <a:lnTo>
                    <a:pt x="604" y="1221"/>
                  </a:lnTo>
                  <a:close/>
                  <a:moveTo>
                    <a:pt x="601" y="1210"/>
                  </a:moveTo>
                  <a:cubicBezTo>
                    <a:pt x="601" y="1210"/>
                    <a:pt x="601" y="1210"/>
                    <a:pt x="601" y="1210"/>
                  </a:cubicBezTo>
                  <a:cubicBezTo>
                    <a:pt x="599" y="1210"/>
                    <a:pt x="599" y="1210"/>
                    <a:pt x="599" y="1210"/>
                  </a:cubicBezTo>
                  <a:cubicBezTo>
                    <a:pt x="600" y="1210"/>
                    <a:pt x="600" y="1210"/>
                    <a:pt x="600" y="1210"/>
                  </a:cubicBezTo>
                  <a:cubicBezTo>
                    <a:pt x="601" y="1210"/>
                    <a:pt x="601" y="1210"/>
                    <a:pt x="601" y="1210"/>
                  </a:cubicBezTo>
                  <a:close/>
                  <a:moveTo>
                    <a:pt x="602" y="1210"/>
                  </a:moveTo>
                  <a:cubicBezTo>
                    <a:pt x="601" y="1207"/>
                    <a:pt x="601" y="1207"/>
                    <a:pt x="601" y="1207"/>
                  </a:cubicBezTo>
                  <a:cubicBezTo>
                    <a:pt x="600" y="1206"/>
                    <a:pt x="600" y="1206"/>
                    <a:pt x="600" y="1206"/>
                  </a:cubicBezTo>
                  <a:cubicBezTo>
                    <a:pt x="600" y="1205"/>
                    <a:pt x="600" y="1205"/>
                    <a:pt x="600" y="1205"/>
                  </a:cubicBezTo>
                  <a:cubicBezTo>
                    <a:pt x="601" y="1206"/>
                    <a:pt x="601" y="1206"/>
                    <a:pt x="601" y="1206"/>
                  </a:cubicBezTo>
                  <a:cubicBezTo>
                    <a:pt x="601" y="1207"/>
                    <a:pt x="601" y="1207"/>
                    <a:pt x="601" y="1207"/>
                  </a:cubicBezTo>
                  <a:cubicBezTo>
                    <a:pt x="603" y="1207"/>
                    <a:pt x="603" y="1207"/>
                    <a:pt x="603" y="1207"/>
                  </a:cubicBezTo>
                  <a:cubicBezTo>
                    <a:pt x="602" y="1208"/>
                    <a:pt x="602" y="1208"/>
                    <a:pt x="602" y="1208"/>
                  </a:cubicBezTo>
                  <a:cubicBezTo>
                    <a:pt x="602" y="1209"/>
                    <a:pt x="602" y="1209"/>
                    <a:pt x="602" y="1209"/>
                  </a:cubicBezTo>
                  <a:cubicBezTo>
                    <a:pt x="603" y="1209"/>
                    <a:pt x="603" y="1209"/>
                    <a:pt x="603" y="1209"/>
                  </a:cubicBezTo>
                  <a:cubicBezTo>
                    <a:pt x="602" y="1210"/>
                    <a:pt x="602" y="1210"/>
                    <a:pt x="602" y="1210"/>
                  </a:cubicBezTo>
                  <a:close/>
                  <a:moveTo>
                    <a:pt x="603" y="1231"/>
                  </a:moveTo>
                  <a:cubicBezTo>
                    <a:pt x="603" y="1230"/>
                    <a:pt x="603" y="1230"/>
                    <a:pt x="603" y="1230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3" y="1230"/>
                    <a:pt x="603" y="1230"/>
                    <a:pt x="603" y="1230"/>
                  </a:cubicBezTo>
                  <a:lnTo>
                    <a:pt x="603" y="1231"/>
                  </a:lnTo>
                  <a:close/>
                  <a:moveTo>
                    <a:pt x="605" y="1228"/>
                  </a:moveTo>
                  <a:cubicBezTo>
                    <a:pt x="604" y="1228"/>
                    <a:pt x="604" y="1228"/>
                    <a:pt x="604" y="1228"/>
                  </a:cubicBezTo>
                  <a:cubicBezTo>
                    <a:pt x="603" y="1228"/>
                    <a:pt x="603" y="1228"/>
                    <a:pt x="603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1" y="1228"/>
                    <a:pt x="601" y="1228"/>
                    <a:pt x="601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6"/>
                    <a:pt x="602" y="1226"/>
                    <a:pt x="602" y="1226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4"/>
                    <a:pt x="603" y="1224"/>
                    <a:pt x="603" y="1224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7"/>
                    <a:pt x="603" y="1227"/>
                    <a:pt x="603" y="1227"/>
                  </a:cubicBezTo>
                  <a:cubicBezTo>
                    <a:pt x="605" y="1228"/>
                    <a:pt x="605" y="1228"/>
                    <a:pt x="605" y="1228"/>
                  </a:cubicBezTo>
                  <a:cubicBezTo>
                    <a:pt x="605" y="1228"/>
                    <a:pt x="605" y="1228"/>
                    <a:pt x="605" y="1228"/>
                  </a:cubicBezTo>
                  <a:close/>
                  <a:moveTo>
                    <a:pt x="609" y="1233"/>
                  </a:moveTo>
                  <a:cubicBezTo>
                    <a:pt x="608" y="1233"/>
                    <a:pt x="608" y="1233"/>
                    <a:pt x="608" y="1233"/>
                  </a:cubicBezTo>
                  <a:cubicBezTo>
                    <a:pt x="607" y="1231"/>
                    <a:pt x="607" y="1231"/>
                    <a:pt x="607" y="1231"/>
                  </a:cubicBezTo>
                  <a:cubicBezTo>
                    <a:pt x="606" y="1229"/>
                    <a:pt x="606" y="1229"/>
                    <a:pt x="606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29"/>
                    <a:pt x="609" y="1229"/>
                    <a:pt x="609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32"/>
                    <a:pt x="609" y="1232"/>
                    <a:pt x="609" y="1232"/>
                  </a:cubicBezTo>
                  <a:cubicBezTo>
                    <a:pt x="609" y="1233"/>
                    <a:pt x="609" y="1233"/>
                    <a:pt x="609" y="1233"/>
                  </a:cubicBezTo>
                  <a:close/>
                  <a:moveTo>
                    <a:pt x="606" y="1243"/>
                  </a:moveTo>
                  <a:cubicBezTo>
                    <a:pt x="606" y="1243"/>
                    <a:pt x="606" y="1243"/>
                    <a:pt x="606" y="1243"/>
                  </a:cubicBezTo>
                  <a:cubicBezTo>
                    <a:pt x="606" y="1244"/>
                    <a:pt x="606" y="1244"/>
                    <a:pt x="606" y="1244"/>
                  </a:cubicBezTo>
                  <a:lnTo>
                    <a:pt x="606" y="1243"/>
                  </a:lnTo>
                  <a:close/>
                  <a:moveTo>
                    <a:pt x="607" y="1245"/>
                  </a:moveTo>
                  <a:cubicBezTo>
                    <a:pt x="607" y="1245"/>
                    <a:pt x="607" y="1245"/>
                    <a:pt x="607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8" y="1245"/>
                    <a:pt x="608" y="1245"/>
                    <a:pt x="608" y="1245"/>
                  </a:cubicBezTo>
                  <a:lnTo>
                    <a:pt x="607" y="1245"/>
                  </a:lnTo>
                  <a:close/>
                  <a:moveTo>
                    <a:pt x="611" y="1244"/>
                  </a:moveTo>
                  <a:cubicBezTo>
                    <a:pt x="611" y="1244"/>
                    <a:pt x="611" y="1244"/>
                    <a:pt x="611" y="1244"/>
                  </a:cubicBezTo>
                  <a:cubicBezTo>
                    <a:pt x="612" y="1244"/>
                    <a:pt x="612" y="1244"/>
                    <a:pt x="612" y="1244"/>
                  </a:cubicBezTo>
                  <a:lnTo>
                    <a:pt x="611" y="1244"/>
                  </a:lnTo>
                  <a:close/>
                  <a:moveTo>
                    <a:pt x="613" y="1244"/>
                  </a:moveTo>
                  <a:cubicBezTo>
                    <a:pt x="614" y="1244"/>
                    <a:pt x="614" y="1244"/>
                    <a:pt x="614" y="1244"/>
                  </a:cubicBezTo>
                  <a:cubicBezTo>
                    <a:pt x="615" y="1245"/>
                    <a:pt x="615" y="1245"/>
                    <a:pt x="615" y="1245"/>
                  </a:cubicBezTo>
                  <a:cubicBezTo>
                    <a:pt x="614" y="1245"/>
                    <a:pt x="614" y="1245"/>
                    <a:pt x="614" y="1245"/>
                  </a:cubicBezTo>
                  <a:lnTo>
                    <a:pt x="613" y="1244"/>
                  </a:lnTo>
                  <a:close/>
                  <a:moveTo>
                    <a:pt x="614" y="1249"/>
                  </a:moveTo>
                  <a:cubicBezTo>
                    <a:pt x="614" y="1249"/>
                    <a:pt x="614" y="1249"/>
                    <a:pt x="614" y="1249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5" y="1249"/>
                    <a:pt x="615" y="1249"/>
                    <a:pt x="615" y="1249"/>
                  </a:cubicBezTo>
                  <a:cubicBezTo>
                    <a:pt x="615" y="1249"/>
                    <a:pt x="615" y="1249"/>
                    <a:pt x="615" y="1249"/>
                  </a:cubicBezTo>
                  <a:lnTo>
                    <a:pt x="614" y="1249"/>
                  </a:lnTo>
                  <a:close/>
                  <a:moveTo>
                    <a:pt x="617" y="1245"/>
                  </a:moveTo>
                  <a:cubicBezTo>
                    <a:pt x="616" y="1243"/>
                    <a:pt x="616" y="1243"/>
                    <a:pt x="616" y="1243"/>
                  </a:cubicBezTo>
                  <a:cubicBezTo>
                    <a:pt x="616" y="1242"/>
                    <a:pt x="616" y="1242"/>
                    <a:pt x="616" y="1242"/>
                  </a:cubicBezTo>
                  <a:cubicBezTo>
                    <a:pt x="616" y="1243"/>
                    <a:pt x="616" y="1243"/>
                    <a:pt x="616" y="1243"/>
                  </a:cubicBezTo>
                  <a:cubicBezTo>
                    <a:pt x="617" y="1244"/>
                    <a:pt x="617" y="1244"/>
                    <a:pt x="617" y="1244"/>
                  </a:cubicBezTo>
                  <a:lnTo>
                    <a:pt x="617" y="1245"/>
                  </a:lnTo>
                  <a:close/>
                  <a:moveTo>
                    <a:pt x="621" y="1242"/>
                  </a:moveTo>
                  <a:cubicBezTo>
                    <a:pt x="621" y="1243"/>
                    <a:pt x="621" y="1243"/>
                    <a:pt x="621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19" y="1244"/>
                    <a:pt x="619" y="1244"/>
                    <a:pt x="619" y="1244"/>
                  </a:cubicBezTo>
                  <a:cubicBezTo>
                    <a:pt x="618" y="1244"/>
                    <a:pt x="618" y="1244"/>
                    <a:pt x="618" y="1244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2" y="1241"/>
                    <a:pt x="622" y="1241"/>
                    <a:pt x="622" y="1241"/>
                  </a:cubicBezTo>
                  <a:cubicBezTo>
                    <a:pt x="622" y="1241"/>
                    <a:pt x="622" y="1241"/>
                    <a:pt x="622" y="1241"/>
                  </a:cubicBezTo>
                  <a:lnTo>
                    <a:pt x="621" y="1242"/>
                  </a:lnTo>
                  <a:close/>
                  <a:moveTo>
                    <a:pt x="625" y="1252"/>
                  </a:moveTo>
                  <a:cubicBezTo>
                    <a:pt x="624" y="1252"/>
                    <a:pt x="624" y="1252"/>
                    <a:pt x="624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6" y="1251"/>
                    <a:pt x="626" y="1251"/>
                    <a:pt x="626" y="1251"/>
                  </a:cubicBezTo>
                  <a:cubicBezTo>
                    <a:pt x="626" y="1250"/>
                    <a:pt x="626" y="1250"/>
                    <a:pt x="626" y="1250"/>
                  </a:cubicBezTo>
                  <a:cubicBezTo>
                    <a:pt x="627" y="1249"/>
                    <a:pt x="627" y="1249"/>
                    <a:pt x="627" y="1249"/>
                  </a:cubicBezTo>
                  <a:cubicBezTo>
                    <a:pt x="628" y="1250"/>
                    <a:pt x="628" y="1250"/>
                    <a:pt x="628" y="1250"/>
                  </a:cubicBezTo>
                  <a:cubicBezTo>
                    <a:pt x="627" y="1250"/>
                    <a:pt x="627" y="1250"/>
                    <a:pt x="627" y="1250"/>
                  </a:cubicBezTo>
                  <a:lnTo>
                    <a:pt x="625" y="1252"/>
                  </a:lnTo>
                  <a:close/>
                  <a:moveTo>
                    <a:pt x="629" y="1257"/>
                  </a:moveTo>
                  <a:cubicBezTo>
                    <a:pt x="629" y="1257"/>
                    <a:pt x="629" y="1257"/>
                    <a:pt x="629" y="1257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9" y="1256"/>
                    <a:pt x="629" y="1256"/>
                    <a:pt x="629" y="1256"/>
                  </a:cubicBezTo>
                  <a:cubicBezTo>
                    <a:pt x="628" y="1255"/>
                    <a:pt x="628" y="1255"/>
                    <a:pt x="628" y="1255"/>
                  </a:cubicBezTo>
                  <a:cubicBezTo>
                    <a:pt x="630" y="1255"/>
                    <a:pt x="630" y="1255"/>
                    <a:pt x="630" y="1255"/>
                  </a:cubicBezTo>
                  <a:cubicBezTo>
                    <a:pt x="631" y="1254"/>
                    <a:pt x="631" y="1254"/>
                    <a:pt x="631" y="1254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3" y="1252"/>
                    <a:pt x="633" y="1252"/>
                    <a:pt x="633" y="1252"/>
                  </a:cubicBezTo>
                  <a:cubicBezTo>
                    <a:pt x="633" y="1254"/>
                    <a:pt x="633" y="1254"/>
                    <a:pt x="633" y="1254"/>
                  </a:cubicBezTo>
                  <a:cubicBezTo>
                    <a:pt x="632" y="1255"/>
                    <a:pt x="632" y="1255"/>
                    <a:pt x="632" y="1255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0" y="1256"/>
                    <a:pt x="630" y="1256"/>
                    <a:pt x="630" y="1256"/>
                  </a:cubicBezTo>
                  <a:lnTo>
                    <a:pt x="629" y="1257"/>
                  </a:lnTo>
                  <a:close/>
                  <a:moveTo>
                    <a:pt x="630" y="1266"/>
                  </a:moveTo>
                  <a:cubicBezTo>
                    <a:pt x="629" y="1267"/>
                    <a:pt x="629" y="1267"/>
                    <a:pt x="629" y="1267"/>
                  </a:cubicBezTo>
                  <a:cubicBezTo>
                    <a:pt x="629" y="1267"/>
                    <a:pt x="629" y="1267"/>
                    <a:pt x="629" y="1267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6"/>
                    <a:pt x="630" y="1266"/>
                    <a:pt x="630" y="1266"/>
                  </a:cubicBezTo>
                  <a:close/>
                  <a:moveTo>
                    <a:pt x="633" y="1264"/>
                  </a:moveTo>
                  <a:cubicBezTo>
                    <a:pt x="633" y="1264"/>
                    <a:pt x="633" y="1264"/>
                    <a:pt x="633" y="1264"/>
                  </a:cubicBezTo>
                  <a:cubicBezTo>
                    <a:pt x="631" y="1264"/>
                    <a:pt x="631" y="1264"/>
                    <a:pt x="631" y="1264"/>
                  </a:cubicBezTo>
                  <a:cubicBezTo>
                    <a:pt x="630" y="1263"/>
                    <a:pt x="630" y="1263"/>
                    <a:pt x="630" y="1263"/>
                  </a:cubicBezTo>
                  <a:cubicBezTo>
                    <a:pt x="633" y="1263"/>
                    <a:pt x="633" y="1263"/>
                    <a:pt x="633" y="1263"/>
                  </a:cubicBezTo>
                  <a:cubicBezTo>
                    <a:pt x="634" y="1264"/>
                    <a:pt x="634" y="1264"/>
                    <a:pt x="634" y="1264"/>
                  </a:cubicBezTo>
                  <a:lnTo>
                    <a:pt x="633" y="1264"/>
                  </a:lnTo>
                  <a:close/>
                  <a:moveTo>
                    <a:pt x="634" y="1264"/>
                  </a:moveTo>
                  <a:cubicBezTo>
                    <a:pt x="635" y="1264"/>
                    <a:pt x="635" y="1264"/>
                    <a:pt x="635" y="1264"/>
                  </a:cubicBezTo>
                  <a:cubicBezTo>
                    <a:pt x="636" y="1264"/>
                    <a:pt x="636" y="1264"/>
                    <a:pt x="636" y="1264"/>
                  </a:cubicBezTo>
                  <a:lnTo>
                    <a:pt x="634" y="1264"/>
                  </a:lnTo>
                  <a:close/>
                  <a:moveTo>
                    <a:pt x="640" y="1274"/>
                  </a:moveTo>
                  <a:cubicBezTo>
                    <a:pt x="640" y="1276"/>
                    <a:pt x="640" y="1276"/>
                    <a:pt x="640" y="1276"/>
                  </a:cubicBezTo>
                  <a:cubicBezTo>
                    <a:pt x="639" y="1275"/>
                    <a:pt x="639" y="1275"/>
                    <a:pt x="639" y="1275"/>
                  </a:cubicBezTo>
                  <a:cubicBezTo>
                    <a:pt x="639" y="1273"/>
                    <a:pt x="639" y="1273"/>
                    <a:pt x="639" y="1273"/>
                  </a:cubicBezTo>
                  <a:cubicBezTo>
                    <a:pt x="637" y="1272"/>
                    <a:pt x="637" y="1272"/>
                    <a:pt x="637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4"/>
                    <a:pt x="640" y="1274"/>
                    <a:pt x="640" y="1274"/>
                  </a:cubicBezTo>
                  <a:cubicBezTo>
                    <a:pt x="641" y="1274"/>
                    <a:pt x="641" y="1274"/>
                    <a:pt x="641" y="1274"/>
                  </a:cubicBezTo>
                  <a:lnTo>
                    <a:pt x="640" y="1274"/>
                  </a:lnTo>
                  <a:close/>
                  <a:moveTo>
                    <a:pt x="659" y="1272"/>
                  </a:moveTo>
                  <a:cubicBezTo>
                    <a:pt x="662" y="1272"/>
                    <a:pt x="662" y="1272"/>
                    <a:pt x="662" y="1272"/>
                  </a:cubicBezTo>
                  <a:cubicBezTo>
                    <a:pt x="661" y="1272"/>
                    <a:pt x="661" y="1272"/>
                    <a:pt x="661" y="1272"/>
                  </a:cubicBezTo>
                  <a:cubicBezTo>
                    <a:pt x="659" y="1272"/>
                    <a:pt x="659" y="1272"/>
                    <a:pt x="659" y="1272"/>
                  </a:cubicBezTo>
                  <a:close/>
                  <a:moveTo>
                    <a:pt x="656" y="1273"/>
                  </a:moveTo>
                  <a:cubicBezTo>
                    <a:pt x="657" y="1273"/>
                    <a:pt x="657" y="1273"/>
                    <a:pt x="657" y="1273"/>
                  </a:cubicBezTo>
                  <a:cubicBezTo>
                    <a:pt x="656" y="1273"/>
                    <a:pt x="656" y="1273"/>
                    <a:pt x="656" y="1273"/>
                  </a:cubicBezTo>
                  <a:cubicBezTo>
                    <a:pt x="655" y="1273"/>
                    <a:pt x="655" y="1273"/>
                    <a:pt x="655" y="1273"/>
                  </a:cubicBezTo>
                  <a:cubicBezTo>
                    <a:pt x="655" y="1273"/>
                    <a:pt x="655" y="1273"/>
                    <a:pt x="655" y="1273"/>
                  </a:cubicBezTo>
                  <a:lnTo>
                    <a:pt x="656" y="1273"/>
                  </a:lnTo>
                  <a:close/>
                  <a:moveTo>
                    <a:pt x="653" y="1254"/>
                  </a:moveTo>
                  <a:cubicBezTo>
                    <a:pt x="653" y="1254"/>
                    <a:pt x="653" y="1254"/>
                    <a:pt x="653" y="1254"/>
                  </a:cubicBezTo>
                  <a:cubicBezTo>
                    <a:pt x="654" y="1255"/>
                    <a:pt x="654" y="1255"/>
                    <a:pt x="654" y="1255"/>
                  </a:cubicBezTo>
                  <a:cubicBezTo>
                    <a:pt x="653" y="1255"/>
                    <a:pt x="653" y="1255"/>
                    <a:pt x="653" y="1255"/>
                  </a:cubicBezTo>
                  <a:cubicBezTo>
                    <a:pt x="652" y="1255"/>
                    <a:pt x="652" y="1255"/>
                    <a:pt x="652" y="1255"/>
                  </a:cubicBezTo>
                  <a:lnTo>
                    <a:pt x="653" y="1254"/>
                  </a:lnTo>
                  <a:close/>
                  <a:moveTo>
                    <a:pt x="645" y="1265"/>
                  </a:moveTo>
                  <a:cubicBezTo>
                    <a:pt x="644" y="1267"/>
                    <a:pt x="644" y="1267"/>
                    <a:pt x="644" y="1267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42" y="1266"/>
                    <a:pt x="642" y="1266"/>
                    <a:pt x="642" y="1266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2" y="1264"/>
                    <a:pt x="642" y="1264"/>
                    <a:pt x="642" y="1264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5" y="1266"/>
                    <a:pt x="645" y="1266"/>
                    <a:pt x="645" y="1266"/>
                  </a:cubicBezTo>
                  <a:lnTo>
                    <a:pt x="645" y="1265"/>
                  </a:lnTo>
                  <a:close/>
                  <a:moveTo>
                    <a:pt x="650" y="1267"/>
                  </a:moveTo>
                  <a:cubicBezTo>
                    <a:pt x="650" y="1267"/>
                    <a:pt x="650" y="1267"/>
                    <a:pt x="650" y="1267"/>
                  </a:cubicBezTo>
                  <a:cubicBezTo>
                    <a:pt x="647" y="1266"/>
                    <a:pt x="647" y="1266"/>
                    <a:pt x="647" y="1266"/>
                  </a:cubicBezTo>
                  <a:cubicBezTo>
                    <a:pt x="646" y="1266"/>
                    <a:pt x="646" y="1266"/>
                    <a:pt x="646" y="1266"/>
                  </a:cubicBezTo>
                  <a:cubicBezTo>
                    <a:pt x="647" y="1266"/>
                    <a:pt x="647" y="1266"/>
                    <a:pt x="647" y="1266"/>
                  </a:cubicBezTo>
                  <a:lnTo>
                    <a:pt x="650" y="1267"/>
                  </a:lnTo>
                  <a:close/>
                  <a:moveTo>
                    <a:pt x="646" y="1257"/>
                  </a:moveTo>
                  <a:cubicBezTo>
                    <a:pt x="647" y="1257"/>
                    <a:pt x="647" y="1257"/>
                    <a:pt x="647" y="1257"/>
                  </a:cubicBezTo>
                  <a:cubicBezTo>
                    <a:pt x="647" y="1258"/>
                    <a:pt x="647" y="1258"/>
                    <a:pt x="647" y="1258"/>
                  </a:cubicBezTo>
                  <a:cubicBezTo>
                    <a:pt x="647" y="1259"/>
                    <a:pt x="647" y="1259"/>
                    <a:pt x="647" y="1259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1" y="1259"/>
                    <a:pt x="641" y="1259"/>
                    <a:pt x="641" y="1259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3" y="1260"/>
                    <a:pt x="643" y="1260"/>
                    <a:pt x="643" y="1260"/>
                  </a:cubicBezTo>
                  <a:cubicBezTo>
                    <a:pt x="644" y="1258"/>
                    <a:pt x="644" y="1258"/>
                    <a:pt x="644" y="1258"/>
                  </a:cubicBezTo>
                  <a:lnTo>
                    <a:pt x="646" y="1257"/>
                  </a:lnTo>
                  <a:close/>
                  <a:moveTo>
                    <a:pt x="693" y="1070"/>
                  </a:moveTo>
                  <a:cubicBezTo>
                    <a:pt x="693" y="1070"/>
                    <a:pt x="693" y="1070"/>
                    <a:pt x="693" y="1070"/>
                  </a:cubicBezTo>
                  <a:cubicBezTo>
                    <a:pt x="694" y="1071"/>
                    <a:pt x="694" y="1071"/>
                    <a:pt x="694" y="1071"/>
                  </a:cubicBezTo>
                  <a:lnTo>
                    <a:pt x="693" y="1070"/>
                  </a:lnTo>
                  <a:close/>
                  <a:moveTo>
                    <a:pt x="734" y="814"/>
                  </a:moveTo>
                  <a:cubicBezTo>
                    <a:pt x="732" y="816"/>
                    <a:pt x="732" y="816"/>
                    <a:pt x="732" y="816"/>
                  </a:cubicBezTo>
                  <a:cubicBezTo>
                    <a:pt x="732" y="815"/>
                    <a:pt x="732" y="815"/>
                    <a:pt x="732" y="815"/>
                  </a:cubicBezTo>
                  <a:cubicBezTo>
                    <a:pt x="733" y="815"/>
                    <a:pt x="733" y="815"/>
                    <a:pt x="733" y="815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4" y="813"/>
                    <a:pt x="734" y="813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lnTo>
                    <a:pt x="734" y="814"/>
                  </a:lnTo>
                  <a:close/>
                  <a:moveTo>
                    <a:pt x="737" y="813"/>
                  </a:moveTo>
                  <a:cubicBezTo>
                    <a:pt x="737" y="812"/>
                    <a:pt x="737" y="812"/>
                    <a:pt x="737" y="812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8" y="813"/>
                    <a:pt x="738" y="813"/>
                    <a:pt x="738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6" y="813"/>
                    <a:pt x="736" y="813"/>
                    <a:pt x="736" y="813"/>
                  </a:cubicBezTo>
                  <a:lnTo>
                    <a:pt x="737" y="813"/>
                  </a:lnTo>
                  <a:close/>
                  <a:moveTo>
                    <a:pt x="746" y="1039"/>
                  </a:moveTo>
                  <a:cubicBezTo>
                    <a:pt x="746" y="1042"/>
                    <a:pt x="746" y="1042"/>
                    <a:pt x="746" y="1042"/>
                  </a:cubicBezTo>
                  <a:cubicBezTo>
                    <a:pt x="744" y="1045"/>
                    <a:pt x="744" y="1045"/>
                    <a:pt x="744" y="1045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0" y="1048"/>
                    <a:pt x="740" y="1048"/>
                    <a:pt x="740" y="1048"/>
                  </a:cubicBezTo>
                  <a:cubicBezTo>
                    <a:pt x="738" y="1049"/>
                    <a:pt x="738" y="1049"/>
                    <a:pt x="738" y="1049"/>
                  </a:cubicBezTo>
                  <a:cubicBezTo>
                    <a:pt x="738" y="1050"/>
                    <a:pt x="738" y="1050"/>
                    <a:pt x="738" y="1050"/>
                  </a:cubicBezTo>
                  <a:cubicBezTo>
                    <a:pt x="737" y="1050"/>
                    <a:pt x="737" y="1050"/>
                    <a:pt x="737" y="1050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2"/>
                    <a:pt x="736" y="1052"/>
                    <a:pt x="736" y="1052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0"/>
                    <a:pt x="736" y="1050"/>
                    <a:pt x="736" y="1050"/>
                  </a:cubicBezTo>
                  <a:cubicBezTo>
                    <a:pt x="737" y="1049"/>
                    <a:pt x="737" y="1049"/>
                    <a:pt x="737" y="1049"/>
                  </a:cubicBezTo>
                  <a:cubicBezTo>
                    <a:pt x="737" y="1048"/>
                    <a:pt x="737" y="1048"/>
                    <a:pt x="737" y="1048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40" y="1047"/>
                    <a:pt x="740" y="1047"/>
                    <a:pt x="740" y="1047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4"/>
                    <a:pt x="742" y="1044"/>
                    <a:pt x="742" y="1044"/>
                  </a:cubicBezTo>
                  <a:cubicBezTo>
                    <a:pt x="742" y="1043"/>
                    <a:pt x="742" y="1043"/>
                    <a:pt x="742" y="1043"/>
                  </a:cubicBezTo>
                  <a:cubicBezTo>
                    <a:pt x="742" y="1041"/>
                    <a:pt x="742" y="1041"/>
                    <a:pt x="742" y="1041"/>
                  </a:cubicBezTo>
                  <a:cubicBezTo>
                    <a:pt x="743" y="1041"/>
                    <a:pt x="743" y="1041"/>
                    <a:pt x="743" y="1041"/>
                  </a:cubicBezTo>
                  <a:cubicBezTo>
                    <a:pt x="744" y="1041"/>
                    <a:pt x="744" y="1041"/>
                    <a:pt x="744" y="1041"/>
                  </a:cubicBezTo>
                  <a:cubicBezTo>
                    <a:pt x="744" y="1039"/>
                    <a:pt x="744" y="1039"/>
                    <a:pt x="744" y="1039"/>
                  </a:cubicBezTo>
                  <a:cubicBezTo>
                    <a:pt x="744" y="1038"/>
                    <a:pt x="744" y="1038"/>
                    <a:pt x="744" y="1038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5" y="1039"/>
                    <a:pt x="745" y="1039"/>
                    <a:pt x="745" y="1039"/>
                  </a:cubicBezTo>
                  <a:cubicBezTo>
                    <a:pt x="746" y="1039"/>
                    <a:pt x="746" y="1039"/>
                    <a:pt x="746" y="1039"/>
                  </a:cubicBezTo>
                  <a:cubicBezTo>
                    <a:pt x="747" y="1039"/>
                    <a:pt x="747" y="1039"/>
                    <a:pt x="747" y="1039"/>
                  </a:cubicBezTo>
                  <a:cubicBezTo>
                    <a:pt x="747" y="1039"/>
                    <a:pt x="747" y="1039"/>
                    <a:pt x="747" y="1039"/>
                  </a:cubicBezTo>
                  <a:lnTo>
                    <a:pt x="746" y="1039"/>
                  </a:lnTo>
                  <a:close/>
                  <a:moveTo>
                    <a:pt x="749" y="820"/>
                  </a:moveTo>
                  <a:cubicBezTo>
                    <a:pt x="748" y="822"/>
                    <a:pt x="748" y="822"/>
                    <a:pt x="748" y="822"/>
                  </a:cubicBezTo>
                  <a:cubicBezTo>
                    <a:pt x="747" y="824"/>
                    <a:pt x="747" y="824"/>
                    <a:pt x="747" y="824"/>
                  </a:cubicBezTo>
                  <a:cubicBezTo>
                    <a:pt x="746" y="826"/>
                    <a:pt x="746" y="826"/>
                    <a:pt x="746" y="826"/>
                  </a:cubicBezTo>
                  <a:cubicBezTo>
                    <a:pt x="746" y="825"/>
                    <a:pt x="746" y="825"/>
                    <a:pt x="746" y="825"/>
                  </a:cubicBezTo>
                  <a:cubicBezTo>
                    <a:pt x="747" y="823"/>
                    <a:pt x="747" y="823"/>
                    <a:pt x="747" y="823"/>
                  </a:cubicBezTo>
                  <a:cubicBezTo>
                    <a:pt x="747" y="822"/>
                    <a:pt x="747" y="822"/>
                    <a:pt x="747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2" y="822"/>
                    <a:pt x="742" y="822"/>
                    <a:pt x="742" y="822"/>
                  </a:cubicBezTo>
                  <a:cubicBezTo>
                    <a:pt x="740" y="822"/>
                    <a:pt x="740" y="822"/>
                    <a:pt x="740" y="822"/>
                  </a:cubicBezTo>
                  <a:cubicBezTo>
                    <a:pt x="741" y="822"/>
                    <a:pt x="741" y="822"/>
                    <a:pt x="741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6" y="820"/>
                    <a:pt x="746" y="820"/>
                    <a:pt x="746" y="820"/>
                  </a:cubicBezTo>
                  <a:cubicBezTo>
                    <a:pt x="747" y="821"/>
                    <a:pt x="747" y="821"/>
                    <a:pt x="747" y="821"/>
                  </a:cubicBezTo>
                  <a:cubicBezTo>
                    <a:pt x="748" y="821"/>
                    <a:pt x="748" y="821"/>
                    <a:pt x="748" y="821"/>
                  </a:cubicBezTo>
                  <a:cubicBezTo>
                    <a:pt x="750" y="820"/>
                    <a:pt x="750" y="820"/>
                    <a:pt x="750" y="820"/>
                  </a:cubicBezTo>
                  <a:cubicBezTo>
                    <a:pt x="750" y="820"/>
                    <a:pt x="750" y="820"/>
                    <a:pt x="750" y="820"/>
                  </a:cubicBezTo>
                  <a:lnTo>
                    <a:pt x="749" y="820"/>
                  </a:lnTo>
                  <a:close/>
                  <a:moveTo>
                    <a:pt x="829" y="902"/>
                  </a:move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2"/>
                    <a:pt x="827" y="902"/>
                    <a:pt x="827" y="902"/>
                  </a:cubicBezTo>
                  <a:cubicBezTo>
                    <a:pt x="828" y="902"/>
                    <a:pt x="828" y="902"/>
                    <a:pt x="828" y="902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9" y="901"/>
                    <a:pt x="829" y="901"/>
                    <a:pt x="829" y="901"/>
                  </a:cubicBezTo>
                  <a:cubicBezTo>
                    <a:pt x="829" y="902"/>
                    <a:pt x="829" y="902"/>
                    <a:pt x="829" y="902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1" name="Freeform 6528">
              <a:extLst>
                <a:ext uri="{FF2B5EF4-FFF2-40B4-BE49-F238E27FC236}">
                  <a16:creationId xmlns:a16="http://schemas.microsoft.com/office/drawing/2014/main" id="{2916BE1E-4369-46B1-954E-5555BCFA7C3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20" y="2696"/>
              <a:ext cx="7" cy="8"/>
            </a:xfrm>
            <a:custGeom>
              <a:avLst/>
              <a:gdLst>
                <a:gd name="T0" fmla="*/ 0 w 7"/>
                <a:gd name="T1" fmla="*/ 0 h 8"/>
                <a:gd name="T2" fmla="*/ 2 w 7"/>
                <a:gd name="T3" fmla="*/ 4 h 8"/>
                <a:gd name="T4" fmla="*/ 4 w 7"/>
                <a:gd name="T5" fmla="*/ 4 h 8"/>
                <a:gd name="T6" fmla="*/ 6 w 7"/>
                <a:gd name="T7" fmla="*/ 8 h 8"/>
                <a:gd name="T8" fmla="*/ 7 w 7"/>
                <a:gd name="T9" fmla="*/ 2 h 8"/>
                <a:gd name="T10" fmla="*/ 4 w 7"/>
                <a:gd name="T11" fmla="*/ 0 h 8"/>
                <a:gd name="T12" fmla="*/ 0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8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2" name="Freeform 6529">
              <a:extLst>
                <a:ext uri="{FF2B5EF4-FFF2-40B4-BE49-F238E27FC236}">
                  <a16:creationId xmlns:a16="http://schemas.microsoft.com/office/drawing/2014/main" id="{8FF0A43B-183F-4320-ABE5-252AB6B15B9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2691"/>
              <a:ext cx="11" cy="5"/>
            </a:xfrm>
            <a:custGeom>
              <a:avLst/>
              <a:gdLst>
                <a:gd name="T0" fmla="*/ 0 w 11"/>
                <a:gd name="T1" fmla="*/ 0 h 5"/>
                <a:gd name="T2" fmla="*/ 4 w 11"/>
                <a:gd name="T3" fmla="*/ 5 h 5"/>
                <a:gd name="T4" fmla="*/ 11 w 11"/>
                <a:gd name="T5" fmla="*/ 5 h 5"/>
                <a:gd name="T6" fmla="*/ 5 w 11"/>
                <a:gd name="T7" fmla="*/ 1 h 5"/>
                <a:gd name="T8" fmla="*/ 0 w 1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lnTo>
                    <a:pt x="4" y="5"/>
                  </a:lnTo>
                  <a:lnTo>
                    <a:pt x="11" y="5"/>
                  </a:lnTo>
                  <a:lnTo>
                    <a:pt x="5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3" name="Freeform 6530">
              <a:extLst>
                <a:ext uri="{FF2B5EF4-FFF2-40B4-BE49-F238E27FC236}">
                  <a16:creationId xmlns:a16="http://schemas.microsoft.com/office/drawing/2014/main" id="{AB990FD7-0991-4263-8CC1-9EE386435DDC}"/>
                </a:ext>
              </a:extLst>
            </p:cNvPr>
            <p:cNvSpPr>
              <a:spLocks/>
            </p:cNvSpPr>
            <p:nvPr/>
          </p:nvSpPr>
          <p:spPr bwMode="gray">
            <a:xfrm>
              <a:off x="2676" y="2711"/>
              <a:ext cx="11" cy="8"/>
            </a:xfrm>
            <a:custGeom>
              <a:avLst/>
              <a:gdLst>
                <a:gd name="T0" fmla="*/ 1 w 6"/>
                <a:gd name="T1" fmla="*/ 4 h 4"/>
                <a:gd name="T2" fmla="*/ 1 w 6"/>
                <a:gd name="T3" fmla="*/ 4 h 4"/>
                <a:gd name="T4" fmla="*/ 3 w 6"/>
                <a:gd name="T5" fmla="*/ 3 h 4"/>
                <a:gd name="T6" fmla="*/ 5 w 6"/>
                <a:gd name="T7" fmla="*/ 4 h 4"/>
                <a:gd name="T8" fmla="*/ 6 w 6"/>
                <a:gd name="T9" fmla="*/ 2 h 4"/>
                <a:gd name="T10" fmla="*/ 5 w 6"/>
                <a:gd name="T11" fmla="*/ 0 h 4"/>
                <a:gd name="T12" fmla="*/ 3 w 6"/>
                <a:gd name="T13" fmla="*/ 2 h 4"/>
                <a:gd name="T14" fmla="*/ 2 w 6"/>
                <a:gd name="T15" fmla="*/ 1 h 4"/>
                <a:gd name="T16" fmla="*/ 0 w 6"/>
                <a:gd name="T17" fmla="*/ 2 h 4"/>
                <a:gd name="T18" fmla="*/ 0 w 6"/>
                <a:gd name="T19" fmla="*/ 2 h 4"/>
                <a:gd name="T20" fmla="*/ 1 w 6"/>
                <a:gd name="T21" fmla="*/ 3 h 4"/>
                <a:gd name="T22" fmla="*/ 0 w 6"/>
                <a:gd name="T23" fmla="*/ 3 h 4"/>
                <a:gd name="T24" fmla="*/ 1 w 6"/>
                <a:gd name="T2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4" name="Freeform 6531">
              <a:extLst>
                <a:ext uri="{FF2B5EF4-FFF2-40B4-BE49-F238E27FC236}">
                  <a16:creationId xmlns:a16="http://schemas.microsoft.com/office/drawing/2014/main" id="{A6BF13BD-EBCC-4186-89AD-50C8901485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611" y="2694"/>
              <a:ext cx="9" cy="8"/>
            </a:xfrm>
            <a:custGeom>
              <a:avLst/>
              <a:gdLst>
                <a:gd name="T0" fmla="*/ 2 w 9"/>
                <a:gd name="T1" fmla="*/ 0 h 8"/>
                <a:gd name="T2" fmla="*/ 0 w 9"/>
                <a:gd name="T3" fmla="*/ 2 h 8"/>
                <a:gd name="T4" fmla="*/ 2 w 9"/>
                <a:gd name="T5" fmla="*/ 6 h 8"/>
                <a:gd name="T6" fmla="*/ 5 w 9"/>
                <a:gd name="T7" fmla="*/ 8 h 8"/>
                <a:gd name="T8" fmla="*/ 9 w 9"/>
                <a:gd name="T9" fmla="*/ 4 h 8"/>
                <a:gd name="T10" fmla="*/ 3 w 9"/>
                <a:gd name="T11" fmla="*/ 4 h 8"/>
                <a:gd name="T12" fmla="*/ 2 w 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5" y="8"/>
                  </a:lnTo>
                  <a:lnTo>
                    <a:pt x="9" y="4"/>
                  </a:lnTo>
                  <a:lnTo>
                    <a:pt x="3" y="4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5" name="Freeform 6532">
              <a:extLst>
                <a:ext uri="{FF2B5EF4-FFF2-40B4-BE49-F238E27FC236}">
                  <a16:creationId xmlns:a16="http://schemas.microsoft.com/office/drawing/2014/main" id="{3AA0F5A6-1EE5-4FB1-AC9B-1A82B153CC1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3725"/>
              <a:ext cx="15" cy="8"/>
            </a:xfrm>
            <a:custGeom>
              <a:avLst/>
              <a:gdLst>
                <a:gd name="T0" fmla="*/ 6 w 15"/>
                <a:gd name="T1" fmla="*/ 2 h 8"/>
                <a:gd name="T2" fmla="*/ 4 w 15"/>
                <a:gd name="T3" fmla="*/ 2 h 8"/>
                <a:gd name="T4" fmla="*/ 0 w 15"/>
                <a:gd name="T5" fmla="*/ 4 h 8"/>
                <a:gd name="T6" fmla="*/ 4 w 15"/>
                <a:gd name="T7" fmla="*/ 8 h 8"/>
                <a:gd name="T8" fmla="*/ 8 w 15"/>
                <a:gd name="T9" fmla="*/ 4 h 8"/>
                <a:gd name="T10" fmla="*/ 10 w 15"/>
                <a:gd name="T11" fmla="*/ 4 h 8"/>
                <a:gd name="T12" fmla="*/ 15 w 15"/>
                <a:gd name="T13" fmla="*/ 0 h 8"/>
                <a:gd name="T14" fmla="*/ 8 w 15"/>
                <a:gd name="T15" fmla="*/ 0 h 8"/>
                <a:gd name="T16" fmla="*/ 6 w 15"/>
                <a:gd name="T1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2"/>
                  </a:moveTo>
                  <a:lnTo>
                    <a:pt x="4" y="2"/>
                  </a:lnTo>
                  <a:lnTo>
                    <a:pt x="0" y="4"/>
                  </a:lnTo>
                  <a:lnTo>
                    <a:pt x="4" y="8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5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6" name="Freeform 6533">
              <a:extLst>
                <a:ext uri="{FF2B5EF4-FFF2-40B4-BE49-F238E27FC236}">
                  <a16:creationId xmlns:a16="http://schemas.microsoft.com/office/drawing/2014/main" id="{1EC5E428-687F-4D66-9A35-E2F9A1AFFF1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3524"/>
              <a:ext cx="10" cy="5"/>
            </a:xfrm>
            <a:custGeom>
              <a:avLst/>
              <a:gdLst>
                <a:gd name="T0" fmla="*/ 10 w 10"/>
                <a:gd name="T1" fmla="*/ 4 h 5"/>
                <a:gd name="T2" fmla="*/ 6 w 10"/>
                <a:gd name="T3" fmla="*/ 0 h 5"/>
                <a:gd name="T4" fmla="*/ 2 w 10"/>
                <a:gd name="T5" fmla="*/ 0 h 5"/>
                <a:gd name="T6" fmla="*/ 0 w 10"/>
                <a:gd name="T7" fmla="*/ 2 h 5"/>
                <a:gd name="T8" fmla="*/ 4 w 10"/>
                <a:gd name="T9" fmla="*/ 5 h 5"/>
                <a:gd name="T10" fmla="*/ 10 w 10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7" name="Freeform 6534">
              <a:extLst>
                <a:ext uri="{FF2B5EF4-FFF2-40B4-BE49-F238E27FC236}">
                  <a16:creationId xmlns:a16="http://schemas.microsoft.com/office/drawing/2014/main" id="{FD8516ED-A8D4-482A-81A1-59595BA6F92D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" y="3543"/>
              <a:ext cx="8" cy="5"/>
            </a:xfrm>
            <a:custGeom>
              <a:avLst/>
              <a:gdLst>
                <a:gd name="T0" fmla="*/ 0 w 8"/>
                <a:gd name="T1" fmla="*/ 3 h 5"/>
                <a:gd name="T2" fmla="*/ 6 w 8"/>
                <a:gd name="T3" fmla="*/ 5 h 5"/>
                <a:gd name="T4" fmla="*/ 8 w 8"/>
                <a:gd name="T5" fmla="*/ 3 h 5"/>
                <a:gd name="T6" fmla="*/ 6 w 8"/>
                <a:gd name="T7" fmla="*/ 0 h 5"/>
                <a:gd name="T8" fmla="*/ 0 w 8"/>
                <a:gd name="T9" fmla="*/ 0 h 5"/>
                <a:gd name="T10" fmla="*/ 0 w 8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lnTo>
                    <a:pt x="6" y="5"/>
                  </a:lnTo>
                  <a:lnTo>
                    <a:pt x="8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8" name="Freeform 6535">
              <a:extLst>
                <a:ext uri="{FF2B5EF4-FFF2-40B4-BE49-F238E27FC236}">
                  <a16:creationId xmlns:a16="http://schemas.microsoft.com/office/drawing/2014/main" id="{F8AC6C2A-82BD-4689-8EEE-DC63E5993C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3" y="3708"/>
              <a:ext cx="11" cy="6"/>
            </a:xfrm>
            <a:custGeom>
              <a:avLst/>
              <a:gdLst>
                <a:gd name="T0" fmla="*/ 3 w 6"/>
                <a:gd name="T1" fmla="*/ 1 h 3"/>
                <a:gd name="T2" fmla="*/ 2 w 6"/>
                <a:gd name="T3" fmla="*/ 1 h 3"/>
                <a:gd name="T4" fmla="*/ 2 w 6"/>
                <a:gd name="T5" fmla="*/ 0 h 3"/>
                <a:gd name="T6" fmla="*/ 0 w 6"/>
                <a:gd name="T7" fmla="*/ 2 h 3"/>
                <a:gd name="T8" fmla="*/ 6 w 6"/>
                <a:gd name="T9" fmla="*/ 3 h 3"/>
                <a:gd name="T10" fmla="*/ 4 w 6"/>
                <a:gd name="T11" fmla="*/ 1 h 3"/>
                <a:gd name="T12" fmla="*/ 3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9" name="Freeform 6536">
              <a:extLst>
                <a:ext uri="{FF2B5EF4-FFF2-40B4-BE49-F238E27FC236}">
                  <a16:creationId xmlns:a16="http://schemas.microsoft.com/office/drawing/2014/main" id="{4B70B206-B871-4DBF-B261-9598E9CC0D7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8" y="3744"/>
              <a:ext cx="9" cy="11"/>
            </a:xfrm>
            <a:custGeom>
              <a:avLst/>
              <a:gdLst>
                <a:gd name="T0" fmla="*/ 2 w 5"/>
                <a:gd name="T1" fmla="*/ 0 h 6"/>
                <a:gd name="T2" fmla="*/ 3 w 5"/>
                <a:gd name="T3" fmla="*/ 2 h 6"/>
                <a:gd name="T4" fmla="*/ 2 w 5"/>
                <a:gd name="T5" fmla="*/ 3 h 6"/>
                <a:gd name="T6" fmla="*/ 3 w 5"/>
                <a:gd name="T7" fmla="*/ 4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4 h 6"/>
                <a:gd name="T14" fmla="*/ 0 w 5"/>
                <a:gd name="T15" fmla="*/ 3 h 6"/>
                <a:gd name="T16" fmla="*/ 1 w 5"/>
                <a:gd name="T17" fmla="*/ 5 h 6"/>
                <a:gd name="T18" fmla="*/ 2 w 5"/>
                <a:gd name="T19" fmla="*/ 6 h 6"/>
                <a:gd name="T20" fmla="*/ 3 w 5"/>
                <a:gd name="T21" fmla="*/ 5 h 6"/>
                <a:gd name="T22" fmla="*/ 3 w 5"/>
                <a:gd name="T23" fmla="*/ 5 h 6"/>
                <a:gd name="T24" fmla="*/ 5 w 5"/>
                <a:gd name="T25" fmla="*/ 5 h 6"/>
                <a:gd name="T26" fmla="*/ 5 w 5"/>
                <a:gd name="T27" fmla="*/ 3 h 6"/>
                <a:gd name="T28" fmla="*/ 5 w 5"/>
                <a:gd name="T29" fmla="*/ 1 h 6"/>
                <a:gd name="T30" fmla="*/ 2 w 5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0" name="Freeform 6537">
              <a:extLst>
                <a:ext uri="{FF2B5EF4-FFF2-40B4-BE49-F238E27FC236}">
                  <a16:creationId xmlns:a16="http://schemas.microsoft.com/office/drawing/2014/main" id="{16ECDCE9-B91F-4B38-9FD8-75D29C2465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5" y="3500"/>
              <a:ext cx="6" cy="5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0 h 5"/>
                <a:gd name="T4" fmla="*/ 0 w 6"/>
                <a:gd name="T5" fmla="*/ 2 h 5"/>
                <a:gd name="T6" fmla="*/ 4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1" name="Freeform 6538">
              <a:extLst>
                <a:ext uri="{FF2B5EF4-FFF2-40B4-BE49-F238E27FC236}">
                  <a16:creationId xmlns:a16="http://schemas.microsoft.com/office/drawing/2014/main" id="{6C0F5C9C-CB6C-450A-8242-00916B2DD10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631"/>
              <a:ext cx="6" cy="5"/>
            </a:xfrm>
            <a:custGeom>
              <a:avLst/>
              <a:gdLst>
                <a:gd name="T0" fmla="*/ 0 w 6"/>
                <a:gd name="T1" fmla="*/ 5 h 5"/>
                <a:gd name="T2" fmla="*/ 6 w 6"/>
                <a:gd name="T3" fmla="*/ 5 h 5"/>
                <a:gd name="T4" fmla="*/ 2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5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2" name="Freeform 6539">
              <a:extLst>
                <a:ext uri="{FF2B5EF4-FFF2-40B4-BE49-F238E27FC236}">
                  <a16:creationId xmlns:a16="http://schemas.microsoft.com/office/drawing/2014/main" id="{E437B6AE-ED43-45DB-B2B7-E6E611C9FB5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13" y="2635"/>
              <a:ext cx="13" cy="15"/>
            </a:xfrm>
            <a:custGeom>
              <a:avLst/>
              <a:gdLst>
                <a:gd name="T0" fmla="*/ 13 w 13"/>
                <a:gd name="T1" fmla="*/ 7 h 15"/>
                <a:gd name="T2" fmla="*/ 13 w 13"/>
                <a:gd name="T3" fmla="*/ 7 h 15"/>
                <a:gd name="T4" fmla="*/ 9 w 13"/>
                <a:gd name="T5" fmla="*/ 0 h 15"/>
                <a:gd name="T6" fmla="*/ 6 w 13"/>
                <a:gd name="T7" fmla="*/ 3 h 15"/>
                <a:gd name="T8" fmla="*/ 6 w 13"/>
                <a:gd name="T9" fmla="*/ 3 h 15"/>
                <a:gd name="T10" fmla="*/ 2 w 13"/>
                <a:gd name="T11" fmla="*/ 3 h 15"/>
                <a:gd name="T12" fmla="*/ 0 w 13"/>
                <a:gd name="T13" fmla="*/ 7 h 15"/>
                <a:gd name="T14" fmla="*/ 6 w 13"/>
                <a:gd name="T15" fmla="*/ 15 h 15"/>
                <a:gd name="T16" fmla="*/ 6 w 13"/>
                <a:gd name="T17" fmla="*/ 11 h 15"/>
                <a:gd name="T18" fmla="*/ 11 w 13"/>
                <a:gd name="T19" fmla="*/ 15 h 15"/>
                <a:gd name="T20" fmla="*/ 13 w 13"/>
                <a:gd name="T21" fmla="*/ 7 h 15"/>
                <a:gd name="T22" fmla="*/ 8 w 13"/>
                <a:gd name="T23" fmla="*/ 7 h 15"/>
                <a:gd name="T24" fmla="*/ 11 w 13"/>
                <a:gd name="T25" fmla="*/ 7 h 15"/>
                <a:gd name="T26" fmla="*/ 6 w 13"/>
                <a:gd name="T27" fmla="*/ 11 h 15"/>
                <a:gd name="T28" fmla="*/ 8 w 13"/>
                <a:gd name="T2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lnTo>
                    <a:pt x="13" y="7"/>
                  </a:lnTo>
                  <a:lnTo>
                    <a:pt x="9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2" y="3"/>
                  </a:lnTo>
                  <a:lnTo>
                    <a:pt x="0" y="7"/>
                  </a:lnTo>
                  <a:lnTo>
                    <a:pt x="6" y="15"/>
                  </a:lnTo>
                  <a:lnTo>
                    <a:pt x="6" y="11"/>
                  </a:lnTo>
                  <a:lnTo>
                    <a:pt x="11" y="15"/>
                  </a:lnTo>
                  <a:lnTo>
                    <a:pt x="13" y="7"/>
                  </a:lnTo>
                  <a:close/>
                  <a:moveTo>
                    <a:pt x="8" y="7"/>
                  </a:moveTo>
                  <a:lnTo>
                    <a:pt x="11" y="7"/>
                  </a:lnTo>
                  <a:lnTo>
                    <a:pt x="6" y="11"/>
                  </a:lnTo>
                  <a:lnTo>
                    <a:pt x="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3" name="Freeform 6540">
              <a:extLst>
                <a:ext uri="{FF2B5EF4-FFF2-40B4-BE49-F238E27FC236}">
                  <a16:creationId xmlns:a16="http://schemas.microsoft.com/office/drawing/2014/main" id="{1DADB7A5-CAA5-4414-A1A9-0A9A123452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9" y="2648"/>
              <a:ext cx="5" cy="11"/>
            </a:xfrm>
            <a:custGeom>
              <a:avLst/>
              <a:gdLst>
                <a:gd name="T0" fmla="*/ 1 w 3"/>
                <a:gd name="T1" fmla="*/ 1 h 6"/>
                <a:gd name="T2" fmla="*/ 0 w 3"/>
                <a:gd name="T3" fmla="*/ 2 h 6"/>
                <a:gd name="T4" fmla="*/ 0 w 3"/>
                <a:gd name="T5" fmla="*/ 3 h 6"/>
                <a:gd name="T6" fmla="*/ 0 w 3"/>
                <a:gd name="T7" fmla="*/ 6 h 6"/>
                <a:gd name="T8" fmla="*/ 3 w 3"/>
                <a:gd name="T9" fmla="*/ 5 h 6"/>
                <a:gd name="T10" fmla="*/ 3 w 3"/>
                <a:gd name="T11" fmla="*/ 2 h 6"/>
                <a:gd name="T12" fmla="*/ 1 w 3"/>
                <a:gd name="T13" fmla="*/ 0 h 6"/>
                <a:gd name="T14" fmla="*/ 1 w 3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4" name="Freeform 6541">
              <a:extLst>
                <a:ext uri="{FF2B5EF4-FFF2-40B4-BE49-F238E27FC236}">
                  <a16:creationId xmlns:a16="http://schemas.microsoft.com/office/drawing/2014/main" id="{3050B722-0397-446C-AA64-F5C77642AC1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3" y="2681"/>
              <a:ext cx="7" cy="8"/>
            </a:xfrm>
            <a:custGeom>
              <a:avLst/>
              <a:gdLst>
                <a:gd name="T0" fmla="*/ 0 w 7"/>
                <a:gd name="T1" fmla="*/ 4 h 8"/>
                <a:gd name="T2" fmla="*/ 2 w 7"/>
                <a:gd name="T3" fmla="*/ 8 h 8"/>
                <a:gd name="T4" fmla="*/ 7 w 7"/>
                <a:gd name="T5" fmla="*/ 8 h 8"/>
                <a:gd name="T6" fmla="*/ 7 w 7"/>
                <a:gd name="T7" fmla="*/ 4 h 8"/>
                <a:gd name="T8" fmla="*/ 4 w 7"/>
                <a:gd name="T9" fmla="*/ 0 h 8"/>
                <a:gd name="T10" fmla="*/ 0 w 7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lnTo>
                    <a:pt x="2" y="8"/>
                  </a:lnTo>
                  <a:lnTo>
                    <a:pt x="7" y="8"/>
                  </a:lnTo>
                  <a:lnTo>
                    <a:pt x="7" y="4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5" name="Freeform 6542">
              <a:extLst>
                <a:ext uri="{FF2B5EF4-FFF2-40B4-BE49-F238E27FC236}">
                  <a16:creationId xmlns:a16="http://schemas.microsoft.com/office/drawing/2014/main" id="{2A2E0AAA-0BED-4C07-B77C-25407D0C27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3" y="2659"/>
              <a:ext cx="15" cy="45"/>
            </a:xfrm>
            <a:custGeom>
              <a:avLst/>
              <a:gdLst>
                <a:gd name="T0" fmla="*/ 4 w 8"/>
                <a:gd name="T1" fmla="*/ 22 h 24"/>
                <a:gd name="T2" fmla="*/ 3 w 8"/>
                <a:gd name="T3" fmla="*/ 21 h 24"/>
                <a:gd name="T4" fmla="*/ 5 w 8"/>
                <a:gd name="T5" fmla="*/ 21 h 24"/>
                <a:gd name="T6" fmla="*/ 4 w 8"/>
                <a:gd name="T7" fmla="*/ 18 h 24"/>
                <a:gd name="T8" fmla="*/ 6 w 8"/>
                <a:gd name="T9" fmla="*/ 14 h 24"/>
                <a:gd name="T10" fmla="*/ 5 w 8"/>
                <a:gd name="T11" fmla="*/ 11 h 24"/>
                <a:gd name="T12" fmla="*/ 7 w 8"/>
                <a:gd name="T13" fmla="*/ 12 h 24"/>
                <a:gd name="T14" fmla="*/ 8 w 8"/>
                <a:gd name="T15" fmla="*/ 9 h 24"/>
                <a:gd name="T16" fmla="*/ 7 w 8"/>
                <a:gd name="T17" fmla="*/ 6 h 24"/>
                <a:gd name="T18" fmla="*/ 8 w 8"/>
                <a:gd name="T19" fmla="*/ 6 h 24"/>
                <a:gd name="T20" fmla="*/ 8 w 8"/>
                <a:gd name="T21" fmla="*/ 4 h 24"/>
                <a:gd name="T22" fmla="*/ 7 w 8"/>
                <a:gd name="T23" fmla="*/ 1 h 24"/>
                <a:gd name="T24" fmla="*/ 3 w 8"/>
                <a:gd name="T25" fmla="*/ 0 h 24"/>
                <a:gd name="T26" fmla="*/ 3 w 8"/>
                <a:gd name="T27" fmla="*/ 2 h 24"/>
                <a:gd name="T28" fmla="*/ 5 w 8"/>
                <a:gd name="T29" fmla="*/ 4 h 24"/>
                <a:gd name="T30" fmla="*/ 5 w 8"/>
                <a:gd name="T31" fmla="*/ 5 h 24"/>
                <a:gd name="T32" fmla="*/ 6 w 8"/>
                <a:gd name="T33" fmla="*/ 6 h 24"/>
                <a:gd name="T34" fmla="*/ 7 w 8"/>
                <a:gd name="T35" fmla="*/ 6 h 24"/>
                <a:gd name="T36" fmla="*/ 5 w 8"/>
                <a:gd name="T37" fmla="*/ 9 h 24"/>
                <a:gd name="T38" fmla="*/ 5 w 8"/>
                <a:gd name="T39" fmla="*/ 10 h 24"/>
                <a:gd name="T40" fmla="*/ 5 w 8"/>
                <a:gd name="T41" fmla="*/ 10 h 24"/>
                <a:gd name="T42" fmla="*/ 4 w 8"/>
                <a:gd name="T43" fmla="*/ 17 h 24"/>
                <a:gd name="T44" fmla="*/ 3 w 8"/>
                <a:gd name="T45" fmla="*/ 16 h 24"/>
                <a:gd name="T46" fmla="*/ 3 w 8"/>
                <a:gd name="T47" fmla="*/ 19 h 24"/>
                <a:gd name="T48" fmla="*/ 3 w 8"/>
                <a:gd name="T49" fmla="*/ 20 h 24"/>
                <a:gd name="T50" fmla="*/ 3 w 8"/>
                <a:gd name="T51" fmla="*/ 20 h 24"/>
                <a:gd name="T52" fmla="*/ 0 w 8"/>
                <a:gd name="T53" fmla="*/ 21 h 24"/>
                <a:gd name="T54" fmla="*/ 0 w 8"/>
                <a:gd name="T55" fmla="*/ 24 h 24"/>
                <a:gd name="T56" fmla="*/ 2 w 8"/>
                <a:gd name="T57" fmla="*/ 24 h 24"/>
                <a:gd name="T58" fmla="*/ 4 w 8"/>
                <a:gd name="T5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" h="24">
                  <a:moveTo>
                    <a:pt x="4" y="22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2" y="24"/>
                    <a:pt x="2" y="24"/>
                  </a:cubicBezTo>
                  <a:lnTo>
                    <a:pt x="4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6" name="Freeform 6543">
              <a:extLst>
                <a:ext uri="{FF2B5EF4-FFF2-40B4-BE49-F238E27FC236}">
                  <a16:creationId xmlns:a16="http://schemas.microsoft.com/office/drawing/2014/main" id="{AFFC33EB-761E-48D9-852B-394D2359D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711"/>
              <a:ext cx="25" cy="21"/>
            </a:xfrm>
            <a:custGeom>
              <a:avLst/>
              <a:gdLst>
                <a:gd name="T0" fmla="*/ 25 w 25"/>
                <a:gd name="T1" fmla="*/ 0 h 21"/>
                <a:gd name="T2" fmla="*/ 17 w 25"/>
                <a:gd name="T3" fmla="*/ 4 h 21"/>
                <a:gd name="T4" fmla="*/ 19 w 25"/>
                <a:gd name="T5" fmla="*/ 4 h 21"/>
                <a:gd name="T6" fmla="*/ 14 w 25"/>
                <a:gd name="T7" fmla="*/ 6 h 21"/>
                <a:gd name="T8" fmla="*/ 12 w 25"/>
                <a:gd name="T9" fmla="*/ 6 h 21"/>
                <a:gd name="T10" fmla="*/ 8 w 25"/>
                <a:gd name="T11" fmla="*/ 8 h 21"/>
                <a:gd name="T12" fmla="*/ 6 w 25"/>
                <a:gd name="T13" fmla="*/ 9 h 21"/>
                <a:gd name="T14" fmla="*/ 8 w 25"/>
                <a:gd name="T15" fmla="*/ 11 h 21"/>
                <a:gd name="T16" fmla="*/ 8 w 25"/>
                <a:gd name="T17" fmla="*/ 13 h 21"/>
                <a:gd name="T18" fmla="*/ 6 w 25"/>
                <a:gd name="T19" fmla="*/ 15 h 21"/>
                <a:gd name="T20" fmla="*/ 0 w 25"/>
                <a:gd name="T21" fmla="*/ 17 h 21"/>
                <a:gd name="T22" fmla="*/ 8 w 25"/>
                <a:gd name="T23" fmla="*/ 21 h 21"/>
                <a:gd name="T24" fmla="*/ 15 w 25"/>
                <a:gd name="T25" fmla="*/ 19 h 21"/>
                <a:gd name="T26" fmla="*/ 19 w 25"/>
                <a:gd name="T27" fmla="*/ 15 h 21"/>
                <a:gd name="T28" fmla="*/ 19 w 25"/>
                <a:gd name="T29" fmla="*/ 11 h 21"/>
                <a:gd name="T30" fmla="*/ 17 w 25"/>
                <a:gd name="T31" fmla="*/ 9 h 21"/>
                <a:gd name="T32" fmla="*/ 19 w 25"/>
                <a:gd name="T33" fmla="*/ 8 h 21"/>
                <a:gd name="T34" fmla="*/ 19 w 25"/>
                <a:gd name="T35" fmla="*/ 4 h 21"/>
                <a:gd name="T36" fmla="*/ 23 w 25"/>
                <a:gd name="T37" fmla="*/ 6 h 21"/>
                <a:gd name="T38" fmla="*/ 25 w 25"/>
                <a:gd name="T3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lnTo>
                    <a:pt x="17" y="4"/>
                  </a:lnTo>
                  <a:lnTo>
                    <a:pt x="19" y="4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8" y="8"/>
                  </a:lnTo>
                  <a:lnTo>
                    <a:pt x="6" y="9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6" y="15"/>
                  </a:lnTo>
                  <a:lnTo>
                    <a:pt x="0" y="17"/>
                  </a:lnTo>
                  <a:lnTo>
                    <a:pt x="8" y="21"/>
                  </a:lnTo>
                  <a:lnTo>
                    <a:pt x="15" y="19"/>
                  </a:lnTo>
                  <a:lnTo>
                    <a:pt x="19" y="15"/>
                  </a:lnTo>
                  <a:lnTo>
                    <a:pt x="19" y="11"/>
                  </a:lnTo>
                  <a:lnTo>
                    <a:pt x="17" y="9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23" y="6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286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</p:grpSp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1158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921055CA-2CAD-4AE8-BA8E-0837FA58624D}"/>
              </a:ext>
            </a:extLst>
          </p:cNvPr>
          <p:cNvGrpSpPr/>
          <p:nvPr userDrawn="1"/>
        </p:nvGrpSpPr>
        <p:grpSpPr>
          <a:xfrm>
            <a:off x="0" y="-1"/>
            <a:ext cx="12192000" cy="6858001"/>
            <a:chOff x="-2377440" y="-1"/>
            <a:chExt cx="9144000" cy="5143501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6C063006-C35C-4135-8D5C-5FA5C64D54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4CD0C11-5656-49A9-9905-F61686A5F88F}"/>
                </a:ext>
              </a:extLst>
            </p:cNvPr>
            <p:cNvSpPr/>
            <p:nvPr userDrawn="1"/>
          </p:nvSpPr>
          <p:spPr>
            <a:xfrm>
              <a:off x="-2377440" y="1"/>
              <a:ext cx="9144000" cy="5143499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alpha val="85000"/>
                  </a:schemeClr>
                </a:gs>
                <a:gs pos="65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3FAB58F-F429-4EC9-8F50-D8342B8FFF15}"/>
                </a:ext>
              </a:extLst>
            </p:cNvPr>
            <p:cNvSpPr/>
            <p:nvPr userDrawn="1"/>
          </p:nvSpPr>
          <p:spPr>
            <a:xfrm>
              <a:off x="-2377440" y="-1"/>
              <a:ext cx="9144000" cy="5143499"/>
            </a:xfrm>
            <a:prstGeom prst="rect">
              <a:avLst/>
            </a:prstGeom>
            <a:gradFill>
              <a:gsLst>
                <a:gs pos="0">
                  <a:schemeClr val="accent6">
                    <a:alpha val="35000"/>
                  </a:schemeClr>
                </a:gs>
                <a:gs pos="35000">
                  <a:schemeClr val="bg1">
                    <a:alpha val="63000"/>
                  </a:schemeClr>
                </a:gs>
                <a:gs pos="100000">
                  <a:srgbClr val="6E2486"/>
                </a:gs>
              </a:gsLst>
              <a:lin ang="2700000" scaled="0"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4637A5AC-125D-4036-A781-78E4237F47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pic>
          <p:nvPicPr>
            <p:cNvPr id="6" name="sparkles">
              <a:extLst>
                <a:ext uri="{FF2B5EF4-FFF2-40B4-BE49-F238E27FC236}">
                  <a16:creationId xmlns:a16="http://schemas.microsoft.com/office/drawing/2014/main" id="{436250BB-89BF-7A4B-92CB-0C29E13BF42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email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279DA7D-7FE5-4043-A0FD-F6B0A8546FC5}"/>
              </a:ext>
            </a:extLst>
          </p:cNvPr>
          <p:cNvSpPr txBox="1"/>
          <p:nvPr userDrawn="1"/>
        </p:nvSpPr>
        <p:spPr>
          <a:xfrm>
            <a:off x="5600137" y="6696353"/>
            <a:ext cx="1009892" cy="92398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l" defTabSz="121911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67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© Copyright 2022 Dell Inc.</a:t>
            </a:r>
          </a:p>
        </p:txBody>
      </p:sp>
    </p:spTree>
    <p:extLst>
      <p:ext uri="{BB962C8B-B14F-4D97-AF65-F5344CB8AC3E}">
        <p14:creationId xmlns:p14="http://schemas.microsoft.com/office/powerpoint/2010/main" val="17291386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38621BF5-BE9E-704D-86E5-F9FA468FB5F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F7699C45-1F20-5748-9D42-998F4EC9551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574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563489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on blue gradient bkgd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3E6BA4F8-95D2-4AA1-B8CE-7B7D13FADEC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3820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accent6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B2D34198-AED4-4D80-9035-E654A42FC329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84" indent="-228584">
              <a:lnSpc>
                <a:spcPct val="100000"/>
              </a:lnSpc>
              <a:spcBef>
                <a:spcPts val="16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24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685750" indent="-228584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–"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066720" indent="-152388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▪"/>
              <a:defRPr sz="1467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080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47" indent="-22858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0350637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Full Fa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7DF3775-FCED-4931-9BAC-0E7136464C5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99000">
                <a:schemeClr val="accent1">
                  <a:lumMod val="100000"/>
                </a:schemeClr>
              </a:gs>
              <a:gs pos="0">
                <a:schemeClr val="bg1"/>
              </a:gs>
            </a:gsLst>
            <a:lin ang="540000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AD0407AE-1928-433A-9C43-DB03FD3D125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5600700" y="6696443"/>
            <a:ext cx="1009892" cy="9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1219110" eaLnBrk="1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</a:pPr>
            <a:r>
              <a:rPr lang="en-US" altLang="en-US" sz="667">
                <a:solidFill>
                  <a:schemeClr val="tx2"/>
                </a:solidFill>
              </a:rPr>
              <a:t>© Copyright 2022 Dell Inc.</a:t>
            </a:r>
          </a:p>
        </p:txBody>
      </p:sp>
      <p:sp>
        <p:nvSpPr>
          <p:cNvPr id="6" name="TextBox 16">
            <a:extLst>
              <a:ext uri="{FF2B5EF4-FFF2-40B4-BE49-F238E27FC236}">
                <a16:creationId xmlns:a16="http://schemas.microsoft.com/office/drawing/2014/main" id="{94282260-E62A-4090-8B26-8A9234628739}"/>
              </a:ext>
            </a:extLst>
          </p:cNvPr>
          <p:cNvSpPr txBox="1"/>
          <p:nvPr userDrawn="1"/>
        </p:nvSpPr>
        <p:spPr>
          <a:xfrm>
            <a:off x="5276851" y="6697501"/>
            <a:ext cx="192360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bg1"/>
              </a:buClr>
              <a:defRPr/>
            </a:pPr>
            <a:r>
              <a:rPr lang="en-US" sz="667">
                <a:solidFill>
                  <a:schemeClr val="tx2"/>
                </a:solidFill>
                <a:latin typeface="Arial" panose="020B0604020202020204" pitchFamily="34" charset="0"/>
              </a:rPr>
              <a:t>of 20</a:t>
            </a:r>
          </a:p>
        </p:txBody>
      </p:sp>
      <p:pic>
        <p:nvPicPr>
          <p:cNvPr id="8" name="Picture 12" descr="A picture containing drawing, food&#10;&#10;Description automatically generated">
            <a:extLst>
              <a:ext uri="{FF2B5EF4-FFF2-40B4-BE49-F238E27FC236}">
                <a16:creationId xmlns:a16="http://schemas.microsoft.com/office/drawing/2014/main" id="{2BE83EB4-2971-49B5-BF57-BCC742C1591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99188" y="6449485"/>
            <a:ext cx="1441449" cy="1862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Box 19">
            <a:extLst>
              <a:ext uri="{FF2B5EF4-FFF2-40B4-BE49-F238E27FC236}">
                <a16:creationId xmlns:a16="http://schemas.microsoft.com/office/drawing/2014/main" id="{AFABFD45-DED9-483F-8FA1-0556431FCBFA}"/>
              </a:ext>
            </a:extLst>
          </p:cNvPr>
          <p:cNvSpPr txBox="1"/>
          <p:nvPr userDrawn="1"/>
        </p:nvSpPr>
        <p:spPr>
          <a:xfrm>
            <a:off x="5139302" y="6697501"/>
            <a:ext cx="105798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eaLnBrk="1" hangingPunct="1">
              <a:lnSpc>
                <a:spcPct val="90000"/>
              </a:lnSpc>
              <a:buClr>
                <a:schemeClr val="bg1"/>
              </a:buClr>
              <a:defRPr/>
            </a:pPr>
            <a:fld id="{A3EBEA3C-A547-440F-8D8E-B11EDE1F5773}" type="slidenum">
              <a:rPr lang="en-US" sz="667" smtClean="0">
                <a:solidFill>
                  <a:schemeClr val="tx2"/>
                </a:solidFill>
                <a:latin typeface="Arial" panose="020B0604020202020204" pitchFamily="34" charset="0"/>
              </a:rPr>
              <a:pPr algn="r" eaLnBrk="1" hangingPunct="1">
                <a:lnSpc>
                  <a:spcPct val="90000"/>
                </a:lnSpc>
                <a:buClr>
                  <a:schemeClr val="bg1"/>
                </a:buClr>
                <a:defRPr/>
              </a:pPr>
              <a:t>‹#›</a:t>
            </a:fld>
            <a:endParaRPr lang="en-US" sz="667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3820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67" indent="0" algn="ctr">
              <a:buNone/>
              <a:defRPr sz="2000"/>
            </a:lvl2pPr>
            <a:lvl3pPr marL="914332" indent="0" algn="ctr">
              <a:buNone/>
              <a:defRPr sz="1800"/>
            </a:lvl3pPr>
            <a:lvl4pPr marL="1371498" indent="0" algn="ctr">
              <a:buNone/>
              <a:defRPr sz="1600"/>
            </a:lvl4pPr>
            <a:lvl5pPr marL="1828664" indent="0" algn="ctr">
              <a:buNone/>
              <a:defRPr sz="1600"/>
            </a:lvl5pPr>
            <a:lvl6pPr marL="2285830" indent="0" algn="ctr">
              <a:buNone/>
              <a:defRPr sz="1600"/>
            </a:lvl6pPr>
            <a:lvl7pPr marL="2742994" indent="0" algn="ctr">
              <a:buNone/>
              <a:defRPr sz="1600"/>
            </a:lvl7pPr>
            <a:lvl8pPr marL="3200160" indent="0" algn="ctr">
              <a:buNone/>
              <a:defRPr sz="1600"/>
            </a:lvl8pPr>
            <a:lvl9pPr marL="3657327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829488594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nd logo slide blu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>
            <a:extLst>
              <a:ext uri="{FF2B5EF4-FFF2-40B4-BE49-F238E27FC236}">
                <a16:creationId xmlns:a16="http://schemas.microsoft.com/office/drawing/2014/main" id="{D12DCCB9-51A4-4332-A79A-268EDAD93A2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700867" y="3005668"/>
            <a:ext cx="6792384" cy="880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2976674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477190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1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55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4" indent="0" algn="ctr">
              <a:buNone/>
              <a:defRPr sz="1600"/>
            </a:lvl4pPr>
            <a:lvl5pPr marL="1828618" indent="0" algn="ctr">
              <a:buNone/>
              <a:defRPr sz="1600"/>
            </a:lvl5pPr>
            <a:lvl6pPr marL="2285774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5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3510815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90" y="857251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55" indent="0" algn="ctr">
              <a:buNone/>
              <a:defRPr sz="2000"/>
            </a:lvl2pPr>
            <a:lvl3pPr marL="914309" indent="0" algn="ctr">
              <a:buNone/>
              <a:defRPr sz="1800"/>
            </a:lvl3pPr>
            <a:lvl4pPr marL="1371464" indent="0" algn="ctr">
              <a:buNone/>
              <a:defRPr sz="1600"/>
            </a:lvl4pPr>
            <a:lvl5pPr marL="1828618" indent="0" algn="ctr">
              <a:buNone/>
              <a:defRPr sz="1600"/>
            </a:lvl5pPr>
            <a:lvl6pPr marL="2285774" indent="0" algn="ctr">
              <a:buNone/>
              <a:defRPr sz="1600"/>
            </a:lvl6pPr>
            <a:lvl7pPr marL="2742926" indent="0" algn="ctr">
              <a:buNone/>
              <a:defRPr sz="1600"/>
            </a:lvl7pPr>
            <a:lvl8pPr marL="3200080" indent="0" algn="ctr">
              <a:buNone/>
              <a:defRPr sz="1600"/>
            </a:lvl8pPr>
            <a:lvl9pPr marL="3657235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90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693" indent="-15238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040" indent="-228578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195" indent="-228578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4179362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0"/>
          </p:nvPr>
        </p:nvSpPr>
        <p:spPr>
          <a:xfrm>
            <a:off x="3810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886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1"/>
          </p:nvPr>
        </p:nvSpPr>
        <p:spPr>
          <a:xfrm>
            <a:off x="63246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886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0322025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696" indent="-23069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34" indent="-2306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770" indent="-224345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6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696" indent="-23069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34" indent="-2306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770" indent="-224345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10434269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0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3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5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Content Placeholder 9">
            <a:extLst>
              <a:ext uri="{FF2B5EF4-FFF2-40B4-BE49-F238E27FC236}">
                <a16:creationId xmlns:a16="http://schemas.microsoft.com/office/drawing/2014/main" id="{3C9CA1AB-E8E8-4338-8BB5-4C9F95D3899A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332841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9">
            <a:extLst>
              <a:ext uri="{FF2B5EF4-FFF2-40B4-BE49-F238E27FC236}">
                <a16:creationId xmlns:a16="http://schemas.microsoft.com/office/drawing/2014/main" id="{B6586213-13AB-4801-9939-C1924B01D7D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284234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78" indent="-228578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34" indent="-228578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040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195" indent="-228578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8991371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96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8131624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&amp; Subtitle dark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rgbClr val="9FDDFF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5F47BF1-E8F3-128F-B5E5-89791A7524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2507A2F-675B-8174-CF75-DEE21B7BE36F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C8C9C7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299758E2-027C-59BE-41B9-F83F881B093C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C8C9C7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>
              <a:solidFill>
                <a:srgbClr val="C8C9C7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710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&amp; Subtitle light">
    <p:bg>
      <p:bgPr>
        <a:solidFill>
          <a:srgbClr val="EEEEE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accent1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7536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2200"/>
            <a:ext cx="2743200" cy="356618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381000" y="4204926"/>
            <a:ext cx="79711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42900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738312"/>
            <a:ext cx="7969282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6961862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2200"/>
            <a:ext cx="2743200" cy="356618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381000" y="4204926"/>
            <a:ext cx="79711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42900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738312"/>
            <a:ext cx="7969282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effectLst>
                  <a:glow rad="127000">
                    <a:srgbClr val="0D32A4"/>
                  </a:glow>
                </a:effectLst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907208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3D95DA-6F2D-4DB9-A4B6-50D3D1C658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759" y="5090333"/>
            <a:ext cx="9715500" cy="747897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lnSpc>
                <a:spcPct val="90000"/>
              </a:lnSpc>
              <a:defRPr sz="540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C487A85-65B5-4371-833A-AD6EFF69F55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1E00A8F-8F29-4705-8469-E9075A8C1B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343900" y="914400"/>
            <a:ext cx="3467100" cy="25146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chemeClr val="bg1"/>
              </a:buClr>
              <a:defRPr sz="2000">
                <a:solidFill>
                  <a:schemeClr val="tx2"/>
                </a:solidFill>
              </a:defRPr>
            </a:lvl1pPr>
            <a:lvl2pPr marL="741363" indent="-284163">
              <a:lnSpc>
                <a:spcPct val="100000"/>
              </a:lnSpc>
              <a:spcBef>
                <a:spcPts val="600"/>
              </a:spcBef>
              <a:buClr>
                <a:schemeClr val="bg1"/>
              </a:buClr>
              <a:buFont typeface="Arial" panose="020B0604020202020204" pitchFamily="34" charset="0"/>
              <a:buChar char="–"/>
              <a:defRPr sz="1800">
                <a:solidFill>
                  <a:schemeClr val="tx2"/>
                </a:solidFill>
              </a:defRPr>
            </a:lvl2pPr>
            <a:lvl3pPr marL="1142971" indent="-228594">
              <a:lnSpc>
                <a:spcPct val="100000"/>
              </a:lnSpc>
              <a:spcBef>
                <a:spcPts val="6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</a:defRPr>
            </a:lvl3pPr>
            <a:lvl4pPr>
              <a:defRPr sz="1600">
                <a:solidFill>
                  <a:schemeClr val="tx2"/>
                </a:solidFill>
              </a:defRPr>
            </a:lvl4pPr>
            <a:lvl5pPr>
              <a:defRPr sz="16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851218958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D7D3C83F-1685-4A4A-8993-74D3219027D6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4343400"/>
            <a:ext cx="8027894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5B0BFDB-C4BC-4E6F-8090-A00E82B41E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AF30D4F-5FE4-4AA6-812B-A00AFC98112E}"/>
              </a:ext>
            </a:extLst>
          </p:cNvPr>
          <p:cNvSpPr>
            <a:spLocks noGrp="1"/>
          </p:cNvSpPr>
          <p:nvPr userDrawn="1">
            <p:ph type="body" sz="quarter" idx="10"/>
          </p:nvPr>
        </p:nvSpPr>
        <p:spPr>
          <a:xfrm>
            <a:off x="1066799" y="349478"/>
            <a:ext cx="7315201" cy="215444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 marL="0" indent="0">
              <a:lnSpc>
                <a:spcPct val="100000"/>
              </a:lnSpc>
              <a:buNone/>
              <a:defRPr sz="1400" cap="all" spc="300" baseline="0">
                <a:solidFill>
                  <a:schemeClr val="tx2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5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624545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88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blue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D7D3C83F-1685-4A4A-8993-74D3219027D6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3595503"/>
            <a:ext cx="4457700" cy="2243691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5B0BFDB-C4BC-4E6F-8090-A00E82B41E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AF30D4F-5FE4-4AA6-812B-A00AFC98112E}"/>
              </a:ext>
            </a:extLst>
          </p:cNvPr>
          <p:cNvSpPr>
            <a:spLocks noGrp="1"/>
          </p:cNvSpPr>
          <p:nvPr userDrawn="1">
            <p:ph type="body" sz="quarter" idx="10"/>
          </p:nvPr>
        </p:nvSpPr>
        <p:spPr>
          <a:xfrm>
            <a:off x="1066799" y="349478"/>
            <a:ext cx="3771901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>
              <a:lnSpc>
                <a:spcPct val="100000"/>
              </a:lnSpc>
              <a:buNone/>
              <a:defRPr sz="1400" cap="all" spc="300" baseline="0">
                <a:solidFill>
                  <a:schemeClr val="tx2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5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50982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88">
          <p15:clr>
            <a:srgbClr val="FBAE40"/>
          </p15:clr>
        </p15:guide>
      </p15:sldGuideLst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bar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1183"/>
            <a:ext cx="2286000" cy="13295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E5F8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67100" y="400050"/>
            <a:ext cx="8343900" cy="5829300"/>
          </a:xfrm>
          <a:prstGeom prst="rect">
            <a:avLst/>
          </a:prstGeom>
        </p:spPr>
        <p:txBody>
          <a:bodyPr lIns="0" tIns="0" rIns="0" bIns="0" anchor="ctr" anchorCtr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DD84B0B8-7C41-4C04-9E5E-65F066217219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2514600"/>
            <a:ext cx="2286000" cy="371475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6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387710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bar blue w photo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1183"/>
            <a:ext cx="2286000" cy="13295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E5F8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rgbClr val="80C7FB"/>
              </a:solidFill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DD84B0B8-7C41-4C04-9E5E-65F066217219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2514600"/>
            <a:ext cx="2286000" cy="371475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6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8FAF2F2-81F0-496C-EB9C-AD35CB49960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009900" y="0"/>
            <a:ext cx="9182100" cy="68580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 anchorCtr="1"/>
          <a:lstStyle>
            <a:lvl1pPr marL="0" indent="0">
              <a:buNone/>
              <a:defRPr>
                <a:solidFill>
                  <a:schemeClr val="bg2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8766197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op bar blue">
    <p:bg>
      <p:bgPr>
        <a:solidFill>
          <a:srgbClr val="CBEE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342900"/>
            <a:ext cx="11458418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3709779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blue">
    <p:bg>
      <p:bgPr>
        <a:solidFill>
          <a:srgbClr val="CBEE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0"/>
            <a:ext cx="3999017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25986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blu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3D95DA-6F2D-4DB9-A4B6-50D3D1C658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8556" y="3438303"/>
            <a:ext cx="9201150" cy="2676747"/>
          </a:xfrm>
          <a:prstGeom prst="rect">
            <a:avLst/>
          </a:prstGeom>
        </p:spPr>
        <p:txBody>
          <a:bodyPr wrap="square" lIns="0" tIns="0" rIns="0" bIns="0" anchor="t" anchorCtr="0">
            <a:noAutofit/>
          </a:bodyPr>
          <a:lstStyle>
            <a:lvl1pPr>
              <a:lnSpc>
                <a:spcPct val="90000"/>
              </a:lnSpc>
              <a:defRPr sz="540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C487A85-65B5-4371-833A-AD6EFF69F55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06CBAE8D-A442-4706-952E-6CCFA561BE1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98556" y="29146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1782641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0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961E767C-1F50-4D42-AF6A-E15CED75F7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43207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w/photo half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BEADD02D-4E86-18B9-EC0D-5EFAF43C6BBB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0D32A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96F27EC7-A1F5-878A-4E9C-42D9EE7F3BF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4290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 anchorCtr="1"/>
          <a:lstStyle>
            <a:lvl1pPr marL="0" indent="0">
              <a:buNone/>
              <a:defRPr>
                <a:solidFill>
                  <a:schemeClr val="tx2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8033FDC-55EF-42E8-40A1-2BDB05C183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829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569" y="4229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sp>
        <p:nvSpPr>
          <p:cNvPr id="9" name="Content Placeholder 9">
            <a:extLst>
              <a:ext uri="{FF2B5EF4-FFF2-40B4-BE49-F238E27FC236}">
                <a16:creationId xmlns:a16="http://schemas.microsoft.com/office/drawing/2014/main" id="{22707C3E-AA17-F74E-2CC0-F61663C5E36B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096000" y="3829050"/>
            <a:ext cx="5715000" cy="2343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0">
                <a:solidFill>
                  <a:schemeClr val="tx2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200"/>
              </a:spcBef>
              <a:buClr>
                <a:srgbClr val="80C7FB"/>
              </a:buClr>
              <a:buFont typeface="Arial" panose="020B0604020202020204" pitchFamily="34" charset="0"/>
              <a:buChar char="•"/>
              <a:defRPr sz="1600" b="0">
                <a:solidFill>
                  <a:schemeClr val="tx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600"/>
              </a:spcBef>
              <a:buClr>
                <a:srgbClr val="80C7FB"/>
              </a:buClr>
              <a:buFont typeface="Arial" panose="020B0604020202020204" pitchFamily="34" charset="0"/>
              <a:buChar char="–"/>
              <a:defRPr sz="1200" b="0">
                <a:solidFill>
                  <a:schemeClr val="tx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EC10F5B-4C21-AEA3-115E-942A040690DC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5600700"/>
            <a:ext cx="4800600" cy="571500"/>
          </a:xfrm>
          <a:prstGeom prst="rect">
            <a:avLst/>
          </a:prstGeom>
        </p:spPr>
        <p:txBody>
          <a:bodyPr wrap="square" lIns="0" tIns="0" rIns="0" bIns="0" anchor="t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8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07292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0231794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516905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3673195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86" y="857250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86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90240911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0"/>
          </p:nvPr>
        </p:nvSpPr>
        <p:spPr>
          <a:xfrm>
            <a:off x="3810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71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1"/>
          </p:nvPr>
        </p:nvSpPr>
        <p:spPr>
          <a:xfrm>
            <a:off x="63246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71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4828937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374370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12" indent="-230712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83" indent="-230712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855" indent="-224361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600" y="1374370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12" indent="-230712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83" indent="-230712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855" indent="-224361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38346420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0">
          <p15:clr>
            <a:srgbClr val="FBAE40"/>
          </p15:clr>
        </p15:guide>
      </p15:sldGuideLst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0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Content Placeholder 9">
            <a:extLst>
              <a:ext uri="{FF2B5EF4-FFF2-40B4-BE49-F238E27FC236}">
                <a16:creationId xmlns:a16="http://schemas.microsoft.com/office/drawing/2014/main" id="{3C9CA1AB-E8E8-4338-8BB5-4C9F95D3899A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332836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9">
            <a:extLst>
              <a:ext uri="{FF2B5EF4-FFF2-40B4-BE49-F238E27FC236}">
                <a16:creationId xmlns:a16="http://schemas.microsoft.com/office/drawing/2014/main" id="{B6586213-13AB-4801-9939-C1924B01D7D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284230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7801735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96">
          <p15:clr>
            <a:srgbClr val="FBAE40"/>
          </p15:clr>
        </p15:guide>
      </p15:sldGuideLst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221CDB-95CE-458B-A911-027A05894B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457200"/>
            <a:ext cx="10515600" cy="395816"/>
          </a:xfrm>
          <a:prstGeom prst="rect">
            <a:avLst/>
          </a:prstGeom>
        </p:spPr>
        <p:txBody>
          <a:bodyPr/>
          <a:lstStyle>
            <a:lvl1pPr algn="ctr">
              <a:defRPr sz="24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67310940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logo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B40B410-C7E4-4036-89E5-3C58E91B26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457200"/>
            <a:ext cx="10515600" cy="395816"/>
          </a:xfrm>
          <a:prstGeom prst="rect">
            <a:avLst/>
          </a:prstGeo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5BC7EE9C-562A-4519-B67A-EB99114D5C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pic>
        <p:nvPicPr>
          <p:cNvPr id="210" name="Picture 209">
            <a:extLst>
              <a:ext uri="{FF2B5EF4-FFF2-40B4-BE49-F238E27FC236}">
                <a16:creationId xmlns:a16="http://schemas.microsoft.com/office/drawing/2014/main" id="{9F395D62-9AFB-429C-85A8-BAAB83043A5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2200"/>
            <a:ext cx="2743200" cy="3566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62885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040102A0-8AF4-B386-5389-7522720636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FFFF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195290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 blue gradient bkgd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8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F84FBA1C-1F00-80C7-81C0-AC9B751F158C}"/>
              </a:ext>
            </a:extLst>
          </p:cNvPr>
          <p:cNvSpPr txBox="1"/>
          <p:nvPr userDrawn="1"/>
        </p:nvSpPr>
        <p:spPr>
          <a:xfrm>
            <a:off x="5384428" y="6696353"/>
            <a:ext cx="1601400" cy="92398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l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67" b="0" i="0" u="none" baseline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9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AA5C6730-ACB9-F4CC-1705-0E5E52AE3556}"/>
              </a:ext>
            </a:extLst>
          </p:cNvPr>
          <p:cNvSpPr txBox="1"/>
          <p:nvPr userDrawn="1"/>
        </p:nvSpPr>
        <p:spPr>
          <a:xfrm>
            <a:off x="-1" y="6665955"/>
            <a:ext cx="2079812" cy="102657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667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Dell Internal and Partner Confidential</a:t>
            </a:r>
          </a:p>
        </p:txBody>
      </p:sp>
    </p:spTree>
    <p:extLst>
      <p:ext uri="{BB962C8B-B14F-4D97-AF65-F5344CB8AC3E}">
        <p14:creationId xmlns:p14="http://schemas.microsoft.com/office/powerpoint/2010/main" val="2387026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op bar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342900"/>
            <a:ext cx="72375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DA8A050-048C-CFC3-6C46-F2D6838033F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A3B1B31-3139-2F42-550C-BC67A0DCE01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C8C9C7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9B63BCBE-1E58-B204-A01E-CA77F258FC7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C8C9C7"/>
                </a:solidFill>
                <a:latin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/>
            <a:fld id="{58EC7406-F4CC-4ABF-902E-2AF4E70E5C0F}" type="slidenum">
              <a:rPr lang="en-US" smtClean="0"/>
              <a:pPr lvl="0"/>
              <a:t>‹#›</a:t>
            </a:fld>
            <a:endParaRPr lang="en-US" err="1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1CE7B51-9054-5327-A47C-1373E8D23F0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1">
                    <a:lumMod val="20000"/>
                    <a:lumOff val="80000"/>
                  </a:schemeClr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2251012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342900"/>
            <a:ext cx="110729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E8CE7E8-27C1-F0F2-DAEB-82A5B145F52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B99FB87A-E5A8-FF41-8BD9-5C4CE743C37A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chemeClr val="tx2">
                    <a:lumMod val="8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EBBD7365-9EBA-77BA-59C9-988F647F5115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chemeClr val="tx2">
                    <a:lumMod val="85000"/>
                  </a:schemeClr>
                </a:solidFill>
                <a:latin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/>
            <a:fld id="{58EC7406-F4CC-4ABF-902E-2AF4E70E5C0F}" type="slidenum">
              <a:rPr lang="en-US" smtClean="0"/>
              <a:pPr lvl="0"/>
              <a:t>‹#›</a:t>
            </a:fld>
            <a:endParaRPr lang="en-US" err="1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BFF032A4-335C-936A-D366-925A4AF4579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1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3453396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&amp; Subtitle on blue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DAAD1BCE-B896-40B3-5C10-FE2A1713AB9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403079" y="6451892"/>
            <a:ext cx="1438656" cy="1867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11479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11668" y="5831699"/>
            <a:ext cx="3608832" cy="469148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10344EF7-FB04-41A4-900F-48EC95C6F3B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81000" y="552449"/>
            <a:ext cx="11430000" cy="1994392"/>
          </a:xfrm>
          <a:prstGeom prst="rect">
            <a:avLst/>
          </a:prstGeom>
        </p:spPr>
        <p:txBody>
          <a:bodyPr wrap="square" lIns="0" tIns="0" rIns="0" bIns="0" anchor="b">
            <a:spAutoFit/>
          </a:bodyPr>
          <a:lstStyle>
            <a:lvl1pPr algn="l">
              <a:defRPr sz="7200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2743200"/>
            <a:ext cx="11430000" cy="16557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26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553113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0675000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67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5313355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49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12" indent="-230712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83" indent="-230712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855" indent="-22436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400800" y="1295400"/>
            <a:ext cx="5410200" cy="5257800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2400"/>
              </a:spcBef>
              <a:buNone/>
              <a:defRPr sz="2667" baseline="0">
                <a:solidFill>
                  <a:schemeClr val="bg1"/>
                </a:solidFill>
              </a:defRPr>
            </a:lvl1pPr>
            <a:lvl2pPr marL="230712" indent="-230712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defRPr>
                <a:solidFill>
                  <a:schemeClr val="bg2"/>
                </a:solidFill>
              </a:defRPr>
            </a:lvl2pPr>
            <a:lvl3pPr marL="685783" indent="-230712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3pPr>
            <a:lvl4pPr marL="1140855" indent="-224361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67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19949994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00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649" y="304800"/>
            <a:ext cx="11436351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733" dirty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1"/>
          </p:nvPr>
        </p:nvSpPr>
        <p:spPr>
          <a:xfrm>
            <a:off x="43053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4"/>
          </p:nvPr>
        </p:nvSpPr>
        <p:spPr>
          <a:xfrm>
            <a:off x="8229600" y="1295400"/>
            <a:ext cx="3581400" cy="47244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None/>
              <a:defRPr sz="2400">
                <a:solidFill>
                  <a:schemeClr val="bg1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6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133">
                <a:solidFill>
                  <a:schemeClr val="bg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bg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8117699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72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5125749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logo slide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6CED6EC7-6D3E-4027-A733-9B78EBA486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01837" y="3005739"/>
            <a:ext cx="6790944" cy="88030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B40B410-C7E4-4036-89E5-3C58E91B26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457200"/>
            <a:ext cx="10515600" cy="395816"/>
          </a:xfrm>
          <a:prstGeom prst="rect">
            <a:avLst/>
          </a:prstGeo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0939732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93428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5F6FDFA-5C47-4695-A273-CA76F8519D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1233AD0B-5E81-4930-8FA3-04DEA6DAB125}"/>
              </a:ext>
            </a:extLst>
          </p:cNvPr>
          <p:cNvSpPr/>
          <p:nvPr userDrawn="1"/>
        </p:nvSpPr>
        <p:spPr>
          <a:xfrm>
            <a:off x="0" y="2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5000"/>
                </a:schemeClr>
              </a:gs>
              <a:gs pos="65000">
                <a:schemeClr val="accent1">
                  <a:alpha val="0"/>
                </a:schemeClr>
              </a:gs>
            </a:gsLst>
            <a:lin ang="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15E5080-1A7D-484B-A86B-A5A2F02071EE}"/>
              </a:ext>
            </a:extLst>
          </p:cNvPr>
          <p:cNvSpPr/>
          <p:nvPr userDrawn="1"/>
        </p:nvSpPr>
        <p:spPr>
          <a:xfrm>
            <a:off x="0" y="-1"/>
            <a:ext cx="12192000" cy="6857999"/>
          </a:xfrm>
          <a:prstGeom prst="rect">
            <a:avLst/>
          </a:prstGeom>
          <a:gradFill>
            <a:gsLst>
              <a:gs pos="0">
                <a:schemeClr val="accent6">
                  <a:alpha val="35000"/>
                </a:schemeClr>
              </a:gs>
              <a:gs pos="35000">
                <a:schemeClr val="bg1">
                  <a:alpha val="63000"/>
                </a:schemeClr>
              </a:gs>
              <a:gs pos="100000">
                <a:srgbClr val="6E2486"/>
              </a:gs>
            </a:gsLst>
            <a:lin ang="2700000" scaled="0"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>
              <a:solidFill>
                <a:schemeClr val="bg2"/>
              </a:solidFill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1096F97-3760-4789-A108-A2D127138E0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A672761-DA4E-44C8-92C6-3427CB68EDC4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11" name="Data V1">
            <a:extLst>
              <a:ext uri="{FF2B5EF4-FFF2-40B4-BE49-F238E27FC236}">
                <a16:creationId xmlns:a16="http://schemas.microsoft.com/office/drawing/2014/main" id="{65709394-AB08-42D0-BAA9-E17D79865908}"/>
              </a:ext>
            </a:extLst>
          </p:cNvPr>
          <p:cNvGrpSpPr/>
          <p:nvPr userDrawn="1"/>
        </p:nvGrpSpPr>
        <p:grpSpPr>
          <a:xfrm rot="18900000">
            <a:off x="-3590588" y="-824796"/>
            <a:ext cx="6343815" cy="6168221"/>
            <a:chOff x="9340012" y="2495606"/>
            <a:chExt cx="2782316" cy="2705303"/>
          </a:xfrm>
        </p:grpSpPr>
        <p:sp>
          <p:nvSpPr>
            <p:cNvPr id="12" name="Lighter lines">
              <a:extLst>
                <a:ext uri="{FF2B5EF4-FFF2-40B4-BE49-F238E27FC236}">
                  <a16:creationId xmlns:a16="http://schemas.microsoft.com/office/drawing/2014/main" id="{52A46289-2813-4A9F-8FF5-4841464A2641}"/>
                </a:ext>
              </a:extLst>
            </p:cNvPr>
            <p:cNvSpPr/>
            <p:nvPr/>
          </p:nvSpPr>
          <p:spPr>
            <a:xfrm>
              <a:off x="9631644" y="2621058"/>
              <a:ext cx="2490684" cy="2488086"/>
            </a:xfrm>
            <a:custGeom>
              <a:avLst/>
              <a:gdLst>
                <a:gd name="connsiteX0" fmla="*/ 2413151 w 2490683"/>
                <a:gd name="connsiteY0" fmla="*/ 241803 h 2488086"/>
                <a:gd name="connsiteX1" fmla="*/ 2414006 w 2490683"/>
                <a:gd name="connsiteY1" fmla="*/ 241092 h 2488086"/>
                <a:gd name="connsiteX2" fmla="*/ 2468593 w 2490683"/>
                <a:gd name="connsiteY2" fmla="*/ 750529 h 2488086"/>
                <a:gd name="connsiteX3" fmla="*/ 2468593 w 2490683"/>
                <a:gd name="connsiteY3" fmla="*/ 752093 h 2488086"/>
                <a:gd name="connsiteX4" fmla="*/ 2133948 w 2490683"/>
                <a:gd name="connsiteY4" fmla="*/ 449815 h 2488086"/>
                <a:gd name="connsiteX5" fmla="*/ 2133948 w 2490683"/>
                <a:gd name="connsiteY5" fmla="*/ 449815 h 2488086"/>
                <a:gd name="connsiteX6" fmla="*/ 2413151 w 2490683"/>
                <a:gd name="connsiteY6" fmla="*/ 243367 h 2488086"/>
                <a:gd name="connsiteX7" fmla="*/ 2135373 w 2490683"/>
                <a:gd name="connsiteY7" fmla="*/ 449815 h 2488086"/>
                <a:gd name="connsiteX8" fmla="*/ 2467167 w 2490683"/>
                <a:gd name="connsiteY8" fmla="*/ 749392 h 2488086"/>
                <a:gd name="connsiteX9" fmla="*/ 2468307 w 2490683"/>
                <a:gd name="connsiteY9" fmla="*/ 749960 h 2488086"/>
                <a:gd name="connsiteX10" fmla="*/ 2468307 w 2490683"/>
                <a:gd name="connsiteY10" fmla="*/ 749960 h 2488086"/>
                <a:gd name="connsiteX11" fmla="*/ 2244688 w 2490683"/>
                <a:gd name="connsiteY11" fmla="*/ 1198259 h 2488086"/>
                <a:gd name="connsiteX12" fmla="*/ 2244688 w 2490683"/>
                <a:gd name="connsiteY12" fmla="*/ 1199396 h 2488086"/>
                <a:gd name="connsiteX13" fmla="*/ 1939261 w 2490683"/>
                <a:gd name="connsiteY13" fmla="*/ 602234 h 2488086"/>
                <a:gd name="connsiteX14" fmla="*/ 1938548 w 2490683"/>
                <a:gd name="connsiteY14" fmla="*/ 600954 h 2488086"/>
                <a:gd name="connsiteX15" fmla="*/ 2467167 w 2490683"/>
                <a:gd name="connsiteY15" fmla="*/ 750955 h 2488086"/>
                <a:gd name="connsiteX16" fmla="*/ 1940971 w 2490683"/>
                <a:gd name="connsiteY16" fmla="*/ 603371 h 2488086"/>
                <a:gd name="connsiteX17" fmla="*/ 2244688 w 2490683"/>
                <a:gd name="connsiteY17" fmla="*/ 1196979 h 2488086"/>
                <a:gd name="connsiteX18" fmla="*/ 2134090 w 2490683"/>
                <a:gd name="connsiteY18" fmla="*/ 448962 h 2488086"/>
                <a:gd name="connsiteX19" fmla="*/ 2134090 w 2490683"/>
                <a:gd name="connsiteY19" fmla="*/ 448962 h 2488086"/>
                <a:gd name="connsiteX20" fmla="*/ 2470018 w 2490683"/>
                <a:gd name="connsiteY20" fmla="*/ 752235 h 2488086"/>
                <a:gd name="connsiteX21" fmla="*/ 1939261 w 2490683"/>
                <a:gd name="connsiteY21" fmla="*/ 603371 h 2488086"/>
                <a:gd name="connsiteX22" fmla="*/ 1938120 w 2490683"/>
                <a:gd name="connsiteY22" fmla="*/ 603371 h 2488086"/>
                <a:gd name="connsiteX23" fmla="*/ 2134090 w 2490683"/>
                <a:gd name="connsiteY23" fmla="*/ 450241 h 2488086"/>
                <a:gd name="connsiteX24" fmla="*/ 1941113 w 2490683"/>
                <a:gd name="connsiteY24" fmla="*/ 602234 h 2488086"/>
                <a:gd name="connsiteX25" fmla="*/ 2465599 w 2490683"/>
                <a:gd name="connsiteY25" fmla="*/ 749249 h 2488086"/>
                <a:gd name="connsiteX26" fmla="*/ 2134090 w 2490683"/>
                <a:gd name="connsiteY26" fmla="*/ 448962 h 2488086"/>
                <a:gd name="connsiteX27" fmla="*/ 2134090 w 2490683"/>
                <a:gd name="connsiteY27" fmla="*/ 448962 h 2488086"/>
                <a:gd name="connsiteX28" fmla="*/ 1939688 w 2490683"/>
                <a:gd name="connsiteY28" fmla="*/ 603371 h 2488086"/>
                <a:gd name="connsiteX29" fmla="*/ 1502996 w 2490683"/>
                <a:gd name="connsiteY29" fmla="*/ 75024 h 2488086"/>
                <a:gd name="connsiteX30" fmla="*/ 1500716 w 2490683"/>
                <a:gd name="connsiteY30" fmla="*/ 72323 h 2488086"/>
                <a:gd name="connsiteX31" fmla="*/ 2132665 w 2490683"/>
                <a:gd name="connsiteY31" fmla="*/ 448962 h 2488086"/>
                <a:gd name="connsiteX32" fmla="*/ 1505562 w 2490683"/>
                <a:gd name="connsiteY32" fmla="*/ 76446 h 2488086"/>
                <a:gd name="connsiteX33" fmla="*/ 1939118 w 2490683"/>
                <a:gd name="connsiteY33" fmla="*/ 600954 h 2488086"/>
                <a:gd name="connsiteX34" fmla="*/ 1938690 w 2490683"/>
                <a:gd name="connsiteY34" fmla="*/ 601523 h 2488086"/>
                <a:gd name="connsiteX35" fmla="*/ 1938690 w 2490683"/>
                <a:gd name="connsiteY35" fmla="*/ 600670 h 2488086"/>
                <a:gd name="connsiteX36" fmla="*/ 2244118 w 2490683"/>
                <a:gd name="connsiteY36" fmla="*/ 1197832 h 2488086"/>
                <a:gd name="connsiteX37" fmla="*/ 2244118 w 2490683"/>
                <a:gd name="connsiteY37" fmla="*/ 1198828 h 2488086"/>
                <a:gd name="connsiteX38" fmla="*/ 1591076 w 2490683"/>
                <a:gd name="connsiteY38" fmla="*/ 1132855 h 2488086"/>
                <a:gd name="connsiteX39" fmla="*/ 1590078 w 2490683"/>
                <a:gd name="connsiteY39" fmla="*/ 1132855 h 2488086"/>
                <a:gd name="connsiteX40" fmla="*/ 1938690 w 2490683"/>
                <a:gd name="connsiteY40" fmla="*/ 603087 h 2488086"/>
                <a:gd name="connsiteX41" fmla="*/ 1593784 w 2490683"/>
                <a:gd name="connsiteY41" fmla="*/ 1132287 h 2488086"/>
                <a:gd name="connsiteX42" fmla="*/ 2243548 w 2490683"/>
                <a:gd name="connsiteY42" fmla="*/ 1197832 h 2488086"/>
                <a:gd name="connsiteX43" fmla="*/ 1938690 w 2490683"/>
                <a:gd name="connsiteY43" fmla="*/ 601523 h 2488086"/>
                <a:gd name="connsiteX44" fmla="*/ 1938690 w 2490683"/>
                <a:gd name="connsiteY44" fmla="*/ 601523 h 2488086"/>
                <a:gd name="connsiteX45" fmla="*/ 1593214 w 2490683"/>
                <a:gd name="connsiteY45" fmla="*/ 1132287 h 2488086"/>
                <a:gd name="connsiteX46" fmla="*/ 1592216 w 2490683"/>
                <a:gd name="connsiteY46" fmla="*/ 1133851 h 2488086"/>
                <a:gd name="connsiteX47" fmla="*/ 1502711 w 2490683"/>
                <a:gd name="connsiteY47" fmla="*/ 72181 h 2488086"/>
                <a:gd name="connsiteX48" fmla="*/ 1937408 w 2490683"/>
                <a:gd name="connsiteY48" fmla="*/ 601523 h 2488086"/>
                <a:gd name="connsiteX49" fmla="*/ 1502711 w 2490683"/>
                <a:gd name="connsiteY49" fmla="*/ 75451 h 2488086"/>
                <a:gd name="connsiteX50" fmla="*/ 1591504 w 2490683"/>
                <a:gd name="connsiteY50" fmla="*/ 1129585 h 2488086"/>
                <a:gd name="connsiteX51" fmla="*/ 1504992 w 2490683"/>
                <a:gd name="connsiteY51" fmla="*/ 73318 h 2488086"/>
                <a:gd name="connsiteX52" fmla="*/ 896132 w 2490683"/>
                <a:gd name="connsiteY52" fmla="*/ 1068589 h 2488086"/>
                <a:gd name="connsiteX53" fmla="*/ 896132 w 2490683"/>
                <a:gd name="connsiteY53" fmla="*/ 1069585 h 2488086"/>
                <a:gd name="connsiteX54" fmla="*/ 638164 w 2490683"/>
                <a:gd name="connsiteY54" fmla="*/ 470858 h 2488086"/>
                <a:gd name="connsiteX55" fmla="*/ 638164 w 2490683"/>
                <a:gd name="connsiteY55" fmla="*/ 470858 h 2488086"/>
                <a:gd name="connsiteX56" fmla="*/ 1501856 w 2490683"/>
                <a:gd name="connsiteY56" fmla="*/ 76162 h 2488086"/>
                <a:gd name="connsiteX57" fmla="*/ 639447 w 2490683"/>
                <a:gd name="connsiteY57" fmla="*/ 470858 h 2488086"/>
                <a:gd name="connsiteX58" fmla="*/ 895989 w 2490683"/>
                <a:gd name="connsiteY58" fmla="*/ 1067168 h 2488086"/>
                <a:gd name="connsiteX59" fmla="*/ 538825 w 2490683"/>
                <a:gd name="connsiteY59" fmla="*/ 20711 h 2488086"/>
                <a:gd name="connsiteX60" fmla="*/ 539681 w 2490683"/>
                <a:gd name="connsiteY60" fmla="*/ 19715 h 2488086"/>
                <a:gd name="connsiteX61" fmla="*/ 639447 w 2490683"/>
                <a:gd name="connsiteY61" fmla="*/ 470431 h 2488086"/>
                <a:gd name="connsiteX62" fmla="*/ 639447 w 2490683"/>
                <a:gd name="connsiteY62" fmla="*/ 470431 h 2488086"/>
                <a:gd name="connsiteX63" fmla="*/ 20895 w 2490683"/>
                <a:gd name="connsiteY63" fmla="*/ 638632 h 2488086"/>
                <a:gd name="connsiteX64" fmla="*/ 19043 w 2490683"/>
                <a:gd name="connsiteY64" fmla="*/ 638632 h 2488086"/>
                <a:gd name="connsiteX65" fmla="*/ 538825 w 2490683"/>
                <a:gd name="connsiteY65" fmla="*/ 22559 h 2488086"/>
                <a:gd name="connsiteX66" fmla="*/ 22748 w 2490683"/>
                <a:gd name="connsiteY66" fmla="*/ 637495 h 2488086"/>
                <a:gd name="connsiteX67" fmla="*/ 638307 w 2490683"/>
                <a:gd name="connsiteY67" fmla="*/ 470147 h 2488086"/>
                <a:gd name="connsiteX68" fmla="*/ 638592 w 2490683"/>
                <a:gd name="connsiteY68" fmla="*/ 470005 h 2488086"/>
                <a:gd name="connsiteX69" fmla="*/ 638592 w 2490683"/>
                <a:gd name="connsiteY69" fmla="*/ 470005 h 2488086"/>
                <a:gd name="connsiteX70" fmla="*/ 895134 w 2490683"/>
                <a:gd name="connsiteY70" fmla="*/ 1068447 h 2488086"/>
                <a:gd name="connsiteX71" fmla="*/ 895134 w 2490683"/>
                <a:gd name="connsiteY71" fmla="*/ 1070011 h 2488086"/>
                <a:gd name="connsiteX72" fmla="*/ 20468 w 2490683"/>
                <a:gd name="connsiteY72" fmla="*/ 639201 h 2488086"/>
                <a:gd name="connsiteX73" fmla="*/ 19043 w 2490683"/>
                <a:gd name="connsiteY73" fmla="*/ 639201 h 2488086"/>
                <a:gd name="connsiteX74" fmla="*/ 638592 w 2490683"/>
                <a:gd name="connsiteY74" fmla="*/ 471284 h 2488086"/>
                <a:gd name="connsiteX75" fmla="*/ 22748 w 2490683"/>
                <a:gd name="connsiteY75" fmla="*/ 638774 h 2488086"/>
                <a:gd name="connsiteX76" fmla="*/ 894706 w 2490683"/>
                <a:gd name="connsiteY76" fmla="*/ 1067310 h 2488086"/>
                <a:gd name="connsiteX77" fmla="*/ 896132 w 2490683"/>
                <a:gd name="connsiteY77" fmla="*/ 1068447 h 2488086"/>
                <a:gd name="connsiteX78" fmla="*/ 897557 w 2490683"/>
                <a:gd name="connsiteY78" fmla="*/ 1069158 h 2488086"/>
                <a:gd name="connsiteX79" fmla="*/ 26311 w 2490683"/>
                <a:gd name="connsiteY79" fmla="*/ 1333616 h 2488086"/>
                <a:gd name="connsiteX80" fmla="*/ 25456 w 2490683"/>
                <a:gd name="connsiteY80" fmla="*/ 1333616 h 2488086"/>
                <a:gd name="connsiteX81" fmla="*/ 20468 w 2490683"/>
                <a:gd name="connsiteY81" fmla="*/ 638774 h 2488086"/>
                <a:gd name="connsiteX82" fmla="*/ 20468 w 2490683"/>
                <a:gd name="connsiteY82" fmla="*/ 637779 h 2488086"/>
                <a:gd name="connsiteX83" fmla="*/ 894279 w 2490683"/>
                <a:gd name="connsiteY83" fmla="*/ 1068447 h 2488086"/>
                <a:gd name="connsiteX84" fmla="*/ 21465 w 2490683"/>
                <a:gd name="connsiteY84" fmla="*/ 639627 h 2488086"/>
                <a:gd name="connsiteX85" fmla="*/ 26454 w 2490683"/>
                <a:gd name="connsiteY85" fmla="*/ 1331341 h 2488086"/>
                <a:gd name="connsiteX86" fmla="*/ 1887952 w 2490683"/>
                <a:gd name="connsiteY86" fmla="*/ 690102 h 2488086"/>
                <a:gd name="connsiteX87" fmla="*/ 1887952 w 2490683"/>
                <a:gd name="connsiteY87" fmla="*/ 689107 h 2488086"/>
                <a:gd name="connsiteX88" fmla="*/ 2244261 w 2490683"/>
                <a:gd name="connsiteY88" fmla="*/ 1064324 h 2488086"/>
                <a:gd name="connsiteX89" fmla="*/ 1791179 w 2490683"/>
                <a:gd name="connsiteY89" fmla="*/ 1026788 h 2488086"/>
                <a:gd name="connsiteX90" fmla="*/ 1791179 w 2490683"/>
                <a:gd name="connsiteY90" fmla="*/ 1026788 h 2488086"/>
                <a:gd name="connsiteX91" fmla="*/ 1888950 w 2490683"/>
                <a:gd name="connsiteY91" fmla="*/ 691524 h 2488086"/>
                <a:gd name="connsiteX92" fmla="*/ 1793032 w 2490683"/>
                <a:gd name="connsiteY92" fmla="*/ 1025650 h 2488086"/>
                <a:gd name="connsiteX93" fmla="*/ 2242123 w 2490683"/>
                <a:gd name="connsiteY93" fmla="*/ 1062902 h 2488086"/>
                <a:gd name="connsiteX94" fmla="*/ 2246113 w 2490683"/>
                <a:gd name="connsiteY94" fmla="*/ 1063186 h 2488086"/>
                <a:gd name="connsiteX95" fmla="*/ 1730464 w 2490683"/>
                <a:gd name="connsiteY95" fmla="*/ 1267928 h 2488086"/>
                <a:gd name="connsiteX96" fmla="*/ 1729324 w 2490683"/>
                <a:gd name="connsiteY96" fmla="*/ 1267928 h 2488086"/>
                <a:gd name="connsiteX97" fmla="*/ 1791464 w 2490683"/>
                <a:gd name="connsiteY97" fmla="*/ 1025224 h 2488086"/>
                <a:gd name="connsiteX98" fmla="*/ 2240698 w 2490683"/>
                <a:gd name="connsiteY98" fmla="*/ 1064040 h 2488086"/>
                <a:gd name="connsiteX99" fmla="*/ 1792461 w 2490683"/>
                <a:gd name="connsiteY99" fmla="*/ 1026930 h 2488086"/>
                <a:gd name="connsiteX100" fmla="*/ 1731034 w 2490683"/>
                <a:gd name="connsiteY100" fmla="*/ 1266222 h 2488086"/>
                <a:gd name="connsiteX101" fmla="*/ 1428314 w 2490683"/>
                <a:gd name="connsiteY101" fmla="*/ 664936 h 2488086"/>
                <a:gd name="connsiteX102" fmla="*/ 1428314 w 2490683"/>
                <a:gd name="connsiteY102" fmla="*/ 664936 h 2488086"/>
                <a:gd name="connsiteX103" fmla="*/ 1057753 w 2490683"/>
                <a:gd name="connsiteY103" fmla="*/ 1111528 h 2488086"/>
                <a:gd name="connsiteX104" fmla="*/ 1057753 w 2490683"/>
                <a:gd name="connsiteY104" fmla="*/ 1111528 h 2488086"/>
                <a:gd name="connsiteX105" fmla="*/ 565477 w 2490683"/>
                <a:gd name="connsiteY105" fmla="*/ 336781 h 2488086"/>
                <a:gd name="connsiteX106" fmla="*/ 564480 w 2490683"/>
                <a:gd name="connsiteY106" fmla="*/ 335217 h 2488086"/>
                <a:gd name="connsiteX107" fmla="*/ 1427031 w 2490683"/>
                <a:gd name="connsiteY107" fmla="*/ 665789 h 2488086"/>
                <a:gd name="connsiteX108" fmla="*/ 567615 w 2490683"/>
                <a:gd name="connsiteY108" fmla="*/ 337634 h 2488086"/>
                <a:gd name="connsiteX109" fmla="*/ 1057896 w 2490683"/>
                <a:gd name="connsiteY109" fmla="*/ 1110391 h 2488086"/>
                <a:gd name="connsiteX110" fmla="*/ 1427031 w 2490683"/>
                <a:gd name="connsiteY110" fmla="*/ 665078 h 2488086"/>
                <a:gd name="connsiteX111" fmla="*/ 1427031 w 2490683"/>
                <a:gd name="connsiteY111" fmla="*/ 665078 h 2488086"/>
                <a:gd name="connsiteX112" fmla="*/ 1791464 w 2490683"/>
                <a:gd name="connsiteY112" fmla="*/ 1026361 h 2488086"/>
                <a:gd name="connsiteX113" fmla="*/ 1792319 w 2490683"/>
                <a:gd name="connsiteY113" fmla="*/ 1027214 h 2488086"/>
                <a:gd name="connsiteX114" fmla="*/ 1056898 w 2490683"/>
                <a:gd name="connsiteY114" fmla="*/ 1112523 h 2488086"/>
                <a:gd name="connsiteX115" fmla="*/ 1055330 w 2490683"/>
                <a:gd name="connsiteY115" fmla="*/ 1112523 h 2488086"/>
                <a:gd name="connsiteX116" fmla="*/ 1427031 w 2490683"/>
                <a:gd name="connsiteY116" fmla="*/ 666357 h 2488086"/>
                <a:gd name="connsiteX117" fmla="*/ 1059321 w 2490683"/>
                <a:gd name="connsiteY117" fmla="*/ 1110533 h 2488086"/>
                <a:gd name="connsiteX118" fmla="*/ 1790609 w 2490683"/>
                <a:gd name="connsiteY118" fmla="*/ 1025224 h 2488086"/>
                <a:gd name="connsiteX119" fmla="*/ 1790751 w 2490683"/>
                <a:gd name="connsiteY119" fmla="*/ 1025650 h 2488086"/>
                <a:gd name="connsiteX120" fmla="*/ 1791749 w 2490683"/>
                <a:gd name="connsiteY120" fmla="*/ 1025650 h 2488086"/>
                <a:gd name="connsiteX121" fmla="*/ 1729609 w 2490683"/>
                <a:gd name="connsiteY121" fmla="*/ 1267359 h 2488086"/>
                <a:gd name="connsiteX122" fmla="*/ 1729609 w 2490683"/>
                <a:gd name="connsiteY122" fmla="*/ 1267359 h 2488086"/>
                <a:gd name="connsiteX123" fmla="*/ 1056756 w 2490683"/>
                <a:gd name="connsiteY123" fmla="*/ 1110959 h 2488086"/>
                <a:gd name="connsiteX124" fmla="*/ 1053193 w 2490683"/>
                <a:gd name="connsiteY124" fmla="*/ 1110959 h 2488086"/>
                <a:gd name="connsiteX125" fmla="*/ 1790751 w 2490683"/>
                <a:gd name="connsiteY125" fmla="*/ 1026930 h 2488086"/>
                <a:gd name="connsiteX126" fmla="*/ 1061031 w 2490683"/>
                <a:gd name="connsiteY126" fmla="*/ 1111528 h 2488086"/>
                <a:gd name="connsiteX127" fmla="*/ 1729324 w 2490683"/>
                <a:gd name="connsiteY127" fmla="*/ 1266506 h 2488086"/>
                <a:gd name="connsiteX128" fmla="*/ 355540 w 2490683"/>
                <a:gd name="connsiteY128" fmla="*/ 1057357 h 2488086"/>
                <a:gd name="connsiteX129" fmla="*/ 254206 w 2490683"/>
                <a:gd name="connsiteY129" fmla="*/ 1656653 h 2488086"/>
                <a:gd name="connsiteX130" fmla="*/ 254206 w 2490683"/>
                <a:gd name="connsiteY130" fmla="*/ 1658217 h 2488086"/>
                <a:gd name="connsiteX131" fmla="*/ 20753 w 2490683"/>
                <a:gd name="connsiteY131" fmla="*/ 1337881 h 2488086"/>
                <a:gd name="connsiteX132" fmla="*/ 20753 w 2490683"/>
                <a:gd name="connsiteY132" fmla="*/ 1337881 h 2488086"/>
                <a:gd name="connsiteX133" fmla="*/ 353688 w 2490683"/>
                <a:gd name="connsiteY133" fmla="*/ 1060485 h 2488086"/>
                <a:gd name="connsiteX134" fmla="*/ 22748 w 2490683"/>
                <a:gd name="connsiteY134" fmla="*/ 1337739 h 2488086"/>
                <a:gd name="connsiteX135" fmla="*/ 253636 w 2490683"/>
                <a:gd name="connsiteY135" fmla="*/ 1655089 h 2488086"/>
                <a:gd name="connsiteX136" fmla="*/ 1057041 w 2490683"/>
                <a:gd name="connsiteY136" fmla="*/ 1110817 h 2488086"/>
                <a:gd name="connsiteX137" fmla="*/ 1059178 w 2490683"/>
                <a:gd name="connsiteY137" fmla="*/ 1109538 h 2488086"/>
                <a:gd name="connsiteX138" fmla="*/ 609375 w 2490683"/>
                <a:gd name="connsiteY138" fmla="*/ 1955661 h 2488086"/>
                <a:gd name="connsiteX139" fmla="*/ 609375 w 2490683"/>
                <a:gd name="connsiteY139" fmla="*/ 1956371 h 2488086"/>
                <a:gd name="connsiteX140" fmla="*/ 253066 w 2490683"/>
                <a:gd name="connsiteY140" fmla="*/ 1656510 h 2488086"/>
                <a:gd name="connsiteX141" fmla="*/ 1055758 w 2490683"/>
                <a:gd name="connsiteY141" fmla="*/ 1113234 h 2488086"/>
                <a:gd name="connsiteX142" fmla="*/ 255061 w 2490683"/>
                <a:gd name="connsiteY142" fmla="*/ 1656653 h 2488086"/>
                <a:gd name="connsiteX143" fmla="*/ 608662 w 2490683"/>
                <a:gd name="connsiteY143" fmla="*/ 1954381 h 2488086"/>
                <a:gd name="connsiteX144" fmla="*/ 608804 w 2490683"/>
                <a:gd name="connsiteY144" fmla="*/ 1954950 h 2488086"/>
                <a:gd name="connsiteX145" fmla="*/ 608804 w 2490683"/>
                <a:gd name="connsiteY145" fmla="*/ 1954950 h 2488086"/>
                <a:gd name="connsiteX146" fmla="*/ 217293 w 2490683"/>
                <a:gd name="connsiteY146" fmla="*/ 2466803 h 2488086"/>
                <a:gd name="connsiteX147" fmla="*/ 216010 w 2490683"/>
                <a:gd name="connsiteY147" fmla="*/ 2468367 h 2488086"/>
                <a:gd name="connsiteX148" fmla="*/ 252353 w 2490683"/>
                <a:gd name="connsiteY148" fmla="*/ 1656226 h 2488086"/>
                <a:gd name="connsiteX149" fmla="*/ 252353 w 2490683"/>
                <a:gd name="connsiteY149" fmla="*/ 1655089 h 2488086"/>
                <a:gd name="connsiteX150" fmla="*/ 607664 w 2490683"/>
                <a:gd name="connsiteY150" fmla="*/ 1954950 h 2488086"/>
                <a:gd name="connsiteX151" fmla="*/ 254491 w 2490683"/>
                <a:gd name="connsiteY151" fmla="*/ 1658359 h 2488086"/>
                <a:gd name="connsiteX152" fmla="*/ 218433 w 2490683"/>
                <a:gd name="connsiteY152" fmla="*/ 2465239 h 2488086"/>
                <a:gd name="connsiteX153" fmla="*/ 607664 w 2490683"/>
                <a:gd name="connsiteY153" fmla="*/ 1954950 h 2488086"/>
                <a:gd name="connsiteX154" fmla="*/ 607664 w 2490683"/>
                <a:gd name="connsiteY154" fmla="*/ 1954950 h 2488086"/>
                <a:gd name="connsiteX155" fmla="*/ 1180181 w 2490683"/>
                <a:gd name="connsiteY155" fmla="*/ 2276849 h 2488086"/>
                <a:gd name="connsiteX156" fmla="*/ 1181606 w 2490683"/>
                <a:gd name="connsiteY156" fmla="*/ 2276849 h 2488086"/>
                <a:gd name="connsiteX157" fmla="*/ 217863 w 2490683"/>
                <a:gd name="connsiteY157" fmla="*/ 2467372 h 2488086"/>
                <a:gd name="connsiteX158" fmla="*/ 216295 w 2490683"/>
                <a:gd name="connsiteY158" fmla="*/ 2467372 h 2488086"/>
                <a:gd name="connsiteX159" fmla="*/ 607664 w 2490683"/>
                <a:gd name="connsiteY159" fmla="*/ 1956229 h 2488086"/>
                <a:gd name="connsiteX160" fmla="*/ 219288 w 2490683"/>
                <a:gd name="connsiteY160" fmla="*/ 2465808 h 2488086"/>
                <a:gd name="connsiteX161" fmla="*/ 1179041 w 2490683"/>
                <a:gd name="connsiteY161" fmla="*/ 2276565 h 2488086"/>
                <a:gd name="connsiteX162" fmla="*/ 18472 w 2490683"/>
                <a:gd name="connsiteY162" fmla="*/ 617731 h 2488086"/>
                <a:gd name="connsiteX163" fmla="*/ 34008 w 2490683"/>
                <a:gd name="connsiteY163" fmla="*/ 622281 h 2488086"/>
                <a:gd name="connsiteX164" fmla="*/ 41846 w 2490683"/>
                <a:gd name="connsiteY164" fmla="*/ 636499 h 2488086"/>
                <a:gd name="connsiteX165" fmla="*/ 41846 w 2490683"/>
                <a:gd name="connsiteY165" fmla="*/ 644177 h 2488086"/>
                <a:gd name="connsiteX166" fmla="*/ 23603 w 2490683"/>
                <a:gd name="connsiteY166" fmla="*/ 659817 h 2488086"/>
                <a:gd name="connsiteX167" fmla="*/ 382 w 2490683"/>
                <a:gd name="connsiteY167" fmla="*/ 641134 h 2488086"/>
                <a:gd name="connsiteX168" fmla="*/ 372 w 2490683"/>
                <a:gd name="connsiteY168" fmla="*/ 641049 h 2488086"/>
                <a:gd name="connsiteX169" fmla="*/ 372 w 2490683"/>
                <a:gd name="connsiteY169" fmla="*/ 633371 h 2488086"/>
                <a:gd name="connsiteX170" fmla="*/ 18472 w 2490683"/>
                <a:gd name="connsiteY170" fmla="*/ 617731 h 2488086"/>
                <a:gd name="connsiteX171" fmla="*/ 37000 w 2490683"/>
                <a:gd name="connsiteY171" fmla="*/ 636926 h 2488086"/>
                <a:gd name="connsiteX172" fmla="*/ 31157 w 2490683"/>
                <a:gd name="connsiteY172" fmla="*/ 626120 h 2488086"/>
                <a:gd name="connsiteX173" fmla="*/ 8302 w 2490683"/>
                <a:gd name="connsiteY173" fmla="*/ 628480 h 2488086"/>
                <a:gd name="connsiteX174" fmla="*/ 5218 w 2490683"/>
                <a:gd name="connsiteY174" fmla="*/ 634509 h 2488086"/>
                <a:gd name="connsiteX175" fmla="*/ 5218 w 2490683"/>
                <a:gd name="connsiteY175" fmla="*/ 640338 h 2488086"/>
                <a:gd name="connsiteX176" fmla="*/ 23288 w 2490683"/>
                <a:gd name="connsiteY176" fmla="*/ 654500 h 2488086"/>
                <a:gd name="connsiteX177" fmla="*/ 37000 w 2490683"/>
                <a:gd name="connsiteY177" fmla="*/ 642755 h 2488086"/>
                <a:gd name="connsiteX178" fmla="*/ 37000 w 2490683"/>
                <a:gd name="connsiteY178" fmla="*/ 636926 h 2488086"/>
                <a:gd name="connsiteX179" fmla="*/ 537258 w 2490683"/>
                <a:gd name="connsiteY179" fmla="*/ 94 h 2488086"/>
                <a:gd name="connsiteX180" fmla="*/ 560489 w 2490683"/>
                <a:gd name="connsiteY180" fmla="*/ 18862 h 2488086"/>
                <a:gd name="connsiteX181" fmla="*/ 560489 w 2490683"/>
                <a:gd name="connsiteY181" fmla="*/ 26540 h 2488086"/>
                <a:gd name="connsiteX182" fmla="*/ 537757 w 2490683"/>
                <a:gd name="connsiteY182" fmla="*/ 45948 h 2488086"/>
                <a:gd name="connsiteX183" fmla="*/ 518302 w 2490683"/>
                <a:gd name="connsiteY183" fmla="*/ 23270 h 2488086"/>
                <a:gd name="connsiteX184" fmla="*/ 518302 w 2490683"/>
                <a:gd name="connsiteY184" fmla="*/ 15592 h 2488086"/>
                <a:gd name="connsiteX185" fmla="*/ 537115 w 2490683"/>
                <a:gd name="connsiteY185" fmla="*/ 94 h 2488086"/>
                <a:gd name="connsiteX186" fmla="*/ 555501 w 2490683"/>
                <a:gd name="connsiteY186" fmla="*/ 19431 h 2488086"/>
                <a:gd name="connsiteX187" fmla="*/ 537739 w 2490683"/>
                <a:gd name="connsiteY187" fmla="*/ 5207 h 2488086"/>
                <a:gd name="connsiteX188" fmla="*/ 537685 w 2490683"/>
                <a:gd name="connsiteY188" fmla="*/ 5213 h 2488086"/>
                <a:gd name="connsiteX189" fmla="*/ 523433 w 2490683"/>
                <a:gd name="connsiteY189" fmla="*/ 17156 h 2488086"/>
                <a:gd name="connsiteX190" fmla="*/ 523433 w 2490683"/>
                <a:gd name="connsiteY190" fmla="*/ 22986 h 2488086"/>
                <a:gd name="connsiteX191" fmla="*/ 541194 w 2490683"/>
                <a:gd name="connsiteY191" fmla="*/ 37210 h 2488086"/>
                <a:gd name="connsiteX192" fmla="*/ 541248 w 2490683"/>
                <a:gd name="connsiteY192" fmla="*/ 37204 h 2488086"/>
                <a:gd name="connsiteX193" fmla="*/ 555501 w 2490683"/>
                <a:gd name="connsiteY193" fmla="*/ 25261 h 2488086"/>
                <a:gd name="connsiteX194" fmla="*/ 555358 w 2490683"/>
                <a:gd name="connsiteY194" fmla="*/ 19431 h 2488086"/>
                <a:gd name="connsiteX195" fmla="*/ 877889 w 2490683"/>
                <a:gd name="connsiteY195" fmla="*/ 1026646 h 2488086"/>
                <a:gd name="connsiteX196" fmla="*/ 904826 w 2490683"/>
                <a:gd name="connsiteY196" fmla="*/ 1034608 h 2488086"/>
                <a:gd name="connsiteX197" fmla="*/ 919078 w 2490683"/>
                <a:gd name="connsiteY197" fmla="*/ 1059205 h 2488086"/>
                <a:gd name="connsiteX198" fmla="*/ 918080 w 2490683"/>
                <a:gd name="connsiteY198" fmla="*/ 1072570 h 2488086"/>
                <a:gd name="connsiteX199" fmla="*/ 873127 w 2490683"/>
                <a:gd name="connsiteY199" fmla="*/ 1098647 h 2488086"/>
                <a:gd name="connsiteX200" fmla="*/ 845963 w 2490683"/>
                <a:gd name="connsiteY200" fmla="*/ 1067025 h 2488086"/>
                <a:gd name="connsiteX201" fmla="*/ 846961 w 2490683"/>
                <a:gd name="connsiteY201" fmla="*/ 1053660 h 2488086"/>
                <a:gd name="connsiteX202" fmla="*/ 877889 w 2490683"/>
                <a:gd name="connsiteY202" fmla="*/ 1026646 h 2488086"/>
                <a:gd name="connsiteX203" fmla="*/ 913377 w 2490683"/>
                <a:gd name="connsiteY203" fmla="*/ 1059774 h 2488086"/>
                <a:gd name="connsiteX204" fmla="*/ 901833 w 2490683"/>
                <a:gd name="connsiteY204" fmla="*/ 1038447 h 2488086"/>
                <a:gd name="connsiteX205" fmla="*/ 856961 w 2490683"/>
                <a:gd name="connsiteY205" fmla="*/ 1043423 h 2488086"/>
                <a:gd name="connsiteX206" fmla="*/ 851094 w 2490683"/>
                <a:gd name="connsiteY206" fmla="*/ 1054940 h 2488086"/>
                <a:gd name="connsiteX207" fmla="*/ 873502 w 2490683"/>
                <a:gd name="connsiteY207" fmla="*/ 1093812 h 2488086"/>
                <a:gd name="connsiteX208" fmla="*/ 912466 w 2490683"/>
                <a:gd name="connsiteY208" fmla="*/ 1071461 h 2488086"/>
                <a:gd name="connsiteX209" fmla="*/ 913377 w 2490683"/>
                <a:gd name="connsiteY209" fmla="*/ 1059774 h 2488086"/>
                <a:gd name="connsiteX210" fmla="*/ 1503281 w 2490683"/>
                <a:gd name="connsiteY210" fmla="*/ 34218 h 2488086"/>
                <a:gd name="connsiteX211" fmla="*/ 1552523 w 2490683"/>
                <a:gd name="connsiteY211" fmla="*/ 73958 h 2488086"/>
                <a:gd name="connsiteX212" fmla="*/ 1512688 w 2490683"/>
                <a:gd name="connsiteY212" fmla="*/ 123081 h 2488086"/>
                <a:gd name="connsiteX213" fmla="*/ 1479908 w 2490683"/>
                <a:gd name="connsiteY213" fmla="*/ 113413 h 2488086"/>
                <a:gd name="connsiteX214" fmla="*/ 1463517 w 2490683"/>
                <a:gd name="connsiteY214" fmla="*/ 83413 h 2488086"/>
                <a:gd name="connsiteX215" fmla="*/ 1464658 w 2490683"/>
                <a:gd name="connsiteY215" fmla="*/ 67204 h 2488086"/>
                <a:gd name="connsiteX216" fmla="*/ 1503139 w 2490683"/>
                <a:gd name="connsiteY216" fmla="*/ 34218 h 2488086"/>
                <a:gd name="connsiteX217" fmla="*/ 1547749 w 2490683"/>
                <a:gd name="connsiteY217" fmla="*/ 74455 h 2488086"/>
                <a:gd name="connsiteX218" fmla="*/ 1503481 w 2490683"/>
                <a:gd name="connsiteY218" fmla="*/ 39540 h 2488086"/>
                <a:gd name="connsiteX219" fmla="*/ 1469646 w 2490683"/>
                <a:gd name="connsiteY219" fmla="*/ 68484 h 2488086"/>
                <a:gd name="connsiteX220" fmla="*/ 1468506 w 2490683"/>
                <a:gd name="connsiteY220" fmla="*/ 82702 h 2488086"/>
                <a:gd name="connsiteX221" fmla="*/ 1482758 w 2490683"/>
                <a:gd name="connsiteY221" fmla="*/ 109432 h 2488086"/>
                <a:gd name="connsiteX222" fmla="*/ 1538926 w 2490683"/>
                <a:gd name="connsiteY222" fmla="*/ 103901 h 2488086"/>
                <a:gd name="connsiteX223" fmla="*/ 1547749 w 2490683"/>
                <a:gd name="connsiteY223" fmla="*/ 74455 h 2488086"/>
                <a:gd name="connsiteX224" fmla="*/ 1504992 w 2490683"/>
                <a:gd name="connsiteY224" fmla="*/ 55972 h 2488086"/>
                <a:gd name="connsiteX225" fmla="*/ 1521809 w 2490683"/>
                <a:gd name="connsiteY225" fmla="*/ 60948 h 2488086"/>
                <a:gd name="connsiteX226" fmla="*/ 1528822 w 2490683"/>
                <a:gd name="connsiteY226" fmla="*/ 92555 h 2488086"/>
                <a:gd name="connsiteX227" fmla="*/ 1497139 w 2490683"/>
                <a:gd name="connsiteY227" fmla="*/ 99550 h 2488086"/>
                <a:gd name="connsiteX228" fmla="*/ 1493305 w 2490683"/>
                <a:gd name="connsiteY228" fmla="*/ 96494 h 2488086"/>
                <a:gd name="connsiteX229" fmla="*/ 1484896 w 2490683"/>
                <a:gd name="connsiteY229" fmla="*/ 81138 h 2488086"/>
                <a:gd name="connsiteX230" fmla="*/ 1484896 w 2490683"/>
                <a:gd name="connsiteY230" fmla="*/ 72749 h 2488086"/>
                <a:gd name="connsiteX231" fmla="*/ 1504992 w 2490683"/>
                <a:gd name="connsiteY231" fmla="*/ 55972 h 2488086"/>
                <a:gd name="connsiteX232" fmla="*/ 1525230 w 2490683"/>
                <a:gd name="connsiteY232" fmla="*/ 76730 h 2488086"/>
                <a:gd name="connsiteX233" fmla="*/ 1518674 w 2490683"/>
                <a:gd name="connsiteY233" fmla="*/ 64787 h 2488086"/>
                <a:gd name="connsiteX234" fmla="*/ 1505419 w 2490683"/>
                <a:gd name="connsiteY234" fmla="*/ 60806 h 2488086"/>
                <a:gd name="connsiteX235" fmla="*/ 1490027 w 2490683"/>
                <a:gd name="connsiteY235" fmla="*/ 74029 h 2488086"/>
                <a:gd name="connsiteX236" fmla="*/ 1490027 w 2490683"/>
                <a:gd name="connsiteY236" fmla="*/ 80569 h 2488086"/>
                <a:gd name="connsiteX237" fmla="*/ 1509510 w 2490683"/>
                <a:gd name="connsiteY237" fmla="*/ 96508 h 2488086"/>
                <a:gd name="connsiteX238" fmla="*/ 1509695 w 2490683"/>
                <a:gd name="connsiteY238" fmla="*/ 96494 h 2488086"/>
                <a:gd name="connsiteX239" fmla="*/ 1525230 w 2490683"/>
                <a:gd name="connsiteY239" fmla="*/ 83271 h 2488086"/>
                <a:gd name="connsiteX240" fmla="*/ 1525658 w 2490683"/>
                <a:gd name="connsiteY240" fmla="*/ 76730 h 2488086"/>
                <a:gd name="connsiteX241" fmla="*/ 1936838 w 2490683"/>
                <a:gd name="connsiteY241" fmla="*/ 578916 h 2488086"/>
                <a:gd name="connsiteX242" fmla="*/ 1962919 w 2490683"/>
                <a:gd name="connsiteY242" fmla="*/ 599959 h 2488086"/>
                <a:gd name="connsiteX243" fmla="*/ 1962919 w 2490683"/>
                <a:gd name="connsiteY243" fmla="*/ 608490 h 2488086"/>
                <a:gd name="connsiteX244" fmla="*/ 1934130 w 2490683"/>
                <a:gd name="connsiteY244" fmla="*/ 625495 h 2488086"/>
                <a:gd name="connsiteX245" fmla="*/ 1916457 w 2490683"/>
                <a:gd name="connsiteY245" fmla="*/ 604935 h 2488086"/>
                <a:gd name="connsiteX246" fmla="*/ 1917169 w 2490683"/>
                <a:gd name="connsiteY246" fmla="*/ 596404 h 2488086"/>
                <a:gd name="connsiteX247" fmla="*/ 1937265 w 2490683"/>
                <a:gd name="connsiteY247" fmla="*/ 578916 h 2488086"/>
                <a:gd name="connsiteX248" fmla="*/ 1957931 w 2490683"/>
                <a:gd name="connsiteY248" fmla="*/ 600528 h 2488086"/>
                <a:gd name="connsiteX249" fmla="*/ 1937479 w 2490683"/>
                <a:gd name="connsiteY249" fmla="*/ 583864 h 2488086"/>
                <a:gd name="connsiteX250" fmla="*/ 1937265 w 2490683"/>
                <a:gd name="connsiteY250" fmla="*/ 583892 h 2488086"/>
                <a:gd name="connsiteX251" fmla="*/ 1921160 w 2490683"/>
                <a:gd name="connsiteY251" fmla="*/ 598110 h 2488086"/>
                <a:gd name="connsiteX252" fmla="*/ 1921160 w 2490683"/>
                <a:gd name="connsiteY252" fmla="*/ 604935 h 2488086"/>
                <a:gd name="connsiteX253" fmla="*/ 1941470 w 2490683"/>
                <a:gd name="connsiteY253" fmla="*/ 621457 h 2488086"/>
                <a:gd name="connsiteX254" fmla="*/ 1941683 w 2490683"/>
                <a:gd name="connsiteY254" fmla="*/ 621428 h 2488086"/>
                <a:gd name="connsiteX255" fmla="*/ 1957931 w 2490683"/>
                <a:gd name="connsiteY255" fmla="*/ 607210 h 2488086"/>
                <a:gd name="connsiteX256" fmla="*/ 1958359 w 2490683"/>
                <a:gd name="connsiteY256" fmla="*/ 600528 h 2488086"/>
                <a:gd name="connsiteX257" fmla="*/ 1937693 w 2490683"/>
                <a:gd name="connsiteY257" fmla="*/ 587731 h 2488086"/>
                <a:gd name="connsiteX258" fmla="*/ 1948667 w 2490683"/>
                <a:gd name="connsiteY258" fmla="*/ 590859 h 2488086"/>
                <a:gd name="connsiteX259" fmla="*/ 1954083 w 2490683"/>
                <a:gd name="connsiteY259" fmla="*/ 600812 h 2488086"/>
                <a:gd name="connsiteX260" fmla="*/ 1954083 w 2490683"/>
                <a:gd name="connsiteY260" fmla="*/ 606215 h 2488086"/>
                <a:gd name="connsiteX261" fmla="*/ 1941256 w 2490683"/>
                <a:gd name="connsiteY261" fmla="*/ 617305 h 2488086"/>
                <a:gd name="connsiteX262" fmla="*/ 1930281 w 2490683"/>
                <a:gd name="connsiteY262" fmla="*/ 614035 h 2488086"/>
                <a:gd name="connsiteX263" fmla="*/ 1924723 w 2490683"/>
                <a:gd name="connsiteY263" fmla="*/ 604082 h 2488086"/>
                <a:gd name="connsiteX264" fmla="*/ 1924723 w 2490683"/>
                <a:gd name="connsiteY264" fmla="*/ 598679 h 2488086"/>
                <a:gd name="connsiteX265" fmla="*/ 1938120 w 2490683"/>
                <a:gd name="connsiteY265" fmla="*/ 587731 h 2488086"/>
                <a:gd name="connsiteX266" fmla="*/ 1949237 w 2490683"/>
                <a:gd name="connsiteY266" fmla="*/ 601949 h 2488086"/>
                <a:gd name="connsiteX267" fmla="*/ 1945532 w 2490683"/>
                <a:gd name="connsiteY267" fmla="*/ 595267 h 2488086"/>
                <a:gd name="connsiteX268" fmla="*/ 1938263 w 2490683"/>
                <a:gd name="connsiteY268" fmla="*/ 593134 h 2488086"/>
                <a:gd name="connsiteX269" fmla="*/ 1929426 w 2490683"/>
                <a:gd name="connsiteY269" fmla="*/ 604082 h 2488086"/>
                <a:gd name="connsiteX270" fmla="*/ 1933132 w 2490683"/>
                <a:gd name="connsiteY270" fmla="*/ 610765 h 2488086"/>
                <a:gd name="connsiteX271" fmla="*/ 1940401 w 2490683"/>
                <a:gd name="connsiteY271" fmla="*/ 612897 h 2488086"/>
                <a:gd name="connsiteX272" fmla="*/ 1948952 w 2490683"/>
                <a:gd name="connsiteY272" fmla="*/ 605646 h 2488086"/>
                <a:gd name="connsiteX273" fmla="*/ 1949665 w 2490683"/>
                <a:gd name="connsiteY273" fmla="*/ 601381 h 2488086"/>
                <a:gd name="connsiteX274" fmla="*/ 632036 w 2490683"/>
                <a:gd name="connsiteY274" fmla="*/ 408582 h 2488086"/>
                <a:gd name="connsiteX275" fmla="*/ 700732 w 2490683"/>
                <a:gd name="connsiteY275" fmla="*/ 464033 h 2488086"/>
                <a:gd name="connsiteX276" fmla="*/ 699022 w 2490683"/>
                <a:gd name="connsiteY276" fmla="*/ 486640 h 2488086"/>
                <a:gd name="connsiteX277" fmla="*/ 622705 w 2490683"/>
                <a:gd name="connsiteY277" fmla="*/ 530915 h 2488086"/>
                <a:gd name="connsiteX278" fmla="*/ 576594 w 2490683"/>
                <a:gd name="connsiteY278" fmla="*/ 477256 h 2488086"/>
                <a:gd name="connsiteX279" fmla="*/ 578304 w 2490683"/>
                <a:gd name="connsiteY279" fmla="*/ 454649 h 2488086"/>
                <a:gd name="connsiteX280" fmla="*/ 632036 w 2490683"/>
                <a:gd name="connsiteY280" fmla="*/ 408582 h 2488086"/>
                <a:gd name="connsiteX281" fmla="*/ 695886 w 2490683"/>
                <a:gd name="connsiteY281" fmla="*/ 464033 h 2488086"/>
                <a:gd name="connsiteX282" fmla="*/ 632566 w 2490683"/>
                <a:gd name="connsiteY282" fmla="*/ 412322 h 2488086"/>
                <a:gd name="connsiteX283" fmla="*/ 580729 w 2490683"/>
                <a:gd name="connsiteY283" fmla="*/ 475493 h 2488086"/>
                <a:gd name="connsiteX284" fmla="*/ 644049 w 2490683"/>
                <a:gd name="connsiteY284" fmla="*/ 527204 h 2488086"/>
                <a:gd name="connsiteX285" fmla="*/ 694176 w 2490683"/>
                <a:gd name="connsiteY285" fmla="*/ 484792 h 2488086"/>
                <a:gd name="connsiteX286" fmla="*/ 695886 w 2490683"/>
                <a:gd name="connsiteY286" fmla="*/ 464033 h 2488086"/>
                <a:gd name="connsiteX287" fmla="*/ 634031 w 2490683"/>
                <a:gd name="connsiteY287" fmla="*/ 426497 h 2488086"/>
                <a:gd name="connsiteX288" fmla="*/ 682347 w 2490683"/>
                <a:gd name="connsiteY288" fmla="*/ 465455 h 2488086"/>
                <a:gd name="connsiteX289" fmla="*/ 681206 w 2490683"/>
                <a:gd name="connsiteY289" fmla="*/ 481379 h 2488086"/>
                <a:gd name="connsiteX290" fmla="*/ 643295 w 2490683"/>
                <a:gd name="connsiteY290" fmla="*/ 513655 h 2488086"/>
                <a:gd name="connsiteX291" fmla="*/ 611085 w 2490683"/>
                <a:gd name="connsiteY291" fmla="*/ 504270 h 2488086"/>
                <a:gd name="connsiteX292" fmla="*/ 594980 w 2490683"/>
                <a:gd name="connsiteY292" fmla="*/ 474839 h 2488086"/>
                <a:gd name="connsiteX293" fmla="*/ 596262 w 2490683"/>
                <a:gd name="connsiteY293" fmla="*/ 458915 h 2488086"/>
                <a:gd name="connsiteX294" fmla="*/ 634031 w 2490683"/>
                <a:gd name="connsiteY294" fmla="*/ 426924 h 2488086"/>
                <a:gd name="connsiteX295" fmla="*/ 676788 w 2490683"/>
                <a:gd name="connsiteY295" fmla="*/ 466024 h 2488086"/>
                <a:gd name="connsiteX296" fmla="*/ 635894 w 2490683"/>
                <a:gd name="connsiteY296" fmla="*/ 429000 h 2488086"/>
                <a:gd name="connsiteX297" fmla="*/ 598777 w 2490683"/>
                <a:gd name="connsiteY297" fmla="*/ 469791 h 2488086"/>
                <a:gd name="connsiteX298" fmla="*/ 599255 w 2490683"/>
                <a:gd name="connsiteY298" fmla="*/ 474270 h 2488086"/>
                <a:gd name="connsiteX299" fmla="*/ 642012 w 2490683"/>
                <a:gd name="connsiteY299" fmla="*/ 508820 h 2488086"/>
                <a:gd name="connsiteX300" fmla="*/ 676646 w 2490683"/>
                <a:gd name="connsiteY300" fmla="*/ 466166 h 2488086"/>
                <a:gd name="connsiteX301" fmla="*/ 2129387 w 2490683"/>
                <a:gd name="connsiteY301" fmla="*/ 409151 h 2488086"/>
                <a:gd name="connsiteX302" fmla="*/ 2173426 w 2490683"/>
                <a:gd name="connsiteY302" fmla="*/ 444554 h 2488086"/>
                <a:gd name="connsiteX303" fmla="*/ 2172286 w 2490683"/>
                <a:gd name="connsiteY303" fmla="*/ 458772 h 2488086"/>
                <a:gd name="connsiteX304" fmla="*/ 2123030 w 2490683"/>
                <a:gd name="connsiteY304" fmla="*/ 486683 h 2488086"/>
                <a:gd name="connsiteX305" fmla="*/ 2093899 w 2490683"/>
                <a:gd name="connsiteY305" fmla="*/ 452801 h 2488086"/>
                <a:gd name="connsiteX306" fmla="*/ 2094896 w 2490683"/>
                <a:gd name="connsiteY306" fmla="*/ 438583 h 2488086"/>
                <a:gd name="connsiteX307" fmla="*/ 2130099 w 2490683"/>
                <a:gd name="connsiteY307" fmla="*/ 409720 h 2488086"/>
                <a:gd name="connsiteX308" fmla="*/ 2168438 w 2490683"/>
                <a:gd name="connsiteY308" fmla="*/ 445123 h 2488086"/>
                <a:gd name="connsiteX309" fmla="*/ 2129814 w 2490683"/>
                <a:gd name="connsiteY309" fmla="*/ 414113 h 2488086"/>
                <a:gd name="connsiteX310" fmla="*/ 2098730 w 2490683"/>
                <a:gd name="connsiteY310" fmla="*/ 452644 h 2488086"/>
                <a:gd name="connsiteX311" fmla="*/ 2137354 w 2490683"/>
                <a:gd name="connsiteY311" fmla="*/ 483654 h 2488086"/>
                <a:gd name="connsiteX312" fmla="*/ 2137368 w 2490683"/>
                <a:gd name="connsiteY312" fmla="*/ 483654 h 2488086"/>
                <a:gd name="connsiteX313" fmla="*/ 2167441 w 2490683"/>
                <a:gd name="connsiteY313" fmla="*/ 457777 h 2488086"/>
                <a:gd name="connsiteX314" fmla="*/ 2169151 w 2490683"/>
                <a:gd name="connsiteY314" fmla="*/ 445692 h 2488086"/>
                <a:gd name="connsiteX315" fmla="*/ 2131382 w 2490683"/>
                <a:gd name="connsiteY315" fmla="*/ 427635 h 2488086"/>
                <a:gd name="connsiteX316" fmla="*/ 2154742 w 2490683"/>
                <a:gd name="connsiteY316" fmla="*/ 446459 h 2488086"/>
                <a:gd name="connsiteX317" fmla="*/ 2154756 w 2490683"/>
                <a:gd name="connsiteY317" fmla="*/ 446545 h 2488086"/>
                <a:gd name="connsiteX318" fmla="*/ 2154756 w 2490683"/>
                <a:gd name="connsiteY318" fmla="*/ 454365 h 2488086"/>
                <a:gd name="connsiteX319" fmla="*/ 2129016 w 2490683"/>
                <a:gd name="connsiteY319" fmla="*/ 469791 h 2488086"/>
                <a:gd name="connsiteX320" fmla="*/ 2112997 w 2490683"/>
                <a:gd name="connsiteY320" fmla="*/ 451094 h 2488086"/>
                <a:gd name="connsiteX321" fmla="*/ 2112997 w 2490683"/>
                <a:gd name="connsiteY321" fmla="*/ 443417 h 2488086"/>
                <a:gd name="connsiteX322" fmla="*/ 2132095 w 2490683"/>
                <a:gd name="connsiteY322" fmla="*/ 428203 h 2488086"/>
                <a:gd name="connsiteX323" fmla="*/ 2149910 w 2490683"/>
                <a:gd name="connsiteY323" fmla="*/ 447113 h 2488086"/>
                <a:gd name="connsiteX324" fmla="*/ 2131681 w 2490683"/>
                <a:gd name="connsiteY324" fmla="*/ 432824 h 2488086"/>
                <a:gd name="connsiteX325" fmla="*/ 2117842 w 2490683"/>
                <a:gd name="connsiteY325" fmla="*/ 444696 h 2488086"/>
                <a:gd name="connsiteX326" fmla="*/ 2117842 w 2490683"/>
                <a:gd name="connsiteY326" fmla="*/ 450526 h 2488086"/>
                <a:gd name="connsiteX327" fmla="*/ 2135800 w 2490683"/>
                <a:gd name="connsiteY327" fmla="*/ 464744 h 2488086"/>
                <a:gd name="connsiteX328" fmla="*/ 2150053 w 2490683"/>
                <a:gd name="connsiteY328" fmla="*/ 452801 h 2488086"/>
                <a:gd name="connsiteX329" fmla="*/ 2150623 w 2490683"/>
                <a:gd name="connsiteY329" fmla="*/ 447682 h 2488086"/>
                <a:gd name="connsiteX330" fmla="*/ 2239700 w 2490683"/>
                <a:gd name="connsiteY330" fmla="*/ 1158022 h 2488086"/>
                <a:gd name="connsiteX331" fmla="*/ 2269060 w 2490683"/>
                <a:gd name="connsiteY331" fmla="*/ 1166553 h 2488086"/>
                <a:gd name="connsiteX332" fmla="*/ 2283312 w 2490683"/>
                <a:gd name="connsiteY332" fmla="*/ 1193425 h 2488086"/>
                <a:gd name="connsiteX333" fmla="*/ 2282172 w 2490683"/>
                <a:gd name="connsiteY333" fmla="*/ 1207643 h 2488086"/>
                <a:gd name="connsiteX334" fmla="*/ 2233614 w 2490683"/>
                <a:gd name="connsiteY334" fmla="*/ 1236335 h 2488086"/>
                <a:gd name="connsiteX335" fmla="*/ 2203784 w 2490683"/>
                <a:gd name="connsiteY335" fmla="*/ 1201529 h 2488086"/>
                <a:gd name="connsiteX336" fmla="*/ 2204924 w 2490683"/>
                <a:gd name="connsiteY336" fmla="*/ 1187311 h 2488086"/>
                <a:gd name="connsiteX337" fmla="*/ 2240413 w 2490683"/>
                <a:gd name="connsiteY337" fmla="*/ 1158733 h 2488086"/>
                <a:gd name="connsiteX338" fmla="*/ 2278751 w 2490683"/>
                <a:gd name="connsiteY338" fmla="*/ 1193851 h 2488086"/>
                <a:gd name="connsiteX339" fmla="*/ 2239956 w 2490683"/>
                <a:gd name="connsiteY339" fmla="*/ 1163055 h 2488086"/>
                <a:gd name="connsiteX340" fmla="*/ 2210055 w 2490683"/>
                <a:gd name="connsiteY340" fmla="*/ 1188733 h 2488086"/>
                <a:gd name="connsiteX341" fmla="*/ 2209200 w 2490683"/>
                <a:gd name="connsiteY341" fmla="*/ 1201387 h 2488086"/>
                <a:gd name="connsiteX342" fmla="*/ 2247681 w 2490683"/>
                <a:gd name="connsiteY342" fmla="*/ 1232382 h 2488086"/>
                <a:gd name="connsiteX343" fmla="*/ 2278837 w 2490683"/>
                <a:gd name="connsiteY343" fmla="*/ 1194690 h 2488086"/>
                <a:gd name="connsiteX344" fmla="*/ 2278751 w 2490683"/>
                <a:gd name="connsiteY344" fmla="*/ 1193851 h 2488086"/>
                <a:gd name="connsiteX345" fmla="*/ 2464032 w 2490683"/>
                <a:gd name="connsiteY345" fmla="*/ 726216 h 2488086"/>
                <a:gd name="connsiteX346" fmla="*/ 2490213 w 2490683"/>
                <a:gd name="connsiteY346" fmla="*/ 747003 h 2488086"/>
                <a:gd name="connsiteX347" fmla="*/ 2490256 w 2490683"/>
                <a:gd name="connsiteY347" fmla="*/ 747401 h 2488086"/>
                <a:gd name="connsiteX348" fmla="*/ 2490256 w 2490683"/>
                <a:gd name="connsiteY348" fmla="*/ 755932 h 2488086"/>
                <a:gd name="connsiteX349" fmla="*/ 2469875 w 2490683"/>
                <a:gd name="connsiteY349" fmla="*/ 773563 h 2488086"/>
                <a:gd name="connsiteX350" fmla="*/ 2452345 w 2490683"/>
                <a:gd name="connsiteY350" fmla="*/ 768444 h 2488086"/>
                <a:gd name="connsiteX351" fmla="*/ 2443509 w 2490683"/>
                <a:gd name="connsiteY351" fmla="*/ 752377 h 2488086"/>
                <a:gd name="connsiteX352" fmla="*/ 2443509 w 2490683"/>
                <a:gd name="connsiteY352" fmla="*/ 743704 h 2488086"/>
                <a:gd name="connsiteX353" fmla="*/ 2465457 w 2490683"/>
                <a:gd name="connsiteY353" fmla="*/ 726927 h 2488086"/>
                <a:gd name="connsiteX354" fmla="*/ 2485410 w 2490683"/>
                <a:gd name="connsiteY354" fmla="*/ 747828 h 2488086"/>
                <a:gd name="connsiteX355" fmla="*/ 2464687 w 2490683"/>
                <a:gd name="connsiteY355" fmla="*/ 731178 h 2488086"/>
                <a:gd name="connsiteX356" fmla="*/ 2464602 w 2490683"/>
                <a:gd name="connsiteY356" fmla="*/ 731192 h 2488086"/>
                <a:gd name="connsiteX357" fmla="*/ 2448212 w 2490683"/>
                <a:gd name="connsiteY357" fmla="*/ 745410 h 2488086"/>
                <a:gd name="connsiteX358" fmla="*/ 2448212 w 2490683"/>
                <a:gd name="connsiteY358" fmla="*/ 752235 h 2488086"/>
                <a:gd name="connsiteX359" fmla="*/ 2455053 w 2490683"/>
                <a:gd name="connsiteY359" fmla="*/ 765032 h 2488086"/>
                <a:gd name="connsiteX360" fmla="*/ 2481876 w 2490683"/>
                <a:gd name="connsiteY360" fmla="*/ 761875 h 2488086"/>
                <a:gd name="connsiteX361" fmla="*/ 2485268 w 2490683"/>
                <a:gd name="connsiteY361" fmla="*/ 755221 h 2488086"/>
                <a:gd name="connsiteX362" fmla="*/ 2486836 w 2490683"/>
                <a:gd name="connsiteY362" fmla="*/ 748396 h 2488086"/>
                <a:gd name="connsiteX363" fmla="*/ 1590506 w 2490683"/>
                <a:gd name="connsiteY363" fmla="*/ 1107831 h 2488086"/>
                <a:gd name="connsiteX364" fmla="*/ 1617828 w 2490683"/>
                <a:gd name="connsiteY364" fmla="*/ 1129443 h 2488086"/>
                <a:gd name="connsiteX365" fmla="*/ 1617870 w 2490683"/>
                <a:gd name="connsiteY365" fmla="*/ 1129870 h 2488086"/>
                <a:gd name="connsiteX366" fmla="*/ 1617870 w 2490683"/>
                <a:gd name="connsiteY366" fmla="*/ 1138969 h 2488086"/>
                <a:gd name="connsiteX367" fmla="*/ 1596349 w 2490683"/>
                <a:gd name="connsiteY367" fmla="*/ 1157311 h 2488086"/>
                <a:gd name="connsiteX368" fmla="*/ 1577964 w 2490683"/>
                <a:gd name="connsiteY368" fmla="*/ 1151908 h 2488086"/>
                <a:gd name="connsiteX369" fmla="*/ 1568842 w 2490683"/>
                <a:gd name="connsiteY369" fmla="*/ 1135130 h 2488086"/>
                <a:gd name="connsiteX370" fmla="*/ 1569555 w 2490683"/>
                <a:gd name="connsiteY370" fmla="*/ 1126173 h 2488086"/>
                <a:gd name="connsiteX371" fmla="*/ 1590506 w 2490683"/>
                <a:gd name="connsiteY371" fmla="*/ 1107831 h 2488086"/>
                <a:gd name="connsiteX372" fmla="*/ 1613024 w 2490683"/>
                <a:gd name="connsiteY372" fmla="*/ 1130438 h 2488086"/>
                <a:gd name="connsiteX373" fmla="*/ 1590933 w 2490683"/>
                <a:gd name="connsiteY373" fmla="*/ 1112666 h 2488086"/>
                <a:gd name="connsiteX374" fmla="*/ 1573688 w 2490683"/>
                <a:gd name="connsiteY374" fmla="*/ 1126884 h 2488086"/>
                <a:gd name="connsiteX375" fmla="*/ 1573688 w 2490683"/>
                <a:gd name="connsiteY375" fmla="*/ 1134135 h 2488086"/>
                <a:gd name="connsiteX376" fmla="*/ 1595408 w 2490683"/>
                <a:gd name="connsiteY376" fmla="*/ 1151794 h 2488086"/>
                <a:gd name="connsiteX377" fmla="*/ 1595637 w 2490683"/>
                <a:gd name="connsiteY377" fmla="*/ 1151766 h 2488086"/>
                <a:gd name="connsiteX378" fmla="*/ 1612882 w 2490683"/>
                <a:gd name="connsiteY378" fmla="*/ 1137547 h 2488086"/>
                <a:gd name="connsiteX379" fmla="*/ 1612597 w 2490683"/>
                <a:gd name="connsiteY379" fmla="*/ 1130438 h 2488086"/>
                <a:gd name="connsiteX380" fmla="*/ 1589651 w 2490683"/>
                <a:gd name="connsiteY380" fmla="*/ 1099869 h 2488086"/>
                <a:gd name="connsiteX381" fmla="*/ 1625851 w 2490683"/>
                <a:gd name="connsiteY381" fmla="*/ 1129017 h 2488086"/>
                <a:gd name="connsiteX382" fmla="*/ 1597347 w 2490683"/>
                <a:gd name="connsiteY382" fmla="*/ 1165273 h 2488086"/>
                <a:gd name="connsiteX383" fmla="*/ 1561003 w 2490683"/>
                <a:gd name="connsiteY383" fmla="*/ 1135983 h 2488086"/>
                <a:gd name="connsiteX384" fmla="*/ 1562001 w 2490683"/>
                <a:gd name="connsiteY384" fmla="*/ 1124040 h 2488086"/>
                <a:gd name="connsiteX385" fmla="*/ 1589223 w 2490683"/>
                <a:gd name="connsiteY385" fmla="*/ 1099869 h 2488086"/>
                <a:gd name="connsiteX386" fmla="*/ 1621006 w 2490683"/>
                <a:gd name="connsiteY386" fmla="*/ 1129585 h 2488086"/>
                <a:gd name="connsiteX387" fmla="*/ 1610744 w 2490683"/>
                <a:gd name="connsiteY387" fmla="*/ 1110817 h 2488086"/>
                <a:gd name="connsiteX388" fmla="*/ 1590078 w 2490683"/>
                <a:gd name="connsiteY388" fmla="*/ 1104846 h 2488086"/>
                <a:gd name="connsiteX389" fmla="*/ 1563982 w 2490683"/>
                <a:gd name="connsiteY389" fmla="*/ 1135500 h 2488086"/>
                <a:gd name="connsiteX390" fmla="*/ 1594725 w 2490683"/>
                <a:gd name="connsiteY390" fmla="*/ 1161534 h 2488086"/>
                <a:gd name="connsiteX391" fmla="*/ 1620151 w 2490683"/>
                <a:gd name="connsiteY391" fmla="*/ 1139680 h 2488086"/>
                <a:gd name="connsiteX392" fmla="*/ 1620578 w 2490683"/>
                <a:gd name="connsiteY392" fmla="*/ 1129585 h 2488086"/>
                <a:gd name="connsiteX393" fmla="*/ 2410015 w 2490683"/>
                <a:gd name="connsiteY393" fmla="*/ 209528 h 2488086"/>
                <a:gd name="connsiteX394" fmla="*/ 2446359 w 2490683"/>
                <a:gd name="connsiteY394" fmla="*/ 238817 h 2488086"/>
                <a:gd name="connsiteX395" fmla="*/ 2445361 w 2490683"/>
                <a:gd name="connsiteY395" fmla="*/ 250761 h 2488086"/>
                <a:gd name="connsiteX396" fmla="*/ 2405098 w 2490683"/>
                <a:gd name="connsiteY396" fmla="*/ 274078 h 2488086"/>
                <a:gd name="connsiteX397" fmla="*/ 2380798 w 2490683"/>
                <a:gd name="connsiteY397" fmla="*/ 245784 h 2488086"/>
                <a:gd name="connsiteX398" fmla="*/ 2381653 w 2490683"/>
                <a:gd name="connsiteY398" fmla="*/ 233841 h 2488086"/>
                <a:gd name="connsiteX399" fmla="*/ 2381653 w 2490683"/>
                <a:gd name="connsiteY399" fmla="*/ 233841 h 2488086"/>
                <a:gd name="connsiteX400" fmla="*/ 2410015 w 2490683"/>
                <a:gd name="connsiteY400" fmla="*/ 209528 h 2488086"/>
                <a:gd name="connsiteX401" fmla="*/ 2441371 w 2490683"/>
                <a:gd name="connsiteY401" fmla="*/ 239244 h 2488086"/>
                <a:gd name="connsiteX402" fmla="*/ 2431109 w 2490683"/>
                <a:gd name="connsiteY402" fmla="*/ 220476 h 2488086"/>
                <a:gd name="connsiteX403" fmla="*/ 2410585 w 2490683"/>
                <a:gd name="connsiteY403" fmla="*/ 214504 h 2488086"/>
                <a:gd name="connsiteX404" fmla="*/ 2386499 w 2490683"/>
                <a:gd name="connsiteY404" fmla="*/ 235121 h 2488086"/>
                <a:gd name="connsiteX405" fmla="*/ 2386499 w 2490683"/>
                <a:gd name="connsiteY405" fmla="*/ 235121 h 2488086"/>
                <a:gd name="connsiteX406" fmla="*/ 2385644 w 2490683"/>
                <a:gd name="connsiteY406" fmla="*/ 245216 h 2488086"/>
                <a:gd name="connsiteX407" fmla="*/ 2418709 w 2490683"/>
                <a:gd name="connsiteY407" fmla="*/ 268220 h 2488086"/>
                <a:gd name="connsiteX408" fmla="*/ 2440658 w 2490683"/>
                <a:gd name="connsiteY408" fmla="*/ 249481 h 2488086"/>
                <a:gd name="connsiteX409" fmla="*/ 2441371 w 2490683"/>
                <a:gd name="connsiteY409" fmla="*/ 239244 h 2488086"/>
                <a:gd name="connsiteX410" fmla="*/ 1194576 w 2490683"/>
                <a:gd name="connsiteY410" fmla="*/ 542517 h 2488086"/>
                <a:gd name="connsiteX411" fmla="*/ 1218805 w 2490683"/>
                <a:gd name="connsiteY411" fmla="*/ 549484 h 2488086"/>
                <a:gd name="connsiteX412" fmla="*/ 1230777 w 2490683"/>
                <a:gd name="connsiteY412" fmla="*/ 571665 h 2488086"/>
                <a:gd name="connsiteX413" fmla="*/ 1229921 w 2490683"/>
                <a:gd name="connsiteY413" fmla="*/ 583608 h 2488086"/>
                <a:gd name="connsiteX414" fmla="*/ 1189231 w 2490683"/>
                <a:gd name="connsiteY414" fmla="*/ 606584 h 2488086"/>
                <a:gd name="connsiteX415" fmla="*/ 1165216 w 2490683"/>
                <a:gd name="connsiteY415" fmla="*/ 578631 h 2488086"/>
                <a:gd name="connsiteX416" fmla="*/ 1166214 w 2490683"/>
                <a:gd name="connsiteY416" fmla="*/ 566688 h 2488086"/>
                <a:gd name="connsiteX417" fmla="*/ 1166214 w 2490683"/>
                <a:gd name="connsiteY417" fmla="*/ 566688 h 2488086"/>
                <a:gd name="connsiteX418" fmla="*/ 1194576 w 2490683"/>
                <a:gd name="connsiteY418" fmla="*/ 542517 h 2488086"/>
                <a:gd name="connsiteX419" fmla="*/ 1225931 w 2490683"/>
                <a:gd name="connsiteY419" fmla="*/ 572233 h 2488086"/>
                <a:gd name="connsiteX420" fmla="*/ 1195146 w 2490683"/>
                <a:gd name="connsiteY420" fmla="*/ 547352 h 2488086"/>
                <a:gd name="connsiteX421" fmla="*/ 1170917 w 2490683"/>
                <a:gd name="connsiteY421" fmla="*/ 567968 h 2488086"/>
                <a:gd name="connsiteX422" fmla="*/ 1170917 w 2490683"/>
                <a:gd name="connsiteY422" fmla="*/ 567968 h 2488086"/>
                <a:gd name="connsiteX423" fmla="*/ 1170917 w 2490683"/>
                <a:gd name="connsiteY423" fmla="*/ 578063 h 2488086"/>
                <a:gd name="connsiteX424" fmla="*/ 1204196 w 2490683"/>
                <a:gd name="connsiteY424" fmla="*/ 600755 h 2488086"/>
                <a:gd name="connsiteX425" fmla="*/ 1225788 w 2490683"/>
                <a:gd name="connsiteY425" fmla="*/ 582328 h 2488086"/>
                <a:gd name="connsiteX426" fmla="*/ 1225931 w 2490683"/>
                <a:gd name="connsiteY426" fmla="*/ 572233 h 2488086"/>
                <a:gd name="connsiteX427" fmla="*/ 1196428 w 2490683"/>
                <a:gd name="connsiteY427" fmla="*/ 559437 h 2488086"/>
                <a:gd name="connsiteX428" fmla="*/ 1207973 w 2490683"/>
                <a:gd name="connsiteY428" fmla="*/ 562849 h 2488086"/>
                <a:gd name="connsiteX429" fmla="*/ 1213816 w 2490683"/>
                <a:gd name="connsiteY429" fmla="*/ 573513 h 2488086"/>
                <a:gd name="connsiteX430" fmla="*/ 1213816 w 2490683"/>
                <a:gd name="connsiteY430" fmla="*/ 579200 h 2488086"/>
                <a:gd name="connsiteX431" fmla="*/ 1199564 w 2490683"/>
                <a:gd name="connsiteY431" fmla="*/ 590859 h 2488086"/>
                <a:gd name="connsiteX432" fmla="*/ 1188020 w 2490683"/>
                <a:gd name="connsiteY432" fmla="*/ 587447 h 2488086"/>
                <a:gd name="connsiteX433" fmla="*/ 1182176 w 2490683"/>
                <a:gd name="connsiteY433" fmla="*/ 576783 h 2488086"/>
                <a:gd name="connsiteX434" fmla="*/ 1182176 w 2490683"/>
                <a:gd name="connsiteY434" fmla="*/ 571096 h 2488086"/>
                <a:gd name="connsiteX435" fmla="*/ 1182176 w 2490683"/>
                <a:gd name="connsiteY435" fmla="*/ 571096 h 2488086"/>
                <a:gd name="connsiteX436" fmla="*/ 1196428 w 2490683"/>
                <a:gd name="connsiteY436" fmla="*/ 559437 h 2488086"/>
                <a:gd name="connsiteX437" fmla="*/ 1208828 w 2490683"/>
                <a:gd name="connsiteY437" fmla="*/ 573655 h 2488086"/>
                <a:gd name="connsiteX438" fmla="*/ 1204837 w 2490683"/>
                <a:gd name="connsiteY438" fmla="*/ 566404 h 2488086"/>
                <a:gd name="connsiteX439" fmla="*/ 1196856 w 2490683"/>
                <a:gd name="connsiteY439" fmla="*/ 564129 h 2488086"/>
                <a:gd name="connsiteX440" fmla="*/ 1187592 w 2490683"/>
                <a:gd name="connsiteY440" fmla="*/ 572091 h 2488086"/>
                <a:gd name="connsiteX441" fmla="*/ 1187592 w 2490683"/>
                <a:gd name="connsiteY441" fmla="*/ 572091 h 2488086"/>
                <a:gd name="connsiteX442" fmla="*/ 1187592 w 2490683"/>
                <a:gd name="connsiteY442" fmla="*/ 576072 h 2488086"/>
                <a:gd name="connsiteX443" fmla="*/ 1191583 w 2490683"/>
                <a:gd name="connsiteY443" fmla="*/ 583323 h 2488086"/>
                <a:gd name="connsiteX444" fmla="*/ 1206804 w 2490683"/>
                <a:gd name="connsiteY444" fmla="*/ 581646 h 2488086"/>
                <a:gd name="connsiteX445" fmla="*/ 1208828 w 2490683"/>
                <a:gd name="connsiteY445" fmla="*/ 577636 h 2488086"/>
                <a:gd name="connsiteX446" fmla="*/ 1208828 w 2490683"/>
                <a:gd name="connsiteY446" fmla="*/ 573939 h 2488086"/>
                <a:gd name="connsiteX447" fmla="*/ 317914 w 2490683"/>
                <a:gd name="connsiteY447" fmla="*/ 754652 h 2488086"/>
                <a:gd name="connsiteX448" fmla="*/ 354091 w 2490683"/>
                <a:gd name="connsiteY448" fmla="*/ 783572 h 2488086"/>
                <a:gd name="connsiteX449" fmla="*/ 354115 w 2490683"/>
                <a:gd name="connsiteY449" fmla="*/ 783800 h 2488086"/>
                <a:gd name="connsiteX450" fmla="*/ 353260 w 2490683"/>
                <a:gd name="connsiteY450" fmla="*/ 795743 h 2488086"/>
                <a:gd name="connsiteX451" fmla="*/ 313291 w 2490683"/>
                <a:gd name="connsiteY451" fmla="*/ 819572 h 2488086"/>
                <a:gd name="connsiteX452" fmla="*/ 288554 w 2490683"/>
                <a:gd name="connsiteY452" fmla="*/ 790766 h 2488086"/>
                <a:gd name="connsiteX453" fmla="*/ 289552 w 2490683"/>
                <a:gd name="connsiteY453" fmla="*/ 778823 h 2488086"/>
                <a:gd name="connsiteX454" fmla="*/ 289552 w 2490683"/>
                <a:gd name="connsiteY454" fmla="*/ 778823 h 2488086"/>
                <a:gd name="connsiteX455" fmla="*/ 317914 w 2490683"/>
                <a:gd name="connsiteY455" fmla="*/ 754652 h 2488086"/>
                <a:gd name="connsiteX456" fmla="*/ 349269 w 2490683"/>
                <a:gd name="connsiteY456" fmla="*/ 784368 h 2488086"/>
                <a:gd name="connsiteX457" fmla="*/ 339008 w 2490683"/>
                <a:gd name="connsiteY457" fmla="*/ 765600 h 2488086"/>
                <a:gd name="connsiteX458" fmla="*/ 299013 w 2490683"/>
                <a:gd name="connsiteY458" fmla="*/ 770633 h 2488086"/>
                <a:gd name="connsiteX459" fmla="*/ 294255 w 2490683"/>
                <a:gd name="connsiteY459" fmla="*/ 779819 h 2488086"/>
                <a:gd name="connsiteX460" fmla="*/ 307694 w 2490683"/>
                <a:gd name="connsiteY460" fmla="*/ 817738 h 2488086"/>
                <a:gd name="connsiteX461" fmla="*/ 345701 w 2490683"/>
                <a:gd name="connsiteY461" fmla="*/ 804331 h 2488086"/>
                <a:gd name="connsiteX462" fmla="*/ 348414 w 2490683"/>
                <a:gd name="connsiteY462" fmla="*/ 794037 h 2488086"/>
                <a:gd name="connsiteX463" fmla="*/ 349269 w 2490683"/>
                <a:gd name="connsiteY463" fmla="*/ 784368 h 2488086"/>
                <a:gd name="connsiteX464" fmla="*/ 1590506 w 2490683"/>
                <a:gd name="connsiteY464" fmla="*/ 1107831 h 2488086"/>
                <a:gd name="connsiteX465" fmla="*/ 1617828 w 2490683"/>
                <a:gd name="connsiteY465" fmla="*/ 1129443 h 2488086"/>
                <a:gd name="connsiteX466" fmla="*/ 1617870 w 2490683"/>
                <a:gd name="connsiteY466" fmla="*/ 1129870 h 2488086"/>
                <a:gd name="connsiteX467" fmla="*/ 1617870 w 2490683"/>
                <a:gd name="connsiteY467" fmla="*/ 1138969 h 2488086"/>
                <a:gd name="connsiteX468" fmla="*/ 1596349 w 2490683"/>
                <a:gd name="connsiteY468" fmla="*/ 1157311 h 2488086"/>
                <a:gd name="connsiteX469" fmla="*/ 1577964 w 2490683"/>
                <a:gd name="connsiteY469" fmla="*/ 1151908 h 2488086"/>
                <a:gd name="connsiteX470" fmla="*/ 1568842 w 2490683"/>
                <a:gd name="connsiteY470" fmla="*/ 1135130 h 2488086"/>
                <a:gd name="connsiteX471" fmla="*/ 1569555 w 2490683"/>
                <a:gd name="connsiteY471" fmla="*/ 1126173 h 2488086"/>
                <a:gd name="connsiteX472" fmla="*/ 1590506 w 2490683"/>
                <a:gd name="connsiteY472" fmla="*/ 1107831 h 2488086"/>
                <a:gd name="connsiteX473" fmla="*/ 1613024 w 2490683"/>
                <a:gd name="connsiteY473" fmla="*/ 1130438 h 2488086"/>
                <a:gd name="connsiteX474" fmla="*/ 1590933 w 2490683"/>
                <a:gd name="connsiteY474" fmla="*/ 1112666 h 2488086"/>
                <a:gd name="connsiteX475" fmla="*/ 1573688 w 2490683"/>
                <a:gd name="connsiteY475" fmla="*/ 1126884 h 2488086"/>
                <a:gd name="connsiteX476" fmla="*/ 1573688 w 2490683"/>
                <a:gd name="connsiteY476" fmla="*/ 1134135 h 2488086"/>
                <a:gd name="connsiteX477" fmla="*/ 1595408 w 2490683"/>
                <a:gd name="connsiteY477" fmla="*/ 1151794 h 2488086"/>
                <a:gd name="connsiteX478" fmla="*/ 1595637 w 2490683"/>
                <a:gd name="connsiteY478" fmla="*/ 1151766 h 2488086"/>
                <a:gd name="connsiteX479" fmla="*/ 1612882 w 2490683"/>
                <a:gd name="connsiteY479" fmla="*/ 1137547 h 2488086"/>
                <a:gd name="connsiteX480" fmla="*/ 1612597 w 2490683"/>
                <a:gd name="connsiteY480" fmla="*/ 1130438 h 2488086"/>
                <a:gd name="connsiteX481" fmla="*/ 551082 w 2490683"/>
                <a:gd name="connsiteY481" fmla="*/ 326543 h 2488086"/>
                <a:gd name="connsiteX482" fmla="*/ 577687 w 2490683"/>
                <a:gd name="connsiteY482" fmla="*/ 326359 h 2488086"/>
                <a:gd name="connsiteX483" fmla="*/ 577877 w 2490683"/>
                <a:gd name="connsiteY483" fmla="*/ 326543 h 2488086"/>
                <a:gd name="connsiteX484" fmla="*/ 582438 w 2490683"/>
                <a:gd name="connsiteY484" fmla="*/ 344458 h 2488086"/>
                <a:gd name="connsiteX485" fmla="*/ 577164 w 2490683"/>
                <a:gd name="connsiteY485" fmla="*/ 353416 h 2488086"/>
                <a:gd name="connsiteX486" fmla="*/ 563625 w 2490683"/>
                <a:gd name="connsiteY486" fmla="*/ 358534 h 2488086"/>
                <a:gd name="connsiteX487" fmla="*/ 545095 w 2490683"/>
                <a:gd name="connsiteY487" fmla="*/ 339212 h 2488086"/>
                <a:gd name="connsiteX488" fmla="*/ 551082 w 2490683"/>
                <a:gd name="connsiteY488" fmla="*/ 325833 h 2488086"/>
                <a:gd name="connsiteX489" fmla="*/ 574314 w 2490683"/>
                <a:gd name="connsiteY489" fmla="*/ 330667 h 2488086"/>
                <a:gd name="connsiteX490" fmla="*/ 564480 w 2490683"/>
                <a:gd name="connsiteY490" fmla="*/ 326259 h 2488086"/>
                <a:gd name="connsiteX491" fmla="*/ 554503 w 2490683"/>
                <a:gd name="connsiteY491" fmla="*/ 330098 h 2488086"/>
                <a:gd name="connsiteX492" fmla="*/ 550085 w 2490683"/>
                <a:gd name="connsiteY492" fmla="*/ 336070 h 2488086"/>
                <a:gd name="connsiteX493" fmla="*/ 553505 w 2490683"/>
                <a:gd name="connsiteY493" fmla="*/ 349435 h 2488086"/>
                <a:gd name="connsiteX494" fmla="*/ 563339 w 2490683"/>
                <a:gd name="connsiteY494" fmla="*/ 353700 h 2488086"/>
                <a:gd name="connsiteX495" fmla="*/ 573316 w 2490683"/>
                <a:gd name="connsiteY495" fmla="*/ 349861 h 2488086"/>
                <a:gd name="connsiteX496" fmla="*/ 577307 w 2490683"/>
                <a:gd name="connsiteY496" fmla="*/ 343321 h 2488086"/>
                <a:gd name="connsiteX497" fmla="*/ 574314 w 2490683"/>
                <a:gd name="connsiteY497" fmla="*/ 330667 h 2488086"/>
                <a:gd name="connsiteX498" fmla="*/ 203753 w 2490683"/>
                <a:gd name="connsiteY498" fmla="*/ 2451306 h 2488086"/>
                <a:gd name="connsiteX499" fmla="*/ 233774 w 2490683"/>
                <a:gd name="connsiteY499" fmla="*/ 2452102 h 2488086"/>
                <a:gd name="connsiteX500" fmla="*/ 233825 w 2490683"/>
                <a:gd name="connsiteY500" fmla="*/ 2452159 h 2488086"/>
                <a:gd name="connsiteX501" fmla="*/ 238956 w 2490683"/>
                <a:gd name="connsiteY501" fmla="*/ 2472206 h 2488086"/>
                <a:gd name="connsiteX502" fmla="*/ 232970 w 2490683"/>
                <a:gd name="connsiteY502" fmla="*/ 2482159 h 2488086"/>
                <a:gd name="connsiteX503" fmla="*/ 202943 w 2490683"/>
                <a:gd name="connsiteY503" fmla="*/ 2481605 h 2488086"/>
                <a:gd name="connsiteX504" fmla="*/ 197767 w 2490683"/>
                <a:gd name="connsiteY504" fmla="*/ 2461258 h 2488086"/>
                <a:gd name="connsiteX505" fmla="*/ 203183 w 2490683"/>
                <a:gd name="connsiteY505" fmla="*/ 2451306 h 2488086"/>
                <a:gd name="connsiteX506" fmla="*/ 230120 w 2490683"/>
                <a:gd name="connsiteY506" fmla="*/ 2455429 h 2488086"/>
                <a:gd name="connsiteX507" fmla="*/ 207031 w 2490683"/>
                <a:gd name="connsiteY507" fmla="*/ 2455429 h 2488086"/>
                <a:gd name="connsiteX508" fmla="*/ 204497 w 2490683"/>
                <a:gd name="connsiteY508" fmla="*/ 2478420 h 2488086"/>
                <a:gd name="connsiteX509" fmla="*/ 227537 w 2490683"/>
                <a:gd name="connsiteY509" fmla="*/ 2480936 h 2488086"/>
                <a:gd name="connsiteX510" fmla="*/ 229550 w 2490683"/>
                <a:gd name="connsiteY510" fmla="*/ 2479031 h 2488086"/>
                <a:gd name="connsiteX511" fmla="*/ 234110 w 2490683"/>
                <a:gd name="connsiteY511" fmla="*/ 2471495 h 2488086"/>
                <a:gd name="connsiteX512" fmla="*/ 229550 w 2490683"/>
                <a:gd name="connsiteY512" fmla="*/ 2455429 h 2488086"/>
                <a:gd name="connsiteX513" fmla="*/ 239954 w 2490683"/>
                <a:gd name="connsiteY513" fmla="*/ 1641155 h 2488086"/>
                <a:gd name="connsiteX514" fmla="*/ 270179 w 2490683"/>
                <a:gd name="connsiteY514" fmla="*/ 1641866 h 2488086"/>
                <a:gd name="connsiteX515" fmla="*/ 269469 w 2490683"/>
                <a:gd name="connsiteY515" fmla="*/ 1672022 h 2488086"/>
                <a:gd name="connsiteX516" fmla="*/ 239243 w 2490683"/>
                <a:gd name="connsiteY516" fmla="*/ 1671311 h 2488086"/>
                <a:gd name="connsiteX517" fmla="*/ 239099 w 2490683"/>
                <a:gd name="connsiteY517" fmla="*/ 1671155 h 2488086"/>
                <a:gd name="connsiteX518" fmla="*/ 233968 w 2490683"/>
                <a:gd name="connsiteY518" fmla="*/ 1651108 h 2488086"/>
                <a:gd name="connsiteX519" fmla="*/ 239384 w 2490683"/>
                <a:gd name="connsiteY519" fmla="*/ 1641155 h 2488086"/>
                <a:gd name="connsiteX520" fmla="*/ 266321 w 2490683"/>
                <a:gd name="connsiteY520" fmla="*/ 1645420 h 2488086"/>
                <a:gd name="connsiteX521" fmla="*/ 243374 w 2490683"/>
                <a:gd name="connsiteY521" fmla="*/ 1644709 h 2488086"/>
                <a:gd name="connsiteX522" fmla="*/ 246701 w 2490683"/>
                <a:gd name="connsiteY522" fmla="*/ 1667586 h 2488086"/>
                <a:gd name="connsiteX523" fmla="*/ 265038 w 2490683"/>
                <a:gd name="connsiteY523" fmla="*/ 1668454 h 2488086"/>
                <a:gd name="connsiteX524" fmla="*/ 269599 w 2490683"/>
                <a:gd name="connsiteY524" fmla="*/ 1660776 h 2488086"/>
                <a:gd name="connsiteX525" fmla="*/ 265751 w 2490683"/>
                <a:gd name="connsiteY525" fmla="*/ 1645420 h 2488086"/>
                <a:gd name="connsiteX526" fmla="*/ 1141557 w 2490683"/>
                <a:gd name="connsiteY526" fmla="*/ 2254384 h 2488086"/>
                <a:gd name="connsiteX527" fmla="*/ 1193749 w 2490683"/>
                <a:gd name="connsiteY527" fmla="*/ 2255536 h 2488086"/>
                <a:gd name="connsiteX528" fmla="*/ 1202700 w 2490683"/>
                <a:gd name="connsiteY528" fmla="*/ 2290640 h 2488086"/>
                <a:gd name="connsiteX529" fmla="*/ 1192438 w 2490683"/>
                <a:gd name="connsiteY529" fmla="*/ 2307844 h 2488086"/>
                <a:gd name="connsiteX530" fmla="*/ 1165928 w 2490683"/>
                <a:gd name="connsiteY530" fmla="*/ 2317940 h 2488086"/>
                <a:gd name="connsiteX531" fmla="*/ 1129950 w 2490683"/>
                <a:gd name="connsiteY531" fmla="*/ 2279920 h 2488086"/>
                <a:gd name="connsiteX532" fmla="*/ 1131153 w 2490683"/>
                <a:gd name="connsiteY532" fmla="*/ 2271588 h 2488086"/>
                <a:gd name="connsiteX533" fmla="*/ 1140987 w 2490683"/>
                <a:gd name="connsiteY533" fmla="*/ 2254384 h 2488086"/>
                <a:gd name="connsiteX534" fmla="*/ 1190158 w 2490683"/>
                <a:gd name="connsiteY534" fmla="*/ 2259076 h 2488086"/>
                <a:gd name="connsiteX535" fmla="*/ 1144835 w 2490683"/>
                <a:gd name="connsiteY535" fmla="*/ 2260612 h 2488086"/>
                <a:gd name="connsiteX536" fmla="*/ 1143695 w 2490683"/>
                <a:gd name="connsiteY536" fmla="*/ 2303010 h 2488086"/>
                <a:gd name="connsiteX537" fmla="*/ 1166071 w 2490683"/>
                <a:gd name="connsiteY537" fmla="*/ 2312963 h 2488086"/>
                <a:gd name="connsiteX538" fmla="*/ 1189017 w 2490683"/>
                <a:gd name="connsiteY538" fmla="*/ 2304290 h 2488086"/>
                <a:gd name="connsiteX539" fmla="*/ 1197854 w 2490683"/>
                <a:gd name="connsiteY539" fmla="*/ 2289361 h 2488086"/>
                <a:gd name="connsiteX540" fmla="*/ 1189587 w 2490683"/>
                <a:gd name="connsiteY540" fmla="*/ 2259076 h 2488086"/>
                <a:gd name="connsiteX541" fmla="*/ 1403230 w 2490683"/>
                <a:gd name="connsiteY541" fmla="*/ 638206 h 2488086"/>
                <a:gd name="connsiteX542" fmla="*/ 1455393 w 2490683"/>
                <a:gd name="connsiteY542" fmla="*/ 639485 h 2488086"/>
                <a:gd name="connsiteX543" fmla="*/ 1464373 w 2490683"/>
                <a:gd name="connsiteY543" fmla="*/ 674462 h 2488086"/>
                <a:gd name="connsiteX544" fmla="*/ 1454111 w 2490683"/>
                <a:gd name="connsiteY544" fmla="*/ 691666 h 2488086"/>
                <a:gd name="connsiteX545" fmla="*/ 1401805 w 2490683"/>
                <a:gd name="connsiteY545" fmla="*/ 690244 h 2488086"/>
                <a:gd name="connsiteX546" fmla="*/ 1403230 w 2490683"/>
                <a:gd name="connsiteY546" fmla="*/ 638206 h 2488086"/>
                <a:gd name="connsiteX547" fmla="*/ 1451830 w 2490683"/>
                <a:gd name="connsiteY547" fmla="*/ 642898 h 2488086"/>
                <a:gd name="connsiteX548" fmla="*/ 1406907 w 2490683"/>
                <a:gd name="connsiteY548" fmla="*/ 641518 h 2488086"/>
                <a:gd name="connsiteX549" fmla="*/ 1406651 w 2490683"/>
                <a:gd name="connsiteY549" fmla="*/ 641760 h 2488086"/>
                <a:gd name="connsiteX550" fmla="*/ 1405183 w 2490683"/>
                <a:gd name="connsiteY550" fmla="*/ 686775 h 2488086"/>
                <a:gd name="connsiteX551" fmla="*/ 1405368 w 2490683"/>
                <a:gd name="connsiteY551" fmla="*/ 686974 h 2488086"/>
                <a:gd name="connsiteX552" fmla="*/ 1450690 w 2490683"/>
                <a:gd name="connsiteY552" fmla="*/ 688111 h 2488086"/>
                <a:gd name="connsiteX553" fmla="*/ 1459527 w 2490683"/>
                <a:gd name="connsiteY553" fmla="*/ 673182 h 2488086"/>
                <a:gd name="connsiteX554" fmla="*/ 1451260 w 2490683"/>
                <a:gd name="connsiteY554" fmla="*/ 643466 h 2488086"/>
                <a:gd name="connsiteX555" fmla="*/ 1017134 w 2490683"/>
                <a:gd name="connsiteY555" fmla="*/ 1067310 h 2488086"/>
                <a:gd name="connsiteX556" fmla="*/ 1101987 w 2490683"/>
                <a:gd name="connsiteY556" fmla="*/ 1068106 h 2488086"/>
                <a:gd name="connsiteX557" fmla="*/ 1116900 w 2490683"/>
                <a:gd name="connsiteY557" fmla="*/ 1126315 h 2488086"/>
                <a:gd name="connsiteX558" fmla="*/ 1065450 w 2490683"/>
                <a:gd name="connsiteY558" fmla="*/ 1170391 h 2488086"/>
                <a:gd name="connsiteX559" fmla="*/ 999410 w 2490683"/>
                <a:gd name="connsiteY559" fmla="*/ 1116917 h 2488086"/>
                <a:gd name="connsiteX560" fmla="*/ 1017704 w 2490683"/>
                <a:gd name="connsiteY560" fmla="*/ 1067310 h 2488086"/>
                <a:gd name="connsiteX561" fmla="*/ 1098372 w 2490683"/>
                <a:gd name="connsiteY561" fmla="*/ 1072997 h 2488086"/>
                <a:gd name="connsiteX562" fmla="*/ 1020597 w 2490683"/>
                <a:gd name="connsiteY562" fmla="*/ 1070964 h 2488086"/>
                <a:gd name="connsiteX563" fmla="*/ 1020555 w 2490683"/>
                <a:gd name="connsiteY563" fmla="*/ 1071006 h 2488086"/>
                <a:gd name="connsiteX564" fmla="*/ 1005305 w 2490683"/>
                <a:gd name="connsiteY564" fmla="*/ 1096599 h 2488086"/>
                <a:gd name="connsiteX565" fmla="*/ 1044077 w 2490683"/>
                <a:gd name="connsiteY565" fmla="*/ 1163894 h 2488086"/>
                <a:gd name="connsiteX566" fmla="*/ 1096377 w 2490683"/>
                <a:gd name="connsiteY566" fmla="*/ 1150628 h 2488086"/>
                <a:gd name="connsiteX567" fmla="*/ 1111627 w 2490683"/>
                <a:gd name="connsiteY567" fmla="*/ 1125036 h 2488086"/>
                <a:gd name="connsiteX568" fmla="*/ 1097802 w 2490683"/>
                <a:gd name="connsiteY568" fmla="*/ 1073566 h 2488086"/>
                <a:gd name="connsiteX569" fmla="*/ 1022550 w 2490683"/>
                <a:gd name="connsiteY569" fmla="*/ 1072997 h 2488086"/>
                <a:gd name="connsiteX570" fmla="*/ 1096044 w 2490683"/>
                <a:gd name="connsiteY570" fmla="*/ 1076324 h 2488086"/>
                <a:gd name="connsiteX571" fmla="*/ 1108064 w 2490683"/>
                <a:gd name="connsiteY571" fmla="*/ 1124040 h 2488086"/>
                <a:gd name="connsiteX572" fmla="*/ 1093812 w 2490683"/>
                <a:gd name="connsiteY572" fmla="*/ 1148353 h 2488086"/>
                <a:gd name="connsiteX573" fmla="*/ 1063597 w 2490683"/>
                <a:gd name="connsiteY573" fmla="*/ 1162571 h 2488086"/>
                <a:gd name="connsiteX574" fmla="*/ 1006271 w 2490683"/>
                <a:gd name="connsiteY574" fmla="*/ 1116576 h 2488086"/>
                <a:gd name="connsiteX575" fmla="*/ 1007727 w 2490683"/>
                <a:gd name="connsiteY575" fmla="*/ 1097594 h 2488086"/>
                <a:gd name="connsiteX576" fmla="*/ 1007727 w 2490683"/>
                <a:gd name="connsiteY576" fmla="*/ 1097594 h 2488086"/>
                <a:gd name="connsiteX577" fmla="*/ 1021980 w 2490683"/>
                <a:gd name="connsiteY577" fmla="*/ 1073708 h 2488086"/>
                <a:gd name="connsiteX578" fmla="*/ 1092529 w 2490683"/>
                <a:gd name="connsiteY578" fmla="*/ 1078400 h 2488086"/>
                <a:gd name="connsiteX579" fmla="*/ 1026025 w 2490683"/>
                <a:gd name="connsiteY579" fmla="*/ 1077277 h 2488086"/>
                <a:gd name="connsiteX580" fmla="*/ 1024260 w 2490683"/>
                <a:gd name="connsiteY580" fmla="*/ 1142950 h 2488086"/>
                <a:gd name="connsiteX581" fmla="*/ 1063454 w 2490683"/>
                <a:gd name="connsiteY581" fmla="*/ 1157169 h 2488086"/>
                <a:gd name="connsiteX582" fmla="*/ 1090819 w 2490683"/>
                <a:gd name="connsiteY582" fmla="*/ 1144514 h 2488086"/>
                <a:gd name="connsiteX583" fmla="*/ 1103931 w 2490683"/>
                <a:gd name="connsiteY583" fmla="*/ 1122618 h 2488086"/>
                <a:gd name="connsiteX584" fmla="*/ 1091674 w 2490683"/>
                <a:gd name="connsiteY584" fmla="*/ 1079111 h 2488086"/>
                <a:gd name="connsiteX585" fmla="*/ 1032099 w 2490683"/>
                <a:gd name="connsiteY585" fmla="*/ 1082950 h 2488086"/>
                <a:gd name="connsiteX586" fmla="*/ 1086286 w 2490683"/>
                <a:gd name="connsiteY586" fmla="*/ 1084812 h 2488086"/>
                <a:gd name="connsiteX587" fmla="*/ 1095379 w 2490683"/>
                <a:gd name="connsiteY587" fmla="*/ 1120486 h 2488086"/>
                <a:gd name="connsiteX588" fmla="*/ 1084690 w 2490683"/>
                <a:gd name="connsiteY588" fmla="*/ 1138400 h 2488086"/>
                <a:gd name="connsiteX589" fmla="*/ 1030602 w 2490683"/>
                <a:gd name="connsiteY589" fmla="*/ 1136908 h 2488086"/>
                <a:gd name="connsiteX590" fmla="*/ 1032099 w 2490683"/>
                <a:gd name="connsiteY590" fmla="*/ 1082950 h 2488086"/>
                <a:gd name="connsiteX591" fmla="*/ 1082552 w 2490683"/>
                <a:gd name="connsiteY591" fmla="*/ 1087784 h 2488086"/>
                <a:gd name="connsiteX592" fmla="*/ 1059321 w 2490683"/>
                <a:gd name="connsiteY592" fmla="*/ 1077405 h 2488086"/>
                <a:gd name="connsiteX593" fmla="*/ 1035520 w 2490683"/>
                <a:gd name="connsiteY593" fmla="*/ 1086504 h 2488086"/>
                <a:gd name="connsiteX594" fmla="*/ 1026256 w 2490683"/>
                <a:gd name="connsiteY594" fmla="*/ 1102144 h 2488086"/>
                <a:gd name="connsiteX595" fmla="*/ 1049686 w 2490683"/>
                <a:gd name="connsiteY595" fmla="*/ 1142751 h 2488086"/>
                <a:gd name="connsiteX596" fmla="*/ 1081270 w 2490683"/>
                <a:gd name="connsiteY596" fmla="*/ 1134704 h 2488086"/>
                <a:gd name="connsiteX597" fmla="*/ 1090534 w 2490683"/>
                <a:gd name="connsiteY597" fmla="*/ 1119206 h 2488086"/>
                <a:gd name="connsiteX598" fmla="*/ 1081982 w 2490683"/>
                <a:gd name="connsiteY598" fmla="*/ 1088495 h 2488086"/>
                <a:gd name="connsiteX599" fmla="*/ 331596 w 2490683"/>
                <a:gd name="connsiteY599" fmla="*/ 1032902 h 2488086"/>
                <a:gd name="connsiteX600" fmla="*/ 380875 w 2490683"/>
                <a:gd name="connsiteY600" fmla="*/ 1036072 h 2488086"/>
                <a:gd name="connsiteX601" fmla="*/ 388606 w 2490683"/>
                <a:gd name="connsiteY601" fmla="*/ 1067168 h 2488086"/>
                <a:gd name="connsiteX602" fmla="*/ 353973 w 2490683"/>
                <a:gd name="connsiteY602" fmla="*/ 1093045 h 2488086"/>
                <a:gd name="connsiteX603" fmla="*/ 320028 w 2490683"/>
                <a:gd name="connsiteY603" fmla="*/ 1057272 h 2488086"/>
                <a:gd name="connsiteX604" fmla="*/ 321192 w 2490683"/>
                <a:gd name="connsiteY604" fmla="*/ 1049253 h 2488086"/>
                <a:gd name="connsiteX605" fmla="*/ 331026 w 2490683"/>
                <a:gd name="connsiteY605" fmla="*/ 1033613 h 2488086"/>
                <a:gd name="connsiteX606" fmla="*/ 377346 w 2490683"/>
                <a:gd name="connsiteY606" fmla="*/ 1037594 h 2488086"/>
                <a:gd name="connsiteX607" fmla="*/ 356395 w 2490683"/>
                <a:gd name="connsiteY607" fmla="*/ 1028352 h 2488086"/>
                <a:gd name="connsiteX608" fmla="*/ 326608 w 2490683"/>
                <a:gd name="connsiteY608" fmla="*/ 1050532 h 2488086"/>
                <a:gd name="connsiteX609" fmla="*/ 347831 w 2490683"/>
                <a:gd name="connsiteY609" fmla="*/ 1087073 h 2488086"/>
                <a:gd name="connsiteX610" fmla="*/ 355113 w 2490683"/>
                <a:gd name="connsiteY610" fmla="*/ 1088068 h 2488086"/>
                <a:gd name="connsiteX611" fmla="*/ 384900 w 2490683"/>
                <a:gd name="connsiteY611" fmla="*/ 1065888 h 2488086"/>
                <a:gd name="connsiteX612" fmla="*/ 376776 w 2490683"/>
                <a:gd name="connsiteY612" fmla="*/ 1038305 h 2488086"/>
                <a:gd name="connsiteX613" fmla="*/ 35290 w 2490683"/>
                <a:gd name="connsiteY613" fmla="*/ 1323947 h 2488086"/>
                <a:gd name="connsiteX614" fmla="*/ 8638 w 2490683"/>
                <a:gd name="connsiteY614" fmla="*/ 1323237 h 2488086"/>
                <a:gd name="connsiteX615" fmla="*/ 3365 w 2490683"/>
                <a:gd name="connsiteY615" fmla="*/ 1332052 h 2488086"/>
                <a:gd name="connsiteX616" fmla="*/ 7926 w 2490683"/>
                <a:gd name="connsiteY616" fmla="*/ 1349825 h 2488086"/>
                <a:gd name="connsiteX617" fmla="*/ 21180 w 2490683"/>
                <a:gd name="connsiteY617" fmla="*/ 1355654 h 2488086"/>
                <a:gd name="connsiteX618" fmla="*/ 39851 w 2490683"/>
                <a:gd name="connsiteY618" fmla="*/ 1341436 h 2488086"/>
                <a:gd name="connsiteX619" fmla="*/ 34863 w 2490683"/>
                <a:gd name="connsiteY619" fmla="*/ 1324658 h 2488086"/>
                <a:gd name="connsiteX620" fmla="*/ 1714216 w 2490683"/>
                <a:gd name="connsiteY620" fmla="*/ 1249302 h 2488086"/>
                <a:gd name="connsiteX621" fmla="*/ 1747851 w 2490683"/>
                <a:gd name="connsiteY621" fmla="*/ 1250298 h 2488086"/>
                <a:gd name="connsiteX622" fmla="*/ 1753695 w 2490683"/>
                <a:gd name="connsiteY622" fmla="*/ 1272762 h 2488086"/>
                <a:gd name="connsiteX623" fmla="*/ 1746996 w 2490683"/>
                <a:gd name="connsiteY623" fmla="*/ 1283852 h 2488086"/>
                <a:gd name="connsiteX624" fmla="*/ 1730036 w 2490683"/>
                <a:gd name="connsiteY624" fmla="*/ 1290393 h 2488086"/>
                <a:gd name="connsiteX625" fmla="*/ 1713361 w 2490683"/>
                <a:gd name="connsiteY625" fmla="*/ 1282999 h 2488086"/>
                <a:gd name="connsiteX626" fmla="*/ 1707660 w 2490683"/>
                <a:gd name="connsiteY626" fmla="*/ 1260535 h 2488086"/>
                <a:gd name="connsiteX627" fmla="*/ 1713788 w 2490683"/>
                <a:gd name="connsiteY627" fmla="*/ 1250013 h 2488086"/>
                <a:gd name="connsiteX628" fmla="*/ 1744288 w 2490683"/>
                <a:gd name="connsiteY628" fmla="*/ 1253710 h 2488086"/>
                <a:gd name="connsiteX629" fmla="*/ 1717694 w 2490683"/>
                <a:gd name="connsiteY629" fmla="*/ 1252942 h 2488086"/>
                <a:gd name="connsiteX630" fmla="*/ 1717637 w 2490683"/>
                <a:gd name="connsiteY630" fmla="*/ 1252999 h 2488086"/>
                <a:gd name="connsiteX631" fmla="*/ 1712363 w 2490683"/>
                <a:gd name="connsiteY631" fmla="*/ 1261672 h 2488086"/>
                <a:gd name="connsiteX632" fmla="*/ 1716924 w 2490683"/>
                <a:gd name="connsiteY632" fmla="*/ 1279587 h 2488086"/>
                <a:gd name="connsiteX633" fmla="*/ 1743576 w 2490683"/>
                <a:gd name="connsiteY633" fmla="*/ 1280298 h 2488086"/>
                <a:gd name="connsiteX634" fmla="*/ 1748849 w 2490683"/>
                <a:gd name="connsiteY634" fmla="*/ 1271482 h 2488086"/>
                <a:gd name="connsiteX635" fmla="*/ 1743861 w 2490683"/>
                <a:gd name="connsiteY635" fmla="*/ 1254421 h 2488086"/>
                <a:gd name="connsiteX636" fmla="*/ 569468 w 2490683"/>
                <a:gd name="connsiteY636" fmla="*/ 1914286 h 2488086"/>
                <a:gd name="connsiteX637" fmla="*/ 650091 w 2490683"/>
                <a:gd name="connsiteY637" fmla="*/ 1914414 h 2488086"/>
                <a:gd name="connsiteX638" fmla="*/ 664246 w 2490683"/>
                <a:gd name="connsiteY638" fmla="*/ 1971158 h 2488086"/>
                <a:gd name="connsiteX639" fmla="*/ 648283 w 2490683"/>
                <a:gd name="connsiteY639" fmla="*/ 1997888 h 2488086"/>
                <a:gd name="connsiteX640" fmla="*/ 566974 w 2490683"/>
                <a:gd name="connsiteY640" fmla="*/ 1995400 h 2488086"/>
                <a:gd name="connsiteX641" fmla="*/ 569468 w 2490683"/>
                <a:gd name="connsiteY641" fmla="*/ 1914286 h 2488086"/>
                <a:gd name="connsiteX642" fmla="*/ 646858 w 2490683"/>
                <a:gd name="connsiteY642" fmla="*/ 1919689 h 2488086"/>
                <a:gd name="connsiteX643" fmla="*/ 572889 w 2490683"/>
                <a:gd name="connsiteY643" fmla="*/ 1917840 h 2488086"/>
                <a:gd name="connsiteX644" fmla="*/ 558636 w 2490683"/>
                <a:gd name="connsiteY644" fmla="*/ 1942153 h 2488086"/>
                <a:gd name="connsiteX645" fmla="*/ 595698 w 2490683"/>
                <a:gd name="connsiteY645" fmla="*/ 2006021 h 2488086"/>
                <a:gd name="connsiteX646" fmla="*/ 645148 w 2490683"/>
                <a:gd name="connsiteY646" fmla="*/ 1993481 h 2488086"/>
                <a:gd name="connsiteX647" fmla="*/ 659400 w 2490683"/>
                <a:gd name="connsiteY647" fmla="*/ 1969168 h 2488086"/>
                <a:gd name="connsiteX648" fmla="*/ 646858 w 2490683"/>
                <a:gd name="connsiteY648" fmla="*/ 1919404 h 2488086"/>
                <a:gd name="connsiteX649" fmla="*/ 1764384 w 2490683"/>
                <a:gd name="connsiteY649" fmla="*/ 997356 h 2488086"/>
                <a:gd name="connsiteX650" fmla="*/ 1821394 w 2490683"/>
                <a:gd name="connsiteY650" fmla="*/ 999318 h 2488086"/>
                <a:gd name="connsiteX651" fmla="*/ 1830943 w 2490683"/>
                <a:gd name="connsiteY651" fmla="*/ 1036883 h 2488086"/>
                <a:gd name="connsiteX652" fmla="*/ 1819683 w 2490683"/>
                <a:gd name="connsiteY652" fmla="*/ 1055651 h 2488086"/>
                <a:gd name="connsiteX653" fmla="*/ 1762816 w 2490683"/>
                <a:gd name="connsiteY653" fmla="*/ 1054087 h 2488086"/>
                <a:gd name="connsiteX654" fmla="*/ 1764384 w 2490683"/>
                <a:gd name="connsiteY654" fmla="*/ 997356 h 2488086"/>
                <a:gd name="connsiteX655" fmla="*/ 1817545 w 2490683"/>
                <a:gd name="connsiteY655" fmla="*/ 1002333 h 2488086"/>
                <a:gd name="connsiteX656" fmla="*/ 1767662 w 2490683"/>
                <a:gd name="connsiteY656" fmla="*/ 1001053 h 2488086"/>
                <a:gd name="connsiteX657" fmla="*/ 1757971 w 2490683"/>
                <a:gd name="connsiteY657" fmla="*/ 1017404 h 2488086"/>
                <a:gd name="connsiteX658" fmla="*/ 1782884 w 2490683"/>
                <a:gd name="connsiteY658" fmla="*/ 1060400 h 2488086"/>
                <a:gd name="connsiteX659" fmla="*/ 1825983 w 2490683"/>
                <a:gd name="connsiteY659" fmla="*/ 1035546 h 2488086"/>
                <a:gd name="connsiteX660" fmla="*/ 1817545 w 2490683"/>
                <a:gd name="connsiteY660" fmla="*/ 1002333 h 2488086"/>
                <a:gd name="connsiteX661" fmla="*/ 2226873 w 2490683"/>
                <a:gd name="connsiteY661" fmla="*/ 1046978 h 2488086"/>
                <a:gd name="connsiteX662" fmla="*/ 2243976 w 2490683"/>
                <a:gd name="connsiteY662" fmla="*/ 1040437 h 2488086"/>
                <a:gd name="connsiteX663" fmla="*/ 2267421 w 2490683"/>
                <a:gd name="connsiteY663" fmla="*/ 1064807 h 2488086"/>
                <a:gd name="connsiteX664" fmla="*/ 2259938 w 2490683"/>
                <a:gd name="connsiteY664" fmla="*/ 1081670 h 2488086"/>
                <a:gd name="connsiteX665" fmla="*/ 2242836 w 2490683"/>
                <a:gd name="connsiteY665" fmla="*/ 1088210 h 2488086"/>
                <a:gd name="connsiteX666" fmla="*/ 2219376 w 2490683"/>
                <a:gd name="connsiteY666" fmla="*/ 1063841 h 2488086"/>
                <a:gd name="connsiteX667" fmla="*/ 2220174 w 2490683"/>
                <a:gd name="connsiteY667" fmla="*/ 1058210 h 2488086"/>
                <a:gd name="connsiteX668" fmla="*/ 2226873 w 2490683"/>
                <a:gd name="connsiteY668" fmla="*/ 1046978 h 2488086"/>
                <a:gd name="connsiteX669" fmla="*/ 2257230 w 2490683"/>
                <a:gd name="connsiteY669" fmla="*/ 1051243 h 2488086"/>
                <a:gd name="connsiteX670" fmla="*/ 2243976 w 2490683"/>
                <a:gd name="connsiteY670" fmla="*/ 1045272 h 2488086"/>
                <a:gd name="connsiteX671" fmla="*/ 2225020 w 2490683"/>
                <a:gd name="connsiteY671" fmla="*/ 1059490 h 2488086"/>
                <a:gd name="connsiteX672" fmla="*/ 2238460 w 2490683"/>
                <a:gd name="connsiteY672" fmla="*/ 1082864 h 2488086"/>
                <a:gd name="connsiteX673" fmla="*/ 2242978 w 2490683"/>
                <a:gd name="connsiteY673" fmla="*/ 1083519 h 2488086"/>
                <a:gd name="connsiteX674" fmla="*/ 2256518 w 2490683"/>
                <a:gd name="connsiteY674" fmla="*/ 1078258 h 2488086"/>
                <a:gd name="connsiteX675" fmla="*/ 2261791 w 2490683"/>
                <a:gd name="connsiteY675" fmla="*/ 1069300 h 2488086"/>
                <a:gd name="connsiteX676" fmla="*/ 2257230 w 2490683"/>
                <a:gd name="connsiteY676" fmla="*/ 1050532 h 248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</a:cxnLst>
              <a:rect l="l" t="t" r="r" b="b"/>
              <a:pathLst>
                <a:path w="2490683" h="2488086">
                  <a:moveTo>
                    <a:pt x="2413151" y="241803"/>
                  </a:moveTo>
                  <a:lnTo>
                    <a:pt x="2414006" y="241092"/>
                  </a:lnTo>
                  <a:lnTo>
                    <a:pt x="2468593" y="750529"/>
                  </a:lnTo>
                  <a:lnTo>
                    <a:pt x="2468593" y="752093"/>
                  </a:lnTo>
                  <a:lnTo>
                    <a:pt x="2133948" y="449815"/>
                  </a:lnTo>
                  <a:lnTo>
                    <a:pt x="2133948" y="449815"/>
                  </a:lnTo>
                  <a:close/>
                  <a:moveTo>
                    <a:pt x="2413151" y="243367"/>
                  </a:moveTo>
                  <a:lnTo>
                    <a:pt x="2135373" y="449815"/>
                  </a:lnTo>
                  <a:lnTo>
                    <a:pt x="2467167" y="749392"/>
                  </a:lnTo>
                  <a:close/>
                  <a:moveTo>
                    <a:pt x="2468307" y="749960"/>
                  </a:moveTo>
                  <a:lnTo>
                    <a:pt x="2468307" y="749960"/>
                  </a:lnTo>
                  <a:lnTo>
                    <a:pt x="2244688" y="1198259"/>
                  </a:lnTo>
                  <a:lnTo>
                    <a:pt x="2244688" y="1199396"/>
                  </a:lnTo>
                  <a:lnTo>
                    <a:pt x="1939261" y="602234"/>
                  </a:lnTo>
                  <a:lnTo>
                    <a:pt x="1938548" y="600954"/>
                  </a:lnTo>
                  <a:close/>
                  <a:moveTo>
                    <a:pt x="2467167" y="750955"/>
                  </a:moveTo>
                  <a:lnTo>
                    <a:pt x="1940971" y="603371"/>
                  </a:lnTo>
                  <a:lnTo>
                    <a:pt x="2244688" y="119697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2470018" y="752235"/>
                  </a:lnTo>
                  <a:lnTo>
                    <a:pt x="1939261" y="603371"/>
                  </a:lnTo>
                  <a:lnTo>
                    <a:pt x="1938120" y="603371"/>
                  </a:lnTo>
                  <a:close/>
                  <a:moveTo>
                    <a:pt x="2134090" y="450241"/>
                  </a:moveTo>
                  <a:lnTo>
                    <a:pt x="1941113" y="602234"/>
                  </a:lnTo>
                  <a:lnTo>
                    <a:pt x="2465599" y="749249"/>
                  </a:lnTo>
                  <a:close/>
                  <a:moveTo>
                    <a:pt x="2134090" y="448962"/>
                  </a:moveTo>
                  <a:lnTo>
                    <a:pt x="2134090" y="448962"/>
                  </a:lnTo>
                  <a:lnTo>
                    <a:pt x="1939688" y="603371"/>
                  </a:lnTo>
                  <a:lnTo>
                    <a:pt x="1502996" y="75024"/>
                  </a:lnTo>
                  <a:lnTo>
                    <a:pt x="1500716" y="72323"/>
                  </a:lnTo>
                  <a:close/>
                  <a:moveTo>
                    <a:pt x="2132665" y="448962"/>
                  </a:moveTo>
                  <a:lnTo>
                    <a:pt x="1505562" y="76446"/>
                  </a:lnTo>
                  <a:lnTo>
                    <a:pt x="1939118" y="600954"/>
                  </a:lnTo>
                  <a:close/>
                  <a:moveTo>
                    <a:pt x="1938690" y="601523"/>
                  </a:moveTo>
                  <a:lnTo>
                    <a:pt x="1938690" y="600670"/>
                  </a:lnTo>
                  <a:lnTo>
                    <a:pt x="2244118" y="1197832"/>
                  </a:lnTo>
                  <a:lnTo>
                    <a:pt x="2244118" y="1198828"/>
                  </a:lnTo>
                  <a:lnTo>
                    <a:pt x="1591076" y="1132855"/>
                  </a:lnTo>
                  <a:lnTo>
                    <a:pt x="1590078" y="1132855"/>
                  </a:lnTo>
                  <a:close/>
                  <a:moveTo>
                    <a:pt x="1938690" y="603087"/>
                  </a:moveTo>
                  <a:lnTo>
                    <a:pt x="1593784" y="1132287"/>
                  </a:lnTo>
                  <a:lnTo>
                    <a:pt x="2243548" y="1197832"/>
                  </a:lnTo>
                  <a:close/>
                  <a:moveTo>
                    <a:pt x="1938690" y="601523"/>
                  </a:moveTo>
                  <a:lnTo>
                    <a:pt x="1938690" y="601523"/>
                  </a:lnTo>
                  <a:lnTo>
                    <a:pt x="1593214" y="1132287"/>
                  </a:lnTo>
                  <a:lnTo>
                    <a:pt x="1592216" y="1133851"/>
                  </a:lnTo>
                  <a:lnTo>
                    <a:pt x="1502711" y="72181"/>
                  </a:lnTo>
                  <a:close/>
                  <a:moveTo>
                    <a:pt x="1937408" y="601523"/>
                  </a:moveTo>
                  <a:lnTo>
                    <a:pt x="1502711" y="75451"/>
                  </a:lnTo>
                  <a:lnTo>
                    <a:pt x="1591504" y="1129585"/>
                  </a:lnTo>
                  <a:close/>
                  <a:moveTo>
                    <a:pt x="1504992" y="73318"/>
                  </a:moveTo>
                  <a:lnTo>
                    <a:pt x="896132" y="1068589"/>
                  </a:lnTo>
                  <a:lnTo>
                    <a:pt x="896132" y="1069585"/>
                  </a:lnTo>
                  <a:lnTo>
                    <a:pt x="638164" y="470858"/>
                  </a:lnTo>
                  <a:lnTo>
                    <a:pt x="638164" y="470858"/>
                  </a:lnTo>
                  <a:close/>
                  <a:moveTo>
                    <a:pt x="1501856" y="76162"/>
                  </a:moveTo>
                  <a:lnTo>
                    <a:pt x="639447" y="470858"/>
                  </a:lnTo>
                  <a:lnTo>
                    <a:pt x="895989" y="1067168"/>
                  </a:lnTo>
                  <a:close/>
                  <a:moveTo>
                    <a:pt x="538825" y="20711"/>
                  </a:moveTo>
                  <a:lnTo>
                    <a:pt x="539681" y="19715"/>
                  </a:lnTo>
                  <a:lnTo>
                    <a:pt x="639447" y="470431"/>
                  </a:lnTo>
                  <a:lnTo>
                    <a:pt x="639447" y="470431"/>
                  </a:lnTo>
                  <a:lnTo>
                    <a:pt x="20895" y="638632"/>
                  </a:lnTo>
                  <a:lnTo>
                    <a:pt x="19043" y="638632"/>
                  </a:lnTo>
                  <a:close/>
                  <a:moveTo>
                    <a:pt x="538825" y="22559"/>
                  </a:moveTo>
                  <a:lnTo>
                    <a:pt x="22748" y="637495"/>
                  </a:lnTo>
                  <a:lnTo>
                    <a:pt x="638307" y="470147"/>
                  </a:lnTo>
                  <a:close/>
                  <a:moveTo>
                    <a:pt x="638592" y="470005"/>
                  </a:moveTo>
                  <a:lnTo>
                    <a:pt x="638592" y="470005"/>
                  </a:lnTo>
                  <a:lnTo>
                    <a:pt x="895134" y="1068447"/>
                  </a:lnTo>
                  <a:lnTo>
                    <a:pt x="895134" y="1070011"/>
                  </a:lnTo>
                  <a:lnTo>
                    <a:pt x="20468" y="639201"/>
                  </a:lnTo>
                  <a:lnTo>
                    <a:pt x="19043" y="639201"/>
                  </a:lnTo>
                  <a:close/>
                  <a:moveTo>
                    <a:pt x="638592" y="471284"/>
                  </a:moveTo>
                  <a:lnTo>
                    <a:pt x="22748" y="638774"/>
                  </a:lnTo>
                  <a:lnTo>
                    <a:pt x="894706" y="1067310"/>
                  </a:lnTo>
                  <a:close/>
                  <a:moveTo>
                    <a:pt x="896132" y="1068447"/>
                  </a:moveTo>
                  <a:lnTo>
                    <a:pt x="897557" y="1069158"/>
                  </a:lnTo>
                  <a:lnTo>
                    <a:pt x="26311" y="1333616"/>
                  </a:lnTo>
                  <a:lnTo>
                    <a:pt x="25456" y="1333616"/>
                  </a:lnTo>
                  <a:lnTo>
                    <a:pt x="20468" y="638774"/>
                  </a:lnTo>
                  <a:lnTo>
                    <a:pt x="20468" y="637779"/>
                  </a:lnTo>
                  <a:close/>
                  <a:moveTo>
                    <a:pt x="894279" y="1068447"/>
                  </a:moveTo>
                  <a:lnTo>
                    <a:pt x="21465" y="639627"/>
                  </a:lnTo>
                  <a:lnTo>
                    <a:pt x="26454" y="1331341"/>
                  </a:lnTo>
                  <a:close/>
                  <a:moveTo>
                    <a:pt x="1887952" y="690102"/>
                  </a:moveTo>
                  <a:lnTo>
                    <a:pt x="1887952" y="689107"/>
                  </a:lnTo>
                  <a:lnTo>
                    <a:pt x="2244261" y="1064324"/>
                  </a:lnTo>
                  <a:lnTo>
                    <a:pt x="1791179" y="1026788"/>
                  </a:lnTo>
                  <a:lnTo>
                    <a:pt x="1791179" y="1026788"/>
                  </a:lnTo>
                  <a:close/>
                  <a:moveTo>
                    <a:pt x="1888950" y="691524"/>
                  </a:moveTo>
                  <a:lnTo>
                    <a:pt x="1793032" y="1025650"/>
                  </a:lnTo>
                  <a:lnTo>
                    <a:pt x="2242123" y="1062902"/>
                  </a:lnTo>
                  <a:close/>
                  <a:moveTo>
                    <a:pt x="2246113" y="1063186"/>
                  </a:moveTo>
                  <a:lnTo>
                    <a:pt x="1730464" y="1267928"/>
                  </a:lnTo>
                  <a:lnTo>
                    <a:pt x="1729324" y="1267928"/>
                  </a:lnTo>
                  <a:lnTo>
                    <a:pt x="1791464" y="1025224"/>
                  </a:lnTo>
                  <a:close/>
                  <a:moveTo>
                    <a:pt x="2240698" y="1064040"/>
                  </a:moveTo>
                  <a:lnTo>
                    <a:pt x="1792461" y="1026930"/>
                  </a:lnTo>
                  <a:lnTo>
                    <a:pt x="1731034" y="1266222"/>
                  </a:lnTo>
                  <a:close/>
                  <a:moveTo>
                    <a:pt x="1428314" y="664936"/>
                  </a:moveTo>
                  <a:lnTo>
                    <a:pt x="1428314" y="664936"/>
                  </a:lnTo>
                  <a:lnTo>
                    <a:pt x="1057753" y="1111528"/>
                  </a:lnTo>
                  <a:lnTo>
                    <a:pt x="1057753" y="1111528"/>
                  </a:lnTo>
                  <a:lnTo>
                    <a:pt x="565477" y="336781"/>
                  </a:lnTo>
                  <a:lnTo>
                    <a:pt x="564480" y="335217"/>
                  </a:lnTo>
                  <a:close/>
                  <a:moveTo>
                    <a:pt x="1427031" y="665789"/>
                  </a:moveTo>
                  <a:lnTo>
                    <a:pt x="567615" y="337634"/>
                  </a:lnTo>
                  <a:lnTo>
                    <a:pt x="1057896" y="1110391"/>
                  </a:lnTo>
                  <a:close/>
                  <a:moveTo>
                    <a:pt x="1427031" y="665078"/>
                  </a:moveTo>
                  <a:lnTo>
                    <a:pt x="1427031" y="665078"/>
                  </a:lnTo>
                  <a:lnTo>
                    <a:pt x="1791464" y="1026361"/>
                  </a:lnTo>
                  <a:lnTo>
                    <a:pt x="1792319" y="1027214"/>
                  </a:lnTo>
                  <a:lnTo>
                    <a:pt x="1056898" y="1112523"/>
                  </a:lnTo>
                  <a:lnTo>
                    <a:pt x="1055330" y="1112523"/>
                  </a:lnTo>
                  <a:close/>
                  <a:moveTo>
                    <a:pt x="1427031" y="666357"/>
                  </a:moveTo>
                  <a:lnTo>
                    <a:pt x="1059321" y="1110533"/>
                  </a:lnTo>
                  <a:lnTo>
                    <a:pt x="1790609" y="1025224"/>
                  </a:lnTo>
                  <a:close/>
                  <a:moveTo>
                    <a:pt x="1790751" y="1025650"/>
                  </a:moveTo>
                  <a:lnTo>
                    <a:pt x="1791749" y="1025650"/>
                  </a:lnTo>
                  <a:lnTo>
                    <a:pt x="1729609" y="1267359"/>
                  </a:lnTo>
                  <a:lnTo>
                    <a:pt x="1729609" y="1267359"/>
                  </a:lnTo>
                  <a:lnTo>
                    <a:pt x="1056756" y="1110959"/>
                  </a:lnTo>
                  <a:lnTo>
                    <a:pt x="1053193" y="1110959"/>
                  </a:lnTo>
                  <a:close/>
                  <a:moveTo>
                    <a:pt x="1790751" y="1026930"/>
                  </a:moveTo>
                  <a:lnTo>
                    <a:pt x="1061031" y="1111528"/>
                  </a:lnTo>
                  <a:lnTo>
                    <a:pt x="1729324" y="1266506"/>
                  </a:lnTo>
                  <a:close/>
                  <a:moveTo>
                    <a:pt x="355540" y="1057357"/>
                  </a:moveTo>
                  <a:lnTo>
                    <a:pt x="254206" y="1656653"/>
                  </a:lnTo>
                  <a:lnTo>
                    <a:pt x="254206" y="1658217"/>
                  </a:lnTo>
                  <a:lnTo>
                    <a:pt x="20753" y="1337881"/>
                  </a:lnTo>
                  <a:lnTo>
                    <a:pt x="20753" y="1337881"/>
                  </a:lnTo>
                  <a:close/>
                  <a:moveTo>
                    <a:pt x="353688" y="1060485"/>
                  </a:moveTo>
                  <a:lnTo>
                    <a:pt x="22748" y="1337739"/>
                  </a:lnTo>
                  <a:lnTo>
                    <a:pt x="253636" y="1655089"/>
                  </a:lnTo>
                  <a:close/>
                  <a:moveTo>
                    <a:pt x="1057041" y="1110817"/>
                  </a:moveTo>
                  <a:lnTo>
                    <a:pt x="1059178" y="1109538"/>
                  </a:lnTo>
                  <a:lnTo>
                    <a:pt x="609375" y="1955661"/>
                  </a:lnTo>
                  <a:lnTo>
                    <a:pt x="609375" y="1956371"/>
                  </a:lnTo>
                  <a:lnTo>
                    <a:pt x="253066" y="1656510"/>
                  </a:lnTo>
                  <a:close/>
                  <a:moveTo>
                    <a:pt x="1055758" y="1113234"/>
                  </a:moveTo>
                  <a:lnTo>
                    <a:pt x="255061" y="1656653"/>
                  </a:lnTo>
                  <a:lnTo>
                    <a:pt x="608662" y="1954381"/>
                  </a:lnTo>
                  <a:close/>
                  <a:moveTo>
                    <a:pt x="608804" y="1954950"/>
                  </a:moveTo>
                  <a:lnTo>
                    <a:pt x="608804" y="1954950"/>
                  </a:lnTo>
                  <a:lnTo>
                    <a:pt x="217293" y="2466803"/>
                  </a:lnTo>
                  <a:lnTo>
                    <a:pt x="216010" y="2468367"/>
                  </a:lnTo>
                  <a:lnTo>
                    <a:pt x="252353" y="1656226"/>
                  </a:lnTo>
                  <a:lnTo>
                    <a:pt x="252353" y="1655089"/>
                  </a:lnTo>
                  <a:close/>
                  <a:moveTo>
                    <a:pt x="607664" y="1954950"/>
                  </a:moveTo>
                  <a:lnTo>
                    <a:pt x="254491" y="1658359"/>
                  </a:lnTo>
                  <a:lnTo>
                    <a:pt x="218433" y="2465239"/>
                  </a:lnTo>
                  <a:close/>
                  <a:moveTo>
                    <a:pt x="607664" y="1954950"/>
                  </a:moveTo>
                  <a:lnTo>
                    <a:pt x="607664" y="1954950"/>
                  </a:lnTo>
                  <a:lnTo>
                    <a:pt x="1180181" y="2276849"/>
                  </a:lnTo>
                  <a:lnTo>
                    <a:pt x="1181606" y="2276849"/>
                  </a:lnTo>
                  <a:lnTo>
                    <a:pt x="217863" y="2467372"/>
                  </a:lnTo>
                  <a:lnTo>
                    <a:pt x="216295" y="2467372"/>
                  </a:lnTo>
                  <a:close/>
                  <a:moveTo>
                    <a:pt x="607664" y="1956229"/>
                  </a:moveTo>
                  <a:lnTo>
                    <a:pt x="219288" y="2465808"/>
                  </a:lnTo>
                  <a:lnTo>
                    <a:pt x="1179041" y="2276565"/>
                  </a:lnTo>
                  <a:close/>
                  <a:moveTo>
                    <a:pt x="18472" y="617731"/>
                  </a:moveTo>
                  <a:cubicBezTo>
                    <a:pt x="24059" y="617020"/>
                    <a:pt x="29689" y="618670"/>
                    <a:pt x="34008" y="622281"/>
                  </a:cubicBezTo>
                  <a:cubicBezTo>
                    <a:pt x="38446" y="625765"/>
                    <a:pt x="41275" y="630897"/>
                    <a:pt x="41846" y="636499"/>
                  </a:cubicBezTo>
                  <a:cubicBezTo>
                    <a:pt x="42282" y="639045"/>
                    <a:pt x="42282" y="641632"/>
                    <a:pt x="41846" y="644177"/>
                  </a:cubicBezTo>
                  <a:cubicBezTo>
                    <a:pt x="39526" y="652609"/>
                    <a:pt x="32310" y="658793"/>
                    <a:pt x="23603" y="659817"/>
                  </a:cubicBezTo>
                  <a:cubicBezTo>
                    <a:pt x="12020" y="661054"/>
                    <a:pt x="1623" y="652694"/>
                    <a:pt x="382" y="641134"/>
                  </a:cubicBezTo>
                  <a:cubicBezTo>
                    <a:pt x="378" y="641106"/>
                    <a:pt x="375" y="641078"/>
                    <a:pt x="372" y="641049"/>
                  </a:cubicBezTo>
                  <a:cubicBezTo>
                    <a:pt x="-124" y="638518"/>
                    <a:pt x="-124" y="635902"/>
                    <a:pt x="372" y="633371"/>
                  </a:cubicBezTo>
                  <a:cubicBezTo>
                    <a:pt x="2530" y="624897"/>
                    <a:pt x="9753" y="618656"/>
                    <a:pt x="18472" y="617731"/>
                  </a:cubicBezTo>
                  <a:close/>
                  <a:moveTo>
                    <a:pt x="37000" y="636926"/>
                  </a:moveTo>
                  <a:cubicBezTo>
                    <a:pt x="36563" y="632689"/>
                    <a:pt x="34462" y="628807"/>
                    <a:pt x="31157" y="626120"/>
                  </a:cubicBezTo>
                  <a:cubicBezTo>
                    <a:pt x="24192" y="620476"/>
                    <a:pt x="13959" y="621528"/>
                    <a:pt x="8302" y="628480"/>
                  </a:cubicBezTo>
                  <a:cubicBezTo>
                    <a:pt x="6860" y="630258"/>
                    <a:pt x="5809" y="632305"/>
                    <a:pt x="5218" y="634509"/>
                  </a:cubicBezTo>
                  <a:cubicBezTo>
                    <a:pt x="4928" y="636443"/>
                    <a:pt x="4928" y="638405"/>
                    <a:pt x="5218" y="640338"/>
                  </a:cubicBezTo>
                  <a:cubicBezTo>
                    <a:pt x="6288" y="649225"/>
                    <a:pt x="14379" y="655566"/>
                    <a:pt x="23288" y="654500"/>
                  </a:cubicBezTo>
                  <a:cubicBezTo>
                    <a:pt x="29820" y="653718"/>
                    <a:pt x="35235" y="649082"/>
                    <a:pt x="37000" y="642755"/>
                  </a:cubicBezTo>
                  <a:cubicBezTo>
                    <a:pt x="37431" y="640836"/>
                    <a:pt x="37431" y="638845"/>
                    <a:pt x="37000" y="636926"/>
                  </a:cubicBezTo>
                  <a:close/>
                  <a:moveTo>
                    <a:pt x="537258" y="94"/>
                  </a:moveTo>
                  <a:cubicBezTo>
                    <a:pt x="548828" y="-988"/>
                    <a:pt x="559145" y="7347"/>
                    <a:pt x="560489" y="18862"/>
                  </a:cubicBezTo>
                  <a:cubicBezTo>
                    <a:pt x="560988" y="21398"/>
                    <a:pt x="560988" y="24005"/>
                    <a:pt x="560489" y="26540"/>
                  </a:cubicBezTo>
                  <a:cubicBezTo>
                    <a:pt x="559584" y="38162"/>
                    <a:pt x="549406" y="46851"/>
                    <a:pt x="537757" y="45948"/>
                  </a:cubicBezTo>
                  <a:cubicBezTo>
                    <a:pt x="526107" y="45045"/>
                    <a:pt x="517397" y="34892"/>
                    <a:pt x="518302" y="23270"/>
                  </a:cubicBezTo>
                  <a:cubicBezTo>
                    <a:pt x="517803" y="20735"/>
                    <a:pt x="517803" y="18127"/>
                    <a:pt x="518302" y="15592"/>
                  </a:cubicBezTo>
                  <a:cubicBezTo>
                    <a:pt x="520748" y="7037"/>
                    <a:pt x="528232" y="872"/>
                    <a:pt x="537115" y="94"/>
                  </a:cubicBezTo>
                  <a:close/>
                  <a:moveTo>
                    <a:pt x="555501" y="19431"/>
                  </a:moveTo>
                  <a:cubicBezTo>
                    <a:pt x="554533" y="10610"/>
                    <a:pt x="546582" y="4242"/>
                    <a:pt x="537739" y="5207"/>
                  </a:cubicBezTo>
                  <a:cubicBezTo>
                    <a:pt x="537722" y="5209"/>
                    <a:pt x="537704" y="5211"/>
                    <a:pt x="537685" y="5213"/>
                  </a:cubicBezTo>
                  <a:cubicBezTo>
                    <a:pt x="530893" y="5816"/>
                    <a:pt x="525200" y="10586"/>
                    <a:pt x="523433" y="17156"/>
                  </a:cubicBezTo>
                  <a:cubicBezTo>
                    <a:pt x="523002" y="19076"/>
                    <a:pt x="523002" y="21066"/>
                    <a:pt x="523433" y="22986"/>
                  </a:cubicBezTo>
                  <a:cubicBezTo>
                    <a:pt x="524401" y="31807"/>
                    <a:pt x="532352" y="38175"/>
                    <a:pt x="541194" y="37210"/>
                  </a:cubicBezTo>
                  <a:cubicBezTo>
                    <a:pt x="541211" y="37208"/>
                    <a:pt x="541230" y="37205"/>
                    <a:pt x="541248" y="37204"/>
                  </a:cubicBezTo>
                  <a:cubicBezTo>
                    <a:pt x="548041" y="36601"/>
                    <a:pt x="553733" y="31831"/>
                    <a:pt x="555501" y="25261"/>
                  </a:cubicBezTo>
                  <a:cubicBezTo>
                    <a:pt x="555884" y="23331"/>
                    <a:pt x="555836" y="21341"/>
                    <a:pt x="555358" y="19431"/>
                  </a:cubicBezTo>
                  <a:close/>
                  <a:moveTo>
                    <a:pt x="877889" y="1026646"/>
                  </a:moveTo>
                  <a:cubicBezTo>
                    <a:pt x="887572" y="1025622"/>
                    <a:pt x="897265" y="1028494"/>
                    <a:pt x="904826" y="1034608"/>
                  </a:cubicBezTo>
                  <a:cubicBezTo>
                    <a:pt x="912746" y="1040523"/>
                    <a:pt x="917895" y="1049409"/>
                    <a:pt x="919078" y="1059205"/>
                  </a:cubicBezTo>
                  <a:cubicBezTo>
                    <a:pt x="919534" y="1063684"/>
                    <a:pt x="919196" y="1068205"/>
                    <a:pt x="918080" y="1072570"/>
                  </a:cubicBezTo>
                  <a:cubicBezTo>
                    <a:pt x="912885" y="1092149"/>
                    <a:pt x="892760" y="1103836"/>
                    <a:pt x="873127" y="1098647"/>
                  </a:cubicBezTo>
                  <a:cubicBezTo>
                    <a:pt x="858370" y="1094751"/>
                    <a:pt x="847561" y="1082168"/>
                    <a:pt x="845963" y="1067025"/>
                  </a:cubicBezTo>
                  <a:cubicBezTo>
                    <a:pt x="845507" y="1062547"/>
                    <a:pt x="845845" y="1058025"/>
                    <a:pt x="846961" y="1053660"/>
                  </a:cubicBezTo>
                  <a:cubicBezTo>
                    <a:pt x="850960" y="1039314"/>
                    <a:pt x="863108" y="1028707"/>
                    <a:pt x="877889" y="1026646"/>
                  </a:cubicBezTo>
                  <a:close/>
                  <a:moveTo>
                    <a:pt x="913377" y="1059774"/>
                  </a:moveTo>
                  <a:cubicBezTo>
                    <a:pt x="912543" y="1051414"/>
                    <a:pt x="908384" y="1043736"/>
                    <a:pt x="901833" y="1038447"/>
                  </a:cubicBezTo>
                  <a:cubicBezTo>
                    <a:pt x="888062" y="1027456"/>
                    <a:pt x="867972" y="1029688"/>
                    <a:pt x="856961" y="1043423"/>
                  </a:cubicBezTo>
                  <a:cubicBezTo>
                    <a:pt x="854238" y="1046821"/>
                    <a:pt x="852242" y="1050746"/>
                    <a:pt x="851094" y="1054940"/>
                  </a:cubicBezTo>
                  <a:cubicBezTo>
                    <a:pt x="846522" y="1071845"/>
                    <a:pt x="856556" y="1089248"/>
                    <a:pt x="873502" y="1093812"/>
                  </a:cubicBezTo>
                  <a:cubicBezTo>
                    <a:pt x="890449" y="1098376"/>
                    <a:pt x="907894" y="1088367"/>
                    <a:pt x="912466" y="1071461"/>
                  </a:cubicBezTo>
                  <a:cubicBezTo>
                    <a:pt x="913494" y="1067651"/>
                    <a:pt x="913803" y="1063684"/>
                    <a:pt x="913377" y="1059774"/>
                  </a:cubicBezTo>
                  <a:close/>
                  <a:moveTo>
                    <a:pt x="1503281" y="34218"/>
                  </a:moveTo>
                  <a:cubicBezTo>
                    <a:pt x="1527881" y="31626"/>
                    <a:pt x="1549929" y="49419"/>
                    <a:pt x="1552523" y="73958"/>
                  </a:cubicBezTo>
                  <a:cubicBezTo>
                    <a:pt x="1555117" y="98498"/>
                    <a:pt x="1537288" y="120494"/>
                    <a:pt x="1512688" y="123081"/>
                  </a:cubicBezTo>
                  <a:cubicBezTo>
                    <a:pt x="1500901" y="124390"/>
                    <a:pt x="1489086" y="120906"/>
                    <a:pt x="1479908" y="113413"/>
                  </a:cubicBezTo>
                  <a:cubicBezTo>
                    <a:pt x="1470558" y="106077"/>
                    <a:pt x="1464629" y="95228"/>
                    <a:pt x="1463517" y="83413"/>
                  </a:cubicBezTo>
                  <a:cubicBezTo>
                    <a:pt x="1462819" y="77982"/>
                    <a:pt x="1463204" y="72479"/>
                    <a:pt x="1464658" y="67204"/>
                  </a:cubicBezTo>
                  <a:cubicBezTo>
                    <a:pt x="1469503" y="49383"/>
                    <a:pt x="1484753" y="36312"/>
                    <a:pt x="1503139" y="34218"/>
                  </a:cubicBezTo>
                  <a:close/>
                  <a:moveTo>
                    <a:pt x="1547749" y="74455"/>
                  </a:moveTo>
                  <a:cubicBezTo>
                    <a:pt x="1545183" y="52616"/>
                    <a:pt x="1525373" y="36985"/>
                    <a:pt x="1503481" y="39540"/>
                  </a:cubicBezTo>
                  <a:cubicBezTo>
                    <a:pt x="1487347" y="41422"/>
                    <a:pt x="1473964" y="52872"/>
                    <a:pt x="1469646" y="68484"/>
                  </a:cubicBezTo>
                  <a:cubicBezTo>
                    <a:pt x="1468363" y="73105"/>
                    <a:pt x="1467978" y="77939"/>
                    <a:pt x="1468506" y="82702"/>
                  </a:cubicBezTo>
                  <a:cubicBezTo>
                    <a:pt x="1469503" y="93152"/>
                    <a:pt x="1474620" y="102778"/>
                    <a:pt x="1482758" y="109432"/>
                  </a:cubicBezTo>
                  <a:cubicBezTo>
                    <a:pt x="1499804" y="123380"/>
                    <a:pt x="1524945" y="120892"/>
                    <a:pt x="1538926" y="103901"/>
                  </a:cubicBezTo>
                  <a:cubicBezTo>
                    <a:pt x="1545696" y="95655"/>
                    <a:pt x="1548875" y="85048"/>
                    <a:pt x="1547749" y="74455"/>
                  </a:cubicBezTo>
                  <a:close/>
                  <a:moveTo>
                    <a:pt x="1504992" y="55972"/>
                  </a:moveTo>
                  <a:cubicBezTo>
                    <a:pt x="1511035" y="55318"/>
                    <a:pt x="1517106" y="57109"/>
                    <a:pt x="1521809" y="60948"/>
                  </a:cubicBezTo>
                  <a:cubicBezTo>
                    <a:pt x="1532499" y="67744"/>
                    <a:pt x="1535634" y="81892"/>
                    <a:pt x="1528822" y="92555"/>
                  </a:cubicBezTo>
                  <a:cubicBezTo>
                    <a:pt x="1522009" y="103219"/>
                    <a:pt x="1507814" y="106347"/>
                    <a:pt x="1497139" y="99550"/>
                  </a:cubicBezTo>
                  <a:cubicBezTo>
                    <a:pt x="1495756" y="98669"/>
                    <a:pt x="1494473" y="97645"/>
                    <a:pt x="1493305" y="96494"/>
                  </a:cubicBezTo>
                  <a:cubicBezTo>
                    <a:pt x="1488544" y="92712"/>
                    <a:pt x="1485523" y="87181"/>
                    <a:pt x="1484896" y="81138"/>
                  </a:cubicBezTo>
                  <a:cubicBezTo>
                    <a:pt x="1484397" y="78365"/>
                    <a:pt x="1484397" y="75522"/>
                    <a:pt x="1484896" y="72749"/>
                  </a:cubicBezTo>
                  <a:cubicBezTo>
                    <a:pt x="1487490" y="63564"/>
                    <a:pt x="1495471" y="56896"/>
                    <a:pt x="1504992" y="55972"/>
                  </a:cubicBezTo>
                  <a:close/>
                  <a:moveTo>
                    <a:pt x="1525230" y="76730"/>
                  </a:moveTo>
                  <a:cubicBezTo>
                    <a:pt x="1524745" y="72024"/>
                    <a:pt x="1522394" y="67716"/>
                    <a:pt x="1518674" y="64787"/>
                  </a:cubicBezTo>
                  <a:cubicBezTo>
                    <a:pt x="1514940" y="61787"/>
                    <a:pt x="1510194" y="60365"/>
                    <a:pt x="1505419" y="60806"/>
                  </a:cubicBezTo>
                  <a:cubicBezTo>
                    <a:pt x="1498065" y="61659"/>
                    <a:pt x="1491965" y="66891"/>
                    <a:pt x="1490027" y="74029"/>
                  </a:cubicBezTo>
                  <a:cubicBezTo>
                    <a:pt x="1489599" y="76190"/>
                    <a:pt x="1489599" y="78408"/>
                    <a:pt x="1490027" y="80569"/>
                  </a:cubicBezTo>
                  <a:cubicBezTo>
                    <a:pt x="1490996" y="90337"/>
                    <a:pt x="1499718" y="97475"/>
                    <a:pt x="1509510" y="96508"/>
                  </a:cubicBezTo>
                  <a:cubicBezTo>
                    <a:pt x="1509567" y="96508"/>
                    <a:pt x="1509638" y="96494"/>
                    <a:pt x="1509695" y="96494"/>
                  </a:cubicBezTo>
                  <a:cubicBezTo>
                    <a:pt x="1517106" y="95697"/>
                    <a:pt x="1523277" y="90451"/>
                    <a:pt x="1525230" y="83271"/>
                  </a:cubicBezTo>
                  <a:cubicBezTo>
                    <a:pt x="1525800" y="81138"/>
                    <a:pt x="1525943" y="78920"/>
                    <a:pt x="1525658" y="76730"/>
                  </a:cubicBezTo>
                  <a:close/>
                  <a:moveTo>
                    <a:pt x="1936838" y="578916"/>
                  </a:moveTo>
                  <a:cubicBezTo>
                    <a:pt x="1949850" y="577594"/>
                    <a:pt x="1961494" y="586992"/>
                    <a:pt x="1962919" y="599959"/>
                  </a:cubicBezTo>
                  <a:cubicBezTo>
                    <a:pt x="1963418" y="602774"/>
                    <a:pt x="1963418" y="605674"/>
                    <a:pt x="1962919" y="608490"/>
                  </a:cubicBezTo>
                  <a:cubicBezTo>
                    <a:pt x="1959670" y="621115"/>
                    <a:pt x="1946786" y="628722"/>
                    <a:pt x="1934130" y="625495"/>
                  </a:cubicBezTo>
                  <a:cubicBezTo>
                    <a:pt x="1924495" y="623021"/>
                    <a:pt x="1917426" y="614817"/>
                    <a:pt x="1916457" y="604935"/>
                  </a:cubicBezTo>
                  <a:cubicBezTo>
                    <a:pt x="1916129" y="602077"/>
                    <a:pt x="1916371" y="599177"/>
                    <a:pt x="1917169" y="596404"/>
                  </a:cubicBezTo>
                  <a:cubicBezTo>
                    <a:pt x="1919692" y="587049"/>
                    <a:pt x="1927631" y="580139"/>
                    <a:pt x="1937265" y="578916"/>
                  </a:cubicBezTo>
                  <a:close/>
                  <a:moveTo>
                    <a:pt x="1957931" y="600528"/>
                  </a:moveTo>
                  <a:cubicBezTo>
                    <a:pt x="1956891" y="590290"/>
                    <a:pt x="1947741" y="582840"/>
                    <a:pt x="1937479" y="583864"/>
                  </a:cubicBezTo>
                  <a:cubicBezTo>
                    <a:pt x="1937408" y="583878"/>
                    <a:pt x="1937337" y="583878"/>
                    <a:pt x="1937265" y="583892"/>
                  </a:cubicBezTo>
                  <a:cubicBezTo>
                    <a:pt x="1929483" y="584873"/>
                    <a:pt x="1923084" y="590518"/>
                    <a:pt x="1921160" y="598110"/>
                  </a:cubicBezTo>
                  <a:cubicBezTo>
                    <a:pt x="1920718" y="600371"/>
                    <a:pt x="1920718" y="602674"/>
                    <a:pt x="1921160" y="604935"/>
                  </a:cubicBezTo>
                  <a:cubicBezTo>
                    <a:pt x="1922200" y="615087"/>
                    <a:pt x="1931293" y="622480"/>
                    <a:pt x="1941470" y="621457"/>
                  </a:cubicBezTo>
                  <a:cubicBezTo>
                    <a:pt x="1941541" y="621442"/>
                    <a:pt x="1941612" y="621442"/>
                    <a:pt x="1941683" y="621428"/>
                  </a:cubicBezTo>
                  <a:cubicBezTo>
                    <a:pt x="1949579" y="620618"/>
                    <a:pt x="1956093" y="614916"/>
                    <a:pt x="1957931" y="607210"/>
                  </a:cubicBezTo>
                  <a:cubicBezTo>
                    <a:pt x="1958501" y="605035"/>
                    <a:pt x="1958644" y="602760"/>
                    <a:pt x="1958359" y="600528"/>
                  </a:cubicBezTo>
                  <a:close/>
                  <a:moveTo>
                    <a:pt x="1937693" y="587731"/>
                  </a:moveTo>
                  <a:cubicBezTo>
                    <a:pt x="1941626" y="587305"/>
                    <a:pt x="1945560" y="588428"/>
                    <a:pt x="1948667" y="590859"/>
                  </a:cubicBezTo>
                  <a:cubicBezTo>
                    <a:pt x="1951774" y="593290"/>
                    <a:pt x="1953741" y="596888"/>
                    <a:pt x="1954083" y="600812"/>
                  </a:cubicBezTo>
                  <a:cubicBezTo>
                    <a:pt x="1954425" y="602589"/>
                    <a:pt x="1954425" y="604423"/>
                    <a:pt x="1954083" y="606215"/>
                  </a:cubicBezTo>
                  <a:cubicBezTo>
                    <a:pt x="1952416" y="612144"/>
                    <a:pt x="1947370" y="616509"/>
                    <a:pt x="1941256" y="617305"/>
                  </a:cubicBezTo>
                  <a:cubicBezTo>
                    <a:pt x="1937294" y="617788"/>
                    <a:pt x="1933317" y="616608"/>
                    <a:pt x="1930281" y="614035"/>
                  </a:cubicBezTo>
                  <a:cubicBezTo>
                    <a:pt x="1927117" y="611632"/>
                    <a:pt x="1925108" y="608035"/>
                    <a:pt x="1924723" y="604082"/>
                  </a:cubicBezTo>
                  <a:cubicBezTo>
                    <a:pt x="1924438" y="602290"/>
                    <a:pt x="1924438" y="600470"/>
                    <a:pt x="1924723" y="598679"/>
                  </a:cubicBezTo>
                  <a:cubicBezTo>
                    <a:pt x="1926205" y="592437"/>
                    <a:pt x="1931692" y="587944"/>
                    <a:pt x="1938120" y="587731"/>
                  </a:cubicBezTo>
                  <a:close/>
                  <a:moveTo>
                    <a:pt x="1949237" y="601949"/>
                  </a:moveTo>
                  <a:cubicBezTo>
                    <a:pt x="1948938" y="599319"/>
                    <a:pt x="1947612" y="596916"/>
                    <a:pt x="1945532" y="595267"/>
                  </a:cubicBezTo>
                  <a:cubicBezTo>
                    <a:pt x="1943522" y="593575"/>
                    <a:pt x="1940885" y="592793"/>
                    <a:pt x="1938263" y="593134"/>
                  </a:cubicBezTo>
                  <a:cubicBezTo>
                    <a:pt x="1932833" y="593802"/>
                    <a:pt x="1928928" y="598651"/>
                    <a:pt x="1929426" y="604082"/>
                  </a:cubicBezTo>
                  <a:cubicBezTo>
                    <a:pt x="1929697" y="606726"/>
                    <a:pt x="1931037" y="609144"/>
                    <a:pt x="1933132" y="610765"/>
                  </a:cubicBezTo>
                  <a:cubicBezTo>
                    <a:pt x="1935142" y="612456"/>
                    <a:pt x="1937793" y="613239"/>
                    <a:pt x="1940401" y="612897"/>
                  </a:cubicBezTo>
                  <a:cubicBezTo>
                    <a:pt x="1944463" y="612428"/>
                    <a:pt x="1947826" y="609570"/>
                    <a:pt x="1948952" y="605646"/>
                  </a:cubicBezTo>
                  <a:cubicBezTo>
                    <a:pt x="1949479" y="604281"/>
                    <a:pt x="1949722" y="602831"/>
                    <a:pt x="1949665" y="601381"/>
                  </a:cubicBezTo>
                  <a:close/>
                  <a:moveTo>
                    <a:pt x="632036" y="408582"/>
                  </a:moveTo>
                  <a:cubicBezTo>
                    <a:pt x="666341" y="405013"/>
                    <a:pt x="697068" y="429824"/>
                    <a:pt x="700732" y="464033"/>
                  </a:cubicBezTo>
                  <a:cubicBezTo>
                    <a:pt x="701600" y="471611"/>
                    <a:pt x="701020" y="479275"/>
                    <a:pt x="699022" y="486640"/>
                  </a:cubicBezTo>
                  <a:cubicBezTo>
                    <a:pt x="690202" y="519896"/>
                    <a:pt x="656034" y="539716"/>
                    <a:pt x="622705" y="530915"/>
                  </a:cubicBezTo>
                  <a:cubicBezTo>
                    <a:pt x="597665" y="524304"/>
                    <a:pt x="579316" y="502948"/>
                    <a:pt x="576594" y="477256"/>
                  </a:cubicBezTo>
                  <a:cubicBezTo>
                    <a:pt x="575880" y="469678"/>
                    <a:pt x="576459" y="462028"/>
                    <a:pt x="578304" y="454649"/>
                  </a:cubicBezTo>
                  <a:cubicBezTo>
                    <a:pt x="585077" y="429767"/>
                    <a:pt x="606363" y="411525"/>
                    <a:pt x="632036" y="408582"/>
                  </a:cubicBezTo>
                  <a:close/>
                  <a:moveTo>
                    <a:pt x="695886" y="464033"/>
                  </a:moveTo>
                  <a:cubicBezTo>
                    <a:pt x="692715" y="432312"/>
                    <a:pt x="664366" y="409151"/>
                    <a:pt x="632566" y="412322"/>
                  </a:cubicBezTo>
                  <a:cubicBezTo>
                    <a:pt x="600766" y="415478"/>
                    <a:pt x="577558" y="443772"/>
                    <a:pt x="580729" y="475493"/>
                  </a:cubicBezTo>
                  <a:cubicBezTo>
                    <a:pt x="583900" y="507214"/>
                    <a:pt x="612249" y="530361"/>
                    <a:pt x="644049" y="527204"/>
                  </a:cubicBezTo>
                  <a:cubicBezTo>
                    <a:pt x="667966" y="524816"/>
                    <a:pt x="687918" y="507939"/>
                    <a:pt x="694176" y="484792"/>
                  </a:cubicBezTo>
                  <a:cubicBezTo>
                    <a:pt x="696022" y="478038"/>
                    <a:pt x="696602" y="471000"/>
                    <a:pt x="695886" y="464033"/>
                  </a:cubicBezTo>
                  <a:close/>
                  <a:moveTo>
                    <a:pt x="634031" y="426497"/>
                  </a:moveTo>
                  <a:cubicBezTo>
                    <a:pt x="658137" y="424009"/>
                    <a:pt x="679730" y="441412"/>
                    <a:pt x="682347" y="465455"/>
                  </a:cubicBezTo>
                  <a:cubicBezTo>
                    <a:pt x="682975" y="470787"/>
                    <a:pt x="682587" y="476190"/>
                    <a:pt x="681206" y="481379"/>
                  </a:cubicBezTo>
                  <a:cubicBezTo>
                    <a:pt x="676475" y="498924"/>
                    <a:pt x="661406" y="511749"/>
                    <a:pt x="643295" y="513655"/>
                  </a:cubicBezTo>
                  <a:cubicBezTo>
                    <a:pt x="631725" y="515034"/>
                    <a:pt x="620091" y="511650"/>
                    <a:pt x="611085" y="504270"/>
                  </a:cubicBezTo>
                  <a:cubicBezTo>
                    <a:pt x="602015" y="496977"/>
                    <a:pt x="596221" y="486398"/>
                    <a:pt x="594980" y="474839"/>
                  </a:cubicBezTo>
                  <a:cubicBezTo>
                    <a:pt x="594398" y="469493"/>
                    <a:pt x="594833" y="464090"/>
                    <a:pt x="596262" y="458915"/>
                  </a:cubicBezTo>
                  <a:cubicBezTo>
                    <a:pt x="601110" y="441554"/>
                    <a:pt x="616069" y="428886"/>
                    <a:pt x="634031" y="426924"/>
                  </a:cubicBezTo>
                  <a:close/>
                  <a:moveTo>
                    <a:pt x="676788" y="466024"/>
                  </a:moveTo>
                  <a:cubicBezTo>
                    <a:pt x="675745" y="444540"/>
                    <a:pt x="657436" y="427962"/>
                    <a:pt x="635894" y="429000"/>
                  </a:cubicBezTo>
                  <a:cubicBezTo>
                    <a:pt x="614351" y="430037"/>
                    <a:pt x="597733" y="448294"/>
                    <a:pt x="598777" y="469791"/>
                  </a:cubicBezTo>
                  <a:cubicBezTo>
                    <a:pt x="598849" y="471299"/>
                    <a:pt x="599009" y="472791"/>
                    <a:pt x="599255" y="474270"/>
                  </a:cubicBezTo>
                  <a:cubicBezTo>
                    <a:pt x="601499" y="495583"/>
                    <a:pt x="620642" y="511053"/>
                    <a:pt x="642012" y="508820"/>
                  </a:cubicBezTo>
                  <a:cubicBezTo>
                    <a:pt x="663303" y="506432"/>
                    <a:pt x="678726" y="487436"/>
                    <a:pt x="676646" y="466166"/>
                  </a:cubicBezTo>
                  <a:close/>
                  <a:moveTo>
                    <a:pt x="2129387" y="409151"/>
                  </a:moveTo>
                  <a:cubicBezTo>
                    <a:pt x="2151321" y="406905"/>
                    <a:pt x="2170961" y="422701"/>
                    <a:pt x="2173426" y="444554"/>
                  </a:cubicBezTo>
                  <a:cubicBezTo>
                    <a:pt x="2173883" y="449317"/>
                    <a:pt x="2173498" y="454137"/>
                    <a:pt x="2172286" y="458772"/>
                  </a:cubicBezTo>
                  <a:cubicBezTo>
                    <a:pt x="2166414" y="480043"/>
                    <a:pt x="2144366" y="492541"/>
                    <a:pt x="2123030" y="486683"/>
                  </a:cubicBezTo>
                  <a:cubicBezTo>
                    <a:pt x="2107324" y="482360"/>
                    <a:pt x="2095794" y="468952"/>
                    <a:pt x="2093899" y="452801"/>
                  </a:cubicBezTo>
                  <a:cubicBezTo>
                    <a:pt x="2093414" y="448038"/>
                    <a:pt x="2093742" y="443232"/>
                    <a:pt x="2094896" y="438583"/>
                  </a:cubicBezTo>
                  <a:cubicBezTo>
                    <a:pt x="2099571" y="422658"/>
                    <a:pt x="2113538" y="411213"/>
                    <a:pt x="2130099" y="409720"/>
                  </a:cubicBezTo>
                  <a:close/>
                  <a:moveTo>
                    <a:pt x="2168438" y="445123"/>
                  </a:moveTo>
                  <a:cubicBezTo>
                    <a:pt x="2166357" y="425914"/>
                    <a:pt x="2149069" y="412037"/>
                    <a:pt x="2129814" y="414113"/>
                  </a:cubicBezTo>
                  <a:cubicBezTo>
                    <a:pt x="2110559" y="416189"/>
                    <a:pt x="2096635" y="433436"/>
                    <a:pt x="2098730" y="452644"/>
                  </a:cubicBezTo>
                  <a:cubicBezTo>
                    <a:pt x="2100811" y="471853"/>
                    <a:pt x="2118099" y="485730"/>
                    <a:pt x="2137354" y="483654"/>
                  </a:cubicBezTo>
                  <a:cubicBezTo>
                    <a:pt x="2137354" y="483654"/>
                    <a:pt x="2137368" y="483654"/>
                    <a:pt x="2137368" y="483654"/>
                  </a:cubicBezTo>
                  <a:cubicBezTo>
                    <a:pt x="2151763" y="481991"/>
                    <a:pt x="2163678" y="471739"/>
                    <a:pt x="2167441" y="457777"/>
                  </a:cubicBezTo>
                  <a:cubicBezTo>
                    <a:pt x="2168723" y="453881"/>
                    <a:pt x="2169308" y="449786"/>
                    <a:pt x="2169151" y="445692"/>
                  </a:cubicBezTo>
                  <a:close/>
                  <a:moveTo>
                    <a:pt x="2131382" y="427635"/>
                  </a:moveTo>
                  <a:cubicBezTo>
                    <a:pt x="2143041" y="426398"/>
                    <a:pt x="2153502" y="434829"/>
                    <a:pt x="2154742" y="446459"/>
                  </a:cubicBezTo>
                  <a:cubicBezTo>
                    <a:pt x="2154756" y="446488"/>
                    <a:pt x="2154756" y="446516"/>
                    <a:pt x="2154756" y="446545"/>
                  </a:cubicBezTo>
                  <a:cubicBezTo>
                    <a:pt x="2155255" y="449132"/>
                    <a:pt x="2155255" y="451777"/>
                    <a:pt x="2154756" y="454365"/>
                  </a:cubicBezTo>
                  <a:cubicBezTo>
                    <a:pt x="2151920" y="465711"/>
                    <a:pt x="2140390" y="472621"/>
                    <a:pt x="2129016" y="469791"/>
                  </a:cubicBezTo>
                  <a:cubicBezTo>
                    <a:pt x="2120223" y="467602"/>
                    <a:pt x="2113795" y="460095"/>
                    <a:pt x="2112997" y="451094"/>
                  </a:cubicBezTo>
                  <a:cubicBezTo>
                    <a:pt x="2112498" y="448564"/>
                    <a:pt x="2112498" y="445948"/>
                    <a:pt x="2112997" y="443417"/>
                  </a:cubicBezTo>
                  <a:cubicBezTo>
                    <a:pt x="2115619" y="434900"/>
                    <a:pt x="2123201" y="428872"/>
                    <a:pt x="2132095" y="428203"/>
                  </a:cubicBezTo>
                  <a:close/>
                  <a:moveTo>
                    <a:pt x="2149910" y="447113"/>
                  </a:moveTo>
                  <a:cubicBezTo>
                    <a:pt x="2148827" y="438142"/>
                    <a:pt x="2140675" y="431758"/>
                    <a:pt x="2131681" y="432824"/>
                  </a:cubicBezTo>
                  <a:cubicBezTo>
                    <a:pt x="2125083" y="433620"/>
                    <a:pt x="2119624" y="438312"/>
                    <a:pt x="2117842" y="444696"/>
                  </a:cubicBezTo>
                  <a:cubicBezTo>
                    <a:pt x="2117415" y="446616"/>
                    <a:pt x="2117415" y="448606"/>
                    <a:pt x="2117842" y="450526"/>
                  </a:cubicBezTo>
                  <a:cubicBezTo>
                    <a:pt x="2118883" y="459384"/>
                    <a:pt x="2126907" y="465739"/>
                    <a:pt x="2135800" y="464744"/>
                  </a:cubicBezTo>
                  <a:cubicBezTo>
                    <a:pt x="2142556" y="464061"/>
                    <a:pt x="2148214" y="459327"/>
                    <a:pt x="2150053" y="452801"/>
                  </a:cubicBezTo>
                  <a:cubicBezTo>
                    <a:pt x="2150452" y="451123"/>
                    <a:pt x="2150637" y="449403"/>
                    <a:pt x="2150623" y="447682"/>
                  </a:cubicBezTo>
                  <a:close/>
                  <a:moveTo>
                    <a:pt x="2239700" y="1158022"/>
                  </a:moveTo>
                  <a:cubicBezTo>
                    <a:pt x="2250232" y="1156813"/>
                    <a:pt x="2260822" y="1159884"/>
                    <a:pt x="2269060" y="1166553"/>
                  </a:cubicBezTo>
                  <a:cubicBezTo>
                    <a:pt x="2277183" y="1173278"/>
                    <a:pt x="2282314" y="1182946"/>
                    <a:pt x="2283312" y="1193425"/>
                  </a:cubicBezTo>
                  <a:cubicBezTo>
                    <a:pt x="2283825" y="1198188"/>
                    <a:pt x="2283426" y="1203022"/>
                    <a:pt x="2282172" y="1207643"/>
                  </a:cubicBezTo>
                  <a:cubicBezTo>
                    <a:pt x="2276699" y="1228942"/>
                    <a:pt x="2254964" y="1241795"/>
                    <a:pt x="2233614" y="1236335"/>
                  </a:cubicBezTo>
                  <a:cubicBezTo>
                    <a:pt x="2217310" y="1232169"/>
                    <a:pt x="2205380" y="1218250"/>
                    <a:pt x="2203784" y="1201529"/>
                  </a:cubicBezTo>
                  <a:cubicBezTo>
                    <a:pt x="2203257" y="1196766"/>
                    <a:pt x="2203642" y="1191932"/>
                    <a:pt x="2204924" y="1187311"/>
                  </a:cubicBezTo>
                  <a:cubicBezTo>
                    <a:pt x="2209599" y="1171316"/>
                    <a:pt x="2223752" y="1159913"/>
                    <a:pt x="2240413" y="1158733"/>
                  </a:cubicBezTo>
                  <a:close/>
                  <a:moveTo>
                    <a:pt x="2278751" y="1193851"/>
                  </a:moveTo>
                  <a:cubicBezTo>
                    <a:pt x="2276557" y="1174657"/>
                    <a:pt x="2259183" y="1160865"/>
                    <a:pt x="2239956" y="1163055"/>
                  </a:cubicBezTo>
                  <a:cubicBezTo>
                    <a:pt x="2225647" y="1164676"/>
                    <a:pt x="2213789" y="1174856"/>
                    <a:pt x="2210055" y="1188733"/>
                  </a:cubicBezTo>
                  <a:cubicBezTo>
                    <a:pt x="2208986" y="1192856"/>
                    <a:pt x="2208701" y="1197150"/>
                    <a:pt x="2209200" y="1201387"/>
                  </a:cubicBezTo>
                  <a:cubicBezTo>
                    <a:pt x="2211295" y="1220525"/>
                    <a:pt x="2228483" y="1234373"/>
                    <a:pt x="2247681" y="1232382"/>
                  </a:cubicBezTo>
                  <a:cubicBezTo>
                    <a:pt x="2266722" y="1230563"/>
                    <a:pt x="2280675" y="1213686"/>
                    <a:pt x="2278837" y="1194690"/>
                  </a:cubicBezTo>
                  <a:cubicBezTo>
                    <a:pt x="2278808" y="1194406"/>
                    <a:pt x="2278780" y="1194136"/>
                    <a:pt x="2278751" y="1193851"/>
                  </a:cubicBezTo>
                  <a:close/>
                  <a:moveTo>
                    <a:pt x="2464032" y="726216"/>
                  </a:moveTo>
                  <a:cubicBezTo>
                    <a:pt x="2477016" y="724737"/>
                    <a:pt x="2488731" y="734050"/>
                    <a:pt x="2490213" y="747003"/>
                  </a:cubicBezTo>
                  <a:cubicBezTo>
                    <a:pt x="2490228" y="747131"/>
                    <a:pt x="2490242" y="747273"/>
                    <a:pt x="2490256" y="747401"/>
                  </a:cubicBezTo>
                  <a:cubicBezTo>
                    <a:pt x="2490826" y="750216"/>
                    <a:pt x="2490826" y="753117"/>
                    <a:pt x="2490256" y="755932"/>
                  </a:cubicBezTo>
                  <a:cubicBezTo>
                    <a:pt x="2487819" y="765472"/>
                    <a:pt x="2479695" y="772510"/>
                    <a:pt x="2469875" y="773563"/>
                  </a:cubicBezTo>
                  <a:cubicBezTo>
                    <a:pt x="2463576" y="774302"/>
                    <a:pt x="2457248" y="772453"/>
                    <a:pt x="2452345" y="768444"/>
                  </a:cubicBezTo>
                  <a:cubicBezTo>
                    <a:pt x="2447356" y="764477"/>
                    <a:pt x="2444178" y="758690"/>
                    <a:pt x="2443509" y="752377"/>
                  </a:cubicBezTo>
                  <a:cubicBezTo>
                    <a:pt x="2443010" y="749505"/>
                    <a:pt x="2443010" y="746576"/>
                    <a:pt x="2443509" y="743704"/>
                  </a:cubicBezTo>
                  <a:cubicBezTo>
                    <a:pt x="2446487" y="734008"/>
                    <a:pt x="2455295" y="727268"/>
                    <a:pt x="2465457" y="726927"/>
                  </a:cubicBezTo>
                  <a:close/>
                  <a:moveTo>
                    <a:pt x="2485410" y="747828"/>
                  </a:moveTo>
                  <a:cubicBezTo>
                    <a:pt x="2484299" y="737519"/>
                    <a:pt x="2475020" y="730069"/>
                    <a:pt x="2464687" y="731178"/>
                  </a:cubicBezTo>
                  <a:cubicBezTo>
                    <a:pt x="2464659" y="731192"/>
                    <a:pt x="2464630" y="731192"/>
                    <a:pt x="2464602" y="731192"/>
                  </a:cubicBezTo>
                  <a:cubicBezTo>
                    <a:pt x="2456692" y="732031"/>
                    <a:pt x="2450136" y="737704"/>
                    <a:pt x="2448212" y="745410"/>
                  </a:cubicBezTo>
                  <a:cubicBezTo>
                    <a:pt x="2447784" y="747671"/>
                    <a:pt x="2447784" y="749974"/>
                    <a:pt x="2448212" y="752235"/>
                  </a:cubicBezTo>
                  <a:cubicBezTo>
                    <a:pt x="2448682" y="757240"/>
                    <a:pt x="2451148" y="761847"/>
                    <a:pt x="2455053" y="765032"/>
                  </a:cubicBezTo>
                  <a:cubicBezTo>
                    <a:pt x="2463333" y="771544"/>
                    <a:pt x="2475348" y="770136"/>
                    <a:pt x="2481876" y="761875"/>
                  </a:cubicBezTo>
                  <a:cubicBezTo>
                    <a:pt x="2483429" y="759899"/>
                    <a:pt x="2484584" y="757638"/>
                    <a:pt x="2485268" y="755221"/>
                  </a:cubicBezTo>
                  <a:cubicBezTo>
                    <a:pt x="2486137" y="753046"/>
                    <a:pt x="2486665" y="750742"/>
                    <a:pt x="2486836" y="748396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1589651" y="1099869"/>
                  </a:moveTo>
                  <a:cubicBezTo>
                    <a:pt x="1607680" y="1098035"/>
                    <a:pt x="1623828" y="1111045"/>
                    <a:pt x="1625851" y="1129017"/>
                  </a:cubicBezTo>
                  <a:cubicBezTo>
                    <a:pt x="1627947" y="1146860"/>
                    <a:pt x="1615219" y="1163055"/>
                    <a:pt x="1597347" y="1165273"/>
                  </a:cubicBezTo>
                  <a:cubicBezTo>
                    <a:pt x="1579232" y="1167107"/>
                    <a:pt x="1563027" y="1154040"/>
                    <a:pt x="1561003" y="1135983"/>
                  </a:cubicBezTo>
                  <a:cubicBezTo>
                    <a:pt x="1560547" y="1131974"/>
                    <a:pt x="1560889" y="1127922"/>
                    <a:pt x="1562001" y="1124040"/>
                  </a:cubicBezTo>
                  <a:cubicBezTo>
                    <a:pt x="1565365" y="1111258"/>
                    <a:pt x="1576097" y="1101732"/>
                    <a:pt x="1589223" y="1099869"/>
                  </a:cubicBezTo>
                  <a:close/>
                  <a:moveTo>
                    <a:pt x="1621006" y="1129585"/>
                  </a:moveTo>
                  <a:cubicBezTo>
                    <a:pt x="1620165" y="1122234"/>
                    <a:pt x="1616488" y="1115509"/>
                    <a:pt x="1610744" y="1110817"/>
                  </a:cubicBezTo>
                  <a:cubicBezTo>
                    <a:pt x="1604943" y="1106125"/>
                    <a:pt x="1597489" y="1103964"/>
                    <a:pt x="1590078" y="1104846"/>
                  </a:cubicBezTo>
                  <a:cubicBezTo>
                    <a:pt x="1574386" y="1106125"/>
                    <a:pt x="1562714" y="1119846"/>
                    <a:pt x="1563982" y="1135500"/>
                  </a:cubicBezTo>
                  <a:cubicBezTo>
                    <a:pt x="1565265" y="1151154"/>
                    <a:pt x="1579033" y="1162813"/>
                    <a:pt x="1594725" y="1161534"/>
                  </a:cubicBezTo>
                  <a:cubicBezTo>
                    <a:pt x="1607053" y="1160524"/>
                    <a:pt x="1617329" y="1151695"/>
                    <a:pt x="1620151" y="1139680"/>
                  </a:cubicBezTo>
                  <a:cubicBezTo>
                    <a:pt x="1620863" y="1136367"/>
                    <a:pt x="1621006" y="1132955"/>
                    <a:pt x="1620578" y="1129585"/>
                  </a:cubicBezTo>
                  <a:close/>
                  <a:moveTo>
                    <a:pt x="2410015" y="209528"/>
                  </a:moveTo>
                  <a:cubicBezTo>
                    <a:pt x="2428159" y="207623"/>
                    <a:pt x="2444421" y="220732"/>
                    <a:pt x="2446359" y="238817"/>
                  </a:cubicBezTo>
                  <a:cubicBezTo>
                    <a:pt x="2446815" y="242827"/>
                    <a:pt x="2446473" y="246879"/>
                    <a:pt x="2445361" y="250761"/>
                  </a:cubicBezTo>
                  <a:cubicBezTo>
                    <a:pt x="2440701" y="268292"/>
                    <a:pt x="2422672" y="278742"/>
                    <a:pt x="2405098" y="274078"/>
                  </a:cubicBezTo>
                  <a:cubicBezTo>
                    <a:pt x="2391901" y="270595"/>
                    <a:pt x="2382238" y="259334"/>
                    <a:pt x="2380798" y="245784"/>
                  </a:cubicBezTo>
                  <a:cubicBezTo>
                    <a:pt x="2380356" y="241789"/>
                    <a:pt x="2380656" y="237737"/>
                    <a:pt x="2381653" y="233841"/>
                  </a:cubicBezTo>
                  <a:lnTo>
                    <a:pt x="2381653" y="233841"/>
                  </a:lnTo>
                  <a:cubicBezTo>
                    <a:pt x="2385159" y="220675"/>
                    <a:pt x="2396433" y="211007"/>
                    <a:pt x="2410015" y="209528"/>
                  </a:cubicBezTo>
                  <a:close/>
                  <a:moveTo>
                    <a:pt x="2441371" y="239244"/>
                  </a:moveTo>
                  <a:cubicBezTo>
                    <a:pt x="2440530" y="231893"/>
                    <a:pt x="2436853" y="225168"/>
                    <a:pt x="2431109" y="220476"/>
                  </a:cubicBezTo>
                  <a:cubicBezTo>
                    <a:pt x="2425351" y="215812"/>
                    <a:pt x="2417954" y="213651"/>
                    <a:pt x="2410585" y="214504"/>
                  </a:cubicBezTo>
                  <a:cubicBezTo>
                    <a:pt x="2399112" y="215869"/>
                    <a:pt x="2389592" y="224016"/>
                    <a:pt x="2386499" y="235121"/>
                  </a:cubicBezTo>
                  <a:lnTo>
                    <a:pt x="2386499" y="235121"/>
                  </a:lnTo>
                  <a:cubicBezTo>
                    <a:pt x="2385573" y="238405"/>
                    <a:pt x="2385288" y="241832"/>
                    <a:pt x="2385644" y="245216"/>
                  </a:cubicBezTo>
                  <a:cubicBezTo>
                    <a:pt x="2388409" y="260671"/>
                    <a:pt x="2403217" y="270979"/>
                    <a:pt x="2418709" y="268220"/>
                  </a:cubicBezTo>
                  <a:cubicBezTo>
                    <a:pt x="2428886" y="266401"/>
                    <a:pt x="2437294" y="259235"/>
                    <a:pt x="2440658" y="249481"/>
                  </a:cubicBezTo>
                  <a:cubicBezTo>
                    <a:pt x="2441542" y="246140"/>
                    <a:pt x="2441784" y="242670"/>
                    <a:pt x="2441371" y="239244"/>
                  </a:cubicBezTo>
                  <a:close/>
                  <a:moveTo>
                    <a:pt x="1194576" y="542517"/>
                  </a:moveTo>
                  <a:cubicBezTo>
                    <a:pt x="1203255" y="541550"/>
                    <a:pt x="1211964" y="544067"/>
                    <a:pt x="1218805" y="549484"/>
                  </a:cubicBezTo>
                  <a:cubicBezTo>
                    <a:pt x="1225632" y="554972"/>
                    <a:pt x="1229950" y="562963"/>
                    <a:pt x="1230777" y="571665"/>
                  </a:cubicBezTo>
                  <a:cubicBezTo>
                    <a:pt x="1231204" y="575660"/>
                    <a:pt x="1230919" y="579712"/>
                    <a:pt x="1229921" y="583608"/>
                  </a:cubicBezTo>
                  <a:cubicBezTo>
                    <a:pt x="1225047" y="601167"/>
                    <a:pt x="1206818" y="611447"/>
                    <a:pt x="1189231" y="606584"/>
                  </a:cubicBezTo>
                  <a:cubicBezTo>
                    <a:pt x="1176276" y="603001"/>
                    <a:pt x="1166784" y="591954"/>
                    <a:pt x="1165216" y="578631"/>
                  </a:cubicBezTo>
                  <a:cubicBezTo>
                    <a:pt x="1164831" y="574622"/>
                    <a:pt x="1165173" y="570584"/>
                    <a:pt x="1166214" y="566688"/>
                  </a:cubicBezTo>
                  <a:lnTo>
                    <a:pt x="1166214" y="566688"/>
                  </a:lnTo>
                  <a:cubicBezTo>
                    <a:pt x="1169734" y="553551"/>
                    <a:pt x="1181022" y="543939"/>
                    <a:pt x="1194576" y="542517"/>
                  </a:cubicBezTo>
                  <a:close/>
                  <a:moveTo>
                    <a:pt x="1225931" y="572233"/>
                  </a:moveTo>
                  <a:cubicBezTo>
                    <a:pt x="1224064" y="557020"/>
                    <a:pt x="1210453" y="546015"/>
                    <a:pt x="1195146" y="547352"/>
                  </a:cubicBezTo>
                  <a:cubicBezTo>
                    <a:pt x="1183616" y="548660"/>
                    <a:pt x="1174038" y="556821"/>
                    <a:pt x="1170917" y="567968"/>
                  </a:cubicBezTo>
                  <a:lnTo>
                    <a:pt x="1170917" y="567968"/>
                  </a:lnTo>
                  <a:cubicBezTo>
                    <a:pt x="1170275" y="571309"/>
                    <a:pt x="1170275" y="574722"/>
                    <a:pt x="1170917" y="578063"/>
                  </a:cubicBezTo>
                  <a:cubicBezTo>
                    <a:pt x="1173824" y="593504"/>
                    <a:pt x="1188732" y="603656"/>
                    <a:pt x="1204196" y="600755"/>
                  </a:cubicBezTo>
                  <a:cubicBezTo>
                    <a:pt x="1214173" y="598878"/>
                    <a:pt x="1222396" y="591869"/>
                    <a:pt x="1225788" y="582328"/>
                  </a:cubicBezTo>
                  <a:cubicBezTo>
                    <a:pt x="1226472" y="579001"/>
                    <a:pt x="1226529" y="575575"/>
                    <a:pt x="1225931" y="572233"/>
                  </a:cubicBezTo>
                  <a:close/>
                  <a:moveTo>
                    <a:pt x="1196428" y="559437"/>
                  </a:moveTo>
                  <a:cubicBezTo>
                    <a:pt x="1200576" y="559039"/>
                    <a:pt x="1204709" y="560262"/>
                    <a:pt x="1207973" y="562849"/>
                  </a:cubicBezTo>
                  <a:cubicBezTo>
                    <a:pt x="1211222" y="565522"/>
                    <a:pt x="1213318" y="569347"/>
                    <a:pt x="1213816" y="573513"/>
                  </a:cubicBezTo>
                  <a:cubicBezTo>
                    <a:pt x="1214173" y="575390"/>
                    <a:pt x="1214173" y="577323"/>
                    <a:pt x="1213816" y="579200"/>
                  </a:cubicBezTo>
                  <a:cubicBezTo>
                    <a:pt x="1212063" y="585726"/>
                    <a:pt x="1206334" y="590418"/>
                    <a:pt x="1199564" y="590859"/>
                  </a:cubicBezTo>
                  <a:cubicBezTo>
                    <a:pt x="1195417" y="591257"/>
                    <a:pt x="1191283" y="590034"/>
                    <a:pt x="1188020" y="587447"/>
                  </a:cubicBezTo>
                  <a:cubicBezTo>
                    <a:pt x="1184727" y="584816"/>
                    <a:pt x="1182618" y="580978"/>
                    <a:pt x="1182176" y="576783"/>
                  </a:cubicBezTo>
                  <a:cubicBezTo>
                    <a:pt x="1181891" y="574892"/>
                    <a:pt x="1181891" y="572987"/>
                    <a:pt x="1182176" y="571096"/>
                  </a:cubicBezTo>
                  <a:lnTo>
                    <a:pt x="1182176" y="571096"/>
                  </a:lnTo>
                  <a:cubicBezTo>
                    <a:pt x="1183972" y="564584"/>
                    <a:pt x="1189687" y="559920"/>
                    <a:pt x="1196428" y="559437"/>
                  </a:cubicBezTo>
                  <a:close/>
                  <a:moveTo>
                    <a:pt x="1208828" y="573655"/>
                  </a:moveTo>
                  <a:cubicBezTo>
                    <a:pt x="1208529" y="570797"/>
                    <a:pt x="1207089" y="568181"/>
                    <a:pt x="1204837" y="566404"/>
                  </a:cubicBezTo>
                  <a:cubicBezTo>
                    <a:pt x="1202571" y="564655"/>
                    <a:pt x="1199707" y="563845"/>
                    <a:pt x="1196856" y="564129"/>
                  </a:cubicBezTo>
                  <a:cubicBezTo>
                    <a:pt x="1192424" y="564627"/>
                    <a:pt x="1188746" y="567783"/>
                    <a:pt x="1187592" y="572091"/>
                  </a:cubicBezTo>
                  <a:lnTo>
                    <a:pt x="1187592" y="572091"/>
                  </a:lnTo>
                  <a:cubicBezTo>
                    <a:pt x="1187378" y="573413"/>
                    <a:pt x="1187378" y="574750"/>
                    <a:pt x="1187592" y="576072"/>
                  </a:cubicBezTo>
                  <a:cubicBezTo>
                    <a:pt x="1187891" y="578930"/>
                    <a:pt x="1189331" y="581546"/>
                    <a:pt x="1191583" y="583323"/>
                  </a:cubicBezTo>
                  <a:cubicBezTo>
                    <a:pt x="1196257" y="587049"/>
                    <a:pt x="1203070" y="586295"/>
                    <a:pt x="1206804" y="581646"/>
                  </a:cubicBezTo>
                  <a:cubicBezTo>
                    <a:pt x="1207759" y="580466"/>
                    <a:pt x="1208443" y="579101"/>
                    <a:pt x="1208828" y="577636"/>
                  </a:cubicBezTo>
                  <a:cubicBezTo>
                    <a:pt x="1209013" y="576414"/>
                    <a:pt x="1209013" y="575162"/>
                    <a:pt x="1208828" y="573939"/>
                  </a:cubicBezTo>
                  <a:close/>
                  <a:moveTo>
                    <a:pt x="317914" y="754652"/>
                  </a:moveTo>
                  <a:cubicBezTo>
                    <a:pt x="335909" y="752676"/>
                    <a:pt x="352106" y="765614"/>
                    <a:pt x="354091" y="783572"/>
                  </a:cubicBezTo>
                  <a:cubicBezTo>
                    <a:pt x="354099" y="783643"/>
                    <a:pt x="354108" y="783728"/>
                    <a:pt x="354115" y="783800"/>
                  </a:cubicBezTo>
                  <a:cubicBezTo>
                    <a:pt x="354550" y="787795"/>
                    <a:pt x="354260" y="791847"/>
                    <a:pt x="353260" y="795743"/>
                  </a:cubicBezTo>
                  <a:cubicBezTo>
                    <a:pt x="348818" y="813331"/>
                    <a:pt x="330922" y="823994"/>
                    <a:pt x="313291" y="819572"/>
                  </a:cubicBezTo>
                  <a:cubicBezTo>
                    <a:pt x="299761" y="816160"/>
                    <a:pt x="289850" y="804629"/>
                    <a:pt x="288554" y="790766"/>
                  </a:cubicBezTo>
                  <a:cubicBezTo>
                    <a:pt x="288105" y="786757"/>
                    <a:pt x="288443" y="782705"/>
                    <a:pt x="289552" y="778823"/>
                  </a:cubicBezTo>
                  <a:lnTo>
                    <a:pt x="289552" y="778823"/>
                  </a:lnTo>
                  <a:cubicBezTo>
                    <a:pt x="293078" y="765686"/>
                    <a:pt x="304356" y="756074"/>
                    <a:pt x="317914" y="754652"/>
                  </a:cubicBezTo>
                  <a:close/>
                  <a:moveTo>
                    <a:pt x="349269" y="784368"/>
                  </a:moveTo>
                  <a:cubicBezTo>
                    <a:pt x="348426" y="777017"/>
                    <a:pt x="344746" y="770292"/>
                    <a:pt x="339008" y="765600"/>
                  </a:cubicBezTo>
                  <a:cubicBezTo>
                    <a:pt x="326570" y="755975"/>
                    <a:pt x="308663" y="758221"/>
                    <a:pt x="299013" y="770633"/>
                  </a:cubicBezTo>
                  <a:cubicBezTo>
                    <a:pt x="296878" y="773378"/>
                    <a:pt x="295266" y="776491"/>
                    <a:pt x="294255" y="779819"/>
                  </a:cubicBezTo>
                  <a:cubicBezTo>
                    <a:pt x="287471" y="793994"/>
                    <a:pt x="293488" y="810970"/>
                    <a:pt x="307694" y="817738"/>
                  </a:cubicBezTo>
                  <a:cubicBezTo>
                    <a:pt x="321901" y="824506"/>
                    <a:pt x="338916" y="818492"/>
                    <a:pt x="345701" y="804331"/>
                  </a:cubicBezTo>
                  <a:cubicBezTo>
                    <a:pt x="347245" y="801103"/>
                    <a:pt x="348166" y="797605"/>
                    <a:pt x="348414" y="794037"/>
                  </a:cubicBezTo>
                  <a:cubicBezTo>
                    <a:pt x="349285" y="790894"/>
                    <a:pt x="349574" y="787610"/>
                    <a:pt x="349269" y="784368"/>
                  </a:cubicBezTo>
                  <a:close/>
                  <a:moveTo>
                    <a:pt x="1590506" y="1107831"/>
                  </a:moveTo>
                  <a:cubicBezTo>
                    <a:pt x="1604031" y="1106282"/>
                    <a:pt x="1616260" y="1115950"/>
                    <a:pt x="1617828" y="1129443"/>
                  </a:cubicBezTo>
                  <a:cubicBezTo>
                    <a:pt x="1617842" y="1129585"/>
                    <a:pt x="1617856" y="1129728"/>
                    <a:pt x="1617870" y="1129870"/>
                  </a:cubicBezTo>
                  <a:cubicBezTo>
                    <a:pt x="1618440" y="1132870"/>
                    <a:pt x="1618440" y="1135969"/>
                    <a:pt x="1617870" y="1138969"/>
                  </a:cubicBezTo>
                  <a:cubicBezTo>
                    <a:pt x="1615063" y="1148851"/>
                    <a:pt x="1606582" y="1156088"/>
                    <a:pt x="1596349" y="1157311"/>
                  </a:cubicBezTo>
                  <a:cubicBezTo>
                    <a:pt x="1589750" y="1157993"/>
                    <a:pt x="1583137" y="1156045"/>
                    <a:pt x="1577964" y="1151908"/>
                  </a:cubicBezTo>
                  <a:cubicBezTo>
                    <a:pt x="1572790" y="1147756"/>
                    <a:pt x="1569512" y="1141713"/>
                    <a:pt x="1568842" y="1135130"/>
                  </a:cubicBezTo>
                  <a:cubicBezTo>
                    <a:pt x="1568514" y="1132130"/>
                    <a:pt x="1568757" y="1129088"/>
                    <a:pt x="1569555" y="1126173"/>
                  </a:cubicBezTo>
                  <a:cubicBezTo>
                    <a:pt x="1572106" y="1116348"/>
                    <a:pt x="1580415" y="1109083"/>
                    <a:pt x="1590506" y="1107831"/>
                  </a:cubicBezTo>
                  <a:close/>
                  <a:moveTo>
                    <a:pt x="1613024" y="1130438"/>
                  </a:moveTo>
                  <a:cubicBezTo>
                    <a:pt x="1611685" y="1119533"/>
                    <a:pt x="1601908" y="1111656"/>
                    <a:pt x="1590933" y="1112666"/>
                  </a:cubicBezTo>
                  <a:cubicBezTo>
                    <a:pt x="1582838" y="1113519"/>
                    <a:pt x="1576054" y="1119121"/>
                    <a:pt x="1573688" y="1126884"/>
                  </a:cubicBezTo>
                  <a:cubicBezTo>
                    <a:pt x="1573260" y="1129287"/>
                    <a:pt x="1573260" y="1131732"/>
                    <a:pt x="1573688" y="1134135"/>
                  </a:cubicBezTo>
                  <a:cubicBezTo>
                    <a:pt x="1574800" y="1144998"/>
                    <a:pt x="1584520" y="1152903"/>
                    <a:pt x="1595408" y="1151794"/>
                  </a:cubicBezTo>
                  <a:cubicBezTo>
                    <a:pt x="1595480" y="1151780"/>
                    <a:pt x="1595565" y="1151780"/>
                    <a:pt x="1595637" y="1151766"/>
                  </a:cubicBezTo>
                  <a:cubicBezTo>
                    <a:pt x="1603760" y="1150984"/>
                    <a:pt x="1610587" y="1145353"/>
                    <a:pt x="1612882" y="1137547"/>
                  </a:cubicBezTo>
                  <a:cubicBezTo>
                    <a:pt x="1613195" y="1135173"/>
                    <a:pt x="1613096" y="1132770"/>
                    <a:pt x="1612597" y="1130438"/>
                  </a:cubicBezTo>
                  <a:close/>
                  <a:moveTo>
                    <a:pt x="551082" y="326543"/>
                  </a:moveTo>
                  <a:cubicBezTo>
                    <a:pt x="558377" y="319164"/>
                    <a:pt x="570289" y="319079"/>
                    <a:pt x="577687" y="326359"/>
                  </a:cubicBezTo>
                  <a:cubicBezTo>
                    <a:pt x="577751" y="326415"/>
                    <a:pt x="577814" y="326487"/>
                    <a:pt x="577877" y="326543"/>
                  </a:cubicBezTo>
                  <a:cubicBezTo>
                    <a:pt x="582418" y="331321"/>
                    <a:pt x="584145" y="338103"/>
                    <a:pt x="582438" y="344458"/>
                  </a:cubicBezTo>
                  <a:cubicBezTo>
                    <a:pt x="581538" y="347871"/>
                    <a:pt x="579714" y="350970"/>
                    <a:pt x="577164" y="353416"/>
                  </a:cubicBezTo>
                  <a:cubicBezTo>
                    <a:pt x="573526" y="356871"/>
                    <a:pt x="568644" y="358719"/>
                    <a:pt x="563625" y="358534"/>
                  </a:cubicBezTo>
                  <a:cubicBezTo>
                    <a:pt x="553158" y="358307"/>
                    <a:pt x="544863" y="349648"/>
                    <a:pt x="545095" y="339212"/>
                  </a:cubicBezTo>
                  <a:cubicBezTo>
                    <a:pt x="545209" y="334122"/>
                    <a:pt x="547367" y="329302"/>
                    <a:pt x="551082" y="325833"/>
                  </a:cubicBezTo>
                  <a:close/>
                  <a:moveTo>
                    <a:pt x="574314" y="330667"/>
                  </a:moveTo>
                  <a:cubicBezTo>
                    <a:pt x="571741" y="327965"/>
                    <a:pt x="568210" y="326387"/>
                    <a:pt x="564480" y="326259"/>
                  </a:cubicBezTo>
                  <a:cubicBezTo>
                    <a:pt x="560781" y="326202"/>
                    <a:pt x="557204" y="327581"/>
                    <a:pt x="554503" y="330098"/>
                  </a:cubicBezTo>
                  <a:cubicBezTo>
                    <a:pt x="552526" y="331662"/>
                    <a:pt x="551001" y="333724"/>
                    <a:pt x="550085" y="336070"/>
                  </a:cubicBezTo>
                  <a:cubicBezTo>
                    <a:pt x="548838" y="340818"/>
                    <a:pt x="550130" y="345866"/>
                    <a:pt x="553505" y="349435"/>
                  </a:cubicBezTo>
                  <a:cubicBezTo>
                    <a:pt x="556102" y="352079"/>
                    <a:pt x="559630" y="353615"/>
                    <a:pt x="563339" y="353700"/>
                  </a:cubicBezTo>
                  <a:cubicBezTo>
                    <a:pt x="567038" y="353757"/>
                    <a:pt x="570617" y="352378"/>
                    <a:pt x="573316" y="349861"/>
                  </a:cubicBezTo>
                  <a:cubicBezTo>
                    <a:pt x="575277" y="348127"/>
                    <a:pt x="576668" y="345852"/>
                    <a:pt x="577307" y="343321"/>
                  </a:cubicBezTo>
                  <a:cubicBezTo>
                    <a:pt x="578414" y="338871"/>
                    <a:pt x="577300" y="334150"/>
                    <a:pt x="574314" y="330667"/>
                  </a:cubicBezTo>
                  <a:close/>
                  <a:moveTo>
                    <a:pt x="203753" y="2451306"/>
                  </a:moveTo>
                  <a:cubicBezTo>
                    <a:pt x="212264" y="2443258"/>
                    <a:pt x="225706" y="2443614"/>
                    <a:pt x="233774" y="2452102"/>
                  </a:cubicBezTo>
                  <a:cubicBezTo>
                    <a:pt x="233791" y="2452116"/>
                    <a:pt x="233808" y="2452145"/>
                    <a:pt x="233825" y="2452159"/>
                  </a:cubicBezTo>
                  <a:cubicBezTo>
                    <a:pt x="238864" y="2457519"/>
                    <a:pt x="240799" y="2465083"/>
                    <a:pt x="238956" y="2472206"/>
                  </a:cubicBezTo>
                  <a:cubicBezTo>
                    <a:pt x="237839" y="2475974"/>
                    <a:pt x="235779" y="2479401"/>
                    <a:pt x="232970" y="2482159"/>
                  </a:cubicBezTo>
                  <a:cubicBezTo>
                    <a:pt x="224524" y="2490277"/>
                    <a:pt x="211081" y="2490022"/>
                    <a:pt x="202943" y="2481605"/>
                  </a:cubicBezTo>
                  <a:cubicBezTo>
                    <a:pt x="197734" y="2476216"/>
                    <a:pt x="195766" y="2468481"/>
                    <a:pt x="197767" y="2461258"/>
                  </a:cubicBezTo>
                  <a:cubicBezTo>
                    <a:pt x="198576" y="2457490"/>
                    <a:pt x="200456" y="2454036"/>
                    <a:pt x="203183" y="2451306"/>
                  </a:cubicBezTo>
                  <a:close/>
                  <a:moveTo>
                    <a:pt x="230120" y="2455429"/>
                  </a:moveTo>
                  <a:cubicBezTo>
                    <a:pt x="223698" y="2449173"/>
                    <a:pt x="213453" y="2449173"/>
                    <a:pt x="207031" y="2455429"/>
                  </a:cubicBezTo>
                  <a:cubicBezTo>
                    <a:pt x="199969" y="2461074"/>
                    <a:pt x="198834" y="2471367"/>
                    <a:pt x="204497" y="2478420"/>
                  </a:cubicBezTo>
                  <a:cubicBezTo>
                    <a:pt x="210159" y="2485458"/>
                    <a:pt x="220475" y="2486595"/>
                    <a:pt x="227537" y="2480936"/>
                  </a:cubicBezTo>
                  <a:cubicBezTo>
                    <a:pt x="228261" y="2480368"/>
                    <a:pt x="228934" y="2479728"/>
                    <a:pt x="229550" y="2479031"/>
                  </a:cubicBezTo>
                  <a:cubicBezTo>
                    <a:pt x="231705" y="2476955"/>
                    <a:pt x="233277" y="2474367"/>
                    <a:pt x="234110" y="2471495"/>
                  </a:cubicBezTo>
                  <a:cubicBezTo>
                    <a:pt x="235653" y="2465709"/>
                    <a:pt x="233904" y="2459552"/>
                    <a:pt x="229550" y="2455429"/>
                  </a:cubicBezTo>
                  <a:close/>
                  <a:moveTo>
                    <a:pt x="239954" y="1641155"/>
                  </a:moveTo>
                  <a:cubicBezTo>
                    <a:pt x="248497" y="1633022"/>
                    <a:pt x="262029" y="1633335"/>
                    <a:pt x="270179" y="1641866"/>
                  </a:cubicBezTo>
                  <a:cubicBezTo>
                    <a:pt x="278330" y="1650382"/>
                    <a:pt x="278012" y="1663890"/>
                    <a:pt x="269469" y="1672022"/>
                  </a:cubicBezTo>
                  <a:cubicBezTo>
                    <a:pt x="260926" y="1680141"/>
                    <a:pt x="247394" y="1679828"/>
                    <a:pt x="239243" y="1671311"/>
                  </a:cubicBezTo>
                  <a:cubicBezTo>
                    <a:pt x="239194" y="1671255"/>
                    <a:pt x="239147" y="1671212"/>
                    <a:pt x="239099" y="1671155"/>
                  </a:cubicBezTo>
                  <a:cubicBezTo>
                    <a:pt x="233986" y="1665837"/>
                    <a:pt x="232040" y="1658231"/>
                    <a:pt x="233968" y="1651108"/>
                  </a:cubicBezTo>
                  <a:cubicBezTo>
                    <a:pt x="234860" y="1647368"/>
                    <a:pt x="236730" y="1643941"/>
                    <a:pt x="239384" y="1641155"/>
                  </a:cubicBezTo>
                  <a:close/>
                  <a:moveTo>
                    <a:pt x="266321" y="1645420"/>
                  </a:moveTo>
                  <a:cubicBezTo>
                    <a:pt x="260178" y="1638908"/>
                    <a:pt x="249911" y="1638595"/>
                    <a:pt x="243374" y="1644709"/>
                  </a:cubicBezTo>
                  <a:cubicBezTo>
                    <a:pt x="237958" y="1651946"/>
                    <a:pt x="239448" y="1662198"/>
                    <a:pt x="246701" y="1667586"/>
                  </a:cubicBezTo>
                  <a:cubicBezTo>
                    <a:pt x="252064" y="1671581"/>
                    <a:pt x="259323" y="1671923"/>
                    <a:pt x="265038" y="1668454"/>
                  </a:cubicBezTo>
                  <a:cubicBezTo>
                    <a:pt x="267294" y="1666406"/>
                    <a:pt x="268882" y="1663733"/>
                    <a:pt x="269599" y="1660776"/>
                  </a:cubicBezTo>
                  <a:cubicBezTo>
                    <a:pt x="271108" y="1655344"/>
                    <a:pt x="269647" y="1649515"/>
                    <a:pt x="265751" y="1645420"/>
                  </a:cubicBezTo>
                  <a:close/>
                  <a:moveTo>
                    <a:pt x="1141557" y="2254384"/>
                  </a:moveTo>
                  <a:cubicBezTo>
                    <a:pt x="1156294" y="2240322"/>
                    <a:pt x="1179653" y="2240834"/>
                    <a:pt x="1193749" y="2255536"/>
                  </a:cubicBezTo>
                  <a:cubicBezTo>
                    <a:pt x="1202700" y="2264863"/>
                    <a:pt x="1206092" y="2278185"/>
                    <a:pt x="1202700" y="2290640"/>
                  </a:cubicBezTo>
                  <a:cubicBezTo>
                    <a:pt x="1200904" y="2297195"/>
                    <a:pt x="1197369" y="2303153"/>
                    <a:pt x="1192438" y="2307844"/>
                  </a:cubicBezTo>
                  <a:cubicBezTo>
                    <a:pt x="1185326" y="2314627"/>
                    <a:pt x="1175763" y="2318266"/>
                    <a:pt x="1165928" y="2317940"/>
                  </a:cubicBezTo>
                  <a:cubicBezTo>
                    <a:pt x="1145476" y="2317356"/>
                    <a:pt x="1129363" y="2300337"/>
                    <a:pt x="1129950" y="2279920"/>
                  </a:cubicBezTo>
                  <a:cubicBezTo>
                    <a:pt x="1130031" y="2277105"/>
                    <a:pt x="1130434" y="2274318"/>
                    <a:pt x="1131153" y="2271588"/>
                  </a:cubicBezTo>
                  <a:cubicBezTo>
                    <a:pt x="1132835" y="2265076"/>
                    <a:pt x="1136227" y="2259147"/>
                    <a:pt x="1140987" y="2254384"/>
                  </a:cubicBezTo>
                  <a:close/>
                  <a:moveTo>
                    <a:pt x="1190158" y="2259076"/>
                  </a:moveTo>
                  <a:cubicBezTo>
                    <a:pt x="1177216" y="2247019"/>
                    <a:pt x="1156921" y="2247702"/>
                    <a:pt x="1144835" y="2260612"/>
                  </a:cubicBezTo>
                  <a:cubicBezTo>
                    <a:pt x="1133764" y="2272427"/>
                    <a:pt x="1133276" y="2290626"/>
                    <a:pt x="1143695" y="2303010"/>
                  </a:cubicBezTo>
                  <a:cubicBezTo>
                    <a:pt x="1149496" y="2309224"/>
                    <a:pt x="1157562" y="2312806"/>
                    <a:pt x="1166071" y="2312963"/>
                  </a:cubicBezTo>
                  <a:cubicBezTo>
                    <a:pt x="1174565" y="2313233"/>
                    <a:pt x="1182832" y="2310119"/>
                    <a:pt x="1189017" y="2304290"/>
                  </a:cubicBezTo>
                  <a:cubicBezTo>
                    <a:pt x="1193250" y="2300195"/>
                    <a:pt x="1196315" y="2295034"/>
                    <a:pt x="1197854" y="2289361"/>
                  </a:cubicBezTo>
                  <a:cubicBezTo>
                    <a:pt x="1200590" y="2278512"/>
                    <a:pt x="1197455" y="2267038"/>
                    <a:pt x="1189587" y="2259076"/>
                  </a:cubicBezTo>
                  <a:close/>
                  <a:moveTo>
                    <a:pt x="1403230" y="638206"/>
                  </a:moveTo>
                  <a:cubicBezTo>
                    <a:pt x="1418024" y="624272"/>
                    <a:pt x="1441298" y="624855"/>
                    <a:pt x="1455393" y="639485"/>
                  </a:cubicBezTo>
                  <a:cubicBezTo>
                    <a:pt x="1464301" y="648784"/>
                    <a:pt x="1467708" y="662035"/>
                    <a:pt x="1464373" y="674462"/>
                  </a:cubicBezTo>
                  <a:cubicBezTo>
                    <a:pt x="1462577" y="681016"/>
                    <a:pt x="1459042" y="686974"/>
                    <a:pt x="1454111" y="691666"/>
                  </a:cubicBezTo>
                  <a:cubicBezTo>
                    <a:pt x="1439260" y="705657"/>
                    <a:pt x="1415872" y="705017"/>
                    <a:pt x="1401805" y="690244"/>
                  </a:cubicBezTo>
                  <a:cubicBezTo>
                    <a:pt x="1387809" y="675471"/>
                    <a:pt x="1388436" y="652182"/>
                    <a:pt x="1403230" y="638206"/>
                  </a:cubicBezTo>
                  <a:close/>
                  <a:moveTo>
                    <a:pt x="1451830" y="642898"/>
                  </a:moveTo>
                  <a:cubicBezTo>
                    <a:pt x="1439802" y="630144"/>
                    <a:pt x="1419691" y="629518"/>
                    <a:pt x="1406907" y="641518"/>
                  </a:cubicBezTo>
                  <a:cubicBezTo>
                    <a:pt x="1406822" y="641604"/>
                    <a:pt x="1406736" y="641675"/>
                    <a:pt x="1406651" y="641760"/>
                  </a:cubicBezTo>
                  <a:cubicBezTo>
                    <a:pt x="1393781" y="653789"/>
                    <a:pt x="1393125" y="673936"/>
                    <a:pt x="1405183" y="686775"/>
                  </a:cubicBezTo>
                  <a:cubicBezTo>
                    <a:pt x="1405240" y="686846"/>
                    <a:pt x="1405311" y="686903"/>
                    <a:pt x="1405368" y="686974"/>
                  </a:cubicBezTo>
                  <a:cubicBezTo>
                    <a:pt x="1417611" y="699685"/>
                    <a:pt x="1437820" y="700197"/>
                    <a:pt x="1450690" y="688111"/>
                  </a:cubicBezTo>
                  <a:cubicBezTo>
                    <a:pt x="1454980" y="684059"/>
                    <a:pt x="1458030" y="678884"/>
                    <a:pt x="1459527" y="673182"/>
                  </a:cubicBezTo>
                  <a:cubicBezTo>
                    <a:pt x="1462049" y="662519"/>
                    <a:pt x="1458942" y="651301"/>
                    <a:pt x="1451260" y="643466"/>
                  </a:cubicBezTo>
                  <a:close/>
                  <a:moveTo>
                    <a:pt x="1017134" y="1067310"/>
                  </a:moveTo>
                  <a:cubicBezTo>
                    <a:pt x="1040786" y="1044148"/>
                    <a:pt x="1078775" y="1044518"/>
                    <a:pt x="1101987" y="1068106"/>
                  </a:cubicBezTo>
                  <a:cubicBezTo>
                    <a:pt x="1117064" y="1083433"/>
                    <a:pt x="1122757" y="1105642"/>
                    <a:pt x="1116900" y="1126315"/>
                  </a:cubicBezTo>
                  <a:cubicBezTo>
                    <a:pt x="1110410" y="1150131"/>
                    <a:pt x="1090026" y="1167590"/>
                    <a:pt x="1065450" y="1170391"/>
                  </a:cubicBezTo>
                  <a:cubicBezTo>
                    <a:pt x="1032410" y="1173818"/>
                    <a:pt x="1002843" y="1149875"/>
                    <a:pt x="999410" y="1116917"/>
                  </a:cubicBezTo>
                  <a:cubicBezTo>
                    <a:pt x="997486" y="1098447"/>
                    <a:pt x="1004240" y="1080135"/>
                    <a:pt x="1017704" y="1067310"/>
                  </a:cubicBezTo>
                  <a:close/>
                  <a:moveTo>
                    <a:pt x="1098372" y="1072997"/>
                  </a:moveTo>
                  <a:cubicBezTo>
                    <a:pt x="1077457" y="1051016"/>
                    <a:pt x="1042637" y="1050106"/>
                    <a:pt x="1020597" y="1070964"/>
                  </a:cubicBezTo>
                  <a:cubicBezTo>
                    <a:pt x="1020583" y="1070978"/>
                    <a:pt x="1020569" y="1070992"/>
                    <a:pt x="1020555" y="1071006"/>
                  </a:cubicBezTo>
                  <a:cubicBezTo>
                    <a:pt x="1013156" y="1077931"/>
                    <a:pt x="1007870" y="1086803"/>
                    <a:pt x="1005305" y="1096599"/>
                  </a:cubicBezTo>
                  <a:cubicBezTo>
                    <a:pt x="997385" y="1125860"/>
                    <a:pt x="1014744" y="1155989"/>
                    <a:pt x="1044077" y="1163894"/>
                  </a:cubicBezTo>
                  <a:cubicBezTo>
                    <a:pt x="1062636" y="1168884"/>
                    <a:pt x="1082464" y="1163865"/>
                    <a:pt x="1096377" y="1150628"/>
                  </a:cubicBezTo>
                  <a:cubicBezTo>
                    <a:pt x="1103681" y="1143633"/>
                    <a:pt x="1108950" y="1134789"/>
                    <a:pt x="1111627" y="1125036"/>
                  </a:cubicBezTo>
                  <a:cubicBezTo>
                    <a:pt x="1116293" y="1106651"/>
                    <a:pt x="1111060" y="1087158"/>
                    <a:pt x="1097802" y="1073566"/>
                  </a:cubicBezTo>
                  <a:close/>
                  <a:moveTo>
                    <a:pt x="1022550" y="1072997"/>
                  </a:moveTo>
                  <a:cubicBezTo>
                    <a:pt x="1043764" y="1053674"/>
                    <a:pt x="1076669" y="1055153"/>
                    <a:pt x="1096044" y="1076324"/>
                  </a:cubicBezTo>
                  <a:cubicBezTo>
                    <a:pt x="1107835" y="1089206"/>
                    <a:pt x="1112351" y="1107135"/>
                    <a:pt x="1108064" y="1124040"/>
                  </a:cubicBezTo>
                  <a:cubicBezTo>
                    <a:pt x="1105651" y="1133296"/>
                    <a:pt x="1100718" y="1141713"/>
                    <a:pt x="1093812" y="1148353"/>
                  </a:cubicBezTo>
                  <a:cubicBezTo>
                    <a:pt x="1085557" y="1156244"/>
                    <a:pt x="1074950" y="1161235"/>
                    <a:pt x="1063597" y="1162571"/>
                  </a:cubicBezTo>
                  <a:cubicBezTo>
                    <a:pt x="1035034" y="1165657"/>
                    <a:pt x="1009368" y="1145069"/>
                    <a:pt x="1006271" y="1116576"/>
                  </a:cubicBezTo>
                  <a:cubicBezTo>
                    <a:pt x="1005580" y="1110206"/>
                    <a:pt x="1006073" y="1103779"/>
                    <a:pt x="1007727" y="1097594"/>
                  </a:cubicBezTo>
                  <a:lnTo>
                    <a:pt x="1007727" y="1097594"/>
                  </a:lnTo>
                  <a:cubicBezTo>
                    <a:pt x="1010213" y="1088481"/>
                    <a:pt x="1015140" y="1080234"/>
                    <a:pt x="1021980" y="1073708"/>
                  </a:cubicBezTo>
                  <a:close/>
                  <a:moveTo>
                    <a:pt x="1092529" y="1078400"/>
                  </a:moveTo>
                  <a:cubicBezTo>
                    <a:pt x="1074474" y="1059774"/>
                    <a:pt x="1044698" y="1059277"/>
                    <a:pt x="1026025" y="1077277"/>
                  </a:cubicBezTo>
                  <a:cubicBezTo>
                    <a:pt x="1007612" y="1095035"/>
                    <a:pt x="1006827" y="1124239"/>
                    <a:pt x="1024260" y="1142950"/>
                  </a:cubicBezTo>
                  <a:cubicBezTo>
                    <a:pt x="1034376" y="1153543"/>
                    <a:pt x="1048880" y="1158804"/>
                    <a:pt x="1063454" y="1157169"/>
                  </a:cubicBezTo>
                  <a:cubicBezTo>
                    <a:pt x="1073747" y="1156159"/>
                    <a:pt x="1083393" y="1151695"/>
                    <a:pt x="1090819" y="1144514"/>
                  </a:cubicBezTo>
                  <a:cubicBezTo>
                    <a:pt x="1097110" y="1138543"/>
                    <a:pt x="1101643" y="1130979"/>
                    <a:pt x="1103931" y="1122618"/>
                  </a:cubicBezTo>
                  <a:cubicBezTo>
                    <a:pt x="1107632" y="1106978"/>
                    <a:pt x="1103000" y="1090542"/>
                    <a:pt x="1091674" y="1079111"/>
                  </a:cubicBezTo>
                  <a:close/>
                  <a:moveTo>
                    <a:pt x="1032099" y="1082950"/>
                  </a:moveTo>
                  <a:cubicBezTo>
                    <a:pt x="1047576" y="1068533"/>
                    <a:pt x="1071836" y="1069371"/>
                    <a:pt x="1086286" y="1084812"/>
                  </a:cubicBezTo>
                  <a:cubicBezTo>
                    <a:pt x="1095233" y="1094367"/>
                    <a:pt x="1098663" y="1107817"/>
                    <a:pt x="1095379" y="1120486"/>
                  </a:cubicBezTo>
                  <a:cubicBezTo>
                    <a:pt x="1093501" y="1127310"/>
                    <a:pt x="1089807" y="1133495"/>
                    <a:pt x="1084690" y="1138400"/>
                  </a:cubicBezTo>
                  <a:cubicBezTo>
                    <a:pt x="1069340" y="1152889"/>
                    <a:pt x="1045126" y="1152220"/>
                    <a:pt x="1030602" y="1136908"/>
                  </a:cubicBezTo>
                  <a:cubicBezTo>
                    <a:pt x="1016079" y="1121595"/>
                    <a:pt x="1016749" y="1097438"/>
                    <a:pt x="1032099" y="1082950"/>
                  </a:cubicBezTo>
                  <a:close/>
                  <a:moveTo>
                    <a:pt x="1082552" y="1087784"/>
                  </a:moveTo>
                  <a:cubicBezTo>
                    <a:pt x="1076479" y="1081414"/>
                    <a:pt x="1068132" y="1077675"/>
                    <a:pt x="1059321" y="1077405"/>
                  </a:cubicBezTo>
                  <a:cubicBezTo>
                    <a:pt x="1050503" y="1077234"/>
                    <a:pt x="1041966" y="1080504"/>
                    <a:pt x="1035520" y="1086504"/>
                  </a:cubicBezTo>
                  <a:cubicBezTo>
                    <a:pt x="1031013" y="1090741"/>
                    <a:pt x="1027801" y="1096158"/>
                    <a:pt x="1026256" y="1102144"/>
                  </a:cubicBezTo>
                  <a:cubicBezTo>
                    <a:pt x="1021487" y="1119817"/>
                    <a:pt x="1031976" y="1137988"/>
                    <a:pt x="1049686" y="1142751"/>
                  </a:cubicBezTo>
                  <a:cubicBezTo>
                    <a:pt x="1060900" y="1145766"/>
                    <a:pt x="1072876" y="1142709"/>
                    <a:pt x="1081270" y="1134704"/>
                  </a:cubicBezTo>
                  <a:cubicBezTo>
                    <a:pt x="1085803" y="1130552"/>
                    <a:pt x="1089023" y="1125163"/>
                    <a:pt x="1090534" y="1119206"/>
                  </a:cubicBezTo>
                  <a:cubicBezTo>
                    <a:pt x="1093132" y="1108187"/>
                    <a:pt x="1089907" y="1096599"/>
                    <a:pt x="1081982" y="1088495"/>
                  </a:cubicBezTo>
                  <a:close/>
                  <a:moveTo>
                    <a:pt x="331596" y="1032902"/>
                  </a:moveTo>
                  <a:cubicBezTo>
                    <a:pt x="346084" y="1020205"/>
                    <a:pt x="368147" y="1021627"/>
                    <a:pt x="380875" y="1036072"/>
                  </a:cubicBezTo>
                  <a:cubicBezTo>
                    <a:pt x="388359" y="1044575"/>
                    <a:pt x="391241" y="1056163"/>
                    <a:pt x="388606" y="1067168"/>
                  </a:cubicBezTo>
                  <a:cubicBezTo>
                    <a:pt x="384501" y="1082779"/>
                    <a:pt x="370146" y="1093500"/>
                    <a:pt x="353973" y="1093045"/>
                  </a:cubicBezTo>
                  <a:cubicBezTo>
                    <a:pt x="334695" y="1092519"/>
                    <a:pt x="319498" y="1076495"/>
                    <a:pt x="320028" y="1057272"/>
                  </a:cubicBezTo>
                  <a:cubicBezTo>
                    <a:pt x="320102" y="1054556"/>
                    <a:pt x="320492" y="1051869"/>
                    <a:pt x="321192" y="1049253"/>
                  </a:cubicBezTo>
                  <a:cubicBezTo>
                    <a:pt x="322981" y="1043238"/>
                    <a:pt x="326381" y="1037835"/>
                    <a:pt x="331026" y="1033613"/>
                  </a:cubicBezTo>
                  <a:close/>
                  <a:moveTo>
                    <a:pt x="377346" y="1037594"/>
                  </a:moveTo>
                  <a:cubicBezTo>
                    <a:pt x="371868" y="1031864"/>
                    <a:pt x="364331" y="1028537"/>
                    <a:pt x="356395" y="1028352"/>
                  </a:cubicBezTo>
                  <a:cubicBezTo>
                    <a:pt x="342559" y="1028110"/>
                    <a:pt x="330309" y="1037224"/>
                    <a:pt x="326608" y="1050532"/>
                  </a:cubicBezTo>
                  <a:cubicBezTo>
                    <a:pt x="322357" y="1066471"/>
                    <a:pt x="331859" y="1082822"/>
                    <a:pt x="347831" y="1087073"/>
                  </a:cubicBezTo>
                  <a:cubicBezTo>
                    <a:pt x="350209" y="1087699"/>
                    <a:pt x="352654" y="1088040"/>
                    <a:pt x="355113" y="1088068"/>
                  </a:cubicBezTo>
                  <a:cubicBezTo>
                    <a:pt x="368949" y="1088310"/>
                    <a:pt x="381199" y="1079196"/>
                    <a:pt x="384900" y="1065888"/>
                  </a:cubicBezTo>
                  <a:cubicBezTo>
                    <a:pt x="387128" y="1055907"/>
                    <a:pt x="384059" y="1045499"/>
                    <a:pt x="376776" y="1038305"/>
                  </a:cubicBezTo>
                  <a:close/>
                  <a:moveTo>
                    <a:pt x="35290" y="1323947"/>
                  </a:moveTo>
                  <a:cubicBezTo>
                    <a:pt x="28103" y="1316469"/>
                    <a:pt x="16216" y="1316142"/>
                    <a:pt x="8638" y="1323237"/>
                  </a:cubicBezTo>
                  <a:cubicBezTo>
                    <a:pt x="6117" y="1325654"/>
                    <a:pt x="4294" y="1328696"/>
                    <a:pt x="3365" y="1332052"/>
                  </a:cubicBezTo>
                  <a:cubicBezTo>
                    <a:pt x="1652" y="1338365"/>
                    <a:pt x="3383" y="1345104"/>
                    <a:pt x="7926" y="1349825"/>
                  </a:cubicBezTo>
                  <a:cubicBezTo>
                    <a:pt x="11396" y="1353436"/>
                    <a:pt x="16162" y="1355540"/>
                    <a:pt x="21180" y="1355654"/>
                  </a:cubicBezTo>
                  <a:cubicBezTo>
                    <a:pt x="30005" y="1355953"/>
                    <a:pt x="37819" y="1350009"/>
                    <a:pt x="39851" y="1341436"/>
                  </a:cubicBezTo>
                  <a:cubicBezTo>
                    <a:pt x="41115" y="1335365"/>
                    <a:pt x="39242" y="1329066"/>
                    <a:pt x="34863" y="1324658"/>
                  </a:cubicBezTo>
                  <a:close/>
                  <a:moveTo>
                    <a:pt x="1714216" y="1249302"/>
                  </a:moveTo>
                  <a:cubicBezTo>
                    <a:pt x="1723779" y="1240316"/>
                    <a:pt x="1738844" y="1240757"/>
                    <a:pt x="1747851" y="1250298"/>
                  </a:cubicBezTo>
                  <a:cubicBezTo>
                    <a:pt x="1753667" y="1256212"/>
                    <a:pt x="1755890" y="1264771"/>
                    <a:pt x="1753695" y="1272762"/>
                  </a:cubicBezTo>
                  <a:cubicBezTo>
                    <a:pt x="1752583" y="1277028"/>
                    <a:pt x="1750246" y="1280881"/>
                    <a:pt x="1746996" y="1283852"/>
                  </a:cubicBezTo>
                  <a:cubicBezTo>
                    <a:pt x="1742450" y="1288217"/>
                    <a:pt x="1736336" y="1290563"/>
                    <a:pt x="1730036" y="1290393"/>
                  </a:cubicBezTo>
                  <a:cubicBezTo>
                    <a:pt x="1723708" y="1290236"/>
                    <a:pt x="1717708" y="1287577"/>
                    <a:pt x="1713361" y="1282999"/>
                  </a:cubicBezTo>
                  <a:cubicBezTo>
                    <a:pt x="1707632" y="1277042"/>
                    <a:pt x="1705465" y="1268497"/>
                    <a:pt x="1707660" y="1260535"/>
                  </a:cubicBezTo>
                  <a:cubicBezTo>
                    <a:pt x="1708757" y="1256554"/>
                    <a:pt x="1710867" y="1252928"/>
                    <a:pt x="1713788" y="1250013"/>
                  </a:cubicBezTo>
                  <a:close/>
                  <a:moveTo>
                    <a:pt x="1744288" y="1253710"/>
                  </a:moveTo>
                  <a:cubicBezTo>
                    <a:pt x="1737162" y="1246174"/>
                    <a:pt x="1725247" y="1245833"/>
                    <a:pt x="1717694" y="1252942"/>
                  </a:cubicBezTo>
                  <a:cubicBezTo>
                    <a:pt x="1717679" y="1252956"/>
                    <a:pt x="1717651" y="1252985"/>
                    <a:pt x="1717637" y="1252999"/>
                  </a:cubicBezTo>
                  <a:cubicBezTo>
                    <a:pt x="1715100" y="1255331"/>
                    <a:pt x="1713275" y="1258345"/>
                    <a:pt x="1712363" y="1261672"/>
                  </a:cubicBezTo>
                  <a:cubicBezTo>
                    <a:pt x="1710653" y="1268027"/>
                    <a:pt x="1712377" y="1274810"/>
                    <a:pt x="1716924" y="1279587"/>
                  </a:cubicBezTo>
                  <a:cubicBezTo>
                    <a:pt x="1724107" y="1287066"/>
                    <a:pt x="1735994" y="1287393"/>
                    <a:pt x="1743576" y="1280298"/>
                  </a:cubicBezTo>
                  <a:cubicBezTo>
                    <a:pt x="1746127" y="1277909"/>
                    <a:pt x="1747951" y="1274852"/>
                    <a:pt x="1748849" y="1271482"/>
                  </a:cubicBezTo>
                  <a:cubicBezTo>
                    <a:pt x="1750217" y="1265312"/>
                    <a:pt x="1748336" y="1258885"/>
                    <a:pt x="1743861" y="1254421"/>
                  </a:cubicBezTo>
                  <a:close/>
                  <a:moveTo>
                    <a:pt x="569468" y="1914286"/>
                  </a:moveTo>
                  <a:cubicBezTo>
                    <a:pt x="591766" y="1892105"/>
                    <a:pt x="627861" y="1892162"/>
                    <a:pt x="650091" y="1914414"/>
                  </a:cubicBezTo>
                  <a:cubicBezTo>
                    <a:pt x="664944" y="1929272"/>
                    <a:pt x="670384" y="1951082"/>
                    <a:pt x="664246" y="1971158"/>
                  </a:cubicBezTo>
                  <a:cubicBezTo>
                    <a:pt x="661458" y="1981353"/>
                    <a:pt x="655940" y="1990595"/>
                    <a:pt x="648283" y="1997888"/>
                  </a:cubicBezTo>
                  <a:cubicBezTo>
                    <a:pt x="625142" y="2019600"/>
                    <a:pt x="588739" y="2018490"/>
                    <a:pt x="566974" y="1995400"/>
                  </a:cubicBezTo>
                  <a:cubicBezTo>
                    <a:pt x="545209" y="1972310"/>
                    <a:pt x="546326" y="1935997"/>
                    <a:pt x="569468" y="1914286"/>
                  </a:cubicBezTo>
                  <a:close/>
                  <a:moveTo>
                    <a:pt x="646858" y="1919689"/>
                  </a:moveTo>
                  <a:cubicBezTo>
                    <a:pt x="626914" y="1898873"/>
                    <a:pt x="593854" y="1898049"/>
                    <a:pt x="572889" y="1917840"/>
                  </a:cubicBezTo>
                  <a:cubicBezTo>
                    <a:pt x="565946" y="1924452"/>
                    <a:pt x="561008" y="1932869"/>
                    <a:pt x="558636" y="1942153"/>
                  </a:cubicBezTo>
                  <a:cubicBezTo>
                    <a:pt x="551192" y="1969992"/>
                    <a:pt x="567786" y="1998585"/>
                    <a:pt x="595698" y="2006021"/>
                  </a:cubicBezTo>
                  <a:cubicBezTo>
                    <a:pt x="613245" y="2010685"/>
                    <a:pt x="631965" y="2005936"/>
                    <a:pt x="645148" y="1993481"/>
                  </a:cubicBezTo>
                  <a:cubicBezTo>
                    <a:pt x="652122" y="1986898"/>
                    <a:pt x="657066" y="1978467"/>
                    <a:pt x="659400" y="1969168"/>
                  </a:cubicBezTo>
                  <a:cubicBezTo>
                    <a:pt x="664249" y="1951537"/>
                    <a:pt x="659490" y="1932656"/>
                    <a:pt x="646858" y="1919404"/>
                  </a:cubicBezTo>
                  <a:close/>
                  <a:moveTo>
                    <a:pt x="1764384" y="997356"/>
                  </a:moveTo>
                  <a:cubicBezTo>
                    <a:pt x="1780675" y="982200"/>
                    <a:pt x="1806201" y="983081"/>
                    <a:pt x="1821394" y="999318"/>
                  </a:cubicBezTo>
                  <a:cubicBezTo>
                    <a:pt x="1830800" y="1009385"/>
                    <a:pt x="1834406" y="1023560"/>
                    <a:pt x="1830943" y="1036883"/>
                  </a:cubicBezTo>
                  <a:cubicBezTo>
                    <a:pt x="1828962" y="1044035"/>
                    <a:pt x="1825071" y="1050518"/>
                    <a:pt x="1819683" y="1055651"/>
                  </a:cubicBezTo>
                  <a:cubicBezTo>
                    <a:pt x="1803550" y="1070878"/>
                    <a:pt x="1778081" y="1070182"/>
                    <a:pt x="1762816" y="1054087"/>
                  </a:cubicBezTo>
                  <a:cubicBezTo>
                    <a:pt x="1747552" y="1037992"/>
                    <a:pt x="1748251" y="1012584"/>
                    <a:pt x="1764384" y="997356"/>
                  </a:cubicBezTo>
                  <a:close/>
                  <a:moveTo>
                    <a:pt x="1817545" y="1002333"/>
                  </a:moveTo>
                  <a:cubicBezTo>
                    <a:pt x="1804106" y="988271"/>
                    <a:pt x="1781801" y="987702"/>
                    <a:pt x="1767662" y="1001053"/>
                  </a:cubicBezTo>
                  <a:cubicBezTo>
                    <a:pt x="1762931" y="1005475"/>
                    <a:pt x="1759567" y="1011148"/>
                    <a:pt x="1757971" y="1017404"/>
                  </a:cubicBezTo>
                  <a:cubicBezTo>
                    <a:pt x="1752954" y="1036144"/>
                    <a:pt x="1764099" y="1055395"/>
                    <a:pt x="1782884" y="1060400"/>
                  </a:cubicBezTo>
                  <a:cubicBezTo>
                    <a:pt x="1801668" y="1065419"/>
                    <a:pt x="1820966" y="1054286"/>
                    <a:pt x="1825983" y="1035546"/>
                  </a:cubicBezTo>
                  <a:cubicBezTo>
                    <a:pt x="1829147" y="1023760"/>
                    <a:pt x="1825954" y="1011191"/>
                    <a:pt x="1817545" y="1002333"/>
                  </a:cubicBezTo>
                  <a:close/>
                  <a:moveTo>
                    <a:pt x="2226873" y="1046978"/>
                  </a:moveTo>
                  <a:cubicBezTo>
                    <a:pt x="2231434" y="1042556"/>
                    <a:pt x="2237619" y="1040196"/>
                    <a:pt x="2243976" y="1040437"/>
                  </a:cubicBezTo>
                  <a:cubicBezTo>
                    <a:pt x="2257202" y="1040708"/>
                    <a:pt x="2267692" y="1051627"/>
                    <a:pt x="2267421" y="1064807"/>
                  </a:cubicBezTo>
                  <a:cubicBezTo>
                    <a:pt x="2267292" y="1071205"/>
                    <a:pt x="2264599" y="1077277"/>
                    <a:pt x="2259938" y="1081670"/>
                  </a:cubicBezTo>
                  <a:cubicBezTo>
                    <a:pt x="2255335" y="1086035"/>
                    <a:pt x="2249178" y="1088395"/>
                    <a:pt x="2242836" y="1088210"/>
                  </a:cubicBezTo>
                  <a:cubicBezTo>
                    <a:pt x="2229609" y="1087940"/>
                    <a:pt x="2219120" y="1077035"/>
                    <a:pt x="2219376" y="1063841"/>
                  </a:cubicBezTo>
                  <a:cubicBezTo>
                    <a:pt x="2219419" y="1061949"/>
                    <a:pt x="2219690" y="1060044"/>
                    <a:pt x="2220174" y="1058210"/>
                  </a:cubicBezTo>
                  <a:cubicBezTo>
                    <a:pt x="2221257" y="1053888"/>
                    <a:pt x="2223581" y="1049992"/>
                    <a:pt x="2226873" y="1046978"/>
                  </a:cubicBezTo>
                  <a:close/>
                  <a:moveTo>
                    <a:pt x="2257230" y="1051243"/>
                  </a:moveTo>
                  <a:cubicBezTo>
                    <a:pt x="2253781" y="1047589"/>
                    <a:pt x="2249007" y="1045442"/>
                    <a:pt x="2243976" y="1045272"/>
                  </a:cubicBezTo>
                  <a:cubicBezTo>
                    <a:pt x="2235111" y="1045044"/>
                    <a:pt x="2227272" y="1050930"/>
                    <a:pt x="2225020" y="1059490"/>
                  </a:cubicBezTo>
                  <a:cubicBezTo>
                    <a:pt x="2222255" y="1069641"/>
                    <a:pt x="2228284" y="1080106"/>
                    <a:pt x="2238460" y="1082864"/>
                  </a:cubicBezTo>
                  <a:cubicBezTo>
                    <a:pt x="2239928" y="1083263"/>
                    <a:pt x="2241453" y="1083476"/>
                    <a:pt x="2242978" y="1083519"/>
                  </a:cubicBezTo>
                  <a:cubicBezTo>
                    <a:pt x="2247995" y="1083519"/>
                    <a:pt x="2252826" y="1081642"/>
                    <a:pt x="2256518" y="1078258"/>
                  </a:cubicBezTo>
                  <a:cubicBezTo>
                    <a:pt x="2259097" y="1075827"/>
                    <a:pt x="2260922" y="1072727"/>
                    <a:pt x="2261791" y="1069300"/>
                  </a:cubicBezTo>
                  <a:cubicBezTo>
                    <a:pt x="2263829" y="1062689"/>
                    <a:pt x="2262076" y="1055480"/>
                    <a:pt x="2257230" y="1050532"/>
                  </a:cubicBezTo>
                  <a:close/>
                </a:path>
              </a:pathLst>
            </a:custGeom>
            <a:solidFill>
              <a:schemeClr val="tx2">
                <a:alpha val="50000"/>
              </a:schemeClr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Lines and Dots">
              <a:extLst>
                <a:ext uri="{FF2B5EF4-FFF2-40B4-BE49-F238E27FC236}">
                  <a16:creationId xmlns:a16="http://schemas.microsoft.com/office/drawing/2014/main" id="{E79F4587-9117-4617-BDAF-BDEF3EA08FE8}"/>
                </a:ext>
              </a:extLst>
            </p:cNvPr>
            <p:cNvSpPr/>
            <p:nvPr/>
          </p:nvSpPr>
          <p:spPr>
            <a:xfrm>
              <a:off x="9340012" y="2495606"/>
              <a:ext cx="1910495" cy="2705303"/>
            </a:xfrm>
            <a:custGeom>
              <a:avLst/>
              <a:gdLst>
                <a:gd name="connsiteX0" fmla="*/ 668404 w 1910495"/>
                <a:gd name="connsiteY0" fmla="*/ 2142109 h 2705303"/>
                <a:gd name="connsiteX1" fmla="*/ 589018 w 1910495"/>
                <a:gd name="connsiteY1" fmla="*/ 2398890 h 2705303"/>
                <a:gd name="connsiteX2" fmla="*/ 321787 w 1910495"/>
                <a:gd name="connsiteY2" fmla="*/ 2106422 h 2705303"/>
                <a:gd name="connsiteX3" fmla="*/ 666979 w 1910495"/>
                <a:gd name="connsiteY3" fmla="*/ 2142962 h 2705303"/>
                <a:gd name="connsiteX4" fmla="*/ 324922 w 1910495"/>
                <a:gd name="connsiteY4" fmla="*/ 2107559 h 2705303"/>
                <a:gd name="connsiteX5" fmla="*/ 589303 w 1910495"/>
                <a:gd name="connsiteY5" fmla="*/ 2397041 h 2705303"/>
                <a:gd name="connsiteX6" fmla="*/ 666979 w 1910495"/>
                <a:gd name="connsiteY6" fmla="*/ 2142962 h 2705303"/>
                <a:gd name="connsiteX7" fmla="*/ 666979 w 1910495"/>
                <a:gd name="connsiteY7" fmla="*/ 2142109 h 2705303"/>
                <a:gd name="connsiteX8" fmla="*/ 941479 w 1910495"/>
                <a:gd name="connsiteY8" fmla="*/ 2424624 h 2705303"/>
                <a:gd name="connsiteX9" fmla="*/ 588591 w 1910495"/>
                <a:gd name="connsiteY9" fmla="*/ 2398463 h 2705303"/>
                <a:gd name="connsiteX10" fmla="*/ 588591 w 1910495"/>
                <a:gd name="connsiteY10" fmla="*/ 2398463 h 2705303"/>
                <a:gd name="connsiteX11" fmla="*/ 667691 w 1910495"/>
                <a:gd name="connsiteY11" fmla="*/ 2143958 h 2705303"/>
                <a:gd name="connsiteX12" fmla="*/ 589446 w 1910495"/>
                <a:gd name="connsiteY12" fmla="*/ 2397468 h 2705303"/>
                <a:gd name="connsiteX13" fmla="*/ 939341 w 1910495"/>
                <a:gd name="connsiteY13" fmla="*/ 2423629 h 2705303"/>
                <a:gd name="connsiteX14" fmla="*/ 718572 w 1910495"/>
                <a:gd name="connsiteY14" fmla="*/ 1959122 h 2705303"/>
                <a:gd name="connsiteX15" fmla="*/ 719712 w 1910495"/>
                <a:gd name="connsiteY15" fmla="*/ 1959122 h 2705303"/>
                <a:gd name="connsiteX16" fmla="*/ 323212 w 1910495"/>
                <a:gd name="connsiteY16" fmla="*/ 2107417 h 2705303"/>
                <a:gd name="connsiteX17" fmla="*/ 323212 w 1910495"/>
                <a:gd name="connsiteY17" fmla="*/ 2107417 h 2705303"/>
                <a:gd name="connsiteX18" fmla="*/ 257366 w 1910495"/>
                <a:gd name="connsiteY18" fmla="*/ 1726939 h 2705303"/>
                <a:gd name="connsiteX19" fmla="*/ 257366 w 1910495"/>
                <a:gd name="connsiteY19" fmla="*/ 1726939 h 2705303"/>
                <a:gd name="connsiteX20" fmla="*/ 717147 w 1910495"/>
                <a:gd name="connsiteY20" fmla="*/ 1959122 h 2705303"/>
                <a:gd name="connsiteX21" fmla="*/ 257366 w 1910495"/>
                <a:gd name="connsiteY21" fmla="*/ 1728361 h 2705303"/>
                <a:gd name="connsiteX22" fmla="*/ 322785 w 1910495"/>
                <a:gd name="connsiteY22" fmla="*/ 2106280 h 2705303"/>
                <a:gd name="connsiteX23" fmla="*/ 719142 w 1910495"/>
                <a:gd name="connsiteY23" fmla="*/ 1959122 h 2705303"/>
                <a:gd name="connsiteX24" fmla="*/ 667834 w 1910495"/>
                <a:gd name="connsiteY24" fmla="*/ 2143958 h 2705303"/>
                <a:gd name="connsiteX25" fmla="*/ 667834 w 1910495"/>
                <a:gd name="connsiteY25" fmla="*/ 2143958 h 2705303"/>
                <a:gd name="connsiteX26" fmla="*/ 322642 w 1910495"/>
                <a:gd name="connsiteY26" fmla="*/ 2108412 h 2705303"/>
                <a:gd name="connsiteX27" fmla="*/ 320504 w 1910495"/>
                <a:gd name="connsiteY27" fmla="*/ 2108412 h 2705303"/>
                <a:gd name="connsiteX28" fmla="*/ 717717 w 1910495"/>
                <a:gd name="connsiteY28" fmla="*/ 1960686 h 2705303"/>
                <a:gd name="connsiteX29" fmla="*/ 325065 w 1910495"/>
                <a:gd name="connsiteY29" fmla="*/ 2106706 h 2705303"/>
                <a:gd name="connsiteX30" fmla="*/ 667121 w 1910495"/>
                <a:gd name="connsiteY30" fmla="*/ 2141967 h 2705303"/>
                <a:gd name="connsiteX31" fmla="*/ 1229946 w 1910495"/>
                <a:gd name="connsiteY31" fmla="*/ 2088649 h 2705303"/>
                <a:gd name="connsiteX32" fmla="*/ 1229946 w 1910495"/>
                <a:gd name="connsiteY32" fmla="*/ 2088649 h 2705303"/>
                <a:gd name="connsiteX33" fmla="*/ 1594521 w 1910495"/>
                <a:gd name="connsiteY33" fmla="*/ 2689509 h 2705303"/>
                <a:gd name="connsiteX34" fmla="*/ 1594521 w 1910495"/>
                <a:gd name="connsiteY34" fmla="*/ 2690788 h 2705303"/>
                <a:gd name="connsiteX35" fmla="*/ 938913 w 1910495"/>
                <a:gd name="connsiteY35" fmla="*/ 2425335 h 2705303"/>
                <a:gd name="connsiteX36" fmla="*/ 938913 w 1910495"/>
                <a:gd name="connsiteY36" fmla="*/ 2425335 h 2705303"/>
                <a:gd name="connsiteX37" fmla="*/ 1229946 w 1910495"/>
                <a:gd name="connsiteY37" fmla="*/ 2089787 h 2705303"/>
                <a:gd name="connsiteX38" fmla="*/ 941479 w 1910495"/>
                <a:gd name="connsiteY38" fmla="*/ 2423629 h 2705303"/>
                <a:gd name="connsiteX39" fmla="*/ 1593808 w 1910495"/>
                <a:gd name="connsiteY39" fmla="*/ 2687802 h 2705303"/>
                <a:gd name="connsiteX40" fmla="*/ 1229946 w 1910495"/>
                <a:gd name="connsiteY40" fmla="*/ 2088365 h 2705303"/>
                <a:gd name="connsiteX41" fmla="*/ 1231229 w 1910495"/>
                <a:gd name="connsiteY41" fmla="*/ 2088365 h 2705303"/>
                <a:gd name="connsiteX42" fmla="*/ 941479 w 1910495"/>
                <a:gd name="connsiteY42" fmla="*/ 2424340 h 2705303"/>
                <a:gd name="connsiteX43" fmla="*/ 941479 w 1910495"/>
                <a:gd name="connsiteY43" fmla="*/ 2424340 h 2705303"/>
                <a:gd name="connsiteX44" fmla="*/ 667406 w 1910495"/>
                <a:gd name="connsiteY44" fmla="*/ 2142820 h 2705303"/>
                <a:gd name="connsiteX45" fmla="*/ 666694 w 1910495"/>
                <a:gd name="connsiteY45" fmla="*/ 2142109 h 2705303"/>
                <a:gd name="connsiteX46" fmla="*/ 1228806 w 1910495"/>
                <a:gd name="connsiteY46" fmla="*/ 2089502 h 2705303"/>
                <a:gd name="connsiteX47" fmla="*/ 668119 w 1910495"/>
                <a:gd name="connsiteY47" fmla="*/ 2143105 h 2705303"/>
                <a:gd name="connsiteX48" fmla="*/ 940481 w 1910495"/>
                <a:gd name="connsiteY48" fmla="*/ 2423629 h 2705303"/>
                <a:gd name="connsiteX49" fmla="*/ 717717 w 1910495"/>
                <a:gd name="connsiteY49" fmla="*/ 1959122 h 2705303"/>
                <a:gd name="connsiteX50" fmla="*/ 717717 w 1910495"/>
                <a:gd name="connsiteY50" fmla="*/ 1959122 h 2705303"/>
                <a:gd name="connsiteX51" fmla="*/ 1230801 w 1910495"/>
                <a:gd name="connsiteY51" fmla="*/ 2088934 h 2705303"/>
                <a:gd name="connsiteX52" fmla="*/ 1233652 w 1910495"/>
                <a:gd name="connsiteY52" fmla="*/ 2088934 h 2705303"/>
                <a:gd name="connsiteX53" fmla="*/ 667121 w 1910495"/>
                <a:gd name="connsiteY53" fmla="*/ 2143105 h 2705303"/>
                <a:gd name="connsiteX54" fmla="*/ 717717 w 1910495"/>
                <a:gd name="connsiteY54" fmla="*/ 1959975 h 2705303"/>
                <a:gd name="connsiteX55" fmla="*/ 667121 w 1910495"/>
                <a:gd name="connsiteY55" fmla="*/ 2142252 h 2705303"/>
                <a:gd name="connsiteX56" fmla="*/ 1226383 w 1910495"/>
                <a:gd name="connsiteY56" fmla="*/ 2088649 h 2705303"/>
                <a:gd name="connsiteX57" fmla="*/ 692063 w 1910495"/>
                <a:gd name="connsiteY57" fmla="*/ 1471723 h 2705303"/>
                <a:gd name="connsiteX58" fmla="*/ 692063 w 1910495"/>
                <a:gd name="connsiteY58" fmla="*/ 1471723 h 2705303"/>
                <a:gd name="connsiteX59" fmla="*/ 718429 w 1910495"/>
                <a:gd name="connsiteY59" fmla="*/ 1959406 h 2705303"/>
                <a:gd name="connsiteX60" fmla="*/ 718429 w 1910495"/>
                <a:gd name="connsiteY60" fmla="*/ 1960259 h 2705303"/>
                <a:gd name="connsiteX61" fmla="*/ 257366 w 1910495"/>
                <a:gd name="connsiteY61" fmla="*/ 1727934 h 2705303"/>
                <a:gd name="connsiteX62" fmla="*/ 256511 w 1910495"/>
                <a:gd name="connsiteY62" fmla="*/ 1727934 h 2705303"/>
                <a:gd name="connsiteX63" fmla="*/ 692063 w 1910495"/>
                <a:gd name="connsiteY63" fmla="*/ 1473003 h 2705303"/>
                <a:gd name="connsiteX64" fmla="*/ 258364 w 1910495"/>
                <a:gd name="connsiteY64" fmla="*/ 1726939 h 2705303"/>
                <a:gd name="connsiteX65" fmla="*/ 718144 w 1910495"/>
                <a:gd name="connsiteY65" fmla="*/ 1957842 h 2705303"/>
                <a:gd name="connsiteX66" fmla="*/ 1231086 w 1910495"/>
                <a:gd name="connsiteY66" fmla="*/ 2088365 h 2705303"/>
                <a:gd name="connsiteX67" fmla="*/ 1232084 w 1910495"/>
                <a:gd name="connsiteY67" fmla="*/ 2089502 h 2705303"/>
                <a:gd name="connsiteX68" fmla="*/ 719000 w 1910495"/>
                <a:gd name="connsiteY68" fmla="*/ 1959548 h 2705303"/>
                <a:gd name="connsiteX69" fmla="*/ 719000 w 1910495"/>
                <a:gd name="connsiteY69" fmla="*/ 1959548 h 2705303"/>
                <a:gd name="connsiteX70" fmla="*/ 692490 w 1910495"/>
                <a:gd name="connsiteY70" fmla="*/ 1472292 h 2705303"/>
                <a:gd name="connsiteX71" fmla="*/ 692490 w 1910495"/>
                <a:gd name="connsiteY71" fmla="*/ 1471012 h 2705303"/>
                <a:gd name="connsiteX72" fmla="*/ 1229376 w 1910495"/>
                <a:gd name="connsiteY72" fmla="*/ 2088365 h 2705303"/>
                <a:gd name="connsiteX73" fmla="*/ 693060 w 1910495"/>
                <a:gd name="connsiteY73" fmla="*/ 1474140 h 2705303"/>
                <a:gd name="connsiteX74" fmla="*/ 719142 w 1910495"/>
                <a:gd name="connsiteY74" fmla="*/ 1958695 h 2705303"/>
                <a:gd name="connsiteX75" fmla="*/ 1768114 w 1910495"/>
                <a:gd name="connsiteY75" fmla="*/ 2139266 h 2705303"/>
                <a:gd name="connsiteX76" fmla="*/ 1768114 w 1910495"/>
                <a:gd name="connsiteY76" fmla="*/ 2139266 h 2705303"/>
                <a:gd name="connsiteX77" fmla="*/ 1595376 w 1910495"/>
                <a:gd name="connsiteY77" fmla="*/ 2689224 h 2705303"/>
                <a:gd name="connsiteX78" fmla="*/ 1595376 w 1910495"/>
                <a:gd name="connsiteY78" fmla="*/ 2690362 h 2705303"/>
                <a:gd name="connsiteX79" fmla="*/ 1230231 w 1910495"/>
                <a:gd name="connsiteY79" fmla="*/ 2088934 h 2705303"/>
                <a:gd name="connsiteX80" fmla="*/ 1230231 w 1910495"/>
                <a:gd name="connsiteY80" fmla="*/ 2088080 h 2705303"/>
                <a:gd name="connsiteX81" fmla="*/ 1768114 w 1910495"/>
                <a:gd name="connsiteY81" fmla="*/ 2140261 h 2705303"/>
                <a:gd name="connsiteX82" fmla="*/ 1232939 w 1910495"/>
                <a:gd name="connsiteY82" fmla="*/ 2089502 h 2705303"/>
                <a:gd name="connsiteX83" fmla="*/ 1596089 w 1910495"/>
                <a:gd name="connsiteY83" fmla="*/ 2688087 h 2705303"/>
                <a:gd name="connsiteX84" fmla="*/ 1588678 w 1910495"/>
                <a:gd name="connsiteY84" fmla="*/ 1449827 h 2705303"/>
                <a:gd name="connsiteX85" fmla="*/ 1588678 w 1910495"/>
                <a:gd name="connsiteY85" fmla="*/ 1449827 h 2705303"/>
                <a:gd name="connsiteX86" fmla="*/ 1232369 w 1910495"/>
                <a:gd name="connsiteY86" fmla="*/ 2089644 h 2705303"/>
                <a:gd name="connsiteX87" fmla="*/ 1231514 w 1910495"/>
                <a:gd name="connsiteY87" fmla="*/ 2090924 h 2705303"/>
                <a:gd name="connsiteX88" fmla="*/ 1155264 w 1910495"/>
                <a:gd name="connsiteY88" fmla="*/ 1195180 h 2705303"/>
                <a:gd name="connsiteX89" fmla="*/ 1155264 w 1910495"/>
                <a:gd name="connsiteY89" fmla="*/ 1194327 h 2705303"/>
                <a:gd name="connsiteX90" fmla="*/ 1587822 w 1910495"/>
                <a:gd name="connsiteY90" fmla="*/ 1449827 h 2705303"/>
                <a:gd name="connsiteX91" fmla="*/ 1155264 w 1910495"/>
                <a:gd name="connsiteY91" fmla="*/ 1196175 h 2705303"/>
                <a:gd name="connsiteX92" fmla="*/ 1231229 w 1910495"/>
                <a:gd name="connsiteY92" fmla="*/ 2086943 h 2705303"/>
                <a:gd name="connsiteX93" fmla="*/ 1587822 w 1910495"/>
                <a:gd name="connsiteY93" fmla="*/ 1449827 h 2705303"/>
                <a:gd name="connsiteX94" fmla="*/ 1587822 w 1910495"/>
                <a:gd name="connsiteY94" fmla="*/ 1449827 h 2705303"/>
                <a:gd name="connsiteX95" fmla="*/ 1853629 w 1910495"/>
                <a:gd name="connsiteY95" fmla="*/ 1684285 h 2705303"/>
                <a:gd name="connsiteX96" fmla="*/ 1853629 w 1910495"/>
                <a:gd name="connsiteY96" fmla="*/ 1684285 h 2705303"/>
                <a:gd name="connsiteX97" fmla="*/ 1230801 w 1910495"/>
                <a:gd name="connsiteY97" fmla="*/ 2089076 h 2705303"/>
                <a:gd name="connsiteX98" fmla="*/ 1229233 w 1910495"/>
                <a:gd name="connsiteY98" fmla="*/ 2090071 h 2705303"/>
                <a:gd name="connsiteX99" fmla="*/ 1587822 w 1910495"/>
                <a:gd name="connsiteY99" fmla="*/ 1450822 h 2705303"/>
                <a:gd name="connsiteX100" fmla="*/ 1231941 w 1910495"/>
                <a:gd name="connsiteY100" fmla="*/ 2087085 h 2705303"/>
                <a:gd name="connsiteX101" fmla="*/ 1853629 w 1910495"/>
                <a:gd name="connsiteY101" fmla="*/ 1684285 h 2705303"/>
                <a:gd name="connsiteX102" fmla="*/ 1894390 w 1910495"/>
                <a:gd name="connsiteY102" fmla="*/ 1064657 h 2705303"/>
                <a:gd name="connsiteX103" fmla="*/ 1895388 w 1910495"/>
                <a:gd name="connsiteY103" fmla="*/ 1063377 h 2705303"/>
                <a:gd name="connsiteX104" fmla="*/ 1854341 w 1910495"/>
                <a:gd name="connsiteY104" fmla="*/ 1684285 h 2705303"/>
                <a:gd name="connsiteX105" fmla="*/ 1854341 w 1910495"/>
                <a:gd name="connsiteY105" fmla="*/ 1685280 h 2705303"/>
                <a:gd name="connsiteX106" fmla="*/ 1586682 w 1910495"/>
                <a:gd name="connsiteY106" fmla="*/ 1450538 h 2705303"/>
                <a:gd name="connsiteX107" fmla="*/ 1586682 w 1910495"/>
                <a:gd name="connsiteY107" fmla="*/ 1450538 h 2705303"/>
                <a:gd name="connsiteX108" fmla="*/ 1894390 w 1910495"/>
                <a:gd name="connsiteY108" fmla="*/ 1066505 h 2705303"/>
                <a:gd name="connsiteX109" fmla="*/ 1588535 w 1910495"/>
                <a:gd name="connsiteY109" fmla="*/ 1450396 h 2705303"/>
                <a:gd name="connsiteX110" fmla="*/ 1853629 w 1910495"/>
                <a:gd name="connsiteY110" fmla="*/ 1682863 h 2705303"/>
                <a:gd name="connsiteX111" fmla="*/ 1894390 w 1910495"/>
                <a:gd name="connsiteY111" fmla="*/ 1064515 h 2705303"/>
                <a:gd name="connsiteX112" fmla="*/ 1895673 w 1910495"/>
                <a:gd name="connsiteY112" fmla="*/ 1064515 h 2705303"/>
                <a:gd name="connsiteX113" fmla="*/ 1587822 w 1910495"/>
                <a:gd name="connsiteY113" fmla="*/ 1450680 h 2705303"/>
                <a:gd name="connsiteX114" fmla="*/ 1587822 w 1910495"/>
                <a:gd name="connsiteY114" fmla="*/ 1450680 h 2705303"/>
                <a:gd name="connsiteX115" fmla="*/ 1154266 w 1910495"/>
                <a:gd name="connsiteY115" fmla="*/ 1195606 h 2705303"/>
                <a:gd name="connsiteX116" fmla="*/ 1153126 w 1910495"/>
                <a:gd name="connsiteY116" fmla="*/ 1195606 h 2705303"/>
                <a:gd name="connsiteX117" fmla="*/ 1893250 w 1910495"/>
                <a:gd name="connsiteY117" fmla="*/ 1065652 h 2705303"/>
                <a:gd name="connsiteX118" fmla="*/ 1155264 w 1910495"/>
                <a:gd name="connsiteY118" fmla="*/ 1195464 h 2705303"/>
                <a:gd name="connsiteX119" fmla="*/ 1586397 w 1910495"/>
                <a:gd name="connsiteY119" fmla="*/ 1449258 h 2705303"/>
                <a:gd name="connsiteX120" fmla="*/ 1574140 w 1910495"/>
                <a:gd name="connsiteY120" fmla="*/ 635837 h 2705303"/>
                <a:gd name="connsiteX121" fmla="*/ 1574140 w 1910495"/>
                <a:gd name="connsiteY121" fmla="*/ 635837 h 2705303"/>
                <a:gd name="connsiteX122" fmla="*/ 1894533 w 1910495"/>
                <a:gd name="connsiteY122" fmla="*/ 1065226 h 2705303"/>
                <a:gd name="connsiteX123" fmla="*/ 1894533 w 1910495"/>
                <a:gd name="connsiteY123" fmla="*/ 1065226 h 2705303"/>
                <a:gd name="connsiteX124" fmla="*/ 1155264 w 1910495"/>
                <a:gd name="connsiteY124" fmla="*/ 1195749 h 2705303"/>
                <a:gd name="connsiteX125" fmla="*/ 1153981 w 1910495"/>
                <a:gd name="connsiteY125" fmla="*/ 1195749 h 2705303"/>
                <a:gd name="connsiteX126" fmla="*/ 1574140 w 1910495"/>
                <a:gd name="connsiteY126" fmla="*/ 636975 h 2705303"/>
                <a:gd name="connsiteX127" fmla="*/ 1155264 w 1910495"/>
                <a:gd name="connsiteY127" fmla="*/ 1194469 h 2705303"/>
                <a:gd name="connsiteX128" fmla="*/ 1892965 w 1910495"/>
                <a:gd name="connsiteY128" fmla="*/ 1064373 h 2705303"/>
                <a:gd name="connsiteX129" fmla="*/ 616810 w 1910495"/>
                <a:gd name="connsiteY129" fmla="*/ 1628265 h 2705303"/>
                <a:gd name="connsiteX130" fmla="*/ 616810 w 1910495"/>
                <a:gd name="connsiteY130" fmla="*/ 1628265 h 2705303"/>
                <a:gd name="connsiteX131" fmla="*/ 710591 w 1910495"/>
                <a:gd name="connsiteY131" fmla="*/ 1881206 h 2705303"/>
                <a:gd name="connsiteX132" fmla="*/ 710591 w 1910495"/>
                <a:gd name="connsiteY132" fmla="*/ 1882059 h 2705303"/>
                <a:gd name="connsiteX133" fmla="*/ 317511 w 1910495"/>
                <a:gd name="connsiteY133" fmla="*/ 1810968 h 2705303"/>
                <a:gd name="connsiteX134" fmla="*/ 616810 w 1910495"/>
                <a:gd name="connsiteY134" fmla="*/ 1629402 h 2705303"/>
                <a:gd name="connsiteX135" fmla="*/ 320932 w 1910495"/>
                <a:gd name="connsiteY135" fmla="*/ 1810257 h 2705303"/>
                <a:gd name="connsiteX136" fmla="*/ 709736 w 1910495"/>
                <a:gd name="connsiteY136" fmla="*/ 1880495 h 2705303"/>
                <a:gd name="connsiteX137" fmla="*/ 546404 w 1910495"/>
                <a:gd name="connsiteY137" fmla="*/ 1450254 h 2705303"/>
                <a:gd name="connsiteX138" fmla="*/ 320077 w 1910495"/>
                <a:gd name="connsiteY138" fmla="*/ 1810826 h 2705303"/>
                <a:gd name="connsiteX139" fmla="*/ 320077 w 1910495"/>
                <a:gd name="connsiteY139" fmla="*/ 1810826 h 2705303"/>
                <a:gd name="connsiteX140" fmla="*/ 33462 w 1910495"/>
                <a:gd name="connsiteY140" fmla="*/ 1546795 h 2705303"/>
                <a:gd name="connsiteX141" fmla="*/ 544408 w 1910495"/>
                <a:gd name="connsiteY141" fmla="*/ 1451533 h 2705303"/>
                <a:gd name="connsiteX142" fmla="*/ 35457 w 1910495"/>
                <a:gd name="connsiteY142" fmla="*/ 1547364 h 2705303"/>
                <a:gd name="connsiteX143" fmla="*/ 319506 w 1910495"/>
                <a:gd name="connsiteY143" fmla="*/ 1809831 h 2705303"/>
                <a:gd name="connsiteX144" fmla="*/ 544408 w 1910495"/>
                <a:gd name="connsiteY144" fmla="*/ 1450680 h 2705303"/>
                <a:gd name="connsiteX145" fmla="*/ 544408 w 1910495"/>
                <a:gd name="connsiteY145" fmla="*/ 1449827 h 2705303"/>
                <a:gd name="connsiteX146" fmla="*/ 616525 w 1910495"/>
                <a:gd name="connsiteY146" fmla="*/ 1628549 h 2705303"/>
                <a:gd name="connsiteX147" fmla="*/ 616525 w 1910495"/>
                <a:gd name="connsiteY147" fmla="*/ 1628549 h 2705303"/>
                <a:gd name="connsiteX148" fmla="*/ 318081 w 1910495"/>
                <a:gd name="connsiteY148" fmla="*/ 1812248 h 2705303"/>
                <a:gd name="connsiteX149" fmla="*/ 544408 w 1910495"/>
                <a:gd name="connsiteY149" fmla="*/ 1451960 h 2705303"/>
                <a:gd name="connsiteX150" fmla="*/ 321074 w 1910495"/>
                <a:gd name="connsiteY150" fmla="*/ 1808978 h 2705303"/>
                <a:gd name="connsiteX151" fmla="*/ 616383 w 1910495"/>
                <a:gd name="connsiteY151" fmla="*/ 1628549 h 2705303"/>
                <a:gd name="connsiteX152" fmla="*/ 1032836 w 1910495"/>
                <a:gd name="connsiteY152" fmla="*/ 1242242 h 2705303"/>
                <a:gd name="connsiteX153" fmla="*/ 1032836 w 1910495"/>
                <a:gd name="connsiteY153" fmla="*/ 1242242 h 2705303"/>
                <a:gd name="connsiteX154" fmla="*/ 1694145 w 1910495"/>
                <a:gd name="connsiteY154" fmla="*/ 1501012 h 2705303"/>
                <a:gd name="connsiteX155" fmla="*/ 1007895 w 1910495"/>
                <a:gd name="connsiteY155" fmla="*/ 1687839 h 2705303"/>
                <a:gd name="connsiteX156" fmla="*/ 1007895 w 1910495"/>
                <a:gd name="connsiteY156" fmla="*/ 1687839 h 2705303"/>
                <a:gd name="connsiteX157" fmla="*/ 1033691 w 1910495"/>
                <a:gd name="connsiteY157" fmla="*/ 1242953 h 2705303"/>
                <a:gd name="connsiteX158" fmla="*/ 1007467 w 1910495"/>
                <a:gd name="connsiteY158" fmla="*/ 1686702 h 2705303"/>
                <a:gd name="connsiteX159" fmla="*/ 1691579 w 1910495"/>
                <a:gd name="connsiteY159" fmla="*/ 1500159 h 2705303"/>
                <a:gd name="connsiteX160" fmla="*/ 1033691 w 1910495"/>
                <a:gd name="connsiteY160" fmla="*/ 1241958 h 2705303"/>
                <a:gd name="connsiteX161" fmla="*/ 1034546 w 1910495"/>
                <a:gd name="connsiteY161" fmla="*/ 1241104 h 2705303"/>
                <a:gd name="connsiteX162" fmla="*/ 1008037 w 1910495"/>
                <a:gd name="connsiteY162" fmla="*/ 1687413 h 2705303"/>
                <a:gd name="connsiteX163" fmla="*/ 1008037 w 1910495"/>
                <a:gd name="connsiteY163" fmla="*/ 1687413 h 2705303"/>
                <a:gd name="connsiteX164" fmla="*/ 616810 w 1910495"/>
                <a:gd name="connsiteY164" fmla="*/ 1628549 h 2705303"/>
                <a:gd name="connsiteX165" fmla="*/ 615813 w 1910495"/>
                <a:gd name="connsiteY165" fmla="*/ 1628549 h 2705303"/>
                <a:gd name="connsiteX166" fmla="*/ 1033691 w 1910495"/>
                <a:gd name="connsiteY166" fmla="*/ 1243522 h 2705303"/>
                <a:gd name="connsiteX167" fmla="*/ 618093 w 1910495"/>
                <a:gd name="connsiteY167" fmla="*/ 1628407 h 2705303"/>
                <a:gd name="connsiteX168" fmla="*/ 1007325 w 1910495"/>
                <a:gd name="connsiteY168" fmla="*/ 1686844 h 2705303"/>
                <a:gd name="connsiteX169" fmla="*/ 1033691 w 1910495"/>
                <a:gd name="connsiteY169" fmla="*/ 1241815 h 2705303"/>
                <a:gd name="connsiteX170" fmla="*/ 1036257 w 1910495"/>
                <a:gd name="connsiteY170" fmla="*/ 1240678 h 2705303"/>
                <a:gd name="connsiteX171" fmla="*/ 616810 w 1910495"/>
                <a:gd name="connsiteY171" fmla="*/ 1629545 h 2705303"/>
                <a:gd name="connsiteX172" fmla="*/ 545549 w 1910495"/>
                <a:gd name="connsiteY172" fmla="*/ 1451107 h 2705303"/>
                <a:gd name="connsiteX173" fmla="*/ 545549 w 1910495"/>
                <a:gd name="connsiteY173" fmla="*/ 1451107 h 2705303"/>
                <a:gd name="connsiteX174" fmla="*/ 1031411 w 1910495"/>
                <a:gd name="connsiteY174" fmla="*/ 1243806 h 2705303"/>
                <a:gd name="connsiteX175" fmla="*/ 545976 w 1910495"/>
                <a:gd name="connsiteY175" fmla="*/ 1451107 h 2705303"/>
                <a:gd name="connsiteX176" fmla="*/ 617238 w 1910495"/>
                <a:gd name="connsiteY176" fmla="*/ 1627838 h 2705303"/>
                <a:gd name="connsiteX177" fmla="*/ 225156 w 1910495"/>
                <a:gd name="connsiteY177" fmla="*/ 1077454 h 2705303"/>
                <a:gd name="connsiteX178" fmla="*/ 225156 w 1910495"/>
                <a:gd name="connsiteY178" fmla="*/ 1076600 h 2705303"/>
                <a:gd name="connsiteX179" fmla="*/ 545121 w 1910495"/>
                <a:gd name="connsiteY179" fmla="*/ 1450538 h 2705303"/>
                <a:gd name="connsiteX180" fmla="*/ 545121 w 1910495"/>
                <a:gd name="connsiteY180" fmla="*/ 1451249 h 2705303"/>
                <a:gd name="connsiteX181" fmla="*/ 32037 w 1910495"/>
                <a:gd name="connsiteY181" fmla="*/ 1547790 h 2705303"/>
                <a:gd name="connsiteX182" fmla="*/ 225156 w 1910495"/>
                <a:gd name="connsiteY182" fmla="*/ 1078449 h 2705303"/>
                <a:gd name="connsiteX183" fmla="*/ 35172 w 1910495"/>
                <a:gd name="connsiteY183" fmla="*/ 1546511 h 2705303"/>
                <a:gd name="connsiteX184" fmla="*/ 544408 w 1910495"/>
                <a:gd name="connsiteY184" fmla="*/ 1450538 h 2705303"/>
                <a:gd name="connsiteX185" fmla="*/ 1573427 w 1910495"/>
                <a:gd name="connsiteY185" fmla="*/ 630719 h 2705303"/>
                <a:gd name="connsiteX186" fmla="*/ 1573427 w 1910495"/>
                <a:gd name="connsiteY186" fmla="*/ 628302 h 2705303"/>
                <a:gd name="connsiteX187" fmla="*/ 1692435 w 1910495"/>
                <a:gd name="connsiteY187" fmla="*/ 1500159 h 2705303"/>
                <a:gd name="connsiteX188" fmla="*/ 1692435 w 1910495"/>
                <a:gd name="connsiteY188" fmla="*/ 1504709 h 2705303"/>
                <a:gd name="connsiteX189" fmla="*/ 1492902 w 1910495"/>
                <a:gd name="connsiteY189" fmla="*/ 955746 h 2705303"/>
                <a:gd name="connsiteX190" fmla="*/ 1492902 w 1910495"/>
                <a:gd name="connsiteY190" fmla="*/ 955746 h 2705303"/>
                <a:gd name="connsiteX191" fmla="*/ 1573427 w 1910495"/>
                <a:gd name="connsiteY191" fmla="*/ 633420 h 2705303"/>
                <a:gd name="connsiteX192" fmla="*/ 1494042 w 1910495"/>
                <a:gd name="connsiteY192" fmla="*/ 955604 h 2705303"/>
                <a:gd name="connsiteX193" fmla="*/ 1691152 w 1910495"/>
                <a:gd name="connsiteY193" fmla="*/ 1495894 h 2705303"/>
                <a:gd name="connsiteX194" fmla="*/ 1284105 w 1910495"/>
                <a:gd name="connsiteY194" fmla="*/ 538016 h 2705303"/>
                <a:gd name="connsiteX195" fmla="*/ 1034546 w 1910495"/>
                <a:gd name="connsiteY195" fmla="*/ 1242526 h 2705303"/>
                <a:gd name="connsiteX196" fmla="*/ 1034546 w 1910495"/>
                <a:gd name="connsiteY196" fmla="*/ 1244375 h 2705303"/>
                <a:gd name="connsiteX197" fmla="*/ 927226 w 1910495"/>
                <a:gd name="connsiteY197" fmla="*/ 514130 h 2705303"/>
                <a:gd name="connsiteX198" fmla="*/ 927226 w 1910495"/>
                <a:gd name="connsiteY198" fmla="*/ 514130 h 2705303"/>
                <a:gd name="connsiteX199" fmla="*/ 1282822 w 1910495"/>
                <a:gd name="connsiteY199" fmla="*/ 538869 h 2705303"/>
                <a:gd name="connsiteX200" fmla="*/ 926514 w 1910495"/>
                <a:gd name="connsiteY200" fmla="*/ 514698 h 2705303"/>
                <a:gd name="connsiteX201" fmla="*/ 1032551 w 1910495"/>
                <a:gd name="connsiteY201" fmla="*/ 1239825 h 2705303"/>
                <a:gd name="connsiteX202" fmla="*/ 936775 w 1910495"/>
                <a:gd name="connsiteY202" fmla="*/ 18769 h 2705303"/>
                <a:gd name="connsiteX203" fmla="*/ 936775 w 1910495"/>
                <a:gd name="connsiteY203" fmla="*/ 17205 h 2705303"/>
                <a:gd name="connsiteX204" fmla="*/ 1284960 w 1910495"/>
                <a:gd name="connsiteY204" fmla="*/ 538158 h 2705303"/>
                <a:gd name="connsiteX205" fmla="*/ 1284960 w 1910495"/>
                <a:gd name="connsiteY205" fmla="*/ 539012 h 2705303"/>
                <a:gd name="connsiteX206" fmla="*/ 927226 w 1910495"/>
                <a:gd name="connsiteY206" fmla="*/ 514556 h 2705303"/>
                <a:gd name="connsiteX207" fmla="*/ 927226 w 1910495"/>
                <a:gd name="connsiteY207" fmla="*/ 514556 h 2705303"/>
                <a:gd name="connsiteX208" fmla="*/ 937773 w 1910495"/>
                <a:gd name="connsiteY208" fmla="*/ 20475 h 2705303"/>
                <a:gd name="connsiteX209" fmla="*/ 928224 w 1910495"/>
                <a:gd name="connsiteY209" fmla="*/ 513703 h 2705303"/>
                <a:gd name="connsiteX210" fmla="*/ 1283535 w 1910495"/>
                <a:gd name="connsiteY210" fmla="*/ 537874 h 2705303"/>
                <a:gd name="connsiteX211" fmla="*/ 1883131 w 1910495"/>
                <a:gd name="connsiteY211" fmla="*/ 1052714 h 2705303"/>
                <a:gd name="connsiteX212" fmla="*/ 1894818 w 1910495"/>
                <a:gd name="connsiteY212" fmla="*/ 1048448 h 2705303"/>
                <a:gd name="connsiteX213" fmla="*/ 1906220 w 1910495"/>
                <a:gd name="connsiteY213" fmla="*/ 1053851 h 2705303"/>
                <a:gd name="connsiteX214" fmla="*/ 1910495 w 1910495"/>
                <a:gd name="connsiteY214" fmla="*/ 1064799 h 2705303"/>
                <a:gd name="connsiteX215" fmla="*/ 1905079 w 1910495"/>
                <a:gd name="connsiteY215" fmla="*/ 1076885 h 2705303"/>
                <a:gd name="connsiteX216" fmla="*/ 1882119 w 1910495"/>
                <a:gd name="connsiteY216" fmla="*/ 1075890 h 2705303"/>
                <a:gd name="connsiteX217" fmla="*/ 1881991 w 1910495"/>
                <a:gd name="connsiteY217" fmla="*/ 1075747 h 2705303"/>
                <a:gd name="connsiteX218" fmla="*/ 1877715 w 1910495"/>
                <a:gd name="connsiteY218" fmla="*/ 1064799 h 2705303"/>
                <a:gd name="connsiteX219" fmla="*/ 1883131 w 1910495"/>
                <a:gd name="connsiteY219" fmla="*/ 1052714 h 2705303"/>
                <a:gd name="connsiteX220" fmla="*/ 1903227 w 1910495"/>
                <a:gd name="connsiteY220" fmla="*/ 1056410 h 2705303"/>
                <a:gd name="connsiteX221" fmla="*/ 1894675 w 1910495"/>
                <a:gd name="connsiteY221" fmla="*/ 1052429 h 2705303"/>
                <a:gd name="connsiteX222" fmla="*/ 1885696 w 1910495"/>
                <a:gd name="connsiteY222" fmla="*/ 1055700 h 2705303"/>
                <a:gd name="connsiteX223" fmla="*/ 1884955 w 1910495"/>
                <a:gd name="connsiteY223" fmla="*/ 1073174 h 2705303"/>
                <a:gd name="connsiteX224" fmla="*/ 1893535 w 1910495"/>
                <a:gd name="connsiteY224" fmla="*/ 1077169 h 2705303"/>
                <a:gd name="connsiteX225" fmla="*/ 1902514 w 1910495"/>
                <a:gd name="connsiteY225" fmla="*/ 1073899 h 2705303"/>
                <a:gd name="connsiteX226" fmla="*/ 1902514 w 1910495"/>
                <a:gd name="connsiteY226" fmla="*/ 1056410 h 2705303"/>
                <a:gd name="connsiteX227" fmla="*/ 1842939 w 1910495"/>
                <a:gd name="connsiteY227" fmla="*/ 1671915 h 2705303"/>
                <a:gd name="connsiteX228" fmla="*/ 1865900 w 1910495"/>
                <a:gd name="connsiteY228" fmla="*/ 1672768 h 2705303"/>
                <a:gd name="connsiteX229" fmla="*/ 1866028 w 1910495"/>
                <a:gd name="connsiteY229" fmla="*/ 1672910 h 2705303"/>
                <a:gd name="connsiteX230" fmla="*/ 1864959 w 1910495"/>
                <a:gd name="connsiteY230" fmla="*/ 1696014 h 2705303"/>
                <a:gd name="connsiteX231" fmla="*/ 1841799 w 1910495"/>
                <a:gd name="connsiteY231" fmla="*/ 1694948 h 2705303"/>
                <a:gd name="connsiteX232" fmla="*/ 1837523 w 1910495"/>
                <a:gd name="connsiteY232" fmla="*/ 1683858 h 2705303"/>
                <a:gd name="connsiteX233" fmla="*/ 1842939 w 1910495"/>
                <a:gd name="connsiteY233" fmla="*/ 1671915 h 2705303"/>
                <a:gd name="connsiteX234" fmla="*/ 1863035 w 1910495"/>
                <a:gd name="connsiteY234" fmla="*/ 1675611 h 2705303"/>
                <a:gd name="connsiteX235" fmla="*/ 1845519 w 1910495"/>
                <a:gd name="connsiteY235" fmla="*/ 1674744 h 2705303"/>
                <a:gd name="connsiteX236" fmla="*/ 1845505 w 1910495"/>
                <a:gd name="connsiteY236" fmla="*/ 1674758 h 2705303"/>
                <a:gd name="connsiteX237" fmla="*/ 1844649 w 1910495"/>
                <a:gd name="connsiteY237" fmla="*/ 1692247 h 2705303"/>
                <a:gd name="connsiteX238" fmla="*/ 1862180 w 1910495"/>
                <a:gd name="connsiteY238" fmla="*/ 1693100 h 2705303"/>
                <a:gd name="connsiteX239" fmla="*/ 1863249 w 1910495"/>
                <a:gd name="connsiteY239" fmla="*/ 1675839 h 2705303"/>
                <a:gd name="connsiteX240" fmla="*/ 1863035 w 1910495"/>
                <a:gd name="connsiteY240" fmla="*/ 1675611 h 2705303"/>
                <a:gd name="connsiteX241" fmla="*/ 921383 w 1910495"/>
                <a:gd name="connsiteY241" fmla="*/ 2403155 h 2705303"/>
                <a:gd name="connsiteX242" fmla="*/ 941479 w 1910495"/>
                <a:gd name="connsiteY242" fmla="*/ 2395193 h 2705303"/>
                <a:gd name="connsiteX243" fmla="*/ 961004 w 1910495"/>
                <a:gd name="connsiteY243" fmla="*/ 2404434 h 2705303"/>
                <a:gd name="connsiteX244" fmla="*/ 968416 w 1910495"/>
                <a:gd name="connsiteY244" fmla="*/ 2423487 h 2705303"/>
                <a:gd name="connsiteX245" fmla="*/ 939533 w 1910495"/>
                <a:gd name="connsiteY245" fmla="*/ 2451539 h 2705303"/>
                <a:gd name="connsiteX246" fmla="*/ 919102 w 1910495"/>
                <a:gd name="connsiteY246" fmla="*/ 2442539 h 2705303"/>
                <a:gd name="connsiteX247" fmla="*/ 911691 w 1910495"/>
                <a:gd name="connsiteY247" fmla="*/ 2423487 h 2705303"/>
                <a:gd name="connsiteX248" fmla="*/ 921383 w 1910495"/>
                <a:gd name="connsiteY248" fmla="*/ 2403155 h 2705303"/>
                <a:gd name="connsiteX249" fmla="*/ 958581 w 1910495"/>
                <a:gd name="connsiteY249" fmla="*/ 2407562 h 2705303"/>
                <a:gd name="connsiteX250" fmla="*/ 941621 w 1910495"/>
                <a:gd name="connsiteY250" fmla="*/ 2399743 h 2705303"/>
                <a:gd name="connsiteX251" fmla="*/ 924091 w 1910495"/>
                <a:gd name="connsiteY251" fmla="*/ 2405999 h 2705303"/>
                <a:gd name="connsiteX252" fmla="*/ 916110 w 1910495"/>
                <a:gd name="connsiteY252" fmla="*/ 2424056 h 2705303"/>
                <a:gd name="connsiteX253" fmla="*/ 922523 w 1910495"/>
                <a:gd name="connsiteY253" fmla="*/ 2440406 h 2705303"/>
                <a:gd name="connsiteX254" fmla="*/ 957014 w 1910495"/>
                <a:gd name="connsiteY254" fmla="*/ 2441971 h 2705303"/>
                <a:gd name="connsiteX255" fmla="*/ 958581 w 1910495"/>
                <a:gd name="connsiteY255" fmla="*/ 2407562 h 2705303"/>
                <a:gd name="connsiteX256" fmla="*/ 1202867 w 1910495"/>
                <a:gd name="connsiteY256" fmla="*/ 2062630 h 2705303"/>
                <a:gd name="connsiteX257" fmla="*/ 1251610 w 1910495"/>
                <a:gd name="connsiteY257" fmla="*/ 2064905 h 2705303"/>
                <a:gd name="connsiteX258" fmla="*/ 1249329 w 1910495"/>
                <a:gd name="connsiteY258" fmla="*/ 2113531 h 2705303"/>
                <a:gd name="connsiteX259" fmla="*/ 1200586 w 1910495"/>
                <a:gd name="connsiteY259" fmla="*/ 2111256 h 2705303"/>
                <a:gd name="connsiteX260" fmla="*/ 1202867 w 1910495"/>
                <a:gd name="connsiteY260" fmla="*/ 2062630 h 2705303"/>
                <a:gd name="connsiteX261" fmla="*/ 1248617 w 1910495"/>
                <a:gd name="connsiteY261" fmla="*/ 2067606 h 2705303"/>
                <a:gd name="connsiteX262" fmla="*/ 1205860 w 1910495"/>
                <a:gd name="connsiteY262" fmla="*/ 2065616 h 2705303"/>
                <a:gd name="connsiteX263" fmla="*/ 1201944 w 1910495"/>
                <a:gd name="connsiteY263" fmla="*/ 2108469 h 2705303"/>
                <a:gd name="connsiteX264" fmla="*/ 1244900 w 1910495"/>
                <a:gd name="connsiteY264" fmla="*/ 2112379 h 2705303"/>
                <a:gd name="connsiteX265" fmla="*/ 1246621 w 1910495"/>
                <a:gd name="connsiteY265" fmla="*/ 2110829 h 2705303"/>
                <a:gd name="connsiteX266" fmla="*/ 1256598 w 1910495"/>
                <a:gd name="connsiteY266" fmla="*/ 2088223 h 2705303"/>
                <a:gd name="connsiteX267" fmla="*/ 1248617 w 1910495"/>
                <a:gd name="connsiteY267" fmla="*/ 2068175 h 2705303"/>
                <a:gd name="connsiteX268" fmla="*/ 1214126 w 1910495"/>
                <a:gd name="connsiteY268" fmla="*/ 2075142 h 2705303"/>
                <a:gd name="connsiteX269" fmla="*/ 1238905 w 1910495"/>
                <a:gd name="connsiteY269" fmla="*/ 2075952 h 2705303"/>
                <a:gd name="connsiteX270" fmla="*/ 1239210 w 1910495"/>
                <a:gd name="connsiteY270" fmla="*/ 2076279 h 2705303"/>
                <a:gd name="connsiteX271" fmla="*/ 1243771 w 1910495"/>
                <a:gd name="connsiteY271" fmla="*/ 2088080 h 2705303"/>
                <a:gd name="connsiteX272" fmla="*/ 1237927 w 1910495"/>
                <a:gd name="connsiteY272" fmla="*/ 2101161 h 2705303"/>
                <a:gd name="connsiteX273" fmla="*/ 1225243 w 1910495"/>
                <a:gd name="connsiteY273" fmla="*/ 2105711 h 2705303"/>
                <a:gd name="connsiteX274" fmla="*/ 1212986 w 1910495"/>
                <a:gd name="connsiteY274" fmla="*/ 2100024 h 2705303"/>
                <a:gd name="connsiteX275" fmla="*/ 1208425 w 1910495"/>
                <a:gd name="connsiteY275" fmla="*/ 2088080 h 2705303"/>
                <a:gd name="connsiteX276" fmla="*/ 1214126 w 1910495"/>
                <a:gd name="connsiteY276" fmla="*/ 2075142 h 2705303"/>
                <a:gd name="connsiteX277" fmla="*/ 1236217 w 1910495"/>
                <a:gd name="connsiteY277" fmla="*/ 2078839 h 2705303"/>
                <a:gd name="connsiteX278" fmla="*/ 1226668 w 1910495"/>
                <a:gd name="connsiteY278" fmla="*/ 2074431 h 2705303"/>
                <a:gd name="connsiteX279" fmla="*/ 1216834 w 1910495"/>
                <a:gd name="connsiteY279" fmla="*/ 2077985 h 2705303"/>
                <a:gd name="connsiteX280" fmla="*/ 1215836 w 1910495"/>
                <a:gd name="connsiteY280" fmla="*/ 2097322 h 2705303"/>
                <a:gd name="connsiteX281" fmla="*/ 1225385 w 1910495"/>
                <a:gd name="connsiteY281" fmla="*/ 2101872 h 2705303"/>
                <a:gd name="connsiteX282" fmla="*/ 1239638 w 1910495"/>
                <a:gd name="connsiteY282" fmla="*/ 2087654 h 2705303"/>
                <a:gd name="connsiteX283" fmla="*/ 1236217 w 1910495"/>
                <a:gd name="connsiteY283" fmla="*/ 2078839 h 2705303"/>
                <a:gd name="connsiteX284" fmla="*/ 1749301 w 1910495"/>
                <a:gd name="connsiteY284" fmla="*/ 2119787 h 2705303"/>
                <a:gd name="connsiteX285" fmla="*/ 1787156 w 1910495"/>
                <a:gd name="connsiteY285" fmla="*/ 2121436 h 2705303"/>
                <a:gd name="connsiteX286" fmla="*/ 1787213 w 1910495"/>
                <a:gd name="connsiteY286" fmla="*/ 2121493 h 2705303"/>
                <a:gd name="connsiteX287" fmla="*/ 1794196 w 1910495"/>
                <a:gd name="connsiteY287" fmla="*/ 2139550 h 2705303"/>
                <a:gd name="connsiteX288" fmla="*/ 1767316 w 1910495"/>
                <a:gd name="connsiteY288" fmla="*/ 2166195 h 2705303"/>
                <a:gd name="connsiteX289" fmla="*/ 1747591 w 1910495"/>
                <a:gd name="connsiteY289" fmla="*/ 2157465 h 2705303"/>
                <a:gd name="connsiteX290" fmla="*/ 1740607 w 1910495"/>
                <a:gd name="connsiteY290" fmla="*/ 2139550 h 2705303"/>
                <a:gd name="connsiteX291" fmla="*/ 1749301 w 1910495"/>
                <a:gd name="connsiteY291" fmla="*/ 2119787 h 2705303"/>
                <a:gd name="connsiteX292" fmla="*/ 1784220 w 1910495"/>
                <a:gd name="connsiteY292" fmla="*/ 2124195 h 2705303"/>
                <a:gd name="connsiteX293" fmla="*/ 1768399 w 1910495"/>
                <a:gd name="connsiteY293" fmla="*/ 2116801 h 2705303"/>
                <a:gd name="connsiteX294" fmla="*/ 1752009 w 1910495"/>
                <a:gd name="connsiteY294" fmla="*/ 2122631 h 2705303"/>
                <a:gd name="connsiteX295" fmla="*/ 1744598 w 1910495"/>
                <a:gd name="connsiteY295" fmla="*/ 2139550 h 2705303"/>
                <a:gd name="connsiteX296" fmla="*/ 1767388 w 1910495"/>
                <a:gd name="connsiteY296" fmla="*/ 2162313 h 2705303"/>
                <a:gd name="connsiteX297" fmla="*/ 1790206 w 1910495"/>
                <a:gd name="connsiteY297" fmla="*/ 2139564 h 2705303"/>
                <a:gd name="connsiteX298" fmla="*/ 1784220 w 1910495"/>
                <a:gd name="connsiteY298" fmla="*/ 2124195 h 2705303"/>
                <a:gd name="connsiteX299" fmla="*/ 706315 w 1910495"/>
                <a:gd name="connsiteY299" fmla="*/ 1945472 h 2705303"/>
                <a:gd name="connsiteX300" fmla="*/ 732096 w 1910495"/>
                <a:gd name="connsiteY300" fmla="*/ 1946453 h 2705303"/>
                <a:gd name="connsiteX301" fmla="*/ 736958 w 1910495"/>
                <a:gd name="connsiteY301" fmla="*/ 1958980 h 2705303"/>
                <a:gd name="connsiteX302" fmla="*/ 730972 w 1910495"/>
                <a:gd name="connsiteY302" fmla="*/ 1973198 h 2705303"/>
                <a:gd name="connsiteX303" fmla="*/ 717859 w 1910495"/>
                <a:gd name="connsiteY303" fmla="*/ 1978032 h 2705303"/>
                <a:gd name="connsiteX304" fmla="*/ 705175 w 1910495"/>
                <a:gd name="connsiteY304" fmla="*/ 1972060 h 2705303"/>
                <a:gd name="connsiteX305" fmla="*/ 700329 w 1910495"/>
                <a:gd name="connsiteY305" fmla="*/ 1959690 h 2705303"/>
                <a:gd name="connsiteX306" fmla="*/ 706315 w 1910495"/>
                <a:gd name="connsiteY306" fmla="*/ 1945472 h 2705303"/>
                <a:gd name="connsiteX307" fmla="*/ 729261 w 1910495"/>
                <a:gd name="connsiteY307" fmla="*/ 1949311 h 2705303"/>
                <a:gd name="connsiteX308" fmla="*/ 709146 w 1910495"/>
                <a:gd name="connsiteY308" fmla="*/ 1948046 h 2705303"/>
                <a:gd name="connsiteX309" fmla="*/ 704320 w 1910495"/>
                <a:gd name="connsiteY309" fmla="*/ 1958980 h 2705303"/>
                <a:gd name="connsiteX310" fmla="*/ 708025 w 1910495"/>
                <a:gd name="connsiteY310" fmla="*/ 1968648 h 2705303"/>
                <a:gd name="connsiteX311" fmla="*/ 718002 w 1910495"/>
                <a:gd name="connsiteY311" fmla="*/ 1973340 h 2705303"/>
                <a:gd name="connsiteX312" fmla="*/ 728406 w 1910495"/>
                <a:gd name="connsiteY312" fmla="*/ 1969643 h 2705303"/>
                <a:gd name="connsiteX313" fmla="*/ 733109 w 1910495"/>
                <a:gd name="connsiteY313" fmla="*/ 1958980 h 2705303"/>
                <a:gd name="connsiteX314" fmla="*/ 729261 w 1910495"/>
                <a:gd name="connsiteY314" fmla="*/ 1949311 h 2705303"/>
                <a:gd name="connsiteX315" fmla="*/ 710876 w 1910495"/>
                <a:gd name="connsiteY315" fmla="*/ 1950449 h 2705303"/>
                <a:gd name="connsiteX316" fmla="*/ 719285 w 1910495"/>
                <a:gd name="connsiteY316" fmla="*/ 1947463 h 2705303"/>
                <a:gd name="connsiteX317" fmla="*/ 730202 w 1910495"/>
                <a:gd name="connsiteY317" fmla="*/ 1959577 h 2705303"/>
                <a:gd name="connsiteX318" fmla="*/ 726411 w 1910495"/>
                <a:gd name="connsiteY318" fmla="*/ 1967510 h 2705303"/>
                <a:gd name="connsiteX319" fmla="*/ 718144 w 1910495"/>
                <a:gd name="connsiteY319" fmla="*/ 1970496 h 2705303"/>
                <a:gd name="connsiteX320" fmla="*/ 710163 w 1910495"/>
                <a:gd name="connsiteY320" fmla="*/ 1966799 h 2705303"/>
                <a:gd name="connsiteX321" fmla="*/ 707170 w 1910495"/>
                <a:gd name="connsiteY321" fmla="*/ 1958980 h 2705303"/>
                <a:gd name="connsiteX322" fmla="*/ 710876 w 1910495"/>
                <a:gd name="connsiteY322" fmla="*/ 1950449 h 2705303"/>
                <a:gd name="connsiteX323" fmla="*/ 724273 w 1910495"/>
                <a:gd name="connsiteY323" fmla="*/ 1953861 h 2705303"/>
                <a:gd name="connsiteX324" fmla="*/ 719000 w 1910495"/>
                <a:gd name="connsiteY324" fmla="*/ 1951444 h 2705303"/>
                <a:gd name="connsiteX325" fmla="*/ 713584 w 1910495"/>
                <a:gd name="connsiteY325" fmla="*/ 1953434 h 2705303"/>
                <a:gd name="connsiteX326" fmla="*/ 713302 w 1910495"/>
                <a:gd name="connsiteY326" fmla="*/ 1964283 h 2705303"/>
                <a:gd name="connsiteX327" fmla="*/ 718287 w 1910495"/>
                <a:gd name="connsiteY327" fmla="*/ 1966657 h 2705303"/>
                <a:gd name="connsiteX328" fmla="*/ 723845 w 1910495"/>
                <a:gd name="connsiteY328" fmla="*/ 1964667 h 2705303"/>
                <a:gd name="connsiteX329" fmla="*/ 723845 w 1910495"/>
                <a:gd name="connsiteY329" fmla="*/ 1953861 h 2705303"/>
                <a:gd name="connsiteX330" fmla="*/ 1554329 w 1910495"/>
                <a:gd name="connsiteY330" fmla="*/ 1414139 h 2705303"/>
                <a:gd name="connsiteX331" fmla="*/ 1622313 w 1910495"/>
                <a:gd name="connsiteY331" fmla="*/ 1417267 h 2705303"/>
                <a:gd name="connsiteX332" fmla="*/ 1634855 w 1910495"/>
                <a:gd name="connsiteY332" fmla="*/ 1449543 h 2705303"/>
                <a:gd name="connsiteX333" fmla="*/ 1586597 w 1910495"/>
                <a:gd name="connsiteY333" fmla="*/ 1497515 h 2705303"/>
                <a:gd name="connsiteX334" fmla="*/ 1551194 w 1910495"/>
                <a:gd name="connsiteY334" fmla="*/ 1481960 h 2705303"/>
                <a:gd name="connsiteX335" fmla="*/ 1538652 w 1910495"/>
                <a:gd name="connsiteY335" fmla="*/ 1449685 h 2705303"/>
                <a:gd name="connsiteX336" fmla="*/ 1554329 w 1910495"/>
                <a:gd name="connsiteY336" fmla="*/ 1414139 h 2705303"/>
                <a:gd name="connsiteX337" fmla="*/ 1619463 w 1910495"/>
                <a:gd name="connsiteY337" fmla="*/ 1419969 h 2705303"/>
                <a:gd name="connsiteX338" fmla="*/ 1556866 w 1910495"/>
                <a:gd name="connsiteY338" fmla="*/ 1416727 h 2705303"/>
                <a:gd name="connsiteX339" fmla="*/ 1553617 w 1910495"/>
                <a:gd name="connsiteY339" fmla="*/ 1479188 h 2705303"/>
                <a:gd name="connsiteX340" fmla="*/ 1616213 w 1910495"/>
                <a:gd name="connsiteY340" fmla="*/ 1482415 h 2705303"/>
                <a:gd name="connsiteX341" fmla="*/ 1630864 w 1910495"/>
                <a:gd name="connsiteY341" fmla="*/ 1449543 h 2705303"/>
                <a:gd name="connsiteX342" fmla="*/ 1619748 w 1910495"/>
                <a:gd name="connsiteY342" fmla="*/ 1420253 h 2705303"/>
                <a:gd name="connsiteX343" fmla="*/ 1563878 w 1910495"/>
                <a:gd name="connsiteY343" fmla="*/ 1424661 h 2705303"/>
                <a:gd name="connsiteX344" fmla="*/ 1611624 w 1910495"/>
                <a:gd name="connsiteY344" fmla="*/ 1425941 h 2705303"/>
                <a:gd name="connsiteX345" fmla="*/ 1620888 w 1910495"/>
                <a:gd name="connsiteY345" fmla="*/ 1449543 h 2705303"/>
                <a:gd name="connsiteX346" fmla="*/ 1586882 w 1910495"/>
                <a:gd name="connsiteY346" fmla="*/ 1483297 h 2705303"/>
                <a:gd name="connsiteX347" fmla="*/ 1553047 w 1910495"/>
                <a:gd name="connsiteY347" fmla="*/ 1449358 h 2705303"/>
                <a:gd name="connsiteX348" fmla="*/ 1563878 w 1910495"/>
                <a:gd name="connsiteY348" fmla="*/ 1424661 h 2705303"/>
                <a:gd name="connsiteX349" fmla="*/ 1608916 w 1910495"/>
                <a:gd name="connsiteY349" fmla="*/ 1429495 h 2705303"/>
                <a:gd name="connsiteX350" fmla="*/ 1566629 w 1910495"/>
                <a:gd name="connsiteY350" fmla="*/ 1427604 h 2705303"/>
                <a:gd name="connsiteX351" fmla="*/ 1564734 w 1910495"/>
                <a:gd name="connsiteY351" fmla="*/ 1469789 h 2705303"/>
                <a:gd name="connsiteX352" fmla="*/ 1607020 w 1910495"/>
                <a:gd name="connsiteY352" fmla="*/ 1471680 h 2705303"/>
                <a:gd name="connsiteX353" fmla="*/ 1616755 w 1910495"/>
                <a:gd name="connsiteY353" fmla="*/ 1449543 h 2705303"/>
                <a:gd name="connsiteX354" fmla="*/ 1609201 w 1910495"/>
                <a:gd name="connsiteY354" fmla="*/ 1429780 h 2705303"/>
                <a:gd name="connsiteX355" fmla="*/ 646883 w 1910495"/>
                <a:gd name="connsiteY355" fmla="*/ 2119787 h 2705303"/>
                <a:gd name="connsiteX356" fmla="*/ 690495 w 1910495"/>
                <a:gd name="connsiteY356" fmla="*/ 2121778 h 2705303"/>
                <a:gd name="connsiteX357" fmla="*/ 688626 w 1910495"/>
                <a:gd name="connsiteY357" fmla="*/ 2165171 h 2705303"/>
                <a:gd name="connsiteX358" fmla="*/ 688500 w 1910495"/>
                <a:gd name="connsiteY358" fmla="*/ 2165285 h 2705303"/>
                <a:gd name="connsiteX359" fmla="*/ 645009 w 1910495"/>
                <a:gd name="connsiteY359" fmla="*/ 2160650 h 2705303"/>
                <a:gd name="connsiteX360" fmla="*/ 646883 w 1910495"/>
                <a:gd name="connsiteY360" fmla="*/ 2119787 h 2705303"/>
                <a:gd name="connsiteX361" fmla="*/ 687644 w 1910495"/>
                <a:gd name="connsiteY361" fmla="*/ 2124337 h 2705303"/>
                <a:gd name="connsiteX362" fmla="*/ 649591 w 1910495"/>
                <a:gd name="connsiteY362" fmla="*/ 2122631 h 2705303"/>
                <a:gd name="connsiteX363" fmla="*/ 640754 w 1910495"/>
                <a:gd name="connsiteY363" fmla="*/ 2142536 h 2705303"/>
                <a:gd name="connsiteX364" fmla="*/ 647880 w 1910495"/>
                <a:gd name="connsiteY364" fmla="*/ 2160593 h 2705303"/>
                <a:gd name="connsiteX365" fmla="*/ 685732 w 1910495"/>
                <a:gd name="connsiteY365" fmla="*/ 2162356 h 2705303"/>
                <a:gd name="connsiteX366" fmla="*/ 685792 w 1910495"/>
                <a:gd name="connsiteY366" fmla="*/ 2162299 h 2705303"/>
                <a:gd name="connsiteX367" fmla="*/ 694628 w 1910495"/>
                <a:gd name="connsiteY367" fmla="*/ 2142536 h 2705303"/>
                <a:gd name="connsiteX368" fmla="*/ 687644 w 1910495"/>
                <a:gd name="connsiteY368" fmla="*/ 2125048 h 2705303"/>
                <a:gd name="connsiteX369" fmla="*/ 656574 w 1910495"/>
                <a:gd name="connsiteY369" fmla="*/ 2130308 h 2705303"/>
                <a:gd name="connsiteX370" fmla="*/ 679730 w 1910495"/>
                <a:gd name="connsiteY370" fmla="*/ 2131361 h 2705303"/>
                <a:gd name="connsiteX371" fmla="*/ 679806 w 1910495"/>
                <a:gd name="connsiteY371" fmla="*/ 2131446 h 2705303"/>
                <a:gd name="connsiteX372" fmla="*/ 684224 w 1910495"/>
                <a:gd name="connsiteY372" fmla="*/ 2142536 h 2705303"/>
                <a:gd name="connsiteX373" fmla="*/ 678808 w 1910495"/>
                <a:gd name="connsiteY373" fmla="*/ 2154621 h 2705303"/>
                <a:gd name="connsiteX374" fmla="*/ 655652 w 1910495"/>
                <a:gd name="connsiteY374" fmla="*/ 2153569 h 2705303"/>
                <a:gd name="connsiteX375" fmla="*/ 655577 w 1910495"/>
                <a:gd name="connsiteY375" fmla="*/ 2153484 h 2705303"/>
                <a:gd name="connsiteX376" fmla="*/ 651301 w 1910495"/>
                <a:gd name="connsiteY376" fmla="*/ 2142536 h 2705303"/>
                <a:gd name="connsiteX377" fmla="*/ 656432 w 1910495"/>
                <a:gd name="connsiteY377" fmla="*/ 2130308 h 2705303"/>
                <a:gd name="connsiteX378" fmla="*/ 676955 w 1910495"/>
                <a:gd name="connsiteY378" fmla="*/ 2134005 h 2705303"/>
                <a:gd name="connsiteX379" fmla="*/ 659421 w 1910495"/>
                <a:gd name="connsiteY379" fmla="*/ 2133863 h 2705303"/>
                <a:gd name="connsiteX380" fmla="*/ 659282 w 1910495"/>
                <a:gd name="connsiteY380" fmla="*/ 2134005 h 2705303"/>
                <a:gd name="connsiteX381" fmla="*/ 658427 w 1910495"/>
                <a:gd name="connsiteY381" fmla="*/ 2151636 h 2705303"/>
                <a:gd name="connsiteX382" fmla="*/ 676100 w 1910495"/>
                <a:gd name="connsiteY382" fmla="*/ 2152489 h 2705303"/>
                <a:gd name="connsiteX383" fmla="*/ 680233 w 1910495"/>
                <a:gd name="connsiteY383" fmla="*/ 2143247 h 2705303"/>
                <a:gd name="connsiteX384" fmla="*/ 676955 w 1910495"/>
                <a:gd name="connsiteY384" fmla="*/ 2134005 h 2705303"/>
                <a:gd name="connsiteX385" fmla="*/ 236558 w 1910495"/>
                <a:gd name="connsiteY385" fmla="*/ 1704616 h 2705303"/>
                <a:gd name="connsiteX386" fmla="*/ 280055 w 1910495"/>
                <a:gd name="connsiteY386" fmla="*/ 1706493 h 2705303"/>
                <a:gd name="connsiteX387" fmla="*/ 288151 w 1910495"/>
                <a:gd name="connsiteY387" fmla="*/ 1727366 h 2705303"/>
                <a:gd name="connsiteX388" fmla="*/ 278032 w 1910495"/>
                <a:gd name="connsiteY388" fmla="*/ 1750115 h 2705303"/>
                <a:gd name="connsiteX389" fmla="*/ 234491 w 1910495"/>
                <a:gd name="connsiteY389" fmla="*/ 1748053 h 2705303"/>
                <a:gd name="connsiteX390" fmla="*/ 236558 w 1910495"/>
                <a:gd name="connsiteY390" fmla="*/ 1704616 h 2705303"/>
                <a:gd name="connsiteX391" fmla="*/ 277177 w 1910495"/>
                <a:gd name="connsiteY391" fmla="*/ 1709308 h 2705303"/>
                <a:gd name="connsiteX392" fmla="*/ 239115 w 1910495"/>
                <a:gd name="connsiteY392" fmla="*/ 1707744 h 2705303"/>
                <a:gd name="connsiteX393" fmla="*/ 230429 w 1910495"/>
                <a:gd name="connsiteY393" fmla="*/ 1726939 h 2705303"/>
                <a:gd name="connsiteX394" fmla="*/ 257505 w 1910495"/>
                <a:gd name="connsiteY394" fmla="*/ 1753669 h 2705303"/>
                <a:gd name="connsiteX395" fmla="*/ 275467 w 1910495"/>
                <a:gd name="connsiteY395" fmla="*/ 1746702 h 2705303"/>
                <a:gd name="connsiteX396" fmla="*/ 284161 w 1910495"/>
                <a:gd name="connsiteY396" fmla="*/ 1726797 h 2705303"/>
                <a:gd name="connsiteX397" fmla="*/ 277177 w 1910495"/>
                <a:gd name="connsiteY397" fmla="*/ 1709308 h 2705303"/>
                <a:gd name="connsiteX398" fmla="*/ 310527 w 1910495"/>
                <a:gd name="connsiteY398" fmla="*/ 2093199 h 2705303"/>
                <a:gd name="connsiteX399" fmla="*/ 323782 w 1910495"/>
                <a:gd name="connsiteY399" fmla="*/ 2088507 h 2705303"/>
                <a:gd name="connsiteX400" fmla="*/ 336609 w 1910495"/>
                <a:gd name="connsiteY400" fmla="*/ 2094479 h 2705303"/>
                <a:gd name="connsiteX401" fmla="*/ 341455 w 1910495"/>
                <a:gd name="connsiteY401" fmla="*/ 2106848 h 2705303"/>
                <a:gd name="connsiteX402" fmla="*/ 335469 w 1910495"/>
                <a:gd name="connsiteY402" fmla="*/ 2121067 h 2705303"/>
                <a:gd name="connsiteX403" fmla="*/ 322072 w 1910495"/>
                <a:gd name="connsiteY403" fmla="*/ 2125759 h 2705303"/>
                <a:gd name="connsiteX404" fmla="*/ 309387 w 1910495"/>
                <a:gd name="connsiteY404" fmla="*/ 2119787 h 2705303"/>
                <a:gd name="connsiteX405" fmla="*/ 304542 w 1910495"/>
                <a:gd name="connsiteY405" fmla="*/ 2107417 h 2705303"/>
                <a:gd name="connsiteX406" fmla="*/ 310527 w 1910495"/>
                <a:gd name="connsiteY406" fmla="*/ 2093341 h 2705303"/>
                <a:gd name="connsiteX407" fmla="*/ 333759 w 1910495"/>
                <a:gd name="connsiteY407" fmla="*/ 2097038 h 2705303"/>
                <a:gd name="connsiteX408" fmla="*/ 323640 w 1910495"/>
                <a:gd name="connsiteY408" fmla="*/ 2092346 h 2705303"/>
                <a:gd name="connsiteX409" fmla="*/ 313235 w 1910495"/>
                <a:gd name="connsiteY409" fmla="*/ 2096185 h 2705303"/>
                <a:gd name="connsiteX410" fmla="*/ 308532 w 1910495"/>
                <a:gd name="connsiteY410" fmla="*/ 2106848 h 2705303"/>
                <a:gd name="connsiteX411" fmla="*/ 312238 w 1910495"/>
                <a:gd name="connsiteY411" fmla="*/ 2116517 h 2705303"/>
                <a:gd name="connsiteX412" fmla="*/ 332346 w 1910495"/>
                <a:gd name="connsiteY412" fmla="*/ 2117882 h 2705303"/>
                <a:gd name="connsiteX413" fmla="*/ 332761 w 1910495"/>
                <a:gd name="connsiteY413" fmla="*/ 2117512 h 2705303"/>
                <a:gd name="connsiteX414" fmla="*/ 334135 w 1910495"/>
                <a:gd name="connsiteY414" fmla="*/ 2097450 h 2705303"/>
                <a:gd name="connsiteX415" fmla="*/ 333759 w 1910495"/>
                <a:gd name="connsiteY415" fmla="*/ 2097038 h 2705303"/>
                <a:gd name="connsiteX416" fmla="*/ 679378 w 1910495"/>
                <a:gd name="connsiteY416" fmla="*/ 1457220 h 2705303"/>
                <a:gd name="connsiteX417" fmla="*/ 693630 w 1910495"/>
                <a:gd name="connsiteY417" fmla="*/ 1452244 h 2705303"/>
                <a:gd name="connsiteX418" fmla="*/ 707028 w 1910495"/>
                <a:gd name="connsiteY418" fmla="*/ 1458500 h 2705303"/>
                <a:gd name="connsiteX419" fmla="*/ 712016 w 1910495"/>
                <a:gd name="connsiteY419" fmla="*/ 1471439 h 2705303"/>
                <a:gd name="connsiteX420" fmla="*/ 705745 w 1910495"/>
                <a:gd name="connsiteY420" fmla="*/ 1485657 h 2705303"/>
                <a:gd name="connsiteX421" fmla="*/ 691493 w 1910495"/>
                <a:gd name="connsiteY421" fmla="*/ 1490633 h 2705303"/>
                <a:gd name="connsiteX422" fmla="*/ 678238 w 1910495"/>
                <a:gd name="connsiteY422" fmla="*/ 1484377 h 2705303"/>
                <a:gd name="connsiteX423" fmla="*/ 673107 w 1910495"/>
                <a:gd name="connsiteY423" fmla="*/ 1471439 h 2705303"/>
                <a:gd name="connsiteX424" fmla="*/ 679378 w 1910495"/>
                <a:gd name="connsiteY424" fmla="*/ 1457931 h 2705303"/>
                <a:gd name="connsiteX425" fmla="*/ 703607 w 1910495"/>
                <a:gd name="connsiteY425" fmla="*/ 1461059 h 2705303"/>
                <a:gd name="connsiteX426" fmla="*/ 693060 w 1910495"/>
                <a:gd name="connsiteY426" fmla="*/ 1456083 h 2705303"/>
                <a:gd name="connsiteX427" fmla="*/ 676972 w 1910495"/>
                <a:gd name="connsiteY427" fmla="*/ 1470714 h 2705303"/>
                <a:gd name="connsiteX428" fmla="*/ 676955 w 1910495"/>
                <a:gd name="connsiteY428" fmla="*/ 1471439 h 2705303"/>
                <a:gd name="connsiteX429" fmla="*/ 680946 w 1910495"/>
                <a:gd name="connsiteY429" fmla="*/ 1481676 h 2705303"/>
                <a:gd name="connsiteX430" fmla="*/ 691635 w 1910495"/>
                <a:gd name="connsiteY430" fmla="*/ 1486652 h 2705303"/>
                <a:gd name="connsiteX431" fmla="*/ 702609 w 1910495"/>
                <a:gd name="connsiteY431" fmla="*/ 1482671 h 2705303"/>
                <a:gd name="connsiteX432" fmla="*/ 707598 w 1910495"/>
                <a:gd name="connsiteY432" fmla="*/ 1471439 h 2705303"/>
                <a:gd name="connsiteX433" fmla="*/ 703607 w 1910495"/>
                <a:gd name="connsiteY433" fmla="*/ 1461770 h 2705303"/>
                <a:gd name="connsiteX434" fmla="*/ 675102 w 1910495"/>
                <a:gd name="connsiteY434" fmla="*/ 1452671 h 2705303"/>
                <a:gd name="connsiteX435" fmla="*/ 711155 w 1910495"/>
                <a:gd name="connsiteY435" fmla="*/ 1454036 h 2705303"/>
                <a:gd name="connsiteX436" fmla="*/ 709793 w 1910495"/>
                <a:gd name="connsiteY436" fmla="*/ 1489993 h 2705303"/>
                <a:gd name="connsiteX437" fmla="*/ 691065 w 1910495"/>
                <a:gd name="connsiteY437" fmla="*/ 1496747 h 2705303"/>
                <a:gd name="connsiteX438" fmla="*/ 673535 w 1910495"/>
                <a:gd name="connsiteY438" fmla="*/ 1488500 h 2705303"/>
                <a:gd name="connsiteX439" fmla="*/ 675027 w 1910495"/>
                <a:gd name="connsiteY439" fmla="*/ 1452742 h 2705303"/>
                <a:gd name="connsiteX440" fmla="*/ 675102 w 1910495"/>
                <a:gd name="connsiteY440" fmla="*/ 1452671 h 2705303"/>
                <a:gd name="connsiteX441" fmla="*/ 708168 w 1910495"/>
                <a:gd name="connsiteY441" fmla="*/ 1456936 h 2705303"/>
                <a:gd name="connsiteX442" fmla="*/ 677815 w 1910495"/>
                <a:gd name="connsiteY442" fmla="*/ 1459154 h 2705303"/>
                <a:gd name="connsiteX443" fmla="*/ 676385 w 1910495"/>
                <a:gd name="connsiteY443" fmla="*/ 1485372 h 2705303"/>
                <a:gd name="connsiteX444" fmla="*/ 691350 w 1910495"/>
                <a:gd name="connsiteY444" fmla="*/ 1492339 h 2705303"/>
                <a:gd name="connsiteX445" fmla="*/ 713869 w 1910495"/>
                <a:gd name="connsiteY445" fmla="*/ 1472221 h 2705303"/>
                <a:gd name="connsiteX446" fmla="*/ 708168 w 1910495"/>
                <a:gd name="connsiteY446" fmla="*/ 1456510 h 2705303"/>
                <a:gd name="connsiteX447" fmla="*/ 571630 w 1910495"/>
                <a:gd name="connsiteY447" fmla="*/ 2378557 h 2705303"/>
                <a:gd name="connsiteX448" fmla="*/ 607471 w 1910495"/>
                <a:gd name="connsiteY448" fmla="*/ 2380193 h 2705303"/>
                <a:gd name="connsiteX449" fmla="*/ 605836 w 1910495"/>
                <a:gd name="connsiteY449" fmla="*/ 2415937 h 2705303"/>
                <a:gd name="connsiteX450" fmla="*/ 569996 w 1910495"/>
                <a:gd name="connsiteY450" fmla="*/ 2414316 h 2705303"/>
                <a:gd name="connsiteX451" fmla="*/ 563364 w 1910495"/>
                <a:gd name="connsiteY451" fmla="*/ 2397325 h 2705303"/>
                <a:gd name="connsiteX452" fmla="*/ 563364 w 1910495"/>
                <a:gd name="connsiteY452" fmla="*/ 2397325 h 2705303"/>
                <a:gd name="connsiteX453" fmla="*/ 571630 w 1910495"/>
                <a:gd name="connsiteY453" fmla="*/ 2379268 h 2705303"/>
                <a:gd name="connsiteX454" fmla="*/ 604696 w 1910495"/>
                <a:gd name="connsiteY454" fmla="*/ 2382823 h 2705303"/>
                <a:gd name="connsiteX455" fmla="*/ 574504 w 1910495"/>
                <a:gd name="connsiteY455" fmla="*/ 2381245 h 2705303"/>
                <a:gd name="connsiteX456" fmla="*/ 574338 w 1910495"/>
                <a:gd name="connsiteY456" fmla="*/ 2381401 h 2705303"/>
                <a:gd name="connsiteX457" fmla="*/ 567355 w 1910495"/>
                <a:gd name="connsiteY457" fmla="*/ 2397325 h 2705303"/>
                <a:gd name="connsiteX458" fmla="*/ 567355 w 1910495"/>
                <a:gd name="connsiteY458" fmla="*/ 2397325 h 2705303"/>
                <a:gd name="connsiteX459" fmla="*/ 572913 w 1910495"/>
                <a:gd name="connsiteY459" fmla="*/ 2411544 h 2705303"/>
                <a:gd name="connsiteX460" fmla="*/ 603105 w 1910495"/>
                <a:gd name="connsiteY460" fmla="*/ 2413122 h 2705303"/>
                <a:gd name="connsiteX461" fmla="*/ 603271 w 1910495"/>
                <a:gd name="connsiteY461" fmla="*/ 2412965 h 2705303"/>
                <a:gd name="connsiteX462" fmla="*/ 605039 w 1910495"/>
                <a:gd name="connsiteY462" fmla="*/ 2383050 h 2705303"/>
                <a:gd name="connsiteX463" fmla="*/ 604696 w 1910495"/>
                <a:gd name="connsiteY463" fmla="*/ 2382681 h 2705303"/>
                <a:gd name="connsiteX464" fmla="*/ 1174790 w 1910495"/>
                <a:gd name="connsiteY464" fmla="*/ 1619592 h 2705303"/>
                <a:gd name="connsiteX465" fmla="*/ 1210848 w 1910495"/>
                <a:gd name="connsiteY465" fmla="*/ 1621298 h 2705303"/>
                <a:gd name="connsiteX466" fmla="*/ 1217404 w 1910495"/>
                <a:gd name="connsiteY466" fmla="*/ 1638360 h 2705303"/>
                <a:gd name="connsiteX467" fmla="*/ 1192068 w 1910495"/>
                <a:gd name="connsiteY467" fmla="*/ 1663697 h 2705303"/>
                <a:gd name="connsiteX468" fmla="*/ 1190752 w 1910495"/>
                <a:gd name="connsiteY468" fmla="*/ 1663668 h 2705303"/>
                <a:gd name="connsiteX469" fmla="*/ 1166523 w 1910495"/>
                <a:gd name="connsiteY469" fmla="*/ 1638360 h 2705303"/>
                <a:gd name="connsiteX470" fmla="*/ 1166523 w 1910495"/>
                <a:gd name="connsiteY470" fmla="*/ 1638360 h 2705303"/>
                <a:gd name="connsiteX471" fmla="*/ 1174647 w 1910495"/>
                <a:gd name="connsiteY471" fmla="*/ 1620303 h 2705303"/>
                <a:gd name="connsiteX472" fmla="*/ 1207855 w 1910495"/>
                <a:gd name="connsiteY472" fmla="*/ 1623857 h 2705303"/>
                <a:gd name="connsiteX473" fmla="*/ 1177497 w 1910495"/>
                <a:gd name="connsiteY473" fmla="*/ 1622435 h 2705303"/>
                <a:gd name="connsiteX474" fmla="*/ 1170514 w 1910495"/>
                <a:gd name="connsiteY474" fmla="*/ 1638360 h 2705303"/>
                <a:gd name="connsiteX475" fmla="*/ 1191037 w 1910495"/>
                <a:gd name="connsiteY475" fmla="*/ 1659829 h 2705303"/>
                <a:gd name="connsiteX476" fmla="*/ 1206430 w 1910495"/>
                <a:gd name="connsiteY476" fmla="*/ 1654142 h 2705303"/>
                <a:gd name="connsiteX477" fmla="*/ 1208198 w 1910495"/>
                <a:gd name="connsiteY477" fmla="*/ 1624227 h 2705303"/>
                <a:gd name="connsiteX478" fmla="*/ 1207855 w 1910495"/>
                <a:gd name="connsiteY478" fmla="*/ 1623857 h 2705303"/>
                <a:gd name="connsiteX479" fmla="*/ 1183768 w 1910495"/>
                <a:gd name="connsiteY479" fmla="*/ 1629402 h 2705303"/>
                <a:gd name="connsiteX480" fmla="*/ 1200891 w 1910495"/>
                <a:gd name="connsiteY480" fmla="*/ 1629985 h 2705303"/>
                <a:gd name="connsiteX481" fmla="*/ 1201014 w 1910495"/>
                <a:gd name="connsiteY481" fmla="*/ 1630113 h 2705303"/>
                <a:gd name="connsiteX482" fmla="*/ 1200159 w 1910495"/>
                <a:gd name="connsiteY482" fmla="*/ 1647317 h 2705303"/>
                <a:gd name="connsiteX483" fmla="*/ 1191465 w 1910495"/>
                <a:gd name="connsiteY483" fmla="*/ 1650588 h 2705303"/>
                <a:gd name="connsiteX484" fmla="*/ 1182913 w 1910495"/>
                <a:gd name="connsiteY484" fmla="*/ 1646607 h 2705303"/>
                <a:gd name="connsiteX485" fmla="*/ 1179778 w 1910495"/>
                <a:gd name="connsiteY485" fmla="*/ 1638360 h 2705303"/>
                <a:gd name="connsiteX486" fmla="*/ 1179778 w 1910495"/>
                <a:gd name="connsiteY486" fmla="*/ 1638360 h 2705303"/>
                <a:gd name="connsiteX487" fmla="*/ 1183768 w 1910495"/>
                <a:gd name="connsiteY487" fmla="*/ 1630113 h 2705303"/>
                <a:gd name="connsiteX488" fmla="*/ 1198021 w 1910495"/>
                <a:gd name="connsiteY488" fmla="*/ 1632815 h 2705303"/>
                <a:gd name="connsiteX489" fmla="*/ 1186533 w 1910495"/>
                <a:gd name="connsiteY489" fmla="*/ 1632616 h 2705303"/>
                <a:gd name="connsiteX490" fmla="*/ 1186334 w 1910495"/>
                <a:gd name="connsiteY490" fmla="*/ 1632815 h 2705303"/>
                <a:gd name="connsiteX491" fmla="*/ 1183626 w 1910495"/>
                <a:gd name="connsiteY491" fmla="*/ 1638929 h 2705303"/>
                <a:gd name="connsiteX492" fmla="*/ 1183626 w 1910495"/>
                <a:gd name="connsiteY492" fmla="*/ 1638929 h 2705303"/>
                <a:gd name="connsiteX493" fmla="*/ 1185764 w 1910495"/>
                <a:gd name="connsiteY493" fmla="*/ 1644474 h 2705303"/>
                <a:gd name="connsiteX494" fmla="*/ 1191465 w 1910495"/>
                <a:gd name="connsiteY494" fmla="*/ 1647175 h 2705303"/>
                <a:gd name="connsiteX495" fmla="*/ 1200589 w 1910495"/>
                <a:gd name="connsiteY495" fmla="*/ 1639881 h 2705303"/>
                <a:gd name="connsiteX496" fmla="*/ 1198021 w 1910495"/>
                <a:gd name="connsiteY496" fmla="*/ 1632957 h 2705303"/>
                <a:gd name="connsiteX497" fmla="*/ 1622313 w 1910495"/>
                <a:gd name="connsiteY497" fmla="*/ 1089539 h 2705303"/>
                <a:gd name="connsiteX498" fmla="*/ 1658371 w 1910495"/>
                <a:gd name="connsiteY498" fmla="*/ 1091245 h 2705303"/>
                <a:gd name="connsiteX499" fmla="*/ 1664928 w 1910495"/>
                <a:gd name="connsiteY499" fmla="*/ 1108307 h 2705303"/>
                <a:gd name="connsiteX500" fmla="*/ 1639587 w 1910495"/>
                <a:gd name="connsiteY500" fmla="*/ 1133644 h 2705303"/>
                <a:gd name="connsiteX501" fmla="*/ 1638276 w 1910495"/>
                <a:gd name="connsiteY501" fmla="*/ 1133615 h 2705303"/>
                <a:gd name="connsiteX502" fmla="*/ 1614047 w 1910495"/>
                <a:gd name="connsiteY502" fmla="*/ 1108307 h 2705303"/>
                <a:gd name="connsiteX503" fmla="*/ 1614047 w 1910495"/>
                <a:gd name="connsiteY503" fmla="*/ 1108307 h 2705303"/>
                <a:gd name="connsiteX504" fmla="*/ 1622313 w 1910495"/>
                <a:gd name="connsiteY504" fmla="*/ 1090250 h 2705303"/>
                <a:gd name="connsiteX505" fmla="*/ 1655378 w 1910495"/>
                <a:gd name="connsiteY505" fmla="*/ 1093804 h 2705303"/>
                <a:gd name="connsiteX506" fmla="*/ 1625021 w 1910495"/>
                <a:gd name="connsiteY506" fmla="*/ 1092382 h 2705303"/>
                <a:gd name="connsiteX507" fmla="*/ 1618037 w 1910495"/>
                <a:gd name="connsiteY507" fmla="*/ 1108307 h 2705303"/>
                <a:gd name="connsiteX508" fmla="*/ 1618037 w 1910495"/>
                <a:gd name="connsiteY508" fmla="*/ 1108307 h 2705303"/>
                <a:gd name="connsiteX509" fmla="*/ 1638561 w 1910495"/>
                <a:gd name="connsiteY509" fmla="*/ 1129776 h 2705303"/>
                <a:gd name="connsiteX510" fmla="*/ 1653953 w 1910495"/>
                <a:gd name="connsiteY510" fmla="*/ 1124089 h 2705303"/>
                <a:gd name="connsiteX511" fmla="*/ 1655720 w 1910495"/>
                <a:gd name="connsiteY511" fmla="*/ 1094174 h 2705303"/>
                <a:gd name="connsiteX512" fmla="*/ 1655378 w 1910495"/>
                <a:gd name="connsiteY512" fmla="*/ 1093804 h 2705303"/>
                <a:gd name="connsiteX513" fmla="*/ 679378 w 1910495"/>
                <a:gd name="connsiteY513" fmla="*/ 1457931 h 2705303"/>
                <a:gd name="connsiteX514" fmla="*/ 693630 w 1910495"/>
                <a:gd name="connsiteY514" fmla="*/ 1452955 h 2705303"/>
                <a:gd name="connsiteX515" fmla="*/ 707028 w 1910495"/>
                <a:gd name="connsiteY515" fmla="*/ 1459211 h 2705303"/>
                <a:gd name="connsiteX516" fmla="*/ 712016 w 1910495"/>
                <a:gd name="connsiteY516" fmla="*/ 1472150 h 2705303"/>
                <a:gd name="connsiteX517" fmla="*/ 705745 w 1910495"/>
                <a:gd name="connsiteY517" fmla="*/ 1486368 h 2705303"/>
                <a:gd name="connsiteX518" fmla="*/ 691493 w 1910495"/>
                <a:gd name="connsiteY518" fmla="*/ 1491344 h 2705303"/>
                <a:gd name="connsiteX519" fmla="*/ 678238 w 1910495"/>
                <a:gd name="connsiteY519" fmla="*/ 1485088 h 2705303"/>
                <a:gd name="connsiteX520" fmla="*/ 673107 w 1910495"/>
                <a:gd name="connsiteY520" fmla="*/ 1472150 h 2705303"/>
                <a:gd name="connsiteX521" fmla="*/ 679378 w 1910495"/>
                <a:gd name="connsiteY521" fmla="*/ 1457931 h 2705303"/>
                <a:gd name="connsiteX522" fmla="*/ 703607 w 1910495"/>
                <a:gd name="connsiteY522" fmla="*/ 1461770 h 2705303"/>
                <a:gd name="connsiteX523" fmla="*/ 693060 w 1910495"/>
                <a:gd name="connsiteY523" fmla="*/ 1456794 h 2705303"/>
                <a:gd name="connsiteX524" fmla="*/ 676972 w 1910495"/>
                <a:gd name="connsiteY524" fmla="*/ 1471425 h 2705303"/>
                <a:gd name="connsiteX525" fmla="*/ 676955 w 1910495"/>
                <a:gd name="connsiteY525" fmla="*/ 1472150 h 2705303"/>
                <a:gd name="connsiteX526" fmla="*/ 680946 w 1910495"/>
                <a:gd name="connsiteY526" fmla="*/ 1482387 h 2705303"/>
                <a:gd name="connsiteX527" fmla="*/ 691635 w 1910495"/>
                <a:gd name="connsiteY527" fmla="*/ 1487363 h 2705303"/>
                <a:gd name="connsiteX528" fmla="*/ 702609 w 1910495"/>
                <a:gd name="connsiteY528" fmla="*/ 1483382 h 2705303"/>
                <a:gd name="connsiteX529" fmla="*/ 707598 w 1910495"/>
                <a:gd name="connsiteY529" fmla="*/ 1472150 h 2705303"/>
                <a:gd name="connsiteX530" fmla="*/ 703607 w 1910495"/>
                <a:gd name="connsiteY530" fmla="*/ 1461770 h 2705303"/>
                <a:gd name="connsiteX531" fmla="*/ 1582834 w 1910495"/>
                <a:gd name="connsiteY531" fmla="*/ 2671736 h 2705303"/>
                <a:gd name="connsiteX532" fmla="*/ 1597086 w 1910495"/>
                <a:gd name="connsiteY532" fmla="*/ 2666760 h 2705303"/>
                <a:gd name="connsiteX533" fmla="*/ 1610484 w 1910495"/>
                <a:gd name="connsiteY533" fmla="*/ 2673016 h 2705303"/>
                <a:gd name="connsiteX534" fmla="*/ 1609073 w 1910495"/>
                <a:gd name="connsiteY534" fmla="*/ 2700329 h 2705303"/>
                <a:gd name="connsiteX535" fmla="*/ 1595376 w 1910495"/>
                <a:gd name="connsiteY535" fmla="*/ 2705291 h 2705303"/>
                <a:gd name="connsiteX536" fmla="*/ 1581979 w 1910495"/>
                <a:gd name="connsiteY536" fmla="*/ 2699035 h 2705303"/>
                <a:gd name="connsiteX537" fmla="*/ 1583262 w 1910495"/>
                <a:gd name="connsiteY537" fmla="*/ 2671736 h 2705303"/>
                <a:gd name="connsiteX538" fmla="*/ 1607063 w 1910495"/>
                <a:gd name="connsiteY538" fmla="*/ 2675717 h 2705303"/>
                <a:gd name="connsiteX539" fmla="*/ 1596516 w 1910495"/>
                <a:gd name="connsiteY539" fmla="*/ 2670741 h 2705303"/>
                <a:gd name="connsiteX540" fmla="*/ 1580425 w 1910495"/>
                <a:gd name="connsiteY540" fmla="*/ 2685371 h 2705303"/>
                <a:gd name="connsiteX541" fmla="*/ 1580411 w 1910495"/>
                <a:gd name="connsiteY541" fmla="*/ 2685954 h 2705303"/>
                <a:gd name="connsiteX542" fmla="*/ 1594664 w 1910495"/>
                <a:gd name="connsiteY542" fmla="*/ 2701310 h 2705303"/>
                <a:gd name="connsiteX543" fmla="*/ 1605638 w 1910495"/>
                <a:gd name="connsiteY543" fmla="*/ 2697329 h 2705303"/>
                <a:gd name="connsiteX544" fmla="*/ 1607134 w 1910495"/>
                <a:gd name="connsiteY544" fmla="*/ 2676272 h 2705303"/>
                <a:gd name="connsiteX545" fmla="*/ 1606635 w 1910495"/>
                <a:gd name="connsiteY545" fmla="*/ 2675717 h 2705303"/>
                <a:gd name="connsiteX546" fmla="*/ 1678325 w 1910495"/>
                <a:gd name="connsiteY546" fmla="*/ 1494330 h 2705303"/>
                <a:gd name="connsiteX547" fmla="*/ 1694530 w 1910495"/>
                <a:gd name="connsiteY547" fmla="*/ 1482358 h 2705303"/>
                <a:gd name="connsiteX548" fmla="*/ 1695428 w 1910495"/>
                <a:gd name="connsiteY548" fmla="*/ 1482529 h 2705303"/>
                <a:gd name="connsiteX549" fmla="*/ 1707428 w 1910495"/>
                <a:gd name="connsiteY549" fmla="*/ 1498695 h 2705303"/>
                <a:gd name="connsiteX550" fmla="*/ 1707257 w 1910495"/>
                <a:gd name="connsiteY550" fmla="*/ 1499591 h 2705303"/>
                <a:gd name="connsiteX551" fmla="*/ 1701129 w 1910495"/>
                <a:gd name="connsiteY551" fmla="*/ 1508975 h 2705303"/>
                <a:gd name="connsiteX552" fmla="*/ 1690154 w 1910495"/>
                <a:gd name="connsiteY552" fmla="*/ 1511392 h 2705303"/>
                <a:gd name="connsiteX553" fmla="*/ 1678040 w 1910495"/>
                <a:gd name="connsiteY553" fmla="*/ 1497173 h 2705303"/>
                <a:gd name="connsiteX554" fmla="*/ 1678325 w 1910495"/>
                <a:gd name="connsiteY554" fmla="*/ 1494330 h 2705303"/>
                <a:gd name="connsiteX555" fmla="*/ 1694715 w 1910495"/>
                <a:gd name="connsiteY555" fmla="*/ 1486368 h 2705303"/>
                <a:gd name="connsiteX556" fmla="*/ 1686591 w 1910495"/>
                <a:gd name="connsiteY556" fmla="*/ 1488074 h 2705303"/>
                <a:gd name="connsiteX557" fmla="*/ 1682173 w 1910495"/>
                <a:gd name="connsiteY557" fmla="*/ 1495041 h 2705303"/>
                <a:gd name="connsiteX558" fmla="*/ 1690582 w 1910495"/>
                <a:gd name="connsiteY558" fmla="*/ 1507567 h 2705303"/>
                <a:gd name="connsiteX559" fmla="*/ 1698991 w 1910495"/>
                <a:gd name="connsiteY559" fmla="*/ 1505704 h 2705303"/>
                <a:gd name="connsiteX560" fmla="*/ 1703409 w 1910495"/>
                <a:gd name="connsiteY560" fmla="*/ 1498880 h 2705303"/>
                <a:gd name="connsiteX561" fmla="*/ 1703409 w 1910495"/>
                <a:gd name="connsiteY561" fmla="*/ 1496889 h 2705303"/>
                <a:gd name="connsiteX562" fmla="*/ 1694715 w 1910495"/>
                <a:gd name="connsiteY562" fmla="*/ 1486368 h 2705303"/>
                <a:gd name="connsiteX563" fmla="*/ 937345 w 1910495"/>
                <a:gd name="connsiteY563" fmla="*/ 37821 h 2705303"/>
                <a:gd name="connsiteX564" fmla="*/ 933925 w 1910495"/>
                <a:gd name="connsiteY564" fmla="*/ 37821 h 2705303"/>
                <a:gd name="connsiteX565" fmla="*/ 933925 w 1910495"/>
                <a:gd name="connsiteY565" fmla="*/ 37821 h 2705303"/>
                <a:gd name="connsiteX566" fmla="*/ 918532 w 1910495"/>
                <a:gd name="connsiteY566" fmla="*/ 15783 h 2705303"/>
                <a:gd name="connsiteX567" fmla="*/ 926371 w 1910495"/>
                <a:gd name="connsiteY567" fmla="*/ 3556 h 2705303"/>
                <a:gd name="connsiteX568" fmla="*/ 953015 w 1910495"/>
                <a:gd name="connsiteY568" fmla="*/ 7972 h 2705303"/>
                <a:gd name="connsiteX569" fmla="*/ 948588 w 1910495"/>
                <a:gd name="connsiteY569" fmla="*/ 34553 h 2705303"/>
                <a:gd name="connsiteX570" fmla="*/ 937345 w 1910495"/>
                <a:gd name="connsiteY570" fmla="*/ 38106 h 2705303"/>
                <a:gd name="connsiteX571" fmla="*/ 937345 w 1910495"/>
                <a:gd name="connsiteY571" fmla="*/ 9385 h 2705303"/>
                <a:gd name="connsiteX572" fmla="*/ 931787 w 1910495"/>
                <a:gd name="connsiteY572" fmla="*/ 11091 h 2705303"/>
                <a:gd name="connsiteX573" fmla="*/ 927654 w 1910495"/>
                <a:gd name="connsiteY573" fmla="*/ 17489 h 2705303"/>
                <a:gd name="connsiteX574" fmla="*/ 935457 w 1910495"/>
                <a:gd name="connsiteY574" fmla="*/ 28973 h 2705303"/>
                <a:gd name="connsiteX575" fmla="*/ 935635 w 1910495"/>
                <a:gd name="connsiteY575" fmla="*/ 29006 h 2705303"/>
                <a:gd name="connsiteX576" fmla="*/ 935635 w 1910495"/>
                <a:gd name="connsiteY576" fmla="*/ 29006 h 2705303"/>
                <a:gd name="connsiteX577" fmla="*/ 948002 w 1910495"/>
                <a:gd name="connsiteY577" fmla="*/ 22231 h 2705303"/>
                <a:gd name="connsiteX578" fmla="*/ 941211 w 1910495"/>
                <a:gd name="connsiteY578" fmla="*/ 9894 h 2705303"/>
                <a:gd name="connsiteX579" fmla="*/ 939198 w 1910495"/>
                <a:gd name="connsiteY579" fmla="*/ 9527 h 2705303"/>
                <a:gd name="connsiteX580" fmla="*/ 1284818 w 1910495"/>
                <a:gd name="connsiteY580" fmla="*/ 557922 h 2705303"/>
                <a:gd name="connsiteX581" fmla="*/ 1281397 w 1910495"/>
                <a:gd name="connsiteY581" fmla="*/ 557922 h 2705303"/>
                <a:gd name="connsiteX582" fmla="*/ 1281397 w 1910495"/>
                <a:gd name="connsiteY582" fmla="*/ 557922 h 2705303"/>
                <a:gd name="connsiteX583" fmla="*/ 1266123 w 1910495"/>
                <a:gd name="connsiteY583" fmla="*/ 535699 h 2705303"/>
                <a:gd name="connsiteX584" fmla="*/ 1273843 w 1910495"/>
                <a:gd name="connsiteY584" fmla="*/ 523656 h 2705303"/>
                <a:gd name="connsiteX585" fmla="*/ 1288096 w 1910495"/>
                <a:gd name="connsiteY585" fmla="*/ 520670 h 2705303"/>
                <a:gd name="connsiteX586" fmla="*/ 1303488 w 1910495"/>
                <a:gd name="connsiteY586" fmla="*/ 542708 h 2705303"/>
                <a:gd name="connsiteX587" fmla="*/ 1295507 w 1910495"/>
                <a:gd name="connsiteY587" fmla="*/ 554936 h 2705303"/>
                <a:gd name="connsiteX588" fmla="*/ 1284675 w 1910495"/>
                <a:gd name="connsiteY588" fmla="*/ 557495 h 2705303"/>
                <a:gd name="connsiteX589" fmla="*/ 1283535 w 1910495"/>
                <a:gd name="connsiteY589" fmla="*/ 548253 h 2705303"/>
                <a:gd name="connsiteX590" fmla="*/ 1290946 w 1910495"/>
                <a:gd name="connsiteY590" fmla="*/ 546547 h 2705303"/>
                <a:gd name="connsiteX591" fmla="*/ 1295079 w 1910495"/>
                <a:gd name="connsiteY591" fmla="*/ 540291 h 2705303"/>
                <a:gd name="connsiteX592" fmla="*/ 1287276 w 1910495"/>
                <a:gd name="connsiteY592" fmla="*/ 528803 h 2705303"/>
                <a:gd name="connsiteX593" fmla="*/ 1287098 w 1910495"/>
                <a:gd name="connsiteY593" fmla="*/ 528775 h 2705303"/>
                <a:gd name="connsiteX594" fmla="*/ 1275586 w 1910495"/>
                <a:gd name="connsiteY594" fmla="*/ 536566 h 2705303"/>
                <a:gd name="connsiteX595" fmla="*/ 1275554 w 1910495"/>
                <a:gd name="connsiteY595" fmla="*/ 536737 h 2705303"/>
                <a:gd name="connsiteX596" fmla="*/ 1283535 w 1910495"/>
                <a:gd name="connsiteY596" fmla="*/ 548253 h 2705303"/>
                <a:gd name="connsiteX597" fmla="*/ 1008465 w 1910495"/>
                <a:gd name="connsiteY597" fmla="*/ 1718408 h 2705303"/>
                <a:gd name="connsiteX598" fmla="*/ 1002906 w 1910495"/>
                <a:gd name="connsiteY598" fmla="*/ 1718408 h 2705303"/>
                <a:gd name="connsiteX599" fmla="*/ 982953 w 1910495"/>
                <a:gd name="connsiteY599" fmla="*/ 1705470 h 2705303"/>
                <a:gd name="connsiteX600" fmla="*/ 977822 w 1910495"/>
                <a:gd name="connsiteY600" fmla="*/ 1682294 h 2705303"/>
                <a:gd name="connsiteX601" fmla="*/ 1012870 w 1910495"/>
                <a:gd name="connsiteY601" fmla="*/ 1655521 h 2705303"/>
                <a:gd name="connsiteX602" fmla="*/ 1039704 w 1910495"/>
                <a:gd name="connsiteY602" fmla="*/ 1690484 h 2705303"/>
                <a:gd name="connsiteX603" fmla="*/ 1025425 w 1910495"/>
                <a:gd name="connsiteY603" fmla="*/ 1712721 h 2705303"/>
                <a:gd name="connsiteX604" fmla="*/ 1007752 w 1910495"/>
                <a:gd name="connsiteY604" fmla="*/ 1718408 h 2705303"/>
                <a:gd name="connsiteX605" fmla="*/ 1008465 w 1910495"/>
                <a:gd name="connsiteY605" fmla="*/ 1665374 h 2705303"/>
                <a:gd name="connsiteX606" fmla="*/ 986088 w 1910495"/>
                <a:gd name="connsiteY606" fmla="*/ 1684285 h 2705303"/>
                <a:gd name="connsiteX607" fmla="*/ 989652 w 1910495"/>
                <a:gd name="connsiteY607" fmla="*/ 1700635 h 2705303"/>
                <a:gd name="connsiteX608" fmla="*/ 1003904 w 1910495"/>
                <a:gd name="connsiteY608" fmla="*/ 1709735 h 2705303"/>
                <a:gd name="connsiteX609" fmla="*/ 1003904 w 1910495"/>
                <a:gd name="connsiteY609" fmla="*/ 1709735 h 2705303"/>
                <a:gd name="connsiteX610" fmla="*/ 1029416 w 1910495"/>
                <a:gd name="connsiteY610" fmla="*/ 1692105 h 2705303"/>
                <a:gd name="connsiteX611" fmla="*/ 1011600 w 1910495"/>
                <a:gd name="connsiteY611" fmla="*/ 1666512 h 2705303"/>
                <a:gd name="connsiteX612" fmla="*/ 1034974 w 1910495"/>
                <a:gd name="connsiteY612" fmla="*/ 1291010 h 2705303"/>
                <a:gd name="connsiteX613" fmla="*/ 1026138 w 1910495"/>
                <a:gd name="connsiteY613" fmla="*/ 1290299 h 2705303"/>
                <a:gd name="connsiteX614" fmla="*/ 1026138 w 1910495"/>
                <a:gd name="connsiteY614" fmla="*/ 1290299 h 2705303"/>
                <a:gd name="connsiteX615" fmla="*/ 985382 w 1910495"/>
                <a:gd name="connsiteY615" fmla="*/ 1232858 h 2705303"/>
                <a:gd name="connsiteX616" fmla="*/ 1042962 w 1910495"/>
                <a:gd name="connsiteY616" fmla="*/ 1192194 h 2705303"/>
                <a:gd name="connsiteX617" fmla="*/ 1083719 w 1910495"/>
                <a:gd name="connsiteY617" fmla="*/ 1249635 h 2705303"/>
                <a:gd name="connsiteX618" fmla="*/ 1034974 w 1910495"/>
                <a:gd name="connsiteY618" fmla="*/ 1291010 h 2705303"/>
                <a:gd name="connsiteX619" fmla="*/ 1034974 w 1910495"/>
                <a:gd name="connsiteY619" fmla="*/ 1208687 h 2705303"/>
                <a:gd name="connsiteX620" fmla="*/ 1001909 w 1910495"/>
                <a:gd name="connsiteY620" fmla="*/ 1236270 h 2705303"/>
                <a:gd name="connsiteX621" fmla="*/ 1001909 w 1910495"/>
                <a:gd name="connsiteY621" fmla="*/ 1236270 h 2705303"/>
                <a:gd name="connsiteX622" fmla="*/ 1028890 w 1910495"/>
                <a:gd name="connsiteY622" fmla="*/ 1275356 h 2705303"/>
                <a:gd name="connsiteX623" fmla="*/ 1028988 w 1910495"/>
                <a:gd name="connsiteY623" fmla="*/ 1275370 h 2705303"/>
                <a:gd name="connsiteX624" fmla="*/ 1057493 w 1910495"/>
                <a:gd name="connsiteY624" fmla="*/ 1267124 h 2705303"/>
                <a:gd name="connsiteX625" fmla="*/ 1062481 w 1910495"/>
                <a:gd name="connsiteY625" fmla="*/ 1223190 h 2705303"/>
                <a:gd name="connsiteX626" fmla="*/ 1040817 w 1910495"/>
                <a:gd name="connsiteY626" fmla="*/ 1208972 h 2705303"/>
                <a:gd name="connsiteX627" fmla="*/ 1034119 w 1910495"/>
                <a:gd name="connsiteY627" fmla="*/ 1208687 h 2705303"/>
                <a:gd name="connsiteX628" fmla="*/ 1034974 w 1910495"/>
                <a:gd name="connsiteY628" fmla="*/ 1274233 h 2705303"/>
                <a:gd name="connsiteX629" fmla="*/ 1029273 w 1910495"/>
                <a:gd name="connsiteY629" fmla="*/ 1274233 h 2705303"/>
                <a:gd name="connsiteX630" fmla="*/ 1029273 w 1910495"/>
                <a:gd name="connsiteY630" fmla="*/ 1274233 h 2705303"/>
                <a:gd name="connsiteX631" fmla="*/ 999611 w 1910495"/>
                <a:gd name="connsiteY631" fmla="*/ 1238958 h 2705303"/>
                <a:gd name="connsiteX632" fmla="*/ 1034974 w 1910495"/>
                <a:gd name="connsiteY632" fmla="*/ 1209370 h 2705303"/>
                <a:gd name="connsiteX633" fmla="*/ 1064637 w 1910495"/>
                <a:gd name="connsiteY633" fmla="*/ 1244645 h 2705303"/>
                <a:gd name="connsiteX634" fmla="*/ 1034974 w 1910495"/>
                <a:gd name="connsiteY634" fmla="*/ 1274233 h 2705303"/>
                <a:gd name="connsiteX635" fmla="*/ 1030841 w 1910495"/>
                <a:gd name="connsiteY635" fmla="*/ 1264849 h 2705303"/>
                <a:gd name="connsiteX636" fmla="*/ 1057481 w 1910495"/>
                <a:gd name="connsiteY636" fmla="*/ 1246365 h 2705303"/>
                <a:gd name="connsiteX637" fmla="*/ 1038950 w 1910495"/>
                <a:gd name="connsiteY637" fmla="*/ 1219791 h 2705303"/>
                <a:gd name="connsiteX638" fmla="*/ 1012313 w 1910495"/>
                <a:gd name="connsiteY638" fmla="*/ 1238261 h 2705303"/>
                <a:gd name="connsiteX639" fmla="*/ 1030829 w 1910495"/>
                <a:gd name="connsiteY639" fmla="*/ 1264849 h 2705303"/>
                <a:gd name="connsiteX640" fmla="*/ 1030841 w 1910495"/>
                <a:gd name="connsiteY640" fmla="*/ 1264849 h 2705303"/>
                <a:gd name="connsiteX641" fmla="*/ 1495467 w 1910495"/>
                <a:gd name="connsiteY641" fmla="*/ 985035 h 2705303"/>
                <a:gd name="connsiteX642" fmla="*/ 1490194 w 1910495"/>
                <a:gd name="connsiteY642" fmla="*/ 985035 h 2705303"/>
                <a:gd name="connsiteX643" fmla="*/ 1490194 w 1910495"/>
                <a:gd name="connsiteY643" fmla="*/ 985035 h 2705303"/>
                <a:gd name="connsiteX644" fmla="*/ 1471238 w 1910495"/>
                <a:gd name="connsiteY644" fmla="*/ 972808 h 2705303"/>
                <a:gd name="connsiteX645" fmla="*/ 1466392 w 1910495"/>
                <a:gd name="connsiteY645" fmla="*/ 950770 h 2705303"/>
                <a:gd name="connsiteX646" fmla="*/ 1478649 w 1910495"/>
                <a:gd name="connsiteY646" fmla="*/ 931859 h 2705303"/>
                <a:gd name="connsiteX647" fmla="*/ 1500741 w 1910495"/>
                <a:gd name="connsiteY647" fmla="*/ 927025 h 2705303"/>
                <a:gd name="connsiteX648" fmla="*/ 1524542 w 1910495"/>
                <a:gd name="connsiteY648" fmla="*/ 961291 h 2705303"/>
                <a:gd name="connsiteX649" fmla="*/ 1512285 w 1910495"/>
                <a:gd name="connsiteY649" fmla="*/ 980201 h 2705303"/>
                <a:gd name="connsiteX650" fmla="*/ 1494612 w 1910495"/>
                <a:gd name="connsiteY650" fmla="*/ 985035 h 2705303"/>
                <a:gd name="connsiteX651" fmla="*/ 1491904 w 1910495"/>
                <a:gd name="connsiteY651" fmla="*/ 975651 h 2705303"/>
                <a:gd name="connsiteX652" fmla="*/ 1507154 w 1910495"/>
                <a:gd name="connsiteY652" fmla="*/ 972381 h 2705303"/>
                <a:gd name="connsiteX653" fmla="*/ 1515563 w 1910495"/>
                <a:gd name="connsiteY653" fmla="*/ 959158 h 2705303"/>
                <a:gd name="connsiteX654" fmla="*/ 1498731 w 1910495"/>
                <a:gd name="connsiteY654" fmla="*/ 935570 h 2705303"/>
                <a:gd name="connsiteX655" fmla="*/ 1483780 w 1910495"/>
                <a:gd name="connsiteY655" fmla="*/ 938826 h 2705303"/>
                <a:gd name="connsiteX656" fmla="*/ 1475371 w 1910495"/>
                <a:gd name="connsiteY656" fmla="*/ 951907 h 2705303"/>
                <a:gd name="connsiteX657" fmla="*/ 1478649 w 1910495"/>
                <a:gd name="connsiteY657" fmla="*/ 967263 h 2705303"/>
                <a:gd name="connsiteX658" fmla="*/ 1491904 w 1910495"/>
                <a:gd name="connsiteY658" fmla="*/ 975651 h 2705303"/>
                <a:gd name="connsiteX659" fmla="*/ 546261 w 1910495"/>
                <a:gd name="connsiteY659" fmla="*/ 1471865 h 2705303"/>
                <a:gd name="connsiteX660" fmla="*/ 542413 w 1910495"/>
                <a:gd name="connsiteY660" fmla="*/ 1471865 h 2705303"/>
                <a:gd name="connsiteX661" fmla="*/ 525595 w 1910495"/>
                <a:gd name="connsiteY661" fmla="*/ 1447552 h 2705303"/>
                <a:gd name="connsiteX662" fmla="*/ 534289 w 1910495"/>
                <a:gd name="connsiteY662" fmla="*/ 1434045 h 2705303"/>
                <a:gd name="connsiteX663" fmla="*/ 563507 w 1910495"/>
                <a:gd name="connsiteY663" fmla="*/ 1439306 h 2705303"/>
                <a:gd name="connsiteX664" fmla="*/ 566927 w 1910495"/>
                <a:gd name="connsiteY664" fmla="*/ 1455088 h 2705303"/>
                <a:gd name="connsiteX665" fmla="*/ 545406 w 1910495"/>
                <a:gd name="connsiteY665" fmla="*/ 1471865 h 2705303"/>
                <a:gd name="connsiteX666" fmla="*/ 546261 w 1910495"/>
                <a:gd name="connsiteY666" fmla="*/ 1439021 h 2705303"/>
                <a:gd name="connsiteX667" fmla="*/ 539563 w 1910495"/>
                <a:gd name="connsiteY667" fmla="*/ 1441154 h 2705303"/>
                <a:gd name="connsiteX668" fmla="*/ 534717 w 1910495"/>
                <a:gd name="connsiteY668" fmla="*/ 1448832 h 2705303"/>
                <a:gd name="connsiteX669" fmla="*/ 536570 w 1910495"/>
                <a:gd name="connsiteY669" fmla="*/ 1457647 h 2705303"/>
                <a:gd name="connsiteX670" fmla="*/ 544266 w 1910495"/>
                <a:gd name="connsiteY670" fmla="*/ 1462623 h 2705303"/>
                <a:gd name="connsiteX671" fmla="*/ 558437 w 1910495"/>
                <a:gd name="connsiteY671" fmla="*/ 1453382 h 2705303"/>
                <a:gd name="connsiteX672" fmla="*/ 558518 w 1910495"/>
                <a:gd name="connsiteY672" fmla="*/ 1452955 h 2705303"/>
                <a:gd name="connsiteX673" fmla="*/ 556523 w 1910495"/>
                <a:gd name="connsiteY673" fmla="*/ 1444140 h 2705303"/>
                <a:gd name="connsiteX674" fmla="*/ 548969 w 1910495"/>
                <a:gd name="connsiteY674" fmla="*/ 1439163 h 2705303"/>
                <a:gd name="connsiteX675" fmla="*/ 927226 w 1910495"/>
                <a:gd name="connsiteY675" fmla="*/ 561050 h 2705303"/>
                <a:gd name="connsiteX676" fmla="*/ 918817 w 1910495"/>
                <a:gd name="connsiteY676" fmla="*/ 561050 h 2705303"/>
                <a:gd name="connsiteX677" fmla="*/ 918817 w 1910495"/>
                <a:gd name="connsiteY677" fmla="*/ 561050 h 2705303"/>
                <a:gd name="connsiteX678" fmla="*/ 876321 w 1910495"/>
                <a:gd name="connsiteY678" fmla="*/ 510262 h 2705303"/>
                <a:gd name="connsiteX679" fmla="*/ 927226 w 1910495"/>
                <a:gd name="connsiteY679" fmla="*/ 467878 h 2705303"/>
                <a:gd name="connsiteX680" fmla="*/ 969724 w 1910495"/>
                <a:gd name="connsiteY680" fmla="*/ 518651 h 2705303"/>
                <a:gd name="connsiteX681" fmla="*/ 927226 w 1910495"/>
                <a:gd name="connsiteY681" fmla="*/ 561050 h 2705303"/>
                <a:gd name="connsiteX682" fmla="*/ 920385 w 1910495"/>
                <a:gd name="connsiteY682" fmla="*/ 551381 h 2705303"/>
                <a:gd name="connsiteX683" fmla="*/ 964193 w 1910495"/>
                <a:gd name="connsiteY683" fmla="*/ 521253 h 2705303"/>
                <a:gd name="connsiteX684" fmla="*/ 933988 w 1910495"/>
                <a:gd name="connsiteY684" fmla="*/ 477546 h 2705303"/>
                <a:gd name="connsiteX685" fmla="*/ 890180 w 1910495"/>
                <a:gd name="connsiteY685" fmla="*/ 507675 h 2705303"/>
                <a:gd name="connsiteX686" fmla="*/ 890170 w 1910495"/>
                <a:gd name="connsiteY686" fmla="*/ 507732 h 2705303"/>
                <a:gd name="connsiteX687" fmla="*/ 920385 w 1910495"/>
                <a:gd name="connsiteY687" fmla="*/ 551381 h 2705303"/>
                <a:gd name="connsiteX688" fmla="*/ 617095 w 1910495"/>
                <a:gd name="connsiteY688" fmla="*/ 1662246 h 2705303"/>
                <a:gd name="connsiteX689" fmla="*/ 610967 w 1910495"/>
                <a:gd name="connsiteY689" fmla="*/ 1662246 h 2705303"/>
                <a:gd name="connsiteX690" fmla="*/ 583887 w 1910495"/>
                <a:gd name="connsiteY690" fmla="*/ 1623289 h 2705303"/>
                <a:gd name="connsiteX691" fmla="*/ 622067 w 1910495"/>
                <a:gd name="connsiteY691" fmla="*/ 1594980 h 2705303"/>
                <a:gd name="connsiteX692" fmla="*/ 650440 w 1910495"/>
                <a:gd name="connsiteY692" fmla="*/ 1633071 h 2705303"/>
                <a:gd name="connsiteX693" fmla="*/ 636194 w 1910495"/>
                <a:gd name="connsiteY693" fmla="*/ 1655848 h 2705303"/>
                <a:gd name="connsiteX694" fmla="*/ 617095 w 1910495"/>
                <a:gd name="connsiteY694" fmla="*/ 1662246 h 2705303"/>
                <a:gd name="connsiteX695" fmla="*/ 617095 w 1910495"/>
                <a:gd name="connsiteY695" fmla="*/ 1604236 h 2705303"/>
                <a:gd name="connsiteX696" fmla="*/ 592631 w 1910495"/>
                <a:gd name="connsiteY696" fmla="*/ 1628734 h 2705303"/>
                <a:gd name="connsiteX697" fmla="*/ 597000 w 1910495"/>
                <a:gd name="connsiteY697" fmla="*/ 1642625 h 2705303"/>
                <a:gd name="connsiteX698" fmla="*/ 612820 w 1910495"/>
                <a:gd name="connsiteY698" fmla="*/ 1652720 h 2705303"/>
                <a:gd name="connsiteX699" fmla="*/ 612820 w 1910495"/>
                <a:gd name="connsiteY699" fmla="*/ 1652720 h 2705303"/>
                <a:gd name="connsiteX700" fmla="*/ 631205 w 1910495"/>
                <a:gd name="connsiteY700" fmla="*/ 1648881 h 2705303"/>
                <a:gd name="connsiteX701" fmla="*/ 641324 w 1910495"/>
                <a:gd name="connsiteY701" fmla="*/ 1633099 h 2705303"/>
                <a:gd name="connsiteX702" fmla="*/ 621514 w 1910495"/>
                <a:gd name="connsiteY702" fmla="*/ 1604663 h 2705303"/>
                <a:gd name="connsiteX703" fmla="*/ 34460 w 1910495"/>
                <a:gd name="connsiteY703" fmla="*/ 1580634 h 2705303"/>
                <a:gd name="connsiteX704" fmla="*/ 28474 w 1910495"/>
                <a:gd name="connsiteY704" fmla="*/ 1580634 h 2705303"/>
                <a:gd name="connsiteX705" fmla="*/ 28474 w 1910495"/>
                <a:gd name="connsiteY705" fmla="*/ 1580634 h 2705303"/>
                <a:gd name="connsiteX706" fmla="*/ 404 w 1910495"/>
                <a:gd name="connsiteY706" fmla="*/ 1542331 h 2705303"/>
                <a:gd name="connsiteX707" fmla="*/ 15076 w 1910495"/>
                <a:gd name="connsiteY707" fmla="*/ 1519496 h 2705303"/>
                <a:gd name="connsiteX708" fmla="*/ 61824 w 1910495"/>
                <a:gd name="connsiteY708" fmla="*/ 1528027 h 2705303"/>
                <a:gd name="connsiteX709" fmla="*/ 53235 w 1910495"/>
                <a:gd name="connsiteY709" fmla="*/ 1574705 h 2705303"/>
                <a:gd name="connsiteX710" fmla="*/ 34175 w 1910495"/>
                <a:gd name="connsiteY710" fmla="*/ 1580634 h 2705303"/>
                <a:gd name="connsiteX711" fmla="*/ 30041 w 1910495"/>
                <a:gd name="connsiteY711" fmla="*/ 1571250 h 2705303"/>
                <a:gd name="connsiteX712" fmla="*/ 58535 w 1910495"/>
                <a:gd name="connsiteY712" fmla="*/ 1551544 h 2705303"/>
                <a:gd name="connsiteX713" fmla="*/ 58546 w 1910495"/>
                <a:gd name="connsiteY713" fmla="*/ 1551487 h 2705303"/>
                <a:gd name="connsiteX714" fmla="*/ 38878 w 1910495"/>
                <a:gd name="connsiteY714" fmla="*/ 1523051 h 2705303"/>
                <a:gd name="connsiteX715" fmla="*/ 20492 w 1910495"/>
                <a:gd name="connsiteY715" fmla="*/ 1527032 h 2705303"/>
                <a:gd name="connsiteX716" fmla="*/ 14185 w 1910495"/>
                <a:gd name="connsiteY716" fmla="*/ 1561042 h 2705303"/>
                <a:gd name="connsiteX717" fmla="*/ 30041 w 1910495"/>
                <a:gd name="connsiteY717" fmla="*/ 1571250 h 2705303"/>
                <a:gd name="connsiteX718" fmla="*/ 319649 w 1910495"/>
                <a:gd name="connsiteY718" fmla="*/ 1831585 h 2705303"/>
                <a:gd name="connsiteX719" fmla="*/ 315801 w 1910495"/>
                <a:gd name="connsiteY719" fmla="*/ 1831585 h 2705303"/>
                <a:gd name="connsiteX720" fmla="*/ 315801 w 1910495"/>
                <a:gd name="connsiteY720" fmla="*/ 1831585 h 2705303"/>
                <a:gd name="connsiteX721" fmla="*/ 298841 w 1910495"/>
                <a:gd name="connsiteY721" fmla="*/ 1807129 h 2705303"/>
                <a:gd name="connsiteX722" fmla="*/ 322988 w 1910495"/>
                <a:gd name="connsiteY722" fmla="*/ 1789997 h 2705303"/>
                <a:gd name="connsiteX723" fmla="*/ 323355 w 1910495"/>
                <a:gd name="connsiteY723" fmla="*/ 1790068 h 2705303"/>
                <a:gd name="connsiteX724" fmla="*/ 340218 w 1910495"/>
                <a:gd name="connsiteY724" fmla="*/ 1814864 h 2705303"/>
                <a:gd name="connsiteX725" fmla="*/ 331621 w 1910495"/>
                <a:gd name="connsiteY725" fmla="*/ 1828172 h 2705303"/>
                <a:gd name="connsiteX726" fmla="*/ 319649 w 1910495"/>
                <a:gd name="connsiteY726" fmla="*/ 1831585 h 2705303"/>
                <a:gd name="connsiteX727" fmla="*/ 319649 w 1910495"/>
                <a:gd name="connsiteY727" fmla="*/ 1798598 h 2705303"/>
                <a:gd name="connsiteX728" fmla="*/ 312808 w 1910495"/>
                <a:gd name="connsiteY728" fmla="*/ 1800731 h 2705303"/>
                <a:gd name="connsiteX729" fmla="*/ 309642 w 1910495"/>
                <a:gd name="connsiteY729" fmla="*/ 1817125 h 2705303"/>
                <a:gd name="connsiteX730" fmla="*/ 309815 w 1910495"/>
                <a:gd name="connsiteY730" fmla="*/ 1817367 h 2705303"/>
                <a:gd name="connsiteX731" fmla="*/ 317654 w 1910495"/>
                <a:gd name="connsiteY731" fmla="*/ 1822343 h 2705303"/>
                <a:gd name="connsiteX732" fmla="*/ 317654 w 1910495"/>
                <a:gd name="connsiteY732" fmla="*/ 1822343 h 2705303"/>
                <a:gd name="connsiteX733" fmla="*/ 331771 w 1910495"/>
                <a:gd name="connsiteY733" fmla="*/ 1813385 h 2705303"/>
                <a:gd name="connsiteX734" fmla="*/ 331906 w 1910495"/>
                <a:gd name="connsiteY734" fmla="*/ 1812675 h 2705303"/>
                <a:gd name="connsiteX735" fmla="*/ 322358 w 1910495"/>
                <a:gd name="connsiteY735" fmla="*/ 1798485 h 2705303"/>
                <a:gd name="connsiteX736" fmla="*/ 322214 w 1910495"/>
                <a:gd name="connsiteY736" fmla="*/ 1798456 h 2705303"/>
                <a:gd name="connsiteX737" fmla="*/ 226011 w 1910495"/>
                <a:gd name="connsiteY737" fmla="*/ 1099491 h 2705303"/>
                <a:gd name="connsiteX738" fmla="*/ 222020 w 1910495"/>
                <a:gd name="connsiteY738" fmla="*/ 1099491 h 2705303"/>
                <a:gd name="connsiteX739" fmla="*/ 222020 w 1910495"/>
                <a:gd name="connsiteY739" fmla="*/ 1099491 h 2705303"/>
                <a:gd name="connsiteX740" fmla="*/ 204348 w 1910495"/>
                <a:gd name="connsiteY740" fmla="*/ 1073899 h 2705303"/>
                <a:gd name="connsiteX741" fmla="*/ 213469 w 1910495"/>
                <a:gd name="connsiteY741" fmla="*/ 1059681 h 2705303"/>
                <a:gd name="connsiteX742" fmla="*/ 229859 w 1910495"/>
                <a:gd name="connsiteY742" fmla="*/ 1056126 h 2705303"/>
                <a:gd name="connsiteX743" fmla="*/ 247675 w 1910495"/>
                <a:gd name="connsiteY743" fmla="*/ 1081577 h 2705303"/>
                <a:gd name="connsiteX744" fmla="*/ 238553 w 1910495"/>
                <a:gd name="connsiteY744" fmla="*/ 1095795 h 2705303"/>
                <a:gd name="connsiteX745" fmla="*/ 225869 w 1910495"/>
                <a:gd name="connsiteY745" fmla="*/ 1099491 h 2705303"/>
                <a:gd name="connsiteX746" fmla="*/ 226011 w 1910495"/>
                <a:gd name="connsiteY746" fmla="*/ 1064657 h 2705303"/>
                <a:gd name="connsiteX747" fmla="*/ 218742 w 1910495"/>
                <a:gd name="connsiteY747" fmla="*/ 1066932 h 2705303"/>
                <a:gd name="connsiteX748" fmla="*/ 213469 w 1910495"/>
                <a:gd name="connsiteY748" fmla="*/ 1075321 h 2705303"/>
                <a:gd name="connsiteX749" fmla="*/ 223873 w 1910495"/>
                <a:gd name="connsiteY749" fmla="*/ 1090250 h 2705303"/>
                <a:gd name="connsiteX750" fmla="*/ 223873 w 1910495"/>
                <a:gd name="connsiteY750" fmla="*/ 1090250 h 2705303"/>
                <a:gd name="connsiteX751" fmla="*/ 238126 w 1910495"/>
                <a:gd name="connsiteY751" fmla="*/ 1079871 h 2705303"/>
                <a:gd name="connsiteX752" fmla="*/ 235988 w 1910495"/>
                <a:gd name="connsiteY752" fmla="*/ 1070202 h 2705303"/>
                <a:gd name="connsiteX753" fmla="*/ 227721 w 1910495"/>
                <a:gd name="connsiteY753" fmla="*/ 1064941 h 270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</a:cxnLst>
              <a:rect l="l" t="t" r="r" b="b"/>
              <a:pathLst>
                <a:path w="1910495" h="2705303">
                  <a:moveTo>
                    <a:pt x="668404" y="2142109"/>
                  </a:moveTo>
                  <a:lnTo>
                    <a:pt x="589018" y="2398890"/>
                  </a:lnTo>
                  <a:lnTo>
                    <a:pt x="321787" y="2106422"/>
                  </a:lnTo>
                  <a:close/>
                  <a:moveTo>
                    <a:pt x="666979" y="2142962"/>
                  </a:moveTo>
                  <a:lnTo>
                    <a:pt x="324922" y="2107559"/>
                  </a:lnTo>
                  <a:lnTo>
                    <a:pt x="589303" y="2397041"/>
                  </a:lnTo>
                  <a:close/>
                  <a:moveTo>
                    <a:pt x="666979" y="2142962"/>
                  </a:moveTo>
                  <a:lnTo>
                    <a:pt x="666979" y="2142109"/>
                  </a:lnTo>
                  <a:lnTo>
                    <a:pt x="941479" y="2424624"/>
                  </a:lnTo>
                  <a:lnTo>
                    <a:pt x="588591" y="2398463"/>
                  </a:lnTo>
                  <a:lnTo>
                    <a:pt x="588591" y="2398463"/>
                  </a:lnTo>
                  <a:close/>
                  <a:moveTo>
                    <a:pt x="667691" y="2143958"/>
                  </a:moveTo>
                  <a:lnTo>
                    <a:pt x="589446" y="2397468"/>
                  </a:lnTo>
                  <a:lnTo>
                    <a:pt x="939341" y="2423629"/>
                  </a:lnTo>
                  <a:close/>
                  <a:moveTo>
                    <a:pt x="718572" y="1959122"/>
                  </a:moveTo>
                  <a:lnTo>
                    <a:pt x="719712" y="1959122"/>
                  </a:lnTo>
                  <a:lnTo>
                    <a:pt x="323212" y="2107417"/>
                  </a:lnTo>
                  <a:lnTo>
                    <a:pt x="323212" y="2107417"/>
                  </a:lnTo>
                  <a:lnTo>
                    <a:pt x="257366" y="1726939"/>
                  </a:lnTo>
                  <a:lnTo>
                    <a:pt x="257366" y="1726939"/>
                  </a:lnTo>
                  <a:close/>
                  <a:moveTo>
                    <a:pt x="717147" y="1959122"/>
                  </a:moveTo>
                  <a:lnTo>
                    <a:pt x="257366" y="1728361"/>
                  </a:lnTo>
                  <a:lnTo>
                    <a:pt x="322785" y="2106280"/>
                  </a:lnTo>
                  <a:close/>
                  <a:moveTo>
                    <a:pt x="719142" y="1959122"/>
                  </a:moveTo>
                  <a:lnTo>
                    <a:pt x="667834" y="2143958"/>
                  </a:lnTo>
                  <a:lnTo>
                    <a:pt x="667834" y="2143958"/>
                  </a:lnTo>
                  <a:lnTo>
                    <a:pt x="322642" y="2108412"/>
                  </a:lnTo>
                  <a:lnTo>
                    <a:pt x="320504" y="2108412"/>
                  </a:lnTo>
                  <a:close/>
                  <a:moveTo>
                    <a:pt x="717717" y="1960686"/>
                  </a:moveTo>
                  <a:lnTo>
                    <a:pt x="325065" y="2106706"/>
                  </a:lnTo>
                  <a:lnTo>
                    <a:pt x="667121" y="2141967"/>
                  </a:lnTo>
                  <a:close/>
                  <a:moveTo>
                    <a:pt x="1229946" y="2088649"/>
                  </a:moveTo>
                  <a:lnTo>
                    <a:pt x="1229946" y="2088649"/>
                  </a:lnTo>
                  <a:lnTo>
                    <a:pt x="1594521" y="2689509"/>
                  </a:lnTo>
                  <a:lnTo>
                    <a:pt x="1594521" y="2690788"/>
                  </a:lnTo>
                  <a:lnTo>
                    <a:pt x="938913" y="2425335"/>
                  </a:lnTo>
                  <a:lnTo>
                    <a:pt x="938913" y="2425335"/>
                  </a:lnTo>
                  <a:close/>
                  <a:moveTo>
                    <a:pt x="1229946" y="2089787"/>
                  </a:moveTo>
                  <a:lnTo>
                    <a:pt x="941479" y="2423629"/>
                  </a:lnTo>
                  <a:lnTo>
                    <a:pt x="1593808" y="2687802"/>
                  </a:lnTo>
                  <a:close/>
                  <a:moveTo>
                    <a:pt x="1229946" y="2088365"/>
                  </a:moveTo>
                  <a:lnTo>
                    <a:pt x="1231229" y="2088365"/>
                  </a:lnTo>
                  <a:lnTo>
                    <a:pt x="941479" y="2424340"/>
                  </a:lnTo>
                  <a:lnTo>
                    <a:pt x="941479" y="2424340"/>
                  </a:lnTo>
                  <a:lnTo>
                    <a:pt x="667406" y="2142820"/>
                  </a:lnTo>
                  <a:lnTo>
                    <a:pt x="666694" y="2142109"/>
                  </a:lnTo>
                  <a:close/>
                  <a:moveTo>
                    <a:pt x="1228806" y="2089502"/>
                  </a:moveTo>
                  <a:lnTo>
                    <a:pt x="668119" y="2143105"/>
                  </a:lnTo>
                  <a:lnTo>
                    <a:pt x="940481" y="2423629"/>
                  </a:lnTo>
                  <a:close/>
                  <a:moveTo>
                    <a:pt x="717717" y="1959122"/>
                  </a:moveTo>
                  <a:lnTo>
                    <a:pt x="717717" y="1959122"/>
                  </a:lnTo>
                  <a:lnTo>
                    <a:pt x="1230801" y="2088934"/>
                  </a:lnTo>
                  <a:lnTo>
                    <a:pt x="1233652" y="2088934"/>
                  </a:lnTo>
                  <a:lnTo>
                    <a:pt x="667121" y="2143105"/>
                  </a:lnTo>
                  <a:close/>
                  <a:moveTo>
                    <a:pt x="717717" y="1959975"/>
                  </a:moveTo>
                  <a:lnTo>
                    <a:pt x="667121" y="2142252"/>
                  </a:lnTo>
                  <a:lnTo>
                    <a:pt x="1226383" y="2088649"/>
                  </a:lnTo>
                  <a:close/>
                  <a:moveTo>
                    <a:pt x="692063" y="1471723"/>
                  </a:moveTo>
                  <a:lnTo>
                    <a:pt x="692063" y="1471723"/>
                  </a:lnTo>
                  <a:lnTo>
                    <a:pt x="718429" y="1959406"/>
                  </a:lnTo>
                  <a:lnTo>
                    <a:pt x="718429" y="1960259"/>
                  </a:lnTo>
                  <a:lnTo>
                    <a:pt x="257366" y="1727934"/>
                  </a:lnTo>
                  <a:lnTo>
                    <a:pt x="256511" y="1727934"/>
                  </a:lnTo>
                  <a:close/>
                  <a:moveTo>
                    <a:pt x="692063" y="1473003"/>
                  </a:moveTo>
                  <a:lnTo>
                    <a:pt x="258364" y="1726939"/>
                  </a:lnTo>
                  <a:lnTo>
                    <a:pt x="718144" y="1957842"/>
                  </a:lnTo>
                  <a:close/>
                  <a:moveTo>
                    <a:pt x="1231086" y="2088365"/>
                  </a:moveTo>
                  <a:lnTo>
                    <a:pt x="1232084" y="2089502"/>
                  </a:lnTo>
                  <a:lnTo>
                    <a:pt x="719000" y="1959548"/>
                  </a:lnTo>
                  <a:lnTo>
                    <a:pt x="719000" y="1959548"/>
                  </a:lnTo>
                  <a:lnTo>
                    <a:pt x="692490" y="1472292"/>
                  </a:lnTo>
                  <a:lnTo>
                    <a:pt x="692490" y="1471012"/>
                  </a:lnTo>
                  <a:close/>
                  <a:moveTo>
                    <a:pt x="1229376" y="2088365"/>
                  </a:moveTo>
                  <a:lnTo>
                    <a:pt x="693060" y="1474140"/>
                  </a:lnTo>
                  <a:lnTo>
                    <a:pt x="719142" y="1958695"/>
                  </a:lnTo>
                  <a:close/>
                  <a:moveTo>
                    <a:pt x="1768114" y="2139266"/>
                  </a:moveTo>
                  <a:lnTo>
                    <a:pt x="1768114" y="2139266"/>
                  </a:lnTo>
                  <a:lnTo>
                    <a:pt x="1595376" y="2689224"/>
                  </a:lnTo>
                  <a:lnTo>
                    <a:pt x="1595376" y="2690362"/>
                  </a:lnTo>
                  <a:lnTo>
                    <a:pt x="1230231" y="2088934"/>
                  </a:lnTo>
                  <a:lnTo>
                    <a:pt x="1230231" y="2088080"/>
                  </a:lnTo>
                  <a:close/>
                  <a:moveTo>
                    <a:pt x="1768114" y="2140261"/>
                  </a:moveTo>
                  <a:lnTo>
                    <a:pt x="1232939" y="2089502"/>
                  </a:lnTo>
                  <a:lnTo>
                    <a:pt x="1596089" y="2688087"/>
                  </a:lnTo>
                  <a:close/>
                  <a:moveTo>
                    <a:pt x="1588678" y="1449827"/>
                  </a:moveTo>
                  <a:lnTo>
                    <a:pt x="1588678" y="1449827"/>
                  </a:lnTo>
                  <a:lnTo>
                    <a:pt x="1232369" y="2089644"/>
                  </a:lnTo>
                  <a:lnTo>
                    <a:pt x="1231514" y="2090924"/>
                  </a:lnTo>
                  <a:lnTo>
                    <a:pt x="1155264" y="1195180"/>
                  </a:lnTo>
                  <a:lnTo>
                    <a:pt x="1155264" y="1194327"/>
                  </a:lnTo>
                  <a:close/>
                  <a:moveTo>
                    <a:pt x="1587822" y="1449827"/>
                  </a:moveTo>
                  <a:lnTo>
                    <a:pt x="1155264" y="1196175"/>
                  </a:lnTo>
                  <a:lnTo>
                    <a:pt x="1231229" y="2086943"/>
                  </a:lnTo>
                  <a:close/>
                  <a:moveTo>
                    <a:pt x="1587822" y="1449827"/>
                  </a:moveTo>
                  <a:lnTo>
                    <a:pt x="1587822" y="1449827"/>
                  </a:lnTo>
                  <a:lnTo>
                    <a:pt x="1853629" y="1684285"/>
                  </a:lnTo>
                  <a:lnTo>
                    <a:pt x="1853629" y="1684285"/>
                  </a:lnTo>
                  <a:lnTo>
                    <a:pt x="1230801" y="2089076"/>
                  </a:lnTo>
                  <a:lnTo>
                    <a:pt x="1229233" y="2090071"/>
                  </a:lnTo>
                  <a:close/>
                  <a:moveTo>
                    <a:pt x="1587822" y="1450822"/>
                  </a:moveTo>
                  <a:lnTo>
                    <a:pt x="1231941" y="2087085"/>
                  </a:lnTo>
                  <a:lnTo>
                    <a:pt x="1853629" y="1684285"/>
                  </a:lnTo>
                  <a:close/>
                  <a:moveTo>
                    <a:pt x="1894390" y="1064657"/>
                  </a:moveTo>
                  <a:lnTo>
                    <a:pt x="1895388" y="1063377"/>
                  </a:lnTo>
                  <a:lnTo>
                    <a:pt x="1854341" y="1684285"/>
                  </a:lnTo>
                  <a:lnTo>
                    <a:pt x="1854341" y="1685280"/>
                  </a:lnTo>
                  <a:lnTo>
                    <a:pt x="1586682" y="1450538"/>
                  </a:lnTo>
                  <a:lnTo>
                    <a:pt x="1586682" y="1450538"/>
                  </a:lnTo>
                  <a:close/>
                  <a:moveTo>
                    <a:pt x="1894390" y="1066505"/>
                  </a:moveTo>
                  <a:lnTo>
                    <a:pt x="1588535" y="1450396"/>
                  </a:lnTo>
                  <a:lnTo>
                    <a:pt x="1853629" y="1682863"/>
                  </a:lnTo>
                  <a:close/>
                  <a:moveTo>
                    <a:pt x="1894390" y="1064515"/>
                  </a:moveTo>
                  <a:lnTo>
                    <a:pt x="1895673" y="1064515"/>
                  </a:lnTo>
                  <a:lnTo>
                    <a:pt x="1587822" y="1450680"/>
                  </a:lnTo>
                  <a:lnTo>
                    <a:pt x="1587822" y="1450680"/>
                  </a:lnTo>
                  <a:lnTo>
                    <a:pt x="1154266" y="1195606"/>
                  </a:lnTo>
                  <a:lnTo>
                    <a:pt x="1153126" y="1195606"/>
                  </a:lnTo>
                  <a:close/>
                  <a:moveTo>
                    <a:pt x="1893250" y="1065652"/>
                  </a:moveTo>
                  <a:lnTo>
                    <a:pt x="1155264" y="1195464"/>
                  </a:lnTo>
                  <a:lnTo>
                    <a:pt x="1586397" y="1449258"/>
                  </a:lnTo>
                  <a:close/>
                  <a:moveTo>
                    <a:pt x="1574140" y="635837"/>
                  </a:moveTo>
                  <a:lnTo>
                    <a:pt x="1574140" y="635837"/>
                  </a:lnTo>
                  <a:lnTo>
                    <a:pt x="1894533" y="1065226"/>
                  </a:lnTo>
                  <a:lnTo>
                    <a:pt x="1894533" y="1065226"/>
                  </a:lnTo>
                  <a:lnTo>
                    <a:pt x="1155264" y="1195749"/>
                  </a:lnTo>
                  <a:lnTo>
                    <a:pt x="1153981" y="1195749"/>
                  </a:lnTo>
                  <a:close/>
                  <a:moveTo>
                    <a:pt x="1574140" y="636975"/>
                  </a:moveTo>
                  <a:lnTo>
                    <a:pt x="1155264" y="1194469"/>
                  </a:lnTo>
                  <a:lnTo>
                    <a:pt x="1892965" y="1064373"/>
                  </a:lnTo>
                  <a:close/>
                  <a:moveTo>
                    <a:pt x="616810" y="1628265"/>
                  </a:moveTo>
                  <a:lnTo>
                    <a:pt x="616810" y="1628265"/>
                  </a:lnTo>
                  <a:lnTo>
                    <a:pt x="710591" y="1881206"/>
                  </a:lnTo>
                  <a:lnTo>
                    <a:pt x="710591" y="1882059"/>
                  </a:lnTo>
                  <a:lnTo>
                    <a:pt x="317511" y="1810968"/>
                  </a:lnTo>
                  <a:close/>
                  <a:moveTo>
                    <a:pt x="616810" y="1629402"/>
                  </a:moveTo>
                  <a:lnTo>
                    <a:pt x="320932" y="1810257"/>
                  </a:lnTo>
                  <a:lnTo>
                    <a:pt x="709736" y="1880495"/>
                  </a:lnTo>
                  <a:close/>
                  <a:moveTo>
                    <a:pt x="546404" y="1450254"/>
                  </a:moveTo>
                  <a:lnTo>
                    <a:pt x="320077" y="1810826"/>
                  </a:lnTo>
                  <a:lnTo>
                    <a:pt x="320077" y="1810826"/>
                  </a:lnTo>
                  <a:lnTo>
                    <a:pt x="33462" y="1546795"/>
                  </a:lnTo>
                  <a:close/>
                  <a:moveTo>
                    <a:pt x="544408" y="1451533"/>
                  </a:moveTo>
                  <a:lnTo>
                    <a:pt x="35457" y="1547364"/>
                  </a:lnTo>
                  <a:lnTo>
                    <a:pt x="319506" y="1809831"/>
                  </a:lnTo>
                  <a:close/>
                  <a:moveTo>
                    <a:pt x="544408" y="1450680"/>
                  </a:moveTo>
                  <a:lnTo>
                    <a:pt x="544408" y="1449827"/>
                  </a:lnTo>
                  <a:lnTo>
                    <a:pt x="616525" y="1628549"/>
                  </a:lnTo>
                  <a:lnTo>
                    <a:pt x="616525" y="1628549"/>
                  </a:lnTo>
                  <a:lnTo>
                    <a:pt x="318081" y="1812248"/>
                  </a:lnTo>
                  <a:close/>
                  <a:moveTo>
                    <a:pt x="544408" y="1451960"/>
                  </a:moveTo>
                  <a:lnTo>
                    <a:pt x="321074" y="1808978"/>
                  </a:lnTo>
                  <a:lnTo>
                    <a:pt x="616383" y="1628549"/>
                  </a:lnTo>
                  <a:close/>
                  <a:moveTo>
                    <a:pt x="1032836" y="1242242"/>
                  </a:moveTo>
                  <a:lnTo>
                    <a:pt x="1032836" y="1242242"/>
                  </a:lnTo>
                  <a:lnTo>
                    <a:pt x="1694145" y="1501012"/>
                  </a:lnTo>
                  <a:lnTo>
                    <a:pt x="1007895" y="1687839"/>
                  </a:lnTo>
                  <a:lnTo>
                    <a:pt x="1007895" y="1687839"/>
                  </a:lnTo>
                  <a:close/>
                  <a:moveTo>
                    <a:pt x="1033691" y="1242953"/>
                  </a:moveTo>
                  <a:lnTo>
                    <a:pt x="1007467" y="1686702"/>
                  </a:lnTo>
                  <a:lnTo>
                    <a:pt x="1691579" y="1500159"/>
                  </a:lnTo>
                  <a:close/>
                  <a:moveTo>
                    <a:pt x="1033691" y="1241958"/>
                  </a:moveTo>
                  <a:lnTo>
                    <a:pt x="1034546" y="1241104"/>
                  </a:lnTo>
                  <a:lnTo>
                    <a:pt x="1008037" y="1687413"/>
                  </a:lnTo>
                  <a:lnTo>
                    <a:pt x="1008037" y="1687413"/>
                  </a:lnTo>
                  <a:lnTo>
                    <a:pt x="616810" y="1628549"/>
                  </a:lnTo>
                  <a:lnTo>
                    <a:pt x="615813" y="1628549"/>
                  </a:lnTo>
                  <a:close/>
                  <a:moveTo>
                    <a:pt x="1033691" y="1243522"/>
                  </a:moveTo>
                  <a:lnTo>
                    <a:pt x="618093" y="1628407"/>
                  </a:lnTo>
                  <a:lnTo>
                    <a:pt x="1007325" y="1686844"/>
                  </a:lnTo>
                  <a:close/>
                  <a:moveTo>
                    <a:pt x="1033691" y="1241815"/>
                  </a:moveTo>
                  <a:lnTo>
                    <a:pt x="1036257" y="1240678"/>
                  </a:lnTo>
                  <a:lnTo>
                    <a:pt x="616810" y="1629545"/>
                  </a:lnTo>
                  <a:lnTo>
                    <a:pt x="545549" y="1451107"/>
                  </a:lnTo>
                  <a:lnTo>
                    <a:pt x="545549" y="1451107"/>
                  </a:lnTo>
                  <a:close/>
                  <a:moveTo>
                    <a:pt x="1031411" y="1243806"/>
                  </a:moveTo>
                  <a:lnTo>
                    <a:pt x="545976" y="1451107"/>
                  </a:lnTo>
                  <a:lnTo>
                    <a:pt x="617238" y="1627838"/>
                  </a:lnTo>
                  <a:close/>
                  <a:moveTo>
                    <a:pt x="225156" y="1077454"/>
                  </a:moveTo>
                  <a:lnTo>
                    <a:pt x="225156" y="1076600"/>
                  </a:lnTo>
                  <a:lnTo>
                    <a:pt x="545121" y="1450538"/>
                  </a:lnTo>
                  <a:lnTo>
                    <a:pt x="545121" y="1451249"/>
                  </a:lnTo>
                  <a:lnTo>
                    <a:pt x="32037" y="1547790"/>
                  </a:lnTo>
                  <a:close/>
                  <a:moveTo>
                    <a:pt x="225156" y="1078449"/>
                  </a:moveTo>
                  <a:lnTo>
                    <a:pt x="35172" y="1546511"/>
                  </a:lnTo>
                  <a:lnTo>
                    <a:pt x="544408" y="1450538"/>
                  </a:lnTo>
                  <a:close/>
                  <a:moveTo>
                    <a:pt x="1573427" y="630719"/>
                  </a:moveTo>
                  <a:lnTo>
                    <a:pt x="1573427" y="628302"/>
                  </a:lnTo>
                  <a:lnTo>
                    <a:pt x="1692435" y="1500159"/>
                  </a:lnTo>
                  <a:lnTo>
                    <a:pt x="1692435" y="1504709"/>
                  </a:lnTo>
                  <a:lnTo>
                    <a:pt x="1492902" y="955746"/>
                  </a:lnTo>
                  <a:lnTo>
                    <a:pt x="1492902" y="955746"/>
                  </a:lnTo>
                  <a:close/>
                  <a:moveTo>
                    <a:pt x="1573427" y="633420"/>
                  </a:moveTo>
                  <a:lnTo>
                    <a:pt x="1494042" y="955604"/>
                  </a:lnTo>
                  <a:lnTo>
                    <a:pt x="1691152" y="1495894"/>
                  </a:lnTo>
                  <a:close/>
                  <a:moveTo>
                    <a:pt x="1284105" y="538016"/>
                  </a:moveTo>
                  <a:lnTo>
                    <a:pt x="1034546" y="1242526"/>
                  </a:lnTo>
                  <a:lnTo>
                    <a:pt x="1034546" y="1244375"/>
                  </a:lnTo>
                  <a:lnTo>
                    <a:pt x="927226" y="514130"/>
                  </a:lnTo>
                  <a:lnTo>
                    <a:pt x="927226" y="514130"/>
                  </a:lnTo>
                  <a:close/>
                  <a:moveTo>
                    <a:pt x="1282822" y="538869"/>
                  </a:moveTo>
                  <a:lnTo>
                    <a:pt x="926514" y="514698"/>
                  </a:lnTo>
                  <a:lnTo>
                    <a:pt x="1032551" y="1239825"/>
                  </a:lnTo>
                  <a:close/>
                  <a:moveTo>
                    <a:pt x="936775" y="18769"/>
                  </a:moveTo>
                  <a:lnTo>
                    <a:pt x="936775" y="17205"/>
                  </a:lnTo>
                  <a:lnTo>
                    <a:pt x="1284960" y="538158"/>
                  </a:lnTo>
                  <a:lnTo>
                    <a:pt x="1284960" y="539012"/>
                  </a:lnTo>
                  <a:lnTo>
                    <a:pt x="927226" y="514556"/>
                  </a:lnTo>
                  <a:lnTo>
                    <a:pt x="927226" y="514556"/>
                  </a:lnTo>
                  <a:close/>
                  <a:moveTo>
                    <a:pt x="937773" y="20475"/>
                  </a:moveTo>
                  <a:lnTo>
                    <a:pt x="928224" y="513703"/>
                  </a:lnTo>
                  <a:lnTo>
                    <a:pt x="1283535" y="537874"/>
                  </a:lnTo>
                  <a:close/>
                  <a:moveTo>
                    <a:pt x="1883131" y="1052714"/>
                  </a:moveTo>
                  <a:cubicBezTo>
                    <a:pt x="1886295" y="1049785"/>
                    <a:pt x="1890514" y="1048249"/>
                    <a:pt x="1894818" y="1048448"/>
                  </a:cubicBezTo>
                  <a:cubicBezTo>
                    <a:pt x="1899179" y="1048690"/>
                    <a:pt x="1903269" y="1050624"/>
                    <a:pt x="1906220" y="1053851"/>
                  </a:cubicBezTo>
                  <a:cubicBezTo>
                    <a:pt x="1908970" y="1056837"/>
                    <a:pt x="1910495" y="1060747"/>
                    <a:pt x="1910495" y="1064799"/>
                  </a:cubicBezTo>
                  <a:cubicBezTo>
                    <a:pt x="1910467" y="1069406"/>
                    <a:pt x="1908500" y="1073785"/>
                    <a:pt x="1905079" y="1076885"/>
                  </a:cubicBezTo>
                  <a:cubicBezTo>
                    <a:pt x="1898466" y="1082942"/>
                    <a:pt x="1888190" y="1082487"/>
                    <a:pt x="1882119" y="1075890"/>
                  </a:cubicBezTo>
                  <a:cubicBezTo>
                    <a:pt x="1882076" y="1075847"/>
                    <a:pt x="1882033" y="1075790"/>
                    <a:pt x="1881991" y="1075747"/>
                  </a:cubicBezTo>
                  <a:cubicBezTo>
                    <a:pt x="1879240" y="1072761"/>
                    <a:pt x="1877715" y="1068851"/>
                    <a:pt x="1877715" y="1064799"/>
                  </a:cubicBezTo>
                  <a:cubicBezTo>
                    <a:pt x="1877744" y="1060193"/>
                    <a:pt x="1879710" y="1055813"/>
                    <a:pt x="1883131" y="1052714"/>
                  </a:cubicBezTo>
                  <a:close/>
                  <a:moveTo>
                    <a:pt x="1903227" y="1056410"/>
                  </a:moveTo>
                  <a:cubicBezTo>
                    <a:pt x="1901032" y="1053979"/>
                    <a:pt x="1897953" y="1052543"/>
                    <a:pt x="1894675" y="1052429"/>
                  </a:cubicBezTo>
                  <a:cubicBezTo>
                    <a:pt x="1891369" y="1052273"/>
                    <a:pt x="1888134" y="1053453"/>
                    <a:pt x="1885696" y="1055700"/>
                  </a:cubicBezTo>
                  <a:cubicBezTo>
                    <a:pt x="1880651" y="1060321"/>
                    <a:pt x="1880323" y="1068140"/>
                    <a:pt x="1884955" y="1073174"/>
                  </a:cubicBezTo>
                  <a:cubicBezTo>
                    <a:pt x="1887164" y="1075591"/>
                    <a:pt x="1890257" y="1077027"/>
                    <a:pt x="1893535" y="1077169"/>
                  </a:cubicBezTo>
                  <a:cubicBezTo>
                    <a:pt x="1896842" y="1077297"/>
                    <a:pt x="1900077" y="1076131"/>
                    <a:pt x="1902514" y="1073899"/>
                  </a:cubicBezTo>
                  <a:cubicBezTo>
                    <a:pt x="1907360" y="1069065"/>
                    <a:pt x="1907360" y="1061245"/>
                    <a:pt x="1902514" y="1056410"/>
                  </a:cubicBezTo>
                  <a:close/>
                  <a:moveTo>
                    <a:pt x="1842939" y="1671915"/>
                  </a:moveTo>
                  <a:cubicBezTo>
                    <a:pt x="1849524" y="1665829"/>
                    <a:pt x="1859800" y="1666213"/>
                    <a:pt x="1865900" y="1672768"/>
                  </a:cubicBezTo>
                  <a:cubicBezTo>
                    <a:pt x="1865943" y="1672810"/>
                    <a:pt x="1865985" y="1672867"/>
                    <a:pt x="1866028" y="1672910"/>
                  </a:cubicBezTo>
                  <a:cubicBezTo>
                    <a:pt x="1872128" y="1679578"/>
                    <a:pt x="1871644" y="1689929"/>
                    <a:pt x="1864959" y="1696014"/>
                  </a:cubicBezTo>
                  <a:cubicBezTo>
                    <a:pt x="1858275" y="1702100"/>
                    <a:pt x="1847899" y="1701616"/>
                    <a:pt x="1841799" y="1694948"/>
                  </a:cubicBezTo>
                  <a:cubicBezTo>
                    <a:pt x="1839077" y="1691891"/>
                    <a:pt x="1837552" y="1687953"/>
                    <a:pt x="1837523" y="1683858"/>
                  </a:cubicBezTo>
                  <a:cubicBezTo>
                    <a:pt x="1837523" y="1679280"/>
                    <a:pt x="1839504" y="1674929"/>
                    <a:pt x="1842939" y="1671915"/>
                  </a:cubicBezTo>
                  <a:close/>
                  <a:moveTo>
                    <a:pt x="1863035" y="1675611"/>
                  </a:moveTo>
                  <a:cubicBezTo>
                    <a:pt x="1858446" y="1670550"/>
                    <a:pt x="1850593" y="1670152"/>
                    <a:pt x="1845519" y="1674744"/>
                  </a:cubicBezTo>
                  <a:cubicBezTo>
                    <a:pt x="1845519" y="1674744"/>
                    <a:pt x="1845505" y="1674758"/>
                    <a:pt x="1845505" y="1674758"/>
                  </a:cubicBezTo>
                  <a:cubicBezTo>
                    <a:pt x="1840645" y="1679450"/>
                    <a:pt x="1840260" y="1687100"/>
                    <a:pt x="1844649" y="1692247"/>
                  </a:cubicBezTo>
                  <a:cubicBezTo>
                    <a:pt x="1849282" y="1697237"/>
                    <a:pt x="1857078" y="1697621"/>
                    <a:pt x="1862180" y="1693100"/>
                  </a:cubicBezTo>
                  <a:cubicBezTo>
                    <a:pt x="1867254" y="1688621"/>
                    <a:pt x="1867724" y="1680901"/>
                    <a:pt x="1863249" y="1675839"/>
                  </a:cubicBezTo>
                  <a:cubicBezTo>
                    <a:pt x="1863178" y="1675768"/>
                    <a:pt x="1863106" y="1675683"/>
                    <a:pt x="1863035" y="1675611"/>
                  </a:cubicBezTo>
                  <a:close/>
                  <a:moveTo>
                    <a:pt x="921383" y="2403155"/>
                  </a:moveTo>
                  <a:cubicBezTo>
                    <a:pt x="926773" y="2397965"/>
                    <a:pt x="933992" y="2395107"/>
                    <a:pt x="941479" y="2395193"/>
                  </a:cubicBezTo>
                  <a:cubicBezTo>
                    <a:pt x="948991" y="2395434"/>
                    <a:pt x="956063" y="2398790"/>
                    <a:pt x="961004" y="2404434"/>
                  </a:cubicBezTo>
                  <a:cubicBezTo>
                    <a:pt x="965829" y="2409610"/>
                    <a:pt x="968481" y="2416421"/>
                    <a:pt x="968416" y="2423487"/>
                  </a:cubicBezTo>
                  <a:cubicBezTo>
                    <a:pt x="968206" y="2439184"/>
                    <a:pt x="955274" y="2451753"/>
                    <a:pt x="939533" y="2451539"/>
                  </a:cubicBezTo>
                  <a:cubicBezTo>
                    <a:pt x="931778" y="2451440"/>
                    <a:pt x="924402" y="2448184"/>
                    <a:pt x="919102" y="2442539"/>
                  </a:cubicBezTo>
                  <a:cubicBezTo>
                    <a:pt x="914351" y="2437321"/>
                    <a:pt x="911710" y="2430539"/>
                    <a:pt x="911691" y="2423487"/>
                  </a:cubicBezTo>
                  <a:cubicBezTo>
                    <a:pt x="911981" y="2415667"/>
                    <a:pt x="915487" y="2408316"/>
                    <a:pt x="921383" y="2403155"/>
                  </a:cubicBezTo>
                  <a:close/>
                  <a:moveTo>
                    <a:pt x="958581" y="2407562"/>
                  </a:moveTo>
                  <a:cubicBezTo>
                    <a:pt x="954213" y="2402785"/>
                    <a:pt x="948099" y="2399970"/>
                    <a:pt x="941621" y="2399743"/>
                  </a:cubicBezTo>
                  <a:cubicBezTo>
                    <a:pt x="935166" y="2399344"/>
                    <a:pt x="928831" y="2401605"/>
                    <a:pt x="924091" y="2405999"/>
                  </a:cubicBezTo>
                  <a:cubicBezTo>
                    <a:pt x="919006" y="2410634"/>
                    <a:pt x="916110" y="2417188"/>
                    <a:pt x="916110" y="2424056"/>
                  </a:cubicBezTo>
                  <a:cubicBezTo>
                    <a:pt x="916089" y="2430127"/>
                    <a:pt x="918381" y="2435971"/>
                    <a:pt x="922523" y="2440406"/>
                  </a:cubicBezTo>
                  <a:cubicBezTo>
                    <a:pt x="931615" y="2450345"/>
                    <a:pt x="947056" y="2451042"/>
                    <a:pt x="957014" y="2441971"/>
                  </a:cubicBezTo>
                  <a:cubicBezTo>
                    <a:pt x="966970" y="2432899"/>
                    <a:pt x="967673" y="2417501"/>
                    <a:pt x="958581" y="2407562"/>
                  </a:cubicBezTo>
                  <a:close/>
                  <a:moveTo>
                    <a:pt x="1202867" y="2062630"/>
                  </a:moveTo>
                  <a:cubicBezTo>
                    <a:pt x="1216956" y="2049834"/>
                    <a:pt x="1238780" y="2050843"/>
                    <a:pt x="1251610" y="2064905"/>
                  </a:cubicBezTo>
                  <a:cubicBezTo>
                    <a:pt x="1264440" y="2078967"/>
                    <a:pt x="1263419" y="2100734"/>
                    <a:pt x="1249329" y="2113531"/>
                  </a:cubicBezTo>
                  <a:cubicBezTo>
                    <a:pt x="1235239" y="2126327"/>
                    <a:pt x="1213416" y="2125318"/>
                    <a:pt x="1200586" y="2111256"/>
                  </a:cubicBezTo>
                  <a:cubicBezTo>
                    <a:pt x="1187756" y="2097194"/>
                    <a:pt x="1188777" y="2075426"/>
                    <a:pt x="1202867" y="2062630"/>
                  </a:cubicBezTo>
                  <a:close/>
                  <a:moveTo>
                    <a:pt x="1248617" y="2067606"/>
                  </a:moveTo>
                  <a:cubicBezTo>
                    <a:pt x="1237302" y="2055407"/>
                    <a:pt x="1218263" y="2054511"/>
                    <a:pt x="1205860" y="2065616"/>
                  </a:cubicBezTo>
                  <a:cubicBezTo>
                    <a:pt x="1192917" y="2076365"/>
                    <a:pt x="1191164" y="2095559"/>
                    <a:pt x="1201944" y="2108469"/>
                  </a:cubicBezTo>
                  <a:cubicBezTo>
                    <a:pt x="1212725" y="2121379"/>
                    <a:pt x="1231957" y="2123128"/>
                    <a:pt x="1244900" y="2112379"/>
                  </a:cubicBezTo>
                  <a:cubicBezTo>
                    <a:pt x="1245493" y="2111882"/>
                    <a:pt x="1246067" y="2111370"/>
                    <a:pt x="1246621" y="2110829"/>
                  </a:cubicBezTo>
                  <a:cubicBezTo>
                    <a:pt x="1253032" y="2105057"/>
                    <a:pt x="1256662" y="2096839"/>
                    <a:pt x="1256598" y="2088223"/>
                  </a:cubicBezTo>
                  <a:cubicBezTo>
                    <a:pt x="1256548" y="2080772"/>
                    <a:pt x="1253700" y="2073620"/>
                    <a:pt x="1248617" y="2068175"/>
                  </a:cubicBezTo>
                  <a:close/>
                  <a:moveTo>
                    <a:pt x="1214126" y="2075142"/>
                  </a:moveTo>
                  <a:cubicBezTo>
                    <a:pt x="1221191" y="2068545"/>
                    <a:pt x="1232285" y="2068900"/>
                    <a:pt x="1238905" y="2075952"/>
                  </a:cubicBezTo>
                  <a:cubicBezTo>
                    <a:pt x="1239008" y="2076052"/>
                    <a:pt x="1239109" y="2076165"/>
                    <a:pt x="1239210" y="2076279"/>
                  </a:cubicBezTo>
                  <a:cubicBezTo>
                    <a:pt x="1242118" y="2079535"/>
                    <a:pt x="1243740" y="2083730"/>
                    <a:pt x="1243771" y="2088080"/>
                  </a:cubicBezTo>
                  <a:cubicBezTo>
                    <a:pt x="1243784" y="2093071"/>
                    <a:pt x="1241657" y="2097834"/>
                    <a:pt x="1237927" y="2101161"/>
                  </a:cubicBezTo>
                  <a:cubicBezTo>
                    <a:pt x="1234530" y="2104389"/>
                    <a:pt x="1229925" y="2106038"/>
                    <a:pt x="1225243" y="2105711"/>
                  </a:cubicBezTo>
                  <a:cubicBezTo>
                    <a:pt x="1220544" y="2105597"/>
                    <a:pt x="1216104" y="2103536"/>
                    <a:pt x="1212986" y="2100024"/>
                  </a:cubicBezTo>
                  <a:cubicBezTo>
                    <a:pt x="1210021" y="2096753"/>
                    <a:pt x="1208395" y="2092488"/>
                    <a:pt x="1208425" y="2088080"/>
                  </a:cubicBezTo>
                  <a:cubicBezTo>
                    <a:pt x="1208398" y="2083161"/>
                    <a:pt x="1210470" y="2078455"/>
                    <a:pt x="1214126" y="2075142"/>
                  </a:cubicBezTo>
                  <a:close/>
                  <a:moveTo>
                    <a:pt x="1236217" y="2078839"/>
                  </a:moveTo>
                  <a:cubicBezTo>
                    <a:pt x="1233770" y="2076137"/>
                    <a:pt x="1230321" y="2074545"/>
                    <a:pt x="1226668" y="2074431"/>
                  </a:cubicBezTo>
                  <a:cubicBezTo>
                    <a:pt x="1223056" y="2074331"/>
                    <a:pt x="1219542" y="2075597"/>
                    <a:pt x="1216834" y="2077985"/>
                  </a:cubicBezTo>
                  <a:cubicBezTo>
                    <a:pt x="1211474" y="2083175"/>
                    <a:pt x="1211039" y="2091606"/>
                    <a:pt x="1215836" y="2097322"/>
                  </a:cubicBezTo>
                  <a:cubicBezTo>
                    <a:pt x="1218248" y="2100095"/>
                    <a:pt x="1221707" y="2101744"/>
                    <a:pt x="1225385" y="2101872"/>
                  </a:cubicBezTo>
                  <a:cubicBezTo>
                    <a:pt x="1233257" y="2101872"/>
                    <a:pt x="1239638" y="2095502"/>
                    <a:pt x="1239638" y="2087654"/>
                  </a:cubicBezTo>
                  <a:cubicBezTo>
                    <a:pt x="1239538" y="2084412"/>
                    <a:pt x="1238332" y="2081298"/>
                    <a:pt x="1236217" y="2078839"/>
                  </a:cubicBezTo>
                  <a:close/>
                  <a:moveTo>
                    <a:pt x="1749301" y="2119787"/>
                  </a:moveTo>
                  <a:cubicBezTo>
                    <a:pt x="1760204" y="2109806"/>
                    <a:pt x="1777165" y="2110545"/>
                    <a:pt x="1787156" y="2121436"/>
                  </a:cubicBezTo>
                  <a:cubicBezTo>
                    <a:pt x="1787170" y="2121450"/>
                    <a:pt x="1787198" y="2121479"/>
                    <a:pt x="1787213" y="2121493"/>
                  </a:cubicBezTo>
                  <a:cubicBezTo>
                    <a:pt x="1791674" y="2126455"/>
                    <a:pt x="1794154" y="2132882"/>
                    <a:pt x="1794196" y="2139550"/>
                  </a:cubicBezTo>
                  <a:cubicBezTo>
                    <a:pt x="1794154" y="2154309"/>
                    <a:pt x="1782110" y="2166238"/>
                    <a:pt x="1767316" y="2166195"/>
                  </a:cubicBezTo>
                  <a:cubicBezTo>
                    <a:pt x="1759805" y="2166181"/>
                    <a:pt x="1752651" y="2163010"/>
                    <a:pt x="1747591" y="2157465"/>
                  </a:cubicBezTo>
                  <a:cubicBezTo>
                    <a:pt x="1743059" y="2152602"/>
                    <a:pt x="1740565" y="2146190"/>
                    <a:pt x="1740607" y="2139550"/>
                  </a:cubicBezTo>
                  <a:cubicBezTo>
                    <a:pt x="1740607" y="2132043"/>
                    <a:pt x="1743757" y="2124877"/>
                    <a:pt x="1749301" y="2119787"/>
                  </a:cubicBezTo>
                  <a:close/>
                  <a:moveTo>
                    <a:pt x="1784220" y="2124195"/>
                  </a:moveTo>
                  <a:cubicBezTo>
                    <a:pt x="1780172" y="2119687"/>
                    <a:pt x="1774457" y="2117029"/>
                    <a:pt x="1768399" y="2116801"/>
                  </a:cubicBezTo>
                  <a:cubicBezTo>
                    <a:pt x="1762385" y="2116503"/>
                    <a:pt x="1756485" y="2118607"/>
                    <a:pt x="1752009" y="2122631"/>
                  </a:cubicBezTo>
                  <a:cubicBezTo>
                    <a:pt x="1747306" y="2127010"/>
                    <a:pt x="1744627" y="2133138"/>
                    <a:pt x="1744598" y="2139550"/>
                  </a:cubicBezTo>
                  <a:cubicBezTo>
                    <a:pt x="1744598" y="2152119"/>
                    <a:pt x="1754803" y="2162299"/>
                    <a:pt x="1767388" y="2162313"/>
                  </a:cubicBezTo>
                  <a:cubicBezTo>
                    <a:pt x="1779987" y="2162313"/>
                    <a:pt x="1790206" y="2152133"/>
                    <a:pt x="1790206" y="2139564"/>
                  </a:cubicBezTo>
                  <a:cubicBezTo>
                    <a:pt x="1790206" y="2133877"/>
                    <a:pt x="1788068" y="2128389"/>
                    <a:pt x="1784220" y="2124195"/>
                  </a:cubicBezTo>
                  <a:close/>
                  <a:moveTo>
                    <a:pt x="706315" y="1945472"/>
                  </a:moveTo>
                  <a:cubicBezTo>
                    <a:pt x="713705" y="1938633"/>
                    <a:pt x="725248" y="1939074"/>
                    <a:pt x="732096" y="1946453"/>
                  </a:cubicBezTo>
                  <a:cubicBezTo>
                    <a:pt x="735259" y="1949851"/>
                    <a:pt x="736997" y="1954330"/>
                    <a:pt x="736958" y="1958980"/>
                  </a:cubicBezTo>
                  <a:cubicBezTo>
                    <a:pt x="737193" y="1964368"/>
                    <a:pt x="734998" y="1969586"/>
                    <a:pt x="730972" y="1973198"/>
                  </a:cubicBezTo>
                  <a:cubicBezTo>
                    <a:pt x="727401" y="1976454"/>
                    <a:pt x="722695" y="1978188"/>
                    <a:pt x="717859" y="1978032"/>
                  </a:cubicBezTo>
                  <a:cubicBezTo>
                    <a:pt x="713014" y="1977762"/>
                    <a:pt x="708464" y="1975615"/>
                    <a:pt x="705175" y="1972060"/>
                  </a:cubicBezTo>
                  <a:cubicBezTo>
                    <a:pt x="702068" y="1968691"/>
                    <a:pt x="700339" y="1964269"/>
                    <a:pt x="700329" y="1959690"/>
                  </a:cubicBezTo>
                  <a:cubicBezTo>
                    <a:pt x="700209" y="1954316"/>
                    <a:pt x="702386" y="1949155"/>
                    <a:pt x="706315" y="1945472"/>
                  </a:cubicBezTo>
                  <a:close/>
                  <a:moveTo>
                    <a:pt x="729261" y="1949311"/>
                  </a:moveTo>
                  <a:cubicBezTo>
                    <a:pt x="724056" y="1943425"/>
                    <a:pt x="715050" y="1942856"/>
                    <a:pt x="709146" y="1948046"/>
                  </a:cubicBezTo>
                  <a:cubicBezTo>
                    <a:pt x="706006" y="1950804"/>
                    <a:pt x="704241" y="1954799"/>
                    <a:pt x="704320" y="1958980"/>
                  </a:cubicBezTo>
                  <a:cubicBezTo>
                    <a:pt x="704294" y="1962548"/>
                    <a:pt x="705617" y="1966003"/>
                    <a:pt x="708025" y="1968648"/>
                  </a:cubicBezTo>
                  <a:cubicBezTo>
                    <a:pt x="710585" y="1971477"/>
                    <a:pt x="714179" y="1973169"/>
                    <a:pt x="718002" y="1973340"/>
                  </a:cubicBezTo>
                  <a:cubicBezTo>
                    <a:pt x="721827" y="1973553"/>
                    <a:pt x="725577" y="1972217"/>
                    <a:pt x="728406" y="1969643"/>
                  </a:cubicBezTo>
                  <a:cubicBezTo>
                    <a:pt x="731429" y="1966927"/>
                    <a:pt x="733141" y="1963046"/>
                    <a:pt x="733109" y="1958980"/>
                  </a:cubicBezTo>
                  <a:cubicBezTo>
                    <a:pt x="733097" y="1955382"/>
                    <a:pt x="731723" y="1951927"/>
                    <a:pt x="729261" y="1949311"/>
                  </a:cubicBezTo>
                  <a:close/>
                  <a:moveTo>
                    <a:pt x="710876" y="1950449"/>
                  </a:moveTo>
                  <a:cubicBezTo>
                    <a:pt x="713188" y="1948415"/>
                    <a:pt x="716200" y="1947335"/>
                    <a:pt x="719285" y="1947463"/>
                  </a:cubicBezTo>
                  <a:cubicBezTo>
                    <a:pt x="725651" y="1947804"/>
                    <a:pt x="730540" y="1953221"/>
                    <a:pt x="730202" y="1959577"/>
                  </a:cubicBezTo>
                  <a:cubicBezTo>
                    <a:pt x="730039" y="1962619"/>
                    <a:pt x="728677" y="1965463"/>
                    <a:pt x="726411" y="1967510"/>
                  </a:cubicBezTo>
                  <a:cubicBezTo>
                    <a:pt x="724193" y="1969615"/>
                    <a:pt x="721197" y="1970695"/>
                    <a:pt x="718144" y="1970496"/>
                  </a:cubicBezTo>
                  <a:cubicBezTo>
                    <a:pt x="715103" y="1970354"/>
                    <a:pt x="712240" y="1969017"/>
                    <a:pt x="710163" y="1966799"/>
                  </a:cubicBezTo>
                  <a:cubicBezTo>
                    <a:pt x="708192" y="1964681"/>
                    <a:pt x="707120" y="1961880"/>
                    <a:pt x="707170" y="1958980"/>
                  </a:cubicBezTo>
                  <a:cubicBezTo>
                    <a:pt x="707246" y="1955766"/>
                    <a:pt x="708575" y="1952709"/>
                    <a:pt x="710876" y="1950449"/>
                  </a:cubicBezTo>
                  <a:close/>
                  <a:moveTo>
                    <a:pt x="724273" y="1953861"/>
                  </a:moveTo>
                  <a:cubicBezTo>
                    <a:pt x="722899" y="1952396"/>
                    <a:pt x="721006" y="1951529"/>
                    <a:pt x="719000" y="1951444"/>
                  </a:cubicBezTo>
                  <a:cubicBezTo>
                    <a:pt x="716994" y="1951316"/>
                    <a:pt x="715028" y="1952041"/>
                    <a:pt x="713584" y="1953434"/>
                  </a:cubicBezTo>
                  <a:cubicBezTo>
                    <a:pt x="710501" y="1956349"/>
                    <a:pt x="710374" y="1961212"/>
                    <a:pt x="713302" y="1964283"/>
                  </a:cubicBezTo>
                  <a:cubicBezTo>
                    <a:pt x="714613" y="1965662"/>
                    <a:pt x="716389" y="1966515"/>
                    <a:pt x="718287" y="1966657"/>
                  </a:cubicBezTo>
                  <a:cubicBezTo>
                    <a:pt x="720318" y="1966671"/>
                    <a:pt x="722289" y="1965975"/>
                    <a:pt x="723845" y="1964667"/>
                  </a:cubicBezTo>
                  <a:cubicBezTo>
                    <a:pt x="726816" y="1961681"/>
                    <a:pt x="726816" y="1956847"/>
                    <a:pt x="723845" y="1953861"/>
                  </a:cubicBezTo>
                  <a:close/>
                  <a:moveTo>
                    <a:pt x="1554329" y="1414139"/>
                  </a:moveTo>
                  <a:cubicBezTo>
                    <a:pt x="1574012" y="1396381"/>
                    <a:pt x="1604355" y="1397774"/>
                    <a:pt x="1622313" y="1417267"/>
                  </a:cubicBezTo>
                  <a:cubicBezTo>
                    <a:pt x="1630408" y="1426083"/>
                    <a:pt x="1634884" y="1437599"/>
                    <a:pt x="1634855" y="1449543"/>
                  </a:cubicBezTo>
                  <a:cubicBezTo>
                    <a:pt x="1634812" y="1476088"/>
                    <a:pt x="1613206" y="1497558"/>
                    <a:pt x="1586597" y="1497515"/>
                  </a:cubicBezTo>
                  <a:cubicBezTo>
                    <a:pt x="1573142" y="1497501"/>
                    <a:pt x="1560301" y="1491856"/>
                    <a:pt x="1551194" y="1481960"/>
                  </a:cubicBezTo>
                  <a:cubicBezTo>
                    <a:pt x="1543098" y="1473145"/>
                    <a:pt x="1538623" y="1461628"/>
                    <a:pt x="1538652" y="1449685"/>
                  </a:cubicBezTo>
                  <a:cubicBezTo>
                    <a:pt x="1538652" y="1436163"/>
                    <a:pt x="1544339" y="1423268"/>
                    <a:pt x="1554329" y="1414139"/>
                  </a:cubicBezTo>
                  <a:close/>
                  <a:moveTo>
                    <a:pt x="1619463" y="1419969"/>
                  </a:moveTo>
                  <a:cubicBezTo>
                    <a:pt x="1603072" y="1401827"/>
                    <a:pt x="1575038" y="1400376"/>
                    <a:pt x="1556866" y="1416727"/>
                  </a:cubicBezTo>
                  <a:cubicBezTo>
                    <a:pt x="1538680" y="1433078"/>
                    <a:pt x="1537227" y="1461045"/>
                    <a:pt x="1553617" y="1479188"/>
                  </a:cubicBezTo>
                  <a:cubicBezTo>
                    <a:pt x="1570007" y="1497316"/>
                    <a:pt x="1598041" y="1498766"/>
                    <a:pt x="1616213" y="1482415"/>
                  </a:cubicBezTo>
                  <a:cubicBezTo>
                    <a:pt x="1625548" y="1474026"/>
                    <a:pt x="1630879" y="1462083"/>
                    <a:pt x="1630864" y="1449543"/>
                  </a:cubicBezTo>
                  <a:cubicBezTo>
                    <a:pt x="1630879" y="1438751"/>
                    <a:pt x="1626917" y="1428329"/>
                    <a:pt x="1619748" y="1420253"/>
                  </a:cubicBezTo>
                  <a:close/>
                  <a:moveTo>
                    <a:pt x="1563878" y="1424661"/>
                  </a:moveTo>
                  <a:cubicBezTo>
                    <a:pt x="1577418" y="1411865"/>
                    <a:pt x="1598797" y="1412433"/>
                    <a:pt x="1611624" y="1425941"/>
                  </a:cubicBezTo>
                  <a:cubicBezTo>
                    <a:pt x="1617681" y="1432310"/>
                    <a:pt x="1621002" y="1440770"/>
                    <a:pt x="1620888" y="1449543"/>
                  </a:cubicBezTo>
                  <a:cubicBezTo>
                    <a:pt x="1620831" y="1468225"/>
                    <a:pt x="1605609" y="1483339"/>
                    <a:pt x="1586882" y="1483297"/>
                  </a:cubicBezTo>
                  <a:cubicBezTo>
                    <a:pt x="1568140" y="1483240"/>
                    <a:pt x="1552990" y="1468055"/>
                    <a:pt x="1553047" y="1449358"/>
                  </a:cubicBezTo>
                  <a:cubicBezTo>
                    <a:pt x="1553075" y="1439988"/>
                    <a:pt x="1556994" y="1431045"/>
                    <a:pt x="1563878" y="1424661"/>
                  </a:cubicBezTo>
                  <a:close/>
                  <a:moveTo>
                    <a:pt x="1608916" y="1429495"/>
                  </a:moveTo>
                  <a:cubicBezTo>
                    <a:pt x="1597756" y="1417324"/>
                    <a:pt x="1578829" y="1416471"/>
                    <a:pt x="1566629" y="1427604"/>
                  </a:cubicBezTo>
                  <a:cubicBezTo>
                    <a:pt x="1554429" y="1438723"/>
                    <a:pt x="1553588" y="1457619"/>
                    <a:pt x="1564734" y="1469789"/>
                  </a:cubicBezTo>
                  <a:cubicBezTo>
                    <a:pt x="1575893" y="1481960"/>
                    <a:pt x="1594820" y="1482799"/>
                    <a:pt x="1607020" y="1471680"/>
                  </a:cubicBezTo>
                  <a:cubicBezTo>
                    <a:pt x="1613249" y="1465993"/>
                    <a:pt x="1616783" y="1457960"/>
                    <a:pt x="1616755" y="1449543"/>
                  </a:cubicBezTo>
                  <a:cubicBezTo>
                    <a:pt x="1616740" y="1442263"/>
                    <a:pt x="1614047" y="1435225"/>
                    <a:pt x="1609201" y="1429780"/>
                  </a:cubicBezTo>
                  <a:close/>
                  <a:moveTo>
                    <a:pt x="646883" y="2119787"/>
                  </a:moveTo>
                  <a:cubicBezTo>
                    <a:pt x="659489" y="2108356"/>
                    <a:pt x="678989" y="2109251"/>
                    <a:pt x="690495" y="2121778"/>
                  </a:cubicBezTo>
                  <a:cubicBezTo>
                    <a:pt x="701991" y="2134275"/>
                    <a:pt x="701154" y="2153697"/>
                    <a:pt x="688626" y="2165171"/>
                  </a:cubicBezTo>
                  <a:cubicBezTo>
                    <a:pt x="688584" y="2165214"/>
                    <a:pt x="688542" y="2165242"/>
                    <a:pt x="688500" y="2165285"/>
                  </a:cubicBezTo>
                  <a:cubicBezTo>
                    <a:pt x="675208" y="2175991"/>
                    <a:pt x="655736" y="2173915"/>
                    <a:pt x="645009" y="2160650"/>
                  </a:cubicBezTo>
                  <a:cubicBezTo>
                    <a:pt x="635190" y="2148522"/>
                    <a:pt x="635994" y="2130977"/>
                    <a:pt x="646883" y="2119787"/>
                  </a:cubicBezTo>
                  <a:close/>
                  <a:moveTo>
                    <a:pt x="687644" y="2124337"/>
                  </a:moveTo>
                  <a:cubicBezTo>
                    <a:pt x="677608" y="2113389"/>
                    <a:pt x="660572" y="2112621"/>
                    <a:pt x="649591" y="2122631"/>
                  </a:cubicBezTo>
                  <a:cubicBezTo>
                    <a:pt x="644005" y="2127763"/>
                    <a:pt x="640806" y="2134972"/>
                    <a:pt x="640754" y="2142536"/>
                  </a:cubicBezTo>
                  <a:cubicBezTo>
                    <a:pt x="640778" y="2149233"/>
                    <a:pt x="643321" y="2155674"/>
                    <a:pt x="647880" y="2160593"/>
                  </a:cubicBezTo>
                  <a:cubicBezTo>
                    <a:pt x="657846" y="2171513"/>
                    <a:pt x="674793" y="2172295"/>
                    <a:pt x="685732" y="2162356"/>
                  </a:cubicBezTo>
                  <a:cubicBezTo>
                    <a:pt x="685752" y="2162342"/>
                    <a:pt x="685772" y="2162313"/>
                    <a:pt x="685792" y="2162299"/>
                  </a:cubicBezTo>
                  <a:cubicBezTo>
                    <a:pt x="691399" y="2157252"/>
                    <a:pt x="694607" y="2150072"/>
                    <a:pt x="694628" y="2142536"/>
                  </a:cubicBezTo>
                  <a:cubicBezTo>
                    <a:pt x="694440" y="2136067"/>
                    <a:pt x="691967" y="2129868"/>
                    <a:pt x="687644" y="2125048"/>
                  </a:cubicBezTo>
                  <a:close/>
                  <a:moveTo>
                    <a:pt x="656574" y="2130308"/>
                  </a:moveTo>
                  <a:cubicBezTo>
                    <a:pt x="663260" y="2124223"/>
                    <a:pt x="673627" y="2124692"/>
                    <a:pt x="679730" y="2131361"/>
                  </a:cubicBezTo>
                  <a:cubicBezTo>
                    <a:pt x="679754" y="2131389"/>
                    <a:pt x="679780" y="2131417"/>
                    <a:pt x="679806" y="2131446"/>
                  </a:cubicBezTo>
                  <a:cubicBezTo>
                    <a:pt x="682650" y="2134446"/>
                    <a:pt x="684232" y="2138413"/>
                    <a:pt x="684224" y="2142536"/>
                  </a:cubicBezTo>
                  <a:cubicBezTo>
                    <a:pt x="684190" y="2147143"/>
                    <a:pt x="682226" y="2151522"/>
                    <a:pt x="678808" y="2154621"/>
                  </a:cubicBezTo>
                  <a:cubicBezTo>
                    <a:pt x="672122" y="2160707"/>
                    <a:pt x="661755" y="2160238"/>
                    <a:pt x="655652" y="2153569"/>
                  </a:cubicBezTo>
                  <a:cubicBezTo>
                    <a:pt x="655628" y="2153541"/>
                    <a:pt x="655602" y="2153512"/>
                    <a:pt x="655577" y="2153484"/>
                  </a:cubicBezTo>
                  <a:cubicBezTo>
                    <a:pt x="652792" y="2150527"/>
                    <a:pt x="651261" y="2146602"/>
                    <a:pt x="651301" y="2142536"/>
                  </a:cubicBezTo>
                  <a:cubicBezTo>
                    <a:pt x="651221" y="2137929"/>
                    <a:pt x="653083" y="2133493"/>
                    <a:pt x="656432" y="2130308"/>
                  </a:cubicBezTo>
                  <a:close/>
                  <a:moveTo>
                    <a:pt x="676955" y="2134005"/>
                  </a:moveTo>
                  <a:cubicBezTo>
                    <a:pt x="672151" y="2129142"/>
                    <a:pt x="664301" y="2129071"/>
                    <a:pt x="659421" y="2133863"/>
                  </a:cubicBezTo>
                  <a:cubicBezTo>
                    <a:pt x="659374" y="2133920"/>
                    <a:pt x="659328" y="2133962"/>
                    <a:pt x="659282" y="2134005"/>
                  </a:cubicBezTo>
                  <a:cubicBezTo>
                    <a:pt x="654330" y="2138711"/>
                    <a:pt x="653953" y="2146474"/>
                    <a:pt x="658427" y="2151636"/>
                  </a:cubicBezTo>
                  <a:cubicBezTo>
                    <a:pt x="663079" y="2156726"/>
                    <a:pt x="670978" y="2157110"/>
                    <a:pt x="676100" y="2152489"/>
                  </a:cubicBezTo>
                  <a:cubicBezTo>
                    <a:pt x="678735" y="2150143"/>
                    <a:pt x="680239" y="2146773"/>
                    <a:pt x="680233" y="2143247"/>
                  </a:cubicBezTo>
                  <a:cubicBezTo>
                    <a:pt x="680414" y="2139849"/>
                    <a:pt x="679234" y="2136536"/>
                    <a:pt x="676955" y="2134005"/>
                  </a:cubicBezTo>
                  <a:close/>
                  <a:moveTo>
                    <a:pt x="236558" y="1704616"/>
                  </a:moveTo>
                  <a:cubicBezTo>
                    <a:pt x="249087" y="1693157"/>
                    <a:pt x="268561" y="1693996"/>
                    <a:pt x="280055" y="1706493"/>
                  </a:cubicBezTo>
                  <a:cubicBezTo>
                    <a:pt x="285289" y="1712181"/>
                    <a:pt x="288181" y="1719645"/>
                    <a:pt x="288151" y="1727366"/>
                  </a:cubicBezTo>
                  <a:cubicBezTo>
                    <a:pt x="288166" y="1736039"/>
                    <a:pt x="284487" y="1744299"/>
                    <a:pt x="278032" y="1750115"/>
                  </a:cubicBezTo>
                  <a:cubicBezTo>
                    <a:pt x="265437" y="1761546"/>
                    <a:pt x="245944" y="1760622"/>
                    <a:pt x="234491" y="1748053"/>
                  </a:cubicBezTo>
                  <a:cubicBezTo>
                    <a:pt x="223038" y="1735484"/>
                    <a:pt x="223963" y="1716048"/>
                    <a:pt x="236558" y="1704616"/>
                  </a:cubicBezTo>
                  <a:close/>
                  <a:moveTo>
                    <a:pt x="277177" y="1709308"/>
                  </a:moveTo>
                  <a:cubicBezTo>
                    <a:pt x="267101" y="1698389"/>
                    <a:pt x="250059" y="1697692"/>
                    <a:pt x="239115" y="1707744"/>
                  </a:cubicBezTo>
                  <a:cubicBezTo>
                    <a:pt x="233722" y="1712692"/>
                    <a:pt x="230585" y="1719631"/>
                    <a:pt x="230429" y="1726939"/>
                  </a:cubicBezTo>
                  <a:cubicBezTo>
                    <a:pt x="230506" y="1741783"/>
                    <a:pt x="242628" y="1753755"/>
                    <a:pt x="257505" y="1753669"/>
                  </a:cubicBezTo>
                  <a:cubicBezTo>
                    <a:pt x="264149" y="1753641"/>
                    <a:pt x="270545" y="1751153"/>
                    <a:pt x="275467" y="1746702"/>
                  </a:cubicBezTo>
                  <a:cubicBezTo>
                    <a:pt x="281014" y="1741555"/>
                    <a:pt x="284164" y="1734347"/>
                    <a:pt x="284161" y="1726797"/>
                  </a:cubicBezTo>
                  <a:cubicBezTo>
                    <a:pt x="284048" y="1720313"/>
                    <a:pt x="281565" y="1714100"/>
                    <a:pt x="277177" y="1709308"/>
                  </a:cubicBezTo>
                  <a:close/>
                  <a:moveTo>
                    <a:pt x="310527" y="2093199"/>
                  </a:moveTo>
                  <a:cubicBezTo>
                    <a:pt x="314148" y="2089943"/>
                    <a:pt x="318915" y="2088251"/>
                    <a:pt x="323782" y="2088507"/>
                  </a:cubicBezTo>
                  <a:cubicBezTo>
                    <a:pt x="328705" y="2088621"/>
                    <a:pt x="333354" y="2090796"/>
                    <a:pt x="336609" y="2094479"/>
                  </a:cubicBezTo>
                  <a:cubicBezTo>
                    <a:pt x="339716" y="2097848"/>
                    <a:pt x="341445" y="2102270"/>
                    <a:pt x="341455" y="2106848"/>
                  </a:cubicBezTo>
                  <a:cubicBezTo>
                    <a:pt x="341539" y="2112209"/>
                    <a:pt x="339369" y="2117370"/>
                    <a:pt x="335469" y="2121067"/>
                  </a:cubicBezTo>
                  <a:cubicBezTo>
                    <a:pt x="331813" y="2124351"/>
                    <a:pt x="326988" y="2126043"/>
                    <a:pt x="322072" y="2125759"/>
                  </a:cubicBezTo>
                  <a:cubicBezTo>
                    <a:pt x="317195" y="2125616"/>
                    <a:pt x="312598" y="2123455"/>
                    <a:pt x="309387" y="2119787"/>
                  </a:cubicBezTo>
                  <a:cubicBezTo>
                    <a:pt x="306280" y="2116417"/>
                    <a:pt x="304551" y="2111995"/>
                    <a:pt x="304542" y="2107417"/>
                  </a:cubicBezTo>
                  <a:cubicBezTo>
                    <a:pt x="304426" y="2102085"/>
                    <a:pt x="306605" y="2096967"/>
                    <a:pt x="310527" y="2093341"/>
                  </a:cubicBezTo>
                  <a:close/>
                  <a:moveTo>
                    <a:pt x="333759" y="2097038"/>
                  </a:moveTo>
                  <a:cubicBezTo>
                    <a:pt x="331101" y="2094251"/>
                    <a:pt x="327486" y="2092573"/>
                    <a:pt x="323640" y="2092346"/>
                  </a:cubicBezTo>
                  <a:cubicBezTo>
                    <a:pt x="319794" y="2092175"/>
                    <a:pt x="316042" y="2093554"/>
                    <a:pt x="313235" y="2096185"/>
                  </a:cubicBezTo>
                  <a:cubicBezTo>
                    <a:pt x="310213" y="2098900"/>
                    <a:pt x="308501" y="2102782"/>
                    <a:pt x="308532" y="2106848"/>
                  </a:cubicBezTo>
                  <a:cubicBezTo>
                    <a:pt x="308507" y="2110417"/>
                    <a:pt x="309829" y="2113872"/>
                    <a:pt x="312238" y="2116517"/>
                  </a:cubicBezTo>
                  <a:cubicBezTo>
                    <a:pt x="317411" y="2122431"/>
                    <a:pt x="326415" y="2123043"/>
                    <a:pt x="332346" y="2117882"/>
                  </a:cubicBezTo>
                  <a:cubicBezTo>
                    <a:pt x="332488" y="2117768"/>
                    <a:pt x="332626" y="2117640"/>
                    <a:pt x="332761" y="2117512"/>
                  </a:cubicBezTo>
                  <a:cubicBezTo>
                    <a:pt x="338693" y="2112351"/>
                    <a:pt x="339309" y="2103365"/>
                    <a:pt x="334135" y="2097450"/>
                  </a:cubicBezTo>
                  <a:cubicBezTo>
                    <a:pt x="334013" y="2097308"/>
                    <a:pt x="333887" y="2097180"/>
                    <a:pt x="333759" y="2097038"/>
                  </a:cubicBezTo>
                  <a:close/>
                  <a:moveTo>
                    <a:pt x="679378" y="1457220"/>
                  </a:moveTo>
                  <a:cubicBezTo>
                    <a:pt x="683195" y="1453609"/>
                    <a:pt x="688384" y="1451789"/>
                    <a:pt x="693630" y="1452244"/>
                  </a:cubicBezTo>
                  <a:cubicBezTo>
                    <a:pt x="698761" y="1452429"/>
                    <a:pt x="703596" y="1454690"/>
                    <a:pt x="707028" y="1458500"/>
                  </a:cubicBezTo>
                  <a:cubicBezTo>
                    <a:pt x="710213" y="1462069"/>
                    <a:pt x="711986" y="1466661"/>
                    <a:pt x="712016" y="1471439"/>
                  </a:cubicBezTo>
                  <a:cubicBezTo>
                    <a:pt x="712010" y="1476842"/>
                    <a:pt x="709736" y="1482003"/>
                    <a:pt x="705745" y="1485657"/>
                  </a:cubicBezTo>
                  <a:cubicBezTo>
                    <a:pt x="701873" y="1489183"/>
                    <a:pt x="696725" y="1490975"/>
                    <a:pt x="691493" y="1490633"/>
                  </a:cubicBezTo>
                  <a:cubicBezTo>
                    <a:pt x="686407" y="1490420"/>
                    <a:pt x="681626" y="1488159"/>
                    <a:pt x="678238" y="1484377"/>
                  </a:cubicBezTo>
                  <a:cubicBezTo>
                    <a:pt x="674954" y="1480865"/>
                    <a:pt x="673121" y="1476244"/>
                    <a:pt x="673107" y="1471439"/>
                  </a:cubicBezTo>
                  <a:cubicBezTo>
                    <a:pt x="673241" y="1466263"/>
                    <a:pt x="675511" y="1461372"/>
                    <a:pt x="679378" y="1457931"/>
                  </a:cubicBezTo>
                  <a:close/>
                  <a:moveTo>
                    <a:pt x="703607" y="1461059"/>
                  </a:moveTo>
                  <a:cubicBezTo>
                    <a:pt x="700902" y="1458059"/>
                    <a:pt x="697102" y="1456268"/>
                    <a:pt x="693060" y="1456083"/>
                  </a:cubicBezTo>
                  <a:cubicBezTo>
                    <a:pt x="684569" y="1455685"/>
                    <a:pt x="677366" y="1462239"/>
                    <a:pt x="676972" y="1470714"/>
                  </a:cubicBezTo>
                  <a:cubicBezTo>
                    <a:pt x="676961" y="1470955"/>
                    <a:pt x="676955" y="1471197"/>
                    <a:pt x="676955" y="1471439"/>
                  </a:cubicBezTo>
                  <a:cubicBezTo>
                    <a:pt x="676961" y="1475221"/>
                    <a:pt x="678385" y="1478875"/>
                    <a:pt x="680946" y="1481676"/>
                  </a:cubicBezTo>
                  <a:cubicBezTo>
                    <a:pt x="683621" y="1484789"/>
                    <a:pt x="687519" y="1486609"/>
                    <a:pt x="691635" y="1486652"/>
                  </a:cubicBezTo>
                  <a:cubicBezTo>
                    <a:pt x="695696" y="1486951"/>
                    <a:pt x="699689" y="1485500"/>
                    <a:pt x="702609" y="1482671"/>
                  </a:cubicBezTo>
                  <a:cubicBezTo>
                    <a:pt x="705892" y="1479870"/>
                    <a:pt x="707726" y="1475747"/>
                    <a:pt x="707598" y="1471439"/>
                  </a:cubicBezTo>
                  <a:cubicBezTo>
                    <a:pt x="707431" y="1467856"/>
                    <a:pt x="706020" y="1464429"/>
                    <a:pt x="703607" y="1461770"/>
                  </a:cubicBezTo>
                  <a:close/>
                  <a:moveTo>
                    <a:pt x="675102" y="1452671"/>
                  </a:moveTo>
                  <a:cubicBezTo>
                    <a:pt x="685434" y="1443116"/>
                    <a:pt x="701576" y="1443727"/>
                    <a:pt x="711155" y="1454036"/>
                  </a:cubicBezTo>
                  <a:cubicBezTo>
                    <a:pt x="720736" y="1464344"/>
                    <a:pt x="720126" y="1480439"/>
                    <a:pt x="709793" y="1489993"/>
                  </a:cubicBezTo>
                  <a:cubicBezTo>
                    <a:pt x="704724" y="1494685"/>
                    <a:pt x="697966" y="1497117"/>
                    <a:pt x="691065" y="1496747"/>
                  </a:cubicBezTo>
                  <a:cubicBezTo>
                    <a:pt x="684354" y="1496434"/>
                    <a:pt x="678044" y="1493463"/>
                    <a:pt x="673535" y="1488500"/>
                  </a:cubicBezTo>
                  <a:cubicBezTo>
                    <a:pt x="664048" y="1478221"/>
                    <a:pt x="664715" y="1462211"/>
                    <a:pt x="675027" y="1452742"/>
                  </a:cubicBezTo>
                  <a:cubicBezTo>
                    <a:pt x="675051" y="1452713"/>
                    <a:pt x="675077" y="1452699"/>
                    <a:pt x="675102" y="1452671"/>
                  </a:cubicBezTo>
                  <a:close/>
                  <a:moveTo>
                    <a:pt x="708168" y="1456936"/>
                  </a:moveTo>
                  <a:cubicBezTo>
                    <a:pt x="699172" y="1449187"/>
                    <a:pt x="685581" y="1450183"/>
                    <a:pt x="677815" y="1459154"/>
                  </a:cubicBezTo>
                  <a:cubicBezTo>
                    <a:pt x="671412" y="1466548"/>
                    <a:pt x="670825" y="1477325"/>
                    <a:pt x="676385" y="1485372"/>
                  </a:cubicBezTo>
                  <a:cubicBezTo>
                    <a:pt x="680186" y="1489666"/>
                    <a:pt x="685608" y="1492197"/>
                    <a:pt x="691350" y="1492339"/>
                  </a:cubicBezTo>
                  <a:cubicBezTo>
                    <a:pt x="703140" y="1492979"/>
                    <a:pt x="713222" y="1483979"/>
                    <a:pt x="713869" y="1472221"/>
                  </a:cubicBezTo>
                  <a:cubicBezTo>
                    <a:pt x="714188" y="1466420"/>
                    <a:pt x="712130" y="1460747"/>
                    <a:pt x="708168" y="1456510"/>
                  </a:cubicBezTo>
                  <a:close/>
                  <a:moveTo>
                    <a:pt x="571630" y="2378557"/>
                  </a:moveTo>
                  <a:cubicBezTo>
                    <a:pt x="581979" y="2369131"/>
                    <a:pt x="598024" y="2369870"/>
                    <a:pt x="607471" y="2380193"/>
                  </a:cubicBezTo>
                  <a:cubicBezTo>
                    <a:pt x="616916" y="2390515"/>
                    <a:pt x="616185" y="2406525"/>
                    <a:pt x="605836" y="2415937"/>
                  </a:cubicBezTo>
                  <a:cubicBezTo>
                    <a:pt x="595487" y="2425364"/>
                    <a:pt x="579441" y="2424639"/>
                    <a:pt x="569996" y="2414316"/>
                  </a:cubicBezTo>
                  <a:cubicBezTo>
                    <a:pt x="565747" y="2409667"/>
                    <a:pt x="563383" y="2403610"/>
                    <a:pt x="563364" y="2397325"/>
                  </a:cubicBezTo>
                  <a:lnTo>
                    <a:pt x="563364" y="2397325"/>
                  </a:lnTo>
                  <a:cubicBezTo>
                    <a:pt x="563507" y="2390430"/>
                    <a:pt x="566497" y="2383889"/>
                    <a:pt x="571630" y="2379268"/>
                  </a:cubicBezTo>
                  <a:close/>
                  <a:moveTo>
                    <a:pt x="604696" y="2382823"/>
                  </a:moveTo>
                  <a:cubicBezTo>
                    <a:pt x="596793" y="2374065"/>
                    <a:pt x="583276" y="2373368"/>
                    <a:pt x="574504" y="2381245"/>
                  </a:cubicBezTo>
                  <a:cubicBezTo>
                    <a:pt x="574448" y="2381302"/>
                    <a:pt x="574393" y="2381344"/>
                    <a:pt x="574338" y="2381401"/>
                  </a:cubicBezTo>
                  <a:cubicBezTo>
                    <a:pt x="569893" y="2385510"/>
                    <a:pt x="567363" y="2391283"/>
                    <a:pt x="567355" y="2397325"/>
                  </a:cubicBezTo>
                  <a:lnTo>
                    <a:pt x="567355" y="2397325"/>
                  </a:lnTo>
                  <a:cubicBezTo>
                    <a:pt x="567413" y="2402586"/>
                    <a:pt x="569389" y="2407634"/>
                    <a:pt x="572913" y="2411544"/>
                  </a:cubicBezTo>
                  <a:cubicBezTo>
                    <a:pt x="580816" y="2420302"/>
                    <a:pt x="594333" y="2420999"/>
                    <a:pt x="603105" y="2413122"/>
                  </a:cubicBezTo>
                  <a:cubicBezTo>
                    <a:pt x="603161" y="2413065"/>
                    <a:pt x="603216" y="2413022"/>
                    <a:pt x="603271" y="2412965"/>
                  </a:cubicBezTo>
                  <a:cubicBezTo>
                    <a:pt x="612037" y="2405188"/>
                    <a:pt x="612830" y="2391809"/>
                    <a:pt x="605039" y="2383050"/>
                  </a:cubicBezTo>
                  <a:cubicBezTo>
                    <a:pt x="604927" y="2382937"/>
                    <a:pt x="604811" y="2382809"/>
                    <a:pt x="604696" y="2382681"/>
                  </a:cubicBezTo>
                  <a:close/>
                  <a:moveTo>
                    <a:pt x="1174790" y="1619592"/>
                  </a:moveTo>
                  <a:cubicBezTo>
                    <a:pt x="1185245" y="1610208"/>
                    <a:pt x="1201330" y="1610962"/>
                    <a:pt x="1210848" y="1621298"/>
                  </a:cubicBezTo>
                  <a:cubicBezTo>
                    <a:pt x="1215111" y="1625962"/>
                    <a:pt x="1217453" y="1632047"/>
                    <a:pt x="1217404" y="1638360"/>
                  </a:cubicBezTo>
                  <a:cubicBezTo>
                    <a:pt x="1217423" y="1652336"/>
                    <a:pt x="1206078" y="1663682"/>
                    <a:pt x="1192068" y="1663697"/>
                  </a:cubicBezTo>
                  <a:cubicBezTo>
                    <a:pt x="1191629" y="1663697"/>
                    <a:pt x="1191190" y="1663697"/>
                    <a:pt x="1190752" y="1663668"/>
                  </a:cubicBezTo>
                  <a:cubicBezTo>
                    <a:pt x="1177221" y="1662986"/>
                    <a:pt x="1166582" y="1651881"/>
                    <a:pt x="1166523" y="1638360"/>
                  </a:cubicBezTo>
                  <a:lnTo>
                    <a:pt x="1166523" y="1638360"/>
                  </a:lnTo>
                  <a:cubicBezTo>
                    <a:pt x="1166679" y="1631493"/>
                    <a:pt x="1169607" y="1624981"/>
                    <a:pt x="1174647" y="1620303"/>
                  </a:cubicBezTo>
                  <a:close/>
                  <a:moveTo>
                    <a:pt x="1207855" y="1623857"/>
                  </a:moveTo>
                  <a:cubicBezTo>
                    <a:pt x="1199858" y="1615113"/>
                    <a:pt x="1186280" y="1614488"/>
                    <a:pt x="1177497" y="1622435"/>
                  </a:cubicBezTo>
                  <a:cubicBezTo>
                    <a:pt x="1173081" y="1626559"/>
                    <a:pt x="1170557" y="1632317"/>
                    <a:pt x="1170514" y="1638360"/>
                  </a:cubicBezTo>
                  <a:cubicBezTo>
                    <a:pt x="1170428" y="1649862"/>
                    <a:pt x="1179510" y="1659374"/>
                    <a:pt x="1191037" y="1659829"/>
                  </a:cubicBezTo>
                  <a:cubicBezTo>
                    <a:pt x="1196738" y="1660156"/>
                    <a:pt x="1202315" y="1658095"/>
                    <a:pt x="1206430" y="1654142"/>
                  </a:cubicBezTo>
                  <a:cubicBezTo>
                    <a:pt x="1215198" y="1646365"/>
                    <a:pt x="1215989" y="1632985"/>
                    <a:pt x="1208198" y="1624227"/>
                  </a:cubicBezTo>
                  <a:cubicBezTo>
                    <a:pt x="1208086" y="1624113"/>
                    <a:pt x="1207972" y="1623985"/>
                    <a:pt x="1207855" y="1623857"/>
                  </a:cubicBezTo>
                  <a:close/>
                  <a:moveTo>
                    <a:pt x="1183768" y="1629402"/>
                  </a:moveTo>
                  <a:cubicBezTo>
                    <a:pt x="1188657" y="1624838"/>
                    <a:pt x="1196323" y="1625109"/>
                    <a:pt x="1200891" y="1629985"/>
                  </a:cubicBezTo>
                  <a:cubicBezTo>
                    <a:pt x="1200933" y="1630028"/>
                    <a:pt x="1200974" y="1630071"/>
                    <a:pt x="1201014" y="1630113"/>
                  </a:cubicBezTo>
                  <a:cubicBezTo>
                    <a:pt x="1205435" y="1635132"/>
                    <a:pt x="1205057" y="1642753"/>
                    <a:pt x="1200159" y="1647317"/>
                  </a:cubicBezTo>
                  <a:cubicBezTo>
                    <a:pt x="1197848" y="1649578"/>
                    <a:pt x="1194694" y="1650758"/>
                    <a:pt x="1191465" y="1650588"/>
                  </a:cubicBezTo>
                  <a:cubicBezTo>
                    <a:pt x="1188214" y="1650374"/>
                    <a:pt x="1185161" y="1648952"/>
                    <a:pt x="1182913" y="1646607"/>
                  </a:cubicBezTo>
                  <a:cubicBezTo>
                    <a:pt x="1180911" y="1644317"/>
                    <a:pt x="1179798" y="1641388"/>
                    <a:pt x="1179778" y="1638360"/>
                  </a:cubicBezTo>
                  <a:lnTo>
                    <a:pt x="1179778" y="1638360"/>
                  </a:lnTo>
                  <a:cubicBezTo>
                    <a:pt x="1179957" y="1635189"/>
                    <a:pt x="1181393" y="1632218"/>
                    <a:pt x="1183768" y="1630113"/>
                  </a:cubicBezTo>
                  <a:close/>
                  <a:moveTo>
                    <a:pt x="1198021" y="1632815"/>
                  </a:moveTo>
                  <a:cubicBezTo>
                    <a:pt x="1194904" y="1629602"/>
                    <a:pt x="1189762" y="1629502"/>
                    <a:pt x="1186533" y="1632616"/>
                  </a:cubicBezTo>
                  <a:cubicBezTo>
                    <a:pt x="1186466" y="1632687"/>
                    <a:pt x="1186399" y="1632744"/>
                    <a:pt x="1186334" y="1632815"/>
                  </a:cubicBezTo>
                  <a:cubicBezTo>
                    <a:pt x="1184621" y="1634393"/>
                    <a:pt x="1183640" y="1636611"/>
                    <a:pt x="1183626" y="1638929"/>
                  </a:cubicBezTo>
                  <a:lnTo>
                    <a:pt x="1183626" y="1638929"/>
                  </a:lnTo>
                  <a:cubicBezTo>
                    <a:pt x="1183623" y="1640976"/>
                    <a:pt x="1184386" y="1642952"/>
                    <a:pt x="1185764" y="1644474"/>
                  </a:cubicBezTo>
                  <a:cubicBezTo>
                    <a:pt x="1187200" y="1646137"/>
                    <a:pt x="1189269" y="1647118"/>
                    <a:pt x="1191465" y="1647175"/>
                  </a:cubicBezTo>
                  <a:cubicBezTo>
                    <a:pt x="1196003" y="1647673"/>
                    <a:pt x="1200087" y="1644417"/>
                    <a:pt x="1200589" y="1639881"/>
                  </a:cubicBezTo>
                  <a:cubicBezTo>
                    <a:pt x="1200876" y="1637294"/>
                    <a:pt x="1199924" y="1634734"/>
                    <a:pt x="1198021" y="1632957"/>
                  </a:cubicBezTo>
                  <a:close/>
                  <a:moveTo>
                    <a:pt x="1622313" y="1089539"/>
                  </a:moveTo>
                  <a:cubicBezTo>
                    <a:pt x="1632774" y="1080155"/>
                    <a:pt x="1648851" y="1080908"/>
                    <a:pt x="1658371" y="1091245"/>
                  </a:cubicBezTo>
                  <a:cubicBezTo>
                    <a:pt x="1662633" y="1095909"/>
                    <a:pt x="1664970" y="1101994"/>
                    <a:pt x="1664928" y="1108307"/>
                  </a:cubicBezTo>
                  <a:cubicBezTo>
                    <a:pt x="1664942" y="1122283"/>
                    <a:pt x="1653597" y="1133629"/>
                    <a:pt x="1639587" y="1133644"/>
                  </a:cubicBezTo>
                  <a:cubicBezTo>
                    <a:pt x="1639145" y="1133644"/>
                    <a:pt x="1638717" y="1133644"/>
                    <a:pt x="1638276" y="1133615"/>
                  </a:cubicBezTo>
                  <a:cubicBezTo>
                    <a:pt x="1624750" y="1132933"/>
                    <a:pt x="1614104" y="1121828"/>
                    <a:pt x="1614047" y="1108307"/>
                  </a:cubicBezTo>
                  <a:lnTo>
                    <a:pt x="1614047" y="1108307"/>
                  </a:lnTo>
                  <a:cubicBezTo>
                    <a:pt x="1614232" y="1101425"/>
                    <a:pt x="1617225" y="1094899"/>
                    <a:pt x="1622313" y="1090250"/>
                  </a:cubicBezTo>
                  <a:close/>
                  <a:moveTo>
                    <a:pt x="1655378" y="1093804"/>
                  </a:moveTo>
                  <a:cubicBezTo>
                    <a:pt x="1647383" y="1085060"/>
                    <a:pt x="1633800" y="1084435"/>
                    <a:pt x="1625021" y="1092382"/>
                  </a:cubicBezTo>
                  <a:cubicBezTo>
                    <a:pt x="1620603" y="1096506"/>
                    <a:pt x="1618080" y="1102264"/>
                    <a:pt x="1618037" y="1108307"/>
                  </a:cubicBezTo>
                  <a:lnTo>
                    <a:pt x="1618037" y="1108307"/>
                  </a:lnTo>
                  <a:cubicBezTo>
                    <a:pt x="1617952" y="1119809"/>
                    <a:pt x="1627031" y="1129321"/>
                    <a:pt x="1638561" y="1129776"/>
                  </a:cubicBezTo>
                  <a:cubicBezTo>
                    <a:pt x="1644262" y="1130103"/>
                    <a:pt x="1649834" y="1128042"/>
                    <a:pt x="1653953" y="1124089"/>
                  </a:cubicBezTo>
                  <a:cubicBezTo>
                    <a:pt x="1662718" y="1116312"/>
                    <a:pt x="1663517" y="1102932"/>
                    <a:pt x="1655720" y="1094174"/>
                  </a:cubicBezTo>
                  <a:cubicBezTo>
                    <a:pt x="1655607" y="1094060"/>
                    <a:pt x="1655492" y="1093932"/>
                    <a:pt x="1655378" y="1093804"/>
                  </a:cubicBezTo>
                  <a:close/>
                  <a:moveTo>
                    <a:pt x="679378" y="1457931"/>
                  </a:moveTo>
                  <a:cubicBezTo>
                    <a:pt x="683195" y="1454320"/>
                    <a:pt x="688384" y="1452500"/>
                    <a:pt x="693630" y="1452955"/>
                  </a:cubicBezTo>
                  <a:cubicBezTo>
                    <a:pt x="698761" y="1453140"/>
                    <a:pt x="703596" y="1455400"/>
                    <a:pt x="707028" y="1459211"/>
                  </a:cubicBezTo>
                  <a:cubicBezTo>
                    <a:pt x="710213" y="1462780"/>
                    <a:pt x="711986" y="1467372"/>
                    <a:pt x="712016" y="1472150"/>
                  </a:cubicBezTo>
                  <a:cubicBezTo>
                    <a:pt x="712010" y="1477553"/>
                    <a:pt x="709736" y="1482714"/>
                    <a:pt x="705745" y="1486368"/>
                  </a:cubicBezTo>
                  <a:cubicBezTo>
                    <a:pt x="701873" y="1489894"/>
                    <a:pt x="696725" y="1491685"/>
                    <a:pt x="691493" y="1491344"/>
                  </a:cubicBezTo>
                  <a:cubicBezTo>
                    <a:pt x="686407" y="1491131"/>
                    <a:pt x="681626" y="1488870"/>
                    <a:pt x="678238" y="1485088"/>
                  </a:cubicBezTo>
                  <a:cubicBezTo>
                    <a:pt x="674954" y="1481576"/>
                    <a:pt x="673121" y="1476955"/>
                    <a:pt x="673107" y="1472150"/>
                  </a:cubicBezTo>
                  <a:cubicBezTo>
                    <a:pt x="673042" y="1466733"/>
                    <a:pt x="675328" y="1461543"/>
                    <a:pt x="679378" y="1457931"/>
                  </a:cubicBezTo>
                  <a:close/>
                  <a:moveTo>
                    <a:pt x="703607" y="1461770"/>
                  </a:moveTo>
                  <a:cubicBezTo>
                    <a:pt x="700902" y="1458770"/>
                    <a:pt x="697102" y="1456979"/>
                    <a:pt x="693060" y="1456794"/>
                  </a:cubicBezTo>
                  <a:cubicBezTo>
                    <a:pt x="684569" y="1456396"/>
                    <a:pt x="677366" y="1462950"/>
                    <a:pt x="676972" y="1471425"/>
                  </a:cubicBezTo>
                  <a:cubicBezTo>
                    <a:pt x="676961" y="1471666"/>
                    <a:pt x="676955" y="1471908"/>
                    <a:pt x="676955" y="1472150"/>
                  </a:cubicBezTo>
                  <a:cubicBezTo>
                    <a:pt x="676961" y="1475932"/>
                    <a:pt x="678385" y="1479586"/>
                    <a:pt x="680946" y="1482387"/>
                  </a:cubicBezTo>
                  <a:cubicBezTo>
                    <a:pt x="683621" y="1485515"/>
                    <a:pt x="687519" y="1487320"/>
                    <a:pt x="691635" y="1487363"/>
                  </a:cubicBezTo>
                  <a:cubicBezTo>
                    <a:pt x="695696" y="1487662"/>
                    <a:pt x="699689" y="1486211"/>
                    <a:pt x="702609" y="1483382"/>
                  </a:cubicBezTo>
                  <a:cubicBezTo>
                    <a:pt x="705892" y="1480581"/>
                    <a:pt x="707726" y="1476458"/>
                    <a:pt x="707598" y="1472150"/>
                  </a:cubicBezTo>
                  <a:cubicBezTo>
                    <a:pt x="707601" y="1468311"/>
                    <a:pt x="706178" y="1464614"/>
                    <a:pt x="703607" y="1461770"/>
                  </a:cubicBezTo>
                  <a:close/>
                  <a:moveTo>
                    <a:pt x="1582834" y="2671736"/>
                  </a:moveTo>
                  <a:cubicBezTo>
                    <a:pt x="1586725" y="2668238"/>
                    <a:pt x="1591856" y="2666447"/>
                    <a:pt x="1597086" y="2666760"/>
                  </a:cubicBezTo>
                  <a:cubicBezTo>
                    <a:pt x="1602189" y="2667073"/>
                    <a:pt x="1606978" y="2669305"/>
                    <a:pt x="1610484" y="2673016"/>
                  </a:cubicBezTo>
                  <a:cubicBezTo>
                    <a:pt x="1617653" y="2680949"/>
                    <a:pt x="1617025" y="2693177"/>
                    <a:pt x="1609073" y="2700329"/>
                  </a:cubicBezTo>
                  <a:cubicBezTo>
                    <a:pt x="1605324" y="2703698"/>
                    <a:pt x="1600421" y="2705476"/>
                    <a:pt x="1595376" y="2705291"/>
                  </a:cubicBezTo>
                  <a:cubicBezTo>
                    <a:pt x="1590260" y="2705035"/>
                    <a:pt x="1585456" y="2702788"/>
                    <a:pt x="1581979" y="2699035"/>
                  </a:cubicBezTo>
                  <a:cubicBezTo>
                    <a:pt x="1574867" y="2691115"/>
                    <a:pt x="1575437" y="2678959"/>
                    <a:pt x="1583262" y="2671736"/>
                  </a:cubicBezTo>
                  <a:close/>
                  <a:moveTo>
                    <a:pt x="1607063" y="2675717"/>
                  </a:moveTo>
                  <a:cubicBezTo>
                    <a:pt x="1604426" y="2672632"/>
                    <a:pt x="1600578" y="2670826"/>
                    <a:pt x="1596516" y="2670741"/>
                  </a:cubicBezTo>
                  <a:cubicBezTo>
                    <a:pt x="1588022" y="2670342"/>
                    <a:pt x="1580824" y="2676897"/>
                    <a:pt x="1580425" y="2685371"/>
                  </a:cubicBezTo>
                  <a:cubicBezTo>
                    <a:pt x="1580411" y="2685570"/>
                    <a:pt x="1580411" y="2685755"/>
                    <a:pt x="1580411" y="2685954"/>
                  </a:cubicBezTo>
                  <a:cubicBezTo>
                    <a:pt x="1580311" y="2694044"/>
                    <a:pt x="1586582" y="2700784"/>
                    <a:pt x="1594664" y="2701310"/>
                  </a:cubicBezTo>
                  <a:cubicBezTo>
                    <a:pt x="1598697" y="2701466"/>
                    <a:pt x="1602645" y="2700044"/>
                    <a:pt x="1605638" y="2697329"/>
                  </a:cubicBezTo>
                  <a:cubicBezTo>
                    <a:pt x="1611880" y="2691926"/>
                    <a:pt x="1612550" y="2682499"/>
                    <a:pt x="1607134" y="2676272"/>
                  </a:cubicBezTo>
                  <a:cubicBezTo>
                    <a:pt x="1606978" y="2676087"/>
                    <a:pt x="1606806" y="2675902"/>
                    <a:pt x="1606635" y="2675717"/>
                  </a:cubicBezTo>
                  <a:close/>
                  <a:moveTo>
                    <a:pt x="1678325" y="1494330"/>
                  </a:moveTo>
                  <a:cubicBezTo>
                    <a:pt x="1679479" y="1486567"/>
                    <a:pt x="1686734" y="1481206"/>
                    <a:pt x="1694530" y="1482358"/>
                  </a:cubicBezTo>
                  <a:cubicBezTo>
                    <a:pt x="1694829" y="1482415"/>
                    <a:pt x="1695128" y="1482458"/>
                    <a:pt x="1695428" y="1482529"/>
                  </a:cubicBezTo>
                  <a:cubicBezTo>
                    <a:pt x="1703209" y="1483681"/>
                    <a:pt x="1708582" y="1490917"/>
                    <a:pt x="1707428" y="1498695"/>
                  </a:cubicBezTo>
                  <a:cubicBezTo>
                    <a:pt x="1707371" y="1498994"/>
                    <a:pt x="1707328" y="1499292"/>
                    <a:pt x="1707257" y="1499591"/>
                  </a:cubicBezTo>
                  <a:cubicBezTo>
                    <a:pt x="1706587" y="1503430"/>
                    <a:pt x="1704378" y="1506814"/>
                    <a:pt x="1701129" y="1508975"/>
                  </a:cubicBezTo>
                  <a:cubicBezTo>
                    <a:pt x="1697950" y="1511250"/>
                    <a:pt x="1693988" y="1512117"/>
                    <a:pt x="1690154" y="1511392"/>
                  </a:cubicBezTo>
                  <a:cubicBezTo>
                    <a:pt x="1683128" y="1510325"/>
                    <a:pt x="1677954" y="1504268"/>
                    <a:pt x="1678040" y="1497173"/>
                  </a:cubicBezTo>
                  <a:cubicBezTo>
                    <a:pt x="1678054" y="1496221"/>
                    <a:pt x="1678139" y="1495268"/>
                    <a:pt x="1678325" y="1494330"/>
                  </a:cubicBezTo>
                  <a:close/>
                  <a:moveTo>
                    <a:pt x="1694715" y="1486368"/>
                  </a:moveTo>
                  <a:cubicBezTo>
                    <a:pt x="1691893" y="1485856"/>
                    <a:pt x="1688971" y="1486467"/>
                    <a:pt x="1686591" y="1488074"/>
                  </a:cubicBezTo>
                  <a:cubicBezTo>
                    <a:pt x="1684297" y="1489766"/>
                    <a:pt x="1682714" y="1492254"/>
                    <a:pt x="1682173" y="1495041"/>
                  </a:cubicBezTo>
                  <a:cubicBezTo>
                    <a:pt x="1681018" y="1500813"/>
                    <a:pt x="1684795" y="1506430"/>
                    <a:pt x="1690582" y="1507567"/>
                  </a:cubicBezTo>
                  <a:cubicBezTo>
                    <a:pt x="1693518" y="1508150"/>
                    <a:pt x="1696568" y="1507482"/>
                    <a:pt x="1698991" y="1505704"/>
                  </a:cubicBezTo>
                  <a:cubicBezTo>
                    <a:pt x="1701299" y="1504084"/>
                    <a:pt x="1702881" y="1501638"/>
                    <a:pt x="1703409" y="1498880"/>
                  </a:cubicBezTo>
                  <a:cubicBezTo>
                    <a:pt x="1703480" y="1498211"/>
                    <a:pt x="1703480" y="1497558"/>
                    <a:pt x="1703409" y="1496889"/>
                  </a:cubicBezTo>
                  <a:cubicBezTo>
                    <a:pt x="1703380" y="1491771"/>
                    <a:pt x="1699746" y="1487377"/>
                    <a:pt x="1694715" y="1486368"/>
                  </a:cubicBezTo>
                  <a:close/>
                  <a:moveTo>
                    <a:pt x="937345" y="37821"/>
                  </a:moveTo>
                  <a:lnTo>
                    <a:pt x="933925" y="37821"/>
                  </a:lnTo>
                  <a:lnTo>
                    <a:pt x="933925" y="37821"/>
                  </a:lnTo>
                  <a:cubicBezTo>
                    <a:pt x="923593" y="35946"/>
                    <a:pt x="916717" y="26101"/>
                    <a:pt x="918532" y="15783"/>
                  </a:cubicBezTo>
                  <a:cubicBezTo>
                    <a:pt x="919440" y="10841"/>
                    <a:pt x="922255" y="6450"/>
                    <a:pt x="926371" y="3556"/>
                  </a:cubicBezTo>
                  <a:cubicBezTo>
                    <a:pt x="934951" y="-2564"/>
                    <a:pt x="946880" y="-588"/>
                    <a:pt x="953015" y="7972"/>
                  </a:cubicBezTo>
                  <a:cubicBezTo>
                    <a:pt x="959149" y="16532"/>
                    <a:pt x="957168" y="28432"/>
                    <a:pt x="948588" y="34553"/>
                  </a:cubicBezTo>
                  <a:cubicBezTo>
                    <a:pt x="945310" y="36890"/>
                    <a:pt x="941375" y="38134"/>
                    <a:pt x="937345" y="38106"/>
                  </a:cubicBezTo>
                  <a:close/>
                  <a:moveTo>
                    <a:pt x="937345" y="9385"/>
                  </a:moveTo>
                  <a:cubicBezTo>
                    <a:pt x="935363" y="9382"/>
                    <a:pt x="933425" y="9977"/>
                    <a:pt x="931787" y="11091"/>
                  </a:cubicBezTo>
                  <a:cubicBezTo>
                    <a:pt x="929591" y="12570"/>
                    <a:pt x="928097" y="14883"/>
                    <a:pt x="927654" y="17489"/>
                  </a:cubicBezTo>
                  <a:cubicBezTo>
                    <a:pt x="926629" y="22810"/>
                    <a:pt x="930124" y="27952"/>
                    <a:pt x="935457" y="28973"/>
                  </a:cubicBezTo>
                  <a:cubicBezTo>
                    <a:pt x="935517" y="28985"/>
                    <a:pt x="935575" y="28996"/>
                    <a:pt x="935635" y="29006"/>
                  </a:cubicBezTo>
                  <a:lnTo>
                    <a:pt x="935635" y="29006"/>
                  </a:lnTo>
                  <a:cubicBezTo>
                    <a:pt x="940926" y="30542"/>
                    <a:pt x="946463" y="27509"/>
                    <a:pt x="948002" y="22231"/>
                  </a:cubicBezTo>
                  <a:cubicBezTo>
                    <a:pt x="949541" y="16953"/>
                    <a:pt x="946501" y="11430"/>
                    <a:pt x="941211" y="9894"/>
                  </a:cubicBezTo>
                  <a:cubicBezTo>
                    <a:pt x="940554" y="9703"/>
                    <a:pt x="939880" y="9580"/>
                    <a:pt x="939198" y="9527"/>
                  </a:cubicBezTo>
                  <a:close/>
                  <a:moveTo>
                    <a:pt x="1284818" y="557922"/>
                  </a:moveTo>
                  <a:cubicBezTo>
                    <a:pt x="1283682" y="558064"/>
                    <a:pt x="1282533" y="558064"/>
                    <a:pt x="1281397" y="557922"/>
                  </a:cubicBezTo>
                  <a:lnTo>
                    <a:pt x="1281397" y="557922"/>
                  </a:lnTo>
                  <a:cubicBezTo>
                    <a:pt x="1271028" y="555988"/>
                    <a:pt x="1264190" y="546050"/>
                    <a:pt x="1266123" y="535699"/>
                  </a:cubicBezTo>
                  <a:cubicBezTo>
                    <a:pt x="1267032" y="530836"/>
                    <a:pt x="1269800" y="526514"/>
                    <a:pt x="1273843" y="523656"/>
                  </a:cubicBezTo>
                  <a:cubicBezTo>
                    <a:pt x="1277994" y="520784"/>
                    <a:pt x="1283136" y="519703"/>
                    <a:pt x="1288096" y="520670"/>
                  </a:cubicBezTo>
                  <a:cubicBezTo>
                    <a:pt x="1298427" y="522547"/>
                    <a:pt x="1305304" y="532386"/>
                    <a:pt x="1303488" y="542708"/>
                  </a:cubicBezTo>
                  <a:cubicBezTo>
                    <a:pt x="1302545" y="547670"/>
                    <a:pt x="1299677" y="552064"/>
                    <a:pt x="1295507" y="554936"/>
                  </a:cubicBezTo>
                  <a:cubicBezTo>
                    <a:pt x="1292232" y="556841"/>
                    <a:pt x="1288460" y="557737"/>
                    <a:pt x="1284675" y="557495"/>
                  </a:cubicBezTo>
                  <a:close/>
                  <a:moveTo>
                    <a:pt x="1283535" y="548253"/>
                  </a:moveTo>
                  <a:cubicBezTo>
                    <a:pt x="1286135" y="548694"/>
                    <a:pt x="1288805" y="548083"/>
                    <a:pt x="1290946" y="546547"/>
                  </a:cubicBezTo>
                  <a:cubicBezTo>
                    <a:pt x="1293122" y="545111"/>
                    <a:pt x="1294616" y="542851"/>
                    <a:pt x="1295079" y="540291"/>
                  </a:cubicBezTo>
                  <a:cubicBezTo>
                    <a:pt x="1296104" y="534974"/>
                    <a:pt x="1292609" y="529827"/>
                    <a:pt x="1287276" y="528803"/>
                  </a:cubicBezTo>
                  <a:cubicBezTo>
                    <a:pt x="1287216" y="528789"/>
                    <a:pt x="1287158" y="528789"/>
                    <a:pt x="1287098" y="528775"/>
                  </a:cubicBezTo>
                  <a:cubicBezTo>
                    <a:pt x="1281765" y="527751"/>
                    <a:pt x="1276610" y="531234"/>
                    <a:pt x="1275586" y="536566"/>
                  </a:cubicBezTo>
                  <a:cubicBezTo>
                    <a:pt x="1275575" y="536623"/>
                    <a:pt x="1275563" y="536680"/>
                    <a:pt x="1275554" y="536737"/>
                  </a:cubicBezTo>
                  <a:cubicBezTo>
                    <a:pt x="1274600" y="542111"/>
                    <a:pt x="1278160" y="547244"/>
                    <a:pt x="1283535" y="548253"/>
                  </a:cubicBezTo>
                  <a:close/>
                  <a:moveTo>
                    <a:pt x="1008465" y="1718408"/>
                  </a:moveTo>
                  <a:lnTo>
                    <a:pt x="1002906" y="1718408"/>
                  </a:lnTo>
                  <a:cubicBezTo>
                    <a:pt x="994804" y="1716887"/>
                    <a:pt x="987631" y="1712238"/>
                    <a:pt x="982953" y="1705470"/>
                  </a:cubicBezTo>
                  <a:cubicBezTo>
                    <a:pt x="978168" y="1698759"/>
                    <a:pt x="976317" y="1690398"/>
                    <a:pt x="977822" y="1682294"/>
                  </a:cubicBezTo>
                  <a:cubicBezTo>
                    <a:pt x="980090" y="1665246"/>
                    <a:pt x="995781" y="1653260"/>
                    <a:pt x="1012870" y="1655521"/>
                  </a:cubicBezTo>
                  <a:cubicBezTo>
                    <a:pt x="1029959" y="1657782"/>
                    <a:pt x="1041972" y="1673436"/>
                    <a:pt x="1039704" y="1690484"/>
                  </a:cubicBezTo>
                  <a:cubicBezTo>
                    <a:pt x="1038486" y="1699640"/>
                    <a:pt x="1033255" y="1707787"/>
                    <a:pt x="1025425" y="1712721"/>
                  </a:cubicBezTo>
                  <a:cubicBezTo>
                    <a:pt x="1020278" y="1716418"/>
                    <a:pt x="1014096" y="1718408"/>
                    <a:pt x="1007752" y="1718408"/>
                  </a:cubicBezTo>
                  <a:close/>
                  <a:moveTo>
                    <a:pt x="1008465" y="1665374"/>
                  </a:moveTo>
                  <a:cubicBezTo>
                    <a:pt x="997282" y="1665118"/>
                    <a:pt x="987673" y="1673237"/>
                    <a:pt x="986088" y="1684285"/>
                  </a:cubicBezTo>
                  <a:cubicBezTo>
                    <a:pt x="985106" y="1689986"/>
                    <a:pt x="986384" y="1695858"/>
                    <a:pt x="989652" y="1700635"/>
                  </a:cubicBezTo>
                  <a:cubicBezTo>
                    <a:pt x="992981" y="1705455"/>
                    <a:pt x="998119" y="1708740"/>
                    <a:pt x="1003904" y="1709735"/>
                  </a:cubicBezTo>
                  <a:lnTo>
                    <a:pt x="1003904" y="1709735"/>
                  </a:lnTo>
                  <a:cubicBezTo>
                    <a:pt x="1015829" y="1711896"/>
                    <a:pt x="1027249" y="1704005"/>
                    <a:pt x="1029416" y="1692105"/>
                  </a:cubicBezTo>
                  <a:cubicBezTo>
                    <a:pt x="1031576" y="1680133"/>
                    <a:pt x="1023602" y="1668673"/>
                    <a:pt x="1011600" y="1666512"/>
                  </a:cubicBezTo>
                  <a:close/>
                  <a:moveTo>
                    <a:pt x="1034974" y="1291010"/>
                  </a:moveTo>
                  <a:cubicBezTo>
                    <a:pt x="1032015" y="1290982"/>
                    <a:pt x="1029062" y="1290740"/>
                    <a:pt x="1026138" y="1290299"/>
                  </a:cubicBezTo>
                  <a:lnTo>
                    <a:pt x="1026138" y="1290299"/>
                  </a:lnTo>
                  <a:cubicBezTo>
                    <a:pt x="998983" y="1285664"/>
                    <a:pt x="980735" y="1259944"/>
                    <a:pt x="985382" y="1232858"/>
                  </a:cubicBezTo>
                  <a:cubicBezTo>
                    <a:pt x="990026" y="1205772"/>
                    <a:pt x="1015807" y="1187559"/>
                    <a:pt x="1042962" y="1192194"/>
                  </a:cubicBezTo>
                  <a:cubicBezTo>
                    <a:pt x="1070118" y="1196829"/>
                    <a:pt x="1088365" y="1222550"/>
                    <a:pt x="1083719" y="1249635"/>
                  </a:cubicBezTo>
                  <a:cubicBezTo>
                    <a:pt x="1079647" y="1273380"/>
                    <a:pt x="1059117" y="1290811"/>
                    <a:pt x="1034974" y="1291010"/>
                  </a:cubicBezTo>
                  <a:close/>
                  <a:moveTo>
                    <a:pt x="1034974" y="1208687"/>
                  </a:moveTo>
                  <a:cubicBezTo>
                    <a:pt x="1018719" y="1208701"/>
                    <a:pt x="1004802" y="1220317"/>
                    <a:pt x="1001909" y="1236270"/>
                  </a:cubicBezTo>
                  <a:lnTo>
                    <a:pt x="1001909" y="1236270"/>
                  </a:lnTo>
                  <a:cubicBezTo>
                    <a:pt x="998541" y="1254498"/>
                    <a:pt x="1010621" y="1271986"/>
                    <a:pt x="1028890" y="1275356"/>
                  </a:cubicBezTo>
                  <a:cubicBezTo>
                    <a:pt x="1028922" y="1275356"/>
                    <a:pt x="1028955" y="1275370"/>
                    <a:pt x="1028988" y="1275370"/>
                  </a:cubicBezTo>
                  <a:cubicBezTo>
                    <a:pt x="1039261" y="1277247"/>
                    <a:pt x="1049819" y="1274190"/>
                    <a:pt x="1057493" y="1267124"/>
                  </a:cubicBezTo>
                  <a:cubicBezTo>
                    <a:pt x="1069901" y="1255763"/>
                    <a:pt x="1072029" y="1237024"/>
                    <a:pt x="1062481" y="1223190"/>
                  </a:cubicBezTo>
                  <a:cubicBezTo>
                    <a:pt x="1057478" y="1215725"/>
                    <a:pt x="1049665" y="1210606"/>
                    <a:pt x="1040817" y="1208972"/>
                  </a:cubicBezTo>
                  <a:cubicBezTo>
                    <a:pt x="1038596" y="1208701"/>
                    <a:pt x="1036356" y="1208602"/>
                    <a:pt x="1034119" y="1208687"/>
                  </a:cubicBezTo>
                  <a:close/>
                  <a:moveTo>
                    <a:pt x="1034974" y="1274233"/>
                  </a:moveTo>
                  <a:lnTo>
                    <a:pt x="1029273" y="1274233"/>
                  </a:lnTo>
                  <a:lnTo>
                    <a:pt x="1029273" y="1274233"/>
                  </a:lnTo>
                  <a:cubicBezTo>
                    <a:pt x="1011317" y="1272669"/>
                    <a:pt x="998036" y="1256872"/>
                    <a:pt x="999611" y="1238958"/>
                  </a:cubicBezTo>
                  <a:cubicBezTo>
                    <a:pt x="1001185" y="1221043"/>
                    <a:pt x="1017018" y="1207791"/>
                    <a:pt x="1034974" y="1209370"/>
                  </a:cubicBezTo>
                  <a:cubicBezTo>
                    <a:pt x="1052931" y="1210933"/>
                    <a:pt x="1066211" y="1226730"/>
                    <a:pt x="1064637" y="1244645"/>
                  </a:cubicBezTo>
                  <a:cubicBezTo>
                    <a:pt x="1063253" y="1260384"/>
                    <a:pt x="1050749" y="1272854"/>
                    <a:pt x="1034974" y="1274233"/>
                  </a:cubicBezTo>
                  <a:close/>
                  <a:moveTo>
                    <a:pt x="1030841" y="1264849"/>
                  </a:moveTo>
                  <a:cubicBezTo>
                    <a:pt x="1043315" y="1267081"/>
                    <a:pt x="1055241" y="1258806"/>
                    <a:pt x="1057481" y="1246365"/>
                  </a:cubicBezTo>
                  <a:cubicBezTo>
                    <a:pt x="1059720" y="1233924"/>
                    <a:pt x="1051424" y="1222024"/>
                    <a:pt x="1038950" y="1219791"/>
                  </a:cubicBezTo>
                  <a:cubicBezTo>
                    <a:pt x="1026483" y="1217559"/>
                    <a:pt x="1014558" y="1225820"/>
                    <a:pt x="1012313" y="1238261"/>
                  </a:cubicBezTo>
                  <a:cubicBezTo>
                    <a:pt x="1010067" y="1250702"/>
                    <a:pt x="1018357" y="1262602"/>
                    <a:pt x="1030829" y="1264849"/>
                  </a:cubicBezTo>
                  <a:cubicBezTo>
                    <a:pt x="1030832" y="1264849"/>
                    <a:pt x="1030837" y="1264849"/>
                    <a:pt x="1030841" y="1264849"/>
                  </a:cubicBezTo>
                  <a:close/>
                  <a:moveTo>
                    <a:pt x="1495467" y="985035"/>
                  </a:moveTo>
                  <a:lnTo>
                    <a:pt x="1490194" y="985035"/>
                  </a:lnTo>
                  <a:lnTo>
                    <a:pt x="1490194" y="985035"/>
                  </a:lnTo>
                  <a:cubicBezTo>
                    <a:pt x="1482512" y="983614"/>
                    <a:pt x="1475699" y="979220"/>
                    <a:pt x="1471238" y="972808"/>
                  </a:cubicBezTo>
                  <a:cubicBezTo>
                    <a:pt x="1466649" y="966438"/>
                    <a:pt x="1464896" y="958462"/>
                    <a:pt x="1466392" y="950770"/>
                  </a:cubicBezTo>
                  <a:cubicBezTo>
                    <a:pt x="1467818" y="943106"/>
                    <a:pt x="1472222" y="936310"/>
                    <a:pt x="1478649" y="931859"/>
                  </a:cubicBezTo>
                  <a:cubicBezTo>
                    <a:pt x="1485034" y="927281"/>
                    <a:pt x="1493030" y="925532"/>
                    <a:pt x="1500741" y="927025"/>
                  </a:cubicBezTo>
                  <a:cubicBezTo>
                    <a:pt x="1516774" y="929983"/>
                    <a:pt x="1527392" y="945281"/>
                    <a:pt x="1524542" y="961291"/>
                  </a:cubicBezTo>
                  <a:cubicBezTo>
                    <a:pt x="1523245" y="969011"/>
                    <a:pt x="1518798" y="975850"/>
                    <a:pt x="1512285" y="980201"/>
                  </a:cubicBezTo>
                  <a:cubicBezTo>
                    <a:pt x="1507054" y="983628"/>
                    <a:pt x="1500869" y="985320"/>
                    <a:pt x="1494612" y="985035"/>
                  </a:cubicBezTo>
                  <a:close/>
                  <a:moveTo>
                    <a:pt x="1491904" y="975651"/>
                  </a:moveTo>
                  <a:cubicBezTo>
                    <a:pt x="1497220" y="976661"/>
                    <a:pt x="1502722" y="975481"/>
                    <a:pt x="1507154" y="972381"/>
                  </a:cubicBezTo>
                  <a:cubicBezTo>
                    <a:pt x="1511587" y="969239"/>
                    <a:pt x="1514594" y="964490"/>
                    <a:pt x="1515563" y="959158"/>
                  </a:cubicBezTo>
                  <a:cubicBezTo>
                    <a:pt x="1517444" y="948011"/>
                    <a:pt x="1509919" y="937447"/>
                    <a:pt x="1498731" y="935570"/>
                  </a:cubicBezTo>
                  <a:cubicBezTo>
                    <a:pt x="1493515" y="934689"/>
                    <a:pt x="1488156" y="935855"/>
                    <a:pt x="1483780" y="938826"/>
                  </a:cubicBezTo>
                  <a:cubicBezTo>
                    <a:pt x="1479391" y="941940"/>
                    <a:pt x="1476369" y="946632"/>
                    <a:pt x="1475371" y="951907"/>
                  </a:cubicBezTo>
                  <a:cubicBezTo>
                    <a:pt x="1474359" y="957253"/>
                    <a:pt x="1475542" y="962784"/>
                    <a:pt x="1478649" y="967263"/>
                  </a:cubicBezTo>
                  <a:cubicBezTo>
                    <a:pt x="1481799" y="971684"/>
                    <a:pt x="1486560" y="974684"/>
                    <a:pt x="1491904" y="975651"/>
                  </a:cubicBezTo>
                  <a:close/>
                  <a:moveTo>
                    <a:pt x="546261" y="1471865"/>
                  </a:moveTo>
                  <a:cubicBezTo>
                    <a:pt x="544983" y="1472008"/>
                    <a:pt x="543692" y="1472008"/>
                    <a:pt x="542413" y="1471865"/>
                  </a:cubicBezTo>
                  <a:cubicBezTo>
                    <a:pt x="531090" y="1469704"/>
                    <a:pt x="523599" y="1458884"/>
                    <a:pt x="525595" y="1447552"/>
                  </a:cubicBezTo>
                  <a:cubicBezTo>
                    <a:pt x="526604" y="1442092"/>
                    <a:pt x="529727" y="1437230"/>
                    <a:pt x="534289" y="1434045"/>
                  </a:cubicBezTo>
                  <a:cubicBezTo>
                    <a:pt x="543860" y="1427661"/>
                    <a:pt x="556775" y="1429993"/>
                    <a:pt x="563507" y="1439306"/>
                  </a:cubicBezTo>
                  <a:cubicBezTo>
                    <a:pt x="566662" y="1443927"/>
                    <a:pt x="567889" y="1449585"/>
                    <a:pt x="566927" y="1455088"/>
                  </a:cubicBezTo>
                  <a:cubicBezTo>
                    <a:pt x="564841" y="1465183"/>
                    <a:pt x="555730" y="1472292"/>
                    <a:pt x="545406" y="1471865"/>
                  </a:cubicBezTo>
                  <a:close/>
                  <a:moveTo>
                    <a:pt x="546261" y="1439021"/>
                  </a:moveTo>
                  <a:cubicBezTo>
                    <a:pt x="543863" y="1439036"/>
                    <a:pt x="541524" y="1439775"/>
                    <a:pt x="539563" y="1441154"/>
                  </a:cubicBezTo>
                  <a:cubicBezTo>
                    <a:pt x="536937" y="1442917"/>
                    <a:pt x="535179" y="1445704"/>
                    <a:pt x="534717" y="1448832"/>
                  </a:cubicBezTo>
                  <a:cubicBezTo>
                    <a:pt x="534110" y="1451903"/>
                    <a:pt x="534778" y="1455088"/>
                    <a:pt x="536570" y="1457647"/>
                  </a:cubicBezTo>
                  <a:cubicBezTo>
                    <a:pt x="538393" y="1460235"/>
                    <a:pt x="541152" y="1462026"/>
                    <a:pt x="544266" y="1462623"/>
                  </a:cubicBezTo>
                  <a:cubicBezTo>
                    <a:pt x="550738" y="1463974"/>
                    <a:pt x="557082" y="1459837"/>
                    <a:pt x="558437" y="1453382"/>
                  </a:cubicBezTo>
                  <a:cubicBezTo>
                    <a:pt x="558467" y="1453239"/>
                    <a:pt x="558494" y="1453097"/>
                    <a:pt x="558518" y="1452955"/>
                  </a:cubicBezTo>
                  <a:cubicBezTo>
                    <a:pt x="559103" y="1449870"/>
                    <a:pt x="558380" y="1446671"/>
                    <a:pt x="556523" y="1444140"/>
                  </a:cubicBezTo>
                  <a:cubicBezTo>
                    <a:pt x="554827" y="1441481"/>
                    <a:pt x="552080" y="1439675"/>
                    <a:pt x="548969" y="1439163"/>
                  </a:cubicBezTo>
                  <a:close/>
                  <a:moveTo>
                    <a:pt x="927226" y="561050"/>
                  </a:moveTo>
                  <a:cubicBezTo>
                    <a:pt x="924427" y="561263"/>
                    <a:pt x="921617" y="561263"/>
                    <a:pt x="918817" y="561050"/>
                  </a:cubicBezTo>
                  <a:lnTo>
                    <a:pt x="918817" y="561050"/>
                  </a:lnTo>
                  <a:cubicBezTo>
                    <a:pt x="893025" y="558732"/>
                    <a:pt x="873998" y="535997"/>
                    <a:pt x="876321" y="510262"/>
                  </a:cubicBezTo>
                  <a:cubicBezTo>
                    <a:pt x="878643" y="484542"/>
                    <a:pt x="901434" y="465561"/>
                    <a:pt x="927226" y="467878"/>
                  </a:cubicBezTo>
                  <a:cubicBezTo>
                    <a:pt x="953019" y="470181"/>
                    <a:pt x="972046" y="492931"/>
                    <a:pt x="969724" y="518651"/>
                  </a:cubicBezTo>
                  <a:cubicBezTo>
                    <a:pt x="967692" y="541173"/>
                    <a:pt x="949802" y="559017"/>
                    <a:pt x="927226" y="561050"/>
                  </a:cubicBezTo>
                  <a:close/>
                  <a:moveTo>
                    <a:pt x="920385" y="551381"/>
                  </a:moveTo>
                  <a:cubicBezTo>
                    <a:pt x="940823" y="555135"/>
                    <a:pt x="960437" y="541642"/>
                    <a:pt x="964193" y="521253"/>
                  </a:cubicBezTo>
                  <a:cubicBezTo>
                    <a:pt x="967950" y="500864"/>
                    <a:pt x="954426" y="481300"/>
                    <a:pt x="933988" y="477546"/>
                  </a:cubicBezTo>
                  <a:cubicBezTo>
                    <a:pt x="913550" y="473793"/>
                    <a:pt x="893936" y="487286"/>
                    <a:pt x="890180" y="507675"/>
                  </a:cubicBezTo>
                  <a:cubicBezTo>
                    <a:pt x="890176" y="507703"/>
                    <a:pt x="890173" y="507717"/>
                    <a:pt x="890170" y="507732"/>
                  </a:cubicBezTo>
                  <a:cubicBezTo>
                    <a:pt x="886529" y="528092"/>
                    <a:pt x="900013" y="547571"/>
                    <a:pt x="920385" y="551381"/>
                  </a:cubicBezTo>
                  <a:close/>
                  <a:moveTo>
                    <a:pt x="617095" y="1662246"/>
                  </a:moveTo>
                  <a:cubicBezTo>
                    <a:pt x="615057" y="1662446"/>
                    <a:pt x="613005" y="1662446"/>
                    <a:pt x="610967" y="1662246"/>
                  </a:cubicBezTo>
                  <a:cubicBezTo>
                    <a:pt x="592807" y="1658791"/>
                    <a:pt x="580763" y="1641460"/>
                    <a:pt x="583887" y="1623289"/>
                  </a:cubicBezTo>
                  <a:cubicBezTo>
                    <a:pt x="586595" y="1604962"/>
                    <a:pt x="603688" y="1592279"/>
                    <a:pt x="622067" y="1594980"/>
                  </a:cubicBezTo>
                  <a:cubicBezTo>
                    <a:pt x="640445" y="1597682"/>
                    <a:pt x="653148" y="1614743"/>
                    <a:pt x="650440" y="1633071"/>
                  </a:cubicBezTo>
                  <a:cubicBezTo>
                    <a:pt x="649075" y="1642313"/>
                    <a:pt x="643913" y="1650559"/>
                    <a:pt x="636194" y="1655848"/>
                  </a:cubicBezTo>
                  <a:cubicBezTo>
                    <a:pt x="630654" y="1659915"/>
                    <a:pt x="623975" y="1662161"/>
                    <a:pt x="617095" y="1662246"/>
                  </a:cubicBezTo>
                  <a:close/>
                  <a:moveTo>
                    <a:pt x="617095" y="1604236"/>
                  </a:moveTo>
                  <a:cubicBezTo>
                    <a:pt x="603557" y="1604265"/>
                    <a:pt x="592604" y="1615241"/>
                    <a:pt x="592631" y="1628734"/>
                  </a:cubicBezTo>
                  <a:cubicBezTo>
                    <a:pt x="592641" y="1633710"/>
                    <a:pt x="594165" y="1638545"/>
                    <a:pt x="597000" y="1642625"/>
                  </a:cubicBezTo>
                  <a:cubicBezTo>
                    <a:pt x="600698" y="1647971"/>
                    <a:pt x="606400" y="1651611"/>
                    <a:pt x="612820" y="1652720"/>
                  </a:cubicBezTo>
                  <a:lnTo>
                    <a:pt x="612820" y="1652720"/>
                  </a:lnTo>
                  <a:cubicBezTo>
                    <a:pt x="619216" y="1653971"/>
                    <a:pt x="625851" y="1652592"/>
                    <a:pt x="631205" y="1648881"/>
                  </a:cubicBezTo>
                  <a:cubicBezTo>
                    <a:pt x="636500" y="1645128"/>
                    <a:pt x="640127" y="1639469"/>
                    <a:pt x="641324" y="1633099"/>
                  </a:cubicBezTo>
                  <a:cubicBezTo>
                    <a:pt x="643660" y="1619805"/>
                    <a:pt x="634820" y="1607108"/>
                    <a:pt x="621514" y="1604663"/>
                  </a:cubicBezTo>
                  <a:close/>
                  <a:moveTo>
                    <a:pt x="34460" y="1580634"/>
                  </a:moveTo>
                  <a:cubicBezTo>
                    <a:pt x="32470" y="1580848"/>
                    <a:pt x="30463" y="1580848"/>
                    <a:pt x="28474" y="1580634"/>
                  </a:cubicBezTo>
                  <a:lnTo>
                    <a:pt x="28474" y="1580634"/>
                  </a:lnTo>
                  <a:cubicBezTo>
                    <a:pt x="10118" y="1577790"/>
                    <a:pt x="-2449" y="1560629"/>
                    <a:pt x="404" y="1542331"/>
                  </a:cubicBezTo>
                  <a:cubicBezTo>
                    <a:pt x="1858" y="1532989"/>
                    <a:pt x="7184" y="1524714"/>
                    <a:pt x="15076" y="1519496"/>
                  </a:cubicBezTo>
                  <a:cubicBezTo>
                    <a:pt x="30351" y="1508989"/>
                    <a:pt x="51266" y="1512814"/>
                    <a:pt x="61824" y="1528027"/>
                  </a:cubicBezTo>
                  <a:cubicBezTo>
                    <a:pt x="72372" y="1543283"/>
                    <a:pt x="68526" y="1564184"/>
                    <a:pt x="53235" y="1574705"/>
                  </a:cubicBezTo>
                  <a:cubicBezTo>
                    <a:pt x="47630" y="1578558"/>
                    <a:pt x="40984" y="1580620"/>
                    <a:pt x="34175" y="1580634"/>
                  </a:cubicBezTo>
                  <a:close/>
                  <a:moveTo>
                    <a:pt x="30041" y="1571250"/>
                  </a:moveTo>
                  <a:cubicBezTo>
                    <a:pt x="43363" y="1573653"/>
                    <a:pt x="56120" y="1564838"/>
                    <a:pt x="58535" y="1551544"/>
                  </a:cubicBezTo>
                  <a:cubicBezTo>
                    <a:pt x="58539" y="1551530"/>
                    <a:pt x="58542" y="1551501"/>
                    <a:pt x="58546" y="1551487"/>
                  </a:cubicBezTo>
                  <a:cubicBezTo>
                    <a:pt x="60971" y="1538221"/>
                    <a:pt x="52172" y="1525496"/>
                    <a:pt x="38878" y="1523051"/>
                  </a:cubicBezTo>
                  <a:cubicBezTo>
                    <a:pt x="32462" y="1521842"/>
                    <a:pt x="25826" y="1523278"/>
                    <a:pt x="20492" y="1527032"/>
                  </a:cubicBezTo>
                  <a:cubicBezTo>
                    <a:pt x="9337" y="1534681"/>
                    <a:pt x="6513" y="1549909"/>
                    <a:pt x="14185" y="1561042"/>
                  </a:cubicBezTo>
                  <a:cubicBezTo>
                    <a:pt x="17893" y="1566416"/>
                    <a:pt x="23602" y="1570098"/>
                    <a:pt x="30041" y="1571250"/>
                  </a:cubicBezTo>
                  <a:close/>
                  <a:moveTo>
                    <a:pt x="319649" y="1831585"/>
                  </a:moveTo>
                  <a:lnTo>
                    <a:pt x="315801" y="1831585"/>
                  </a:lnTo>
                  <a:lnTo>
                    <a:pt x="315801" y="1831585"/>
                  </a:lnTo>
                  <a:cubicBezTo>
                    <a:pt x="304353" y="1829495"/>
                    <a:pt x="296764" y="1818547"/>
                    <a:pt x="298841" y="1807129"/>
                  </a:cubicBezTo>
                  <a:cubicBezTo>
                    <a:pt x="300768" y="1795741"/>
                    <a:pt x="311579" y="1788077"/>
                    <a:pt x="322988" y="1789997"/>
                  </a:cubicBezTo>
                  <a:cubicBezTo>
                    <a:pt x="323111" y="1790025"/>
                    <a:pt x="323233" y="1790039"/>
                    <a:pt x="323355" y="1790068"/>
                  </a:cubicBezTo>
                  <a:cubicBezTo>
                    <a:pt x="334873" y="1792272"/>
                    <a:pt x="342423" y="1803362"/>
                    <a:pt x="340218" y="1814864"/>
                  </a:cubicBezTo>
                  <a:cubicBezTo>
                    <a:pt x="339185" y="1820239"/>
                    <a:pt x="336103" y="1825016"/>
                    <a:pt x="331621" y="1828172"/>
                  </a:cubicBezTo>
                  <a:cubicBezTo>
                    <a:pt x="328062" y="1830476"/>
                    <a:pt x="323892" y="1831670"/>
                    <a:pt x="319649" y="1831585"/>
                  </a:cubicBezTo>
                  <a:close/>
                  <a:moveTo>
                    <a:pt x="319649" y="1798598"/>
                  </a:moveTo>
                  <a:cubicBezTo>
                    <a:pt x="317205" y="1798598"/>
                    <a:pt x="314820" y="1799352"/>
                    <a:pt x="312808" y="1800731"/>
                  </a:cubicBezTo>
                  <a:cubicBezTo>
                    <a:pt x="307398" y="1804385"/>
                    <a:pt x="305980" y="1811722"/>
                    <a:pt x="309642" y="1817125"/>
                  </a:cubicBezTo>
                  <a:cubicBezTo>
                    <a:pt x="309699" y="1817196"/>
                    <a:pt x="309756" y="1817281"/>
                    <a:pt x="309815" y="1817367"/>
                  </a:cubicBezTo>
                  <a:cubicBezTo>
                    <a:pt x="311626" y="1820040"/>
                    <a:pt x="314464" y="1821831"/>
                    <a:pt x="317654" y="1822343"/>
                  </a:cubicBezTo>
                  <a:lnTo>
                    <a:pt x="317654" y="1822343"/>
                  </a:lnTo>
                  <a:cubicBezTo>
                    <a:pt x="324032" y="1823765"/>
                    <a:pt x="330351" y="1819755"/>
                    <a:pt x="331771" y="1813385"/>
                  </a:cubicBezTo>
                  <a:cubicBezTo>
                    <a:pt x="331823" y="1813144"/>
                    <a:pt x="331868" y="1812916"/>
                    <a:pt x="331906" y="1812675"/>
                  </a:cubicBezTo>
                  <a:cubicBezTo>
                    <a:pt x="333197" y="1806120"/>
                    <a:pt x="328923" y="1799779"/>
                    <a:pt x="322358" y="1798485"/>
                  </a:cubicBezTo>
                  <a:cubicBezTo>
                    <a:pt x="322310" y="1798471"/>
                    <a:pt x="322263" y="1798471"/>
                    <a:pt x="322214" y="1798456"/>
                  </a:cubicBezTo>
                  <a:close/>
                  <a:moveTo>
                    <a:pt x="226011" y="1099491"/>
                  </a:moveTo>
                  <a:lnTo>
                    <a:pt x="222020" y="1099491"/>
                  </a:lnTo>
                  <a:lnTo>
                    <a:pt x="222020" y="1099491"/>
                  </a:lnTo>
                  <a:cubicBezTo>
                    <a:pt x="210123" y="1097188"/>
                    <a:pt x="202261" y="1085814"/>
                    <a:pt x="204348" y="1073899"/>
                  </a:cubicBezTo>
                  <a:cubicBezTo>
                    <a:pt x="205361" y="1068140"/>
                    <a:pt x="208646" y="1063008"/>
                    <a:pt x="213469" y="1059681"/>
                  </a:cubicBezTo>
                  <a:cubicBezTo>
                    <a:pt x="218264" y="1056425"/>
                    <a:pt x="224141" y="1055145"/>
                    <a:pt x="229859" y="1056126"/>
                  </a:cubicBezTo>
                  <a:cubicBezTo>
                    <a:pt x="241750" y="1058358"/>
                    <a:pt x="249667" y="1069676"/>
                    <a:pt x="247675" y="1081577"/>
                  </a:cubicBezTo>
                  <a:cubicBezTo>
                    <a:pt x="246562" y="1087307"/>
                    <a:pt x="243298" y="1092382"/>
                    <a:pt x="238553" y="1095795"/>
                  </a:cubicBezTo>
                  <a:cubicBezTo>
                    <a:pt x="234795" y="1098269"/>
                    <a:pt x="230374" y="1099563"/>
                    <a:pt x="225869" y="1099491"/>
                  </a:cubicBezTo>
                  <a:close/>
                  <a:moveTo>
                    <a:pt x="226011" y="1064657"/>
                  </a:moveTo>
                  <a:cubicBezTo>
                    <a:pt x="223426" y="1064742"/>
                    <a:pt x="220913" y="1065524"/>
                    <a:pt x="218742" y="1066932"/>
                  </a:cubicBezTo>
                  <a:cubicBezTo>
                    <a:pt x="215915" y="1068894"/>
                    <a:pt x="214012" y="1071923"/>
                    <a:pt x="213469" y="1075321"/>
                  </a:cubicBezTo>
                  <a:cubicBezTo>
                    <a:pt x="212256" y="1082302"/>
                    <a:pt x="216894" y="1088956"/>
                    <a:pt x="223873" y="1090250"/>
                  </a:cubicBezTo>
                  <a:lnTo>
                    <a:pt x="223873" y="1090250"/>
                  </a:lnTo>
                  <a:cubicBezTo>
                    <a:pt x="230596" y="1090975"/>
                    <a:pt x="236769" y="1086482"/>
                    <a:pt x="238126" y="1079871"/>
                  </a:cubicBezTo>
                  <a:cubicBezTo>
                    <a:pt x="238726" y="1076487"/>
                    <a:pt x="237957" y="1073017"/>
                    <a:pt x="235988" y="1070202"/>
                  </a:cubicBezTo>
                  <a:cubicBezTo>
                    <a:pt x="234074" y="1067387"/>
                    <a:pt x="231085" y="1065482"/>
                    <a:pt x="227721" y="1064941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Dots">
              <a:extLst>
                <a:ext uri="{FF2B5EF4-FFF2-40B4-BE49-F238E27FC236}">
                  <a16:creationId xmlns:a16="http://schemas.microsoft.com/office/drawing/2014/main" id="{007F40DD-8BF9-4E86-8C28-787CFE448D83}"/>
                </a:ext>
              </a:extLst>
            </p:cNvPr>
            <p:cNvSpPr/>
            <p:nvPr/>
          </p:nvSpPr>
          <p:spPr>
            <a:xfrm>
              <a:off x="9581556" y="2505842"/>
              <a:ext cx="2309166" cy="2483088"/>
            </a:xfrm>
            <a:custGeom>
              <a:avLst/>
              <a:gdLst>
                <a:gd name="connsiteX0" fmla="*/ 2294915 w 2309166"/>
                <a:gd name="connsiteY0" fmla="*/ 1299115 h 2483088"/>
                <a:gd name="connsiteX1" fmla="*/ 2309167 w 2309166"/>
                <a:gd name="connsiteY1" fmla="*/ 1313333 h 2483088"/>
                <a:gd name="connsiteX2" fmla="*/ 2309167 w 2309166"/>
                <a:gd name="connsiteY2" fmla="*/ 1313333 h 2483088"/>
                <a:gd name="connsiteX3" fmla="*/ 2294915 w 2309166"/>
                <a:gd name="connsiteY3" fmla="*/ 1327551 h 2483088"/>
                <a:gd name="connsiteX4" fmla="*/ 2294915 w 2309166"/>
                <a:gd name="connsiteY4" fmla="*/ 1327551 h 2483088"/>
                <a:gd name="connsiteX5" fmla="*/ 2280662 w 2309166"/>
                <a:gd name="connsiteY5" fmla="*/ 1313333 h 2483088"/>
                <a:gd name="connsiteX6" fmla="*/ 2280662 w 2309166"/>
                <a:gd name="connsiteY6" fmla="*/ 1313333 h 2483088"/>
                <a:gd name="connsiteX7" fmla="*/ 2294915 w 2309166"/>
                <a:gd name="connsiteY7" fmla="*/ 1299115 h 2483088"/>
                <a:gd name="connsiteX8" fmla="*/ 1344996 w 2309166"/>
                <a:gd name="connsiteY8" fmla="*/ 1424661 h 2483088"/>
                <a:gd name="connsiteX9" fmla="*/ 1327466 w 2309166"/>
                <a:gd name="connsiteY9" fmla="*/ 1442149 h 2483088"/>
                <a:gd name="connsiteX10" fmla="*/ 1327466 w 2309166"/>
                <a:gd name="connsiteY10" fmla="*/ 1442149 h 2483088"/>
                <a:gd name="connsiteX11" fmla="*/ 1344996 w 2309166"/>
                <a:gd name="connsiteY11" fmla="*/ 1459496 h 2483088"/>
                <a:gd name="connsiteX12" fmla="*/ 1344996 w 2309166"/>
                <a:gd name="connsiteY12" fmla="*/ 1459496 h 2483088"/>
                <a:gd name="connsiteX13" fmla="*/ 1362384 w 2309166"/>
                <a:gd name="connsiteY13" fmla="*/ 1442149 h 2483088"/>
                <a:gd name="connsiteX14" fmla="*/ 1362384 w 2309166"/>
                <a:gd name="connsiteY14" fmla="*/ 1442149 h 2483088"/>
                <a:gd name="connsiteX15" fmla="*/ 1344996 w 2309166"/>
                <a:gd name="connsiteY15" fmla="*/ 1424661 h 2483088"/>
                <a:gd name="connsiteX16" fmla="*/ 1314068 w 2309166"/>
                <a:gd name="connsiteY16" fmla="*/ 1096932 h 2483088"/>
                <a:gd name="connsiteX17" fmla="*/ 1296681 w 2309166"/>
                <a:gd name="connsiteY17" fmla="*/ 1114279 h 2483088"/>
                <a:gd name="connsiteX18" fmla="*/ 1296681 w 2309166"/>
                <a:gd name="connsiteY18" fmla="*/ 1114279 h 2483088"/>
                <a:gd name="connsiteX19" fmla="*/ 1314068 w 2309166"/>
                <a:gd name="connsiteY19" fmla="*/ 1131767 h 2483088"/>
                <a:gd name="connsiteX20" fmla="*/ 1314068 w 2309166"/>
                <a:gd name="connsiteY20" fmla="*/ 1131767 h 2483088"/>
                <a:gd name="connsiteX21" fmla="*/ 1331599 w 2309166"/>
                <a:gd name="connsiteY21" fmla="*/ 1114279 h 2483088"/>
                <a:gd name="connsiteX22" fmla="*/ 1331599 w 2309166"/>
                <a:gd name="connsiteY22" fmla="*/ 1114279 h 2483088"/>
                <a:gd name="connsiteX23" fmla="*/ 1314211 w 2309166"/>
                <a:gd name="connsiteY23" fmla="*/ 1096932 h 2483088"/>
                <a:gd name="connsiteX24" fmla="*/ 1314068 w 2309166"/>
                <a:gd name="connsiteY24" fmla="*/ 1096932 h 2483088"/>
                <a:gd name="connsiteX25" fmla="*/ 1345566 w 2309166"/>
                <a:gd name="connsiteY25" fmla="*/ 1190630 h 2483088"/>
                <a:gd name="connsiteX26" fmla="*/ 1336445 w 2309166"/>
                <a:gd name="connsiteY26" fmla="*/ 1199730 h 2483088"/>
                <a:gd name="connsiteX27" fmla="*/ 1336445 w 2309166"/>
                <a:gd name="connsiteY27" fmla="*/ 1199730 h 2483088"/>
                <a:gd name="connsiteX28" fmla="*/ 1345566 w 2309166"/>
                <a:gd name="connsiteY28" fmla="*/ 1208687 h 2483088"/>
                <a:gd name="connsiteX29" fmla="*/ 1345566 w 2309166"/>
                <a:gd name="connsiteY29" fmla="*/ 1208687 h 2483088"/>
                <a:gd name="connsiteX30" fmla="*/ 1354545 w 2309166"/>
                <a:gd name="connsiteY30" fmla="*/ 1199730 h 2483088"/>
                <a:gd name="connsiteX31" fmla="*/ 1354545 w 2309166"/>
                <a:gd name="connsiteY31" fmla="*/ 1199730 h 2483088"/>
                <a:gd name="connsiteX32" fmla="*/ 1345566 w 2309166"/>
                <a:gd name="connsiteY32" fmla="*/ 1190630 h 2483088"/>
                <a:gd name="connsiteX33" fmla="*/ 1410984 w 2309166"/>
                <a:gd name="connsiteY33" fmla="*/ 1183094 h 2483088"/>
                <a:gd name="connsiteX34" fmla="*/ 1401863 w 2309166"/>
                <a:gd name="connsiteY34" fmla="*/ 1192194 h 2483088"/>
                <a:gd name="connsiteX35" fmla="*/ 1401863 w 2309166"/>
                <a:gd name="connsiteY35" fmla="*/ 1192194 h 2483088"/>
                <a:gd name="connsiteX36" fmla="*/ 1410984 w 2309166"/>
                <a:gd name="connsiteY36" fmla="*/ 1201152 h 2483088"/>
                <a:gd name="connsiteX37" fmla="*/ 1410984 w 2309166"/>
                <a:gd name="connsiteY37" fmla="*/ 1201152 h 2483088"/>
                <a:gd name="connsiteX38" fmla="*/ 1419963 w 2309166"/>
                <a:gd name="connsiteY38" fmla="*/ 1192194 h 2483088"/>
                <a:gd name="connsiteX39" fmla="*/ 1419963 w 2309166"/>
                <a:gd name="connsiteY39" fmla="*/ 1192194 h 2483088"/>
                <a:gd name="connsiteX40" fmla="*/ 1410984 w 2309166"/>
                <a:gd name="connsiteY40" fmla="*/ 1183094 h 2483088"/>
                <a:gd name="connsiteX41" fmla="*/ 1556216 w 2309166"/>
                <a:gd name="connsiteY41" fmla="*/ 1166317 h 2483088"/>
                <a:gd name="connsiteX42" fmla="*/ 1547237 w 2309166"/>
                <a:gd name="connsiteY42" fmla="*/ 1175274 h 2483088"/>
                <a:gd name="connsiteX43" fmla="*/ 1547237 w 2309166"/>
                <a:gd name="connsiteY43" fmla="*/ 1175274 h 2483088"/>
                <a:gd name="connsiteX44" fmla="*/ 1556216 w 2309166"/>
                <a:gd name="connsiteY44" fmla="*/ 1184374 h 2483088"/>
                <a:gd name="connsiteX45" fmla="*/ 1556216 w 2309166"/>
                <a:gd name="connsiteY45" fmla="*/ 1184374 h 2483088"/>
                <a:gd name="connsiteX46" fmla="*/ 1565337 w 2309166"/>
                <a:gd name="connsiteY46" fmla="*/ 1175274 h 2483088"/>
                <a:gd name="connsiteX47" fmla="*/ 1565337 w 2309166"/>
                <a:gd name="connsiteY47" fmla="*/ 1175274 h 2483088"/>
                <a:gd name="connsiteX48" fmla="*/ 1556216 w 2309166"/>
                <a:gd name="connsiteY48" fmla="*/ 1166317 h 2483088"/>
                <a:gd name="connsiteX49" fmla="*/ 2294915 w 2309166"/>
                <a:gd name="connsiteY49" fmla="*/ 1175417 h 2483088"/>
                <a:gd name="connsiteX50" fmla="*/ 2291067 w 2309166"/>
                <a:gd name="connsiteY50" fmla="*/ 1179256 h 2483088"/>
                <a:gd name="connsiteX51" fmla="*/ 2291067 w 2309166"/>
                <a:gd name="connsiteY51" fmla="*/ 1179256 h 2483088"/>
                <a:gd name="connsiteX52" fmla="*/ 2294915 w 2309166"/>
                <a:gd name="connsiteY52" fmla="*/ 1183094 h 2483088"/>
                <a:gd name="connsiteX53" fmla="*/ 2294915 w 2309166"/>
                <a:gd name="connsiteY53" fmla="*/ 1183094 h 2483088"/>
                <a:gd name="connsiteX54" fmla="*/ 2298763 w 2309166"/>
                <a:gd name="connsiteY54" fmla="*/ 1179256 h 2483088"/>
                <a:gd name="connsiteX55" fmla="*/ 2298763 w 2309166"/>
                <a:gd name="connsiteY55" fmla="*/ 1179256 h 2483088"/>
                <a:gd name="connsiteX56" fmla="*/ 2294915 w 2309166"/>
                <a:gd name="connsiteY56" fmla="*/ 1175417 h 2483088"/>
                <a:gd name="connsiteX57" fmla="*/ 2237050 w 2309166"/>
                <a:gd name="connsiteY57" fmla="*/ 1197739 h 2483088"/>
                <a:gd name="connsiteX58" fmla="*/ 2233202 w 2309166"/>
                <a:gd name="connsiteY58" fmla="*/ 1201578 h 2483088"/>
                <a:gd name="connsiteX59" fmla="*/ 2233202 w 2309166"/>
                <a:gd name="connsiteY59" fmla="*/ 1201578 h 2483088"/>
                <a:gd name="connsiteX60" fmla="*/ 2237050 w 2309166"/>
                <a:gd name="connsiteY60" fmla="*/ 1205559 h 2483088"/>
                <a:gd name="connsiteX61" fmla="*/ 2237050 w 2309166"/>
                <a:gd name="connsiteY61" fmla="*/ 1205559 h 2483088"/>
                <a:gd name="connsiteX62" fmla="*/ 2240898 w 2309166"/>
                <a:gd name="connsiteY62" fmla="*/ 1201578 h 2483088"/>
                <a:gd name="connsiteX63" fmla="*/ 2240898 w 2309166"/>
                <a:gd name="connsiteY63" fmla="*/ 1201578 h 2483088"/>
                <a:gd name="connsiteX64" fmla="*/ 2237050 w 2309166"/>
                <a:gd name="connsiteY64" fmla="*/ 1197739 h 2483088"/>
                <a:gd name="connsiteX65" fmla="*/ 2222798 w 2309166"/>
                <a:gd name="connsiteY65" fmla="*/ 1169303 h 2483088"/>
                <a:gd name="connsiteX66" fmla="*/ 2218950 w 2309166"/>
                <a:gd name="connsiteY66" fmla="*/ 1173142 h 2483088"/>
                <a:gd name="connsiteX67" fmla="*/ 2218950 w 2309166"/>
                <a:gd name="connsiteY67" fmla="*/ 1173142 h 2483088"/>
                <a:gd name="connsiteX68" fmla="*/ 2222798 w 2309166"/>
                <a:gd name="connsiteY68" fmla="*/ 1176981 h 2483088"/>
                <a:gd name="connsiteX69" fmla="*/ 2222798 w 2309166"/>
                <a:gd name="connsiteY69" fmla="*/ 1176981 h 2483088"/>
                <a:gd name="connsiteX70" fmla="*/ 2226646 w 2309166"/>
                <a:gd name="connsiteY70" fmla="*/ 1173142 h 2483088"/>
                <a:gd name="connsiteX71" fmla="*/ 2226646 w 2309166"/>
                <a:gd name="connsiteY71" fmla="*/ 1173142 h 2483088"/>
                <a:gd name="connsiteX72" fmla="*/ 2222798 w 2309166"/>
                <a:gd name="connsiteY72" fmla="*/ 1169303 h 2483088"/>
                <a:gd name="connsiteX73" fmla="*/ 2146690 w 2309166"/>
                <a:gd name="connsiteY73" fmla="*/ 1021150 h 2483088"/>
                <a:gd name="connsiteX74" fmla="*/ 2142842 w 2309166"/>
                <a:gd name="connsiteY74" fmla="*/ 1024989 h 2483088"/>
                <a:gd name="connsiteX75" fmla="*/ 2142842 w 2309166"/>
                <a:gd name="connsiteY75" fmla="*/ 1024989 h 2483088"/>
                <a:gd name="connsiteX76" fmla="*/ 2146690 w 2309166"/>
                <a:gd name="connsiteY76" fmla="*/ 1028827 h 2483088"/>
                <a:gd name="connsiteX77" fmla="*/ 2146690 w 2309166"/>
                <a:gd name="connsiteY77" fmla="*/ 1028827 h 2483088"/>
                <a:gd name="connsiteX78" fmla="*/ 2150538 w 2309166"/>
                <a:gd name="connsiteY78" fmla="*/ 1024989 h 2483088"/>
                <a:gd name="connsiteX79" fmla="*/ 2150538 w 2309166"/>
                <a:gd name="connsiteY79" fmla="*/ 1024989 h 2483088"/>
                <a:gd name="connsiteX80" fmla="*/ 2146690 w 2309166"/>
                <a:gd name="connsiteY80" fmla="*/ 1021150 h 2483088"/>
                <a:gd name="connsiteX81" fmla="*/ 1840978 w 2309166"/>
                <a:gd name="connsiteY81" fmla="*/ 1135890 h 2483088"/>
                <a:gd name="connsiteX82" fmla="*/ 1834564 w 2309166"/>
                <a:gd name="connsiteY82" fmla="*/ 1142288 h 2483088"/>
                <a:gd name="connsiteX83" fmla="*/ 1834564 w 2309166"/>
                <a:gd name="connsiteY83" fmla="*/ 1142288 h 2483088"/>
                <a:gd name="connsiteX84" fmla="*/ 1840978 w 2309166"/>
                <a:gd name="connsiteY84" fmla="*/ 1148829 h 2483088"/>
                <a:gd name="connsiteX85" fmla="*/ 1840978 w 2309166"/>
                <a:gd name="connsiteY85" fmla="*/ 1148829 h 2483088"/>
                <a:gd name="connsiteX86" fmla="*/ 1847534 w 2309166"/>
                <a:gd name="connsiteY86" fmla="*/ 1142288 h 2483088"/>
                <a:gd name="connsiteX87" fmla="*/ 1847534 w 2309166"/>
                <a:gd name="connsiteY87" fmla="*/ 1142288 h 2483088"/>
                <a:gd name="connsiteX88" fmla="*/ 1840978 w 2309166"/>
                <a:gd name="connsiteY88" fmla="*/ 1135890 h 2483088"/>
                <a:gd name="connsiteX89" fmla="*/ 1780263 w 2309166"/>
                <a:gd name="connsiteY89" fmla="*/ 1377599 h 2483088"/>
                <a:gd name="connsiteX90" fmla="*/ 1773706 w 2309166"/>
                <a:gd name="connsiteY90" fmla="*/ 1384139 h 2483088"/>
                <a:gd name="connsiteX91" fmla="*/ 1773706 w 2309166"/>
                <a:gd name="connsiteY91" fmla="*/ 1384139 h 2483088"/>
                <a:gd name="connsiteX92" fmla="*/ 1780263 w 2309166"/>
                <a:gd name="connsiteY92" fmla="*/ 1390537 h 2483088"/>
                <a:gd name="connsiteX93" fmla="*/ 1780263 w 2309166"/>
                <a:gd name="connsiteY93" fmla="*/ 1390537 h 2483088"/>
                <a:gd name="connsiteX94" fmla="*/ 1786676 w 2309166"/>
                <a:gd name="connsiteY94" fmla="*/ 1384139 h 2483088"/>
                <a:gd name="connsiteX95" fmla="*/ 1786676 w 2309166"/>
                <a:gd name="connsiteY95" fmla="*/ 1384139 h 2483088"/>
                <a:gd name="connsiteX96" fmla="*/ 1780263 w 2309166"/>
                <a:gd name="connsiteY96" fmla="*/ 1377599 h 2483088"/>
                <a:gd name="connsiteX97" fmla="*/ 1642443 w 2309166"/>
                <a:gd name="connsiteY97" fmla="*/ 1242953 h 2483088"/>
                <a:gd name="connsiteX98" fmla="*/ 1635886 w 2309166"/>
                <a:gd name="connsiteY98" fmla="*/ 1249351 h 2483088"/>
                <a:gd name="connsiteX99" fmla="*/ 1635886 w 2309166"/>
                <a:gd name="connsiteY99" fmla="*/ 1249351 h 2483088"/>
                <a:gd name="connsiteX100" fmla="*/ 1642443 w 2309166"/>
                <a:gd name="connsiteY100" fmla="*/ 1255891 h 2483088"/>
                <a:gd name="connsiteX101" fmla="*/ 1642443 w 2309166"/>
                <a:gd name="connsiteY101" fmla="*/ 1255891 h 2483088"/>
                <a:gd name="connsiteX102" fmla="*/ 1648856 w 2309166"/>
                <a:gd name="connsiteY102" fmla="*/ 1249351 h 2483088"/>
                <a:gd name="connsiteX103" fmla="*/ 1648856 w 2309166"/>
                <a:gd name="connsiteY103" fmla="*/ 1249351 h 2483088"/>
                <a:gd name="connsiteX104" fmla="*/ 1642443 w 2309166"/>
                <a:gd name="connsiteY104" fmla="*/ 1242953 h 2483088"/>
                <a:gd name="connsiteX105" fmla="*/ 1651849 w 2309166"/>
                <a:gd name="connsiteY105" fmla="*/ 1048733 h 2483088"/>
                <a:gd name="connsiteX106" fmla="*/ 1645435 w 2309166"/>
                <a:gd name="connsiteY106" fmla="*/ 1055273 h 2483088"/>
                <a:gd name="connsiteX107" fmla="*/ 1645435 w 2309166"/>
                <a:gd name="connsiteY107" fmla="*/ 1055273 h 2483088"/>
                <a:gd name="connsiteX108" fmla="*/ 1651849 w 2309166"/>
                <a:gd name="connsiteY108" fmla="*/ 1061671 h 2483088"/>
                <a:gd name="connsiteX109" fmla="*/ 1651849 w 2309166"/>
                <a:gd name="connsiteY109" fmla="*/ 1061671 h 2483088"/>
                <a:gd name="connsiteX110" fmla="*/ 1658405 w 2309166"/>
                <a:gd name="connsiteY110" fmla="*/ 1055273 h 2483088"/>
                <a:gd name="connsiteX111" fmla="*/ 1658405 w 2309166"/>
                <a:gd name="connsiteY111" fmla="*/ 1055273 h 2483088"/>
                <a:gd name="connsiteX112" fmla="*/ 1651849 w 2309166"/>
                <a:gd name="connsiteY112" fmla="*/ 1048733 h 2483088"/>
                <a:gd name="connsiteX113" fmla="*/ 1398300 w 2309166"/>
                <a:gd name="connsiteY113" fmla="*/ 1092951 h 2483088"/>
                <a:gd name="connsiteX114" fmla="*/ 1391886 w 2309166"/>
                <a:gd name="connsiteY114" fmla="*/ 1099492 h 2483088"/>
                <a:gd name="connsiteX115" fmla="*/ 1391886 w 2309166"/>
                <a:gd name="connsiteY115" fmla="*/ 1099492 h 2483088"/>
                <a:gd name="connsiteX116" fmla="*/ 1398300 w 2309166"/>
                <a:gd name="connsiteY116" fmla="*/ 1106032 h 2483088"/>
                <a:gd name="connsiteX117" fmla="*/ 1398300 w 2309166"/>
                <a:gd name="connsiteY117" fmla="*/ 1106032 h 2483088"/>
                <a:gd name="connsiteX118" fmla="*/ 1404856 w 2309166"/>
                <a:gd name="connsiteY118" fmla="*/ 1099492 h 2483088"/>
                <a:gd name="connsiteX119" fmla="*/ 1404856 w 2309166"/>
                <a:gd name="connsiteY119" fmla="*/ 1099492 h 2483088"/>
                <a:gd name="connsiteX120" fmla="*/ 1398300 w 2309166"/>
                <a:gd name="connsiteY120" fmla="*/ 1092951 h 2483088"/>
                <a:gd name="connsiteX121" fmla="*/ 1478683 w 2309166"/>
                <a:gd name="connsiteY121" fmla="*/ 773611 h 2483088"/>
                <a:gd name="connsiteX122" fmla="*/ 1472127 w 2309166"/>
                <a:gd name="connsiteY122" fmla="*/ 780152 h 2483088"/>
                <a:gd name="connsiteX123" fmla="*/ 1472127 w 2309166"/>
                <a:gd name="connsiteY123" fmla="*/ 780152 h 2483088"/>
                <a:gd name="connsiteX124" fmla="*/ 1478683 w 2309166"/>
                <a:gd name="connsiteY124" fmla="*/ 786550 h 2483088"/>
                <a:gd name="connsiteX125" fmla="*/ 1478683 w 2309166"/>
                <a:gd name="connsiteY125" fmla="*/ 786550 h 2483088"/>
                <a:gd name="connsiteX126" fmla="*/ 1485097 w 2309166"/>
                <a:gd name="connsiteY126" fmla="*/ 780152 h 2483088"/>
                <a:gd name="connsiteX127" fmla="*/ 1485097 w 2309166"/>
                <a:gd name="connsiteY127" fmla="*/ 780152 h 2483088"/>
                <a:gd name="connsiteX128" fmla="*/ 1478683 w 2309166"/>
                <a:gd name="connsiteY128" fmla="*/ 773611 h 2483088"/>
                <a:gd name="connsiteX129" fmla="*/ 1614365 w 2309166"/>
                <a:gd name="connsiteY129" fmla="*/ 909679 h 2483088"/>
                <a:gd name="connsiteX130" fmla="*/ 1607952 w 2309166"/>
                <a:gd name="connsiteY130" fmla="*/ 916220 h 2483088"/>
                <a:gd name="connsiteX131" fmla="*/ 1607952 w 2309166"/>
                <a:gd name="connsiteY131" fmla="*/ 916220 h 2483088"/>
                <a:gd name="connsiteX132" fmla="*/ 1614365 w 2309166"/>
                <a:gd name="connsiteY132" fmla="*/ 922618 h 2483088"/>
                <a:gd name="connsiteX133" fmla="*/ 1614365 w 2309166"/>
                <a:gd name="connsiteY133" fmla="*/ 922618 h 2483088"/>
                <a:gd name="connsiteX134" fmla="*/ 1620921 w 2309166"/>
                <a:gd name="connsiteY134" fmla="*/ 916220 h 2483088"/>
                <a:gd name="connsiteX135" fmla="*/ 1620921 w 2309166"/>
                <a:gd name="connsiteY135" fmla="*/ 916220 h 2483088"/>
                <a:gd name="connsiteX136" fmla="*/ 1614365 w 2309166"/>
                <a:gd name="connsiteY136" fmla="*/ 909679 h 2483088"/>
                <a:gd name="connsiteX137" fmla="*/ 1762590 w 2309166"/>
                <a:gd name="connsiteY137" fmla="*/ 1057690 h 2483088"/>
                <a:gd name="connsiteX138" fmla="*/ 1756176 w 2309166"/>
                <a:gd name="connsiteY138" fmla="*/ 1064089 h 2483088"/>
                <a:gd name="connsiteX139" fmla="*/ 1756176 w 2309166"/>
                <a:gd name="connsiteY139" fmla="*/ 1064089 h 2483088"/>
                <a:gd name="connsiteX140" fmla="*/ 1762590 w 2309166"/>
                <a:gd name="connsiteY140" fmla="*/ 1070629 h 2483088"/>
                <a:gd name="connsiteX141" fmla="*/ 1762590 w 2309166"/>
                <a:gd name="connsiteY141" fmla="*/ 1070629 h 2483088"/>
                <a:gd name="connsiteX142" fmla="*/ 1769146 w 2309166"/>
                <a:gd name="connsiteY142" fmla="*/ 1064089 h 2483088"/>
                <a:gd name="connsiteX143" fmla="*/ 1769146 w 2309166"/>
                <a:gd name="connsiteY143" fmla="*/ 1064089 h 2483088"/>
                <a:gd name="connsiteX144" fmla="*/ 1762732 w 2309166"/>
                <a:gd name="connsiteY144" fmla="*/ 1057690 h 2483088"/>
                <a:gd name="connsiteX145" fmla="*/ 1762590 w 2309166"/>
                <a:gd name="connsiteY145" fmla="*/ 1057690 h 2483088"/>
                <a:gd name="connsiteX146" fmla="*/ 1701590 w 2309166"/>
                <a:gd name="connsiteY146" fmla="*/ 1150962 h 2483088"/>
                <a:gd name="connsiteX147" fmla="*/ 1695176 w 2309166"/>
                <a:gd name="connsiteY147" fmla="*/ 1157502 h 2483088"/>
                <a:gd name="connsiteX148" fmla="*/ 1695176 w 2309166"/>
                <a:gd name="connsiteY148" fmla="*/ 1157502 h 2483088"/>
                <a:gd name="connsiteX149" fmla="*/ 1701590 w 2309166"/>
                <a:gd name="connsiteY149" fmla="*/ 1163900 h 2483088"/>
                <a:gd name="connsiteX150" fmla="*/ 1701590 w 2309166"/>
                <a:gd name="connsiteY150" fmla="*/ 1163900 h 2483088"/>
                <a:gd name="connsiteX151" fmla="*/ 1708146 w 2309166"/>
                <a:gd name="connsiteY151" fmla="*/ 1157502 h 2483088"/>
                <a:gd name="connsiteX152" fmla="*/ 1708146 w 2309166"/>
                <a:gd name="connsiteY152" fmla="*/ 1157502 h 2483088"/>
                <a:gd name="connsiteX153" fmla="*/ 1701590 w 2309166"/>
                <a:gd name="connsiteY153" fmla="*/ 1150962 h 2483088"/>
                <a:gd name="connsiteX154" fmla="*/ 1810905 w 2309166"/>
                <a:gd name="connsiteY154" fmla="*/ 1257740 h 2483088"/>
                <a:gd name="connsiteX155" fmla="*/ 1804349 w 2309166"/>
                <a:gd name="connsiteY155" fmla="*/ 1264280 h 2483088"/>
                <a:gd name="connsiteX156" fmla="*/ 1804349 w 2309166"/>
                <a:gd name="connsiteY156" fmla="*/ 1264280 h 2483088"/>
                <a:gd name="connsiteX157" fmla="*/ 1810905 w 2309166"/>
                <a:gd name="connsiteY157" fmla="*/ 1270678 h 2483088"/>
                <a:gd name="connsiteX158" fmla="*/ 1810905 w 2309166"/>
                <a:gd name="connsiteY158" fmla="*/ 1270678 h 2483088"/>
                <a:gd name="connsiteX159" fmla="*/ 1817461 w 2309166"/>
                <a:gd name="connsiteY159" fmla="*/ 1264280 h 2483088"/>
                <a:gd name="connsiteX160" fmla="*/ 1817461 w 2309166"/>
                <a:gd name="connsiteY160" fmla="*/ 1264280 h 2483088"/>
                <a:gd name="connsiteX161" fmla="*/ 1810905 w 2309166"/>
                <a:gd name="connsiteY161" fmla="*/ 1257740 h 2483088"/>
                <a:gd name="connsiteX162" fmla="*/ 2024690 w 2309166"/>
                <a:gd name="connsiteY162" fmla="*/ 1280347 h 2483088"/>
                <a:gd name="connsiteX163" fmla="*/ 2018277 w 2309166"/>
                <a:gd name="connsiteY163" fmla="*/ 1286745 h 2483088"/>
                <a:gd name="connsiteX164" fmla="*/ 2018277 w 2309166"/>
                <a:gd name="connsiteY164" fmla="*/ 1286887 h 2483088"/>
                <a:gd name="connsiteX165" fmla="*/ 2018277 w 2309166"/>
                <a:gd name="connsiteY165" fmla="*/ 1286887 h 2483088"/>
                <a:gd name="connsiteX166" fmla="*/ 2024690 w 2309166"/>
                <a:gd name="connsiteY166" fmla="*/ 1293285 h 2483088"/>
                <a:gd name="connsiteX167" fmla="*/ 2024690 w 2309166"/>
                <a:gd name="connsiteY167" fmla="*/ 1293285 h 2483088"/>
                <a:gd name="connsiteX168" fmla="*/ 2031246 w 2309166"/>
                <a:gd name="connsiteY168" fmla="*/ 1286887 h 2483088"/>
                <a:gd name="connsiteX169" fmla="*/ 2031246 w 2309166"/>
                <a:gd name="connsiteY169" fmla="*/ 1286887 h 2483088"/>
                <a:gd name="connsiteX170" fmla="*/ 2024690 w 2309166"/>
                <a:gd name="connsiteY170" fmla="*/ 1280347 h 2483088"/>
                <a:gd name="connsiteX171" fmla="*/ 1939176 w 2309166"/>
                <a:gd name="connsiteY171" fmla="*/ 800199 h 2483088"/>
                <a:gd name="connsiteX172" fmla="*/ 1932620 w 2309166"/>
                <a:gd name="connsiteY172" fmla="*/ 806740 h 2483088"/>
                <a:gd name="connsiteX173" fmla="*/ 1932620 w 2309166"/>
                <a:gd name="connsiteY173" fmla="*/ 806740 h 2483088"/>
                <a:gd name="connsiteX174" fmla="*/ 1939176 w 2309166"/>
                <a:gd name="connsiteY174" fmla="*/ 813138 h 2483088"/>
                <a:gd name="connsiteX175" fmla="*/ 1939176 w 2309166"/>
                <a:gd name="connsiteY175" fmla="*/ 813138 h 2483088"/>
                <a:gd name="connsiteX176" fmla="*/ 1945590 w 2309166"/>
                <a:gd name="connsiteY176" fmla="*/ 806740 h 2483088"/>
                <a:gd name="connsiteX177" fmla="*/ 1945590 w 2309166"/>
                <a:gd name="connsiteY177" fmla="*/ 806740 h 2483088"/>
                <a:gd name="connsiteX178" fmla="*/ 1939176 w 2309166"/>
                <a:gd name="connsiteY178" fmla="*/ 800199 h 2483088"/>
                <a:gd name="connsiteX179" fmla="*/ 1332597 w 2309166"/>
                <a:gd name="connsiteY179" fmla="*/ 616643 h 2483088"/>
                <a:gd name="connsiteX180" fmla="*/ 1323903 w 2309166"/>
                <a:gd name="connsiteY180" fmla="*/ 625316 h 2483088"/>
                <a:gd name="connsiteX181" fmla="*/ 1323903 w 2309166"/>
                <a:gd name="connsiteY181" fmla="*/ 625458 h 2483088"/>
                <a:gd name="connsiteX182" fmla="*/ 1323903 w 2309166"/>
                <a:gd name="connsiteY182" fmla="*/ 625458 h 2483088"/>
                <a:gd name="connsiteX183" fmla="*/ 1332454 w 2309166"/>
                <a:gd name="connsiteY183" fmla="*/ 634273 h 2483088"/>
                <a:gd name="connsiteX184" fmla="*/ 1332597 w 2309166"/>
                <a:gd name="connsiteY184" fmla="*/ 634273 h 2483088"/>
                <a:gd name="connsiteX185" fmla="*/ 1332597 w 2309166"/>
                <a:gd name="connsiteY185" fmla="*/ 634273 h 2483088"/>
                <a:gd name="connsiteX186" fmla="*/ 1341433 w 2309166"/>
                <a:gd name="connsiteY186" fmla="*/ 625458 h 2483088"/>
                <a:gd name="connsiteX187" fmla="*/ 1341433 w 2309166"/>
                <a:gd name="connsiteY187" fmla="*/ 625458 h 2483088"/>
                <a:gd name="connsiteX188" fmla="*/ 1332597 w 2309166"/>
                <a:gd name="connsiteY188" fmla="*/ 616643 h 2483088"/>
                <a:gd name="connsiteX189" fmla="*/ 1348274 w 2309166"/>
                <a:gd name="connsiteY189" fmla="*/ 723137 h 2483088"/>
                <a:gd name="connsiteX190" fmla="*/ 1339438 w 2309166"/>
                <a:gd name="connsiteY190" fmla="*/ 731952 h 2483088"/>
                <a:gd name="connsiteX191" fmla="*/ 1339438 w 2309166"/>
                <a:gd name="connsiteY191" fmla="*/ 731952 h 2483088"/>
                <a:gd name="connsiteX192" fmla="*/ 1348274 w 2309166"/>
                <a:gd name="connsiteY192" fmla="*/ 740767 h 2483088"/>
                <a:gd name="connsiteX193" fmla="*/ 1348274 w 2309166"/>
                <a:gd name="connsiteY193" fmla="*/ 740767 h 2483088"/>
                <a:gd name="connsiteX194" fmla="*/ 1357111 w 2309166"/>
                <a:gd name="connsiteY194" fmla="*/ 731952 h 2483088"/>
                <a:gd name="connsiteX195" fmla="*/ 1357111 w 2309166"/>
                <a:gd name="connsiteY195" fmla="*/ 731952 h 2483088"/>
                <a:gd name="connsiteX196" fmla="*/ 1348274 w 2309166"/>
                <a:gd name="connsiteY196" fmla="*/ 723137 h 2483088"/>
                <a:gd name="connsiteX197" fmla="*/ 1310220 w 2309166"/>
                <a:gd name="connsiteY197" fmla="*/ 708919 h 2483088"/>
                <a:gd name="connsiteX198" fmla="*/ 1301526 w 2309166"/>
                <a:gd name="connsiteY198" fmla="*/ 717592 h 2483088"/>
                <a:gd name="connsiteX199" fmla="*/ 1301526 w 2309166"/>
                <a:gd name="connsiteY199" fmla="*/ 717592 h 2483088"/>
                <a:gd name="connsiteX200" fmla="*/ 1310078 w 2309166"/>
                <a:gd name="connsiteY200" fmla="*/ 726407 h 2483088"/>
                <a:gd name="connsiteX201" fmla="*/ 1310220 w 2309166"/>
                <a:gd name="connsiteY201" fmla="*/ 726407 h 2483088"/>
                <a:gd name="connsiteX202" fmla="*/ 1310220 w 2309166"/>
                <a:gd name="connsiteY202" fmla="*/ 726407 h 2483088"/>
                <a:gd name="connsiteX203" fmla="*/ 1319057 w 2309166"/>
                <a:gd name="connsiteY203" fmla="*/ 717876 h 2483088"/>
                <a:gd name="connsiteX204" fmla="*/ 1319057 w 2309166"/>
                <a:gd name="connsiteY204" fmla="*/ 717592 h 2483088"/>
                <a:gd name="connsiteX205" fmla="*/ 1319057 w 2309166"/>
                <a:gd name="connsiteY205" fmla="*/ 717592 h 2483088"/>
                <a:gd name="connsiteX206" fmla="*/ 1310363 w 2309166"/>
                <a:gd name="connsiteY206" fmla="*/ 708919 h 2483088"/>
                <a:gd name="connsiteX207" fmla="*/ 1310220 w 2309166"/>
                <a:gd name="connsiteY207" fmla="*/ 708919 h 2483088"/>
                <a:gd name="connsiteX208" fmla="*/ 1254066 w 2309166"/>
                <a:gd name="connsiteY208" fmla="*/ 936409 h 2483088"/>
                <a:gd name="connsiteX209" fmla="*/ 1245230 w 2309166"/>
                <a:gd name="connsiteY209" fmla="*/ 945225 h 2483088"/>
                <a:gd name="connsiteX210" fmla="*/ 1245230 w 2309166"/>
                <a:gd name="connsiteY210" fmla="*/ 945225 h 2483088"/>
                <a:gd name="connsiteX211" fmla="*/ 1254066 w 2309166"/>
                <a:gd name="connsiteY211" fmla="*/ 954040 h 2483088"/>
                <a:gd name="connsiteX212" fmla="*/ 1254066 w 2309166"/>
                <a:gd name="connsiteY212" fmla="*/ 954040 h 2483088"/>
                <a:gd name="connsiteX213" fmla="*/ 1262903 w 2309166"/>
                <a:gd name="connsiteY213" fmla="*/ 945225 h 2483088"/>
                <a:gd name="connsiteX214" fmla="*/ 1262903 w 2309166"/>
                <a:gd name="connsiteY214" fmla="*/ 945225 h 2483088"/>
                <a:gd name="connsiteX215" fmla="*/ 1254066 w 2309166"/>
                <a:gd name="connsiteY215" fmla="*/ 936409 h 2483088"/>
                <a:gd name="connsiteX216" fmla="*/ 1372646 w 2309166"/>
                <a:gd name="connsiteY216" fmla="*/ 899158 h 2483088"/>
                <a:gd name="connsiteX217" fmla="*/ 1363809 w 2309166"/>
                <a:gd name="connsiteY217" fmla="*/ 907973 h 2483088"/>
                <a:gd name="connsiteX218" fmla="*/ 1363809 w 2309166"/>
                <a:gd name="connsiteY218" fmla="*/ 907973 h 2483088"/>
                <a:gd name="connsiteX219" fmla="*/ 1372646 w 2309166"/>
                <a:gd name="connsiteY219" fmla="*/ 916788 h 2483088"/>
                <a:gd name="connsiteX220" fmla="*/ 1372646 w 2309166"/>
                <a:gd name="connsiteY220" fmla="*/ 916788 h 2483088"/>
                <a:gd name="connsiteX221" fmla="*/ 1381482 w 2309166"/>
                <a:gd name="connsiteY221" fmla="*/ 907973 h 2483088"/>
                <a:gd name="connsiteX222" fmla="*/ 1381482 w 2309166"/>
                <a:gd name="connsiteY222" fmla="*/ 907973 h 2483088"/>
                <a:gd name="connsiteX223" fmla="*/ 1372646 w 2309166"/>
                <a:gd name="connsiteY223" fmla="*/ 899158 h 2483088"/>
                <a:gd name="connsiteX224" fmla="*/ 1279720 w 2309166"/>
                <a:gd name="connsiteY224" fmla="*/ 1010486 h 2483088"/>
                <a:gd name="connsiteX225" fmla="*/ 1270884 w 2309166"/>
                <a:gd name="connsiteY225" fmla="*/ 1019301 h 2483088"/>
                <a:gd name="connsiteX226" fmla="*/ 1270884 w 2309166"/>
                <a:gd name="connsiteY226" fmla="*/ 1019301 h 2483088"/>
                <a:gd name="connsiteX227" fmla="*/ 1279720 w 2309166"/>
                <a:gd name="connsiteY227" fmla="*/ 1028117 h 2483088"/>
                <a:gd name="connsiteX228" fmla="*/ 1279720 w 2309166"/>
                <a:gd name="connsiteY228" fmla="*/ 1028117 h 2483088"/>
                <a:gd name="connsiteX229" fmla="*/ 1288414 w 2309166"/>
                <a:gd name="connsiteY229" fmla="*/ 1019444 h 2483088"/>
                <a:gd name="connsiteX230" fmla="*/ 1288414 w 2309166"/>
                <a:gd name="connsiteY230" fmla="*/ 1019301 h 2483088"/>
                <a:gd name="connsiteX231" fmla="*/ 1288414 w 2309166"/>
                <a:gd name="connsiteY231" fmla="*/ 1019301 h 2483088"/>
                <a:gd name="connsiteX232" fmla="*/ 1279863 w 2309166"/>
                <a:gd name="connsiteY232" fmla="*/ 1010486 h 2483088"/>
                <a:gd name="connsiteX233" fmla="*/ 1279720 w 2309166"/>
                <a:gd name="connsiteY233" fmla="*/ 1010486 h 2483088"/>
                <a:gd name="connsiteX234" fmla="*/ 1041991 w 2309166"/>
                <a:gd name="connsiteY234" fmla="*/ 521523 h 2483088"/>
                <a:gd name="connsiteX235" fmla="*/ 1035293 w 2309166"/>
                <a:gd name="connsiteY235" fmla="*/ 528206 h 2483088"/>
                <a:gd name="connsiteX236" fmla="*/ 1035293 w 2309166"/>
                <a:gd name="connsiteY236" fmla="*/ 528206 h 2483088"/>
                <a:gd name="connsiteX237" fmla="*/ 1041847 w 2309166"/>
                <a:gd name="connsiteY237" fmla="*/ 535031 h 2483088"/>
                <a:gd name="connsiteX238" fmla="*/ 1041991 w 2309166"/>
                <a:gd name="connsiteY238" fmla="*/ 535031 h 2483088"/>
                <a:gd name="connsiteX239" fmla="*/ 1041991 w 2309166"/>
                <a:gd name="connsiteY239" fmla="*/ 535031 h 2483088"/>
                <a:gd name="connsiteX240" fmla="*/ 1048833 w 2309166"/>
                <a:gd name="connsiteY240" fmla="*/ 528490 h 2483088"/>
                <a:gd name="connsiteX241" fmla="*/ 1048833 w 2309166"/>
                <a:gd name="connsiteY241" fmla="*/ 528206 h 2483088"/>
                <a:gd name="connsiteX242" fmla="*/ 1048833 w 2309166"/>
                <a:gd name="connsiteY242" fmla="*/ 528206 h 2483088"/>
                <a:gd name="connsiteX243" fmla="*/ 1042135 w 2309166"/>
                <a:gd name="connsiteY243" fmla="*/ 521523 h 2483088"/>
                <a:gd name="connsiteX244" fmla="*/ 1041991 w 2309166"/>
                <a:gd name="connsiteY244" fmla="*/ 521523 h 2483088"/>
                <a:gd name="connsiteX245" fmla="*/ 1015339 w 2309166"/>
                <a:gd name="connsiteY245" fmla="*/ 597448 h 2483088"/>
                <a:gd name="connsiteX246" fmla="*/ 1008498 w 2309166"/>
                <a:gd name="connsiteY246" fmla="*/ 603989 h 2483088"/>
                <a:gd name="connsiteX247" fmla="*/ 1008498 w 2309166"/>
                <a:gd name="connsiteY247" fmla="*/ 604273 h 2483088"/>
                <a:gd name="connsiteX248" fmla="*/ 1008498 w 2309166"/>
                <a:gd name="connsiteY248" fmla="*/ 604273 h 2483088"/>
                <a:gd name="connsiteX249" fmla="*/ 1015196 w 2309166"/>
                <a:gd name="connsiteY249" fmla="*/ 610956 h 2483088"/>
                <a:gd name="connsiteX250" fmla="*/ 1015339 w 2309166"/>
                <a:gd name="connsiteY250" fmla="*/ 610956 h 2483088"/>
                <a:gd name="connsiteX251" fmla="*/ 1015339 w 2309166"/>
                <a:gd name="connsiteY251" fmla="*/ 610956 h 2483088"/>
                <a:gd name="connsiteX252" fmla="*/ 1022038 w 2309166"/>
                <a:gd name="connsiteY252" fmla="*/ 604273 h 2483088"/>
                <a:gd name="connsiteX253" fmla="*/ 1022038 w 2309166"/>
                <a:gd name="connsiteY253" fmla="*/ 604273 h 2483088"/>
                <a:gd name="connsiteX254" fmla="*/ 1015483 w 2309166"/>
                <a:gd name="connsiteY254" fmla="*/ 597448 h 2483088"/>
                <a:gd name="connsiteX255" fmla="*/ 1015339 w 2309166"/>
                <a:gd name="connsiteY255" fmla="*/ 597448 h 2483088"/>
                <a:gd name="connsiteX256" fmla="*/ 988830 w 2309166"/>
                <a:gd name="connsiteY256" fmla="*/ 441049 h 2483088"/>
                <a:gd name="connsiteX257" fmla="*/ 981989 w 2309166"/>
                <a:gd name="connsiteY257" fmla="*/ 447873 h 2483088"/>
                <a:gd name="connsiteX258" fmla="*/ 981989 w 2309166"/>
                <a:gd name="connsiteY258" fmla="*/ 447873 h 2483088"/>
                <a:gd name="connsiteX259" fmla="*/ 988830 w 2309166"/>
                <a:gd name="connsiteY259" fmla="*/ 454698 h 2483088"/>
                <a:gd name="connsiteX260" fmla="*/ 988830 w 2309166"/>
                <a:gd name="connsiteY260" fmla="*/ 454698 h 2483088"/>
                <a:gd name="connsiteX261" fmla="*/ 995671 w 2309166"/>
                <a:gd name="connsiteY261" fmla="*/ 447873 h 2483088"/>
                <a:gd name="connsiteX262" fmla="*/ 995671 w 2309166"/>
                <a:gd name="connsiteY262" fmla="*/ 447873 h 2483088"/>
                <a:gd name="connsiteX263" fmla="*/ 988830 w 2309166"/>
                <a:gd name="connsiteY263" fmla="*/ 441049 h 2483088"/>
                <a:gd name="connsiteX264" fmla="*/ 815807 w 2309166"/>
                <a:gd name="connsiteY264" fmla="*/ 522376 h 2483088"/>
                <a:gd name="connsiteX265" fmla="*/ 809108 w 2309166"/>
                <a:gd name="connsiteY265" fmla="*/ 529201 h 2483088"/>
                <a:gd name="connsiteX266" fmla="*/ 809108 w 2309166"/>
                <a:gd name="connsiteY266" fmla="*/ 529201 h 2483088"/>
                <a:gd name="connsiteX267" fmla="*/ 815807 w 2309166"/>
                <a:gd name="connsiteY267" fmla="*/ 536026 h 2483088"/>
                <a:gd name="connsiteX268" fmla="*/ 815807 w 2309166"/>
                <a:gd name="connsiteY268" fmla="*/ 536026 h 2483088"/>
                <a:gd name="connsiteX269" fmla="*/ 822648 w 2309166"/>
                <a:gd name="connsiteY269" fmla="*/ 529201 h 2483088"/>
                <a:gd name="connsiteX270" fmla="*/ 822648 w 2309166"/>
                <a:gd name="connsiteY270" fmla="*/ 529201 h 2483088"/>
                <a:gd name="connsiteX271" fmla="*/ 815807 w 2309166"/>
                <a:gd name="connsiteY271" fmla="*/ 522376 h 2483088"/>
                <a:gd name="connsiteX272" fmla="*/ 685683 w 2309166"/>
                <a:gd name="connsiteY272" fmla="*/ 497210 h 2483088"/>
                <a:gd name="connsiteX273" fmla="*/ 678984 w 2309166"/>
                <a:gd name="connsiteY273" fmla="*/ 503893 h 2483088"/>
                <a:gd name="connsiteX274" fmla="*/ 678984 w 2309166"/>
                <a:gd name="connsiteY274" fmla="*/ 503893 h 2483088"/>
                <a:gd name="connsiteX275" fmla="*/ 685539 w 2309166"/>
                <a:gd name="connsiteY275" fmla="*/ 510718 h 2483088"/>
                <a:gd name="connsiteX276" fmla="*/ 685683 w 2309166"/>
                <a:gd name="connsiteY276" fmla="*/ 510718 h 2483088"/>
                <a:gd name="connsiteX277" fmla="*/ 685683 w 2309166"/>
                <a:gd name="connsiteY277" fmla="*/ 510718 h 2483088"/>
                <a:gd name="connsiteX278" fmla="*/ 692524 w 2309166"/>
                <a:gd name="connsiteY278" fmla="*/ 503893 h 2483088"/>
                <a:gd name="connsiteX279" fmla="*/ 692524 w 2309166"/>
                <a:gd name="connsiteY279" fmla="*/ 503893 h 2483088"/>
                <a:gd name="connsiteX280" fmla="*/ 685683 w 2309166"/>
                <a:gd name="connsiteY280" fmla="*/ 497210 h 2483088"/>
                <a:gd name="connsiteX281" fmla="*/ 615419 w 2309166"/>
                <a:gd name="connsiteY281" fmla="*/ 444603 h 2483088"/>
                <a:gd name="connsiteX282" fmla="*/ 608578 w 2309166"/>
                <a:gd name="connsiteY282" fmla="*/ 451143 h 2483088"/>
                <a:gd name="connsiteX283" fmla="*/ 608578 w 2309166"/>
                <a:gd name="connsiteY283" fmla="*/ 451428 h 2483088"/>
                <a:gd name="connsiteX284" fmla="*/ 608578 w 2309166"/>
                <a:gd name="connsiteY284" fmla="*/ 451428 h 2483088"/>
                <a:gd name="connsiteX285" fmla="*/ 615275 w 2309166"/>
                <a:gd name="connsiteY285" fmla="*/ 458110 h 2483088"/>
                <a:gd name="connsiteX286" fmla="*/ 615419 w 2309166"/>
                <a:gd name="connsiteY286" fmla="*/ 458110 h 2483088"/>
                <a:gd name="connsiteX287" fmla="*/ 615419 w 2309166"/>
                <a:gd name="connsiteY287" fmla="*/ 458110 h 2483088"/>
                <a:gd name="connsiteX288" fmla="*/ 622117 w 2309166"/>
                <a:gd name="connsiteY288" fmla="*/ 451428 h 2483088"/>
                <a:gd name="connsiteX289" fmla="*/ 622117 w 2309166"/>
                <a:gd name="connsiteY289" fmla="*/ 451428 h 2483088"/>
                <a:gd name="connsiteX290" fmla="*/ 615563 w 2309166"/>
                <a:gd name="connsiteY290" fmla="*/ 444603 h 2483088"/>
                <a:gd name="connsiteX291" fmla="*/ 615419 w 2309166"/>
                <a:gd name="connsiteY291" fmla="*/ 444603 h 2483088"/>
                <a:gd name="connsiteX292" fmla="*/ 909017 w 2309166"/>
                <a:gd name="connsiteY292" fmla="*/ 903423 h 2483088"/>
                <a:gd name="connsiteX293" fmla="*/ 902176 w 2309166"/>
                <a:gd name="connsiteY293" fmla="*/ 910248 h 2483088"/>
                <a:gd name="connsiteX294" fmla="*/ 902176 w 2309166"/>
                <a:gd name="connsiteY294" fmla="*/ 910248 h 2483088"/>
                <a:gd name="connsiteX295" fmla="*/ 909017 w 2309166"/>
                <a:gd name="connsiteY295" fmla="*/ 917073 h 2483088"/>
                <a:gd name="connsiteX296" fmla="*/ 909017 w 2309166"/>
                <a:gd name="connsiteY296" fmla="*/ 917073 h 2483088"/>
                <a:gd name="connsiteX297" fmla="*/ 915858 w 2309166"/>
                <a:gd name="connsiteY297" fmla="*/ 910248 h 2483088"/>
                <a:gd name="connsiteX298" fmla="*/ 915858 w 2309166"/>
                <a:gd name="connsiteY298" fmla="*/ 910248 h 2483088"/>
                <a:gd name="connsiteX299" fmla="*/ 909017 w 2309166"/>
                <a:gd name="connsiteY299" fmla="*/ 903423 h 2483088"/>
                <a:gd name="connsiteX300" fmla="*/ 870963 w 2309166"/>
                <a:gd name="connsiteY300" fmla="*/ 1004514 h 2483088"/>
                <a:gd name="connsiteX301" fmla="*/ 864122 w 2309166"/>
                <a:gd name="connsiteY301" fmla="*/ 1011339 h 2483088"/>
                <a:gd name="connsiteX302" fmla="*/ 864122 w 2309166"/>
                <a:gd name="connsiteY302" fmla="*/ 1011339 h 2483088"/>
                <a:gd name="connsiteX303" fmla="*/ 870963 w 2309166"/>
                <a:gd name="connsiteY303" fmla="*/ 1018164 h 2483088"/>
                <a:gd name="connsiteX304" fmla="*/ 870963 w 2309166"/>
                <a:gd name="connsiteY304" fmla="*/ 1018164 h 2483088"/>
                <a:gd name="connsiteX305" fmla="*/ 877662 w 2309166"/>
                <a:gd name="connsiteY305" fmla="*/ 1011339 h 2483088"/>
                <a:gd name="connsiteX306" fmla="*/ 877662 w 2309166"/>
                <a:gd name="connsiteY306" fmla="*/ 1011339 h 2483088"/>
                <a:gd name="connsiteX307" fmla="*/ 870963 w 2309166"/>
                <a:gd name="connsiteY307" fmla="*/ 1004514 h 2483088"/>
                <a:gd name="connsiteX308" fmla="*/ 929113 w 2309166"/>
                <a:gd name="connsiteY308" fmla="*/ 1342053 h 2483088"/>
                <a:gd name="connsiteX309" fmla="*/ 922272 w 2309166"/>
                <a:gd name="connsiteY309" fmla="*/ 1348878 h 2483088"/>
                <a:gd name="connsiteX310" fmla="*/ 922272 w 2309166"/>
                <a:gd name="connsiteY310" fmla="*/ 1348878 h 2483088"/>
                <a:gd name="connsiteX311" fmla="*/ 929113 w 2309166"/>
                <a:gd name="connsiteY311" fmla="*/ 1355703 h 2483088"/>
                <a:gd name="connsiteX312" fmla="*/ 929113 w 2309166"/>
                <a:gd name="connsiteY312" fmla="*/ 1355703 h 2483088"/>
                <a:gd name="connsiteX313" fmla="*/ 935811 w 2309166"/>
                <a:gd name="connsiteY313" fmla="*/ 1348878 h 2483088"/>
                <a:gd name="connsiteX314" fmla="*/ 935811 w 2309166"/>
                <a:gd name="connsiteY314" fmla="*/ 1348878 h 2483088"/>
                <a:gd name="connsiteX315" fmla="*/ 929113 w 2309166"/>
                <a:gd name="connsiteY315" fmla="*/ 1342053 h 2483088"/>
                <a:gd name="connsiteX316" fmla="*/ 922272 w 2309166"/>
                <a:gd name="connsiteY316" fmla="*/ 1274802 h 2483088"/>
                <a:gd name="connsiteX317" fmla="*/ 915573 w 2309166"/>
                <a:gd name="connsiteY317" fmla="*/ 1281626 h 2483088"/>
                <a:gd name="connsiteX318" fmla="*/ 915573 w 2309166"/>
                <a:gd name="connsiteY318" fmla="*/ 1281626 h 2483088"/>
                <a:gd name="connsiteX319" fmla="*/ 922272 w 2309166"/>
                <a:gd name="connsiteY319" fmla="*/ 1288309 h 2483088"/>
                <a:gd name="connsiteX320" fmla="*/ 922272 w 2309166"/>
                <a:gd name="connsiteY320" fmla="*/ 1288309 h 2483088"/>
                <a:gd name="connsiteX321" fmla="*/ 929113 w 2309166"/>
                <a:gd name="connsiteY321" fmla="*/ 1281626 h 2483088"/>
                <a:gd name="connsiteX322" fmla="*/ 929113 w 2309166"/>
                <a:gd name="connsiteY322" fmla="*/ 1281626 h 2483088"/>
                <a:gd name="connsiteX323" fmla="*/ 922272 w 2309166"/>
                <a:gd name="connsiteY323" fmla="*/ 1274802 h 2483088"/>
                <a:gd name="connsiteX324" fmla="*/ 1050543 w 2309166"/>
                <a:gd name="connsiteY324" fmla="*/ 1326271 h 2483088"/>
                <a:gd name="connsiteX325" fmla="*/ 1043702 w 2309166"/>
                <a:gd name="connsiteY325" fmla="*/ 1332812 h 2483088"/>
                <a:gd name="connsiteX326" fmla="*/ 1043702 w 2309166"/>
                <a:gd name="connsiteY326" fmla="*/ 1333096 h 2483088"/>
                <a:gd name="connsiteX327" fmla="*/ 1043702 w 2309166"/>
                <a:gd name="connsiteY327" fmla="*/ 1333096 h 2483088"/>
                <a:gd name="connsiteX328" fmla="*/ 1050399 w 2309166"/>
                <a:gd name="connsiteY328" fmla="*/ 1339779 h 2483088"/>
                <a:gd name="connsiteX329" fmla="*/ 1050543 w 2309166"/>
                <a:gd name="connsiteY329" fmla="*/ 1339779 h 2483088"/>
                <a:gd name="connsiteX330" fmla="*/ 1050543 w 2309166"/>
                <a:gd name="connsiteY330" fmla="*/ 1339779 h 2483088"/>
                <a:gd name="connsiteX331" fmla="*/ 1057241 w 2309166"/>
                <a:gd name="connsiteY331" fmla="*/ 1333096 h 2483088"/>
                <a:gd name="connsiteX332" fmla="*/ 1057241 w 2309166"/>
                <a:gd name="connsiteY332" fmla="*/ 1333096 h 2483088"/>
                <a:gd name="connsiteX333" fmla="*/ 1050687 w 2309166"/>
                <a:gd name="connsiteY333" fmla="*/ 1326271 h 2483088"/>
                <a:gd name="connsiteX334" fmla="*/ 1050543 w 2309166"/>
                <a:gd name="connsiteY334" fmla="*/ 1326271 h 2483088"/>
                <a:gd name="connsiteX335" fmla="*/ 986977 w 2309166"/>
                <a:gd name="connsiteY335" fmla="*/ 1301532 h 2483088"/>
                <a:gd name="connsiteX336" fmla="*/ 980136 w 2309166"/>
                <a:gd name="connsiteY336" fmla="*/ 1308072 h 2483088"/>
                <a:gd name="connsiteX337" fmla="*/ 980136 w 2309166"/>
                <a:gd name="connsiteY337" fmla="*/ 1308356 h 2483088"/>
                <a:gd name="connsiteX338" fmla="*/ 980136 w 2309166"/>
                <a:gd name="connsiteY338" fmla="*/ 1308356 h 2483088"/>
                <a:gd name="connsiteX339" fmla="*/ 986833 w 2309166"/>
                <a:gd name="connsiteY339" fmla="*/ 1315039 h 2483088"/>
                <a:gd name="connsiteX340" fmla="*/ 986977 w 2309166"/>
                <a:gd name="connsiteY340" fmla="*/ 1315039 h 2483088"/>
                <a:gd name="connsiteX341" fmla="*/ 986977 w 2309166"/>
                <a:gd name="connsiteY341" fmla="*/ 1315039 h 2483088"/>
                <a:gd name="connsiteX342" fmla="*/ 993676 w 2309166"/>
                <a:gd name="connsiteY342" fmla="*/ 1308356 h 2483088"/>
                <a:gd name="connsiteX343" fmla="*/ 993676 w 2309166"/>
                <a:gd name="connsiteY343" fmla="*/ 1308356 h 2483088"/>
                <a:gd name="connsiteX344" fmla="*/ 987121 w 2309166"/>
                <a:gd name="connsiteY344" fmla="*/ 1301532 h 2483088"/>
                <a:gd name="connsiteX345" fmla="*/ 986977 w 2309166"/>
                <a:gd name="connsiteY345" fmla="*/ 1301532 h 2483088"/>
                <a:gd name="connsiteX346" fmla="*/ 945788 w 2309166"/>
                <a:gd name="connsiteY346" fmla="*/ 1177265 h 2483088"/>
                <a:gd name="connsiteX347" fmla="*/ 939089 w 2309166"/>
                <a:gd name="connsiteY347" fmla="*/ 1184090 h 2483088"/>
                <a:gd name="connsiteX348" fmla="*/ 939089 w 2309166"/>
                <a:gd name="connsiteY348" fmla="*/ 1184090 h 2483088"/>
                <a:gd name="connsiteX349" fmla="*/ 945788 w 2309166"/>
                <a:gd name="connsiteY349" fmla="*/ 1190915 h 2483088"/>
                <a:gd name="connsiteX350" fmla="*/ 945788 w 2309166"/>
                <a:gd name="connsiteY350" fmla="*/ 1190915 h 2483088"/>
                <a:gd name="connsiteX351" fmla="*/ 952629 w 2309166"/>
                <a:gd name="connsiteY351" fmla="*/ 1184090 h 2483088"/>
                <a:gd name="connsiteX352" fmla="*/ 952629 w 2309166"/>
                <a:gd name="connsiteY352" fmla="*/ 1184090 h 2483088"/>
                <a:gd name="connsiteX353" fmla="*/ 945788 w 2309166"/>
                <a:gd name="connsiteY353" fmla="*/ 1177265 h 2483088"/>
                <a:gd name="connsiteX354" fmla="*/ 911867 w 2309166"/>
                <a:gd name="connsiteY354" fmla="*/ 1177265 h 2483088"/>
                <a:gd name="connsiteX355" fmla="*/ 905169 w 2309166"/>
                <a:gd name="connsiteY355" fmla="*/ 1184090 h 2483088"/>
                <a:gd name="connsiteX356" fmla="*/ 905169 w 2309166"/>
                <a:gd name="connsiteY356" fmla="*/ 1184090 h 2483088"/>
                <a:gd name="connsiteX357" fmla="*/ 911867 w 2309166"/>
                <a:gd name="connsiteY357" fmla="*/ 1190772 h 2483088"/>
                <a:gd name="connsiteX358" fmla="*/ 911867 w 2309166"/>
                <a:gd name="connsiteY358" fmla="*/ 1190772 h 2483088"/>
                <a:gd name="connsiteX359" fmla="*/ 918707 w 2309166"/>
                <a:gd name="connsiteY359" fmla="*/ 1184232 h 2483088"/>
                <a:gd name="connsiteX360" fmla="*/ 918709 w 2309166"/>
                <a:gd name="connsiteY360" fmla="*/ 1184090 h 2483088"/>
                <a:gd name="connsiteX361" fmla="*/ 918709 w 2309166"/>
                <a:gd name="connsiteY361" fmla="*/ 1184090 h 2483088"/>
                <a:gd name="connsiteX362" fmla="*/ 911867 w 2309166"/>
                <a:gd name="connsiteY362" fmla="*/ 1177265 h 2483088"/>
                <a:gd name="connsiteX363" fmla="*/ 565250 w 2309166"/>
                <a:gd name="connsiteY363" fmla="*/ 1586890 h 2483088"/>
                <a:gd name="connsiteX364" fmla="*/ 558550 w 2309166"/>
                <a:gd name="connsiteY364" fmla="*/ 1593573 h 2483088"/>
                <a:gd name="connsiteX365" fmla="*/ 558552 w 2309166"/>
                <a:gd name="connsiteY365" fmla="*/ 1593715 h 2483088"/>
                <a:gd name="connsiteX366" fmla="*/ 558552 w 2309166"/>
                <a:gd name="connsiteY366" fmla="*/ 1593715 h 2483088"/>
                <a:gd name="connsiteX367" fmla="*/ 565250 w 2309166"/>
                <a:gd name="connsiteY367" fmla="*/ 1600398 h 2483088"/>
                <a:gd name="connsiteX368" fmla="*/ 565250 w 2309166"/>
                <a:gd name="connsiteY368" fmla="*/ 1600398 h 2483088"/>
                <a:gd name="connsiteX369" fmla="*/ 572092 w 2309166"/>
                <a:gd name="connsiteY369" fmla="*/ 1593715 h 2483088"/>
                <a:gd name="connsiteX370" fmla="*/ 572092 w 2309166"/>
                <a:gd name="connsiteY370" fmla="*/ 1593715 h 2483088"/>
                <a:gd name="connsiteX371" fmla="*/ 565250 w 2309166"/>
                <a:gd name="connsiteY371" fmla="*/ 1586890 h 2483088"/>
                <a:gd name="connsiteX372" fmla="*/ 773477 w 2309166"/>
                <a:gd name="connsiteY372" fmla="*/ 1091103 h 2483088"/>
                <a:gd name="connsiteX373" fmla="*/ 766636 w 2309166"/>
                <a:gd name="connsiteY373" fmla="*/ 1097928 h 2483088"/>
                <a:gd name="connsiteX374" fmla="*/ 766636 w 2309166"/>
                <a:gd name="connsiteY374" fmla="*/ 1097928 h 2483088"/>
                <a:gd name="connsiteX375" fmla="*/ 773333 w 2309166"/>
                <a:gd name="connsiteY375" fmla="*/ 1104610 h 2483088"/>
                <a:gd name="connsiteX376" fmla="*/ 773477 w 2309166"/>
                <a:gd name="connsiteY376" fmla="*/ 1104610 h 2483088"/>
                <a:gd name="connsiteX377" fmla="*/ 773477 w 2309166"/>
                <a:gd name="connsiteY377" fmla="*/ 1104610 h 2483088"/>
                <a:gd name="connsiteX378" fmla="*/ 780176 w 2309166"/>
                <a:gd name="connsiteY378" fmla="*/ 1097928 h 2483088"/>
                <a:gd name="connsiteX379" fmla="*/ 780176 w 2309166"/>
                <a:gd name="connsiteY379" fmla="*/ 1097928 h 2483088"/>
                <a:gd name="connsiteX380" fmla="*/ 773477 w 2309166"/>
                <a:gd name="connsiteY380" fmla="*/ 1091103 h 2483088"/>
                <a:gd name="connsiteX381" fmla="*/ 792148 w 2309166"/>
                <a:gd name="connsiteY381" fmla="*/ 1217360 h 2483088"/>
                <a:gd name="connsiteX382" fmla="*/ 777895 w 2309166"/>
                <a:gd name="connsiteY382" fmla="*/ 1231578 h 2483088"/>
                <a:gd name="connsiteX383" fmla="*/ 777895 w 2309166"/>
                <a:gd name="connsiteY383" fmla="*/ 1231578 h 2483088"/>
                <a:gd name="connsiteX384" fmla="*/ 792148 w 2309166"/>
                <a:gd name="connsiteY384" fmla="*/ 1245797 h 2483088"/>
                <a:gd name="connsiteX385" fmla="*/ 792148 w 2309166"/>
                <a:gd name="connsiteY385" fmla="*/ 1245797 h 2483088"/>
                <a:gd name="connsiteX386" fmla="*/ 806400 w 2309166"/>
                <a:gd name="connsiteY386" fmla="*/ 1231578 h 2483088"/>
                <a:gd name="connsiteX387" fmla="*/ 806400 w 2309166"/>
                <a:gd name="connsiteY387" fmla="*/ 1231578 h 2483088"/>
                <a:gd name="connsiteX388" fmla="*/ 792148 w 2309166"/>
                <a:gd name="connsiteY388" fmla="*/ 1217360 h 2483088"/>
                <a:gd name="connsiteX389" fmla="*/ 492849 w 2309166"/>
                <a:gd name="connsiteY389" fmla="*/ 1494757 h 2483088"/>
                <a:gd name="connsiteX390" fmla="*/ 478596 w 2309166"/>
                <a:gd name="connsiteY390" fmla="*/ 1508975 h 2483088"/>
                <a:gd name="connsiteX391" fmla="*/ 478596 w 2309166"/>
                <a:gd name="connsiteY391" fmla="*/ 1508975 h 2483088"/>
                <a:gd name="connsiteX392" fmla="*/ 492849 w 2309166"/>
                <a:gd name="connsiteY392" fmla="*/ 1522482 h 2483088"/>
                <a:gd name="connsiteX393" fmla="*/ 492849 w 2309166"/>
                <a:gd name="connsiteY393" fmla="*/ 1522482 h 2483088"/>
                <a:gd name="connsiteX394" fmla="*/ 506388 w 2309166"/>
                <a:gd name="connsiteY394" fmla="*/ 1508975 h 2483088"/>
                <a:gd name="connsiteX395" fmla="*/ 506388 w 2309166"/>
                <a:gd name="connsiteY395" fmla="*/ 1508975 h 2483088"/>
                <a:gd name="connsiteX396" fmla="*/ 492849 w 2309166"/>
                <a:gd name="connsiteY396" fmla="*/ 1494757 h 2483088"/>
                <a:gd name="connsiteX397" fmla="*/ 888636 w 2309166"/>
                <a:gd name="connsiteY397" fmla="*/ 2184480 h 2483088"/>
                <a:gd name="connsiteX398" fmla="*/ 875096 w 2309166"/>
                <a:gd name="connsiteY398" fmla="*/ 2197987 h 2483088"/>
                <a:gd name="connsiteX399" fmla="*/ 875096 w 2309166"/>
                <a:gd name="connsiteY399" fmla="*/ 2197987 h 2483088"/>
                <a:gd name="connsiteX400" fmla="*/ 888636 w 2309166"/>
                <a:gd name="connsiteY400" fmla="*/ 2212205 h 2483088"/>
                <a:gd name="connsiteX401" fmla="*/ 888636 w 2309166"/>
                <a:gd name="connsiteY401" fmla="*/ 2212205 h 2483088"/>
                <a:gd name="connsiteX402" fmla="*/ 902888 w 2309166"/>
                <a:gd name="connsiteY402" fmla="*/ 2199750 h 2483088"/>
                <a:gd name="connsiteX403" fmla="*/ 902888 w 2309166"/>
                <a:gd name="connsiteY403" fmla="*/ 2197987 h 2483088"/>
                <a:gd name="connsiteX404" fmla="*/ 902888 w 2309166"/>
                <a:gd name="connsiteY404" fmla="*/ 2197987 h 2483088"/>
                <a:gd name="connsiteX405" fmla="*/ 888636 w 2309166"/>
                <a:gd name="connsiteY405" fmla="*/ 2184480 h 2483088"/>
                <a:gd name="connsiteX406" fmla="*/ 699935 w 2309166"/>
                <a:gd name="connsiteY406" fmla="*/ 2400880 h 2483088"/>
                <a:gd name="connsiteX407" fmla="*/ 685683 w 2309166"/>
                <a:gd name="connsiteY407" fmla="*/ 2414387 h 2483088"/>
                <a:gd name="connsiteX408" fmla="*/ 685683 w 2309166"/>
                <a:gd name="connsiteY408" fmla="*/ 2414387 h 2483088"/>
                <a:gd name="connsiteX409" fmla="*/ 699935 w 2309166"/>
                <a:gd name="connsiteY409" fmla="*/ 2427894 h 2483088"/>
                <a:gd name="connsiteX410" fmla="*/ 699935 w 2309166"/>
                <a:gd name="connsiteY410" fmla="*/ 2427894 h 2483088"/>
                <a:gd name="connsiteX411" fmla="*/ 714187 w 2309166"/>
                <a:gd name="connsiteY411" fmla="*/ 2414387 h 2483088"/>
                <a:gd name="connsiteX412" fmla="*/ 714187 w 2309166"/>
                <a:gd name="connsiteY412" fmla="*/ 2414387 h 2483088"/>
                <a:gd name="connsiteX413" fmla="*/ 700961 w 2309166"/>
                <a:gd name="connsiteY413" fmla="*/ 2400852 h 2483088"/>
                <a:gd name="connsiteX414" fmla="*/ 699935 w 2309166"/>
                <a:gd name="connsiteY414" fmla="*/ 2400880 h 2483088"/>
                <a:gd name="connsiteX415" fmla="*/ 530332 w 2309166"/>
                <a:gd name="connsiteY415" fmla="*/ 2226281 h 2483088"/>
                <a:gd name="connsiteX416" fmla="*/ 516080 w 2309166"/>
                <a:gd name="connsiteY416" fmla="*/ 2239788 h 2483088"/>
                <a:gd name="connsiteX417" fmla="*/ 516080 w 2309166"/>
                <a:gd name="connsiteY417" fmla="*/ 2239788 h 2483088"/>
                <a:gd name="connsiteX418" fmla="*/ 530332 w 2309166"/>
                <a:gd name="connsiteY418" fmla="*/ 2254006 h 2483088"/>
                <a:gd name="connsiteX419" fmla="*/ 530332 w 2309166"/>
                <a:gd name="connsiteY419" fmla="*/ 2254006 h 2483088"/>
                <a:gd name="connsiteX420" fmla="*/ 544585 w 2309166"/>
                <a:gd name="connsiteY420" fmla="*/ 2239788 h 2483088"/>
                <a:gd name="connsiteX421" fmla="*/ 544585 w 2309166"/>
                <a:gd name="connsiteY421" fmla="*/ 2239788 h 2483088"/>
                <a:gd name="connsiteX422" fmla="*/ 530332 w 2309166"/>
                <a:gd name="connsiteY422" fmla="*/ 2226281 h 2483088"/>
                <a:gd name="connsiteX423" fmla="*/ 766351 w 2309166"/>
                <a:gd name="connsiteY423" fmla="*/ 1664095 h 2483088"/>
                <a:gd name="connsiteX424" fmla="*/ 752099 w 2309166"/>
                <a:gd name="connsiteY424" fmla="*/ 1677602 h 2483088"/>
                <a:gd name="connsiteX425" fmla="*/ 752099 w 2309166"/>
                <a:gd name="connsiteY425" fmla="*/ 1677602 h 2483088"/>
                <a:gd name="connsiteX426" fmla="*/ 766351 w 2309166"/>
                <a:gd name="connsiteY426" fmla="*/ 1691820 h 2483088"/>
                <a:gd name="connsiteX427" fmla="*/ 766351 w 2309166"/>
                <a:gd name="connsiteY427" fmla="*/ 1691820 h 2483088"/>
                <a:gd name="connsiteX428" fmla="*/ 780603 w 2309166"/>
                <a:gd name="connsiteY428" fmla="*/ 1677602 h 2483088"/>
                <a:gd name="connsiteX429" fmla="*/ 780603 w 2309166"/>
                <a:gd name="connsiteY429" fmla="*/ 1677602 h 2483088"/>
                <a:gd name="connsiteX430" fmla="*/ 766351 w 2309166"/>
                <a:gd name="connsiteY430" fmla="*/ 1664095 h 2483088"/>
                <a:gd name="connsiteX431" fmla="*/ 780603 w 2309166"/>
                <a:gd name="connsiteY431" fmla="*/ 1826466 h 2483088"/>
                <a:gd name="connsiteX432" fmla="*/ 767064 w 2309166"/>
                <a:gd name="connsiteY432" fmla="*/ 1840684 h 2483088"/>
                <a:gd name="connsiteX433" fmla="*/ 767064 w 2309166"/>
                <a:gd name="connsiteY433" fmla="*/ 1840684 h 2483088"/>
                <a:gd name="connsiteX434" fmla="*/ 780603 w 2309166"/>
                <a:gd name="connsiteY434" fmla="*/ 1854192 h 2483088"/>
                <a:gd name="connsiteX435" fmla="*/ 780603 w 2309166"/>
                <a:gd name="connsiteY435" fmla="*/ 1854192 h 2483088"/>
                <a:gd name="connsiteX436" fmla="*/ 794856 w 2309166"/>
                <a:gd name="connsiteY436" fmla="*/ 1840684 h 2483088"/>
                <a:gd name="connsiteX437" fmla="*/ 794856 w 2309166"/>
                <a:gd name="connsiteY437" fmla="*/ 1840684 h 2483088"/>
                <a:gd name="connsiteX438" fmla="*/ 780603 w 2309166"/>
                <a:gd name="connsiteY438" fmla="*/ 1826466 h 2483088"/>
                <a:gd name="connsiteX439" fmla="*/ 465484 w 2309166"/>
                <a:gd name="connsiteY439" fmla="*/ 1650588 h 2483088"/>
                <a:gd name="connsiteX440" fmla="*/ 451944 w 2309166"/>
                <a:gd name="connsiteY440" fmla="*/ 1664806 h 2483088"/>
                <a:gd name="connsiteX441" fmla="*/ 451944 w 2309166"/>
                <a:gd name="connsiteY441" fmla="*/ 1664806 h 2483088"/>
                <a:gd name="connsiteX442" fmla="*/ 465484 w 2309166"/>
                <a:gd name="connsiteY442" fmla="*/ 1678313 h 2483088"/>
                <a:gd name="connsiteX443" fmla="*/ 465484 w 2309166"/>
                <a:gd name="connsiteY443" fmla="*/ 1678313 h 2483088"/>
                <a:gd name="connsiteX444" fmla="*/ 479711 w 2309166"/>
                <a:gd name="connsiteY444" fmla="*/ 1665829 h 2483088"/>
                <a:gd name="connsiteX445" fmla="*/ 479736 w 2309166"/>
                <a:gd name="connsiteY445" fmla="*/ 1664806 h 2483088"/>
                <a:gd name="connsiteX446" fmla="*/ 479736 w 2309166"/>
                <a:gd name="connsiteY446" fmla="*/ 1664806 h 2483088"/>
                <a:gd name="connsiteX447" fmla="*/ 465484 w 2309166"/>
                <a:gd name="connsiteY447" fmla="*/ 1650588 h 2483088"/>
                <a:gd name="connsiteX448" fmla="*/ 780176 w 2309166"/>
                <a:gd name="connsiteY448" fmla="*/ 1435182 h 2483088"/>
                <a:gd name="connsiteX449" fmla="*/ 766636 w 2309166"/>
                <a:gd name="connsiteY449" fmla="*/ 1449401 h 2483088"/>
                <a:gd name="connsiteX450" fmla="*/ 766636 w 2309166"/>
                <a:gd name="connsiteY450" fmla="*/ 1449401 h 2483088"/>
                <a:gd name="connsiteX451" fmla="*/ 780176 w 2309166"/>
                <a:gd name="connsiteY451" fmla="*/ 1462908 h 2483088"/>
                <a:gd name="connsiteX452" fmla="*/ 780176 w 2309166"/>
                <a:gd name="connsiteY452" fmla="*/ 1462908 h 2483088"/>
                <a:gd name="connsiteX453" fmla="*/ 794428 w 2309166"/>
                <a:gd name="connsiteY453" fmla="*/ 1449401 h 2483088"/>
                <a:gd name="connsiteX454" fmla="*/ 794428 w 2309166"/>
                <a:gd name="connsiteY454" fmla="*/ 1449401 h 2483088"/>
                <a:gd name="connsiteX455" fmla="*/ 781944 w 2309166"/>
                <a:gd name="connsiteY455" fmla="*/ 1435182 h 2483088"/>
                <a:gd name="connsiteX456" fmla="*/ 780176 w 2309166"/>
                <a:gd name="connsiteY456" fmla="*/ 1435182 h 2483088"/>
                <a:gd name="connsiteX457" fmla="*/ 942225 w 2309166"/>
                <a:gd name="connsiteY457" fmla="*/ 1522198 h 2483088"/>
                <a:gd name="connsiteX458" fmla="*/ 927973 w 2309166"/>
                <a:gd name="connsiteY458" fmla="*/ 1536416 h 2483088"/>
                <a:gd name="connsiteX459" fmla="*/ 927973 w 2309166"/>
                <a:gd name="connsiteY459" fmla="*/ 1536416 h 2483088"/>
                <a:gd name="connsiteX460" fmla="*/ 941199 w 2309166"/>
                <a:gd name="connsiteY460" fmla="*/ 1549952 h 2483088"/>
                <a:gd name="connsiteX461" fmla="*/ 942225 w 2309166"/>
                <a:gd name="connsiteY461" fmla="*/ 1549923 h 2483088"/>
                <a:gd name="connsiteX462" fmla="*/ 942225 w 2309166"/>
                <a:gd name="connsiteY462" fmla="*/ 1549923 h 2483088"/>
                <a:gd name="connsiteX463" fmla="*/ 955765 w 2309166"/>
                <a:gd name="connsiteY463" fmla="*/ 1536700 h 2483088"/>
                <a:gd name="connsiteX464" fmla="*/ 955765 w 2309166"/>
                <a:gd name="connsiteY464" fmla="*/ 1536416 h 2483088"/>
                <a:gd name="connsiteX465" fmla="*/ 955765 w 2309166"/>
                <a:gd name="connsiteY465" fmla="*/ 1536416 h 2483088"/>
                <a:gd name="connsiteX466" fmla="*/ 942225 w 2309166"/>
                <a:gd name="connsiteY466" fmla="*/ 1522198 h 2483088"/>
                <a:gd name="connsiteX467" fmla="*/ 885216 w 2309166"/>
                <a:gd name="connsiteY467" fmla="*/ 1629971 h 2483088"/>
                <a:gd name="connsiteX468" fmla="*/ 871676 w 2309166"/>
                <a:gd name="connsiteY468" fmla="*/ 1643479 h 2483088"/>
                <a:gd name="connsiteX469" fmla="*/ 871676 w 2309166"/>
                <a:gd name="connsiteY469" fmla="*/ 1643479 h 2483088"/>
                <a:gd name="connsiteX470" fmla="*/ 885216 w 2309166"/>
                <a:gd name="connsiteY470" fmla="*/ 1657697 h 2483088"/>
                <a:gd name="connsiteX471" fmla="*/ 885216 w 2309166"/>
                <a:gd name="connsiteY471" fmla="*/ 1657697 h 2483088"/>
                <a:gd name="connsiteX472" fmla="*/ 899468 w 2309166"/>
                <a:gd name="connsiteY472" fmla="*/ 1643479 h 2483088"/>
                <a:gd name="connsiteX473" fmla="*/ 899468 w 2309166"/>
                <a:gd name="connsiteY473" fmla="*/ 1643479 h 2483088"/>
                <a:gd name="connsiteX474" fmla="*/ 885216 w 2309166"/>
                <a:gd name="connsiteY474" fmla="*/ 1629971 h 2483088"/>
                <a:gd name="connsiteX475" fmla="*/ 1293403 w 2309166"/>
                <a:gd name="connsiteY475" fmla="*/ 1522198 h 2483088"/>
                <a:gd name="connsiteX476" fmla="*/ 1279863 w 2309166"/>
                <a:gd name="connsiteY476" fmla="*/ 1536416 h 2483088"/>
                <a:gd name="connsiteX477" fmla="*/ 1279863 w 2309166"/>
                <a:gd name="connsiteY477" fmla="*/ 1536416 h 2483088"/>
                <a:gd name="connsiteX478" fmla="*/ 1293118 w 2309166"/>
                <a:gd name="connsiteY478" fmla="*/ 1549923 h 2483088"/>
                <a:gd name="connsiteX479" fmla="*/ 1293403 w 2309166"/>
                <a:gd name="connsiteY479" fmla="*/ 1549923 h 2483088"/>
                <a:gd name="connsiteX480" fmla="*/ 1293403 w 2309166"/>
                <a:gd name="connsiteY480" fmla="*/ 1549923 h 2483088"/>
                <a:gd name="connsiteX481" fmla="*/ 1307655 w 2309166"/>
                <a:gd name="connsiteY481" fmla="*/ 1536416 h 2483088"/>
                <a:gd name="connsiteX482" fmla="*/ 1307655 w 2309166"/>
                <a:gd name="connsiteY482" fmla="*/ 1536416 h 2483088"/>
                <a:gd name="connsiteX483" fmla="*/ 1293403 w 2309166"/>
                <a:gd name="connsiteY483" fmla="*/ 1522198 h 2483088"/>
                <a:gd name="connsiteX484" fmla="*/ 1430938 w 2309166"/>
                <a:gd name="connsiteY484" fmla="*/ 1321864 h 2483088"/>
                <a:gd name="connsiteX485" fmla="*/ 1416685 w 2309166"/>
                <a:gd name="connsiteY485" fmla="*/ 1336082 h 2483088"/>
                <a:gd name="connsiteX486" fmla="*/ 1416685 w 2309166"/>
                <a:gd name="connsiteY486" fmla="*/ 1336082 h 2483088"/>
                <a:gd name="connsiteX487" fmla="*/ 1430938 w 2309166"/>
                <a:gd name="connsiteY487" fmla="*/ 1349589 h 2483088"/>
                <a:gd name="connsiteX488" fmla="*/ 1430938 w 2309166"/>
                <a:gd name="connsiteY488" fmla="*/ 1349589 h 2483088"/>
                <a:gd name="connsiteX489" fmla="*/ 1445190 w 2309166"/>
                <a:gd name="connsiteY489" fmla="*/ 1336082 h 2483088"/>
                <a:gd name="connsiteX490" fmla="*/ 1445190 w 2309166"/>
                <a:gd name="connsiteY490" fmla="*/ 1336082 h 2483088"/>
                <a:gd name="connsiteX491" fmla="*/ 1432705 w 2309166"/>
                <a:gd name="connsiteY491" fmla="*/ 1321864 h 2483088"/>
                <a:gd name="connsiteX492" fmla="*/ 1430938 w 2309166"/>
                <a:gd name="connsiteY492" fmla="*/ 1321864 h 2483088"/>
                <a:gd name="connsiteX493" fmla="*/ 1381625 w 2309166"/>
                <a:gd name="connsiteY493" fmla="*/ 1274802 h 2483088"/>
                <a:gd name="connsiteX494" fmla="*/ 1367372 w 2309166"/>
                <a:gd name="connsiteY494" fmla="*/ 1289020 h 2483088"/>
                <a:gd name="connsiteX495" fmla="*/ 1367372 w 2309166"/>
                <a:gd name="connsiteY495" fmla="*/ 1289020 h 2483088"/>
                <a:gd name="connsiteX496" fmla="*/ 1381625 w 2309166"/>
                <a:gd name="connsiteY496" fmla="*/ 1303238 h 2483088"/>
                <a:gd name="connsiteX497" fmla="*/ 1381625 w 2309166"/>
                <a:gd name="connsiteY497" fmla="*/ 1303238 h 2483088"/>
                <a:gd name="connsiteX498" fmla="*/ 1395164 w 2309166"/>
                <a:gd name="connsiteY498" fmla="*/ 1289020 h 2483088"/>
                <a:gd name="connsiteX499" fmla="*/ 1395164 w 2309166"/>
                <a:gd name="connsiteY499" fmla="*/ 1289020 h 2483088"/>
                <a:gd name="connsiteX500" fmla="*/ 1381625 w 2309166"/>
                <a:gd name="connsiteY500" fmla="*/ 1274802 h 2483088"/>
                <a:gd name="connsiteX501" fmla="*/ 1108977 w 2309166"/>
                <a:gd name="connsiteY501" fmla="*/ 1213521 h 2483088"/>
                <a:gd name="connsiteX502" fmla="*/ 1094751 w 2309166"/>
                <a:gd name="connsiteY502" fmla="*/ 1226005 h 2483088"/>
                <a:gd name="connsiteX503" fmla="*/ 1094725 w 2309166"/>
                <a:gd name="connsiteY503" fmla="*/ 1227029 h 2483088"/>
                <a:gd name="connsiteX504" fmla="*/ 1094725 w 2309166"/>
                <a:gd name="connsiteY504" fmla="*/ 1227029 h 2483088"/>
                <a:gd name="connsiteX505" fmla="*/ 1108977 w 2309166"/>
                <a:gd name="connsiteY505" fmla="*/ 1240536 h 2483088"/>
                <a:gd name="connsiteX506" fmla="*/ 1108977 w 2309166"/>
                <a:gd name="connsiteY506" fmla="*/ 1240536 h 2483088"/>
                <a:gd name="connsiteX507" fmla="*/ 1123230 w 2309166"/>
                <a:gd name="connsiteY507" fmla="*/ 1227029 h 2483088"/>
                <a:gd name="connsiteX508" fmla="*/ 1123230 w 2309166"/>
                <a:gd name="connsiteY508" fmla="*/ 1227029 h 2483088"/>
                <a:gd name="connsiteX509" fmla="*/ 1110004 w 2309166"/>
                <a:gd name="connsiteY509" fmla="*/ 1213493 h 2483088"/>
                <a:gd name="connsiteX510" fmla="*/ 1108977 w 2309166"/>
                <a:gd name="connsiteY510" fmla="*/ 1213521 h 2483088"/>
                <a:gd name="connsiteX511" fmla="*/ 1526571 w 2309166"/>
                <a:gd name="connsiteY511" fmla="*/ 2114811 h 2483088"/>
                <a:gd name="connsiteX512" fmla="*/ 1513031 w 2309166"/>
                <a:gd name="connsiteY512" fmla="*/ 2129029 h 2483088"/>
                <a:gd name="connsiteX513" fmla="*/ 1513031 w 2309166"/>
                <a:gd name="connsiteY513" fmla="*/ 2129029 h 2483088"/>
                <a:gd name="connsiteX514" fmla="*/ 1526571 w 2309166"/>
                <a:gd name="connsiteY514" fmla="*/ 2142536 h 2483088"/>
                <a:gd name="connsiteX515" fmla="*/ 1526571 w 2309166"/>
                <a:gd name="connsiteY515" fmla="*/ 2142536 h 2483088"/>
                <a:gd name="connsiteX516" fmla="*/ 1540823 w 2309166"/>
                <a:gd name="connsiteY516" fmla="*/ 2129029 h 2483088"/>
                <a:gd name="connsiteX517" fmla="*/ 1540823 w 2309166"/>
                <a:gd name="connsiteY517" fmla="*/ 2129029 h 2483088"/>
                <a:gd name="connsiteX518" fmla="*/ 1526571 w 2309166"/>
                <a:gd name="connsiteY518" fmla="*/ 2114811 h 2483088"/>
                <a:gd name="connsiteX519" fmla="*/ 836187 w 2309166"/>
                <a:gd name="connsiteY519" fmla="*/ 2456047 h 2483088"/>
                <a:gd name="connsiteX520" fmla="*/ 821935 w 2309166"/>
                <a:gd name="connsiteY520" fmla="*/ 2469554 h 2483088"/>
                <a:gd name="connsiteX521" fmla="*/ 821935 w 2309166"/>
                <a:gd name="connsiteY521" fmla="*/ 2469554 h 2483088"/>
                <a:gd name="connsiteX522" fmla="*/ 836187 w 2309166"/>
                <a:gd name="connsiteY522" fmla="*/ 2483061 h 2483088"/>
                <a:gd name="connsiteX523" fmla="*/ 836187 w 2309166"/>
                <a:gd name="connsiteY523" fmla="*/ 2483061 h 2483088"/>
                <a:gd name="connsiteX524" fmla="*/ 850414 w 2309166"/>
                <a:gd name="connsiteY524" fmla="*/ 2470578 h 2483088"/>
                <a:gd name="connsiteX525" fmla="*/ 850440 w 2309166"/>
                <a:gd name="connsiteY525" fmla="*/ 2469554 h 2483088"/>
                <a:gd name="connsiteX526" fmla="*/ 850440 w 2309166"/>
                <a:gd name="connsiteY526" fmla="*/ 2469554 h 2483088"/>
                <a:gd name="connsiteX527" fmla="*/ 837214 w 2309166"/>
                <a:gd name="connsiteY527" fmla="*/ 2456018 h 2483088"/>
                <a:gd name="connsiteX528" fmla="*/ 836187 w 2309166"/>
                <a:gd name="connsiteY528" fmla="*/ 2456047 h 2483088"/>
                <a:gd name="connsiteX529" fmla="*/ 1221001 w 2309166"/>
                <a:gd name="connsiteY529" fmla="*/ 2380975 h 2483088"/>
                <a:gd name="connsiteX530" fmla="*/ 1206748 w 2309166"/>
                <a:gd name="connsiteY530" fmla="*/ 2394482 h 2483088"/>
                <a:gd name="connsiteX531" fmla="*/ 1206748 w 2309166"/>
                <a:gd name="connsiteY531" fmla="*/ 2394482 h 2483088"/>
                <a:gd name="connsiteX532" fmla="*/ 1221001 w 2309166"/>
                <a:gd name="connsiteY532" fmla="*/ 2407989 h 2483088"/>
                <a:gd name="connsiteX533" fmla="*/ 1221001 w 2309166"/>
                <a:gd name="connsiteY533" fmla="*/ 2407989 h 2483088"/>
                <a:gd name="connsiteX534" fmla="*/ 1235253 w 2309166"/>
                <a:gd name="connsiteY534" fmla="*/ 2394482 h 2483088"/>
                <a:gd name="connsiteX535" fmla="*/ 1235253 w 2309166"/>
                <a:gd name="connsiteY535" fmla="*/ 2394482 h 2483088"/>
                <a:gd name="connsiteX536" fmla="*/ 1221001 w 2309166"/>
                <a:gd name="connsiteY536" fmla="*/ 2380975 h 2483088"/>
                <a:gd name="connsiteX537" fmla="*/ 659173 w 2309166"/>
                <a:gd name="connsiteY537" fmla="*/ 2057938 h 2483088"/>
                <a:gd name="connsiteX538" fmla="*/ 644921 w 2309166"/>
                <a:gd name="connsiteY538" fmla="*/ 2070393 h 2483088"/>
                <a:gd name="connsiteX539" fmla="*/ 644921 w 2309166"/>
                <a:gd name="connsiteY539" fmla="*/ 2072156 h 2483088"/>
                <a:gd name="connsiteX540" fmla="*/ 644921 w 2309166"/>
                <a:gd name="connsiteY540" fmla="*/ 2072156 h 2483088"/>
                <a:gd name="connsiteX541" fmla="*/ 658147 w 2309166"/>
                <a:gd name="connsiteY541" fmla="*/ 2085692 h 2483088"/>
                <a:gd name="connsiteX542" fmla="*/ 659173 w 2309166"/>
                <a:gd name="connsiteY542" fmla="*/ 2085663 h 2483088"/>
                <a:gd name="connsiteX543" fmla="*/ 659173 w 2309166"/>
                <a:gd name="connsiteY543" fmla="*/ 2085663 h 2483088"/>
                <a:gd name="connsiteX544" fmla="*/ 673400 w 2309166"/>
                <a:gd name="connsiteY544" fmla="*/ 2073180 h 2483088"/>
                <a:gd name="connsiteX545" fmla="*/ 673426 w 2309166"/>
                <a:gd name="connsiteY545" fmla="*/ 2072156 h 2483088"/>
                <a:gd name="connsiteX546" fmla="*/ 673426 w 2309166"/>
                <a:gd name="connsiteY546" fmla="*/ 2072156 h 2483088"/>
                <a:gd name="connsiteX547" fmla="*/ 660942 w 2309166"/>
                <a:gd name="connsiteY547" fmla="*/ 2057938 h 2483088"/>
                <a:gd name="connsiteX548" fmla="*/ 659173 w 2309166"/>
                <a:gd name="connsiteY548" fmla="*/ 2057938 h 2483088"/>
                <a:gd name="connsiteX549" fmla="*/ 1631896 w 2309166"/>
                <a:gd name="connsiteY549" fmla="*/ 1335229 h 2483088"/>
                <a:gd name="connsiteX550" fmla="*/ 1617643 w 2309166"/>
                <a:gd name="connsiteY550" fmla="*/ 1348736 h 2483088"/>
                <a:gd name="connsiteX551" fmla="*/ 1617643 w 2309166"/>
                <a:gd name="connsiteY551" fmla="*/ 1348736 h 2483088"/>
                <a:gd name="connsiteX552" fmla="*/ 1631896 w 2309166"/>
                <a:gd name="connsiteY552" fmla="*/ 1362954 h 2483088"/>
                <a:gd name="connsiteX553" fmla="*/ 1631896 w 2309166"/>
                <a:gd name="connsiteY553" fmla="*/ 1362954 h 2483088"/>
                <a:gd name="connsiteX554" fmla="*/ 1646148 w 2309166"/>
                <a:gd name="connsiteY554" fmla="*/ 1348736 h 2483088"/>
                <a:gd name="connsiteX555" fmla="*/ 1646148 w 2309166"/>
                <a:gd name="connsiteY555" fmla="*/ 1348736 h 2483088"/>
                <a:gd name="connsiteX556" fmla="*/ 1631896 w 2309166"/>
                <a:gd name="connsiteY556" fmla="*/ 1335229 h 2483088"/>
                <a:gd name="connsiteX557" fmla="*/ 1451176 w 2309166"/>
                <a:gd name="connsiteY557" fmla="*/ 1472861 h 2483088"/>
                <a:gd name="connsiteX558" fmla="*/ 1437636 w 2309166"/>
                <a:gd name="connsiteY558" fmla="*/ 1486368 h 2483088"/>
                <a:gd name="connsiteX559" fmla="*/ 1437636 w 2309166"/>
                <a:gd name="connsiteY559" fmla="*/ 1486368 h 2483088"/>
                <a:gd name="connsiteX560" fmla="*/ 1451176 w 2309166"/>
                <a:gd name="connsiteY560" fmla="*/ 1499875 h 2483088"/>
                <a:gd name="connsiteX561" fmla="*/ 1451176 w 2309166"/>
                <a:gd name="connsiteY561" fmla="*/ 1499875 h 2483088"/>
                <a:gd name="connsiteX562" fmla="*/ 1465428 w 2309166"/>
                <a:gd name="connsiteY562" fmla="*/ 1486368 h 2483088"/>
                <a:gd name="connsiteX563" fmla="*/ 1465428 w 2309166"/>
                <a:gd name="connsiteY563" fmla="*/ 1486368 h 2483088"/>
                <a:gd name="connsiteX564" fmla="*/ 1451176 w 2309166"/>
                <a:gd name="connsiteY564" fmla="*/ 1472861 h 2483088"/>
                <a:gd name="connsiteX565" fmla="*/ 1612085 w 2309166"/>
                <a:gd name="connsiteY565" fmla="*/ 1665517 h 2483088"/>
                <a:gd name="connsiteX566" fmla="*/ 1604104 w 2309166"/>
                <a:gd name="connsiteY566" fmla="*/ 1673479 h 2483088"/>
                <a:gd name="connsiteX567" fmla="*/ 1604104 w 2309166"/>
                <a:gd name="connsiteY567" fmla="*/ 1673479 h 2483088"/>
                <a:gd name="connsiteX568" fmla="*/ 1612085 w 2309166"/>
                <a:gd name="connsiteY568" fmla="*/ 1681441 h 2483088"/>
                <a:gd name="connsiteX569" fmla="*/ 1612085 w 2309166"/>
                <a:gd name="connsiteY569" fmla="*/ 1681441 h 2483088"/>
                <a:gd name="connsiteX570" fmla="*/ 1620209 w 2309166"/>
                <a:gd name="connsiteY570" fmla="*/ 1673479 h 2483088"/>
                <a:gd name="connsiteX571" fmla="*/ 1620209 w 2309166"/>
                <a:gd name="connsiteY571" fmla="*/ 1673479 h 2483088"/>
                <a:gd name="connsiteX572" fmla="*/ 1612085 w 2309166"/>
                <a:gd name="connsiteY572" fmla="*/ 1665517 h 2483088"/>
                <a:gd name="connsiteX573" fmla="*/ 1627763 w 2309166"/>
                <a:gd name="connsiteY573" fmla="*/ 1077027 h 2483088"/>
                <a:gd name="connsiteX574" fmla="*/ 1619781 w 2309166"/>
                <a:gd name="connsiteY574" fmla="*/ 1084989 h 2483088"/>
                <a:gd name="connsiteX575" fmla="*/ 1619781 w 2309166"/>
                <a:gd name="connsiteY575" fmla="*/ 1084989 h 2483088"/>
                <a:gd name="connsiteX576" fmla="*/ 1627763 w 2309166"/>
                <a:gd name="connsiteY576" fmla="*/ 1092951 h 2483088"/>
                <a:gd name="connsiteX577" fmla="*/ 1627763 w 2309166"/>
                <a:gd name="connsiteY577" fmla="*/ 1092951 h 2483088"/>
                <a:gd name="connsiteX578" fmla="*/ 1635744 w 2309166"/>
                <a:gd name="connsiteY578" fmla="*/ 1084989 h 2483088"/>
                <a:gd name="connsiteX579" fmla="*/ 1635744 w 2309166"/>
                <a:gd name="connsiteY579" fmla="*/ 1084989 h 2483088"/>
                <a:gd name="connsiteX580" fmla="*/ 1627763 w 2309166"/>
                <a:gd name="connsiteY580" fmla="*/ 1077027 h 2483088"/>
                <a:gd name="connsiteX581" fmla="*/ 1645293 w 2309166"/>
                <a:gd name="connsiteY581" fmla="*/ 1158497 h 2483088"/>
                <a:gd name="connsiteX582" fmla="*/ 1639735 w 2309166"/>
                <a:gd name="connsiteY582" fmla="*/ 1163758 h 2483088"/>
                <a:gd name="connsiteX583" fmla="*/ 1639735 w 2309166"/>
                <a:gd name="connsiteY583" fmla="*/ 1163900 h 2483088"/>
                <a:gd name="connsiteX584" fmla="*/ 1639735 w 2309166"/>
                <a:gd name="connsiteY584" fmla="*/ 1163900 h 2483088"/>
                <a:gd name="connsiteX585" fmla="*/ 1645008 w 2309166"/>
                <a:gd name="connsiteY585" fmla="*/ 1169445 h 2483088"/>
                <a:gd name="connsiteX586" fmla="*/ 1645293 w 2309166"/>
                <a:gd name="connsiteY586" fmla="*/ 1169445 h 2483088"/>
                <a:gd name="connsiteX587" fmla="*/ 1645293 w 2309166"/>
                <a:gd name="connsiteY587" fmla="*/ 1169445 h 2483088"/>
                <a:gd name="connsiteX588" fmla="*/ 1650709 w 2309166"/>
                <a:gd name="connsiteY588" fmla="*/ 1164042 h 2483088"/>
                <a:gd name="connsiteX589" fmla="*/ 1650709 w 2309166"/>
                <a:gd name="connsiteY589" fmla="*/ 1163900 h 2483088"/>
                <a:gd name="connsiteX590" fmla="*/ 1650709 w 2309166"/>
                <a:gd name="connsiteY590" fmla="*/ 1163900 h 2483088"/>
                <a:gd name="connsiteX591" fmla="*/ 1645293 w 2309166"/>
                <a:gd name="connsiteY591" fmla="*/ 1158497 h 2483088"/>
                <a:gd name="connsiteX592" fmla="*/ 588909 w 2309166"/>
                <a:gd name="connsiteY592" fmla="*/ 130524 h 2483088"/>
                <a:gd name="connsiteX593" fmla="*/ 583351 w 2309166"/>
                <a:gd name="connsiteY593" fmla="*/ 135927 h 2483088"/>
                <a:gd name="connsiteX594" fmla="*/ 583351 w 2309166"/>
                <a:gd name="connsiteY594" fmla="*/ 135927 h 2483088"/>
                <a:gd name="connsiteX595" fmla="*/ 588909 w 2309166"/>
                <a:gd name="connsiteY595" fmla="*/ 141472 h 2483088"/>
                <a:gd name="connsiteX596" fmla="*/ 588909 w 2309166"/>
                <a:gd name="connsiteY596" fmla="*/ 141472 h 2483088"/>
                <a:gd name="connsiteX597" fmla="*/ 594468 w 2309166"/>
                <a:gd name="connsiteY597" fmla="*/ 136215 h 2483088"/>
                <a:gd name="connsiteX598" fmla="*/ 594468 w 2309166"/>
                <a:gd name="connsiteY598" fmla="*/ 135927 h 2483088"/>
                <a:gd name="connsiteX599" fmla="*/ 594468 w 2309166"/>
                <a:gd name="connsiteY599" fmla="*/ 135927 h 2483088"/>
                <a:gd name="connsiteX600" fmla="*/ 589053 w 2309166"/>
                <a:gd name="connsiteY600" fmla="*/ 130523 h 2483088"/>
                <a:gd name="connsiteX601" fmla="*/ 588909 w 2309166"/>
                <a:gd name="connsiteY601" fmla="*/ 130524 h 2483088"/>
                <a:gd name="connsiteX602" fmla="*/ 695802 w 2309166"/>
                <a:gd name="connsiteY602" fmla="*/ 1 h 2483088"/>
                <a:gd name="connsiteX603" fmla="*/ 687109 w 2309166"/>
                <a:gd name="connsiteY603" fmla="*/ 8388 h 2483088"/>
                <a:gd name="connsiteX604" fmla="*/ 687108 w 2309166"/>
                <a:gd name="connsiteY604" fmla="*/ 8532 h 2483088"/>
                <a:gd name="connsiteX605" fmla="*/ 687108 w 2309166"/>
                <a:gd name="connsiteY605" fmla="*/ 8532 h 2483088"/>
                <a:gd name="connsiteX606" fmla="*/ 695802 w 2309166"/>
                <a:gd name="connsiteY606" fmla="*/ 17205 h 2483088"/>
                <a:gd name="connsiteX607" fmla="*/ 695802 w 2309166"/>
                <a:gd name="connsiteY607" fmla="*/ 17205 h 2483088"/>
                <a:gd name="connsiteX608" fmla="*/ 704355 w 2309166"/>
                <a:gd name="connsiteY608" fmla="*/ 8676 h 2483088"/>
                <a:gd name="connsiteX609" fmla="*/ 704353 w 2309166"/>
                <a:gd name="connsiteY609" fmla="*/ 8532 h 2483088"/>
                <a:gd name="connsiteX610" fmla="*/ 704353 w 2309166"/>
                <a:gd name="connsiteY610" fmla="*/ 8532 h 2483088"/>
                <a:gd name="connsiteX611" fmla="*/ 695802 w 2309166"/>
                <a:gd name="connsiteY611" fmla="*/ 1 h 2483088"/>
                <a:gd name="connsiteX612" fmla="*/ 738559 w 2309166"/>
                <a:gd name="connsiteY612" fmla="*/ 162373 h 2483088"/>
                <a:gd name="connsiteX613" fmla="*/ 729866 w 2309166"/>
                <a:gd name="connsiteY613" fmla="*/ 170761 h 2483088"/>
                <a:gd name="connsiteX614" fmla="*/ 729865 w 2309166"/>
                <a:gd name="connsiteY614" fmla="*/ 170903 h 2483088"/>
                <a:gd name="connsiteX615" fmla="*/ 729865 w 2309166"/>
                <a:gd name="connsiteY615" fmla="*/ 170903 h 2483088"/>
                <a:gd name="connsiteX616" fmla="*/ 738559 w 2309166"/>
                <a:gd name="connsiteY616" fmla="*/ 179577 h 2483088"/>
                <a:gd name="connsiteX617" fmla="*/ 738559 w 2309166"/>
                <a:gd name="connsiteY617" fmla="*/ 179577 h 2483088"/>
                <a:gd name="connsiteX618" fmla="*/ 747112 w 2309166"/>
                <a:gd name="connsiteY618" fmla="*/ 171046 h 2483088"/>
                <a:gd name="connsiteX619" fmla="*/ 747110 w 2309166"/>
                <a:gd name="connsiteY619" fmla="*/ 170903 h 2483088"/>
                <a:gd name="connsiteX620" fmla="*/ 747110 w 2309166"/>
                <a:gd name="connsiteY620" fmla="*/ 170903 h 2483088"/>
                <a:gd name="connsiteX621" fmla="*/ 738559 w 2309166"/>
                <a:gd name="connsiteY621" fmla="*/ 162373 h 2483088"/>
                <a:gd name="connsiteX622" fmla="*/ 689103 w 2309166"/>
                <a:gd name="connsiteY622" fmla="*/ 559201 h 2483088"/>
                <a:gd name="connsiteX623" fmla="*/ 662166 w 2309166"/>
                <a:gd name="connsiteY623" fmla="*/ 586074 h 2483088"/>
                <a:gd name="connsiteX624" fmla="*/ 662166 w 2309166"/>
                <a:gd name="connsiteY624" fmla="*/ 586074 h 2483088"/>
                <a:gd name="connsiteX625" fmla="*/ 689103 w 2309166"/>
                <a:gd name="connsiteY625" fmla="*/ 612946 h 2483088"/>
                <a:gd name="connsiteX626" fmla="*/ 689103 w 2309166"/>
                <a:gd name="connsiteY626" fmla="*/ 612946 h 2483088"/>
                <a:gd name="connsiteX627" fmla="*/ 716040 w 2309166"/>
                <a:gd name="connsiteY627" fmla="*/ 586074 h 2483088"/>
                <a:gd name="connsiteX628" fmla="*/ 716040 w 2309166"/>
                <a:gd name="connsiteY628" fmla="*/ 586074 h 2483088"/>
                <a:gd name="connsiteX629" fmla="*/ 689103 w 2309166"/>
                <a:gd name="connsiteY629" fmla="*/ 559201 h 2483088"/>
                <a:gd name="connsiteX630" fmla="*/ 829631 w 2309166"/>
                <a:gd name="connsiteY630" fmla="*/ 1107454 h 2483088"/>
                <a:gd name="connsiteX631" fmla="*/ 810961 w 2309166"/>
                <a:gd name="connsiteY631" fmla="*/ 1126222 h 2483088"/>
                <a:gd name="connsiteX632" fmla="*/ 810961 w 2309166"/>
                <a:gd name="connsiteY632" fmla="*/ 1126222 h 2483088"/>
                <a:gd name="connsiteX633" fmla="*/ 829631 w 2309166"/>
                <a:gd name="connsiteY633" fmla="*/ 1144848 h 2483088"/>
                <a:gd name="connsiteX634" fmla="*/ 829631 w 2309166"/>
                <a:gd name="connsiteY634" fmla="*/ 1144848 h 2483088"/>
                <a:gd name="connsiteX635" fmla="*/ 848444 w 2309166"/>
                <a:gd name="connsiteY635" fmla="*/ 1126364 h 2483088"/>
                <a:gd name="connsiteX636" fmla="*/ 848444 w 2309166"/>
                <a:gd name="connsiteY636" fmla="*/ 1126222 h 2483088"/>
                <a:gd name="connsiteX637" fmla="*/ 848444 w 2309166"/>
                <a:gd name="connsiteY637" fmla="*/ 1126222 h 2483088"/>
                <a:gd name="connsiteX638" fmla="*/ 829631 w 2309166"/>
                <a:gd name="connsiteY638" fmla="*/ 1107454 h 2483088"/>
                <a:gd name="connsiteX639" fmla="*/ 1010494 w 2309166"/>
                <a:gd name="connsiteY639" fmla="*/ 1057690 h 2483088"/>
                <a:gd name="connsiteX640" fmla="*/ 992246 w 2309166"/>
                <a:gd name="connsiteY640" fmla="*/ 1076728 h 2483088"/>
                <a:gd name="connsiteX641" fmla="*/ 992251 w 2309166"/>
                <a:gd name="connsiteY641" fmla="*/ 1076885 h 2483088"/>
                <a:gd name="connsiteX642" fmla="*/ 992251 w 2309166"/>
                <a:gd name="connsiteY642" fmla="*/ 1076885 h 2483088"/>
                <a:gd name="connsiteX643" fmla="*/ 1010921 w 2309166"/>
                <a:gd name="connsiteY643" fmla="*/ 1095653 h 2483088"/>
                <a:gd name="connsiteX644" fmla="*/ 1010921 w 2309166"/>
                <a:gd name="connsiteY644" fmla="*/ 1095653 h 2483088"/>
                <a:gd name="connsiteX645" fmla="*/ 1029734 w 2309166"/>
                <a:gd name="connsiteY645" fmla="*/ 1076885 h 2483088"/>
                <a:gd name="connsiteX646" fmla="*/ 1029734 w 2309166"/>
                <a:gd name="connsiteY646" fmla="*/ 1076885 h 2483088"/>
                <a:gd name="connsiteX647" fmla="*/ 1011064 w 2309166"/>
                <a:gd name="connsiteY647" fmla="*/ 1058259 h 2483088"/>
                <a:gd name="connsiteX648" fmla="*/ 1010921 w 2309166"/>
                <a:gd name="connsiteY648" fmla="*/ 1058259 h 2483088"/>
                <a:gd name="connsiteX649" fmla="*/ 372131 w 2309166"/>
                <a:gd name="connsiteY649" fmla="*/ 882665 h 2483088"/>
                <a:gd name="connsiteX650" fmla="*/ 353318 w 2309166"/>
                <a:gd name="connsiteY650" fmla="*/ 901433 h 2483088"/>
                <a:gd name="connsiteX651" fmla="*/ 353318 w 2309166"/>
                <a:gd name="connsiteY651" fmla="*/ 901433 h 2483088"/>
                <a:gd name="connsiteX652" fmla="*/ 371843 w 2309166"/>
                <a:gd name="connsiteY652" fmla="*/ 920485 h 2483088"/>
                <a:gd name="connsiteX653" fmla="*/ 372131 w 2309166"/>
                <a:gd name="connsiteY653" fmla="*/ 920485 h 2483088"/>
                <a:gd name="connsiteX654" fmla="*/ 372131 w 2309166"/>
                <a:gd name="connsiteY654" fmla="*/ 920485 h 2483088"/>
                <a:gd name="connsiteX655" fmla="*/ 390802 w 2309166"/>
                <a:gd name="connsiteY655" fmla="*/ 901859 h 2483088"/>
                <a:gd name="connsiteX656" fmla="*/ 390802 w 2309166"/>
                <a:gd name="connsiteY656" fmla="*/ 901859 h 2483088"/>
                <a:gd name="connsiteX657" fmla="*/ 372422 w 2309166"/>
                <a:gd name="connsiteY657" fmla="*/ 882665 h 2483088"/>
                <a:gd name="connsiteX658" fmla="*/ 372131 w 2309166"/>
                <a:gd name="connsiteY658" fmla="*/ 882665 h 2483088"/>
                <a:gd name="connsiteX659" fmla="*/ 404199 w 2309166"/>
                <a:gd name="connsiteY659" fmla="*/ 1156933 h 2483088"/>
                <a:gd name="connsiteX660" fmla="*/ 385516 w 2309166"/>
                <a:gd name="connsiteY660" fmla="*/ 1175829 h 2483088"/>
                <a:gd name="connsiteX661" fmla="*/ 385528 w 2309166"/>
                <a:gd name="connsiteY661" fmla="*/ 1176412 h 2483088"/>
                <a:gd name="connsiteX662" fmla="*/ 385528 w 2309166"/>
                <a:gd name="connsiteY662" fmla="*/ 1176412 h 2483088"/>
                <a:gd name="connsiteX663" fmla="*/ 404199 w 2309166"/>
                <a:gd name="connsiteY663" fmla="*/ 1195180 h 2483088"/>
                <a:gd name="connsiteX664" fmla="*/ 404199 w 2309166"/>
                <a:gd name="connsiteY664" fmla="*/ 1195180 h 2483088"/>
                <a:gd name="connsiteX665" fmla="*/ 423012 w 2309166"/>
                <a:gd name="connsiteY665" fmla="*/ 1176412 h 2483088"/>
                <a:gd name="connsiteX666" fmla="*/ 423012 w 2309166"/>
                <a:gd name="connsiteY666" fmla="*/ 1176412 h 2483088"/>
                <a:gd name="connsiteX667" fmla="*/ 404199 w 2309166"/>
                <a:gd name="connsiteY667" fmla="*/ 1157644 h 2483088"/>
                <a:gd name="connsiteX668" fmla="*/ 212648 w 2309166"/>
                <a:gd name="connsiteY668" fmla="*/ 1316887 h 2483088"/>
                <a:gd name="connsiteX669" fmla="*/ 193834 w 2309166"/>
                <a:gd name="connsiteY669" fmla="*/ 1335513 h 2483088"/>
                <a:gd name="connsiteX670" fmla="*/ 193834 w 2309166"/>
                <a:gd name="connsiteY670" fmla="*/ 1335513 h 2483088"/>
                <a:gd name="connsiteX671" fmla="*/ 212648 w 2309166"/>
                <a:gd name="connsiteY671" fmla="*/ 1354281 h 2483088"/>
                <a:gd name="connsiteX672" fmla="*/ 212648 w 2309166"/>
                <a:gd name="connsiteY672" fmla="*/ 1354281 h 2483088"/>
                <a:gd name="connsiteX673" fmla="*/ 231461 w 2309166"/>
                <a:gd name="connsiteY673" fmla="*/ 1335513 h 2483088"/>
                <a:gd name="connsiteX674" fmla="*/ 231461 w 2309166"/>
                <a:gd name="connsiteY674" fmla="*/ 1335513 h 2483088"/>
                <a:gd name="connsiteX675" fmla="*/ 212648 w 2309166"/>
                <a:gd name="connsiteY675" fmla="*/ 1316887 h 2483088"/>
                <a:gd name="connsiteX676" fmla="*/ 262246 w 2309166"/>
                <a:gd name="connsiteY676" fmla="*/ 1372623 h 2483088"/>
                <a:gd name="connsiteX677" fmla="*/ 243860 w 2309166"/>
                <a:gd name="connsiteY677" fmla="*/ 1391248 h 2483088"/>
                <a:gd name="connsiteX678" fmla="*/ 243860 w 2309166"/>
                <a:gd name="connsiteY678" fmla="*/ 1391248 h 2483088"/>
                <a:gd name="connsiteX679" fmla="*/ 262673 w 2309166"/>
                <a:gd name="connsiteY679" fmla="*/ 1410016 h 2483088"/>
                <a:gd name="connsiteX680" fmla="*/ 262673 w 2309166"/>
                <a:gd name="connsiteY680" fmla="*/ 1410016 h 2483088"/>
                <a:gd name="connsiteX681" fmla="*/ 281344 w 2309166"/>
                <a:gd name="connsiteY681" fmla="*/ 1391248 h 2483088"/>
                <a:gd name="connsiteX682" fmla="*/ 281344 w 2309166"/>
                <a:gd name="connsiteY682" fmla="*/ 1391248 h 2483088"/>
                <a:gd name="connsiteX683" fmla="*/ 262673 w 2309166"/>
                <a:gd name="connsiteY683" fmla="*/ 1372623 h 2483088"/>
                <a:gd name="connsiteX684" fmla="*/ 372986 w 2309166"/>
                <a:gd name="connsiteY684" fmla="*/ 1339921 h 2483088"/>
                <a:gd name="connsiteX685" fmla="*/ 354316 w 2309166"/>
                <a:gd name="connsiteY685" fmla="*/ 1358689 h 2483088"/>
                <a:gd name="connsiteX686" fmla="*/ 354316 w 2309166"/>
                <a:gd name="connsiteY686" fmla="*/ 1358689 h 2483088"/>
                <a:gd name="connsiteX687" fmla="*/ 372986 w 2309166"/>
                <a:gd name="connsiteY687" fmla="*/ 1377315 h 2483088"/>
                <a:gd name="connsiteX688" fmla="*/ 372986 w 2309166"/>
                <a:gd name="connsiteY688" fmla="*/ 1377315 h 2483088"/>
                <a:gd name="connsiteX689" fmla="*/ 391799 w 2309166"/>
                <a:gd name="connsiteY689" fmla="*/ 1358689 h 2483088"/>
                <a:gd name="connsiteX690" fmla="*/ 391799 w 2309166"/>
                <a:gd name="connsiteY690" fmla="*/ 1358689 h 2483088"/>
                <a:gd name="connsiteX691" fmla="*/ 372986 w 2309166"/>
                <a:gd name="connsiteY691" fmla="*/ 1339921 h 2483088"/>
                <a:gd name="connsiteX692" fmla="*/ 346762 w 2309166"/>
                <a:gd name="connsiteY692" fmla="*/ 1505847 h 2483088"/>
                <a:gd name="connsiteX693" fmla="*/ 327949 w 2309166"/>
                <a:gd name="connsiteY693" fmla="*/ 1524615 h 2483088"/>
                <a:gd name="connsiteX694" fmla="*/ 327949 w 2309166"/>
                <a:gd name="connsiteY694" fmla="*/ 1524615 h 2483088"/>
                <a:gd name="connsiteX695" fmla="*/ 346762 w 2309166"/>
                <a:gd name="connsiteY695" fmla="*/ 1543241 h 2483088"/>
                <a:gd name="connsiteX696" fmla="*/ 346762 w 2309166"/>
                <a:gd name="connsiteY696" fmla="*/ 1543241 h 2483088"/>
                <a:gd name="connsiteX697" fmla="*/ 365433 w 2309166"/>
                <a:gd name="connsiteY697" fmla="*/ 1524615 h 2483088"/>
                <a:gd name="connsiteX698" fmla="*/ 365433 w 2309166"/>
                <a:gd name="connsiteY698" fmla="*/ 1524615 h 2483088"/>
                <a:gd name="connsiteX699" fmla="*/ 346762 w 2309166"/>
                <a:gd name="connsiteY699" fmla="*/ 1505847 h 2483088"/>
                <a:gd name="connsiteX700" fmla="*/ 247993 w 2309166"/>
                <a:gd name="connsiteY700" fmla="*/ 1685849 h 2483088"/>
                <a:gd name="connsiteX701" fmla="*/ 238444 w 2309166"/>
                <a:gd name="connsiteY701" fmla="*/ 1695517 h 2483088"/>
                <a:gd name="connsiteX702" fmla="*/ 238444 w 2309166"/>
                <a:gd name="connsiteY702" fmla="*/ 1695517 h 2483088"/>
                <a:gd name="connsiteX703" fmla="*/ 247849 w 2309166"/>
                <a:gd name="connsiteY703" fmla="*/ 1705185 h 2483088"/>
                <a:gd name="connsiteX704" fmla="*/ 247993 w 2309166"/>
                <a:gd name="connsiteY704" fmla="*/ 1705185 h 2483088"/>
                <a:gd name="connsiteX705" fmla="*/ 247993 w 2309166"/>
                <a:gd name="connsiteY705" fmla="*/ 1705185 h 2483088"/>
                <a:gd name="connsiteX706" fmla="*/ 257685 w 2309166"/>
                <a:gd name="connsiteY706" fmla="*/ 1695801 h 2483088"/>
                <a:gd name="connsiteX707" fmla="*/ 257685 w 2309166"/>
                <a:gd name="connsiteY707" fmla="*/ 1695517 h 2483088"/>
                <a:gd name="connsiteX708" fmla="*/ 257685 w 2309166"/>
                <a:gd name="connsiteY708" fmla="*/ 1695517 h 2483088"/>
                <a:gd name="connsiteX709" fmla="*/ 247993 w 2309166"/>
                <a:gd name="connsiteY709" fmla="*/ 1685849 h 2483088"/>
                <a:gd name="connsiteX710" fmla="*/ 376264 w 2309166"/>
                <a:gd name="connsiteY710" fmla="*/ 1608075 h 2483088"/>
                <a:gd name="connsiteX711" fmla="*/ 366573 w 2309166"/>
                <a:gd name="connsiteY711" fmla="*/ 1617744 h 2483088"/>
                <a:gd name="connsiteX712" fmla="*/ 366573 w 2309166"/>
                <a:gd name="connsiteY712" fmla="*/ 1617744 h 2483088"/>
                <a:gd name="connsiteX713" fmla="*/ 376264 w 2309166"/>
                <a:gd name="connsiteY713" fmla="*/ 1627412 h 2483088"/>
                <a:gd name="connsiteX714" fmla="*/ 376264 w 2309166"/>
                <a:gd name="connsiteY714" fmla="*/ 1627412 h 2483088"/>
                <a:gd name="connsiteX715" fmla="*/ 385956 w 2309166"/>
                <a:gd name="connsiteY715" fmla="*/ 1617744 h 2483088"/>
                <a:gd name="connsiteX716" fmla="*/ 385956 w 2309166"/>
                <a:gd name="connsiteY716" fmla="*/ 1617744 h 2483088"/>
                <a:gd name="connsiteX717" fmla="*/ 376552 w 2309166"/>
                <a:gd name="connsiteY717" fmla="*/ 1608075 h 2483088"/>
                <a:gd name="connsiteX718" fmla="*/ 376264 w 2309166"/>
                <a:gd name="connsiteY718" fmla="*/ 1608075 h 2483088"/>
                <a:gd name="connsiteX719" fmla="*/ 197255 w 2309166"/>
                <a:gd name="connsiteY719" fmla="*/ 1601535 h 2483088"/>
                <a:gd name="connsiteX720" fmla="*/ 187563 w 2309166"/>
                <a:gd name="connsiteY720" fmla="*/ 1611203 h 2483088"/>
                <a:gd name="connsiteX721" fmla="*/ 187563 w 2309166"/>
                <a:gd name="connsiteY721" fmla="*/ 1611203 h 2483088"/>
                <a:gd name="connsiteX722" fmla="*/ 197255 w 2309166"/>
                <a:gd name="connsiteY722" fmla="*/ 1620872 h 2483088"/>
                <a:gd name="connsiteX723" fmla="*/ 197255 w 2309166"/>
                <a:gd name="connsiteY723" fmla="*/ 1620872 h 2483088"/>
                <a:gd name="connsiteX724" fmla="*/ 206947 w 2309166"/>
                <a:gd name="connsiteY724" fmla="*/ 1611488 h 2483088"/>
                <a:gd name="connsiteX725" fmla="*/ 206947 w 2309166"/>
                <a:gd name="connsiteY725" fmla="*/ 1611203 h 2483088"/>
                <a:gd name="connsiteX726" fmla="*/ 206947 w 2309166"/>
                <a:gd name="connsiteY726" fmla="*/ 1611203 h 2483088"/>
                <a:gd name="connsiteX727" fmla="*/ 197255 w 2309166"/>
                <a:gd name="connsiteY727" fmla="*/ 1601535 h 2483088"/>
                <a:gd name="connsiteX728" fmla="*/ 124996 w 2309166"/>
                <a:gd name="connsiteY728" fmla="*/ 1761632 h 2483088"/>
                <a:gd name="connsiteX729" fmla="*/ 115304 w 2309166"/>
                <a:gd name="connsiteY729" fmla="*/ 1771300 h 2483088"/>
                <a:gd name="connsiteX730" fmla="*/ 115304 w 2309166"/>
                <a:gd name="connsiteY730" fmla="*/ 1771300 h 2483088"/>
                <a:gd name="connsiteX731" fmla="*/ 124996 w 2309166"/>
                <a:gd name="connsiteY731" fmla="*/ 1780826 h 2483088"/>
                <a:gd name="connsiteX732" fmla="*/ 124996 w 2309166"/>
                <a:gd name="connsiteY732" fmla="*/ 1780826 h 2483088"/>
                <a:gd name="connsiteX733" fmla="*/ 134686 w 2309166"/>
                <a:gd name="connsiteY733" fmla="*/ 1771442 h 2483088"/>
                <a:gd name="connsiteX734" fmla="*/ 134687 w 2309166"/>
                <a:gd name="connsiteY734" fmla="*/ 1771300 h 2483088"/>
                <a:gd name="connsiteX735" fmla="*/ 134687 w 2309166"/>
                <a:gd name="connsiteY735" fmla="*/ 1771300 h 2483088"/>
                <a:gd name="connsiteX736" fmla="*/ 125284 w 2309166"/>
                <a:gd name="connsiteY736" fmla="*/ 1761632 h 2483088"/>
                <a:gd name="connsiteX737" fmla="*/ 124996 w 2309166"/>
                <a:gd name="connsiteY737" fmla="*/ 1761632 h 2483088"/>
                <a:gd name="connsiteX738" fmla="*/ 77820 w 2309166"/>
                <a:gd name="connsiteY738" fmla="*/ 1791063 h 2483088"/>
                <a:gd name="connsiteX739" fmla="*/ 68129 w 2309166"/>
                <a:gd name="connsiteY739" fmla="*/ 1800731 h 2483088"/>
                <a:gd name="connsiteX740" fmla="*/ 68129 w 2309166"/>
                <a:gd name="connsiteY740" fmla="*/ 1800731 h 2483088"/>
                <a:gd name="connsiteX741" fmla="*/ 77820 w 2309166"/>
                <a:gd name="connsiteY741" fmla="*/ 1810400 h 2483088"/>
                <a:gd name="connsiteX742" fmla="*/ 77820 w 2309166"/>
                <a:gd name="connsiteY742" fmla="*/ 1810400 h 2483088"/>
                <a:gd name="connsiteX743" fmla="*/ 87512 w 2309166"/>
                <a:gd name="connsiteY743" fmla="*/ 1800731 h 2483088"/>
                <a:gd name="connsiteX744" fmla="*/ 87512 w 2309166"/>
                <a:gd name="connsiteY744" fmla="*/ 1800731 h 2483088"/>
                <a:gd name="connsiteX745" fmla="*/ 78108 w 2309166"/>
                <a:gd name="connsiteY745" fmla="*/ 1791063 h 2483088"/>
                <a:gd name="connsiteX746" fmla="*/ 77820 w 2309166"/>
                <a:gd name="connsiteY746" fmla="*/ 1791063 h 2483088"/>
                <a:gd name="connsiteX747" fmla="*/ 15823 w 2309166"/>
                <a:gd name="connsiteY747" fmla="*/ 1701062 h 2483088"/>
                <a:gd name="connsiteX748" fmla="*/ 3 w 2309166"/>
                <a:gd name="connsiteY748" fmla="*/ 1716702 h 2483088"/>
                <a:gd name="connsiteX749" fmla="*/ 3 w 2309166"/>
                <a:gd name="connsiteY749" fmla="*/ 1716702 h 2483088"/>
                <a:gd name="connsiteX750" fmla="*/ 15817 w 2309166"/>
                <a:gd name="connsiteY750" fmla="*/ 1733053 h 2483088"/>
                <a:gd name="connsiteX751" fmla="*/ 15823 w 2309166"/>
                <a:gd name="connsiteY751" fmla="*/ 1733053 h 2483088"/>
                <a:gd name="connsiteX752" fmla="*/ 15823 w 2309166"/>
                <a:gd name="connsiteY752" fmla="*/ 1733053 h 2483088"/>
                <a:gd name="connsiteX753" fmla="*/ 32073 w 2309166"/>
                <a:gd name="connsiteY753" fmla="*/ 1717427 h 2483088"/>
                <a:gd name="connsiteX754" fmla="*/ 32070 w 2309166"/>
                <a:gd name="connsiteY754" fmla="*/ 1716702 h 2483088"/>
                <a:gd name="connsiteX755" fmla="*/ 32070 w 2309166"/>
                <a:gd name="connsiteY755" fmla="*/ 1716702 h 2483088"/>
                <a:gd name="connsiteX756" fmla="*/ 15828 w 2309166"/>
                <a:gd name="connsiteY756" fmla="*/ 1701062 h 2483088"/>
                <a:gd name="connsiteX757" fmla="*/ 15823 w 2309166"/>
                <a:gd name="connsiteY757" fmla="*/ 1701062 h 2483088"/>
                <a:gd name="connsiteX758" fmla="*/ 293601 w 2309166"/>
                <a:gd name="connsiteY758" fmla="*/ 2006753 h 2483088"/>
                <a:gd name="connsiteX759" fmla="*/ 283480 w 2309166"/>
                <a:gd name="connsiteY759" fmla="*/ 2016848 h 2483088"/>
                <a:gd name="connsiteX760" fmla="*/ 283482 w 2309166"/>
                <a:gd name="connsiteY760" fmla="*/ 2016990 h 2483088"/>
                <a:gd name="connsiteX761" fmla="*/ 283482 w 2309166"/>
                <a:gd name="connsiteY761" fmla="*/ 2016990 h 2483088"/>
                <a:gd name="connsiteX762" fmla="*/ 293601 w 2309166"/>
                <a:gd name="connsiteY762" fmla="*/ 2027085 h 2483088"/>
                <a:gd name="connsiteX763" fmla="*/ 293601 w 2309166"/>
                <a:gd name="connsiteY763" fmla="*/ 2027085 h 2483088"/>
                <a:gd name="connsiteX764" fmla="*/ 303861 w 2309166"/>
                <a:gd name="connsiteY764" fmla="*/ 2017132 h 2483088"/>
                <a:gd name="connsiteX765" fmla="*/ 303863 w 2309166"/>
                <a:gd name="connsiteY765" fmla="*/ 2016990 h 2483088"/>
                <a:gd name="connsiteX766" fmla="*/ 303863 w 2309166"/>
                <a:gd name="connsiteY766" fmla="*/ 2016990 h 2483088"/>
                <a:gd name="connsiteX767" fmla="*/ 293601 w 2309166"/>
                <a:gd name="connsiteY767" fmla="*/ 2006753 h 2483088"/>
                <a:gd name="connsiteX768" fmla="*/ 288898 w 2309166"/>
                <a:gd name="connsiteY768" fmla="*/ 2109408 h 2483088"/>
                <a:gd name="connsiteX769" fmla="*/ 278636 w 2309166"/>
                <a:gd name="connsiteY769" fmla="*/ 2119645 h 2483088"/>
                <a:gd name="connsiteX770" fmla="*/ 278636 w 2309166"/>
                <a:gd name="connsiteY770" fmla="*/ 2119645 h 2483088"/>
                <a:gd name="connsiteX771" fmla="*/ 288754 w 2309166"/>
                <a:gd name="connsiteY771" fmla="*/ 2129740 h 2483088"/>
                <a:gd name="connsiteX772" fmla="*/ 288898 w 2309166"/>
                <a:gd name="connsiteY772" fmla="*/ 2129740 h 2483088"/>
                <a:gd name="connsiteX773" fmla="*/ 288898 w 2309166"/>
                <a:gd name="connsiteY773" fmla="*/ 2129740 h 2483088"/>
                <a:gd name="connsiteX774" fmla="*/ 299158 w 2309166"/>
                <a:gd name="connsiteY774" fmla="*/ 2119787 h 2483088"/>
                <a:gd name="connsiteX775" fmla="*/ 299159 w 2309166"/>
                <a:gd name="connsiteY775" fmla="*/ 2119645 h 2483088"/>
                <a:gd name="connsiteX776" fmla="*/ 299159 w 2309166"/>
                <a:gd name="connsiteY776" fmla="*/ 2119645 h 2483088"/>
                <a:gd name="connsiteX777" fmla="*/ 288898 w 2309166"/>
                <a:gd name="connsiteY777" fmla="*/ 2109408 h 2483088"/>
                <a:gd name="connsiteX778" fmla="*/ 467907 w 2309166"/>
                <a:gd name="connsiteY778" fmla="*/ 1855045 h 2483088"/>
                <a:gd name="connsiteX779" fmla="*/ 452799 w 2309166"/>
                <a:gd name="connsiteY779" fmla="*/ 1870116 h 2483088"/>
                <a:gd name="connsiteX780" fmla="*/ 452799 w 2309166"/>
                <a:gd name="connsiteY780" fmla="*/ 1870258 h 2483088"/>
                <a:gd name="connsiteX781" fmla="*/ 452799 w 2309166"/>
                <a:gd name="connsiteY781" fmla="*/ 1870258 h 2483088"/>
                <a:gd name="connsiteX782" fmla="*/ 467764 w 2309166"/>
                <a:gd name="connsiteY782" fmla="*/ 1885472 h 2483088"/>
                <a:gd name="connsiteX783" fmla="*/ 467907 w 2309166"/>
                <a:gd name="connsiteY783" fmla="*/ 1885472 h 2483088"/>
                <a:gd name="connsiteX784" fmla="*/ 467907 w 2309166"/>
                <a:gd name="connsiteY784" fmla="*/ 1885472 h 2483088"/>
                <a:gd name="connsiteX785" fmla="*/ 483157 w 2309166"/>
                <a:gd name="connsiteY785" fmla="*/ 1870258 h 2483088"/>
                <a:gd name="connsiteX786" fmla="*/ 483157 w 2309166"/>
                <a:gd name="connsiteY786" fmla="*/ 1870258 h 2483088"/>
                <a:gd name="connsiteX787" fmla="*/ 467907 w 2309166"/>
                <a:gd name="connsiteY787" fmla="*/ 1855045 h 2483088"/>
                <a:gd name="connsiteX788" fmla="*/ 408190 w 2309166"/>
                <a:gd name="connsiteY788" fmla="*/ 1849926 h 2483088"/>
                <a:gd name="connsiteX789" fmla="*/ 397500 w 2309166"/>
                <a:gd name="connsiteY789" fmla="*/ 1860590 h 2483088"/>
                <a:gd name="connsiteX790" fmla="*/ 397500 w 2309166"/>
                <a:gd name="connsiteY790" fmla="*/ 1860590 h 2483088"/>
                <a:gd name="connsiteX791" fmla="*/ 408190 w 2309166"/>
                <a:gd name="connsiteY791" fmla="*/ 1871111 h 2483088"/>
                <a:gd name="connsiteX792" fmla="*/ 408190 w 2309166"/>
                <a:gd name="connsiteY792" fmla="*/ 1871111 h 2483088"/>
                <a:gd name="connsiteX793" fmla="*/ 418736 w 2309166"/>
                <a:gd name="connsiteY793" fmla="*/ 1860590 h 2483088"/>
                <a:gd name="connsiteX794" fmla="*/ 418736 w 2309166"/>
                <a:gd name="connsiteY794" fmla="*/ 1860590 h 2483088"/>
                <a:gd name="connsiteX795" fmla="*/ 408190 w 2309166"/>
                <a:gd name="connsiteY795" fmla="*/ 1849926 h 2483088"/>
                <a:gd name="connsiteX796" fmla="*/ 405482 w 2309166"/>
                <a:gd name="connsiteY796" fmla="*/ 1690825 h 2483088"/>
                <a:gd name="connsiteX797" fmla="*/ 394792 w 2309166"/>
                <a:gd name="connsiteY797" fmla="*/ 1701489 h 2483088"/>
                <a:gd name="connsiteX798" fmla="*/ 394792 w 2309166"/>
                <a:gd name="connsiteY798" fmla="*/ 1701489 h 2483088"/>
                <a:gd name="connsiteX799" fmla="*/ 405482 w 2309166"/>
                <a:gd name="connsiteY799" fmla="*/ 1712010 h 2483088"/>
                <a:gd name="connsiteX800" fmla="*/ 405482 w 2309166"/>
                <a:gd name="connsiteY800" fmla="*/ 1712010 h 2483088"/>
                <a:gd name="connsiteX801" fmla="*/ 416028 w 2309166"/>
                <a:gd name="connsiteY801" fmla="*/ 1701489 h 2483088"/>
                <a:gd name="connsiteX802" fmla="*/ 416028 w 2309166"/>
                <a:gd name="connsiteY802" fmla="*/ 1701489 h 2483088"/>
                <a:gd name="connsiteX803" fmla="*/ 405626 w 2309166"/>
                <a:gd name="connsiteY803" fmla="*/ 1690825 h 2483088"/>
                <a:gd name="connsiteX804" fmla="*/ 405482 w 2309166"/>
                <a:gd name="connsiteY804" fmla="*/ 1690825 h 2483088"/>
                <a:gd name="connsiteX805" fmla="*/ 236449 w 2309166"/>
                <a:gd name="connsiteY805" fmla="*/ 1817367 h 2483088"/>
                <a:gd name="connsiteX806" fmla="*/ 225760 w 2309166"/>
                <a:gd name="connsiteY806" fmla="*/ 1827888 h 2483088"/>
                <a:gd name="connsiteX807" fmla="*/ 225760 w 2309166"/>
                <a:gd name="connsiteY807" fmla="*/ 1827888 h 2483088"/>
                <a:gd name="connsiteX808" fmla="*/ 236449 w 2309166"/>
                <a:gd name="connsiteY808" fmla="*/ 1838552 h 2483088"/>
                <a:gd name="connsiteX809" fmla="*/ 236449 w 2309166"/>
                <a:gd name="connsiteY809" fmla="*/ 1838552 h 2483088"/>
                <a:gd name="connsiteX810" fmla="*/ 246996 w 2309166"/>
                <a:gd name="connsiteY810" fmla="*/ 1827888 h 2483088"/>
                <a:gd name="connsiteX811" fmla="*/ 246996 w 2309166"/>
                <a:gd name="connsiteY811" fmla="*/ 1827888 h 2483088"/>
                <a:gd name="connsiteX812" fmla="*/ 236449 w 2309166"/>
                <a:gd name="connsiteY812" fmla="*/ 1817367 h 2483088"/>
                <a:gd name="connsiteX813" fmla="*/ 82666 w 2309166"/>
                <a:gd name="connsiteY813" fmla="*/ 2086374 h 2483088"/>
                <a:gd name="connsiteX814" fmla="*/ 72119 w 2309166"/>
                <a:gd name="connsiteY814" fmla="*/ 2096896 h 2483088"/>
                <a:gd name="connsiteX815" fmla="*/ 72119 w 2309166"/>
                <a:gd name="connsiteY815" fmla="*/ 2096896 h 2483088"/>
                <a:gd name="connsiteX816" fmla="*/ 82666 w 2309166"/>
                <a:gd name="connsiteY816" fmla="*/ 2107560 h 2483088"/>
                <a:gd name="connsiteX817" fmla="*/ 82666 w 2309166"/>
                <a:gd name="connsiteY817" fmla="*/ 2107560 h 2483088"/>
                <a:gd name="connsiteX818" fmla="*/ 93355 w 2309166"/>
                <a:gd name="connsiteY818" fmla="*/ 2096896 h 2483088"/>
                <a:gd name="connsiteX819" fmla="*/ 93355 w 2309166"/>
                <a:gd name="connsiteY819" fmla="*/ 2096896 h 2483088"/>
                <a:gd name="connsiteX820" fmla="*/ 82666 w 2309166"/>
                <a:gd name="connsiteY820" fmla="*/ 2086374 h 2483088"/>
                <a:gd name="connsiteX821" fmla="*/ 280346 w 2309166"/>
                <a:gd name="connsiteY821" fmla="*/ 2302348 h 2483088"/>
                <a:gd name="connsiteX822" fmla="*/ 269657 w 2309166"/>
                <a:gd name="connsiteY822" fmla="*/ 2313012 h 2483088"/>
                <a:gd name="connsiteX823" fmla="*/ 269657 w 2309166"/>
                <a:gd name="connsiteY823" fmla="*/ 2313012 h 2483088"/>
                <a:gd name="connsiteX824" fmla="*/ 280346 w 2309166"/>
                <a:gd name="connsiteY824" fmla="*/ 2323533 h 2483088"/>
                <a:gd name="connsiteX825" fmla="*/ 280346 w 2309166"/>
                <a:gd name="connsiteY825" fmla="*/ 2323533 h 2483088"/>
                <a:gd name="connsiteX826" fmla="*/ 290893 w 2309166"/>
                <a:gd name="connsiteY826" fmla="*/ 2313012 h 2483088"/>
                <a:gd name="connsiteX827" fmla="*/ 290893 w 2309166"/>
                <a:gd name="connsiteY827" fmla="*/ 2313012 h 2483088"/>
                <a:gd name="connsiteX828" fmla="*/ 280490 w 2309166"/>
                <a:gd name="connsiteY828" fmla="*/ 2302348 h 2483088"/>
                <a:gd name="connsiteX829" fmla="*/ 280346 w 2309166"/>
                <a:gd name="connsiteY829" fmla="*/ 2302348 h 2483088"/>
                <a:gd name="connsiteX830" fmla="*/ 347047 w 2309166"/>
                <a:gd name="connsiteY830" fmla="*/ 2375714 h 2483088"/>
                <a:gd name="connsiteX831" fmla="*/ 336500 w 2309166"/>
                <a:gd name="connsiteY831" fmla="*/ 2386378 h 2483088"/>
                <a:gd name="connsiteX832" fmla="*/ 336500 w 2309166"/>
                <a:gd name="connsiteY832" fmla="*/ 2386378 h 2483088"/>
                <a:gd name="connsiteX833" fmla="*/ 347047 w 2309166"/>
                <a:gd name="connsiteY833" fmla="*/ 2396899 h 2483088"/>
                <a:gd name="connsiteX834" fmla="*/ 347047 w 2309166"/>
                <a:gd name="connsiteY834" fmla="*/ 2396899 h 2483088"/>
                <a:gd name="connsiteX835" fmla="*/ 357736 w 2309166"/>
                <a:gd name="connsiteY835" fmla="*/ 2386378 h 2483088"/>
                <a:gd name="connsiteX836" fmla="*/ 357736 w 2309166"/>
                <a:gd name="connsiteY836" fmla="*/ 2386378 h 2483088"/>
                <a:gd name="connsiteX837" fmla="*/ 347047 w 2309166"/>
                <a:gd name="connsiteY837" fmla="*/ 2375714 h 2483088"/>
                <a:gd name="connsiteX838" fmla="*/ 410470 w 2309166"/>
                <a:gd name="connsiteY838" fmla="*/ 2381970 h 2483088"/>
                <a:gd name="connsiteX839" fmla="*/ 399923 w 2309166"/>
                <a:gd name="connsiteY839" fmla="*/ 2392491 h 2483088"/>
                <a:gd name="connsiteX840" fmla="*/ 399923 w 2309166"/>
                <a:gd name="connsiteY840" fmla="*/ 2392491 h 2483088"/>
                <a:gd name="connsiteX841" fmla="*/ 410470 w 2309166"/>
                <a:gd name="connsiteY841" fmla="*/ 2403155 h 2483088"/>
                <a:gd name="connsiteX842" fmla="*/ 410470 w 2309166"/>
                <a:gd name="connsiteY842" fmla="*/ 2403155 h 2483088"/>
                <a:gd name="connsiteX843" fmla="*/ 421159 w 2309166"/>
                <a:gd name="connsiteY843" fmla="*/ 2392491 h 2483088"/>
                <a:gd name="connsiteX844" fmla="*/ 421159 w 2309166"/>
                <a:gd name="connsiteY844" fmla="*/ 2392491 h 2483088"/>
                <a:gd name="connsiteX845" fmla="*/ 410470 w 2309166"/>
                <a:gd name="connsiteY845" fmla="*/ 2381970 h 2483088"/>
                <a:gd name="connsiteX846" fmla="*/ 1152732 w 2309166"/>
                <a:gd name="connsiteY846" fmla="*/ 2337751 h 2483088"/>
                <a:gd name="connsiteX847" fmla="*/ 1142185 w 2309166"/>
                <a:gd name="connsiteY847" fmla="*/ 2348273 h 2483088"/>
                <a:gd name="connsiteX848" fmla="*/ 1142185 w 2309166"/>
                <a:gd name="connsiteY848" fmla="*/ 2348273 h 2483088"/>
                <a:gd name="connsiteX849" fmla="*/ 1152732 w 2309166"/>
                <a:gd name="connsiteY849" fmla="*/ 2358937 h 2483088"/>
                <a:gd name="connsiteX850" fmla="*/ 1152732 w 2309166"/>
                <a:gd name="connsiteY850" fmla="*/ 2358937 h 2483088"/>
                <a:gd name="connsiteX851" fmla="*/ 1163279 w 2309166"/>
                <a:gd name="connsiteY851" fmla="*/ 2348273 h 2483088"/>
                <a:gd name="connsiteX852" fmla="*/ 1163279 w 2309166"/>
                <a:gd name="connsiteY852" fmla="*/ 2348273 h 2483088"/>
                <a:gd name="connsiteX853" fmla="*/ 1152732 w 2309166"/>
                <a:gd name="connsiteY853" fmla="*/ 2337751 h 2483088"/>
                <a:gd name="connsiteX854" fmla="*/ 986122 w 2309166"/>
                <a:gd name="connsiteY854" fmla="*/ 2067606 h 2483088"/>
                <a:gd name="connsiteX855" fmla="*/ 975575 w 2309166"/>
                <a:gd name="connsiteY855" fmla="*/ 2078128 h 2483088"/>
                <a:gd name="connsiteX856" fmla="*/ 975575 w 2309166"/>
                <a:gd name="connsiteY856" fmla="*/ 2078128 h 2483088"/>
                <a:gd name="connsiteX857" fmla="*/ 986122 w 2309166"/>
                <a:gd name="connsiteY857" fmla="*/ 2088791 h 2483088"/>
                <a:gd name="connsiteX858" fmla="*/ 986122 w 2309166"/>
                <a:gd name="connsiteY858" fmla="*/ 2088791 h 2483088"/>
                <a:gd name="connsiteX859" fmla="*/ 996811 w 2309166"/>
                <a:gd name="connsiteY859" fmla="*/ 2078128 h 2483088"/>
                <a:gd name="connsiteX860" fmla="*/ 996811 w 2309166"/>
                <a:gd name="connsiteY860" fmla="*/ 2078128 h 2483088"/>
                <a:gd name="connsiteX861" fmla="*/ 986266 w 2309166"/>
                <a:gd name="connsiteY861" fmla="*/ 2067606 h 2483088"/>
                <a:gd name="connsiteX862" fmla="*/ 986122 w 2309166"/>
                <a:gd name="connsiteY862" fmla="*/ 2067606 h 2483088"/>
                <a:gd name="connsiteX863" fmla="*/ 693664 w 2309166"/>
                <a:gd name="connsiteY863" fmla="*/ 1995662 h 2483088"/>
                <a:gd name="connsiteX864" fmla="*/ 685825 w 2309166"/>
                <a:gd name="connsiteY864" fmla="*/ 2003482 h 2483088"/>
                <a:gd name="connsiteX865" fmla="*/ 685825 w 2309166"/>
                <a:gd name="connsiteY865" fmla="*/ 2003482 h 2483088"/>
                <a:gd name="connsiteX866" fmla="*/ 693664 w 2309166"/>
                <a:gd name="connsiteY866" fmla="*/ 2011445 h 2483088"/>
                <a:gd name="connsiteX867" fmla="*/ 693664 w 2309166"/>
                <a:gd name="connsiteY867" fmla="*/ 2011445 h 2483088"/>
                <a:gd name="connsiteX868" fmla="*/ 701645 w 2309166"/>
                <a:gd name="connsiteY868" fmla="*/ 2003482 h 2483088"/>
                <a:gd name="connsiteX869" fmla="*/ 701645 w 2309166"/>
                <a:gd name="connsiteY869" fmla="*/ 2003482 h 2483088"/>
                <a:gd name="connsiteX870" fmla="*/ 693664 w 2309166"/>
                <a:gd name="connsiteY870" fmla="*/ 1995662 h 248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</a:cxnLst>
              <a:rect l="l" t="t" r="r" b="b"/>
              <a:pathLst>
                <a:path w="2309166" h="2483088">
                  <a:moveTo>
                    <a:pt x="2294915" y="1299115"/>
                  </a:moveTo>
                  <a:cubicBezTo>
                    <a:pt x="2302782" y="1299115"/>
                    <a:pt x="2309167" y="1305484"/>
                    <a:pt x="2309167" y="1313333"/>
                  </a:cubicBezTo>
                  <a:lnTo>
                    <a:pt x="2309167" y="1313333"/>
                  </a:lnTo>
                  <a:cubicBezTo>
                    <a:pt x="2309167" y="1321181"/>
                    <a:pt x="2302782" y="1327551"/>
                    <a:pt x="2294915" y="1327551"/>
                  </a:cubicBezTo>
                  <a:lnTo>
                    <a:pt x="2294915" y="1327551"/>
                  </a:lnTo>
                  <a:cubicBezTo>
                    <a:pt x="2287047" y="1327551"/>
                    <a:pt x="2280662" y="1321181"/>
                    <a:pt x="2280662" y="1313333"/>
                  </a:cubicBezTo>
                  <a:lnTo>
                    <a:pt x="2280662" y="1313333"/>
                  </a:lnTo>
                  <a:cubicBezTo>
                    <a:pt x="2280662" y="1305484"/>
                    <a:pt x="2287047" y="1299115"/>
                    <a:pt x="2294915" y="1299115"/>
                  </a:cubicBezTo>
                  <a:close/>
                  <a:moveTo>
                    <a:pt x="1344996" y="1424661"/>
                  </a:moveTo>
                  <a:cubicBezTo>
                    <a:pt x="1335319" y="1424661"/>
                    <a:pt x="1327466" y="1432495"/>
                    <a:pt x="1327466" y="1442149"/>
                  </a:cubicBezTo>
                  <a:lnTo>
                    <a:pt x="1327466" y="1442149"/>
                  </a:lnTo>
                  <a:cubicBezTo>
                    <a:pt x="1327537" y="1451747"/>
                    <a:pt x="1335376" y="1459496"/>
                    <a:pt x="1344996" y="1459496"/>
                  </a:cubicBezTo>
                  <a:lnTo>
                    <a:pt x="1344996" y="1459496"/>
                  </a:lnTo>
                  <a:cubicBezTo>
                    <a:pt x="1354602" y="1459496"/>
                    <a:pt x="1362384" y="1451732"/>
                    <a:pt x="1362384" y="1442149"/>
                  </a:cubicBezTo>
                  <a:lnTo>
                    <a:pt x="1362384" y="1442149"/>
                  </a:lnTo>
                  <a:cubicBezTo>
                    <a:pt x="1362384" y="1432552"/>
                    <a:pt x="1354616" y="1424732"/>
                    <a:pt x="1344996" y="1424661"/>
                  </a:cubicBezTo>
                  <a:close/>
                  <a:moveTo>
                    <a:pt x="1314068" y="1096932"/>
                  </a:moveTo>
                  <a:cubicBezTo>
                    <a:pt x="1304462" y="1096932"/>
                    <a:pt x="1296681" y="1104695"/>
                    <a:pt x="1296681" y="1114279"/>
                  </a:cubicBezTo>
                  <a:lnTo>
                    <a:pt x="1296681" y="1114279"/>
                  </a:lnTo>
                  <a:cubicBezTo>
                    <a:pt x="1296681" y="1123876"/>
                    <a:pt x="1304448" y="1131696"/>
                    <a:pt x="1314068" y="1131767"/>
                  </a:cubicBezTo>
                  <a:lnTo>
                    <a:pt x="1314068" y="1131767"/>
                  </a:lnTo>
                  <a:cubicBezTo>
                    <a:pt x="1323746" y="1131767"/>
                    <a:pt x="1331599" y="1123933"/>
                    <a:pt x="1331599" y="1114279"/>
                  </a:cubicBezTo>
                  <a:lnTo>
                    <a:pt x="1331599" y="1114279"/>
                  </a:lnTo>
                  <a:cubicBezTo>
                    <a:pt x="1331599" y="1104695"/>
                    <a:pt x="1323817" y="1096932"/>
                    <a:pt x="1314211" y="1096932"/>
                  </a:cubicBezTo>
                  <a:cubicBezTo>
                    <a:pt x="1314168" y="1096932"/>
                    <a:pt x="1314111" y="1096932"/>
                    <a:pt x="1314068" y="1096932"/>
                  </a:cubicBezTo>
                  <a:close/>
                  <a:moveTo>
                    <a:pt x="1345566" y="1190630"/>
                  </a:moveTo>
                  <a:cubicBezTo>
                    <a:pt x="1340535" y="1190630"/>
                    <a:pt x="1336445" y="1194711"/>
                    <a:pt x="1336445" y="1199730"/>
                  </a:cubicBezTo>
                  <a:lnTo>
                    <a:pt x="1336445" y="1199730"/>
                  </a:lnTo>
                  <a:cubicBezTo>
                    <a:pt x="1336516" y="1204706"/>
                    <a:pt x="1340578" y="1208687"/>
                    <a:pt x="1345566" y="1208687"/>
                  </a:cubicBezTo>
                  <a:lnTo>
                    <a:pt x="1345566" y="1208687"/>
                  </a:lnTo>
                  <a:cubicBezTo>
                    <a:pt x="1350526" y="1208687"/>
                    <a:pt x="1354545" y="1204678"/>
                    <a:pt x="1354545" y="1199730"/>
                  </a:cubicBezTo>
                  <a:lnTo>
                    <a:pt x="1354545" y="1199730"/>
                  </a:lnTo>
                  <a:cubicBezTo>
                    <a:pt x="1354545" y="1194753"/>
                    <a:pt x="1350555" y="1190701"/>
                    <a:pt x="1345566" y="1190630"/>
                  </a:cubicBezTo>
                  <a:close/>
                  <a:moveTo>
                    <a:pt x="1410984" y="1183094"/>
                  </a:moveTo>
                  <a:cubicBezTo>
                    <a:pt x="1405953" y="1183094"/>
                    <a:pt x="1401863" y="1187175"/>
                    <a:pt x="1401863" y="1192194"/>
                  </a:cubicBezTo>
                  <a:lnTo>
                    <a:pt x="1401863" y="1192194"/>
                  </a:lnTo>
                  <a:cubicBezTo>
                    <a:pt x="1401934" y="1197171"/>
                    <a:pt x="1405996" y="1201152"/>
                    <a:pt x="1410984" y="1201152"/>
                  </a:cubicBezTo>
                  <a:lnTo>
                    <a:pt x="1410984" y="1201152"/>
                  </a:lnTo>
                  <a:cubicBezTo>
                    <a:pt x="1415944" y="1201152"/>
                    <a:pt x="1419963" y="1197142"/>
                    <a:pt x="1419963" y="1192194"/>
                  </a:cubicBezTo>
                  <a:lnTo>
                    <a:pt x="1419963" y="1192194"/>
                  </a:lnTo>
                  <a:cubicBezTo>
                    <a:pt x="1419963" y="1187218"/>
                    <a:pt x="1415973" y="1183166"/>
                    <a:pt x="1410984" y="1183094"/>
                  </a:cubicBezTo>
                  <a:close/>
                  <a:moveTo>
                    <a:pt x="1556216" y="1166317"/>
                  </a:moveTo>
                  <a:cubicBezTo>
                    <a:pt x="1551256" y="1166317"/>
                    <a:pt x="1547237" y="1170327"/>
                    <a:pt x="1547237" y="1175274"/>
                  </a:cubicBezTo>
                  <a:lnTo>
                    <a:pt x="1547237" y="1175274"/>
                  </a:lnTo>
                  <a:cubicBezTo>
                    <a:pt x="1547237" y="1180251"/>
                    <a:pt x="1551228" y="1184303"/>
                    <a:pt x="1556216" y="1184374"/>
                  </a:cubicBezTo>
                  <a:lnTo>
                    <a:pt x="1556216" y="1184374"/>
                  </a:lnTo>
                  <a:cubicBezTo>
                    <a:pt x="1561247" y="1184374"/>
                    <a:pt x="1565337" y="1180293"/>
                    <a:pt x="1565337" y="1175274"/>
                  </a:cubicBezTo>
                  <a:lnTo>
                    <a:pt x="1565337" y="1175274"/>
                  </a:lnTo>
                  <a:cubicBezTo>
                    <a:pt x="1565266" y="1170298"/>
                    <a:pt x="1561204" y="1166317"/>
                    <a:pt x="1556216" y="1166317"/>
                  </a:cubicBezTo>
                  <a:close/>
                  <a:moveTo>
                    <a:pt x="2294915" y="1175417"/>
                  </a:moveTo>
                  <a:cubicBezTo>
                    <a:pt x="2292791" y="1175417"/>
                    <a:pt x="2291067" y="1177137"/>
                    <a:pt x="2291067" y="1179256"/>
                  </a:cubicBezTo>
                  <a:lnTo>
                    <a:pt x="2291067" y="1179256"/>
                  </a:lnTo>
                  <a:cubicBezTo>
                    <a:pt x="2291138" y="1181346"/>
                    <a:pt x="2292820" y="1183023"/>
                    <a:pt x="2294915" y="1183094"/>
                  </a:cubicBezTo>
                  <a:lnTo>
                    <a:pt x="2294915" y="1183094"/>
                  </a:lnTo>
                  <a:cubicBezTo>
                    <a:pt x="2297010" y="1183023"/>
                    <a:pt x="2298692" y="1181346"/>
                    <a:pt x="2298763" y="1179256"/>
                  </a:cubicBezTo>
                  <a:lnTo>
                    <a:pt x="2298763" y="1179256"/>
                  </a:lnTo>
                  <a:cubicBezTo>
                    <a:pt x="2298692" y="1177165"/>
                    <a:pt x="2297010" y="1175488"/>
                    <a:pt x="2294915" y="1175417"/>
                  </a:cubicBezTo>
                  <a:close/>
                  <a:moveTo>
                    <a:pt x="2237050" y="1197739"/>
                  </a:moveTo>
                  <a:cubicBezTo>
                    <a:pt x="2234955" y="1197810"/>
                    <a:pt x="2233273" y="1199488"/>
                    <a:pt x="2233202" y="1201578"/>
                  </a:cubicBezTo>
                  <a:lnTo>
                    <a:pt x="2233202" y="1201578"/>
                  </a:lnTo>
                  <a:cubicBezTo>
                    <a:pt x="2233202" y="1203725"/>
                    <a:pt x="2234898" y="1205488"/>
                    <a:pt x="2237050" y="1205559"/>
                  </a:cubicBezTo>
                  <a:lnTo>
                    <a:pt x="2237050" y="1205559"/>
                  </a:lnTo>
                  <a:cubicBezTo>
                    <a:pt x="2239202" y="1205488"/>
                    <a:pt x="2240898" y="1203725"/>
                    <a:pt x="2240898" y="1201578"/>
                  </a:cubicBezTo>
                  <a:lnTo>
                    <a:pt x="2240898" y="1201578"/>
                  </a:lnTo>
                  <a:cubicBezTo>
                    <a:pt x="2240827" y="1199488"/>
                    <a:pt x="2239145" y="1197810"/>
                    <a:pt x="2237050" y="1197739"/>
                  </a:cubicBezTo>
                  <a:close/>
                  <a:moveTo>
                    <a:pt x="2222798" y="1169303"/>
                  </a:moveTo>
                  <a:cubicBezTo>
                    <a:pt x="2220674" y="1169303"/>
                    <a:pt x="2218950" y="1171023"/>
                    <a:pt x="2218950" y="1173142"/>
                  </a:cubicBezTo>
                  <a:lnTo>
                    <a:pt x="2218950" y="1173142"/>
                  </a:lnTo>
                  <a:cubicBezTo>
                    <a:pt x="2218950" y="1175260"/>
                    <a:pt x="2220674" y="1176981"/>
                    <a:pt x="2222798" y="1176981"/>
                  </a:cubicBezTo>
                  <a:lnTo>
                    <a:pt x="2222798" y="1176981"/>
                  </a:lnTo>
                  <a:cubicBezTo>
                    <a:pt x="2224921" y="1176981"/>
                    <a:pt x="2226646" y="1175260"/>
                    <a:pt x="2226646" y="1173142"/>
                  </a:cubicBezTo>
                  <a:lnTo>
                    <a:pt x="2226646" y="1173142"/>
                  </a:lnTo>
                  <a:cubicBezTo>
                    <a:pt x="2226646" y="1171023"/>
                    <a:pt x="2224921" y="1169303"/>
                    <a:pt x="2222798" y="1169303"/>
                  </a:cubicBezTo>
                  <a:close/>
                  <a:moveTo>
                    <a:pt x="2146690" y="1021150"/>
                  </a:moveTo>
                  <a:cubicBezTo>
                    <a:pt x="2144567" y="1021150"/>
                    <a:pt x="2142842" y="1022870"/>
                    <a:pt x="2142842" y="1024989"/>
                  </a:cubicBezTo>
                  <a:lnTo>
                    <a:pt x="2142842" y="1024989"/>
                  </a:lnTo>
                  <a:cubicBezTo>
                    <a:pt x="2142842" y="1027107"/>
                    <a:pt x="2144567" y="1028827"/>
                    <a:pt x="2146690" y="1028827"/>
                  </a:cubicBezTo>
                  <a:lnTo>
                    <a:pt x="2146690" y="1028827"/>
                  </a:lnTo>
                  <a:cubicBezTo>
                    <a:pt x="2148814" y="1028827"/>
                    <a:pt x="2150538" y="1027107"/>
                    <a:pt x="2150538" y="1024989"/>
                  </a:cubicBezTo>
                  <a:lnTo>
                    <a:pt x="2150538" y="1024989"/>
                  </a:lnTo>
                  <a:cubicBezTo>
                    <a:pt x="2150538" y="1022870"/>
                    <a:pt x="2148814" y="1021150"/>
                    <a:pt x="2146690" y="1021150"/>
                  </a:cubicBezTo>
                  <a:close/>
                  <a:moveTo>
                    <a:pt x="1840978" y="1135890"/>
                  </a:moveTo>
                  <a:cubicBezTo>
                    <a:pt x="1837429" y="1135890"/>
                    <a:pt x="1834564" y="1138748"/>
                    <a:pt x="1834564" y="1142288"/>
                  </a:cubicBezTo>
                  <a:lnTo>
                    <a:pt x="1834564" y="1142288"/>
                  </a:lnTo>
                  <a:cubicBezTo>
                    <a:pt x="1834564" y="1145843"/>
                    <a:pt x="1837414" y="1148758"/>
                    <a:pt x="1840978" y="1148829"/>
                  </a:cubicBezTo>
                  <a:lnTo>
                    <a:pt x="1840978" y="1148829"/>
                  </a:lnTo>
                  <a:cubicBezTo>
                    <a:pt x="1844569" y="1148758"/>
                    <a:pt x="1847462" y="1145871"/>
                    <a:pt x="1847534" y="1142288"/>
                  </a:cubicBezTo>
                  <a:lnTo>
                    <a:pt x="1847534" y="1142288"/>
                  </a:lnTo>
                  <a:cubicBezTo>
                    <a:pt x="1847462" y="1138734"/>
                    <a:pt x="1844541" y="1135890"/>
                    <a:pt x="1840978" y="1135890"/>
                  </a:cubicBezTo>
                  <a:close/>
                  <a:moveTo>
                    <a:pt x="1780263" y="1377599"/>
                  </a:moveTo>
                  <a:cubicBezTo>
                    <a:pt x="1776671" y="1377670"/>
                    <a:pt x="1773778" y="1380556"/>
                    <a:pt x="1773706" y="1384139"/>
                  </a:cubicBezTo>
                  <a:lnTo>
                    <a:pt x="1773706" y="1384139"/>
                  </a:lnTo>
                  <a:cubicBezTo>
                    <a:pt x="1773778" y="1387694"/>
                    <a:pt x="1776700" y="1390537"/>
                    <a:pt x="1780263" y="1390537"/>
                  </a:cubicBezTo>
                  <a:lnTo>
                    <a:pt x="1780263" y="1390537"/>
                  </a:lnTo>
                  <a:cubicBezTo>
                    <a:pt x="1783811" y="1390537"/>
                    <a:pt x="1786676" y="1387680"/>
                    <a:pt x="1786676" y="1384139"/>
                  </a:cubicBezTo>
                  <a:lnTo>
                    <a:pt x="1786676" y="1384139"/>
                  </a:lnTo>
                  <a:cubicBezTo>
                    <a:pt x="1786676" y="1380585"/>
                    <a:pt x="1783826" y="1377670"/>
                    <a:pt x="1780263" y="1377599"/>
                  </a:cubicBezTo>
                  <a:close/>
                  <a:moveTo>
                    <a:pt x="1642443" y="1242953"/>
                  </a:moveTo>
                  <a:cubicBezTo>
                    <a:pt x="1638879" y="1242953"/>
                    <a:pt x="1635958" y="1245797"/>
                    <a:pt x="1635886" y="1249351"/>
                  </a:cubicBezTo>
                  <a:lnTo>
                    <a:pt x="1635886" y="1249351"/>
                  </a:lnTo>
                  <a:cubicBezTo>
                    <a:pt x="1635958" y="1252934"/>
                    <a:pt x="1638851" y="1255820"/>
                    <a:pt x="1642443" y="1255891"/>
                  </a:cubicBezTo>
                  <a:lnTo>
                    <a:pt x="1642443" y="1255891"/>
                  </a:lnTo>
                  <a:cubicBezTo>
                    <a:pt x="1646006" y="1255820"/>
                    <a:pt x="1648856" y="1252906"/>
                    <a:pt x="1648856" y="1249351"/>
                  </a:cubicBezTo>
                  <a:lnTo>
                    <a:pt x="1648856" y="1249351"/>
                  </a:lnTo>
                  <a:cubicBezTo>
                    <a:pt x="1648856" y="1245811"/>
                    <a:pt x="1645991" y="1242953"/>
                    <a:pt x="1642443" y="1242953"/>
                  </a:cubicBezTo>
                  <a:close/>
                  <a:moveTo>
                    <a:pt x="1651849" y="1048733"/>
                  </a:moveTo>
                  <a:cubicBezTo>
                    <a:pt x="1648286" y="1048804"/>
                    <a:pt x="1645435" y="1051719"/>
                    <a:pt x="1645435" y="1055273"/>
                  </a:cubicBezTo>
                  <a:lnTo>
                    <a:pt x="1645435" y="1055273"/>
                  </a:lnTo>
                  <a:cubicBezTo>
                    <a:pt x="1645435" y="1058814"/>
                    <a:pt x="1648300" y="1061671"/>
                    <a:pt x="1651849" y="1061671"/>
                  </a:cubicBezTo>
                  <a:lnTo>
                    <a:pt x="1651849" y="1061671"/>
                  </a:lnTo>
                  <a:cubicBezTo>
                    <a:pt x="1655412" y="1061671"/>
                    <a:pt x="1658334" y="1058828"/>
                    <a:pt x="1658405" y="1055273"/>
                  </a:cubicBezTo>
                  <a:lnTo>
                    <a:pt x="1658405" y="1055273"/>
                  </a:lnTo>
                  <a:cubicBezTo>
                    <a:pt x="1658334" y="1051690"/>
                    <a:pt x="1655441" y="1048804"/>
                    <a:pt x="1651849" y="1048733"/>
                  </a:cubicBezTo>
                  <a:close/>
                  <a:moveTo>
                    <a:pt x="1398300" y="1092951"/>
                  </a:moveTo>
                  <a:cubicBezTo>
                    <a:pt x="1394737" y="1093022"/>
                    <a:pt x="1391886" y="1095937"/>
                    <a:pt x="1391886" y="1099492"/>
                  </a:cubicBezTo>
                  <a:lnTo>
                    <a:pt x="1391886" y="1099492"/>
                  </a:lnTo>
                  <a:cubicBezTo>
                    <a:pt x="1391886" y="1103046"/>
                    <a:pt x="1394737" y="1105961"/>
                    <a:pt x="1398300" y="1106032"/>
                  </a:cubicBezTo>
                  <a:lnTo>
                    <a:pt x="1398300" y="1106032"/>
                  </a:lnTo>
                  <a:cubicBezTo>
                    <a:pt x="1401920" y="1106032"/>
                    <a:pt x="1404856" y="1103103"/>
                    <a:pt x="1404856" y="1099492"/>
                  </a:cubicBezTo>
                  <a:lnTo>
                    <a:pt x="1404856" y="1099492"/>
                  </a:lnTo>
                  <a:cubicBezTo>
                    <a:pt x="1404856" y="1095880"/>
                    <a:pt x="1401920" y="1092951"/>
                    <a:pt x="1398300" y="1092951"/>
                  </a:cubicBezTo>
                  <a:close/>
                  <a:moveTo>
                    <a:pt x="1478683" y="773611"/>
                  </a:moveTo>
                  <a:cubicBezTo>
                    <a:pt x="1475091" y="773683"/>
                    <a:pt x="1472198" y="776569"/>
                    <a:pt x="1472127" y="780152"/>
                  </a:cubicBezTo>
                  <a:lnTo>
                    <a:pt x="1472127" y="780152"/>
                  </a:lnTo>
                  <a:cubicBezTo>
                    <a:pt x="1472198" y="783706"/>
                    <a:pt x="1475120" y="786550"/>
                    <a:pt x="1478683" y="786550"/>
                  </a:cubicBezTo>
                  <a:lnTo>
                    <a:pt x="1478683" y="786550"/>
                  </a:lnTo>
                  <a:cubicBezTo>
                    <a:pt x="1482232" y="786550"/>
                    <a:pt x="1485097" y="783692"/>
                    <a:pt x="1485097" y="780152"/>
                  </a:cubicBezTo>
                  <a:lnTo>
                    <a:pt x="1485097" y="780152"/>
                  </a:lnTo>
                  <a:cubicBezTo>
                    <a:pt x="1485097" y="776597"/>
                    <a:pt x="1482246" y="773683"/>
                    <a:pt x="1478683" y="773611"/>
                  </a:cubicBezTo>
                  <a:close/>
                  <a:moveTo>
                    <a:pt x="1614365" y="909679"/>
                  </a:moveTo>
                  <a:cubicBezTo>
                    <a:pt x="1610802" y="909750"/>
                    <a:pt x="1607952" y="912665"/>
                    <a:pt x="1607952" y="916220"/>
                  </a:cubicBezTo>
                  <a:lnTo>
                    <a:pt x="1607952" y="916220"/>
                  </a:lnTo>
                  <a:cubicBezTo>
                    <a:pt x="1607952" y="919760"/>
                    <a:pt x="1610816" y="922618"/>
                    <a:pt x="1614365" y="922618"/>
                  </a:cubicBezTo>
                  <a:lnTo>
                    <a:pt x="1614365" y="922618"/>
                  </a:lnTo>
                  <a:cubicBezTo>
                    <a:pt x="1617928" y="922618"/>
                    <a:pt x="1620850" y="919774"/>
                    <a:pt x="1620921" y="916220"/>
                  </a:cubicBezTo>
                  <a:lnTo>
                    <a:pt x="1620921" y="916220"/>
                  </a:lnTo>
                  <a:cubicBezTo>
                    <a:pt x="1620850" y="912637"/>
                    <a:pt x="1617957" y="909750"/>
                    <a:pt x="1614365" y="909679"/>
                  </a:cubicBezTo>
                  <a:close/>
                  <a:moveTo>
                    <a:pt x="1762590" y="1057690"/>
                  </a:moveTo>
                  <a:cubicBezTo>
                    <a:pt x="1759041" y="1057690"/>
                    <a:pt x="1756176" y="1060548"/>
                    <a:pt x="1756176" y="1064089"/>
                  </a:cubicBezTo>
                  <a:lnTo>
                    <a:pt x="1756176" y="1064089"/>
                  </a:lnTo>
                  <a:cubicBezTo>
                    <a:pt x="1756176" y="1067643"/>
                    <a:pt x="1759027" y="1070558"/>
                    <a:pt x="1762590" y="1070629"/>
                  </a:cubicBezTo>
                  <a:lnTo>
                    <a:pt x="1762590" y="1070629"/>
                  </a:lnTo>
                  <a:cubicBezTo>
                    <a:pt x="1766210" y="1070629"/>
                    <a:pt x="1769146" y="1067700"/>
                    <a:pt x="1769146" y="1064089"/>
                  </a:cubicBezTo>
                  <a:lnTo>
                    <a:pt x="1769146" y="1064089"/>
                  </a:lnTo>
                  <a:cubicBezTo>
                    <a:pt x="1769146" y="1060548"/>
                    <a:pt x="1766281" y="1057690"/>
                    <a:pt x="1762732" y="1057690"/>
                  </a:cubicBezTo>
                  <a:cubicBezTo>
                    <a:pt x="1762689" y="1057690"/>
                    <a:pt x="1762633" y="1057690"/>
                    <a:pt x="1762590" y="1057690"/>
                  </a:cubicBezTo>
                  <a:close/>
                  <a:moveTo>
                    <a:pt x="1701590" y="1150962"/>
                  </a:moveTo>
                  <a:cubicBezTo>
                    <a:pt x="1698027" y="1151032"/>
                    <a:pt x="1695176" y="1153947"/>
                    <a:pt x="1695176" y="1157502"/>
                  </a:cubicBezTo>
                  <a:lnTo>
                    <a:pt x="1695176" y="1157502"/>
                  </a:lnTo>
                  <a:cubicBezTo>
                    <a:pt x="1695176" y="1161042"/>
                    <a:pt x="1698041" y="1163900"/>
                    <a:pt x="1701590" y="1163900"/>
                  </a:cubicBezTo>
                  <a:lnTo>
                    <a:pt x="1701590" y="1163900"/>
                  </a:lnTo>
                  <a:cubicBezTo>
                    <a:pt x="1705153" y="1163900"/>
                    <a:pt x="1708075" y="1161056"/>
                    <a:pt x="1708146" y="1157502"/>
                  </a:cubicBezTo>
                  <a:lnTo>
                    <a:pt x="1708146" y="1157502"/>
                  </a:lnTo>
                  <a:cubicBezTo>
                    <a:pt x="1708075" y="1153919"/>
                    <a:pt x="1705181" y="1151032"/>
                    <a:pt x="1701590" y="1150962"/>
                  </a:cubicBezTo>
                  <a:close/>
                  <a:moveTo>
                    <a:pt x="1810905" y="1257740"/>
                  </a:moveTo>
                  <a:cubicBezTo>
                    <a:pt x="1807285" y="1257740"/>
                    <a:pt x="1804349" y="1260669"/>
                    <a:pt x="1804349" y="1264280"/>
                  </a:cubicBezTo>
                  <a:lnTo>
                    <a:pt x="1804349" y="1264280"/>
                  </a:lnTo>
                  <a:cubicBezTo>
                    <a:pt x="1804420" y="1267835"/>
                    <a:pt x="1807342" y="1270678"/>
                    <a:pt x="1810905" y="1270678"/>
                  </a:cubicBezTo>
                  <a:lnTo>
                    <a:pt x="1810905" y="1270678"/>
                  </a:lnTo>
                  <a:cubicBezTo>
                    <a:pt x="1814468" y="1270678"/>
                    <a:pt x="1817390" y="1267835"/>
                    <a:pt x="1817461" y="1264280"/>
                  </a:cubicBezTo>
                  <a:lnTo>
                    <a:pt x="1817461" y="1264280"/>
                  </a:lnTo>
                  <a:cubicBezTo>
                    <a:pt x="1817461" y="1260669"/>
                    <a:pt x="1814525" y="1257740"/>
                    <a:pt x="1810905" y="1257740"/>
                  </a:cubicBezTo>
                  <a:close/>
                  <a:moveTo>
                    <a:pt x="2024690" y="1280347"/>
                  </a:moveTo>
                  <a:cubicBezTo>
                    <a:pt x="2021141" y="1280347"/>
                    <a:pt x="2018277" y="1283205"/>
                    <a:pt x="2018277" y="1286745"/>
                  </a:cubicBezTo>
                  <a:cubicBezTo>
                    <a:pt x="2018277" y="1286788"/>
                    <a:pt x="2018277" y="1286844"/>
                    <a:pt x="2018277" y="1286887"/>
                  </a:cubicBezTo>
                  <a:lnTo>
                    <a:pt x="2018277" y="1286887"/>
                  </a:lnTo>
                  <a:cubicBezTo>
                    <a:pt x="2018277" y="1290427"/>
                    <a:pt x="2021141" y="1293285"/>
                    <a:pt x="2024690" y="1293285"/>
                  </a:cubicBezTo>
                  <a:lnTo>
                    <a:pt x="2024690" y="1293285"/>
                  </a:lnTo>
                  <a:cubicBezTo>
                    <a:pt x="2028253" y="1293285"/>
                    <a:pt x="2031175" y="1290442"/>
                    <a:pt x="2031246" y="1286887"/>
                  </a:cubicBezTo>
                  <a:lnTo>
                    <a:pt x="2031246" y="1286887"/>
                  </a:lnTo>
                  <a:cubicBezTo>
                    <a:pt x="2031246" y="1283276"/>
                    <a:pt x="2028310" y="1280347"/>
                    <a:pt x="2024690" y="1280347"/>
                  </a:cubicBezTo>
                  <a:close/>
                  <a:moveTo>
                    <a:pt x="1939176" y="800199"/>
                  </a:moveTo>
                  <a:cubicBezTo>
                    <a:pt x="1935585" y="800270"/>
                    <a:pt x="1932691" y="803157"/>
                    <a:pt x="1932620" y="806740"/>
                  </a:cubicBezTo>
                  <a:lnTo>
                    <a:pt x="1932620" y="806740"/>
                  </a:lnTo>
                  <a:cubicBezTo>
                    <a:pt x="1932691" y="810294"/>
                    <a:pt x="1935613" y="813138"/>
                    <a:pt x="1939176" y="813138"/>
                  </a:cubicBezTo>
                  <a:lnTo>
                    <a:pt x="1939176" y="813138"/>
                  </a:lnTo>
                  <a:cubicBezTo>
                    <a:pt x="1942725" y="813138"/>
                    <a:pt x="1945590" y="810280"/>
                    <a:pt x="1945590" y="806740"/>
                  </a:cubicBezTo>
                  <a:lnTo>
                    <a:pt x="1945590" y="806740"/>
                  </a:lnTo>
                  <a:cubicBezTo>
                    <a:pt x="1945590" y="803185"/>
                    <a:pt x="1942739" y="800270"/>
                    <a:pt x="1939176" y="800199"/>
                  </a:cubicBezTo>
                  <a:close/>
                  <a:moveTo>
                    <a:pt x="1332597" y="616643"/>
                  </a:moveTo>
                  <a:cubicBezTo>
                    <a:pt x="1327794" y="616643"/>
                    <a:pt x="1323903" y="620524"/>
                    <a:pt x="1323903" y="625316"/>
                  </a:cubicBezTo>
                  <a:cubicBezTo>
                    <a:pt x="1323903" y="625359"/>
                    <a:pt x="1323903" y="625415"/>
                    <a:pt x="1323903" y="625458"/>
                  </a:cubicBezTo>
                  <a:lnTo>
                    <a:pt x="1323903" y="625458"/>
                  </a:lnTo>
                  <a:cubicBezTo>
                    <a:pt x="1323817" y="630250"/>
                    <a:pt x="1327651" y="634188"/>
                    <a:pt x="1332454" y="634273"/>
                  </a:cubicBezTo>
                  <a:cubicBezTo>
                    <a:pt x="1332497" y="634273"/>
                    <a:pt x="1332554" y="634273"/>
                    <a:pt x="1332597" y="634273"/>
                  </a:cubicBezTo>
                  <a:lnTo>
                    <a:pt x="1332597" y="634273"/>
                  </a:lnTo>
                  <a:cubicBezTo>
                    <a:pt x="1337471" y="634273"/>
                    <a:pt x="1341433" y="630321"/>
                    <a:pt x="1341433" y="625458"/>
                  </a:cubicBezTo>
                  <a:lnTo>
                    <a:pt x="1341433" y="625458"/>
                  </a:lnTo>
                  <a:cubicBezTo>
                    <a:pt x="1341433" y="620596"/>
                    <a:pt x="1337471" y="616643"/>
                    <a:pt x="1332597" y="616643"/>
                  </a:cubicBezTo>
                  <a:close/>
                  <a:moveTo>
                    <a:pt x="1348274" y="723137"/>
                  </a:moveTo>
                  <a:cubicBezTo>
                    <a:pt x="1343400" y="723137"/>
                    <a:pt x="1339438" y="727089"/>
                    <a:pt x="1339438" y="731952"/>
                  </a:cubicBezTo>
                  <a:lnTo>
                    <a:pt x="1339438" y="731952"/>
                  </a:lnTo>
                  <a:cubicBezTo>
                    <a:pt x="1339438" y="736815"/>
                    <a:pt x="1343400" y="740767"/>
                    <a:pt x="1348274" y="740767"/>
                  </a:cubicBezTo>
                  <a:lnTo>
                    <a:pt x="1348274" y="740767"/>
                  </a:lnTo>
                  <a:cubicBezTo>
                    <a:pt x="1353148" y="740767"/>
                    <a:pt x="1357111" y="736815"/>
                    <a:pt x="1357111" y="731952"/>
                  </a:cubicBezTo>
                  <a:lnTo>
                    <a:pt x="1357111" y="731952"/>
                  </a:lnTo>
                  <a:cubicBezTo>
                    <a:pt x="1357111" y="727089"/>
                    <a:pt x="1353148" y="723137"/>
                    <a:pt x="1348274" y="723137"/>
                  </a:cubicBezTo>
                  <a:close/>
                  <a:moveTo>
                    <a:pt x="1310220" y="708919"/>
                  </a:moveTo>
                  <a:cubicBezTo>
                    <a:pt x="1305417" y="708919"/>
                    <a:pt x="1301526" y="712800"/>
                    <a:pt x="1301526" y="717592"/>
                  </a:cubicBezTo>
                  <a:lnTo>
                    <a:pt x="1301526" y="717592"/>
                  </a:lnTo>
                  <a:cubicBezTo>
                    <a:pt x="1301441" y="722383"/>
                    <a:pt x="1305275" y="726322"/>
                    <a:pt x="1310078" y="726407"/>
                  </a:cubicBezTo>
                  <a:cubicBezTo>
                    <a:pt x="1310121" y="726407"/>
                    <a:pt x="1310178" y="726407"/>
                    <a:pt x="1310220" y="726407"/>
                  </a:cubicBezTo>
                  <a:lnTo>
                    <a:pt x="1310220" y="726407"/>
                  </a:lnTo>
                  <a:cubicBezTo>
                    <a:pt x="1315023" y="726492"/>
                    <a:pt x="1318971" y="722668"/>
                    <a:pt x="1319057" y="717876"/>
                  </a:cubicBezTo>
                  <a:cubicBezTo>
                    <a:pt x="1319057" y="717777"/>
                    <a:pt x="1319057" y="717691"/>
                    <a:pt x="1319057" y="717592"/>
                  </a:cubicBezTo>
                  <a:lnTo>
                    <a:pt x="1319057" y="717592"/>
                  </a:lnTo>
                  <a:cubicBezTo>
                    <a:pt x="1319057" y="712800"/>
                    <a:pt x="1315166" y="708919"/>
                    <a:pt x="1310363" y="708919"/>
                  </a:cubicBezTo>
                  <a:cubicBezTo>
                    <a:pt x="1310320" y="708919"/>
                    <a:pt x="1310263" y="708919"/>
                    <a:pt x="1310220" y="708919"/>
                  </a:cubicBezTo>
                  <a:close/>
                  <a:moveTo>
                    <a:pt x="1254066" y="936409"/>
                  </a:moveTo>
                  <a:cubicBezTo>
                    <a:pt x="1249192" y="936409"/>
                    <a:pt x="1245230" y="940362"/>
                    <a:pt x="1245230" y="945225"/>
                  </a:cubicBezTo>
                  <a:lnTo>
                    <a:pt x="1245230" y="945225"/>
                  </a:lnTo>
                  <a:cubicBezTo>
                    <a:pt x="1245230" y="950087"/>
                    <a:pt x="1249192" y="954040"/>
                    <a:pt x="1254066" y="954040"/>
                  </a:cubicBezTo>
                  <a:lnTo>
                    <a:pt x="1254066" y="954040"/>
                  </a:lnTo>
                  <a:cubicBezTo>
                    <a:pt x="1258940" y="954040"/>
                    <a:pt x="1262903" y="950087"/>
                    <a:pt x="1262903" y="945225"/>
                  </a:cubicBezTo>
                  <a:lnTo>
                    <a:pt x="1262903" y="945225"/>
                  </a:lnTo>
                  <a:cubicBezTo>
                    <a:pt x="1262903" y="940362"/>
                    <a:pt x="1258940" y="936409"/>
                    <a:pt x="1254066" y="936409"/>
                  </a:cubicBezTo>
                  <a:close/>
                  <a:moveTo>
                    <a:pt x="1372646" y="899158"/>
                  </a:moveTo>
                  <a:cubicBezTo>
                    <a:pt x="1367771" y="899158"/>
                    <a:pt x="1363809" y="903110"/>
                    <a:pt x="1363809" y="907973"/>
                  </a:cubicBezTo>
                  <a:lnTo>
                    <a:pt x="1363809" y="907973"/>
                  </a:lnTo>
                  <a:cubicBezTo>
                    <a:pt x="1363809" y="912836"/>
                    <a:pt x="1367771" y="916788"/>
                    <a:pt x="1372646" y="916788"/>
                  </a:cubicBezTo>
                  <a:lnTo>
                    <a:pt x="1372646" y="916788"/>
                  </a:lnTo>
                  <a:cubicBezTo>
                    <a:pt x="1377520" y="916788"/>
                    <a:pt x="1381482" y="912836"/>
                    <a:pt x="1381482" y="907973"/>
                  </a:cubicBezTo>
                  <a:lnTo>
                    <a:pt x="1381482" y="907973"/>
                  </a:lnTo>
                  <a:cubicBezTo>
                    <a:pt x="1381482" y="903110"/>
                    <a:pt x="1377520" y="899158"/>
                    <a:pt x="1372646" y="899158"/>
                  </a:cubicBezTo>
                  <a:close/>
                  <a:moveTo>
                    <a:pt x="1279720" y="1010486"/>
                  </a:moveTo>
                  <a:cubicBezTo>
                    <a:pt x="1274846" y="1010486"/>
                    <a:pt x="1270884" y="1014439"/>
                    <a:pt x="1270884" y="1019301"/>
                  </a:cubicBezTo>
                  <a:lnTo>
                    <a:pt x="1270884" y="1019301"/>
                  </a:lnTo>
                  <a:cubicBezTo>
                    <a:pt x="1270884" y="1024164"/>
                    <a:pt x="1274846" y="1028117"/>
                    <a:pt x="1279720" y="1028117"/>
                  </a:cubicBezTo>
                  <a:lnTo>
                    <a:pt x="1279720" y="1028117"/>
                  </a:lnTo>
                  <a:cubicBezTo>
                    <a:pt x="1284523" y="1028117"/>
                    <a:pt x="1288414" y="1024235"/>
                    <a:pt x="1288414" y="1019444"/>
                  </a:cubicBezTo>
                  <a:cubicBezTo>
                    <a:pt x="1288414" y="1019401"/>
                    <a:pt x="1288414" y="1019344"/>
                    <a:pt x="1288414" y="1019301"/>
                  </a:cubicBezTo>
                  <a:lnTo>
                    <a:pt x="1288414" y="1019301"/>
                  </a:lnTo>
                  <a:cubicBezTo>
                    <a:pt x="1288500" y="1014510"/>
                    <a:pt x="1284666" y="1010571"/>
                    <a:pt x="1279863" y="1010486"/>
                  </a:cubicBezTo>
                  <a:cubicBezTo>
                    <a:pt x="1279820" y="1010486"/>
                    <a:pt x="1279763" y="1010486"/>
                    <a:pt x="1279720" y="1010486"/>
                  </a:cubicBezTo>
                  <a:close/>
                  <a:moveTo>
                    <a:pt x="1041991" y="521523"/>
                  </a:moveTo>
                  <a:cubicBezTo>
                    <a:pt x="1038291" y="521523"/>
                    <a:pt x="1035293" y="524509"/>
                    <a:pt x="1035293" y="528206"/>
                  </a:cubicBezTo>
                  <a:lnTo>
                    <a:pt x="1035293" y="528206"/>
                  </a:lnTo>
                  <a:cubicBezTo>
                    <a:pt x="1035214" y="531903"/>
                    <a:pt x="1038149" y="534945"/>
                    <a:pt x="1041847" y="535031"/>
                  </a:cubicBezTo>
                  <a:cubicBezTo>
                    <a:pt x="1041896" y="535031"/>
                    <a:pt x="1041943" y="535031"/>
                    <a:pt x="1041991" y="535031"/>
                  </a:cubicBezTo>
                  <a:lnTo>
                    <a:pt x="1041991" y="535031"/>
                  </a:lnTo>
                  <a:cubicBezTo>
                    <a:pt x="1045690" y="535116"/>
                    <a:pt x="1048753" y="532187"/>
                    <a:pt x="1048833" y="528490"/>
                  </a:cubicBezTo>
                  <a:cubicBezTo>
                    <a:pt x="1048834" y="528391"/>
                    <a:pt x="1048834" y="528305"/>
                    <a:pt x="1048833" y="528206"/>
                  </a:cubicBezTo>
                  <a:lnTo>
                    <a:pt x="1048833" y="528206"/>
                  </a:lnTo>
                  <a:cubicBezTo>
                    <a:pt x="1048834" y="524509"/>
                    <a:pt x="1045835" y="521523"/>
                    <a:pt x="1042135" y="521523"/>
                  </a:cubicBezTo>
                  <a:cubicBezTo>
                    <a:pt x="1042087" y="521523"/>
                    <a:pt x="1042040" y="521523"/>
                    <a:pt x="1041991" y="521523"/>
                  </a:cubicBezTo>
                  <a:close/>
                  <a:moveTo>
                    <a:pt x="1015339" y="597448"/>
                  </a:moveTo>
                  <a:cubicBezTo>
                    <a:pt x="1011641" y="597363"/>
                    <a:pt x="1008578" y="600292"/>
                    <a:pt x="1008498" y="603989"/>
                  </a:cubicBezTo>
                  <a:cubicBezTo>
                    <a:pt x="1008495" y="604088"/>
                    <a:pt x="1008495" y="604174"/>
                    <a:pt x="1008498" y="604273"/>
                  </a:cubicBezTo>
                  <a:lnTo>
                    <a:pt x="1008498" y="604273"/>
                  </a:lnTo>
                  <a:cubicBezTo>
                    <a:pt x="1008497" y="607970"/>
                    <a:pt x="1011496" y="610956"/>
                    <a:pt x="1015196" y="610956"/>
                  </a:cubicBezTo>
                  <a:cubicBezTo>
                    <a:pt x="1015244" y="610956"/>
                    <a:pt x="1015291" y="610956"/>
                    <a:pt x="1015339" y="610956"/>
                  </a:cubicBezTo>
                  <a:lnTo>
                    <a:pt x="1015339" y="610956"/>
                  </a:lnTo>
                  <a:cubicBezTo>
                    <a:pt x="1019039" y="610956"/>
                    <a:pt x="1022038" y="607970"/>
                    <a:pt x="1022038" y="604273"/>
                  </a:cubicBezTo>
                  <a:lnTo>
                    <a:pt x="1022038" y="604273"/>
                  </a:lnTo>
                  <a:cubicBezTo>
                    <a:pt x="1022116" y="600576"/>
                    <a:pt x="1019182" y="597534"/>
                    <a:pt x="1015483" y="597448"/>
                  </a:cubicBezTo>
                  <a:cubicBezTo>
                    <a:pt x="1015435" y="597448"/>
                    <a:pt x="1015388" y="597448"/>
                    <a:pt x="1015339" y="597448"/>
                  </a:cubicBezTo>
                  <a:close/>
                  <a:moveTo>
                    <a:pt x="988830" y="441049"/>
                  </a:moveTo>
                  <a:cubicBezTo>
                    <a:pt x="985083" y="441120"/>
                    <a:pt x="982065" y="444134"/>
                    <a:pt x="981989" y="447873"/>
                  </a:cubicBezTo>
                  <a:lnTo>
                    <a:pt x="981989" y="447873"/>
                  </a:lnTo>
                  <a:cubicBezTo>
                    <a:pt x="982065" y="451613"/>
                    <a:pt x="985083" y="454627"/>
                    <a:pt x="988830" y="454698"/>
                  </a:cubicBezTo>
                  <a:lnTo>
                    <a:pt x="988830" y="454698"/>
                  </a:lnTo>
                  <a:cubicBezTo>
                    <a:pt x="992577" y="454627"/>
                    <a:pt x="995596" y="451613"/>
                    <a:pt x="995671" y="447873"/>
                  </a:cubicBezTo>
                  <a:lnTo>
                    <a:pt x="995671" y="447873"/>
                  </a:lnTo>
                  <a:cubicBezTo>
                    <a:pt x="995596" y="444134"/>
                    <a:pt x="992577" y="441120"/>
                    <a:pt x="988830" y="441049"/>
                  </a:cubicBezTo>
                  <a:close/>
                  <a:moveTo>
                    <a:pt x="815807" y="522376"/>
                  </a:moveTo>
                  <a:cubicBezTo>
                    <a:pt x="812084" y="522448"/>
                    <a:pt x="809107" y="525490"/>
                    <a:pt x="809108" y="529201"/>
                  </a:cubicBezTo>
                  <a:lnTo>
                    <a:pt x="809108" y="529201"/>
                  </a:lnTo>
                  <a:cubicBezTo>
                    <a:pt x="809108" y="532912"/>
                    <a:pt x="812084" y="535955"/>
                    <a:pt x="815807" y="536026"/>
                  </a:cubicBezTo>
                  <a:lnTo>
                    <a:pt x="815807" y="536026"/>
                  </a:lnTo>
                  <a:cubicBezTo>
                    <a:pt x="819585" y="536026"/>
                    <a:pt x="822648" y="532969"/>
                    <a:pt x="822648" y="529201"/>
                  </a:cubicBezTo>
                  <a:lnTo>
                    <a:pt x="822648" y="529201"/>
                  </a:lnTo>
                  <a:cubicBezTo>
                    <a:pt x="822648" y="525433"/>
                    <a:pt x="819585" y="522376"/>
                    <a:pt x="815807" y="522376"/>
                  </a:cubicBezTo>
                  <a:close/>
                  <a:moveTo>
                    <a:pt x="685683" y="497210"/>
                  </a:moveTo>
                  <a:cubicBezTo>
                    <a:pt x="681983" y="497210"/>
                    <a:pt x="678984" y="500196"/>
                    <a:pt x="678984" y="503893"/>
                  </a:cubicBezTo>
                  <a:lnTo>
                    <a:pt x="678984" y="503893"/>
                  </a:lnTo>
                  <a:cubicBezTo>
                    <a:pt x="678906" y="507590"/>
                    <a:pt x="681840" y="510632"/>
                    <a:pt x="685539" y="510718"/>
                  </a:cubicBezTo>
                  <a:cubicBezTo>
                    <a:pt x="685587" y="510718"/>
                    <a:pt x="685634" y="510718"/>
                    <a:pt x="685683" y="510718"/>
                  </a:cubicBezTo>
                  <a:lnTo>
                    <a:pt x="685683" y="510718"/>
                  </a:lnTo>
                  <a:cubicBezTo>
                    <a:pt x="689461" y="510718"/>
                    <a:pt x="692524" y="507661"/>
                    <a:pt x="692524" y="503893"/>
                  </a:cubicBezTo>
                  <a:lnTo>
                    <a:pt x="692524" y="503893"/>
                  </a:lnTo>
                  <a:cubicBezTo>
                    <a:pt x="692447" y="500182"/>
                    <a:pt x="689405" y="497210"/>
                    <a:pt x="685683" y="497210"/>
                  </a:cubicBezTo>
                  <a:close/>
                  <a:moveTo>
                    <a:pt x="615419" y="444603"/>
                  </a:moveTo>
                  <a:cubicBezTo>
                    <a:pt x="611720" y="444518"/>
                    <a:pt x="608657" y="447447"/>
                    <a:pt x="608578" y="451143"/>
                  </a:cubicBezTo>
                  <a:cubicBezTo>
                    <a:pt x="608576" y="451243"/>
                    <a:pt x="608576" y="451328"/>
                    <a:pt x="608578" y="451428"/>
                  </a:cubicBezTo>
                  <a:lnTo>
                    <a:pt x="608578" y="451428"/>
                  </a:lnTo>
                  <a:cubicBezTo>
                    <a:pt x="608576" y="455124"/>
                    <a:pt x="611575" y="458110"/>
                    <a:pt x="615275" y="458110"/>
                  </a:cubicBezTo>
                  <a:cubicBezTo>
                    <a:pt x="615323" y="458110"/>
                    <a:pt x="615370" y="458110"/>
                    <a:pt x="615419" y="458110"/>
                  </a:cubicBezTo>
                  <a:lnTo>
                    <a:pt x="615419" y="458110"/>
                  </a:lnTo>
                  <a:cubicBezTo>
                    <a:pt x="619119" y="458110"/>
                    <a:pt x="622117" y="455124"/>
                    <a:pt x="622117" y="451428"/>
                  </a:cubicBezTo>
                  <a:lnTo>
                    <a:pt x="622117" y="451428"/>
                  </a:lnTo>
                  <a:cubicBezTo>
                    <a:pt x="622196" y="447731"/>
                    <a:pt x="619261" y="444688"/>
                    <a:pt x="615563" y="444603"/>
                  </a:cubicBezTo>
                  <a:cubicBezTo>
                    <a:pt x="615514" y="444603"/>
                    <a:pt x="615467" y="444603"/>
                    <a:pt x="615419" y="444603"/>
                  </a:cubicBezTo>
                  <a:close/>
                  <a:moveTo>
                    <a:pt x="909017" y="903423"/>
                  </a:moveTo>
                  <a:cubicBezTo>
                    <a:pt x="905270" y="903494"/>
                    <a:pt x="902251" y="906509"/>
                    <a:pt x="902176" y="910248"/>
                  </a:cubicBezTo>
                  <a:lnTo>
                    <a:pt x="902176" y="910248"/>
                  </a:lnTo>
                  <a:cubicBezTo>
                    <a:pt x="902251" y="913987"/>
                    <a:pt x="905270" y="917002"/>
                    <a:pt x="909017" y="917073"/>
                  </a:cubicBezTo>
                  <a:lnTo>
                    <a:pt x="909017" y="917073"/>
                  </a:lnTo>
                  <a:cubicBezTo>
                    <a:pt x="912764" y="917002"/>
                    <a:pt x="915783" y="913987"/>
                    <a:pt x="915858" y="910248"/>
                  </a:cubicBezTo>
                  <a:lnTo>
                    <a:pt x="915858" y="910248"/>
                  </a:lnTo>
                  <a:cubicBezTo>
                    <a:pt x="915783" y="906509"/>
                    <a:pt x="912764" y="903494"/>
                    <a:pt x="909017" y="903423"/>
                  </a:cubicBezTo>
                  <a:close/>
                  <a:moveTo>
                    <a:pt x="870963" y="1004514"/>
                  </a:moveTo>
                  <a:cubicBezTo>
                    <a:pt x="867216" y="1004585"/>
                    <a:pt x="864198" y="1007600"/>
                    <a:pt x="864122" y="1011339"/>
                  </a:cubicBezTo>
                  <a:lnTo>
                    <a:pt x="864122" y="1011339"/>
                  </a:lnTo>
                  <a:cubicBezTo>
                    <a:pt x="864198" y="1015078"/>
                    <a:pt x="867216" y="1018093"/>
                    <a:pt x="870963" y="1018164"/>
                  </a:cubicBezTo>
                  <a:lnTo>
                    <a:pt x="870963" y="1018164"/>
                  </a:lnTo>
                  <a:cubicBezTo>
                    <a:pt x="874686" y="1018093"/>
                    <a:pt x="877663" y="1015050"/>
                    <a:pt x="877662" y="1011339"/>
                  </a:cubicBezTo>
                  <a:lnTo>
                    <a:pt x="877662" y="1011339"/>
                  </a:lnTo>
                  <a:cubicBezTo>
                    <a:pt x="877663" y="1007628"/>
                    <a:pt x="874686" y="1004585"/>
                    <a:pt x="870963" y="1004514"/>
                  </a:cubicBezTo>
                  <a:close/>
                  <a:moveTo>
                    <a:pt x="929113" y="1342053"/>
                  </a:moveTo>
                  <a:cubicBezTo>
                    <a:pt x="925366" y="1342125"/>
                    <a:pt x="922347" y="1345139"/>
                    <a:pt x="922272" y="1348878"/>
                  </a:cubicBezTo>
                  <a:lnTo>
                    <a:pt x="922272" y="1348878"/>
                  </a:lnTo>
                  <a:cubicBezTo>
                    <a:pt x="922347" y="1352618"/>
                    <a:pt x="925366" y="1355632"/>
                    <a:pt x="929113" y="1355703"/>
                  </a:cubicBezTo>
                  <a:lnTo>
                    <a:pt x="929113" y="1355703"/>
                  </a:lnTo>
                  <a:cubicBezTo>
                    <a:pt x="932835" y="1355632"/>
                    <a:pt x="935813" y="1352589"/>
                    <a:pt x="935811" y="1348878"/>
                  </a:cubicBezTo>
                  <a:lnTo>
                    <a:pt x="935811" y="1348878"/>
                  </a:lnTo>
                  <a:cubicBezTo>
                    <a:pt x="935813" y="1345167"/>
                    <a:pt x="932835" y="1342125"/>
                    <a:pt x="929113" y="1342053"/>
                  </a:cubicBezTo>
                  <a:close/>
                  <a:moveTo>
                    <a:pt x="922272" y="1274802"/>
                  </a:moveTo>
                  <a:cubicBezTo>
                    <a:pt x="918549" y="1274873"/>
                    <a:pt x="915572" y="1277916"/>
                    <a:pt x="915573" y="1281626"/>
                  </a:cubicBezTo>
                  <a:lnTo>
                    <a:pt x="915573" y="1281626"/>
                  </a:lnTo>
                  <a:cubicBezTo>
                    <a:pt x="915573" y="1285323"/>
                    <a:pt x="918572" y="1288309"/>
                    <a:pt x="922272" y="1288309"/>
                  </a:cubicBezTo>
                  <a:lnTo>
                    <a:pt x="922272" y="1288309"/>
                  </a:lnTo>
                  <a:cubicBezTo>
                    <a:pt x="925994" y="1288309"/>
                    <a:pt x="929036" y="1285337"/>
                    <a:pt x="929113" y="1281626"/>
                  </a:cubicBezTo>
                  <a:lnTo>
                    <a:pt x="929113" y="1281626"/>
                  </a:lnTo>
                  <a:cubicBezTo>
                    <a:pt x="929037" y="1277887"/>
                    <a:pt x="926019" y="1274873"/>
                    <a:pt x="922272" y="1274802"/>
                  </a:cubicBezTo>
                  <a:close/>
                  <a:moveTo>
                    <a:pt x="1050543" y="1326271"/>
                  </a:moveTo>
                  <a:cubicBezTo>
                    <a:pt x="1046844" y="1326186"/>
                    <a:pt x="1043781" y="1329115"/>
                    <a:pt x="1043702" y="1332812"/>
                  </a:cubicBezTo>
                  <a:cubicBezTo>
                    <a:pt x="1043700" y="1332911"/>
                    <a:pt x="1043700" y="1332997"/>
                    <a:pt x="1043702" y="1333096"/>
                  </a:cubicBezTo>
                  <a:lnTo>
                    <a:pt x="1043702" y="1333096"/>
                  </a:lnTo>
                  <a:cubicBezTo>
                    <a:pt x="1043700" y="1336793"/>
                    <a:pt x="1046699" y="1339779"/>
                    <a:pt x="1050399" y="1339779"/>
                  </a:cubicBezTo>
                  <a:cubicBezTo>
                    <a:pt x="1050447" y="1339779"/>
                    <a:pt x="1050494" y="1339779"/>
                    <a:pt x="1050543" y="1339779"/>
                  </a:cubicBezTo>
                  <a:lnTo>
                    <a:pt x="1050543" y="1339779"/>
                  </a:lnTo>
                  <a:cubicBezTo>
                    <a:pt x="1054243" y="1339779"/>
                    <a:pt x="1057241" y="1336793"/>
                    <a:pt x="1057241" y="1333096"/>
                  </a:cubicBezTo>
                  <a:lnTo>
                    <a:pt x="1057241" y="1333096"/>
                  </a:lnTo>
                  <a:cubicBezTo>
                    <a:pt x="1057320" y="1329399"/>
                    <a:pt x="1054385" y="1326357"/>
                    <a:pt x="1050687" y="1326271"/>
                  </a:cubicBezTo>
                  <a:cubicBezTo>
                    <a:pt x="1050638" y="1326271"/>
                    <a:pt x="1050591" y="1326271"/>
                    <a:pt x="1050543" y="1326271"/>
                  </a:cubicBezTo>
                  <a:close/>
                  <a:moveTo>
                    <a:pt x="986977" y="1301532"/>
                  </a:moveTo>
                  <a:cubicBezTo>
                    <a:pt x="983279" y="1301447"/>
                    <a:pt x="980216" y="1304375"/>
                    <a:pt x="980136" y="1308072"/>
                  </a:cubicBezTo>
                  <a:cubicBezTo>
                    <a:pt x="980135" y="1308172"/>
                    <a:pt x="980135" y="1308257"/>
                    <a:pt x="980136" y="1308356"/>
                  </a:cubicBezTo>
                  <a:lnTo>
                    <a:pt x="980136" y="1308356"/>
                  </a:lnTo>
                  <a:cubicBezTo>
                    <a:pt x="980135" y="1312053"/>
                    <a:pt x="983133" y="1315039"/>
                    <a:pt x="986833" y="1315039"/>
                  </a:cubicBezTo>
                  <a:cubicBezTo>
                    <a:pt x="986882" y="1315039"/>
                    <a:pt x="986929" y="1315039"/>
                    <a:pt x="986977" y="1315039"/>
                  </a:cubicBezTo>
                  <a:lnTo>
                    <a:pt x="986977" y="1315039"/>
                  </a:lnTo>
                  <a:cubicBezTo>
                    <a:pt x="990677" y="1315039"/>
                    <a:pt x="993676" y="1312053"/>
                    <a:pt x="993676" y="1308356"/>
                  </a:cubicBezTo>
                  <a:lnTo>
                    <a:pt x="993676" y="1308356"/>
                  </a:lnTo>
                  <a:cubicBezTo>
                    <a:pt x="993754" y="1304660"/>
                    <a:pt x="990820" y="1301617"/>
                    <a:pt x="987121" y="1301532"/>
                  </a:cubicBezTo>
                  <a:cubicBezTo>
                    <a:pt x="987073" y="1301532"/>
                    <a:pt x="987026" y="1301532"/>
                    <a:pt x="986977" y="1301532"/>
                  </a:cubicBezTo>
                  <a:close/>
                  <a:moveTo>
                    <a:pt x="945788" y="1177265"/>
                  </a:moveTo>
                  <a:cubicBezTo>
                    <a:pt x="942065" y="1177336"/>
                    <a:pt x="939088" y="1180379"/>
                    <a:pt x="939089" y="1184090"/>
                  </a:cubicBezTo>
                  <a:lnTo>
                    <a:pt x="939089" y="1184090"/>
                  </a:lnTo>
                  <a:cubicBezTo>
                    <a:pt x="939088" y="1187801"/>
                    <a:pt x="942065" y="1190843"/>
                    <a:pt x="945788" y="1190915"/>
                  </a:cubicBezTo>
                  <a:lnTo>
                    <a:pt x="945788" y="1190915"/>
                  </a:lnTo>
                  <a:cubicBezTo>
                    <a:pt x="949535" y="1190843"/>
                    <a:pt x="952554" y="1187829"/>
                    <a:pt x="952629" y="1184090"/>
                  </a:cubicBezTo>
                  <a:lnTo>
                    <a:pt x="952629" y="1184090"/>
                  </a:lnTo>
                  <a:cubicBezTo>
                    <a:pt x="952554" y="1180350"/>
                    <a:pt x="949535" y="1177336"/>
                    <a:pt x="945788" y="1177265"/>
                  </a:cubicBezTo>
                  <a:close/>
                  <a:moveTo>
                    <a:pt x="911867" y="1177265"/>
                  </a:moveTo>
                  <a:cubicBezTo>
                    <a:pt x="908145" y="1177336"/>
                    <a:pt x="905167" y="1180379"/>
                    <a:pt x="905169" y="1184090"/>
                  </a:cubicBezTo>
                  <a:lnTo>
                    <a:pt x="905169" y="1184090"/>
                  </a:lnTo>
                  <a:cubicBezTo>
                    <a:pt x="905169" y="1187787"/>
                    <a:pt x="908167" y="1190772"/>
                    <a:pt x="911867" y="1190772"/>
                  </a:cubicBezTo>
                  <a:lnTo>
                    <a:pt x="911867" y="1190772"/>
                  </a:lnTo>
                  <a:cubicBezTo>
                    <a:pt x="915566" y="1190858"/>
                    <a:pt x="918629" y="1187929"/>
                    <a:pt x="918707" y="1184232"/>
                  </a:cubicBezTo>
                  <a:cubicBezTo>
                    <a:pt x="918709" y="1184189"/>
                    <a:pt x="918709" y="1184132"/>
                    <a:pt x="918709" y="1184090"/>
                  </a:cubicBezTo>
                  <a:lnTo>
                    <a:pt x="918709" y="1184090"/>
                  </a:lnTo>
                  <a:cubicBezTo>
                    <a:pt x="918709" y="1180322"/>
                    <a:pt x="915646" y="1177265"/>
                    <a:pt x="911867" y="1177265"/>
                  </a:cubicBezTo>
                  <a:close/>
                  <a:moveTo>
                    <a:pt x="565250" y="1586890"/>
                  </a:moveTo>
                  <a:cubicBezTo>
                    <a:pt x="561551" y="1586890"/>
                    <a:pt x="558552" y="1589876"/>
                    <a:pt x="558550" y="1593573"/>
                  </a:cubicBezTo>
                  <a:cubicBezTo>
                    <a:pt x="558550" y="1593616"/>
                    <a:pt x="558550" y="1593672"/>
                    <a:pt x="558552" y="1593715"/>
                  </a:cubicBezTo>
                  <a:lnTo>
                    <a:pt x="558552" y="1593715"/>
                  </a:lnTo>
                  <a:cubicBezTo>
                    <a:pt x="558552" y="1597412"/>
                    <a:pt x="561551" y="1600398"/>
                    <a:pt x="565250" y="1600398"/>
                  </a:cubicBezTo>
                  <a:lnTo>
                    <a:pt x="565250" y="1600398"/>
                  </a:lnTo>
                  <a:cubicBezTo>
                    <a:pt x="568973" y="1600398"/>
                    <a:pt x="572015" y="1597426"/>
                    <a:pt x="572092" y="1593715"/>
                  </a:cubicBezTo>
                  <a:lnTo>
                    <a:pt x="572092" y="1593715"/>
                  </a:lnTo>
                  <a:cubicBezTo>
                    <a:pt x="572092" y="1589947"/>
                    <a:pt x="569029" y="1586890"/>
                    <a:pt x="565250" y="1586890"/>
                  </a:cubicBezTo>
                  <a:close/>
                  <a:moveTo>
                    <a:pt x="773477" y="1091103"/>
                  </a:moveTo>
                  <a:cubicBezTo>
                    <a:pt x="769699" y="1091103"/>
                    <a:pt x="766636" y="1094160"/>
                    <a:pt x="766636" y="1097928"/>
                  </a:cubicBezTo>
                  <a:lnTo>
                    <a:pt x="766636" y="1097928"/>
                  </a:lnTo>
                  <a:cubicBezTo>
                    <a:pt x="766635" y="1101624"/>
                    <a:pt x="769633" y="1104610"/>
                    <a:pt x="773333" y="1104610"/>
                  </a:cubicBezTo>
                  <a:cubicBezTo>
                    <a:pt x="773382" y="1104610"/>
                    <a:pt x="773429" y="1104610"/>
                    <a:pt x="773477" y="1104610"/>
                  </a:cubicBezTo>
                  <a:lnTo>
                    <a:pt x="773477" y="1104610"/>
                  </a:lnTo>
                  <a:cubicBezTo>
                    <a:pt x="777177" y="1104610"/>
                    <a:pt x="780176" y="1101624"/>
                    <a:pt x="780176" y="1097928"/>
                  </a:cubicBezTo>
                  <a:lnTo>
                    <a:pt x="780176" y="1097928"/>
                  </a:lnTo>
                  <a:cubicBezTo>
                    <a:pt x="780177" y="1094217"/>
                    <a:pt x="777200" y="1091174"/>
                    <a:pt x="773477" y="1091103"/>
                  </a:cubicBezTo>
                  <a:close/>
                  <a:moveTo>
                    <a:pt x="792148" y="1217360"/>
                  </a:moveTo>
                  <a:cubicBezTo>
                    <a:pt x="784276" y="1217360"/>
                    <a:pt x="777895" y="1223730"/>
                    <a:pt x="777895" y="1231578"/>
                  </a:cubicBezTo>
                  <a:lnTo>
                    <a:pt x="777895" y="1231578"/>
                  </a:lnTo>
                  <a:cubicBezTo>
                    <a:pt x="777895" y="1239427"/>
                    <a:pt x="784276" y="1245797"/>
                    <a:pt x="792148" y="1245797"/>
                  </a:cubicBezTo>
                  <a:lnTo>
                    <a:pt x="792148" y="1245797"/>
                  </a:lnTo>
                  <a:cubicBezTo>
                    <a:pt x="800019" y="1245797"/>
                    <a:pt x="806400" y="1239427"/>
                    <a:pt x="806400" y="1231578"/>
                  </a:cubicBezTo>
                  <a:lnTo>
                    <a:pt x="806400" y="1231578"/>
                  </a:lnTo>
                  <a:cubicBezTo>
                    <a:pt x="806400" y="1223730"/>
                    <a:pt x="800019" y="1217360"/>
                    <a:pt x="792148" y="1217360"/>
                  </a:cubicBezTo>
                  <a:close/>
                  <a:moveTo>
                    <a:pt x="492849" y="1494757"/>
                  </a:moveTo>
                  <a:cubicBezTo>
                    <a:pt x="484977" y="1494757"/>
                    <a:pt x="478596" y="1501126"/>
                    <a:pt x="478596" y="1508975"/>
                  </a:cubicBezTo>
                  <a:lnTo>
                    <a:pt x="478596" y="1508975"/>
                  </a:lnTo>
                  <a:cubicBezTo>
                    <a:pt x="478977" y="1516553"/>
                    <a:pt x="485248" y="1522496"/>
                    <a:pt x="492849" y="1522482"/>
                  </a:cubicBezTo>
                  <a:lnTo>
                    <a:pt x="492849" y="1522482"/>
                  </a:lnTo>
                  <a:cubicBezTo>
                    <a:pt x="500173" y="1522127"/>
                    <a:pt x="506031" y="1516283"/>
                    <a:pt x="506388" y="1508975"/>
                  </a:cubicBezTo>
                  <a:lnTo>
                    <a:pt x="506388" y="1508975"/>
                  </a:lnTo>
                  <a:cubicBezTo>
                    <a:pt x="506398" y="1501396"/>
                    <a:pt x="500441" y="1495141"/>
                    <a:pt x="492849" y="1494757"/>
                  </a:cubicBezTo>
                  <a:close/>
                  <a:moveTo>
                    <a:pt x="888636" y="2184480"/>
                  </a:moveTo>
                  <a:cubicBezTo>
                    <a:pt x="881312" y="2184835"/>
                    <a:pt x="875454" y="2190679"/>
                    <a:pt x="875096" y="2197987"/>
                  </a:cubicBezTo>
                  <a:lnTo>
                    <a:pt x="875096" y="2197987"/>
                  </a:lnTo>
                  <a:cubicBezTo>
                    <a:pt x="875086" y="2205565"/>
                    <a:pt x="881044" y="2211821"/>
                    <a:pt x="888636" y="2212205"/>
                  </a:cubicBezTo>
                  <a:lnTo>
                    <a:pt x="888636" y="2212205"/>
                  </a:lnTo>
                  <a:cubicBezTo>
                    <a:pt x="896019" y="2212689"/>
                    <a:pt x="902400" y="2207115"/>
                    <a:pt x="902888" y="2199750"/>
                  </a:cubicBezTo>
                  <a:cubicBezTo>
                    <a:pt x="902927" y="2199167"/>
                    <a:pt x="902927" y="2198570"/>
                    <a:pt x="902888" y="2197987"/>
                  </a:cubicBezTo>
                  <a:lnTo>
                    <a:pt x="902888" y="2197987"/>
                  </a:lnTo>
                  <a:cubicBezTo>
                    <a:pt x="902508" y="2190409"/>
                    <a:pt x="896237" y="2184465"/>
                    <a:pt x="888636" y="2184480"/>
                  </a:cubicBezTo>
                  <a:close/>
                  <a:moveTo>
                    <a:pt x="699935" y="2400880"/>
                  </a:moveTo>
                  <a:cubicBezTo>
                    <a:pt x="692334" y="2400866"/>
                    <a:pt x="686063" y="2406809"/>
                    <a:pt x="685683" y="2414387"/>
                  </a:cubicBezTo>
                  <a:lnTo>
                    <a:pt x="685683" y="2414387"/>
                  </a:lnTo>
                  <a:cubicBezTo>
                    <a:pt x="686063" y="2421966"/>
                    <a:pt x="692334" y="2427909"/>
                    <a:pt x="699935" y="2427894"/>
                  </a:cubicBezTo>
                  <a:lnTo>
                    <a:pt x="699935" y="2427894"/>
                  </a:lnTo>
                  <a:cubicBezTo>
                    <a:pt x="707536" y="2427909"/>
                    <a:pt x="713807" y="2421966"/>
                    <a:pt x="714187" y="2414387"/>
                  </a:cubicBezTo>
                  <a:lnTo>
                    <a:pt x="714187" y="2414387"/>
                  </a:lnTo>
                  <a:cubicBezTo>
                    <a:pt x="714282" y="2407008"/>
                    <a:pt x="708360" y="2400951"/>
                    <a:pt x="700961" y="2400852"/>
                  </a:cubicBezTo>
                  <a:cubicBezTo>
                    <a:pt x="700619" y="2400852"/>
                    <a:pt x="700277" y="2400852"/>
                    <a:pt x="699935" y="2400880"/>
                  </a:cubicBezTo>
                  <a:close/>
                  <a:moveTo>
                    <a:pt x="530332" y="2226281"/>
                  </a:moveTo>
                  <a:cubicBezTo>
                    <a:pt x="522731" y="2226267"/>
                    <a:pt x="516460" y="2232210"/>
                    <a:pt x="516080" y="2239788"/>
                  </a:cubicBezTo>
                  <a:lnTo>
                    <a:pt x="516080" y="2239788"/>
                  </a:lnTo>
                  <a:cubicBezTo>
                    <a:pt x="516080" y="2247637"/>
                    <a:pt x="522461" y="2254006"/>
                    <a:pt x="530332" y="2254006"/>
                  </a:cubicBezTo>
                  <a:lnTo>
                    <a:pt x="530332" y="2254006"/>
                  </a:lnTo>
                  <a:cubicBezTo>
                    <a:pt x="538204" y="2254006"/>
                    <a:pt x="544585" y="2247637"/>
                    <a:pt x="544585" y="2239788"/>
                  </a:cubicBezTo>
                  <a:lnTo>
                    <a:pt x="544585" y="2239788"/>
                  </a:lnTo>
                  <a:cubicBezTo>
                    <a:pt x="544204" y="2232210"/>
                    <a:pt x="537933" y="2226267"/>
                    <a:pt x="530332" y="2226281"/>
                  </a:cubicBezTo>
                  <a:close/>
                  <a:moveTo>
                    <a:pt x="766351" y="1664095"/>
                  </a:moveTo>
                  <a:cubicBezTo>
                    <a:pt x="758750" y="1664081"/>
                    <a:pt x="752479" y="1670024"/>
                    <a:pt x="752099" y="1677602"/>
                  </a:cubicBezTo>
                  <a:lnTo>
                    <a:pt x="752099" y="1677602"/>
                  </a:lnTo>
                  <a:cubicBezTo>
                    <a:pt x="752099" y="1685451"/>
                    <a:pt x="758479" y="1691820"/>
                    <a:pt x="766351" y="1691820"/>
                  </a:cubicBezTo>
                  <a:lnTo>
                    <a:pt x="766351" y="1691820"/>
                  </a:lnTo>
                  <a:cubicBezTo>
                    <a:pt x="774223" y="1691820"/>
                    <a:pt x="780603" y="1685451"/>
                    <a:pt x="780603" y="1677602"/>
                  </a:cubicBezTo>
                  <a:lnTo>
                    <a:pt x="780603" y="1677602"/>
                  </a:lnTo>
                  <a:cubicBezTo>
                    <a:pt x="780223" y="1670024"/>
                    <a:pt x="773952" y="1664081"/>
                    <a:pt x="766351" y="1664095"/>
                  </a:cubicBezTo>
                  <a:close/>
                  <a:moveTo>
                    <a:pt x="780603" y="1826466"/>
                  </a:moveTo>
                  <a:cubicBezTo>
                    <a:pt x="773011" y="1826850"/>
                    <a:pt x="767054" y="1833106"/>
                    <a:pt x="767064" y="1840684"/>
                  </a:cubicBezTo>
                  <a:lnTo>
                    <a:pt x="767064" y="1840684"/>
                  </a:lnTo>
                  <a:cubicBezTo>
                    <a:pt x="767421" y="1847993"/>
                    <a:pt x="773279" y="1853836"/>
                    <a:pt x="780603" y="1854192"/>
                  </a:cubicBezTo>
                  <a:lnTo>
                    <a:pt x="780603" y="1854192"/>
                  </a:lnTo>
                  <a:cubicBezTo>
                    <a:pt x="788204" y="1854206"/>
                    <a:pt x="794475" y="1848263"/>
                    <a:pt x="794856" y="1840684"/>
                  </a:cubicBezTo>
                  <a:lnTo>
                    <a:pt x="794856" y="1840684"/>
                  </a:lnTo>
                  <a:cubicBezTo>
                    <a:pt x="794856" y="1832836"/>
                    <a:pt x="788475" y="1826466"/>
                    <a:pt x="780603" y="1826466"/>
                  </a:cubicBezTo>
                  <a:close/>
                  <a:moveTo>
                    <a:pt x="465484" y="1650588"/>
                  </a:moveTo>
                  <a:cubicBezTo>
                    <a:pt x="457892" y="1650972"/>
                    <a:pt x="451934" y="1657228"/>
                    <a:pt x="451944" y="1664806"/>
                  </a:cubicBezTo>
                  <a:lnTo>
                    <a:pt x="451944" y="1664806"/>
                  </a:lnTo>
                  <a:cubicBezTo>
                    <a:pt x="452302" y="1672114"/>
                    <a:pt x="458160" y="1677958"/>
                    <a:pt x="465484" y="1678313"/>
                  </a:cubicBezTo>
                  <a:lnTo>
                    <a:pt x="465484" y="1678313"/>
                  </a:lnTo>
                  <a:cubicBezTo>
                    <a:pt x="472868" y="1678782"/>
                    <a:pt x="479238" y="1673195"/>
                    <a:pt x="479711" y="1665829"/>
                  </a:cubicBezTo>
                  <a:cubicBezTo>
                    <a:pt x="479732" y="1665488"/>
                    <a:pt x="479741" y="1665147"/>
                    <a:pt x="479736" y="1664806"/>
                  </a:cubicBezTo>
                  <a:lnTo>
                    <a:pt x="479736" y="1664806"/>
                  </a:lnTo>
                  <a:cubicBezTo>
                    <a:pt x="479736" y="1656957"/>
                    <a:pt x="473356" y="1650588"/>
                    <a:pt x="465484" y="1650588"/>
                  </a:cubicBezTo>
                  <a:close/>
                  <a:moveTo>
                    <a:pt x="780176" y="1435182"/>
                  </a:moveTo>
                  <a:cubicBezTo>
                    <a:pt x="772584" y="1435566"/>
                    <a:pt x="766626" y="1441822"/>
                    <a:pt x="766636" y="1449401"/>
                  </a:cubicBezTo>
                  <a:lnTo>
                    <a:pt x="766636" y="1449401"/>
                  </a:lnTo>
                  <a:cubicBezTo>
                    <a:pt x="766994" y="1456709"/>
                    <a:pt x="772851" y="1462552"/>
                    <a:pt x="780176" y="1462908"/>
                  </a:cubicBezTo>
                  <a:lnTo>
                    <a:pt x="780176" y="1462908"/>
                  </a:lnTo>
                  <a:cubicBezTo>
                    <a:pt x="787777" y="1462922"/>
                    <a:pt x="794048" y="1456979"/>
                    <a:pt x="794428" y="1449401"/>
                  </a:cubicBezTo>
                  <a:lnTo>
                    <a:pt x="794428" y="1449401"/>
                  </a:lnTo>
                  <a:cubicBezTo>
                    <a:pt x="794917" y="1442036"/>
                    <a:pt x="789327" y="1435666"/>
                    <a:pt x="781944" y="1435182"/>
                  </a:cubicBezTo>
                  <a:cubicBezTo>
                    <a:pt x="781356" y="1435140"/>
                    <a:pt x="780764" y="1435140"/>
                    <a:pt x="780176" y="1435182"/>
                  </a:cubicBezTo>
                  <a:close/>
                  <a:moveTo>
                    <a:pt x="942225" y="1522198"/>
                  </a:moveTo>
                  <a:cubicBezTo>
                    <a:pt x="934353" y="1522198"/>
                    <a:pt x="927973" y="1528567"/>
                    <a:pt x="927973" y="1536416"/>
                  </a:cubicBezTo>
                  <a:lnTo>
                    <a:pt x="927973" y="1536416"/>
                  </a:lnTo>
                  <a:cubicBezTo>
                    <a:pt x="927879" y="1543795"/>
                    <a:pt x="933800" y="1549852"/>
                    <a:pt x="941199" y="1549952"/>
                  </a:cubicBezTo>
                  <a:cubicBezTo>
                    <a:pt x="941541" y="1549952"/>
                    <a:pt x="941883" y="1549952"/>
                    <a:pt x="942225" y="1549923"/>
                  </a:cubicBezTo>
                  <a:lnTo>
                    <a:pt x="942225" y="1549923"/>
                  </a:lnTo>
                  <a:cubicBezTo>
                    <a:pt x="949623" y="1550008"/>
                    <a:pt x="955686" y="1544079"/>
                    <a:pt x="955765" y="1536700"/>
                  </a:cubicBezTo>
                  <a:cubicBezTo>
                    <a:pt x="955766" y="1536601"/>
                    <a:pt x="955766" y="1536515"/>
                    <a:pt x="955765" y="1536416"/>
                  </a:cubicBezTo>
                  <a:lnTo>
                    <a:pt x="955765" y="1536416"/>
                  </a:lnTo>
                  <a:cubicBezTo>
                    <a:pt x="955775" y="1528838"/>
                    <a:pt x="949817" y="1522582"/>
                    <a:pt x="942225" y="1522198"/>
                  </a:cubicBezTo>
                  <a:close/>
                  <a:moveTo>
                    <a:pt x="885216" y="1629971"/>
                  </a:moveTo>
                  <a:cubicBezTo>
                    <a:pt x="877891" y="1630327"/>
                    <a:pt x="872034" y="1636170"/>
                    <a:pt x="871676" y="1643479"/>
                  </a:cubicBezTo>
                  <a:lnTo>
                    <a:pt x="871676" y="1643479"/>
                  </a:lnTo>
                  <a:cubicBezTo>
                    <a:pt x="871666" y="1651057"/>
                    <a:pt x="877623" y="1657313"/>
                    <a:pt x="885216" y="1657697"/>
                  </a:cubicBezTo>
                  <a:lnTo>
                    <a:pt x="885216" y="1657697"/>
                  </a:lnTo>
                  <a:cubicBezTo>
                    <a:pt x="893087" y="1657697"/>
                    <a:pt x="899468" y="1651327"/>
                    <a:pt x="899468" y="1643479"/>
                  </a:cubicBezTo>
                  <a:lnTo>
                    <a:pt x="899468" y="1643479"/>
                  </a:lnTo>
                  <a:cubicBezTo>
                    <a:pt x="899087" y="1635900"/>
                    <a:pt x="892816" y="1629957"/>
                    <a:pt x="885216" y="1629971"/>
                  </a:cubicBezTo>
                  <a:close/>
                  <a:moveTo>
                    <a:pt x="1293403" y="1522198"/>
                  </a:moveTo>
                  <a:cubicBezTo>
                    <a:pt x="1285806" y="1522582"/>
                    <a:pt x="1279849" y="1528838"/>
                    <a:pt x="1279863" y="1536416"/>
                  </a:cubicBezTo>
                  <a:lnTo>
                    <a:pt x="1279863" y="1536416"/>
                  </a:lnTo>
                  <a:cubicBezTo>
                    <a:pt x="1279777" y="1543795"/>
                    <a:pt x="1285721" y="1549838"/>
                    <a:pt x="1293118" y="1549923"/>
                  </a:cubicBezTo>
                  <a:cubicBezTo>
                    <a:pt x="1293217" y="1549923"/>
                    <a:pt x="1293303" y="1549923"/>
                    <a:pt x="1293403" y="1549923"/>
                  </a:cubicBezTo>
                  <a:lnTo>
                    <a:pt x="1293403" y="1549923"/>
                  </a:lnTo>
                  <a:cubicBezTo>
                    <a:pt x="1300999" y="1549937"/>
                    <a:pt x="1307270" y="1543994"/>
                    <a:pt x="1307655" y="1536416"/>
                  </a:cubicBezTo>
                  <a:lnTo>
                    <a:pt x="1307655" y="1536416"/>
                  </a:lnTo>
                  <a:cubicBezTo>
                    <a:pt x="1307655" y="1528567"/>
                    <a:pt x="1301270" y="1522198"/>
                    <a:pt x="1293403" y="1522198"/>
                  </a:cubicBezTo>
                  <a:close/>
                  <a:moveTo>
                    <a:pt x="1430938" y="1321864"/>
                  </a:moveTo>
                  <a:cubicBezTo>
                    <a:pt x="1423070" y="1321864"/>
                    <a:pt x="1416685" y="1328233"/>
                    <a:pt x="1416685" y="1336082"/>
                  </a:cubicBezTo>
                  <a:lnTo>
                    <a:pt x="1416685" y="1336082"/>
                  </a:lnTo>
                  <a:cubicBezTo>
                    <a:pt x="1417070" y="1343660"/>
                    <a:pt x="1423341" y="1349603"/>
                    <a:pt x="1430938" y="1349589"/>
                  </a:cubicBezTo>
                  <a:lnTo>
                    <a:pt x="1430938" y="1349589"/>
                  </a:lnTo>
                  <a:cubicBezTo>
                    <a:pt x="1438534" y="1349603"/>
                    <a:pt x="1444805" y="1343660"/>
                    <a:pt x="1445190" y="1336082"/>
                  </a:cubicBezTo>
                  <a:lnTo>
                    <a:pt x="1445190" y="1336082"/>
                  </a:lnTo>
                  <a:cubicBezTo>
                    <a:pt x="1445675" y="1328717"/>
                    <a:pt x="1440088" y="1322347"/>
                    <a:pt x="1432705" y="1321864"/>
                  </a:cubicBezTo>
                  <a:cubicBezTo>
                    <a:pt x="1432121" y="1321821"/>
                    <a:pt x="1431522" y="1321821"/>
                    <a:pt x="1430938" y="1321864"/>
                  </a:cubicBezTo>
                  <a:close/>
                  <a:moveTo>
                    <a:pt x="1381625" y="1274802"/>
                  </a:moveTo>
                  <a:cubicBezTo>
                    <a:pt x="1373757" y="1274802"/>
                    <a:pt x="1367372" y="1281171"/>
                    <a:pt x="1367372" y="1289020"/>
                  </a:cubicBezTo>
                  <a:lnTo>
                    <a:pt x="1367372" y="1289020"/>
                  </a:lnTo>
                  <a:cubicBezTo>
                    <a:pt x="1367372" y="1296868"/>
                    <a:pt x="1373757" y="1303238"/>
                    <a:pt x="1381625" y="1303238"/>
                  </a:cubicBezTo>
                  <a:lnTo>
                    <a:pt x="1381625" y="1303238"/>
                  </a:lnTo>
                  <a:cubicBezTo>
                    <a:pt x="1389221" y="1302854"/>
                    <a:pt x="1395179" y="1296598"/>
                    <a:pt x="1395164" y="1289020"/>
                  </a:cubicBezTo>
                  <a:lnTo>
                    <a:pt x="1395164" y="1289020"/>
                  </a:lnTo>
                  <a:cubicBezTo>
                    <a:pt x="1395179" y="1281441"/>
                    <a:pt x="1389221" y="1275186"/>
                    <a:pt x="1381625" y="1274802"/>
                  </a:cubicBezTo>
                  <a:close/>
                  <a:moveTo>
                    <a:pt x="1108977" y="1213521"/>
                  </a:moveTo>
                  <a:cubicBezTo>
                    <a:pt x="1101593" y="1213052"/>
                    <a:pt x="1095224" y="1218640"/>
                    <a:pt x="1094751" y="1226005"/>
                  </a:cubicBezTo>
                  <a:cubicBezTo>
                    <a:pt x="1094729" y="1226346"/>
                    <a:pt x="1094721" y="1226687"/>
                    <a:pt x="1094725" y="1227029"/>
                  </a:cubicBezTo>
                  <a:lnTo>
                    <a:pt x="1094725" y="1227029"/>
                  </a:lnTo>
                  <a:cubicBezTo>
                    <a:pt x="1095106" y="1234607"/>
                    <a:pt x="1101377" y="1240550"/>
                    <a:pt x="1108977" y="1240536"/>
                  </a:cubicBezTo>
                  <a:lnTo>
                    <a:pt x="1108977" y="1240536"/>
                  </a:lnTo>
                  <a:cubicBezTo>
                    <a:pt x="1116578" y="1240550"/>
                    <a:pt x="1122849" y="1234607"/>
                    <a:pt x="1123230" y="1227029"/>
                  </a:cubicBezTo>
                  <a:lnTo>
                    <a:pt x="1123230" y="1227029"/>
                  </a:lnTo>
                  <a:cubicBezTo>
                    <a:pt x="1123324" y="1219649"/>
                    <a:pt x="1117402" y="1213593"/>
                    <a:pt x="1110004" y="1213493"/>
                  </a:cubicBezTo>
                  <a:cubicBezTo>
                    <a:pt x="1109661" y="1213493"/>
                    <a:pt x="1109319" y="1213493"/>
                    <a:pt x="1108977" y="1213521"/>
                  </a:cubicBezTo>
                  <a:close/>
                  <a:moveTo>
                    <a:pt x="1526571" y="2114811"/>
                  </a:moveTo>
                  <a:cubicBezTo>
                    <a:pt x="1518974" y="2115194"/>
                    <a:pt x="1513017" y="2121451"/>
                    <a:pt x="1513031" y="2129029"/>
                  </a:cubicBezTo>
                  <a:lnTo>
                    <a:pt x="1513031" y="2129029"/>
                  </a:lnTo>
                  <a:cubicBezTo>
                    <a:pt x="1513387" y="2136337"/>
                    <a:pt x="1519245" y="2142181"/>
                    <a:pt x="1526571" y="2142536"/>
                  </a:cubicBezTo>
                  <a:lnTo>
                    <a:pt x="1526571" y="2142536"/>
                  </a:lnTo>
                  <a:cubicBezTo>
                    <a:pt x="1534167" y="2142550"/>
                    <a:pt x="1540438" y="2136607"/>
                    <a:pt x="1540823" y="2129029"/>
                  </a:cubicBezTo>
                  <a:lnTo>
                    <a:pt x="1540823" y="2129029"/>
                  </a:lnTo>
                  <a:cubicBezTo>
                    <a:pt x="1540823" y="2121180"/>
                    <a:pt x="1534438" y="2114811"/>
                    <a:pt x="1526571" y="2114811"/>
                  </a:cubicBezTo>
                  <a:close/>
                  <a:moveTo>
                    <a:pt x="836187" y="2456047"/>
                  </a:moveTo>
                  <a:cubicBezTo>
                    <a:pt x="828587" y="2456032"/>
                    <a:pt x="822316" y="2461975"/>
                    <a:pt x="821935" y="2469554"/>
                  </a:cubicBezTo>
                  <a:lnTo>
                    <a:pt x="821935" y="2469554"/>
                  </a:lnTo>
                  <a:cubicBezTo>
                    <a:pt x="822316" y="2477132"/>
                    <a:pt x="828587" y="2483075"/>
                    <a:pt x="836187" y="2483061"/>
                  </a:cubicBezTo>
                  <a:lnTo>
                    <a:pt x="836187" y="2483061"/>
                  </a:lnTo>
                  <a:cubicBezTo>
                    <a:pt x="843572" y="2483530"/>
                    <a:pt x="849941" y="2477943"/>
                    <a:pt x="850414" y="2470578"/>
                  </a:cubicBezTo>
                  <a:cubicBezTo>
                    <a:pt x="850436" y="2470236"/>
                    <a:pt x="850444" y="2469895"/>
                    <a:pt x="850440" y="2469554"/>
                  </a:cubicBezTo>
                  <a:lnTo>
                    <a:pt x="850440" y="2469554"/>
                  </a:lnTo>
                  <a:cubicBezTo>
                    <a:pt x="850534" y="2462175"/>
                    <a:pt x="844612" y="2456118"/>
                    <a:pt x="837214" y="2456018"/>
                  </a:cubicBezTo>
                  <a:cubicBezTo>
                    <a:pt x="836872" y="2456018"/>
                    <a:pt x="836530" y="2456018"/>
                    <a:pt x="836187" y="2456047"/>
                  </a:cubicBezTo>
                  <a:close/>
                  <a:moveTo>
                    <a:pt x="1221001" y="2380975"/>
                  </a:moveTo>
                  <a:cubicBezTo>
                    <a:pt x="1213404" y="2380960"/>
                    <a:pt x="1207133" y="2386904"/>
                    <a:pt x="1206748" y="2394482"/>
                  </a:cubicBezTo>
                  <a:lnTo>
                    <a:pt x="1206748" y="2394482"/>
                  </a:lnTo>
                  <a:cubicBezTo>
                    <a:pt x="1207133" y="2402060"/>
                    <a:pt x="1213404" y="2408003"/>
                    <a:pt x="1221001" y="2407989"/>
                  </a:cubicBezTo>
                  <a:lnTo>
                    <a:pt x="1221001" y="2407989"/>
                  </a:lnTo>
                  <a:cubicBezTo>
                    <a:pt x="1228597" y="2408003"/>
                    <a:pt x="1234868" y="2402060"/>
                    <a:pt x="1235253" y="2394482"/>
                  </a:cubicBezTo>
                  <a:lnTo>
                    <a:pt x="1235253" y="2394482"/>
                  </a:lnTo>
                  <a:cubicBezTo>
                    <a:pt x="1234868" y="2386904"/>
                    <a:pt x="1228597" y="2380960"/>
                    <a:pt x="1221001" y="2380975"/>
                  </a:cubicBezTo>
                  <a:close/>
                  <a:moveTo>
                    <a:pt x="659173" y="2057938"/>
                  </a:moveTo>
                  <a:cubicBezTo>
                    <a:pt x="651791" y="2057455"/>
                    <a:pt x="645410" y="2063028"/>
                    <a:pt x="644921" y="2070393"/>
                  </a:cubicBezTo>
                  <a:cubicBezTo>
                    <a:pt x="644883" y="2070976"/>
                    <a:pt x="644883" y="2071573"/>
                    <a:pt x="644921" y="2072156"/>
                  </a:cubicBezTo>
                  <a:lnTo>
                    <a:pt x="644921" y="2072156"/>
                  </a:lnTo>
                  <a:cubicBezTo>
                    <a:pt x="644827" y="2079535"/>
                    <a:pt x="650749" y="2085592"/>
                    <a:pt x="658147" y="2085692"/>
                  </a:cubicBezTo>
                  <a:cubicBezTo>
                    <a:pt x="658489" y="2085692"/>
                    <a:pt x="658831" y="2085692"/>
                    <a:pt x="659173" y="2085663"/>
                  </a:cubicBezTo>
                  <a:lnTo>
                    <a:pt x="659173" y="2085663"/>
                  </a:lnTo>
                  <a:cubicBezTo>
                    <a:pt x="666558" y="2086133"/>
                    <a:pt x="672927" y="2080545"/>
                    <a:pt x="673400" y="2073180"/>
                  </a:cubicBezTo>
                  <a:cubicBezTo>
                    <a:pt x="673422" y="2072839"/>
                    <a:pt x="673430" y="2072497"/>
                    <a:pt x="673426" y="2072156"/>
                  </a:cubicBezTo>
                  <a:lnTo>
                    <a:pt x="673426" y="2072156"/>
                  </a:lnTo>
                  <a:cubicBezTo>
                    <a:pt x="673915" y="2064791"/>
                    <a:pt x="668325" y="2058421"/>
                    <a:pt x="660942" y="2057938"/>
                  </a:cubicBezTo>
                  <a:cubicBezTo>
                    <a:pt x="660354" y="2057895"/>
                    <a:pt x="659762" y="2057895"/>
                    <a:pt x="659173" y="2057938"/>
                  </a:cubicBezTo>
                  <a:close/>
                  <a:moveTo>
                    <a:pt x="1631896" y="1335229"/>
                  </a:moveTo>
                  <a:cubicBezTo>
                    <a:pt x="1624299" y="1335215"/>
                    <a:pt x="1618028" y="1341158"/>
                    <a:pt x="1617643" y="1348736"/>
                  </a:cubicBezTo>
                  <a:lnTo>
                    <a:pt x="1617643" y="1348736"/>
                  </a:lnTo>
                  <a:cubicBezTo>
                    <a:pt x="1617643" y="1356584"/>
                    <a:pt x="1624028" y="1362954"/>
                    <a:pt x="1631896" y="1362954"/>
                  </a:cubicBezTo>
                  <a:lnTo>
                    <a:pt x="1631896" y="1362954"/>
                  </a:lnTo>
                  <a:cubicBezTo>
                    <a:pt x="1639763" y="1362954"/>
                    <a:pt x="1646148" y="1356584"/>
                    <a:pt x="1646148" y="1348736"/>
                  </a:cubicBezTo>
                  <a:lnTo>
                    <a:pt x="1646148" y="1348736"/>
                  </a:lnTo>
                  <a:cubicBezTo>
                    <a:pt x="1645763" y="1341158"/>
                    <a:pt x="1639492" y="1335215"/>
                    <a:pt x="1631896" y="1335229"/>
                  </a:cubicBezTo>
                  <a:close/>
                  <a:moveTo>
                    <a:pt x="1451176" y="1472861"/>
                  </a:moveTo>
                  <a:cubicBezTo>
                    <a:pt x="1443850" y="1473216"/>
                    <a:pt x="1437993" y="1479060"/>
                    <a:pt x="1437636" y="1486368"/>
                  </a:cubicBezTo>
                  <a:lnTo>
                    <a:pt x="1437636" y="1486368"/>
                  </a:lnTo>
                  <a:cubicBezTo>
                    <a:pt x="1437993" y="1493676"/>
                    <a:pt x="1443850" y="1499520"/>
                    <a:pt x="1451176" y="1499875"/>
                  </a:cubicBezTo>
                  <a:lnTo>
                    <a:pt x="1451176" y="1499875"/>
                  </a:lnTo>
                  <a:cubicBezTo>
                    <a:pt x="1458772" y="1499889"/>
                    <a:pt x="1465044" y="1493946"/>
                    <a:pt x="1465428" y="1486368"/>
                  </a:cubicBezTo>
                  <a:lnTo>
                    <a:pt x="1465428" y="1486368"/>
                  </a:lnTo>
                  <a:cubicBezTo>
                    <a:pt x="1465044" y="1478790"/>
                    <a:pt x="1458772" y="1472846"/>
                    <a:pt x="1451176" y="1472861"/>
                  </a:cubicBezTo>
                  <a:close/>
                  <a:moveTo>
                    <a:pt x="1612085" y="1665517"/>
                  </a:moveTo>
                  <a:cubicBezTo>
                    <a:pt x="1607681" y="1665517"/>
                    <a:pt x="1604104" y="1669085"/>
                    <a:pt x="1604104" y="1673479"/>
                  </a:cubicBezTo>
                  <a:lnTo>
                    <a:pt x="1604104" y="1673479"/>
                  </a:lnTo>
                  <a:cubicBezTo>
                    <a:pt x="1604104" y="1677872"/>
                    <a:pt x="1607681" y="1681441"/>
                    <a:pt x="1612085" y="1681441"/>
                  </a:cubicBezTo>
                  <a:lnTo>
                    <a:pt x="1612085" y="1681441"/>
                  </a:lnTo>
                  <a:cubicBezTo>
                    <a:pt x="1616518" y="1681441"/>
                    <a:pt x="1620138" y="1677901"/>
                    <a:pt x="1620209" y="1673479"/>
                  </a:cubicBezTo>
                  <a:lnTo>
                    <a:pt x="1620209" y="1673479"/>
                  </a:lnTo>
                  <a:cubicBezTo>
                    <a:pt x="1620138" y="1669057"/>
                    <a:pt x="1616518" y="1665517"/>
                    <a:pt x="1612085" y="1665517"/>
                  </a:cubicBezTo>
                  <a:close/>
                  <a:moveTo>
                    <a:pt x="1627763" y="1077027"/>
                  </a:moveTo>
                  <a:cubicBezTo>
                    <a:pt x="1623359" y="1077027"/>
                    <a:pt x="1619781" y="1080596"/>
                    <a:pt x="1619781" y="1084989"/>
                  </a:cubicBezTo>
                  <a:lnTo>
                    <a:pt x="1619781" y="1084989"/>
                  </a:lnTo>
                  <a:cubicBezTo>
                    <a:pt x="1619781" y="1089383"/>
                    <a:pt x="1623359" y="1092951"/>
                    <a:pt x="1627763" y="1092951"/>
                  </a:cubicBezTo>
                  <a:lnTo>
                    <a:pt x="1627763" y="1092951"/>
                  </a:lnTo>
                  <a:cubicBezTo>
                    <a:pt x="1632166" y="1092951"/>
                    <a:pt x="1635744" y="1089383"/>
                    <a:pt x="1635744" y="1084989"/>
                  </a:cubicBezTo>
                  <a:lnTo>
                    <a:pt x="1635744" y="1084989"/>
                  </a:lnTo>
                  <a:cubicBezTo>
                    <a:pt x="1635744" y="1080596"/>
                    <a:pt x="1632166" y="1077027"/>
                    <a:pt x="1627763" y="1077027"/>
                  </a:cubicBezTo>
                  <a:close/>
                  <a:moveTo>
                    <a:pt x="1645293" y="1158497"/>
                  </a:moveTo>
                  <a:cubicBezTo>
                    <a:pt x="1642300" y="1158412"/>
                    <a:pt x="1639820" y="1160772"/>
                    <a:pt x="1639735" y="1163758"/>
                  </a:cubicBezTo>
                  <a:cubicBezTo>
                    <a:pt x="1639735" y="1163801"/>
                    <a:pt x="1639735" y="1163857"/>
                    <a:pt x="1639735" y="1163900"/>
                  </a:cubicBezTo>
                  <a:lnTo>
                    <a:pt x="1639735" y="1163900"/>
                  </a:lnTo>
                  <a:cubicBezTo>
                    <a:pt x="1639649" y="1166886"/>
                    <a:pt x="1642015" y="1169360"/>
                    <a:pt x="1645008" y="1169445"/>
                  </a:cubicBezTo>
                  <a:cubicBezTo>
                    <a:pt x="1645093" y="1169445"/>
                    <a:pt x="1645193" y="1169445"/>
                    <a:pt x="1645293" y="1169445"/>
                  </a:cubicBezTo>
                  <a:lnTo>
                    <a:pt x="1645293" y="1169445"/>
                  </a:lnTo>
                  <a:cubicBezTo>
                    <a:pt x="1648286" y="1169445"/>
                    <a:pt x="1650709" y="1167028"/>
                    <a:pt x="1650709" y="1164042"/>
                  </a:cubicBezTo>
                  <a:cubicBezTo>
                    <a:pt x="1650709" y="1163999"/>
                    <a:pt x="1650709" y="1163943"/>
                    <a:pt x="1650709" y="1163900"/>
                  </a:cubicBezTo>
                  <a:lnTo>
                    <a:pt x="1650709" y="1163900"/>
                  </a:lnTo>
                  <a:cubicBezTo>
                    <a:pt x="1650709" y="1160914"/>
                    <a:pt x="1648286" y="1158497"/>
                    <a:pt x="1645293" y="1158497"/>
                  </a:cubicBezTo>
                  <a:close/>
                  <a:moveTo>
                    <a:pt x="588909" y="130524"/>
                  </a:moveTo>
                  <a:cubicBezTo>
                    <a:pt x="585895" y="130523"/>
                    <a:pt x="583428" y="132920"/>
                    <a:pt x="583351" y="135927"/>
                  </a:cubicBezTo>
                  <a:lnTo>
                    <a:pt x="583351" y="135927"/>
                  </a:lnTo>
                  <a:cubicBezTo>
                    <a:pt x="583351" y="138989"/>
                    <a:pt x="585839" y="141472"/>
                    <a:pt x="588909" y="141472"/>
                  </a:cubicBezTo>
                  <a:lnTo>
                    <a:pt x="588909" y="141472"/>
                  </a:lnTo>
                  <a:cubicBezTo>
                    <a:pt x="591900" y="141551"/>
                    <a:pt x="594388" y="139198"/>
                    <a:pt x="594468" y="136215"/>
                  </a:cubicBezTo>
                  <a:cubicBezTo>
                    <a:pt x="594471" y="136119"/>
                    <a:pt x="594471" y="136023"/>
                    <a:pt x="594468" y="135927"/>
                  </a:cubicBezTo>
                  <a:lnTo>
                    <a:pt x="594468" y="135927"/>
                  </a:lnTo>
                  <a:cubicBezTo>
                    <a:pt x="594469" y="132942"/>
                    <a:pt x="592045" y="130523"/>
                    <a:pt x="589053" y="130523"/>
                  </a:cubicBezTo>
                  <a:cubicBezTo>
                    <a:pt x="589006" y="130523"/>
                    <a:pt x="588958" y="130523"/>
                    <a:pt x="588909" y="130524"/>
                  </a:cubicBezTo>
                  <a:close/>
                  <a:moveTo>
                    <a:pt x="695802" y="1"/>
                  </a:moveTo>
                  <a:cubicBezTo>
                    <a:pt x="691080" y="-77"/>
                    <a:pt x="687188" y="3678"/>
                    <a:pt x="687109" y="8388"/>
                  </a:cubicBezTo>
                  <a:cubicBezTo>
                    <a:pt x="687108" y="8437"/>
                    <a:pt x="687108" y="8484"/>
                    <a:pt x="687108" y="8532"/>
                  </a:cubicBezTo>
                  <a:lnTo>
                    <a:pt x="687108" y="8532"/>
                  </a:lnTo>
                  <a:cubicBezTo>
                    <a:pt x="687108" y="13322"/>
                    <a:pt x="691000" y="17205"/>
                    <a:pt x="695802" y="17205"/>
                  </a:cubicBezTo>
                  <a:lnTo>
                    <a:pt x="695802" y="17205"/>
                  </a:lnTo>
                  <a:cubicBezTo>
                    <a:pt x="700525" y="17205"/>
                    <a:pt x="704353" y="13388"/>
                    <a:pt x="704355" y="8676"/>
                  </a:cubicBezTo>
                  <a:cubicBezTo>
                    <a:pt x="704355" y="8627"/>
                    <a:pt x="704355" y="8580"/>
                    <a:pt x="704353" y="8532"/>
                  </a:cubicBezTo>
                  <a:lnTo>
                    <a:pt x="704353" y="8532"/>
                  </a:lnTo>
                  <a:cubicBezTo>
                    <a:pt x="704353" y="3820"/>
                    <a:pt x="700525" y="1"/>
                    <a:pt x="695802" y="1"/>
                  </a:cubicBezTo>
                  <a:close/>
                  <a:moveTo>
                    <a:pt x="738559" y="162373"/>
                  </a:moveTo>
                  <a:cubicBezTo>
                    <a:pt x="733837" y="162294"/>
                    <a:pt x="729945" y="166049"/>
                    <a:pt x="729866" y="170761"/>
                  </a:cubicBezTo>
                  <a:cubicBezTo>
                    <a:pt x="729865" y="170804"/>
                    <a:pt x="729865" y="170861"/>
                    <a:pt x="729865" y="170903"/>
                  </a:cubicBezTo>
                  <a:lnTo>
                    <a:pt x="729865" y="170903"/>
                  </a:lnTo>
                  <a:cubicBezTo>
                    <a:pt x="729865" y="175695"/>
                    <a:pt x="733757" y="179577"/>
                    <a:pt x="738559" y="179577"/>
                  </a:cubicBezTo>
                  <a:lnTo>
                    <a:pt x="738559" y="179577"/>
                  </a:lnTo>
                  <a:cubicBezTo>
                    <a:pt x="743282" y="179577"/>
                    <a:pt x="747110" y="175752"/>
                    <a:pt x="747112" y="171046"/>
                  </a:cubicBezTo>
                  <a:cubicBezTo>
                    <a:pt x="747112" y="171003"/>
                    <a:pt x="747112" y="170946"/>
                    <a:pt x="747110" y="170903"/>
                  </a:cubicBezTo>
                  <a:lnTo>
                    <a:pt x="747110" y="170903"/>
                  </a:lnTo>
                  <a:cubicBezTo>
                    <a:pt x="747110" y="166192"/>
                    <a:pt x="743282" y="162373"/>
                    <a:pt x="738559" y="162373"/>
                  </a:cubicBezTo>
                  <a:close/>
                  <a:moveTo>
                    <a:pt x="689103" y="559201"/>
                  </a:moveTo>
                  <a:cubicBezTo>
                    <a:pt x="674227" y="559201"/>
                    <a:pt x="662166" y="571230"/>
                    <a:pt x="662166" y="586074"/>
                  </a:cubicBezTo>
                  <a:lnTo>
                    <a:pt x="662166" y="586074"/>
                  </a:lnTo>
                  <a:cubicBezTo>
                    <a:pt x="662166" y="600918"/>
                    <a:pt x="674227" y="612946"/>
                    <a:pt x="689103" y="612946"/>
                  </a:cubicBezTo>
                  <a:lnTo>
                    <a:pt x="689103" y="612946"/>
                  </a:lnTo>
                  <a:cubicBezTo>
                    <a:pt x="703980" y="612946"/>
                    <a:pt x="716040" y="600918"/>
                    <a:pt x="716040" y="586074"/>
                  </a:cubicBezTo>
                  <a:lnTo>
                    <a:pt x="716040" y="586074"/>
                  </a:lnTo>
                  <a:cubicBezTo>
                    <a:pt x="716040" y="571230"/>
                    <a:pt x="703980" y="559201"/>
                    <a:pt x="689103" y="559201"/>
                  </a:cubicBezTo>
                  <a:close/>
                  <a:moveTo>
                    <a:pt x="829631" y="1107454"/>
                  </a:moveTo>
                  <a:cubicBezTo>
                    <a:pt x="819297" y="1107525"/>
                    <a:pt x="810961" y="1115914"/>
                    <a:pt x="810961" y="1126222"/>
                  </a:cubicBezTo>
                  <a:lnTo>
                    <a:pt x="810961" y="1126222"/>
                  </a:lnTo>
                  <a:cubicBezTo>
                    <a:pt x="810961" y="1136501"/>
                    <a:pt x="819320" y="1144848"/>
                    <a:pt x="829631" y="1144848"/>
                  </a:cubicBezTo>
                  <a:lnTo>
                    <a:pt x="829631" y="1144848"/>
                  </a:lnTo>
                  <a:cubicBezTo>
                    <a:pt x="839943" y="1144933"/>
                    <a:pt x="848365" y="1136658"/>
                    <a:pt x="848444" y="1126364"/>
                  </a:cubicBezTo>
                  <a:cubicBezTo>
                    <a:pt x="848444" y="1126321"/>
                    <a:pt x="848444" y="1126265"/>
                    <a:pt x="848444" y="1126222"/>
                  </a:cubicBezTo>
                  <a:lnTo>
                    <a:pt x="848444" y="1126222"/>
                  </a:lnTo>
                  <a:cubicBezTo>
                    <a:pt x="848444" y="1115857"/>
                    <a:pt x="840021" y="1107454"/>
                    <a:pt x="829631" y="1107454"/>
                  </a:cubicBezTo>
                  <a:close/>
                  <a:moveTo>
                    <a:pt x="1010494" y="1057690"/>
                  </a:moveTo>
                  <a:cubicBezTo>
                    <a:pt x="1000185" y="1057918"/>
                    <a:pt x="992015" y="1066449"/>
                    <a:pt x="992246" y="1076728"/>
                  </a:cubicBezTo>
                  <a:cubicBezTo>
                    <a:pt x="992248" y="1076785"/>
                    <a:pt x="992249" y="1076828"/>
                    <a:pt x="992251" y="1076885"/>
                  </a:cubicBezTo>
                  <a:lnTo>
                    <a:pt x="992251" y="1076885"/>
                  </a:lnTo>
                  <a:cubicBezTo>
                    <a:pt x="992251" y="1087193"/>
                    <a:pt x="1000587" y="1095582"/>
                    <a:pt x="1010921" y="1095653"/>
                  </a:cubicBezTo>
                  <a:lnTo>
                    <a:pt x="1010921" y="1095653"/>
                  </a:lnTo>
                  <a:cubicBezTo>
                    <a:pt x="1021311" y="1095653"/>
                    <a:pt x="1029734" y="1087250"/>
                    <a:pt x="1029734" y="1076885"/>
                  </a:cubicBezTo>
                  <a:lnTo>
                    <a:pt x="1029734" y="1076885"/>
                  </a:lnTo>
                  <a:cubicBezTo>
                    <a:pt x="1029734" y="1066605"/>
                    <a:pt x="1021375" y="1058259"/>
                    <a:pt x="1011064" y="1058259"/>
                  </a:cubicBezTo>
                  <a:cubicBezTo>
                    <a:pt x="1011017" y="1058259"/>
                    <a:pt x="1010968" y="1058259"/>
                    <a:pt x="1010921" y="1058259"/>
                  </a:cubicBezTo>
                  <a:close/>
                  <a:moveTo>
                    <a:pt x="372131" y="882665"/>
                  </a:moveTo>
                  <a:cubicBezTo>
                    <a:pt x="361741" y="882665"/>
                    <a:pt x="353318" y="891068"/>
                    <a:pt x="353318" y="901433"/>
                  </a:cubicBezTo>
                  <a:lnTo>
                    <a:pt x="353318" y="901433"/>
                  </a:lnTo>
                  <a:cubicBezTo>
                    <a:pt x="353161" y="911798"/>
                    <a:pt x="361455" y="920329"/>
                    <a:pt x="371843" y="920485"/>
                  </a:cubicBezTo>
                  <a:cubicBezTo>
                    <a:pt x="371940" y="920485"/>
                    <a:pt x="372036" y="920485"/>
                    <a:pt x="372131" y="920485"/>
                  </a:cubicBezTo>
                  <a:lnTo>
                    <a:pt x="372131" y="920485"/>
                  </a:lnTo>
                  <a:cubicBezTo>
                    <a:pt x="382443" y="920485"/>
                    <a:pt x="390802" y="912139"/>
                    <a:pt x="390802" y="901859"/>
                  </a:cubicBezTo>
                  <a:lnTo>
                    <a:pt x="390802" y="901859"/>
                  </a:lnTo>
                  <a:cubicBezTo>
                    <a:pt x="391038" y="891494"/>
                    <a:pt x="382809" y="882906"/>
                    <a:pt x="372422" y="882665"/>
                  </a:cubicBezTo>
                  <a:cubicBezTo>
                    <a:pt x="372325" y="882665"/>
                    <a:pt x="372228" y="882665"/>
                    <a:pt x="372131" y="882665"/>
                  </a:cubicBezTo>
                  <a:close/>
                  <a:moveTo>
                    <a:pt x="404199" y="1156933"/>
                  </a:moveTo>
                  <a:cubicBezTo>
                    <a:pt x="393809" y="1157004"/>
                    <a:pt x="385444" y="1165464"/>
                    <a:pt x="385516" y="1175829"/>
                  </a:cubicBezTo>
                  <a:cubicBezTo>
                    <a:pt x="385517" y="1176028"/>
                    <a:pt x="385521" y="1176213"/>
                    <a:pt x="385528" y="1176412"/>
                  </a:cubicBezTo>
                  <a:lnTo>
                    <a:pt x="385528" y="1176412"/>
                  </a:lnTo>
                  <a:cubicBezTo>
                    <a:pt x="385528" y="1186720"/>
                    <a:pt x="393865" y="1195109"/>
                    <a:pt x="404199" y="1195180"/>
                  </a:cubicBezTo>
                  <a:lnTo>
                    <a:pt x="404199" y="1195180"/>
                  </a:lnTo>
                  <a:cubicBezTo>
                    <a:pt x="414589" y="1195180"/>
                    <a:pt x="423012" y="1186777"/>
                    <a:pt x="423012" y="1176412"/>
                  </a:cubicBezTo>
                  <a:lnTo>
                    <a:pt x="423012" y="1176412"/>
                  </a:lnTo>
                  <a:cubicBezTo>
                    <a:pt x="423012" y="1166047"/>
                    <a:pt x="414589" y="1157644"/>
                    <a:pt x="404199" y="1157644"/>
                  </a:cubicBezTo>
                  <a:close/>
                  <a:moveTo>
                    <a:pt x="212648" y="1316887"/>
                  </a:moveTo>
                  <a:cubicBezTo>
                    <a:pt x="202313" y="1316887"/>
                    <a:pt x="193913" y="1325205"/>
                    <a:pt x="193834" y="1335513"/>
                  </a:cubicBezTo>
                  <a:lnTo>
                    <a:pt x="193834" y="1335513"/>
                  </a:lnTo>
                  <a:cubicBezTo>
                    <a:pt x="193834" y="1345878"/>
                    <a:pt x="202258" y="1354281"/>
                    <a:pt x="212648" y="1354281"/>
                  </a:cubicBezTo>
                  <a:lnTo>
                    <a:pt x="212648" y="1354281"/>
                  </a:lnTo>
                  <a:cubicBezTo>
                    <a:pt x="223038" y="1354281"/>
                    <a:pt x="231461" y="1345878"/>
                    <a:pt x="231461" y="1335513"/>
                  </a:cubicBezTo>
                  <a:lnTo>
                    <a:pt x="231461" y="1335513"/>
                  </a:lnTo>
                  <a:cubicBezTo>
                    <a:pt x="231382" y="1325205"/>
                    <a:pt x="222982" y="1316887"/>
                    <a:pt x="212648" y="1316887"/>
                  </a:cubicBezTo>
                  <a:close/>
                  <a:moveTo>
                    <a:pt x="262246" y="1372623"/>
                  </a:moveTo>
                  <a:cubicBezTo>
                    <a:pt x="252078" y="1372850"/>
                    <a:pt x="243934" y="1381097"/>
                    <a:pt x="243860" y="1391248"/>
                  </a:cubicBezTo>
                  <a:lnTo>
                    <a:pt x="243860" y="1391248"/>
                  </a:lnTo>
                  <a:cubicBezTo>
                    <a:pt x="243860" y="1401613"/>
                    <a:pt x="252283" y="1410016"/>
                    <a:pt x="262673" y="1410016"/>
                  </a:cubicBezTo>
                  <a:lnTo>
                    <a:pt x="262673" y="1410016"/>
                  </a:lnTo>
                  <a:cubicBezTo>
                    <a:pt x="273008" y="1409931"/>
                    <a:pt x="281344" y="1401557"/>
                    <a:pt x="281344" y="1391248"/>
                  </a:cubicBezTo>
                  <a:lnTo>
                    <a:pt x="281344" y="1391248"/>
                  </a:lnTo>
                  <a:cubicBezTo>
                    <a:pt x="281344" y="1380969"/>
                    <a:pt x="272985" y="1372623"/>
                    <a:pt x="262673" y="1372623"/>
                  </a:cubicBezTo>
                  <a:close/>
                  <a:moveTo>
                    <a:pt x="372986" y="1339921"/>
                  </a:moveTo>
                  <a:cubicBezTo>
                    <a:pt x="362652" y="1339992"/>
                    <a:pt x="354316" y="1348381"/>
                    <a:pt x="354316" y="1358689"/>
                  </a:cubicBezTo>
                  <a:lnTo>
                    <a:pt x="354316" y="1358689"/>
                  </a:lnTo>
                  <a:cubicBezTo>
                    <a:pt x="354316" y="1368983"/>
                    <a:pt x="362675" y="1377315"/>
                    <a:pt x="372986" y="1377315"/>
                  </a:cubicBezTo>
                  <a:lnTo>
                    <a:pt x="372986" y="1377315"/>
                  </a:lnTo>
                  <a:cubicBezTo>
                    <a:pt x="383321" y="1377315"/>
                    <a:pt x="391721" y="1368997"/>
                    <a:pt x="391799" y="1358689"/>
                  </a:cubicBezTo>
                  <a:lnTo>
                    <a:pt x="391799" y="1358689"/>
                  </a:lnTo>
                  <a:cubicBezTo>
                    <a:pt x="391799" y="1348324"/>
                    <a:pt x="383376" y="1339921"/>
                    <a:pt x="372986" y="1339921"/>
                  </a:cubicBezTo>
                  <a:close/>
                  <a:moveTo>
                    <a:pt x="346762" y="1505847"/>
                  </a:moveTo>
                  <a:cubicBezTo>
                    <a:pt x="336372" y="1505847"/>
                    <a:pt x="327949" y="1514250"/>
                    <a:pt x="327949" y="1524615"/>
                  </a:cubicBezTo>
                  <a:lnTo>
                    <a:pt x="327949" y="1524615"/>
                  </a:lnTo>
                  <a:cubicBezTo>
                    <a:pt x="328027" y="1534923"/>
                    <a:pt x="336428" y="1543241"/>
                    <a:pt x="346762" y="1543241"/>
                  </a:cubicBezTo>
                  <a:lnTo>
                    <a:pt x="346762" y="1543241"/>
                  </a:lnTo>
                  <a:cubicBezTo>
                    <a:pt x="357074" y="1543241"/>
                    <a:pt x="365433" y="1534909"/>
                    <a:pt x="365433" y="1524615"/>
                  </a:cubicBezTo>
                  <a:lnTo>
                    <a:pt x="365433" y="1524615"/>
                  </a:lnTo>
                  <a:cubicBezTo>
                    <a:pt x="365433" y="1514307"/>
                    <a:pt x="357096" y="1505918"/>
                    <a:pt x="346762" y="1505847"/>
                  </a:cubicBezTo>
                  <a:close/>
                  <a:moveTo>
                    <a:pt x="247993" y="1685849"/>
                  </a:moveTo>
                  <a:cubicBezTo>
                    <a:pt x="242697" y="1685920"/>
                    <a:pt x="238444" y="1690228"/>
                    <a:pt x="238444" y="1695517"/>
                  </a:cubicBezTo>
                  <a:lnTo>
                    <a:pt x="238444" y="1695517"/>
                  </a:lnTo>
                  <a:cubicBezTo>
                    <a:pt x="238366" y="1700778"/>
                    <a:pt x="242576" y="1705100"/>
                    <a:pt x="247849" y="1705185"/>
                  </a:cubicBezTo>
                  <a:cubicBezTo>
                    <a:pt x="247898" y="1705185"/>
                    <a:pt x="247945" y="1705185"/>
                    <a:pt x="247993" y="1705185"/>
                  </a:cubicBezTo>
                  <a:lnTo>
                    <a:pt x="247993" y="1705185"/>
                  </a:lnTo>
                  <a:cubicBezTo>
                    <a:pt x="253267" y="1705271"/>
                    <a:pt x="257605" y="1701062"/>
                    <a:pt x="257685" y="1695801"/>
                  </a:cubicBezTo>
                  <a:cubicBezTo>
                    <a:pt x="257686" y="1695702"/>
                    <a:pt x="257686" y="1695617"/>
                    <a:pt x="257685" y="1695517"/>
                  </a:cubicBezTo>
                  <a:lnTo>
                    <a:pt x="257685" y="1695517"/>
                  </a:lnTo>
                  <a:cubicBezTo>
                    <a:pt x="257685" y="1690171"/>
                    <a:pt x="253347" y="1685849"/>
                    <a:pt x="247993" y="1685849"/>
                  </a:cubicBezTo>
                  <a:close/>
                  <a:moveTo>
                    <a:pt x="376264" y="1608075"/>
                  </a:moveTo>
                  <a:cubicBezTo>
                    <a:pt x="370911" y="1608075"/>
                    <a:pt x="366573" y="1612398"/>
                    <a:pt x="366573" y="1617744"/>
                  </a:cubicBezTo>
                  <a:lnTo>
                    <a:pt x="366573" y="1617744"/>
                  </a:lnTo>
                  <a:cubicBezTo>
                    <a:pt x="366650" y="1623047"/>
                    <a:pt x="370944" y="1627341"/>
                    <a:pt x="376264" y="1627412"/>
                  </a:cubicBezTo>
                  <a:lnTo>
                    <a:pt x="376264" y="1627412"/>
                  </a:lnTo>
                  <a:cubicBezTo>
                    <a:pt x="381618" y="1627412"/>
                    <a:pt x="385956" y="1623090"/>
                    <a:pt x="385956" y="1617744"/>
                  </a:cubicBezTo>
                  <a:lnTo>
                    <a:pt x="385956" y="1617744"/>
                  </a:lnTo>
                  <a:cubicBezTo>
                    <a:pt x="386036" y="1612483"/>
                    <a:pt x="381824" y="1608161"/>
                    <a:pt x="376552" y="1608075"/>
                  </a:cubicBezTo>
                  <a:cubicBezTo>
                    <a:pt x="376455" y="1608075"/>
                    <a:pt x="376360" y="1608075"/>
                    <a:pt x="376264" y="1608075"/>
                  </a:cubicBezTo>
                  <a:close/>
                  <a:moveTo>
                    <a:pt x="197255" y="1601535"/>
                  </a:moveTo>
                  <a:cubicBezTo>
                    <a:pt x="191935" y="1601606"/>
                    <a:pt x="187640" y="1605900"/>
                    <a:pt x="187563" y="1611203"/>
                  </a:cubicBezTo>
                  <a:lnTo>
                    <a:pt x="187563" y="1611203"/>
                  </a:lnTo>
                  <a:cubicBezTo>
                    <a:pt x="187563" y="1616549"/>
                    <a:pt x="191902" y="1620872"/>
                    <a:pt x="197255" y="1620872"/>
                  </a:cubicBezTo>
                  <a:lnTo>
                    <a:pt x="197255" y="1620872"/>
                  </a:lnTo>
                  <a:cubicBezTo>
                    <a:pt x="202528" y="1620957"/>
                    <a:pt x="206867" y="1616748"/>
                    <a:pt x="206947" y="1611488"/>
                  </a:cubicBezTo>
                  <a:cubicBezTo>
                    <a:pt x="206948" y="1611388"/>
                    <a:pt x="206948" y="1611303"/>
                    <a:pt x="206947" y="1611203"/>
                  </a:cubicBezTo>
                  <a:lnTo>
                    <a:pt x="206947" y="1611203"/>
                  </a:lnTo>
                  <a:cubicBezTo>
                    <a:pt x="206947" y="1605857"/>
                    <a:pt x="202608" y="1601535"/>
                    <a:pt x="197255" y="1601535"/>
                  </a:cubicBezTo>
                  <a:close/>
                  <a:moveTo>
                    <a:pt x="124996" y="1761632"/>
                  </a:moveTo>
                  <a:cubicBezTo>
                    <a:pt x="119642" y="1761632"/>
                    <a:pt x="115304" y="1765954"/>
                    <a:pt x="115304" y="1771300"/>
                  </a:cubicBezTo>
                  <a:lnTo>
                    <a:pt x="115304" y="1771300"/>
                  </a:lnTo>
                  <a:cubicBezTo>
                    <a:pt x="115382" y="1776589"/>
                    <a:pt x="119698" y="1780826"/>
                    <a:pt x="124996" y="1780826"/>
                  </a:cubicBezTo>
                  <a:lnTo>
                    <a:pt x="124996" y="1780826"/>
                  </a:lnTo>
                  <a:cubicBezTo>
                    <a:pt x="130269" y="1780911"/>
                    <a:pt x="134607" y="1776703"/>
                    <a:pt x="134686" y="1771442"/>
                  </a:cubicBezTo>
                  <a:cubicBezTo>
                    <a:pt x="134687" y="1771399"/>
                    <a:pt x="134687" y="1771343"/>
                    <a:pt x="134687" y="1771300"/>
                  </a:cubicBezTo>
                  <a:lnTo>
                    <a:pt x="134687" y="1771300"/>
                  </a:lnTo>
                  <a:cubicBezTo>
                    <a:pt x="134767" y="1766039"/>
                    <a:pt x="130555" y="1761717"/>
                    <a:pt x="125284" y="1761632"/>
                  </a:cubicBezTo>
                  <a:cubicBezTo>
                    <a:pt x="125187" y="1761632"/>
                    <a:pt x="125091" y="1761632"/>
                    <a:pt x="124996" y="1761632"/>
                  </a:cubicBezTo>
                  <a:close/>
                  <a:moveTo>
                    <a:pt x="77820" y="1791063"/>
                  </a:moveTo>
                  <a:cubicBezTo>
                    <a:pt x="72467" y="1791063"/>
                    <a:pt x="68129" y="1795385"/>
                    <a:pt x="68129" y="1800731"/>
                  </a:cubicBezTo>
                  <a:lnTo>
                    <a:pt x="68129" y="1800731"/>
                  </a:lnTo>
                  <a:cubicBezTo>
                    <a:pt x="68206" y="1806035"/>
                    <a:pt x="72500" y="1810329"/>
                    <a:pt x="77820" y="1810400"/>
                  </a:cubicBezTo>
                  <a:lnTo>
                    <a:pt x="77820" y="1810400"/>
                  </a:lnTo>
                  <a:cubicBezTo>
                    <a:pt x="83174" y="1810400"/>
                    <a:pt x="87512" y="1806077"/>
                    <a:pt x="87512" y="1800731"/>
                  </a:cubicBezTo>
                  <a:lnTo>
                    <a:pt x="87512" y="1800731"/>
                  </a:lnTo>
                  <a:cubicBezTo>
                    <a:pt x="87592" y="1795471"/>
                    <a:pt x="83380" y="1791148"/>
                    <a:pt x="78108" y="1791063"/>
                  </a:cubicBezTo>
                  <a:cubicBezTo>
                    <a:pt x="78011" y="1791063"/>
                    <a:pt x="77916" y="1791063"/>
                    <a:pt x="77820" y="1791063"/>
                  </a:cubicBezTo>
                  <a:close/>
                  <a:moveTo>
                    <a:pt x="15823" y="1701062"/>
                  </a:moveTo>
                  <a:cubicBezTo>
                    <a:pt x="7203" y="1701204"/>
                    <a:pt x="231" y="1708100"/>
                    <a:pt x="3" y="1716702"/>
                  </a:cubicBezTo>
                  <a:lnTo>
                    <a:pt x="3" y="1716702"/>
                  </a:lnTo>
                  <a:cubicBezTo>
                    <a:pt x="-156" y="1725574"/>
                    <a:pt x="6925" y="1732897"/>
                    <a:pt x="15817" y="1733053"/>
                  </a:cubicBezTo>
                  <a:cubicBezTo>
                    <a:pt x="15820" y="1733053"/>
                    <a:pt x="15821" y="1733053"/>
                    <a:pt x="15823" y="1733053"/>
                  </a:cubicBezTo>
                  <a:lnTo>
                    <a:pt x="15823" y="1733053"/>
                  </a:lnTo>
                  <a:cubicBezTo>
                    <a:pt x="24638" y="1733209"/>
                    <a:pt x="31914" y="1726214"/>
                    <a:pt x="32073" y="1717427"/>
                  </a:cubicBezTo>
                  <a:cubicBezTo>
                    <a:pt x="32077" y="1717185"/>
                    <a:pt x="32077" y="1716944"/>
                    <a:pt x="32070" y="1716702"/>
                  </a:cubicBezTo>
                  <a:lnTo>
                    <a:pt x="32070" y="1716702"/>
                  </a:lnTo>
                  <a:cubicBezTo>
                    <a:pt x="31915" y="1707915"/>
                    <a:pt x="24642" y="1700906"/>
                    <a:pt x="15828" y="1701062"/>
                  </a:cubicBezTo>
                  <a:cubicBezTo>
                    <a:pt x="15826" y="1701062"/>
                    <a:pt x="15824" y="1701062"/>
                    <a:pt x="15823" y="1701062"/>
                  </a:cubicBezTo>
                  <a:close/>
                  <a:moveTo>
                    <a:pt x="293601" y="2006753"/>
                  </a:moveTo>
                  <a:cubicBezTo>
                    <a:pt x="288013" y="2006753"/>
                    <a:pt x="283482" y="2011274"/>
                    <a:pt x="283480" y="2016848"/>
                  </a:cubicBezTo>
                  <a:cubicBezTo>
                    <a:pt x="283480" y="2016890"/>
                    <a:pt x="283482" y="2016947"/>
                    <a:pt x="283482" y="2016990"/>
                  </a:cubicBezTo>
                  <a:lnTo>
                    <a:pt x="283482" y="2016990"/>
                  </a:lnTo>
                  <a:cubicBezTo>
                    <a:pt x="283482" y="2022563"/>
                    <a:pt x="288013" y="2027085"/>
                    <a:pt x="293601" y="2027085"/>
                  </a:cubicBezTo>
                  <a:lnTo>
                    <a:pt x="293601" y="2027085"/>
                  </a:lnTo>
                  <a:cubicBezTo>
                    <a:pt x="299189" y="2027170"/>
                    <a:pt x="303783" y="2022705"/>
                    <a:pt x="303861" y="2017132"/>
                  </a:cubicBezTo>
                  <a:cubicBezTo>
                    <a:pt x="303863" y="2017089"/>
                    <a:pt x="303863" y="2017032"/>
                    <a:pt x="303863" y="2016990"/>
                  </a:cubicBezTo>
                  <a:lnTo>
                    <a:pt x="303863" y="2016990"/>
                  </a:lnTo>
                  <a:cubicBezTo>
                    <a:pt x="303863" y="2011331"/>
                    <a:pt x="299268" y="2006753"/>
                    <a:pt x="293601" y="2006753"/>
                  </a:cubicBezTo>
                  <a:close/>
                  <a:moveTo>
                    <a:pt x="288898" y="2109408"/>
                  </a:moveTo>
                  <a:cubicBezTo>
                    <a:pt x="283231" y="2109408"/>
                    <a:pt x="278636" y="2113986"/>
                    <a:pt x="278636" y="2119645"/>
                  </a:cubicBezTo>
                  <a:lnTo>
                    <a:pt x="278636" y="2119645"/>
                  </a:lnTo>
                  <a:cubicBezTo>
                    <a:pt x="278636" y="2125218"/>
                    <a:pt x="283165" y="2129740"/>
                    <a:pt x="288754" y="2129740"/>
                  </a:cubicBezTo>
                  <a:cubicBezTo>
                    <a:pt x="288802" y="2129740"/>
                    <a:pt x="288849" y="2129740"/>
                    <a:pt x="288898" y="2129740"/>
                  </a:cubicBezTo>
                  <a:lnTo>
                    <a:pt x="288898" y="2129740"/>
                  </a:lnTo>
                  <a:cubicBezTo>
                    <a:pt x="294486" y="2129825"/>
                    <a:pt x="299079" y="2125361"/>
                    <a:pt x="299158" y="2119787"/>
                  </a:cubicBezTo>
                  <a:cubicBezTo>
                    <a:pt x="299159" y="2119744"/>
                    <a:pt x="299159" y="2119688"/>
                    <a:pt x="299159" y="2119645"/>
                  </a:cubicBezTo>
                  <a:lnTo>
                    <a:pt x="299159" y="2119645"/>
                  </a:lnTo>
                  <a:cubicBezTo>
                    <a:pt x="299159" y="2113986"/>
                    <a:pt x="294564" y="2109408"/>
                    <a:pt x="288898" y="2109408"/>
                  </a:cubicBezTo>
                  <a:close/>
                  <a:moveTo>
                    <a:pt x="467907" y="1855045"/>
                  </a:moveTo>
                  <a:cubicBezTo>
                    <a:pt x="459564" y="1855045"/>
                    <a:pt x="452799" y="1861798"/>
                    <a:pt x="452799" y="1870116"/>
                  </a:cubicBezTo>
                  <a:cubicBezTo>
                    <a:pt x="452799" y="1870159"/>
                    <a:pt x="452799" y="1870216"/>
                    <a:pt x="452799" y="1870258"/>
                  </a:cubicBezTo>
                  <a:lnTo>
                    <a:pt x="452799" y="1870258"/>
                  </a:lnTo>
                  <a:cubicBezTo>
                    <a:pt x="452721" y="1878576"/>
                    <a:pt x="459421" y="1885386"/>
                    <a:pt x="467764" y="1885472"/>
                  </a:cubicBezTo>
                  <a:cubicBezTo>
                    <a:pt x="467811" y="1885472"/>
                    <a:pt x="467860" y="1885472"/>
                    <a:pt x="467907" y="1885472"/>
                  </a:cubicBezTo>
                  <a:lnTo>
                    <a:pt x="467907" y="1885472"/>
                  </a:lnTo>
                  <a:cubicBezTo>
                    <a:pt x="476329" y="1885472"/>
                    <a:pt x="483157" y="1878661"/>
                    <a:pt x="483157" y="1870258"/>
                  </a:cubicBezTo>
                  <a:lnTo>
                    <a:pt x="483157" y="1870258"/>
                  </a:lnTo>
                  <a:cubicBezTo>
                    <a:pt x="483157" y="1861855"/>
                    <a:pt x="476329" y="1855045"/>
                    <a:pt x="467907" y="1855045"/>
                  </a:cubicBezTo>
                  <a:close/>
                  <a:moveTo>
                    <a:pt x="408190" y="1849926"/>
                  </a:moveTo>
                  <a:cubicBezTo>
                    <a:pt x="402318" y="1849997"/>
                    <a:pt x="397577" y="1854732"/>
                    <a:pt x="397500" y="1860590"/>
                  </a:cubicBezTo>
                  <a:lnTo>
                    <a:pt x="397500" y="1860590"/>
                  </a:lnTo>
                  <a:cubicBezTo>
                    <a:pt x="397579" y="1866419"/>
                    <a:pt x="402342" y="1871111"/>
                    <a:pt x="408190" y="1871111"/>
                  </a:cubicBezTo>
                  <a:lnTo>
                    <a:pt x="408190" y="1871111"/>
                  </a:lnTo>
                  <a:cubicBezTo>
                    <a:pt x="414015" y="1871111"/>
                    <a:pt x="418736" y="1866405"/>
                    <a:pt x="418736" y="1860590"/>
                  </a:cubicBezTo>
                  <a:lnTo>
                    <a:pt x="418736" y="1860590"/>
                  </a:lnTo>
                  <a:cubicBezTo>
                    <a:pt x="418736" y="1854761"/>
                    <a:pt x="414037" y="1849997"/>
                    <a:pt x="408190" y="1849926"/>
                  </a:cubicBezTo>
                  <a:close/>
                  <a:moveTo>
                    <a:pt x="405482" y="1690825"/>
                  </a:moveTo>
                  <a:cubicBezTo>
                    <a:pt x="399578" y="1690825"/>
                    <a:pt x="394792" y="1695602"/>
                    <a:pt x="394792" y="1701489"/>
                  </a:cubicBezTo>
                  <a:lnTo>
                    <a:pt x="394792" y="1701489"/>
                  </a:lnTo>
                  <a:cubicBezTo>
                    <a:pt x="394871" y="1707318"/>
                    <a:pt x="399634" y="1712010"/>
                    <a:pt x="405482" y="1712010"/>
                  </a:cubicBezTo>
                  <a:lnTo>
                    <a:pt x="405482" y="1712010"/>
                  </a:lnTo>
                  <a:cubicBezTo>
                    <a:pt x="411307" y="1712010"/>
                    <a:pt x="416028" y="1707304"/>
                    <a:pt x="416028" y="1701489"/>
                  </a:cubicBezTo>
                  <a:lnTo>
                    <a:pt x="416028" y="1701489"/>
                  </a:lnTo>
                  <a:cubicBezTo>
                    <a:pt x="416107" y="1695673"/>
                    <a:pt x="411449" y="1690910"/>
                    <a:pt x="405626" y="1690825"/>
                  </a:cubicBezTo>
                  <a:cubicBezTo>
                    <a:pt x="405577" y="1690825"/>
                    <a:pt x="405530" y="1690825"/>
                    <a:pt x="405482" y="1690825"/>
                  </a:cubicBezTo>
                  <a:close/>
                  <a:moveTo>
                    <a:pt x="236449" y="1817367"/>
                  </a:moveTo>
                  <a:cubicBezTo>
                    <a:pt x="230601" y="1817367"/>
                    <a:pt x="225838" y="1822059"/>
                    <a:pt x="225760" y="1827888"/>
                  </a:cubicBezTo>
                  <a:lnTo>
                    <a:pt x="225760" y="1827888"/>
                  </a:lnTo>
                  <a:cubicBezTo>
                    <a:pt x="225837" y="1833746"/>
                    <a:pt x="230577" y="1838481"/>
                    <a:pt x="236449" y="1838552"/>
                  </a:cubicBezTo>
                  <a:lnTo>
                    <a:pt x="236449" y="1838552"/>
                  </a:lnTo>
                  <a:cubicBezTo>
                    <a:pt x="242297" y="1838481"/>
                    <a:pt x="246996" y="1833718"/>
                    <a:pt x="246996" y="1827888"/>
                  </a:cubicBezTo>
                  <a:lnTo>
                    <a:pt x="246996" y="1827888"/>
                  </a:lnTo>
                  <a:cubicBezTo>
                    <a:pt x="246996" y="1822073"/>
                    <a:pt x="242274" y="1817367"/>
                    <a:pt x="236449" y="1817367"/>
                  </a:cubicBezTo>
                  <a:close/>
                  <a:moveTo>
                    <a:pt x="82666" y="2086374"/>
                  </a:moveTo>
                  <a:cubicBezTo>
                    <a:pt x="76841" y="2086374"/>
                    <a:pt x="72119" y="2091080"/>
                    <a:pt x="72119" y="2096896"/>
                  </a:cubicBezTo>
                  <a:lnTo>
                    <a:pt x="72119" y="2096896"/>
                  </a:lnTo>
                  <a:cubicBezTo>
                    <a:pt x="72119" y="2102725"/>
                    <a:pt x="76818" y="2107488"/>
                    <a:pt x="82666" y="2107560"/>
                  </a:cubicBezTo>
                  <a:lnTo>
                    <a:pt x="82666" y="2107560"/>
                  </a:lnTo>
                  <a:cubicBezTo>
                    <a:pt x="88538" y="2107488"/>
                    <a:pt x="93278" y="2102754"/>
                    <a:pt x="93355" y="2096896"/>
                  </a:cubicBezTo>
                  <a:lnTo>
                    <a:pt x="93355" y="2096896"/>
                  </a:lnTo>
                  <a:cubicBezTo>
                    <a:pt x="93277" y="2091066"/>
                    <a:pt x="88514" y="2086374"/>
                    <a:pt x="82666" y="2086374"/>
                  </a:cubicBezTo>
                  <a:close/>
                  <a:moveTo>
                    <a:pt x="280346" y="2302348"/>
                  </a:moveTo>
                  <a:cubicBezTo>
                    <a:pt x="274443" y="2302348"/>
                    <a:pt x="269657" y="2307126"/>
                    <a:pt x="269657" y="2313012"/>
                  </a:cubicBezTo>
                  <a:lnTo>
                    <a:pt x="269657" y="2313012"/>
                  </a:lnTo>
                  <a:cubicBezTo>
                    <a:pt x="269735" y="2318841"/>
                    <a:pt x="274498" y="2323533"/>
                    <a:pt x="280346" y="2323533"/>
                  </a:cubicBezTo>
                  <a:lnTo>
                    <a:pt x="280346" y="2323533"/>
                  </a:lnTo>
                  <a:cubicBezTo>
                    <a:pt x="286171" y="2323533"/>
                    <a:pt x="290893" y="2318827"/>
                    <a:pt x="290893" y="2313012"/>
                  </a:cubicBezTo>
                  <a:lnTo>
                    <a:pt x="290893" y="2313012"/>
                  </a:lnTo>
                  <a:cubicBezTo>
                    <a:pt x="290971" y="2307197"/>
                    <a:pt x="286314" y="2302434"/>
                    <a:pt x="280490" y="2302348"/>
                  </a:cubicBezTo>
                  <a:cubicBezTo>
                    <a:pt x="280442" y="2302348"/>
                    <a:pt x="280395" y="2302348"/>
                    <a:pt x="280346" y="2302348"/>
                  </a:cubicBezTo>
                  <a:close/>
                  <a:moveTo>
                    <a:pt x="347047" y="2375714"/>
                  </a:moveTo>
                  <a:cubicBezTo>
                    <a:pt x="341199" y="2375785"/>
                    <a:pt x="336500" y="2380548"/>
                    <a:pt x="336500" y="2386378"/>
                  </a:cubicBezTo>
                  <a:lnTo>
                    <a:pt x="336500" y="2386378"/>
                  </a:lnTo>
                  <a:cubicBezTo>
                    <a:pt x="336500" y="2392193"/>
                    <a:pt x="341222" y="2396899"/>
                    <a:pt x="347047" y="2396899"/>
                  </a:cubicBezTo>
                  <a:lnTo>
                    <a:pt x="347047" y="2396899"/>
                  </a:lnTo>
                  <a:cubicBezTo>
                    <a:pt x="352895" y="2396899"/>
                    <a:pt x="357658" y="2392207"/>
                    <a:pt x="357736" y="2386378"/>
                  </a:cubicBezTo>
                  <a:lnTo>
                    <a:pt x="357736" y="2386378"/>
                  </a:lnTo>
                  <a:cubicBezTo>
                    <a:pt x="357659" y="2380520"/>
                    <a:pt x="352919" y="2375785"/>
                    <a:pt x="347047" y="2375714"/>
                  </a:cubicBezTo>
                  <a:close/>
                  <a:moveTo>
                    <a:pt x="410470" y="2381970"/>
                  </a:moveTo>
                  <a:cubicBezTo>
                    <a:pt x="404645" y="2381970"/>
                    <a:pt x="399923" y="2386676"/>
                    <a:pt x="399923" y="2392491"/>
                  </a:cubicBezTo>
                  <a:lnTo>
                    <a:pt x="399923" y="2392491"/>
                  </a:lnTo>
                  <a:cubicBezTo>
                    <a:pt x="399923" y="2398321"/>
                    <a:pt x="404622" y="2403084"/>
                    <a:pt x="410470" y="2403155"/>
                  </a:cubicBezTo>
                  <a:lnTo>
                    <a:pt x="410470" y="2403155"/>
                  </a:lnTo>
                  <a:cubicBezTo>
                    <a:pt x="416342" y="2403084"/>
                    <a:pt x="421082" y="2398349"/>
                    <a:pt x="421159" y="2392491"/>
                  </a:cubicBezTo>
                  <a:lnTo>
                    <a:pt x="421159" y="2392491"/>
                  </a:lnTo>
                  <a:cubicBezTo>
                    <a:pt x="421081" y="2386662"/>
                    <a:pt x="416318" y="2381970"/>
                    <a:pt x="410470" y="2381970"/>
                  </a:cubicBezTo>
                  <a:close/>
                  <a:moveTo>
                    <a:pt x="1152732" y="2337751"/>
                  </a:moveTo>
                  <a:cubicBezTo>
                    <a:pt x="1146907" y="2337751"/>
                    <a:pt x="1142185" y="2342458"/>
                    <a:pt x="1142185" y="2348273"/>
                  </a:cubicBezTo>
                  <a:lnTo>
                    <a:pt x="1142185" y="2348273"/>
                  </a:lnTo>
                  <a:cubicBezTo>
                    <a:pt x="1142185" y="2354102"/>
                    <a:pt x="1146884" y="2358865"/>
                    <a:pt x="1152732" y="2358937"/>
                  </a:cubicBezTo>
                  <a:lnTo>
                    <a:pt x="1152732" y="2358937"/>
                  </a:lnTo>
                  <a:cubicBezTo>
                    <a:pt x="1158580" y="2358865"/>
                    <a:pt x="1163279" y="2354102"/>
                    <a:pt x="1163279" y="2348273"/>
                  </a:cubicBezTo>
                  <a:lnTo>
                    <a:pt x="1163279" y="2348273"/>
                  </a:lnTo>
                  <a:cubicBezTo>
                    <a:pt x="1163279" y="2342458"/>
                    <a:pt x="1158557" y="2337751"/>
                    <a:pt x="1152732" y="2337751"/>
                  </a:cubicBezTo>
                  <a:close/>
                  <a:moveTo>
                    <a:pt x="986122" y="2067606"/>
                  </a:moveTo>
                  <a:cubicBezTo>
                    <a:pt x="980297" y="2067606"/>
                    <a:pt x="975575" y="2072313"/>
                    <a:pt x="975575" y="2078128"/>
                  </a:cubicBezTo>
                  <a:lnTo>
                    <a:pt x="975575" y="2078128"/>
                  </a:lnTo>
                  <a:cubicBezTo>
                    <a:pt x="975575" y="2083957"/>
                    <a:pt x="980274" y="2088720"/>
                    <a:pt x="986122" y="2088791"/>
                  </a:cubicBezTo>
                  <a:lnTo>
                    <a:pt x="986122" y="2088791"/>
                  </a:lnTo>
                  <a:cubicBezTo>
                    <a:pt x="992025" y="2088791"/>
                    <a:pt x="996811" y="2084014"/>
                    <a:pt x="996811" y="2078128"/>
                  </a:cubicBezTo>
                  <a:lnTo>
                    <a:pt x="996811" y="2078128"/>
                  </a:lnTo>
                  <a:cubicBezTo>
                    <a:pt x="996811" y="2072313"/>
                    <a:pt x="992091" y="2067606"/>
                    <a:pt x="986266" y="2067606"/>
                  </a:cubicBezTo>
                  <a:cubicBezTo>
                    <a:pt x="986218" y="2067606"/>
                    <a:pt x="986171" y="2067606"/>
                    <a:pt x="986122" y="2067606"/>
                  </a:cubicBezTo>
                  <a:close/>
                  <a:moveTo>
                    <a:pt x="693664" y="1995662"/>
                  </a:moveTo>
                  <a:cubicBezTo>
                    <a:pt x="689334" y="1995662"/>
                    <a:pt x="685825" y="1999160"/>
                    <a:pt x="685825" y="2003482"/>
                  </a:cubicBezTo>
                  <a:lnTo>
                    <a:pt x="685825" y="2003482"/>
                  </a:lnTo>
                  <a:cubicBezTo>
                    <a:pt x="685825" y="2007819"/>
                    <a:pt x="689311" y="2011374"/>
                    <a:pt x="693664" y="2011445"/>
                  </a:cubicBezTo>
                  <a:lnTo>
                    <a:pt x="693664" y="2011445"/>
                  </a:lnTo>
                  <a:cubicBezTo>
                    <a:pt x="698072" y="2011445"/>
                    <a:pt x="701645" y="2007876"/>
                    <a:pt x="701645" y="2003482"/>
                  </a:cubicBezTo>
                  <a:lnTo>
                    <a:pt x="701645" y="2003482"/>
                  </a:lnTo>
                  <a:cubicBezTo>
                    <a:pt x="701567" y="1999146"/>
                    <a:pt x="698017" y="1995662"/>
                    <a:pt x="693664" y="1995662"/>
                  </a:cubicBezTo>
                  <a:close/>
                </a:path>
              </a:pathLst>
            </a:custGeom>
            <a:solidFill>
              <a:schemeClr val="accent6"/>
            </a:solidFill>
            <a:ln w="1424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381000" y="2431804"/>
            <a:ext cx="10515600" cy="1994392"/>
          </a:xfrm>
          <a:prstGeom prst="rect">
            <a:avLst/>
          </a:prstGeom>
        </p:spPr>
        <p:txBody>
          <a:bodyPr lIns="0" tIns="0" rIns="0" bIns="0" anchor="ctr" anchorCtr="0">
            <a:spAutoFit/>
          </a:bodyPr>
          <a:lstStyle>
            <a:lvl1pPr>
              <a:defRPr sz="7200">
                <a:solidFill>
                  <a:schemeClr val="tx2"/>
                </a:solidFill>
                <a:effectLst/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7702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">
          <p15:clr>
            <a:srgbClr val="FBAE40"/>
          </p15:clr>
        </p15:guide>
      </p15:sldGuideLst>
    </p:ext>
  </p:extLs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06406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044">
            <a:extLst>
              <a:ext uri="{FF2B5EF4-FFF2-40B4-BE49-F238E27FC236}">
                <a16:creationId xmlns:a16="http://schemas.microsoft.com/office/drawing/2014/main" id="{E584094B-C9C2-4D47-8B52-8848BE79E062}"/>
              </a:ext>
            </a:extLst>
          </p:cNvPr>
          <p:cNvGrpSpPr>
            <a:grpSpLocks noChangeAspect="1"/>
          </p:cNvGrpSpPr>
          <p:nvPr userDrawn="1"/>
        </p:nvGrpSpPr>
        <p:grpSpPr bwMode="gray">
          <a:xfrm>
            <a:off x="-621254" y="590647"/>
            <a:ext cx="12837335" cy="7276907"/>
            <a:chOff x="1272" y="1145"/>
            <a:chExt cx="4779" cy="2709"/>
          </a:xfrm>
          <a:gradFill>
            <a:gsLst>
              <a:gs pos="0">
                <a:schemeClr val="accent6">
                  <a:alpha val="38000"/>
                </a:schemeClr>
              </a:gs>
              <a:gs pos="100000">
                <a:schemeClr val="accent1">
                  <a:alpha val="49000"/>
                </a:schemeClr>
              </a:gs>
            </a:gsLst>
            <a:lin ang="2700000" scaled="0"/>
          </a:gradFill>
        </p:grpSpPr>
        <p:grpSp>
          <p:nvGrpSpPr>
            <p:cNvPr id="8" name="Group 6245">
              <a:extLst>
                <a:ext uri="{FF2B5EF4-FFF2-40B4-BE49-F238E27FC236}">
                  <a16:creationId xmlns:a16="http://schemas.microsoft.com/office/drawing/2014/main" id="{FA983CAD-4918-487A-80D4-91574F347E17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1272" y="1193"/>
              <a:ext cx="4779" cy="1973"/>
              <a:chOff x="1272" y="1193"/>
              <a:chExt cx="4779" cy="1973"/>
            </a:xfrm>
            <a:grpFill/>
          </p:grpSpPr>
          <p:sp>
            <p:nvSpPr>
              <p:cNvPr id="307" name="Freeform 6045">
                <a:extLst>
                  <a:ext uri="{FF2B5EF4-FFF2-40B4-BE49-F238E27FC236}">
                    <a16:creationId xmlns:a16="http://schemas.microsoft.com/office/drawing/2014/main" id="{EC22E223-CB7F-41DE-8B84-DAAF02DB723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69" y="1740"/>
                <a:ext cx="8" cy="7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3 h 4"/>
                  <a:gd name="T4" fmla="*/ 4 w 4"/>
                  <a:gd name="T5" fmla="*/ 0 h 4"/>
                  <a:gd name="T6" fmla="*/ 0 w 4"/>
                  <a:gd name="T7" fmla="*/ 2 h 4"/>
                  <a:gd name="T8" fmla="*/ 1 w 4"/>
                  <a:gd name="T9" fmla="*/ 3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8" name="Freeform 6046">
                <a:extLst>
                  <a:ext uri="{FF2B5EF4-FFF2-40B4-BE49-F238E27FC236}">
                    <a16:creationId xmlns:a16="http://schemas.microsoft.com/office/drawing/2014/main" id="{DB00C511-78A9-41F9-B760-B5910676A9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1" y="1734"/>
                <a:ext cx="21" cy="19"/>
              </a:xfrm>
              <a:custGeom>
                <a:avLst/>
                <a:gdLst>
                  <a:gd name="T0" fmla="*/ 21 w 21"/>
                  <a:gd name="T1" fmla="*/ 4 h 19"/>
                  <a:gd name="T2" fmla="*/ 19 w 21"/>
                  <a:gd name="T3" fmla="*/ 0 h 19"/>
                  <a:gd name="T4" fmla="*/ 15 w 21"/>
                  <a:gd name="T5" fmla="*/ 4 h 19"/>
                  <a:gd name="T6" fmla="*/ 15 w 21"/>
                  <a:gd name="T7" fmla="*/ 4 h 19"/>
                  <a:gd name="T8" fmla="*/ 11 w 21"/>
                  <a:gd name="T9" fmla="*/ 8 h 19"/>
                  <a:gd name="T10" fmla="*/ 9 w 21"/>
                  <a:gd name="T11" fmla="*/ 8 h 19"/>
                  <a:gd name="T12" fmla="*/ 4 w 21"/>
                  <a:gd name="T13" fmla="*/ 13 h 19"/>
                  <a:gd name="T14" fmla="*/ 4 w 21"/>
                  <a:gd name="T15" fmla="*/ 13 h 19"/>
                  <a:gd name="T16" fmla="*/ 2 w 21"/>
                  <a:gd name="T17" fmla="*/ 15 h 19"/>
                  <a:gd name="T18" fmla="*/ 0 w 21"/>
                  <a:gd name="T19" fmla="*/ 15 h 19"/>
                  <a:gd name="T20" fmla="*/ 0 w 21"/>
                  <a:gd name="T21" fmla="*/ 19 h 19"/>
                  <a:gd name="T22" fmla="*/ 4 w 21"/>
                  <a:gd name="T23" fmla="*/ 19 h 19"/>
                  <a:gd name="T24" fmla="*/ 6 w 21"/>
                  <a:gd name="T25" fmla="*/ 17 h 19"/>
                  <a:gd name="T26" fmla="*/ 9 w 21"/>
                  <a:gd name="T27" fmla="*/ 17 h 19"/>
                  <a:gd name="T28" fmla="*/ 11 w 21"/>
                  <a:gd name="T29" fmla="*/ 15 h 19"/>
                  <a:gd name="T30" fmla="*/ 9 w 21"/>
                  <a:gd name="T31" fmla="*/ 15 h 19"/>
                  <a:gd name="T32" fmla="*/ 11 w 21"/>
                  <a:gd name="T33" fmla="*/ 13 h 19"/>
                  <a:gd name="T34" fmla="*/ 15 w 21"/>
                  <a:gd name="T35" fmla="*/ 9 h 19"/>
                  <a:gd name="T36" fmla="*/ 19 w 21"/>
                  <a:gd name="T37" fmla="*/ 8 h 19"/>
                  <a:gd name="T38" fmla="*/ 21 w 21"/>
                  <a:gd name="T39" fmla="*/ 6 h 19"/>
                  <a:gd name="T40" fmla="*/ 21 w 21"/>
                  <a:gd name="T41" fmla="*/ 4 h 19"/>
                  <a:gd name="T42" fmla="*/ 21 w 21"/>
                  <a:gd name="T4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9">
                    <a:moveTo>
                      <a:pt x="21" y="4"/>
                    </a:moveTo>
                    <a:lnTo>
                      <a:pt x="19" y="0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9" name="Freeform 6047">
                <a:extLst>
                  <a:ext uri="{FF2B5EF4-FFF2-40B4-BE49-F238E27FC236}">
                    <a16:creationId xmlns:a16="http://schemas.microsoft.com/office/drawing/2014/main" id="{9EF2B10F-C8A1-4AF1-AFAC-EF65D8A5CF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79" y="1760"/>
                <a:ext cx="11" cy="4"/>
              </a:xfrm>
              <a:custGeom>
                <a:avLst/>
                <a:gdLst>
                  <a:gd name="T0" fmla="*/ 0 w 11"/>
                  <a:gd name="T1" fmla="*/ 4 h 4"/>
                  <a:gd name="T2" fmla="*/ 11 w 11"/>
                  <a:gd name="T3" fmla="*/ 4 h 4"/>
                  <a:gd name="T4" fmla="*/ 5 w 11"/>
                  <a:gd name="T5" fmla="*/ 0 h 4"/>
                  <a:gd name="T6" fmla="*/ 0 w 1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lnTo>
                      <a:pt x="11" y="4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0" name="Freeform 6048">
                <a:extLst>
                  <a:ext uri="{FF2B5EF4-FFF2-40B4-BE49-F238E27FC236}">
                    <a16:creationId xmlns:a16="http://schemas.microsoft.com/office/drawing/2014/main" id="{37E51195-F2FF-4CC3-A4C9-E43344A657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95" y="1740"/>
                <a:ext cx="11" cy="3"/>
              </a:xfrm>
              <a:custGeom>
                <a:avLst/>
                <a:gdLst>
                  <a:gd name="T0" fmla="*/ 0 w 11"/>
                  <a:gd name="T1" fmla="*/ 2 h 3"/>
                  <a:gd name="T2" fmla="*/ 5 w 11"/>
                  <a:gd name="T3" fmla="*/ 3 h 3"/>
                  <a:gd name="T4" fmla="*/ 11 w 11"/>
                  <a:gd name="T5" fmla="*/ 2 h 3"/>
                  <a:gd name="T6" fmla="*/ 5 w 11"/>
                  <a:gd name="T7" fmla="*/ 0 h 3"/>
                  <a:gd name="T8" fmla="*/ 0 w 1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lnTo>
                      <a:pt x="5" y="3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1" name="Freeform 6049">
                <a:extLst>
                  <a:ext uri="{FF2B5EF4-FFF2-40B4-BE49-F238E27FC236}">
                    <a16:creationId xmlns:a16="http://schemas.microsoft.com/office/drawing/2014/main" id="{401520D1-01EF-4797-9D07-4831B7B055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0" y="172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0 h 5"/>
                  <a:gd name="T4" fmla="*/ 0 w 5"/>
                  <a:gd name="T5" fmla="*/ 4 h 5"/>
                  <a:gd name="T6" fmla="*/ 5 w 5"/>
                  <a:gd name="T7" fmla="*/ 5 h 5"/>
                  <a:gd name="T8" fmla="*/ 3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2" name="Freeform 6050">
                <a:extLst>
                  <a:ext uri="{FF2B5EF4-FFF2-40B4-BE49-F238E27FC236}">
                    <a16:creationId xmlns:a16="http://schemas.microsoft.com/office/drawing/2014/main" id="{1163C0B3-D8F9-4914-82E6-760D9C3C47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93" y="1732"/>
                <a:ext cx="10" cy="8"/>
              </a:xfrm>
              <a:custGeom>
                <a:avLst/>
                <a:gdLst>
                  <a:gd name="T0" fmla="*/ 6 w 10"/>
                  <a:gd name="T1" fmla="*/ 4 h 8"/>
                  <a:gd name="T2" fmla="*/ 6 w 10"/>
                  <a:gd name="T3" fmla="*/ 2 h 8"/>
                  <a:gd name="T4" fmla="*/ 2 w 10"/>
                  <a:gd name="T5" fmla="*/ 0 h 8"/>
                  <a:gd name="T6" fmla="*/ 0 w 10"/>
                  <a:gd name="T7" fmla="*/ 2 h 8"/>
                  <a:gd name="T8" fmla="*/ 0 w 10"/>
                  <a:gd name="T9" fmla="*/ 8 h 8"/>
                  <a:gd name="T10" fmla="*/ 6 w 10"/>
                  <a:gd name="T11" fmla="*/ 8 h 8"/>
                  <a:gd name="T12" fmla="*/ 10 w 10"/>
                  <a:gd name="T13" fmla="*/ 8 h 8"/>
                  <a:gd name="T14" fmla="*/ 8 w 10"/>
                  <a:gd name="T15" fmla="*/ 4 h 8"/>
                  <a:gd name="T16" fmla="*/ 6 w 10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6" y="4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3" name="Freeform 6051">
                <a:extLst>
                  <a:ext uri="{FF2B5EF4-FFF2-40B4-BE49-F238E27FC236}">
                    <a16:creationId xmlns:a16="http://schemas.microsoft.com/office/drawing/2014/main" id="{38C1E7C1-F880-4C15-A71E-00655881BE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43" y="1779"/>
                <a:ext cx="54" cy="41"/>
              </a:xfrm>
              <a:custGeom>
                <a:avLst/>
                <a:gdLst>
                  <a:gd name="T0" fmla="*/ 52 w 54"/>
                  <a:gd name="T1" fmla="*/ 4 h 41"/>
                  <a:gd name="T2" fmla="*/ 46 w 54"/>
                  <a:gd name="T3" fmla="*/ 4 h 41"/>
                  <a:gd name="T4" fmla="*/ 44 w 54"/>
                  <a:gd name="T5" fmla="*/ 4 h 41"/>
                  <a:gd name="T6" fmla="*/ 39 w 54"/>
                  <a:gd name="T7" fmla="*/ 2 h 41"/>
                  <a:gd name="T8" fmla="*/ 39 w 54"/>
                  <a:gd name="T9" fmla="*/ 5 h 41"/>
                  <a:gd name="T10" fmla="*/ 37 w 54"/>
                  <a:gd name="T11" fmla="*/ 5 h 41"/>
                  <a:gd name="T12" fmla="*/ 35 w 54"/>
                  <a:gd name="T13" fmla="*/ 2 h 41"/>
                  <a:gd name="T14" fmla="*/ 28 w 54"/>
                  <a:gd name="T15" fmla="*/ 5 h 41"/>
                  <a:gd name="T16" fmla="*/ 31 w 54"/>
                  <a:gd name="T17" fmla="*/ 7 h 41"/>
                  <a:gd name="T18" fmla="*/ 28 w 54"/>
                  <a:gd name="T19" fmla="*/ 9 h 41"/>
                  <a:gd name="T20" fmla="*/ 28 w 54"/>
                  <a:gd name="T21" fmla="*/ 13 h 41"/>
                  <a:gd name="T22" fmla="*/ 26 w 54"/>
                  <a:gd name="T23" fmla="*/ 7 h 41"/>
                  <a:gd name="T24" fmla="*/ 15 w 54"/>
                  <a:gd name="T25" fmla="*/ 11 h 41"/>
                  <a:gd name="T26" fmla="*/ 11 w 54"/>
                  <a:gd name="T27" fmla="*/ 17 h 41"/>
                  <a:gd name="T28" fmla="*/ 11 w 54"/>
                  <a:gd name="T29" fmla="*/ 20 h 41"/>
                  <a:gd name="T30" fmla="*/ 9 w 54"/>
                  <a:gd name="T31" fmla="*/ 24 h 41"/>
                  <a:gd name="T32" fmla="*/ 13 w 54"/>
                  <a:gd name="T33" fmla="*/ 30 h 41"/>
                  <a:gd name="T34" fmla="*/ 16 w 54"/>
                  <a:gd name="T35" fmla="*/ 26 h 41"/>
                  <a:gd name="T36" fmla="*/ 18 w 54"/>
                  <a:gd name="T37" fmla="*/ 28 h 41"/>
                  <a:gd name="T38" fmla="*/ 13 w 54"/>
                  <a:gd name="T39" fmla="*/ 32 h 41"/>
                  <a:gd name="T40" fmla="*/ 3 w 54"/>
                  <a:gd name="T41" fmla="*/ 35 h 41"/>
                  <a:gd name="T42" fmla="*/ 5 w 54"/>
                  <a:gd name="T43" fmla="*/ 41 h 41"/>
                  <a:gd name="T44" fmla="*/ 11 w 54"/>
                  <a:gd name="T45" fmla="*/ 41 h 41"/>
                  <a:gd name="T46" fmla="*/ 9 w 54"/>
                  <a:gd name="T47" fmla="*/ 35 h 41"/>
                  <a:gd name="T48" fmla="*/ 13 w 54"/>
                  <a:gd name="T49" fmla="*/ 35 h 41"/>
                  <a:gd name="T50" fmla="*/ 18 w 54"/>
                  <a:gd name="T51" fmla="*/ 33 h 41"/>
                  <a:gd name="T52" fmla="*/ 20 w 54"/>
                  <a:gd name="T53" fmla="*/ 32 h 41"/>
                  <a:gd name="T54" fmla="*/ 24 w 54"/>
                  <a:gd name="T55" fmla="*/ 28 h 41"/>
                  <a:gd name="T56" fmla="*/ 26 w 54"/>
                  <a:gd name="T57" fmla="*/ 26 h 41"/>
                  <a:gd name="T58" fmla="*/ 28 w 54"/>
                  <a:gd name="T59" fmla="*/ 24 h 41"/>
                  <a:gd name="T60" fmla="*/ 33 w 54"/>
                  <a:gd name="T61" fmla="*/ 24 h 41"/>
                  <a:gd name="T62" fmla="*/ 33 w 54"/>
                  <a:gd name="T63" fmla="*/ 19 h 41"/>
                  <a:gd name="T64" fmla="*/ 37 w 54"/>
                  <a:gd name="T65" fmla="*/ 22 h 41"/>
                  <a:gd name="T66" fmla="*/ 42 w 54"/>
                  <a:gd name="T67" fmla="*/ 19 h 41"/>
                  <a:gd name="T68" fmla="*/ 42 w 54"/>
                  <a:gd name="T69" fmla="*/ 17 h 41"/>
                  <a:gd name="T70" fmla="*/ 44 w 54"/>
                  <a:gd name="T71" fmla="*/ 17 h 41"/>
                  <a:gd name="T72" fmla="*/ 50 w 54"/>
                  <a:gd name="T73" fmla="*/ 13 h 41"/>
                  <a:gd name="T74" fmla="*/ 48 w 54"/>
                  <a:gd name="T75" fmla="*/ 9 h 41"/>
                  <a:gd name="T76" fmla="*/ 54 w 54"/>
                  <a:gd name="T7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41">
                    <a:moveTo>
                      <a:pt x="54" y="9"/>
                    </a:moveTo>
                    <a:lnTo>
                      <a:pt x="52" y="4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1" y="0"/>
                    </a:lnTo>
                    <a:lnTo>
                      <a:pt x="39" y="2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5" y="2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29" y="7"/>
                    </a:lnTo>
                    <a:lnTo>
                      <a:pt x="28" y="9"/>
                    </a:lnTo>
                    <a:lnTo>
                      <a:pt x="29" y="11"/>
                    </a:lnTo>
                    <a:lnTo>
                      <a:pt x="28" y="13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9" y="24"/>
                    </a:lnTo>
                    <a:lnTo>
                      <a:pt x="11" y="28"/>
                    </a:lnTo>
                    <a:lnTo>
                      <a:pt x="13" y="30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3" y="35"/>
                    </a:lnTo>
                    <a:lnTo>
                      <a:pt x="0" y="41"/>
                    </a:lnTo>
                    <a:lnTo>
                      <a:pt x="5" y="41"/>
                    </a:lnTo>
                    <a:lnTo>
                      <a:pt x="9" y="37"/>
                    </a:lnTo>
                    <a:lnTo>
                      <a:pt x="11" y="41"/>
                    </a:lnTo>
                    <a:lnTo>
                      <a:pt x="15" y="35"/>
                    </a:lnTo>
                    <a:lnTo>
                      <a:pt x="9" y="35"/>
                    </a:lnTo>
                    <a:lnTo>
                      <a:pt x="13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33" y="24"/>
                    </a:lnTo>
                    <a:lnTo>
                      <a:pt x="35" y="22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22"/>
                    </a:lnTo>
                    <a:lnTo>
                      <a:pt x="41" y="22"/>
                    </a:lnTo>
                    <a:lnTo>
                      <a:pt x="42" y="19"/>
                    </a:lnTo>
                    <a:lnTo>
                      <a:pt x="41" y="15"/>
                    </a:lnTo>
                    <a:lnTo>
                      <a:pt x="42" y="17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8" y="17"/>
                    </a:lnTo>
                    <a:lnTo>
                      <a:pt x="50" y="13"/>
                    </a:lnTo>
                    <a:lnTo>
                      <a:pt x="48" y="11"/>
                    </a:lnTo>
                    <a:lnTo>
                      <a:pt x="48" y="9"/>
                    </a:lnTo>
                    <a:lnTo>
                      <a:pt x="50" y="9"/>
                    </a:lnTo>
                    <a:lnTo>
                      <a:pt x="54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4" name="Freeform 6052">
                <a:extLst>
                  <a:ext uri="{FF2B5EF4-FFF2-40B4-BE49-F238E27FC236}">
                    <a16:creationId xmlns:a16="http://schemas.microsoft.com/office/drawing/2014/main" id="{08DB11F8-B7F3-47F7-945A-6791A52B01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24" y="1831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4 w 6"/>
                  <a:gd name="T5" fmla="*/ 4 h 6"/>
                  <a:gd name="T6" fmla="*/ 6 w 6"/>
                  <a:gd name="T7" fmla="*/ 0 h 6"/>
                  <a:gd name="T8" fmla="*/ 0 w 6"/>
                  <a:gd name="T9" fmla="*/ 2 h 6"/>
                  <a:gd name="T10" fmla="*/ 0 w 6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5" name="Freeform 6053">
                <a:extLst>
                  <a:ext uri="{FF2B5EF4-FFF2-40B4-BE49-F238E27FC236}">
                    <a16:creationId xmlns:a16="http://schemas.microsoft.com/office/drawing/2014/main" id="{6306D185-351A-4A90-8667-8A55561FB6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85" y="1764"/>
                <a:ext cx="19" cy="19"/>
              </a:xfrm>
              <a:custGeom>
                <a:avLst/>
                <a:gdLst>
                  <a:gd name="T0" fmla="*/ 17 w 19"/>
                  <a:gd name="T1" fmla="*/ 11 h 19"/>
                  <a:gd name="T2" fmla="*/ 17 w 19"/>
                  <a:gd name="T3" fmla="*/ 11 h 19"/>
                  <a:gd name="T4" fmla="*/ 19 w 19"/>
                  <a:gd name="T5" fmla="*/ 9 h 19"/>
                  <a:gd name="T6" fmla="*/ 17 w 19"/>
                  <a:gd name="T7" fmla="*/ 6 h 19"/>
                  <a:gd name="T8" fmla="*/ 13 w 19"/>
                  <a:gd name="T9" fmla="*/ 7 h 19"/>
                  <a:gd name="T10" fmla="*/ 13 w 19"/>
                  <a:gd name="T11" fmla="*/ 6 h 19"/>
                  <a:gd name="T12" fmla="*/ 13 w 19"/>
                  <a:gd name="T13" fmla="*/ 6 h 19"/>
                  <a:gd name="T14" fmla="*/ 17 w 19"/>
                  <a:gd name="T15" fmla="*/ 4 h 19"/>
                  <a:gd name="T16" fmla="*/ 17 w 19"/>
                  <a:gd name="T17" fmla="*/ 0 h 19"/>
                  <a:gd name="T18" fmla="*/ 13 w 19"/>
                  <a:gd name="T19" fmla="*/ 0 h 19"/>
                  <a:gd name="T20" fmla="*/ 12 w 19"/>
                  <a:gd name="T21" fmla="*/ 0 h 19"/>
                  <a:gd name="T22" fmla="*/ 12 w 19"/>
                  <a:gd name="T23" fmla="*/ 4 h 19"/>
                  <a:gd name="T24" fmla="*/ 13 w 19"/>
                  <a:gd name="T25" fmla="*/ 6 h 19"/>
                  <a:gd name="T26" fmla="*/ 12 w 19"/>
                  <a:gd name="T27" fmla="*/ 4 h 19"/>
                  <a:gd name="T28" fmla="*/ 8 w 19"/>
                  <a:gd name="T29" fmla="*/ 6 h 19"/>
                  <a:gd name="T30" fmla="*/ 6 w 19"/>
                  <a:gd name="T31" fmla="*/ 7 h 19"/>
                  <a:gd name="T32" fmla="*/ 8 w 19"/>
                  <a:gd name="T33" fmla="*/ 9 h 19"/>
                  <a:gd name="T34" fmla="*/ 6 w 19"/>
                  <a:gd name="T35" fmla="*/ 11 h 19"/>
                  <a:gd name="T36" fmla="*/ 6 w 19"/>
                  <a:gd name="T37" fmla="*/ 9 h 19"/>
                  <a:gd name="T38" fmla="*/ 4 w 19"/>
                  <a:gd name="T39" fmla="*/ 11 h 19"/>
                  <a:gd name="T40" fmla="*/ 2 w 19"/>
                  <a:gd name="T41" fmla="*/ 9 h 19"/>
                  <a:gd name="T42" fmla="*/ 0 w 19"/>
                  <a:gd name="T43" fmla="*/ 13 h 19"/>
                  <a:gd name="T44" fmla="*/ 0 w 19"/>
                  <a:gd name="T45" fmla="*/ 15 h 19"/>
                  <a:gd name="T46" fmla="*/ 4 w 19"/>
                  <a:gd name="T47" fmla="*/ 19 h 19"/>
                  <a:gd name="T48" fmla="*/ 8 w 19"/>
                  <a:gd name="T49" fmla="*/ 17 h 19"/>
                  <a:gd name="T50" fmla="*/ 10 w 19"/>
                  <a:gd name="T51" fmla="*/ 17 h 19"/>
                  <a:gd name="T52" fmla="*/ 10 w 19"/>
                  <a:gd name="T53" fmla="*/ 17 h 19"/>
                  <a:gd name="T54" fmla="*/ 12 w 19"/>
                  <a:gd name="T55" fmla="*/ 17 h 19"/>
                  <a:gd name="T56" fmla="*/ 13 w 19"/>
                  <a:gd name="T57" fmla="*/ 15 h 19"/>
                  <a:gd name="T58" fmla="*/ 15 w 19"/>
                  <a:gd name="T59" fmla="*/ 17 h 19"/>
                  <a:gd name="T60" fmla="*/ 19 w 19"/>
                  <a:gd name="T61" fmla="*/ 15 h 19"/>
                  <a:gd name="T62" fmla="*/ 17 w 19"/>
                  <a:gd name="T63" fmla="*/ 11 h 19"/>
                  <a:gd name="T64" fmla="*/ 17 w 19"/>
                  <a:gd name="T6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9">
                    <a:moveTo>
                      <a:pt x="17" y="11"/>
                    </a:moveTo>
                    <a:lnTo>
                      <a:pt x="17" y="11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7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9" y="15"/>
                    </a:lnTo>
                    <a:lnTo>
                      <a:pt x="17" y="11"/>
                    </a:lnTo>
                    <a:lnTo>
                      <a:pt x="17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6" name="Freeform 6054">
                <a:extLst>
                  <a:ext uri="{FF2B5EF4-FFF2-40B4-BE49-F238E27FC236}">
                    <a16:creationId xmlns:a16="http://schemas.microsoft.com/office/drawing/2014/main" id="{A9708D66-0DBB-4B0D-A3F2-8B086132B0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892" y="1880"/>
                <a:ext cx="6" cy="7"/>
              </a:xfrm>
              <a:custGeom>
                <a:avLst/>
                <a:gdLst>
                  <a:gd name="T0" fmla="*/ 6 w 6"/>
                  <a:gd name="T1" fmla="*/ 3 h 7"/>
                  <a:gd name="T2" fmla="*/ 0 w 6"/>
                  <a:gd name="T3" fmla="*/ 0 h 7"/>
                  <a:gd name="T4" fmla="*/ 2 w 6"/>
                  <a:gd name="T5" fmla="*/ 7 h 7"/>
                  <a:gd name="T6" fmla="*/ 6 w 6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7" name="Freeform 6055">
                <a:extLst>
                  <a:ext uri="{FF2B5EF4-FFF2-40B4-BE49-F238E27FC236}">
                    <a16:creationId xmlns:a16="http://schemas.microsoft.com/office/drawing/2014/main" id="{C2CF9CF5-B507-4971-83C9-32D023F780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53" y="1839"/>
                <a:ext cx="15" cy="14"/>
              </a:xfrm>
              <a:custGeom>
                <a:avLst/>
                <a:gdLst>
                  <a:gd name="T0" fmla="*/ 8 w 15"/>
                  <a:gd name="T1" fmla="*/ 0 h 14"/>
                  <a:gd name="T2" fmla="*/ 8 w 15"/>
                  <a:gd name="T3" fmla="*/ 1 h 14"/>
                  <a:gd name="T4" fmla="*/ 6 w 15"/>
                  <a:gd name="T5" fmla="*/ 3 h 14"/>
                  <a:gd name="T6" fmla="*/ 0 w 15"/>
                  <a:gd name="T7" fmla="*/ 14 h 14"/>
                  <a:gd name="T8" fmla="*/ 8 w 15"/>
                  <a:gd name="T9" fmla="*/ 7 h 14"/>
                  <a:gd name="T10" fmla="*/ 11 w 15"/>
                  <a:gd name="T11" fmla="*/ 5 h 14"/>
                  <a:gd name="T12" fmla="*/ 11 w 15"/>
                  <a:gd name="T13" fmla="*/ 3 h 14"/>
                  <a:gd name="T14" fmla="*/ 15 w 15"/>
                  <a:gd name="T15" fmla="*/ 0 h 14"/>
                  <a:gd name="T16" fmla="*/ 8 w 15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lnTo>
                      <a:pt x="8" y="1"/>
                    </a:lnTo>
                    <a:lnTo>
                      <a:pt x="6" y="3"/>
                    </a:lnTo>
                    <a:lnTo>
                      <a:pt x="0" y="14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8" name="Freeform 6056">
                <a:extLst>
                  <a:ext uri="{FF2B5EF4-FFF2-40B4-BE49-F238E27FC236}">
                    <a16:creationId xmlns:a16="http://schemas.microsoft.com/office/drawing/2014/main" id="{9E84C100-3A7B-4238-A468-1BF3FD0A3F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4"/>
                <a:ext cx="11" cy="7"/>
              </a:xfrm>
              <a:custGeom>
                <a:avLst/>
                <a:gdLst>
                  <a:gd name="T0" fmla="*/ 8 w 11"/>
                  <a:gd name="T1" fmla="*/ 4 h 7"/>
                  <a:gd name="T2" fmla="*/ 6 w 11"/>
                  <a:gd name="T3" fmla="*/ 0 h 7"/>
                  <a:gd name="T4" fmla="*/ 0 w 11"/>
                  <a:gd name="T5" fmla="*/ 4 h 7"/>
                  <a:gd name="T6" fmla="*/ 4 w 11"/>
                  <a:gd name="T7" fmla="*/ 4 h 7"/>
                  <a:gd name="T8" fmla="*/ 4 w 11"/>
                  <a:gd name="T9" fmla="*/ 4 h 7"/>
                  <a:gd name="T10" fmla="*/ 8 w 11"/>
                  <a:gd name="T11" fmla="*/ 7 h 7"/>
                  <a:gd name="T12" fmla="*/ 11 w 11"/>
                  <a:gd name="T13" fmla="*/ 6 h 7"/>
                  <a:gd name="T14" fmla="*/ 10 w 11"/>
                  <a:gd name="T15" fmla="*/ 2 h 7"/>
                  <a:gd name="T16" fmla="*/ 8 w 11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8" y="4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0" y="2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19" name="Freeform 6057">
                <a:extLst>
                  <a:ext uri="{FF2B5EF4-FFF2-40B4-BE49-F238E27FC236}">
                    <a16:creationId xmlns:a16="http://schemas.microsoft.com/office/drawing/2014/main" id="{CC1CB7E7-92B9-4A4C-937E-E9D87B0877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04" y="1878"/>
                <a:ext cx="8" cy="5"/>
              </a:xfrm>
              <a:custGeom>
                <a:avLst/>
                <a:gdLst>
                  <a:gd name="T0" fmla="*/ 0 w 8"/>
                  <a:gd name="T1" fmla="*/ 3 h 5"/>
                  <a:gd name="T2" fmla="*/ 4 w 8"/>
                  <a:gd name="T3" fmla="*/ 5 h 5"/>
                  <a:gd name="T4" fmla="*/ 8 w 8"/>
                  <a:gd name="T5" fmla="*/ 3 h 5"/>
                  <a:gd name="T6" fmla="*/ 4 w 8"/>
                  <a:gd name="T7" fmla="*/ 0 h 5"/>
                  <a:gd name="T8" fmla="*/ 0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lnTo>
                      <a:pt x="4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0" name="Freeform 6058">
                <a:extLst>
                  <a:ext uri="{FF2B5EF4-FFF2-40B4-BE49-F238E27FC236}">
                    <a16:creationId xmlns:a16="http://schemas.microsoft.com/office/drawing/2014/main" id="{69263B5A-530E-4813-AA1F-C9E1A6E470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88" y="1880"/>
                <a:ext cx="5" cy="9"/>
              </a:xfrm>
              <a:custGeom>
                <a:avLst/>
                <a:gdLst>
                  <a:gd name="T0" fmla="*/ 0 w 5"/>
                  <a:gd name="T1" fmla="*/ 5 h 9"/>
                  <a:gd name="T2" fmla="*/ 5 w 5"/>
                  <a:gd name="T3" fmla="*/ 9 h 9"/>
                  <a:gd name="T4" fmla="*/ 3 w 5"/>
                  <a:gd name="T5" fmla="*/ 0 h 9"/>
                  <a:gd name="T6" fmla="*/ 0 w 5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lnTo>
                      <a:pt x="5" y="9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1" name="Freeform 6059">
                <a:extLst>
                  <a:ext uri="{FF2B5EF4-FFF2-40B4-BE49-F238E27FC236}">
                    <a16:creationId xmlns:a16="http://schemas.microsoft.com/office/drawing/2014/main" id="{1A167390-4502-41F8-A320-0FD2E43B62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67" y="1885"/>
                <a:ext cx="11" cy="4"/>
              </a:xfrm>
              <a:custGeom>
                <a:avLst/>
                <a:gdLst>
                  <a:gd name="T0" fmla="*/ 2 w 11"/>
                  <a:gd name="T1" fmla="*/ 0 h 4"/>
                  <a:gd name="T2" fmla="*/ 0 w 11"/>
                  <a:gd name="T3" fmla="*/ 4 h 4"/>
                  <a:gd name="T4" fmla="*/ 8 w 11"/>
                  <a:gd name="T5" fmla="*/ 4 h 4"/>
                  <a:gd name="T6" fmla="*/ 11 w 11"/>
                  <a:gd name="T7" fmla="*/ 2 h 4"/>
                  <a:gd name="T8" fmla="*/ 8 w 11"/>
                  <a:gd name="T9" fmla="*/ 0 h 4"/>
                  <a:gd name="T10" fmla="*/ 2 w 1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0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2" name="Freeform 6060">
                <a:extLst>
                  <a:ext uri="{FF2B5EF4-FFF2-40B4-BE49-F238E27FC236}">
                    <a16:creationId xmlns:a16="http://schemas.microsoft.com/office/drawing/2014/main" id="{4F95F72D-9B7B-481F-8431-3159B1A36E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95" y="1878"/>
                <a:ext cx="11" cy="9"/>
              </a:xfrm>
              <a:custGeom>
                <a:avLst/>
                <a:gdLst>
                  <a:gd name="T0" fmla="*/ 2 w 11"/>
                  <a:gd name="T1" fmla="*/ 3 h 9"/>
                  <a:gd name="T2" fmla="*/ 0 w 11"/>
                  <a:gd name="T3" fmla="*/ 9 h 9"/>
                  <a:gd name="T4" fmla="*/ 6 w 11"/>
                  <a:gd name="T5" fmla="*/ 5 h 9"/>
                  <a:gd name="T6" fmla="*/ 11 w 11"/>
                  <a:gd name="T7" fmla="*/ 5 h 9"/>
                  <a:gd name="T8" fmla="*/ 4 w 11"/>
                  <a:gd name="T9" fmla="*/ 0 h 9"/>
                  <a:gd name="T10" fmla="*/ 2 w 11"/>
                  <a:gd name="T1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lnTo>
                      <a:pt x="0" y="9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4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3" name="Freeform 6061">
                <a:extLst>
                  <a:ext uri="{FF2B5EF4-FFF2-40B4-BE49-F238E27FC236}">
                    <a16:creationId xmlns:a16="http://schemas.microsoft.com/office/drawing/2014/main" id="{54C8EBE2-70F7-42FF-8E6D-2C1EE02C2E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81" y="1855"/>
                <a:ext cx="13" cy="4"/>
              </a:xfrm>
              <a:custGeom>
                <a:avLst/>
                <a:gdLst>
                  <a:gd name="T0" fmla="*/ 11 w 13"/>
                  <a:gd name="T1" fmla="*/ 0 h 4"/>
                  <a:gd name="T2" fmla="*/ 5 w 13"/>
                  <a:gd name="T3" fmla="*/ 0 h 4"/>
                  <a:gd name="T4" fmla="*/ 7 w 13"/>
                  <a:gd name="T5" fmla="*/ 2 h 4"/>
                  <a:gd name="T6" fmla="*/ 3 w 13"/>
                  <a:gd name="T7" fmla="*/ 0 h 4"/>
                  <a:gd name="T8" fmla="*/ 0 w 13"/>
                  <a:gd name="T9" fmla="*/ 4 h 4"/>
                  <a:gd name="T10" fmla="*/ 9 w 13"/>
                  <a:gd name="T11" fmla="*/ 4 h 4"/>
                  <a:gd name="T12" fmla="*/ 9 w 13"/>
                  <a:gd name="T13" fmla="*/ 4 h 4"/>
                  <a:gd name="T14" fmla="*/ 13 w 13"/>
                  <a:gd name="T15" fmla="*/ 2 h 4"/>
                  <a:gd name="T16" fmla="*/ 11 w 1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">
                    <a:moveTo>
                      <a:pt x="11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4" name="Freeform 6062">
                <a:extLst>
                  <a:ext uri="{FF2B5EF4-FFF2-40B4-BE49-F238E27FC236}">
                    <a16:creationId xmlns:a16="http://schemas.microsoft.com/office/drawing/2014/main" id="{FAD07182-D629-4422-A8E2-D6C0C4433B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18" y="1850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4 w 7"/>
                  <a:gd name="T3" fmla="*/ 5 h 5"/>
                  <a:gd name="T4" fmla="*/ 7 w 7"/>
                  <a:gd name="T5" fmla="*/ 3 h 5"/>
                  <a:gd name="T6" fmla="*/ 4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4" y="5"/>
                    </a:lnTo>
                    <a:lnTo>
                      <a:pt x="7" y="3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5" name="Freeform 6063">
                <a:extLst>
                  <a:ext uri="{FF2B5EF4-FFF2-40B4-BE49-F238E27FC236}">
                    <a16:creationId xmlns:a16="http://schemas.microsoft.com/office/drawing/2014/main" id="{2327D956-8F86-417E-BA3E-9418F83875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79" y="1648"/>
                <a:ext cx="9" cy="19"/>
              </a:xfrm>
              <a:custGeom>
                <a:avLst/>
                <a:gdLst>
                  <a:gd name="T0" fmla="*/ 1 w 5"/>
                  <a:gd name="T1" fmla="*/ 7 h 10"/>
                  <a:gd name="T2" fmla="*/ 5 w 5"/>
                  <a:gd name="T3" fmla="*/ 10 h 10"/>
                  <a:gd name="T4" fmla="*/ 5 w 5"/>
                  <a:gd name="T5" fmla="*/ 7 h 10"/>
                  <a:gd name="T6" fmla="*/ 3 w 5"/>
                  <a:gd name="T7" fmla="*/ 5 h 10"/>
                  <a:gd name="T8" fmla="*/ 3 w 5"/>
                  <a:gd name="T9" fmla="*/ 4 h 10"/>
                  <a:gd name="T10" fmla="*/ 2 w 5"/>
                  <a:gd name="T11" fmla="*/ 3 h 10"/>
                  <a:gd name="T12" fmla="*/ 3 w 5"/>
                  <a:gd name="T13" fmla="*/ 3 h 10"/>
                  <a:gd name="T14" fmla="*/ 2 w 5"/>
                  <a:gd name="T15" fmla="*/ 0 h 10"/>
                  <a:gd name="T16" fmla="*/ 1 w 5"/>
                  <a:gd name="T17" fmla="*/ 2 h 10"/>
                  <a:gd name="T18" fmla="*/ 1 w 5"/>
                  <a:gd name="T19" fmla="*/ 3 h 10"/>
                  <a:gd name="T20" fmla="*/ 0 w 5"/>
                  <a:gd name="T21" fmla="*/ 4 h 10"/>
                  <a:gd name="T22" fmla="*/ 0 w 5"/>
                  <a:gd name="T23" fmla="*/ 4 h 10"/>
                  <a:gd name="T24" fmla="*/ 1 w 5"/>
                  <a:gd name="T25" fmla="*/ 5 h 10"/>
                  <a:gd name="T26" fmla="*/ 1 w 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1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6" name="Freeform 6064">
                <a:extLst>
                  <a:ext uri="{FF2B5EF4-FFF2-40B4-BE49-F238E27FC236}">
                    <a16:creationId xmlns:a16="http://schemas.microsoft.com/office/drawing/2014/main" id="{13ACA35F-E27E-455C-A1E7-3634C53200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417" y="1850"/>
                <a:ext cx="69" cy="31"/>
              </a:xfrm>
              <a:custGeom>
                <a:avLst/>
                <a:gdLst>
                  <a:gd name="T0" fmla="*/ 36 w 37"/>
                  <a:gd name="T1" fmla="*/ 0 h 17"/>
                  <a:gd name="T2" fmla="*/ 34 w 37"/>
                  <a:gd name="T3" fmla="*/ 2 h 17"/>
                  <a:gd name="T4" fmla="*/ 33 w 37"/>
                  <a:gd name="T5" fmla="*/ 2 h 17"/>
                  <a:gd name="T6" fmla="*/ 30 w 37"/>
                  <a:gd name="T7" fmla="*/ 1 h 17"/>
                  <a:gd name="T8" fmla="*/ 31 w 37"/>
                  <a:gd name="T9" fmla="*/ 4 h 17"/>
                  <a:gd name="T10" fmla="*/ 29 w 37"/>
                  <a:gd name="T11" fmla="*/ 4 h 17"/>
                  <a:gd name="T12" fmla="*/ 27 w 37"/>
                  <a:gd name="T13" fmla="*/ 3 h 17"/>
                  <a:gd name="T14" fmla="*/ 24 w 37"/>
                  <a:gd name="T15" fmla="*/ 3 h 17"/>
                  <a:gd name="T16" fmla="*/ 23 w 37"/>
                  <a:gd name="T17" fmla="*/ 6 h 17"/>
                  <a:gd name="T18" fmla="*/ 22 w 37"/>
                  <a:gd name="T19" fmla="*/ 6 h 17"/>
                  <a:gd name="T20" fmla="*/ 20 w 37"/>
                  <a:gd name="T21" fmla="*/ 8 h 17"/>
                  <a:gd name="T22" fmla="*/ 19 w 37"/>
                  <a:gd name="T23" fmla="*/ 9 h 17"/>
                  <a:gd name="T24" fmla="*/ 16 w 37"/>
                  <a:gd name="T25" fmla="*/ 11 h 17"/>
                  <a:gd name="T26" fmla="*/ 14 w 37"/>
                  <a:gd name="T27" fmla="*/ 11 h 17"/>
                  <a:gd name="T28" fmla="*/ 17 w 37"/>
                  <a:gd name="T29" fmla="*/ 10 h 17"/>
                  <a:gd name="T30" fmla="*/ 13 w 37"/>
                  <a:gd name="T31" fmla="*/ 4 h 17"/>
                  <a:gd name="T32" fmla="*/ 12 w 37"/>
                  <a:gd name="T33" fmla="*/ 8 h 17"/>
                  <a:gd name="T34" fmla="*/ 10 w 37"/>
                  <a:gd name="T35" fmla="*/ 9 h 17"/>
                  <a:gd name="T36" fmla="*/ 8 w 37"/>
                  <a:gd name="T37" fmla="*/ 11 h 17"/>
                  <a:gd name="T38" fmla="*/ 6 w 37"/>
                  <a:gd name="T39" fmla="*/ 13 h 17"/>
                  <a:gd name="T40" fmla="*/ 4 w 37"/>
                  <a:gd name="T41" fmla="*/ 15 h 17"/>
                  <a:gd name="T42" fmla="*/ 0 w 37"/>
                  <a:gd name="T43" fmla="*/ 17 h 17"/>
                  <a:gd name="T44" fmla="*/ 7 w 37"/>
                  <a:gd name="T45" fmla="*/ 16 h 17"/>
                  <a:gd name="T46" fmla="*/ 11 w 37"/>
                  <a:gd name="T47" fmla="*/ 13 h 17"/>
                  <a:gd name="T48" fmla="*/ 14 w 37"/>
                  <a:gd name="T49" fmla="*/ 12 h 17"/>
                  <a:gd name="T50" fmla="*/ 18 w 37"/>
                  <a:gd name="T51" fmla="*/ 13 h 17"/>
                  <a:gd name="T52" fmla="*/ 21 w 37"/>
                  <a:gd name="T53" fmla="*/ 11 h 17"/>
                  <a:gd name="T54" fmla="*/ 23 w 37"/>
                  <a:gd name="T55" fmla="*/ 12 h 17"/>
                  <a:gd name="T56" fmla="*/ 24 w 37"/>
                  <a:gd name="T57" fmla="*/ 11 h 17"/>
                  <a:gd name="T58" fmla="*/ 27 w 37"/>
                  <a:gd name="T59" fmla="*/ 9 h 17"/>
                  <a:gd name="T60" fmla="*/ 29 w 37"/>
                  <a:gd name="T61" fmla="*/ 7 h 17"/>
                  <a:gd name="T62" fmla="*/ 29 w 37"/>
                  <a:gd name="T63" fmla="*/ 6 h 17"/>
                  <a:gd name="T64" fmla="*/ 31 w 37"/>
                  <a:gd name="T65" fmla="*/ 6 h 17"/>
                  <a:gd name="T66" fmla="*/ 32 w 37"/>
                  <a:gd name="T67" fmla="*/ 5 h 17"/>
                  <a:gd name="T68" fmla="*/ 34 w 37"/>
                  <a:gd name="T6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17">
                    <a:moveTo>
                      <a:pt x="37" y="3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3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7" name="Freeform 6065">
                <a:extLst>
                  <a:ext uri="{FF2B5EF4-FFF2-40B4-BE49-F238E27FC236}">
                    <a16:creationId xmlns:a16="http://schemas.microsoft.com/office/drawing/2014/main" id="{F8DFDF90-6B7B-4314-922E-7A3C86B5A8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6" y="1555"/>
                <a:ext cx="35" cy="37"/>
              </a:xfrm>
              <a:custGeom>
                <a:avLst/>
                <a:gdLst>
                  <a:gd name="T0" fmla="*/ 7 w 35"/>
                  <a:gd name="T1" fmla="*/ 19 h 37"/>
                  <a:gd name="T2" fmla="*/ 7 w 35"/>
                  <a:gd name="T3" fmla="*/ 17 h 37"/>
                  <a:gd name="T4" fmla="*/ 11 w 35"/>
                  <a:gd name="T5" fmla="*/ 17 h 37"/>
                  <a:gd name="T6" fmla="*/ 13 w 35"/>
                  <a:gd name="T7" fmla="*/ 19 h 37"/>
                  <a:gd name="T8" fmla="*/ 15 w 35"/>
                  <a:gd name="T9" fmla="*/ 23 h 37"/>
                  <a:gd name="T10" fmla="*/ 13 w 35"/>
                  <a:gd name="T11" fmla="*/ 26 h 37"/>
                  <a:gd name="T12" fmla="*/ 17 w 35"/>
                  <a:gd name="T13" fmla="*/ 28 h 37"/>
                  <a:gd name="T14" fmla="*/ 17 w 35"/>
                  <a:gd name="T15" fmla="*/ 30 h 37"/>
                  <a:gd name="T16" fmla="*/ 15 w 35"/>
                  <a:gd name="T17" fmla="*/ 36 h 37"/>
                  <a:gd name="T18" fmla="*/ 18 w 35"/>
                  <a:gd name="T19" fmla="*/ 37 h 37"/>
                  <a:gd name="T20" fmla="*/ 22 w 35"/>
                  <a:gd name="T21" fmla="*/ 34 h 37"/>
                  <a:gd name="T22" fmla="*/ 26 w 35"/>
                  <a:gd name="T23" fmla="*/ 34 h 37"/>
                  <a:gd name="T24" fmla="*/ 26 w 35"/>
                  <a:gd name="T25" fmla="*/ 32 h 37"/>
                  <a:gd name="T26" fmla="*/ 28 w 35"/>
                  <a:gd name="T27" fmla="*/ 32 h 37"/>
                  <a:gd name="T28" fmla="*/ 31 w 35"/>
                  <a:gd name="T29" fmla="*/ 34 h 37"/>
                  <a:gd name="T30" fmla="*/ 35 w 35"/>
                  <a:gd name="T31" fmla="*/ 32 h 37"/>
                  <a:gd name="T32" fmla="*/ 33 w 35"/>
                  <a:gd name="T33" fmla="*/ 28 h 37"/>
                  <a:gd name="T34" fmla="*/ 28 w 35"/>
                  <a:gd name="T35" fmla="*/ 23 h 37"/>
                  <a:gd name="T36" fmla="*/ 30 w 35"/>
                  <a:gd name="T37" fmla="*/ 21 h 37"/>
                  <a:gd name="T38" fmla="*/ 26 w 35"/>
                  <a:gd name="T39" fmla="*/ 19 h 37"/>
                  <a:gd name="T40" fmla="*/ 24 w 35"/>
                  <a:gd name="T41" fmla="*/ 15 h 37"/>
                  <a:gd name="T42" fmla="*/ 26 w 35"/>
                  <a:gd name="T43" fmla="*/ 15 h 37"/>
                  <a:gd name="T44" fmla="*/ 26 w 35"/>
                  <a:gd name="T45" fmla="*/ 11 h 37"/>
                  <a:gd name="T46" fmla="*/ 22 w 35"/>
                  <a:gd name="T47" fmla="*/ 9 h 37"/>
                  <a:gd name="T48" fmla="*/ 17 w 35"/>
                  <a:gd name="T49" fmla="*/ 8 h 37"/>
                  <a:gd name="T50" fmla="*/ 15 w 35"/>
                  <a:gd name="T51" fmla="*/ 9 h 37"/>
                  <a:gd name="T52" fmla="*/ 13 w 35"/>
                  <a:gd name="T53" fmla="*/ 9 h 37"/>
                  <a:gd name="T54" fmla="*/ 13 w 35"/>
                  <a:gd name="T55" fmla="*/ 8 h 37"/>
                  <a:gd name="T56" fmla="*/ 11 w 35"/>
                  <a:gd name="T57" fmla="*/ 6 h 37"/>
                  <a:gd name="T58" fmla="*/ 11 w 35"/>
                  <a:gd name="T59" fmla="*/ 6 h 37"/>
                  <a:gd name="T60" fmla="*/ 11 w 35"/>
                  <a:gd name="T61" fmla="*/ 0 h 37"/>
                  <a:gd name="T62" fmla="*/ 7 w 35"/>
                  <a:gd name="T63" fmla="*/ 0 h 37"/>
                  <a:gd name="T64" fmla="*/ 5 w 35"/>
                  <a:gd name="T65" fmla="*/ 6 h 37"/>
                  <a:gd name="T66" fmla="*/ 0 w 35"/>
                  <a:gd name="T67" fmla="*/ 11 h 37"/>
                  <a:gd name="T68" fmla="*/ 0 w 35"/>
                  <a:gd name="T69" fmla="*/ 15 h 37"/>
                  <a:gd name="T70" fmla="*/ 2 w 35"/>
                  <a:gd name="T71" fmla="*/ 19 h 37"/>
                  <a:gd name="T72" fmla="*/ 7 w 35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37">
                    <a:moveTo>
                      <a:pt x="7" y="19"/>
                    </a:moveTo>
                    <a:lnTo>
                      <a:pt x="7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5" y="23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5" y="36"/>
                    </a:lnTo>
                    <a:lnTo>
                      <a:pt x="18" y="37"/>
                    </a:lnTo>
                    <a:lnTo>
                      <a:pt x="22" y="34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31" y="34"/>
                    </a:lnTo>
                    <a:lnTo>
                      <a:pt x="35" y="32"/>
                    </a:lnTo>
                    <a:lnTo>
                      <a:pt x="33" y="28"/>
                    </a:lnTo>
                    <a:lnTo>
                      <a:pt x="28" y="23"/>
                    </a:lnTo>
                    <a:lnTo>
                      <a:pt x="30" y="21"/>
                    </a:lnTo>
                    <a:lnTo>
                      <a:pt x="26" y="19"/>
                    </a:lnTo>
                    <a:lnTo>
                      <a:pt x="24" y="15"/>
                    </a:lnTo>
                    <a:lnTo>
                      <a:pt x="26" y="15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17" y="8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8" name="Freeform 6066">
                <a:extLst>
                  <a:ext uri="{FF2B5EF4-FFF2-40B4-BE49-F238E27FC236}">
                    <a16:creationId xmlns:a16="http://schemas.microsoft.com/office/drawing/2014/main" id="{43EE6115-03BD-4784-A830-981958DD79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2" y="1678"/>
                <a:ext cx="24" cy="17"/>
              </a:xfrm>
              <a:custGeom>
                <a:avLst/>
                <a:gdLst>
                  <a:gd name="T0" fmla="*/ 6 w 24"/>
                  <a:gd name="T1" fmla="*/ 13 h 17"/>
                  <a:gd name="T2" fmla="*/ 8 w 24"/>
                  <a:gd name="T3" fmla="*/ 15 h 17"/>
                  <a:gd name="T4" fmla="*/ 11 w 24"/>
                  <a:gd name="T5" fmla="*/ 17 h 17"/>
                  <a:gd name="T6" fmla="*/ 13 w 24"/>
                  <a:gd name="T7" fmla="*/ 15 h 17"/>
                  <a:gd name="T8" fmla="*/ 15 w 24"/>
                  <a:gd name="T9" fmla="*/ 15 h 17"/>
                  <a:gd name="T10" fmla="*/ 21 w 24"/>
                  <a:gd name="T11" fmla="*/ 15 h 17"/>
                  <a:gd name="T12" fmla="*/ 22 w 24"/>
                  <a:gd name="T13" fmla="*/ 11 h 17"/>
                  <a:gd name="T14" fmla="*/ 24 w 24"/>
                  <a:gd name="T15" fmla="*/ 8 h 17"/>
                  <a:gd name="T16" fmla="*/ 24 w 24"/>
                  <a:gd name="T17" fmla="*/ 4 h 17"/>
                  <a:gd name="T18" fmla="*/ 21 w 24"/>
                  <a:gd name="T19" fmla="*/ 2 h 17"/>
                  <a:gd name="T20" fmla="*/ 21 w 24"/>
                  <a:gd name="T21" fmla="*/ 0 h 17"/>
                  <a:gd name="T22" fmla="*/ 15 w 24"/>
                  <a:gd name="T23" fmla="*/ 0 h 17"/>
                  <a:gd name="T24" fmla="*/ 13 w 24"/>
                  <a:gd name="T25" fmla="*/ 4 h 17"/>
                  <a:gd name="T26" fmla="*/ 11 w 24"/>
                  <a:gd name="T27" fmla="*/ 2 h 17"/>
                  <a:gd name="T28" fmla="*/ 8 w 24"/>
                  <a:gd name="T29" fmla="*/ 2 h 17"/>
                  <a:gd name="T30" fmla="*/ 6 w 24"/>
                  <a:gd name="T31" fmla="*/ 2 h 17"/>
                  <a:gd name="T32" fmla="*/ 0 w 24"/>
                  <a:gd name="T33" fmla="*/ 2 h 17"/>
                  <a:gd name="T34" fmla="*/ 2 w 24"/>
                  <a:gd name="T35" fmla="*/ 8 h 17"/>
                  <a:gd name="T36" fmla="*/ 6 w 24"/>
                  <a:gd name="T3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7">
                    <a:moveTo>
                      <a:pt x="6" y="13"/>
                    </a:moveTo>
                    <a:lnTo>
                      <a:pt x="8" y="15"/>
                    </a:lnTo>
                    <a:lnTo>
                      <a:pt x="11" y="17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21" y="15"/>
                    </a:lnTo>
                    <a:lnTo>
                      <a:pt x="22" y="11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8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29" name="Freeform 6067">
                <a:extLst>
                  <a:ext uri="{FF2B5EF4-FFF2-40B4-BE49-F238E27FC236}">
                    <a16:creationId xmlns:a16="http://schemas.microsoft.com/office/drawing/2014/main" id="{7F8F252E-6274-49EF-AFD8-E9D41533BA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2" y="1894"/>
                <a:ext cx="8" cy="8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6 h 8"/>
                  <a:gd name="T4" fmla="*/ 4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6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0" name="Freeform 6068">
                <a:extLst>
                  <a:ext uri="{FF2B5EF4-FFF2-40B4-BE49-F238E27FC236}">
                    <a16:creationId xmlns:a16="http://schemas.microsoft.com/office/drawing/2014/main" id="{300A0E0E-6A3F-4649-BC6B-71475BC82A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34" y="1881"/>
                <a:ext cx="33" cy="13"/>
              </a:xfrm>
              <a:custGeom>
                <a:avLst/>
                <a:gdLst>
                  <a:gd name="T0" fmla="*/ 14 w 18"/>
                  <a:gd name="T1" fmla="*/ 5 h 7"/>
                  <a:gd name="T2" fmla="*/ 10 w 18"/>
                  <a:gd name="T3" fmla="*/ 4 h 7"/>
                  <a:gd name="T4" fmla="*/ 10 w 18"/>
                  <a:gd name="T5" fmla="*/ 4 h 7"/>
                  <a:gd name="T6" fmla="*/ 9 w 18"/>
                  <a:gd name="T7" fmla="*/ 5 h 7"/>
                  <a:gd name="T8" fmla="*/ 9 w 18"/>
                  <a:gd name="T9" fmla="*/ 5 h 7"/>
                  <a:gd name="T10" fmla="*/ 9 w 18"/>
                  <a:gd name="T11" fmla="*/ 3 h 7"/>
                  <a:gd name="T12" fmla="*/ 10 w 18"/>
                  <a:gd name="T13" fmla="*/ 3 h 7"/>
                  <a:gd name="T14" fmla="*/ 10 w 18"/>
                  <a:gd name="T15" fmla="*/ 0 h 7"/>
                  <a:gd name="T16" fmla="*/ 8 w 18"/>
                  <a:gd name="T17" fmla="*/ 0 h 7"/>
                  <a:gd name="T18" fmla="*/ 6 w 18"/>
                  <a:gd name="T19" fmla="*/ 1 h 7"/>
                  <a:gd name="T20" fmla="*/ 6 w 18"/>
                  <a:gd name="T21" fmla="*/ 2 h 7"/>
                  <a:gd name="T22" fmla="*/ 6 w 18"/>
                  <a:gd name="T23" fmla="*/ 2 h 7"/>
                  <a:gd name="T24" fmla="*/ 5 w 18"/>
                  <a:gd name="T25" fmla="*/ 2 h 7"/>
                  <a:gd name="T26" fmla="*/ 4 w 18"/>
                  <a:gd name="T27" fmla="*/ 3 h 7"/>
                  <a:gd name="T28" fmla="*/ 3 w 18"/>
                  <a:gd name="T29" fmla="*/ 3 h 7"/>
                  <a:gd name="T30" fmla="*/ 1 w 18"/>
                  <a:gd name="T31" fmla="*/ 3 h 7"/>
                  <a:gd name="T32" fmla="*/ 0 w 18"/>
                  <a:gd name="T33" fmla="*/ 4 h 7"/>
                  <a:gd name="T34" fmla="*/ 2 w 18"/>
                  <a:gd name="T35" fmla="*/ 6 h 7"/>
                  <a:gd name="T36" fmla="*/ 3 w 18"/>
                  <a:gd name="T37" fmla="*/ 5 h 7"/>
                  <a:gd name="T38" fmla="*/ 5 w 18"/>
                  <a:gd name="T39" fmla="*/ 5 h 7"/>
                  <a:gd name="T40" fmla="*/ 7 w 18"/>
                  <a:gd name="T41" fmla="*/ 5 h 7"/>
                  <a:gd name="T42" fmla="*/ 8 w 18"/>
                  <a:gd name="T43" fmla="*/ 5 h 7"/>
                  <a:gd name="T44" fmla="*/ 8 w 18"/>
                  <a:gd name="T45" fmla="*/ 5 h 7"/>
                  <a:gd name="T46" fmla="*/ 10 w 18"/>
                  <a:gd name="T47" fmla="*/ 7 h 7"/>
                  <a:gd name="T48" fmla="*/ 11 w 18"/>
                  <a:gd name="T49" fmla="*/ 6 h 7"/>
                  <a:gd name="T50" fmla="*/ 15 w 18"/>
                  <a:gd name="T51" fmla="*/ 7 h 7"/>
                  <a:gd name="T52" fmla="*/ 18 w 18"/>
                  <a:gd name="T53" fmla="*/ 6 h 7"/>
                  <a:gd name="T54" fmla="*/ 15 w 18"/>
                  <a:gd name="T55" fmla="*/ 5 h 7"/>
                  <a:gd name="T56" fmla="*/ 14 w 18"/>
                  <a:gd name="T5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7">
                    <a:moveTo>
                      <a:pt x="14" y="5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5" y="5"/>
                      <a:pt x="15" y="5"/>
                      <a:pt x="15" y="5"/>
                    </a:cubicBezTo>
                    <a:lnTo>
                      <a:pt x="1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1" name="Freeform 6069">
                <a:extLst>
                  <a:ext uri="{FF2B5EF4-FFF2-40B4-BE49-F238E27FC236}">
                    <a16:creationId xmlns:a16="http://schemas.microsoft.com/office/drawing/2014/main" id="{D05FD3C5-5376-445C-9EAC-C1CB1B6315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15" y="1531"/>
                <a:ext cx="7" cy="6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  <a:gd name="T8" fmla="*/ 1 w 4"/>
                  <a:gd name="T9" fmla="*/ 0 h 3"/>
                  <a:gd name="T10" fmla="*/ 0 w 4"/>
                  <a:gd name="T11" fmla="*/ 1 h 3"/>
                  <a:gd name="T12" fmla="*/ 0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2" name="Freeform 6070">
                <a:extLst>
                  <a:ext uri="{FF2B5EF4-FFF2-40B4-BE49-F238E27FC236}">
                    <a16:creationId xmlns:a16="http://schemas.microsoft.com/office/drawing/2014/main" id="{5B750A7D-42EB-4890-BA71-4F20A32150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8" y="1885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3 w 9"/>
                  <a:gd name="T3" fmla="*/ 4 h 9"/>
                  <a:gd name="T4" fmla="*/ 1 w 9"/>
                  <a:gd name="T5" fmla="*/ 4 h 9"/>
                  <a:gd name="T6" fmla="*/ 0 w 9"/>
                  <a:gd name="T7" fmla="*/ 9 h 9"/>
                  <a:gd name="T8" fmla="*/ 5 w 9"/>
                  <a:gd name="T9" fmla="*/ 9 h 9"/>
                  <a:gd name="T10" fmla="*/ 9 w 9"/>
                  <a:gd name="T11" fmla="*/ 6 h 9"/>
                  <a:gd name="T12" fmla="*/ 7 w 9"/>
                  <a:gd name="T13" fmla="*/ 2 h 9"/>
                  <a:gd name="T14" fmla="*/ 5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lnTo>
                      <a:pt x="3" y="4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3" name="Freeform 6071">
                <a:extLst>
                  <a:ext uri="{FF2B5EF4-FFF2-40B4-BE49-F238E27FC236}">
                    <a16:creationId xmlns:a16="http://schemas.microsoft.com/office/drawing/2014/main" id="{DD6F439D-82F8-41FA-88E9-BBC56B7B8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300" y="1885"/>
                <a:ext cx="9" cy="9"/>
              </a:xfrm>
              <a:custGeom>
                <a:avLst/>
                <a:gdLst>
                  <a:gd name="T0" fmla="*/ 8 w 9"/>
                  <a:gd name="T1" fmla="*/ 0 h 9"/>
                  <a:gd name="T2" fmla="*/ 4 w 9"/>
                  <a:gd name="T3" fmla="*/ 2 h 9"/>
                  <a:gd name="T4" fmla="*/ 2 w 9"/>
                  <a:gd name="T5" fmla="*/ 6 h 9"/>
                  <a:gd name="T6" fmla="*/ 0 w 9"/>
                  <a:gd name="T7" fmla="*/ 8 h 9"/>
                  <a:gd name="T8" fmla="*/ 4 w 9"/>
                  <a:gd name="T9" fmla="*/ 9 h 9"/>
                  <a:gd name="T10" fmla="*/ 8 w 9"/>
                  <a:gd name="T11" fmla="*/ 8 h 9"/>
                  <a:gd name="T12" fmla="*/ 8 w 9"/>
                  <a:gd name="T13" fmla="*/ 4 h 9"/>
                  <a:gd name="T14" fmla="*/ 9 w 9"/>
                  <a:gd name="T15" fmla="*/ 2 h 9"/>
                  <a:gd name="T16" fmla="*/ 8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4" name="Freeform 6072">
                <a:extLst>
                  <a:ext uri="{FF2B5EF4-FFF2-40B4-BE49-F238E27FC236}">
                    <a16:creationId xmlns:a16="http://schemas.microsoft.com/office/drawing/2014/main" id="{2ECE4527-2398-40E7-8F0F-D35C6439B8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80" y="1881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0 h 8"/>
                  <a:gd name="T4" fmla="*/ 0 w 5"/>
                  <a:gd name="T5" fmla="*/ 4 h 8"/>
                  <a:gd name="T6" fmla="*/ 5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5" name="Freeform 6073">
                <a:extLst>
                  <a:ext uri="{FF2B5EF4-FFF2-40B4-BE49-F238E27FC236}">
                    <a16:creationId xmlns:a16="http://schemas.microsoft.com/office/drawing/2014/main" id="{04A588E5-F564-4085-827A-CE2B9BB358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76" y="1891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5 h 5"/>
                  <a:gd name="T4" fmla="*/ 7 w 7"/>
                  <a:gd name="T5" fmla="*/ 2 h 5"/>
                  <a:gd name="T6" fmla="*/ 2 w 7"/>
                  <a:gd name="T7" fmla="*/ 0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2" y="5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6" name="Freeform 6074">
                <a:extLst>
                  <a:ext uri="{FF2B5EF4-FFF2-40B4-BE49-F238E27FC236}">
                    <a16:creationId xmlns:a16="http://schemas.microsoft.com/office/drawing/2014/main" id="{AA4055D6-D88D-43C8-8B25-2327A896A79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91" y="1883"/>
                <a:ext cx="11" cy="10"/>
              </a:xfrm>
              <a:custGeom>
                <a:avLst/>
                <a:gdLst>
                  <a:gd name="T0" fmla="*/ 5 w 11"/>
                  <a:gd name="T1" fmla="*/ 0 h 10"/>
                  <a:gd name="T2" fmla="*/ 3 w 11"/>
                  <a:gd name="T3" fmla="*/ 0 h 10"/>
                  <a:gd name="T4" fmla="*/ 0 w 11"/>
                  <a:gd name="T5" fmla="*/ 2 h 10"/>
                  <a:gd name="T6" fmla="*/ 2 w 11"/>
                  <a:gd name="T7" fmla="*/ 4 h 10"/>
                  <a:gd name="T8" fmla="*/ 2 w 11"/>
                  <a:gd name="T9" fmla="*/ 4 h 10"/>
                  <a:gd name="T10" fmla="*/ 2 w 11"/>
                  <a:gd name="T11" fmla="*/ 4 h 10"/>
                  <a:gd name="T12" fmla="*/ 2 w 11"/>
                  <a:gd name="T13" fmla="*/ 10 h 10"/>
                  <a:gd name="T14" fmla="*/ 5 w 11"/>
                  <a:gd name="T15" fmla="*/ 8 h 10"/>
                  <a:gd name="T16" fmla="*/ 7 w 11"/>
                  <a:gd name="T17" fmla="*/ 6 h 10"/>
                  <a:gd name="T18" fmla="*/ 11 w 11"/>
                  <a:gd name="T19" fmla="*/ 4 h 10"/>
                  <a:gd name="T20" fmla="*/ 5 w 11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7" name="Freeform 6075">
                <a:extLst>
                  <a:ext uri="{FF2B5EF4-FFF2-40B4-BE49-F238E27FC236}">
                    <a16:creationId xmlns:a16="http://schemas.microsoft.com/office/drawing/2014/main" id="{FEFC41CD-05D6-44D1-B8F2-7BC4965065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66" y="1837"/>
                <a:ext cx="6" cy="13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1 w 3"/>
                  <a:gd name="T5" fmla="*/ 4 h 7"/>
                  <a:gd name="T6" fmla="*/ 0 w 3"/>
                  <a:gd name="T7" fmla="*/ 4 h 7"/>
                  <a:gd name="T8" fmla="*/ 1 w 3"/>
                  <a:gd name="T9" fmla="*/ 4 h 7"/>
                  <a:gd name="T10" fmla="*/ 1 w 3"/>
                  <a:gd name="T11" fmla="*/ 5 h 7"/>
                  <a:gd name="T12" fmla="*/ 2 w 3"/>
                  <a:gd name="T13" fmla="*/ 5 h 7"/>
                  <a:gd name="T14" fmla="*/ 2 w 3"/>
                  <a:gd name="T15" fmla="*/ 5 h 7"/>
                  <a:gd name="T16" fmla="*/ 2 w 3"/>
                  <a:gd name="T17" fmla="*/ 5 h 7"/>
                  <a:gd name="T18" fmla="*/ 2 w 3"/>
                  <a:gd name="T19" fmla="*/ 4 h 7"/>
                  <a:gd name="T20" fmla="*/ 1 w 3"/>
                  <a:gd name="T21" fmla="*/ 5 h 7"/>
                  <a:gd name="T22" fmla="*/ 2 w 3"/>
                  <a:gd name="T23" fmla="*/ 7 h 7"/>
                  <a:gd name="T24" fmla="*/ 3 w 3"/>
                  <a:gd name="T25" fmla="*/ 6 h 7"/>
                  <a:gd name="T26" fmla="*/ 3 w 3"/>
                  <a:gd name="T27" fmla="*/ 3 h 7"/>
                  <a:gd name="T28" fmla="*/ 3 w 3"/>
                  <a:gd name="T2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8" name="Freeform 6076">
                <a:extLst>
                  <a:ext uri="{FF2B5EF4-FFF2-40B4-BE49-F238E27FC236}">
                    <a16:creationId xmlns:a16="http://schemas.microsoft.com/office/drawing/2014/main" id="{35E6692A-2D80-478E-8EBD-60ADE68AE7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78" y="3039"/>
                <a:ext cx="6" cy="9"/>
              </a:xfrm>
              <a:custGeom>
                <a:avLst/>
                <a:gdLst>
                  <a:gd name="T0" fmla="*/ 2 w 6"/>
                  <a:gd name="T1" fmla="*/ 9 h 9"/>
                  <a:gd name="T2" fmla="*/ 6 w 6"/>
                  <a:gd name="T3" fmla="*/ 4 h 9"/>
                  <a:gd name="T4" fmla="*/ 4 w 6"/>
                  <a:gd name="T5" fmla="*/ 0 h 9"/>
                  <a:gd name="T6" fmla="*/ 0 w 6"/>
                  <a:gd name="T7" fmla="*/ 0 h 9"/>
                  <a:gd name="T8" fmla="*/ 0 w 6"/>
                  <a:gd name="T9" fmla="*/ 4 h 9"/>
                  <a:gd name="T10" fmla="*/ 0 w 6"/>
                  <a:gd name="T11" fmla="*/ 6 h 9"/>
                  <a:gd name="T12" fmla="*/ 2 w 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39" name="Freeform 6077">
                <a:extLst>
                  <a:ext uri="{FF2B5EF4-FFF2-40B4-BE49-F238E27FC236}">
                    <a16:creationId xmlns:a16="http://schemas.microsoft.com/office/drawing/2014/main" id="{3285EC29-B23D-49E8-96FF-759422CAC4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5" y="3030"/>
                <a:ext cx="10" cy="7"/>
              </a:xfrm>
              <a:custGeom>
                <a:avLst/>
                <a:gdLst>
                  <a:gd name="T0" fmla="*/ 8 w 10"/>
                  <a:gd name="T1" fmla="*/ 7 h 7"/>
                  <a:gd name="T2" fmla="*/ 10 w 10"/>
                  <a:gd name="T3" fmla="*/ 5 h 7"/>
                  <a:gd name="T4" fmla="*/ 8 w 10"/>
                  <a:gd name="T5" fmla="*/ 0 h 7"/>
                  <a:gd name="T6" fmla="*/ 4 w 10"/>
                  <a:gd name="T7" fmla="*/ 2 h 7"/>
                  <a:gd name="T8" fmla="*/ 0 w 10"/>
                  <a:gd name="T9" fmla="*/ 4 h 7"/>
                  <a:gd name="T10" fmla="*/ 4 w 10"/>
                  <a:gd name="T11" fmla="*/ 5 h 7"/>
                  <a:gd name="T12" fmla="*/ 8 w 10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lnTo>
                      <a:pt x="10" y="5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0" name="Freeform 6078">
                <a:extLst>
                  <a:ext uri="{FF2B5EF4-FFF2-40B4-BE49-F238E27FC236}">
                    <a16:creationId xmlns:a16="http://schemas.microsoft.com/office/drawing/2014/main" id="{7D5707BD-A664-4F8B-97B4-82D657C09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3021"/>
                <a:ext cx="8" cy="11"/>
              </a:xfrm>
              <a:custGeom>
                <a:avLst/>
                <a:gdLst>
                  <a:gd name="T0" fmla="*/ 6 w 8"/>
                  <a:gd name="T1" fmla="*/ 0 h 11"/>
                  <a:gd name="T2" fmla="*/ 4 w 8"/>
                  <a:gd name="T3" fmla="*/ 0 h 11"/>
                  <a:gd name="T4" fmla="*/ 0 w 8"/>
                  <a:gd name="T5" fmla="*/ 3 h 11"/>
                  <a:gd name="T6" fmla="*/ 2 w 8"/>
                  <a:gd name="T7" fmla="*/ 5 h 11"/>
                  <a:gd name="T8" fmla="*/ 2 w 8"/>
                  <a:gd name="T9" fmla="*/ 9 h 11"/>
                  <a:gd name="T10" fmla="*/ 4 w 8"/>
                  <a:gd name="T11" fmla="*/ 11 h 11"/>
                  <a:gd name="T12" fmla="*/ 6 w 8"/>
                  <a:gd name="T13" fmla="*/ 9 h 11"/>
                  <a:gd name="T14" fmla="*/ 8 w 8"/>
                  <a:gd name="T15" fmla="*/ 7 h 11"/>
                  <a:gd name="T16" fmla="*/ 8 w 8"/>
                  <a:gd name="T17" fmla="*/ 5 h 11"/>
                  <a:gd name="T18" fmla="*/ 8 w 8"/>
                  <a:gd name="T19" fmla="*/ 3 h 11"/>
                  <a:gd name="T20" fmla="*/ 6 w 8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1" name="Freeform 6079">
                <a:extLst>
                  <a:ext uri="{FF2B5EF4-FFF2-40B4-BE49-F238E27FC236}">
                    <a16:creationId xmlns:a16="http://schemas.microsoft.com/office/drawing/2014/main" id="{011E7F10-F3FD-4956-8E78-5C2012A4CE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6" y="3034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5 w 5"/>
                  <a:gd name="T5" fmla="*/ 3 h 3"/>
                  <a:gd name="T6" fmla="*/ 4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2" name="Freeform 6080">
                <a:extLst>
                  <a:ext uri="{FF2B5EF4-FFF2-40B4-BE49-F238E27FC236}">
                    <a16:creationId xmlns:a16="http://schemas.microsoft.com/office/drawing/2014/main" id="{D467EF2A-64F2-4AF5-92AB-4C1D64CF224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3" y="292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4 h 6"/>
                  <a:gd name="T4" fmla="*/ 2 w 8"/>
                  <a:gd name="T5" fmla="*/ 6 h 6"/>
                  <a:gd name="T6" fmla="*/ 8 w 8"/>
                  <a:gd name="T7" fmla="*/ 4 h 6"/>
                  <a:gd name="T8" fmla="*/ 6 w 8"/>
                  <a:gd name="T9" fmla="*/ 2 h 6"/>
                  <a:gd name="T10" fmla="*/ 2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3" name="Freeform 6081">
                <a:extLst>
                  <a:ext uri="{FF2B5EF4-FFF2-40B4-BE49-F238E27FC236}">
                    <a16:creationId xmlns:a16="http://schemas.microsoft.com/office/drawing/2014/main" id="{D7CF1DD9-2707-41B3-AEEB-DAFB5CC939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9" y="299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2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4" name="Freeform 6082">
                <a:extLst>
                  <a:ext uri="{FF2B5EF4-FFF2-40B4-BE49-F238E27FC236}">
                    <a16:creationId xmlns:a16="http://schemas.microsoft.com/office/drawing/2014/main" id="{6C5C858E-3261-4953-B7E8-CC7E0B8011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5" y="2993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4 w 9"/>
                  <a:gd name="T3" fmla="*/ 0 h 3"/>
                  <a:gd name="T4" fmla="*/ 0 w 9"/>
                  <a:gd name="T5" fmla="*/ 3 h 3"/>
                  <a:gd name="T6" fmla="*/ 4 w 9"/>
                  <a:gd name="T7" fmla="*/ 3 h 3"/>
                  <a:gd name="T8" fmla="*/ 7 w 9"/>
                  <a:gd name="T9" fmla="*/ 3 h 3"/>
                  <a:gd name="T10" fmla="*/ 9 w 9"/>
                  <a:gd name="T11" fmla="*/ 1 h 3"/>
                  <a:gd name="T12" fmla="*/ 6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5" name="Freeform 6083">
                <a:extLst>
                  <a:ext uri="{FF2B5EF4-FFF2-40B4-BE49-F238E27FC236}">
                    <a16:creationId xmlns:a16="http://schemas.microsoft.com/office/drawing/2014/main" id="{8612EAB2-4463-45F9-B657-27A12FAF8E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2763"/>
                <a:ext cx="7" cy="13"/>
              </a:xfrm>
              <a:custGeom>
                <a:avLst/>
                <a:gdLst>
                  <a:gd name="T0" fmla="*/ 4 w 4"/>
                  <a:gd name="T1" fmla="*/ 2 h 7"/>
                  <a:gd name="T2" fmla="*/ 3 w 4"/>
                  <a:gd name="T3" fmla="*/ 1 h 7"/>
                  <a:gd name="T4" fmla="*/ 4 w 4"/>
                  <a:gd name="T5" fmla="*/ 0 h 7"/>
                  <a:gd name="T6" fmla="*/ 1 w 4"/>
                  <a:gd name="T7" fmla="*/ 0 h 7"/>
                  <a:gd name="T8" fmla="*/ 0 w 4"/>
                  <a:gd name="T9" fmla="*/ 1 h 7"/>
                  <a:gd name="T10" fmla="*/ 1 w 4"/>
                  <a:gd name="T11" fmla="*/ 2 h 7"/>
                  <a:gd name="T12" fmla="*/ 1 w 4"/>
                  <a:gd name="T13" fmla="*/ 3 h 7"/>
                  <a:gd name="T14" fmla="*/ 1 w 4"/>
                  <a:gd name="T15" fmla="*/ 5 h 7"/>
                  <a:gd name="T16" fmla="*/ 1 w 4"/>
                  <a:gd name="T17" fmla="*/ 5 h 7"/>
                  <a:gd name="T18" fmla="*/ 2 w 4"/>
                  <a:gd name="T19" fmla="*/ 5 h 7"/>
                  <a:gd name="T20" fmla="*/ 2 w 4"/>
                  <a:gd name="T21" fmla="*/ 6 h 7"/>
                  <a:gd name="T22" fmla="*/ 3 w 4"/>
                  <a:gd name="T23" fmla="*/ 7 h 7"/>
                  <a:gd name="T24" fmla="*/ 4 w 4"/>
                  <a:gd name="T25" fmla="*/ 5 h 7"/>
                  <a:gd name="T26" fmla="*/ 4 w 4"/>
                  <a:gd name="T27" fmla="*/ 4 h 7"/>
                  <a:gd name="T28" fmla="*/ 4 w 4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4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6" name="Freeform 6084">
                <a:extLst>
                  <a:ext uri="{FF2B5EF4-FFF2-40B4-BE49-F238E27FC236}">
                    <a16:creationId xmlns:a16="http://schemas.microsoft.com/office/drawing/2014/main" id="{411A6757-EB1E-474F-A18B-95D473AA36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43" y="2737"/>
                <a:ext cx="7" cy="6"/>
              </a:xfrm>
              <a:custGeom>
                <a:avLst/>
                <a:gdLst>
                  <a:gd name="T0" fmla="*/ 0 w 7"/>
                  <a:gd name="T1" fmla="*/ 4 h 6"/>
                  <a:gd name="T2" fmla="*/ 5 w 7"/>
                  <a:gd name="T3" fmla="*/ 6 h 6"/>
                  <a:gd name="T4" fmla="*/ 7 w 7"/>
                  <a:gd name="T5" fmla="*/ 0 h 6"/>
                  <a:gd name="T6" fmla="*/ 0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lnTo>
                      <a:pt x="5" y="6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7" name="Freeform 6085">
                <a:extLst>
                  <a:ext uri="{FF2B5EF4-FFF2-40B4-BE49-F238E27FC236}">
                    <a16:creationId xmlns:a16="http://schemas.microsoft.com/office/drawing/2014/main" id="{62759EF8-1930-4467-8E31-DE9A254C21F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2" y="2705"/>
                <a:ext cx="9" cy="6"/>
              </a:xfrm>
              <a:custGeom>
                <a:avLst/>
                <a:gdLst>
                  <a:gd name="T0" fmla="*/ 0 w 9"/>
                  <a:gd name="T1" fmla="*/ 2 h 6"/>
                  <a:gd name="T2" fmla="*/ 9 w 9"/>
                  <a:gd name="T3" fmla="*/ 6 h 6"/>
                  <a:gd name="T4" fmla="*/ 5 w 9"/>
                  <a:gd name="T5" fmla="*/ 0 h 6"/>
                  <a:gd name="T6" fmla="*/ 0 w 9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2"/>
                    </a:moveTo>
                    <a:lnTo>
                      <a:pt x="9" y="6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8" name="Freeform 6086">
                <a:extLst>
                  <a:ext uri="{FF2B5EF4-FFF2-40B4-BE49-F238E27FC236}">
                    <a16:creationId xmlns:a16="http://schemas.microsoft.com/office/drawing/2014/main" id="{00776759-F03E-40FC-9322-9E6400CEDB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0" y="2748"/>
                <a:ext cx="11" cy="13"/>
              </a:xfrm>
              <a:custGeom>
                <a:avLst/>
                <a:gdLst>
                  <a:gd name="T0" fmla="*/ 5 w 6"/>
                  <a:gd name="T1" fmla="*/ 5 h 7"/>
                  <a:gd name="T2" fmla="*/ 6 w 6"/>
                  <a:gd name="T3" fmla="*/ 4 h 7"/>
                  <a:gd name="T4" fmla="*/ 6 w 6"/>
                  <a:gd name="T5" fmla="*/ 2 h 7"/>
                  <a:gd name="T6" fmla="*/ 4 w 6"/>
                  <a:gd name="T7" fmla="*/ 1 h 7"/>
                  <a:gd name="T8" fmla="*/ 3 w 6"/>
                  <a:gd name="T9" fmla="*/ 3 h 7"/>
                  <a:gd name="T10" fmla="*/ 4 w 6"/>
                  <a:gd name="T11" fmla="*/ 4 h 7"/>
                  <a:gd name="T12" fmla="*/ 3 w 6"/>
                  <a:gd name="T13" fmla="*/ 4 h 7"/>
                  <a:gd name="T14" fmla="*/ 2 w 6"/>
                  <a:gd name="T15" fmla="*/ 1 h 7"/>
                  <a:gd name="T16" fmla="*/ 0 w 6"/>
                  <a:gd name="T17" fmla="*/ 0 h 7"/>
                  <a:gd name="T18" fmla="*/ 0 w 6"/>
                  <a:gd name="T19" fmla="*/ 1 h 7"/>
                  <a:gd name="T20" fmla="*/ 0 w 6"/>
                  <a:gd name="T21" fmla="*/ 2 h 7"/>
                  <a:gd name="T22" fmla="*/ 2 w 6"/>
                  <a:gd name="T23" fmla="*/ 4 h 7"/>
                  <a:gd name="T24" fmla="*/ 2 w 6"/>
                  <a:gd name="T25" fmla="*/ 4 h 7"/>
                  <a:gd name="T26" fmla="*/ 2 w 6"/>
                  <a:gd name="T27" fmla="*/ 6 h 7"/>
                  <a:gd name="T28" fmla="*/ 4 w 6"/>
                  <a:gd name="T29" fmla="*/ 7 h 7"/>
                  <a:gd name="T30" fmla="*/ 5 w 6"/>
                  <a:gd name="T31" fmla="*/ 6 h 7"/>
                  <a:gd name="T32" fmla="*/ 5 w 6"/>
                  <a:gd name="T3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49" name="Freeform 6087">
                <a:extLst>
                  <a:ext uri="{FF2B5EF4-FFF2-40B4-BE49-F238E27FC236}">
                    <a16:creationId xmlns:a16="http://schemas.microsoft.com/office/drawing/2014/main" id="{8E74A9CE-CD1C-4F90-A7A0-1E37E8431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676"/>
                <a:ext cx="9" cy="37"/>
              </a:xfrm>
              <a:custGeom>
                <a:avLst/>
                <a:gdLst>
                  <a:gd name="T0" fmla="*/ 2 w 9"/>
                  <a:gd name="T1" fmla="*/ 26 h 37"/>
                  <a:gd name="T2" fmla="*/ 0 w 9"/>
                  <a:gd name="T3" fmla="*/ 28 h 37"/>
                  <a:gd name="T4" fmla="*/ 2 w 9"/>
                  <a:gd name="T5" fmla="*/ 31 h 37"/>
                  <a:gd name="T6" fmla="*/ 2 w 9"/>
                  <a:gd name="T7" fmla="*/ 33 h 37"/>
                  <a:gd name="T8" fmla="*/ 4 w 9"/>
                  <a:gd name="T9" fmla="*/ 37 h 37"/>
                  <a:gd name="T10" fmla="*/ 8 w 9"/>
                  <a:gd name="T11" fmla="*/ 31 h 37"/>
                  <a:gd name="T12" fmla="*/ 6 w 9"/>
                  <a:gd name="T13" fmla="*/ 28 h 37"/>
                  <a:gd name="T14" fmla="*/ 6 w 9"/>
                  <a:gd name="T15" fmla="*/ 26 h 37"/>
                  <a:gd name="T16" fmla="*/ 6 w 9"/>
                  <a:gd name="T17" fmla="*/ 24 h 37"/>
                  <a:gd name="T18" fmla="*/ 8 w 9"/>
                  <a:gd name="T19" fmla="*/ 22 h 37"/>
                  <a:gd name="T20" fmla="*/ 8 w 9"/>
                  <a:gd name="T21" fmla="*/ 18 h 37"/>
                  <a:gd name="T22" fmla="*/ 6 w 9"/>
                  <a:gd name="T23" fmla="*/ 20 h 37"/>
                  <a:gd name="T24" fmla="*/ 9 w 9"/>
                  <a:gd name="T25" fmla="*/ 16 h 37"/>
                  <a:gd name="T26" fmla="*/ 9 w 9"/>
                  <a:gd name="T27" fmla="*/ 13 h 37"/>
                  <a:gd name="T28" fmla="*/ 8 w 9"/>
                  <a:gd name="T29" fmla="*/ 11 h 37"/>
                  <a:gd name="T30" fmla="*/ 9 w 9"/>
                  <a:gd name="T31" fmla="*/ 9 h 37"/>
                  <a:gd name="T32" fmla="*/ 9 w 9"/>
                  <a:gd name="T33" fmla="*/ 5 h 37"/>
                  <a:gd name="T34" fmla="*/ 9 w 9"/>
                  <a:gd name="T35" fmla="*/ 5 h 37"/>
                  <a:gd name="T36" fmla="*/ 9 w 9"/>
                  <a:gd name="T37" fmla="*/ 3 h 37"/>
                  <a:gd name="T38" fmla="*/ 8 w 9"/>
                  <a:gd name="T39" fmla="*/ 0 h 37"/>
                  <a:gd name="T40" fmla="*/ 4 w 9"/>
                  <a:gd name="T41" fmla="*/ 3 h 37"/>
                  <a:gd name="T42" fmla="*/ 4 w 9"/>
                  <a:gd name="T43" fmla="*/ 9 h 37"/>
                  <a:gd name="T44" fmla="*/ 4 w 9"/>
                  <a:gd name="T45" fmla="*/ 11 h 37"/>
                  <a:gd name="T46" fmla="*/ 4 w 9"/>
                  <a:gd name="T47" fmla="*/ 13 h 37"/>
                  <a:gd name="T48" fmla="*/ 2 w 9"/>
                  <a:gd name="T49" fmla="*/ 18 h 37"/>
                  <a:gd name="T50" fmla="*/ 4 w 9"/>
                  <a:gd name="T51" fmla="*/ 20 h 37"/>
                  <a:gd name="T52" fmla="*/ 2 w 9"/>
                  <a:gd name="T53" fmla="*/ 20 h 37"/>
                  <a:gd name="T54" fmla="*/ 2 w 9"/>
                  <a:gd name="T55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37">
                    <a:moveTo>
                      <a:pt x="2" y="26"/>
                    </a:moveTo>
                    <a:lnTo>
                      <a:pt x="0" y="28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4" y="37"/>
                    </a:lnTo>
                    <a:lnTo>
                      <a:pt x="8" y="31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2" y="2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0" name="Freeform 6088">
                <a:extLst>
                  <a:ext uri="{FF2B5EF4-FFF2-40B4-BE49-F238E27FC236}">
                    <a16:creationId xmlns:a16="http://schemas.microsoft.com/office/drawing/2014/main" id="{104000C3-B0B8-46CC-92CA-066CA56F01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39" y="2715"/>
                <a:ext cx="6" cy="9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0 h 9"/>
                  <a:gd name="T4" fmla="*/ 0 w 6"/>
                  <a:gd name="T5" fmla="*/ 2 h 9"/>
                  <a:gd name="T6" fmla="*/ 0 w 6"/>
                  <a:gd name="T7" fmla="*/ 5 h 9"/>
                  <a:gd name="T8" fmla="*/ 0 w 6"/>
                  <a:gd name="T9" fmla="*/ 9 h 9"/>
                  <a:gd name="T10" fmla="*/ 4 w 6"/>
                  <a:gd name="T11" fmla="*/ 9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1" name="Freeform 6089">
                <a:extLst>
                  <a:ext uri="{FF2B5EF4-FFF2-40B4-BE49-F238E27FC236}">
                    <a16:creationId xmlns:a16="http://schemas.microsoft.com/office/drawing/2014/main" id="{56015F9B-F7B1-47BD-BE85-171C6BC59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7" y="2664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4 w 7"/>
                  <a:gd name="T3" fmla="*/ 4 h 4"/>
                  <a:gd name="T4" fmla="*/ 7 w 7"/>
                  <a:gd name="T5" fmla="*/ 4 h 4"/>
                  <a:gd name="T6" fmla="*/ 6 w 7"/>
                  <a:gd name="T7" fmla="*/ 0 h 4"/>
                  <a:gd name="T8" fmla="*/ 0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4" y="4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2" name="Freeform 6090">
                <a:extLst>
                  <a:ext uri="{FF2B5EF4-FFF2-40B4-BE49-F238E27FC236}">
                    <a16:creationId xmlns:a16="http://schemas.microsoft.com/office/drawing/2014/main" id="{06A72BF0-7B44-4CB1-AEA9-60B93FB3903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3" y="2646"/>
                <a:ext cx="5" cy="13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4 h 13"/>
                  <a:gd name="T4" fmla="*/ 5 w 5"/>
                  <a:gd name="T5" fmla="*/ 13 h 13"/>
                  <a:gd name="T6" fmla="*/ 5 w 5"/>
                  <a:gd name="T7" fmla="*/ 5 h 13"/>
                  <a:gd name="T8" fmla="*/ 5 w 5"/>
                  <a:gd name="T9" fmla="*/ 4 h 13"/>
                  <a:gd name="T10" fmla="*/ 5 w 5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lnTo>
                      <a:pt x="0" y="4"/>
                    </a:lnTo>
                    <a:lnTo>
                      <a:pt x="5" y="13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3" name="Freeform 6091">
                <a:extLst>
                  <a:ext uri="{FF2B5EF4-FFF2-40B4-BE49-F238E27FC236}">
                    <a16:creationId xmlns:a16="http://schemas.microsoft.com/office/drawing/2014/main" id="{AEDB2310-F820-41C7-9700-82CD4BC998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60" y="2674"/>
                <a:ext cx="9" cy="7"/>
              </a:xfrm>
              <a:custGeom>
                <a:avLst/>
                <a:gdLst>
                  <a:gd name="T0" fmla="*/ 1 w 9"/>
                  <a:gd name="T1" fmla="*/ 0 h 7"/>
                  <a:gd name="T2" fmla="*/ 1 w 9"/>
                  <a:gd name="T3" fmla="*/ 3 h 7"/>
                  <a:gd name="T4" fmla="*/ 0 w 9"/>
                  <a:gd name="T5" fmla="*/ 5 h 7"/>
                  <a:gd name="T6" fmla="*/ 1 w 9"/>
                  <a:gd name="T7" fmla="*/ 7 h 7"/>
                  <a:gd name="T8" fmla="*/ 5 w 9"/>
                  <a:gd name="T9" fmla="*/ 7 h 7"/>
                  <a:gd name="T10" fmla="*/ 9 w 9"/>
                  <a:gd name="T11" fmla="*/ 2 h 7"/>
                  <a:gd name="T12" fmla="*/ 5 w 9"/>
                  <a:gd name="T13" fmla="*/ 0 h 7"/>
                  <a:gd name="T14" fmla="*/ 1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4" name="Freeform 6092">
                <a:extLst>
                  <a:ext uri="{FF2B5EF4-FFF2-40B4-BE49-F238E27FC236}">
                    <a16:creationId xmlns:a16="http://schemas.microsoft.com/office/drawing/2014/main" id="{3A6E782E-F150-47B4-ACF7-C014AA99B0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090"/>
                <a:ext cx="22" cy="30"/>
              </a:xfrm>
              <a:custGeom>
                <a:avLst/>
                <a:gdLst>
                  <a:gd name="T0" fmla="*/ 0 w 22"/>
                  <a:gd name="T1" fmla="*/ 24 h 30"/>
                  <a:gd name="T2" fmla="*/ 0 w 22"/>
                  <a:gd name="T3" fmla="*/ 30 h 30"/>
                  <a:gd name="T4" fmla="*/ 3 w 22"/>
                  <a:gd name="T5" fmla="*/ 28 h 30"/>
                  <a:gd name="T6" fmla="*/ 3 w 22"/>
                  <a:gd name="T7" fmla="*/ 26 h 30"/>
                  <a:gd name="T8" fmla="*/ 5 w 22"/>
                  <a:gd name="T9" fmla="*/ 24 h 30"/>
                  <a:gd name="T10" fmla="*/ 5 w 22"/>
                  <a:gd name="T11" fmla="*/ 21 h 30"/>
                  <a:gd name="T12" fmla="*/ 7 w 22"/>
                  <a:gd name="T13" fmla="*/ 19 h 30"/>
                  <a:gd name="T14" fmla="*/ 7 w 22"/>
                  <a:gd name="T15" fmla="*/ 17 h 30"/>
                  <a:gd name="T16" fmla="*/ 7 w 22"/>
                  <a:gd name="T17" fmla="*/ 17 h 30"/>
                  <a:gd name="T18" fmla="*/ 9 w 22"/>
                  <a:gd name="T19" fmla="*/ 19 h 30"/>
                  <a:gd name="T20" fmla="*/ 11 w 22"/>
                  <a:gd name="T21" fmla="*/ 15 h 30"/>
                  <a:gd name="T22" fmla="*/ 13 w 22"/>
                  <a:gd name="T23" fmla="*/ 11 h 30"/>
                  <a:gd name="T24" fmla="*/ 16 w 22"/>
                  <a:gd name="T25" fmla="*/ 10 h 30"/>
                  <a:gd name="T26" fmla="*/ 18 w 22"/>
                  <a:gd name="T27" fmla="*/ 8 h 30"/>
                  <a:gd name="T28" fmla="*/ 22 w 22"/>
                  <a:gd name="T29" fmla="*/ 8 h 30"/>
                  <a:gd name="T30" fmla="*/ 22 w 22"/>
                  <a:gd name="T31" fmla="*/ 4 h 30"/>
                  <a:gd name="T32" fmla="*/ 20 w 22"/>
                  <a:gd name="T33" fmla="*/ 0 h 30"/>
                  <a:gd name="T34" fmla="*/ 16 w 22"/>
                  <a:gd name="T35" fmla="*/ 0 h 30"/>
                  <a:gd name="T36" fmla="*/ 14 w 22"/>
                  <a:gd name="T37" fmla="*/ 4 h 30"/>
                  <a:gd name="T38" fmla="*/ 13 w 22"/>
                  <a:gd name="T39" fmla="*/ 6 h 30"/>
                  <a:gd name="T40" fmla="*/ 13 w 22"/>
                  <a:gd name="T41" fmla="*/ 6 h 30"/>
                  <a:gd name="T42" fmla="*/ 11 w 22"/>
                  <a:gd name="T43" fmla="*/ 8 h 30"/>
                  <a:gd name="T44" fmla="*/ 11 w 22"/>
                  <a:gd name="T45" fmla="*/ 6 h 30"/>
                  <a:gd name="T46" fmla="*/ 9 w 22"/>
                  <a:gd name="T47" fmla="*/ 4 h 30"/>
                  <a:gd name="T48" fmla="*/ 7 w 22"/>
                  <a:gd name="T49" fmla="*/ 6 h 30"/>
                  <a:gd name="T50" fmla="*/ 5 w 22"/>
                  <a:gd name="T51" fmla="*/ 8 h 30"/>
                  <a:gd name="T52" fmla="*/ 7 w 22"/>
                  <a:gd name="T53" fmla="*/ 10 h 30"/>
                  <a:gd name="T54" fmla="*/ 3 w 22"/>
                  <a:gd name="T55" fmla="*/ 13 h 30"/>
                  <a:gd name="T56" fmla="*/ 1 w 22"/>
                  <a:gd name="T57" fmla="*/ 13 h 30"/>
                  <a:gd name="T58" fmla="*/ 3 w 22"/>
                  <a:gd name="T59" fmla="*/ 15 h 30"/>
                  <a:gd name="T60" fmla="*/ 1 w 22"/>
                  <a:gd name="T61" fmla="*/ 17 h 30"/>
                  <a:gd name="T62" fmla="*/ 0 w 22"/>
                  <a:gd name="T63" fmla="*/ 19 h 30"/>
                  <a:gd name="T64" fmla="*/ 0 w 22"/>
                  <a:gd name="T65" fmla="*/ 21 h 30"/>
                  <a:gd name="T66" fmla="*/ 0 w 22"/>
                  <a:gd name="T67" fmla="*/ 23 h 30"/>
                  <a:gd name="T68" fmla="*/ 0 w 22"/>
                  <a:gd name="T69" fmla="*/ 23 h 30"/>
                  <a:gd name="T70" fmla="*/ 0 w 22"/>
                  <a:gd name="T7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30">
                    <a:moveTo>
                      <a:pt x="0" y="24"/>
                    </a:moveTo>
                    <a:lnTo>
                      <a:pt x="0" y="30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9" y="19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5" name="Freeform 6093">
                <a:extLst>
                  <a:ext uri="{FF2B5EF4-FFF2-40B4-BE49-F238E27FC236}">
                    <a16:creationId xmlns:a16="http://schemas.microsoft.com/office/drawing/2014/main" id="{11EF876B-A8C4-4866-8886-2888CB0B5C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06" y="2070"/>
                <a:ext cx="16" cy="20"/>
              </a:xfrm>
              <a:custGeom>
                <a:avLst/>
                <a:gdLst>
                  <a:gd name="T0" fmla="*/ 5 w 16"/>
                  <a:gd name="T1" fmla="*/ 16 h 20"/>
                  <a:gd name="T2" fmla="*/ 7 w 16"/>
                  <a:gd name="T3" fmla="*/ 15 h 20"/>
                  <a:gd name="T4" fmla="*/ 11 w 16"/>
                  <a:gd name="T5" fmla="*/ 13 h 20"/>
                  <a:gd name="T6" fmla="*/ 11 w 16"/>
                  <a:gd name="T7" fmla="*/ 9 h 20"/>
                  <a:gd name="T8" fmla="*/ 11 w 16"/>
                  <a:gd name="T9" fmla="*/ 7 h 20"/>
                  <a:gd name="T10" fmla="*/ 16 w 16"/>
                  <a:gd name="T11" fmla="*/ 0 h 20"/>
                  <a:gd name="T12" fmla="*/ 11 w 16"/>
                  <a:gd name="T13" fmla="*/ 2 h 20"/>
                  <a:gd name="T14" fmla="*/ 7 w 16"/>
                  <a:gd name="T15" fmla="*/ 3 h 20"/>
                  <a:gd name="T16" fmla="*/ 7 w 16"/>
                  <a:gd name="T17" fmla="*/ 5 h 20"/>
                  <a:gd name="T18" fmla="*/ 5 w 16"/>
                  <a:gd name="T19" fmla="*/ 7 h 20"/>
                  <a:gd name="T20" fmla="*/ 3 w 16"/>
                  <a:gd name="T21" fmla="*/ 9 h 20"/>
                  <a:gd name="T22" fmla="*/ 3 w 16"/>
                  <a:gd name="T23" fmla="*/ 11 h 20"/>
                  <a:gd name="T24" fmla="*/ 3 w 16"/>
                  <a:gd name="T25" fmla="*/ 13 h 20"/>
                  <a:gd name="T26" fmla="*/ 1 w 16"/>
                  <a:gd name="T27" fmla="*/ 15 h 20"/>
                  <a:gd name="T28" fmla="*/ 0 w 16"/>
                  <a:gd name="T29" fmla="*/ 20 h 20"/>
                  <a:gd name="T30" fmla="*/ 3 w 16"/>
                  <a:gd name="T31" fmla="*/ 20 h 20"/>
                  <a:gd name="T32" fmla="*/ 5 w 16"/>
                  <a:gd name="T3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0">
                    <a:moveTo>
                      <a:pt x="5" y="16"/>
                    </a:moveTo>
                    <a:lnTo>
                      <a:pt x="7" y="15"/>
                    </a:lnTo>
                    <a:lnTo>
                      <a:pt x="11" y="13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6" name="Freeform 6094">
                <a:extLst>
                  <a:ext uri="{FF2B5EF4-FFF2-40B4-BE49-F238E27FC236}">
                    <a16:creationId xmlns:a16="http://schemas.microsoft.com/office/drawing/2014/main" id="{CF7BB6D5-2BCD-489B-BAEC-E49C7D0D46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0" y="2128"/>
                <a:ext cx="7" cy="7"/>
              </a:xfrm>
              <a:custGeom>
                <a:avLst/>
                <a:gdLst>
                  <a:gd name="T0" fmla="*/ 0 w 7"/>
                  <a:gd name="T1" fmla="*/ 5 h 7"/>
                  <a:gd name="T2" fmla="*/ 3 w 7"/>
                  <a:gd name="T3" fmla="*/ 7 h 7"/>
                  <a:gd name="T4" fmla="*/ 5 w 7"/>
                  <a:gd name="T5" fmla="*/ 3 h 7"/>
                  <a:gd name="T6" fmla="*/ 7 w 7"/>
                  <a:gd name="T7" fmla="*/ 0 h 7"/>
                  <a:gd name="T8" fmla="*/ 3 w 7"/>
                  <a:gd name="T9" fmla="*/ 1 h 7"/>
                  <a:gd name="T10" fmla="*/ 0 w 7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lnTo>
                      <a:pt x="3" y="7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7" name="Freeform 6095">
                <a:extLst>
                  <a:ext uri="{FF2B5EF4-FFF2-40B4-BE49-F238E27FC236}">
                    <a16:creationId xmlns:a16="http://schemas.microsoft.com/office/drawing/2014/main" id="{4A1EC2B2-8D77-42E3-ACFF-61EC6EAF88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4" y="2027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2 h 5"/>
                  <a:gd name="T4" fmla="*/ 3 w 5"/>
                  <a:gd name="T5" fmla="*/ 0 h 5"/>
                  <a:gd name="T6" fmla="*/ 0 w 5"/>
                  <a:gd name="T7" fmla="*/ 2 h 5"/>
                  <a:gd name="T8" fmla="*/ 3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8" name="Freeform 6096">
                <a:extLst>
                  <a:ext uri="{FF2B5EF4-FFF2-40B4-BE49-F238E27FC236}">
                    <a16:creationId xmlns:a16="http://schemas.microsoft.com/office/drawing/2014/main" id="{FB466F13-FC72-4AF0-963B-0F37CC6E29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1891"/>
                <a:ext cx="22" cy="15"/>
              </a:xfrm>
              <a:custGeom>
                <a:avLst/>
                <a:gdLst>
                  <a:gd name="T0" fmla="*/ 22 w 22"/>
                  <a:gd name="T1" fmla="*/ 5 h 15"/>
                  <a:gd name="T2" fmla="*/ 22 w 22"/>
                  <a:gd name="T3" fmla="*/ 3 h 15"/>
                  <a:gd name="T4" fmla="*/ 19 w 22"/>
                  <a:gd name="T5" fmla="*/ 3 h 15"/>
                  <a:gd name="T6" fmla="*/ 19 w 22"/>
                  <a:gd name="T7" fmla="*/ 3 h 15"/>
                  <a:gd name="T8" fmla="*/ 19 w 22"/>
                  <a:gd name="T9" fmla="*/ 2 h 15"/>
                  <a:gd name="T10" fmla="*/ 17 w 22"/>
                  <a:gd name="T11" fmla="*/ 2 h 15"/>
                  <a:gd name="T12" fmla="*/ 15 w 22"/>
                  <a:gd name="T13" fmla="*/ 2 h 15"/>
                  <a:gd name="T14" fmla="*/ 13 w 22"/>
                  <a:gd name="T15" fmla="*/ 0 h 15"/>
                  <a:gd name="T16" fmla="*/ 9 w 22"/>
                  <a:gd name="T17" fmla="*/ 2 h 15"/>
                  <a:gd name="T18" fmla="*/ 9 w 22"/>
                  <a:gd name="T19" fmla="*/ 5 h 15"/>
                  <a:gd name="T20" fmla="*/ 8 w 22"/>
                  <a:gd name="T21" fmla="*/ 7 h 15"/>
                  <a:gd name="T22" fmla="*/ 8 w 22"/>
                  <a:gd name="T23" fmla="*/ 9 h 15"/>
                  <a:gd name="T24" fmla="*/ 6 w 22"/>
                  <a:gd name="T25" fmla="*/ 7 h 15"/>
                  <a:gd name="T26" fmla="*/ 8 w 22"/>
                  <a:gd name="T27" fmla="*/ 5 h 15"/>
                  <a:gd name="T28" fmla="*/ 6 w 22"/>
                  <a:gd name="T29" fmla="*/ 2 h 15"/>
                  <a:gd name="T30" fmla="*/ 4 w 22"/>
                  <a:gd name="T31" fmla="*/ 2 h 15"/>
                  <a:gd name="T32" fmla="*/ 2 w 22"/>
                  <a:gd name="T33" fmla="*/ 3 h 15"/>
                  <a:gd name="T34" fmla="*/ 0 w 22"/>
                  <a:gd name="T35" fmla="*/ 5 h 15"/>
                  <a:gd name="T36" fmla="*/ 0 w 22"/>
                  <a:gd name="T37" fmla="*/ 9 h 15"/>
                  <a:gd name="T38" fmla="*/ 2 w 22"/>
                  <a:gd name="T39" fmla="*/ 11 h 15"/>
                  <a:gd name="T40" fmla="*/ 4 w 22"/>
                  <a:gd name="T41" fmla="*/ 11 h 15"/>
                  <a:gd name="T42" fmla="*/ 4 w 22"/>
                  <a:gd name="T43" fmla="*/ 9 h 15"/>
                  <a:gd name="T44" fmla="*/ 6 w 22"/>
                  <a:gd name="T45" fmla="*/ 11 h 15"/>
                  <a:gd name="T46" fmla="*/ 8 w 22"/>
                  <a:gd name="T47" fmla="*/ 9 h 15"/>
                  <a:gd name="T48" fmla="*/ 8 w 22"/>
                  <a:gd name="T49" fmla="*/ 9 h 15"/>
                  <a:gd name="T50" fmla="*/ 9 w 22"/>
                  <a:gd name="T51" fmla="*/ 15 h 15"/>
                  <a:gd name="T52" fmla="*/ 13 w 22"/>
                  <a:gd name="T53" fmla="*/ 13 h 15"/>
                  <a:gd name="T54" fmla="*/ 13 w 22"/>
                  <a:gd name="T55" fmla="*/ 11 h 15"/>
                  <a:gd name="T56" fmla="*/ 13 w 22"/>
                  <a:gd name="T57" fmla="*/ 11 h 15"/>
                  <a:gd name="T58" fmla="*/ 13 w 22"/>
                  <a:gd name="T59" fmla="*/ 11 h 15"/>
                  <a:gd name="T60" fmla="*/ 15 w 22"/>
                  <a:gd name="T61" fmla="*/ 13 h 15"/>
                  <a:gd name="T62" fmla="*/ 19 w 22"/>
                  <a:gd name="T63" fmla="*/ 15 h 15"/>
                  <a:gd name="T64" fmla="*/ 21 w 22"/>
                  <a:gd name="T65" fmla="*/ 13 h 15"/>
                  <a:gd name="T66" fmla="*/ 22 w 22"/>
                  <a:gd name="T67" fmla="*/ 9 h 15"/>
                  <a:gd name="T68" fmla="*/ 21 w 22"/>
                  <a:gd name="T69" fmla="*/ 7 h 15"/>
                  <a:gd name="T70" fmla="*/ 21 w 22"/>
                  <a:gd name="T71" fmla="*/ 7 h 15"/>
                  <a:gd name="T72" fmla="*/ 22 w 22"/>
                  <a:gd name="T7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5">
                    <a:moveTo>
                      <a:pt x="22" y="5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59" name="Freeform 6097">
                <a:extLst>
                  <a:ext uri="{FF2B5EF4-FFF2-40B4-BE49-F238E27FC236}">
                    <a16:creationId xmlns:a16="http://schemas.microsoft.com/office/drawing/2014/main" id="{D91D1C6A-EB74-4013-BCF1-D3503DD1BB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8" y="2051"/>
                <a:ext cx="6" cy="8"/>
              </a:xfrm>
              <a:custGeom>
                <a:avLst/>
                <a:gdLst>
                  <a:gd name="T0" fmla="*/ 2 w 6"/>
                  <a:gd name="T1" fmla="*/ 2 h 8"/>
                  <a:gd name="T2" fmla="*/ 0 w 6"/>
                  <a:gd name="T3" fmla="*/ 8 h 8"/>
                  <a:gd name="T4" fmla="*/ 4 w 6"/>
                  <a:gd name="T5" fmla="*/ 8 h 8"/>
                  <a:gd name="T6" fmla="*/ 6 w 6"/>
                  <a:gd name="T7" fmla="*/ 6 h 8"/>
                  <a:gd name="T8" fmla="*/ 6 w 6"/>
                  <a:gd name="T9" fmla="*/ 0 h 8"/>
                  <a:gd name="T10" fmla="*/ 2 w 6"/>
                  <a:gd name="T11" fmla="*/ 0 h 8"/>
                  <a:gd name="T12" fmla="*/ 2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2"/>
                    </a:moveTo>
                    <a:lnTo>
                      <a:pt x="0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0" name="Freeform 6098">
                <a:extLst>
                  <a:ext uri="{FF2B5EF4-FFF2-40B4-BE49-F238E27FC236}">
                    <a16:creationId xmlns:a16="http://schemas.microsoft.com/office/drawing/2014/main" id="{1C826B08-D1C8-4F23-A3D0-95FCCCBD4D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7" y="1956"/>
                <a:ext cx="6" cy="7"/>
              </a:xfrm>
              <a:custGeom>
                <a:avLst/>
                <a:gdLst>
                  <a:gd name="T0" fmla="*/ 6 w 6"/>
                  <a:gd name="T1" fmla="*/ 7 h 7"/>
                  <a:gd name="T2" fmla="*/ 6 w 6"/>
                  <a:gd name="T3" fmla="*/ 4 h 7"/>
                  <a:gd name="T4" fmla="*/ 2 w 6"/>
                  <a:gd name="T5" fmla="*/ 0 h 7"/>
                  <a:gd name="T6" fmla="*/ 0 w 6"/>
                  <a:gd name="T7" fmla="*/ 2 h 7"/>
                  <a:gd name="T8" fmla="*/ 0 w 6"/>
                  <a:gd name="T9" fmla="*/ 6 h 7"/>
                  <a:gd name="T10" fmla="*/ 2 w 6"/>
                  <a:gd name="T11" fmla="*/ 7 h 7"/>
                  <a:gd name="T12" fmla="*/ 6 w 6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7"/>
                    </a:move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1" name="Freeform 6099">
                <a:extLst>
                  <a:ext uri="{FF2B5EF4-FFF2-40B4-BE49-F238E27FC236}">
                    <a16:creationId xmlns:a16="http://schemas.microsoft.com/office/drawing/2014/main" id="{66C642D0-6F73-4A81-8697-8BCE865F155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91" y="1643"/>
                <a:ext cx="7" cy="15"/>
              </a:xfrm>
              <a:custGeom>
                <a:avLst/>
                <a:gdLst>
                  <a:gd name="T0" fmla="*/ 2 w 7"/>
                  <a:gd name="T1" fmla="*/ 9 h 15"/>
                  <a:gd name="T2" fmla="*/ 3 w 7"/>
                  <a:gd name="T3" fmla="*/ 15 h 15"/>
                  <a:gd name="T4" fmla="*/ 7 w 7"/>
                  <a:gd name="T5" fmla="*/ 11 h 15"/>
                  <a:gd name="T6" fmla="*/ 7 w 7"/>
                  <a:gd name="T7" fmla="*/ 9 h 15"/>
                  <a:gd name="T8" fmla="*/ 5 w 7"/>
                  <a:gd name="T9" fmla="*/ 7 h 15"/>
                  <a:gd name="T10" fmla="*/ 5 w 7"/>
                  <a:gd name="T11" fmla="*/ 7 h 15"/>
                  <a:gd name="T12" fmla="*/ 5 w 7"/>
                  <a:gd name="T13" fmla="*/ 4 h 15"/>
                  <a:gd name="T14" fmla="*/ 3 w 7"/>
                  <a:gd name="T15" fmla="*/ 0 h 15"/>
                  <a:gd name="T16" fmla="*/ 0 w 7"/>
                  <a:gd name="T17" fmla="*/ 2 h 15"/>
                  <a:gd name="T18" fmla="*/ 0 w 7"/>
                  <a:gd name="T19" fmla="*/ 4 h 15"/>
                  <a:gd name="T20" fmla="*/ 3 w 7"/>
                  <a:gd name="T21" fmla="*/ 7 h 15"/>
                  <a:gd name="T22" fmla="*/ 3 w 7"/>
                  <a:gd name="T23" fmla="*/ 7 h 15"/>
                  <a:gd name="T24" fmla="*/ 3 w 7"/>
                  <a:gd name="T25" fmla="*/ 7 h 15"/>
                  <a:gd name="T26" fmla="*/ 2 w 7"/>
                  <a:gd name="T2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5">
                    <a:moveTo>
                      <a:pt x="2" y="9"/>
                    </a:moveTo>
                    <a:lnTo>
                      <a:pt x="3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2" name="Freeform 6100">
                <a:extLst>
                  <a:ext uri="{FF2B5EF4-FFF2-40B4-BE49-F238E27FC236}">
                    <a16:creationId xmlns:a16="http://schemas.microsoft.com/office/drawing/2014/main" id="{CF580DD3-5C1E-4B75-AE5F-E2E7F8E939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715"/>
                <a:ext cx="21" cy="30"/>
              </a:xfrm>
              <a:custGeom>
                <a:avLst/>
                <a:gdLst>
                  <a:gd name="T0" fmla="*/ 11 w 21"/>
                  <a:gd name="T1" fmla="*/ 21 h 30"/>
                  <a:gd name="T2" fmla="*/ 13 w 21"/>
                  <a:gd name="T3" fmla="*/ 19 h 30"/>
                  <a:gd name="T4" fmla="*/ 15 w 21"/>
                  <a:gd name="T5" fmla="*/ 15 h 30"/>
                  <a:gd name="T6" fmla="*/ 19 w 21"/>
                  <a:gd name="T7" fmla="*/ 14 h 30"/>
                  <a:gd name="T8" fmla="*/ 21 w 21"/>
                  <a:gd name="T9" fmla="*/ 14 h 30"/>
                  <a:gd name="T10" fmla="*/ 19 w 21"/>
                  <a:gd name="T11" fmla="*/ 8 h 30"/>
                  <a:gd name="T12" fmla="*/ 19 w 21"/>
                  <a:gd name="T13" fmla="*/ 6 h 30"/>
                  <a:gd name="T14" fmla="*/ 15 w 21"/>
                  <a:gd name="T15" fmla="*/ 0 h 30"/>
                  <a:gd name="T16" fmla="*/ 11 w 21"/>
                  <a:gd name="T17" fmla="*/ 0 h 30"/>
                  <a:gd name="T18" fmla="*/ 9 w 21"/>
                  <a:gd name="T19" fmla="*/ 2 h 30"/>
                  <a:gd name="T20" fmla="*/ 9 w 21"/>
                  <a:gd name="T21" fmla="*/ 4 h 30"/>
                  <a:gd name="T22" fmla="*/ 8 w 21"/>
                  <a:gd name="T23" fmla="*/ 4 h 30"/>
                  <a:gd name="T24" fmla="*/ 6 w 21"/>
                  <a:gd name="T25" fmla="*/ 8 h 30"/>
                  <a:gd name="T26" fmla="*/ 4 w 21"/>
                  <a:gd name="T27" fmla="*/ 10 h 30"/>
                  <a:gd name="T28" fmla="*/ 0 w 21"/>
                  <a:gd name="T29" fmla="*/ 14 h 30"/>
                  <a:gd name="T30" fmla="*/ 4 w 21"/>
                  <a:gd name="T31" fmla="*/ 14 h 30"/>
                  <a:gd name="T32" fmla="*/ 6 w 21"/>
                  <a:gd name="T33" fmla="*/ 14 h 30"/>
                  <a:gd name="T34" fmla="*/ 6 w 21"/>
                  <a:gd name="T35" fmla="*/ 14 h 30"/>
                  <a:gd name="T36" fmla="*/ 6 w 21"/>
                  <a:gd name="T37" fmla="*/ 19 h 30"/>
                  <a:gd name="T38" fmla="*/ 8 w 21"/>
                  <a:gd name="T39" fmla="*/ 21 h 30"/>
                  <a:gd name="T40" fmla="*/ 8 w 21"/>
                  <a:gd name="T41" fmla="*/ 23 h 30"/>
                  <a:gd name="T42" fmla="*/ 6 w 21"/>
                  <a:gd name="T43" fmla="*/ 25 h 30"/>
                  <a:gd name="T44" fmla="*/ 8 w 21"/>
                  <a:gd name="T45" fmla="*/ 27 h 30"/>
                  <a:gd name="T46" fmla="*/ 9 w 21"/>
                  <a:gd name="T47" fmla="*/ 30 h 30"/>
                  <a:gd name="T48" fmla="*/ 13 w 21"/>
                  <a:gd name="T49" fmla="*/ 30 h 30"/>
                  <a:gd name="T50" fmla="*/ 13 w 21"/>
                  <a:gd name="T51" fmla="*/ 27 h 30"/>
                  <a:gd name="T52" fmla="*/ 11 w 21"/>
                  <a:gd name="T53" fmla="*/ 25 h 30"/>
                  <a:gd name="T54" fmla="*/ 11 w 21"/>
                  <a:gd name="T55" fmla="*/ 23 h 30"/>
                  <a:gd name="T56" fmla="*/ 11 w 21"/>
                  <a:gd name="T5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30">
                    <a:moveTo>
                      <a:pt x="11" y="21"/>
                    </a:moveTo>
                    <a:lnTo>
                      <a:pt x="13" y="19"/>
                    </a:lnTo>
                    <a:lnTo>
                      <a:pt x="15" y="15"/>
                    </a:lnTo>
                    <a:lnTo>
                      <a:pt x="19" y="14"/>
                    </a:lnTo>
                    <a:lnTo>
                      <a:pt x="21" y="14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3" y="27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3" name="Freeform 6101">
                <a:extLst>
                  <a:ext uri="{FF2B5EF4-FFF2-40B4-BE49-F238E27FC236}">
                    <a16:creationId xmlns:a16="http://schemas.microsoft.com/office/drawing/2014/main" id="{52D7F3DB-E695-4BCC-AA0C-74A80017BBE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5" y="2004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4 h 4"/>
                  <a:gd name="T10" fmla="*/ 4 w 6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4" name="Freeform 6102">
                <a:extLst>
                  <a:ext uri="{FF2B5EF4-FFF2-40B4-BE49-F238E27FC236}">
                    <a16:creationId xmlns:a16="http://schemas.microsoft.com/office/drawing/2014/main" id="{23C66587-CBEC-41EA-AB50-15ECF877036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2034"/>
                <a:ext cx="7" cy="15"/>
              </a:xfrm>
              <a:custGeom>
                <a:avLst/>
                <a:gdLst>
                  <a:gd name="T0" fmla="*/ 0 w 7"/>
                  <a:gd name="T1" fmla="*/ 11 h 15"/>
                  <a:gd name="T2" fmla="*/ 0 w 7"/>
                  <a:gd name="T3" fmla="*/ 15 h 15"/>
                  <a:gd name="T4" fmla="*/ 3 w 7"/>
                  <a:gd name="T5" fmla="*/ 15 h 15"/>
                  <a:gd name="T6" fmla="*/ 3 w 7"/>
                  <a:gd name="T7" fmla="*/ 11 h 15"/>
                  <a:gd name="T8" fmla="*/ 3 w 7"/>
                  <a:gd name="T9" fmla="*/ 11 h 15"/>
                  <a:gd name="T10" fmla="*/ 7 w 7"/>
                  <a:gd name="T11" fmla="*/ 8 h 15"/>
                  <a:gd name="T12" fmla="*/ 5 w 7"/>
                  <a:gd name="T13" fmla="*/ 6 h 15"/>
                  <a:gd name="T14" fmla="*/ 5 w 7"/>
                  <a:gd name="T15" fmla="*/ 4 h 15"/>
                  <a:gd name="T16" fmla="*/ 5 w 7"/>
                  <a:gd name="T17" fmla="*/ 0 h 15"/>
                  <a:gd name="T18" fmla="*/ 2 w 7"/>
                  <a:gd name="T19" fmla="*/ 4 h 15"/>
                  <a:gd name="T20" fmla="*/ 3 w 7"/>
                  <a:gd name="T21" fmla="*/ 6 h 15"/>
                  <a:gd name="T22" fmla="*/ 2 w 7"/>
                  <a:gd name="T23" fmla="*/ 6 h 15"/>
                  <a:gd name="T24" fmla="*/ 3 w 7"/>
                  <a:gd name="T25" fmla="*/ 11 h 15"/>
                  <a:gd name="T26" fmla="*/ 2 w 7"/>
                  <a:gd name="T27" fmla="*/ 10 h 15"/>
                  <a:gd name="T28" fmla="*/ 0 w 7"/>
                  <a:gd name="T2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0" y="11"/>
                    </a:moveTo>
                    <a:lnTo>
                      <a:pt x="0" y="15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5" name="Freeform 6103">
                <a:extLst>
                  <a:ext uri="{FF2B5EF4-FFF2-40B4-BE49-F238E27FC236}">
                    <a16:creationId xmlns:a16="http://schemas.microsoft.com/office/drawing/2014/main" id="{0CB5C1BF-599B-4D1E-A088-E732FD175A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1990"/>
                <a:ext cx="9" cy="14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2 h 8"/>
                  <a:gd name="T4" fmla="*/ 3 w 5"/>
                  <a:gd name="T5" fmla="*/ 1 h 8"/>
                  <a:gd name="T6" fmla="*/ 1 w 5"/>
                  <a:gd name="T7" fmla="*/ 0 h 8"/>
                  <a:gd name="T8" fmla="*/ 1 w 5"/>
                  <a:gd name="T9" fmla="*/ 2 h 8"/>
                  <a:gd name="T10" fmla="*/ 0 w 5"/>
                  <a:gd name="T11" fmla="*/ 4 h 8"/>
                  <a:gd name="T12" fmla="*/ 2 w 5"/>
                  <a:gd name="T13" fmla="*/ 5 h 8"/>
                  <a:gd name="T14" fmla="*/ 2 w 5"/>
                  <a:gd name="T15" fmla="*/ 5 h 8"/>
                  <a:gd name="T16" fmla="*/ 1 w 5"/>
                  <a:gd name="T17" fmla="*/ 6 h 8"/>
                  <a:gd name="T18" fmla="*/ 1 w 5"/>
                  <a:gd name="T19" fmla="*/ 7 h 8"/>
                  <a:gd name="T20" fmla="*/ 2 w 5"/>
                  <a:gd name="T21" fmla="*/ 8 h 8"/>
                  <a:gd name="T22" fmla="*/ 4 w 5"/>
                  <a:gd name="T23" fmla="*/ 8 h 8"/>
                  <a:gd name="T24" fmla="*/ 4 w 5"/>
                  <a:gd name="T25" fmla="*/ 7 h 8"/>
                  <a:gd name="T26" fmla="*/ 5 w 5"/>
                  <a:gd name="T27" fmla="*/ 8 h 8"/>
                  <a:gd name="T28" fmla="*/ 3 w 5"/>
                  <a:gd name="T29" fmla="*/ 6 h 8"/>
                  <a:gd name="T30" fmla="*/ 3 w 5"/>
                  <a:gd name="T31" fmla="*/ 6 h 8"/>
                  <a:gd name="T32" fmla="*/ 3 w 5"/>
                  <a:gd name="T33" fmla="*/ 6 h 8"/>
                  <a:gd name="T34" fmla="*/ 3 w 5"/>
                  <a:gd name="T35" fmla="*/ 5 h 8"/>
                  <a:gd name="T36" fmla="*/ 3 w 5"/>
                  <a:gd name="T37" fmla="*/ 4 h 8"/>
                  <a:gd name="T38" fmla="*/ 4 w 5"/>
                  <a:gd name="T3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6" name="Freeform 6104">
                <a:extLst>
                  <a:ext uri="{FF2B5EF4-FFF2-40B4-BE49-F238E27FC236}">
                    <a16:creationId xmlns:a16="http://schemas.microsoft.com/office/drawing/2014/main" id="{2189A93B-459A-4E96-B1CB-6E350940F1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9" y="2006"/>
                <a:ext cx="6" cy="10"/>
              </a:xfrm>
              <a:custGeom>
                <a:avLst/>
                <a:gdLst>
                  <a:gd name="T0" fmla="*/ 2 w 6"/>
                  <a:gd name="T1" fmla="*/ 4 h 10"/>
                  <a:gd name="T2" fmla="*/ 0 w 6"/>
                  <a:gd name="T3" fmla="*/ 10 h 10"/>
                  <a:gd name="T4" fmla="*/ 4 w 6"/>
                  <a:gd name="T5" fmla="*/ 8 h 10"/>
                  <a:gd name="T6" fmla="*/ 4 w 6"/>
                  <a:gd name="T7" fmla="*/ 6 h 10"/>
                  <a:gd name="T8" fmla="*/ 6 w 6"/>
                  <a:gd name="T9" fmla="*/ 2 h 10"/>
                  <a:gd name="T10" fmla="*/ 2 w 6"/>
                  <a:gd name="T11" fmla="*/ 0 h 10"/>
                  <a:gd name="T12" fmla="*/ 2 w 6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2" y="4"/>
                    </a:moveTo>
                    <a:lnTo>
                      <a:pt x="0" y="10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7" name="Freeform 6105">
                <a:extLst>
                  <a:ext uri="{FF2B5EF4-FFF2-40B4-BE49-F238E27FC236}">
                    <a16:creationId xmlns:a16="http://schemas.microsoft.com/office/drawing/2014/main" id="{A641DB5C-5278-45CB-BB5D-FB577D36F1B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1818"/>
                <a:ext cx="24" cy="19"/>
              </a:xfrm>
              <a:custGeom>
                <a:avLst/>
                <a:gdLst>
                  <a:gd name="T0" fmla="*/ 9 w 24"/>
                  <a:gd name="T1" fmla="*/ 13 h 19"/>
                  <a:gd name="T2" fmla="*/ 11 w 24"/>
                  <a:gd name="T3" fmla="*/ 13 h 19"/>
                  <a:gd name="T4" fmla="*/ 13 w 24"/>
                  <a:gd name="T5" fmla="*/ 15 h 19"/>
                  <a:gd name="T6" fmla="*/ 15 w 24"/>
                  <a:gd name="T7" fmla="*/ 17 h 19"/>
                  <a:gd name="T8" fmla="*/ 17 w 24"/>
                  <a:gd name="T9" fmla="*/ 15 h 19"/>
                  <a:gd name="T10" fmla="*/ 19 w 24"/>
                  <a:gd name="T11" fmla="*/ 19 h 19"/>
                  <a:gd name="T12" fmla="*/ 23 w 24"/>
                  <a:gd name="T13" fmla="*/ 19 h 19"/>
                  <a:gd name="T14" fmla="*/ 24 w 24"/>
                  <a:gd name="T15" fmla="*/ 17 h 19"/>
                  <a:gd name="T16" fmla="*/ 23 w 24"/>
                  <a:gd name="T17" fmla="*/ 13 h 19"/>
                  <a:gd name="T18" fmla="*/ 19 w 24"/>
                  <a:gd name="T19" fmla="*/ 11 h 19"/>
                  <a:gd name="T20" fmla="*/ 15 w 24"/>
                  <a:gd name="T21" fmla="*/ 9 h 19"/>
                  <a:gd name="T22" fmla="*/ 15 w 24"/>
                  <a:gd name="T23" fmla="*/ 6 h 19"/>
                  <a:gd name="T24" fmla="*/ 11 w 24"/>
                  <a:gd name="T25" fmla="*/ 6 h 19"/>
                  <a:gd name="T26" fmla="*/ 9 w 24"/>
                  <a:gd name="T27" fmla="*/ 2 h 19"/>
                  <a:gd name="T28" fmla="*/ 13 w 24"/>
                  <a:gd name="T29" fmla="*/ 0 h 19"/>
                  <a:gd name="T30" fmla="*/ 8 w 24"/>
                  <a:gd name="T31" fmla="*/ 0 h 19"/>
                  <a:gd name="T32" fmla="*/ 6 w 24"/>
                  <a:gd name="T33" fmla="*/ 0 h 19"/>
                  <a:gd name="T34" fmla="*/ 4 w 24"/>
                  <a:gd name="T35" fmla="*/ 0 h 19"/>
                  <a:gd name="T36" fmla="*/ 0 w 24"/>
                  <a:gd name="T37" fmla="*/ 4 h 19"/>
                  <a:gd name="T38" fmla="*/ 0 w 24"/>
                  <a:gd name="T39" fmla="*/ 6 h 19"/>
                  <a:gd name="T40" fmla="*/ 4 w 24"/>
                  <a:gd name="T41" fmla="*/ 7 h 19"/>
                  <a:gd name="T42" fmla="*/ 6 w 24"/>
                  <a:gd name="T43" fmla="*/ 7 h 19"/>
                  <a:gd name="T44" fmla="*/ 6 w 24"/>
                  <a:gd name="T45" fmla="*/ 7 h 19"/>
                  <a:gd name="T46" fmla="*/ 6 w 24"/>
                  <a:gd name="T47" fmla="*/ 9 h 19"/>
                  <a:gd name="T48" fmla="*/ 9 w 24"/>
                  <a:gd name="T4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19">
                    <a:moveTo>
                      <a:pt x="9" y="13"/>
                    </a:moveTo>
                    <a:lnTo>
                      <a:pt x="11" y="13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9" y="19"/>
                    </a:lnTo>
                    <a:lnTo>
                      <a:pt x="23" y="19"/>
                    </a:lnTo>
                    <a:lnTo>
                      <a:pt x="24" y="17"/>
                    </a:lnTo>
                    <a:lnTo>
                      <a:pt x="23" y="13"/>
                    </a:lnTo>
                    <a:lnTo>
                      <a:pt x="19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1" y="6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8" name="Freeform 6106">
                <a:extLst>
                  <a:ext uri="{FF2B5EF4-FFF2-40B4-BE49-F238E27FC236}">
                    <a16:creationId xmlns:a16="http://schemas.microsoft.com/office/drawing/2014/main" id="{E2A68AA7-5273-4520-9E1F-F633B9777D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376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0 w 9"/>
                  <a:gd name="T3" fmla="*/ 4 h 6"/>
                  <a:gd name="T4" fmla="*/ 2 w 9"/>
                  <a:gd name="T5" fmla="*/ 6 h 6"/>
                  <a:gd name="T6" fmla="*/ 5 w 9"/>
                  <a:gd name="T7" fmla="*/ 6 h 6"/>
                  <a:gd name="T8" fmla="*/ 9 w 9"/>
                  <a:gd name="T9" fmla="*/ 4 h 6"/>
                  <a:gd name="T10" fmla="*/ 9 w 9"/>
                  <a:gd name="T11" fmla="*/ 2 h 6"/>
                  <a:gd name="T12" fmla="*/ 5 w 9"/>
                  <a:gd name="T13" fmla="*/ 0 h 6"/>
                  <a:gd name="T14" fmla="*/ 3 w 9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3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69" name="Freeform 6107">
                <a:extLst>
                  <a:ext uri="{FF2B5EF4-FFF2-40B4-BE49-F238E27FC236}">
                    <a16:creationId xmlns:a16="http://schemas.microsoft.com/office/drawing/2014/main" id="{2670A0B5-8867-4100-8D0D-39E2FC8BA1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7" y="1827"/>
                <a:ext cx="21" cy="12"/>
              </a:xfrm>
              <a:custGeom>
                <a:avLst/>
                <a:gdLst>
                  <a:gd name="T0" fmla="*/ 13 w 21"/>
                  <a:gd name="T1" fmla="*/ 10 h 12"/>
                  <a:gd name="T2" fmla="*/ 15 w 21"/>
                  <a:gd name="T3" fmla="*/ 12 h 12"/>
                  <a:gd name="T4" fmla="*/ 21 w 21"/>
                  <a:gd name="T5" fmla="*/ 10 h 12"/>
                  <a:gd name="T6" fmla="*/ 19 w 21"/>
                  <a:gd name="T7" fmla="*/ 8 h 12"/>
                  <a:gd name="T8" fmla="*/ 13 w 21"/>
                  <a:gd name="T9" fmla="*/ 6 h 12"/>
                  <a:gd name="T10" fmla="*/ 11 w 21"/>
                  <a:gd name="T11" fmla="*/ 4 h 12"/>
                  <a:gd name="T12" fmla="*/ 9 w 21"/>
                  <a:gd name="T13" fmla="*/ 4 h 12"/>
                  <a:gd name="T14" fmla="*/ 8 w 21"/>
                  <a:gd name="T15" fmla="*/ 2 h 12"/>
                  <a:gd name="T16" fmla="*/ 4 w 21"/>
                  <a:gd name="T17" fmla="*/ 0 h 12"/>
                  <a:gd name="T18" fmla="*/ 0 w 21"/>
                  <a:gd name="T19" fmla="*/ 2 h 12"/>
                  <a:gd name="T20" fmla="*/ 4 w 21"/>
                  <a:gd name="T21" fmla="*/ 6 h 12"/>
                  <a:gd name="T22" fmla="*/ 6 w 21"/>
                  <a:gd name="T23" fmla="*/ 6 h 12"/>
                  <a:gd name="T24" fmla="*/ 9 w 21"/>
                  <a:gd name="T25" fmla="*/ 8 h 12"/>
                  <a:gd name="T26" fmla="*/ 13 w 21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2">
                    <a:moveTo>
                      <a:pt x="13" y="10"/>
                    </a:moveTo>
                    <a:lnTo>
                      <a:pt x="15" y="12"/>
                    </a:lnTo>
                    <a:lnTo>
                      <a:pt x="21" y="10"/>
                    </a:lnTo>
                    <a:lnTo>
                      <a:pt x="19" y="8"/>
                    </a:lnTo>
                    <a:lnTo>
                      <a:pt x="13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0" name="Freeform 6108">
                <a:extLst>
                  <a:ext uri="{FF2B5EF4-FFF2-40B4-BE49-F238E27FC236}">
                    <a16:creationId xmlns:a16="http://schemas.microsoft.com/office/drawing/2014/main" id="{9CFDB27C-FEEB-4245-B2BB-90309DABC16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76" y="1365"/>
                <a:ext cx="11" cy="11"/>
              </a:xfrm>
              <a:custGeom>
                <a:avLst/>
                <a:gdLst>
                  <a:gd name="T0" fmla="*/ 6 w 11"/>
                  <a:gd name="T1" fmla="*/ 7 h 11"/>
                  <a:gd name="T2" fmla="*/ 6 w 11"/>
                  <a:gd name="T3" fmla="*/ 11 h 11"/>
                  <a:gd name="T4" fmla="*/ 8 w 11"/>
                  <a:gd name="T5" fmla="*/ 11 h 11"/>
                  <a:gd name="T6" fmla="*/ 11 w 11"/>
                  <a:gd name="T7" fmla="*/ 9 h 11"/>
                  <a:gd name="T8" fmla="*/ 11 w 11"/>
                  <a:gd name="T9" fmla="*/ 7 h 11"/>
                  <a:gd name="T10" fmla="*/ 9 w 11"/>
                  <a:gd name="T11" fmla="*/ 6 h 11"/>
                  <a:gd name="T12" fmla="*/ 8 w 11"/>
                  <a:gd name="T13" fmla="*/ 4 h 11"/>
                  <a:gd name="T14" fmla="*/ 8 w 11"/>
                  <a:gd name="T15" fmla="*/ 4 h 11"/>
                  <a:gd name="T16" fmla="*/ 9 w 11"/>
                  <a:gd name="T17" fmla="*/ 0 h 11"/>
                  <a:gd name="T18" fmla="*/ 6 w 11"/>
                  <a:gd name="T19" fmla="*/ 0 h 11"/>
                  <a:gd name="T20" fmla="*/ 2 w 11"/>
                  <a:gd name="T21" fmla="*/ 0 h 11"/>
                  <a:gd name="T22" fmla="*/ 0 w 11"/>
                  <a:gd name="T23" fmla="*/ 4 h 11"/>
                  <a:gd name="T24" fmla="*/ 2 w 11"/>
                  <a:gd name="T25" fmla="*/ 4 h 11"/>
                  <a:gd name="T26" fmla="*/ 4 w 11"/>
                  <a:gd name="T27" fmla="*/ 4 h 11"/>
                  <a:gd name="T28" fmla="*/ 4 w 11"/>
                  <a:gd name="T29" fmla="*/ 6 h 11"/>
                  <a:gd name="T30" fmla="*/ 6 w 1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6" y="7"/>
                    </a:moveTo>
                    <a:lnTo>
                      <a:pt x="6" y="11"/>
                    </a:lnTo>
                    <a:lnTo>
                      <a:pt x="8" y="11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1" name="Freeform 6109">
                <a:extLst>
                  <a:ext uri="{FF2B5EF4-FFF2-40B4-BE49-F238E27FC236}">
                    <a16:creationId xmlns:a16="http://schemas.microsoft.com/office/drawing/2014/main" id="{F535C642-3323-477E-A9A8-CB3A56450D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0" y="1352"/>
                <a:ext cx="17" cy="17"/>
              </a:xfrm>
              <a:custGeom>
                <a:avLst/>
                <a:gdLst>
                  <a:gd name="T0" fmla="*/ 6 w 17"/>
                  <a:gd name="T1" fmla="*/ 15 h 17"/>
                  <a:gd name="T2" fmla="*/ 7 w 17"/>
                  <a:gd name="T3" fmla="*/ 13 h 17"/>
                  <a:gd name="T4" fmla="*/ 4 w 17"/>
                  <a:gd name="T5" fmla="*/ 17 h 17"/>
                  <a:gd name="T6" fmla="*/ 11 w 17"/>
                  <a:gd name="T7" fmla="*/ 13 h 17"/>
                  <a:gd name="T8" fmla="*/ 15 w 17"/>
                  <a:gd name="T9" fmla="*/ 9 h 17"/>
                  <a:gd name="T10" fmla="*/ 15 w 17"/>
                  <a:gd name="T11" fmla="*/ 7 h 17"/>
                  <a:gd name="T12" fmla="*/ 17 w 17"/>
                  <a:gd name="T13" fmla="*/ 7 h 17"/>
                  <a:gd name="T14" fmla="*/ 17 w 17"/>
                  <a:gd name="T15" fmla="*/ 2 h 17"/>
                  <a:gd name="T16" fmla="*/ 15 w 17"/>
                  <a:gd name="T17" fmla="*/ 0 h 17"/>
                  <a:gd name="T18" fmla="*/ 11 w 17"/>
                  <a:gd name="T19" fmla="*/ 2 h 17"/>
                  <a:gd name="T20" fmla="*/ 11 w 17"/>
                  <a:gd name="T21" fmla="*/ 4 h 17"/>
                  <a:gd name="T22" fmla="*/ 9 w 17"/>
                  <a:gd name="T23" fmla="*/ 6 h 17"/>
                  <a:gd name="T24" fmla="*/ 6 w 17"/>
                  <a:gd name="T25" fmla="*/ 7 h 17"/>
                  <a:gd name="T26" fmla="*/ 2 w 17"/>
                  <a:gd name="T27" fmla="*/ 11 h 17"/>
                  <a:gd name="T28" fmla="*/ 0 w 17"/>
                  <a:gd name="T29" fmla="*/ 15 h 17"/>
                  <a:gd name="T30" fmla="*/ 4 w 17"/>
                  <a:gd name="T31" fmla="*/ 15 h 17"/>
                  <a:gd name="T32" fmla="*/ 6 w 17"/>
                  <a:gd name="T3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7">
                    <a:moveTo>
                      <a:pt x="6" y="15"/>
                    </a:moveTo>
                    <a:lnTo>
                      <a:pt x="7" y="13"/>
                    </a:lnTo>
                    <a:lnTo>
                      <a:pt x="4" y="17"/>
                    </a:lnTo>
                    <a:lnTo>
                      <a:pt x="11" y="13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2" name="Freeform 6110">
                <a:extLst>
                  <a:ext uri="{FF2B5EF4-FFF2-40B4-BE49-F238E27FC236}">
                    <a16:creationId xmlns:a16="http://schemas.microsoft.com/office/drawing/2014/main" id="{4EC2D66E-FF82-4084-9546-FEEF8E4B5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2" y="1233"/>
                <a:ext cx="76" cy="59"/>
              </a:xfrm>
              <a:custGeom>
                <a:avLst/>
                <a:gdLst>
                  <a:gd name="T0" fmla="*/ 9 w 76"/>
                  <a:gd name="T1" fmla="*/ 11 h 59"/>
                  <a:gd name="T2" fmla="*/ 5 w 76"/>
                  <a:gd name="T3" fmla="*/ 13 h 59"/>
                  <a:gd name="T4" fmla="*/ 0 w 76"/>
                  <a:gd name="T5" fmla="*/ 20 h 59"/>
                  <a:gd name="T6" fmla="*/ 4 w 76"/>
                  <a:gd name="T7" fmla="*/ 26 h 59"/>
                  <a:gd name="T8" fmla="*/ 5 w 76"/>
                  <a:gd name="T9" fmla="*/ 26 h 59"/>
                  <a:gd name="T10" fmla="*/ 2 w 76"/>
                  <a:gd name="T11" fmla="*/ 31 h 59"/>
                  <a:gd name="T12" fmla="*/ 4 w 76"/>
                  <a:gd name="T13" fmla="*/ 37 h 59"/>
                  <a:gd name="T14" fmla="*/ 0 w 76"/>
                  <a:gd name="T15" fmla="*/ 43 h 59"/>
                  <a:gd name="T16" fmla="*/ 4 w 76"/>
                  <a:gd name="T17" fmla="*/ 44 h 59"/>
                  <a:gd name="T18" fmla="*/ 5 w 76"/>
                  <a:gd name="T19" fmla="*/ 41 h 59"/>
                  <a:gd name="T20" fmla="*/ 11 w 76"/>
                  <a:gd name="T21" fmla="*/ 44 h 59"/>
                  <a:gd name="T22" fmla="*/ 15 w 76"/>
                  <a:gd name="T23" fmla="*/ 43 h 59"/>
                  <a:gd name="T24" fmla="*/ 17 w 76"/>
                  <a:gd name="T25" fmla="*/ 50 h 59"/>
                  <a:gd name="T26" fmla="*/ 24 w 76"/>
                  <a:gd name="T27" fmla="*/ 54 h 59"/>
                  <a:gd name="T28" fmla="*/ 30 w 76"/>
                  <a:gd name="T29" fmla="*/ 56 h 59"/>
                  <a:gd name="T30" fmla="*/ 35 w 76"/>
                  <a:gd name="T31" fmla="*/ 54 h 59"/>
                  <a:gd name="T32" fmla="*/ 41 w 76"/>
                  <a:gd name="T33" fmla="*/ 56 h 59"/>
                  <a:gd name="T34" fmla="*/ 50 w 76"/>
                  <a:gd name="T35" fmla="*/ 56 h 59"/>
                  <a:gd name="T36" fmla="*/ 56 w 76"/>
                  <a:gd name="T37" fmla="*/ 56 h 59"/>
                  <a:gd name="T38" fmla="*/ 63 w 76"/>
                  <a:gd name="T39" fmla="*/ 59 h 59"/>
                  <a:gd name="T40" fmla="*/ 69 w 76"/>
                  <a:gd name="T41" fmla="*/ 54 h 59"/>
                  <a:gd name="T42" fmla="*/ 76 w 76"/>
                  <a:gd name="T43" fmla="*/ 48 h 59"/>
                  <a:gd name="T44" fmla="*/ 72 w 76"/>
                  <a:gd name="T45" fmla="*/ 41 h 59"/>
                  <a:gd name="T46" fmla="*/ 67 w 76"/>
                  <a:gd name="T47" fmla="*/ 37 h 59"/>
                  <a:gd name="T48" fmla="*/ 61 w 76"/>
                  <a:gd name="T49" fmla="*/ 35 h 59"/>
                  <a:gd name="T50" fmla="*/ 61 w 76"/>
                  <a:gd name="T51" fmla="*/ 33 h 59"/>
                  <a:gd name="T52" fmla="*/ 67 w 76"/>
                  <a:gd name="T53" fmla="*/ 35 h 59"/>
                  <a:gd name="T54" fmla="*/ 63 w 76"/>
                  <a:gd name="T55" fmla="*/ 28 h 59"/>
                  <a:gd name="T56" fmla="*/ 59 w 76"/>
                  <a:gd name="T57" fmla="*/ 20 h 59"/>
                  <a:gd name="T58" fmla="*/ 58 w 76"/>
                  <a:gd name="T59" fmla="*/ 15 h 59"/>
                  <a:gd name="T60" fmla="*/ 56 w 76"/>
                  <a:gd name="T61" fmla="*/ 9 h 59"/>
                  <a:gd name="T62" fmla="*/ 45 w 76"/>
                  <a:gd name="T63" fmla="*/ 2 h 59"/>
                  <a:gd name="T64" fmla="*/ 33 w 76"/>
                  <a:gd name="T65" fmla="*/ 3 h 59"/>
                  <a:gd name="T66" fmla="*/ 33 w 76"/>
                  <a:gd name="T67" fmla="*/ 7 h 59"/>
                  <a:gd name="T68" fmla="*/ 37 w 76"/>
                  <a:gd name="T69" fmla="*/ 13 h 59"/>
                  <a:gd name="T70" fmla="*/ 37 w 76"/>
                  <a:gd name="T71" fmla="*/ 16 h 59"/>
                  <a:gd name="T72" fmla="*/ 35 w 76"/>
                  <a:gd name="T73" fmla="*/ 16 h 59"/>
                  <a:gd name="T74" fmla="*/ 35 w 76"/>
                  <a:gd name="T75" fmla="*/ 11 h 59"/>
                  <a:gd name="T76" fmla="*/ 26 w 76"/>
                  <a:gd name="T77" fmla="*/ 2 h 59"/>
                  <a:gd name="T78" fmla="*/ 18 w 76"/>
                  <a:gd name="T79" fmla="*/ 2 h 59"/>
                  <a:gd name="T80" fmla="*/ 13 w 76"/>
                  <a:gd name="T81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59">
                    <a:moveTo>
                      <a:pt x="9" y="9"/>
                    </a:move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4" y="29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1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7" y="50"/>
                    </a:lnTo>
                    <a:lnTo>
                      <a:pt x="20" y="54"/>
                    </a:lnTo>
                    <a:lnTo>
                      <a:pt x="24" y="54"/>
                    </a:lnTo>
                    <a:lnTo>
                      <a:pt x="26" y="56"/>
                    </a:lnTo>
                    <a:lnTo>
                      <a:pt x="30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7" y="54"/>
                    </a:lnTo>
                    <a:lnTo>
                      <a:pt x="41" y="56"/>
                    </a:lnTo>
                    <a:lnTo>
                      <a:pt x="48" y="57"/>
                    </a:lnTo>
                    <a:lnTo>
                      <a:pt x="50" y="56"/>
                    </a:lnTo>
                    <a:lnTo>
                      <a:pt x="54" y="57"/>
                    </a:lnTo>
                    <a:lnTo>
                      <a:pt x="56" y="56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7" y="57"/>
                    </a:lnTo>
                    <a:lnTo>
                      <a:pt x="69" y="54"/>
                    </a:lnTo>
                    <a:lnTo>
                      <a:pt x="72" y="54"/>
                    </a:lnTo>
                    <a:lnTo>
                      <a:pt x="76" y="48"/>
                    </a:lnTo>
                    <a:lnTo>
                      <a:pt x="76" y="46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67" y="37"/>
                    </a:lnTo>
                    <a:lnTo>
                      <a:pt x="63" y="37"/>
                    </a:lnTo>
                    <a:lnTo>
                      <a:pt x="61" y="35"/>
                    </a:lnTo>
                    <a:lnTo>
                      <a:pt x="61" y="33"/>
                    </a:lnTo>
                    <a:lnTo>
                      <a:pt x="61" y="33"/>
                    </a:lnTo>
                    <a:lnTo>
                      <a:pt x="63" y="35"/>
                    </a:lnTo>
                    <a:lnTo>
                      <a:pt x="67" y="35"/>
                    </a:lnTo>
                    <a:lnTo>
                      <a:pt x="67" y="31"/>
                    </a:lnTo>
                    <a:lnTo>
                      <a:pt x="63" y="28"/>
                    </a:lnTo>
                    <a:lnTo>
                      <a:pt x="59" y="24"/>
                    </a:lnTo>
                    <a:lnTo>
                      <a:pt x="59" y="20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1"/>
                    </a:lnTo>
                    <a:lnTo>
                      <a:pt x="56" y="9"/>
                    </a:lnTo>
                    <a:lnTo>
                      <a:pt x="54" y="9"/>
                    </a:lnTo>
                    <a:lnTo>
                      <a:pt x="45" y="2"/>
                    </a:lnTo>
                    <a:lnTo>
                      <a:pt x="39" y="2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37" y="13"/>
                    </a:lnTo>
                    <a:lnTo>
                      <a:pt x="37" y="15"/>
                    </a:lnTo>
                    <a:lnTo>
                      <a:pt x="37" y="16"/>
                    </a:lnTo>
                    <a:lnTo>
                      <a:pt x="35" y="18"/>
                    </a:lnTo>
                    <a:lnTo>
                      <a:pt x="35" y="16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0" y="3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7" y="5"/>
                    </a:lnTo>
                    <a:lnTo>
                      <a:pt x="13" y="7"/>
                    </a:lnTo>
                    <a:lnTo>
                      <a:pt x="9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3" name="Freeform 6111">
                <a:extLst>
                  <a:ext uri="{FF2B5EF4-FFF2-40B4-BE49-F238E27FC236}">
                    <a16:creationId xmlns:a16="http://schemas.microsoft.com/office/drawing/2014/main" id="{4CDBE892-798F-499B-BE25-CC4F8F3686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9" y="1486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9 w 9"/>
                  <a:gd name="T3" fmla="*/ 2 h 6"/>
                  <a:gd name="T4" fmla="*/ 4 w 9"/>
                  <a:gd name="T5" fmla="*/ 0 h 6"/>
                  <a:gd name="T6" fmla="*/ 2 w 9"/>
                  <a:gd name="T7" fmla="*/ 0 h 6"/>
                  <a:gd name="T8" fmla="*/ 2 w 9"/>
                  <a:gd name="T9" fmla="*/ 2 h 6"/>
                  <a:gd name="T10" fmla="*/ 0 w 9"/>
                  <a:gd name="T11" fmla="*/ 6 h 6"/>
                  <a:gd name="T12" fmla="*/ 6 w 9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6"/>
                    </a:moveTo>
                    <a:lnTo>
                      <a:pt x="9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4" name="Freeform 6112">
                <a:extLst>
                  <a:ext uri="{FF2B5EF4-FFF2-40B4-BE49-F238E27FC236}">
                    <a16:creationId xmlns:a16="http://schemas.microsoft.com/office/drawing/2014/main" id="{95217731-D053-49A5-9E92-1415107A19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481"/>
                <a:ext cx="8" cy="7"/>
              </a:xfrm>
              <a:custGeom>
                <a:avLst/>
                <a:gdLst>
                  <a:gd name="T0" fmla="*/ 2 w 8"/>
                  <a:gd name="T1" fmla="*/ 3 h 7"/>
                  <a:gd name="T2" fmla="*/ 2 w 8"/>
                  <a:gd name="T3" fmla="*/ 7 h 7"/>
                  <a:gd name="T4" fmla="*/ 6 w 8"/>
                  <a:gd name="T5" fmla="*/ 7 h 7"/>
                  <a:gd name="T6" fmla="*/ 8 w 8"/>
                  <a:gd name="T7" fmla="*/ 5 h 7"/>
                  <a:gd name="T8" fmla="*/ 8 w 8"/>
                  <a:gd name="T9" fmla="*/ 3 h 7"/>
                  <a:gd name="T10" fmla="*/ 8 w 8"/>
                  <a:gd name="T11" fmla="*/ 1 h 7"/>
                  <a:gd name="T12" fmla="*/ 4 w 8"/>
                  <a:gd name="T13" fmla="*/ 0 h 7"/>
                  <a:gd name="T14" fmla="*/ 0 w 8"/>
                  <a:gd name="T15" fmla="*/ 0 h 7"/>
                  <a:gd name="T16" fmla="*/ 0 w 8"/>
                  <a:gd name="T17" fmla="*/ 3 h 7"/>
                  <a:gd name="T18" fmla="*/ 2 w 8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2" y="3"/>
                    </a:moveTo>
                    <a:lnTo>
                      <a:pt x="2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5" name="Freeform 6113">
                <a:extLst>
                  <a:ext uri="{FF2B5EF4-FFF2-40B4-BE49-F238E27FC236}">
                    <a16:creationId xmlns:a16="http://schemas.microsoft.com/office/drawing/2014/main" id="{056369CE-3669-425C-A0A2-9BBD6EB595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1432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2 h 8"/>
                  <a:gd name="T4" fmla="*/ 6 w 11"/>
                  <a:gd name="T5" fmla="*/ 2 h 8"/>
                  <a:gd name="T6" fmla="*/ 2 w 11"/>
                  <a:gd name="T7" fmla="*/ 0 h 8"/>
                  <a:gd name="T8" fmla="*/ 0 w 11"/>
                  <a:gd name="T9" fmla="*/ 2 h 8"/>
                  <a:gd name="T10" fmla="*/ 0 w 11"/>
                  <a:gd name="T11" fmla="*/ 6 h 8"/>
                  <a:gd name="T12" fmla="*/ 4 w 11"/>
                  <a:gd name="T13" fmla="*/ 8 h 8"/>
                  <a:gd name="T14" fmla="*/ 8 w 11"/>
                  <a:gd name="T15" fmla="*/ 8 h 8"/>
                  <a:gd name="T16" fmla="*/ 11 w 11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6" name="Freeform 6114">
                <a:extLst>
                  <a:ext uri="{FF2B5EF4-FFF2-40B4-BE49-F238E27FC236}">
                    <a16:creationId xmlns:a16="http://schemas.microsoft.com/office/drawing/2014/main" id="{FE6C423B-53A2-4A62-98A2-9FDC756E61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5" y="1492"/>
                <a:ext cx="9" cy="5"/>
              </a:xfrm>
              <a:custGeom>
                <a:avLst/>
                <a:gdLst>
                  <a:gd name="T0" fmla="*/ 5 w 9"/>
                  <a:gd name="T1" fmla="*/ 5 h 5"/>
                  <a:gd name="T2" fmla="*/ 9 w 9"/>
                  <a:gd name="T3" fmla="*/ 4 h 5"/>
                  <a:gd name="T4" fmla="*/ 9 w 9"/>
                  <a:gd name="T5" fmla="*/ 0 h 5"/>
                  <a:gd name="T6" fmla="*/ 5 w 9"/>
                  <a:gd name="T7" fmla="*/ 0 h 5"/>
                  <a:gd name="T8" fmla="*/ 4 w 9"/>
                  <a:gd name="T9" fmla="*/ 2 h 5"/>
                  <a:gd name="T10" fmla="*/ 0 w 9"/>
                  <a:gd name="T11" fmla="*/ 2 h 5"/>
                  <a:gd name="T12" fmla="*/ 2 w 9"/>
                  <a:gd name="T13" fmla="*/ 5 h 5"/>
                  <a:gd name="T14" fmla="*/ 5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5" y="5"/>
                    </a:move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7" name="Freeform 6115">
                <a:extLst>
                  <a:ext uri="{FF2B5EF4-FFF2-40B4-BE49-F238E27FC236}">
                    <a16:creationId xmlns:a16="http://schemas.microsoft.com/office/drawing/2014/main" id="{903FB818-501A-4978-A509-3417B161B8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77" y="1494"/>
                <a:ext cx="10" cy="5"/>
              </a:xfrm>
              <a:custGeom>
                <a:avLst/>
                <a:gdLst>
                  <a:gd name="T0" fmla="*/ 4 w 10"/>
                  <a:gd name="T1" fmla="*/ 0 h 5"/>
                  <a:gd name="T2" fmla="*/ 0 w 10"/>
                  <a:gd name="T3" fmla="*/ 2 h 5"/>
                  <a:gd name="T4" fmla="*/ 2 w 10"/>
                  <a:gd name="T5" fmla="*/ 5 h 5"/>
                  <a:gd name="T6" fmla="*/ 6 w 10"/>
                  <a:gd name="T7" fmla="*/ 5 h 5"/>
                  <a:gd name="T8" fmla="*/ 10 w 10"/>
                  <a:gd name="T9" fmla="*/ 2 h 5"/>
                  <a:gd name="T10" fmla="*/ 8 w 10"/>
                  <a:gd name="T11" fmla="*/ 0 h 5"/>
                  <a:gd name="T12" fmla="*/ 4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8" name="Freeform 6116">
                <a:extLst>
                  <a:ext uri="{FF2B5EF4-FFF2-40B4-BE49-F238E27FC236}">
                    <a16:creationId xmlns:a16="http://schemas.microsoft.com/office/drawing/2014/main" id="{12BCC800-5D4A-4B41-8C84-86DE80446C3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1" y="1445"/>
                <a:ext cx="10" cy="19"/>
              </a:xfrm>
              <a:custGeom>
                <a:avLst/>
                <a:gdLst>
                  <a:gd name="T0" fmla="*/ 4 w 10"/>
                  <a:gd name="T1" fmla="*/ 13 h 19"/>
                  <a:gd name="T2" fmla="*/ 6 w 10"/>
                  <a:gd name="T3" fmla="*/ 11 h 19"/>
                  <a:gd name="T4" fmla="*/ 6 w 10"/>
                  <a:gd name="T5" fmla="*/ 15 h 19"/>
                  <a:gd name="T6" fmla="*/ 10 w 10"/>
                  <a:gd name="T7" fmla="*/ 19 h 19"/>
                  <a:gd name="T8" fmla="*/ 10 w 10"/>
                  <a:gd name="T9" fmla="*/ 13 h 19"/>
                  <a:gd name="T10" fmla="*/ 8 w 10"/>
                  <a:gd name="T11" fmla="*/ 9 h 19"/>
                  <a:gd name="T12" fmla="*/ 10 w 10"/>
                  <a:gd name="T13" fmla="*/ 9 h 19"/>
                  <a:gd name="T14" fmla="*/ 10 w 10"/>
                  <a:gd name="T15" fmla="*/ 6 h 19"/>
                  <a:gd name="T16" fmla="*/ 8 w 10"/>
                  <a:gd name="T17" fmla="*/ 4 h 19"/>
                  <a:gd name="T18" fmla="*/ 8 w 10"/>
                  <a:gd name="T19" fmla="*/ 4 h 19"/>
                  <a:gd name="T20" fmla="*/ 8 w 10"/>
                  <a:gd name="T21" fmla="*/ 0 h 19"/>
                  <a:gd name="T22" fmla="*/ 4 w 10"/>
                  <a:gd name="T23" fmla="*/ 2 h 19"/>
                  <a:gd name="T24" fmla="*/ 2 w 10"/>
                  <a:gd name="T25" fmla="*/ 2 h 19"/>
                  <a:gd name="T26" fmla="*/ 0 w 10"/>
                  <a:gd name="T27" fmla="*/ 4 h 19"/>
                  <a:gd name="T28" fmla="*/ 0 w 10"/>
                  <a:gd name="T29" fmla="*/ 2 h 19"/>
                  <a:gd name="T30" fmla="*/ 0 w 10"/>
                  <a:gd name="T31" fmla="*/ 11 h 19"/>
                  <a:gd name="T32" fmla="*/ 4 w 10"/>
                  <a:gd name="T3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">
                    <a:moveTo>
                      <a:pt x="4" y="13"/>
                    </a:moveTo>
                    <a:lnTo>
                      <a:pt x="6" y="11"/>
                    </a:lnTo>
                    <a:lnTo>
                      <a:pt x="6" y="15"/>
                    </a:lnTo>
                    <a:lnTo>
                      <a:pt x="10" y="19"/>
                    </a:lnTo>
                    <a:lnTo>
                      <a:pt x="10" y="13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1"/>
                    </a:lnTo>
                    <a:lnTo>
                      <a:pt x="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79" name="Freeform 6117">
                <a:extLst>
                  <a:ext uri="{FF2B5EF4-FFF2-40B4-BE49-F238E27FC236}">
                    <a16:creationId xmlns:a16="http://schemas.microsoft.com/office/drawing/2014/main" id="{61CA0C94-5CF8-4CA0-9454-D6839F33B9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0" y="1253"/>
                <a:ext cx="32" cy="23"/>
              </a:xfrm>
              <a:custGeom>
                <a:avLst/>
                <a:gdLst>
                  <a:gd name="T0" fmla="*/ 26 w 32"/>
                  <a:gd name="T1" fmla="*/ 17 h 23"/>
                  <a:gd name="T2" fmla="*/ 28 w 32"/>
                  <a:gd name="T3" fmla="*/ 15 h 23"/>
                  <a:gd name="T4" fmla="*/ 30 w 32"/>
                  <a:gd name="T5" fmla="*/ 11 h 23"/>
                  <a:gd name="T6" fmla="*/ 32 w 32"/>
                  <a:gd name="T7" fmla="*/ 8 h 23"/>
                  <a:gd name="T8" fmla="*/ 30 w 32"/>
                  <a:gd name="T9" fmla="*/ 4 h 23"/>
                  <a:gd name="T10" fmla="*/ 24 w 32"/>
                  <a:gd name="T11" fmla="*/ 2 h 23"/>
                  <a:gd name="T12" fmla="*/ 19 w 32"/>
                  <a:gd name="T13" fmla="*/ 0 h 23"/>
                  <a:gd name="T14" fmla="*/ 15 w 32"/>
                  <a:gd name="T15" fmla="*/ 2 h 23"/>
                  <a:gd name="T16" fmla="*/ 11 w 32"/>
                  <a:gd name="T17" fmla="*/ 2 h 23"/>
                  <a:gd name="T18" fmla="*/ 10 w 32"/>
                  <a:gd name="T19" fmla="*/ 2 h 23"/>
                  <a:gd name="T20" fmla="*/ 8 w 32"/>
                  <a:gd name="T21" fmla="*/ 2 h 23"/>
                  <a:gd name="T22" fmla="*/ 6 w 32"/>
                  <a:gd name="T23" fmla="*/ 4 h 23"/>
                  <a:gd name="T24" fmla="*/ 2 w 32"/>
                  <a:gd name="T25" fmla="*/ 4 h 23"/>
                  <a:gd name="T26" fmla="*/ 0 w 32"/>
                  <a:gd name="T27" fmla="*/ 6 h 23"/>
                  <a:gd name="T28" fmla="*/ 2 w 32"/>
                  <a:gd name="T29" fmla="*/ 8 h 23"/>
                  <a:gd name="T30" fmla="*/ 6 w 32"/>
                  <a:gd name="T31" fmla="*/ 9 h 23"/>
                  <a:gd name="T32" fmla="*/ 6 w 32"/>
                  <a:gd name="T33" fmla="*/ 11 h 23"/>
                  <a:gd name="T34" fmla="*/ 10 w 32"/>
                  <a:gd name="T35" fmla="*/ 13 h 23"/>
                  <a:gd name="T36" fmla="*/ 11 w 32"/>
                  <a:gd name="T37" fmla="*/ 15 h 23"/>
                  <a:gd name="T38" fmla="*/ 15 w 32"/>
                  <a:gd name="T39" fmla="*/ 17 h 23"/>
                  <a:gd name="T40" fmla="*/ 19 w 32"/>
                  <a:gd name="T41" fmla="*/ 17 h 23"/>
                  <a:gd name="T42" fmla="*/ 17 w 32"/>
                  <a:gd name="T43" fmla="*/ 17 h 23"/>
                  <a:gd name="T44" fmla="*/ 13 w 32"/>
                  <a:gd name="T45" fmla="*/ 17 h 23"/>
                  <a:gd name="T46" fmla="*/ 13 w 32"/>
                  <a:gd name="T47" fmla="*/ 19 h 23"/>
                  <a:gd name="T48" fmla="*/ 17 w 32"/>
                  <a:gd name="T49" fmla="*/ 21 h 23"/>
                  <a:gd name="T50" fmla="*/ 21 w 32"/>
                  <a:gd name="T51" fmla="*/ 23 h 23"/>
                  <a:gd name="T52" fmla="*/ 23 w 32"/>
                  <a:gd name="T53" fmla="*/ 19 h 23"/>
                  <a:gd name="T54" fmla="*/ 26 w 32"/>
                  <a:gd name="T5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3">
                    <a:moveTo>
                      <a:pt x="26" y="17"/>
                    </a:moveTo>
                    <a:lnTo>
                      <a:pt x="28" y="15"/>
                    </a:lnTo>
                    <a:lnTo>
                      <a:pt x="30" y="11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1" y="15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7" y="21"/>
                    </a:lnTo>
                    <a:lnTo>
                      <a:pt x="21" y="23"/>
                    </a:lnTo>
                    <a:lnTo>
                      <a:pt x="23" y="19"/>
                    </a:lnTo>
                    <a:lnTo>
                      <a:pt x="2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0" name="Freeform 6118">
                <a:extLst>
                  <a:ext uri="{FF2B5EF4-FFF2-40B4-BE49-F238E27FC236}">
                    <a16:creationId xmlns:a16="http://schemas.microsoft.com/office/drawing/2014/main" id="{05F57FC5-3BE2-4D3D-B4FE-0D31A65727D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50" y="1428"/>
                <a:ext cx="13" cy="8"/>
              </a:xfrm>
              <a:custGeom>
                <a:avLst/>
                <a:gdLst>
                  <a:gd name="T0" fmla="*/ 3 w 7"/>
                  <a:gd name="T1" fmla="*/ 0 h 4"/>
                  <a:gd name="T2" fmla="*/ 1 w 7"/>
                  <a:gd name="T3" fmla="*/ 1 h 4"/>
                  <a:gd name="T4" fmla="*/ 0 w 7"/>
                  <a:gd name="T5" fmla="*/ 3 h 4"/>
                  <a:gd name="T6" fmla="*/ 0 w 7"/>
                  <a:gd name="T7" fmla="*/ 3 h 4"/>
                  <a:gd name="T8" fmla="*/ 1 w 7"/>
                  <a:gd name="T9" fmla="*/ 4 h 4"/>
                  <a:gd name="T10" fmla="*/ 2 w 7"/>
                  <a:gd name="T11" fmla="*/ 4 h 4"/>
                  <a:gd name="T12" fmla="*/ 3 w 7"/>
                  <a:gd name="T13" fmla="*/ 4 h 4"/>
                  <a:gd name="T14" fmla="*/ 5 w 7"/>
                  <a:gd name="T15" fmla="*/ 4 h 4"/>
                  <a:gd name="T16" fmla="*/ 6 w 7"/>
                  <a:gd name="T17" fmla="*/ 3 h 4"/>
                  <a:gd name="T18" fmla="*/ 7 w 7"/>
                  <a:gd name="T19" fmla="*/ 2 h 4"/>
                  <a:gd name="T20" fmla="*/ 4 w 7"/>
                  <a:gd name="T21" fmla="*/ 1 h 4"/>
                  <a:gd name="T22" fmla="*/ 3 w 7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1" name="Freeform 6119">
                <a:extLst>
                  <a:ext uri="{FF2B5EF4-FFF2-40B4-BE49-F238E27FC236}">
                    <a16:creationId xmlns:a16="http://schemas.microsoft.com/office/drawing/2014/main" id="{37CAFCF0-D6B7-485A-800E-48ACDB1D47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66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6 w 9"/>
                  <a:gd name="T3" fmla="*/ 0 h 5"/>
                  <a:gd name="T4" fmla="*/ 4 w 9"/>
                  <a:gd name="T5" fmla="*/ 0 h 5"/>
                  <a:gd name="T6" fmla="*/ 0 w 9"/>
                  <a:gd name="T7" fmla="*/ 2 h 5"/>
                  <a:gd name="T8" fmla="*/ 2 w 9"/>
                  <a:gd name="T9" fmla="*/ 3 h 5"/>
                  <a:gd name="T10" fmla="*/ 6 w 9"/>
                  <a:gd name="T11" fmla="*/ 3 h 5"/>
                  <a:gd name="T12" fmla="*/ 7 w 9"/>
                  <a:gd name="T13" fmla="*/ 5 h 5"/>
                  <a:gd name="T14" fmla="*/ 9 w 9"/>
                  <a:gd name="T15" fmla="*/ 2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2" name="Freeform 6120">
                <a:extLst>
                  <a:ext uri="{FF2B5EF4-FFF2-40B4-BE49-F238E27FC236}">
                    <a16:creationId xmlns:a16="http://schemas.microsoft.com/office/drawing/2014/main" id="{FF21B348-398C-4029-96BF-E2A7B854CBE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02" y="1343"/>
                <a:ext cx="7" cy="5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1 h 5"/>
                  <a:gd name="T4" fmla="*/ 3 w 7"/>
                  <a:gd name="T5" fmla="*/ 5 h 5"/>
                  <a:gd name="T6" fmla="*/ 7 w 7"/>
                  <a:gd name="T7" fmla="*/ 5 h 5"/>
                  <a:gd name="T8" fmla="*/ 5 w 7"/>
                  <a:gd name="T9" fmla="*/ 1 h 5"/>
                  <a:gd name="T10" fmla="*/ 3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0" y="1"/>
                    </a:lnTo>
                    <a:lnTo>
                      <a:pt x="3" y="5"/>
                    </a:lnTo>
                    <a:lnTo>
                      <a:pt x="7" y="5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3" name="Freeform 6121">
                <a:extLst>
                  <a:ext uri="{FF2B5EF4-FFF2-40B4-BE49-F238E27FC236}">
                    <a16:creationId xmlns:a16="http://schemas.microsoft.com/office/drawing/2014/main" id="{0839533B-2D10-4D58-BB9E-02683AA4A95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96"/>
                <a:ext cx="11" cy="3"/>
              </a:xfrm>
              <a:custGeom>
                <a:avLst/>
                <a:gdLst>
                  <a:gd name="T0" fmla="*/ 0 w 11"/>
                  <a:gd name="T1" fmla="*/ 1 h 3"/>
                  <a:gd name="T2" fmla="*/ 4 w 11"/>
                  <a:gd name="T3" fmla="*/ 3 h 3"/>
                  <a:gd name="T4" fmla="*/ 7 w 11"/>
                  <a:gd name="T5" fmla="*/ 3 h 3"/>
                  <a:gd name="T6" fmla="*/ 11 w 11"/>
                  <a:gd name="T7" fmla="*/ 1 h 3"/>
                  <a:gd name="T8" fmla="*/ 6 w 11"/>
                  <a:gd name="T9" fmla="*/ 0 h 3"/>
                  <a:gd name="T10" fmla="*/ 0 w 1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11" y="1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4" name="Freeform 6122">
                <a:extLst>
                  <a:ext uri="{FF2B5EF4-FFF2-40B4-BE49-F238E27FC236}">
                    <a16:creationId xmlns:a16="http://schemas.microsoft.com/office/drawing/2014/main" id="{DFCAA8B3-E6A6-4F0C-AFB5-DF3D873F442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89" y="1363"/>
                <a:ext cx="7" cy="11"/>
              </a:xfrm>
              <a:custGeom>
                <a:avLst/>
                <a:gdLst>
                  <a:gd name="T0" fmla="*/ 7 w 7"/>
                  <a:gd name="T1" fmla="*/ 8 h 11"/>
                  <a:gd name="T2" fmla="*/ 7 w 7"/>
                  <a:gd name="T3" fmla="*/ 4 h 11"/>
                  <a:gd name="T4" fmla="*/ 5 w 7"/>
                  <a:gd name="T5" fmla="*/ 0 h 11"/>
                  <a:gd name="T6" fmla="*/ 1 w 7"/>
                  <a:gd name="T7" fmla="*/ 0 h 11"/>
                  <a:gd name="T8" fmla="*/ 0 w 7"/>
                  <a:gd name="T9" fmla="*/ 2 h 11"/>
                  <a:gd name="T10" fmla="*/ 0 w 7"/>
                  <a:gd name="T11" fmla="*/ 6 h 11"/>
                  <a:gd name="T12" fmla="*/ 0 w 7"/>
                  <a:gd name="T13" fmla="*/ 8 h 11"/>
                  <a:gd name="T14" fmla="*/ 1 w 7"/>
                  <a:gd name="T15" fmla="*/ 11 h 11"/>
                  <a:gd name="T16" fmla="*/ 3 w 7"/>
                  <a:gd name="T17" fmla="*/ 11 h 11"/>
                  <a:gd name="T18" fmla="*/ 7 w 7"/>
                  <a:gd name="T19" fmla="*/ 9 h 11"/>
                  <a:gd name="T20" fmla="*/ 7 w 7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1">
                    <a:moveTo>
                      <a:pt x="7" y="8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5" name="Freeform 6123">
                <a:extLst>
                  <a:ext uri="{FF2B5EF4-FFF2-40B4-BE49-F238E27FC236}">
                    <a16:creationId xmlns:a16="http://schemas.microsoft.com/office/drawing/2014/main" id="{922E19C5-8CFD-417E-A62C-7A1AA8D1B8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3" y="1193"/>
                <a:ext cx="11" cy="12"/>
              </a:xfrm>
              <a:custGeom>
                <a:avLst/>
                <a:gdLst>
                  <a:gd name="T0" fmla="*/ 7 w 11"/>
                  <a:gd name="T1" fmla="*/ 8 h 12"/>
                  <a:gd name="T2" fmla="*/ 11 w 11"/>
                  <a:gd name="T3" fmla="*/ 6 h 12"/>
                  <a:gd name="T4" fmla="*/ 9 w 11"/>
                  <a:gd name="T5" fmla="*/ 4 h 12"/>
                  <a:gd name="T6" fmla="*/ 9 w 11"/>
                  <a:gd name="T7" fmla="*/ 2 h 12"/>
                  <a:gd name="T8" fmla="*/ 7 w 11"/>
                  <a:gd name="T9" fmla="*/ 0 h 12"/>
                  <a:gd name="T10" fmla="*/ 2 w 11"/>
                  <a:gd name="T11" fmla="*/ 4 h 12"/>
                  <a:gd name="T12" fmla="*/ 0 w 11"/>
                  <a:gd name="T13" fmla="*/ 12 h 12"/>
                  <a:gd name="T14" fmla="*/ 5 w 11"/>
                  <a:gd name="T15" fmla="*/ 10 h 12"/>
                  <a:gd name="T16" fmla="*/ 7 w 11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7" y="8"/>
                    </a:moveTo>
                    <a:lnTo>
                      <a:pt x="11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5" y="10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6" name="Freeform 6124">
                <a:extLst>
                  <a:ext uri="{FF2B5EF4-FFF2-40B4-BE49-F238E27FC236}">
                    <a16:creationId xmlns:a16="http://schemas.microsoft.com/office/drawing/2014/main" id="{261A0429-2055-462E-965F-B37A51035B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5" y="1246"/>
                <a:ext cx="98" cy="69"/>
              </a:xfrm>
              <a:custGeom>
                <a:avLst/>
                <a:gdLst>
                  <a:gd name="T0" fmla="*/ 3 w 98"/>
                  <a:gd name="T1" fmla="*/ 31 h 69"/>
                  <a:gd name="T2" fmla="*/ 7 w 98"/>
                  <a:gd name="T3" fmla="*/ 37 h 69"/>
                  <a:gd name="T4" fmla="*/ 13 w 98"/>
                  <a:gd name="T5" fmla="*/ 43 h 69"/>
                  <a:gd name="T6" fmla="*/ 14 w 98"/>
                  <a:gd name="T7" fmla="*/ 46 h 69"/>
                  <a:gd name="T8" fmla="*/ 14 w 98"/>
                  <a:gd name="T9" fmla="*/ 52 h 69"/>
                  <a:gd name="T10" fmla="*/ 31 w 98"/>
                  <a:gd name="T11" fmla="*/ 59 h 69"/>
                  <a:gd name="T12" fmla="*/ 37 w 98"/>
                  <a:gd name="T13" fmla="*/ 65 h 69"/>
                  <a:gd name="T14" fmla="*/ 48 w 98"/>
                  <a:gd name="T15" fmla="*/ 67 h 69"/>
                  <a:gd name="T16" fmla="*/ 57 w 98"/>
                  <a:gd name="T17" fmla="*/ 67 h 69"/>
                  <a:gd name="T18" fmla="*/ 57 w 98"/>
                  <a:gd name="T19" fmla="*/ 57 h 69"/>
                  <a:gd name="T20" fmla="*/ 59 w 98"/>
                  <a:gd name="T21" fmla="*/ 57 h 69"/>
                  <a:gd name="T22" fmla="*/ 65 w 98"/>
                  <a:gd name="T23" fmla="*/ 56 h 69"/>
                  <a:gd name="T24" fmla="*/ 76 w 98"/>
                  <a:gd name="T25" fmla="*/ 46 h 69"/>
                  <a:gd name="T26" fmla="*/ 80 w 98"/>
                  <a:gd name="T27" fmla="*/ 46 h 69"/>
                  <a:gd name="T28" fmla="*/ 85 w 98"/>
                  <a:gd name="T29" fmla="*/ 44 h 69"/>
                  <a:gd name="T30" fmla="*/ 91 w 98"/>
                  <a:gd name="T31" fmla="*/ 37 h 69"/>
                  <a:gd name="T32" fmla="*/ 89 w 98"/>
                  <a:gd name="T33" fmla="*/ 35 h 69"/>
                  <a:gd name="T34" fmla="*/ 94 w 98"/>
                  <a:gd name="T35" fmla="*/ 35 h 69"/>
                  <a:gd name="T36" fmla="*/ 98 w 98"/>
                  <a:gd name="T37" fmla="*/ 26 h 69"/>
                  <a:gd name="T38" fmla="*/ 94 w 98"/>
                  <a:gd name="T39" fmla="*/ 18 h 69"/>
                  <a:gd name="T40" fmla="*/ 93 w 98"/>
                  <a:gd name="T41" fmla="*/ 13 h 69"/>
                  <a:gd name="T42" fmla="*/ 89 w 98"/>
                  <a:gd name="T43" fmla="*/ 7 h 69"/>
                  <a:gd name="T44" fmla="*/ 76 w 98"/>
                  <a:gd name="T45" fmla="*/ 5 h 69"/>
                  <a:gd name="T46" fmla="*/ 55 w 98"/>
                  <a:gd name="T47" fmla="*/ 3 h 69"/>
                  <a:gd name="T48" fmla="*/ 63 w 98"/>
                  <a:gd name="T49" fmla="*/ 11 h 69"/>
                  <a:gd name="T50" fmla="*/ 65 w 98"/>
                  <a:gd name="T51" fmla="*/ 15 h 69"/>
                  <a:gd name="T52" fmla="*/ 65 w 98"/>
                  <a:gd name="T53" fmla="*/ 22 h 69"/>
                  <a:gd name="T54" fmla="*/ 74 w 98"/>
                  <a:gd name="T55" fmla="*/ 35 h 69"/>
                  <a:gd name="T56" fmla="*/ 81 w 98"/>
                  <a:gd name="T57" fmla="*/ 39 h 69"/>
                  <a:gd name="T58" fmla="*/ 72 w 98"/>
                  <a:gd name="T59" fmla="*/ 33 h 69"/>
                  <a:gd name="T60" fmla="*/ 65 w 98"/>
                  <a:gd name="T61" fmla="*/ 28 h 69"/>
                  <a:gd name="T62" fmla="*/ 59 w 98"/>
                  <a:gd name="T63" fmla="*/ 18 h 69"/>
                  <a:gd name="T64" fmla="*/ 57 w 98"/>
                  <a:gd name="T65" fmla="*/ 13 h 69"/>
                  <a:gd name="T66" fmla="*/ 57 w 98"/>
                  <a:gd name="T67" fmla="*/ 5 h 69"/>
                  <a:gd name="T68" fmla="*/ 46 w 98"/>
                  <a:gd name="T69" fmla="*/ 3 h 69"/>
                  <a:gd name="T70" fmla="*/ 37 w 98"/>
                  <a:gd name="T71" fmla="*/ 0 h 69"/>
                  <a:gd name="T72" fmla="*/ 37 w 98"/>
                  <a:gd name="T73" fmla="*/ 5 h 69"/>
                  <a:gd name="T74" fmla="*/ 37 w 98"/>
                  <a:gd name="T75" fmla="*/ 15 h 69"/>
                  <a:gd name="T76" fmla="*/ 42 w 98"/>
                  <a:gd name="T77" fmla="*/ 24 h 69"/>
                  <a:gd name="T78" fmla="*/ 37 w 98"/>
                  <a:gd name="T79" fmla="*/ 22 h 69"/>
                  <a:gd name="T80" fmla="*/ 29 w 98"/>
                  <a:gd name="T81" fmla="*/ 16 h 69"/>
                  <a:gd name="T82" fmla="*/ 26 w 98"/>
                  <a:gd name="T83" fmla="*/ 16 h 69"/>
                  <a:gd name="T84" fmla="*/ 22 w 98"/>
                  <a:gd name="T85" fmla="*/ 11 h 69"/>
                  <a:gd name="T86" fmla="*/ 13 w 98"/>
                  <a:gd name="T87" fmla="*/ 7 h 69"/>
                  <a:gd name="T88" fmla="*/ 5 w 98"/>
                  <a:gd name="T89" fmla="*/ 7 h 69"/>
                  <a:gd name="T90" fmla="*/ 3 w 98"/>
                  <a:gd name="T91" fmla="*/ 16 h 69"/>
                  <a:gd name="T92" fmla="*/ 0 w 98"/>
                  <a:gd name="T93" fmla="*/ 2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8" h="69">
                    <a:moveTo>
                      <a:pt x="5" y="30"/>
                    </a:moveTo>
                    <a:lnTo>
                      <a:pt x="5" y="30"/>
                    </a:lnTo>
                    <a:lnTo>
                      <a:pt x="3" y="31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7"/>
                    </a:lnTo>
                    <a:lnTo>
                      <a:pt x="7" y="39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8"/>
                    </a:lnTo>
                    <a:lnTo>
                      <a:pt x="14" y="52"/>
                    </a:lnTo>
                    <a:lnTo>
                      <a:pt x="22" y="57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40" y="67"/>
                    </a:lnTo>
                    <a:lnTo>
                      <a:pt x="44" y="67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7" y="67"/>
                    </a:lnTo>
                    <a:lnTo>
                      <a:pt x="59" y="65"/>
                    </a:lnTo>
                    <a:lnTo>
                      <a:pt x="59" y="61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9" y="57"/>
                    </a:lnTo>
                    <a:lnTo>
                      <a:pt x="59" y="59"/>
                    </a:lnTo>
                    <a:lnTo>
                      <a:pt x="63" y="59"/>
                    </a:lnTo>
                    <a:lnTo>
                      <a:pt x="65" y="56"/>
                    </a:lnTo>
                    <a:lnTo>
                      <a:pt x="68" y="50"/>
                    </a:lnTo>
                    <a:lnTo>
                      <a:pt x="72" y="46"/>
                    </a:lnTo>
                    <a:lnTo>
                      <a:pt x="76" y="46"/>
                    </a:lnTo>
                    <a:lnTo>
                      <a:pt x="76" y="44"/>
                    </a:lnTo>
                    <a:lnTo>
                      <a:pt x="76" y="46"/>
                    </a:lnTo>
                    <a:lnTo>
                      <a:pt x="80" y="46"/>
                    </a:lnTo>
                    <a:lnTo>
                      <a:pt x="81" y="48"/>
                    </a:lnTo>
                    <a:lnTo>
                      <a:pt x="85" y="46"/>
                    </a:lnTo>
                    <a:lnTo>
                      <a:pt x="85" y="44"/>
                    </a:lnTo>
                    <a:lnTo>
                      <a:pt x="89" y="43"/>
                    </a:lnTo>
                    <a:lnTo>
                      <a:pt x="93" y="39"/>
                    </a:lnTo>
                    <a:lnTo>
                      <a:pt x="91" y="37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93" y="37"/>
                    </a:lnTo>
                    <a:lnTo>
                      <a:pt x="94" y="35"/>
                    </a:lnTo>
                    <a:lnTo>
                      <a:pt x="96" y="33"/>
                    </a:lnTo>
                    <a:lnTo>
                      <a:pt x="96" y="30"/>
                    </a:lnTo>
                    <a:lnTo>
                      <a:pt x="98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4" y="18"/>
                    </a:lnTo>
                    <a:lnTo>
                      <a:pt x="91" y="16"/>
                    </a:lnTo>
                    <a:lnTo>
                      <a:pt x="91" y="15"/>
                    </a:lnTo>
                    <a:lnTo>
                      <a:pt x="93" y="13"/>
                    </a:lnTo>
                    <a:lnTo>
                      <a:pt x="96" y="13"/>
                    </a:lnTo>
                    <a:lnTo>
                      <a:pt x="96" y="9"/>
                    </a:lnTo>
                    <a:lnTo>
                      <a:pt x="89" y="7"/>
                    </a:lnTo>
                    <a:lnTo>
                      <a:pt x="81" y="5"/>
                    </a:lnTo>
                    <a:lnTo>
                      <a:pt x="80" y="7"/>
                    </a:lnTo>
                    <a:lnTo>
                      <a:pt x="76" y="5"/>
                    </a:lnTo>
                    <a:lnTo>
                      <a:pt x="70" y="3"/>
                    </a:lnTo>
                    <a:lnTo>
                      <a:pt x="67" y="2"/>
                    </a:lnTo>
                    <a:lnTo>
                      <a:pt x="55" y="3"/>
                    </a:lnTo>
                    <a:lnTo>
                      <a:pt x="59" y="7"/>
                    </a:lnTo>
                    <a:lnTo>
                      <a:pt x="61" y="9"/>
                    </a:lnTo>
                    <a:lnTo>
                      <a:pt x="63" y="11"/>
                    </a:lnTo>
                    <a:lnTo>
                      <a:pt x="63" y="13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5" y="18"/>
                    </a:lnTo>
                    <a:lnTo>
                      <a:pt x="65" y="22"/>
                    </a:lnTo>
                    <a:lnTo>
                      <a:pt x="65" y="26"/>
                    </a:lnTo>
                    <a:lnTo>
                      <a:pt x="72" y="31"/>
                    </a:lnTo>
                    <a:lnTo>
                      <a:pt x="74" y="35"/>
                    </a:lnTo>
                    <a:lnTo>
                      <a:pt x="81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80" y="37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5" y="28"/>
                    </a:lnTo>
                    <a:lnTo>
                      <a:pt x="63" y="26"/>
                    </a:lnTo>
                    <a:lnTo>
                      <a:pt x="61" y="20"/>
                    </a:lnTo>
                    <a:lnTo>
                      <a:pt x="59" y="18"/>
                    </a:lnTo>
                    <a:lnTo>
                      <a:pt x="59" y="15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5" y="11"/>
                    </a:lnTo>
                    <a:lnTo>
                      <a:pt x="57" y="9"/>
                    </a:lnTo>
                    <a:lnTo>
                      <a:pt x="57" y="5"/>
                    </a:lnTo>
                    <a:lnTo>
                      <a:pt x="53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3" y="7"/>
                    </a:lnTo>
                    <a:lnTo>
                      <a:pt x="35" y="11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42" y="22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39" y="24"/>
                    </a:lnTo>
                    <a:lnTo>
                      <a:pt x="37" y="22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29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6" y="15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18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5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7" name="Freeform 6125">
                <a:extLst>
                  <a:ext uri="{FF2B5EF4-FFF2-40B4-BE49-F238E27FC236}">
                    <a16:creationId xmlns:a16="http://schemas.microsoft.com/office/drawing/2014/main" id="{D54E4824-A01C-42A7-91CD-3F48105D7C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1" y="1328"/>
                <a:ext cx="45" cy="30"/>
              </a:xfrm>
              <a:custGeom>
                <a:avLst/>
                <a:gdLst>
                  <a:gd name="T0" fmla="*/ 4 w 45"/>
                  <a:gd name="T1" fmla="*/ 22 h 30"/>
                  <a:gd name="T2" fmla="*/ 0 w 45"/>
                  <a:gd name="T3" fmla="*/ 26 h 30"/>
                  <a:gd name="T4" fmla="*/ 0 w 45"/>
                  <a:gd name="T5" fmla="*/ 30 h 30"/>
                  <a:gd name="T6" fmla="*/ 4 w 45"/>
                  <a:gd name="T7" fmla="*/ 30 h 30"/>
                  <a:gd name="T8" fmla="*/ 6 w 45"/>
                  <a:gd name="T9" fmla="*/ 28 h 30"/>
                  <a:gd name="T10" fmla="*/ 8 w 45"/>
                  <a:gd name="T11" fmla="*/ 26 h 30"/>
                  <a:gd name="T12" fmla="*/ 11 w 45"/>
                  <a:gd name="T13" fmla="*/ 22 h 30"/>
                  <a:gd name="T14" fmla="*/ 15 w 45"/>
                  <a:gd name="T15" fmla="*/ 24 h 30"/>
                  <a:gd name="T16" fmla="*/ 23 w 45"/>
                  <a:gd name="T17" fmla="*/ 24 h 30"/>
                  <a:gd name="T18" fmla="*/ 25 w 45"/>
                  <a:gd name="T19" fmla="*/ 24 h 30"/>
                  <a:gd name="T20" fmla="*/ 32 w 45"/>
                  <a:gd name="T21" fmla="*/ 24 h 30"/>
                  <a:gd name="T22" fmla="*/ 34 w 45"/>
                  <a:gd name="T23" fmla="*/ 22 h 30"/>
                  <a:gd name="T24" fmla="*/ 39 w 45"/>
                  <a:gd name="T25" fmla="*/ 20 h 30"/>
                  <a:gd name="T26" fmla="*/ 41 w 45"/>
                  <a:gd name="T27" fmla="*/ 22 h 30"/>
                  <a:gd name="T28" fmla="*/ 45 w 45"/>
                  <a:gd name="T29" fmla="*/ 18 h 30"/>
                  <a:gd name="T30" fmla="*/ 43 w 45"/>
                  <a:gd name="T31" fmla="*/ 16 h 30"/>
                  <a:gd name="T32" fmla="*/ 41 w 45"/>
                  <a:gd name="T33" fmla="*/ 13 h 30"/>
                  <a:gd name="T34" fmla="*/ 38 w 45"/>
                  <a:gd name="T35" fmla="*/ 9 h 30"/>
                  <a:gd name="T36" fmla="*/ 32 w 45"/>
                  <a:gd name="T37" fmla="*/ 3 h 30"/>
                  <a:gd name="T38" fmla="*/ 28 w 45"/>
                  <a:gd name="T39" fmla="*/ 3 h 30"/>
                  <a:gd name="T40" fmla="*/ 25 w 45"/>
                  <a:gd name="T41" fmla="*/ 3 h 30"/>
                  <a:gd name="T42" fmla="*/ 21 w 45"/>
                  <a:gd name="T43" fmla="*/ 0 h 30"/>
                  <a:gd name="T44" fmla="*/ 19 w 45"/>
                  <a:gd name="T45" fmla="*/ 0 h 30"/>
                  <a:gd name="T46" fmla="*/ 17 w 45"/>
                  <a:gd name="T47" fmla="*/ 2 h 30"/>
                  <a:gd name="T48" fmla="*/ 13 w 45"/>
                  <a:gd name="T49" fmla="*/ 0 h 30"/>
                  <a:gd name="T50" fmla="*/ 10 w 45"/>
                  <a:gd name="T51" fmla="*/ 0 h 30"/>
                  <a:gd name="T52" fmla="*/ 4 w 45"/>
                  <a:gd name="T53" fmla="*/ 9 h 30"/>
                  <a:gd name="T54" fmla="*/ 6 w 45"/>
                  <a:gd name="T55" fmla="*/ 11 h 30"/>
                  <a:gd name="T56" fmla="*/ 6 w 45"/>
                  <a:gd name="T57" fmla="*/ 16 h 30"/>
                  <a:gd name="T58" fmla="*/ 4 w 45"/>
                  <a:gd name="T5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0">
                    <a:moveTo>
                      <a:pt x="4" y="22"/>
                    </a:move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8" y="26"/>
                    </a:lnTo>
                    <a:lnTo>
                      <a:pt x="11" y="22"/>
                    </a:lnTo>
                    <a:lnTo>
                      <a:pt x="15" y="24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32" y="24"/>
                    </a:lnTo>
                    <a:lnTo>
                      <a:pt x="34" y="22"/>
                    </a:lnTo>
                    <a:lnTo>
                      <a:pt x="39" y="20"/>
                    </a:lnTo>
                    <a:lnTo>
                      <a:pt x="41" y="22"/>
                    </a:lnTo>
                    <a:lnTo>
                      <a:pt x="45" y="18"/>
                    </a:lnTo>
                    <a:lnTo>
                      <a:pt x="43" y="16"/>
                    </a:lnTo>
                    <a:lnTo>
                      <a:pt x="41" y="13"/>
                    </a:lnTo>
                    <a:lnTo>
                      <a:pt x="38" y="9"/>
                    </a:lnTo>
                    <a:lnTo>
                      <a:pt x="32" y="3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8" name="Freeform 6126">
                <a:extLst>
                  <a:ext uri="{FF2B5EF4-FFF2-40B4-BE49-F238E27FC236}">
                    <a16:creationId xmlns:a16="http://schemas.microsoft.com/office/drawing/2014/main" id="{5DB42CBB-0337-4799-A4A6-A259D9B20D3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82" y="1248"/>
                <a:ext cx="56" cy="24"/>
              </a:xfrm>
              <a:custGeom>
                <a:avLst/>
                <a:gdLst>
                  <a:gd name="T0" fmla="*/ 8 w 56"/>
                  <a:gd name="T1" fmla="*/ 13 h 24"/>
                  <a:gd name="T2" fmla="*/ 8 w 56"/>
                  <a:gd name="T3" fmla="*/ 16 h 24"/>
                  <a:gd name="T4" fmla="*/ 19 w 56"/>
                  <a:gd name="T5" fmla="*/ 20 h 24"/>
                  <a:gd name="T6" fmla="*/ 27 w 56"/>
                  <a:gd name="T7" fmla="*/ 20 h 24"/>
                  <a:gd name="T8" fmla="*/ 30 w 56"/>
                  <a:gd name="T9" fmla="*/ 22 h 24"/>
                  <a:gd name="T10" fmla="*/ 36 w 56"/>
                  <a:gd name="T11" fmla="*/ 24 h 24"/>
                  <a:gd name="T12" fmla="*/ 40 w 56"/>
                  <a:gd name="T13" fmla="*/ 22 h 24"/>
                  <a:gd name="T14" fmla="*/ 43 w 56"/>
                  <a:gd name="T15" fmla="*/ 24 h 24"/>
                  <a:gd name="T16" fmla="*/ 47 w 56"/>
                  <a:gd name="T17" fmla="*/ 22 h 24"/>
                  <a:gd name="T18" fmla="*/ 53 w 56"/>
                  <a:gd name="T19" fmla="*/ 18 h 24"/>
                  <a:gd name="T20" fmla="*/ 53 w 56"/>
                  <a:gd name="T21" fmla="*/ 14 h 24"/>
                  <a:gd name="T22" fmla="*/ 56 w 56"/>
                  <a:gd name="T23" fmla="*/ 11 h 24"/>
                  <a:gd name="T24" fmla="*/ 54 w 56"/>
                  <a:gd name="T25" fmla="*/ 7 h 24"/>
                  <a:gd name="T26" fmla="*/ 51 w 56"/>
                  <a:gd name="T27" fmla="*/ 5 h 24"/>
                  <a:gd name="T28" fmla="*/ 51 w 56"/>
                  <a:gd name="T29" fmla="*/ 5 h 24"/>
                  <a:gd name="T30" fmla="*/ 49 w 56"/>
                  <a:gd name="T31" fmla="*/ 5 h 24"/>
                  <a:gd name="T32" fmla="*/ 49 w 56"/>
                  <a:gd name="T33" fmla="*/ 3 h 24"/>
                  <a:gd name="T34" fmla="*/ 47 w 56"/>
                  <a:gd name="T35" fmla="*/ 0 h 24"/>
                  <a:gd name="T36" fmla="*/ 45 w 56"/>
                  <a:gd name="T37" fmla="*/ 1 h 24"/>
                  <a:gd name="T38" fmla="*/ 41 w 56"/>
                  <a:gd name="T39" fmla="*/ 1 h 24"/>
                  <a:gd name="T40" fmla="*/ 34 w 56"/>
                  <a:gd name="T41" fmla="*/ 1 h 24"/>
                  <a:gd name="T42" fmla="*/ 28 w 56"/>
                  <a:gd name="T43" fmla="*/ 5 h 24"/>
                  <a:gd name="T44" fmla="*/ 28 w 56"/>
                  <a:gd name="T45" fmla="*/ 5 h 24"/>
                  <a:gd name="T46" fmla="*/ 27 w 56"/>
                  <a:gd name="T47" fmla="*/ 5 h 24"/>
                  <a:gd name="T48" fmla="*/ 27 w 56"/>
                  <a:gd name="T49" fmla="*/ 1 h 24"/>
                  <a:gd name="T50" fmla="*/ 23 w 56"/>
                  <a:gd name="T51" fmla="*/ 1 h 24"/>
                  <a:gd name="T52" fmla="*/ 21 w 56"/>
                  <a:gd name="T53" fmla="*/ 3 h 24"/>
                  <a:gd name="T54" fmla="*/ 15 w 56"/>
                  <a:gd name="T55" fmla="*/ 3 h 24"/>
                  <a:gd name="T56" fmla="*/ 14 w 56"/>
                  <a:gd name="T57" fmla="*/ 1 h 24"/>
                  <a:gd name="T58" fmla="*/ 14 w 56"/>
                  <a:gd name="T59" fmla="*/ 5 h 24"/>
                  <a:gd name="T60" fmla="*/ 12 w 56"/>
                  <a:gd name="T61" fmla="*/ 5 h 24"/>
                  <a:gd name="T62" fmla="*/ 8 w 56"/>
                  <a:gd name="T63" fmla="*/ 5 h 24"/>
                  <a:gd name="T64" fmla="*/ 6 w 56"/>
                  <a:gd name="T65" fmla="*/ 3 h 24"/>
                  <a:gd name="T66" fmla="*/ 6 w 56"/>
                  <a:gd name="T67" fmla="*/ 1 h 24"/>
                  <a:gd name="T68" fmla="*/ 0 w 56"/>
                  <a:gd name="T69" fmla="*/ 0 h 24"/>
                  <a:gd name="T70" fmla="*/ 2 w 56"/>
                  <a:gd name="T71" fmla="*/ 7 h 24"/>
                  <a:gd name="T72" fmla="*/ 8 w 56"/>
                  <a:gd name="T73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" h="24">
                    <a:moveTo>
                      <a:pt x="8" y="13"/>
                    </a:moveTo>
                    <a:lnTo>
                      <a:pt x="8" y="16"/>
                    </a:lnTo>
                    <a:lnTo>
                      <a:pt x="19" y="20"/>
                    </a:lnTo>
                    <a:lnTo>
                      <a:pt x="27" y="20"/>
                    </a:lnTo>
                    <a:lnTo>
                      <a:pt x="30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3" y="24"/>
                    </a:lnTo>
                    <a:lnTo>
                      <a:pt x="47" y="22"/>
                    </a:lnTo>
                    <a:lnTo>
                      <a:pt x="53" y="18"/>
                    </a:lnTo>
                    <a:lnTo>
                      <a:pt x="53" y="14"/>
                    </a:lnTo>
                    <a:lnTo>
                      <a:pt x="56" y="11"/>
                    </a:lnTo>
                    <a:lnTo>
                      <a:pt x="54" y="7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1" y="1"/>
                    </a:lnTo>
                    <a:lnTo>
                      <a:pt x="34" y="1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1"/>
                    </a:lnTo>
                    <a:lnTo>
                      <a:pt x="23" y="1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89" name="Freeform 6127">
                <a:extLst>
                  <a:ext uri="{FF2B5EF4-FFF2-40B4-BE49-F238E27FC236}">
                    <a16:creationId xmlns:a16="http://schemas.microsoft.com/office/drawing/2014/main" id="{9E502B69-0B04-4892-8629-8ACE995A84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55" y="1318"/>
                <a:ext cx="16" cy="19"/>
              </a:xfrm>
              <a:custGeom>
                <a:avLst/>
                <a:gdLst>
                  <a:gd name="T0" fmla="*/ 16 w 16"/>
                  <a:gd name="T1" fmla="*/ 12 h 19"/>
                  <a:gd name="T2" fmla="*/ 14 w 16"/>
                  <a:gd name="T3" fmla="*/ 8 h 19"/>
                  <a:gd name="T4" fmla="*/ 11 w 16"/>
                  <a:gd name="T5" fmla="*/ 4 h 19"/>
                  <a:gd name="T6" fmla="*/ 11 w 16"/>
                  <a:gd name="T7" fmla="*/ 0 h 19"/>
                  <a:gd name="T8" fmla="*/ 7 w 16"/>
                  <a:gd name="T9" fmla="*/ 0 h 19"/>
                  <a:gd name="T10" fmla="*/ 3 w 16"/>
                  <a:gd name="T11" fmla="*/ 0 h 19"/>
                  <a:gd name="T12" fmla="*/ 0 w 16"/>
                  <a:gd name="T13" fmla="*/ 4 h 19"/>
                  <a:gd name="T14" fmla="*/ 1 w 16"/>
                  <a:gd name="T15" fmla="*/ 8 h 19"/>
                  <a:gd name="T16" fmla="*/ 3 w 16"/>
                  <a:gd name="T17" fmla="*/ 10 h 19"/>
                  <a:gd name="T18" fmla="*/ 1 w 16"/>
                  <a:gd name="T19" fmla="*/ 12 h 19"/>
                  <a:gd name="T20" fmla="*/ 3 w 16"/>
                  <a:gd name="T21" fmla="*/ 13 h 19"/>
                  <a:gd name="T22" fmla="*/ 5 w 16"/>
                  <a:gd name="T23" fmla="*/ 15 h 19"/>
                  <a:gd name="T24" fmla="*/ 9 w 16"/>
                  <a:gd name="T25" fmla="*/ 17 h 19"/>
                  <a:gd name="T26" fmla="*/ 13 w 16"/>
                  <a:gd name="T27" fmla="*/ 19 h 19"/>
                  <a:gd name="T28" fmla="*/ 14 w 16"/>
                  <a:gd name="T29" fmla="*/ 17 h 19"/>
                  <a:gd name="T30" fmla="*/ 13 w 16"/>
                  <a:gd name="T31" fmla="*/ 15 h 19"/>
                  <a:gd name="T32" fmla="*/ 14 w 16"/>
                  <a:gd name="T33" fmla="*/ 13 h 19"/>
                  <a:gd name="T34" fmla="*/ 16 w 16"/>
                  <a:gd name="T3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9">
                    <a:moveTo>
                      <a:pt x="16" y="12"/>
                    </a:moveTo>
                    <a:lnTo>
                      <a:pt x="14" y="8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1" y="12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9" y="17"/>
                    </a:lnTo>
                    <a:lnTo>
                      <a:pt x="13" y="19"/>
                    </a:lnTo>
                    <a:lnTo>
                      <a:pt x="14" y="17"/>
                    </a:lnTo>
                    <a:lnTo>
                      <a:pt x="13" y="15"/>
                    </a:lnTo>
                    <a:lnTo>
                      <a:pt x="14" y="13"/>
                    </a:lnTo>
                    <a:lnTo>
                      <a:pt x="16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0" name="Freeform 6128">
                <a:extLst>
                  <a:ext uri="{FF2B5EF4-FFF2-40B4-BE49-F238E27FC236}">
                    <a16:creationId xmlns:a16="http://schemas.microsoft.com/office/drawing/2014/main" id="{563D8277-FB13-4FC6-88A2-FE15AC0A97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2" y="1359"/>
                <a:ext cx="6" cy="6"/>
              </a:xfrm>
              <a:custGeom>
                <a:avLst/>
                <a:gdLst>
                  <a:gd name="T0" fmla="*/ 4 w 6"/>
                  <a:gd name="T1" fmla="*/ 6 h 6"/>
                  <a:gd name="T2" fmla="*/ 6 w 6"/>
                  <a:gd name="T3" fmla="*/ 4 h 6"/>
                  <a:gd name="T4" fmla="*/ 6 w 6"/>
                  <a:gd name="T5" fmla="*/ 2 h 6"/>
                  <a:gd name="T6" fmla="*/ 2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4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1" name="Freeform 6129">
                <a:extLst>
                  <a:ext uri="{FF2B5EF4-FFF2-40B4-BE49-F238E27FC236}">
                    <a16:creationId xmlns:a16="http://schemas.microsoft.com/office/drawing/2014/main" id="{500E0D64-3E43-49C1-894A-B02AD88A26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5" y="1358"/>
                <a:ext cx="3" cy="7"/>
              </a:xfrm>
              <a:custGeom>
                <a:avLst/>
                <a:gdLst>
                  <a:gd name="T0" fmla="*/ 3 w 3"/>
                  <a:gd name="T1" fmla="*/ 5 h 7"/>
                  <a:gd name="T2" fmla="*/ 3 w 3"/>
                  <a:gd name="T3" fmla="*/ 3 h 7"/>
                  <a:gd name="T4" fmla="*/ 2 w 3"/>
                  <a:gd name="T5" fmla="*/ 0 h 7"/>
                  <a:gd name="T6" fmla="*/ 0 w 3"/>
                  <a:gd name="T7" fmla="*/ 3 h 7"/>
                  <a:gd name="T8" fmla="*/ 0 w 3"/>
                  <a:gd name="T9" fmla="*/ 7 h 7"/>
                  <a:gd name="T10" fmla="*/ 3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2" name="Freeform 6130">
                <a:extLst>
                  <a:ext uri="{FF2B5EF4-FFF2-40B4-BE49-F238E27FC236}">
                    <a16:creationId xmlns:a16="http://schemas.microsoft.com/office/drawing/2014/main" id="{0D9BC8C4-5B90-4260-831A-AB4CE4C492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4" y="1358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1 h 3"/>
                  <a:gd name="T4" fmla="*/ 0 w 5"/>
                  <a:gd name="T5" fmla="*/ 0 h 3"/>
                  <a:gd name="T6" fmla="*/ 0 w 5"/>
                  <a:gd name="T7" fmla="*/ 1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3" name="Freeform 6131">
                <a:extLst>
                  <a:ext uri="{FF2B5EF4-FFF2-40B4-BE49-F238E27FC236}">
                    <a16:creationId xmlns:a16="http://schemas.microsoft.com/office/drawing/2014/main" id="{2132EB41-72F9-4DF9-B7F4-E99B759222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7" y="1372"/>
                <a:ext cx="9" cy="12"/>
              </a:xfrm>
              <a:custGeom>
                <a:avLst/>
                <a:gdLst>
                  <a:gd name="T0" fmla="*/ 5 w 9"/>
                  <a:gd name="T1" fmla="*/ 0 h 12"/>
                  <a:gd name="T2" fmla="*/ 4 w 9"/>
                  <a:gd name="T3" fmla="*/ 2 h 12"/>
                  <a:gd name="T4" fmla="*/ 2 w 9"/>
                  <a:gd name="T5" fmla="*/ 4 h 12"/>
                  <a:gd name="T6" fmla="*/ 0 w 9"/>
                  <a:gd name="T7" fmla="*/ 6 h 12"/>
                  <a:gd name="T8" fmla="*/ 0 w 9"/>
                  <a:gd name="T9" fmla="*/ 10 h 12"/>
                  <a:gd name="T10" fmla="*/ 4 w 9"/>
                  <a:gd name="T11" fmla="*/ 8 h 12"/>
                  <a:gd name="T12" fmla="*/ 4 w 9"/>
                  <a:gd name="T13" fmla="*/ 8 h 12"/>
                  <a:gd name="T14" fmla="*/ 5 w 9"/>
                  <a:gd name="T15" fmla="*/ 12 h 12"/>
                  <a:gd name="T16" fmla="*/ 7 w 9"/>
                  <a:gd name="T17" fmla="*/ 8 h 12"/>
                  <a:gd name="T18" fmla="*/ 9 w 9"/>
                  <a:gd name="T19" fmla="*/ 6 h 12"/>
                  <a:gd name="T20" fmla="*/ 7 w 9"/>
                  <a:gd name="T21" fmla="*/ 4 h 12"/>
                  <a:gd name="T22" fmla="*/ 7 w 9"/>
                  <a:gd name="T23" fmla="*/ 0 h 12"/>
                  <a:gd name="T24" fmla="*/ 5 w 9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12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4" name="Freeform 6132">
                <a:extLst>
                  <a:ext uri="{FF2B5EF4-FFF2-40B4-BE49-F238E27FC236}">
                    <a16:creationId xmlns:a16="http://schemas.microsoft.com/office/drawing/2014/main" id="{50AFE777-2541-44E2-ADCD-C6D856F6B8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54" y="1251"/>
                <a:ext cx="57" cy="69"/>
              </a:xfrm>
              <a:custGeom>
                <a:avLst/>
                <a:gdLst>
                  <a:gd name="T0" fmla="*/ 2 w 31"/>
                  <a:gd name="T1" fmla="*/ 5 h 37"/>
                  <a:gd name="T2" fmla="*/ 0 w 31"/>
                  <a:gd name="T3" fmla="*/ 4 h 37"/>
                  <a:gd name="T4" fmla="*/ 0 w 31"/>
                  <a:gd name="T5" fmla="*/ 6 h 37"/>
                  <a:gd name="T6" fmla="*/ 0 w 31"/>
                  <a:gd name="T7" fmla="*/ 9 h 37"/>
                  <a:gd name="T8" fmla="*/ 2 w 31"/>
                  <a:gd name="T9" fmla="*/ 10 h 37"/>
                  <a:gd name="T10" fmla="*/ 2 w 31"/>
                  <a:gd name="T11" fmla="*/ 12 h 37"/>
                  <a:gd name="T12" fmla="*/ 5 w 31"/>
                  <a:gd name="T13" fmla="*/ 17 h 37"/>
                  <a:gd name="T14" fmla="*/ 3 w 31"/>
                  <a:gd name="T15" fmla="*/ 20 h 37"/>
                  <a:gd name="T16" fmla="*/ 5 w 31"/>
                  <a:gd name="T17" fmla="*/ 24 h 37"/>
                  <a:gd name="T18" fmla="*/ 6 w 31"/>
                  <a:gd name="T19" fmla="*/ 27 h 37"/>
                  <a:gd name="T20" fmla="*/ 5 w 31"/>
                  <a:gd name="T21" fmla="*/ 29 h 37"/>
                  <a:gd name="T22" fmla="*/ 7 w 31"/>
                  <a:gd name="T23" fmla="*/ 33 h 37"/>
                  <a:gd name="T24" fmla="*/ 8 w 31"/>
                  <a:gd name="T25" fmla="*/ 36 h 37"/>
                  <a:gd name="T26" fmla="*/ 9 w 31"/>
                  <a:gd name="T27" fmla="*/ 37 h 37"/>
                  <a:gd name="T28" fmla="*/ 11 w 31"/>
                  <a:gd name="T29" fmla="*/ 37 h 37"/>
                  <a:gd name="T30" fmla="*/ 12 w 31"/>
                  <a:gd name="T31" fmla="*/ 37 h 37"/>
                  <a:gd name="T32" fmla="*/ 15 w 31"/>
                  <a:gd name="T33" fmla="*/ 32 h 37"/>
                  <a:gd name="T34" fmla="*/ 16 w 31"/>
                  <a:gd name="T35" fmla="*/ 30 h 37"/>
                  <a:gd name="T36" fmla="*/ 19 w 31"/>
                  <a:gd name="T37" fmla="*/ 28 h 37"/>
                  <a:gd name="T38" fmla="*/ 21 w 31"/>
                  <a:gd name="T39" fmla="*/ 28 h 37"/>
                  <a:gd name="T40" fmla="*/ 23 w 31"/>
                  <a:gd name="T41" fmla="*/ 26 h 37"/>
                  <a:gd name="T42" fmla="*/ 25 w 31"/>
                  <a:gd name="T43" fmla="*/ 25 h 37"/>
                  <a:gd name="T44" fmla="*/ 28 w 31"/>
                  <a:gd name="T45" fmla="*/ 22 h 37"/>
                  <a:gd name="T46" fmla="*/ 31 w 31"/>
                  <a:gd name="T47" fmla="*/ 18 h 37"/>
                  <a:gd name="T48" fmla="*/ 28 w 31"/>
                  <a:gd name="T49" fmla="*/ 14 h 37"/>
                  <a:gd name="T50" fmla="*/ 27 w 31"/>
                  <a:gd name="T51" fmla="*/ 11 h 37"/>
                  <a:gd name="T52" fmla="*/ 23 w 31"/>
                  <a:gd name="T53" fmla="*/ 9 h 37"/>
                  <a:gd name="T54" fmla="*/ 21 w 31"/>
                  <a:gd name="T55" fmla="*/ 8 h 37"/>
                  <a:gd name="T56" fmla="*/ 18 w 31"/>
                  <a:gd name="T57" fmla="*/ 6 h 37"/>
                  <a:gd name="T58" fmla="*/ 16 w 31"/>
                  <a:gd name="T59" fmla="*/ 6 h 37"/>
                  <a:gd name="T60" fmla="*/ 15 w 31"/>
                  <a:gd name="T61" fmla="*/ 5 h 37"/>
                  <a:gd name="T62" fmla="*/ 12 w 31"/>
                  <a:gd name="T63" fmla="*/ 4 h 37"/>
                  <a:gd name="T64" fmla="*/ 11 w 31"/>
                  <a:gd name="T65" fmla="*/ 3 h 37"/>
                  <a:gd name="T66" fmla="*/ 9 w 31"/>
                  <a:gd name="T67" fmla="*/ 4 h 37"/>
                  <a:gd name="T68" fmla="*/ 10 w 31"/>
                  <a:gd name="T69" fmla="*/ 6 h 37"/>
                  <a:gd name="T70" fmla="*/ 9 w 31"/>
                  <a:gd name="T71" fmla="*/ 7 h 37"/>
                  <a:gd name="T72" fmla="*/ 9 w 31"/>
                  <a:gd name="T73" fmla="*/ 2 h 37"/>
                  <a:gd name="T74" fmla="*/ 5 w 31"/>
                  <a:gd name="T75" fmla="*/ 1 h 37"/>
                  <a:gd name="T76" fmla="*/ 2 w 31"/>
                  <a:gd name="T77" fmla="*/ 0 h 37"/>
                  <a:gd name="T78" fmla="*/ 1 w 31"/>
                  <a:gd name="T79" fmla="*/ 4 h 37"/>
                  <a:gd name="T80" fmla="*/ 3 w 31"/>
                  <a:gd name="T81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1" h="37">
                    <a:moveTo>
                      <a:pt x="3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5" name="Freeform 6133">
                <a:extLst>
                  <a:ext uri="{FF2B5EF4-FFF2-40B4-BE49-F238E27FC236}">
                    <a16:creationId xmlns:a16="http://schemas.microsoft.com/office/drawing/2014/main" id="{559097F0-943B-4532-AA50-59621A26A5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7" y="1762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0 h 6"/>
                  <a:gd name="T8" fmla="*/ 0 w 6"/>
                  <a:gd name="T9" fmla="*/ 4 h 6"/>
                  <a:gd name="T10" fmla="*/ 2 w 6"/>
                  <a:gd name="T11" fmla="*/ 6 h 6"/>
                  <a:gd name="T12" fmla="*/ 6 w 6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6" name="Freeform 6134">
                <a:extLst>
                  <a:ext uri="{FF2B5EF4-FFF2-40B4-BE49-F238E27FC236}">
                    <a16:creationId xmlns:a16="http://schemas.microsoft.com/office/drawing/2014/main" id="{A3BEA2E4-CD45-48E7-A819-2567E32673D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21" y="1281"/>
                <a:ext cx="22" cy="11"/>
              </a:xfrm>
              <a:custGeom>
                <a:avLst/>
                <a:gdLst>
                  <a:gd name="T0" fmla="*/ 5 w 22"/>
                  <a:gd name="T1" fmla="*/ 9 h 11"/>
                  <a:gd name="T2" fmla="*/ 7 w 22"/>
                  <a:gd name="T3" fmla="*/ 8 h 11"/>
                  <a:gd name="T4" fmla="*/ 7 w 22"/>
                  <a:gd name="T5" fmla="*/ 9 h 11"/>
                  <a:gd name="T6" fmla="*/ 7 w 22"/>
                  <a:gd name="T7" fmla="*/ 11 h 11"/>
                  <a:gd name="T8" fmla="*/ 13 w 22"/>
                  <a:gd name="T9" fmla="*/ 11 h 11"/>
                  <a:gd name="T10" fmla="*/ 17 w 22"/>
                  <a:gd name="T11" fmla="*/ 11 h 11"/>
                  <a:gd name="T12" fmla="*/ 18 w 22"/>
                  <a:gd name="T13" fmla="*/ 9 h 11"/>
                  <a:gd name="T14" fmla="*/ 20 w 22"/>
                  <a:gd name="T15" fmla="*/ 11 h 11"/>
                  <a:gd name="T16" fmla="*/ 22 w 22"/>
                  <a:gd name="T17" fmla="*/ 8 h 11"/>
                  <a:gd name="T18" fmla="*/ 20 w 22"/>
                  <a:gd name="T19" fmla="*/ 4 h 11"/>
                  <a:gd name="T20" fmla="*/ 18 w 22"/>
                  <a:gd name="T21" fmla="*/ 2 h 11"/>
                  <a:gd name="T22" fmla="*/ 17 w 22"/>
                  <a:gd name="T23" fmla="*/ 4 h 11"/>
                  <a:gd name="T24" fmla="*/ 15 w 22"/>
                  <a:gd name="T25" fmla="*/ 4 h 11"/>
                  <a:gd name="T26" fmla="*/ 13 w 22"/>
                  <a:gd name="T27" fmla="*/ 6 h 11"/>
                  <a:gd name="T28" fmla="*/ 9 w 22"/>
                  <a:gd name="T29" fmla="*/ 6 h 11"/>
                  <a:gd name="T30" fmla="*/ 7 w 22"/>
                  <a:gd name="T31" fmla="*/ 8 h 11"/>
                  <a:gd name="T32" fmla="*/ 9 w 22"/>
                  <a:gd name="T33" fmla="*/ 6 h 11"/>
                  <a:gd name="T34" fmla="*/ 7 w 22"/>
                  <a:gd name="T35" fmla="*/ 4 h 11"/>
                  <a:gd name="T36" fmla="*/ 9 w 22"/>
                  <a:gd name="T37" fmla="*/ 4 h 11"/>
                  <a:gd name="T38" fmla="*/ 9 w 22"/>
                  <a:gd name="T39" fmla="*/ 0 h 11"/>
                  <a:gd name="T40" fmla="*/ 5 w 22"/>
                  <a:gd name="T41" fmla="*/ 0 h 11"/>
                  <a:gd name="T42" fmla="*/ 2 w 22"/>
                  <a:gd name="T43" fmla="*/ 4 h 11"/>
                  <a:gd name="T44" fmla="*/ 4 w 22"/>
                  <a:gd name="T45" fmla="*/ 4 h 11"/>
                  <a:gd name="T46" fmla="*/ 2 w 22"/>
                  <a:gd name="T47" fmla="*/ 6 h 11"/>
                  <a:gd name="T48" fmla="*/ 0 w 22"/>
                  <a:gd name="T49" fmla="*/ 9 h 11"/>
                  <a:gd name="T50" fmla="*/ 4 w 22"/>
                  <a:gd name="T51" fmla="*/ 11 h 11"/>
                  <a:gd name="T52" fmla="*/ 5 w 22"/>
                  <a:gd name="T5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1">
                    <a:moveTo>
                      <a:pt x="5" y="9"/>
                    </a:moveTo>
                    <a:lnTo>
                      <a:pt x="7" y="8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18" y="9"/>
                    </a:lnTo>
                    <a:lnTo>
                      <a:pt x="20" y="11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3" y="6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7" name="Freeform 6135">
                <a:extLst>
                  <a:ext uri="{FF2B5EF4-FFF2-40B4-BE49-F238E27FC236}">
                    <a16:creationId xmlns:a16="http://schemas.microsoft.com/office/drawing/2014/main" id="{EFEDAFD8-7CFF-42E4-AA94-287487ED1C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805"/>
                <a:ext cx="6" cy="7"/>
              </a:xfrm>
              <a:custGeom>
                <a:avLst/>
                <a:gdLst>
                  <a:gd name="T0" fmla="*/ 6 w 6"/>
                  <a:gd name="T1" fmla="*/ 0 h 7"/>
                  <a:gd name="T2" fmla="*/ 2 w 6"/>
                  <a:gd name="T3" fmla="*/ 0 h 7"/>
                  <a:gd name="T4" fmla="*/ 0 w 6"/>
                  <a:gd name="T5" fmla="*/ 2 h 7"/>
                  <a:gd name="T6" fmla="*/ 0 w 6"/>
                  <a:gd name="T7" fmla="*/ 6 h 7"/>
                  <a:gd name="T8" fmla="*/ 2 w 6"/>
                  <a:gd name="T9" fmla="*/ 7 h 7"/>
                  <a:gd name="T10" fmla="*/ 4 w 6"/>
                  <a:gd name="T11" fmla="*/ 7 h 7"/>
                  <a:gd name="T12" fmla="*/ 6 w 6"/>
                  <a:gd name="T13" fmla="*/ 7 h 7"/>
                  <a:gd name="T14" fmla="*/ 6 w 6"/>
                  <a:gd name="T15" fmla="*/ 6 h 7"/>
                  <a:gd name="T16" fmla="*/ 6 w 6"/>
                  <a:gd name="T17" fmla="*/ 4 h 7"/>
                  <a:gd name="T18" fmla="*/ 6 w 6"/>
                  <a:gd name="T19" fmla="*/ 2 h 7"/>
                  <a:gd name="T20" fmla="*/ 6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8" name="Freeform 6136">
                <a:extLst>
                  <a:ext uri="{FF2B5EF4-FFF2-40B4-BE49-F238E27FC236}">
                    <a16:creationId xmlns:a16="http://schemas.microsoft.com/office/drawing/2014/main" id="{F2CE1610-B32B-46AA-90A8-087111D312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1341"/>
                <a:ext cx="19" cy="13"/>
              </a:xfrm>
              <a:custGeom>
                <a:avLst/>
                <a:gdLst>
                  <a:gd name="T0" fmla="*/ 9 w 19"/>
                  <a:gd name="T1" fmla="*/ 3 h 13"/>
                  <a:gd name="T2" fmla="*/ 7 w 19"/>
                  <a:gd name="T3" fmla="*/ 3 h 13"/>
                  <a:gd name="T4" fmla="*/ 4 w 19"/>
                  <a:gd name="T5" fmla="*/ 2 h 13"/>
                  <a:gd name="T6" fmla="*/ 0 w 19"/>
                  <a:gd name="T7" fmla="*/ 0 h 13"/>
                  <a:gd name="T8" fmla="*/ 0 w 19"/>
                  <a:gd name="T9" fmla="*/ 2 h 13"/>
                  <a:gd name="T10" fmla="*/ 0 w 19"/>
                  <a:gd name="T11" fmla="*/ 5 h 13"/>
                  <a:gd name="T12" fmla="*/ 2 w 19"/>
                  <a:gd name="T13" fmla="*/ 7 h 13"/>
                  <a:gd name="T14" fmla="*/ 6 w 19"/>
                  <a:gd name="T15" fmla="*/ 7 h 13"/>
                  <a:gd name="T16" fmla="*/ 7 w 19"/>
                  <a:gd name="T17" fmla="*/ 9 h 13"/>
                  <a:gd name="T18" fmla="*/ 11 w 19"/>
                  <a:gd name="T19" fmla="*/ 9 h 13"/>
                  <a:gd name="T20" fmla="*/ 15 w 19"/>
                  <a:gd name="T21" fmla="*/ 13 h 13"/>
                  <a:gd name="T22" fmla="*/ 17 w 19"/>
                  <a:gd name="T23" fmla="*/ 13 h 13"/>
                  <a:gd name="T24" fmla="*/ 19 w 19"/>
                  <a:gd name="T25" fmla="*/ 9 h 13"/>
                  <a:gd name="T26" fmla="*/ 13 w 19"/>
                  <a:gd name="T27" fmla="*/ 5 h 13"/>
                  <a:gd name="T28" fmla="*/ 9 w 19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9" y="3"/>
                    </a:move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5" y="13"/>
                    </a:lnTo>
                    <a:lnTo>
                      <a:pt x="17" y="13"/>
                    </a:lnTo>
                    <a:lnTo>
                      <a:pt x="19" y="9"/>
                    </a:lnTo>
                    <a:lnTo>
                      <a:pt x="13" y="5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99" name="Freeform 6137">
                <a:extLst>
                  <a:ext uri="{FF2B5EF4-FFF2-40B4-BE49-F238E27FC236}">
                    <a16:creationId xmlns:a16="http://schemas.microsoft.com/office/drawing/2014/main" id="{5F3320E4-DA12-404E-AE77-B89272872A7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8" y="1277"/>
                <a:ext cx="20" cy="25"/>
              </a:xfrm>
              <a:custGeom>
                <a:avLst/>
                <a:gdLst>
                  <a:gd name="T0" fmla="*/ 5 w 20"/>
                  <a:gd name="T1" fmla="*/ 8 h 25"/>
                  <a:gd name="T2" fmla="*/ 9 w 20"/>
                  <a:gd name="T3" fmla="*/ 12 h 25"/>
                  <a:gd name="T4" fmla="*/ 13 w 20"/>
                  <a:gd name="T5" fmla="*/ 17 h 25"/>
                  <a:gd name="T6" fmla="*/ 15 w 20"/>
                  <a:gd name="T7" fmla="*/ 23 h 25"/>
                  <a:gd name="T8" fmla="*/ 18 w 20"/>
                  <a:gd name="T9" fmla="*/ 25 h 25"/>
                  <a:gd name="T10" fmla="*/ 20 w 20"/>
                  <a:gd name="T11" fmla="*/ 23 h 25"/>
                  <a:gd name="T12" fmla="*/ 20 w 20"/>
                  <a:gd name="T13" fmla="*/ 19 h 25"/>
                  <a:gd name="T14" fmla="*/ 18 w 20"/>
                  <a:gd name="T15" fmla="*/ 13 h 25"/>
                  <a:gd name="T16" fmla="*/ 17 w 20"/>
                  <a:gd name="T17" fmla="*/ 10 h 25"/>
                  <a:gd name="T18" fmla="*/ 15 w 20"/>
                  <a:gd name="T19" fmla="*/ 6 h 25"/>
                  <a:gd name="T20" fmla="*/ 9 w 20"/>
                  <a:gd name="T21" fmla="*/ 6 h 25"/>
                  <a:gd name="T22" fmla="*/ 7 w 20"/>
                  <a:gd name="T23" fmla="*/ 2 h 25"/>
                  <a:gd name="T24" fmla="*/ 5 w 20"/>
                  <a:gd name="T25" fmla="*/ 0 h 25"/>
                  <a:gd name="T26" fmla="*/ 0 w 20"/>
                  <a:gd name="T27" fmla="*/ 0 h 25"/>
                  <a:gd name="T28" fmla="*/ 2 w 20"/>
                  <a:gd name="T29" fmla="*/ 4 h 25"/>
                  <a:gd name="T30" fmla="*/ 5 w 20"/>
                  <a:gd name="T3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5" y="8"/>
                    </a:moveTo>
                    <a:lnTo>
                      <a:pt x="9" y="12"/>
                    </a:lnTo>
                    <a:lnTo>
                      <a:pt x="13" y="17"/>
                    </a:lnTo>
                    <a:lnTo>
                      <a:pt x="15" y="23"/>
                    </a:lnTo>
                    <a:lnTo>
                      <a:pt x="18" y="25"/>
                    </a:lnTo>
                    <a:lnTo>
                      <a:pt x="20" y="23"/>
                    </a:lnTo>
                    <a:lnTo>
                      <a:pt x="20" y="19"/>
                    </a:lnTo>
                    <a:lnTo>
                      <a:pt x="18" y="13"/>
                    </a:lnTo>
                    <a:lnTo>
                      <a:pt x="17" y="10"/>
                    </a:lnTo>
                    <a:lnTo>
                      <a:pt x="15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0" name="Freeform 6138">
                <a:extLst>
                  <a:ext uri="{FF2B5EF4-FFF2-40B4-BE49-F238E27FC236}">
                    <a16:creationId xmlns:a16="http://schemas.microsoft.com/office/drawing/2014/main" id="{21F7DF2B-5558-4C01-B3E0-D3FF61EA0E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72" y="1400"/>
                <a:ext cx="22" cy="21"/>
              </a:xfrm>
              <a:custGeom>
                <a:avLst/>
                <a:gdLst>
                  <a:gd name="T0" fmla="*/ 0 w 22"/>
                  <a:gd name="T1" fmla="*/ 13 h 21"/>
                  <a:gd name="T2" fmla="*/ 0 w 22"/>
                  <a:gd name="T3" fmla="*/ 15 h 21"/>
                  <a:gd name="T4" fmla="*/ 1 w 22"/>
                  <a:gd name="T5" fmla="*/ 17 h 21"/>
                  <a:gd name="T6" fmla="*/ 5 w 22"/>
                  <a:gd name="T7" fmla="*/ 17 h 21"/>
                  <a:gd name="T8" fmla="*/ 14 w 22"/>
                  <a:gd name="T9" fmla="*/ 19 h 21"/>
                  <a:gd name="T10" fmla="*/ 16 w 22"/>
                  <a:gd name="T11" fmla="*/ 21 h 21"/>
                  <a:gd name="T12" fmla="*/ 20 w 22"/>
                  <a:gd name="T13" fmla="*/ 19 h 21"/>
                  <a:gd name="T14" fmla="*/ 20 w 22"/>
                  <a:gd name="T15" fmla="*/ 17 h 21"/>
                  <a:gd name="T16" fmla="*/ 22 w 22"/>
                  <a:gd name="T17" fmla="*/ 15 h 21"/>
                  <a:gd name="T18" fmla="*/ 22 w 22"/>
                  <a:gd name="T19" fmla="*/ 13 h 21"/>
                  <a:gd name="T20" fmla="*/ 20 w 22"/>
                  <a:gd name="T21" fmla="*/ 12 h 21"/>
                  <a:gd name="T22" fmla="*/ 20 w 22"/>
                  <a:gd name="T23" fmla="*/ 8 h 21"/>
                  <a:gd name="T24" fmla="*/ 18 w 22"/>
                  <a:gd name="T25" fmla="*/ 6 h 21"/>
                  <a:gd name="T26" fmla="*/ 18 w 22"/>
                  <a:gd name="T27" fmla="*/ 2 h 21"/>
                  <a:gd name="T28" fmla="*/ 18 w 22"/>
                  <a:gd name="T29" fmla="*/ 0 h 21"/>
                  <a:gd name="T30" fmla="*/ 14 w 22"/>
                  <a:gd name="T31" fmla="*/ 0 h 21"/>
                  <a:gd name="T32" fmla="*/ 9 w 22"/>
                  <a:gd name="T33" fmla="*/ 0 h 21"/>
                  <a:gd name="T34" fmla="*/ 3 w 22"/>
                  <a:gd name="T35" fmla="*/ 4 h 21"/>
                  <a:gd name="T36" fmla="*/ 1 w 22"/>
                  <a:gd name="T37" fmla="*/ 4 h 21"/>
                  <a:gd name="T38" fmla="*/ 0 w 22"/>
                  <a:gd name="T39" fmla="*/ 6 h 21"/>
                  <a:gd name="T40" fmla="*/ 1 w 22"/>
                  <a:gd name="T41" fmla="*/ 10 h 21"/>
                  <a:gd name="T42" fmla="*/ 3 w 22"/>
                  <a:gd name="T43" fmla="*/ 12 h 21"/>
                  <a:gd name="T44" fmla="*/ 3 w 22"/>
                  <a:gd name="T45" fmla="*/ 13 h 21"/>
                  <a:gd name="T46" fmla="*/ 3 w 22"/>
                  <a:gd name="T47" fmla="*/ 13 h 21"/>
                  <a:gd name="T48" fmla="*/ 0 w 22"/>
                  <a:gd name="T4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1">
                    <a:moveTo>
                      <a:pt x="0" y="13"/>
                    </a:moveTo>
                    <a:lnTo>
                      <a:pt x="0" y="15"/>
                    </a:lnTo>
                    <a:lnTo>
                      <a:pt x="1" y="17"/>
                    </a:lnTo>
                    <a:lnTo>
                      <a:pt x="5" y="17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1" name="Freeform 6139">
                <a:extLst>
                  <a:ext uri="{FF2B5EF4-FFF2-40B4-BE49-F238E27FC236}">
                    <a16:creationId xmlns:a16="http://schemas.microsoft.com/office/drawing/2014/main" id="{E3E03D86-F07F-44B5-9C6F-D8A3800F39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56" y="1315"/>
                <a:ext cx="8" cy="9"/>
              </a:xfrm>
              <a:custGeom>
                <a:avLst/>
                <a:gdLst>
                  <a:gd name="T0" fmla="*/ 2 w 8"/>
                  <a:gd name="T1" fmla="*/ 7 h 9"/>
                  <a:gd name="T2" fmla="*/ 2 w 8"/>
                  <a:gd name="T3" fmla="*/ 9 h 9"/>
                  <a:gd name="T4" fmla="*/ 8 w 8"/>
                  <a:gd name="T5" fmla="*/ 7 h 9"/>
                  <a:gd name="T6" fmla="*/ 8 w 8"/>
                  <a:gd name="T7" fmla="*/ 3 h 9"/>
                  <a:gd name="T8" fmla="*/ 6 w 8"/>
                  <a:gd name="T9" fmla="*/ 0 h 9"/>
                  <a:gd name="T10" fmla="*/ 2 w 8"/>
                  <a:gd name="T11" fmla="*/ 0 h 9"/>
                  <a:gd name="T12" fmla="*/ 0 w 8"/>
                  <a:gd name="T13" fmla="*/ 0 h 9"/>
                  <a:gd name="T14" fmla="*/ 0 w 8"/>
                  <a:gd name="T15" fmla="*/ 3 h 9"/>
                  <a:gd name="T16" fmla="*/ 2 w 8"/>
                  <a:gd name="T17" fmla="*/ 5 h 9"/>
                  <a:gd name="T18" fmla="*/ 2 w 8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2" y="7"/>
                    </a:moveTo>
                    <a:lnTo>
                      <a:pt x="2" y="9"/>
                    </a:lnTo>
                    <a:lnTo>
                      <a:pt x="8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2" name="Freeform 6140">
                <a:extLst>
                  <a:ext uri="{FF2B5EF4-FFF2-40B4-BE49-F238E27FC236}">
                    <a16:creationId xmlns:a16="http://schemas.microsoft.com/office/drawing/2014/main" id="{E2F97EBA-13F9-4C99-8F85-C30023E611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96" y="1477"/>
                <a:ext cx="7" cy="7"/>
              </a:xfrm>
              <a:custGeom>
                <a:avLst/>
                <a:gdLst>
                  <a:gd name="T0" fmla="*/ 0 w 7"/>
                  <a:gd name="T1" fmla="*/ 2 h 7"/>
                  <a:gd name="T2" fmla="*/ 0 w 7"/>
                  <a:gd name="T3" fmla="*/ 5 h 7"/>
                  <a:gd name="T4" fmla="*/ 4 w 7"/>
                  <a:gd name="T5" fmla="*/ 7 h 7"/>
                  <a:gd name="T6" fmla="*/ 6 w 7"/>
                  <a:gd name="T7" fmla="*/ 5 h 7"/>
                  <a:gd name="T8" fmla="*/ 6 w 7"/>
                  <a:gd name="T9" fmla="*/ 4 h 7"/>
                  <a:gd name="T10" fmla="*/ 7 w 7"/>
                  <a:gd name="T11" fmla="*/ 2 h 7"/>
                  <a:gd name="T12" fmla="*/ 7 w 7"/>
                  <a:gd name="T13" fmla="*/ 0 h 7"/>
                  <a:gd name="T14" fmla="*/ 6 w 7"/>
                  <a:gd name="T15" fmla="*/ 0 h 7"/>
                  <a:gd name="T16" fmla="*/ 0 w 7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lnTo>
                      <a:pt x="0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3" name="Freeform 6141">
                <a:extLst>
                  <a:ext uri="{FF2B5EF4-FFF2-40B4-BE49-F238E27FC236}">
                    <a16:creationId xmlns:a16="http://schemas.microsoft.com/office/drawing/2014/main" id="{84F7675C-D1A7-4601-8397-1D45262E8A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20"/>
                <a:ext cx="9" cy="8"/>
              </a:xfrm>
              <a:custGeom>
                <a:avLst/>
                <a:gdLst>
                  <a:gd name="T0" fmla="*/ 5 w 9"/>
                  <a:gd name="T1" fmla="*/ 0 h 8"/>
                  <a:gd name="T2" fmla="*/ 3 w 9"/>
                  <a:gd name="T3" fmla="*/ 2 h 8"/>
                  <a:gd name="T4" fmla="*/ 2 w 9"/>
                  <a:gd name="T5" fmla="*/ 4 h 8"/>
                  <a:gd name="T6" fmla="*/ 0 w 9"/>
                  <a:gd name="T7" fmla="*/ 4 h 8"/>
                  <a:gd name="T8" fmla="*/ 0 w 9"/>
                  <a:gd name="T9" fmla="*/ 8 h 8"/>
                  <a:gd name="T10" fmla="*/ 3 w 9"/>
                  <a:gd name="T11" fmla="*/ 8 h 8"/>
                  <a:gd name="T12" fmla="*/ 7 w 9"/>
                  <a:gd name="T13" fmla="*/ 8 h 8"/>
                  <a:gd name="T14" fmla="*/ 9 w 9"/>
                  <a:gd name="T15" fmla="*/ 6 h 8"/>
                  <a:gd name="T16" fmla="*/ 7 w 9"/>
                  <a:gd name="T17" fmla="*/ 4 h 8"/>
                  <a:gd name="T18" fmla="*/ 5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4" name="Freeform 6142">
                <a:extLst>
                  <a:ext uri="{FF2B5EF4-FFF2-40B4-BE49-F238E27FC236}">
                    <a16:creationId xmlns:a16="http://schemas.microsoft.com/office/drawing/2014/main" id="{01AC3E9F-0402-4907-87D3-D25C439DBB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9" y="1302"/>
                <a:ext cx="9" cy="7"/>
              </a:xfrm>
              <a:custGeom>
                <a:avLst/>
                <a:gdLst>
                  <a:gd name="T0" fmla="*/ 5 w 9"/>
                  <a:gd name="T1" fmla="*/ 1 h 7"/>
                  <a:gd name="T2" fmla="*/ 3 w 9"/>
                  <a:gd name="T3" fmla="*/ 3 h 7"/>
                  <a:gd name="T4" fmla="*/ 0 w 9"/>
                  <a:gd name="T5" fmla="*/ 3 h 7"/>
                  <a:gd name="T6" fmla="*/ 3 w 9"/>
                  <a:gd name="T7" fmla="*/ 7 h 7"/>
                  <a:gd name="T8" fmla="*/ 7 w 9"/>
                  <a:gd name="T9" fmla="*/ 7 h 7"/>
                  <a:gd name="T10" fmla="*/ 9 w 9"/>
                  <a:gd name="T11" fmla="*/ 5 h 7"/>
                  <a:gd name="T12" fmla="*/ 9 w 9"/>
                  <a:gd name="T13" fmla="*/ 3 h 7"/>
                  <a:gd name="T14" fmla="*/ 7 w 9"/>
                  <a:gd name="T15" fmla="*/ 0 h 7"/>
                  <a:gd name="T16" fmla="*/ 5 w 9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5" y="1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5" name="Freeform 6143">
                <a:extLst>
                  <a:ext uri="{FF2B5EF4-FFF2-40B4-BE49-F238E27FC236}">
                    <a16:creationId xmlns:a16="http://schemas.microsoft.com/office/drawing/2014/main" id="{13BA157B-5672-44C9-BC23-C40C430CB67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9" y="1757"/>
                <a:ext cx="6" cy="5"/>
              </a:xfrm>
              <a:custGeom>
                <a:avLst/>
                <a:gdLst>
                  <a:gd name="T0" fmla="*/ 6 w 6"/>
                  <a:gd name="T1" fmla="*/ 1 h 5"/>
                  <a:gd name="T2" fmla="*/ 6 w 6"/>
                  <a:gd name="T3" fmla="*/ 0 h 5"/>
                  <a:gd name="T4" fmla="*/ 2 w 6"/>
                  <a:gd name="T5" fmla="*/ 0 h 5"/>
                  <a:gd name="T6" fmla="*/ 0 w 6"/>
                  <a:gd name="T7" fmla="*/ 1 h 5"/>
                  <a:gd name="T8" fmla="*/ 0 w 6"/>
                  <a:gd name="T9" fmla="*/ 5 h 5"/>
                  <a:gd name="T10" fmla="*/ 4 w 6"/>
                  <a:gd name="T11" fmla="*/ 5 h 5"/>
                  <a:gd name="T12" fmla="*/ 6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6" name="Freeform 6144">
                <a:extLst>
                  <a:ext uri="{FF2B5EF4-FFF2-40B4-BE49-F238E27FC236}">
                    <a16:creationId xmlns:a16="http://schemas.microsoft.com/office/drawing/2014/main" id="{701D2224-26D3-4052-8CFE-D3522F2C133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8" y="1324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0 w 6"/>
                  <a:gd name="T3" fmla="*/ 4 h 9"/>
                  <a:gd name="T4" fmla="*/ 2 w 6"/>
                  <a:gd name="T5" fmla="*/ 7 h 9"/>
                  <a:gd name="T6" fmla="*/ 4 w 6"/>
                  <a:gd name="T7" fmla="*/ 9 h 9"/>
                  <a:gd name="T8" fmla="*/ 6 w 6"/>
                  <a:gd name="T9" fmla="*/ 4 h 9"/>
                  <a:gd name="T10" fmla="*/ 4 w 6"/>
                  <a:gd name="T11" fmla="*/ 2 h 9"/>
                  <a:gd name="T12" fmla="*/ 0 w 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7" name="Freeform 6145">
                <a:extLst>
                  <a:ext uri="{FF2B5EF4-FFF2-40B4-BE49-F238E27FC236}">
                    <a16:creationId xmlns:a16="http://schemas.microsoft.com/office/drawing/2014/main" id="{DC7FB6DA-9154-4E2A-9025-4F7ADD05D7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1898"/>
                <a:ext cx="95" cy="200"/>
              </a:xfrm>
              <a:custGeom>
                <a:avLst/>
                <a:gdLst>
                  <a:gd name="T0" fmla="*/ 35 w 95"/>
                  <a:gd name="T1" fmla="*/ 79 h 200"/>
                  <a:gd name="T2" fmla="*/ 37 w 95"/>
                  <a:gd name="T3" fmla="*/ 92 h 200"/>
                  <a:gd name="T4" fmla="*/ 42 w 95"/>
                  <a:gd name="T5" fmla="*/ 97 h 200"/>
                  <a:gd name="T6" fmla="*/ 44 w 95"/>
                  <a:gd name="T7" fmla="*/ 106 h 200"/>
                  <a:gd name="T8" fmla="*/ 46 w 95"/>
                  <a:gd name="T9" fmla="*/ 118 h 200"/>
                  <a:gd name="T10" fmla="*/ 48 w 95"/>
                  <a:gd name="T11" fmla="*/ 125 h 200"/>
                  <a:gd name="T12" fmla="*/ 50 w 95"/>
                  <a:gd name="T13" fmla="*/ 136 h 200"/>
                  <a:gd name="T14" fmla="*/ 57 w 95"/>
                  <a:gd name="T15" fmla="*/ 147 h 200"/>
                  <a:gd name="T16" fmla="*/ 61 w 95"/>
                  <a:gd name="T17" fmla="*/ 162 h 200"/>
                  <a:gd name="T18" fmla="*/ 67 w 95"/>
                  <a:gd name="T19" fmla="*/ 174 h 200"/>
                  <a:gd name="T20" fmla="*/ 67 w 95"/>
                  <a:gd name="T21" fmla="*/ 185 h 200"/>
                  <a:gd name="T22" fmla="*/ 72 w 95"/>
                  <a:gd name="T23" fmla="*/ 196 h 200"/>
                  <a:gd name="T24" fmla="*/ 78 w 95"/>
                  <a:gd name="T25" fmla="*/ 190 h 200"/>
                  <a:gd name="T26" fmla="*/ 76 w 95"/>
                  <a:gd name="T27" fmla="*/ 181 h 200"/>
                  <a:gd name="T28" fmla="*/ 82 w 95"/>
                  <a:gd name="T29" fmla="*/ 183 h 200"/>
                  <a:gd name="T30" fmla="*/ 87 w 95"/>
                  <a:gd name="T31" fmla="*/ 185 h 200"/>
                  <a:gd name="T32" fmla="*/ 95 w 95"/>
                  <a:gd name="T33" fmla="*/ 194 h 200"/>
                  <a:gd name="T34" fmla="*/ 95 w 95"/>
                  <a:gd name="T35" fmla="*/ 185 h 200"/>
                  <a:gd name="T36" fmla="*/ 91 w 95"/>
                  <a:gd name="T37" fmla="*/ 175 h 200"/>
                  <a:gd name="T38" fmla="*/ 85 w 95"/>
                  <a:gd name="T39" fmla="*/ 174 h 200"/>
                  <a:gd name="T40" fmla="*/ 80 w 95"/>
                  <a:gd name="T41" fmla="*/ 166 h 200"/>
                  <a:gd name="T42" fmla="*/ 72 w 95"/>
                  <a:gd name="T43" fmla="*/ 159 h 200"/>
                  <a:gd name="T44" fmla="*/ 68 w 95"/>
                  <a:gd name="T45" fmla="*/ 147 h 200"/>
                  <a:gd name="T46" fmla="*/ 67 w 95"/>
                  <a:gd name="T47" fmla="*/ 136 h 200"/>
                  <a:gd name="T48" fmla="*/ 65 w 95"/>
                  <a:gd name="T49" fmla="*/ 125 h 200"/>
                  <a:gd name="T50" fmla="*/ 67 w 95"/>
                  <a:gd name="T51" fmla="*/ 121 h 200"/>
                  <a:gd name="T52" fmla="*/ 70 w 95"/>
                  <a:gd name="T53" fmla="*/ 121 h 200"/>
                  <a:gd name="T54" fmla="*/ 78 w 95"/>
                  <a:gd name="T55" fmla="*/ 127 h 200"/>
                  <a:gd name="T56" fmla="*/ 87 w 95"/>
                  <a:gd name="T57" fmla="*/ 133 h 200"/>
                  <a:gd name="T58" fmla="*/ 85 w 95"/>
                  <a:gd name="T59" fmla="*/ 125 h 200"/>
                  <a:gd name="T60" fmla="*/ 78 w 95"/>
                  <a:gd name="T61" fmla="*/ 116 h 200"/>
                  <a:gd name="T62" fmla="*/ 72 w 95"/>
                  <a:gd name="T63" fmla="*/ 108 h 200"/>
                  <a:gd name="T64" fmla="*/ 68 w 95"/>
                  <a:gd name="T65" fmla="*/ 101 h 200"/>
                  <a:gd name="T66" fmla="*/ 61 w 95"/>
                  <a:gd name="T67" fmla="*/ 86 h 200"/>
                  <a:gd name="T68" fmla="*/ 52 w 95"/>
                  <a:gd name="T69" fmla="*/ 75 h 200"/>
                  <a:gd name="T70" fmla="*/ 46 w 95"/>
                  <a:gd name="T71" fmla="*/ 67 h 200"/>
                  <a:gd name="T72" fmla="*/ 42 w 95"/>
                  <a:gd name="T73" fmla="*/ 62 h 200"/>
                  <a:gd name="T74" fmla="*/ 37 w 95"/>
                  <a:gd name="T75" fmla="*/ 54 h 200"/>
                  <a:gd name="T76" fmla="*/ 39 w 95"/>
                  <a:gd name="T77" fmla="*/ 52 h 200"/>
                  <a:gd name="T78" fmla="*/ 39 w 95"/>
                  <a:gd name="T79" fmla="*/ 43 h 200"/>
                  <a:gd name="T80" fmla="*/ 28 w 95"/>
                  <a:gd name="T81" fmla="*/ 23 h 200"/>
                  <a:gd name="T82" fmla="*/ 20 w 95"/>
                  <a:gd name="T83" fmla="*/ 17 h 200"/>
                  <a:gd name="T84" fmla="*/ 16 w 95"/>
                  <a:gd name="T85" fmla="*/ 8 h 200"/>
                  <a:gd name="T86" fmla="*/ 9 w 95"/>
                  <a:gd name="T87" fmla="*/ 0 h 200"/>
                  <a:gd name="T88" fmla="*/ 7 w 95"/>
                  <a:gd name="T89" fmla="*/ 6 h 200"/>
                  <a:gd name="T90" fmla="*/ 0 w 95"/>
                  <a:gd name="T91" fmla="*/ 4 h 200"/>
                  <a:gd name="T92" fmla="*/ 11 w 95"/>
                  <a:gd name="T93" fmla="*/ 13 h 200"/>
                  <a:gd name="T94" fmla="*/ 13 w 95"/>
                  <a:gd name="T95" fmla="*/ 23 h 200"/>
                  <a:gd name="T96" fmla="*/ 15 w 95"/>
                  <a:gd name="T97" fmla="*/ 24 h 200"/>
                  <a:gd name="T98" fmla="*/ 7 w 95"/>
                  <a:gd name="T99" fmla="*/ 23 h 200"/>
                  <a:gd name="T100" fmla="*/ 9 w 95"/>
                  <a:gd name="T101" fmla="*/ 34 h 200"/>
                  <a:gd name="T102" fmla="*/ 15 w 95"/>
                  <a:gd name="T103" fmla="*/ 47 h 200"/>
                  <a:gd name="T104" fmla="*/ 18 w 95"/>
                  <a:gd name="T105" fmla="*/ 60 h 200"/>
                  <a:gd name="T106" fmla="*/ 24 w 95"/>
                  <a:gd name="T107" fmla="*/ 6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5" h="200">
                    <a:moveTo>
                      <a:pt x="29" y="75"/>
                    </a:moveTo>
                    <a:lnTo>
                      <a:pt x="31" y="75"/>
                    </a:lnTo>
                    <a:lnTo>
                      <a:pt x="35" y="79"/>
                    </a:lnTo>
                    <a:lnTo>
                      <a:pt x="35" y="84"/>
                    </a:lnTo>
                    <a:lnTo>
                      <a:pt x="35" y="88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41" y="95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101"/>
                    </a:lnTo>
                    <a:lnTo>
                      <a:pt x="44" y="106"/>
                    </a:lnTo>
                    <a:lnTo>
                      <a:pt x="46" y="108"/>
                    </a:lnTo>
                    <a:lnTo>
                      <a:pt x="46" y="112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1"/>
                    </a:lnTo>
                    <a:lnTo>
                      <a:pt x="48" y="125"/>
                    </a:lnTo>
                    <a:lnTo>
                      <a:pt x="50" y="131"/>
                    </a:lnTo>
                    <a:lnTo>
                      <a:pt x="50" y="133"/>
                    </a:lnTo>
                    <a:lnTo>
                      <a:pt x="50" y="136"/>
                    </a:lnTo>
                    <a:lnTo>
                      <a:pt x="54" y="140"/>
                    </a:lnTo>
                    <a:lnTo>
                      <a:pt x="57" y="146"/>
                    </a:lnTo>
                    <a:lnTo>
                      <a:pt x="57" y="147"/>
                    </a:lnTo>
                    <a:lnTo>
                      <a:pt x="59" y="151"/>
                    </a:lnTo>
                    <a:lnTo>
                      <a:pt x="59" y="157"/>
                    </a:lnTo>
                    <a:lnTo>
                      <a:pt x="61" y="162"/>
                    </a:lnTo>
                    <a:lnTo>
                      <a:pt x="63" y="166"/>
                    </a:lnTo>
                    <a:lnTo>
                      <a:pt x="63" y="168"/>
                    </a:lnTo>
                    <a:lnTo>
                      <a:pt x="67" y="174"/>
                    </a:lnTo>
                    <a:lnTo>
                      <a:pt x="67" y="175"/>
                    </a:lnTo>
                    <a:lnTo>
                      <a:pt x="67" y="179"/>
                    </a:lnTo>
                    <a:lnTo>
                      <a:pt x="67" y="185"/>
                    </a:lnTo>
                    <a:lnTo>
                      <a:pt x="68" y="188"/>
                    </a:lnTo>
                    <a:lnTo>
                      <a:pt x="70" y="192"/>
                    </a:lnTo>
                    <a:lnTo>
                      <a:pt x="72" y="196"/>
                    </a:lnTo>
                    <a:lnTo>
                      <a:pt x="78" y="200"/>
                    </a:lnTo>
                    <a:lnTo>
                      <a:pt x="78" y="194"/>
                    </a:lnTo>
                    <a:lnTo>
                      <a:pt x="78" y="190"/>
                    </a:lnTo>
                    <a:lnTo>
                      <a:pt x="78" y="188"/>
                    </a:lnTo>
                    <a:lnTo>
                      <a:pt x="76" y="185"/>
                    </a:lnTo>
                    <a:lnTo>
                      <a:pt x="76" y="181"/>
                    </a:lnTo>
                    <a:lnTo>
                      <a:pt x="78" y="179"/>
                    </a:lnTo>
                    <a:lnTo>
                      <a:pt x="78" y="181"/>
                    </a:lnTo>
                    <a:lnTo>
                      <a:pt x="82" y="183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5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5" y="194"/>
                    </a:lnTo>
                    <a:lnTo>
                      <a:pt x="95" y="190"/>
                    </a:lnTo>
                    <a:lnTo>
                      <a:pt x="95" y="188"/>
                    </a:lnTo>
                    <a:lnTo>
                      <a:pt x="95" y="185"/>
                    </a:lnTo>
                    <a:lnTo>
                      <a:pt x="95" y="181"/>
                    </a:lnTo>
                    <a:lnTo>
                      <a:pt x="91" y="179"/>
                    </a:lnTo>
                    <a:lnTo>
                      <a:pt x="91" y="175"/>
                    </a:lnTo>
                    <a:lnTo>
                      <a:pt x="89" y="174"/>
                    </a:lnTo>
                    <a:lnTo>
                      <a:pt x="87" y="174"/>
                    </a:lnTo>
                    <a:lnTo>
                      <a:pt x="85" y="174"/>
                    </a:lnTo>
                    <a:lnTo>
                      <a:pt x="82" y="172"/>
                    </a:lnTo>
                    <a:lnTo>
                      <a:pt x="82" y="170"/>
                    </a:lnTo>
                    <a:lnTo>
                      <a:pt x="80" y="166"/>
                    </a:lnTo>
                    <a:lnTo>
                      <a:pt x="76" y="162"/>
                    </a:lnTo>
                    <a:lnTo>
                      <a:pt x="74" y="162"/>
                    </a:lnTo>
                    <a:lnTo>
                      <a:pt x="72" y="159"/>
                    </a:lnTo>
                    <a:lnTo>
                      <a:pt x="70" y="155"/>
                    </a:lnTo>
                    <a:lnTo>
                      <a:pt x="68" y="151"/>
                    </a:lnTo>
                    <a:lnTo>
                      <a:pt x="68" y="147"/>
                    </a:lnTo>
                    <a:lnTo>
                      <a:pt x="68" y="144"/>
                    </a:lnTo>
                    <a:lnTo>
                      <a:pt x="68" y="138"/>
                    </a:lnTo>
                    <a:lnTo>
                      <a:pt x="67" y="136"/>
                    </a:lnTo>
                    <a:lnTo>
                      <a:pt x="67" y="131"/>
                    </a:lnTo>
                    <a:lnTo>
                      <a:pt x="67" y="129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8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6" y="123"/>
                    </a:lnTo>
                    <a:lnTo>
                      <a:pt x="78" y="127"/>
                    </a:lnTo>
                    <a:lnTo>
                      <a:pt x="82" y="127"/>
                    </a:lnTo>
                    <a:lnTo>
                      <a:pt x="83" y="129"/>
                    </a:lnTo>
                    <a:lnTo>
                      <a:pt x="87" y="133"/>
                    </a:lnTo>
                    <a:lnTo>
                      <a:pt x="91" y="134"/>
                    </a:lnTo>
                    <a:lnTo>
                      <a:pt x="89" y="129"/>
                    </a:lnTo>
                    <a:lnTo>
                      <a:pt x="85" y="125"/>
                    </a:lnTo>
                    <a:lnTo>
                      <a:pt x="82" y="123"/>
                    </a:lnTo>
                    <a:lnTo>
                      <a:pt x="80" y="120"/>
                    </a:lnTo>
                    <a:lnTo>
                      <a:pt x="78" y="116"/>
                    </a:lnTo>
                    <a:lnTo>
                      <a:pt x="78" y="114"/>
                    </a:lnTo>
                    <a:lnTo>
                      <a:pt x="76" y="112"/>
                    </a:lnTo>
                    <a:lnTo>
                      <a:pt x="72" y="108"/>
                    </a:lnTo>
                    <a:lnTo>
                      <a:pt x="72" y="105"/>
                    </a:lnTo>
                    <a:lnTo>
                      <a:pt x="70" y="103"/>
                    </a:lnTo>
                    <a:lnTo>
                      <a:pt x="68" y="101"/>
                    </a:lnTo>
                    <a:lnTo>
                      <a:pt x="65" y="95"/>
                    </a:lnTo>
                    <a:lnTo>
                      <a:pt x="61" y="90"/>
                    </a:lnTo>
                    <a:lnTo>
                      <a:pt x="61" y="86"/>
                    </a:lnTo>
                    <a:lnTo>
                      <a:pt x="55" y="80"/>
                    </a:lnTo>
                    <a:lnTo>
                      <a:pt x="54" y="75"/>
                    </a:lnTo>
                    <a:lnTo>
                      <a:pt x="52" y="75"/>
                    </a:lnTo>
                    <a:lnTo>
                      <a:pt x="52" y="71"/>
                    </a:lnTo>
                    <a:lnTo>
                      <a:pt x="50" y="67"/>
                    </a:lnTo>
                    <a:lnTo>
                      <a:pt x="46" y="67"/>
                    </a:lnTo>
                    <a:lnTo>
                      <a:pt x="46" y="65"/>
                    </a:lnTo>
                    <a:lnTo>
                      <a:pt x="44" y="64"/>
                    </a:lnTo>
                    <a:lnTo>
                      <a:pt x="42" y="62"/>
                    </a:lnTo>
                    <a:lnTo>
                      <a:pt x="41" y="60"/>
                    </a:lnTo>
                    <a:lnTo>
                      <a:pt x="39" y="56"/>
                    </a:lnTo>
                    <a:lnTo>
                      <a:pt x="37" y="54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9" y="52"/>
                    </a:lnTo>
                    <a:lnTo>
                      <a:pt x="37" y="45"/>
                    </a:lnTo>
                    <a:lnTo>
                      <a:pt x="37" y="41"/>
                    </a:lnTo>
                    <a:lnTo>
                      <a:pt x="39" y="43"/>
                    </a:lnTo>
                    <a:lnTo>
                      <a:pt x="33" y="32"/>
                    </a:lnTo>
                    <a:lnTo>
                      <a:pt x="31" y="26"/>
                    </a:lnTo>
                    <a:lnTo>
                      <a:pt x="28" y="23"/>
                    </a:lnTo>
                    <a:lnTo>
                      <a:pt x="26" y="23"/>
                    </a:lnTo>
                    <a:lnTo>
                      <a:pt x="26" y="21"/>
                    </a:lnTo>
                    <a:lnTo>
                      <a:pt x="20" y="17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5" y="10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1" y="21"/>
                    </a:lnTo>
                    <a:lnTo>
                      <a:pt x="7" y="23"/>
                    </a:lnTo>
                    <a:lnTo>
                      <a:pt x="5" y="28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8" y="60"/>
                    </a:lnTo>
                    <a:lnTo>
                      <a:pt x="20" y="64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2" y="67"/>
                    </a:lnTo>
                    <a:lnTo>
                      <a:pt x="29" y="7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8" name="Freeform 6146">
                <a:extLst>
                  <a:ext uri="{FF2B5EF4-FFF2-40B4-BE49-F238E27FC236}">
                    <a16:creationId xmlns:a16="http://schemas.microsoft.com/office/drawing/2014/main" id="{DB7CE2D6-F917-4010-B1C1-D9FDE0A2A5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1" y="1330"/>
                <a:ext cx="20" cy="20"/>
              </a:xfrm>
              <a:custGeom>
                <a:avLst/>
                <a:gdLst>
                  <a:gd name="T0" fmla="*/ 6 w 11"/>
                  <a:gd name="T1" fmla="*/ 6 h 11"/>
                  <a:gd name="T2" fmla="*/ 5 w 11"/>
                  <a:gd name="T3" fmla="*/ 7 h 11"/>
                  <a:gd name="T4" fmla="*/ 4 w 11"/>
                  <a:gd name="T5" fmla="*/ 7 h 11"/>
                  <a:gd name="T6" fmla="*/ 3 w 11"/>
                  <a:gd name="T7" fmla="*/ 7 h 11"/>
                  <a:gd name="T8" fmla="*/ 4 w 11"/>
                  <a:gd name="T9" fmla="*/ 5 h 11"/>
                  <a:gd name="T10" fmla="*/ 5 w 11"/>
                  <a:gd name="T11" fmla="*/ 4 h 11"/>
                  <a:gd name="T12" fmla="*/ 5 w 11"/>
                  <a:gd name="T13" fmla="*/ 2 h 11"/>
                  <a:gd name="T14" fmla="*/ 3 w 11"/>
                  <a:gd name="T15" fmla="*/ 1 h 11"/>
                  <a:gd name="T16" fmla="*/ 1 w 11"/>
                  <a:gd name="T17" fmla="*/ 0 h 11"/>
                  <a:gd name="T18" fmla="*/ 0 w 11"/>
                  <a:gd name="T19" fmla="*/ 3 h 11"/>
                  <a:gd name="T20" fmla="*/ 0 w 11"/>
                  <a:gd name="T21" fmla="*/ 4 h 11"/>
                  <a:gd name="T22" fmla="*/ 0 w 11"/>
                  <a:gd name="T23" fmla="*/ 5 h 11"/>
                  <a:gd name="T24" fmla="*/ 3 w 11"/>
                  <a:gd name="T25" fmla="*/ 7 h 11"/>
                  <a:gd name="T26" fmla="*/ 2 w 11"/>
                  <a:gd name="T27" fmla="*/ 8 h 11"/>
                  <a:gd name="T28" fmla="*/ 4 w 11"/>
                  <a:gd name="T29" fmla="*/ 9 h 11"/>
                  <a:gd name="T30" fmla="*/ 5 w 11"/>
                  <a:gd name="T31" fmla="*/ 11 h 11"/>
                  <a:gd name="T32" fmla="*/ 5 w 11"/>
                  <a:gd name="T33" fmla="*/ 11 h 11"/>
                  <a:gd name="T34" fmla="*/ 7 w 11"/>
                  <a:gd name="T35" fmla="*/ 10 h 11"/>
                  <a:gd name="T36" fmla="*/ 8 w 11"/>
                  <a:gd name="T37" fmla="*/ 10 h 11"/>
                  <a:gd name="T38" fmla="*/ 10 w 11"/>
                  <a:gd name="T39" fmla="*/ 10 h 11"/>
                  <a:gd name="T40" fmla="*/ 11 w 11"/>
                  <a:gd name="T41" fmla="*/ 9 h 11"/>
                  <a:gd name="T42" fmla="*/ 10 w 11"/>
                  <a:gd name="T43" fmla="*/ 7 h 11"/>
                  <a:gd name="T44" fmla="*/ 9 w 11"/>
                  <a:gd name="T45" fmla="*/ 7 h 11"/>
                  <a:gd name="T46" fmla="*/ 9 w 11"/>
                  <a:gd name="T47" fmla="*/ 6 h 11"/>
                  <a:gd name="T48" fmla="*/ 7 w 11"/>
                  <a:gd name="T49" fmla="*/ 2 h 11"/>
                  <a:gd name="T50" fmla="*/ 6 w 11"/>
                  <a:gd name="T51" fmla="*/ 4 h 11"/>
                  <a:gd name="T52" fmla="*/ 6 w 11"/>
                  <a:gd name="T5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11">
                    <a:moveTo>
                      <a:pt x="6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09" name="Freeform 6147">
                <a:extLst>
                  <a:ext uri="{FF2B5EF4-FFF2-40B4-BE49-F238E27FC236}">
                    <a16:creationId xmlns:a16="http://schemas.microsoft.com/office/drawing/2014/main" id="{CC64C781-F60A-48F9-8681-258DF19E0C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5" y="1324"/>
                <a:ext cx="13" cy="13"/>
              </a:xfrm>
              <a:custGeom>
                <a:avLst/>
                <a:gdLst>
                  <a:gd name="T0" fmla="*/ 8 w 13"/>
                  <a:gd name="T1" fmla="*/ 13 h 13"/>
                  <a:gd name="T2" fmla="*/ 11 w 13"/>
                  <a:gd name="T3" fmla="*/ 9 h 13"/>
                  <a:gd name="T4" fmla="*/ 13 w 13"/>
                  <a:gd name="T5" fmla="*/ 6 h 13"/>
                  <a:gd name="T6" fmla="*/ 11 w 13"/>
                  <a:gd name="T7" fmla="*/ 2 h 13"/>
                  <a:gd name="T8" fmla="*/ 9 w 13"/>
                  <a:gd name="T9" fmla="*/ 2 h 13"/>
                  <a:gd name="T10" fmla="*/ 8 w 13"/>
                  <a:gd name="T11" fmla="*/ 0 h 13"/>
                  <a:gd name="T12" fmla="*/ 6 w 13"/>
                  <a:gd name="T13" fmla="*/ 0 h 13"/>
                  <a:gd name="T14" fmla="*/ 2 w 13"/>
                  <a:gd name="T15" fmla="*/ 2 h 13"/>
                  <a:gd name="T16" fmla="*/ 4 w 13"/>
                  <a:gd name="T17" fmla="*/ 6 h 13"/>
                  <a:gd name="T18" fmla="*/ 4 w 13"/>
                  <a:gd name="T19" fmla="*/ 6 h 13"/>
                  <a:gd name="T20" fmla="*/ 0 w 13"/>
                  <a:gd name="T21" fmla="*/ 9 h 13"/>
                  <a:gd name="T22" fmla="*/ 4 w 13"/>
                  <a:gd name="T23" fmla="*/ 11 h 13"/>
                  <a:gd name="T24" fmla="*/ 8 w 13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8" y="13"/>
                    </a:moveTo>
                    <a:lnTo>
                      <a:pt x="11" y="9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0" name="Freeform 6148">
                <a:extLst>
                  <a:ext uri="{FF2B5EF4-FFF2-40B4-BE49-F238E27FC236}">
                    <a16:creationId xmlns:a16="http://schemas.microsoft.com/office/drawing/2014/main" id="{3ADB4E3A-80E0-48D8-B764-8F887F01728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7" y="1311"/>
                <a:ext cx="19" cy="13"/>
              </a:xfrm>
              <a:custGeom>
                <a:avLst/>
                <a:gdLst>
                  <a:gd name="T0" fmla="*/ 3 w 10"/>
                  <a:gd name="T1" fmla="*/ 6 h 7"/>
                  <a:gd name="T2" fmla="*/ 4 w 10"/>
                  <a:gd name="T3" fmla="*/ 5 h 7"/>
                  <a:gd name="T4" fmla="*/ 3 w 10"/>
                  <a:gd name="T5" fmla="*/ 3 h 7"/>
                  <a:gd name="T6" fmla="*/ 3 w 10"/>
                  <a:gd name="T7" fmla="*/ 3 h 7"/>
                  <a:gd name="T8" fmla="*/ 4 w 10"/>
                  <a:gd name="T9" fmla="*/ 5 h 7"/>
                  <a:gd name="T10" fmla="*/ 6 w 10"/>
                  <a:gd name="T11" fmla="*/ 5 h 7"/>
                  <a:gd name="T12" fmla="*/ 6 w 10"/>
                  <a:gd name="T13" fmla="*/ 4 h 7"/>
                  <a:gd name="T14" fmla="*/ 6 w 10"/>
                  <a:gd name="T15" fmla="*/ 5 h 7"/>
                  <a:gd name="T16" fmla="*/ 6 w 10"/>
                  <a:gd name="T17" fmla="*/ 6 h 7"/>
                  <a:gd name="T18" fmla="*/ 7 w 10"/>
                  <a:gd name="T19" fmla="*/ 7 h 7"/>
                  <a:gd name="T20" fmla="*/ 8 w 10"/>
                  <a:gd name="T21" fmla="*/ 7 h 7"/>
                  <a:gd name="T22" fmla="*/ 9 w 10"/>
                  <a:gd name="T23" fmla="*/ 5 h 7"/>
                  <a:gd name="T24" fmla="*/ 9 w 10"/>
                  <a:gd name="T25" fmla="*/ 4 h 7"/>
                  <a:gd name="T26" fmla="*/ 9 w 10"/>
                  <a:gd name="T27" fmla="*/ 4 h 7"/>
                  <a:gd name="T28" fmla="*/ 10 w 10"/>
                  <a:gd name="T29" fmla="*/ 4 h 7"/>
                  <a:gd name="T30" fmla="*/ 10 w 10"/>
                  <a:gd name="T31" fmla="*/ 3 h 7"/>
                  <a:gd name="T32" fmla="*/ 9 w 10"/>
                  <a:gd name="T33" fmla="*/ 1 h 7"/>
                  <a:gd name="T34" fmla="*/ 7 w 10"/>
                  <a:gd name="T35" fmla="*/ 1 h 7"/>
                  <a:gd name="T36" fmla="*/ 6 w 10"/>
                  <a:gd name="T37" fmla="*/ 2 h 7"/>
                  <a:gd name="T38" fmla="*/ 7 w 10"/>
                  <a:gd name="T39" fmla="*/ 3 h 7"/>
                  <a:gd name="T40" fmla="*/ 6 w 10"/>
                  <a:gd name="T41" fmla="*/ 3 h 7"/>
                  <a:gd name="T42" fmla="*/ 6 w 10"/>
                  <a:gd name="T43" fmla="*/ 2 h 7"/>
                  <a:gd name="T44" fmla="*/ 4 w 10"/>
                  <a:gd name="T45" fmla="*/ 0 h 7"/>
                  <a:gd name="T46" fmla="*/ 3 w 10"/>
                  <a:gd name="T47" fmla="*/ 1 h 7"/>
                  <a:gd name="T48" fmla="*/ 3 w 10"/>
                  <a:gd name="T49" fmla="*/ 1 h 7"/>
                  <a:gd name="T50" fmla="*/ 1 w 10"/>
                  <a:gd name="T51" fmla="*/ 0 h 7"/>
                  <a:gd name="T52" fmla="*/ 1 w 10"/>
                  <a:gd name="T53" fmla="*/ 3 h 7"/>
                  <a:gd name="T54" fmla="*/ 0 w 10"/>
                  <a:gd name="T55" fmla="*/ 4 h 7"/>
                  <a:gd name="T56" fmla="*/ 1 w 10"/>
                  <a:gd name="T57" fmla="*/ 5 h 7"/>
                  <a:gd name="T58" fmla="*/ 3 w 10"/>
                  <a:gd name="T5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3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1" name="Freeform 6149">
                <a:extLst>
                  <a:ext uri="{FF2B5EF4-FFF2-40B4-BE49-F238E27FC236}">
                    <a16:creationId xmlns:a16="http://schemas.microsoft.com/office/drawing/2014/main" id="{E304E3F5-2F2E-4440-91FF-4456C2E4313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5" y="1261"/>
                <a:ext cx="7" cy="7"/>
              </a:xfrm>
              <a:custGeom>
                <a:avLst/>
                <a:gdLst>
                  <a:gd name="T0" fmla="*/ 0 w 7"/>
                  <a:gd name="T1" fmla="*/ 7 h 7"/>
                  <a:gd name="T2" fmla="*/ 4 w 7"/>
                  <a:gd name="T3" fmla="*/ 7 h 7"/>
                  <a:gd name="T4" fmla="*/ 5 w 7"/>
                  <a:gd name="T5" fmla="*/ 5 h 7"/>
                  <a:gd name="T6" fmla="*/ 7 w 7"/>
                  <a:gd name="T7" fmla="*/ 3 h 7"/>
                  <a:gd name="T8" fmla="*/ 5 w 7"/>
                  <a:gd name="T9" fmla="*/ 1 h 7"/>
                  <a:gd name="T10" fmla="*/ 4 w 7"/>
                  <a:gd name="T11" fmla="*/ 0 h 7"/>
                  <a:gd name="T12" fmla="*/ 2 w 7"/>
                  <a:gd name="T13" fmla="*/ 0 h 7"/>
                  <a:gd name="T14" fmla="*/ 0 w 7"/>
                  <a:gd name="T15" fmla="*/ 1 h 7"/>
                  <a:gd name="T16" fmla="*/ 0 w 7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2" name="Freeform 6150">
                <a:extLst>
                  <a:ext uri="{FF2B5EF4-FFF2-40B4-BE49-F238E27FC236}">
                    <a16:creationId xmlns:a16="http://schemas.microsoft.com/office/drawing/2014/main" id="{2AA69DD9-050E-464C-B0F2-DA1EEFF63E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73" y="1287"/>
                <a:ext cx="8" cy="7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4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1 h 4"/>
                  <a:gd name="T10" fmla="*/ 3 w 4"/>
                  <a:gd name="T11" fmla="*/ 0 h 4"/>
                  <a:gd name="T12" fmla="*/ 1 w 4"/>
                  <a:gd name="T13" fmla="*/ 0 h 4"/>
                  <a:gd name="T14" fmla="*/ 0 w 4"/>
                  <a:gd name="T15" fmla="*/ 1 h 4"/>
                  <a:gd name="T16" fmla="*/ 0 w 4"/>
                  <a:gd name="T17" fmla="*/ 3 h 4"/>
                  <a:gd name="T18" fmla="*/ 1 w 4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3" name="Freeform 6151">
                <a:extLst>
                  <a:ext uri="{FF2B5EF4-FFF2-40B4-BE49-F238E27FC236}">
                    <a16:creationId xmlns:a16="http://schemas.microsoft.com/office/drawing/2014/main" id="{AF587CBB-F0FA-4FAD-A242-A0A09E36B7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53" y="1296"/>
                <a:ext cx="39" cy="52"/>
              </a:xfrm>
              <a:custGeom>
                <a:avLst/>
                <a:gdLst>
                  <a:gd name="T0" fmla="*/ 13 w 39"/>
                  <a:gd name="T1" fmla="*/ 24 h 52"/>
                  <a:gd name="T2" fmla="*/ 9 w 39"/>
                  <a:gd name="T3" fmla="*/ 24 h 52"/>
                  <a:gd name="T4" fmla="*/ 6 w 39"/>
                  <a:gd name="T5" fmla="*/ 22 h 52"/>
                  <a:gd name="T6" fmla="*/ 0 w 39"/>
                  <a:gd name="T7" fmla="*/ 22 h 52"/>
                  <a:gd name="T8" fmla="*/ 0 w 39"/>
                  <a:gd name="T9" fmla="*/ 26 h 52"/>
                  <a:gd name="T10" fmla="*/ 4 w 39"/>
                  <a:gd name="T11" fmla="*/ 30 h 52"/>
                  <a:gd name="T12" fmla="*/ 6 w 39"/>
                  <a:gd name="T13" fmla="*/ 30 h 52"/>
                  <a:gd name="T14" fmla="*/ 7 w 39"/>
                  <a:gd name="T15" fmla="*/ 34 h 52"/>
                  <a:gd name="T16" fmla="*/ 2 w 39"/>
                  <a:gd name="T17" fmla="*/ 35 h 52"/>
                  <a:gd name="T18" fmla="*/ 6 w 39"/>
                  <a:gd name="T19" fmla="*/ 45 h 52"/>
                  <a:gd name="T20" fmla="*/ 6 w 39"/>
                  <a:gd name="T21" fmla="*/ 50 h 52"/>
                  <a:gd name="T22" fmla="*/ 11 w 39"/>
                  <a:gd name="T23" fmla="*/ 48 h 52"/>
                  <a:gd name="T24" fmla="*/ 13 w 39"/>
                  <a:gd name="T25" fmla="*/ 45 h 52"/>
                  <a:gd name="T26" fmla="*/ 15 w 39"/>
                  <a:gd name="T27" fmla="*/ 50 h 52"/>
                  <a:gd name="T28" fmla="*/ 19 w 39"/>
                  <a:gd name="T29" fmla="*/ 50 h 52"/>
                  <a:gd name="T30" fmla="*/ 20 w 39"/>
                  <a:gd name="T31" fmla="*/ 45 h 52"/>
                  <a:gd name="T32" fmla="*/ 24 w 39"/>
                  <a:gd name="T33" fmla="*/ 45 h 52"/>
                  <a:gd name="T34" fmla="*/ 24 w 39"/>
                  <a:gd name="T35" fmla="*/ 35 h 52"/>
                  <a:gd name="T36" fmla="*/ 24 w 39"/>
                  <a:gd name="T37" fmla="*/ 34 h 52"/>
                  <a:gd name="T38" fmla="*/ 30 w 39"/>
                  <a:gd name="T39" fmla="*/ 32 h 52"/>
                  <a:gd name="T40" fmla="*/ 32 w 39"/>
                  <a:gd name="T41" fmla="*/ 28 h 52"/>
                  <a:gd name="T42" fmla="*/ 30 w 39"/>
                  <a:gd name="T43" fmla="*/ 26 h 52"/>
                  <a:gd name="T44" fmla="*/ 28 w 39"/>
                  <a:gd name="T45" fmla="*/ 26 h 52"/>
                  <a:gd name="T46" fmla="*/ 28 w 39"/>
                  <a:gd name="T47" fmla="*/ 22 h 52"/>
                  <a:gd name="T48" fmla="*/ 30 w 39"/>
                  <a:gd name="T49" fmla="*/ 24 h 52"/>
                  <a:gd name="T50" fmla="*/ 33 w 39"/>
                  <a:gd name="T51" fmla="*/ 24 h 52"/>
                  <a:gd name="T52" fmla="*/ 39 w 39"/>
                  <a:gd name="T53" fmla="*/ 21 h 52"/>
                  <a:gd name="T54" fmla="*/ 37 w 39"/>
                  <a:gd name="T55" fmla="*/ 15 h 52"/>
                  <a:gd name="T56" fmla="*/ 35 w 39"/>
                  <a:gd name="T57" fmla="*/ 11 h 52"/>
                  <a:gd name="T58" fmla="*/ 32 w 39"/>
                  <a:gd name="T59" fmla="*/ 9 h 52"/>
                  <a:gd name="T60" fmla="*/ 30 w 39"/>
                  <a:gd name="T61" fmla="*/ 6 h 52"/>
                  <a:gd name="T62" fmla="*/ 30 w 39"/>
                  <a:gd name="T63" fmla="*/ 0 h 52"/>
                  <a:gd name="T64" fmla="*/ 24 w 39"/>
                  <a:gd name="T65" fmla="*/ 6 h 52"/>
                  <a:gd name="T66" fmla="*/ 20 w 39"/>
                  <a:gd name="T67" fmla="*/ 4 h 52"/>
                  <a:gd name="T68" fmla="*/ 17 w 39"/>
                  <a:gd name="T69" fmla="*/ 7 h 52"/>
                  <a:gd name="T70" fmla="*/ 19 w 39"/>
                  <a:gd name="T71" fmla="*/ 13 h 52"/>
                  <a:gd name="T72" fmla="*/ 22 w 39"/>
                  <a:gd name="T73" fmla="*/ 13 h 52"/>
                  <a:gd name="T74" fmla="*/ 17 w 39"/>
                  <a:gd name="T75" fmla="*/ 17 h 52"/>
                  <a:gd name="T76" fmla="*/ 17 w 39"/>
                  <a:gd name="T77" fmla="*/ 2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52">
                    <a:moveTo>
                      <a:pt x="15" y="21"/>
                    </a:moveTo>
                    <a:lnTo>
                      <a:pt x="13" y="24"/>
                    </a:lnTo>
                    <a:lnTo>
                      <a:pt x="11" y="24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2" y="35"/>
                    </a:lnTo>
                    <a:lnTo>
                      <a:pt x="4" y="43"/>
                    </a:lnTo>
                    <a:lnTo>
                      <a:pt x="6" y="45"/>
                    </a:lnTo>
                    <a:lnTo>
                      <a:pt x="4" y="47"/>
                    </a:lnTo>
                    <a:lnTo>
                      <a:pt x="6" y="50"/>
                    </a:lnTo>
                    <a:lnTo>
                      <a:pt x="7" y="48"/>
                    </a:lnTo>
                    <a:lnTo>
                      <a:pt x="11" y="48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5" y="45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0"/>
                    </a:lnTo>
                    <a:lnTo>
                      <a:pt x="20" y="47"/>
                    </a:lnTo>
                    <a:lnTo>
                      <a:pt x="20" y="45"/>
                    </a:lnTo>
                    <a:lnTo>
                      <a:pt x="20" y="47"/>
                    </a:lnTo>
                    <a:lnTo>
                      <a:pt x="24" y="45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2" y="34"/>
                    </a:lnTo>
                    <a:lnTo>
                      <a:pt x="24" y="34"/>
                    </a:lnTo>
                    <a:lnTo>
                      <a:pt x="26" y="34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0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7" y="21"/>
                    </a:lnTo>
                    <a:lnTo>
                      <a:pt x="39" y="21"/>
                    </a:lnTo>
                    <a:lnTo>
                      <a:pt x="39" y="19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28" y="9"/>
                    </a:lnTo>
                    <a:lnTo>
                      <a:pt x="30" y="6"/>
                    </a:lnTo>
                    <a:lnTo>
                      <a:pt x="30" y="2"/>
                    </a:lnTo>
                    <a:lnTo>
                      <a:pt x="30" y="0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9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5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4" name="Freeform 6152">
                <a:extLst>
                  <a:ext uri="{FF2B5EF4-FFF2-40B4-BE49-F238E27FC236}">
                    <a16:creationId xmlns:a16="http://schemas.microsoft.com/office/drawing/2014/main" id="{006459E8-0DA9-4834-804A-9B4C43B926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1" y="1307"/>
                <a:ext cx="39" cy="28"/>
              </a:xfrm>
              <a:custGeom>
                <a:avLst/>
                <a:gdLst>
                  <a:gd name="T0" fmla="*/ 3 w 39"/>
                  <a:gd name="T1" fmla="*/ 23 h 28"/>
                  <a:gd name="T2" fmla="*/ 7 w 39"/>
                  <a:gd name="T3" fmla="*/ 21 h 28"/>
                  <a:gd name="T4" fmla="*/ 9 w 39"/>
                  <a:gd name="T5" fmla="*/ 23 h 28"/>
                  <a:gd name="T6" fmla="*/ 11 w 39"/>
                  <a:gd name="T7" fmla="*/ 24 h 28"/>
                  <a:gd name="T8" fmla="*/ 13 w 39"/>
                  <a:gd name="T9" fmla="*/ 26 h 28"/>
                  <a:gd name="T10" fmla="*/ 15 w 39"/>
                  <a:gd name="T11" fmla="*/ 23 h 28"/>
                  <a:gd name="T12" fmla="*/ 15 w 39"/>
                  <a:gd name="T13" fmla="*/ 21 h 28"/>
                  <a:gd name="T14" fmla="*/ 15 w 39"/>
                  <a:gd name="T15" fmla="*/ 21 h 28"/>
                  <a:gd name="T16" fmla="*/ 16 w 39"/>
                  <a:gd name="T17" fmla="*/ 23 h 28"/>
                  <a:gd name="T18" fmla="*/ 18 w 39"/>
                  <a:gd name="T19" fmla="*/ 26 h 28"/>
                  <a:gd name="T20" fmla="*/ 22 w 39"/>
                  <a:gd name="T21" fmla="*/ 28 h 28"/>
                  <a:gd name="T22" fmla="*/ 22 w 39"/>
                  <a:gd name="T23" fmla="*/ 24 h 28"/>
                  <a:gd name="T24" fmla="*/ 20 w 39"/>
                  <a:gd name="T25" fmla="*/ 21 h 28"/>
                  <a:gd name="T26" fmla="*/ 20 w 39"/>
                  <a:gd name="T27" fmla="*/ 17 h 28"/>
                  <a:gd name="T28" fmla="*/ 18 w 39"/>
                  <a:gd name="T29" fmla="*/ 15 h 28"/>
                  <a:gd name="T30" fmla="*/ 16 w 39"/>
                  <a:gd name="T31" fmla="*/ 15 h 28"/>
                  <a:gd name="T32" fmla="*/ 16 w 39"/>
                  <a:gd name="T33" fmla="*/ 13 h 28"/>
                  <a:gd name="T34" fmla="*/ 18 w 39"/>
                  <a:gd name="T35" fmla="*/ 11 h 28"/>
                  <a:gd name="T36" fmla="*/ 20 w 39"/>
                  <a:gd name="T37" fmla="*/ 10 h 28"/>
                  <a:gd name="T38" fmla="*/ 24 w 39"/>
                  <a:gd name="T39" fmla="*/ 8 h 28"/>
                  <a:gd name="T40" fmla="*/ 26 w 39"/>
                  <a:gd name="T41" fmla="*/ 8 h 28"/>
                  <a:gd name="T42" fmla="*/ 26 w 39"/>
                  <a:gd name="T43" fmla="*/ 8 h 28"/>
                  <a:gd name="T44" fmla="*/ 28 w 39"/>
                  <a:gd name="T45" fmla="*/ 10 h 28"/>
                  <a:gd name="T46" fmla="*/ 31 w 39"/>
                  <a:gd name="T47" fmla="*/ 11 h 28"/>
                  <a:gd name="T48" fmla="*/ 35 w 39"/>
                  <a:gd name="T49" fmla="*/ 11 h 28"/>
                  <a:gd name="T50" fmla="*/ 37 w 39"/>
                  <a:gd name="T51" fmla="*/ 10 h 28"/>
                  <a:gd name="T52" fmla="*/ 39 w 39"/>
                  <a:gd name="T53" fmla="*/ 10 h 28"/>
                  <a:gd name="T54" fmla="*/ 37 w 39"/>
                  <a:gd name="T55" fmla="*/ 6 h 28"/>
                  <a:gd name="T56" fmla="*/ 33 w 39"/>
                  <a:gd name="T57" fmla="*/ 6 h 28"/>
                  <a:gd name="T58" fmla="*/ 26 w 39"/>
                  <a:gd name="T59" fmla="*/ 0 h 28"/>
                  <a:gd name="T60" fmla="*/ 18 w 39"/>
                  <a:gd name="T61" fmla="*/ 0 h 28"/>
                  <a:gd name="T62" fmla="*/ 15 w 39"/>
                  <a:gd name="T63" fmla="*/ 0 h 28"/>
                  <a:gd name="T64" fmla="*/ 9 w 39"/>
                  <a:gd name="T65" fmla="*/ 6 h 28"/>
                  <a:gd name="T66" fmla="*/ 7 w 39"/>
                  <a:gd name="T67" fmla="*/ 8 h 28"/>
                  <a:gd name="T68" fmla="*/ 5 w 39"/>
                  <a:gd name="T69" fmla="*/ 10 h 28"/>
                  <a:gd name="T70" fmla="*/ 0 w 39"/>
                  <a:gd name="T71" fmla="*/ 13 h 28"/>
                  <a:gd name="T72" fmla="*/ 1 w 39"/>
                  <a:gd name="T73" fmla="*/ 21 h 28"/>
                  <a:gd name="T74" fmla="*/ 3 w 39"/>
                  <a:gd name="T75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" h="28">
                    <a:moveTo>
                      <a:pt x="3" y="23"/>
                    </a:moveTo>
                    <a:lnTo>
                      <a:pt x="7" y="21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3" y="26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6" y="23"/>
                    </a:lnTo>
                    <a:lnTo>
                      <a:pt x="18" y="26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0" y="21"/>
                    </a:lnTo>
                    <a:lnTo>
                      <a:pt x="20" y="17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8" y="11"/>
                    </a:lnTo>
                    <a:lnTo>
                      <a:pt x="20" y="10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31" y="11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37" y="6"/>
                    </a:lnTo>
                    <a:lnTo>
                      <a:pt x="33" y="6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0" y="13"/>
                    </a:lnTo>
                    <a:lnTo>
                      <a:pt x="1" y="21"/>
                    </a:lnTo>
                    <a:lnTo>
                      <a:pt x="3" y="2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5" name="Freeform 6153">
                <a:extLst>
                  <a:ext uri="{FF2B5EF4-FFF2-40B4-BE49-F238E27FC236}">
                    <a16:creationId xmlns:a16="http://schemas.microsoft.com/office/drawing/2014/main" id="{2F767C78-FEC9-4177-B9BE-52DA4C476D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2" y="1242"/>
                <a:ext cx="13" cy="11"/>
              </a:xfrm>
              <a:custGeom>
                <a:avLst/>
                <a:gdLst>
                  <a:gd name="T0" fmla="*/ 1 w 7"/>
                  <a:gd name="T1" fmla="*/ 5 h 6"/>
                  <a:gd name="T2" fmla="*/ 1 w 7"/>
                  <a:gd name="T3" fmla="*/ 5 h 6"/>
                  <a:gd name="T4" fmla="*/ 2 w 7"/>
                  <a:gd name="T5" fmla="*/ 6 h 6"/>
                  <a:gd name="T6" fmla="*/ 3 w 7"/>
                  <a:gd name="T7" fmla="*/ 6 h 6"/>
                  <a:gd name="T8" fmla="*/ 4 w 7"/>
                  <a:gd name="T9" fmla="*/ 5 h 6"/>
                  <a:gd name="T10" fmla="*/ 5 w 7"/>
                  <a:gd name="T11" fmla="*/ 5 h 6"/>
                  <a:gd name="T12" fmla="*/ 6 w 7"/>
                  <a:gd name="T13" fmla="*/ 4 h 6"/>
                  <a:gd name="T14" fmla="*/ 7 w 7"/>
                  <a:gd name="T15" fmla="*/ 4 h 6"/>
                  <a:gd name="T16" fmla="*/ 6 w 7"/>
                  <a:gd name="T17" fmla="*/ 3 h 6"/>
                  <a:gd name="T18" fmla="*/ 6 w 7"/>
                  <a:gd name="T19" fmla="*/ 1 h 6"/>
                  <a:gd name="T20" fmla="*/ 4 w 7"/>
                  <a:gd name="T21" fmla="*/ 0 h 6"/>
                  <a:gd name="T22" fmla="*/ 3 w 7"/>
                  <a:gd name="T23" fmla="*/ 1 h 6"/>
                  <a:gd name="T24" fmla="*/ 1 w 7"/>
                  <a:gd name="T25" fmla="*/ 1 h 6"/>
                  <a:gd name="T26" fmla="*/ 0 w 7"/>
                  <a:gd name="T27" fmla="*/ 2 h 6"/>
                  <a:gd name="T28" fmla="*/ 0 w 7"/>
                  <a:gd name="T29" fmla="*/ 3 h 6"/>
                  <a:gd name="T30" fmla="*/ 1 w 7"/>
                  <a:gd name="T31" fmla="*/ 4 h 6"/>
                  <a:gd name="T32" fmla="*/ 1 w 7"/>
                  <a:gd name="T3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6" name="Freeform 6154">
                <a:extLst>
                  <a:ext uri="{FF2B5EF4-FFF2-40B4-BE49-F238E27FC236}">
                    <a16:creationId xmlns:a16="http://schemas.microsoft.com/office/drawing/2014/main" id="{B1233370-ADFF-4B66-980D-7848ACB9CAF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07" y="1253"/>
                <a:ext cx="41" cy="56"/>
              </a:xfrm>
              <a:custGeom>
                <a:avLst/>
                <a:gdLst>
                  <a:gd name="T0" fmla="*/ 4 w 22"/>
                  <a:gd name="T1" fmla="*/ 23 h 30"/>
                  <a:gd name="T2" fmla="*/ 6 w 22"/>
                  <a:gd name="T3" fmla="*/ 22 h 30"/>
                  <a:gd name="T4" fmla="*/ 4 w 22"/>
                  <a:gd name="T5" fmla="*/ 24 h 30"/>
                  <a:gd name="T6" fmla="*/ 2 w 22"/>
                  <a:gd name="T7" fmla="*/ 26 h 30"/>
                  <a:gd name="T8" fmla="*/ 5 w 22"/>
                  <a:gd name="T9" fmla="*/ 28 h 30"/>
                  <a:gd name="T10" fmla="*/ 9 w 22"/>
                  <a:gd name="T11" fmla="*/ 28 h 30"/>
                  <a:gd name="T12" fmla="*/ 12 w 22"/>
                  <a:gd name="T13" fmla="*/ 30 h 30"/>
                  <a:gd name="T14" fmla="*/ 15 w 22"/>
                  <a:gd name="T15" fmla="*/ 30 h 30"/>
                  <a:gd name="T16" fmla="*/ 15 w 22"/>
                  <a:gd name="T17" fmla="*/ 26 h 30"/>
                  <a:gd name="T18" fmla="*/ 17 w 22"/>
                  <a:gd name="T19" fmla="*/ 27 h 30"/>
                  <a:gd name="T20" fmla="*/ 18 w 22"/>
                  <a:gd name="T21" fmla="*/ 23 h 30"/>
                  <a:gd name="T22" fmla="*/ 22 w 22"/>
                  <a:gd name="T23" fmla="*/ 23 h 30"/>
                  <a:gd name="T24" fmla="*/ 22 w 22"/>
                  <a:gd name="T25" fmla="*/ 20 h 30"/>
                  <a:gd name="T26" fmla="*/ 19 w 22"/>
                  <a:gd name="T27" fmla="*/ 19 h 30"/>
                  <a:gd name="T28" fmla="*/ 18 w 22"/>
                  <a:gd name="T29" fmla="*/ 20 h 30"/>
                  <a:gd name="T30" fmla="*/ 20 w 22"/>
                  <a:gd name="T31" fmla="*/ 18 h 30"/>
                  <a:gd name="T32" fmla="*/ 18 w 22"/>
                  <a:gd name="T33" fmla="*/ 14 h 30"/>
                  <a:gd name="T34" fmla="*/ 15 w 22"/>
                  <a:gd name="T35" fmla="*/ 15 h 30"/>
                  <a:gd name="T36" fmla="*/ 17 w 22"/>
                  <a:gd name="T37" fmla="*/ 18 h 30"/>
                  <a:gd name="T38" fmla="*/ 12 w 22"/>
                  <a:gd name="T39" fmla="*/ 16 h 30"/>
                  <a:gd name="T40" fmla="*/ 15 w 22"/>
                  <a:gd name="T41" fmla="*/ 14 h 30"/>
                  <a:gd name="T42" fmla="*/ 14 w 22"/>
                  <a:gd name="T43" fmla="*/ 10 h 30"/>
                  <a:gd name="T44" fmla="*/ 12 w 22"/>
                  <a:gd name="T45" fmla="*/ 8 h 30"/>
                  <a:gd name="T46" fmla="*/ 14 w 22"/>
                  <a:gd name="T47" fmla="*/ 6 h 30"/>
                  <a:gd name="T48" fmla="*/ 13 w 22"/>
                  <a:gd name="T49" fmla="*/ 3 h 30"/>
                  <a:gd name="T50" fmla="*/ 13 w 22"/>
                  <a:gd name="T51" fmla="*/ 2 h 30"/>
                  <a:gd name="T52" fmla="*/ 11 w 22"/>
                  <a:gd name="T53" fmla="*/ 3 h 30"/>
                  <a:gd name="T54" fmla="*/ 8 w 22"/>
                  <a:gd name="T55" fmla="*/ 4 h 30"/>
                  <a:gd name="T56" fmla="*/ 7 w 22"/>
                  <a:gd name="T57" fmla="*/ 7 h 30"/>
                  <a:gd name="T58" fmla="*/ 10 w 22"/>
                  <a:gd name="T59" fmla="*/ 8 h 30"/>
                  <a:gd name="T60" fmla="*/ 9 w 22"/>
                  <a:gd name="T61" fmla="*/ 8 h 30"/>
                  <a:gd name="T62" fmla="*/ 5 w 22"/>
                  <a:gd name="T63" fmla="*/ 11 h 30"/>
                  <a:gd name="T64" fmla="*/ 8 w 22"/>
                  <a:gd name="T65" fmla="*/ 13 h 30"/>
                  <a:gd name="T66" fmla="*/ 3 w 22"/>
                  <a:gd name="T67" fmla="*/ 15 h 30"/>
                  <a:gd name="T68" fmla="*/ 7 w 22"/>
                  <a:gd name="T69" fmla="*/ 17 h 30"/>
                  <a:gd name="T70" fmla="*/ 10 w 22"/>
                  <a:gd name="T71" fmla="*/ 18 h 30"/>
                  <a:gd name="T72" fmla="*/ 15 w 22"/>
                  <a:gd name="T73" fmla="*/ 22 h 30"/>
                  <a:gd name="T74" fmla="*/ 10 w 22"/>
                  <a:gd name="T75" fmla="*/ 19 h 30"/>
                  <a:gd name="T76" fmla="*/ 6 w 22"/>
                  <a:gd name="T77" fmla="*/ 18 h 30"/>
                  <a:gd name="T78" fmla="*/ 1 w 22"/>
                  <a:gd name="T79" fmla="*/ 20 h 30"/>
                  <a:gd name="T80" fmla="*/ 18 w 22"/>
                  <a:gd name="T81" fmla="*/ 23 h 30"/>
                  <a:gd name="T82" fmla="*/ 10 w 22"/>
                  <a:gd name="T83" fmla="*/ 15 h 30"/>
                  <a:gd name="T84" fmla="*/ 12 w 22"/>
                  <a:gd name="T85" fmla="*/ 13 h 30"/>
                  <a:gd name="T86" fmla="*/ 12 w 22"/>
                  <a:gd name="T87" fmla="*/ 12 h 30"/>
                  <a:gd name="T88" fmla="*/ 11 w 22"/>
                  <a:gd name="T89" fmla="*/ 26 h 30"/>
                  <a:gd name="T90" fmla="*/ 11 w 22"/>
                  <a:gd name="T91" fmla="*/ 26 h 30"/>
                  <a:gd name="T92" fmla="*/ 9 w 22"/>
                  <a:gd name="T93" fmla="*/ 25 h 30"/>
                  <a:gd name="T94" fmla="*/ 8 w 22"/>
                  <a:gd name="T95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30">
                    <a:moveTo>
                      <a:pt x="0" y="21"/>
                    </a:moveTo>
                    <a:cubicBezTo>
                      <a:pt x="2" y="22"/>
                      <a:pt x="2" y="22"/>
                      <a:pt x="2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lnTo>
                      <a:pt x="0" y="21"/>
                    </a:lnTo>
                    <a:close/>
                    <a:moveTo>
                      <a:pt x="18" y="22"/>
                    </a:move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2"/>
                      <a:pt x="17" y="22"/>
                      <a:pt x="17" y="22"/>
                    </a:cubicBezTo>
                    <a:lnTo>
                      <a:pt x="18" y="22"/>
                    </a:lnTo>
                    <a:close/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lose/>
                    <a:moveTo>
                      <a:pt x="12" y="13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11" y="26"/>
                    </a:moveTo>
                    <a:cubicBezTo>
                      <a:pt x="11" y="26"/>
                      <a:pt x="11" y="26"/>
                      <a:pt x="11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5"/>
                      <a:pt x="10" y="25"/>
                      <a:pt x="10" y="25"/>
                    </a:cubicBezTo>
                    <a:lnTo>
                      <a:pt x="11" y="26"/>
                    </a:lnTo>
                    <a:close/>
                    <a:moveTo>
                      <a:pt x="8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4"/>
                      <a:pt x="7" y="24"/>
                      <a:pt x="7" y="24"/>
                    </a:cubicBezTo>
                    <a:lnTo>
                      <a:pt x="8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7" name="Freeform 6155">
                <a:extLst>
                  <a:ext uri="{FF2B5EF4-FFF2-40B4-BE49-F238E27FC236}">
                    <a16:creationId xmlns:a16="http://schemas.microsoft.com/office/drawing/2014/main" id="{0DFAE647-6304-4163-BD13-5628559A09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06" y="1630"/>
                <a:ext cx="13" cy="15"/>
              </a:xfrm>
              <a:custGeom>
                <a:avLst/>
                <a:gdLst>
                  <a:gd name="T0" fmla="*/ 13 w 13"/>
                  <a:gd name="T1" fmla="*/ 3 h 15"/>
                  <a:gd name="T2" fmla="*/ 9 w 13"/>
                  <a:gd name="T3" fmla="*/ 3 h 15"/>
                  <a:gd name="T4" fmla="*/ 9 w 13"/>
                  <a:gd name="T5" fmla="*/ 2 h 15"/>
                  <a:gd name="T6" fmla="*/ 5 w 13"/>
                  <a:gd name="T7" fmla="*/ 0 h 15"/>
                  <a:gd name="T8" fmla="*/ 1 w 13"/>
                  <a:gd name="T9" fmla="*/ 0 h 15"/>
                  <a:gd name="T10" fmla="*/ 0 w 13"/>
                  <a:gd name="T11" fmla="*/ 3 h 15"/>
                  <a:gd name="T12" fmla="*/ 0 w 13"/>
                  <a:gd name="T13" fmla="*/ 5 h 15"/>
                  <a:gd name="T14" fmla="*/ 3 w 13"/>
                  <a:gd name="T15" fmla="*/ 7 h 15"/>
                  <a:gd name="T16" fmla="*/ 3 w 13"/>
                  <a:gd name="T17" fmla="*/ 7 h 15"/>
                  <a:gd name="T18" fmla="*/ 5 w 13"/>
                  <a:gd name="T19" fmla="*/ 7 h 15"/>
                  <a:gd name="T20" fmla="*/ 5 w 13"/>
                  <a:gd name="T21" fmla="*/ 9 h 15"/>
                  <a:gd name="T22" fmla="*/ 7 w 13"/>
                  <a:gd name="T23" fmla="*/ 11 h 15"/>
                  <a:gd name="T24" fmla="*/ 11 w 13"/>
                  <a:gd name="T25" fmla="*/ 13 h 15"/>
                  <a:gd name="T26" fmla="*/ 13 w 13"/>
                  <a:gd name="T27" fmla="*/ 15 h 15"/>
                  <a:gd name="T28" fmla="*/ 13 w 13"/>
                  <a:gd name="T29" fmla="*/ 11 h 15"/>
                  <a:gd name="T30" fmla="*/ 13 w 13"/>
                  <a:gd name="T31" fmla="*/ 9 h 15"/>
                  <a:gd name="T32" fmla="*/ 13 w 13"/>
                  <a:gd name="T33" fmla="*/ 7 h 15"/>
                  <a:gd name="T34" fmla="*/ 13 w 13"/>
                  <a:gd name="T3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5">
                    <a:moveTo>
                      <a:pt x="13" y="3"/>
                    </a:moveTo>
                    <a:lnTo>
                      <a:pt x="9" y="3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8" name="Freeform 6156">
                <a:extLst>
                  <a:ext uri="{FF2B5EF4-FFF2-40B4-BE49-F238E27FC236}">
                    <a16:creationId xmlns:a16="http://schemas.microsoft.com/office/drawing/2014/main" id="{986105DD-7247-49D0-BFA2-A6CC0865D0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23" y="1311"/>
                <a:ext cx="15" cy="7"/>
              </a:xfrm>
              <a:custGeom>
                <a:avLst/>
                <a:gdLst>
                  <a:gd name="T0" fmla="*/ 5 w 15"/>
                  <a:gd name="T1" fmla="*/ 2 h 7"/>
                  <a:gd name="T2" fmla="*/ 4 w 15"/>
                  <a:gd name="T3" fmla="*/ 0 h 7"/>
                  <a:gd name="T4" fmla="*/ 2 w 15"/>
                  <a:gd name="T5" fmla="*/ 0 h 7"/>
                  <a:gd name="T6" fmla="*/ 0 w 15"/>
                  <a:gd name="T7" fmla="*/ 4 h 7"/>
                  <a:gd name="T8" fmla="*/ 2 w 15"/>
                  <a:gd name="T9" fmla="*/ 6 h 7"/>
                  <a:gd name="T10" fmla="*/ 5 w 15"/>
                  <a:gd name="T11" fmla="*/ 6 h 7"/>
                  <a:gd name="T12" fmla="*/ 7 w 15"/>
                  <a:gd name="T13" fmla="*/ 7 h 7"/>
                  <a:gd name="T14" fmla="*/ 9 w 15"/>
                  <a:gd name="T15" fmla="*/ 7 h 7"/>
                  <a:gd name="T16" fmla="*/ 13 w 15"/>
                  <a:gd name="T17" fmla="*/ 6 h 7"/>
                  <a:gd name="T18" fmla="*/ 15 w 15"/>
                  <a:gd name="T19" fmla="*/ 2 h 7"/>
                  <a:gd name="T20" fmla="*/ 11 w 15"/>
                  <a:gd name="T21" fmla="*/ 2 h 7"/>
                  <a:gd name="T22" fmla="*/ 7 w 15"/>
                  <a:gd name="T23" fmla="*/ 2 h 7"/>
                  <a:gd name="T24" fmla="*/ 5 w 15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7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3" y="6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19" name="Freeform 6157">
                <a:extLst>
                  <a:ext uri="{FF2B5EF4-FFF2-40B4-BE49-F238E27FC236}">
                    <a16:creationId xmlns:a16="http://schemas.microsoft.com/office/drawing/2014/main" id="{831F66F5-F739-472F-B57F-78D987570A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17" y="1249"/>
                <a:ext cx="15" cy="10"/>
              </a:xfrm>
              <a:custGeom>
                <a:avLst/>
                <a:gdLst>
                  <a:gd name="T0" fmla="*/ 1 w 8"/>
                  <a:gd name="T1" fmla="*/ 5 h 5"/>
                  <a:gd name="T2" fmla="*/ 2 w 8"/>
                  <a:gd name="T3" fmla="*/ 5 h 5"/>
                  <a:gd name="T4" fmla="*/ 5 w 8"/>
                  <a:gd name="T5" fmla="*/ 5 h 5"/>
                  <a:gd name="T6" fmla="*/ 7 w 8"/>
                  <a:gd name="T7" fmla="*/ 4 h 5"/>
                  <a:gd name="T8" fmla="*/ 8 w 8"/>
                  <a:gd name="T9" fmla="*/ 3 h 5"/>
                  <a:gd name="T10" fmla="*/ 7 w 8"/>
                  <a:gd name="T11" fmla="*/ 1 h 5"/>
                  <a:gd name="T12" fmla="*/ 5 w 8"/>
                  <a:gd name="T13" fmla="*/ 0 h 5"/>
                  <a:gd name="T14" fmla="*/ 2 w 8"/>
                  <a:gd name="T15" fmla="*/ 0 h 5"/>
                  <a:gd name="T16" fmla="*/ 0 w 8"/>
                  <a:gd name="T17" fmla="*/ 2 h 5"/>
                  <a:gd name="T18" fmla="*/ 0 w 8"/>
                  <a:gd name="T19" fmla="*/ 4 h 5"/>
                  <a:gd name="T20" fmla="*/ 1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0" name="Freeform 6158">
                <a:extLst>
                  <a:ext uri="{FF2B5EF4-FFF2-40B4-BE49-F238E27FC236}">
                    <a16:creationId xmlns:a16="http://schemas.microsoft.com/office/drawing/2014/main" id="{93BBBC40-A05D-4D14-9AB0-F2DA96CD760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089" y="1423"/>
                <a:ext cx="126" cy="231"/>
              </a:xfrm>
              <a:custGeom>
                <a:avLst/>
                <a:gdLst>
                  <a:gd name="T0" fmla="*/ 8 w 68"/>
                  <a:gd name="T1" fmla="*/ 52 h 124"/>
                  <a:gd name="T2" fmla="*/ 11 w 68"/>
                  <a:gd name="T3" fmla="*/ 58 h 124"/>
                  <a:gd name="T4" fmla="*/ 8 w 68"/>
                  <a:gd name="T5" fmla="*/ 61 h 124"/>
                  <a:gd name="T6" fmla="*/ 8 w 68"/>
                  <a:gd name="T7" fmla="*/ 64 h 124"/>
                  <a:gd name="T8" fmla="*/ 7 w 68"/>
                  <a:gd name="T9" fmla="*/ 68 h 124"/>
                  <a:gd name="T10" fmla="*/ 5 w 68"/>
                  <a:gd name="T11" fmla="*/ 71 h 124"/>
                  <a:gd name="T12" fmla="*/ 8 w 68"/>
                  <a:gd name="T13" fmla="*/ 74 h 124"/>
                  <a:gd name="T14" fmla="*/ 8 w 68"/>
                  <a:gd name="T15" fmla="*/ 77 h 124"/>
                  <a:gd name="T16" fmla="*/ 8 w 68"/>
                  <a:gd name="T17" fmla="*/ 79 h 124"/>
                  <a:gd name="T18" fmla="*/ 5 w 68"/>
                  <a:gd name="T19" fmla="*/ 86 h 124"/>
                  <a:gd name="T20" fmla="*/ 3 w 68"/>
                  <a:gd name="T21" fmla="*/ 87 h 124"/>
                  <a:gd name="T22" fmla="*/ 5 w 68"/>
                  <a:gd name="T23" fmla="*/ 92 h 124"/>
                  <a:gd name="T24" fmla="*/ 7 w 68"/>
                  <a:gd name="T25" fmla="*/ 96 h 124"/>
                  <a:gd name="T26" fmla="*/ 4 w 68"/>
                  <a:gd name="T27" fmla="*/ 99 h 124"/>
                  <a:gd name="T28" fmla="*/ 1 w 68"/>
                  <a:gd name="T29" fmla="*/ 104 h 124"/>
                  <a:gd name="T30" fmla="*/ 5 w 68"/>
                  <a:gd name="T31" fmla="*/ 112 h 124"/>
                  <a:gd name="T32" fmla="*/ 11 w 68"/>
                  <a:gd name="T33" fmla="*/ 111 h 124"/>
                  <a:gd name="T34" fmla="*/ 18 w 68"/>
                  <a:gd name="T35" fmla="*/ 114 h 124"/>
                  <a:gd name="T36" fmla="*/ 18 w 68"/>
                  <a:gd name="T37" fmla="*/ 117 h 124"/>
                  <a:gd name="T38" fmla="*/ 22 w 68"/>
                  <a:gd name="T39" fmla="*/ 121 h 124"/>
                  <a:gd name="T40" fmla="*/ 28 w 68"/>
                  <a:gd name="T41" fmla="*/ 124 h 124"/>
                  <a:gd name="T42" fmla="*/ 33 w 68"/>
                  <a:gd name="T43" fmla="*/ 123 h 124"/>
                  <a:gd name="T44" fmla="*/ 37 w 68"/>
                  <a:gd name="T45" fmla="*/ 122 h 124"/>
                  <a:gd name="T46" fmla="*/ 38 w 68"/>
                  <a:gd name="T47" fmla="*/ 124 h 124"/>
                  <a:gd name="T48" fmla="*/ 42 w 68"/>
                  <a:gd name="T49" fmla="*/ 119 h 124"/>
                  <a:gd name="T50" fmla="*/ 38 w 68"/>
                  <a:gd name="T51" fmla="*/ 116 h 124"/>
                  <a:gd name="T52" fmla="*/ 31 w 68"/>
                  <a:gd name="T53" fmla="*/ 111 h 124"/>
                  <a:gd name="T54" fmla="*/ 24 w 68"/>
                  <a:gd name="T55" fmla="*/ 96 h 124"/>
                  <a:gd name="T56" fmla="*/ 23 w 68"/>
                  <a:gd name="T57" fmla="*/ 86 h 124"/>
                  <a:gd name="T58" fmla="*/ 24 w 68"/>
                  <a:gd name="T59" fmla="*/ 79 h 124"/>
                  <a:gd name="T60" fmla="*/ 26 w 68"/>
                  <a:gd name="T61" fmla="*/ 75 h 124"/>
                  <a:gd name="T62" fmla="*/ 27 w 68"/>
                  <a:gd name="T63" fmla="*/ 70 h 124"/>
                  <a:gd name="T64" fmla="*/ 29 w 68"/>
                  <a:gd name="T65" fmla="*/ 64 h 124"/>
                  <a:gd name="T66" fmla="*/ 29 w 68"/>
                  <a:gd name="T67" fmla="*/ 58 h 124"/>
                  <a:gd name="T68" fmla="*/ 29 w 68"/>
                  <a:gd name="T69" fmla="*/ 53 h 124"/>
                  <a:gd name="T70" fmla="*/ 33 w 68"/>
                  <a:gd name="T71" fmla="*/ 54 h 124"/>
                  <a:gd name="T72" fmla="*/ 36 w 68"/>
                  <a:gd name="T73" fmla="*/ 49 h 124"/>
                  <a:gd name="T74" fmla="*/ 38 w 68"/>
                  <a:gd name="T75" fmla="*/ 44 h 124"/>
                  <a:gd name="T76" fmla="*/ 44 w 68"/>
                  <a:gd name="T77" fmla="*/ 36 h 124"/>
                  <a:gd name="T78" fmla="*/ 53 w 68"/>
                  <a:gd name="T79" fmla="*/ 26 h 124"/>
                  <a:gd name="T80" fmla="*/ 62 w 68"/>
                  <a:gd name="T81" fmla="*/ 20 h 124"/>
                  <a:gd name="T82" fmla="*/ 67 w 68"/>
                  <a:gd name="T83" fmla="*/ 15 h 124"/>
                  <a:gd name="T84" fmla="*/ 67 w 68"/>
                  <a:gd name="T85" fmla="*/ 9 h 124"/>
                  <a:gd name="T86" fmla="*/ 64 w 68"/>
                  <a:gd name="T87" fmla="*/ 4 h 124"/>
                  <a:gd name="T88" fmla="*/ 61 w 68"/>
                  <a:gd name="T89" fmla="*/ 0 h 124"/>
                  <a:gd name="T90" fmla="*/ 53 w 68"/>
                  <a:gd name="T91" fmla="*/ 3 h 124"/>
                  <a:gd name="T92" fmla="*/ 49 w 68"/>
                  <a:gd name="T93" fmla="*/ 7 h 124"/>
                  <a:gd name="T94" fmla="*/ 48 w 68"/>
                  <a:gd name="T95" fmla="*/ 11 h 124"/>
                  <a:gd name="T96" fmla="*/ 43 w 68"/>
                  <a:gd name="T97" fmla="*/ 16 h 124"/>
                  <a:gd name="T98" fmla="*/ 38 w 68"/>
                  <a:gd name="T99" fmla="*/ 19 h 124"/>
                  <a:gd name="T100" fmla="*/ 35 w 68"/>
                  <a:gd name="T101" fmla="*/ 20 h 124"/>
                  <a:gd name="T102" fmla="*/ 28 w 68"/>
                  <a:gd name="T103" fmla="*/ 21 h 124"/>
                  <a:gd name="T104" fmla="*/ 24 w 68"/>
                  <a:gd name="T105" fmla="*/ 25 h 124"/>
                  <a:gd name="T106" fmla="*/ 21 w 68"/>
                  <a:gd name="T107" fmla="*/ 29 h 124"/>
                  <a:gd name="T108" fmla="*/ 17 w 68"/>
                  <a:gd name="T109" fmla="*/ 29 h 124"/>
                  <a:gd name="T110" fmla="*/ 17 w 68"/>
                  <a:gd name="T111" fmla="*/ 35 h 124"/>
                  <a:gd name="T112" fmla="*/ 15 w 68"/>
                  <a:gd name="T113" fmla="*/ 41 h 124"/>
                  <a:gd name="T114" fmla="*/ 17 w 68"/>
                  <a:gd name="T115" fmla="*/ 42 h 124"/>
                  <a:gd name="T116" fmla="*/ 11 w 68"/>
                  <a:gd name="T117" fmla="*/ 44 h 124"/>
                  <a:gd name="T118" fmla="*/ 8 w 68"/>
                  <a:gd name="T119" fmla="*/ 46 h 124"/>
                  <a:gd name="T120" fmla="*/ 20 w 68"/>
                  <a:gd name="T121" fmla="*/ 78 h 124"/>
                  <a:gd name="T122" fmla="*/ 20 w 68"/>
                  <a:gd name="T123" fmla="*/ 31 h 124"/>
                  <a:gd name="T124" fmla="*/ 19 w 68"/>
                  <a:gd name="T125" fmla="*/ 3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124">
                    <a:moveTo>
                      <a:pt x="6" y="49"/>
                    </a:moveTo>
                    <a:cubicBezTo>
                      <a:pt x="8" y="50"/>
                      <a:pt x="8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3" y="110"/>
                      <a:pt x="3" y="110"/>
                      <a:pt x="3" y="110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9"/>
                      <a:pt x="17" y="119"/>
                      <a:pt x="17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20" y="120"/>
                      <a:pt x="20" y="120"/>
                      <a:pt x="20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6" y="122"/>
                      <a:pt x="26" y="122"/>
                      <a:pt x="26" y="122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2"/>
                      <a:pt x="33" y="122"/>
                      <a:pt x="33" y="122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2" y="111"/>
                      <a:pt x="32" y="111"/>
                      <a:pt x="32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27" y="105"/>
                      <a:pt x="27" y="105"/>
                      <a:pt x="27" y="105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lnTo>
                      <a:pt x="6" y="49"/>
                    </a:lnTo>
                    <a:close/>
                    <a:moveTo>
                      <a:pt x="20" y="78"/>
                    </a:moveTo>
                    <a:cubicBezTo>
                      <a:pt x="19" y="78"/>
                      <a:pt x="19" y="78"/>
                      <a:pt x="19" y="78"/>
                    </a:cubicBezTo>
                    <a:cubicBezTo>
                      <a:pt x="20" y="78"/>
                      <a:pt x="20" y="78"/>
                      <a:pt x="20" y="78"/>
                    </a:cubicBezTo>
                    <a:cubicBezTo>
                      <a:pt x="21" y="78"/>
                      <a:pt x="21" y="78"/>
                      <a:pt x="21" y="78"/>
                    </a:cubicBezTo>
                    <a:lnTo>
                      <a:pt x="20" y="78"/>
                    </a:lnTo>
                    <a:close/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19" y="31"/>
                      <a:pt x="19" y="31"/>
                      <a:pt x="19" y="31"/>
                    </a:cubicBezTo>
                    <a:lnTo>
                      <a:pt x="20" y="31"/>
                    </a:lnTo>
                    <a:close/>
                    <a:moveTo>
                      <a:pt x="19" y="31"/>
                    </a:move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1" name="Freeform 6159">
                <a:extLst>
                  <a:ext uri="{FF2B5EF4-FFF2-40B4-BE49-F238E27FC236}">
                    <a16:creationId xmlns:a16="http://schemas.microsoft.com/office/drawing/2014/main" id="{0CA8232D-9DCD-4707-91C4-2CB38249DF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55" y="1276"/>
                <a:ext cx="28" cy="37"/>
              </a:xfrm>
              <a:custGeom>
                <a:avLst/>
                <a:gdLst>
                  <a:gd name="T0" fmla="*/ 6 w 28"/>
                  <a:gd name="T1" fmla="*/ 11 h 37"/>
                  <a:gd name="T2" fmla="*/ 10 w 28"/>
                  <a:gd name="T3" fmla="*/ 13 h 37"/>
                  <a:gd name="T4" fmla="*/ 12 w 28"/>
                  <a:gd name="T5" fmla="*/ 11 h 37"/>
                  <a:gd name="T6" fmla="*/ 10 w 28"/>
                  <a:gd name="T7" fmla="*/ 14 h 37"/>
                  <a:gd name="T8" fmla="*/ 8 w 28"/>
                  <a:gd name="T9" fmla="*/ 14 h 37"/>
                  <a:gd name="T10" fmla="*/ 6 w 28"/>
                  <a:gd name="T11" fmla="*/ 13 h 37"/>
                  <a:gd name="T12" fmla="*/ 2 w 28"/>
                  <a:gd name="T13" fmla="*/ 14 h 37"/>
                  <a:gd name="T14" fmla="*/ 2 w 28"/>
                  <a:gd name="T15" fmla="*/ 16 h 37"/>
                  <a:gd name="T16" fmla="*/ 4 w 28"/>
                  <a:gd name="T17" fmla="*/ 20 h 37"/>
                  <a:gd name="T18" fmla="*/ 4 w 28"/>
                  <a:gd name="T19" fmla="*/ 27 h 37"/>
                  <a:gd name="T20" fmla="*/ 6 w 28"/>
                  <a:gd name="T21" fmla="*/ 31 h 37"/>
                  <a:gd name="T22" fmla="*/ 10 w 28"/>
                  <a:gd name="T23" fmla="*/ 37 h 37"/>
                  <a:gd name="T24" fmla="*/ 12 w 28"/>
                  <a:gd name="T25" fmla="*/ 37 h 37"/>
                  <a:gd name="T26" fmla="*/ 17 w 28"/>
                  <a:gd name="T27" fmla="*/ 35 h 37"/>
                  <a:gd name="T28" fmla="*/ 21 w 28"/>
                  <a:gd name="T29" fmla="*/ 35 h 37"/>
                  <a:gd name="T30" fmla="*/ 23 w 28"/>
                  <a:gd name="T31" fmla="*/ 33 h 37"/>
                  <a:gd name="T32" fmla="*/ 28 w 28"/>
                  <a:gd name="T33" fmla="*/ 31 h 37"/>
                  <a:gd name="T34" fmla="*/ 28 w 28"/>
                  <a:gd name="T35" fmla="*/ 29 h 37"/>
                  <a:gd name="T36" fmla="*/ 25 w 28"/>
                  <a:gd name="T37" fmla="*/ 27 h 37"/>
                  <a:gd name="T38" fmla="*/ 23 w 28"/>
                  <a:gd name="T39" fmla="*/ 24 h 37"/>
                  <a:gd name="T40" fmla="*/ 21 w 28"/>
                  <a:gd name="T41" fmla="*/ 22 h 37"/>
                  <a:gd name="T42" fmla="*/ 19 w 28"/>
                  <a:gd name="T43" fmla="*/ 20 h 37"/>
                  <a:gd name="T44" fmla="*/ 19 w 28"/>
                  <a:gd name="T45" fmla="*/ 18 h 37"/>
                  <a:gd name="T46" fmla="*/ 21 w 28"/>
                  <a:gd name="T47" fmla="*/ 18 h 37"/>
                  <a:gd name="T48" fmla="*/ 25 w 28"/>
                  <a:gd name="T49" fmla="*/ 18 h 37"/>
                  <a:gd name="T50" fmla="*/ 28 w 28"/>
                  <a:gd name="T51" fmla="*/ 16 h 37"/>
                  <a:gd name="T52" fmla="*/ 28 w 28"/>
                  <a:gd name="T53" fmla="*/ 13 h 37"/>
                  <a:gd name="T54" fmla="*/ 25 w 28"/>
                  <a:gd name="T55" fmla="*/ 9 h 37"/>
                  <a:gd name="T56" fmla="*/ 23 w 28"/>
                  <a:gd name="T57" fmla="*/ 9 h 37"/>
                  <a:gd name="T58" fmla="*/ 21 w 28"/>
                  <a:gd name="T59" fmla="*/ 3 h 37"/>
                  <a:gd name="T60" fmla="*/ 17 w 28"/>
                  <a:gd name="T61" fmla="*/ 7 h 37"/>
                  <a:gd name="T62" fmla="*/ 17 w 28"/>
                  <a:gd name="T63" fmla="*/ 9 h 37"/>
                  <a:gd name="T64" fmla="*/ 17 w 28"/>
                  <a:gd name="T65" fmla="*/ 11 h 37"/>
                  <a:gd name="T66" fmla="*/ 15 w 28"/>
                  <a:gd name="T67" fmla="*/ 11 h 37"/>
                  <a:gd name="T68" fmla="*/ 13 w 28"/>
                  <a:gd name="T69" fmla="*/ 11 h 37"/>
                  <a:gd name="T70" fmla="*/ 15 w 28"/>
                  <a:gd name="T71" fmla="*/ 7 h 37"/>
                  <a:gd name="T72" fmla="*/ 17 w 28"/>
                  <a:gd name="T73" fmla="*/ 7 h 37"/>
                  <a:gd name="T74" fmla="*/ 17 w 28"/>
                  <a:gd name="T75" fmla="*/ 3 h 37"/>
                  <a:gd name="T76" fmla="*/ 15 w 28"/>
                  <a:gd name="T77" fmla="*/ 1 h 37"/>
                  <a:gd name="T78" fmla="*/ 13 w 28"/>
                  <a:gd name="T79" fmla="*/ 0 h 37"/>
                  <a:gd name="T80" fmla="*/ 10 w 28"/>
                  <a:gd name="T81" fmla="*/ 0 h 37"/>
                  <a:gd name="T82" fmla="*/ 6 w 28"/>
                  <a:gd name="T83" fmla="*/ 1 h 37"/>
                  <a:gd name="T84" fmla="*/ 2 w 28"/>
                  <a:gd name="T85" fmla="*/ 3 h 37"/>
                  <a:gd name="T86" fmla="*/ 0 w 28"/>
                  <a:gd name="T87" fmla="*/ 5 h 37"/>
                  <a:gd name="T88" fmla="*/ 2 w 28"/>
                  <a:gd name="T89" fmla="*/ 9 h 37"/>
                  <a:gd name="T90" fmla="*/ 6 w 28"/>
                  <a:gd name="T91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7">
                    <a:moveTo>
                      <a:pt x="6" y="11"/>
                    </a:moveTo>
                    <a:lnTo>
                      <a:pt x="10" y="13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4" y="20"/>
                    </a:lnTo>
                    <a:lnTo>
                      <a:pt x="4" y="27"/>
                    </a:lnTo>
                    <a:lnTo>
                      <a:pt x="6" y="31"/>
                    </a:lnTo>
                    <a:lnTo>
                      <a:pt x="10" y="37"/>
                    </a:lnTo>
                    <a:lnTo>
                      <a:pt x="12" y="37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3" y="33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5" y="27"/>
                    </a:lnTo>
                    <a:lnTo>
                      <a:pt x="23" y="24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9" y="18"/>
                    </a:lnTo>
                    <a:lnTo>
                      <a:pt x="21" y="18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28" y="13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2" name="Freeform 6160">
                <a:extLst>
                  <a:ext uri="{FF2B5EF4-FFF2-40B4-BE49-F238E27FC236}">
                    <a16:creationId xmlns:a16="http://schemas.microsoft.com/office/drawing/2014/main" id="{F0505771-81C9-4D75-922A-9EA90AE523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6" y="1525"/>
                <a:ext cx="11" cy="12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12 h 12"/>
                  <a:gd name="T4" fmla="*/ 4 w 11"/>
                  <a:gd name="T5" fmla="*/ 8 h 12"/>
                  <a:gd name="T6" fmla="*/ 6 w 11"/>
                  <a:gd name="T7" fmla="*/ 8 h 12"/>
                  <a:gd name="T8" fmla="*/ 9 w 11"/>
                  <a:gd name="T9" fmla="*/ 6 h 12"/>
                  <a:gd name="T10" fmla="*/ 9 w 11"/>
                  <a:gd name="T11" fmla="*/ 4 h 12"/>
                  <a:gd name="T12" fmla="*/ 9 w 11"/>
                  <a:gd name="T13" fmla="*/ 2 h 12"/>
                  <a:gd name="T14" fmla="*/ 11 w 11"/>
                  <a:gd name="T15" fmla="*/ 2 h 12"/>
                  <a:gd name="T16" fmla="*/ 9 w 11"/>
                  <a:gd name="T17" fmla="*/ 0 h 12"/>
                  <a:gd name="T18" fmla="*/ 6 w 11"/>
                  <a:gd name="T19" fmla="*/ 0 h 12"/>
                  <a:gd name="T20" fmla="*/ 2 w 11"/>
                  <a:gd name="T21" fmla="*/ 2 h 12"/>
                  <a:gd name="T22" fmla="*/ 0 w 11"/>
                  <a:gd name="T2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12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3" name="Freeform 6161">
                <a:extLst>
                  <a:ext uri="{FF2B5EF4-FFF2-40B4-BE49-F238E27FC236}">
                    <a16:creationId xmlns:a16="http://schemas.microsoft.com/office/drawing/2014/main" id="{A881D388-3EF1-418A-A788-CC52795819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27" y="1535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2 h 5"/>
                  <a:gd name="T6" fmla="*/ 8 w 11"/>
                  <a:gd name="T7" fmla="*/ 2 h 5"/>
                  <a:gd name="T8" fmla="*/ 4 w 11"/>
                  <a:gd name="T9" fmla="*/ 0 h 5"/>
                  <a:gd name="T10" fmla="*/ 0 w 11"/>
                  <a:gd name="T11" fmla="*/ 2 h 5"/>
                  <a:gd name="T12" fmla="*/ 4 w 11"/>
                  <a:gd name="T13" fmla="*/ 5 h 5"/>
                  <a:gd name="T14" fmla="*/ 9 w 11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4" name="Freeform 6162">
                <a:extLst>
                  <a:ext uri="{FF2B5EF4-FFF2-40B4-BE49-F238E27FC236}">
                    <a16:creationId xmlns:a16="http://schemas.microsoft.com/office/drawing/2014/main" id="{45BF5A80-2950-41CA-AB5C-2859EDD6F2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66" y="1535"/>
                <a:ext cx="20" cy="22"/>
              </a:xfrm>
              <a:custGeom>
                <a:avLst/>
                <a:gdLst>
                  <a:gd name="T0" fmla="*/ 2 w 20"/>
                  <a:gd name="T1" fmla="*/ 13 h 22"/>
                  <a:gd name="T2" fmla="*/ 2 w 20"/>
                  <a:gd name="T3" fmla="*/ 15 h 22"/>
                  <a:gd name="T4" fmla="*/ 2 w 20"/>
                  <a:gd name="T5" fmla="*/ 18 h 22"/>
                  <a:gd name="T6" fmla="*/ 5 w 20"/>
                  <a:gd name="T7" fmla="*/ 20 h 22"/>
                  <a:gd name="T8" fmla="*/ 7 w 20"/>
                  <a:gd name="T9" fmla="*/ 22 h 22"/>
                  <a:gd name="T10" fmla="*/ 7 w 20"/>
                  <a:gd name="T11" fmla="*/ 18 h 22"/>
                  <a:gd name="T12" fmla="*/ 7 w 20"/>
                  <a:gd name="T13" fmla="*/ 18 h 22"/>
                  <a:gd name="T14" fmla="*/ 7 w 20"/>
                  <a:gd name="T15" fmla="*/ 20 h 22"/>
                  <a:gd name="T16" fmla="*/ 9 w 20"/>
                  <a:gd name="T17" fmla="*/ 20 h 22"/>
                  <a:gd name="T18" fmla="*/ 11 w 20"/>
                  <a:gd name="T19" fmla="*/ 20 h 22"/>
                  <a:gd name="T20" fmla="*/ 15 w 20"/>
                  <a:gd name="T21" fmla="*/ 20 h 22"/>
                  <a:gd name="T22" fmla="*/ 15 w 20"/>
                  <a:gd name="T23" fmla="*/ 16 h 22"/>
                  <a:gd name="T24" fmla="*/ 16 w 20"/>
                  <a:gd name="T25" fmla="*/ 15 h 22"/>
                  <a:gd name="T26" fmla="*/ 20 w 20"/>
                  <a:gd name="T27" fmla="*/ 15 h 22"/>
                  <a:gd name="T28" fmla="*/ 20 w 20"/>
                  <a:gd name="T29" fmla="*/ 13 h 22"/>
                  <a:gd name="T30" fmla="*/ 18 w 20"/>
                  <a:gd name="T31" fmla="*/ 9 h 22"/>
                  <a:gd name="T32" fmla="*/ 16 w 20"/>
                  <a:gd name="T33" fmla="*/ 7 h 22"/>
                  <a:gd name="T34" fmla="*/ 15 w 20"/>
                  <a:gd name="T35" fmla="*/ 5 h 22"/>
                  <a:gd name="T36" fmla="*/ 13 w 20"/>
                  <a:gd name="T37" fmla="*/ 2 h 22"/>
                  <a:gd name="T38" fmla="*/ 11 w 20"/>
                  <a:gd name="T39" fmla="*/ 0 h 22"/>
                  <a:gd name="T40" fmla="*/ 7 w 20"/>
                  <a:gd name="T41" fmla="*/ 2 h 22"/>
                  <a:gd name="T42" fmla="*/ 5 w 20"/>
                  <a:gd name="T43" fmla="*/ 3 h 22"/>
                  <a:gd name="T44" fmla="*/ 3 w 20"/>
                  <a:gd name="T45" fmla="*/ 3 h 22"/>
                  <a:gd name="T46" fmla="*/ 0 w 20"/>
                  <a:gd name="T47" fmla="*/ 7 h 22"/>
                  <a:gd name="T48" fmla="*/ 0 w 20"/>
                  <a:gd name="T49" fmla="*/ 9 h 22"/>
                  <a:gd name="T50" fmla="*/ 2 w 20"/>
                  <a:gd name="T5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22">
                    <a:moveTo>
                      <a:pt x="2" y="13"/>
                    </a:moveTo>
                    <a:lnTo>
                      <a:pt x="2" y="15"/>
                    </a:lnTo>
                    <a:lnTo>
                      <a:pt x="2" y="18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6"/>
                    </a:lnTo>
                    <a:lnTo>
                      <a:pt x="16" y="15"/>
                    </a:lnTo>
                    <a:lnTo>
                      <a:pt x="20" y="15"/>
                    </a:lnTo>
                    <a:lnTo>
                      <a:pt x="20" y="13"/>
                    </a:lnTo>
                    <a:lnTo>
                      <a:pt x="18" y="9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5" name="Freeform 6163">
                <a:extLst>
                  <a:ext uri="{FF2B5EF4-FFF2-40B4-BE49-F238E27FC236}">
                    <a16:creationId xmlns:a16="http://schemas.microsoft.com/office/drawing/2014/main" id="{08468E45-2A2A-4B02-B288-21AC7DF7C6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86" y="167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0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2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6" name="Freeform 6164">
                <a:extLst>
                  <a:ext uri="{FF2B5EF4-FFF2-40B4-BE49-F238E27FC236}">
                    <a16:creationId xmlns:a16="http://schemas.microsoft.com/office/drawing/2014/main" id="{E76F37EE-FB89-4726-9BA0-682F58F7AFA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1542"/>
                <a:ext cx="9" cy="13"/>
              </a:xfrm>
              <a:custGeom>
                <a:avLst/>
                <a:gdLst>
                  <a:gd name="T0" fmla="*/ 9 w 9"/>
                  <a:gd name="T1" fmla="*/ 4 h 13"/>
                  <a:gd name="T2" fmla="*/ 8 w 9"/>
                  <a:gd name="T3" fmla="*/ 2 h 13"/>
                  <a:gd name="T4" fmla="*/ 4 w 9"/>
                  <a:gd name="T5" fmla="*/ 0 h 13"/>
                  <a:gd name="T6" fmla="*/ 0 w 9"/>
                  <a:gd name="T7" fmla="*/ 2 h 13"/>
                  <a:gd name="T8" fmla="*/ 0 w 9"/>
                  <a:gd name="T9" fmla="*/ 8 h 13"/>
                  <a:gd name="T10" fmla="*/ 2 w 9"/>
                  <a:gd name="T11" fmla="*/ 11 h 13"/>
                  <a:gd name="T12" fmla="*/ 4 w 9"/>
                  <a:gd name="T13" fmla="*/ 11 h 13"/>
                  <a:gd name="T14" fmla="*/ 6 w 9"/>
                  <a:gd name="T15" fmla="*/ 13 h 13"/>
                  <a:gd name="T16" fmla="*/ 9 w 9"/>
                  <a:gd name="T17" fmla="*/ 13 h 13"/>
                  <a:gd name="T18" fmla="*/ 8 w 9"/>
                  <a:gd name="T19" fmla="*/ 8 h 13"/>
                  <a:gd name="T20" fmla="*/ 8 w 9"/>
                  <a:gd name="T21" fmla="*/ 8 h 13"/>
                  <a:gd name="T22" fmla="*/ 8 w 9"/>
                  <a:gd name="T23" fmla="*/ 6 h 13"/>
                  <a:gd name="T24" fmla="*/ 9 w 9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7" name="Freeform 6165">
                <a:extLst>
                  <a:ext uri="{FF2B5EF4-FFF2-40B4-BE49-F238E27FC236}">
                    <a16:creationId xmlns:a16="http://schemas.microsoft.com/office/drawing/2014/main" id="{2CE2F99E-FA95-481E-9853-E383D3B476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03" y="1208"/>
                <a:ext cx="15" cy="10"/>
              </a:xfrm>
              <a:custGeom>
                <a:avLst/>
                <a:gdLst>
                  <a:gd name="T0" fmla="*/ 6 w 15"/>
                  <a:gd name="T1" fmla="*/ 10 h 10"/>
                  <a:gd name="T2" fmla="*/ 9 w 15"/>
                  <a:gd name="T3" fmla="*/ 8 h 10"/>
                  <a:gd name="T4" fmla="*/ 13 w 15"/>
                  <a:gd name="T5" fmla="*/ 6 h 10"/>
                  <a:gd name="T6" fmla="*/ 13 w 15"/>
                  <a:gd name="T7" fmla="*/ 4 h 10"/>
                  <a:gd name="T8" fmla="*/ 15 w 15"/>
                  <a:gd name="T9" fmla="*/ 0 h 10"/>
                  <a:gd name="T10" fmla="*/ 11 w 15"/>
                  <a:gd name="T11" fmla="*/ 0 h 10"/>
                  <a:gd name="T12" fmla="*/ 6 w 15"/>
                  <a:gd name="T13" fmla="*/ 0 h 10"/>
                  <a:gd name="T14" fmla="*/ 4 w 15"/>
                  <a:gd name="T15" fmla="*/ 2 h 10"/>
                  <a:gd name="T16" fmla="*/ 0 w 15"/>
                  <a:gd name="T17" fmla="*/ 6 h 10"/>
                  <a:gd name="T18" fmla="*/ 2 w 15"/>
                  <a:gd name="T19" fmla="*/ 8 h 10"/>
                  <a:gd name="T20" fmla="*/ 6 w 15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0">
                    <a:moveTo>
                      <a:pt x="6" y="10"/>
                    </a:moveTo>
                    <a:lnTo>
                      <a:pt x="9" y="8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8" name="Freeform 6166">
                <a:extLst>
                  <a:ext uri="{FF2B5EF4-FFF2-40B4-BE49-F238E27FC236}">
                    <a16:creationId xmlns:a16="http://schemas.microsoft.com/office/drawing/2014/main" id="{3F0D97F0-0F79-4EF8-8659-DE41F859D4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35" y="1193"/>
                <a:ext cx="54" cy="60"/>
              </a:xfrm>
              <a:custGeom>
                <a:avLst/>
                <a:gdLst>
                  <a:gd name="T0" fmla="*/ 1 w 54"/>
                  <a:gd name="T1" fmla="*/ 38 h 60"/>
                  <a:gd name="T2" fmla="*/ 3 w 54"/>
                  <a:gd name="T3" fmla="*/ 40 h 60"/>
                  <a:gd name="T4" fmla="*/ 5 w 54"/>
                  <a:gd name="T5" fmla="*/ 42 h 60"/>
                  <a:gd name="T6" fmla="*/ 3 w 54"/>
                  <a:gd name="T7" fmla="*/ 49 h 60"/>
                  <a:gd name="T8" fmla="*/ 1 w 54"/>
                  <a:gd name="T9" fmla="*/ 51 h 60"/>
                  <a:gd name="T10" fmla="*/ 1 w 54"/>
                  <a:gd name="T11" fmla="*/ 55 h 60"/>
                  <a:gd name="T12" fmla="*/ 3 w 54"/>
                  <a:gd name="T13" fmla="*/ 56 h 60"/>
                  <a:gd name="T14" fmla="*/ 5 w 54"/>
                  <a:gd name="T15" fmla="*/ 56 h 60"/>
                  <a:gd name="T16" fmla="*/ 7 w 54"/>
                  <a:gd name="T17" fmla="*/ 53 h 60"/>
                  <a:gd name="T18" fmla="*/ 9 w 54"/>
                  <a:gd name="T19" fmla="*/ 53 h 60"/>
                  <a:gd name="T20" fmla="*/ 11 w 54"/>
                  <a:gd name="T21" fmla="*/ 53 h 60"/>
                  <a:gd name="T22" fmla="*/ 11 w 54"/>
                  <a:gd name="T23" fmla="*/ 56 h 60"/>
                  <a:gd name="T24" fmla="*/ 16 w 54"/>
                  <a:gd name="T25" fmla="*/ 58 h 60"/>
                  <a:gd name="T26" fmla="*/ 18 w 54"/>
                  <a:gd name="T27" fmla="*/ 58 h 60"/>
                  <a:gd name="T28" fmla="*/ 20 w 54"/>
                  <a:gd name="T29" fmla="*/ 58 h 60"/>
                  <a:gd name="T30" fmla="*/ 22 w 54"/>
                  <a:gd name="T31" fmla="*/ 58 h 60"/>
                  <a:gd name="T32" fmla="*/ 24 w 54"/>
                  <a:gd name="T33" fmla="*/ 60 h 60"/>
                  <a:gd name="T34" fmla="*/ 29 w 54"/>
                  <a:gd name="T35" fmla="*/ 60 h 60"/>
                  <a:gd name="T36" fmla="*/ 31 w 54"/>
                  <a:gd name="T37" fmla="*/ 60 h 60"/>
                  <a:gd name="T38" fmla="*/ 37 w 54"/>
                  <a:gd name="T39" fmla="*/ 58 h 60"/>
                  <a:gd name="T40" fmla="*/ 39 w 54"/>
                  <a:gd name="T41" fmla="*/ 55 h 60"/>
                  <a:gd name="T42" fmla="*/ 41 w 54"/>
                  <a:gd name="T43" fmla="*/ 51 h 60"/>
                  <a:gd name="T44" fmla="*/ 42 w 54"/>
                  <a:gd name="T45" fmla="*/ 49 h 60"/>
                  <a:gd name="T46" fmla="*/ 48 w 54"/>
                  <a:gd name="T47" fmla="*/ 45 h 60"/>
                  <a:gd name="T48" fmla="*/ 52 w 54"/>
                  <a:gd name="T49" fmla="*/ 43 h 60"/>
                  <a:gd name="T50" fmla="*/ 54 w 54"/>
                  <a:gd name="T51" fmla="*/ 40 h 60"/>
                  <a:gd name="T52" fmla="*/ 54 w 54"/>
                  <a:gd name="T53" fmla="*/ 36 h 60"/>
                  <a:gd name="T54" fmla="*/ 48 w 54"/>
                  <a:gd name="T55" fmla="*/ 34 h 60"/>
                  <a:gd name="T56" fmla="*/ 44 w 54"/>
                  <a:gd name="T57" fmla="*/ 30 h 60"/>
                  <a:gd name="T58" fmla="*/ 42 w 54"/>
                  <a:gd name="T59" fmla="*/ 27 h 60"/>
                  <a:gd name="T60" fmla="*/ 42 w 54"/>
                  <a:gd name="T61" fmla="*/ 23 h 60"/>
                  <a:gd name="T62" fmla="*/ 44 w 54"/>
                  <a:gd name="T63" fmla="*/ 21 h 60"/>
                  <a:gd name="T64" fmla="*/ 44 w 54"/>
                  <a:gd name="T65" fmla="*/ 17 h 60"/>
                  <a:gd name="T66" fmla="*/ 42 w 54"/>
                  <a:gd name="T67" fmla="*/ 15 h 60"/>
                  <a:gd name="T68" fmla="*/ 35 w 54"/>
                  <a:gd name="T69" fmla="*/ 15 h 60"/>
                  <a:gd name="T70" fmla="*/ 29 w 54"/>
                  <a:gd name="T71" fmla="*/ 15 h 60"/>
                  <a:gd name="T72" fmla="*/ 26 w 54"/>
                  <a:gd name="T73" fmla="*/ 12 h 60"/>
                  <a:gd name="T74" fmla="*/ 20 w 54"/>
                  <a:gd name="T75" fmla="*/ 6 h 60"/>
                  <a:gd name="T76" fmla="*/ 16 w 54"/>
                  <a:gd name="T77" fmla="*/ 2 h 60"/>
                  <a:gd name="T78" fmla="*/ 13 w 54"/>
                  <a:gd name="T79" fmla="*/ 0 h 60"/>
                  <a:gd name="T80" fmla="*/ 9 w 54"/>
                  <a:gd name="T81" fmla="*/ 0 h 60"/>
                  <a:gd name="T82" fmla="*/ 7 w 54"/>
                  <a:gd name="T83" fmla="*/ 2 h 60"/>
                  <a:gd name="T84" fmla="*/ 7 w 54"/>
                  <a:gd name="T85" fmla="*/ 4 h 60"/>
                  <a:gd name="T86" fmla="*/ 7 w 54"/>
                  <a:gd name="T87" fmla="*/ 6 h 60"/>
                  <a:gd name="T88" fmla="*/ 7 w 54"/>
                  <a:gd name="T89" fmla="*/ 10 h 60"/>
                  <a:gd name="T90" fmla="*/ 5 w 54"/>
                  <a:gd name="T91" fmla="*/ 14 h 60"/>
                  <a:gd name="T92" fmla="*/ 3 w 54"/>
                  <a:gd name="T93" fmla="*/ 17 h 60"/>
                  <a:gd name="T94" fmla="*/ 0 w 54"/>
                  <a:gd name="T95" fmla="*/ 21 h 60"/>
                  <a:gd name="T96" fmla="*/ 0 w 54"/>
                  <a:gd name="T97" fmla="*/ 25 h 60"/>
                  <a:gd name="T98" fmla="*/ 0 w 54"/>
                  <a:gd name="T99" fmla="*/ 34 h 60"/>
                  <a:gd name="T100" fmla="*/ 1 w 54"/>
                  <a:gd name="T101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" h="60">
                    <a:moveTo>
                      <a:pt x="1" y="38"/>
                    </a:moveTo>
                    <a:lnTo>
                      <a:pt x="3" y="40"/>
                    </a:lnTo>
                    <a:lnTo>
                      <a:pt x="5" y="42"/>
                    </a:lnTo>
                    <a:lnTo>
                      <a:pt x="3" y="49"/>
                    </a:lnTo>
                    <a:lnTo>
                      <a:pt x="1" y="51"/>
                    </a:lnTo>
                    <a:lnTo>
                      <a:pt x="1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9" y="60"/>
                    </a:lnTo>
                    <a:lnTo>
                      <a:pt x="31" y="60"/>
                    </a:lnTo>
                    <a:lnTo>
                      <a:pt x="37" y="58"/>
                    </a:lnTo>
                    <a:lnTo>
                      <a:pt x="39" y="55"/>
                    </a:lnTo>
                    <a:lnTo>
                      <a:pt x="41" y="51"/>
                    </a:lnTo>
                    <a:lnTo>
                      <a:pt x="42" y="49"/>
                    </a:lnTo>
                    <a:lnTo>
                      <a:pt x="48" y="45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4" y="36"/>
                    </a:lnTo>
                    <a:lnTo>
                      <a:pt x="48" y="34"/>
                    </a:lnTo>
                    <a:lnTo>
                      <a:pt x="44" y="30"/>
                    </a:lnTo>
                    <a:lnTo>
                      <a:pt x="42" y="27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7"/>
                    </a:lnTo>
                    <a:lnTo>
                      <a:pt x="42" y="15"/>
                    </a:lnTo>
                    <a:lnTo>
                      <a:pt x="35" y="15"/>
                    </a:lnTo>
                    <a:lnTo>
                      <a:pt x="29" y="15"/>
                    </a:lnTo>
                    <a:lnTo>
                      <a:pt x="26" y="12"/>
                    </a:lnTo>
                    <a:lnTo>
                      <a:pt x="20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7" y="10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1" y="3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29" name="Freeform 6167">
                <a:extLst>
                  <a:ext uri="{FF2B5EF4-FFF2-40B4-BE49-F238E27FC236}">
                    <a16:creationId xmlns:a16="http://schemas.microsoft.com/office/drawing/2014/main" id="{58E0B39F-4B70-4D78-974B-2EA110565E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255"/>
                <a:ext cx="24" cy="34"/>
              </a:xfrm>
              <a:custGeom>
                <a:avLst/>
                <a:gdLst>
                  <a:gd name="T0" fmla="*/ 2 w 24"/>
                  <a:gd name="T1" fmla="*/ 21 h 34"/>
                  <a:gd name="T2" fmla="*/ 2 w 24"/>
                  <a:gd name="T3" fmla="*/ 22 h 34"/>
                  <a:gd name="T4" fmla="*/ 2 w 24"/>
                  <a:gd name="T5" fmla="*/ 24 h 34"/>
                  <a:gd name="T6" fmla="*/ 4 w 24"/>
                  <a:gd name="T7" fmla="*/ 28 h 34"/>
                  <a:gd name="T8" fmla="*/ 7 w 24"/>
                  <a:gd name="T9" fmla="*/ 28 h 34"/>
                  <a:gd name="T10" fmla="*/ 7 w 24"/>
                  <a:gd name="T11" fmla="*/ 28 h 34"/>
                  <a:gd name="T12" fmla="*/ 9 w 24"/>
                  <a:gd name="T13" fmla="*/ 32 h 34"/>
                  <a:gd name="T14" fmla="*/ 13 w 24"/>
                  <a:gd name="T15" fmla="*/ 34 h 34"/>
                  <a:gd name="T16" fmla="*/ 15 w 24"/>
                  <a:gd name="T17" fmla="*/ 30 h 34"/>
                  <a:gd name="T18" fmla="*/ 15 w 24"/>
                  <a:gd name="T19" fmla="*/ 26 h 34"/>
                  <a:gd name="T20" fmla="*/ 15 w 24"/>
                  <a:gd name="T21" fmla="*/ 24 h 34"/>
                  <a:gd name="T22" fmla="*/ 15 w 24"/>
                  <a:gd name="T23" fmla="*/ 22 h 34"/>
                  <a:gd name="T24" fmla="*/ 18 w 24"/>
                  <a:gd name="T25" fmla="*/ 21 h 34"/>
                  <a:gd name="T26" fmla="*/ 24 w 24"/>
                  <a:gd name="T27" fmla="*/ 19 h 34"/>
                  <a:gd name="T28" fmla="*/ 24 w 24"/>
                  <a:gd name="T29" fmla="*/ 15 h 34"/>
                  <a:gd name="T30" fmla="*/ 22 w 24"/>
                  <a:gd name="T31" fmla="*/ 15 h 34"/>
                  <a:gd name="T32" fmla="*/ 18 w 24"/>
                  <a:gd name="T33" fmla="*/ 11 h 34"/>
                  <a:gd name="T34" fmla="*/ 17 w 24"/>
                  <a:gd name="T35" fmla="*/ 11 h 34"/>
                  <a:gd name="T36" fmla="*/ 17 w 24"/>
                  <a:gd name="T37" fmla="*/ 9 h 34"/>
                  <a:gd name="T38" fmla="*/ 17 w 24"/>
                  <a:gd name="T39" fmla="*/ 6 h 34"/>
                  <a:gd name="T40" fmla="*/ 15 w 24"/>
                  <a:gd name="T41" fmla="*/ 2 h 34"/>
                  <a:gd name="T42" fmla="*/ 13 w 24"/>
                  <a:gd name="T43" fmla="*/ 2 h 34"/>
                  <a:gd name="T44" fmla="*/ 9 w 24"/>
                  <a:gd name="T45" fmla="*/ 0 h 34"/>
                  <a:gd name="T46" fmla="*/ 7 w 24"/>
                  <a:gd name="T47" fmla="*/ 0 h 34"/>
                  <a:gd name="T48" fmla="*/ 5 w 24"/>
                  <a:gd name="T49" fmla="*/ 4 h 34"/>
                  <a:gd name="T50" fmla="*/ 5 w 24"/>
                  <a:gd name="T51" fmla="*/ 6 h 34"/>
                  <a:gd name="T52" fmla="*/ 4 w 24"/>
                  <a:gd name="T53" fmla="*/ 7 h 34"/>
                  <a:gd name="T54" fmla="*/ 2 w 24"/>
                  <a:gd name="T55" fmla="*/ 9 h 34"/>
                  <a:gd name="T56" fmla="*/ 0 w 24"/>
                  <a:gd name="T57" fmla="*/ 13 h 34"/>
                  <a:gd name="T58" fmla="*/ 2 w 24"/>
                  <a:gd name="T59" fmla="*/ 17 h 34"/>
                  <a:gd name="T60" fmla="*/ 2 w 24"/>
                  <a:gd name="T61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4">
                    <a:moveTo>
                      <a:pt x="2" y="21"/>
                    </a:moveTo>
                    <a:lnTo>
                      <a:pt x="2" y="22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5" y="30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8" y="21"/>
                    </a:lnTo>
                    <a:lnTo>
                      <a:pt x="24" y="19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7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0" name="Freeform 6168">
                <a:extLst>
                  <a:ext uri="{FF2B5EF4-FFF2-40B4-BE49-F238E27FC236}">
                    <a16:creationId xmlns:a16="http://schemas.microsoft.com/office/drawing/2014/main" id="{B553FA6F-C5BA-4F63-A17F-3236C2F1FC6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63" y="1693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2 h 6"/>
                  <a:gd name="T8" fmla="*/ 2 w 6"/>
                  <a:gd name="T9" fmla="*/ 6 h 6"/>
                  <a:gd name="T10" fmla="*/ 6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1" name="Freeform 6169">
                <a:extLst>
                  <a:ext uri="{FF2B5EF4-FFF2-40B4-BE49-F238E27FC236}">
                    <a16:creationId xmlns:a16="http://schemas.microsoft.com/office/drawing/2014/main" id="{D5C8C8C9-6076-4414-8A81-23281D9282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244"/>
                <a:ext cx="13" cy="7"/>
              </a:xfrm>
              <a:custGeom>
                <a:avLst/>
                <a:gdLst>
                  <a:gd name="T0" fmla="*/ 6 w 13"/>
                  <a:gd name="T1" fmla="*/ 7 h 7"/>
                  <a:gd name="T2" fmla="*/ 7 w 13"/>
                  <a:gd name="T3" fmla="*/ 7 h 7"/>
                  <a:gd name="T4" fmla="*/ 11 w 13"/>
                  <a:gd name="T5" fmla="*/ 7 h 7"/>
                  <a:gd name="T6" fmla="*/ 13 w 13"/>
                  <a:gd name="T7" fmla="*/ 5 h 7"/>
                  <a:gd name="T8" fmla="*/ 13 w 13"/>
                  <a:gd name="T9" fmla="*/ 2 h 7"/>
                  <a:gd name="T10" fmla="*/ 11 w 13"/>
                  <a:gd name="T11" fmla="*/ 2 h 7"/>
                  <a:gd name="T12" fmla="*/ 9 w 13"/>
                  <a:gd name="T13" fmla="*/ 0 h 7"/>
                  <a:gd name="T14" fmla="*/ 7 w 13"/>
                  <a:gd name="T15" fmla="*/ 0 h 7"/>
                  <a:gd name="T16" fmla="*/ 4 w 13"/>
                  <a:gd name="T17" fmla="*/ 2 h 7"/>
                  <a:gd name="T18" fmla="*/ 4 w 13"/>
                  <a:gd name="T19" fmla="*/ 2 h 7"/>
                  <a:gd name="T20" fmla="*/ 0 w 13"/>
                  <a:gd name="T21" fmla="*/ 4 h 7"/>
                  <a:gd name="T22" fmla="*/ 2 w 13"/>
                  <a:gd name="T23" fmla="*/ 5 h 7"/>
                  <a:gd name="T24" fmla="*/ 6 w 13"/>
                  <a:gd name="T2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7">
                    <a:moveTo>
                      <a:pt x="6" y="7"/>
                    </a:moveTo>
                    <a:lnTo>
                      <a:pt x="7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2" name="Freeform 6170">
                <a:extLst>
                  <a:ext uri="{FF2B5EF4-FFF2-40B4-BE49-F238E27FC236}">
                    <a16:creationId xmlns:a16="http://schemas.microsoft.com/office/drawing/2014/main" id="{E679BEDA-4248-47A6-B1DE-2C5927E9E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24"/>
                <a:ext cx="15" cy="13"/>
              </a:xfrm>
              <a:custGeom>
                <a:avLst/>
                <a:gdLst>
                  <a:gd name="T0" fmla="*/ 15 w 15"/>
                  <a:gd name="T1" fmla="*/ 7 h 13"/>
                  <a:gd name="T2" fmla="*/ 13 w 15"/>
                  <a:gd name="T3" fmla="*/ 2 h 13"/>
                  <a:gd name="T4" fmla="*/ 9 w 15"/>
                  <a:gd name="T5" fmla="*/ 0 h 13"/>
                  <a:gd name="T6" fmla="*/ 6 w 15"/>
                  <a:gd name="T7" fmla="*/ 2 h 13"/>
                  <a:gd name="T8" fmla="*/ 2 w 15"/>
                  <a:gd name="T9" fmla="*/ 4 h 13"/>
                  <a:gd name="T10" fmla="*/ 0 w 15"/>
                  <a:gd name="T11" fmla="*/ 7 h 13"/>
                  <a:gd name="T12" fmla="*/ 4 w 15"/>
                  <a:gd name="T13" fmla="*/ 9 h 13"/>
                  <a:gd name="T14" fmla="*/ 7 w 15"/>
                  <a:gd name="T15" fmla="*/ 11 h 13"/>
                  <a:gd name="T16" fmla="*/ 11 w 15"/>
                  <a:gd name="T17" fmla="*/ 13 h 13"/>
                  <a:gd name="T18" fmla="*/ 15 w 15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3" name="Freeform 6171">
                <a:extLst>
                  <a:ext uri="{FF2B5EF4-FFF2-40B4-BE49-F238E27FC236}">
                    <a16:creationId xmlns:a16="http://schemas.microsoft.com/office/drawing/2014/main" id="{6D008856-1BD1-4B76-8700-86B125C6B8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6" y="1686"/>
                <a:ext cx="24" cy="24"/>
              </a:xfrm>
              <a:custGeom>
                <a:avLst/>
                <a:gdLst>
                  <a:gd name="T0" fmla="*/ 24 w 24"/>
                  <a:gd name="T1" fmla="*/ 13 h 24"/>
                  <a:gd name="T2" fmla="*/ 24 w 24"/>
                  <a:gd name="T3" fmla="*/ 9 h 24"/>
                  <a:gd name="T4" fmla="*/ 20 w 24"/>
                  <a:gd name="T5" fmla="*/ 5 h 24"/>
                  <a:gd name="T6" fmla="*/ 11 w 24"/>
                  <a:gd name="T7" fmla="*/ 0 h 24"/>
                  <a:gd name="T8" fmla="*/ 5 w 24"/>
                  <a:gd name="T9" fmla="*/ 0 h 24"/>
                  <a:gd name="T10" fmla="*/ 2 w 24"/>
                  <a:gd name="T11" fmla="*/ 2 h 24"/>
                  <a:gd name="T12" fmla="*/ 0 w 24"/>
                  <a:gd name="T13" fmla="*/ 7 h 24"/>
                  <a:gd name="T14" fmla="*/ 0 w 24"/>
                  <a:gd name="T15" fmla="*/ 15 h 24"/>
                  <a:gd name="T16" fmla="*/ 2 w 24"/>
                  <a:gd name="T17" fmla="*/ 18 h 24"/>
                  <a:gd name="T18" fmla="*/ 2 w 24"/>
                  <a:gd name="T19" fmla="*/ 24 h 24"/>
                  <a:gd name="T20" fmla="*/ 4 w 24"/>
                  <a:gd name="T21" fmla="*/ 22 h 24"/>
                  <a:gd name="T22" fmla="*/ 5 w 24"/>
                  <a:gd name="T23" fmla="*/ 22 h 24"/>
                  <a:gd name="T24" fmla="*/ 4 w 24"/>
                  <a:gd name="T25" fmla="*/ 24 h 24"/>
                  <a:gd name="T26" fmla="*/ 7 w 24"/>
                  <a:gd name="T27" fmla="*/ 24 h 24"/>
                  <a:gd name="T28" fmla="*/ 9 w 24"/>
                  <a:gd name="T29" fmla="*/ 22 h 24"/>
                  <a:gd name="T30" fmla="*/ 13 w 24"/>
                  <a:gd name="T31" fmla="*/ 22 h 24"/>
                  <a:gd name="T32" fmla="*/ 17 w 24"/>
                  <a:gd name="T33" fmla="*/ 18 h 24"/>
                  <a:gd name="T34" fmla="*/ 18 w 24"/>
                  <a:gd name="T35" fmla="*/ 16 h 24"/>
                  <a:gd name="T36" fmla="*/ 18 w 24"/>
                  <a:gd name="T37" fmla="*/ 22 h 24"/>
                  <a:gd name="T38" fmla="*/ 24 w 24"/>
                  <a:gd name="T3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24" y="13"/>
                    </a:moveTo>
                    <a:lnTo>
                      <a:pt x="24" y="9"/>
                    </a:lnTo>
                    <a:lnTo>
                      <a:pt x="20" y="5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5" y="22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4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4" name="Freeform 6172">
                <a:extLst>
                  <a:ext uri="{FF2B5EF4-FFF2-40B4-BE49-F238E27FC236}">
                    <a16:creationId xmlns:a16="http://schemas.microsoft.com/office/drawing/2014/main" id="{F8C4824B-515C-435D-AEA8-2DCF30118D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61" y="1333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4 h 6"/>
                  <a:gd name="T4" fmla="*/ 4 w 7"/>
                  <a:gd name="T5" fmla="*/ 6 h 6"/>
                  <a:gd name="T6" fmla="*/ 6 w 7"/>
                  <a:gd name="T7" fmla="*/ 6 h 6"/>
                  <a:gd name="T8" fmla="*/ 7 w 7"/>
                  <a:gd name="T9" fmla="*/ 4 h 6"/>
                  <a:gd name="T10" fmla="*/ 4 w 7"/>
                  <a:gd name="T11" fmla="*/ 0 h 6"/>
                  <a:gd name="T12" fmla="*/ 0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5" name="Freeform 6173">
                <a:extLst>
                  <a:ext uri="{FF2B5EF4-FFF2-40B4-BE49-F238E27FC236}">
                    <a16:creationId xmlns:a16="http://schemas.microsoft.com/office/drawing/2014/main" id="{025733B6-B5D3-4A0E-A154-AC1EE054D9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50" y="1693"/>
                <a:ext cx="13" cy="6"/>
              </a:xfrm>
              <a:custGeom>
                <a:avLst/>
                <a:gdLst>
                  <a:gd name="T0" fmla="*/ 8 w 13"/>
                  <a:gd name="T1" fmla="*/ 0 h 6"/>
                  <a:gd name="T2" fmla="*/ 6 w 13"/>
                  <a:gd name="T3" fmla="*/ 2 h 6"/>
                  <a:gd name="T4" fmla="*/ 4 w 13"/>
                  <a:gd name="T5" fmla="*/ 0 h 6"/>
                  <a:gd name="T6" fmla="*/ 0 w 13"/>
                  <a:gd name="T7" fmla="*/ 2 h 6"/>
                  <a:gd name="T8" fmla="*/ 2 w 13"/>
                  <a:gd name="T9" fmla="*/ 4 h 6"/>
                  <a:gd name="T10" fmla="*/ 4 w 13"/>
                  <a:gd name="T11" fmla="*/ 4 h 6"/>
                  <a:gd name="T12" fmla="*/ 6 w 13"/>
                  <a:gd name="T13" fmla="*/ 4 h 6"/>
                  <a:gd name="T14" fmla="*/ 8 w 13"/>
                  <a:gd name="T15" fmla="*/ 4 h 6"/>
                  <a:gd name="T16" fmla="*/ 10 w 13"/>
                  <a:gd name="T17" fmla="*/ 6 h 6"/>
                  <a:gd name="T18" fmla="*/ 13 w 13"/>
                  <a:gd name="T19" fmla="*/ 6 h 6"/>
                  <a:gd name="T20" fmla="*/ 11 w 13"/>
                  <a:gd name="T21" fmla="*/ 2 h 6"/>
                  <a:gd name="T22" fmla="*/ 8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1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6" name="Freeform 6174">
                <a:extLst>
                  <a:ext uri="{FF2B5EF4-FFF2-40B4-BE49-F238E27FC236}">
                    <a16:creationId xmlns:a16="http://schemas.microsoft.com/office/drawing/2014/main" id="{C4EEAD2C-8E8E-40CD-9538-205217C69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61" y="1529"/>
                <a:ext cx="13" cy="19"/>
              </a:xfrm>
              <a:custGeom>
                <a:avLst/>
                <a:gdLst>
                  <a:gd name="T0" fmla="*/ 3 w 13"/>
                  <a:gd name="T1" fmla="*/ 17 h 19"/>
                  <a:gd name="T2" fmla="*/ 3 w 13"/>
                  <a:gd name="T3" fmla="*/ 19 h 19"/>
                  <a:gd name="T4" fmla="*/ 7 w 13"/>
                  <a:gd name="T5" fmla="*/ 19 h 19"/>
                  <a:gd name="T6" fmla="*/ 9 w 13"/>
                  <a:gd name="T7" fmla="*/ 19 h 19"/>
                  <a:gd name="T8" fmla="*/ 13 w 13"/>
                  <a:gd name="T9" fmla="*/ 19 h 19"/>
                  <a:gd name="T10" fmla="*/ 13 w 13"/>
                  <a:gd name="T11" fmla="*/ 15 h 19"/>
                  <a:gd name="T12" fmla="*/ 11 w 13"/>
                  <a:gd name="T13" fmla="*/ 11 h 19"/>
                  <a:gd name="T14" fmla="*/ 11 w 13"/>
                  <a:gd name="T15" fmla="*/ 8 h 19"/>
                  <a:gd name="T16" fmla="*/ 7 w 13"/>
                  <a:gd name="T17" fmla="*/ 6 h 19"/>
                  <a:gd name="T18" fmla="*/ 5 w 13"/>
                  <a:gd name="T19" fmla="*/ 0 h 19"/>
                  <a:gd name="T20" fmla="*/ 2 w 13"/>
                  <a:gd name="T21" fmla="*/ 6 h 19"/>
                  <a:gd name="T22" fmla="*/ 2 w 13"/>
                  <a:gd name="T23" fmla="*/ 9 h 19"/>
                  <a:gd name="T24" fmla="*/ 0 w 13"/>
                  <a:gd name="T25" fmla="*/ 13 h 19"/>
                  <a:gd name="T26" fmla="*/ 0 w 13"/>
                  <a:gd name="T27" fmla="*/ 17 h 19"/>
                  <a:gd name="T28" fmla="*/ 3 w 13"/>
                  <a:gd name="T2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9">
                    <a:moveTo>
                      <a:pt x="3" y="17"/>
                    </a:moveTo>
                    <a:lnTo>
                      <a:pt x="3" y="19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3" y="15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7" y="6"/>
                    </a:lnTo>
                    <a:lnTo>
                      <a:pt x="5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7" name="Freeform 6175">
                <a:extLst>
                  <a:ext uri="{FF2B5EF4-FFF2-40B4-BE49-F238E27FC236}">
                    <a16:creationId xmlns:a16="http://schemas.microsoft.com/office/drawing/2014/main" id="{FA23A376-FCD5-4C83-840C-A3DC9BE583B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4" y="1309"/>
                <a:ext cx="39" cy="24"/>
              </a:xfrm>
              <a:custGeom>
                <a:avLst/>
                <a:gdLst>
                  <a:gd name="T0" fmla="*/ 22 w 39"/>
                  <a:gd name="T1" fmla="*/ 2 h 24"/>
                  <a:gd name="T2" fmla="*/ 20 w 39"/>
                  <a:gd name="T3" fmla="*/ 2 h 24"/>
                  <a:gd name="T4" fmla="*/ 18 w 39"/>
                  <a:gd name="T5" fmla="*/ 6 h 24"/>
                  <a:gd name="T6" fmla="*/ 22 w 39"/>
                  <a:gd name="T7" fmla="*/ 11 h 24"/>
                  <a:gd name="T8" fmla="*/ 22 w 39"/>
                  <a:gd name="T9" fmla="*/ 11 h 24"/>
                  <a:gd name="T10" fmla="*/ 20 w 39"/>
                  <a:gd name="T11" fmla="*/ 9 h 24"/>
                  <a:gd name="T12" fmla="*/ 18 w 39"/>
                  <a:gd name="T13" fmla="*/ 6 h 24"/>
                  <a:gd name="T14" fmla="*/ 16 w 39"/>
                  <a:gd name="T15" fmla="*/ 8 h 24"/>
                  <a:gd name="T16" fmla="*/ 13 w 39"/>
                  <a:gd name="T17" fmla="*/ 8 h 24"/>
                  <a:gd name="T18" fmla="*/ 11 w 39"/>
                  <a:gd name="T19" fmla="*/ 9 h 24"/>
                  <a:gd name="T20" fmla="*/ 13 w 39"/>
                  <a:gd name="T21" fmla="*/ 8 h 24"/>
                  <a:gd name="T22" fmla="*/ 11 w 39"/>
                  <a:gd name="T23" fmla="*/ 6 h 24"/>
                  <a:gd name="T24" fmla="*/ 7 w 39"/>
                  <a:gd name="T25" fmla="*/ 6 h 24"/>
                  <a:gd name="T26" fmla="*/ 7 w 39"/>
                  <a:gd name="T27" fmla="*/ 8 h 24"/>
                  <a:gd name="T28" fmla="*/ 5 w 39"/>
                  <a:gd name="T29" fmla="*/ 8 h 24"/>
                  <a:gd name="T30" fmla="*/ 5 w 39"/>
                  <a:gd name="T31" fmla="*/ 6 h 24"/>
                  <a:gd name="T32" fmla="*/ 2 w 39"/>
                  <a:gd name="T33" fmla="*/ 8 h 24"/>
                  <a:gd name="T34" fmla="*/ 0 w 39"/>
                  <a:gd name="T35" fmla="*/ 13 h 24"/>
                  <a:gd name="T36" fmla="*/ 3 w 39"/>
                  <a:gd name="T37" fmla="*/ 11 h 24"/>
                  <a:gd name="T38" fmla="*/ 5 w 39"/>
                  <a:gd name="T39" fmla="*/ 9 h 24"/>
                  <a:gd name="T40" fmla="*/ 5 w 39"/>
                  <a:gd name="T41" fmla="*/ 11 h 24"/>
                  <a:gd name="T42" fmla="*/ 7 w 39"/>
                  <a:gd name="T43" fmla="*/ 11 h 24"/>
                  <a:gd name="T44" fmla="*/ 9 w 39"/>
                  <a:gd name="T45" fmla="*/ 11 h 24"/>
                  <a:gd name="T46" fmla="*/ 7 w 39"/>
                  <a:gd name="T47" fmla="*/ 13 h 24"/>
                  <a:gd name="T48" fmla="*/ 11 w 39"/>
                  <a:gd name="T49" fmla="*/ 17 h 24"/>
                  <a:gd name="T50" fmla="*/ 11 w 39"/>
                  <a:gd name="T51" fmla="*/ 22 h 24"/>
                  <a:gd name="T52" fmla="*/ 13 w 39"/>
                  <a:gd name="T53" fmla="*/ 24 h 24"/>
                  <a:gd name="T54" fmla="*/ 16 w 39"/>
                  <a:gd name="T55" fmla="*/ 24 h 24"/>
                  <a:gd name="T56" fmla="*/ 20 w 39"/>
                  <a:gd name="T57" fmla="*/ 22 h 24"/>
                  <a:gd name="T58" fmla="*/ 24 w 39"/>
                  <a:gd name="T59" fmla="*/ 24 h 24"/>
                  <a:gd name="T60" fmla="*/ 24 w 39"/>
                  <a:gd name="T61" fmla="*/ 21 h 24"/>
                  <a:gd name="T62" fmla="*/ 22 w 39"/>
                  <a:gd name="T63" fmla="*/ 17 h 24"/>
                  <a:gd name="T64" fmla="*/ 22 w 39"/>
                  <a:gd name="T65" fmla="*/ 15 h 24"/>
                  <a:gd name="T66" fmla="*/ 24 w 39"/>
                  <a:gd name="T67" fmla="*/ 19 h 24"/>
                  <a:gd name="T68" fmla="*/ 28 w 39"/>
                  <a:gd name="T69" fmla="*/ 21 h 24"/>
                  <a:gd name="T70" fmla="*/ 31 w 39"/>
                  <a:gd name="T71" fmla="*/ 21 h 24"/>
                  <a:gd name="T72" fmla="*/ 31 w 39"/>
                  <a:gd name="T73" fmla="*/ 19 h 24"/>
                  <a:gd name="T74" fmla="*/ 29 w 39"/>
                  <a:gd name="T75" fmla="*/ 17 h 24"/>
                  <a:gd name="T76" fmla="*/ 31 w 39"/>
                  <a:gd name="T77" fmla="*/ 15 h 24"/>
                  <a:gd name="T78" fmla="*/ 33 w 39"/>
                  <a:gd name="T79" fmla="*/ 11 h 24"/>
                  <a:gd name="T80" fmla="*/ 33 w 39"/>
                  <a:gd name="T81" fmla="*/ 11 h 24"/>
                  <a:gd name="T82" fmla="*/ 35 w 39"/>
                  <a:gd name="T83" fmla="*/ 9 h 24"/>
                  <a:gd name="T84" fmla="*/ 39 w 39"/>
                  <a:gd name="T85" fmla="*/ 9 h 24"/>
                  <a:gd name="T86" fmla="*/ 39 w 39"/>
                  <a:gd name="T87" fmla="*/ 6 h 24"/>
                  <a:gd name="T88" fmla="*/ 35 w 39"/>
                  <a:gd name="T89" fmla="*/ 6 h 24"/>
                  <a:gd name="T90" fmla="*/ 33 w 39"/>
                  <a:gd name="T91" fmla="*/ 6 h 24"/>
                  <a:gd name="T92" fmla="*/ 29 w 39"/>
                  <a:gd name="T93" fmla="*/ 2 h 24"/>
                  <a:gd name="T94" fmla="*/ 26 w 39"/>
                  <a:gd name="T95" fmla="*/ 0 h 24"/>
                  <a:gd name="T96" fmla="*/ 24 w 39"/>
                  <a:gd name="T97" fmla="*/ 0 h 24"/>
                  <a:gd name="T98" fmla="*/ 22 w 39"/>
                  <a:gd name="T9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24">
                    <a:moveTo>
                      <a:pt x="22" y="2"/>
                    </a:moveTo>
                    <a:lnTo>
                      <a:pt x="20" y="2"/>
                    </a:lnTo>
                    <a:lnTo>
                      <a:pt x="18" y="6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0" y="9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11" y="17"/>
                    </a:lnTo>
                    <a:lnTo>
                      <a:pt x="11" y="22"/>
                    </a:lnTo>
                    <a:lnTo>
                      <a:pt x="13" y="24"/>
                    </a:lnTo>
                    <a:lnTo>
                      <a:pt x="16" y="24"/>
                    </a:lnTo>
                    <a:lnTo>
                      <a:pt x="20" y="22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4" y="19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29" y="17"/>
                    </a:lnTo>
                    <a:lnTo>
                      <a:pt x="31" y="15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9" y="9"/>
                    </a:lnTo>
                    <a:lnTo>
                      <a:pt x="39" y="6"/>
                    </a:lnTo>
                    <a:lnTo>
                      <a:pt x="35" y="6"/>
                    </a:lnTo>
                    <a:lnTo>
                      <a:pt x="33" y="6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8" name="Freeform 6176">
                <a:extLst>
                  <a:ext uri="{FF2B5EF4-FFF2-40B4-BE49-F238E27FC236}">
                    <a16:creationId xmlns:a16="http://schemas.microsoft.com/office/drawing/2014/main" id="{36DACB15-2232-4626-A6F9-CE0E888E505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3" y="2413"/>
                <a:ext cx="10" cy="7"/>
              </a:xfrm>
              <a:custGeom>
                <a:avLst/>
                <a:gdLst>
                  <a:gd name="T0" fmla="*/ 6 w 10"/>
                  <a:gd name="T1" fmla="*/ 0 h 7"/>
                  <a:gd name="T2" fmla="*/ 4 w 10"/>
                  <a:gd name="T3" fmla="*/ 0 h 7"/>
                  <a:gd name="T4" fmla="*/ 0 w 10"/>
                  <a:gd name="T5" fmla="*/ 0 h 7"/>
                  <a:gd name="T6" fmla="*/ 2 w 10"/>
                  <a:gd name="T7" fmla="*/ 3 h 7"/>
                  <a:gd name="T8" fmla="*/ 6 w 10"/>
                  <a:gd name="T9" fmla="*/ 5 h 7"/>
                  <a:gd name="T10" fmla="*/ 8 w 10"/>
                  <a:gd name="T11" fmla="*/ 7 h 7"/>
                  <a:gd name="T12" fmla="*/ 10 w 10"/>
                  <a:gd name="T13" fmla="*/ 2 h 7"/>
                  <a:gd name="T14" fmla="*/ 6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1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39" name="Freeform 6177">
                <a:extLst>
                  <a:ext uri="{FF2B5EF4-FFF2-40B4-BE49-F238E27FC236}">
                    <a16:creationId xmlns:a16="http://schemas.microsoft.com/office/drawing/2014/main" id="{3055649E-C269-457A-9805-122D73F6C4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4" y="2493"/>
                <a:ext cx="28" cy="60"/>
              </a:xfrm>
              <a:custGeom>
                <a:avLst/>
                <a:gdLst>
                  <a:gd name="T0" fmla="*/ 6 w 28"/>
                  <a:gd name="T1" fmla="*/ 17 h 60"/>
                  <a:gd name="T2" fmla="*/ 4 w 28"/>
                  <a:gd name="T3" fmla="*/ 20 h 60"/>
                  <a:gd name="T4" fmla="*/ 2 w 28"/>
                  <a:gd name="T5" fmla="*/ 26 h 60"/>
                  <a:gd name="T6" fmla="*/ 0 w 28"/>
                  <a:gd name="T7" fmla="*/ 28 h 60"/>
                  <a:gd name="T8" fmla="*/ 2 w 28"/>
                  <a:gd name="T9" fmla="*/ 30 h 60"/>
                  <a:gd name="T10" fmla="*/ 2 w 28"/>
                  <a:gd name="T11" fmla="*/ 35 h 60"/>
                  <a:gd name="T12" fmla="*/ 2 w 28"/>
                  <a:gd name="T13" fmla="*/ 41 h 60"/>
                  <a:gd name="T14" fmla="*/ 4 w 28"/>
                  <a:gd name="T15" fmla="*/ 41 h 60"/>
                  <a:gd name="T16" fmla="*/ 4 w 28"/>
                  <a:gd name="T17" fmla="*/ 41 h 60"/>
                  <a:gd name="T18" fmla="*/ 4 w 28"/>
                  <a:gd name="T19" fmla="*/ 41 h 60"/>
                  <a:gd name="T20" fmla="*/ 2 w 28"/>
                  <a:gd name="T21" fmla="*/ 45 h 60"/>
                  <a:gd name="T22" fmla="*/ 4 w 28"/>
                  <a:gd name="T23" fmla="*/ 48 h 60"/>
                  <a:gd name="T24" fmla="*/ 6 w 28"/>
                  <a:gd name="T25" fmla="*/ 48 h 60"/>
                  <a:gd name="T26" fmla="*/ 6 w 28"/>
                  <a:gd name="T27" fmla="*/ 50 h 60"/>
                  <a:gd name="T28" fmla="*/ 11 w 28"/>
                  <a:gd name="T29" fmla="*/ 50 h 60"/>
                  <a:gd name="T30" fmla="*/ 11 w 28"/>
                  <a:gd name="T31" fmla="*/ 54 h 60"/>
                  <a:gd name="T32" fmla="*/ 11 w 28"/>
                  <a:gd name="T33" fmla="*/ 56 h 60"/>
                  <a:gd name="T34" fmla="*/ 11 w 28"/>
                  <a:gd name="T35" fmla="*/ 60 h 60"/>
                  <a:gd name="T36" fmla="*/ 15 w 28"/>
                  <a:gd name="T37" fmla="*/ 60 h 60"/>
                  <a:gd name="T38" fmla="*/ 19 w 28"/>
                  <a:gd name="T39" fmla="*/ 60 h 60"/>
                  <a:gd name="T40" fmla="*/ 17 w 28"/>
                  <a:gd name="T41" fmla="*/ 56 h 60"/>
                  <a:gd name="T42" fmla="*/ 19 w 28"/>
                  <a:gd name="T43" fmla="*/ 52 h 60"/>
                  <a:gd name="T44" fmla="*/ 17 w 28"/>
                  <a:gd name="T45" fmla="*/ 48 h 60"/>
                  <a:gd name="T46" fmla="*/ 19 w 28"/>
                  <a:gd name="T47" fmla="*/ 47 h 60"/>
                  <a:gd name="T48" fmla="*/ 22 w 28"/>
                  <a:gd name="T49" fmla="*/ 41 h 60"/>
                  <a:gd name="T50" fmla="*/ 22 w 28"/>
                  <a:gd name="T51" fmla="*/ 37 h 60"/>
                  <a:gd name="T52" fmla="*/ 24 w 28"/>
                  <a:gd name="T53" fmla="*/ 35 h 60"/>
                  <a:gd name="T54" fmla="*/ 22 w 28"/>
                  <a:gd name="T55" fmla="*/ 35 h 60"/>
                  <a:gd name="T56" fmla="*/ 22 w 28"/>
                  <a:gd name="T57" fmla="*/ 30 h 60"/>
                  <a:gd name="T58" fmla="*/ 24 w 28"/>
                  <a:gd name="T59" fmla="*/ 26 h 60"/>
                  <a:gd name="T60" fmla="*/ 22 w 28"/>
                  <a:gd name="T61" fmla="*/ 22 h 60"/>
                  <a:gd name="T62" fmla="*/ 24 w 28"/>
                  <a:gd name="T63" fmla="*/ 20 h 60"/>
                  <a:gd name="T64" fmla="*/ 24 w 28"/>
                  <a:gd name="T65" fmla="*/ 13 h 60"/>
                  <a:gd name="T66" fmla="*/ 26 w 28"/>
                  <a:gd name="T67" fmla="*/ 11 h 60"/>
                  <a:gd name="T68" fmla="*/ 28 w 28"/>
                  <a:gd name="T69" fmla="*/ 9 h 60"/>
                  <a:gd name="T70" fmla="*/ 26 w 28"/>
                  <a:gd name="T71" fmla="*/ 6 h 60"/>
                  <a:gd name="T72" fmla="*/ 24 w 28"/>
                  <a:gd name="T73" fmla="*/ 4 h 60"/>
                  <a:gd name="T74" fmla="*/ 22 w 28"/>
                  <a:gd name="T75" fmla="*/ 4 h 60"/>
                  <a:gd name="T76" fmla="*/ 22 w 28"/>
                  <a:gd name="T77" fmla="*/ 2 h 60"/>
                  <a:gd name="T78" fmla="*/ 17 w 28"/>
                  <a:gd name="T79" fmla="*/ 0 h 60"/>
                  <a:gd name="T80" fmla="*/ 15 w 28"/>
                  <a:gd name="T81" fmla="*/ 2 h 60"/>
                  <a:gd name="T82" fmla="*/ 15 w 28"/>
                  <a:gd name="T83" fmla="*/ 4 h 60"/>
                  <a:gd name="T84" fmla="*/ 13 w 28"/>
                  <a:gd name="T85" fmla="*/ 4 h 60"/>
                  <a:gd name="T86" fmla="*/ 9 w 28"/>
                  <a:gd name="T87" fmla="*/ 7 h 60"/>
                  <a:gd name="T88" fmla="*/ 6 w 28"/>
                  <a:gd name="T89" fmla="*/ 13 h 60"/>
                  <a:gd name="T90" fmla="*/ 7 w 28"/>
                  <a:gd name="T91" fmla="*/ 15 h 60"/>
                  <a:gd name="T92" fmla="*/ 7 w 28"/>
                  <a:gd name="T93" fmla="*/ 15 h 60"/>
                  <a:gd name="T94" fmla="*/ 6 w 28"/>
                  <a:gd name="T95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" h="60">
                    <a:moveTo>
                      <a:pt x="6" y="17"/>
                    </a:moveTo>
                    <a:lnTo>
                      <a:pt x="4" y="20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2" y="30"/>
                    </a:lnTo>
                    <a:lnTo>
                      <a:pt x="2" y="35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11" y="50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1" y="60"/>
                    </a:lnTo>
                    <a:lnTo>
                      <a:pt x="15" y="60"/>
                    </a:lnTo>
                    <a:lnTo>
                      <a:pt x="19" y="60"/>
                    </a:lnTo>
                    <a:lnTo>
                      <a:pt x="17" y="56"/>
                    </a:lnTo>
                    <a:lnTo>
                      <a:pt x="19" y="52"/>
                    </a:lnTo>
                    <a:lnTo>
                      <a:pt x="17" y="48"/>
                    </a:lnTo>
                    <a:lnTo>
                      <a:pt x="19" y="47"/>
                    </a:lnTo>
                    <a:lnTo>
                      <a:pt x="22" y="41"/>
                    </a:lnTo>
                    <a:lnTo>
                      <a:pt x="22" y="37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2" y="30"/>
                    </a:lnTo>
                    <a:lnTo>
                      <a:pt x="24" y="26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8" y="9"/>
                    </a:lnTo>
                    <a:lnTo>
                      <a:pt x="26" y="6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9" y="7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6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0" name="Freeform 6178">
                <a:extLst>
                  <a:ext uri="{FF2B5EF4-FFF2-40B4-BE49-F238E27FC236}">
                    <a16:creationId xmlns:a16="http://schemas.microsoft.com/office/drawing/2014/main" id="{B1783AA2-2710-4B5B-A746-972C07B04A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3" y="2577"/>
                <a:ext cx="37" cy="32"/>
              </a:xfrm>
              <a:custGeom>
                <a:avLst/>
                <a:gdLst>
                  <a:gd name="T0" fmla="*/ 8 w 37"/>
                  <a:gd name="T1" fmla="*/ 30 h 32"/>
                  <a:gd name="T2" fmla="*/ 10 w 37"/>
                  <a:gd name="T3" fmla="*/ 30 h 32"/>
                  <a:gd name="T4" fmla="*/ 11 w 37"/>
                  <a:gd name="T5" fmla="*/ 32 h 32"/>
                  <a:gd name="T6" fmla="*/ 15 w 37"/>
                  <a:gd name="T7" fmla="*/ 32 h 32"/>
                  <a:gd name="T8" fmla="*/ 17 w 37"/>
                  <a:gd name="T9" fmla="*/ 32 h 32"/>
                  <a:gd name="T10" fmla="*/ 19 w 37"/>
                  <a:gd name="T11" fmla="*/ 32 h 32"/>
                  <a:gd name="T12" fmla="*/ 21 w 37"/>
                  <a:gd name="T13" fmla="*/ 30 h 32"/>
                  <a:gd name="T14" fmla="*/ 21 w 37"/>
                  <a:gd name="T15" fmla="*/ 28 h 32"/>
                  <a:gd name="T16" fmla="*/ 24 w 37"/>
                  <a:gd name="T17" fmla="*/ 30 h 32"/>
                  <a:gd name="T18" fmla="*/ 26 w 37"/>
                  <a:gd name="T19" fmla="*/ 26 h 32"/>
                  <a:gd name="T20" fmla="*/ 26 w 37"/>
                  <a:gd name="T21" fmla="*/ 26 h 32"/>
                  <a:gd name="T22" fmla="*/ 28 w 37"/>
                  <a:gd name="T23" fmla="*/ 24 h 32"/>
                  <a:gd name="T24" fmla="*/ 32 w 37"/>
                  <a:gd name="T25" fmla="*/ 22 h 32"/>
                  <a:gd name="T26" fmla="*/ 32 w 37"/>
                  <a:gd name="T27" fmla="*/ 20 h 32"/>
                  <a:gd name="T28" fmla="*/ 32 w 37"/>
                  <a:gd name="T29" fmla="*/ 17 h 32"/>
                  <a:gd name="T30" fmla="*/ 34 w 37"/>
                  <a:gd name="T31" fmla="*/ 15 h 32"/>
                  <a:gd name="T32" fmla="*/ 34 w 37"/>
                  <a:gd name="T33" fmla="*/ 13 h 32"/>
                  <a:gd name="T34" fmla="*/ 37 w 37"/>
                  <a:gd name="T35" fmla="*/ 9 h 32"/>
                  <a:gd name="T36" fmla="*/ 36 w 37"/>
                  <a:gd name="T37" fmla="*/ 5 h 32"/>
                  <a:gd name="T38" fmla="*/ 32 w 37"/>
                  <a:gd name="T39" fmla="*/ 2 h 32"/>
                  <a:gd name="T40" fmla="*/ 30 w 37"/>
                  <a:gd name="T41" fmla="*/ 2 h 32"/>
                  <a:gd name="T42" fmla="*/ 32 w 37"/>
                  <a:gd name="T43" fmla="*/ 0 h 32"/>
                  <a:gd name="T44" fmla="*/ 23 w 37"/>
                  <a:gd name="T45" fmla="*/ 2 h 32"/>
                  <a:gd name="T46" fmla="*/ 21 w 37"/>
                  <a:gd name="T47" fmla="*/ 2 h 32"/>
                  <a:gd name="T48" fmla="*/ 19 w 37"/>
                  <a:gd name="T49" fmla="*/ 4 h 32"/>
                  <a:gd name="T50" fmla="*/ 17 w 37"/>
                  <a:gd name="T51" fmla="*/ 4 h 32"/>
                  <a:gd name="T52" fmla="*/ 13 w 37"/>
                  <a:gd name="T53" fmla="*/ 4 h 32"/>
                  <a:gd name="T54" fmla="*/ 10 w 37"/>
                  <a:gd name="T55" fmla="*/ 5 h 32"/>
                  <a:gd name="T56" fmla="*/ 10 w 37"/>
                  <a:gd name="T57" fmla="*/ 7 h 32"/>
                  <a:gd name="T58" fmla="*/ 6 w 37"/>
                  <a:gd name="T59" fmla="*/ 9 h 32"/>
                  <a:gd name="T60" fmla="*/ 0 w 37"/>
                  <a:gd name="T61" fmla="*/ 15 h 32"/>
                  <a:gd name="T62" fmla="*/ 2 w 37"/>
                  <a:gd name="T63" fmla="*/ 17 h 32"/>
                  <a:gd name="T64" fmla="*/ 2 w 37"/>
                  <a:gd name="T65" fmla="*/ 22 h 32"/>
                  <a:gd name="T66" fmla="*/ 4 w 37"/>
                  <a:gd name="T67" fmla="*/ 24 h 32"/>
                  <a:gd name="T68" fmla="*/ 4 w 37"/>
                  <a:gd name="T69" fmla="*/ 26 h 32"/>
                  <a:gd name="T70" fmla="*/ 8 w 37"/>
                  <a:gd name="T71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" h="32">
                    <a:moveTo>
                      <a:pt x="8" y="30"/>
                    </a:moveTo>
                    <a:lnTo>
                      <a:pt x="10" y="30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8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7"/>
                    </a:lnTo>
                    <a:lnTo>
                      <a:pt x="34" y="15"/>
                    </a:lnTo>
                    <a:lnTo>
                      <a:pt x="34" y="13"/>
                    </a:lnTo>
                    <a:lnTo>
                      <a:pt x="37" y="9"/>
                    </a:lnTo>
                    <a:lnTo>
                      <a:pt x="36" y="5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32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6" y="9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8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1" name="Freeform 6179">
                <a:extLst>
                  <a:ext uri="{FF2B5EF4-FFF2-40B4-BE49-F238E27FC236}">
                    <a16:creationId xmlns:a16="http://schemas.microsoft.com/office/drawing/2014/main" id="{CEDE155D-4A57-47B3-9874-C1CBE63B56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6" y="1415"/>
                <a:ext cx="17" cy="28"/>
              </a:xfrm>
              <a:custGeom>
                <a:avLst/>
                <a:gdLst>
                  <a:gd name="T0" fmla="*/ 4 w 9"/>
                  <a:gd name="T1" fmla="*/ 3 h 15"/>
                  <a:gd name="T2" fmla="*/ 2 w 9"/>
                  <a:gd name="T3" fmla="*/ 1 h 15"/>
                  <a:gd name="T4" fmla="*/ 1 w 9"/>
                  <a:gd name="T5" fmla="*/ 0 h 15"/>
                  <a:gd name="T6" fmla="*/ 0 w 9"/>
                  <a:gd name="T7" fmla="*/ 2 h 15"/>
                  <a:gd name="T8" fmla="*/ 0 w 9"/>
                  <a:gd name="T9" fmla="*/ 4 h 15"/>
                  <a:gd name="T10" fmla="*/ 1 w 9"/>
                  <a:gd name="T11" fmla="*/ 5 h 15"/>
                  <a:gd name="T12" fmla="*/ 1 w 9"/>
                  <a:gd name="T13" fmla="*/ 6 h 15"/>
                  <a:gd name="T14" fmla="*/ 2 w 9"/>
                  <a:gd name="T15" fmla="*/ 9 h 15"/>
                  <a:gd name="T16" fmla="*/ 2 w 9"/>
                  <a:gd name="T17" fmla="*/ 10 h 15"/>
                  <a:gd name="T18" fmla="*/ 4 w 9"/>
                  <a:gd name="T19" fmla="*/ 10 h 15"/>
                  <a:gd name="T20" fmla="*/ 5 w 9"/>
                  <a:gd name="T21" fmla="*/ 11 h 15"/>
                  <a:gd name="T22" fmla="*/ 5 w 9"/>
                  <a:gd name="T23" fmla="*/ 13 h 15"/>
                  <a:gd name="T24" fmla="*/ 6 w 9"/>
                  <a:gd name="T25" fmla="*/ 13 h 15"/>
                  <a:gd name="T26" fmla="*/ 6 w 9"/>
                  <a:gd name="T27" fmla="*/ 14 h 15"/>
                  <a:gd name="T28" fmla="*/ 7 w 9"/>
                  <a:gd name="T29" fmla="*/ 15 h 15"/>
                  <a:gd name="T30" fmla="*/ 7 w 9"/>
                  <a:gd name="T31" fmla="*/ 15 h 15"/>
                  <a:gd name="T32" fmla="*/ 9 w 9"/>
                  <a:gd name="T33" fmla="*/ 15 h 15"/>
                  <a:gd name="T34" fmla="*/ 9 w 9"/>
                  <a:gd name="T35" fmla="*/ 13 h 15"/>
                  <a:gd name="T36" fmla="*/ 8 w 9"/>
                  <a:gd name="T37" fmla="*/ 12 h 15"/>
                  <a:gd name="T38" fmla="*/ 7 w 9"/>
                  <a:gd name="T39" fmla="*/ 10 h 15"/>
                  <a:gd name="T40" fmla="*/ 7 w 9"/>
                  <a:gd name="T41" fmla="*/ 8 h 15"/>
                  <a:gd name="T42" fmla="*/ 6 w 9"/>
                  <a:gd name="T43" fmla="*/ 8 h 15"/>
                  <a:gd name="T44" fmla="*/ 6 w 9"/>
                  <a:gd name="T45" fmla="*/ 8 h 15"/>
                  <a:gd name="T46" fmla="*/ 5 w 9"/>
                  <a:gd name="T47" fmla="*/ 8 h 15"/>
                  <a:gd name="T48" fmla="*/ 5 w 9"/>
                  <a:gd name="T49" fmla="*/ 7 h 15"/>
                  <a:gd name="T50" fmla="*/ 4 w 9"/>
                  <a:gd name="T51" fmla="*/ 6 h 15"/>
                  <a:gd name="T52" fmla="*/ 4 w 9"/>
                  <a:gd name="T53" fmla="*/ 4 h 15"/>
                  <a:gd name="T54" fmla="*/ 4 w 9"/>
                  <a:gd name="T5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15">
                    <a:moveTo>
                      <a:pt x="4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2" name="Freeform 6180">
                <a:extLst>
                  <a:ext uri="{FF2B5EF4-FFF2-40B4-BE49-F238E27FC236}">
                    <a16:creationId xmlns:a16="http://schemas.microsoft.com/office/drawing/2014/main" id="{22910086-40D0-4B19-91A7-172C338C12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9" y="1412"/>
                <a:ext cx="8" cy="13"/>
              </a:xfrm>
              <a:custGeom>
                <a:avLst/>
                <a:gdLst>
                  <a:gd name="T0" fmla="*/ 6 w 8"/>
                  <a:gd name="T1" fmla="*/ 1 h 13"/>
                  <a:gd name="T2" fmla="*/ 4 w 8"/>
                  <a:gd name="T3" fmla="*/ 0 h 13"/>
                  <a:gd name="T4" fmla="*/ 2 w 8"/>
                  <a:gd name="T5" fmla="*/ 1 h 13"/>
                  <a:gd name="T6" fmla="*/ 0 w 8"/>
                  <a:gd name="T7" fmla="*/ 3 h 13"/>
                  <a:gd name="T8" fmla="*/ 0 w 8"/>
                  <a:gd name="T9" fmla="*/ 7 h 13"/>
                  <a:gd name="T10" fmla="*/ 2 w 8"/>
                  <a:gd name="T11" fmla="*/ 9 h 13"/>
                  <a:gd name="T12" fmla="*/ 2 w 8"/>
                  <a:gd name="T13" fmla="*/ 11 h 13"/>
                  <a:gd name="T14" fmla="*/ 6 w 8"/>
                  <a:gd name="T15" fmla="*/ 13 h 13"/>
                  <a:gd name="T16" fmla="*/ 8 w 8"/>
                  <a:gd name="T17" fmla="*/ 9 h 13"/>
                  <a:gd name="T18" fmla="*/ 8 w 8"/>
                  <a:gd name="T19" fmla="*/ 7 h 13"/>
                  <a:gd name="T20" fmla="*/ 6 w 8"/>
                  <a:gd name="T21" fmla="*/ 5 h 13"/>
                  <a:gd name="T22" fmla="*/ 6 w 8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6" y="13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3" name="Freeform 6181">
                <a:extLst>
                  <a:ext uri="{FF2B5EF4-FFF2-40B4-BE49-F238E27FC236}">
                    <a16:creationId xmlns:a16="http://schemas.microsoft.com/office/drawing/2014/main" id="{F4FCA85F-ED56-40EF-BE7C-0372144E84E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705" y="1346"/>
                <a:ext cx="86" cy="58"/>
              </a:xfrm>
              <a:custGeom>
                <a:avLst/>
                <a:gdLst>
                  <a:gd name="T0" fmla="*/ 2 w 46"/>
                  <a:gd name="T1" fmla="*/ 13 h 31"/>
                  <a:gd name="T2" fmla="*/ 2 w 46"/>
                  <a:gd name="T3" fmla="*/ 15 h 31"/>
                  <a:gd name="T4" fmla="*/ 5 w 46"/>
                  <a:gd name="T5" fmla="*/ 19 h 31"/>
                  <a:gd name="T6" fmla="*/ 9 w 46"/>
                  <a:gd name="T7" fmla="*/ 20 h 31"/>
                  <a:gd name="T8" fmla="*/ 11 w 46"/>
                  <a:gd name="T9" fmla="*/ 20 h 31"/>
                  <a:gd name="T10" fmla="*/ 14 w 46"/>
                  <a:gd name="T11" fmla="*/ 19 h 31"/>
                  <a:gd name="T12" fmla="*/ 15 w 46"/>
                  <a:gd name="T13" fmla="*/ 21 h 31"/>
                  <a:gd name="T14" fmla="*/ 13 w 46"/>
                  <a:gd name="T15" fmla="*/ 21 h 31"/>
                  <a:gd name="T16" fmla="*/ 9 w 46"/>
                  <a:gd name="T17" fmla="*/ 23 h 31"/>
                  <a:gd name="T18" fmla="*/ 14 w 46"/>
                  <a:gd name="T19" fmla="*/ 26 h 31"/>
                  <a:gd name="T20" fmla="*/ 16 w 46"/>
                  <a:gd name="T21" fmla="*/ 26 h 31"/>
                  <a:gd name="T22" fmla="*/ 19 w 46"/>
                  <a:gd name="T23" fmla="*/ 28 h 31"/>
                  <a:gd name="T24" fmla="*/ 25 w 46"/>
                  <a:gd name="T25" fmla="*/ 27 h 31"/>
                  <a:gd name="T26" fmla="*/ 26 w 46"/>
                  <a:gd name="T27" fmla="*/ 28 h 31"/>
                  <a:gd name="T28" fmla="*/ 30 w 46"/>
                  <a:gd name="T29" fmla="*/ 31 h 31"/>
                  <a:gd name="T30" fmla="*/ 33 w 46"/>
                  <a:gd name="T31" fmla="*/ 28 h 31"/>
                  <a:gd name="T32" fmla="*/ 35 w 46"/>
                  <a:gd name="T33" fmla="*/ 26 h 31"/>
                  <a:gd name="T34" fmla="*/ 37 w 46"/>
                  <a:gd name="T35" fmla="*/ 27 h 31"/>
                  <a:gd name="T36" fmla="*/ 41 w 46"/>
                  <a:gd name="T37" fmla="*/ 25 h 31"/>
                  <a:gd name="T38" fmla="*/ 41 w 46"/>
                  <a:gd name="T39" fmla="*/ 22 h 31"/>
                  <a:gd name="T40" fmla="*/ 44 w 46"/>
                  <a:gd name="T41" fmla="*/ 17 h 31"/>
                  <a:gd name="T42" fmla="*/ 46 w 46"/>
                  <a:gd name="T43" fmla="*/ 13 h 31"/>
                  <a:gd name="T44" fmla="*/ 46 w 46"/>
                  <a:gd name="T45" fmla="*/ 10 h 31"/>
                  <a:gd name="T46" fmla="*/ 43 w 46"/>
                  <a:gd name="T47" fmla="*/ 8 h 31"/>
                  <a:gd name="T48" fmla="*/ 39 w 46"/>
                  <a:gd name="T49" fmla="*/ 7 h 31"/>
                  <a:gd name="T50" fmla="*/ 35 w 46"/>
                  <a:gd name="T51" fmla="*/ 6 h 31"/>
                  <a:gd name="T52" fmla="*/ 33 w 46"/>
                  <a:gd name="T53" fmla="*/ 4 h 31"/>
                  <a:gd name="T54" fmla="*/ 32 w 46"/>
                  <a:gd name="T55" fmla="*/ 2 h 31"/>
                  <a:gd name="T56" fmla="*/ 30 w 46"/>
                  <a:gd name="T57" fmla="*/ 4 h 31"/>
                  <a:gd name="T58" fmla="*/ 28 w 46"/>
                  <a:gd name="T59" fmla="*/ 5 h 31"/>
                  <a:gd name="T60" fmla="*/ 27 w 46"/>
                  <a:gd name="T61" fmla="*/ 8 h 31"/>
                  <a:gd name="T62" fmla="*/ 26 w 46"/>
                  <a:gd name="T63" fmla="*/ 7 h 31"/>
                  <a:gd name="T64" fmla="*/ 26 w 46"/>
                  <a:gd name="T65" fmla="*/ 3 h 31"/>
                  <a:gd name="T66" fmla="*/ 23 w 46"/>
                  <a:gd name="T67" fmla="*/ 0 h 31"/>
                  <a:gd name="T68" fmla="*/ 20 w 46"/>
                  <a:gd name="T69" fmla="*/ 3 h 31"/>
                  <a:gd name="T70" fmla="*/ 22 w 46"/>
                  <a:gd name="T71" fmla="*/ 7 h 31"/>
                  <a:gd name="T72" fmla="*/ 22 w 46"/>
                  <a:gd name="T73" fmla="*/ 12 h 31"/>
                  <a:gd name="T74" fmla="*/ 20 w 46"/>
                  <a:gd name="T75" fmla="*/ 10 h 31"/>
                  <a:gd name="T76" fmla="*/ 20 w 46"/>
                  <a:gd name="T77" fmla="*/ 8 h 31"/>
                  <a:gd name="T78" fmla="*/ 17 w 46"/>
                  <a:gd name="T79" fmla="*/ 7 h 31"/>
                  <a:gd name="T80" fmla="*/ 15 w 46"/>
                  <a:gd name="T81" fmla="*/ 8 h 31"/>
                  <a:gd name="T82" fmla="*/ 14 w 46"/>
                  <a:gd name="T83" fmla="*/ 6 h 31"/>
                  <a:gd name="T84" fmla="*/ 12 w 46"/>
                  <a:gd name="T85" fmla="*/ 4 h 31"/>
                  <a:gd name="T86" fmla="*/ 10 w 46"/>
                  <a:gd name="T87" fmla="*/ 3 h 31"/>
                  <a:gd name="T88" fmla="*/ 8 w 46"/>
                  <a:gd name="T89" fmla="*/ 0 h 31"/>
                  <a:gd name="T90" fmla="*/ 7 w 46"/>
                  <a:gd name="T91" fmla="*/ 5 h 31"/>
                  <a:gd name="T92" fmla="*/ 8 w 46"/>
                  <a:gd name="T93" fmla="*/ 8 h 31"/>
                  <a:gd name="T94" fmla="*/ 6 w 46"/>
                  <a:gd name="T95" fmla="*/ 8 h 31"/>
                  <a:gd name="T96" fmla="*/ 7 w 46"/>
                  <a:gd name="T97" fmla="*/ 11 h 31"/>
                  <a:gd name="T98" fmla="*/ 5 w 46"/>
                  <a:gd name="T99" fmla="*/ 9 h 31"/>
                  <a:gd name="T100" fmla="*/ 5 w 46"/>
                  <a:gd name="T101" fmla="*/ 8 h 31"/>
                  <a:gd name="T102" fmla="*/ 3 w 46"/>
                  <a:gd name="T103" fmla="*/ 5 h 31"/>
                  <a:gd name="T104" fmla="*/ 2 w 46"/>
                  <a:gd name="T105" fmla="*/ 8 h 31"/>
                  <a:gd name="T106" fmla="*/ 1 w 46"/>
                  <a:gd name="T107" fmla="*/ 8 h 31"/>
                  <a:gd name="T108" fmla="*/ 2 w 46"/>
                  <a:gd name="T109" fmla="*/ 12 h 31"/>
                  <a:gd name="T110" fmla="*/ 20 w 46"/>
                  <a:gd name="T111" fmla="*/ 18 h 31"/>
                  <a:gd name="T112" fmla="*/ 20 w 46"/>
                  <a:gd name="T113" fmla="*/ 18 h 31"/>
                  <a:gd name="T114" fmla="*/ 19 w 46"/>
                  <a:gd name="T115" fmla="*/ 19 h 31"/>
                  <a:gd name="T116" fmla="*/ 14 w 46"/>
                  <a:gd name="T117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" h="31">
                    <a:moveTo>
                      <a:pt x="2" y="12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lnTo>
                      <a:pt x="2" y="12"/>
                    </a:lnTo>
                    <a:close/>
                    <a:moveTo>
                      <a:pt x="16" y="19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9"/>
                      <a:pt x="14" y="19"/>
                      <a:pt x="14" y="19"/>
                    </a:cubicBezTo>
                    <a:lnTo>
                      <a:pt x="16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4" name="Freeform 6182">
                <a:extLst>
                  <a:ext uri="{FF2B5EF4-FFF2-40B4-BE49-F238E27FC236}">
                    <a16:creationId xmlns:a16="http://schemas.microsoft.com/office/drawing/2014/main" id="{1591B074-643B-4273-B295-E943DBEF53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22" y="1337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9 w 13"/>
                  <a:gd name="T3" fmla="*/ 7 h 7"/>
                  <a:gd name="T4" fmla="*/ 11 w 13"/>
                  <a:gd name="T5" fmla="*/ 6 h 7"/>
                  <a:gd name="T6" fmla="*/ 13 w 13"/>
                  <a:gd name="T7" fmla="*/ 4 h 7"/>
                  <a:gd name="T8" fmla="*/ 11 w 13"/>
                  <a:gd name="T9" fmla="*/ 2 h 7"/>
                  <a:gd name="T10" fmla="*/ 8 w 13"/>
                  <a:gd name="T11" fmla="*/ 2 h 7"/>
                  <a:gd name="T12" fmla="*/ 6 w 13"/>
                  <a:gd name="T13" fmla="*/ 0 h 7"/>
                  <a:gd name="T14" fmla="*/ 2 w 13"/>
                  <a:gd name="T15" fmla="*/ 0 h 7"/>
                  <a:gd name="T16" fmla="*/ 0 w 13"/>
                  <a:gd name="T17" fmla="*/ 2 h 7"/>
                  <a:gd name="T18" fmla="*/ 2 w 13"/>
                  <a:gd name="T19" fmla="*/ 4 h 7"/>
                  <a:gd name="T20" fmla="*/ 8 w 13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9" y="7"/>
                    </a:lnTo>
                    <a:lnTo>
                      <a:pt x="11" y="6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5" name="Freeform 6183">
                <a:extLst>
                  <a:ext uri="{FF2B5EF4-FFF2-40B4-BE49-F238E27FC236}">
                    <a16:creationId xmlns:a16="http://schemas.microsoft.com/office/drawing/2014/main" id="{D8E4D5F1-00F4-4BC1-9BD9-0A09B3FB76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7" y="1563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3 h 11"/>
                  <a:gd name="T4" fmla="*/ 0 w 7"/>
                  <a:gd name="T5" fmla="*/ 5 h 11"/>
                  <a:gd name="T6" fmla="*/ 2 w 7"/>
                  <a:gd name="T7" fmla="*/ 7 h 11"/>
                  <a:gd name="T8" fmla="*/ 2 w 7"/>
                  <a:gd name="T9" fmla="*/ 9 h 11"/>
                  <a:gd name="T10" fmla="*/ 6 w 7"/>
                  <a:gd name="T11" fmla="*/ 11 h 11"/>
                  <a:gd name="T12" fmla="*/ 7 w 7"/>
                  <a:gd name="T13" fmla="*/ 7 h 11"/>
                  <a:gd name="T14" fmla="*/ 7 w 7"/>
                  <a:gd name="T15" fmla="*/ 3 h 11"/>
                  <a:gd name="T16" fmla="*/ 6 w 7"/>
                  <a:gd name="T17" fmla="*/ 1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6" name="Freeform 6184">
                <a:extLst>
                  <a:ext uri="{FF2B5EF4-FFF2-40B4-BE49-F238E27FC236}">
                    <a16:creationId xmlns:a16="http://schemas.microsoft.com/office/drawing/2014/main" id="{19A522B0-91A5-4E44-8C77-D1A7B5D012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91" y="1358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6 w 6"/>
                  <a:gd name="T5" fmla="*/ 0 h 5"/>
                  <a:gd name="T6" fmla="*/ 2 w 6"/>
                  <a:gd name="T7" fmla="*/ 0 h 5"/>
                  <a:gd name="T8" fmla="*/ 0 w 6"/>
                  <a:gd name="T9" fmla="*/ 0 h 5"/>
                  <a:gd name="T10" fmla="*/ 0 w 6"/>
                  <a:gd name="T11" fmla="*/ 1 h 5"/>
                  <a:gd name="T12" fmla="*/ 2 w 6"/>
                  <a:gd name="T13" fmla="*/ 5 h 5"/>
                  <a:gd name="T14" fmla="*/ 4 w 6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7" name="Freeform 6185">
                <a:extLst>
                  <a:ext uri="{FF2B5EF4-FFF2-40B4-BE49-F238E27FC236}">
                    <a16:creationId xmlns:a16="http://schemas.microsoft.com/office/drawing/2014/main" id="{3F373E53-AD84-4BCD-A7CB-D4E3EA48464B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644" y="1369"/>
                <a:ext cx="140" cy="136"/>
              </a:xfrm>
              <a:custGeom>
                <a:avLst/>
                <a:gdLst>
                  <a:gd name="T0" fmla="*/ 9 w 140"/>
                  <a:gd name="T1" fmla="*/ 35 h 136"/>
                  <a:gd name="T2" fmla="*/ 9 w 140"/>
                  <a:gd name="T3" fmla="*/ 43 h 136"/>
                  <a:gd name="T4" fmla="*/ 13 w 140"/>
                  <a:gd name="T5" fmla="*/ 46 h 136"/>
                  <a:gd name="T6" fmla="*/ 11 w 140"/>
                  <a:gd name="T7" fmla="*/ 52 h 136"/>
                  <a:gd name="T8" fmla="*/ 19 w 140"/>
                  <a:gd name="T9" fmla="*/ 63 h 136"/>
                  <a:gd name="T10" fmla="*/ 26 w 140"/>
                  <a:gd name="T11" fmla="*/ 74 h 136"/>
                  <a:gd name="T12" fmla="*/ 43 w 140"/>
                  <a:gd name="T13" fmla="*/ 69 h 136"/>
                  <a:gd name="T14" fmla="*/ 39 w 140"/>
                  <a:gd name="T15" fmla="*/ 54 h 136"/>
                  <a:gd name="T16" fmla="*/ 45 w 140"/>
                  <a:gd name="T17" fmla="*/ 52 h 136"/>
                  <a:gd name="T18" fmla="*/ 45 w 140"/>
                  <a:gd name="T19" fmla="*/ 59 h 136"/>
                  <a:gd name="T20" fmla="*/ 56 w 140"/>
                  <a:gd name="T21" fmla="*/ 54 h 136"/>
                  <a:gd name="T22" fmla="*/ 58 w 140"/>
                  <a:gd name="T23" fmla="*/ 65 h 136"/>
                  <a:gd name="T24" fmla="*/ 43 w 140"/>
                  <a:gd name="T25" fmla="*/ 76 h 136"/>
                  <a:gd name="T26" fmla="*/ 32 w 140"/>
                  <a:gd name="T27" fmla="*/ 82 h 136"/>
                  <a:gd name="T28" fmla="*/ 43 w 140"/>
                  <a:gd name="T29" fmla="*/ 89 h 136"/>
                  <a:gd name="T30" fmla="*/ 52 w 140"/>
                  <a:gd name="T31" fmla="*/ 85 h 136"/>
                  <a:gd name="T32" fmla="*/ 46 w 140"/>
                  <a:gd name="T33" fmla="*/ 93 h 136"/>
                  <a:gd name="T34" fmla="*/ 45 w 140"/>
                  <a:gd name="T35" fmla="*/ 95 h 136"/>
                  <a:gd name="T36" fmla="*/ 37 w 140"/>
                  <a:gd name="T37" fmla="*/ 99 h 136"/>
                  <a:gd name="T38" fmla="*/ 39 w 140"/>
                  <a:gd name="T39" fmla="*/ 106 h 136"/>
                  <a:gd name="T40" fmla="*/ 46 w 140"/>
                  <a:gd name="T41" fmla="*/ 112 h 136"/>
                  <a:gd name="T42" fmla="*/ 58 w 140"/>
                  <a:gd name="T43" fmla="*/ 117 h 136"/>
                  <a:gd name="T44" fmla="*/ 59 w 140"/>
                  <a:gd name="T45" fmla="*/ 127 h 136"/>
                  <a:gd name="T46" fmla="*/ 67 w 140"/>
                  <a:gd name="T47" fmla="*/ 136 h 136"/>
                  <a:gd name="T48" fmla="*/ 71 w 140"/>
                  <a:gd name="T49" fmla="*/ 119 h 136"/>
                  <a:gd name="T50" fmla="*/ 76 w 140"/>
                  <a:gd name="T51" fmla="*/ 100 h 136"/>
                  <a:gd name="T52" fmla="*/ 82 w 140"/>
                  <a:gd name="T53" fmla="*/ 87 h 136"/>
                  <a:gd name="T54" fmla="*/ 84 w 140"/>
                  <a:gd name="T55" fmla="*/ 76 h 136"/>
                  <a:gd name="T56" fmla="*/ 87 w 140"/>
                  <a:gd name="T57" fmla="*/ 58 h 136"/>
                  <a:gd name="T58" fmla="*/ 99 w 140"/>
                  <a:gd name="T59" fmla="*/ 54 h 136"/>
                  <a:gd name="T60" fmla="*/ 93 w 140"/>
                  <a:gd name="T61" fmla="*/ 63 h 136"/>
                  <a:gd name="T62" fmla="*/ 100 w 140"/>
                  <a:gd name="T63" fmla="*/ 71 h 136"/>
                  <a:gd name="T64" fmla="*/ 106 w 140"/>
                  <a:gd name="T65" fmla="*/ 82 h 136"/>
                  <a:gd name="T66" fmla="*/ 100 w 140"/>
                  <a:gd name="T67" fmla="*/ 99 h 136"/>
                  <a:gd name="T68" fmla="*/ 113 w 140"/>
                  <a:gd name="T69" fmla="*/ 97 h 136"/>
                  <a:gd name="T70" fmla="*/ 115 w 140"/>
                  <a:gd name="T71" fmla="*/ 102 h 136"/>
                  <a:gd name="T72" fmla="*/ 128 w 140"/>
                  <a:gd name="T73" fmla="*/ 97 h 136"/>
                  <a:gd name="T74" fmla="*/ 134 w 140"/>
                  <a:gd name="T75" fmla="*/ 80 h 136"/>
                  <a:gd name="T76" fmla="*/ 121 w 140"/>
                  <a:gd name="T77" fmla="*/ 72 h 136"/>
                  <a:gd name="T78" fmla="*/ 108 w 140"/>
                  <a:gd name="T79" fmla="*/ 69 h 136"/>
                  <a:gd name="T80" fmla="*/ 112 w 140"/>
                  <a:gd name="T81" fmla="*/ 59 h 136"/>
                  <a:gd name="T82" fmla="*/ 102 w 140"/>
                  <a:gd name="T83" fmla="*/ 54 h 136"/>
                  <a:gd name="T84" fmla="*/ 93 w 140"/>
                  <a:gd name="T85" fmla="*/ 44 h 136"/>
                  <a:gd name="T86" fmla="*/ 86 w 140"/>
                  <a:gd name="T87" fmla="*/ 35 h 136"/>
                  <a:gd name="T88" fmla="*/ 76 w 140"/>
                  <a:gd name="T89" fmla="*/ 31 h 136"/>
                  <a:gd name="T90" fmla="*/ 63 w 140"/>
                  <a:gd name="T91" fmla="*/ 11 h 136"/>
                  <a:gd name="T92" fmla="*/ 50 w 140"/>
                  <a:gd name="T93" fmla="*/ 0 h 136"/>
                  <a:gd name="T94" fmla="*/ 45 w 140"/>
                  <a:gd name="T95" fmla="*/ 18 h 136"/>
                  <a:gd name="T96" fmla="*/ 52 w 140"/>
                  <a:gd name="T97" fmla="*/ 43 h 136"/>
                  <a:gd name="T98" fmla="*/ 43 w 140"/>
                  <a:gd name="T99" fmla="*/ 37 h 136"/>
                  <a:gd name="T100" fmla="*/ 39 w 140"/>
                  <a:gd name="T101" fmla="*/ 17 h 136"/>
                  <a:gd name="T102" fmla="*/ 28 w 140"/>
                  <a:gd name="T103" fmla="*/ 26 h 136"/>
                  <a:gd name="T104" fmla="*/ 20 w 140"/>
                  <a:gd name="T105" fmla="*/ 20 h 136"/>
                  <a:gd name="T106" fmla="*/ 30 w 140"/>
                  <a:gd name="T107" fmla="*/ 13 h 136"/>
                  <a:gd name="T108" fmla="*/ 15 w 140"/>
                  <a:gd name="T109" fmla="*/ 13 h 136"/>
                  <a:gd name="T110" fmla="*/ 4 w 140"/>
                  <a:gd name="T111" fmla="*/ 18 h 136"/>
                  <a:gd name="T112" fmla="*/ 63 w 140"/>
                  <a:gd name="T113" fmla="*/ 2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136">
                    <a:moveTo>
                      <a:pt x="0" y="31"/>
                    </a:moveTo>
                    <a:lnTo>
                      <a:pt x="2" y="33"/>
                    </a:lnTo>
                    <a:lnTo>
                      <a:pt x="4" y="37"/>
                    </a:lnTo>
                    <a:lnTo>
                      <a:pt x="4" y="41"/>
                    </a:lnTo>
                    <a:lnTo>
                      <a:pt x="7" y="41"/>
                    </a:lnTo>
                    <a:lnTo>
                      <a:pt x="9" y="37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9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3" y="46"/>
                    </a:lnTo>
                    <a:lnTo>
                      <a:pt x="9" y="43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3" y="56"/>
                    </a:lnTo>
                    <a:lnTo>
                      <a:pt x="15" y="56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63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30" y="76"/>
                    </a:lnTo>
                    <a:lnTo>
                      <a:pt x="35" y="74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9" y="69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3" y="65"/>
                    </a:lnTo>
                    <a:lnTo>
                      <a:pt x="41" y="61"/>
                    </a:lnTo>
                    <a:lnTo>
                      <a:pt x="39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41" y="56"/>
                    </a:lnTo>
                    <a:lnTo>
                      <a:pt x="41" y="58"/>
                    </a:lnTo>
                    <a:lnTo>
                      <a:pt x="41" y="61"/>
                    </a:lnTo>
                    <a:lnTo>
                      <a:pt x="45" y="58"/>
                    </a:lnTo>
                    <a:lnTo>
                      <a:pt x="45" y="56"/>
                    </a:lnTo>
                    <a:lnTo>
                      <a:pt x="45" y="52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6" y="54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63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4" y="61"/>
                    </a:lnTo>
                    <a:lnTo>
                      <a:pt x="56" y="58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6"/>
                    </a:lnTo>
                    <a:lnTo>
                      <a:pt x="56" y="58"/>
                    </a:lnTo>
                    <a:lnTo>
                      <a:pt x="56" y="59"/>
                    </a:lnTo>
                    <a:lnTo>
                      <a:pt x="56" y="63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4" y="65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3" y="74"/>
                    </a:lnTo>
                    <a:lnTo>
                      <a:pt x="43" y="76"/>
                    </a:lnTo>
                    <a:lnTo>
                      <a:pt x="41" y="74"/>
                    </a:lnTo>
                    <a:lnTo>
                      <a:pt x="39" y="76"/>
                    </a:lnTo>
                    <a:lnTo>
                      <a:pt x="37" y="78"/>
                    </a:lnTo>
                    <a:lnTo>
                      <a:pt x="37" y="76"/>
                    </a:lnTo>
                    <a:lnTo>
                      <a:pt x="32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5"/>
                    </a:lnTo>
                    <a:lnTo>
                      <a:pt x="32" y="89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9" y="89"/>
                    </a:lnTo>
                    <a:lnTo>
                      <a:pt x="41" y="89"/>
                    </a:lnTo>
                    <a:lnTo>
                      <a:pt x="43" y="89"/>
                    </a:lnTo>
                    <a:lnTo>
                      <a:pt x="45" y="89"/>
                    </a:lnTo>
                    <a:lnTo>
                      <a:pt x="46" y="87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2" y="85"/>
                    </a:lnTo>
                    <a:lnTo>
                      <a:pt x="56" y="85"/>
                    </a:lnTo>
                    <a:lnTo>
                      <a:pt x="52" y="87"/>
                    </a:lnTo>
                    <a:lnTo>
                      <a:pt x="48" y="89"/>
                    </a:lnTo>
                    <a:lnTo>
                      <a:pt x="46" y="89"/>
                    </a:lnTo>
                    <a:lnTo>
                      <a:pt x="43" y="89"/>
                    </a:lnTo>
                    <a:lnTo>
                      <a:pt x="43" y="93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2" y="95"/>
                    </a:lnTo>
                    <a:lnTo>
                      <a:pt x="54" y="95"/>
                    </a:lnTo>
                    <a:lnTo>
                      <a:pt x="50" y="95"/>
                    </a:lnTo>
                    <a:lnTo>
                      <a:pt x="48" y="95"/>
                    </a:lnTo>
                    <a:lnTo>
                      <a:pt x="48" y="95"/>
                    </a:lnTo>
                    <a:lnTo>
                      <a:pt x="45" y="95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1" y="93"/>
                    </a:lnTo>
                    <a:lnTo>
                      <a:pt x="39" y="93"/>
                    </a:lnTo>
                    <a:lnTo>
                      <a:pt x="35" y="95"/>
                    </a:lnTo>
                    <a:lnTo>
                      <a:pt x="35" y="97"/>
                    </a:lnTo>
                    <a:lnTo>
                      <a:pt x="37" y="99"/>
                    </a:lnTo>
                    <a:lnTo>
                      <a:pt x="37" y="99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7" y="104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43" y="112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52" y="119"/>
                    </a:lnTo>
                    <a:lnTo>
                      <a:pt x="56" y="117"/>
                    </a:lnTo>
                    <a:lnTo>
                      <a:pt x="56" y="115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4" y="121"/>
                    </a:lnTo>
                    <a:lnTo>
                      <a:pt x="54" y="123"/>
                    </a:lnTo>
                    <a:lnTo>
                      <a:pt x="59" y="127"/>
                    </a:lnTo>
                    <a:lnTo>
                      <a:pt x="59" y="128"/>
                    </a:lnTo>
                    <a:lnTo>
                      <a:pt x="61" y="128"/>
                    </a:lnTo>
                    <a:lnTo>
                      <a:pt x="61" y="132"/>
                    </a:lnTo>
                    <a:lnTo>
                      <a:pt x="61" y="136"/>
                    </a:lnTo>
                    <a:lnTo>
                      <a:pt x="63" y="134"/>
                    </a:lnTo>
                    <a:lnTo>
                      <a:pt x="65" y="134"/>
                    </a:lnTo>
                    <a:lnTo>
                      <a:pt x="67" y="136"/>
                    </a:lnTo>
                    <a:lnTo>
                      <a:pt x="69" y="134"/>
                    </a:lnTo>
                    <a:lnTo>
                      <a:pt x="71" y="132"/>
                    </a:lnTo>
                    <a:lnTo>
                      <a:pt x="73" y="128"/>
                    </a:lnTo>
                    <a:lnTo>
                      <a:pt x="73" y="128"/>
                    </a:lnTo>
                    <a:lnTo>
                      <a:pt x="73" y="127"/>
                    </a:lnTo>
                    <a:lnTo>
                      <a:pt x="71" y="123"/>
                    </a:lnTo>
                    <a:lnTo>
                      <a:pt x="71" y="119"/>
                    </a:lnTo>
                    <a:lnTo>
                      <a:pt x="73" y="119"/>
                    </a:lnTo>
                    <a:lnTo>
                      <a:pt x="73" y="115"/>
                    </a:lnTo>
                    <a:lnTo>
                      <a:pt x="74" y="108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6" y="102"/>
                    </a:lnTo>
                    <a:lnTo>
                      <a:pt x="76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0" y="95"/>
                    </a:lnTo>
                    <a:lnTo>
                      <a:pt x="80" y="91"/>
                    </a:lnTo>
                    <a:lnTo>
                      <a:pt x="82" y="87"/>
                    </a:lnTo>
                    <a:lnTo>
                      <a:pt x="80" y="85"/>
                    </a:lnTo>
                    <a:lnTo>
                      <a:pt x="78" y="82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4" y="72"/>
                    </a:lnTo>
                    <a:lnTo>
                      <a:pt x="84" y="71"/>
                    </a:lnTo>
                    <a:lnTo>
                      <a:pt x="84" y="67"/>
                    </a:lnTo>
                    <a:lnTo>
                      <a:pt x="84" y="63"/>
                    </a:lnTo>
                    <a:lnTo>
                      <a:pt x="84" y="61"/>
                    </a:lnTo>
                    <a:lnTo>
                      <a:pt x="86" y="59"/>
                    </a:lnTo>
                    <a:lnTo>
                      <a:pt x="87" y="58"/>
                    </a:lnTo>
                    <a:lnTo>
                      <a:pt x="86" y="56"/>
                    </a:lnTo>
                    <a:lnTo>
                      <a:pt x="87" y="56"/>
                    </a:lnTo>
                    <a:lnTo>
                      <a:pt x="91" y="54"/>
                    </a:lnTo>
                    <a:lnTo>
                      <a:pt x="93" y="54"/>
                    </a:lnTo>
                    <a:lnTo>
                      <a:pt x="95" y="52"/>
                    </a:lnTo>
                    <a:lnTo>
                      <a:pt x="97" y="56"/>
                    </a:lnTo>
                    <a:lnTo>
                      <a:pt x="99" y="54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8"/>
                    </a:lnTo>
                    <a:lnTo>
                      <a:pt x="95" y="56"/>
                    </a:lnTo>
                    <a:lnTo>
                      <a:pt x="93" y="59"/>
                    </a:lnTo>
                    <a:lnTo>
                      <a:pt x="89" y="61"/>
                    </a:lnTo>
                    <a:lnTo>
                      <a:pt x="93" y="63"/>
                    </a:lnTo>
                    <a:lnTo>
                      <a:pt x="97" y="63"/>
                    </a:lnTo>
                    <a:lnTo>
                      <a:pt x="97" y="65"/>
                    </a:lnTo>
                    <a:lnTo>
                      <a:pt x="97" y="65"/>
                    </a:lnTo>
                    <a:lnTo>
                      <a:pt x="97" y="67"/>
                    </a:lnTo>
                    <a:lnTo>
                      <a:pt x="99" y="69"/>
                    </a:lnTo>
                    <a:lnTo>
                      <a:pt x="97" y="71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0" y="72"/>
                    </a:lnTo>
                    <a:lnTo>
                      <a:pt x="99" y="76"/>
                    </a:lnTo>
                    <a:lnTo>
                      <a:pt x="100" y="78"/>
                    </a:lnTo>
                    <a:lnTo>
                      <a:pt x="102" y="80"/>
                    </a:lnTo>
                    <a:lnTo>
                      <a:pt x="106" y="80"/>
                    </a:lnTo>
                    <a:lnTo>
                      <a:pt x="106" y="82"/>
                    </a:lnTo>
                    <a:lnTo>
                      <a:pt x="104" y="82"/>
                    </a:lnTo>
                    <a:lnTo>
                      <a:pt x="104" y="85"/>
                    </a:lnTo>
                    <a:lnTo>
                      <a:pt x="102" y="87"/>
                    </a:lnTo>
                    <a:lnTo>
                      <a:pt x="102" y="93"/>
                    </a:lnTo>
                    <a:lnTo>
                      <a:pt x="100" y="93"/>
                    </a:lnTo>
                    <a:lnTo>
                      <a:pt x="100" y="97"/>
                    </a:lnTo>
                    <a:lnTo>
                      <a:pt x="100" y="99"/>
                    </a:lnTo>
                    <a:lnTo>
                      <a:pt x="100" y="100"/>
                    </a:lnTo>
                    <a:lnTo>
                      <a:pt x="102" y="102"/>
                    </a:lnTo>
                    <a:lnTo>
                      <a:pt x="104" y="100"/>
                    </a:lnTo>
                    <a:lnTo>
                      <a:pt x="108" y="100"/>
                    </a:lnTo>
                    <a:lnTo>
                      <a:pt x="110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5" y="93"/>
                    </a:lnTo>
                    <a:lnTo>
                      <a:pt x="117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7" y="97"/>
                    </a:lnTo>
                    <a:lnTo>
                      <a:pt x="117" y="100"/>
                    </a:lnTo>
                    <a:lnTo>
                      <a:pt x="115" y="102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3" y="104"/>
                    </a:lnTo>
                    <a:lnTo>
                      <a:pt x="123" y="100"/>
                    </a:lnTo>
                    <a:lnTo>
                      <a:pt x="125" y="100"/>
                    </a:lnTo>
                    <a:lnTo>
                      <a:pt x="127" y="99"/>
                    </a:lnTo>
                    <a:lnTo>
                      <a:pt x="128" y="97"/>
                    </a:lnTo>
                    <a:lnTo>
                      <a:pt x="130" y="91"/>
                    </a:lnTo>
                    <a:lnTo>
                      <a:pt x="132" y="89"/>
                    </a:lnTo>
                    <a:lnTo>
                      <a:pt x="134" y="85"/>
                    </a:lnTo>
                    <a:lnTo>
                      <a:pt x="136" y="85"/>
                    </a:lnTo>
                    <a:lnTo>
                      <a:pt x="140" y="82"/>
                    </a:lnTo>
                    <a:lnTo>
                      <a:pt x="136" y="80"/>
                    </a:lnTo>
                    <a:lnTo>
                      <a:pt x="134" y="80"/>
                    </a:lnTo>
                    <a:lnTo>
                      <a:pt x="130" y="78"/>
                    </a:lnTo>
                    <a:lnTo>
                      <a:pt x="127" y="80"/>
                    </a:lnTo>
                    <a:lnTo>
                      <a:pt x="127" y="80"/>
                    </a:lnTo>
                    <a:lnTo>
                      <a:pt x="123" y="80"/>
                    </a:lnTo>
                    <a:lnTo>
                      <a:pt x="121" y="76"/>
                    </a:lnTo>
                    <a:lnTo>
                      <a:pt x="119" y="74"/>
                    </a:lnTo>
                    <a:lnTo>
                      <a:pt x="121" y="72"/>
                    </a:lnTo>
                    <a:lnTo>
                      <a:pt x="123" y="72"/>
                    </a:lnTo>
                    <a:lnTo>
                      <a:pt x="123" y="71"/>
                    </a:lnTo>
                    <a:lnTo>
                      <a:pt x="121" y="67"/>
                    </a:lnTo>
                    <a:lnTo>
                      <a:pt x="119" y="63"/>
                    </a:lnTo>
                    <a:lnTo>
                      <a:pt x="113" y="65"/>
                    </a:lnTo>
                    <a:lnTo>
                      <a:pt x="112" y="69"/>
                    </a:lnTo>
                    <a:lnTo>
                      <a:pt x="108" y="69"/>
                    </a:lnTo>
                    <a:lnTo>
                      <a:pt x="104" y="71"/>
                    </a:lnTo>
                    <a:lnTo>
                      <a:pt x="106" y="69"/>
                    </a:lnTo>
                    <a:lnTo>
                      <a:pt x="108" y="69"/>
                    </a:lnTo>
                    <a:lnTo>
                      <a:pt x="112" y="65"/>
                    </a:lnTo>
                    <a:lnTo>
                      <a:pt x="110" y="63"/>
                    </a:lnTo>
                    <a:lnTo>
                      <a:pt x="112" y="61"/>
                    </a:lnTo>
                    <a:lnTo>
                      <a:pt x="112" y="59"/>
                    </a:lnTo>
                    <a:lnTo>
                      <a:pt x="113" y="58"/>
                    </a:lnTo>
                    <a:lnTo>
                      <a:pt x="112" y="54"/>
                    </a:lnTo>
                    <a:lnTo>
                      <a:pt x="110" y="54"/>
                    </a:lnTo>
                    <a:lnTo>
                      <a:pt x="110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0" y="52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100" y="50"/>
                    </a:lnTo>
                    <a:lnTo>
                      <a:pt x="100" y="46"/>
                    </a:lnTo>
                    <a:lnTo>
                      <a:pt x="93" y="44"/>
                    </a:lnTo>
                    <a:lnTo>
                      <a:pt x="89" y="43"/>
                    </a:lnTo>
                    <a:lnTo>
                      <a:pt x="91" y="43"/>
                    </a:lnTo>
                    <a:lnTo>
                      <a:pt x="95" y="41"/>
                    </a:lnTo>
                    <a:lnTo>
                      <a:pt x="95" y="37"/>
                    </a:lnTo>
                    <a:lnTo>
                      <a:pt x="93" y="35"/>
                    </a:lnTo>
                    <a:lnTo>
                      <a:pt x="87" y="33"/>
                    </a:lnTo>
                    <a:lnTo>
                      <a:pt x="86" y="35"/>
                    </a:lnTo>
                    <a:lnTo>
                      <a:pt x="86" y="37"/>
                    </a:lnTo>
                    <a:lnTo>
                      <a:pt x="86" y="39"/>
                    </a:lnTo>
                    <a:lnTo>
                      <a:pt x="86" y="37"/>
                    </a:lnTo>
                    <a:lnTo>
                      <a:pt x="82" y="33"/>
                    </a:lnTo>
                    <a:lnTo>
                      <a:pt x="80" y="33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6" y="30"/>
                    </a:lnTo>
                    <a:lnTo>
                      <a:pt x="74" y="24"/>
                    </a:lnTo>
                    <a:lnTo>
                      <a:pt x="73" y="18"/>
                    </a:lnTo>
                    <a:lnTo>
                      <a:pt x="67" y="15"/>
                    </a:lnTo>
                    <a:lnTo>
                      <a:pt x="65" y="17"/>
                    </a:lnTo>
                    <a:lnTo>
                      <a:pt x="65" y="15"/>
                    </a:lnTo>
                    <a:lnTo>
                      <a:pt x="63" y="11"/>
                    </a:lnTo>
                    <a:lnTo>
                      <a:pt x="61" y="7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5" y="28"/>
                    </a:lnTo>
                    <a:lnTo>
                      <a:pt x="46" y="31"/>
                    </a:lnTo>
                    <a:lnTo>
                      <a:pt x="46" y="35"/>
                    </a:lnTo>
                    <a:lnTo>
                      <a:pt x="48" y="37"/>
                    </a:lnTo>
                    <a:lnTo>
                      <a:pt x="50" y="41"/>
                    </a:lnTo>
                    <a:lnTo>
                      <a:pt x="52" y="43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8" y="39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5" y="33"/>
                    </a:lnTo>
                    <a:lnTo>
                      <a:pt x="45" y="31"/>
                    </a:lnTo>
                    <a:lnTo>
                      <a:pt x="43" y="26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32" y="17"/>
                    </a:lnTo>
                    <a:lnTo>
                      <a:pt x="30" y="20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8" y="24"/>
                    </a:lnTo>
                    <a:lnTo>
                      <a:pt x="26" y="24"/>
                    </a:lnTo>
                    <a:lnTo>
                      <a:pt x="28" y="22"/>
                    </a:lnTo>
                    <a:lnTo>
                      <a:pt x="28" y="20"/>
                    </a:lnTo>
                    <a:lnTo>
                      <a:pt x="26" y="18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2" y="20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0" y="13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0" y="31"/>
                    </a:lnTo>
                    <a:close/>
                    <a:moveTo>
                      <a:pt x="63" y="22"/>
                    </a:moveTo>
                    <a:lnTo>
                      <a:pt x="65" y="24"/>
                    </a:lnTo>
                    <a:lnTo>
                      <a:pt x="65" y="28"/>
                    </a:lnTo>
                    <a:lnTo>
                      <a:pt x="63" y="28"/>
                    </a:lnTo>
                    <a:lnTo>
                      <a:pt x="63" y="24"/>
                    </a:lnTo>
                    <a:lnTo>
                      <a:pt x="63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8" name="Freeform 6186">
                <a:extLst>
                  <a:ext uri="{FF2B5EF4-FFF2-40B4-BE49-F238E27FC236}">
                    <a16:creationId xmlns:a16="http://schemas.microsoft.com/office/drawing/2014/main" id="{64785C66-7EDA-419D-BE0E-831CFC1F6B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5" y="1348"/>
                <a:ext cx="18" cy="11"/>
              </a:xfrm>
              <a:custGeom>
                <a:avLst/>
                <a:gdLst>
                  <a:gd name="T0" fmla="*/ 2 w 10"/>
                  <a:gd name="T1" fmla="*/ 6 h 6"/>
                  <a:gd name="T2" fmla="*/ 4 w 10"/>
                  <a:gd name="T3" fmla="*/ 6 h 6"/>
                  <a:gd name="T4" fmla="*/ 6 w 10"/>
                  <a:gd name="T5" fmla="*/ 4 h 6"/>
                  <a:gd name="T6" fmla="*/ 7 w 10"/>
                  <a:gd name="T7" fmla="*/ 4 h 6"/>
                  <a:gd name="T8" fmla="*/ 9 w 10"/>
                  <a:gd name="T9" fmla="*/ 2 h 6"/>
                  <a:gd name="T10" fmla="*/ 10 w 10"/>
                  <a:gd name="T11" fmla="*/ 1 h 6"/>
                  <a:gd name="T12" fmla="*/ 9 w 10"/>
                  <a:gd name="T13" fmla="*/ 0 h 6"/>
                  <a:gd name="T14" fmla="*/ 7 w 10"/>
                  <a:gd name="T15" fmla="*/ 0 h 6"/>
                  <a:gd name="T16" fmla="*/ 5 w 10"/>
                  <a:gd name="T17" fmla="*/ 1 h 6"/>
                  <a:gd name="T18" fmla="*/ 4 w 10"/>
                  <a:gd name="T19" fmla="*/ 2 h 6"/>
                  <a:gd name="T20" fmla="*/ 3 w 10"/>
                  <a:gd name="T21" fmla="*/ 3 h 6"/>
                  <a:gd name="T22" fmla="*/ 2 w 10"/>
                  <a:gd name="T23" fmla="*/ 4 h 6"/>
                  <a:gd name="T24" fmla="*/ 1 w 10"/>
                  <a:gd name="T25" fmla="*/ 4 h 6"/>
                  <a:gd name="T26" fmla="*/ 1 w 10"/>
                  <a:gd name="T27" fmla="*/ 5 h 6"/>
                  <a:gd name="T28" fmla="*/ 0 w 10"/>
                  <a:gd name="T29" fmla="*/ 5 h 6"/>
                  <a:gd name="T30" fmla="*/ 1 w 10"/>
                  <a:gd name="T31" fmla="*/ 6 h 6"/>
                  <a:gd name="T32" fmla="*/ 2 w 10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6">
                    <a:moveTo>
                      <a:pt x="2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49" name="Freeform 6187">
                <a:extLst>
                  <a:ext uri="{FF2B5EF4-FFF2-40B4-BE49-F238E27FC236}">
                    <a16:creationId xmlns:a16="http://schemas.microsoft.com/office/drawing/2014/main" id="{2349A447-6EB3-4743-8DA8-F2282328F6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0" y="1406"/>
                <a:ext cx="19" cy="9"/>
              </a:xfrm>
              <a:custGeom>
                <a:avLst/>
                <a:gdLst>
                  <a:gd name="T0" fmla="*/ 8 w 19"/>
                  <a:gd name="T1" fmla="*/ 6 h 9"/>
                  <a:gd name="T2" fmla="*/ 8 w 19"/>
                  <a:gd name="T3" fmla="*/ 6 h 9"/>
                  <a:gd name="T4" fmla="*/ 10 w 19"/>
                  <a:gd name="T5" fmla="*/ 6 h 9"/>
                  <a:gd name="T6" fmla="*/ 11 w 19"/>
                  <a:gd name="T7" fmla="*/ 6 h 9"/>
                  <a:gd name="T8" fmla="*/ 13 w 19"/>
                  <a:gd name="T9" fmla="*/ 7 h 9"/>
                  <a:gd name="T10" fmla="*/ 17 w 19"/>
                  <a:gd name="T11" fmla="*/ 6 h 9"/>
                  <a:gd name="T12" fmla="*/ 19 w 19"/>
                  <a:gd name="T13" fmla="*/ 2 h 9"/>
                  <a:gd name="T14" fmla="*/ 15 w 19"/>
                  <a:gd name="T15" fmla="*/ 2 h 9"/>
                  <a:gd name="T16" fmla="*/ 11 w 19"/>
                  <a:gd name="T17" fmla="*/ 2 h 9"/>
                  <a:gd name="T18" fmla="*/ 11 w 19"/>
                  <a:gd name="T19" fmla="*/ 0 h 9"/>
                  <a:gd name="T20" fmla="*/ 10 w 19"/>
                  <a:gd name="T21" fmla="*/ 0 h 9"/>
                  <a:gd name="T22" fmla="*/ 8 w 19"/>
                  <a:gd name="T23" fmla="*/ 0 h 9"/>
                  <a:gd name="T24" fmla="*/ 4 w 19"/>
                  <a:gd name="T25" fmla="*/ 2 h 9"/>
                  <a:gd name="T26" fmla="*/ 0 w 19"/>
                  <a:gd name="T27" fmla="*/ 7 h 9"/>
                  <a:gd name="T28" fmla="*/ 4 w 19"/>
                  <a:gd name="T29" fmla="*/ 9 h 9"/>
                  <a:gd name="T30" fmla="*/ 8 w 19"/>
                  <a:gd name="T3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9">
                    <a:moveTo>
                      <a:pt x="8" y="6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7" y="6"/>
                    </a:lnTo>
                    <a:lnTo>
                      <a:pt x="19" y="2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0" name="Freeform 6188">
                <a:extLst>
                  <a:ext uri="{FF2B5EF4-FFF2-40B4-BE49-F238E27FC236}">
                    <a16:creationId xmlns:a16="http://schemas.microsoft.com/office/drawing/2014/main" id="{A835D372-6F0A-4B44-B1D1-ED7AC16883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8" y="2103"/>
                <a:ext cx="80" cy="90"/>
              </a:xfrm>
              <a:custGeom>
                <a:avLst/>
                <a:gdLst>
                  <a:gd name="T0" fmla="*/ 35 w 43"/>
                  <a:gd name="T1" fmla="*/ 10 h 48"/>
                  <a:gd name="T2" fmla="*/ 32 w 43"/>
                  <a:gd name="T3" fmla="*/ 13 h 48"/>
                  <a:gd name="T4" fmla="*/ 28 w 43"/>
                  <a:gd name="T5" fmla="*/ 15 h 48"/>
                  <a:gd name="T6" fmla="*/ 24 w 43"/>
                  <a:gd name="T7" fmla="*/ 13 h 48"/>
                  <a:gd name="T8" fmla="*/ 19 w 43"/>
                  <a:gd name="T9" fmla="*/ 11 h 48"/>
                  <a:gd name="T10" fmla="*/ 13 w 43"/>
                  <a:gd name="T11" fmla="*/ 5 h 48"/>
                  <a:gd name="T12" fmla="*/ 8 w 43"/>
                  <a:gd name="T13" fmla="*/ 1 h 48"/>
                  <a:gd name="T14" fmla="*/ 5 w 43"/>
                  <a:gd name="T15" fmla="*/ 1 h 48"/>
                  <a:gd name="T16" fmla="*/ 3 w 43"/>
                  <a:gd name="T17" fmla="*/ 2 h 48"/>
                  <a:gd name="T18" fmla="*/ 7 w 43"/>
                  <a:gd name="T19" fmla="*/ 9 h 48"/>
                  <a:gd name="T20" fmla="*/ 7 w 43"/>
                  <a:gd name="T21" fmla="*/ 14 h 48"/>
                  <a:gd name="T22" fmla="*/ 8 w 43"/>
                  <a:gd name="T23" fmla="*/ 18 h 48"/>
                  <a:gd name="T24" fmla="*/ 8 w 43"/>
                  <a:gd name="T25" fmla="*/ 23 h 48"/>
                  <a:gd name="T26" fmla="*/ 9 w 43"/>
                  <a:gd name="T27" fmla="*/ 24 h 48"/>
                  <a:gd name="T28" fmla="*/ 8 w 43"/>
                  <a:gd name="T29" fmla="*/ 26 h 48"/>
                  <a:gd name="T30" fmla="*/ 2 w 43"/>
                  <a:gd name="T31" fmla="*/ 25 h 48"/>
                  <a:gd name="T32" fmla="*/ 3 w 43"/>
                  <a:gd name="T33" fmla="*/ 28 h 48"/>
                  <a:gd name="T34" fmla="*/ 4 w 43"/>
                  <a:gd name="T35" fmla="*/ 29 h 48"/>
                  <a:gd name="T36" fmla="*/ 2 w 43"/>
                  <a:gd name="T37" fmla="*/ 31 h 48"/>
                  <a:gd name="T38" fmla="*/ 1 w 43"/>
                  <a:gd name="T39" fmla="*/ 35 h 48"/>
                  <a:gd name="T40" fmla="*/ 2 w 43"/>
                  <a:gd name="T41" fmla="*/ 38 h 48"/>
                  <a:gd name="T42" fmla="*/ 5 w 43"/>
                  <a:gd name="T43" fmla="*/ 42 h 48"/>
                  <a:gd name="T44" fmla="*/ 6 w 43"/>
                  <a:gd name="T45" fmla="*/ 47 h 48"/>
                  <a:gd name="T46" fmla="*/ 10 w 43"/>
                  <a:gd name="T47" fmla="*/ 44 h 48"/>
                  <a:gd name="T48" fmla="*/ 12 w 43"/>
                  <a:gd name="T49" fmla="*/ 43 h 48"/>
                  <a:gd name="T50" fmla="*/ 15 w 43"/>
                  <a:gd name="T51" fmla="*/ 41 h 48"/>
                  <a:gd name="T52" fmla="*/ 11 w 43"/>
                  <a:gd name="T53" fmla="*/ 39 h 48"/>
                  <a:gd name="T54" fmla="*/ 6 w 43"/>
                  <a:gd name="T55" fmla="*/ 36 h 48"/>
                  <a:gd name="T56" fmla="*/ 6 w 43"/>
                  <a:gd name="T57" fmla="*/ 34 h 48"/>
                  <a:gd name="T58" fmla="*/ 12 w 43"/>
                  <a:gd name="T59" fmla="*/ 33 h 48"/>
                  <a:gd name="T60" fmla="*/ 15 w 43"/>
                  <a:gd name="T61" fmla="*/ 33 h 48"/>
                  <a:gd name="T62" fmla="*/ 19 w 43"/>
                  <a:gd name="T63" fmla="*/ 34 h 48"/>
                  <a:gd name="T64" fmla="*/ 25 w 43"/>
                  <a:gd name="T65" fmla="*/ 38 h 48"/>
                  <a:gd name="T66" fmla="*/ 28 w 43"/>
                  <a:gd name="T67" fmla="*/ 37 h 48"/>
                  <a:gd name="T68" fmla="*/ 28 w 43"/>
                  <a:gd name="T69" fmla="*/ 32 h 48"/>
                  <a:gd name="T70" fmla="*/ 32 w 43"/>
                  <a:gd name="T71" fmla="*/ 27 h 48"/>
                  <a:gd name="T72" fmla="*/ 35 w 43"/>
                  <a:gd name="T73" fmla="*/ 26 h 48"/>
                  <a:gd name="T74" fmla="*/ 38 w 43"/>
                  <a:gd name="T75" fmla="*/ 26 h 48"/>
                  <a:gd name="T76" fmla="*/ 40 w 43"/>
                  <a:gd name="T77" fmla="*/ 23 h 48"/>
                  <a:gd name="T78" fmla="*/ 42 w 43"/>
                  <a:gd name="T79" fmla="*/ 21 h 48"/>
                  <a:gd name="T80" fmla="*/ 40 w 43"/>
                  <a:gd name="T81" fmla="*/ 20 h 48"/>
                  <a:gd name="T82" fmla="*/ 40 w 43"/>
                  <a:gd name="T83" fmla="*/ 13 h 48"/>
                  <a:gd name="T84" fmla="*/ 43 w 43"/>
                  <a:gd name="T85" fmla="*/ 8 h 48"/>
                  <a:gd name="T86" fmla="*/ 40 w 43"/>
                  <a:gd name="T87" fmla="*/ 8 h 48"/>
                  <a:gd name="T88" fmla="*/ 38 w 43"/>
                  <a:gd name="T89" fmla="*/ 10 h 48"/>
                  <a:gd name="T90" fmla="*/ 36 w 43"/>
                  <a:gd name="T91" fmla="*/ 15 h 48"/>
                  <a:gd name="T92" fmla="*/ 39 w 43"/>
                  <a:gd name="T93" fmla="*/ 20 h 48"/>
                  <a:gd name="T94" fmla="*/ 39 w 43"/>
                  <a:gd name="T95" fmla="*/ 21 h 48"/>
                  <a:gd name="T96" fmla="*/ 35 w 43"/>
                  <a:gd name="T97" fmla="*/ 17 h 48"/>
                  <a:gd name="T98" fmla="*/ 36 w 43"/>
                  <a:gd name="T99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" h="48">
                    <a:moveTo>
                      <a:pt x="36" y="13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9" y="16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lnTo>
                      <a:pt x="3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1" name="Freeform 6189">
                <a:extLst>
                  <a:ext uri="{FF2B5EF4-FFF2-40B4-BE49-F238E27FC236}">
                    <a16:creationId xmlns:a16="http://schemas.microsoft.com/office/drawing/2014/main" id="{444B6E93-99ED-4040-996C-BDFF5BBB4E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2170"/>
                <a:ext cx="6" cy="10"/>
              </a:xfrm>
              <a:custGeom>
                <a:avLst/>
                <a:gdLst>
                  <a:gd name="T0" fmla="*/ 0 w 6"/>
                  <a:gd name="T1" fmla="*/ 4 h 10"/>
                  <a:gd name="T2" fmla="*/ 0 w 6"/>
                  <a:gd name="T3" fmla="*/ 6 h 10"/>
                  <a:gd name="T4" fmla="*/ 2 w 6"/>
                  <a:gd name="T5" fmla="*/ 10 h 10"/>
                  <a:gd name="T6" fmla="*/ 6 w 6"/>
                  <a:gd name="T7" fmla="*/ 8 h 10"/>
                  <a:gd name="T8" fmla="*/ 6 w 6"/>
                  <a:gd name="T9" fmla="*/ 4 h 10"/>
                  <a:gd name="T10" fmla="*/ 6 w 6"/>
                  <a:gd name="T11" fmla="*/ 0 h 10"/>
                  <a:gd name="T12" fmla="*/ 2 w 6"/>
                  <a:gd name="T13" fmla="*/ 0 h 10"/>
                  <a:gd name="T14" fmla="*/ 0 w 6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0" y="4"/>
                    </a:moveTo>
                    <a:lnTo>
                      <a:pt x="0" y="6"/>
                    </a:ln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2" name="Freeform 6190">
                <a:extLst>
                  <a:ext uri="{FF2B5EF4-FFF2-40B4-BE49-F238E27FC236}">
                    <a16:creationId xmlns:a16="http://schemas.microsoft.com/office/drawing/2014/main" id="{3E5B2B67-B42D-4FE3-A54C-36D87C31C0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03" y="2252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2 w 8"/>
                  <a:gd name="T3" fmla="*/ 4 h 15"/>
                  <a:gd name="T4" fmla="*/ 0 w 8"/>
                  <a:gd name="T5" fmla="*/ 8 h 15"/>
                  <a:gd name="T6" fmla="*/ 2 w 8"/>
                  <a:gd name="T7" fmla="*/ 12 h 15"/>
                  <a:gd name="T8" fmla="*/ 2 w 8"/>
                  <a:gd name="T9" fmla="*/ 12 h 15"/>
                  <a:gd name="T10" fmla="*/ 2 w 8"/>
                  <a:gd name="T11" fmla="*/ 15 h 15"/>
                  <a:gd name="T12" fmla="*/ 6 w 8"/>
                  <a:gd name="T13" fmla="*/ 13 h 15"/>
                  <a:gd name="T14" fmla="*/ 8 w 8"/>
                  <a:gd name="T15" fmla="*/ 12 h 15"/>
                  <a:gd name="T16" fmla="*/ 8 w 8"/>
                  <a:gd name="T17" fmla="*/ 8 h 15"/>
                  <a:gd name="T18" fmla="*/ 8 w 8"/>
                  <a:gd name="T19" fmla="*/ 6 h 15"/>
                  <a:gd name="T20" fmla="*/ 6 w 8"/>
                  <a:gd name="T21" fmla="*/ 6 h 15"/>
                  <a:gd name="T22" fmla="*/ 6 w 8"/>
                  <a:gd name="T23" fmla="*/ 4 h 15"/>
                  <a:gd name="T24" fmla="*/ 4 w 8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3" name="Freeform 6191">
                <a:extLst>
                  <a:ext uri="{FF2B5EF4-FFF2-40B4-BE49-F238E27FC236}">
                    <a16:creationId xmlns:a16="http://schemas.microsoft.com/office/drawing/2014/main" id="{B1A74771-2F2F-4D44-A017-0DE7B9C1A0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403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 h 8"/>
                  <a:gd name="T4" fmla="*/ 1 w 5"/>
                  <a:gd name="T5" fmla="*/ 8 h 8"/>
                  <a:gd name="T6" fmla="*/ 5 w 5"/>
                  <a:gd name="T7" fmla="*/ 8 h 8"/>
                  <a:gd name="T8" fmla="*/ 5 w 5"/>
                  <a:gd name="T9" fmla="*/ 6 h 8"/>
                  <a:gd name="T10" fmla="*/ 5 w 5"/>
                  <a:gd name="T11" fmla="*/ 4 h 8"/>
                  <a:gd name="T12" fmla="*/ 3 w 5"/>
                  <a:gd name="T13" fmla="*/ 0 h 8"/>
                  <a:gd name="T14" fmla="*/ 0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4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4" name="Freeform 6192">
                <a:extLst>
                  <a:ext uri="{FF2B5EF4-FFF2-40B4-BE49-F238E27FC236}">
                    <a16:creationId xmlns:a16="http://schemas.microsoft.com/office/drawing/2014/main" id="{E2648B79-6F27-4619-B627-DEE3C00FAF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4" y="2512"/>
                <a:ext cx="6" cy="3"/>
              </a:xfrm>
              <a:custGeom>
                <a:avLst/>
                <a:gdLst>
                  <a:gd name="T0" fmla="*/ 2 w 6"/>
                  <a:gd name="T1" fmla="*/ 0 h 3"/>
                  <a:gd name="T2" fmla="*/ 0 w 6"/>
                  <a:gd name="T3" fmla="*/ 3 h 3"/>
                  <a:gd name="T4" fmla="*/ 4 w 6"/>
                  <a:gd name="T5" fmla="*/ 3 h 3"/>
                  <a:gd name="T6" fmla="*/ 6 w 6"/>
                  <a:gd name="T7" fmla="*/ 1 h 3"/>
                  <a:gd name="T8" fmla="*/ 6 w 6"/>
                  <a:gd name="T9" fmla="*/ 0 h 3"/>
                  <a:gd name="T10" fmla="*/ 2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5" name="Freeform 6193">
                <a:extLst>
                  <a:ext uri="{FF2B5EF4-FFF2-40B4-BE49-F238E27FC236}">
                    <a16:creationId xmlns:a16="http://schemas.microsoft.com/office/drawing/2014/main" id="{F1C5BF99-5704-4ADB-8194-BCFFF0F9F8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508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5 h 7"/>
                  <a:gd name="T4" fmla="*/ 4 w 5"/>
                  <a:gd name="T5" fmla="*/ 7 h 7"/>
                  <a:gd name="T6" fmla="*/ 5 w 5"/>
                  <a:gd name="T7" fmla="*/ 4 h 7"/>
                  <a:gd name="T8" fmla="*/ 2 w 5"/>
                  <a:gd name="T9" fmla="*/ 0 h 7"/>
                  <a:gd name="T10" fmla="*/ 0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lnTo>
                      <a:pt x="2" y="5"/>
                    </a:lnTo>
                    <a:lnTo>
                      <a:pt x="4" y="7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6" name="Freeform 6194">
                <a:extLst>
                  <a:ext uri="{FF2B5EF4-FFF2-40B4-BE49-F238E27FC236}">
                    <a16:creationId xmlns:a16="http://schemas.microsoft.com/office/drawing/2014/main" id="{C93D17F2-837C-4DA8-92F4-69C8ABD11D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2" y="2297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2 w 7"/>
                  <a:gd name="T7" fmla="*/ 2 h 8"/>
                  <a:gd name="T8" fmla="*/ 2 w 7"/>
                  <a:gd name="T9" fmla="*/ 2 h 8"/>
                  <a:gd name="T10" fmla="*/ 0 w 7"/>
                  <a:gd name="T11" fmla="*/ 6 h 8"/>
                  <a:gd name="T12" fmla="*/ 2 w 7"/>
                  <a:gd name="T13" fmla="*/ 8 h 8"/>
                  <a:gd name="T14" fmla="*/ 5 w 7"/>
                  <a:gd name="T15" fmla="*/ 6 h 8"/>
                  <a:gd name="T16" fmla="*/ 5 w 7"/>
                  <a:gd name="T17" fmla="*/ 6 h 8"/>
                  <a:gd name="T18" fmla="*/ 5 w 7"/>
                  <a:gd name="T19" fmla="*/ 6 h 8"/>
                  <a:gd name="T20" fmla="*/ 7 w 7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7" name="Freeform 6195">
                <a:extLst>
                  <a:ext uri="{FF2B5EF4-FFF2-40B4-BE49-F238E27FC236}">
                    <a16:creationId xmlns:a16="http://schemas.microsoft.com/office/drawing/2014/main" id="{993A6CA5-95ED-4129-ACB2-66FB99655B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465"/>
                <a:ext cx="9" cy="15"/>
              </a:xfrm>
              <a:custGeom>
                <a:avLst/>
                <a:gdLst>
                  <a:gd name="T0" fmla="*/ 0 w 9"/>
                  <a:gd name="T1" fmla="*/ 9 h 15"/>
                  <a:gd name="T2" fmla="*/ 0 w 9"/>
                  <a:gd name="T3" fmla="*/ 15 h 15"/>
                  <a:gd name="T4" fmla="*/ 3 w 9"/>
                  <a:gd name="T5" fmla="*/ 13 h 15"/>
                  <a:gd name="T6" fmla="*/ 3 w 9"/>
                  <a:gd name="T7" fmla="*/ 11 h 15"/>
                  <a:gd name="T8" fmla="*/ 7 w 9"/>
                  <a:gd name="T9" fmla="*/ 9 h 15"/>
                  <a:gd name="T10" fmla="*/ 7 w 9"/>
                  <a:gd name="T11" fmla="*/ 7 h 15"/>
                  <a:gd name="T12" fmla="*/ 9 w 9"/>
                  <a:gd name="T13" fmla="*/ 4 h 15"/>
                  <a:gd name="T14" fmla="*/ 7 w 9"/>
                  <a:gd name="T15" fmla="*/ 0 h 15"/>
                  <a:gd name="T16" fmla="*/ 3 w 9"/>
                  <a:gd name="T17" fmla="*/ 4 h 15"/>
                  <a:gd name="T18" fmla="*/ 2 w 9"/>
                  <a:gd name="T19" fmla="*/ 6 h 15"/>
                  <a:gd name="T20" fmla="*/ 2 w 9"/>
                  <a:gd name="T21" fmla="*/ 7 h 15"/>
                  <a:gd name="T22" fmla="*/ 2 w 9"/>
                  <a:gd name="T23" fmla="*/ 7 h 15"/>
                  <a:gd name="T24" fmla="*/ 0 w 9"/>
                  <a:gd name="T2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lnTo>
                      <a:pt x="0" y="15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8" name="Freeform 6196">
                <a:extLst>
                  <a:ext uri="{FF2B5EF4-FFF2-40B4-BE49-F238E27FC236}">
                    <a16:creationId xmlns:a16="http://schemas.microsoft.com/office/drawing/2014/main" id="{5AE20BC1-0EDC-4D3D-9D95-D03F031C52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3" y="25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2 h 8"/>
                  <a:gd name="T4" fmla="*/ 0 w 5"/>
                  <a:gd name="T5" fmla="*/ 0 h 8"/>
                  <a:gd name="T6" fmla="*/ 0 w 5"/>
                  <a:gd name="T7" fmla="*/ 6 h 8"/>
                  <a:gd name="T8" fmla="*/ 2 w 5"/>
                  <a:gd name="T9" fmla="*/ 8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59" name="Freeform 6197">
                <a:extLst>
                  <a:ext uri="{FF2B5EF4-FFF2-40B4-BE49-F238E27FC236}">
                    <a16:creationId xmlns:a16="http://schemas.microsoft.com/office/drawing/2014/main" id="{B9B98896-D0EA-4E2F-97C9-78402BA663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6" y="2396"/>
                <a:ext cx="4" cy="11"/>
              </a:xfrm>
              <a:custGeom>
                <a:avLst/>
                <a:gdLst>
                  <a:gd name="T0" fmla="*/ 4 w 4"/>
                  <a:gd name="T1" fmla="*/ 7 h 11"/>
                  <a:gd name="T2" fmla="*/ 4 w 4"/>
                  <a:gd name="T3" fmla="*/ 6 h 11"/>
                  <a:gd name="T4" fmla="*/ 4 w 4"/>
                  <a:gd name="T5" fmla="*/ 2 h 11"/>
                  <a:gd name="T6" fmla="*/ 0 w 4"/>
                  <a:gd name="T7" fmla="*/ 0 h 11"/>
                  <a:gd name="T8" fmla="*/ 0 w 4"/>
                  <a:gd name="T9" fmla="*/ 4 h 11"/>
                  <a:gd name="T10" fmla="*/ 0 w 4"/>
                  <a:gd name="T11" fmla="*/ 11 h 11"/>
                  <a:gd name="T12" fmla="*/ 4 w 4"/>
                  <a:gd name="T1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7"/>
                    </a:move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0" name="Freeform 6198">
                <a:extLst>
                  <a:ext uri="{FF2B5EF4-FFF2-40B4-BE49-F238E27FC236}">
                    <a16:creationId xmlns:a16="http://schemas.microsoft.com/office/drawing/2014/main" id="{057ABFE3-EE8D-4C63-8FB7-66F55DBA6A6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6" y="2450"/>
                <a:ext cx="5" cy="7"/>
              </a:xfrm>
              <a:custGeom>
                <a:avLst/>
                <a:gdLst>
                  <a:gd name="T0" fmla="*/ 0 w 5"/>
                  <a:gd name="T1" fmla="*/ 2 h 7"/>
                  <a:gd name="T2" fmla="*/ 0 w 5"/>
                  <a:gd name="T3" fmla="*/ 4 h 7"/>
                  <a:gd name="T4" fmla="*/ 2 w 5"/>
                  <a:gd name="T5" fmla="*/ 7 h 7"/>
                  <a:gd name="T6" fmla="*/ 5 w 5"/>
                  <a:gd name="T7" fmla="*/ 6 h 7"/>
                  <a:gd name="T8" fmla="*/ 3 w 5"/>
                  <a:gd name="T9" fmla="*/ 2 h 7"/>
                  <a:gd name="T10" fmla="*/ 2 w 5"/>
                  <a:gd name="T11" fmla="*/ 0 h 7"/>
                  <a:gd name="T12" fmla="*/ 0 w 5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2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1" name="Freeform 6199">
                <a:extLst>
                  <a:ext uri="{FF2B5EF4-FFF2-40B4-BE49-F238E27FC236}">
                    <a16:creationId xmlns:a16="http://schemas.microsoft.com/office/drawing/2014/main" id="{6ACE2EF7-FCEF-4578-8E34-037E9433B6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8" y="2437"/>
                <a:ext cx="13" cy="11"/>
              </a:xfrm>
              <a:custGeom>
                <a:avLst/>
                <a:gdLst>
                  <a:gd name="T0" fmla="*/ 5 w 13"/>
                  <a:gd name="T1" fmla="*/ 11 h 11"/>
                  <a:gd name="T2" fmla="*/ 7 w 13"/>
                  <a:gd name="T3" fmla="*/ 9 h 11"/>
                  <a:gd name="T4" fmla="*/ 7 w 13"/>
                  <a:gd name="T5" fmla="*/ 7 h 11"/>
                  <a:gd name="T6" fmla="*/ 9 w 13"/>
                  <a:gd name="T7" fmla="*/ 6 h 11"/>
                  <a:gd name="T8" fmla="*/ 13 w 13"/>
                  <a:gd name="T9" fmla="*/ 0 h 11"/>
                  <a:gd name="T10" fmla="*/ 7 w 13"/>
                  <a:gd name="T11" fmla="*/ 2 h 11"/>
                  <a:gd name="T12" fmla="*/ 7 w 13"/>
                  <a:gd name="T13" fmla="*/ 2 h 11"/>
                  <a:gd name="T14" fmla="*/ 5 w 13"/>
                  <a:gd name="T15" fmla="*/ 2 h 11"/>
                  <a:gd name="T16" fmla="*/ 3 w 13"/>
                  <a:gd name="T17" fmla="*/ 4 h 11"/>
                  <a:gd name="T18" fmla="*/ 1 w 13"/>
                  <a:gd name="T19" fmla="*/ 6 h 11"/>
                  <a:gd name="T20" fmla="*/ 0 w 13"/>
                  <a:gd name="T21" fmla="*/ 7 h 11"/>
                  <a:gd name="T22" fmla="*/ 1 w 13"/>
                  <a:gd name="T23" fmla="*/ 9 h 11"/>
                  <a:gd name="T24" fmla="*/ 3 w 13"/>
                  <a:gd name="T25" fmla="*/ 9 h 11"/>
                  <a:gd name="T26" fmla="*/ 5 w 13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5" y="11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2" name="Freeform 6200">
                <a:extLst>
                  <a:ext uri="{FF2B5EF4-FFF2-40B4-BE49-F238E27FC236}">
                    <a16:creationId xmlns:a16="http://schemas.microsoft.com/office/drawing/2014/main" id="{FF054F22-DD1F-47A4-8051-604B07B05AD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97" y="2187"/>
                <a:ext cx="156" cy="211"/>
              </a:xfrm>
              <a:custGeom>
                <a:avLst/>
                <a:gdLst>
                  <a:gd name="T0" fmla="*/ 9 w 156"/>
                  <a:gd name="T1" fmla="*/ 175 h 211"/>
                  <a:gd name="T2" fmla="*/ 13 w 156"/>
                  <a:gd name="T3" fmla="*/ 170 h 211"/>
                  <a:gd name="T4" fmla="*/ 19 w 156"/>
                  <a:gd name="T5" fmla="*/ 179 h 211"/>
                  <a:gd name="T6" fmla="*/ 19 w 156"/>
                  <a:gd name="T7" fmla="*/ 188 h 211"/>
                  <a:gd name="T8" fmla="*/ 26 w 156"/>
                  <a:gd name="T9" fmla="*/ 202 h 211"/>
                  <a:gd name="T10" fmla="*/ 35 w 156"/>
                  <a:gd name="T11" fmla="*/ 211 h 211"/>
                  <a:gd name="T12" fmla="*/ 43 w 156"/>
                  <a:gd name="T13" fmla="*/ 203 h 211"/>
                  <a:gd name="T14" fmla="*/ 49 w 156"/>
                  <a:gd name="T15" fmla="*/ 175 h 211"/>
                  <a:gd name="T16" fmla="*/ 41 w 156"/>
                  <a:gd name="T17" fmla="*/ 166 h 211"/>
                  <a:gd name="T18" fmla="*/ 34 w 156"/>
                  <a:gd name="T19" fmla="*/ 161 h 211"/>
                  <a:gd name="T20" fmla="*/ 47 w 156"/>
                  <a:gd name="T21" fmla="*/ 155 h 211"/>
                  <a:gd name="T22" fmla="*/ 50 w 156"/>
                  <a:gd name="T23" fmla="*/ 149 h 211"/>
                  <a:gd name="T24" fmla="*/ 67 w 156"/>
                  <a:gd name="T25" fmla="*/ 146 h 211"/>
                  <a:gd name="T26" fmla="*/ 58 w 156"/>
                  <a:gd name="T27" fmla="*/ 155 h 211"/>
                  <a:gd name="T28" fmla="*/ 50 w 156"/>
                  <a:gd name="T29" fmla="*/ 164 h 211"/>
                  <a:gd name="T30" fmla="*/ 58 w 156"/>
                  <a:gd name="T31" fmla="*/ 175 h 211"/>
                  <a:gd name="T32" fmla="*/ 62 w 156"/>
                  <a:gd name="T33" fmla="*/ 164 h 211"/>
                  <a:gd name="T34" fmla="*/ 76 w 156"/>
                  <a:gd name="T35" fmla="*/ 159 h 211"/>
                  <a:gd name="T36" fmla="*/ 73 w 156"/>
                  <a:gd name="T37" fmla="*/ 147 h 211"/>
                  <a:gd name="T38" fmla="*/ 80 w 156"/>
                  <a:gd name="T39" fmla="*/ 140 h 211"/>
                  <a:gd name="T40" fmla="*/ 76 w 156"/>
                  <a:gd name="T41" fmla="*/ 142 h 211"/>
                  <a:gd name="T42" fmla="*/ 82 w 156"/>
                  <a:gd name="T43" fmla="*/ 153 h 211"/>
                  <a:gd name="T44" fmla="*/ 99 w 156"/>
                  <a:gd name="T45" fmla="*/ 153 h 211"/>
                  <a:gd name="T46" fmla="*/ 108 w 156"/>
                  <a:gd name="T47" fmla="*/ 144 h 211"/>
                  <a:gd name="T48" fmla="*/ 102 w 156"/>
                  <a:gd name="T49" fmla="*/ 136 h 211"/>
                  <a:gd name="T50" fmla="*/ 106 w 156"/>
                  <a:gd name="T51" fmla="*/ 140 h 211"/>
                  <a:gd name="T52" fmla="*/ 125 w 156"/>
                  <a:gd name="T53" fmla="*/ 133 h 211"/>
                  <a:gd name="T54" fmla="*/ 132 w 156"/>
                  <a:gd name="T55" fmla="*/ 136 h 211"/>
                  <a:gd name="T56" fmla="*/ 140 w 156"/>
                  <a:gd name="T57" fmla="*/ 119 h 211"/>
                  <a:gd name="T58" fmla="*/ 142 w 156"/>
                  <a:gd name="T59" fmla="*/ 133 h 211"/>
                  <a:gd name="T60" fmla="*/ 153 w 156"/>
                  <a:gd name="T61" fmla="*/ 119 h 211"/>
                  <a:gd name="T62" fmla="*/ 151 w 156"/>
                  <a:gd name="T63" fmla="*/ 92 h 211"/>
                  <a:gd name="T64" fmla="*/ 149 w 156"/>
                  <a:gd name="T65" fmla="*/ 64 h 211"/>
                  <a:gd name="T66" fmla="*/ 151 w 156"/>
                  <a:gd name="T67" fmla="*/ 52 h 211"/>
                  <a:gd name="T68" fmla="*/ 151 w 156"/>
                  <a:gd name="T69" fmla="*/ 37 h 211"/>
                  <a:gd name="T70" fmla="*/ 136 w 156"/>
                  <a:gd name="T71" fmla="*/ 13 h 211"/>
                  <a:gd name="T72" fmla="*/ 129 w 156"/>
                  <a:gd name="T73" fmla="*/ 2 h 211"/>
                  <a:gd name="T74" fmla="*/ 119 w 156"/>
                  <a:gd name="T75" fmla="*/ 8 h 211"/>
                  <a:gd name="T76" fmla="*/ 114 w 156"/>
                  <a:gd name="T77" fmla="*/ 21 h 211"/>
                  <a:gd name="T78" fmla="*/ 116 w 156"/>
                  <a:gd name="T79" fmla="*/ 36 h 211"/>
                  <a:gd name="T80" fmla="*/ 119 w 156"/>
                  <a:gd name="T81" fmla="*/ 64 h 211"/>
                  <a:gd name="T82" fmla="*/ 114 w 156"/>
                  <a:gd name="T83" fmla="*/ 88 h 211"/>
                  <a:gd name="T84" fmla="*/ 95 w 156"/>
                  <a:gd name="T85" fmla="*/ 92 h 211"/>
                  <a:gd name="T86" fmla="*/ 91 w 156"/>
                  <a:gd name="T87" fmla="*/ 86 h 211"/>
                  <a:gd name="T88" fmla="*/ 86 w 156"/>
                  <a:gd name="T89" fmla="*/ 108 h 211"/>
                  <a:gd name="T90" fmla="*/ 86 w 156"/>
                  <a:gd name="T91" fmla="*/ 119 h 211"/>
                  <a:gd name="T92" fmla="*/ 78 w 156"/>
                  <a:gd name="T93" fmla="*/ 118 h 211"/>
                  <a:gd name="T94" fmla="*/ 54 w 156"/>
                  <a:gd name="T95" fmla="*/ 123 h 211"/>
                  <a:gd name="T96" fmla="*/ 35 w 156"/>
                  <a:gd name="T97" fmla="*/ 140 h 211"/>
                  <a:gd name="T98" fmla="*/ 26 w 156"/>
                  <a:gd name="T99" fmla="*/ 155 h 211"/>
                  <a:gd name="T100" fmla="*/ 17 w 156"/>
                  <a:gd name="T101" fmla="*/ 164 h 211"/>
                  <a:gd name="T102" fmla="*/ 4 w 156"/>
                  <a:gd name="T103" fmla="*/ 170 h 211"/>
                  <a:gd name="T104" fmla="*/ 0 w 156"/>
                  <a:gd name="T105" fmla="*/ 179 h 211"/>
                  <a:gd name="T106" fmla="*/ 32 w 156"/>
                  <a:gd name="T107" fmla="*/ 200 h 211"/>
                  <a:gd name="T108" fmla="*/ 125 w 156"/>
                  <a:gd name="T109" fmla="*/ 9 h 211"/>
                  <a:gd name="T110" fmla="*/ 123 w 156"/>
                  <a:gd name="T111" fmla="*/ 13 h 211"/>
                  <a:gd name="T112" fmla="*/ 21 w 156"/>
                  <a:gd name="T113" fmla="*/ 181 h 211"/>
                  <a:gd name="T114" fmla="*/ 24 w 156"/>
                  <a:gd name="T115" fmla="*/ 187 h 211"/>
                  <a:gd name="T116" fmla="*/ 24 w 156"/>
                  <a:gd name="T117" fmla="*/ 183 h 211"/>
                  <a:gd name="T118" fmla="*/ 24 w 156"/>
                  <a:gd name="T119" fmla="*/ 179 h 211"/>
                  <a:gd name="T120" fmla="*/ 21 w 156"/>
                  <a:gd name="T121" fmla="*/ 17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6" h="211">
                    <a:moveTo>
                      <a:pt x="0" y="179"/>
                    </a:moveTo>
                    <a:lnTo>
                      <a:pt x="0" y="183"/>
                    </a:lnTo>
                    <a:lnTo>
                      <a:pt x="4" y="183"/>
                    </a:lnTo>
                    <a:lnTo>
                      <a:pt x="6" y="181"/>
                    </a:lnTo>
                    <a:lnTo>
                      <a:pt x="4" y="177"/>
                    </a:lnTo>
                    <a:lnTo>
                      <a:pt x="4" y="177"/>
                    </a:lnTo>
                    <a:lnTo>
                      <a:pt x="9" y="175"/>
                    </a:lnTo>
                    <a:lnTo>
                      <a:pt x="8" y="175"/>
                    </a:lnTo>
                    <a:lnTo>
                      <a:pt x="9" y="172"/>
                    </a:lnTo>
                    <a:lnTo>
                      <a:pt x="9" y="174"/>
                    </a:lnTo>
                    <a:lnTo>
                      <a:pt x="11" y="172"/>
                    </a:lnTo>
                    <a:lnTo>
                      <a:pt x="11" y="170"/>
                    </a:lnTo>
                    <a:lnTo>
                      <a:pt x="13" y="170"/>
                    </a:lnTo>
                    <a:lnTo>
                      <a:pt x="13" y="170"/>
                    </a:lnTo>
                    <a:lnTo>
                      <a:pt x="11" y="174"/>
                    </a:lnTo>
                    <a:lnTo>
                      <a:pt x="13" y="177"/>
                    </a:lnTo>
                    <a:lnTo>
                      <a:pt x="15" y="177"/>
                    </a:lnTo>
                    <a:lnTo>
                      <a:pt x="15" y="179"/>
                    </a:lnTo>
                    <a:lnTo>
                      <a:pt x="11" y="183"/>
                    </a:lnTo>
                    <a:lnTo>
                      <a:pt x="17" y="181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9" y="179"/>
                    </a:lnTo>
                    <a:lnTo>
                      <a:pt x="17" y="181"/>
                    </a:lnTo>
                    <a:lnTo>
                      <a:pt x="17" y="185"/>
                    </a:lnTo>
                    <a:lnTo>
                      <a:pt x="19" y="187"/>
                    </a:lnTo>
                    <a:lnTo>
                      <a:pt x="19" y="187"/>
                    </a:lnTo>
                    <a:lnTo>
                      <a:pt x="19" y="188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4"/>
                    </a:lnTo>
                    <a:lnTo>
                      <a:pt x="24" y="198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4" y="203"/>
                    </a:lnTo>
                    <a:lnTo>
                      <a:pt x="28" y="207"/>
                    </a:lnTo>
                    <a:lnTo>
                      <a:pt x="30" y="207"/>
                    </a:lnTo>
                    <a:lnTo>
                      <a:pt x="32" y="209"/>
                    </a:lnTo>
                    <a:lnTo>
                      <a:pt x="34" y="207"/>
                    </a:lnTo>
                    <a:lnTo>
                      <a:pt x="34" y="207"/>
                    </a:lnTo>
                    <a:lnTo>
                      <a:pt x="35" y="211"/>
                    </a:lnTo>
                    <a:lnTo>
                      <a:pt x="39" y="209"/>
                    </a:lnTo>
                    <a:lnTo>
                      <a:pt x="43" y="203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41" y="202"/>
                    </a:lnTo>
                    <a:lnTo>
                      <a:pt x="43" y="203"/>
                    </a:lnTo>
                    <a:lnTo>
                      <a:pt x="45" y="198"/>
                    </a:lnTo>
                    <a:lnTo>
                      <a:pt x="45" y="194"/>
                    </a:lnTo>
                    <a:lnTo>
                      <a:pt x="43" y="192"/>
                    </a:lnTo>
                    <a:lnTo>
                      <a:pt x="45" y="185"/>
                    </a:lnTo>
                    <a:lnTo>
                      <a:pt x="43" y="181"/>
                    </a:lnTo>
                    <a:lnTo>
                      <a:pt x="45" y="179"/>
                    </a:lnTo>
                    <a:lnTo>
                      <a:pt x="49" y="175"/>
                    </a:lnTo>
                    <a:lnTo>
                      <a:pt x="47" y="172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1" y="166"/>
                    </a:lnTo>
                    <a:lnTo>
                      <a:pt x="41" y="166"/>
                    </a:lnTo>
                    <a:lnTo>
                      <a:pt x="43" y="164"/>
                    </a:lnTo>
                    <a:lnTo>
                      <a:pt x="41" y="161"/>
                    </a:lnTo>
                    <a:lnTo>
                      <a:pt x="39" y="159"/>
                    </a:lnTo>
                    <a:lnTo>
                      <a:pt x="35" y="159"/>
                    </a:lnTo>
                    <a:lnTo>
                      <a:pt x="35" y="161"/>
                    </a:lnTo>
                    <a:lnTo>
                      <a:pt x="34" y="161"/>
                    </a:lnTo>
                    <a:lnTo>
                      <a:pt x="34" y="161"/>
                    </a:lnTo>
                    <a:lnTo>
                      <a:pt x="32" y="159"/>
                    </a:lnTo>
                    <a:lnTo>
                      <a:pt x="32" y="157"/>
                    </a:lnTo>
                    <a:lnTo>
                      <a:pt x="35" y="155"/>
                    </a:lnTo>
                    <a:lnTo>
                      <a:pt x="37" y="155"/>
                    </a:lnTo>
                    <a:lnTo>
                      <a:pt x="41" y="157"/>
                    </a:lnTo>
                    <a:lnTo>
                      <a:pt x="45" y="157"/>
                    </a:lnTo>
                    <a:lnTo>
                      <a:pt x="47" y="155"/>
                    </a:lnTo>
                    <a:lnTo>
                      <a:pt x="47" y="153"/>
                    </a:lnTo>
                    <a:lnTo>
                      <a:pt x="47" y="151"/>
                    </a:lnTo>
                    <a:lnTo>
                      <a:pt x="45" y="149"/>
                    </a:lnTo>
                    <a:lnTo>
                      <a:pt x="47" y="147"/>
                    </a:lnTo>
                    <a:lnTo>
                      <a:pt x="47" y="147"/>
                    </a:lnTo>
                    <a:lnTo>
                      <a:pt x="49" y="149"/>
                    </a:lnTo>
                    <a:lnTo>
                      <a:pt x="50" y="149"/>
                    </a:lnTo>
                    <a:lnTo>
                      <a:pt x="52" y="149"/>
                    </a:lnTo>
                    <a:lnTo>
                      <a:pt x="58" y="147"/>
                    </a:lnTo>
                    <a:lnTo>
                      <a:pt x="62" y="146"/>
                    </a:lnTo>
                    <a:lnTo>
                      <a:pt x="63" y="146"/>
                    </a:lnTo>
                    <a:lnTo>
                      <a:pt x="65" y="147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6" y="151"/>
                    </a:lnTo>
                    <a:lnTo>
                      <a:pt x="54" y="151"/>
                    </a:lnTo>
                    <a:lnTo>
                      <a:pt x="49" y="155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7" y="164"/>
                    </a:lnTo>
                    <a:lnTo>
                      <a:pt x="50" y="164"/>
                    </a:lnTo>
                    <a:lnTo>
                      <a:pt x="50" y="166"/>
                    </a:lnTo>
                    <a:lnTo>
                      <a:pt x="50" y="166"/>
                    </a:lnTo>
                    <a:lnTo>
                      <a:pt x="50" y="170"/>
                    </a:lnTo>
                    <a:lnTo>
                      <a:pt x="52" y="174"/>
                    </a:lnTo>
                    <a:lnTo>
                      <a:pt x="56" y="174"/>
                    </a:lnTo>
                    <a:lnTo>
                      <a:pt x="56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0" y="175"/>
                    </a:lnTo>
                    <a:lnTo>
                      <a:pt x="63" y="174"/>
                    </a:lnTo>
                    <a:lnTo>
                      <a:pt x="62" y="172"/>
                    </a:lnTo>
                    <a:lnTo>
                      <a:pt x="60" y="170"/>
                    </a:lnTo>
                    <a:lnTo>
                      <a:pt x="62" y="168"/>
                    </a:lnTo>
                    <a:lnTo>
                      <a:pt x="62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7" y="161"/>
                    </a:lnTo>
                    <a:lnTo>
                      <a:pt x="71" y="164"/>
                    </a:lnTo>
                    <a:lnTo>
                      <a:pt x="73" y="166"/>
                    </a:lnTo>
                    <a:lnTo>
                      <a:pt x="76" y="164"/>
                    </a:lnTo>
                    <a:lnTo>
                      <a:pt x="76" y="159"/>
                    </a:lnTo>
                    <a:lnTo>
                      <a:pt x="80" y="157"/>
                    </a:lnTo>
                    <a:lnTo>
                      <a:pt x="80" y="153"/>
                    </a:lnTo>
                    <a:lnTo>
                      <a:pt x="80" y="153"/>
                    </a:lnTo>
                    <a:lnTo>
                      <a:pt x="78" y="151"/>
                    </a:lnTo>
                    <a:lnTo>
                      <a:pt x="75" y="147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75" y="146"/>
                    </a:lnTo>
                    <a:lnTo>
                      <a:pt x="75" y="144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5" y="140"/>
                    </a:lnTo>
                    <a:lnTo>
                      <a:pt x="76" y="138"/>
                    </a:lnTo>
                    <a:lnTo>
                      <a:pt x="80" y="140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4" y="140"/>
                    </a:lnTo>
                    <a:lnTo>
                      <a:pt x="82" y="144"/>
                    </a:lnTo>
                    <a:lnTo>
                      <a:pt x="80" y="140"/>
                    </a:lnTo>
                    <a:lnTo>
                      <a:pt x="78" y="140"/>
                    </a:lnTo>
                    <a:lnTo>
                      <a:pt x="76" y="142"/>
                    </a:lnTo>
                    <a:lnTo>
                      <a:pt x="76" y="146"/>
                    </a:lnTo>
                    <a:lnTo>
                      <a:pt x="78" y="149"/>
                    </a:lnTo>
                    <a:lnTo>
                      <a:pt x="80" y="149"/>
                    </a:lnTo>
                    <a:lnTo>
                      <a:pt x="82" y="147"/>
                    </a:lnTo>
                    <a:lnTo>
                      <a:pt x="82" y="147"/>
                    </a:lnTo>
                    <a:lnTo>
                      <a:pt x="82" y="151"/>
                    </a:lnTo>
                    <a:lnTo>
                      <a:pt x="82" y="153"/>
                    </a:lnTo>
                    <a:lnTo>
                      <a:pt x="82" y="157"/>
                    </a:lnTo>
                    <a:lnTo>
                      <a:pt x="86" y="157"/>
                    </a:lnTo>
                    <a:lnTo>
                      <a:pt x="89" y="161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9" y="157"/>
                    </a:lnTo>
                    <a:lnTo>
                      <a:pt x="99" y="153"/>
                    </a:lnTo>
                    <a:lnTo>
                      <a:pt x="101" y="153"/>
                    </a:lnTo>
                    <a:lnTo>
                      <a:pt x="101" y="151"/>
                    </a:lnTo>
                    <a:lnTo>
                      <a:pt x="101" y="149"/>
                    </a:lnTo>
                    <a:lnTo>
                      <a:pt x="102" y="147"/>
                    </a:lnTo>
                    <a:lnTo>
                      <a:pt x="102" y="147"/>
                    </a:lnTo>
                    <a:lnTo>
                      <a:pt x="106" y="147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0"/>
                    </a:lnTo>
                    <a:lnTo>
                      <a:pt x="101" y="138"/>
                    </a:lnTo>
                    <a:lnTo>
                      <a:pt x="101" y="136"/>
                    </a:lnTo>
                    <a:lnTo>
                      <a:pt x="101" y="134"/>
                    </a:lnTo>
                    <a:lnTo>
                      <a:pt x="101" y="134"/>
                    </a:lnTo>
                    <a:lnTo>
                      <a:pt x="102" y="136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6"/>
                    </a:lnTo>
                    <a:lnTo>
                      <a:pt x="108" y="136"/>
                    </a:lnTo>
                    <a:lnTo>
                      <a:pt x="106" y="140"/>
                    </a:lnTo>
                    <a:lnTo>
                      <a:pt x="108" y="140"/>
                    </a:lnTo>
                    <a:lnTo>
                      <a:pt x="112" y="140"/>
                    </a:lnTo>
                    <a:lnTo>
                      <a:pt x="116" y="138"/>
                    </a:lnTo>
                    <a:lnTo>
                      <a:pt x="121" y="138"/>
                    </a:lnTo>
                    <a:lnTo>
                      <a:pt x="129" y="138"/>
                    </a:lnTo>
                    <a:lnTo>
                      <a:pt x="125" y="136"/>
                    </a:lnTo>
                    <a:lnTo>
                      <a:pt x="125" y="133"/>
                    </a:lnTo>
                    <a:lnTo>
                      <a:pt x="125" y="131"/>
                    </a:lnTo>
                    <a:lnTo>
                      <a:pt x="127" y="131"/>
                    </a:lnTo>
                    <a:lnTo>
                      <a:pt x="129" y="131"/>
                    </a:lnTo>
                    <a:lnTo>
                      <a:pt x="129" y="133"/>
                    </a:lnTo>
                    <a:lnTo>
                      <a:pt x="129" y="134"/>
                    </a:lnTo>
                    <a:lnTo>
                      <a:pt x="129" y="138"/>
                    </a:lnTo>
                    <a:lnTo>
                      <a:pt x="132" y="136"/>
                    </a:lnTo>
                    <a:lnTo>
                      <a:pt x="136" y="133"/>
                    </a:lnTo>
                    <a:lnTo>
                      <a:pt x="134" y="129"/>
                    </a:lnTo>
                    <a:lnTo>
                      <a:pt x="134" y="127"/>
                    </a:lnTo>
                    <a:lnTo>
                      <a:pt x="138" y="125"/>
                    </a:lnTo>
                    <a:lnTo>
                      <a:pt x="140" y="123"/>
                    </a:lnTo>
                    <a:lnTo>
                      <a:pt x="142" y="121"/>
                    </a:lnTo>
                    <a:lnTo>
                      <a:pt x="140" y="119"/>
                    </a:lnTo>
                    <a:lnTo>
                      <a:pt x="140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2" y="119"/>
                    </a:lnTo>
                    <a:lnTo>
                      <a:pt x="140" y="12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7" y="131"/>
                    </a:lnTo>
                    <a:lnTo>
                      <a:pt x="147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5" y="121"/>
                    </a:lnTo>
                    <a:lnTo>
                      <a:pt x="153" y="119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5" y="112"/>
                    </a:lnTo>
                    <a:lnTo>
                      <a:pt x="151" y="108"/>
                    </a:lnTo>
                    <a:lnTo>
                      <a:pt x="149" y="106"/>
                    </a:lnTo>
                    <a:lnTo>
                      <a:pt x="149" y="99"/>
                    </a:lnTo>
                    <a:lnTo>
                      <a:pt x="151" y="92"/>
                    </a:lnTo>
                    <a:lnTo>
                      <a:pt x="151" y="86"/>
                    </a:lnTo>
                    <a:lnTo>
                      <a:pt x="147" y="77"/>
                    </a:lnTo>
                    <a:lnTo>
                      <a:pt x="145" y="73"/>
                    </a:lnTo>
                    <a:lnTo>
                      <a:pt x="143" y="69"/>
                    </a:lnTo>
                    <a:lnTo>
                      <a:pt x="145" y="65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7"/>
                    </a:lnTo>
                    <a:lnTo>
                      <a:pt x="153" y="64"/>
                    </a:lnTo>
                    <a:lnTo>
                      <a:pt x="153" y="58"/>
                    </a:lnTo>
                    <a:lnTo>
                      <a:pt x="151" y="58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2"/>
                    </a:lnTo>
                    <a:lnTo>
                      <a:pt x="151" y="51"/>
                    </a:lnTo>
                    <a:lnTo>
                      <a:pt x="151" y="49"/>
                    </a:lnTo>
                    <a:lnTo>
                      <a:pt x="153" y="47"/>
                    </a:lnTo>
                    <a:lnTo>
                      <a:pt x="151" y="45"/>
                    </a:lnTo>
                    <a:lnTo>
                      <a:pt x="151" y="43"/>
                    </a:lnTo>
                    <a:lnTo>
                      <a:pt x="151" y="41"/>
                    </a:lnTo>
                    <a:lnTo>
                      <a:pt x="151" y="37"/>
                    </a:lnTo>
                    <a:lnTo>
                      <a:pt x="149" y="34"/>
                    </a:lnTo>
                    <a:lnTo>
                      <a:pt x="147" y="28"/>
                    </a:lnTo>
                    <a:lnTo>
                      <a:pt x="145" y="28"/>
                    </a:lnTo>
                    <a:lnTo>
                      <a:pt x="143" y="28"/>
                    </a:lnTo>
                    <a:lnTo>
                      <a:pt x="143" y="23"/>
                    </a:lnTo>
                    <a:lnTo>
                      <a:pt x="142" y="19"/>
                    </a:lnTo>
                    <a:lnTo>
                      <a:pt x="136" y="13"/>
                    </a:lnTo>
                    <a:lnTo>
                      <a:pt x="134" y="11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4" y="0"/>
                    </a:lnTo>
                    <a:lnTo>
                      <a:pt x="130" y="2"/>
                    </a:lnTo>
                    <a:lnTo>
                      <a:pt x="129" y="2"/>
                    </a:lnTo>
                    <a:lnTo>
                      <a:pt x="129" y="2"/>
                    </a:lnTo>
                    <a:lnTo>
                      <a:pt x="127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3" y="4"/>
                    </a:lnTo>
                    <a:lnTo>
                      <a:pt x="123" y="8"/>
                    </a:lnTo>
                    <a:lnTo>
                      <a:pt x="121" y="6"/>
                    </a:lnTo>
                    <a:lnTo>
                      <a:pt x="119" y="8"/>
                    </a:lnTo>
                    <a:lnTo>
                      <a:pt x="117" y="6"/>
                    </a:lnTo>
                    <a:lnTo>
                      <a:pt x="116" y="9"/>
                    </a:lnTo>
                    <a:lnTo>
                      <a:pt x="117" y="13"/>
                    </a:lnTo>
                    <a:lnTo>
                      <a:pt x="117" y="15"/>
                    </a:lnTo>
                    <a:lnTo>
                      <a:pt x="116" y="17"/>
                    </a:lnTo>
                    <a:lnTo>
                      <a:pt x="114" y="19"/>
                    </a:lnTo>
                    <a:lnTo>
                      <a:pt x="114" y="21"/>
                    </a:lnTo>
                    <a:lnTo>
                      <a:pt x="117" y="24"/>
                    </a:lnTo>
                    <a:lnTo>
                      <a:pt x="119" y="26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6" y="36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21" y="39"/>
                    </a:lnTo>
                    <a:lnTo>
                      <a:pt x="123" y="45"/>
                    </a:lnTo>
                    <a:lnTo>
                      <a:pt x="123" y="49"/>
                    </a:lnTo>
                    <a:lnTo>
                      <a:pt x="123" y="54"/>
                    </a:lnTo>
                    <a:lnTo>
                      <a:pt x="119" y="64"/>
                    </a:lnTo>
                    <a:lnTo>
                      <a:pt x="121" y="67"/>
                    </a:lnTo>
                    <a:lnTo>
                      <a:pt x="119" y="71"/>
                    </a:lnTo>
                    <a:lnTo>
                      <a:pt x="116" y="73"/>
                    </a:lnTo>
                    <a:lnTo>
                      <a:pt x="116" y="78"/>
                    </a:lnTo>
                    <a:lnTo>
                      <a:pt x="116" y="82"/>
                    </a:lnTo>
                    <a:lnTo>
                      <a:pt x="114" y="84"/>
                    </a:lnTo>
                    <a:lnTo>
                      <a:pt x="114" y="88"/>
                    </a:lnTo>
                    <a:lnTo>
                      <a:pt x="110" y="90"/>
                    </a:lnTo>
                    <a:lnTo>
                      <a:pt x="104" y="93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7" y="95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9" y="84"/>
                    </a:lnTo>
                    <a:lnTo>
                      <a:pt x="99" y="82"/>
                    </a:lnTo>
                    <a:lnTo>
                      <a:pt x="93" y="84"/>
                    </a:lnTo>
                    <a:lnTo>
                      <a:pt x="91" y="86"/>
                    </a:lnTo>
                    <a:lnTo>
                      <a:pt x="88" y="86"/>
                    </a:lnTo>
                    <a:lnTo>
                      <a:pt x="88" y="90"/>
                    </a:lnTo>
                    <a:lnTo>
                      <a:pt x="89" y="93"/>
                    </a:lnTo>
                    <a:lnTo>
                      <a:pt x="89" y="99"/>
                    </a:lnTo>
                    <a:lnTo>
                      <a:pt x="89" y="103"/>
                    </a:lnTo>
                    <a:lnTo>
                      <a:pt x="86" y="106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4" y="114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4" y="118"/>
                    </a:lnTo>
                    <a:lnTo>
                      <a:pt x="86" y="119"/>
                    </a:lnTo>
                    <a:lnTo>
                      <a:pt x="86" y="119"/>
                    </a:lnTo>
                    <a:lnTo>
                      <a:pt x="82" y="119"/>
                    </a:lnTo>
                    <a:lnTo>
                      <a:pt x="84" y="121"/>
                    </a:lnTo>
                    <a:lnTo>
                      <a:pt x="84" y="121"/>
                    </a:lnTo>
                    <a:lnTo>
                      <a:pt x="82" y="119"/>
                    </a:lnTo>
                    <a:lnTo>
                      <a:pt x="80" y="121"/>
                    </a:lnTo>
                    <a:lnTo>
                      <a:pt x="80" y="119"/>
                    </a:lnTo>
                    <a:lnTo>
                      <a:pt x="78" y="118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3" y="119"/>
                    </a:lnTo>
                    <a:lnTo>
                      <a:pt x="62" y="123"/>
                    </a:lnTo>
                    <a:lnTo>
                      <a:pt x="58" y="123"/>
                    </a:lnTo>
                    <a:lnTo>
                      <a:pt x="54" y="125"/>
                    </a:lnTo>
                    <a:lnTo>
                      <a:pt x="54" y="123"/>
                    </a:lnTo>
                    <a:lnTo>
                      <a:pt x="50" y="123"/>
                    </a:lnTo>
                    <a:lnTo>
                      <a:pt x="45" y="129"/>
                    </a:lnTo>
                    <a:lnTo>
                      <a:pt x="43" y="131"/>
                    </a:lnTo>
                    <a:lnTo>
                      <a:pt x="41" y="133"/>
                    </a:lnTo>
                    <a:lnTo>
                      <a:pt x="41" y="134"/>
                    </a:lnTo>
                    <a:lnTo>
                      <a:pt x="37" y="138"/>
                    </a:lnTo>
                    <a:lnTo>
                      <a:pt x="35" y="140"/>
                    </a:lnTo>
                    <a:lnTo>
                      <a:pt x="32" y="142"/>
                    </a:lnTo>
                    <a:lnTo>
                      <a:pt x="32" y="144"/>
                    </a:lnTo>
                    <a:lnTo>
                      <a:pt x="30" y="146"/>
                    </a:lnTo>
                    <a:lnTo>
                      <a:pt x="26" y="146"/>
                    </a:lnTo>
                    <a:lnTo>
                      <a:pt x="24" y="149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8" y="155"/>
                    </a:lnTo>
                    <a:lnTo>
                      <a:pt x="26" y="157"/>
                    </a:lnTo>
                    <a:lnTo>
                      <a:pt x="24" y="157"/>
                    </a:lnTo>
                    <a:lnTo>
                      <a:pt x="22" y="159"/>
                    </a:lnTo>
                    <a:lnTo>
                      <a:pt x="21" y="161"/>
                    </a:lnTo>
                    <a:lnTo>
                      <a:pt x="19" y="162"/>
                    </a:lnTo>
                    <a:lnTo>
                      <a:pt x="17" y="164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9" y="168"/>
                    </a:lnTo>
                    <a:lnTo>
                      <a:pt x="8" y="168"/>
                    </a:lnTo>
                    <a:lnTo>
                      <a:pt x="6" y="168"/>
                    </a:lnTo>
                    <a:lnTo>
                      <a:pt x="6" y="172"/>
                    </a:lnTo>
                    <a:lnTo>
                      <a:pt x="4" y="170"/>
                    </a:lnTo>
                    <a:lnTo>
                      <a:pt x="6" y="172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4"/>
                    </a:lnTo>
                    <a:lnTo>
                      <a:pt x="2" y="175"/>
                    </a:lnTo>
                    <a:lnTo>
                      <a:pt x="0" y="175"/>
                    </a:lnTo>
                    <a:lnTo>
                      <a:pt x="0" y="179"/>
                    </a:lnTo>
                    <a:close/>
                    <a:moveTo>
                      <a:pt x="32" y="200"/>
                    </a:moveTo>
                    <a:lnTo>
                      <a:pt x="34" y="202"/>
                    </a:lnTo>
                    <a:lnTo>
                      <a:pt x="35" y="205"/>
                    </a:lnTo>
                    <a:lnTo>
                      <a:pt x="34" y="207"/>
                    </a:lnTo>
                    <a:lnTo>
                      <a:pt x="34" y="203"/>
                    </a:lnTo>
                    <a:lnTo>
                      <a:pt x="32" y="202"/>
                    </a:lnTo>
                    <a:lnTo>
                      <a:pt x="32" y="200"/>
                    </a:lnTo>
                    <a:close/>
                    <a:moveTo>
                      <a:pt x="127" y="9"/>
                    </a:moveTo>
                    <a:lnTo>
                      <a:pt x="129" y="8"/>
                    </a:lnTo>
                    <a:lnTo>
                      <a:pt x="129" y="8"/>
                    </a:lnTo>
                    <a:lnTo>
                      <a:pt x="129" y="9"/>
                    </a:lnTo>
                    <a:lnTo>
                      <a:pt x="129" y="11"/>
                    </a:lnTo>
                    <a:lnTo>
                      <a:pt x="127" y="9"/>
                    </a:lnTo>
                    <a:lnTo>
                      <a:pt x="125" y="9"/>
                    </a:lnTo>
                    <a:lnTo>
                      <a:pt x="127" y="9"/>
                    </a:lnTo>
                    <a:close/>
                    <a:moveTo>
                      <a:pt x="123" y="8"/>
                    </a:moveTo>
                    <a:lnTo>
                      <a:pt x="125" y="9"/>
                    </a:lnTo>
                    <a:lnTo>
                      <a:pt x="123" y="9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3" y="13"/>
                    </a:lnTo>
                    <a:lnTo>
                      <a:pt x="123" y="9"/>
                    </a:lnTo>
                    <a:lnTo>
                      <a:pt x="123" y="8"/>
                    </a:lnTo>
                    <a:close/>
                    <a:moveTo>
                      <a:pt x="67" y="146"/>
                    </a:moveTo>
                    <a:lnTo>
                      <a:pt x="69" y="144"/>
                    </a:lnTo>
                    <a:lnTo>
                      <a:pt x="67" y="146"/>
                    </a:lnTo>
                    <a:lnTo>
                      <a:pt x="67" y="146"/>
                    </a:lnTo>
                    <a:close/>
                    <a:moveTo>
                      <a:pt x="21" y="181"/>
                    </a:moveTo>
                    <a:lnTo>
                      <a:pt x="21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2" y="179"/>
                    </a:lnTo>
                    <a:lnTo>
                      <a:pt x="21" y="181"/>
                    </a:lnTo>
                    <a:close/>
                    <a:moveTo>
                      <a:pt x="24" y="187"/>
                    </a:moveTo>
                    <a:lnTo>
                      <a:pt x="24" y="187"/>
                    </a:lnTo>
                    <a:lnTo>
                      <a:pt x="24" y="187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7"/>
                    </a:lnTo>
                    <a:close/>
                    <a:moveTo>
                      <a:pt x="24" y="183"/>
                    </a:moveTo>
                    <a:lnTo>
                      <a:pt x="24" y="183"/>
                    </a:lnTo>
                    <a:lnTo>
                      <a:pt x="24" y="183"/>
                    </a:lnTo>
                    <a:lnTo>
                      <a:pt x="24" y="183"/>
                    </a:lnTo>
                    <a:close/>
                    <a:moveTo>
                      <a:pt x="21" y="172"/>
                    </a:moveTo>
                    <a:lnTo>
                      <a:pt x="21" y="172"/>
                    </a:lnTo>
                    <a:lnTo>
                      <a:pt x="24" y="175"/>
                    </a:lnTo>
                    <a:lnTo>
                      <a:pt x="24" y="177"/>
                    </a:lnTo>
                    <a:lnTo>
                      <a:pt x="24" y="179"/>
                    </a:lnTo>
                    <a:lnTo>
                      <a:pt x="24" y="181"/>
                    </a:lnTo>
                    <a:lnTo>
                      <a:pt x="22" y="179"/>
                    </a:lnTo>
                    <a:lnTo>
                      <a:pt x="24" y="179"/>
                    </a:lnTo>
                    <a:lnTo>
                      <a:pt x="24" y="175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1" y="172"/>
                    </a:lnTo>
                    <a:lnTo>
                      <a:pt x="21" y="17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3" name="Freeform 6201">
                <a:extLst>
                  <a:ext uri="{FF2B5EF4-FFF2-40B4-BE49-F238E27FC236}">
                    <a16:creationId xmlns:a16="http://schemas.microsoft.com/office/drawing/2014/main" id="{93E220CE-ACCA-4969-AB69-F4C02EEFA8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0" y="2349"/>
                <a:ext cx="13" cy="10"/>
              </a:xfrm>
              <a:custGeom>
                <a:avLst/>
                <a:gdLst>
                  <a:gd name="T0" fmla="*/ 13 w 13"/>
                  <a:gd name="T1" fmla="*/ 4 h 10"/>
                  <a:gd name="T2" fmla="*/ 11 w 13"/>
                  <a:gd name="T3" fmla="*/ 2 h 10"/>
                  <a:gd name="T4" fmla="*/ 7 w 13"/>
                  <a:gd name="T5" fmla="*/ 0 h 10"/>
                  <a:gd name="T6" fmla="*/ 2 w 13"/>
                  <a:gd name="T7" fmla="*/ 4 h 10"/>
                  <a:gd name="T8" fmla="*/ 0 w 13"/>
                  <a:gd name="T9" fmla="*/ 6 h 10"/>
                  <a:gd name="T10" fmla="*/ 2 w 13"/>
                  <a:gd name="T11" fmla="*/ 10 h 10"/>
                  <a:gd name="T12" fmla="*/ 4 w 13"/>
                  <a:gd name="T13" fmla="*/ 10 h 10"/>
                  <a:gd name="T14" fmla="*/ 9 w 13"/>
                  <a:gd name="T15" fmla="*/ 10 h 10"/>
                  <a:gd name="T16" fmla="*/ 13 w 13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lnTo>
                      <a:pt x="11" y="2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9" y="10"/>
                    </a:lnTo>
                    <a:lnTo>
                      <a:pt x="1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4" name="Freeform 6202">
                <a:extLst>
                  <a:ext uri="{FF2B5EF4-FFF2-40B4-BE49-F238E27FC236}">
                    <a16:creationId xmlns:a16="http://schemas.microsoft.com/office/drawing/2014/main" id="{B470F294-AFD8-4006-82DD-FFA2E884D17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7" y="2329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4 w 8"/>
                  <a:gd name="T3" fmla="*/ 15 h 15"/>
                  <a:gd name="T4" fmla="*/ 6 w 8"/>
                  <a:gd name="T5" fmla="*/ 13 h 15"/>
                  <a:gd name="T6" fmla="*/ 6 w 8"/>
                  <a:gd name="T7" fmla="*/ 9 h 15"/>
                  <a:gd name="T8" fmla="*/ 4 w 8"/>
                  <a:gd name="T9" fmla="*/ 9 h 15"/>
                  <a:gd name="T10" fmla="*/ 6 w 8"/>
                  <a:gd name="T11" fmla="*/ 9 h 15"/>
                  <a:gd name="T12" fmla="*/ 8 w 8"/>
                  <a:gd name="T13" fmla="*/ 5 h 15"/>
                  <a:gd name="T14" fmla="*/ 6 w 8"/>
                  <a:gd name="T15" fmla="*/ 4 h 15"/>
                  <a:gd name="T16" fmla="*/ 6 w 8"/>
                  <a:gd name="T17" fmla="*/ 0 h 15"/>
                  <a:gd name="T18" fmla="*/ 2 w 8"/>
                  <a:gd name="T19" fmla="*/ 2 h 15"/>
                  <a:gd name="T20" fmla="*/ 2 w 8"/>
                  <a:gd name="T21" fmla="*/ 4 h 15"/>
                  <a:gd name="T22" fmla="*/ 2 w 8"/>
                  <a:gd name="T23" fmla="*/ 7 h 15"/>
                  <a:gd name="T24" fmla="*/ 2 w 8"/>
                  <a:gd name="T25" fmla="*/ 9 h 15"/>
                  <a:gd name="T26" fmla="*/ 0 w 8"/>
                  <a:gd name="T27" fmla="*/ 11 h 15"/>
                  <a:gd name="T28" fmla="*/ 0 w 8"/>
                  <a:gd name="T2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lnTo>
                      <a:pt x="4" y="15"/>
                    </a:lnTo>
                    <a:lnTo>
                      <a:pt x="6" y="13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5" name="Freeform 6203">
                <a:extLst>
                  <a:ext uri="{FF2B5EF4-FFF2-40B4-BE49-F238E27FC236}">
                    <a16:creationId xmlns:a16="http://schemas.microsoft.com/office/drawing/2014/main" id="{0C65AA32-3416-47FB-A240-59F4FEA2C2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27" y="3104"/>
                <a:ext cx="24" cy="19"/>
              </a:xfrm>
              <a:custGeom>
                <a:avLst/>
                <a:gdLst>
                  <a:gd name="T0" fmla="*/ 22 w 24"/>
                  <a:gd name="T1" fmla="*/ 8 h 19"/>
                  <a:gd name="T2" fmla="*/ 24 w 24"/>
                  <a:gd name="T3" fmla="*/ 4 h 19"/>
                  <a:gd name="T4" fmla="*/ 24 w 24"/>
                  <a:gd name="T5" fmla="*/ 0 h 19"/>
                  <a:gd name="T6" fmla="*/ 19 w 24"/>
                  <a:gd name="T7" fmla="*/ 6 h 19"/>
                  <a:gd name="T8" fmla="*/ 15 w 24"/>
                  <a:gd name="T9" fmla="*/ 6 h 19"/>
                  <a:gd name="T10" fmla="*/ 13 w 24"/>
                  <a:gd name="T11" fmla="*/ 10 h 19"/>
                  <a:gd name="T12" fmla="*/ 9 w 24"/>
                  <a:gd name="T13" fmla="*/ 8 h 19"/>
                  <a:gd name="T14" fmla="*/ 5 w 24"/>
                  <a:gd name="T15" fmla="*/ 10 h 19"/>
                  <a:gd name="T16" fmla="*/ 2 w 24"/>
                  <a:gd name="T17" fmla="*/ 10 h 19"/>
                  <a:gd name="T18" fmla="*/ 0 w 24"/>
                  <a:gd name="T19" fmla="*/ 15 h 19"/>
                  <a:gd name="T20" fmla="*/ 5 w 24"/>
                  <a:gd name="T21" fmla="*/ 19 h 19"/>
                  <a:gd name="T22" fmla="*/ 5 w 24"/>
                  <a:gd name="T23" fmla="*/ 17 h 19"/>
                  <a:gd name="T24" fmla="*/ 9 w 24"/>
                  <a:gd name="T25" fmla="*/ 17 h 19"/>
                  <a:gd name="T26" fmla="*/ 11 w 24"/>
                  <a:gd name="T27" fmla="*/ 15 h 19"/>
                  <a:gd name="T28" fmla="*/ 11 w 24"/>
                  <a:gd name="T29" fmla="*/ 15 h 19"/>
                  <a:gd name="T30" fmla="*/ 13 w 24"/>
                  <a:gd name="T31" fmla="*/ 17 h 19"/>
                  <a:gd name="T32" fmla="*/ 20 w 24"/>
                  <a:gd name="T33" fmla="*/ 17 h 19"/>
                  <a:gd name="T34" fmla="*/ 24 w 24"/>
                  <a:gd name="T35" fmla="*/ 13 h 19"/>
                  <a:gd name="T36" fmla="*/ 22 w 24"/>
                  <a:gd name="T37" fmla="*/ 10 h 19"/>
                  <a:gd name="T38" fmla="*/ 22 w 24"/>
                  <a:gd name="T3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19">
                    <a:moveTo>
                      <a:pt x="22" y="8"/>
                    </a:moveTo>
                    <a:lnTo>
                      <a:pt x="24" y="4"/>
                    </a:lnTo>
                    <a:lnTo>
                      <a:pt x="24" y="0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9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20" y="17"/>
                    </a:lnTo>
                    <a:lnTo>
                      <a:pt x="24" y="13"/>
                    </a:lnTo>
                    <a:lnTo>
                      <a:pt x="22" y="10"/>
                    </a:lnTo>
                    <a:lnTo>
                      <a:pt x="2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6" name="Freeform 6204">
                <a:extLst>
                  <a:ext uri="{FF2B5EF4-FFF2-40B4-BE49-F238E27FC236}">
                    <a16:creationId xmlns:a16="http://schemas.microsoft.com/office/drawing/2014/main" id="{442714AC-20BC-42F7-B60D-52AD998FCA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08" y="3125"/>
                <a:ext cx="23" cy="17"/>
              </a:xfrm>
              <a:custGeom>
                <a:avLst/>
                <a:gdLst>
                  <a:gd name="T0" fmla="*/ 15 w 23"/>
                  <a:gd name="T1" fmla="*/ 0 h 17"/>
                  <a:gd name="T2" fmla="*/ 8 w 23"/>
                  <a:gd name="T3" fmla="*/ 2 h 17"/>
                  <a:gd name="T4" fmla="*/ 2 w 23"/>
                  <a:gd name="T5" fmla="*/ 6 h 17"/>
                  <a:gd name="T6" fmla="*/ 2 w 23"/>
                  <a:gd name="T7" fmla="*/ 9 h 17"/>
                  <a:gd name="T8" fmla="*/ 0 w 23"/>
                  <a:gd name="T9" fmla="*/ 9 h 17"/>
                  <a:gd name="T10" fmla="*/ 0 w 23"/>
                  <a:gd name="T11" fmla="*/ 15 h 17"/>
                  <a:gd name="T12" fmla="*/ 4 w 23"/>
                  <a:gd name="T13" fmla="*/ 17 h 17"/>
                  <a:gd name="T14" fmla="*/ 11 w 23"/>
                  <a:gd name="T15" fmla="*/ 17 h 17"/>
                  <a:gd name="T16" fmla="*/ 13 w 23"/>
                  <a:gd name="T17" fmla="*/ 17 h 17"/>
                  <a:gd name="T18" fmla="*/ 17 w 23"/>
                  <a:gd name="T19" fmla="*/ 17 h 17"/>
                  <a:gd name="T20" fmla="*/ 23 w 23"/>
                  <a:gd name="T21" fmla="*/ 15 h 17"/>
                  <a:gd name="T22" fmla="*/ 21 w 23"/>
                  <a:gd name="T23" fmla="*/ 6 h 17"/>
                  <a:gd name="T24" fmla="*/ 15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15" y="0"/>
                    </a:moveTo>
                    <a:lnTo>
                      <a:pt x="8" y="2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4" y="17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3" y="15"/>
                    </a:lnTo>
                    <a:lnTo>
                      <a:pt x="21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7" name="Freeform 6205">
                <a:extLst>
                  <a:ext uri="{FF2B5EF4-FFF2-40B4-BE49-F238E27FC236}">
                    <a16:creationId xmlns:a16="http://schemas.microsoft.com/office/drawing/2014/main" id="{232DEE62-583B-4A2B-BE67-0C447F7F0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5" y="3155"/>
                <a:ext cx="3" cy="11"/>
              </a:xfrm>
              <a:custGeom>
                <a:avLst/>
                <a:gdLst>
                  <a:gd name="T0" fmla="*/ 0 w 3"/>
                  <a:gd name="T1" fmla="*/ 5 h 11"/>
                  <a:gd name="T2" fmla="*/ 2 w 3"/>
                  <a:gd name="T3" fmla="*/ 11 h 11"/>
                  <a:gd name="T4" fmla="*/ 3 w 3"/>
                  <a:gd name="T5" fmla="*/ 5 h 11"/>
                  <a:gd name="T6" fmla="*/ 0 w 3"/>
                  <a:gd name="T7" fmla="*/ 0 h 11"/>
                  <a:gd name="T8" fmla="*/ 0 w 3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1">
                    <a:moveTo>
                      <a:pt x="0" y="5"/>
                    </a:moveTo>
                    <a:lnTo>
                      <a:pt x="2" y="11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8" name="Freeform 6206">
                <a:extLst>
                  <a:ext uri="{FF2B5EF4-FFF2-40B4-BE49-F238E27FC236}">
                    <a16:creationId xmlns:a16="http://schemas.microsoft.com/office/drawing/2014/main" id="{68CBEA5B-65CC-430B-8C4C-0D5FEE92EE6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12"/>
                <a:ext cx="7" cy="7"/>
              </a:xfrm>
              <a:custGeom>
                <a:avLst/>
                <a:gdLst>
                  <a:gd name="T0" fmla="*/ 5 w 7"/>
                  <a:gd name="T1" fmla="*/ 4 h 7"/>
                  <a:gd name="T2" fmla="*/ 1 w 7"/>
                  <a:gd name="T3" fmla="*/ 0 h 7"/>
                  <a:gd name="T4" fmla="*/ 0 w 7"/>
                  <a:gd name="T5" fmla="*/ 5 h 7"/>
                  <a:gd name="T6" fmla="*/ 1 w 7"/>
                  <a:gd name="T7" fmla="*/ 7 h 7"/>
                  <a:gd name="T8" fmla="*/ 7 w 7"/>
                  <a:gd name="T9" fmla="*/ 5 h 7"/>
                  <a:gd name="T10" fmla="*/ 5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5" y="4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7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69" name="Freeform 6207">
                <a:extLst>
                  <a:ext uri="{FF2B5EF4-FFF2-40B4-BE49-F238E27FC236}">
                    <a16:creationId xmlns:a16="http://schemas.microsoft.com/office/drawing/2014/main" id="{944E7752-F173-4D36-9545-AE63C152A2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3" y="3078"/>
                <a:ext cx="13" cy="21"/>
              </a:xfrm>
              <a:custGeom>
                <a:avLst/>
                <a:gdLst>
                  <a:gd name="T0" fmla="*/ 1 w 7"/>
                  <a:gd name="T1" fmla="*/ 2 h 11"/>
                  <a:gd name="T2" fmla="*/ 1 w 7"/>
                  <a:gd name="T3" fmla="*/ 2 h 11"/>
                  <a:gd name="T4" fmla="*/ 0 w 7"/>
                  <a:gd name="T5" fmla="*/ 5 h 11"/>
                  <a:gd name="T6" fmla="*/ 1 w 7"/>
                  <a:gd name="T7" fmla="*/ 7 h 11"/>
                  <a:gd name="T8" fmla="*/ 1 w 7"/>
                  <a:gd name="T9" fmla="*/ 9 h 11"/>
                  <a:gd name="T10" fmla="*/ 2 w 7"/>
                  <a:gd name="T11" fmla="*/ 11 h 11"/>
                  <a:gd name="T12" fmla="*/ 4 w 7"/>
                  <a:gd name="T13" fmla="*/ 11 h 11"/>
                  <a:gd name="T14" fmla="*/ 4 w 7"/>
                  <a:gd name="T15" fmla="*/ 10 h 11"/>
                  <a:gd name="T16" fmla="*/ 5 w 7"/>
                  <a:gd name="T17" fmla="*/ 11 h 11"/>
                  <a:gd name="T18" fmla="*/ 7 w 7"/>
                  <a:gd name="T19" fmla="*/ 9 h 11"/>
                  <a:gd name="T20" fmla="*/ 7 w 7"/>
                  <a:gd name="T21" fmla="*/ 7 h 11"/>
                  <a:gd name="T22" fmla="*/ 6 w 7"/>
                  <a:gd name="T23" fmla="*/ 6 h 11"/>
                  <a:gd name="T24" fmla="*/ 6 w 7"/>
                  <a:gd name="T25" fmla="*/ 5 h 11"/>
                  <a:gd name="T26" fmla="*/ 5 w 7"/>
                  <a:gd name="T27" fmla="*/ 3 h 11"/>
                  <a:gd name="T28" fmla="*/ 4 w 7"/>
                  <a:gd name="T29" fmla="*/ 4 h 11"/>
                  <a:gd name="T30" fmla="*/ 4 w 7"/>
                  <a:gd name="T31" fmla="*/ 5 h 11"/>
                  <a:gd name="T32" fmla="*/ 4 w 7"/>
                  <a:gd name="T33" fmla="*/ 6 h 11"/>
                  <a:gd name="T34" fmla="*/ 3 w 7"/>
                  <a:gd name="T35" fmla="*/ 5 h 11"/>
                  <a:gd name="T36" fmla="*/ 3 w 7"/>
                  <a:gd name="T37" fmla="*/ 3 h 11"/>
                  <a:gd name="T38" fmla="*/ 3 w 7"/>
                  <a:gd name="T39" fmla="*/ 3 h 11"/>
                  <a:gd name="T40" fmla="*/ 2 w 7"/>
                  <a:gd name="T41" fmla="*/ 2 h 11"/>
                  <a:gd name="T42" fmla="*/ 3 w 7"/>
                  <a:gd name="T43" fmla="*/ 0 h 11"/>
                  <a:gd name="T44" fmla="*/ 1 w 7"/>
                  <a:gd name="T4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" h="11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0" name="Freeform 6208">
                <a:extLst>
                  <a:ext uri="{FF2B5EF4-FFF2-40B4-BE49-F238E27FC236}">
                    <a16:creationId xmlns:a16="http://schemas.microsoft.com/office/drawing/2014/main" id="{52BB72E8-8C67-4ED6-81CC-F86CC1F4F6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01"/>
                <a:ext cx="18" cy="15"/>
              </a:xfrm>
              <a:custGeom>
                <a:avLst/>
                <a:gdLst>
                  <a:gd name="T0" fmla="*/ 0 w 18"/>
                  <a:gd name="T1" fmla="*/ 2 h 15"/>
                  <a:gd name="T2" fmla="*/ 1 w 18"/>
                  <a:gd name="T3" fmla="*/ 5 h 15"/>
                  <a:gd name="T4" fmla="*/ 3 w 18"/>
                  <a:gd name="T5" fmla="*/ 5 h 15"/>
                  <a:gd name="T6" fmla="*/ 3 w 18"/>
                  <a:gd name="T7" fmla="*/ 5 h 15"/>
                  <a:gd name="T8" fmla="*/ 3 w 18"/>
                  <a:gd name="T9" fmla="*/ 7 h 15"/>
                  <a:gd name="T10" fmla="*/ 1 w 18"/>
                  <a:gd name="T11" fmla="*/ 11 h 15"/>
                  <a:gd name="T12" fmla="*/ 3 w 18"/>
                  <a:gd name="T13" fmla="*/ 15 h 15"/>
                  <a:gd name="T14" fmla="*/ 7 w 18"/>
                  <a:gd name="T15" fmla="*/ 13 h 15"/>
                  <a:gd name="T16" fmla="*/ 13 w 18"/>
                  <a:gd name="T17" fmla="*/ 11 h 15"/>
                  <a:gd name="T18" fmla="*/ 11 w 18"/>
                  <a:gd name="T19" fmla="*/ 11 h 15"/>
                  <a:gd name="T20" fmla="*/ 13 w 18"/>
                  <a:gd name="T21" fmla="*/ 11 h 15"/>
                  <a:gd name="T22" fmla="*/ 14 w 18"/>
                  <a:gd name="T23" fmla="*/ 11 h 15"/>
                  <a:gd name="T24" fmla="*/ 16 w 18"/>
                  <a:gd name="T25" fmla="*/ 11 h 15"/>
                  <a:gd name="T26" fmla="*/ 18 w 18"/>
                  <a:gd name="T27" fmla="*/ 11 h 15"/>
                  <a:gd name="T28" fmla="*/ 18 w 18"/>
                  <a:gd name="T29" fmla="*/ 7 h 15"/>
                  <a:gd name="T30" fmla="*/ 16 w 18"/>
                  <a:gd name="T31" fmla="*/ 5 h 15"/>
                  <a:gd name="T32" fmla="*/ 16 w 18"/>
                  <a:gd name="T33" fmla="*/ 3 h 15"/>
                  <a:gd name="T34" fmla="*/ 11 w 18"/>
                  <a:gd name="T35" fmla="*/ 7 h 15"/>
                  <a:gd name="T36" fmla="*/ 11 w 18"/>
                  <a:gd name="T37" fmla="*/ 9 h 15"/>
                  <a:gd name="T38" fmla="*/ 9 w 18"/>
                  <a:gd name="T39" fmla="*/ 9 h 15"/>
                  <a:gd name="T40" fmla="*/ 7 w 18"/>
                  <a:gd name="T41" fmla="*/ 5 h 15"/>
                  <a:gd name="T42" fmla="*/ 7 w 18"/>
                  <a:gd name="T43" fmla="*/ 2 h 15"/>
                  <a:gd name="T44" fmla="*/ 5 w 18"/>
                  <a:gd name="T45" fmla="*/ 0 h 15"/>
                  <a:gd name="T46" fmla="*/ 1 w 18"/>
                  <a:gd name="T47" fmla="*/ 0 h 15"/>
                  <a:gd name="T48" fmla="*/ 0 w 18"/>
                  <a:gd name="T4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11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1" name="Freeform 6209">
                <a:extLst>
                  <a:ext uri="{FF2B5EF4-FFF2-40B4-BE49-F238E27FC236}">
                    <a16:creationId xmlns:a16="http://schemas.microsoft.com/office/drawing/2014/main" id="{79329FC3-E51B-4FC1-A5A7-7A9F2DB5F9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91" y="3144"/>
                <a:ext cx="6" cy="11"/>
              </a:xfrm>
              <a:custGeom>
                <a:avLst/>
                <a:gdLst>
                  <a:gd name="T0" fmla="*/ 6 w 6"/>
                  <a:gd name="T1" fmla="*/ 11 h 11"/>
                  <a:gd name="T2" fmla="*/ 6 w 6"/>
                  <a:gd name="T3" fmla="*/ 3 h 11"/>
                  <a:gd name="T4" fmla="*/ 2 w 6"/>
                  <a:gd name="T5" fmla="*/ 0 h 11"/>
                  <a:gd name="T6" fmla="*/ 0 w 6"/>
                  <a:gd name="T7" fmla="*/ 1 h 11"/>
                  <a:gd name="T8" fmla="*/ 0 w 6"/>
                  <a:gd name="T9" fmla="*/ 5 h 11"/>
                  <a:gd name="T10" fmla="*/ 6 w 6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lnTo>
                      <a:pt x="6" y="3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2" name="Freeform 6210">
                <a:extLst>
                  <a:ext uri="{FF2B5EF4-FFF2-40B4-BE49-F238E27FC236}">
                    <a16:creationId xmlns:a16="http://schemas.microsoft.com/office/drawing/2014/main" id="{7258EB31-E2E6-4DC8-9DB2-B5BC8A4F74A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84" y="3125"/>
                <a:ext cx="5" cy="9"/>
              </a:xfrm>
              <a:custGeom>
                <a:avLst/>
                <a:gdLst>
                  <a:gd name="T0" fmla="*/ 0 w 5"/>
                  <a:gd name="T1" fmla="*/ 6 h 9"/>
                  <a:gd name="T2" fmla="*/ 1 w 5"/>
                  <a:gd name="T3" fmla="*/ 9 h 9"/>
                  <a:gd name="T4" fmla="*/ 5 w 5"/>
                  <a:gd name="T5" fmla="*/ 7 h 9"/>
                  <a:gd name="T6" fmla="*/ 5 w 5"/>
                  <a:gd name="T7" fmla="*/ 4 h 9"/>
                  <a:gd name="T8" fmla="*/ 3 w 5"/>
                  <a:gd name="T9" fmla="*/ 0 h 9"/>
                  <a:gd name="T10" fmla="*/ 0 w 5"/>
                  <a:gd name="T11" fmla="*/ 4 h 9"/>
                  <a:gd name="T12" fmla="*/ 0 w 5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0" y="6"/>
                    </a:moveTo>
                    <a:lnTo>
                      <a:pt x="1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3" name="Freeform 6211">
                <a:extLst>
                  <a:ext uri="{FF2B5EF4-FFF2-40B4-BE49-F238E27FC236}">
                    <a16:creationId xmlns:a16="http://schemas.microsoft.com/office/drawing/2014/main" id="{5A31F5BD-305D-4AE2-A6ED-4AD49E8D03A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8" y="3086"/>
                <a:ext cx="13" cy="18"/>
              </a:xfrm>
              <a:custGeom>
                <a:avLst/>
                <a:gdLst>
                  <a:gd name="T0" fmla="*/ 3 w 7"/>
                  <a:gd name="T1" fmla="*/ 5 h 10"/>
                  <a:gd name="T2" fmla="*/ 4 w 7"/>
                  <a:gd name="T3" fmla="*/ 6 h 10"/>
                  <a:gd name="T4" fmla="*/ 4 w 7"/>
                  <a:gd name="T5" fmla="*/ 7 h 10"/>
                  <a:gd name="T6" fmla="*/ 4 w 7"/>
                  <a:gd name="T7" fmla="*/ 6 h 10"/>
                  <a:gd name="T8" fmla="*/ 4 w 7"/>
                  <a:gd name="T9" fmla="*/ 7 h 10"/>
                  <a:gd name="T10" fmla="*/ 4 w 7"/>
                  <a:gd name="T11" fmla="*/ 7 h 10"/>
                  <a:gd name="T12" fmla="*/ 5 w 7"/>
                  <a:gd name="T13" fmla="*/ 9 h 10"/>
                  <a:gd name="T14" fmla="*/ 6 w 7"/>
                  <a:gd name="T15" fmla="*/ 10 h 10"/>
                  <a:gd name="T16" fmla="*/ 6 w 7"/>
                  <a:gd name="T17" fmla="*/ 6 h 10"/>
                  <a:gd name="T18" fmla="*/ 6 w 7"/>
                  <a:gd name="T19" fmla="*/ 5 h 10"/>
                  <a:gd name="T20" fmla="*/ 5 w 7"/>
                  <a:gd name="T21" fmla="*/ 5 h 10"/>
                  <a:gd name="T22" fmla="*/ 5 w 7"/>
                  <a:gd name="T23" fmla="*/ 5 h 10"/>
                  <a:gd name="T24" fmla="*/ 7 w 7"/>
                  <a:gd name="T25" fmla="*/ 2 h 10"/>
                  <a:gd name="T26" fmla="*/ 6 w 7"/>
                  <a:gd name="T27" fmla="*/ 0 h 10"/>
                  <a:gd name="T28" fmla="*/ 5 w 7"/>
                  <a:gd name="T29" fmla="*/ 0 h 10"/>
                  <a:gd name="T30" fmla="*/ 5 w 7"/>
                  <a:gd name="T31" fmla="*/ 2 h 10"/>
                  <a:gd name="T32" fmla="*/ 2 w 7"/>
                  <a:gd name="T33" fmla="*/ 3 h 10"/>
                  <a:gd name="T34" fmla="*/ 2 w 7"/>
                  <a:gd name="T35" fmla="*/ 3 h 10"/>
                  <a:gd name="T36" fmla="*/ 2 w 7"/>
                  <a:gd name="T37" fmla="*/ 3 h 10"/>
                  <a:gd name="T38" fmla="*/ 2 w 7"/>
                  <a:gd name="T39" fmla="*/ 3 h 10"/>
                  <a:gd name="T40" fmla="*/ 2 w 7"/>
                  <a:gd name="T41" fmla="*/ 3 h 10"/>
                  <a:gd name="T42" fmla="*/ 1 w 7"/>
                  <a:gd name="T43" fmla="*/ 4 h 10"/>
                  <a:gd name="T44" fmla="*/ 0 w 7"/>
                  <a:gd name="T45" fmla="*/ 5 h 10"/>
                  <a:gd name="T46" fmla="*/ 3 w 7"/>
                  <a:gd name="T47" fmla="*/ 5 h 10"/>
                  <a:gd name="T48" fmla="*/ 4 w 7"/>
                  <a:gd name="T49" fmla="*/ 4 h 10"/>
                  <a:gd name="T50" fmla="*/ 5 w 7"/>
                  <a:gd name="T51" fmla="*/ 3 h 10"/>
                  <a:gd name="T52" fmla="*/ 4 w 7"/>
                  <a:gd name="T53" fmla="*/ 5 h 10"/>
                  <a:gd name="T54" fmla="*/ 4 w 7"/>
                  <a:gd name="T5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4" y="4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4" name="Freeform 6212">
                <a:extLst>
                  <a:ext uri="{FF2B5EF4-FFF2-40B4-BE49-F238E27FC236}">
                    <a16:creationId xmlns:a16="http://schemas.microsoft.com/office/drawing/2014/main" id="{D894E253-0688-4410-9DF2-F29E46D4B4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7" y="2938"/>
                <a:ext cx="44" cy="36"/>
              </a:xfrm>
              <a:custGeom>
                <a:avLst/>
                <a:gdLst>
                  <a:gd name="T0" fmla="*/ 24 w 44"/>
                  <a:gd name="T1" fmla="*/ 25 h 36"/>
                  <a:gd name="T2" fmla="*/ 24 w 44"/>
                  <a:gd name="T3" fmla="*/ 25 h 36"/>
                  <a:gd name="T4" fmla="*/ 28 w 44"/>
                  <a:gd name="T5" fmla="*/ 23 h 36"/>
                  <a:gd name="T6" fmla="*/ 26 w 44"/>
                  <a:gd name="T7" fmla="*/ 25 h 36"/>
                  <a:gd name="T8" fmla="*/ 29 w 44"/>
                  <a:gd name="T9" fmla="*/ 28 h 36"/>
                  <a:gd name="T10" fmla="*/ 33 w 44"/>
                  <a:gd name="T11" fmla="*/ 32 h 36"/>
                  <a:gd name="T12" fmla="*/ 37 w 44"/>
                  <a:gd name="T13" fmla="*/ 34 h 36"/>
                  <a:gd name="T14" fmla="*/ 41 w 44"/>
                  <a:gd name="T15" fmla="*/ 36 h 36"/>
                  <a:gd name="T16" fmla="*/ 44 w 44"/>
                  <a:gd name="T17" fmla="*/ 36 h 36"/>
                  <a:gd name="T18" fmla="*/ 44 w 44"/>
                  <a:gd name="T19" fmla="*/ 32 h 36"/>
                  <a:gd name="T20" fmla="*/ 41 w 44"/>
                  <a:gd name="T21" fmla="*/ 30 h 36"/>
                  <a:gd name="T22" fmla="*/ 39 w 44"/>
                  <a:gd name="T23" fmla="*/ 28 h 36"/>
                  <a:gd name="T24" fmla="*/ 39 w 44"/>
                  <a:gd name="T25" fmla="*/ 27 h 36"/>
                  <a:gd name="T26" fmla="*/ 37 w 44"/>
                  <a:gd name="T27" fmla="*/ 25 h 36"/>
                  <a:gd name="T28" fmla="*/ 31 w 44"/>
                  <a:gd name="T29" fmla="*/ 25 h 36"/>
                  <a:gd name="T30" fmla="*/ 31 w 44"/>
                  <a:gd name="T31" fmla="*/ 23 h 36"/>
                  <a:gd name="T32" fmla="*/ 29 w 44"/>
                  <a:gd name="T33" fmla="*/ 21 h 36"/>
                  <a:gd name="T34" fmla="*/ 29 w 44"/>
                  <a:gd name="T35" fmla="*/ 21 h 36"/>
                  <a:gd name="T36" fmla="*/ 31 w 44"/>
                  <a:gd name="T37" fmla="*/ 15 h 36"/>
                  <a:gd name="T38" fmla="*/ 22 w 44"/>
                  <a:gd name="T39" fmla="*/ 25 h 36"/>
                  <a:gd name="T40" fmla="*/ 22 w 44"/>
                  <a:gd name="T41" fmla="*/ 21 h 36"/>
                  <a:gd name="T42" fmla="*/ 18 w 44"/>
                  <a:gd name="T43" fmla="*/ 17 h 36"/>
                  <a:gd name="T44" fmla="*/ 15 w 44"/>
                  <a:gd name="T45" fmla="*/ 14 h 36"/>
                  <a:gd name="T46" fmla="*/ 11 w 44"/>
                  <a:gd name="T47" fmla="*/ 12 h 36"/>
                  <a:gd name="T48" fmla="*/ 11 w 44"/>
                  <a:gd name="T49" fmla="*/ 10 h 36"/>
                  <a:gd name="T50" fmla="*/ 9 w 44"/>
                  <a:gd name="T51" fmla="*/ 6 h 36"/>
                  <a:gd name="T52" fmla="*/ 3 w 44"/>
                  <a:gd name="T53" fmla="*/ 6 h 36"/>
                  <a:gd name="T54" fmla="*/ 5 w 44"/>
                  <a:gd name="T55" fmla="*/ 4 h 36"/>
                  <a:gd name="T56" fmla="*/ 5 w 44"/>
                  <a:gd name="T57" fmla="*/ 0 h 36"/>
                  <a:gd name="T58" fmla="*/ 2 w 44"/>
                  <a:gd name="T59" fmla="*/ 0 h 36"/>
                  <a:gd name="T60" fmla="*/ 0 w 44"/>
                  <a:gd name="T61" fmla="*/ 2 h 36"/>
                  <a:gd name="T62" fmla="*/ 2 w 44"/>
                  <a:gd name="T63" fmla="*/ 4 h 36"/>
                  <a:gd name="T64" fmla="*/ 2 w 44"/>
                  <a:gd name="T65" fmla="*/ 10 h 36"/>
                  <a:gd name="T66" fmla="*/ 3 w 44"/>
                  <a:gd name="T67" fmla="*/ 6 h 36"/>
                  <a:gd name="T68" fmla="*/ 3 w 44"/>
                  <a:gd name="T69" fmla="*/ 10 h 36"/>
                  <a:gd name="T70" fmla="*/ 3 w 44"/>
                  <a:gd name="T71" fmla="*/ 12 h 36"/>
                  <a:gd name="T72" fmla="*/ 3 w 44"/>
                  <a:gd name="T73" fmla="*/ 17 h 36"/>
                  <a:gd name="T74" fmla="*/ 7 w 44"/>
                  <a:gd name="T75" fmla="*/ 19 h 36"/>
                  <a:gd name="T76" fmla="*/ 9 w 44"/>
                  <a:gd name="T77" fmla="*/ 23 h 36"/>
                  <a:gd name="T78" fmla="*/ 7 w 44"/>
                  <a:gd name="T79" fmla="*/ 25 h 36"/>
                  <a:gd name="T80" fmla="*/ 11 w 44"/>
                  <a:gd name="T81" fmla="*/ 27 h 36"/>
                  <a:gd name="T82" fmla="*/ 13 w 44"/>
                  <a:gd name="T83" fmla="*/ 27 h 36"/>
                  <a:gd name="T84" fmla="*/ 15 w 44"/>
                  <a:gd name="T85" fmla="*/ 28 h 36"/>
                  <a:gd name="T86" fmla="*/ 18 w 44"/>
                  <a:gd name="T87" fmla="*/ 28 h 36"/>
                  <a:gd name="T88" fmla="*/ 20 w 44"/>
                  <a:gd name="T89" fmla="*/ 27 h 36"/>
                  <a:gd name="T90" fmla="*/ 20 w 44"/>
                  <a:gd name="T91" fmla="*/ 27 h 36"/>
                  <a:gd name="T92" fmla="*/ 26 w 44"/>
                  <a:gd name="T93" fmla="*/ 30 h 36"/>
                  <a:gd name="T94" fmla="*/ 24 w 44"/>
                  <a:gd name="T95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4" h="36">
                    <a:moveTo>
                      <a:pt x="24" y="25"/>
                    </a:moveTo>
                    <a:lnTo>
                      <a:pt x="24" y="25"/>
                    </a:lnTo>
                    <a:lnTo>
                      <a:pt x="28" y="23"/>
                    </a:lnTo>
                    <a:lnTo>
                      <a:pt x="26" y="25"/>
                    </a:lnTo>
                    <a:lnTo>
                      <a:pt x="29" y="28"/>
                    </a:lnTo>
                    <a:lnTo>
                      <a:pt x="33" y="32"/>
                    </a:lnTo>
                    <a:lnTo>
                      <a:pt x="37" y="34"/>
                    </a:lnTo>
                    <a:lnTo>
                      <a:pt x="41" y="36"/>
                    </a:lnTo>
                    <a:lnTo>
                      <a:pt x="44" y="36"/>
                    </a:lnTo>
                    <a:lnTo>
                      <a:pt x="44" y="32"/>
                    </a:lnTo>
                    <a:lnTo>
                      <a:pt x="41" y="30"/>
                    </a:lnTo>
                    <a:lnTo>
                      <a:pt x="39" y="28"/>
                    </a:lnTo>
                    <a:lnTo>
                      <a:pt x="39" y="27"/>
                    </a:lnTo>
                    <a:lnTo>
                      <a:pt x="37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1" y="15"/>
                    </a:lnTo>
                    <a:lnTo>
                      <a:pt x="22" y="25"/>
                    </a:lnTo>
                    <a:lnTo>
                      <a:pt x="22" y="21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9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10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7" y="19"/>
                    </a:lnTo>
                    <a:lnTo>
                      <a:pt x="9" y="23"/>
                    </a:lnTo>
                    <a:lnTo>
                      <a:pt x="7" y="25"/>
                    </a:lnTo>
                    <a:lnTo>
                      <a:pt x="11" y="27"/>
                    </a:lnTo>
                    <a:lnTo>
                      <a:pt x="13" y="27"/>
                    </a:lnTo>
                    <a:lnTo>
                      <a:pt x="15" y="28"/>
                    </a:lnTo>
                    <a:lnTo>
                      <a:pt x="18" y="28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6" y="30"/>
                    </a:lnTo>
                    <a:lnTo>
                      <a:pt x="24" y="2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5" name="Freeform 6213">
                <a:extLst>
                  <a:ext uri="{FF2B5EF4-FFF2-40B4-BE49-F238E27FC236}">
                    <a16:creationId xmlns:a16="http://schemas.microsoft.com/office/drawing/2014/main" id="{9137CECE-D34F-4C86-9FE9-57DE660B6E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35" y="2974"/>
                <a:ext cx="24" cy="20"/>
              </a:xfrm>
              <a:custGeom>
                <a:avLst/>
                <a:gdLst>
                  <a:gd name="T0" fmla="*/ 14 w 24"/>
                  <a:gd name="T1" fmla="*/ 7 h 20"/>
                  <a:gd name="T2" fmla="*/ 13 w 24"/>
                  <a:gd name="T3" fmla="*/ 6 h 20"/>
                  <a:gd name="T4" fmla="*/ 13 w 24"/>
                  <a:gd name="T5" fmla="*/ 7 h 20"/>
                  <a:gd name="T6" fmla="*/ 13 w 24"/>
                  <a:gd name="T7" fmla="*/ 6 h 20"/>
                  <a:gd name="T8" fmla="*/ 7 w 24"/>
                  <a:gd name="T9" fmla="*/ 4 h 20"/>
                  <a:gd name="T10" fmla="*/ 5 w 24"/>
                  <a:gd name="T11" fmla="*/ 6 h 20"/>
                  <a:gd name="T12" fmla="*/ 5 w 24"/>
                  <a:gd name="T13" fmla="*/ 6 h 20"/>
                  <a:gd name="T14" fmla="*/ 7 w 24"/>
                  <a:gd name="T15" fmla="*/ 4 h 20"/>
                  <a:gd name="T16" fmla="*/ 1 w 24"/>
                  <a:gd name="T17" fmla="*/ 0 h 20"/>
                  <a:gd name="T18" fmla="*/ 0 w 24"/>
                  <a:gd name="T19" fmla="*/ 4 h 20"/>
                  <a:gd name="T20" fmla="*/ 1 w 24"/>
                  <a:gd name="T21" fmla="*/ 6 h 20"/>
                  <a:gd name="T22" fmla="*/ 1 w 24"/>
                  <a:gd name="T23" fmla="*/ 9 h 20"/>
                  <a:gd name="T24" fmla="*/ 5 w 24"/>
                  <a:gd name="T25" fmla="*/ 7 h 20"/>
                  <a:gd name="T26" fmla="*/ 5 w 24"/>
                  <a:gd name="T27" fmla="*/ 6 h 20"/>
                  <a:gd name="T28" fmla="*/ 5 w 24"/>
                  <a:gd name="T29" fmla="*/ 7 h 20"/>
                  <a:gd name="T30" fmla="*/ 5 w 24"/>
                  <a:gd name="T31" fmla="*/ 7 h 20"/>
                  <a:gd name="T32" fmla="*/ 7 w 24"/>
                  <a:gd name="T33" fmla="*/ 9 h 20"/>
                  <a:gd name="T34" fmla="*/ 11 w 24"/>
                  <a:gd name="T35" fmla="*/ 9 h 20"/>
                  <a:gd name="T36" fmla="*/ 9 w 24"/>
                  <a:gd name="T37" fmla="*/ 13 h 20"/>
                  <a:gd name="T38" fmla="*/ 13 w 24"/>
                  <a:gd name="T39" fmla="*/ 13 h 20"/>
                  <a:gd name="T40" fmla="*/ 14 w 24"/>
                  <a:gd name="T41" fmla="*/ 15 h 20"/>
                  <a:gd name="T42" fmla="*/ 11 w 24"/>
                  <a:gd name="T43" fmla="*/ 13 h 20"/>
                  <a:gd name="T44" fmla="*/ 7 w 24"/>
                  <a:gd name="T45" fmla="*/ 15 h 20"/>
                  <a:gd name="T46" fmla="*/ 13 w 24"/>
                  <a:gd name="T47" fmla="*/ 17 h 20"/>
                  <a:gd name="T48" fmla="*/ 14 w 24"/>
                  <a:gd name="T49" fmla="*/ 15 h 20"/>
                  <a:gd name="T50" fmla="*/ 16 w 24"/>
                  <a:gd name="T51" fmla="*/ 15 h 20"/>
                  <a:gd name="T52" fmla="*/ 18 w 24"/>
                  <a:gd name="T53" fmla="*/ 17 h 20"/>
                  <a:gd name="T54" fmla="*/ 18 w 24"/>
                  <a:gd name="T55" fmla="*/ 17 h 20"/>
                  <a:gd name="T56" fmla="*/ 18 w 24"/>
                  <a:gd name="T57" fmla="*/ 20 h 20"/>
                  <a:gd name="T58" fmla="*/ 22 w 24"/>
                  <a:gd name="T59" fmla="*/ 19 h 20"/>
                  <a:gd name="T60" fmla="*/ 24 w 24"/>
                  <a:gd name="T61" fmla="*/ 15 h 20"/>
                  <a:gd name="T62" fmla="*/ 20 w 24"/>
                  <a:gd name="T63" fmla="*/ 15 h 20"/>
                  <a:gd name="T64" fmla="*/ 20 w 24"/>
                  <a:gd name="T65" fmla="*/ 11 h 20"/>
                  <a:gd name="T66" fmla="*/ 18 w 24"/>
                  <a:gd name="T67" fmla="*/ 9 h 20"/>
                  <a:gd name="T68" fmla="*/ 16 w 24"/>
                  <a:gd name="T69" fmla="*/ 9 h 20"/>
                  <a:gd name="T70" fmla="*/ 14 w 24"/>
                  <a:gd name="T71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20">
                    <a:moveTo>
                      <a:pt x="14" y="7"/>
                    </a:moveTo>
                    <a:lnTo>
                      <a:pt x="13" y="6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7" y="15"/>
                    </a:lnTo>
                    <a:lnTo>
                      <a:pt x="13" y="17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6" name="Freeform 6214">
                <a:extLst>
                  <a:ext uri="{FF2B5EF4-FFF2-40B4-BE49-F238E27FC236}">
                    <a16:creationId xmlns:a16="http://schemas.microsoft.com/office/drawing/2014/main" id="{1C08102D-3898-40FC-9DA4-35DCA24EC7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7" y="3021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1 h 5"/>
                  <a:gd name="T4" fmla="*/ 6 w 8"/>
                  <a:gd name="T5" fmla="*/ 0 h 5"/>
                  <a:gd name="T6" fmla="*/ 4 w 8"/>
                  <a:gd name="T7" fmla="*/ 0 h 5"/>
                  <a:gd name="T8" fmla="*/ 0 w 8"/>
                  <a:gd name="T9" fmla="*/ 1 h 5"/>
                  <a:gd name="T10" fmla="*/ 2 w 8"/>
                  <a:gd name="T11" fmla="*/ 5 h 5"/>
                  <a:gd name="T12" fmla="*/ 6 w 8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7" name="Freeform 6215">
                <a:extLst>
                  <a:ext uri="{FF2B5EF4-FFF2-40B4-BE49-F238E27FC236}">
                    <a16:creationId xmlns:a16="http://schemas.microsoft.com/office/drawing/2014/main" id="{0D1A48F8-1BDF-4103-B7E9-58D645AE24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9" y="2985"/>
                <a:ext cx="16" cy="22"/>
              </a:xfrm>
              <a:custGeom>
                <a:avLst/>
                <a:gdLst>
                  <a:gd name="T0" fmla="*/ 1 w 16"/>
                  <a:gd name="T1" fmla="*/ 4 h 22"/>
                  <a:gd name="T2" fmla="*/ 1 w 16"/>
                  <a:gd name="T3" fmla="*/ 6 h 22"/>
                  <a:gd name="T4" fmla="*/ 3 w 16"/>
                  <a:gd name="T5" fmla="*/ 9 h 22"/>
                  <a:gd name="T6" fmla="*/ 3 w 16"/>
                  <a:gd name="T7" fmla="*/ 13 h 22"/>
                  <a:gd name="T8" fmla="*/ 11 w 16"/>
                  <a:gd name="T9" fmla="*/ 19 h 22"/>
                  <a:gd name="T10" fmla="*/ 13 w 16"/>
                  <a:gd name="T11" fmla="*/ 19 h 22"/>
                  <a:gd name="T12" fmla="*/ 13 w 16"/>
                  <a:gd name="T13" fmla="*/ 21 h 22"/>
                  <a:gd name="T14" fmla="*/ 16 w 16"/>
                  <a:gd name="T15" fmla="*/ 22 h 22"/>
                  <a:gd name="T16" fmla="*/ 16 w 16"/>
                  <a:gd name="T17" fmla="*/ 17 h 22"/>
                  <a:gd name="T18" fmla="*/ 14 w 16"/>
                  <a:gd name="T19" fmla="*/ 15 h 22"/>
                  <a:gd name="T20" fmla="*/ 13 w 16"/>
                  <a:gd name="T21" fmla="*/ 13 h 22"/>
                  <a:gd name="T22" fmla="*/ 11 w 16"/>
                  <a:gd name="T23" fmla="*/ 11 h 22"/>
                  <a:gd name="T24" fmla="*/ 7 w 16"/>
                  <a:gd name="T25" fmla="*/ 8 h 22"/>
                  <a:gd name="T26" fmla="*/ 9 w 16"/>
                  <a:gd name="T27" fmla="*/ 6 h 22"/>
                  <a:gd name="T28" fmla="*/ 5 w 16"/>
                  <a:gd name="T29" fmla="*/ 0 h 22"/>
                  <a:gd name="T30" fmla="*/ 0 w 16"/>
                  <a:gd name="T31" fmla="*/ 0 h 22"/>
                  <a:gd name="T32" fmla="*/ 0 w 16"/>
                  <a:gd name="T33" fmla="*/ 4 h 22"/>
                  <a:gd name="T34" fmla="*/ 1 w 16"/>
                  <a:gd name="T3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lnTo>
                      <a:pt x="1" y="6"/>
                    </a:lnTo>
                    <a:lnTo>
                      <a:pt x="3" y="9"/>
                    </a:lnTo>
                    <a:lnTo>
                      <a:pt x="3" y="13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6" y="22"/>
                    </a:lnTo>
                    <a:lnTo>
                      <a:pt x="16" y="17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8" name="Freeform 6216">
                <a:extLst>
                  <a:ext uri="{FF2B5EF4-FFF2-40B4-BE49-F238E27FC236}">
                    <a16:creationId xmlns:a16="http://schemas.microsoft.com/office/drawing/2014/main" id="{FCEDBA0B-C29A-464E-8717-B9E01D4007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59" y="2974"/>
                <a:ext cx="24" cy="19"/>
              </a:xfrm>
              <a:custGeom>
                <a:avLst/>
                <a:gdLst>
                  <a:gd name="T0" fmla="*/ 3 w 13"/>
                  <a:gd name="T1" fmla="*/ 2 h 10"/>
                  <a:gd name="T2" fmla="*/ 7 w 13"/>
                  <a:gd name="T3" fmla="*/ 6 h 10"/>
                  <a:gd name="T4" fmla="*/ 8 w 13"/>
                  <a:gd name="T5" fmla="*/ 7 h 10"/>
                  <a:gd name="T6" fmla="*/ 9 w 13"/>
                  <a:gd name="T7" fmla="*/ 7 h 10"/>
                  <a:gd name="T8" fmla="*/ 9 w 13"/>
                  <a:gd name="T9" fmla="*/ 9 h 10"/>
                  <a:gd name="T10" fmla="*/ 10 w 13"/>
                  <a:gd name="T11" fmla="*/ 8 h 10"/>
                  <a:gd name="T12" fmla="*/ 13 w 13"/>
                  <a:gd name="T13" fmla="*/ 10 h 10"/>
                  <a:gd name="T14" fmla="*/ 11 w 13"/>
                  <a:gd name="T15" fmla="*/ 7 h 10"/>
                  <a:gd name="T16" fmla="*/ 12 w 13"/>
                  <a:gd name="T17" fmla="*/ 6 h 10"/>
                  <a:gd name="T18" fmla="*/ 9 w 13"/>
                  <a:gd name="T19" fmla="*/ 3 h 10"/>
                  <a:gd name="T20" fmla="*/ 7 w 13"/>
                  <a:gd name="T21" fmla="*/ 2 h 10"/>
                  <a:gd name="T22" fmla="*/ 5 w 13"/>
                  <a:gd name="T23" fmla="*/ 0 h 10"/>
                  <a:gd name="T24" fmla="*/ 0 w 13"/>
                  <a:gd name="T25" fmla="*/ 0 h 10"/>
                  <a:gd name="T26" fmla="*/ 1 w 13"/>
                  <a:gd name="T27" fmla="*/ 1 h 10"/>
                  <a:gd name="T28" fmla="*/ 3 w 13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0">
                    <a:moveTo>
                      <a:pt x="3" y="2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3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79" name="Freeform 6217">
                <a:extLst>
                  <a:ext uri="{FF2B5EF4-FFF2-40B4-BE49-F238E27FC236}">
                    <a16:creationId xmlns:a16="http://schemas.microsoft.com/office/drawing/2014/main" id="{672D9B26-BB33-4901-A1D8-EA592FAC68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85" y="2994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0 h 6"/>
                  <a:gd name="T4" fmla="*/ 0 w 5"/>
                  <a:gd name="T5" fmla="*/ 0 h 6"/>
                  <a:gd name="T6" fmla="*/ 0 w 5"/>
                  <a:gd name="T7" fmla="*/ 4 h 6"/>
                  <a:gd name="T8" fmla="*/ 5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0" name="Freeform 6218">
                <a:extLst>
                  <a:ext uri="{FF2B5EF4-FFF2-40B4-BE49-F238E27FC236}">
                    <a16:creationId xmlns:a16="http://schemas.microsoft.com/office/drawing/2014/main" id="{021AB2E6-3CC7-445C-8BDB-DA594C4037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96" y="3013"/>
                <a:ext cx="19" cy="13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0 h 13"/>
                  <a:gd name="T4" fmla="*/ 4 w 19"/>
                  <a:gd name="T5" fmla="*/ 4 h 13"/>
                  <a:gd name="T6" fmla="*/ 4 w 19"/>
                  <a:gd name="T7" fmla="*/ 8 h 13"/>
                  <a:gd name="T8" fmla="*/ 7 w 19"/>
                  <a:gd name="T9" fmla="*/ 9 h 13"/>
                  <a:gd name="T10" fmla="*/ 13 w 19"/>
                  <a:gd name="T11" fmla="*/ 13 h 13"/>
                  <a:gd name="T12" fmla="*/ 19 w 19"/>
                  <a:gd name="T13" fmla="*/ 11 h 13"/>
                  <a:gd name="T14" fmla="*/ 17 w 19"/>
                  <a:gd name="T15" fmla="*/ 9 h 13"/>
                  <a:gd name="T16" fmla="*/ 17 w 19"/>
                  <a:gd name="T17" fmla="*/ 8 h 13"/>
                  <a:gd name="T18" fmla="*/ 15 w 19"/>
                  <a:gd name="T19" fmla="*/ 6 h 13"/>
                  <a:gd name="T20" fmla="*/ 9 w 19"/>
                  <a:gd name="T21" fmla="*/ 4 h 13"/>
                  <a:gd name="T22" fmla="*/ 6 w 1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13" y="13"/>
                    </a:lnTo>
                    <a:lnTo>
                      <a:pt x="19" y="11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9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1" name="Freeform 6219">
                <a:extLst>
                  <a:ext uri="{FF2B5EF4-FFF2-40B4-BE49-F238E27FC236}">
                    <a16:creationId xmlns:a16="http://schemas.microsoft.com/office/drawing/2014/main" id="{B47BE1CF-9C13-4068-A12C-C98C7688FF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6" y="2998"/>
                <a:ext cx="18" cy="13"/>
              </a:xfrm>
              <a:custGeom>
                <a:avLst/>
                <a:gdLst>
                  <a:gd name="T0" fmla="*/ 18 w 18"/>
                  <a:gd name="T1" fmla="*/ 9 h 13"/>
                  <a:gd name="T2" fmla="*/ 18 w 18"/>
                  <a:gd name="T3" fmla="*/ 6 h 13"/>
                  <a:gd name="T4" fmla="*/ 16 w 18"/>
                  <a:gd name="T5" fmla="*/ 6 h 13"/>
                  <a:gd name="T6" fmla="*/ 14 w 18"/>
                  <a:gd name="T7" fmla="*/ 4 h 13"/>
                  <a:gd name="T8" fmla="*/ 9 w 18"/>
                  <a:gd name="T9" fmla="*/ 2 h 13"/>
                  <a:gd name="T10" fmla="*/ 7 w 18"/>
                  <a:gd name="T11" fmla="*/ 2 h 13"/>
                  <a:gd name="T12" fmla="*/ 3 w 18"/>
                  <a:gd name="T13" fmla="*/ 0 h 13"/>
                  <a:gd name="T14" fmla="*/ 1 w 18"/>
                  <a:gd name="T15" fmla="*/ 2 h 13"/>
                  <a:gd name="T16" fmla="*/ 0 w 18"/>
                  <a:gd name="T17" fmla="*/ 6 h 13"/>
                  <a:gd name="T18" fmla="*/ 3 w 18"/>
                  <a:gd name="T19" fmla="*/ 9 h 13"/>
                  <a:gd name="T20" fmla="*/ 7 w 18"/>
                  <a:gd name="T21" fmla="*/ 11 h 13"/>
                  <a:gd name="T22" fmla="*/ 11 w 18"/>
                  <a:gd name="T23" fmla="*/ 11 h 13"/>
                  <a:gd name="T24" fmla="*/ 13 w 18"/>
                  <a:gd name="T25" fmla="*/ 13 h 13"/>
                  <a:gd name="T26" fmla="*/ 16 w 18"/>
                  <a:gd name="T27" fmla="*/ 13 h 13"/>
                  <a:gd name="T28" fmla="*/ 18 w 18"/>
                  <a:gd name="T2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3">
                    <a:moveTo>
                      <a:pt x="18" y="9"/>
                    </a:moveTo>
                    <a:lnTo>
                      <a:pt x="18" y="6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6" y="13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2" name="Freeform 6220">
                <a:extLst>
                  <a:ext uri="{FF2B5EF4-FFF2-40B4-BE49-F238E27FC236}">
                    <a16:creationId xmlns:a16="http://schemas.microsoft.com/office/drawing/2014/main" id="{C20243E7-9FA7-4D89-8ED4-44D6A172A3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9" y="3032"/>
                <a:ext cx="11" cy="5"/>
              </a:xfrm>
              <a:custGeom>
                <a:avLst/>
                <a:gdLst>
                  <a:gd name="T0" fmla="*/ 4 w 11"/>
                  <a:gd name="T1" fmla="*/ 0 h 5"/>
                  <a:gd name="T2" fmla="*/ 0 w 11"/>
                  <a:gd name="T3" fmla="*/ 0 h 5"/>
                  <a:gd name="T4" fmla="*/ 0 w 11"/>
                  <a:gd name="T5" fmla="*/ 3 h 5"/>
                  <a:gd name="T6" fmla="*/ 2 w 11"/>
                  <a:gd name="T7" fmla="*/ 5 h 5"/>
                  <a:gd name="T8" fmla="*/ 4 w 11"/>
                  <a:gd name="T9" fmla="*/ 5 h 5"/>
                  <a:gd name="T10" fmla="*/ 8 w 11"/>
                  <a:gd name="T11" fmla="*/ 5 h 5"/>
                  <a:gd name="T12" fmla="*/ 11 w 11"/>
                  <a:gd name="T13" fmla="*/ 3 h 5"/>
                  <a:gd name="T14" fmla="*/ 8 w 11"/>
                  <a:gd name="T15" fmla="*/ 2 h 5"/>
                  <a:gd name="T16" fmla="*/ 4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3" name="Freeform 6221">
                <a:extLst>
                  <a:ext uri="{FF2B5EF4-FFF2-40B4-BE49-F238E27FC236}">
                    <a16:creationId xmlns:a16="http://schemas.microsoft.com/office/drawing/2014/main" id="{0663306E-41EB-4E59-A335-EE84C85102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03" y="2929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4 w 7"/>
                  <a:gd name="T3" fmla="*/ 0 h 8"/>
                  <a:gd name="T4" fmla="*/ 2 w 7"/>
                  <a:gd name="T5" fmla="*/ 2 h 8"/>
                  <a:gd name="T6" fmla="*/ 0 w 7"/>
                  <a:gd name="T7" fmla="*/ 4 h 8"/>
                  <a:gd name="T8" fmla="*/ 0 w 7"/>
                  <a:gd name="T9" fmla="*/ 6 h 8"/>
                  <a:gd name="T10" fmla="*/ 4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4" name="Freeform 6222">
                <a:extLst>
                  <a:ext uri="{FF2B5EF4-FFF2-40B4-BE49-F238E27FC236}">
                    <a16:creationId xmlns:a16="http://schemas.microsoft.com/office/drawing/2014/main" id="{F82FA059-ABA7-4450-B8F5-5BE3A3B7C626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70" y="2873"/>
                <a:ext cx="292" cy="149"/>
              </a:xfrm>
              <a:custGeom>
                <a:avLst/>
                <a:gdLst>
                  <a:gd name="T0" fmla="*/ 137 w 157"/>
                  <a:gd name="T1" fmla="*/ 65 h 80"/>
                  <a:gd name="T2" fmla="*/ 130 w 157"/>
                  <a:gd name="T3" fmla="*/ 57 h 80"/>
                  <a:gd name="T4" fmla="*/ 131 w 157"/>
                  <a:gd name="T5" fmla="*/ 49 h 80"/>
                  <a:gd name="T6" fmla="*/ 123 w 157"/>
                  <a:gd name="T7" fmla="*/ 41 h 80"/>
                  <a:gd name="T8" fmla="*/ 117 w 157"/>
                  <a:gd name="T9" fmla="*/ 33 h 80"/>
                  <a:gd name="T10" fmla="*/ 108 w 157"/>
                  <a:gd name="T11" fmla="*/ 28 h 80"/>
                  <a:gd name="T12" fmla="*/ 98 w 157"/>
                  <a:gd name="T13" fmla="*/ 23 h 80"/>
                  <a:gd name="T14" fmla="*/ 87 w 157"/>
                  <a:gd name="T15" fmla="*/ 19 h 80"/>
                  <a:gd name="T16" fmla="*/ 81 w 157"/>
                  <a:gd name="T17" fmla="*/ 18 h 80"/>
                  <a:gd name="T18" fmla="*/ 75 w 157"/>
                  <a:gd name="T19" fmla="*/ 15 h 80"/>
                  <a:gd name="T20" fmla="*/ 61 w 157"/>
                  <a:gd name="T21" fmla="*/ 11 h 80"/>
                  <a:gd name="T22" fmla="*/ 52 w 157"/>
                  <a:gd name="T23" fmla="*/ 14 h 80"/>
                  <a:gd name="T24" fmla="*/ 45 w 157"/>
                  <a:gd name="T25" fmla="*/ 17 h 80"/>
                  <a:gd name="T26" fmla="*/ 39 w 157"/>
                  <a:gd name="T27" fmla="*/ 23 h 80"/>
                  <a:gd name="T28" fmla="*/ 35 w 157"/>
                  <a:gd name="T29" fmla="*/ 18 h 80"/>
                  <a:gd name="T30" fmla="*/ 31 w 157"/>
                  <a:gd name="T31" fmla="*/ 11 h 80"/>
                  <a:gd name="T32" fmla="*/ 27 w 157"/>
                  <a:gd name="T33" fmla="*/ 3 h 80"/>
                  <a:gd name="T34" fmla="*/ 11 w 157"/>
                  <a:gd name="T35" fmla="*/ 4 h 80"/>
                  <a:gd name="T36" fmla="*/ 4 w 157"/>
                  <a:gd name="T37" fmla="*/ 4 h 80"/>
                  <a:gd name="T38" fmla="*/ 8 w 157"/>
                  <a:gd name="T39" fmla="*/ 10 h 80"/>
                  <a:gd name="T40" fmla="*/ 13 w 157"/>
                  <a:gd name="T41" fmla="*/ 14 h 80"/>
                  <a:gd name="T42" fmla="*/ 23 w 157"/>
                  <a:gd name="T43" fmla="*/ 16 h 80"/>
                  <a:gd name="T44" fmla="*/ 27 w 157"/>
                  <a:gd name="T45" fmla="*/ 16 h 80"/>
                  <a:gd name="T46" fmla="*/ 19 w 157"/>
                  <a:gd name="T47" fmla="*/ 19 h 80"/>
                  <a:gd name="T48" fmla="*/ 16 w 157"/>
                  <a:gd name="T49" fmla="*/ 21 h 80"/>
                  <a:gd name="T50" fmla="*/ 18 w 157"/>
                  <a:gd name="T51" fmla="*/ 25 h 80"/>
                  <a:gd name="T52" fmla="*/ 26 w 157"/>
                  <a:gd name="T53" fmla="*/ 25 h 80"/>
                  <a:gd name="T54" fmla="*/ 29 w 157"/>
                  <a:gd name="T55" fmla="*/ 27 h 80"/>
                  <a:gd name="T56" fmla="*/ 35 w 157"/>
                  <a:gd name="T57" fmla="*/ 30 h 80"/>
                  <a:gd name="T58" fmla="*/ 51 w 157"/>
                  <a:gd name="T59" fmla="*/ 35 h 80"/>
                  <a:gd name="T60" fmla="*/ 57 w 157"/>
                  <a:gd name="T61" fmla="*/ 39 h 80"/>
                  <a:gd name="T62" fmla="*/ 60 w 157"/>
                  <a:gd name="T63" fmla="*/ 44 h 80"/>
                  <a:gd name="T64" fmla="*/ 64 w 157"/>
                  <a:gd name="T65" fmla="*/ 52 h 80"/>
                  <a:gd name="T66" fmla="*/ 53 w 157"/>
                  <a:gd name="T67" fmla="*/ 61 h 80"/>
                  <a:gd name="T68" fmla="*/ 61 w 157"/>
                  <a:gd name="T69" fmla="*/ 61 h 80"/>
                  <a:gd name="T70" fmla="*/ 68 w 157"/>
                  <a:gd name="T71" fmla="*/ 60 h 80"/>
                  <a:gd name="T72" fmla="*/ 75 w 157"/>
                  <a:gd name="T73" fmla="*/ 64 h 80"/>
                  <a:gd name="T74" fmla="*/ 84 w 157"/>
                  <a:gd name="T75" fmla="*/ 68 h 80"/>
                  <a:gd name="T76" fmla="*/ 96 w 157"/>
                  <a:gd name="T77" fmla="*/ 68 h 80"/>
                  <a:gd name="T78" fmla="*/ 101 w 157"/>
                  <a:gd name="T79" fmla="*/ 65 h 80"/>
                  <a:gd name="T80" fmla="*/ 100 w 157"/>
                  <a:gd name="T81" fmla="*/ 60 h 80"/>
                  <a:gd name="T82" fmla="*/ 104 w 157"/>
                  <a:gd name="T83" fmla="*/ 59 h 80"/>
                  <a:gd name="T84" fmla="*/ 107 w 157"/>
                  <a:gd name="T85" fmla="*/ 57 h 80"/>
                  <a:gd name="T86" fmla="*/ 109 w 157"/>
                  <a:gd name="T87" fmla="*/ 56 h 80"/>
                  <a:gd name="T88" fmla="*/ 116 w 157"/>
                  <a:gd name="T89" fmla="*/ 60 h 80"/>
                  <a:gd name="T90" fmla="*/ 124 w 157"/>
                  <a:gd name="T91" fmla="*/ 68 h 80"/>
                  <a:gd name="T92" fmla="*/ 133 w 157"/>
                  <a:gd name="T93" fmla="*/ 75 h 80"/>
                  <a:gd name="T94" fmla="*/ 144 w 157"/>
                  <a:gd name="T95" fmla="*/ 77 h 80"/>
                  <a:gd name="T96" fmla="*/ 152 w 157"/>
                  <a:gd name="T97" fmla="*/ 78 h 80"/>
                  <a:gd name="T98" fmla="*/ 156 w 157"/>
                  <a:gd name="T99" fmla="*/ 74 h 80"/>
                  <a:gd name="T100" fmla="*/ 154 w 157"/>
                  <a:gd name="T101" fmla="*/ 72 h 80"/>
                  <a:gd name="T102" fmla="*/ 151 w 157"/>
                  <a:gd name="T103" fmla="*/ 69 h 80"/>
                  <a:gd name="T104" fmla="*/ 151 w 157"/>
                  <a:gd name="T105" fmla="*/ 71 h 80"/>
                  <a:gd name="T106" fmla="*/ 153 w 157"/>
                  <a:gd name="T107" fmla="*/ 74 h 80"/>
                  <a:gd name="T108" fmla="*/ 147 w 157"/>
                  <a:gd name="T109" fmla="*/ 73 h 80"/>
                  <a:gd name="T110" fmla="*/ 142 w 157"/>
                  <a:gd name="T111" fmla="*/ 68 h 80"/>
                  <a:gd name="T112" fmla="*/ 96 w 157"/>
                  <a:gd name="T113" fmla="*/ 63 h 80"/>
                  <a:gd name="T114" fmla="*/ 99 w 157"/>
                  <a:gd name="T115" fmla="*/ 61 h 80"/>
                  <a:gd name="T116" fmla="*/ 105 w 157"/>
                  <a:gd name="T117" fmla="*/ 5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7" h="80">
                    <a:moveTo>
                      <a:pt x="142" y="67"/>
                    </a:moveTo>
                    <a:cubicBezTo>
                      <a:pt x="141" y="65"/>
                      <a:pt x="141" y="65"/>
                      <a:pt x="141" y="65"/>
                    </a:cubicBezTo>
                    <a:cubicBezTo>
                      <a:pt x="140" y="65"/>
                      <a:pt x="140" y="65"/>
                      <a:pt x="140" y="65"/>
                    </a:cubicBezTo>
                    <a:cubicBezTo>
                      <a:pt x="139" y="66"/>
                      <a:pt x="139" y="66"/>
                      <a:pt x="139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8" y="66"/>
                      <a:pt x="138" y="66"/>
                      <a:pt x="138" y="66"/>
                    </a:cubicBezTo>
                    <a:cubicBezTo>
                      <a:pt x="137" y="65"/>
                      <a:pt x="137" y="65"/>
                      <a:pt x="137" y="65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33" y="58"/>
                      <a:pt x="133" y="58"/>
                      <a:pt x="133" y="58"/>
                    </a:cubicBezTo>
                    <a:cubicBezTo>
                      <a:pt x="133" y="57"/>
                      <a:pt x="133" y="57"/>
                      <a:pt x="133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0" y="57"/>
                      <a:pt x="130" y="57"/>
                      <a:pt x="130" y="57"/>
                    </a:cubicBezTo>
                    <a:cubicBezTo>
                      <a:pt x="129" y="55"/>
                      <a:pt x="129" y="55"/>
                      <a:pt x="129" y="55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31" y="49"/>
                      <a:pt x="131" y="49"/>
                      <a:pt x="131" y="49"/>
                    </a:cubicBezTo>
                    <a:cubicBezTo>
                      <a:pt x="132" y="47"/>
                      <a:pt x="132" y="47"/>
                      <a:pt x="132" y="47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28" y="42"/>
                      <a:pt x="128" y="42"/>
                      <a:pt x="128" y="42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6"/>
                      <a:pt x="80" y="16"/>
                      <a:pt x="80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7" y="56"/>
                      <a:pt x="57" y="56"/>
                      <a:pt x="57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2"/>
                      <a:pt x="54" y="62"/>
                    </a:cubicBezTo>
                    <a:cubicBezTo>
                      <a:pt x="55" y="62"/>
                      <a:pt x="56" y="61"/>
                      <a:pt x="57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8" y="68"/>
                      <a:pt x="88" y="68"/>
                      <a:pt x="88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2" y="70"/>
                      <a:pt x="92" y="70"/>
                      <a:pt x="92" y="70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7" y="68"/>
                      <a:pt x="97" y="68"/>
                      <a:pt x="97" y="68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1" y="65"/>
                      <a:pt x="101" y="65"/>
                      <a:pt x="101" y="65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100" y="63"/>
                      <a:pt x="101" y="63"/>
                      <a:pt x="101" y="63"/>
                    </a:cubicBezTo>
                    <a:cubicBezTo>
                      <a:pt x="101" y="63"/>
                      <a:pt x="101" y="63"/>
                      <a:pt x="101" y="63"/>
                    </a:cubicBezTo>
                    <a:cubicBezTo>
                      <a:pt x="102" y="61"/>
                      <a:pt x="102" y="61"/>
                      <a:pt x="102" y="61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1" y="60"/>
                      <a:pt x="101" y="60"/>
                      <a:pt x="101" y="60"/>
                    </a:cubicBezTo>
                    <a:cubicBezTo>
                      <a:pt x="102" y="60"/>
                      <a:pt x="102" y="60"/>
                      <a:pt x="102" y="60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1"/>
                      <a:pt x="118" y="61"/>
                      <a:pt x="118" y="61"/>
                    </a:cubicBezTo>
                    <a:cubicBezTo>
                      <a:pt x="119" y="63"/>
                      <a:pt x="119" y="63"/>
                      <a:pt x="119" y="63"/>
                    </a:cubicBezTo>
                    <a:cubicBezTo>
                      <a:pt x="121" y="66"/>
                      <a:pt x="121" y="66"/>
                      <a:pt x="121" y="66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3" y="67"/>
                      <a:pt x="123" y="67"/>
                      <a:pt x="123" y="67"/>
                    </a:cubicBezTo>
                    <a:cubicBezTo>
                      <a:pt x="124" y="68"/>
                      <a:pt x="124" y="68"/>
                      <a:pt x="124" y="68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7" y="74"/>
                      <a:pt x="127" y="74"/>
                      <a:pt x="127" y="74"/>
                    </a:cubicBezTo>
                    <a:cubicBezTo>
                      <a:pt x="129" y="75"/>
                      <a:pt x="129" y="75"/>
                      <a:pt x="129" y="75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32" y="75"/>
                      <a:pt x="132" y="75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6"/>
                      <a:pt x="134" y="76"/>
                      <a:pt x="134" y="76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8" y="76"/>
                      <a:pt x="138" y="76"/>
                      <a:pt x="138" y="76"/>
                    </a:cubicBezTo>
                    <a:cubicBezTo>
                      <a:pt x="139" y="76"/>
                      <a:pt x="139" y="76"/>
                      <a:pt x="139" y="76"/>
                    </a:cubicBezTo>
                    <a:cubicBezTo>
                      <a:pt x="141" y="76"/>
                      <a:pt x="141" y="76"/>
                      <a:pt x="141" y="76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44" y="77"/>
                      <a:pt x="144" y="77"/>
                      <a:pt x="144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6" y="77"/>
                      <a:pt x="146" y="77"/>
                      <a:pt x="146" y="77"/>
                    </a:cubicBezTo>
                    <a:cubicBezTo>
                      <a:pt x="145" y="78"/>
                      <a:pt x="145" y="78"/>
                      <a:pt x="145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1" y="79"/>
                      <a:pt x="151" y="79"/>
                      <a:pt x="151" y="79"/>
                    </a:cubicBezTo>
                    <a:cubicBezTo>
                      <a:pt x="152" y="78"/>
                      <a:pt x="152" y="78"/>
                      <a:pt x="152" y="78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0" y="76"/>
                      <a:pt x="150" y="76"/>
                      <a:pt x="150" y="76"/>
                    </a:cubicBezTo>
                    <a:cubicBezTo>
                      <a:pt x="151" y="77"/>
                      <a:pt x="151" y="77"/>
                      <a:pt x="151" y="77"/>
                    </a:cubicBezTo>
                    <a:cubicBezTo>
                      <a:pt x="154" y="75"/>
                      <a:pt x="154" y="75"/>
                      <a:pt x="154" y="75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5"/>
                      <a:pt x="156" y="75"/>
                      <a:pt x="156" y="75"/>
                    </a:cubicBezTo>
                    <a:cubicBezTo>
                      <a:pt x="156" y="74"/>
                      <a:pt x="156" y="74"/>
                      <a:pt x="156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2"/>
                      <a:pt x="157" y="72"/>
                      <a:pt x="157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1"/>
                      <a:pt x="154" y="71"/>
                      <a:pt x="154" y="71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3" y="70"/>
                      <a:pt x="153" y="70"/>
                      <a:pt x="153" y="70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52" y="69"/>
                      <a:pt x="152" y="69"/>
                      <a:pt x="152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1" y="69"/>
                      <a:pt x="151" y="69"/>
                      <a:pt x="151" y="69"/>
                    </a:cubicBezTo>
                    <a:cubicBezTo>
                      <a:pt x="150" y="68"/>
                      <a:pt x="150" y="68"/>
                      <a:pt x="150" y="68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48" y="70"/>
                      <a:pt x="148" y="70"/>
                      <a:pt x="148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1"/>
                      <a:pt x="149" y="71"/>
                      <a:pt x="149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1" y="71"/>
                      <a:pt x="151" y="71"/>
                      <a:pt x="151" y="71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3" y="75"/>
                      <a:pt x="153" y="75"/>
                      <a:pt x="153" y="75"/>
                    </a:cubicBezTo>
                    <a:cubicBezTo>
                      <a:pt x="150" y="74"/>
                      <a:pt x="150" y="74"/>
                      <a:pt x="150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5" y="73"/>
                      <a:pt x="145" y="73"/>
                      <a:pt x="145" y="73"/>
                    </a:cubicBezTo>
                    <a:cubicBezTo>
                      <a:pt x="146" y="72"/>
                      <a:pt x="146" y="72"/>
                      <a:pt x="146" y="72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44" y="70"/>
                      <a:pt x="144" y="70"/>
                      <a:pt x="144" y="70"/>
                    </a:cubicBezTo>
                    <a:cubicBezTo>
                      <a:pt x="142" y="70"/>
                      <a:pt x="142" y="70"/>
                      <a:pt x="142" y="70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2" y="68"/>
                      <a:pt x="142" y="68"/>
                      <a:pt x="142" y="68"/>
                    </a:cubicBezTo>
                    <a:lnTo>
                      <a:pt x="142" y="67"/>
                    </a:lnTo>
                    <a:close/>
                    <a:moveTo>
                      <a:pt x="8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lnTo>
                      <a:pt x="8" y="7"/>
                    </a:lnTo>
                    <a:close/>
                    <a:moveTo>
                      <a:pt x="96" y="63"/>
                    </a:move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2"/>
                      <a:pt x="96" y="62"/>
                    </a:cubicBezTo>
                    <a:lnTo>
                      <a:pt x="96" y="63"/>
                    </a:lnTo>
                    <a:close/>
                    <a:moveTo>
                      <a:pt x="99" y="61"/>
                    </a:move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1"/>
                      <a:pt x="99" y="61"/>
                    </a:cubicBezTo>
                    <a:close/>
                    <a:moveTo>
                      <a:pt x="106" y="55"/>
                    </a:move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6" y="54"/>
                      <a:pt x="106" y="54"/>
                      <a:pt x="106" y="54"/>
                    </a:cubicBezTo>
                    <a:lnTo>
                      <a:pt x="106" y="5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5" name="Freeform 6223">
                <a:extLst>
                  <a:ext uri="{FF2B5EF4-FFF2-40B4-BE49-F238E27FC236}">
                    <a16:creationId xmlns:a16="http://schemas.microsoft.com/office/drawing/2014/main" id="{156E54C5-3846-4F98-83B6-BEC30108E3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7" y="302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6 w 6"/>
                  <a:gd name="T9" fmla="*/ 0 h 6"/>
                  <a:gd name="T10" fmla="*/ 2 w 6"/>
                  <a:gd name="T11" fmla="*/ 0 h 6"/>
                  <a:gd name="T12" fmla="*/ 0 w 6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6" name="Freeform 6224">
                <a:extLst>
                  <a:ext uri="{FF2B5EF4-FFF2-40B4-BE49-F238E27FC236}">
                    <a16:creationId xmlns:a16="http://schemas.microsoft.com/office/drawing/2014/main" id="{3387233A-E571-4BA2-95A7-C6317F78A6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03"/>
                <a:ext cx="34" cy="37"/>
              </a:xfrm>
              <a:custGeom>
                <a:avLst/>
                <a:gdLst>
                  <a:gd name="T0" fmla="*/ 26 w 34"/>
                  <a:gd name="T1" fmla="*/ 15 h 37"/>
                  <a:gd name="T2" fmla="*/ 25 w 34"/>
                  <a:gd name="T3" fmla="*/ 13 h 37"/>
                  <a:gd name="T4" fmla="*/ 23 w 34"/>
                  <a:gd name="T5" fmla="*/ 11 h 37"/>
                  <a:gd name="T6" fmla="*/ 17 w 34"/>
                  <a:gd name="T7" fmla="*/ 11 h 37"/>
                  <a:gd name="T8" fmla="*/ 13 w 34"/>
                  <a:gd name="T9" fmla="*/ 6 h 37"/>
                  <a:gd name="T10" fmla="*/ 8 w 34"/>
                  <a:gd name="T11" fmla="*/ 6 h 37"/>
                  <a:gd name="T12" fmla="*/ 0 w 34"/>
                  <a:gd name="T13" fmla="*/ 0 h 37"/>
                  <a:gd name="T14" fmla="*/ 0 w 34"/>
                  <a:gd name="T15" fmla="*/ 6 h 37"/>
                  <a:gd name="T16" fmla="*/ 2 w 34"/>
                  <a:gd name="T17" fmla="*/ 8 h 37"/>
                  <a:gd name="T18" fmla="*/ 13 w 34"/>
                  <a:gd name="T19" fmla="*/ 13 h 37"/>
                  <a:gd name="T20" fmla="*/ 17 w 34"/>
                  <a:gd name="T21" fmla="*/ 15 h 37"/>
                  <a:gd name="T22" fmla="*/ 21 w 34"/>
                  <a:gd name="T23" fmla="*/ 15 h 37"/>
                  <a:gd name="T24" fmla="*/ 26 w 34"/>
                  <a:gd name="T25" fmla="*/ 21 h 37"/>
                  <a:gd name="T26" fmla="*/ 28 w 34"/>
                  <a:gd name="T27" fmla="*/ 26 h 37"/>
                  <a:gd name="T28" fmla="*/ 26 w 34"/>
                  <a:gd name="T29" fmla="*/ 28 h 37"/>
                  <a:gd name="T30" fmla="*/ 26 w 34"/>
                  <a:gd name="T31" fmla="*/ 32 h 37"/>
                  <a:gd name="T32" fmla="*/ 32 w 34"/>
                  <a:gd name="T33" fmla="*/ 37 h 37"/>
                  <a:gd name="T34" fmla="*/ 34 w 34"/>
                  <a:gd name="T35" fmla="*/ 32 h 37"/>
                  <a:gd name="T36" fmla="*/ 34 w 34"/>
                  <a:gd name="T37" fmla="*/ 28 h 37"/>
                  <a:gd name="T38" fmla="*/ 34 w 34"/>
                  <a:gd name="T39" fmla="*/ 26 h 37"/>
                  <a:gd name="T40" fmla="*/ 32 w 34"/>
                  <a:gd name="T41" fmla="*/ 24 h 37"/>
                  <a:gd name="T42" fmla="*/ 32 w 34"/>
                  <a:gd name="T43" fmla="*/ 19 h 37"/>
                  <a:gd name="T44" fmla="*/ 30 w 34"/>
                  <a:gd name="T45" fmla="*/ 19 h 37"/>
                  <a:gd name="T46" fmla="*/ 26 w 34"/>
                  <a:gd name="T47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7">
                    <a:moveTo>
                      <a:pt x="26" y="15"/>
                    </a:moveTo>
                    <a:lnTo>
                      <a:pt x="25" y="13"/>
                    </a:lnTo>
                    <a:lnTo>
                      <a:pt x="23" y="11"/>
                    </a:lnTo>
                    <a:lnTo>
                      <a:pt x="17" y="11"/>
                    </a:lnTo>
                    <a:lnTo>
                      <a:pt x="13" y="6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13" y="13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6" y="21"/>
                    </a:lnTo>
                    <a:lnTo>
                      <a:pt x="28" y="26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32" y="37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2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7" name="Freeform 6225">
                <a:extLst>
                  <a:ext uri="{FF2B5EF4-FFF2-40B4-BE49-F238E27FC236}">
                    <a16:creationId xmlns:a16="http://schemas.microsoft.com/office/drawing/2014/main" id="{ABFB4BCC-F3C6-4207-9612-6ED77CAC26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7" y="2993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7 h 11"/>
                  <a:gd name="T4" fmla="*/ 4 w 9"/>
                  <a:gd name="T5" fmla="*/ 7 h 11"/>
                  <a:gd name="T6" fmla="*/ 9 w 9"/>
                  <a:gd name="T7" fmla="*/ 11 h 11"/>
                  <a:gd name="T8" fmla="*/ 7 w 9"/>
                  <a:gd name="T9" fmla="*/ 5 h 11"/>
                  <a:gd name="T10" fmla="*/ 2 w 9"/>
                  <a:gd name="T11" fmla="*/ 0 h 11"/>
                  <a:gd name="T12" fmla="*/ 0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7" y="5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8" name="Freeform 6226">
                <a:extLst>
                  <a:ext uri="{FF2B5EF4-FFF2-40B4-BE49-F238E27FC236}">
                    <a16:creationId xmlns:a16="http://schemas.microsoft.com/office/drawing/2014/main" id="{03A65EA0-F518-413B-B50A-EB4CD1FEE6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84" y="3030"/>
                <a:ext cx="12" cy="5"/>
              </a:xfrm>
              <a:custGeom>
                <a:avLst/>
                <a:gdLst>
                  <a:gd name="T0" fmla="*/ 12 w 12"/>
                  <a:gd name="T1" fmla="*/ 5 h 5"/>
                  <a:gd name="T2" fmla="*/ 10 w 12"/>
                  <a:gd name="T3" fmla="*/ 2 h 5"/>
                  <a:gd name="T4" fmla="*/ 8 w 12"/>
                  <a:gd name="T5" fmla="*/ 2 h 5"/>
                  <a:gd name="T6" fmla="*/ 4 w 12"/>
                  <a:gd name="T7" fmla="*/ 0 h 5"/>
                  <a:gd name="T8" fmla="*/ 0 w 12"/>
                  <a:gd name="T9" fmla="*/ 0 h 5"/>
                  <a:gd name="T10" fmla="*/ 6 w 12"/>
                  <a:gd name="T11" fmla="*/ 5 h 5"/>
                  <a:gd name="T12" fmla="*/ 8 w 12"/>
                  <a:gd name="T13" fmla="*/ 5 h 5"/>
                  <a:gd name="T14" fmla="*/ 10 w 12"/>
                  <a:gd name="T15" fmla="*/ 5 h 5"/>
                  <a:gd name="T16" fmla="*/ 12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lnTo>
                      <a:pt x="10" y="2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89" name="Freeform 6227">
                <a:extLst>
                  <a:ext uri="{FF2B5EF4-FFF2-40B4-BE49-F238E27FC236}">
                    <a16:creationId xmlns:a16="http://schemas.microsoft.com/office/drawing/2014/main" id="{BBE81BD8-1081-4CA2-9B72-55F42713FB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5" y="2903"/>
                <a:ext cx="8" cy="8"/>
              </a:xfrm>
              <a:custGeom>
                <a:avLst/>
                <a:gdLst>
                  <a:gd name="T0" fmla="*/ 0 w 8"/>
                  <a:gd name="T1" fmla="*/ 2 h 8"/>
                  <a:gd name="T2" fmla="*/ 0 w 8"/>
                  <a:gd name="T3" fmla="*/ 6 h 8"/>
                  <a:gd name="T4" fmla="*/ 4 w 8"/>
                  <a:gd name="T5" fmla="*/ 8 h 8"/>
                  <a:gd name="T6" fmla="*/ 8 w 8"/>
                  <a:gd name="T7" fmla="*/ 6 h 8"/>
                  <a:gd name="T8" fmla="*/ 8 w 8"/>
                  <a:gd name="T9" fmla="*/ 2 h 8"/>
                  <a:gd name="T10" fmla="*/ 6 w 8"/>
                  <a:gd name="T11" fmla="*/ 0 h 8"/>
                  <a:gd name="T12" fmla="*/ 0 w 8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0" name="Freeform 6228">
                <a:extLst>
                  <a:ext uri="{FF2B5EF4-FFF2-40B4-BE49-F238E27FC236}">
                    <a16:creationId xmlns:a16="http://schemas.microsoft.com/office/drawing/2014/main" id="{DC49409C-74BD-4B0A-A2AA-F00DCC7A6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56" y="2985"/>
                <a:ext cx="6" cy="9"/>
              </a:xfrm>
              <a:custGeom>
                <a:avLst/>
                <a:gdLst>
                  <a:gd name="T0" fmla="*/ 6 w 6"/>
                  <a:gd name="T1" fmla="*/ 9 h 9"/>
                  <a:gd name="T2" fmla="*/ 6 w 6"/>
                  <a:gd name="T3" fmla="*/ 6 h 9"/>
                  <a:gd name="T4" fmla="*/ 6 w 6"/>
                  <a:gd name="T5" fmla="*/ 0 h 9"/>
                  <a:gd name="T6" fmla="*/ 2 w 6"/>
                  <a:gd name="T7" fmla="*/ 2 h 9"/>
                  <a:gd name="T8" fmla="*/ 0 w 6"/>
                  <a:gd name="T9" fmla="*/ 4 h 9"/>
                  <a:gd name="T10" fmla="*/ 2 w 6"/>
                  <a:gd name="T11" fmla="*/ 6 h 9"/>
                  <a:gd name="T12" fmla="*/ 2 w 6"/>
                  <a:gd name="T13" fmla="*/ 6 h 9"/>
                  <a:gd name="T14" fmla="*/ 2 w 6"/>
                  <a:gd name="T15" fmla="*/ 8 h 9"/>
                  <a:gd name="T16" fmla="*/ 2 w 6"/>
                  <a:gd name="T17" fmla="*/ 9 h 9"/>
                  <a:gd name="T18" fmla="*/ 6 w 6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6" y="9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1" name="Freeform 6229">
                <a:extLst>
                  <a:ext uri="{FF2B5EF4-FFF2-40B4-BE49-F238E27FC236}">
                    <a16:creationId xmlns:a16="http://schemas.microsoft.com/office/drawing/2014/main" id="{809EC48B-D79A-412B-80FC-790CE9A828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88" y="2931"/>
                <a:ext cx="5" cy="7"/>
              </a:xfrm>
              <a:custGeom>
                <a:avLst/>
                <a:gdLst>
                  <a:gd name="T0" fmla="*/ 5 w 5"/>
                  <a:gd name="T1" fmla="*/ 6 h 7"/>
                  <a:gd name="T2" fmla="*/ 5 w 5"/>
                  <a:gd name="T3" fmla="*/ 0 h 7"/>
                  <a:gd name="T4" fmla="*/ 0 w 5"/>
                  <a:gd name="T5" fmla="*/ 4 h 7"/>
                  <a:gd name="T6" fmla="*/ 1 w 5"/>
                  <a:gd name="T7" fmla="*/ 7 h 7"/>
                  <a:gd name="T8" fmla="*/ 5 w 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2" name="Freeform 6230">
                <a:extLst>
                  <a:ext uri="{FF2B5EF4-FFF2-40B4-BE49-F238E27FC236}">
                    <a16:creationId xmlns:a16="http://schemas.microsoft.com/office/drawing/2014/main" id="{66C65020-0065-4099-BB52-2A927C40C7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38" y="2884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4 h 8"/>
                  <a:gd name="T4" fmla="*/ 4 w 5"/>
                  <a:gd name="T5" fmla="*/ 0 h 8"/>
                  <a:gd name="T6" fmla="*/ 0 w 5"/>
                  <a:gd name="T7" fmla="*/ 0 h 8"/>
                  <a:gd name="T8" fmla="*/ 0 w 5"/>
                  <a:gd name="T9" fmla="*/ 4 h 8"/>
                  <a:gd name="T10" fmla="*/ 5 w 5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3" name="Freeform 6231">
                <a:extLst>
                  <a:ext uri="{FF2B5EF4-FFF2-40B4-BE49-F238E27FC236}">
                    <a16:creationId xmlns:a16="http://schemas.microsoft.com/office/drawing/2014/main" id="{B60059FC-A364-48C4-AF3A-7647D6079B0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99" y="2896"/>
                <a:ext cx="13" cy="5"/>
              </a:xfrm>
              <a:custGeom>
                <a:avLst/>
                <a:gdLst>
                  <a:gd name="T0" fmla="*/ 5 w 7"/>
                  <a:gd name="T1" fmla="*/ 0 h 3"/>
                  <a:gd name="T2" fmla="*/ 4 w 7"/>
                  <a:gd name="T3" fmla="*/ 0 h 3"/>
                  <a:gd name="T4" fmla="*/ 3 w 7"/>
                  <a:gd name="T5" fmla="*/ 0 h 3"/>
                  <a:gd name="T6" fmla="*/ 2 w 7"/>
                  <a:gd name="T7" fmla="*/ 0 h 3"/>
                  <a:gd name="T8" fmla="*/ 1 w 7"/>
                  <a:gd name="T9" fmla="*/ 0 h 3"/>
                  <a:gd name="T10" fmla="*/ 0 w 7"/>
                  <a:gd name="T11" fmla="*/ 0 h 3"/>
                  <a:gd name="T12" fmla="*/ 0 w 7"/>
                  <a:gd name="T13" fmla="*/ 1 h 3"/>
                  <a:gd name="T14" fmla="*/ 0 w 7"/>
                  <a:gd name="T15" fmla="*/ 1 h 3"/>
                  <a:gd name="T16" fmla="*/ 0 w 7"/>
                  <a:gd name="T17" fmla="*/ 1 h 3"/>
                  <a:gd name="T18" fmla="*/ 0 w 7"/>
                  <a:gd name="T19" fmla="*/ 2 h 3"/>
                  <a:gd name="T20" fmla="*/ 0 w 7"/>
                  <a:gd name="T21" fmla="*/ 2 h 3"/>
                  <a:gd name="T22" fmla="*/ 2 w 7"/>
                  <a:gd name="T23" fmla="*/ 3 h 3"/>
                  <a:gd name="T24" fmla="*/ 2 w 7"/>
                  <a:gd name="T25" fmla="*/ 3 h 3"/>
                  <a:gd name="T26" fmla="*/ 5 w 7"/>
                  <a:gd name="T27" fmla="*/ 3 h 3"/>
                  <a:gd name="T28" fmla="*/ 7 w 7"/>
                  <a:gd name="T29" fmla="*/ 1 h 3"/>
                  <a:gd name="T30" fmla="*/ 5 w 7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1"/>
                      <a:pt x="7" y="1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4" name="Freeform 6232">
                <a:extLst>
                  <a:ext uri="{FF2B5EF4-FFF2-40B4-BE49-F238E27FC236}">
                    <a16:creationId xmlns:a16="http://schemas.microsoft.com/office/drawing/2014/main" id="{F51AABA0-FEEA-4DEB-8AB0-ED18224480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2" y="2944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5 w 7"/>
                  <a:gd name="T3" fmla="*/ 2 h 9"/>
                  <a:gd name="T4" fmla="*/ 3 w 7"/>
                  <a:gd name="T5" fmla="*/ 0 h 9"/>
                  <a:gd name="T6" fmla="*/ 0 w 7"/>
                  <a:gd name="T7" fmla="*/ 4 h 9"/>
                  <a:gd name="T8" fmla="*/ 2 w 7"/>
                  <a:gd name="T9" fmla="*/ 6 h 9"/>
                  <a:gd name="T10" fmla="*/ 5 w 7"/>
                  <a:gd name="T11" fmla="*/ 9 h 9"/>
                  <a:gd name="T12" fmla="*/ 7 w 7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5" name="Freeform 6233">
                <a:extLst>
                  <a:ext uri="{FF2B5EF4-FFF2-40B4-BE49-F238E27FC236}">
                    <a16:creationId xmlns:a16="http://schemas.microsoft.com/office/drawing/2014/main" id="{6EDAA9C4-912B-4834-B591-C68FE1B14A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02" y="2940"/>
                <a:ext cx="6" cy="8"/>
              </a:xfrm>
              <a:custGeom>
                <a:avLst/>
                <a:gdLst>
                  <a:gd name="T0" fmla="*/ 0 w 6"/>
                  <a:gd name="T1" fmla="*/ 4 h 8"/>
                  <a:gd name="T2" fmla="*/ 2 w 6"/>
                  <a:gd name="T3" fmla="*/ 8 h 8"/>
                  <a:gd name="T4" fmla="*/ 6 w 6"/>
                  <a:gd name="T5" fmla="*/ 6 h 8"/>
                  <a:gd name="T6" fmla="*/ 6 w 6"/>
                  <a:gd name="T7" fmla="*/ 2 h 8"/>
                  <a:gd name="T8" fmla="*/ 2 w 6"/>
                  <a:gd name="T9" fmla="*/ 0 h 8"/>
                  <a:gd name="T10" fmla="*/ 0 w 6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6" name="Freeform 6234">
                <a:extLst>
                  <a:ext uri="{FF2B5EF4-FFF2-40B4-BE49-F238E27FC236}">
                    <a16:creationId xmlns:a16="http://schemas.microsoft.com/office/drawing/2014/main" id="{13EDEA14-3F7F-4AD3-A6C1-2B332430AC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19" y="2925"/>
                <a:ext cx="62" cy="34"/>
              </a:xfrm>
              <a:custGeom>
                <a:avLst/>
                <a:gdLst>
                  <a:gd name="T0" fmla="*/ 56 w 62"/>
                  <a:gd name="T1" fmla="*/ 15 h 34"/>
                  <a:gd name="T2" fmla="*/ 56 w 62"/>
                  <a:gd name="T3" fmla="*/ 15 h 34"/>
                  <a:gd name="T4" fmla="*/ 62 w 62"/>
                  <a:gd name="T5" fmla="*/ 12 h 34"/>
                  <a:gd name="T6" fmla="*/ 58 w 62"/>
                  <a:gd name="T7" fmla="*/ 0 h 34"/>
                  <a:gd name="T8" fmla="*/ 56 w 62"/>
                  <a:gd name="T9" fmla="*/ 4 h 34"/>
                  <a:gd name="T10" fmla="*/ 50 w 62"/>
                  <a:gd name="T11" fmla="*/ 2 h 34"/>
                  <a:gd name="T12" fmla="*/ 49 w 62"/>
                  <a:gd name="T13" fmla="*/ 12 h 34"/>
                  <a:gd name="T14" fmla="*/ 49 w 62"/>
                  <a:gd name="T15" fmla="*/ 13 h 34"/>
                  <a:gd name="T16" fmla="*/ 41 w 62"/>
                  <a:gd name="T17" fmla="*/ 17 h 34"/>
                  <a:gd name="T18" fmla="*/ 39 w 62"/>
                  <a:gd name="T19" fmla="*/ 21 h 34"/>
                  <a:gd name="T20" fmla="*/ 36 w 62"/>
                  <a:gd name="T21" fmla="*/ 21 h 34"/>
                  <a:gd name="T22" fmla="*/ 32 w 62"/>
                  <a:gd name="T23" fmla="*/ 19 h 34"/>
                  <a:gd name="T24" fmla="*/ 30 w 62"/>
                  <a:gd name="T25" fmla="*/ 21 h 34"/>
                  <a:gd name="T26" fmla="*/ 30 w 62"/>
                  <a:gd name="T27" fmla="*/ 17 h 34"/>
                  <a:gd name="T28" fmla="*/ 32 w 62"/>
                  <a:gd name="T29" fmla="*/ 13 h 34"/>
                  <a:gd name="T30" fmla="*/ 26 w 62"/>
                  <a:gd name="T31" fmla="*/ 12 h 34"/>
                  <a:gd name="T32" fmla="*/ 26 w 62"/>
                  <a:gd name="T33" fmla="*/ 15 h 34"/>
                  <a:gd name="T34" fmla="*/ 24 w 62"/>
                  <a:gd name="T35" fmla="*/ 17 h 34"/>
                  <a:gd name="T36" fmla="*/ 23 w 62"/>
                  <a:gd name="T37" fmla="*/ 19 h 34"/>
                  <a:gd name="T38" fmla="*/ 17 w 62"/>
                  <a:gd name="T39" fmla="*/ 21 h 34"/>
                  <a:gd name="T40" fmla="*/ 13 w 62"/>
                  <a:gd name="T41" fmla="*/ 19 h 34"/>
                  <a:gd name="T42" fmla="*/ 8 w 62"/>
                  <a:gd name="T43" fmla="*/ 21 h 34"/>
                  <a:gd name="T44" fmla="*/ 0 w 62"/>
                  <a:gd name="T45" fmla="*/ 23 h 34"/>
                  <a:gd name="T46" fmla="*/ 8 w 62"/>
                  <a:gd name="T47" fmla="*/ 28 h 34"/>
                  <a:gd name="T48" fmla="*/ 11 w 62"/>
                  <a:gd name="T49" fmla="*/ 34 h 34"/>
                  <a:gd name="T50" fmla="*/ 19 w 62"/>
                  <a:gd name="T51" fmla="*/ 32 h 34"/>
                  <a:gd name="T52" fmla="*/ 24 w 62"/>
                  <a:gd name="T53" fmla="*/ 34 h 34"/>
                  <a:gd name="T54" fmla="*/ 34 w 62"/>
                  <a:gd name="T55" fmla="*/ 34 h 34"/>
                  <a:gd name="T56" fmla="*/ 39 w 62"/>
                  <a:gd name="T57" fmla="*/ 34 h 34"/>
                  <a:gd name="T58" fmla="*/ 41 w 62"/>
                  <a:gd name="T59" fmla="*/ 30 h 34"/>
                  <a:gd name="T60" fmla="*/ 50 w 62"/>
                  <a:gd name="T61" fmla="*/ 25 h 34"/>
                  <a:gd name="T62" fmla="*/ 50 w 62"/>
                  <a:gd name="T63" fmla="*/ 23 h 34"/>
                  <a:gd name="T64" fmla="*/ 56 w 62"/>
                  <a:gd name="T65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" h="34">
                    <a:moveTo>
                      <a:pt x="60" y="19"/>
                    </a:moveTo>
                    <a:lnTo>
                      <a:pt x="56" y="15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8" y="15"/>
                    </a:lnTo>
                    <a:lnTo>
                      <a:pt x="62" y="12"/>
                    </a:lnTo>
                    <a:lnTo>
                      <a:pt x="62" y="4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1" y="17"/>
                    </a:lnTo>
                    <a:lnTo>
                      <a:pt x="39" y="19"/>
                    </a:lnTo>
                    <a:lnTo>
                      <a:pt x="39" y="21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8" y="19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2" y="13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4" y="13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4" y="17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1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4" y="27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1" y="34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1" y="34"/>
                    </a:lnTo>
                    <a:lnTo>
                      <a:pt x="24" y="34"/>
                    </a:lnTo>
                    <a:lnTo>
                      <a:pt x="32" y="34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39" y="34"/>
                    </a:lnTo>
                    <a:lnTo>
                      <a:pt x="41" y="32"/>
                    </a:lnTo>
                    <a:lnTo>
                      <a:pt x="41" y="30"/>
                    </a:lnTo>
                    <a:lnTo>
                      <a:pt x="45" y="30"/>
                    </a:lnTo>
                    <a:lnTo>
                      <a:pt x="50" y="25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2" y="25"/>
                    </a:lnTo>
                    <a:lnTo>
                      <a:pt x="56" y="23"/>
                    </a:lnTo>
                    <a:lnTo>
                      <a:pt x="6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7" name="Freeform 6235">
                <a:extLst>
                  <a:ext uri="{FF2B5EF4-FFF2-40B4-BE49-F238E27FC236}">
                    <a16:creationId xmlns:a16="http://schemas.microsoft.com/office/drawing/2014/main" id="{FAAF5306-409E-4010-8F7D-81D0D062D6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6" y="2590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5 h 5"/>
                  <a:gd name="T4" fmla="*/ 8 w 8"/>
                  <a:gd name="T5" fmla="*/ 4 h 5"/>
                  <a:gd name="T6" fmla="*/ 2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lnTo>
                      <a:pt x="0" y="5"/>
                    </a:lnTo>
                    <a:lnTo>
                      <a:pt x="8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8" name="Freeform 6236">
                <a:extLst>
                  <a:ext uri="{FF2B5EF4-FFF2-40B4-BE49-F238E27FC236}">
                    <a16:creationId xmlns:a16="http://schemas.microsoft.com/office/drawing/2014/main" id="{954418AD-4BDA-47E6-8762-1174BF16AC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7" y="2685"/>
                <a:ext cx="22" cy="39"/>
              </a:xfrm>
              <a:custGeom>
                <a:avLst/>
                <a:gdLst>
                  <a:gd name="T0" fmla="*/ 4 w 22"/>
                  <a:gd name="T1" fmla="*/ 37 h 39"/>
                  <a:gd name="T2" fmla="*/ 7 w 22"/>
                  <a:gd name="T3" fmla="*/ 35 h 39"/>
                  <a:gd name="T4" fmla="*/ 7 w 22"/>
                  <a:gd name="T5" fmla="*/ 35 h 39"/>
                  <a:gd name="T6" fmla="*/ 11 w 22"/>
                  <a:gd name="T7" fmla="*/ 34 h 39"/>
                  <a:gd name="T8" fmla="*/ 9 w 22"/>
                  <a:gd name="T9" fmla="*/ 35 h 39"/>
                  <a:gd name="T10" fmla="*/ 13 w 22"/>
                  <a:gd name="T11" fmla="*/ 39 h 39"/>
                  <a:gd name="T12" fmla="*/ 17 w 22"/>
                  <a:gd name="T13" fmla="*/ 35 h 39"/>
                  <a:gd name="T14" fmla="*/ 17 w 22"/>
                  <a:gd name="T15" fmla="*/ 32 h 39"/>
                  <a:gd name="T16" fmla="*/ 15 w 22"/>
                  <a:gd name="T17" fmla="*/ 32 h 39"/>
                  <a:gd name="T18" fmla="*/ 17 w 22"/>
                  <a:gd name="T19" fmla="*/ 30 h 39"/>
                  <a:gd name="T20" fmla="*/ 18 w 22"/>
                  <a:gd name="T21" fmla="*/ 28 h 39"/>
                  <a:gd name="T22" fmla="*/ 20 w 22"/>
                  <a:gd name="T23" fmla="*/ 24 h 39"/>
                  <a:gd name="T24" fmla="*/ 22 w 22"/>
                  <a:gd name="T25" fmla="*/ 24 h 39"/>
                  <a:gd name="T26" fmla="*/ 22 w 22"/>
                  <a:gd name="T27" fmla="*/ 20 h 39"/>
                  <a:gd name="T28" fmla="*/ 20 w 22"/>
                  <a:gd name="T29" fmla="*/ 17 h 39"/>
                  <a:gd name="T30" fmla="*/ 18 w 22"/>
                  <a:gd name="T31" fmla="*/ 19 h 39"/>
                  <a:gd name="T32" fmla="*/ 17 w 22"/>
                  <a:gd name="T33" fmla="*/ 20 h 39"/>
                  <a:gd name="T34" fmla="*/ 17 w 22"/>
                  <a:gd name="T35" fmla="*/ 19 h 39"/>
                  <a:gd name="T36" fmla="*/ 13 w 22"/>
                  <a:gd name="T37" fmla="*/ 17 h 39"/>
                  <a:gd name="T38" fmla="*/ 11 w 22"/>
                  <a:gd name="T39" fmla="*/ 17 h 39"/>
                  <a:gd name="T40" fmla="*/ 11 w 22"/>
                  <a:gd name="T41" fmla="*/ 17 h 39"/>
                  <a:gd name="T42" fmla="*/ 7 w 22"/>
                  <a:gd name="T43" fmla="*/ 15 h 39"/>
                  <a:gd name="T44" fmla="*/ 5 w 22"/>
                  <a:gd name="T45" fmla="*/ 13 h 39"/>
                  <a:gd name="T46" fmla="*/ 5 w 22"/>
                  <a:gd name="T47" fmla="*/ 13 h 39"/>
                  <a:gd name="T48" fmla="*/ 7 w 22"/>
                  <a:gd name="T49" fmla="*/ 7 h 39"/>
                  <a:gd name="T50" fmla="*/ 7 w 22"/>
                  <a:gd name="T51" fmla="*/ 6 h 39"/>
                  <a:gd name="T52" fmla="*/ 7 w 22"/>
                  <a:gd name="T53" fmla="*/ 0 h 39"/>
                  <a:gd name="T54" fmla="*/ 4 w 22"/>
                  <a:gd name="T55" fmla="*/ 4 h 39"/>
                  <a:gd name="T56" fmla="*/ 4 w 22"/>
                  <a:gd name="T57" fmla="*/ 6 h 39"/>
                  <a:gd name="T58" fmla="*/ 2 w 22"/>
                  <a:gd name="T59" fmla="*/ 9 h 39"/>
                  <a:gd name="T60" fmla="*/ 4 w 22"/>
                  <a:gd name="T61" fmla="*/ 13 h 39"/>
                  <a:gd name="T62" fmla="*/ 2 w 22"/>
                  <a:gd name="T63" fmla="*/ 15 h 39"/>
                  <a:gd name="T64" fmla="*/ 0 w 22"/>
                  <a:gd name="T65" fmla="*/ 17 h 39"/>
                  <a:gd name="T66" fmla="*/ 4 w 22"/>
                  <a:gd name="T67" fmla="*/ 19 h 39"/>
                  <a:gd name="T68" fmla="*/ 4 w 22"/>
                  <a:gd name="T69" fmla="*/ 19 h 39"/>
                  <a:gd name="T70" fmla="*/ 4 w 22"/>
                  <a:gd name="T71" fmla="*/ 20 h 39"/>
                  <a:gd name="T72" fmla="*/ 4 w 22"/>
                  <a:gd name="T73" fmla="*/ 22 h 39"/>
                  <a:gd name="T74" fmla="*/ 4 w 22"/>
                  <a:gd name="T75" fmla="*/ 28 h 39"/>
                  <a:gd name="T76" fmla="*/ 4 w 22"/>
                  <a:gd name="T77" fmla="*/ 32 h 39"/>
                  <a:gd name="T78" fmla="*/ 4 w 22"/>
                  <a:gd name="T7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39">
                    <a:moveTo>
                      <a:pt x="4" y="37"/>
                    </a:moveTo>
                    <a:lnTo>
                      <a:pt x="7" y="35"/>
                    </a:lnTo>
                    <a:lnTo>
                      <a:pt x="7" y="35"/>
                    </a:lnTo>
                    <a:lnTo>
                      <a:pt x="11" y="34"/>
                    </a:lnTo>
                    <a:lnTo>
                      <a:pt x="9" y="35"/>
                    </a:lnTo>
                    <a:lnTo>
                      <a:pt x="13" y="39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5" y="32"/>
                    </a:lnTo>
                    <a:lnTo>
                      <a:pt x="17" y="30"/>
                    </a:lnTo>
                    <a:lnTo>
                      <a:pt x="18" y="28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0" y="17"/>
                    </a:lnTo>
                    <a:lnTo>
                      <a:pt x="18" y="19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4" y="3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499" name="Freeform 6237">
                <a:extLst>
                  <a:ext uri="{FF2B5EF4-FFF2-40B4-BE49-F238E27FC236}">
                    <a16:creationId xmlns:a16="http://schemas.microsoft.com/office/drawing/2014/main" id="{4A4401D6-E6A5-49A5-B380-A801D9940A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691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2 w 6"/>
                  <a:gd name="T3" fmla="*/ 0 h 3"/>
                  <a:gd name="T4" fmla="*/ 0 w 6"/>
                  <a:gd name="T5" fmla="*/ 0 h 3"/>
                  <a:gd name="T6" fmla="*/ 0 w 6"/>
                  <a:gd name="T7" fmla="*/ 3 h 3"/>
                  <a:gd name="T8" fmla="*/ 6 w 6"/>
                  <a:gd name="T9" fmla="*/ 3 h 3"/>
                  <a:gd name="T10" fmla="*/ 6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0" name="Freeform 6238">
                <a:extLst>
                  <a:ext uri="{FF2B5EF4-FFF2-40B4-BE49-F238E27FC236}">
                    <a16:creationId xmlns:a16="http://schemas.microsoft.com/office/drawing/2014/main" id="{4B8037FE-A155-4FAA-B1A8-5E64D7DDA0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6" y="2709"/>
                <a:ext cx="26" cy="34"/>
              </a:xfrm>
              <a:custGeom>
                <a:avLst/>
                <a:gdLst>
                  <a:gd name="T0" fmla="*/ 19 w 26"/>
                  <a:gd name="T1" fmla="*/ 10 h 34"/>
                  <a:gd name="T2" fmla="*/ 19 w 26"/>
                  <a:gd name="T3" fmla="*/ 6 h 34"/>
                  <a:gd name="T4" fmla="*/ 15 w 26"/>
                  <a:gd name="T5" fmla="*/ 4 h 34"/>
                  <a:gd name="T6" fmla="*/ 13 w 26"/>
                  <a:gd name="T7" fmla="*/ 4 h 34"/>
                  <a:gd name="T8" fmla="*/ 11 w 26"/>
                  <a:gd name="T9" fmla="*/ 4 h 34"/>
                  <a:gd name="T10" fmla="*/ 9 w 26"/>
                  <a:gd name="T11" fmla="*/ 6 h 34"/>
                  <a:gd name="T12" fmla="*/ 9 w 26"/>
                  <a:gd name="T13" fmla="*/ 8 h 34"/>
                  <a:gd name="T14" fmla="*/ 8 w 26"/>
                  <a:gd name="T15" fmla="*/ 11 h 34"/>
                  <a:gd name="T16" fmla="*/ 8 w 26"/>
                  <a:gd name="T17" fmla="*/ 15 h 34"/>
                  <a:gd name="T18" fmla="*/ 6 w 26"/>
                  <a:gd name="T19" fmla="*/ 17 h 34"/>
                  <a:gd name="T20" fmla="*/ 2 w 26"/>
                  <a:gd name="T21" fmla="*/ 19 h 34"/>
                  <a:gd name="T22" fmla="*/ 0 w 26"/>
                  <a:gd name="T23" fmla="*/ 21 h 34"/>
                  <a:gd name="T24" fmla="*/ 2 w 26"/>
                  <a:gd name="T25" fmla="*/ 26 h 34"/>
                  <a:gd name="T26" fmla="*/ 4 w 26"/>
                  <a:gd name="T27" fmla="*/ 26 h 34"/>
                  <a:gd name="T28" fmla="*/ 8 w 26"/>
                  <a:gd name="T29" fmla="*/ 28 h 34"/>
                  <a:gd name="T30" fmla="*/ 9 w 26"/>
                  <a:gd name="T31" fmla="*/ 28 h 34"/>
                  <a:gd name="T32" fmla="*/ 9 w 26"/>
                  <a:gd name="T33" fmla="*/ 32 h 34"/>
                  <a:gd name="T34" fmla="*/ 13 w 26"/>
                  <a:gd name="T35" fmla="*/ 32 h 34"/>
                  <a:gd name="T36" fmla="*/ 15 w 26"/>
                  <a:gd name="T37" fmla="*/ 30 h 34"/>
                  <a:gd name="T38" fmla="*/ 19 w 26"/>
                  <a:gd name="T39" fmla="*/ 34 h 34"/>
                  <a:gd name="T40" fmla="*/ 22 w 26"/>
                  <a:gd name="T41" fmla="*/ 32 h 34"/>
                  <a:gd name="T42" fmla="*/ 22 w 26"/>
                  <a:gd name="T43" fmla="*/ 28 h 34"/>
                  <a:gd name="T44" fmla="*/ 21 w 26"/>
                  <a:gd name="T45" fmla="*/ 28 h 34"/>
                  <a:gd name="T46" fmla="*/ 17 w 26"/>
                  <a:gd name="T47" fmla="*/ 28 h 34"/>
                  <a:gd name="T48" fmla="*/ 17 w 26"/>
                  <a:gd name="T49" fmla="*/ 30 h 34"/>
                  <a:gd name="T50" fmla="*/ 17 w 26"/>
                  <a:gd name="T51" fmla="*/ 28 h 34"/>
                  <a:gd name="T52" fmla="*/ 17 w 26"/>
                  <a:gd name="T53" fmla="*/ 26 h 34"/>
                  <a:gd name="T54" fmla="*/ 19 w 26"/>
                  <a:gd name="T55" fmla="*/ 24 h 34"/>
                  <a:gd name="T56" fmla="*/ 21 w 26"/>
                  <a:gd name="T57" fmla="*/ 17 h 34"/>
                  <a:gd name="T58" fmla="*/ 24 w 26"/>
                  <a:gd name="T59" fmla="*/ 13 h 34"/>
                  <a:gd name="T60" fmla="*/ 24 w 26"/>
                  <a:gd name="T61" fmla="*/ 11 h 34"/>
                  <a:gd name="T62" fmla="*/ 24 w 26"/>
                  <a:gd name="T63" fmla="*/ 8 h 34"/>
                  <a:gd name="T64" fmla="*/ 26 w 26"/>
                  <a:gd name="T65" fmla="*/ 6 h 34"/>
                  <a:gd name="T66" fmla="*/ 26 w 26"/>
                  <a:gd name="T67" fmla="*/ 0 h 34"/>
                  <a:gd name="T68" fmla="*/ 22 w 26"/>
                  <a:gd name="T69" fmla="*/ 0 h 34"/>
                  <a:gd name="T70" fmla="*/ 21 w 26"/>
                  <a:gd name="T71" fmla="*/ 6 h 34"/>
                  <a:gd name="T72" fmla="*/ 19 w 26"/>
                  <a:gd name="T73" fmla="*/ 10 h 34"/>
                  <a:gd name="T74" fmla="*/ 19 w 26"/>
                  <a:gd name="T75" fmla="*/ 13 h 34"/>
                  <a:gd name="T76" fmla="*/ 17 w 26"/>
                  <a:gd name="T77" fmla="*/ 17 h 34"/>
                  <a:gd name="T78" fmla="*/ 15 w 26"/>
                  <a:gd name="T79" fmla="*/ 21 h 34"/>
                  <a:gd name="T80" fmla="*/ 15 w 26"/>
                  <a:gd name="T81" fmla="*/ 23 h 34"/>
                  <a:gd name="T82" fmla="*/ 15 w 26"/>
                  <a:gd name="T83" fmla="*/ 24 h 34"/>
                  <a:gd name="T84" fmla="*/ 15 w 26"/>
                  <a:gd name="T85" fmla="*/ 24 h 34"/>
                  <a:gd name="T86" fmla="*/ 15 w 26"/>
                  <a:gd name="T87" fmla="*/ 19 h 34"/>
                  <a:gd name="T88" fmla="*/ 15 w 26"/>
                  <a:gd name="T89" fmla="*/ 11 h 34"/>
                  <a:gd name="T90" fmla="*/ 19 w 26"/>
                  <a:gd name="T9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34">
                    <a:moveTo>
                      <a:pt x="19" y="10"/>
                    </a:moveTo>
                    <a:lnTo>
                      <a:pt x="19" y="6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9" y="34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9" y="24"/>
                    </a:lnTo>
                    <a:lnTo>
                      <a:pt x="21" y="17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6" y="6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6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9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1" name="Freeform 6239">
                <a:extLst>
                  <a:ext uri="{FF2B5EF4-FFF2-40B4-BE49-F238E27FC236}">
                    <a16:creationId xmlns:a16="http://schemas.microsoft.com/office/drawing/2014/main" id="{8E45C486-A903-4730-A49E-64812865B62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80" y="2705"/>
                <a:ext cx="45" cy="56"/>
              </a:xfrm>
              <a:custGeom>
                <a:avLst/>
                <a:gdLst>
                  <a:gd name="T0" fmla="*/ 0 w 45"/>
                  <a:gd name="T1" fmla="*/ 53 h 56"/>
                  <a:gd name="T2" fmla="*/ 4 w 45"/>
                  <a:gd name="T3" fmla="*/ 56 h 56"/>
                  <a:gd name="T4" fmla="*/ 5 w 45"/>
                  <a:gd name="T5" fmla="*/ 56 h 56"/>
                  <a:gd name="T6" fmla="*/ 5 w 45"/>
                  <a:gd name="T7" fmla="*/ 53 h 56"/>
                  <a:gd name="T8" fmla="*/ 7 w 45"/>
                  <a:gd name="T9" fmla="*/ 51 h 56"/>
                  <a:gd name="T10" fmla="*/ 5 w 45"/>
                  <a:gd name="T11" fmla="*/ 49 h 56"/>
                  <a:gd name="T12" fmla="*/ 7 w 45"/>
                  <a:gd name="T13" fmla="*/ 49 h 56"/>
                  <a:gd name="T14" fmla="*/ 11 w 45"/>
                  <a:gd name="T15" fmla="*/ 51 h 56"/>
                  <a:gd name="T16" fmla="*/ 9 w 45"/>
                  <a:gd name="T17" fmla="*/ 45 h 56"/>
                  <a:gd name="T18" fmla="*/ 7 w 45"/>
                  <a:gd name="T19" fmla="*/ 45 h 56"/>
                  <a:gd name="T20" fmla="*/ 7 w 45"/>
                  <a:gd name="T21" fmla="*/ 45 h 56"/>
                  <a:gd name="T22" fmla="*/ 9 w 45"/>
                  <a:gd name="T23" fmla="*/ 43 h 56"/>
                  <a:gd name="T24" fmla="*/ 11 w 45"/>
                  <a:gd name="T25" fmla="*/ 43 h 56"/>
                  <a:gd name="T26" fmla="*/ 13 w 45"/>
                  <a:gd name="T27" fmla="*/ 41 h 56"/>
                  <a:gd name="T28" fmla="*/ 17 w 45"/>
                  <a:gd name="T29" fmla="*/ 40 h 56"/>
                  <a:gd name="T30" fmla="*/ 18 w 45"/>
                  <a:gd name="T31" fmla="*/ 36 h 56"/>
                  <a:gd name="T32" fmla="*/ 22 w 45"/>
                  <a:gd name="T33" fmla="*/ 34 h 56"/>
                  <a:gd name="T34" fmla="*/ 26 w 45"/>
                  <a:gd name="T35" fmla="*/ 32 h 56"/>
                  <a:gd name="T36" fmla="*/ 26 w 45"/>
                  <a:gd name="T37" fmla="*/ 30 h 56"/>
                  <a:gd name="T38" fmla="*/ 28 w 45"/>
                  <a:gd name="T39" fmla="*/ 28 h 56"/>
                  <a:gd name="T40" fmla="*/ 28 w 45"/>
                  <a:gd name="T41" fmla="*/ 25 h 56"/>
                  <a:gd name="T42" fmla="*/ 28 w 45"/>
                  <a:gd name="T43" fmla="*/ 23 h 56"/>
                  <a:gd name="T44" fmla="*/ 33 w 45"/>
                  <a:gd name="T45" fmla="*/ 23 h 56"/>
                  <a:gd name="T46" fmla="*/ 33 w 45"/>
                  <a:gd name="T47" fmla="*/ 19 h 56"/>
                  <a:gd name="T48" fmla="*/ 35 w 45"/>
                  <a:gd name="T49" fmla="*/ 19 h 56"/>
                  <a:gd name="T50" fmla="*/ 37 w 45"/>
                  <a:gd name="T51" fmla="*/ 17 h 56"/>
                  <a:gd name="T52" fmla="*/ 39 w 45"/>
                  <a:gd name="T53" fmla="*/ 17 h 56"/>
                  <a:gd name="T54" fmla="*/ 41 w 45"/>
                  <a:gd name="T55" fmla="*/ 17 h 56"/>
                  <a:gd name="T56" fmla="*/ 45 w 45"/>
                  <a:gd name="T57" fmla="*/ 17 h 56"/>
                  <a:gd name="T58" fmla="*/ 45 w 45"/>
                  <a:gd name="T59" fmla="*/ 14 h 56"/>
                  <a:gd name="T60" fmla="*/ 43 w 45"/>
                  <a:gd name="T61" fmla="*/ 14 h 56"/>
                  <a:gd name="T62" fmla="*/ 41 w 45"/>
                  <a:gd name="T63" fmla="*/ 10 h 56"/>
                  <a:gd name="T64" fmla="*/ 41 w 45"/>
                  <a:gd name="T65" fmla="*/ 14 h 56"/>
                  <a:gd name="T66" fmla="*/ 39 w 45"/>
                  <a:gd name="T67" fmla="*/ 14 h 56"/>
                  <a:gd name="T68" fmla="*/ 37 w 45"/>
                  <a:gd name="T69" fmla="*/ 12 h 56"/>
                  <a:gd name="T70" fmla="*/ 35 w 45"/>
                  <a:gd name="T71" fmla="*/ 8 h 56"/>
                  <a:gd name="T72" fmla="*/ 35 w 45"/>
                  <a:gd name="T73" fmla="*/ 6 h 56"/>
                  <a:gd name="T74" fmla="*/ 35 w 45"/>
                  <a:gd name="T75" fmla="*/ 0 h 56"/>
                  <a:gd name="T76" fmla="*/ 33 w 45"/>
                  <a:gd name="T77" fmla="*/ 2 h 56"/>
                  <a:gd name="T78" fmla="*/ 31 w 45"/>
                  <a:gd name="T79" fmla="*/ 8 h 56"/>
                  <a:gd name="T80" fmla="*/ 31 w 45"/>
                  <a:gd name="T81" fmla="*/ 10 h 56"/>
                  <a:gd name="T82" fmla="*/ 28 w 45"/>
                  <a:gd name="T83" fmla="*/ 6 h 56"/>
                  <a:gd name="T84" fmla="*/ 31 w 45"/>
                  <a:gd name="T85" fmla="*/ 14 h 56"/>
                  <a:gd name="T86" fmla="*/ 31 w 45"/>
                  <a:gd name="T87" fmla="*/ 14 h 56"/>
                  <a:gd name="T88" fmla="*/ 30 w 45"/>
                  <a:gd name="T89" fmla="*/ 15 h 56"/>
                  <a:gd name="T90" fmla="*/ 28 w 45"/>
                  <a:gd name="T91" fmla="*/ 15 h 56"/>
                  <a:gd name="T92" fmla="*/ 26 w 45"/>
                  <a:gd name="T93" fmla="*/ 19 h 56"/>
                  <a:gd name="T94" fmla="*/ 26 w 45"/>
                  <a:gd name="T95" fmla="*/ 21 h 56"/>
                  <a:gd name="T96" fmla="*/ 22 w 45"/>
                  <a:gd name="T97" fmla="*/ 23 h 56"/>
                  <a:gd name="T98" fmla="*/ 20 w 45"/>
                  <a:gd name="T99" fmla="*/ 28 h 56"/>
                  <a:gd name="T100" fmla="*/ 17 w 45"/>
                  <a:gd name="T101" fmla="*/ 32 h 56"/>
                  <a:gd name="T102" fmla="*/ 13 w 45"/>
                  <a:gd name="T103" fmla="*/ 32 h 56"/>
                  <a:gd name="T104" fmla="*/ 11 w 45"/>
                  <a:gd name="T105" fmla="*/ 36 h 56"/>
                  <a:gd name="T106" fmla="*/ 9 w 45"/>
                  <a:gd name="T107" fmla="*/ 36 h 56"/>
                  <a:gd name="T108" fmla="*/ 5 w 45"/>
                  <a:gd name="T109" fmla="*/ 41 h 56"/>
                  <a:gd name="T110" fmla="*/ 5 w 45"/>
                  <a:gd name="T111" fmla="*/ 43 h 56"/>
                  <a:gd name="T112" fmla="*/ 5 w 45"/>
                  <a:gd name="T113" fmla="*/ 45 h 56"/>
                  <a:gd name="T114" fmla="*/ 2 w 45"/>
                  <a:gd name="T115" fmla="*/ 49 h 56"/>
                  <a:gd name="T116" fmla="*/ 4 w 45"/>
                  <a:gd name="T117" fmla="*/ 49 h 56"/>
                  <a:gd name="T118" fmla="*/ 0 w 45"/>
                  <a:gd name="T119" fmla="*/ 49 h 56"/>
                  <a:gd name="T120" fmla="*/ 0 w 45"/>
                  <a:gd name="T121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" h="56">
                    <a:moveTo>
                      <a:pt x="0" y="53"/>
                    </a:moveTo>
                    <a:lnTo>
                      <a:pt x="4" y="56"/>
                    </a:lnTo>
                    <a:lnTo>
                      <a:pt x="5" y="56"/>
                    </a:lnTo>
                    <a:lnTo>
                      <a:pt x="5" y="53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11" y="51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3" y="41"/>
                    </a:lnTo>
                    <a:lnTo>
                      <a:pt x="17" y="40"/>
                    </a:lnTo>
                    <a:lnTo>
                      <a:pt x="18" y="36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8" y="28"/>
                    </a:lnTo>
                    <a:lnTo>
                      <a:pt x="28" y="25"/>
                    </a:lnTo>
                    <a:lnTo>
                      <a:pt x="28" y="23"/>
                    </a:lnTo>
                    <a:lnTo>
                      <a:pt x="33" y="23"/>
                    </a:lnTo>
                    <a:lnTo>
                      <a:pt x="33" y="19"/>
                    </a:lnTo>
                    <a:lnTo>
                      <a:pt x="35" y="19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3" y="14"/>
                    </a:lnTo>
                    <a:lnTo>
                      <a:pt x="41" y="10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8" y="15"/>
                    </a:lnTo>
                    <a:lnTo>
                      <a:pt x="26" y="19"/>
                    </a:lnTo>
                    <a:lnTo>
                      <a:pt x="26" y="21"/>
                    </a:lnTo>
                    <a:lnTo>
                      <a:pt x="22" y="23"/>
                    </a:lnTo>
                    <a:lnTo>
                      <a:pt x="20" y="28"/>
                    </a:lnTo>
                    <a:lnTo>
                      <a:pt x="17" y="32"/>
                    </a:lnTo>
                    <a:lnTo>
                      <a:pt x="13" y="32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5" y="41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2" y="49"/>
                    </a:lnTo>
                    <a:lnTo>
                      <a:pt x="4" y="49"/>
                    </a:lnTo>
                    <a:lnTo>
                      <a:pt x="0" y="49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2" name="Freeform 6240">
                <a:extLst>
                  <a:ext uri="{FF2B5EF4-FFF2-40B4-BE49-F238E27FC236}">
                    <a16:creationId xmlns:a16="http://schemas.microsoft.com/office/drawing/2014/main" id="{AAB74FC5-DC73-4CFC-BAD7-FA1107119D1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599"/>
                <a:ext cx="71" cy="103"/>
              </a:xfrm>
              <a:custGeom>
                <a:avLst/>
                <a:gdLst>
                  <a:gd name="T0" fmla="*/ 30 w 71"/>
                  <a:gd name="T1" fmla="*/ 2 h 103"/>
                  <a:gd name="T2" fmla="*/ 25 w 71"/>
                  <a:gd name="T3" fmla="*/ 6 h 103"/>
                  <a:gd name="T4" fmla="*/ 10 w 71"/>
                  <a:gd name="T5" fmla="*/ 2 h 103"/>
                  <a:gd name="T6" fmla="*/ 8 w 71"/>
                  <a:gd name="T7" fmla="*/ 21 h 103"/>
                  <a:gd name="T8" fmla="*/ 6 w 71"/>
                  <a:gd name="T9" fmla="*/ 36 h 103"/>
                  <a:gd name="T10" fmla="*/ 0 w 71"/>
                  <a:gd name="T11" fmla="*/ 39 h 103"/>
                  <a:gd name="T12" fmla="*/ 2 w 71"/>
                  <a:gd name="T13" fmla="*/ 49 h 103"/>
                  <a:gd name="T14" fmla="*/ 8 w 71"/>
                  <a:gd name="T15" fmla="*/ 58 h 103"/>
                  <a:gd name="T16" fmla="*/ 17 w 71"/>
                  <a:gd name="T17" fmla="*/ 62 h 103"/>
                  <a:gd name="T18" fmla="*/ 17 w 71"/>
                  <a:gd name="T19" fmla="*/ 62 h 103"/>
                  <a:gd name="T20" fmla="*/ 17 w 71"/>
                  <a:gd name="T21" fmla="*/ 77 h 103"/>
                  <a:gd name="T22" fmla="*/ 13 w 71"/>
                  <a:gd name="T23" fmla="*/ 80 h 103"/>
                  <a:gd name="T24" fmla="*/ 17 w 71"/>
                  <a:gd name="T25" fmla="*/ 90 h 103"/>
                  <a:gd name="T26" fmla="*/ 26 w 71"/>
                  <a:gd name="T27" fmla="*/ 97 h 103"/>
                  <a:gd name="T28" fmla="*/ 32 w 71"/>
                  <a:gd name="T29" fmla="*/ 90 h 103"/>
                  <a:gd name="T30" fmla="*/ 28 w 71"/>
                  <a:gd name="T31" fmla="*/ 80 h 103"/>
                  <a:gd name="T32" fmla="*/ 26 w 71"/>
                  <a:gd name="T33" fmla="*/ 78 h 103"/>
                  <a:gd name="T34" fmla="*/ 32 w 71"/>
                  <a:gd name="T35" fmla="*/ 71 h 103"/>
                  <a:gd name="T36" fmla="*/ 45 w 71"/>
                  <a:gd name="T37" fmla="*/ 82 h 103"/>
                  <a:gd name="T38" fmla="*/ 45 w 71"/>
                  <a:gd name="T39" fmla="*/ 73 h 103"/>
                  <a:gd name="T40" fmla="*/ 54 w 71"/>
                  <a:gd name="T41" fmla="*/ 80 h 103"/>
                  <a:gd name="T42" fmla="*/ 49 w 71"/>
                  <a:gd name="T43" fmla="*/ 84 h 103"/>
                  <a:gd name="T44" fmla="*/ 52 w 71"/>
                  <a:gd name="T45" fmla="*/ 97 h 103"/>
                  <a:gd name="T46" fmla="*/ 58 w 71"/>
                  <a:gd name="T47" fmla="*/ 97 h 103"/>
                  <a:gd name="T48" fmla="*/ 69 w 71"/>
                  <a:gd name="T49" fmla="*/ 99 h 103"/>
                  <a:gd name="T50" fmla="*/ 64 w 71"/>
                  <a:gd name="T51" fmla="*/ 93 h 103"/>
                  <a:gd name="T52" fmla="*/ 69 w 71"/>
                  <a:gd name="T53" fmla="*/ 86 h 103"/>
                  <a:gd name="T54" fmla="*/ 62 w 71"/>
                  <a:gd name="T55" fmla="*/ 82 h 103"/>
                  <a:gd name="T56" fmla="*/ 60 w 71"/>
                  <a:gd name="T57" fmla="*/ 75 h 103"/>
                  <a:gd name="T58" fmla="*/ 71 w 71"/>
                  <a:gd name="T59" fmla="*/ 77 h 103"/>
                  <a:gd name="T60" fmla="*/ 65 w 71"/>
                  <a:gd name="T61" fmla="*/ 69 h 103"/>
                  <a:gd name="T62" fmla="*/ 64 w 71"/>
                  <a:gd name="T63" fmla="*/ 73 h 103"/>
                  <a:gd name="T64" fmla="*/ 52 w 71"/>
                  <a:gd name="T65" fmla="*/ 69 h 103"/>
                  <a:gd name="T66" fmla="*/ 52 w 71"/>
                  <a:gd name="T67" fmla="*/ 69 h 103"/>
                  <a:gd name="T68" fmla="*/ 38 w 71"/>
                  <a:gd name="T69" fmla="*/ 65 h 103"/>
                  <a:gd name="T70" fmla="*/ 36 w 71"/>
                  <a:gd name="T71" fmla="*/ 60 h 103"/>
                  <a:gd name="T72" fmla="*/ 30 w 71"/>
                  <a:gd name="T73" fmla="*/ 54 h 103"/>
                  <a:gd name="T74" fmla="*/ 32 w 71"/>
                  <a:gd name="T75" fmla="*/ 64 h 103"/>
                  <a:gd name="T76" fmla="*/ 30 w 71"/>
                  <a:gd name="T77" fmla="*/ 64 h 103"/>
                  <a:gd name="T78" fmla="*/ 28 w 71"/>
                  <a:gd name="T79" fmla="*/ 54 h 103"/>
                  <a:gd name="T80" fmla="*/ 28 w 71"/>
                  <a:gd name="T81" fmla="*/ 45 h 103"/>
                  <a:gd name="T82" fmla="*/ 38 w 71"/>
                  <a:gd name="T83" fmla="*/ 37 h 103"/>
                  <a:gd name="T84" fmla="*/ 36 w 71"/>
                  <a:gd name="T85" fmla="*/ 34 h 103"/>
                  <a:gd name="T86" fmla="*/ 38 w 71"/>
                  <a:gd name="T87" fmla="*/ 17 h 103"/>
                  <a:gd name="T88" fmla="*/ 36 w 71"/>
                  <a:gd name="T89" fmla="*/ 8 h 103"/>
                  <a:gd name="T90" fmla="*/ 19 w 71"/>
                  <a:gd name="T91" fmla="*/ 73 h 103"/>
                  <a:gd name="T92" fmla="*/ 56 w 71"/>
                  <a:gd name="T93" fmla="*/ 86 h 103"/>
                  <a:gd name="T94" fmla="*/ 62 w 71"/>
                  <a:gd name="T95" fmla="*/ 90 h 103"/>
                  <a:gd name="T96" fmla="*/ 58 w 71"/>
                  <a:gd name="T97" fmla="*/ 9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03">
                    <a:moveTo>
                      <a:pt x="36" y="8"/>
                    </a:moveTo>
                    <a:lnTo>
                      <a:pt x="36" y="4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6" y="11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2" y="49"/>
                    </a:lnTo>
                    <a:lnTo>
                      <a:pt x="4" y="52"/>
                    </a:lnTo>
                    <a:lnTo>
                      <a:pt x="4" y="58"/>
                    </a:lnTo>
                    <a:lnTo>
                      <a:pt x="8" y="60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5"/>
                    </a:lnTo>
                    <a:lnTo>
                      <a:pt x="15" y="65"/>
                    </a:lnTo>
                    <a:lnTo>
                      <a:pt x="17" y="62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1"/>
                    </a:lnTo>
                    <a:lnTo>
                      <a:pt x="17" y="77"/>
                    </a:lnTo>
                    <a:lnTo>
                      <a:pt x="15" y="75"/>
                    </a:lnTo>
                    <a:lnTo>
                      <a:pt x="12" y="77"/>
                    </a:lnTo>
                    <a:lnTo>
                      <a:pt x="12" y="80"/>
                    </a:lnTo>
                    <a:lnTo>
                      <a:pt x="13" y="80"/>
                    </a:lnTo>
                    <a:lnTo>
                      <a:pt x="15" y="82"/>
                    </a:lnTo>
                    <a:lnTo>
                      <a:pt x="17" y="84"/>
                    </a:lnTo>
                    <a:lnTo>
                      <a:pt x="17" y="86"/>
                    </a:lnTo>
                    <a:lnTo>
                      <a:pt x="17" y="90"/>
                    </a:lnTo>
                    <a:lnTo>
                      <a:pt x="21" y="92"/>
                    </a:lnTo>
                    <a:lnTo>
                      <a:pt x="21" y="93"/>
                    </a:lnTo>
                    <a:lnTo>
                      <a:pt x="23" y="97"/>
                    </a:lnTo>
                    <a:lnTo>
                      <a:pt x="26" y="97"/>
                    </a:lnTo>
                    <a:lnTo>
                      <a:pt x="30" y="95"/>
                    </a:lnTo>
                    <a:lnTo>
                      <a:pt x="30" y="93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8" y="80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78"/>
                    </a:lnTo>
                    <a:lnTo>
                      <a:pt x="30" y="75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1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41" y="78"/>
                    </a:lnTo>
                    <a:lnTo>
                      <a:pt x="45" y="82"/>
                    </a:lnTo>
                    <a:lnTo>
                      <a:pt x="47" y="82"/>
                    </a:lnTo>
                    <a:lnTo>
                      <a:pt x="47" y="77"/>
                    </a:lnTo>
                    <a:lnTo>
                      <a:pt x="43" y="73"/>
                    </a:lnTo>
                    <a:lnTo>
                      <a:pt x="45" y="73"/>
                    </a:lnTo>
                    <a:lnTo>
                      <a:pt x="47" y="75"/>
                    </a:lnTo>
                    <a:lnTo>
                      <a:pt x="49" y="77"/>
                    </a:lnTo>
                    <a:lnTo>
                      <a:pt x="52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2" y="80"/>
                    </a:lnTo>
                    <a:lnTo>
                      <a:pt x="49" y="82"/>
                    </a:lnTo>
                    <a:lnTo>
                      <a:pt x="49" y="84"/>
                    </a:lnTo>
                    <a:lnTo>
                      <a:pt x="54" y="90"/>
                    </a:lnTo>
                    <a:lnTo>
                      <a:pt x="54" y="93"/>
                    </a:lnTo>
                    <a:lnTo>
                      <a:pt x="54" y="95"/>
                    </a:lnTo>
                    <a:lnTo>
                      <a:pt x="52" y="97"/>
                    </a:lnTo>
                    <a:lnTo>
                      <a:pt x="52" y="99"/>
                    </a:lnTo>
                    <a:lnTo>
                      <a:pt x="54" y="103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62" y="101"/>
                    </a:lnTo>
                    <a:lnTo>
                      <a:pt x="65" y="103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7" y="97"/>
                    </a:lnTo>
                    <a:lnTo>
                      <a:pt x="64" y="95"/>
                    </a:lnTo>
                    <a:lnTo>
                      <a:pt x="65" y="95"/>
                    </a:lnTo>
                    <a:lnTo>
                      <a:pt x="64" y="93"/>
                    </a:lnTo>
                    <a:lnTo>
                      <a:pt x="67" y="93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6"/>
                    </a:lnTo>
                    <a:lnTo>
                      <a:pt x="67" y="84"/>
                    </a:lnTo>
                    <a:lnTo>
                      <a:pt x="65" y="84"/>
                    </a:lnTo>
                    <a:lnTo>
                      <a:pt x="64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0" y="77"/>
                    </a:lnTo>
                    <a:lnTo>
                      <a:pt x="60" y="75"/>
                    </a:lnTo>
                    <a:lnTo>
                      <a:pt x="60" y="75"/>
                    </a:lnTo>
                    <a:lnTo>
                      <a:pt x="60" y="77"/>
                    </a:lnTo>
                    <a:lnTo>
                      <a:pt x="64" y="75"/>
                    </a:lnTo>
                    <a:lnTo>
                      <a:pt x="65" y="78"/>
                    </a:lnTo>
                    <a:lnTo>
                      <a:pt x="71" y="77"/>
                    </a:lnTo>
                    <a:lnTo>
                      <a:pt x="71" y="73"/>
                    </a:lnTo>
                    <a:lnTo>
                      <a:pt x="71" y="69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5" y="73"/>
                    </a:lnTo>
                    <a:lnTo>
                      <a:pt x="65" y="75"/>
                    </a:lnTo>
                    <a:lnTo>
                      <a:pt x="64" y="75"/>
                    </a:lnTo>
                    <a:lnTo>
                      <a:pt x="64" y="73"/>
                    </a:lnTo>
                    <a:lnTo>
                      <a:pt x="60" y="71"/>
                    </a:lnTo>
                    <a:lnTo>
                      <a:pt x="56" y="71"/>
                    </a:lnTo>
                    <a:lnTo>
                      <a:pt x="54" y="67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2" y="73"/>
                    </a:lnTo>
                    <a:lnTo>
                      <a:pt x="52" y="71"/>
                    </a:lnTo>
                    <a:lnTo>
                      <a:pt x="52" y="69"/>
                    </a:lnTo>
                    <a:lnTo>
                      <a:pt x="51" y="65"/>
                    </a:lnTo>
                    <a:lnTo>
                      <a:pt x="45" y="62"/>
                    </a:lnTo>
                    <a:lnTo>
                      <a:pt x="41" y="64"/>
                    </a:lnTo>
                    <a:lnTo>
                      <a:pt x="38" y="65"/>
                    </a:lnTo>
                    <a:lnTo>
                      <a:pt x="38" y="67"/>
                    </a:lnTo>
                    <a:lnTo>
                      <a:pt x="38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8" y="56"/>
                    </a:lnTo>
                    <a:lnTo>
                      <a:pt x="39" y="54"/>
                    </a:lnTo>
                    <a:lnTo>
                      <a:pt x="36" y="52"/>
                    </a:lnTo>
                    <a:lnTo>
                      <a:pt x="30" y="54"/>
                    </a:lnTo>
                    <a:lnTo>
                      <a:pt x="32" y="58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32" y="65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0" y="58"/>
                    </a:lnTo>
                    <a:lnTo>
                      <a:pt x="28" y="54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8" y="49"/>
                    </a:lnTo>
                    <a:lnTo>
                      <a:pt x="28" y="45"/>
                    </a:lnTo>
                    <a:lnTo>
                      <a:pt x="30" y="43"/>
                    </a:lnTo>
                    <a:lnTo>
                      <a:pt x="32" y="39"/>
                    </a:lnTo>
                    <a:lnTo>
                      <a:pt x="32" y="43"/>
                    </a:lnTo>
                    <a:lnTo>
                      <a:pt x="38" y="37"/>
                    </a:lnTo>
                    <a:lnTo>
                      <a:pt x="36" y="36"/>
                    </a:lnTo>
                    <a:lnTo>
                      <a:pt x="38" y="34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8" y="30"/>
                    </a:lnTo>
                    <a:lnTo>
                      <a:pt x="39" y="23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6" y="17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8"/>
                    </a:lnTo>
                    <a:close/>
                    <a:moveTo>
                      <a:pt x="17" y="77"/>
                    </a:moveTo>
                    <a:lnTo>
                      <a:pt x="19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7"/>
                    </a:lnTo>
                    <a:close/>
                    <a:moveTo>
                      <a:pt x="56" y="88"/>
                    </a:moveTo>
                    <a:lnTo>
                      <a:pt x="54" y="84"/>
                    </a:lnTo>
                    <a:lnTo>
                      <a:pt x="56" y="86"/>
                    </a:lnTo>
                    <a:lnTo>
                      <a:pt x="60" y="90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56" y="88"/>
                    </a:lnTo>
                    <a:lnTo>
                      <a:pt x="60" y="92"/>
                    </a:lnTo>
                    <a:lnTo>
                      <a:pt x="58" y="92"/>
                    </a:lnTo>
                    <a:lnTo>
                      <a:pt x="58" y="92"/>
                    </a:lnTo>
                    <a:lnTo>
                      <a:pt x="54" y="90"/>
                    </a:lnTo>
                    <a:lnTo>
                      <a:pt x="56" y="8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3" name="Freeform 6241">
                <a:extLst>
                  <a:ext uri="{FF2B5EF4-FFF2-40B4-BE49-F238E27FC236}">
                    <a16:creationId xmlns:a16="http://schemas.microsoft.com/office/drawing/2014/main" id="{62DC5BC0-9D2D-4228-B839-A3A7F7902D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7" y="2724"/>
                <a:ext cx="13" cy="9"/>
              </a:xfrm>
              <a:custGeom>
                <a:avLst/>
                <a:gdLst>
                  <a:gd name="T0" fmla="*/ 7 w 13"/>
                  <a:gd name="T1" fmla="*/ 9 h 9"/>
                  <a:gd name="T2" fmla="*/ 11 w 13"/>
                  <a:gd name="T3" fmla="*/ 8 h 9"/>
                  <a:gd name="T4" fmla="*/ 13 w 13"/>
                  <a:gd name="T5" fmla="*/ 6 h 9"/>
                  <a:gd name="T6" fmla="*/ 13 w 13"/>
                  <a:gd name="T7" fmla="*/ 2 h 9"/>
                  <a:gd name="T8" fmla="*/ 11 w 13"/>
                  <a:gd name="T9" fmla="*/ 0 h 9"/>
                  <a:gd name="T10" fmla="*/ 7 w 13"/>
                  <a:gd name="T11" fmla="*/ 0 h 9"/>
                  <a:gd name="T12" fmla="*/ 3 w 13"/>
                  <a:gd name="T13" fmla="*/ 2 h 9"/>
                  <a:gd name="T14" fmla="*/ 0 w 13"/>
                  <a:gd name="T15" fmla="*/ 6 h 9"/>
                  <a:gd name="T16" fmla="*/ 1 w 13"/>
                  <a:gd name="T17" fmla="*/ 8 h 9"/>
                  <a:gd name="T18" fmla="*/ 1 w 13"/>
                  <a:gd name="T19" fmla="*/ 9 h 9"/>
                  <a:gd name="T20" fmla="*/ 7 w 13"/>
                  <a:gd name="T2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7" y="9"/>
                    </a:moveTo>
                    <a:lnTo>
                      <a:pt x="11" y="8"/>
                    </a:lnTo>
                    <a:lnTo>
                      <a:pt x="13" y="6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4" name="Freeform 6242">
                <a:extLst>
                  <a:ext uri="{FF2B5EF4-FFF2-40B4-BE49-F238E27FC236}">
                    <a16:creationId xmlns:a16="http://schemas.microsoft.com/office/drawing/2014/main" id="{548B5DAB-AEF0-4F9D-8AB9-4B25847B03A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51" y="2689"/>
                <a:ext cx="70" cy="104"/>
              </a:xfrm>
              <a:custGeom>
                <a:avLst/>
                <a:gdLst>
                  <a:gd name="T0" fmla="*/ 39 w 70"/>
                  <a:gd name="T1" fmla="*/ 0 h 104"/>
                  <a:gd name="T2" fmla="*/ 31 w 70"/>
                  <a:gd name="T3" fmla="*/ 0 h 104"/>
                  <a:gd name="T4" fmla="*/ 41 w 70"/>
                  <a:gd name="T5" fmla="*/ 15 h 104"/>
                  <a:gd name="T6" fmla="*/ 37 w 70"/>
                  <a:gd name="T7" fmla="*/ 18 h 104"/>
                  <a:gd name="T8" fmla="*/ 33 w 70"/>
                  <a:gd name="T9" fmla="*/ 15 h 104"/>
                  <a:gd name="T10" fmla="*/ 33 w 70"/>
                  <a:gd name="T11" fmla="*/ 22 h 104"/>
                  <a:gd name="T12" fmla="*/ 35 w 70"/>
                  <a:gd name="T13" fmla="*/ 33 h 104"/>
                  <a:gd name="T14" fmla="*/ 39 w 70"/>
                  <a:gd name="T15" fmla="*/ 26 h 104"/>
                  <a:gd name="T16" fmla="*/ 44 w 70"/>
                  <a:gd name="T17" fmla="*/ 39 h 104"/>
                  <a:gd name="T18" fmla="*/ 44 w 70"/>
                  <a:gd name="T19" fmla="*/ 39 h 104"/>
                  <a:gd name="T20" fmla="*/ 48 w 70"/>
                  <a:gd name="T21" fmla="*/ 48 h 104"/>
                  <a:gd name="T22" fmla="*/ 42 w 70"/>
                  <a:gd name="T23" fmla="*/ 52 h 104"/>
                  <a:gd name="T24" fmla="*/ 39 w 70"/>
                  <a:gd name="T25" fmla="*/ 50 h 104"/>
                  <a:gd name="T26" fmla="*/ 35 w 70"/>
                  <a:gd name="T27" fmla="*/ 59 h 104"/>
                  <a:gd name="T28" fmla="*/ 29 w 70"/>
                  <a:gd name="T29" fmla="*/ 65 h 104"/>
                  <a:gd name="T30" fmla="*/ 20 w 70"/>
                  <a:gd name="T31" fmla="*/ 57 h 104"/>
                  <a:gd name="T32" fmla="*/ 14 w 70"/>
                  <a:gd name="T33" fmla="*/ 65 h 104"/>
                  <a:gd name="T34" fmla="*/ 3 w 70"/>
                  <a:gd name="T35" fmla="*/ 71 h 104"/>
                  <a:gd name="T36" fmla="*/ 3 w 70"/>
                  <a:gd name="T37" fmla="*/ 84 h 104"/>
                  <a:gd name="T38" fmla="*/ 1 w 70"/>
                  <a:gd name="T39" fmla="*/ 91 h 104"/>
                  <a:gd name="T40" fmla="*/ 7 w 70"/>
                  <a:gd name="T41" fmla="*/ 85 h 104"/>
                  <a:gd name="T42" fmla="*/ 11 w 70"/>
                  <a:gd name="T43" fmla="*/ 76 h 104"/>
                  <a:gd name="T44" fmla="*/ 13 w 70"/>
                  <a:gd name="T45" fmla="*/ 76 h 104"/>
                  <a:gd name="T46" fmla="*/ 18 w 70"/>
                  <a:gd name="T47" fmla="*/ 76 h 104"/>
                  <a:gd name="T48" fmla="*/ 20 w 70"/>
                  <a:gd name="T49" fmla="*/ 76 h 104"/>
                  <a:gd name="T50" fmla="*/ 26 w 70"/>
                  <a:gd name="T51" fmla="*/ 74 h 104"/>
                  <a:gd name="T52" fmla="*/ 27 w 70"/>
                  <a:gd name="T53" fmla="*/ 74 h 104"/>
                  <a:gd name="T54" fmla="*/ 31 w 70"/>
                  <a:gd name="T55" fmla="*/ 80 h 104"/>
                  <a:gd name="T56" fmla="*/ 31 w 70"/>
                  <a:gd name="T57" fmla="*/ 85 h 104"/>
                  <a:gd name="T58" fmla="*/ 37 w 70"/>
                  <a:gd name="T59" fmla="*/ 97 h 104"/>
                  <a:gd name="T60" fmla="*/ 48 w 70"/>
                  <a:gd name="T61" fmla="*/ 98 h 104"/>
                  <a:gd name="T62" fmla="*/ 57 w 70"/>
                  <a:gd name="T63" fmla="*/ 97 h 104"/>
                  <a:gd name="T64" fmla="*/ 54 w 70"/>
                  <a:gd name="T65" fmla="*/ 85 h 104"/>
                  <a:gd name="T66" fmla="*/ 59 w 70"/>
                  <a:gd name="T67" fmla="*/ 80 h 104"/>
                  <a:gd name="T68" fmla="*/ 61 w 70"/>
                  <a:gd name="T69" fmla="*/ 91 h 104"/>
                  <a:gd name="T70" fmla="*/ 65 w 70"/>
                  <a:gd name="T71" fmla="*/ 84 h 104"/>
                  <a:gd name="T72" fmla="*/ 67 w 70"/>
                  <a:gd name="T73" fmla="*/ 84 h 104"/>
                  <a:gd name="T74" fmla="*/ 67 w 70"/>
                  <a:gd name="T75" fmla="*/ 69 h 104"/>
                  <a:gd name="T76" fmla="*/ 65 w 70"/>
                  <a:gd name="T77" fmla="*/ 59 h 104"/>
                  <a:gd name="T78" fmla="*/ 65 w 70"/>
                  <a:gd name="T79" fmla="*/ 54 h 104"/>
                  <a:gd name="T80" fmla="*/ 59 w 70"/>
                  <a:gd name="T81" fmla="*/ 46 h 104"/>
                  <a:gd name="T82" fmla="*/ 59 w 70"/>
                  <a:gd name="T83" fmla="*/ 33 h 104"/>
                  <a:gd name="T84" fmla="*/ 55 w 70"/>
                  <a:gd name="T85" fmla="*/ 41 h 104"/>
                  <a:gd name="T86" fmla="*/ 54 w 70"/>
                  <a:gd name="T87" fmla="*/ 43 h 104"/>
                  <a:gd name="T88" fmla="*/ 54 w 70"/>
                  <a:gd name="T89" fmla="*/ 33 h 104"/>
                  <a:gd name="T90" fmla="*/ 55 w 70"/>
                  <a:gd name="T91" fmla="*/ 28 h 104"/>
                  <a:gd name="T92" fmla="*/ 52 w 70"/>
                  <a:gd name="T93" fmla="*/ 20 h 104"/>
                  <a:gd name="T94" fmla="*/ 50 w 70"/>
                  <a:gd name="T95" fmla="*/ 9 h 104"/>
                  <a:gd name="T96" fmla="*/ 44 w 70"/>
                  <a:gd name="T97" fmla="*/ 0 h 104"/>
                  <a:gd name="T98" fmla="*/ 52 w 70"/>
                  <a:gd name="T99" fmla="*/ 24 h 104"/>
                  <a:gd name="T100" fmla="*/ 52 w 70"/>
                  <a:gd name="T101" fmla="*/ 26 h 104"/>
                  <a:gd name="T102" fmla="*/ 50 w 70"/>
                  <a:gd name="T103" fmla="*/ 35 h 104"/>
                  <a:gd name="T104" fmla="*/ 50 w 70"/>
                  <a:gd name="T105" fmla="*/ 41 h 104"/>
                  <a:gd name="T106" fmla="*/ 48 w 70"/>
                  <a:gd name="T107" fmla="*/ 33 h 104"/>
                  <a:gd name="T108" fmla="*/ 42 w 70"/>
                  <a:gd name="T109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104">
                    <a:moveTo>
                      <a:pt x="42" y="0"/>
                    </a:moveTo>
                    <a:lnTo>
                      <a:pt x="42" y="0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3"/>
                    </a:lnTo>
                    <a:lnTo>
                      <a:pt x="33" y="7"/>
                    </a:lnTo>
                    <a:lnTo>
                      <a:pt x="37" y="11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39" y="16"/>
                    </a:lnTo>
                    <a:lnTo>
                      <a:pt x="39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9" y="13"/>
                    </a:lnTo>
                    <a:lnTo>
                      <a:pt x="33" y="15"/>
                    </a:lnTo>
                    <a:lnTo>
                      <a:pt x="29" y="16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1" y="28"/>
                    </a:lnTo>
                    <a:lnTo>
                      <a:pt x="35" y="33"/>
                    </a:lnTo>
                    <a:lnTo>
                      <a:pt x="35" y="26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37" y="30"/>
                    </a:lnTo>
                    <a:lnTo>
                      <a:pt x="39" y="31"/>
                    </a:lnTo>
                    <a:lnTo>
                      <a:pt x="39" y="37"/>
                    </a:lnTo>
                    <a:lnTo>
                      <a:pt x="44" y="39"/>
                    </a:lnTo>
                    <a:lnTo>
                      <a:pt x="44" y="37"/>
                    </a:lnTo>
                    <a:lnTo>
                      <a:pt x="44" y="37"/>
                    </a:lnTo>
                    <a:lnTo>
                      <a:pt x="46" y="37"/>
                    </a:lnTo>
                    <a:lnTo>
                      <a:pt x="44" y="39"/>
                    </a:lnTo>
                    <a:lnTo>
                      <a:pt x="48" y="43"/>
                    </a:lnTo>
                    <a:lnTo>
                      <a:pt x="48" y="44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6" y="48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2" y="52"/>
                    </a:lnTo>
                    <a:lnTo>
                      <a:pt x="42" y="48"/>
                    </a:lnTo>
                    <a:lnTo>
                      <a:pt x="39" y="44"/>
                    </a:lnTo>
                    <a:lnTo>
                      <a:pt x="37" y="48"/>
                    </a:lnTo>
                    <a:lnTo>
                      <a:pt x="39" y="50"/>
                    </a:lnTo>
                    <a:lnTo>
                      <a:pt x="41" y="52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5" y="59"/>
                    </a:lnTo>
                    <a:lnTo>
                      <a:pt x="33" y="63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59"/>
                    </a:lnTo>
                    <a:lnTo>
                      <a:pt x="26" y="56"/>
                    </a:lnTo>
                    <a:lnTo>
                      <a:pt x="22" y="56"/>
                    </a:lnTo>
                    <a:lnTo>
                      <a:pt x="20" y="57"/>
                    </a:lnTo>
                    <a:lnTo>
                      <a:pt x="16" y="59"/>
                    </a:lnTo>
                    <a:lnTo>
                      <a:pt x="14" y="63"/>
                    </a:lnTo>
                    <a:lnTo>
                      <a:pt x="16" y="65"/>
                    </a:lnTo>
                    <a:lnTo>
                      <a:pt x="14" y="65"/>
                    </a:lnTo>
                    <a:lnTo>
                      <a:pt x="11" y="65"/>
                    </a:lnTo>
                    <a:lnTo>
                      <a:pt x="9" y="67"/>
                    </a:lnTo>
                    <a:lnTo>
                      <a:pt x="5" y="67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3" y="76"/>
                    </a:lnTo>
                    <a:lnTo>
                      <a:pt x="1" y="80"/>
                    </a:lnTo>
                    <a:lnTo>
                      <a:pt x="3" y="84"/>
                    </a:lnTo>
                    <a:lnTo>
                      <a:pt x="3" y="85"/>
                    </a:lnTo>
                    <a:lnTo>
                      <a:pt x="0" y="85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5" y="93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7" y="85"/>
                    </a:lnTo>
                    <a:lnTo>
                      <a:pt x="5" y="85"/>
                    </a:lnTo>
                    <a:lnTo>
                      <a:pt x="7" y="82"/>
                    </a:lnTo>
                    <a:lnTo>
                      <a:pt x="9" y="76"/>
                    </a:lnTo>
                    <a:lnTo>
                      <a:pt x="11" y="76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6"/>
                    </a:lnTo>
                    <a:lnTo>
                      <a:pt x="14" y="78"/>
                    </a:lnTo>
                    <a:lnTo>
                      <a:pt x="16" y="76"/>
                    </a:lnTo>
                    <a:lnTo>
                      <a:pt x="18" y="78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2" y="78"/>
                    </a:lnTo>
                    <a:lnTo>
                      <a:pt x="26" y="78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6" y="72"/>
                    </a:lnTo>
                    <a:lnTo>
                      <a:pt x="27" y="74"/>
                    </a:lnTo>
                    <a:lnTo>
                      <a:pt x="29" y="74"/>
                    </a:lnTo>
                    <a:lnTo>
                      <a:pt x="31" y="76"/>
                    </a:lnTo>
                    <a:lnTo>
                      <a:pt x="33" y="78"/>
                    </a:lnTo>
                    <a:lnTo>
                      <a:pt x="31" y="80"/>
                    </a:lnTo>
                    <a:lnTo>
                      <a:pt x="31" y="82"/>
                    </a:lnTo>
                    <a:lnTo>
                      <a:pt x="29" y="84"/>
                    </a:lnTo>
                    <a:lnTo>
                      <a:pt x="31" y="85"/>
                    </a:lnTo>
                    <a:lnTo>
                      <a:pt x="31" y="85"/>
                    </a:lnTo>
                    <a:lnTo>
                      <a:pt x="31" y="89"/>
                    </a:lnTo>
                    <a:lnTo>
                      <a:pt x="33" y="91"/>
                    </a:lnTo>
                    <a:lnTo>
                      <a:pt x="33" y="93"/>
                    </a:lnTo>
                    <a:lnTo>
                      <a:pt x="37" y="97"/>
                    </a:lnTo>
                    <a:lnTo>
                      <a:pt x="41" y="97"/>
                    </a:lnTo>
                    <a:lnTo>
                      <a:pt x="42" y="98"/>
                    </a:lnTo>
                    <a:lnTo>
                      <a:pt x="46" y="100"/>
                    </a:lnTo>
                    <a:lnTo>
                      <a:pt x="48" y="98"/>
                    </a:lnTo>
                    <a:lnTo>
                      <a:pt x="50" y="100"/>
                    </a:lnTo>
                    <a:lnTo>
                      <a:pt x="52" y="104"/>
                    </a:lnTo>
                    <a:lnTo>
                      <a:pt x="54" y="100"/>
                    </a:lnTo>
                    <a:lnTo>
                      <a:pt x="57" y="97"/>
                    </a:lnTo>
                    <a:lnTo>
                      <a:pt x="57" y="93"/>
                    </a:lnTo>
                    <a:lnTo>
                      <a:pt x="57" y="91"/>
                    </a:lnTo>
                    <a:lnTo>
                      <a:pt x="55" y="87"/>
                    </a:lnTo>
                    <a:lnTo>
                      <a:pt x="54" y="85"/>
                    </a:lnTo>
                    <a:lnTo>
                      <a:pt x="54" y="84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9" y="80"/>
                    </a:lnTo>
                    <a:lnTo>
                      <a:pt x="59" y="82"/>
                    </a:lnTo>
                    <a:lnTo>
                      <a:pt x="61" y="84"/>
                    </a:lnTo>
                    <a:lnTo>
                      <a:pt x="61" y="87"/>
                    </a:lnTo>
                    <a:lnTo>
                      <a:pt x="61" y="91"/>
                    </a:lnTo>
                    <a:lnTo>
                      <a:pt x="65" y="97"/>
                    </a:lnTo>
                    <a:lnTo>
                      <a:pt x="65" y="93"/>
                    </a:lnTo>
                    <a:lnTo>
                      <a:pt x="65" y="87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7" y="87"/>
                    </a:lnTo>
                    <a:lnTo>
                      <a:pt x="67" y="84"/>
                    </a:lnTo>
                    <a:lnTo>
                      <a:pt x="68" y="84"/>
                    </a:lnTo>
                    <a:lnTo>
                      <a:pt x="70" y="78"/>
                    </a:lnTo>
                    <a:lnTo>
                      <a:pt x="68" y="74"/>
                    </a:lnTo>
                    <a:lnTo>
                      <a:pt x="67" y="69"/>
                    </a:lnTo>
                    <a:lnTo>
                      <a:pt x="67" y="67"/>
                    </a:lnTo>
                    <a:lnTo>
                      <a:pt x="65" y="59"/>
                    </a:lnTo>
                    <a:lnTo>
                      <a:pt x="65" y="61"/>
                    </a:lnTo>
                    <a:lnTo>
                      <a:pt x="65" y="59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5" y="57"/>
                    </a:lnTo>
                    <a:lnTo>
                      <a:pt x="65" y="54"/>
                    </a:lnTo>
                    <a:lnTo>
                      <a:pt x="63" y="50"/>
                    </a:lnTo>
                    <a:lnTo>
                      <a:pt x="63" y="46"/>
                    </a:lnTo>
                    <a:lnTo>
                      <a:pt x="59" y="48"/>
                    </a:lnTo>
                    <a:lnTo>
                      <a:pt x="59" y="46"/>
                    </a:lnTo>
                    <a:lnTo>
                      <a:pt x="59" y="43"/>
                    </a:lnTo>
                    <a:lnTo>
                      <a:pt x="63" y="43"/>
                    </a:lnTo>
                    <a:lnTo>
                      <a:pt x="61" y="39"/>
                    </a:lnTo>
                    <a:lnTo>
                      <a:pt x="59" y="33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5" y="41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4" y="35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7" y="26"/>
                    </a:lnTo>
                    <a:lnTo>
                      <a:pt x="55" y="24"/>
                    </a:lnTo>
                    <a:lnTo>
                      <a:pt x="52" y="20"/>
                    </a:lnTo>
                    <a:lnTo>
                      <a:pt x="52" y="18"/>
                    </a:lnTo>
                    <a:lnTo>
                      <a:pt x="50" y="16"/>
                    </a:lnTo>
                    <a:lnTo>
                      <a:pt x="50" y="13"/>
                    </a:lnTo>
                    <a:lnTo>
                      <a:pt x="50" y="9"/>
                    </a:lnTo>
                    <a:lnTo>
                      <a:pt x="50" y="7"/>
                    </a:lnTo>
                    <a:lnTo>
                      <a:pt x="48" y="5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50" y="24"/>
                    </a:moveTo>
                    <a:lnTo>
                      <a:pt x="52" y="24"/>
                    </a:lnTo>
                    <a:lnTo>
                      <a:pt x="52" y="24"/>
                    </a:lnTo>
                    <a:lnTo>
                      <a:pt x="54" y="24"/>
                    </a:lnTo>
                    <a:lnTo>
                      <a:pt x="52" y="24"/>
                    </a:lnTo>
                    <a:lnTo>
                      <a:pt x="54" y="26"/>
                    </a:lnTo>
                    <a:lnTo>
                      <a:pt x="52" y="26"/>
                    </a:lnTo>
                    <a:lnTo>
                      <a:pt x="52" y="30"/>
                    </a:lnTo>
                    <a:lnTo>
                      <a:pt x="54" y="30"/>
                    </a:lnTo>
                    <a:lnTo>
                      <a:pt x="50" y="31"/>
                    </a:lnTo>
                    <a:lnTo>
                      <a:pt x="50" y="35"/>
                    </a:lnTo>
                    <a:lnTo>
                      <a:pt x="52" y="39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0" y="41"/>
                    </a:lnTo>
                    <a:lnTo>
                      <a:pt x="50" y="39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3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4" y="24"/>
                    </a:lnTo>
                    <a:lnTo>
                      <a:pt x="42" y="18"/>
                    </a:lnTo>
                    <a:lnTo>
                      <a:pt x="44" y="20"/>
                    </a:lnTo>
                    <a:lnTo>
                      <a:pt x="44" y="22"/>
                    </a:lnTo>
                    <a:lnTo>
                      <a:pt x="50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5" name="Freeform 6243">
                <a:extLst>
                  <a:ext uri="{FF2B5EF4-FFF2-40B4-BE49-F238E27FC236}">
                    <a16:creationId xmlns:a16="http://schemas.microsoft.com/office/drawing/2014/main" id="{34BA51A4-A2BF-4326-9EB5-3DBCEB20C0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8" y="2594"/>
                <a:ext cx="15" cy="5"/>
              </a:xfrm>
              <a:custGeom>
                <a:avLst/>
                <a:gdLst>
                  <a:gd name="T0" fmla="*/ 7 w 8"/>
                  <a:gd name="T1" fmla="*/ 0 h 3"/>
                  <a:gd name="T2" fmla="*/ 6 w 8"/>
                  <a:gd name="T3" fmla="*/ 0 h 3"/>
                  <a:gd name="T4" fmla="*/ 5 w 8"/>
                  <a:gd name="T5" fmla="*/ 1 h 3"/>
                  <a:gd name="T6" fmla="*/ 0 w 8"/>
                  <a:gd name="T7" fmla="*/ 1 h 3"/>
                  <a:gd name="T8" fmla="*/ 2 w 8"/>
                  <a:gd name="T9" fmla="*/ 3 h 3"/>
                  <a:gd name="T10" fmla="*/ 5 w 8"/>
                  <a:gd name="T11" fmla="*/ 2 h 3"/>
                  <a:gd name="T12" fmla="*/ 7 w 8"/>
                  <a:gd name="T13" fmla="*/ 3 h 3"/>
                  <a:gd name="T14" fmla="*/ 8 w 8"/>
                  <a:gd name="T15" fmla="*/ 1 h 3"/>
                  <a:gd name="T16" fmla="*/ 8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7 w 8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506" name="Freeform 6244">
                <a:extLst>
                  <a:ext uri="{FF2B5EF4-FFF2-40B4-BE49-F238E27FC236}">
                    <a16:creationId xmlns:a16="http://schemas.microsoft.com/office/drawing/2014/main" id="{44F6F543-DE6A-4B8A-9071-16E0A2D97C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2674"/>
                <a:ext cx="7" cy="9"/>
              </a:xfrm>
              <a:custGeom>
                <a:avLst/>
                <a:gdLst>
                  <a:gd name="T0" fmla="*/ 6 w 7"/>
                  <a:gd name="T1" fmla="*/ 5 h 9"/>
                  <a:gd name="T2" fmla="*/ 7 w 7"/>
                  <a:gd name="T3" fmla="*/ 3 h 9"/>
                  <a:gd name="T4" fmla="*/ 6 w 7"/>
                  <a:gd name="T5" fmla="*/ 0 h 9"/>
                  <a:gd name="T6" fmla="*/ 2 w 7"/>
                  <a:gd name="T7" fmla="*/ 0 h 9"/>
                  <a:gd name="T8" fmla="*/ 0 w 7"/>
                  <a:gd name="T9" fmla="*/ 2 h 9"/>
                  <a:gd name="T10" fmla="*/ 0 w 7"/>
                  <a:gd name="T11" fmla="*/ 5 h 9"/>
                  <a:gd name="T12" fmla="*/ 6 w 7"/>
                  <a:gd name="T13" fmla="*/ 9 h 9"/>
                  <a:gd name="T14" fmla="*/ 6 w 7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6" y="5"/>
                    </a:moveTo>
                    <a:lnTo>
                      <a:pt x="7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6" y="9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grpSp>
          <p:nvGrpSpPr>
            <p:cNvPr id="9" name="Group 6446">
              <a:extLst>
                <a:ext uri="{FF2B5EF4-FFF2-40B4-BE49-F238E27FC236}">
                  <a16:creationId xmlns:a16="http://schemas.microsoft.com/office/drawing/2014/main" id="{A2F78469-78B8-4384-9647-76C6C707E131}"/>
                </a:ext>
              </a:extLst>
            </p:cNvPr>
            <p:cNvGrpSpPr>
              <a:grpSpLocks/>
            </p:cNvGrpSpPr>
            <p:nvPr/>
          </p:nvGrpSpPr>
          <p:grpSpPr bwMode="gray">
            <a:xfrm>
              <a:off x="2335" y="1184"/>
              <a:ext cx="3621" cy="2670"/>
              <a:chOff x="2335" y="1184"/>
              <a:chExt cx="3621" cy="2670"/>
            </a:xfrm>
            <a:grpFill/>
          </p:grpSpPr>
          <p:sp>
            <p:nvSpPr>
              <p:cNvPr id="107" name="Freeform 6246">
                <a:extLst>
                  <a:ext uri="{FF2B5EF4-FFF2-40B4-BE49-F238E27FC236}">
                    <a16:creationId xmlns:a16="http://schemas.microsoft.com/office/drawing/2014/main" id="{3CC69C05-79F3-40B6-B5EF-258425E100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586"/>
                <a:ext cx="4" cy="8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0 h 8"/>
                  <a:gd name="T4" fmla="*/ 0 w 4"/>
                  <a:gd name="T5" fmla="*/ 4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8" name="Freeform 6247">
                <a:extLst>
                  <a:ext uri="{FF2B5EF4-FFF2-40B4-BE49-F238E27FC236}">
                    <a16:creationId xmlns:a16="http://schemas.microsoft.com/office/drawing/2014/main" id="{0A3EF582-677A-4BFE-8886-889D022F2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9" y="2670"/>
                <a:ext cx="7" cy="6"/>
              </a:xfrm>
              <a:custGeom>
                <a:avLst/>
                <a:gdLst>
                  <a:gd name="T0" fmla="*/ 7 w 7"/>
                  <a:gd name="T1" fmla="*/ 4 h 6"/>
                  <a:gd name="T2" fmla="*/ 4 w 7"/>
                  <a:gd name="T3" fmla="*/ 0 h 6"/>
                  <a:gd name="T4" fmla="*/ 0 w 7"/>
                  <a:gd name="T5" fmla="*/ 0 h 6"/>
                  <a:gd name="T6" fmla="*/ 0 w 7"/>
                  <a:gd name="T7" fmla="*/ 4 h 6"/>
                  <a:gd name="T8" fmla="*/ 6 w 7"/>
                  <a:gd name="T9" fmla="*/ 6 h 6"/>
                  <a:gd name="T10" fmla="*/ 7 w 7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6" y="6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09" name="Freeform 6248">
                <a:extLst>
                  <a:ext uri="{FF2B5EF4-FFF2-40B4-BE49-F238E27FC236}">
                    <a16:creationId xmlns:a16="http://schemas.microsoft.com/office/drawing/2014/main" id="{44655AE2-DBB2-409C-95F0-666891DCCBF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692"/>
                <a:ext cx="9" cy="13"/>
              </a:xfrm>
              <a:custGeom>
                <a:avLst/>
                <a:gdLst>
                  <a:gd name="T0" fmla="*/ 8 w 9"/>
                  <a:gd name="T1" fmla="*/ 8 h 13"/>
                  <a:gd name="T2" fmla="*/ 9 w 9"/>
                  <a:gd name="T3" fmla="*/ 6 h 13"/>
                  <a:gd name="T4" fmla="*/ 9 w 9"/>
                  <a:gd name="T5" fmla="*/ 4 h 13"/>
                  <a:gd name="T6" fmla="*/ 6 w 9"/>
                  <a:gd name="T7" fmla="*/ 2 h 13"/>
                  <a:gd name="T8" fmla="*/ 4 w 9"/>
                  <a:gd name="T9" fmla="*/ 0 h 13"/>
                  <a:gd name="T10" fmla="*/ 2 w 9"/>
                  <a:gd name="T11" fmla="*/ 0 h 13"/>
                  <a:gd name="T12" fmla="*/ 0 w 9"/>
                  <a:gd name="T13" fmla="*/ 2 h 13"/>
                  <a:gd name="T14" fmla="*/ 0 w 9"/>
                  <a:gd name="T15" fmla="*/ 6 h 13"/>
                  <a:gd name="T16" fmla="*/ 2 w 9"/>
                  <a:gd name="T17" fmla="*/ 6 h 13"/>
                  <a:gd name="T18" fmla="*/ 0 w 9"/>
                  <a:gd name="T19" fmla="*/ 6 h 13"/>
                  <a:gd name="T20" fmla="*/ 0 w 9"/>
                  <a:gd name="T21" fmla="*/ 10 h 13"/>
                  <a:gd name="T22" fmla="*/ 0 w 9"/>
                  <a:gd name="T23" fmla="*/ 13 h 13"/>
                  <a:gd name="T24" fmla="*/ 4 w 9"/>
                  <a:gd name="T25" fmla="*/ 13 h 13"/>
                  <a:gd name="T26" fmla="*/ 6 w 9"/>
                  <a:gd name="T27" fmla="*/ 12 h 13"/>
                  <a:gd name="T28" fmla="*/ 6 w 9"/>
                  <a:gd name="T29" fmla="*/ 10 h 13"/>
                  <a:gd name="T30" fmla="*/ 6 w 9"/>
                  <a:gd name="T31" fmla="*/ 8 h 13"/>
                  <a:gd name="T32" fmla="*/ 6 w 9"/>
                  <a:gd name="T33" fmla="*/ 8 h 13"/>
                  <a:gd name="T34" fmla="*/ 8 w 9"/>
                  <a:gd name="T3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13">
                    <a:moveTo>
                      <a:pt x="8" y="8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0" name="Freeform 6249">
                <a:extLst>
                  <a:ext uri="{FF2B5EF4-FFF2-40B4-BE49-F238E27FC236}">
                    <a16:creationId xmlns:a16="http://schemas.microsoft.com/office/drawing/2014/main" id="{C58488EA-BFDF-490B-890D-F443F671EE4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19" y="2804"/>
                <a:ext cx="6" cy="13"/>
              </a:xfrm>
              <a:custGeom>
                <a:avLst/>
                <a:gdLst>
                  <a:gd name="T0" fmla="*/ 0 w 3"/>
                  <a:gd name="T1" fmla="*/ 3 h 7"/>
                  <a:gd name="T2" fmla="*/ 1 w 3"/>
                  <a:gd name="T3" fmla="*/ 5 h 7"/>
                  <a:gd name="T4" fmla="*/ 0 w 3"/>
                  <a:gd name="T5" fmla="*/ 4 h 7"/>
                  <a:gd name="T6" fmla="*/ 0 w 3"/>
                  <a:gd name="T7" fmla="*/ 5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2 w 3"/>
                  <a:gd name="T15" fmla="*/ 5 h 7"/>
                  <a:gd name="T16" fmla="*/ 2 w 3"/>
                  <a:gd name="T17" fmla="*/ 5 h 7"/>
                  <a:gd name="T18" fmla="*/ 3 w 3"/>
                  <a:gd name="T19" fmla="*/ 3 h 7"/>
                  <a:gd name="T20" fmla="*/ 3 w 3"/>
                  <a:gd name="T21" fmla="*/ 1 h 7"/>
                  <a:gd name="T22" fmla="*/ 1 w 3"/>
                  <a:gd name="T23" fmla="*/ 0 h 7"/>
                  <a:gd name="T24" fmla="*/ 0 w 3"/>
                  <a:gd name="T25" fmla="*/ 1 h 7"/>
                  <a:gd name="T26" fmla="*/ 0 w 3"/>
                  <a:gd name="T2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1" name="Freeform 6250">
                <a:extLst>
                  <a:ext uri="{FF2B5EF4-FFF2-40B4-BE49-F238E27FC236}">
                    <a16:creationId xmlns:a16="http://schemas.microsoft.com/office/drawing/2014/main" id="{180587D1-2A4B-4741-BB9B-81AF5D7A61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17" y="2797"/>
                <a:ext cx="2" cy="13"/>
              </a:xfrm>
              <a:custGeom>
                <a:avLst/>
                <a:gdLst>
                  <a:gd name="T0" fmla="*/ 0 w 2"/>
                  <a:gd name="T1" fmla="*/ 5 h 13"/>
                  <a:gd name="T2" fmla="*/ 2 w 2"/>
                  <a:gd name="T3" fmla="*/ 13 h 13"/>
                  <a:gd name="T4" fmla="*/ 2 w 2"/>
                  <a:gd name="T5" fmla="*/ 5 h 13"/>
                  <a:gd name="T6" fmla="*/ 0 w 2"/>
                  <a:gd name="T7" fmla="*/ 0 h 13"/>
                  <a:gd name="T8" fmla="*/ 0 w 2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3">
                    <a:moveTo>
                      <a:pt x="0" y="5"/>
                    </a:moveTo>
                    <a:lnTo>
                      <a:pt x="2" y="13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2" name="Freeform 6251">
                <a:extLst>
                  <a:ext uri="{FF2B5EF4-FFF2-40B4-BE49-F238E27FC236}">
                    <a16:creationId xmlns:a16="http://schemas.microsoft.com/office/drawing/2014/main" id="{F1F27B32-FD85-42D8-81A5-C86FFB9F4B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5" y="2974"/>
                <a:ext cx="16" cy="9"/>
              </a:xfrm>
              <a:custGeom>
                <a:avLst/>
                <a:gdLst>
                  <a:gd name="T0" fmla="*/ 5 w 16"/>
                  <a:gd name="T1" fmla="*/ 7 h 9"/>
                  <a:gd name="T2" fmla="*/ 9 w 16"/>
                  <a:gd name="T3" fmla="*/ 7 h 9"/>
                  <a:gd name="T4" fmla="*/ 11 w 16"/>
                  <a:gd name="T5" fmla="*/ 9 h 9"/>
                  <a:gd name="T6" fmla="*/ 13 w 16"/>
                  <a:gd name="T7" fmla="*/ 7 h 9"/>
                  <a:gd name="T8" fmla="*/ 14 w 16"/>
                  <a:gd name="T9" fmla="*/ 6 h 9"/>
                  <a:gd name="T10" fmla="*/ 16 w 16"/>
                  <a:gd name="T11" fmla="*/ 6 h 9"/>
                  <a:gd name="T12" fmla="*/ 16 w 16"/>
                  <a:gd name="T13" fmla="*/ 2 h 9"/>
                  <a:gd name="T14" fmla="*/ 13 w 16"/>
                  <a:gd name="T15" fmla="*/ 0 h 9"/>
                  <a:gd name="T16" fmla="*/ 11 w 16"/>
                  <a:gd name="T17" fmla="*/ 2 h 9"/>
                  <a:gd name="T18" fmla="*/ 5 w 16"/>
                  <a:gd name="T19" fmla="*/ 2 h 9"/>
                  <a:gd name="T20" fmla="*/ 5 w 16"/>
                  <a:gd name="T21" fmla="*/ 2 h 9"/>
                  <a:gd name="T22" fmla="*/ 1 w 16"/>
                  <a:gd name="T23" fmla="*/ 4 h 9"/>
                  <a:gd name="T24" fmla="*/ 0 w 16"/>
                  <a:gd name="T25" fmla="*/ 7 h 9"/>
                  <a:gd name="T26" fmla="*/ 1 w 16"/>
                  <a:gd name="T27" fmla="*/ 9 h 9"/>
                  <a:gd name="T28" fmla="*/ 5 w 16"/>
                  <a:gd name="T2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9">
                    <a:moveTo>
                      <a:pt x="5" y="7"/>
                    </a:moveTo>
                    <a:lnTo>
                      <a:pt x="9" y="7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3" name="Freeform 6252">
                <a:extLst>
                  <a:ext uri="{FF2B5EF4-FFF2-40B4-BE49-F238E27FC236}">
                    <a16:creationId xmlns:a16="http://schemas.microsoft.com/office/drawing/2014/main" id="{4D424A63-CBA4-490D-BAB9-73D5CC9171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21" y="2793"/>
                <a:ext cx="9" cy="8"/>
              </a:xfrm>
              <a:custGeom>
                <a:avLst/>
                <a:gdLst>
                  <a:gd name="T0" fmla="*/ 2 w 9"/>
                  <a:gd name="T1" fmla="*/ 8 h 8"/>
                  <a:gd name="T2" fmla="*/ 5 w 9"/>
                  <a:gd name="T3" fmla="*/ 6 h 8"/>
                  <a:gd name="T4" fmla="*/ 9 w 9"/>
                  <a:gd name="T5" fmla="*/ 4 h 8"/>
                  <a:gd name="T6" fmla="*/ 9 w 9"/>
                  <a:gd name="T7" fmla="*/ 0 h 8"/>
                  <a:gd name="T8" fmla="*/ 5 w 9"/>
                  <a:gd name="T9" fmla="*/ 0 h 8"/>
                  <a:gd name="T10" fmla="*/ 0 w 9"/>
                  <a:gd name="T11" fmla="*/ 4 h 8"/>
                  <a:gd name="T12" fmla="*/ 2 w 9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lnTo>
                      <a:pt x="5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4" name="Freeform 6253">
                <a:extLst>
                  <a:ext uri="{FF2B5EF4-FFF2-40B4-BE49-F238E27FC236}">
                    <a16:creationId xmlns:a16="http://schemas.microsoft.com/office/drawing/2014/main" id="{C3929F62-64C7-49D4-A57A-C1D220389D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8" y="2912"/>
                <a:ext cx="23" cy="13"/>
              </a:xfrm>
              <a:custGeom>
                <a:avLst/>
                <a:gdLst>
                  <a:gd name="T0" fmla="*/ 19 w 23"/>
                  <a:gd name="T1" fmla="*/ 12 h 13"/>
                  <a:gd name="T2" fmla="*/ 21 w 23"/>
                  <a:gd name="T3" fmla="*/ 12 h 13"/>
                  <a:gd name="T4" fmla="*/ 23 w 23"/>
                  <a:gd name="T5" fmla="*/ 8 h 13"/>
                  <a:gd name="T6" fmla="*/ 19 w 23"/>
                  <a:gd name="T7" fmla="*/ 4 h 13"/>
                  <a:gd name="T8" fmla="*/ 19 w 23"/>
                  <a:gd name="T9" fmla="*/ 2 h 13"/>
                  <a:gd name="T10" fmla="*/ 15 w 23"/>
                  <a:gd name="T11" fmla="*/ 0 h 13"/>
                  <a:gd name="T12" fmla="*/ 10 w 23"/>
                  <a:gd name="T13" fmla="*/ 0 h 13"/>
                  <a:gd name="T14" fmla="*/ 6 w 23"/>
                  <a:gd name="T15" fmla="*/ 2 h 13"/>
                  <a:gd name="T16" fmla="*/ 4 w 23"/>
                  <a:gd name="T17" fmla="*/ 0 h 13"/>
                  <a:gd name="T18" fmla="*/ 0 w 23"/>
                  <a:gd name="T19" fmla="*/ 4 h 13"/>
                  <a:gd name="T20" fmla="*/ 0 w 23"/>
                  <a:gd name="T21" fmla="*/ 8 h 13"/>
                  <a:gd name="T22" fmla="*/ 4 w 23"/>
                  <a:gd name="T23" fmla="*/ 12 h 13"/>
                  <a:gd name="T24" fmla="*/ 8 w 23"/>
                  <a:gd name="T25" fmla="*/ 12 h 13"/>
                  <a:gd name="T26" fmla="*/ 10 w 23"/>
                  <a:gd name="T27" fmla="*/ 13 h 13"/>
                  <a:gd name="T28" fmla="*/ 11 w 23"/>
                  <a:gd name="T29" fmla="*/ 13 h 13"/>
                  <a:gd name="T30" fmla="*/ 15 w 23"/>
                  <a:gd name="T31" fmla="*/ 13 h 13"/>
                  <a:gd name="T32" fmla="*/ 19 w 23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3">
                    <a:moveTo>
                      <a:pt x="19" y="12"/>
                    </a:moveTo>
                    <a:lnTo>
                      <a:pt x="21" y="12"/>
                    </a:lnTo>
                    <a:lnTo>
                      <a:pt x="23" y="8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19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5" name="Freeform 6254">
                <a:extLst>
                  <a:ext uri="{FF2B5EF4-FFF2-40B4-BE49-F238E27FC236}">
                    <a16:creationId xmlns:a16="http://schemas.microsoft.com/office/drawing/2014/main" id="{307CCF80-1CD1-469E-80AF-C826E7A3FF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3" y="2815"/>
                <a:ext cx="5" cy="12"/>
              </a:xfrm>
              <a:custGeom>
                <a:avLst/>
                <a:gdLst>
                  <a:gd name="T0" fmla="*/ 5 w 5"/>
                  <a:gd name="T1" fmla="*/ 8 h 12"/>
                  <a:gd name="T2" fmla="*/ 3 w 5"/>
                  <a:gd name="T3" fmla="*/ 4 h 12"/>
                  <a:gd name="T4" fmla="*/ 0 w 5"/>
                  <a:gd name="T5" fmla="*/ 0 h 12"/>
                  <a:gd name="T6" fmla="*/ 0 w 5"/>
                  <a:gd name="T7" fmla="*/ 4 h 12"/>
                  <a:gd name="T8" fmla="*/ 0 w 5"/>
                  <a:gd name="T9" fmla="*/ 8 h 12"/>
                  <a:gd name="T10" fmla="*/ 3 w 5"/>
                  <a:gd name="T11" fmla="*/ 12 h 12"/>
                  <a:gd name="T12" fmla="*/ 5 w 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5" y="8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2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6" name="Freeform 6255">
                <a:extLst>
                  <a:ext uri="{FF2B5EF4-FFF2-40B4-BE49-F238E27FC236}">
                    <a16:creationId xmlns:a16="http://schemas.microsoft.com/office/drawing/2014/main" id="{C9FF68A6-6F46-434D-84D9-5352FCC531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776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4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7" name="Freeform 6256">
                <a:extLst>
                  <a:ext uri="{FF2B5EF4-FFF2-40B4-BE49-F238E27FC236}">
                    <a16:creationId xmlns:a16="http://schemas.microsoft.com/office/drawing/2014/main" id="{09919017-7479-4E9C-A149-743B221879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6" y="2782"/>
                <a:ext cx="11" cy="5"/>
              </a:xfrm>
              <a:custGeom>
                <a:avLst/>
                <a:gdLst>
                  <a:gd name="T0" fmla="*/ 5 w 11"/>
                  <a:gd name="T1" fmla="*/ 5 h 5"/>
                  <a:gd name="T2" fmla="*/ 7 w 11"/>
                  <a:gd name="T3" fmla="*/ 5 h 5"/>
                  <a:gd name="T4" fmla="*/ 7 w 11"/>
                  <a:gd name="T5" fmla="*/ 5 h 5"/>
                  <a:gd name="T6" fmla="*/ 11 w 11"/>
                  <a:gd name="T7" fmla="*/ 4 h 5"/>
                  <a:gd name="T8" fmla="*/ 11 w 11"/>
                  <a:gd name="T9" fmla="*/ 2 h 5"/>
                  <a:gd name="T10" fmla="*/ 7 w 11"/>
                  <a:gd name="T11" fmla="*/ 0 h 5"/>
                  <a:gd name="T12" fmla="*/ 3 w 11"/>
                  <a:gd name="T13" fmla="*/ 2 h 5"/>
                  <a:gd name="T14" fmla="*/ 0 w 11"/>
                  <a:gd name="T15" fmla="*/ 4 h 5"/>
                  <a:gd name="T16" fmla="*/ 2 w 11"/>
                  <a:gd name="T17" fmla="*/ 5 h 5"/>
                  <a:gd name="T18" fmla="*/ 5 w 11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5" y="5"/>
                    </a:moveTo>
                    <a:lnTo>
                      <a:pt x="7" y="5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8" name="Freeform 6257">
                <a:extLst>
                  <a:ext uri="{FF2B5EF4-FFF2-40B4-BE49-F238E27FC236}">
                    <a16:creationId xmlns:a16="http://schemas.microsoft.com/office/drawing/2014/main" id="{D49AA57B-2D84-4BC5-9D02-E7A2F9058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9" y="2875"/>
                <a:ext cx="7" cy="4"/>
              </a:xfrm>
              <a:custGeom>
                <a:avLst/>
                <a:gdLst>
                  <a:gd name="T0" fmla="*/ 3 w 4"/>
                  <a:gd name="T1" fmla="*/ 0 h 2"/>
                  <a:gd name="T2" fmla="*/ 1 w 4"/>
                  <a:gd name="T3" fmla="*/ 0 h 2"/>
                  <a:gd name="T4" fmla="*/ 1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4 w 4"/>
                  <a:gd name="T11" fmla="*/ 2 h 2"/>
                  <a:gd name="T12" fmla="*/ 4 w 4"/>
                  <a:gd name="T13" fmla="*/ 2 h 2"/>
                  <a:gd name="T14" fmla="*/ 4 w 4"/>
                  <a:gd name="T15" fmla="*/ 2 h 2"/>
                  <a:gd name="T16" fmla="*/ 4 w 4"/>
                  <a:gd name="T17" fmla="*/ 2 h 2"/>
                  <a:gd name="T18" fmla="*/ 4 w 4"/>
                  <a:gd name="T19" fmla="*/ 2 h 2"/>
                  <a:gd name="T20" fmla="*/ 4 w 4"/>
                  <a:gd name="T21" fmla="*/ 0 h 2"/>
                  <a:gd name="T22" fmla="*/ 3 w 4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19" name="Freeform 6258">
                <a:extLst>
                  <a:ext uri="{FF2B5EF4-FFF2-40B4-BE49-F238E27FC236}">
                    <a16:creationId xmlns:a16="http://schemas.microsoft.com/office/drawing/2014/main" id="{BD621E78-2A92-40BF-BC62-EEBEE4D34A2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08" y="2847"/>
                <a:ext cx="95" cy="118"/>
              </a:xfrm>
              <a:custGeom>
                <a:avLst/>
                <a:gdLst>
                  <a:gd name="T0" fmla="*/ 5 w 51"/>
                  <a:gd name="T1" fmla="*/ 40 h 63"/>
                  <a:gd name="T2" fmla="*/ 5 w 51"/>
                  <a:gd name="T3" fmla="*/ 48 h 63"/>
                  <a:gd name="T4" fmla="*/ 9 w 51"/>
                  <a:gd name="T5" fmla="*/ 55 h 63"/>
                  <a:gd name="T6" fmla="*/ 13 w 51"/>
                  <a:gd name="T7" fmla="*/ 56 h 63"/>
                  <a:gd name="T8" fmla="*/ 15 w 51"/>
                  <a:gd name="T9" fmla="*/ 60 h 63"/>
                  <a:gd name="T10" fmla="*/ 13 w 51"/>
                  <a:gd name="T11" fmla="*/ 51 h 63"/>
                  <a:gd name="T12" fmla="*/ 13 w 51"/>
                  <a:gd name="T13" fmla="*/ 43 h 63"/>
                  <a:gd name="T14" fmla="*/ 15 w 51"/>
                  <a:gd name="T15" fmla="*/ 35 h 63"/>
                  <a:gd name="T16" fmla="*/ 18 w 51"/>
                  <a:gd name="T17" fmla="*/ 36 h 63"/>
                  <a:gd name="T18" fmla="*/ 18 w 51"/>
                  <a:gd name="T19" fmla="*/ 42 h 63"/>
                  <a:gd name="T20" fmla="*/ 20 w 51"/>
                  <a:gd name="T21" fmla="*/ 47 h 63"/>
                  <a:gd name="T22" fmla="*/ 24 w 51"/>
                  <a:gd name="T23" fmla="*/ 50 h 63"/>
                  <a:gd name="T24" fmla="*/ 23 w 51"/>
                  <a:gd name="T25" fmla="*/ 54 h 63"/>
                  <a:gd name="T26" fmla="*/ 27 w 51"/>
                  <a:gd name="T27" fmla="*/ 53 h 63"/>
                  <a:gd name="T28" fmla="*/ 29 w 51"/>
                  <a:gd name="T29" fmla="*/ 54 h 63"/>
                  <a:gd name="T30" fmla="*/ 35 w 51"/>
                  <a:gd name="T31" fmla="*/ 52 h 63"/>
                  <a:gd name="T32" fmla="*/ 34 w 51"/>
                  <a:gd name="T33" fmla="*/ 49 h 63"/>
                  <a:gd name="T34" fmla="*/ 33 w 51"/>
                  <a:gd name="T35" fmla="*/ 45 h 63"/>
                  <a:gd name="T36" fmla="*/ 35 w 51"/>
                  <a:gd name="T37" fmla="*/ 42 h 63"/>
                  <a:gd name="T38" fmla="*/ 31 w 51"/>
                  <a:gd name="T39" fmla="*/ 42 h 63"/>
                  <a:gd name="T40" fmla="*/ 29 w 51"/>
                  <a:gd name="T41" fmla="*/ 40 h 63"/>
                  <a:gd name="T42" fmla="*/ 29 w 51"/>
                  <a:gd name="T43" fmla="*/ 39 h 63"/>
                  <a:gd name="T44" fmla="*/ 28 w 51"/>
                  <a:gd name="T45" fmla="*/ 35 h 63"/>
                  <a:gd name="T46" fmla="*/ 25 w 51"/>
                  <a:gd name="T47" fmla="*/ 32 h 63"/>
                  <a:gd name="T48" fmla="*/ 25 w 51"/>
                  <a:gd name="T49" fmla="*/ 27 h 63"/>
                  <a:gd name="T50" fmla="*/ 33 w 51"/>
                  <a:gd name="T51" fmla="*/ 21 h 63"/>
                  <a:gd name="T52" fmla="*/ 38 w 51"/>
                  <a:gd name="T53" fmla="*/ 19 h 63"/>
                  <a:gd name="T54" fmla="*/ 29 w 51"/>
                  <a:gd name="T55" fmla="*/ 17 h 63"/>
                  <a:gd name="T56" fmla="*/ 23 w 51"/>
                  <a:gd name="T57" fmla="*/ 19 h 63"/>
                  <a:gd name="T58" fmla="*/ 16 w 51"/>
                  <a:gd name="T59" fmla="*/ 23 h 63"/>
                  <a:gd name="T60" fmla="*/ 12 w 51"/>
                  <a:gd name="T61" fmla="*/ 14 h 63"/>
                  <a:gd name="T62" fmla="*/ 20 w 51"/>
                  <a:gd name="T63" fmla="*/ 11 h 63"/>
                  <a:gd name="T64" fmla="*/ 27 w 51"/>
                  <a:gd name="T65" fmla="*/ 10 h 63"/>
                  <a:gd name="T66" fmla="*/ 35 w 51"/>
                  <a:gd name="T67" fmla="*/ 10 h 63"/>
                  <a:gd name="T68" fmla="*/ 46 w 51"/>
                  <a:gd name="T69" fmla="*/ 8 h 63"/>
                  <a:gd name="T70" fmla="*/ 50 w 51"/>
                  <a:gd name="T71" fmla="*/ 3 h 63"/>
                  <a:gd name="T72" fmla="*/ 45 w 51"/>
                  <a:gd name="T73" fmla="*/ 0 h 63"/>
                  <a:gd name="T74" fmla="*/ 41 w 51"/>
                  <a:gd name="T75" fmla="*/ 5 h 63"/>
                  <a:gd name="T76" fmla="*/ 32 w 51"/>
                  <a:gd name="T77" fmla="*/ 6 h 63"/>
                  <a:gd name="T78" fmla="*/ 26 w 51"/>
                  <a:gd name="T79" fmla="*/ 4 h 63"/>
                  <a:gd name="T80" fmla="*/ 18 w 51"/>
                  <a:gd name="T81" fmla="*/ 2 h 63"/>
                  <a:gd name="T82" fmla="*/ 14 w 51"/>
                  <a:gd name="T83" fmla="*/ 7 h 63"/>
                  <a:gd name="T84" fmla="*/ 8 w 51"/>
                  <a:gd name="T85" fmla="*/ 10 h 63"/>
                  <a:gd name="T86" fmla="*/ 8 w 51"/>
                  <a:gd name="T87" fmla="*/ 17 h 63"/>
                  <a:gd name="T88" fmla="*/ 4 w 51"/>
                  <a:gd name="T89" fmla="*/ 23 h 63"/>
                  <a:gd name="T90" fmla="*/ 3 w 51"/>
                  <a:gd name="T91" fmla="*/ 29 h 63"/>
                  <a:gd name="T92" fmla="*/ 0 w 51"/>
                  <a:gd name="T93" fmla="*/ 36 h 63"/>
                  <a:gd name="T94" fmla="*/ 30 w 51"/>
                  <a:gd name="T95" fmla="*/ 51 h 63"/>
                  <a:gd name="T96" fmla="*/ 26 w 51"/>
                  <a:gd name="T97" fmla="*/ 48 h 63"/>
                  <a:gd name="T98" fmla="*/ 32 w 51"/>
                  <a:gd name="T99" fmla="*/ 46 h 63"/>
                  <a:gd name="T100" fmla="*/ 30 w 51"/>
                  <a:gd name="T101" fmla="*/ 47 h 63"/>
                  <a:gd name="T102" fmla="*/ 26 w 51"/>
                  <a:gd name="T10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1" h="63">
                    <a:moveTo>
                      <a:pt x="2" y="40"/>
                    </a:moveTo>
                    <a:cubicBezTo>
                      <a:pt x="3" y="40"/>
                      <a:pt x="3" y="40"/>
                      <a:pt x="3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9"/>
                      <a:pt x="1" y="39"/>
                      <a:pt x="1" y="39"/>
                    </a:cubicBezTo>
                    <a:lnTo>
                      <a:pt x="2" y="40"/>
                    </a:lnTo>
                    <a:close/>
                    <a:moveTo>
                      <a:pt x="31" y="51"/>
                    </a:move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0"/>
                      <a:pt x="31" y="50"/>
                      <a:pt x="31" y="50"/>
                    </a:cubicBezTo>
                    <a:lnTo>
                      <a:pt x="31" y="51"/>
                    </a:lnTo>
                    <a:close/>
                    <a:moveTo>
                      <a:pt x="25" y="50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4" y="50"/>
                      <a:pt x="24" y="50"/>
                      <a:pt x="24" y="50"/>
                    </a:cubicBezTo>
                    <a:lnTo>
                      <a:pt x="25" y="5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0" name="Freeform 6259">
                <a:extLst>
                  <a:ext uri="{FF2B5EF4-FFF2-40B4-BE49-F238E27FC236}">
                    <a16:creationId xmlns:a16="http://schemas.microsoft.com/office/drawing/2014/main" id="{2D5A7538-F8CC-4F19-878C-FF190122FA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65" y="2886"/>
                <a:ext cx="15" cy="13"/>
              </a:xfrm>
              <a:custGeom>
                <a:avLst/>
                <a:gdLst>
                  <a:gd name="T0" fmla="*/ 7 w 8"/>
                  <a:gd name="T1" fmla="*/ 3 h 7"/>
                  <a:gd name="T2" fmla="*/ 7 w 8"/>
                  <a:gd name="T3" fmla="*/ 2 h 7"/>
                  <a:gd name="T4" fmla="*/ 6 w 8"/>
                  <a:gd name="T5" fmla="*/ 0 h 7"/>
                  <a:gd name="T6" fmla="*/ 5 w 8"/>
                  <a:gd name="T7" fmla="*/ 1 h 7"/>
                  <a:gd name="T8" fmla="*/ 5 w 8"/>
                  <a:gd name="T9" fmla="*/ 0 h 7"/>
                  <a:gd name="T10" fmla="*/ 2 w 8"/>
                  <a:gd name="T11" fmla="*/ 0 h 7"/>
                  <a:gd name="T12" fmla="*/ 0 w 8"/>
                  <a:gd name="T13" fmla="*/ 1 h 7"/>
                  <a:gd name="T14" fmla="*/ 0 w 8"/>
                  <a:gd name="T15" fmla="*/ 3 h 7"/>
                  <a:gd name="T16" fmla="*/ 2 w 8"/>
                  <a:gd name="T17" fmla="*/ 5 h 7"/>
                  <a:gd name="T18" fmla="*/ 3 w 8"/>
                  <a:gd name="T19" fmla="*/ 4 h 7"/>
                  <a:gd name="T20" fmla="*/ 4 w 8"/>
                  <a:gd name="T21" fmla="*/ 5 h 7"/>
                  <a:gd name="T22" fmla="*/ 5 w 8"/>
                  <a:gd name="T23" fmla="*/ 4 h 7"/>
                  <a:gd name="T24" fmla="*/ 5 w 8"/>
                  <a:gd name="T25" fmla="*/ 4 h 7"/>
                  <a:gd name="T26" fmla="*/ 5 w 8"/>
                  <a:gd name="T27" fmla="*/ 4 h 7"/>
                  <a:gd name="T28" fmla="*/ 5 w 8"/>
                  <a:gd name="T29" fmla="*/ 4 h 7"/>
                  <a:gd name="T30" fmla="*/ 5 w 8"/>
                  <a:gd name="T31" fmla="*/ 4 h 7"/>
                  <a:gd name="T32" fmla="*/ 5 w 8"/>
                  <a:gd name="T33" fmla="*/ 4 h 7"/>
                  <a:gd name="T34" fmla="*/ 4 w 8"/>
                  <a:gd name="T35" fmla="*/ 5 h 7"/>
                  <a:gd name="T36" fmla="*/ 4 w 8"/>
                  <a:gd name="T37" fmla="*/ 5 h 7"/>
                  <a:gd name="T38" fmla="*/ 1 w 8"/>
                  <a:gd name="T39" fmla="*/ 6 h 7"/>
                  <a:gd name="T40" fmla="*/ 3 w 8"/>
                  <a:gd name="T41" fmla="*/ 7 h 7"/>
                  <a:gd name="T42" fmla="*/ 4 w 8"/>
                  <a:gd name="T43" fmla="*/ 7 h 7"/>
                  <a:gd name="T44" fmla="*/ 4 w 8"/>
                  <a:gd name="T45" fmla="*/ 6 h 7"/>
                  <a:gd name="T46" fmla="*/ 7 w 8"/>
                  <a:gd name="T47" fmla="*/ 6 h 7"/>
                  <a:gd name="T48" fmla="*/ 5 w 8"/>
                  <a:gd name="T49" fmla="*/ 5 h 7"/>
                  <a:gd name="T50" fmla="*/ 8 w 8"/>
                  <a:gd name="T51" fmla="*/ 5 h 7"/>
                  <a:gd name="T52" fmla="*/ 7 w 8"/>
                  <a:gd name="T5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" h="7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5"/>
                      <a:pt x="8" y="5"/>
                      <a:pt x="8" y="5"/>
                    </a:cubicBezTo>
                    <a:lnTo>
                      <a:pt x="7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1" name="Freeform 6260">
                <a:extLst>
                  <a:ext uri="{FF2B5EF4-FFF2-40B4-BE49-F238E27FC236}">
                    <a16:creationId xmlns:a16="http://schemas.microsoft.com/office/drawing/2014/main" id="{596FA3D2-ECEA-4235-AB22-FE794487F21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2894"/>
                <a:ext cx="13" cy="7"/>
              </a:xfrm>
              <a:custGeom>
                <a:avLst/>
                <a:gdLst>
                  <a:gd name="T0" fmla="*/ 8 w 13"/>
                  <a:gd name="T1" fmla="*/ 7 h 7"/>
                  <a:gd name="T2" fmla="*/ 13 w 13"/>
                  <a:gd name="T3" fmla="*/ 3 h 7"/>
                  <a:gd name="T4" fmla="*/ 11 w 13"/>
                  <a:gd name="T5" fmla="*/ 3 h 7"/>
                  <a:gd name="T6" fmla="*/ 11 w 13"/>
                  <a:gd name="T7" fmla="*/ 2 h 7"/>
                  <a:gd name="T8" fmla="*/ 10 w 13"/>
                  <a:gd name="T9" fmla="*/ 0 h 7"/>
                  <a:gd name="T10" fmla="*/ 4 w 13"/>
                  <a:gd name="T11" fmla="*/ 0 h 7"/>
                  <a:gd name="T12" fmla="*/ 0 w 13"/>
                  <a:gd name="T13" fmla="*/ 2 h 7"/>
                  <a:gd name="T14" fmla="*/ 2 w 13"/>
                  <a:gd name="T15" fmla="*/ 5 h 7"/>
                  <a:gd name="T16" fmla="*/ 8 w 13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8" y="7"/>
                    </a:moveTo>
                    <a:lnTo>
                      <a:pt x="13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2" name="Freeform 6261">
                <a:extLst>
                  <a:ext uri="{FF2B5EF4-FFF2-40B4-BE49-F238E27FC236}">
                    <a16:creationId xmlns:a16="http://schemas.microsoft.com/office/drawing/2014/main" id="{986B22AD-D4FE-4417-A97F-621D854CC77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25" y="2875"/>
                <a:ext cx="13" cy="9"/>
              </a:xfrm>
              <a:custGeom>
                <a:avLst/>
                <a:gdLst>
                  <a:gd name="T0" fmla="*/ 7 w 13"/>
                  <a:gd name="T1" fmla="*/ 0 h 9"/>
                  <a:gd name="T2" fmla="*/ 6 w 13"/>
                  <a:gd name="T3" fmla="*/ 2 h 9"/>
                  <a:gd name="T4" fmla="*/ 6 w 13"/>
                  <a:gd name="T5" fmla="*/ 2 h 9"/>
                  <a:gd name="T6" fmla="*/ 6 w 13"/>
                  <a:gd name="T7" fmla="*/ 0 h 9"/>
                  <a:gd name="T8" fmla="*/ 2 w 13"/>
                  <a:gd name="T9" fmla="*/ 0 h 9"/>
                  <a:gd name="T10" fmla="*/ 0 w 13"/>
                  <a:gd name="T11" fmla="*/ 4 h 9"/>
                  <a:gd name="T12" fmla="*/ 2 w 13"/>
                  <a:gd name="T13" fmla="*/ 6 h 9"/>
                  <a:gd name="T14" fmla="*/ 0 w 13"/>
                  <a:gd name="T15" fmla="*/ 8 h 9"/>
                  <a:gd name="T16" fmla="*/ 7 w 13"/>
                  <a:gd name="T17" fmla="*/ 9 h 9"/>
                  <a:gd name="T18" fmla="*/ 6 w 13"/>
                  <a:gd name="T19" fmla="*/ 6 h 9"/>
                  <a:gd name="T20" fmla="*/ 6 w 13"/>
                  <a:gd name="T21" fmla="*/ 8 h 9"/>
                  <a:gd name="T22" fmla="*/ 9 w 13"/>
                  <a:gd name="T23" fmla="*/ 8 h 9"/>
                  <a:gd name="T24" fmla="*/ 11 w 13"/>
                  <a:gd name="T25" fmla="*/ 9 h 9"/>
                  <a:gd name="T26" fmla="*/ 13 w 13"/>
                  <a:gd name="T27" fmla="*/ 8 h 9"/>
                  <a:gd name="T28" fmla="*/ 11 w 13"/>
                  <a:gd name="T29" fmla="*/ 6 h 9"/>
                  <a:gd name="T30" fmla="*/ 11 w 13"/>
                  <a:gd name="T31" fmla="*/ 4 h 9"/>
                  <a:gd name="T32" fmla="*/ 11 w 13"/>
                  <a:gd name="T33" fmla="*/ 2 h 9"/>
                  <a:gd name="T34" fmla="*/ 7 w 13"/>
                  <a:gd name="T35" fmla="*/ 0 h 9"/>
                  <a:gd name="T36" fmla="*/ 4 w 13"/>
                  <a:gd name="T37" fmla="*/ 6 h 9"/>
                  <a:gd name="T38" fmla="*/ 4 w 13"/>
                  <a:gd name="T39" fmla="*/ 4 h 9"/>
                  <a:gd name="T40" fmla="*/ 4 w 13"/>
                  <a:gd name="T41" fmla="*/ 6 h 9"/>
                  <a:gd name="T42" fmla="*/ 6 w 13"/>
                  <a:gd name="T43" fmla="*/ 6 h 9"/>
                  <a:gd name="T44" fmla="*/ 4 w 13"/>
                  <a:gd name="T4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7" y="9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7" y="0"/>
                    </a:lnTo>
                    <a:close/>
                    <a:moveTo>
                      <a:pt x="4" y="6"/>
                    </a:moveTo>
                    <a:lnTo>
                      <a:pt x="4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3" name="Freeform 6262">
                <a:extLst>
                  <a:ext uri="{FF2B5EF4-FFF2-40B4-BE49-F238E27FC236}">
                    <a16:creationId xmlns:a16="http://schemas.microsoft.com/office/drawing/2014/main" id="{12A1864C-CDC2-487D-A31A-2E6881AA5E7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32" y="2968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2 h 4"/>
                  <a:gd name="T6" fmla="*/ 2 w 6"/>
                  <a:gd name="T7" fmla="*/ 0 h 4"/>
                  <a:gd name="T8" fmla="*/ 0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4" name="Freeform 6263">
                <a:extLst>
                  <a:ext uri="{FF2B5EF4-FFF2-40B4-BE49-F238E27FC236}">
                    <a16:creationId xmlns:a16="http://schemas.microsoft.com/office/drawing/2014/main" id="{FE4B87D3-16DE-45C4-B8A9-5501C71F4D2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77" y="2983"/>
                <a:ext cx="20" cy="10"/>
              </a:xfrm>
              <a:custGeom>
                <a:avLst/>
                <a:gdLst>
                  <a:gd name="T0" fmla="*/ 13 w 20"/>
                  <a:gd name="T1" fmla="*/ 8 h 10"/>
                  <a:gd name="T2" fmla="*/ 18 w 20"/>
                  <a:gd name="T3" fmla="*/ 6 h 10"/>
                  <a:gd name="T4" fmla="*/ 20 w 20"/>
                  <a:gd name="T5" fmla="*/ 2 h 10"/>
                  <a:gd name="T6" fmla="*/ 18 w 20"/>
                  <a:gd name="T7" fmla="*/ 0 h 10"/>
                  <a:gd name="T8" fmla="*/ 15 w 20"/>
                  <a:gd name="T9" fmla="*/ 2 h 10"/>
                  <a:gd name="T10" fmla="*/ 13 w 20"/>
                  <a:gd name="T11" fmla="*/ 0 h 10"/>
                  <a:gd name="T12" fmla="*/ 9 w 20"/>
                  <a:gd name="T13" fmla="*/ 2 h 10"/>
                  <a:gd name="T14" fmla="*/ 9 w 20"/>
                  <a:gd name="T15" fmla="*/ 2 h 10"/>
                  <a:gd name="T16" fmla="*/ 7 w 20"/>
                  <a:gd name="T17" fmla="*/ 2 h 10"/>
                  <a:gd name="T18" fmla="*/ 7 w 20"/>
                  <a:gd name="T19" fmla="*/ 2 h 10"/>
                  <a:gd name="T20" fmla="*/ 7 w 20"/>
                  <a:gd name="T21" fmla="*/ 2 h 10"/>
                  <a:gd name="T22" fmla="*/ 5 w 20"/>
                  <a:gd name="T23" fmla="*/ 4 h 10"/>
                  <a:gd name="T24" fmla="*/ 3 w 20"/>
                  <a:gd name="T25" fmla="*/ 6 h 10"/>
                  <a:gd name="T26" fmla="*/ 0 w 20"/>
                  <a:gd name="T27" fmla="*/ 8 h 10"/>
                  <a:gd name="T28" fmla="*/ 3 w 20"/>
                  <a:gd name="T29" fmla="*/ 8 h 10"/>
                  <a:gd name="T30" fmla="*/ 5 w 20"/>
                  <a:gd name="T31" fmla="*/ 10 h 10"/>
                  <a:gd name="T32" fmla="*/ 9 w 20"/>
                  <a:gd name="T33" fmla="*/ 6 h 10"/>
                  <a:gd name="T34" fmla="*/ 9 w 20"/>
                  <a:gd name="T35" fmla="*/ 6 h 10"/>
                  <a:gd name="T36" fmla="*/ 9 w 20"/>
                  <a:gd name="T37" fmla="*/ 8 h 10"/>
                  <a:gd name="T38" fmla="*/ 13 w 20"/>
                  <a:gd name="T39" fmla="*/ 8 h 10"/>
                  <a:gd name="T40" fmla="*/ 9 w 20"/>
                  <a:gd name="T41" fmla="*/ 4 h 10"/>
                  <a:gd name="T42" fmla="*/ 9 w 20"/>
                  <a:gd name="T43" fmla="*/ 4 h 10"/>
                  <a:gd name="T44" fmla="*/ 9 w 20"/>
                  <a:gd name="T45" fmla="*/ 4 h 10"/>
                  <a:gd name="T46" fmla="*/ 9 w 20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10">
                    <a:moveTo>
                      <a:pt x="13" y="8"/>
                    </a:moveTo>
                    <a:lnTo>
                      <a:pt x="18" y="6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3" y="8"/>
                    </a:lnTo>
                    <a:close/>
                    <a:moveTo>
                      <a:pt x="9" y="4"/>
                    </a:move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5" name="Freeform 6264">
                <a:extLst>
                  <a:ext uri="{FF2B5EF4-FFF2-40B4-BE49-F238E27FC236}">
                    <a16:creationId xmlns:a16="http://schemas.microsoft.com/office/drawing/2014/main" id="{799D6B94-5134-451C-B0F0-FC557E235E0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57" y="296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2 w 8"/>
                  <a:gd name="T3" fmla="*/ 0 h 7"/>
                  <a:gd name="T4" fmla="*/ 0 w 8"/>
                  <a:gd name="T5" fmla="*/ 1 h 7"/>
                  <a:gd name="T6" fmla="*/ 0 w 8"/>
                  <a:gd name="T7" fmla="*/ 3 h 7"/>
                  <a:gd name="T8" fmla="*/ 2 w 8"/>
                  <a:gd name="T9" fmla="*/ 7 h 7"/>
                  <a:gd name="T10" fmla="*/ 4 w 8"/>
                  <a:gd name="T11" fmla="*/ 3 h 7"/>
                  <a:gd name="T12" fmla="*/ 6 w 8"/>
                  <a:gd name="T13" fmla="*/ 3 h 7"/>
                  <a:gd name="T14" fmla="*/ 8 w 8"/>
                  <a:gd name="T15" fmla="*/ 3 h 7"/>
                  <a:gd name="T16" fmla="*/ 6 w 8"/>
                  <a:gd name="T17" fmla="*/ 1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6" name="Freeform 6265">
                <a:extLst>
                  <a:ext uri="{FF2B5EF4-FFF2-40B4-BE49-F238E27FC236}">
                    <a16:creationId xmlns:a16="http://schemas.microsoft.com/office/drawing/2014/main" id="{6763E4C9-9792-48BC-AEF0-33D1174363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2" y="289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4 w 5"/>
                  <a:gd name="T5" fmla="*/ 3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7" name="Freeform 6266">
                <a:extLst>
                  <a:ext uri="{FF2B5EF4-FFF2-40B4-BE49-F238E27FC236}">
                    <a16:creationId xmlns:a16="http://schemas.microsoft.com/office/drawing/2014/main" id="{C6BFE032-CBD3-42C0-88A8-A293509FC8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0" y="2877"/>
                <a:ext cx="19" cy="11"/>
              </a:xfrm>
              <a:custGeom>
                <a:avLst/>
                <a:gdLst>
                  <a:gd name="T0" fmla="*/ 10 w 19"/>
                  <a:gd name="T1" fmla="*/ 9 h 11"/>
                  <a:gd name="T2" fmla="*/ 12 w 19"/>
                  <a:gd name="T3" fmla="*/ 9 h 11"/>
                  <a:gd name="T4" fmla="*/ 12 w 19"/>
                  <a:gd name="T5" fmla="*/ 11 h 11"/>
                  <a:gd name="T6" fmla="*/ 19 w 19"/>
                  <a:gd name="T7" fmla="*/ 9 h 11"/>
                  <a:gd name="T8" fmla="*/ 15 w 19"/>
                  <a:gd name="T9" fmla="*/ 7 h 11"/>
                  <a:gd name="T10" fmla="*/ 13 w 19"/>
                  <a:gd name="T11" fmla="*/ 6 h 11"/>
                  <a:gd name="T12" fmla="*/ 12 w 19"/>
                  <a:gd name="T13" fmla="*/ 4 h 11"/>
                  <a:gd name="T14" fmla="*/ 10 w 19"/>
                  <a:gd name="T15" fmla="*/ 2 h 11"/>
                  <a:gd name="T16" fmla="*/ 6 w 19"/>
                  <a:gd name="T17" fmla="*/ 2 h 11"/>
                  <a:gd name="T18" fmla="*/ 0 w 19"/>
                  <a:gd name="T19" fmla="*/ 0 h 11"/>
                  <a:gd name="T20" fmla="*/ 2 w 19"/>
                  <a:gd name="T21" fmla="*/ 4 h 11"/>
                  <a:gd name="T22" fmla="*/ 6 w 19"/>
                  <a:gd name="T23" fmla="*/ 7 h 11"/>
                  <a:gd name="T24" fmla="*/ 6 w 19"/>
                  <a:gd name="T25" fmla="*/ 6 h 11"/>
                  <a:gd name="T26" fmla="*/ 8 w 19"/>
                  <a:gd name="T27" fmla="*/ 7 h 11"/>
                  <a:gd name="T28" fmla="*/ 8 w 19"/>
                  <a:gd name="T29" fmla="*/ 9 h 11"/>
                  <a:gd name="T30" fmla="*/ 10 w 19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1">
                    <a:moveTo>
                      <a:pt x="10" y="9"/>
                    </a:moveTo>
                    <a:lnTo>
                      <a:pt x="12" y="9"/>
                    </a:lnTo>
                    <a:lnTo>
                      <a:pt x="12" y="11"/>
                    </a:lnTo>
                    <a:lnTo>
                      <a:pt x="19" y="9"/>
                    </a:lnTo>
                    <a:lnTo>
                      <a:pt x="15" y="7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8" name="Freeform 6267">
                <a:extLst>
                  <a:ext uri="{FF2B5EF4-FFF2-40B4-BE49-F238E27FC236}">
                    <a16:creationId xmlns:a16="http://schemas.microsoft.com/office/drawing/2014/main" id="{C153927D-081E-4EE0-8AED-F3D1E4E8B1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63" y="2970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8 w 8"/>
                  <a:gd name="T3" fmla="*/ 0 h 4"/>
                  <a:gd name="T4" fmla="*/ 4 w 8"/>
                  <a:gd name="T5" fmla="*/ 0 h 4"/>
                  <a:gd name="T6" fmla="*/ 0 w 8"/>
                  <a:gd name="T7" fmla="*/ 0 h 4"/>
                  <a:gd name="T8" fmla="*/ 2 w 8"/>
                  <a:gd name="T9" fmla="*/ 4 h 4"/>
                  <a:gd name="T10" fmla="*/ 6 w 8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29" name="Freeform 6268">
                <a:extLst>
                  <a:ext uri="{FF2B5EF4-FFF2-40B4-BE49-F238E27FC236}">
                    <a16:creationId xmlns:a16="http://schemas.microsoft.com/office/drawing/2014/main" id="{688520CB-704A-46E4-A005-DD9F8D5919E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74" y="2763"/>
                <a:ext cx="143" cy="166"/>
              </a:xfrm>
              <a:custGeom>
                <a:avLst/>
                <a:gdLst>
                  <a:gd name="T0" fmla="*/ 75 w 77"/>
                  <a:gd name="T1" fmla="*/ 50 h 89"/>
                  <a:gd name="T2" fmla="*/ 67 w 77"/>
                  <a:gd name="T3" fmla="*/ 44 h 89"/>
                  <a:gd name="T4" fmla="*/ 68 w 77"/>
                  <a:gd name="T5" fmla="*/ 41 h 89"/>
                  <a:gd name="T6" fmla="*/ 63 w 77"/>
                  <a:gd name="T7" fmla="*/ 33 h 89"/>
                  <a:gd name="T8" fmla="*/ 65 w 77"/>
                  <a:gd name="T9" fmla="*/ 31 h 89"/>
                  <a:gd name="T10" fmla="*/ 67 w 77"/>
                  <a:gd name="T11" fmla="*/ 29 h 89"/>
                  <a:gd name="T12" fmla="*/ 66 w 77"/>
                  <a:gd name="T13" fmla="*/ 27 h 89"/>
                  <a:gd name="T14" fmla="*/ 71 w 77"/>
                  <a:gd name="T15" fmla="*/ 25 h 89"/>
                  <a:gd name="T16" fmla="*/ 73 w 77"/>
                  <a:gd name="T17" fmla="*/ 20 h 89"/>
                  <a:gd name="T18" fmla="*/ 74 w 77"/>
                  <a:gd name="T19" fmla="*/ 16 h 89"/>
                  <a:gd name="T20" fmla="*/ 69 w 77"/>
                  <a:gd name="T21" fmla="*/ 13 h 89"/>
                  <a:gd name="T22" fmla="*/ 65 w 77"/>
                  <a:gd name="T23" fmla="*/ 12 h 89"/>
                  <a:gd name="T24" fmla="*/ 63 w 77"/>
                  <a:gd name="T25" fmla="*/ 8 h 89"/>
                  <a:gd name="T26" fmla="*/ 62 w 77"/>
                  <a:gd name="T27" fmla="*/ 1 h 89"/>
                  <a:gd name="T28" fmla="*/ 58 w 77"/>
                  <a:gd name="T29" fmla="*/ 3 h 89"/>
                  <a:gd name="T30" fmla="*/ 59 w 77"/>
                  <a:gd name="T31" fmla="*/ 6 h 89"/>
                  <a:gd name="T32" fmla="*/ 54 w 77"/>
                  <a:gd name="T33" fmla="*/ 8 h 89"/>
                  <a:gd name="T34" fmla="*/ 46 w 77"/>
                  <a:gd name="T35" fmla="*/ 17 h 89"/>
                  <a:gd name="T36" fmla="*/ 38 w 77"/>
                  <a:gd name="T37" fmla="*/ 22 h 89"/>
                  <a:gd name="T38" fmla="*/ 33 w 77"/>
                  <a:gd name="T39" fmla="*/ 30 h 89"/>
                  <a:gd name="T40" fmla="*/ 22 w 77"/>
                  <a:gd name="T41" fmla="*/ 36 h 89"/>
                  <a:gd name="T42" fmla="*/ 17 w 77"/>
                  <a:gd name="T43" fmla="*/ 41 h 89"/>
                  <a:gd name="T44" fmla="*/ 16 w 77"/>
                  <a:gd name="T45" fmla="*/ 46 h 89"/>
                  <a:gd name="T46" fmla="*/ 7 w 77"/>
                  <a:gd name="T47" fmla="*/ 42 h 89"/>
                  <a:gd name="T48" fmla="*/ 5 w 77"/>
                  <a:gd name="T49" fmla="*/ 43 h 89"/>
                  <a:gd name="T50" fmla="*/ 1 w 77"/>
                  <a:gd name="T51" fmla="*/ 51 h 89"/>
                  <a:gd name="T52" fmla="*/ 1 w 77"/>
                  <a:gd name="T53" fmla="*/ 59 h 89"/>
                  <a:gd name="T54" fmla="*/ 2 w 77"/>
                  <a:gd name="T55" fmla="*/ 64 h 89"/>
                  <a:gd name="T56" fmla="*/ 4 w 77"/>
                  <a:gd name="T57" fmla="*/ 66 h 89"/>
                  <a:gd name="T58" fmla="*/ 8 w 77"/>
                  <a:gd name="T59" fmla="*/ 67 h 89"/>
                  <a:gd name="T60" fmla="*/ 8 w 77"/>
                  <a:gd name="T61" fmla="*/ 73 h 89"/>
                  <a:gd name="T62" fmla="*/ 12 w 77"/>
                  <a:gd name="T63" fmla="*/ 81 h 89"/>
                  <a:gd name="T64" fmla="*/ 18 w 77"/>
                  <a:gd name="T65" fmla="*/ 81 h 89"/>
                  <a:gd name="T66" fmla="*/ 22 w 77"/>
                  <a:gd name="T67" fmla="*/ 84 h 89"/>
                  <a:gd name="T68" fmla="*/ 27 w 77"/>
                  <a:gd name="T69" fmla="*/ 84 h 89"/>
                  <a:gd name="T70" fmla="*/ 32 w 77"/>
                  <a:gd name="T71" fmla="*/ 82 h 89"/>
                  <a:gd name="T72" fmla="*/ 35 w 77"/>
                  <a:gd name="T73" fmla="*/ 84 h 89"/>
                  <a:gd name="T74" fmla="*/ 40 w 77"/>
                  <a:gd name="T75" fmla="*/ 85 h 89"/>
                  <a:gd name="T76" fmla="*/ 44 w 77"/>
                  <a:gd name="T77" fmla="*/ 89 h 89"/>
                  <a:gd name="T78" fmla="*/ 52 w 77"/>
                  <a:gd name="T79" fmla="*/ 85 h 89"/>
                  <a:gd name="T80" fmla="*/ 56 w 77"/>
                  <a:gd name="T81" fmla="*/ 86 h 89"/>
                  <a:gd name="T82" fmla="*/ 53 w 77"/>
                  <a:gd name="T83" fmla="*/ 83 h 89"/>
                  <a:gd name="T84" fmla="*/ 56 w 77"/>
                  <a:gd name="T85" fmla="*/ 78 h 89"/>
                  <a:gd name="T86" fmla="*/ 56 w 77"/>
                  <a:gd name="T87" fmla="*/ 74 h 89"/>
                  <a:gd name="T88" fmla="*/ 55 w 77"/>
                  <a:gd name="T89" fmla="*/ 72 h 89"/>
                  <a:gd name="T90" fmla="*/ 59 w 77"/>
                  <a:gd name="T91" fmla="*/ 68 h 89"/>
                  <a:gd name="T92" fmla="*/ 63 w 77"/>
                  <a:gd name="T93" fmla="*/ 59 h 89"/>
                  <a:gd name="T94" fmla="*/ 66 w 77"/>
                  <a:gd name="T95" fmla="*/ 52 h 89"/>
                  <a:gd name="T96" fmla="*/ 71 w 77"/>
                  <a:gd name="T97" fmla="*/ 53 h 89"/>
                  <a:gd name="T98" fmla="*/ 64 w 77"/>
                  <a:gd name="T99" fmla="*/ 27 h 89"/>
                  <a:gd name="T100" fmla="*/ 46 w 77"/>
                  <a:gd name="T101" fmla="*/ 20 h 89"/>
                  <a:gd name="T102" fmla="*/ 63 w 77"/>
                  <a:gd name="T103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" h="89">
                    <a:moveTo>
                      <a:pt x="71" y="53"/>
                    </a:moveTo>
                    <a:cubicBezTo>
                      <a:pt x="72" y="52"/>
                      <a:pt x="72" y="52"/>
                      <a:pt x="72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4" y="52"/>
                      <a:pt x="74" y="52"/>
                      <a:pt x="74" y="52"/>
                    </a:cubicBezTo>
                    <a:cubicBezTo>
                      <a:pt x="75" y="50"/>
                      <a:pt x="75" y="50"/>
                      <a:pt x="75" y="50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2"/>
                      <a:pt x="2" y="62"/>
                      <a:pt x="2" y="62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4" y="67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6" y="81"/>
                      <a:pt x="16" y="81"/>
                      <a:pt x="16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31" y="82"/>
                      <a:pt x="31" y="82"/>
                      <a:pt x="31" y="82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1" y="88"/>
                      <a:pt x="51" y="88"/>
                      <a:pt x="51" y="88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2"/>
                      <a:pt x="54" y="82"/>
                      <a:pt x="54" y="82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3" y="82"/>
                      <a:pt x="53" y="82"/>
                      <a:pt x="53" y="82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6" y="78"/>
                      <a:pt x="56" y="78"/>
                      <a:pt x="56" y="78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2"/>
                      <a:pt x="69" y="52"/>
                      <a:pt x="69" y="52"/>
                    </a:cubicBezTo>
                    <a:lnTo>
                      <a:pt x="71" y="53"/>
                    </a:lnTo>
                    <a:close/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6"/>
                      <a:pt x="64" y="26"/>
                      <a:pt x="64" y="26"/>
                    </a:cubicBezTo>
                    <a:close/>
                    <a:moveTo>
                      <a:pt x="46" y="20"/>
                    </a:move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20"/>
                      <a:pt x="46" y="20"/>
                      <a:pt x="46" y="20"/>
                    </a:cubicBezTo>
                    <a:close/>
                    <a:moveTo>
                      <a:pt x="63" y="30"/>
                    </a:move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1"/>
                      <a:pt x="63" y="31"/>
                      <a:pt x="63" y="31"/>
                    </a:cubicBezTo>
                    <a:lnTo>
                      <a:pt x="6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0" name="Freeform 6269">
                <a:extLst>
                  <a:ext uri="{FF2B5EF4-FFF2-40B4-BE49-F238E27FC236}">
                    <a16:creationId xmlns:a16="http://schemas.microsoft.com/office/drawing/2014/main" id="{61310C3B-7EB9-43FB-A043-6E103C61B0F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83"/>
                <a:ext cx="8" cy="3"/>
              </a:xfrm>
              <a:custGeom>
                <a:avLst/>
                <a:gdLst>
                  <a:gd name="T0" fmla="*/ 4 w 8"/>
                  <a:gd name="T1" fmla="*/ 0 h 3"/>
                  <a:gd name="T2" fmla="*/ 0 w 8"/>
                  <a:gd name="T3" fmla="*/ 0 h 3"/>
                  <a:gd name="T4" fmla="*/ 4 w 8"/>
                  <a:gd name="T5" fmla="*/ 3 h 3"/>
                  <a:gd name="T6" fmla="*/ 8 w 8"/>
                  <a:gd name="T7" fmla="*/ 3 h 3"/>
                  <a:gd name="T8" fmla="*/ 4 w 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8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1" name="Freeform 6270">
                <a:extLst>
                  <a:ext uri="{FF2B5EF4-FFF2-40B4-BE49-F238E27FC236}">
                    <a16:creationId xmlns:a16="http://schemas.microsoft.com/office/drawing/2014/main" id="{167EC698-0788-4EC8-8F39-1EE1331890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8" y="2870"/>
                <a:ext cx="20" cy="7"/>
              </a:xfrm>
              <a:custGeom>
                <a:avLst/>
                <a:gdLst>
                  <a:gd name="T0" fmla="*/ 20 w 20"/>
                  <a:gd name="T1" fmla="*/ 5 h 7"/>
                  <a:gd name="T2" fmla="*/ 20 w 20"/>
                  <a:gd name="T3" fmla="*/ 1 h 7"/>
                  <a:gd name="T4" fmla="*/ 17 w 20"/>
                  <a:gd name="T5" fmla="*/ 0 h 7"/>
                  <a:gd name="T6" fmla="*/ 11 w 20"/>
                  <a:gd name="T7" fmla="*/ 0 h 7"/>
                  <a:gd name="T8" fmla="*/ 9 w 20"/>
                  <a:gd name="T9" fmla="*/ 1 h 7"/>
                  <a:gd name="T10" fmla="*/ 5 w 20"/>
                  <a:gd name="T11" fmla="*/ 1 h 7"/>
                  <a:gd name="T12" fmla="*/ 4 w 20"/>
                  <a:gd name="T13" fmla="*/ 3 h 7"/>
                  <a:gd name="T14" fmla="*/ 4 w 20"/>
                  <a:gd name="T15" fmla="*/ 3 h 7"/>
                  <a:gd name="T16" fmla="*/ 0 w 20"/>
                  <a:gd name="T17" fmla="*/ 5 h 7"/>
                  <a:gd name="T18" fmla="*/ 7 w 20"/>
                  <a:gd name="T19" fmla="*/ 7 h 7"/>
                  <a:gd name="T20" fmla="*/ 11 w 20"/>
                  <a:gd name="T21" fmla="*/ 7 h 7"/>
                  <a:gd name="T22" fmla="*/ 15 w 20"/>
                  <a:gd name="T23" fmla="*/ 7 h 7"/>
                  <a:gd name="T24" fmla="*/ 15 w 20"/>
                  <a:gd name="T25" fmla="*/ 5 h 7"/>
                  <a:gd name="T26" fmla="*/ 17 w 20"/>
                  <a:gd name="T27" fmla="*/ 7 h 7"/>
                  <a:gd name="T28" fmla="*/ 20 w 20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7">
                    <a:moveTo>
                      <a:pt x="20" y="5"/>
                    </a:moveTo>
                    <a:lnTo>
                      <a:pt x="20" y="1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7" y="7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2" name="Freeform 6271">
                <a:extLst>
                  <a:ext uri="{FF2B5EF4-FFF2-40B4-BE49-F238E27FC236}">
                    <a16:creationId xmlns:a16="http://schemas.microsoft.com/office/drawing/2014/main" id="{A3F8B93B-2E78-428D-A68E-C7A18D8FA0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31" y="2836"/>
                <a:ext cx="33" cy="56"/>
              </a:xfrm>
              <a:custGeom>
                <a:avLst/>
                <a:gdLst>
                  <a:gd name="T0" fmla="*/ 9 w 33"/>
                  <a:gd name="T1" fmla="*/ 30 h 56"/>
                  <a:gd name="T2" fmla="*/ 11 w 33"/>
                  <a:gd name="T3" fmla="*/ 32 h 56"/>
                  <a:gd name="T4" fmla="*/ 15 w 33"/>
                  <a:gd name="T5" fmla="*/ 32 h 56"/>
                  <a:gd name="T6" fmla="*/ 16 w 33"/>
                  <a:gd name="T7" fmla="*/ 34 h 56"/>
                  <a:gd name="T8" fmla="*/ 22 w 33"/>
                  <a:gd name="T9" fmla="*/ 32 h 56"/>
                  <a:gd name="T10" fmla="*/ 26 w 33"/>
                  <a:gd name="T11" fmla="*/ 35 h 56"/>
                  <a:gd name="T12" fmla="*/ 33 w 33"/>
                  <a:gd name="T13" fmla="*/ 39 h 56"/>
                  <a:gd name="T14" fmla="*/ 31 w 33"/>
                  <a:gd name="T15" fmla="*/ 35 h 56"/>
                  <a:gd name="T16" fmla="*/ 20 w 33"/>
                  <a:gd name="T17" fmla="*/ 30 h 56"/>
                  <a:gd name="T18" fmla="*/ 20 w 33"/>
                  <a:gd name="T19" fmla="*/ 30 h 56"/>
                  <a:gd name="T20" fmla="*/ 20 w 33"/>
                  <a:gd name="T21" fmla="*/ 28 h 56"/>
                  <a:gd name="T22" fmla="*/ 15 w 33"/>
                  <a:gd name="T23" fmla="*/ 24 h 56"/>
                  <a:gd name="T24" fmla="*/ 15 w 33"/>
                  <a:gd name="T25" fmla="*/ 24 h 56"/>
                  <a:gd name="T26" fmla="*/ 13 w 33"/>
                  <a:gd name="T27" fmla="*/ 24 h 56"/>
                  <a:gd name="T28" fmla="*/ 15 w 33"/>
                  <a:gd name="T29" fmla="*/ 22 h 56"/>
                  <a:gd name="T30" fmla="*/ 20 w 33"/>
                  <a:gd name="T31" fmla="*/ 20 h 56"/>
                  <a:gd name="T32" fmla="*/ 22 w 33"/>
                  <a:gd name="T33" fmla="*/ 15 h 56"/>
                  <a:gd name="T34" fmla="*/ 22 w 33"/>
                  <a:gd name="T35" fmla="*/ 13 h 56"/>
                  <a:gd name="T36" fmla="*/ 20 w 33"/>
                  <a:gd name="T37" fmla="*/ 11 h 56"/>
                  <a:gd name="T38" fmla="*/ 15 w 33"/>
                  <a:gd name="T39" fmla="*/ 13 h 56"/>
                  <a:gd name="T40" fmla="*/ 11 w 33"/>
                  <a:gd name="T41" fmla="*/ 15 h 56"/>
                  <a:gd name="T42" fmla="*/ 11 w 33"/>
                  <a:gd name="T43" fmla="*/ 9 h 56"/>
                  <a:gd name="T44" fmla="*/ 7 w 33"/>
                  <a:gd name="T45" fmla="*/ 9 h 56"/>
                  <a:gd name="T46" fmla="*/ 7 w 33"/>
                  <a:gd name="T47" fmla="*/ 7 h 56"/>
                  <a:gd name="T48" fmla="*/ 9 w 33"/>
                  <a:gd name="T49" fmla="*/ 6 h 56"/>
                  <a:gd name="T50" fmla="*/ 11 w 33"/>
                  <a:gd name="T51" fmla="*/ 2 h 56"/>
                  <a:gd name="T52" fmla="*/ 11 w 33"/>
                  <a:gd name="T53" fmla="*/ 9 h 56"/>
                  <a:gd name="T54" fmla="*/ 15 w 33"/>
                  <a:gd name="T55" fmla="*/ 7 h 56"/>
                  <a:gd name="T56" fmla="*/ 16 w 33"/>
                  <a:gd name="T57" fmla="*/ 7 h 56"/>
                  <a:gd name="T58" fmla="*/ 20 w 33"/>
                  <a:gd name="T59" fmla="*/ 4 h 56"/>
                  <a:gd name="T60" fmla="*/ 18 w 33"/>
                  <a:gd name="T61" fmla="*/ 2 h 56"/>
                  <a:gd name="T62" fmla="*/ 15 w 33"/>
                  <a:gd name="T63" fmla="*/ 0 h 56"/>
                  <a:gd name="T64" fmla="*/ 13 w 33"/>
                  <a:gd name="T65" fmla="*/ 2 h 56"/>
                  <a:gd name="T66" fmla="*/ 11 w 33"/>
                  <a:gd name="T67" fmla="*/ 2 h 56"/>
                  <a:gd name="T68" fmla="*/ 11 w 33"/>
                  <a:gd name="T69" fmla="*/ 2 h 56"/>
                  <a:gd name="T70" fmla="*/ 7 w 33"/>
                  <a:gd name="T71" fmla="*/ 4 h 56"/>
                  <a:gd name="T72" fmla="*/ 1 w 33"/>
                  <a:gd name="T73" fmla="*/ 7 h 56"/>
                  <a:gd name="T74" fmla="*/ 1 w 33"/>
                  <a:gd name="T75" fmla="*/ 11 h 56"/>
                  <a:gd name="T76" fmla="*/ 1 w 33"/>
                  <a:gd name="T77" fmla="*/ 15 h 56"/>
                  <a:gd name="T78" fmla="*/ 0 w 33"/>
                  <a:gd name="T79" fmla="*/ 15 h 56"/>
                  <a:gd name="T80" fmla="*/ 0 w 33"/>
                  <a:gd name="T81" fmla="*/ 20 h 56"/>
                  <a:gd name="T82" fmla="*/ 1 w 33"/>
                  <a:gd name="T83" fmla="*/ 22 h 56"/>
                  <a:gd name="T84" fmla="*/ 1 w 33"/>
                  <a:gd name="T85" fmla="*/ 24 h 56"/>
                  <a:gd name="T86" fmla="*/ 1 w 33"/>
                  <a:gd name="T87" fmla="*/ 26 h 56"/>
                  <a:gd name="T88" fmla="*/ 0 w 33"/>
                  <a:gd name="T89" fmla="*/ 30 h 56"/>
                  <a:gd name="T90" fmla="*/ 3 w 33"/>
                  <a:gd name="T91" fmla="*/ 32 h 56"/>
                  <a:gd name="T92" fmla="*/ 3 w 33"/>
                  <a:gd name="T93" fmla="*/ 34 h 56"/>
                  <a:gd name="T94" fmla="*/ 3 w 33"/>
                  <a:gd name="T95" fmla="*/ 34 h 56"/>
                  <a:gd name="T96" fmla="*/ 1 w 33"/>
                  <a:gd name="T97" fmla="*/ 37 h 56"/>
                  <a:gd name="T98" fmla="*/ 3 w 33"/>
                  <a:gd name="T99" fmla="*/ 41 h 56"/>
                  <a:gd name="T100" fmla="*/ 7 w 33"/>
                  <a:gd name="T101" fmla="*/ 43 h 56"/>
                  <a:gd name="T102" fmla="*/ 9 w 33"/>
                  <a:gd name="T103" fmla="*/ 47 h 56"/>
                  <a:gd name="T104" fmla="*/ 11 w 33"/>
                  <a:gd name="T105" fmla="*/ 48 h 56"/>
                  <a:gd name="T106" fmla="*/ 13 w 33"/>
                  <a:gd name="T107" fmla="*/ 56 h 56"/>
                  <a:gd name="T108" fmla="*/ 15 w 33"/>
                  <a:gd name="T109" fmla="*/ 48 h 56"/>
                  <a:gd name="T110" fmla="*/ 16 w 33"/>
                  <a:gd name="T111" fmla="*/ 48 h 56"/>
                  <a:gd name="T112" fmla="*/ 15 w 33"/>
                  <a:gd name="T113" fmla="*/ 45 h 56"/>
                  <a:gd name="T114" fmla="*/ 11 w 33"/>
                  <a:gd name="T115" fmla="*/ 43 h 56"/>
                  <a:gd name="T116" fmla="*/ 11 w 33"/>
                  <a:gd name="T117" fmla="*/ 39 h 56"/>
                  <a:gd name="T118" fmla="*/ 7 w 33"/>
                  <a:gd name="T119" fmla="*/ 35 h 56"/>
                  <a:gd name="T120" fmla="*/ 7 w 33"/>
                  <a:gd name="T121" fmla="*/ 30 h 56"/>
                  <a:gd name="T122" fmla="*/ 9 w 33"/>
                  <a:gd name="T123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" h="56">
                    <a:moveTo>
                      <a:pt x="9" y="30"/>
                    </a:moveTo>
                    <a:lnTo>
                      <a:pt x="11" y="32"/>
                    </a:lnTo>
                    <a:lnTo>
                      <a:pt x="15" y="32"/>
                    </a:lnTo>
                    <a:lnTo>
                      <a:pt x="16" y="34"/>
                    </a:lnTo>
                    <a:lnTo>
                      <a:pt x="22" y="32"/>
                    </a:lnTo>
                    <a:lnTo>
                      <a:pt x="26" y="35"/>
                    </a:lnTo>
                    <a:lnTo>
                      <a:pt x="33" y="39"/>
                    </a:lnTo>
                    <a:lnTo>
                      <a:pt x="31" y="35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5" y="22"/>
                    </a:lnTo>
                    <a:lnTo>
                      <a:pt x="20" y="20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5" y="13"/>
                    </a:lnTo>
                    <a:lnTo>
                      <a:pt x="11" y="15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2"/>
                    </a:lnTo>
                    <a:lnTo>
                      <a:pt x="11" y="9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1" y="7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1" y="24"/>
                    </a:lnTo>
                    <a:lnTo>
                      <a:pt x="1" y="26"/>
                    </a:lnTo>
                    <a:lnTo>
                      <a:pt x="0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1" y="37"/>
                    </a:lnTo>
                    <a:lnTo>
                      <a:pt x="3" y="41"/>
                    </a:lnTo>
                    <a:lnTo>
                      <a:pt x="7" y="43"/>
                    </a:lnTo>
                    <a:lnTo>
                      <a:pt x="9" y="47"/>
                    </a:lnTo>
                    <a:lnTo>
                      <a:pt x="11" y="48"/>
                    </a:lnTo>
                    <a:lnTo>
                      <a:pt x="13" y="56"/>
                    </a:lnTo>
                    <a:lnTo>
                      <a:pt x="15" y="48"/>
                    </a:lnTo>
                    <a:lnTo>
                      <a:pt x="16" y="48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1" y="39"/>
                    </a:lnTo>
                    <a:lnTo>
                      <a:pt x="7" y="35"/>
                    </a:lnTo>
                    <a:lnTo>
                      <a:pt x="7" y="30"/>
                    </a:lnTo>
                    <a:lnTo>
                      <a:pt x="9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3" name="Freeform 6272">
                <a:extLst>
                  <a:ext uri="{FF2B5EF4-FFF2-40B4-BE49-F238E27FC236}">
                    <a16:creationId xmlns:a16="http://schemas.microsoft.com/office/drawing/2014/main" id="{497A5992-7F38-4F53-8CBC-82FC0CF31E8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31" y="2890"/>
                <a:ext cx="34" cy="7"/>
              </a:xfrm>
              <a:custGeom>
                <a:avLst/>
                <a:gdLst>
                  <a:gd name="T0" fmla="*/ 6 w 18"/>
                  <a:gd name="T1" fmla="*/ 2 h 4"/>
                  <a:gd name="T2" fmla="*/ 6 w 18"/>
                  <a:gd name="T3" fmla="*/ 2 h 4"/>
                  <a:gd name="T4" fmla="*/ 6 w 18"/>
                  <a:gd name="T5" fmla="*/ 2 h 4"/>
                  <a:gd name="T6" fmla="*/ 9 w 18"/>
                  <a:gd name="T7" fmla="*/ 4 h 4"/>
                  <a:gd name="T8" fmla="*/ 13 w 18"/>
                  <a:gd name="T9" fmla="*/ 4 h 4"/>
                  <a:gd name="T10" fmla="*/ 16 w 18"/>
                  <a:gd name="T11" fmla="*/ 4 h 4"/>
                  <a:gd name="T12" fmla="*/ 18 w 18"/>
                  <a:gd name="T13" fmla="*/ 2 h 4"/>
                  <a:gd name="T14" fmla="*/ 14 w 18"/>
                  <a:gd name="T15" fmla="*/ 1 h 4"/>
                  <a:gd name="T16" fmla="*/ 13 w 18"/>
                  <a:gd name="T17" fmla="*/ 2 h 4"/>
                  <a:gd name="T18" fmla="*/ 11 w 18"/>
                  <a:gd name="T19" fmla="*/ 1 h 4"/>
                  <a:gd name="T20" fmla="*/ 9 w 18"/>
                  <a:gd name="T21" fmla="*/ 2 h 4"/>
                  <a:gd name="T22" fmla="*/ 7 w 18"/>
                  <a:gd name="T23" fmla="*/ 1 h 4"/>
                  <a:gd name="T24" fmla="*/ 8 w 18"/>
                  <a:gd name="T25" fmla="*/ 0 h 4"/>
                  <a:gd name="T26" fmla="*/ 0 w 18"/>
                  <a:gd name="T27" fmla="*/ 0 h 4"/>
                  <a:gd name="T28" fmla="*/ 4 w 18"/>
                  <a:gd name="T29" fmla="*/ 2 h 4"/>
                  <a:gd name="T30" fmla="*/ 6 w 18"/>
                  <a:gd name="T31" fmla="*/ 1 h 4"/>
                  <a:gd name="T32" fmla="*/ 6 w 18"/>
                  <a:gd name="T3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4" name="Freeform 6273">
                <a:extLst>
                  <a:ext uri="{FF2B5EF4-FFF2-40B4-BE49-F238E27FC236}">
                    <a16:creationId xmlns:a16="http://schemas.microsoft.com/office/drawing/2014/main" id="{0CD47998-4C82-4E31-B534-AAC12A5B63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20" y="2944"/>
                <a:ext cx="13" cy="24"/>
              </a:xfrm>
              <a:custGeom>
                <a:avLst/>
                <a:gdLst>
                  <a:gd name="T0" fmla="*/ 11 w 13"/>
                  <a:gd name="T1" fmla="*/ 0 h 24"/>
                  <a:gd name="T2" fmla="*/ 7 w 13"/>
                  <a:gd name="T3" fmla="*/ 2 h 24"/>
                  <a:gd name="T4" fmla="*/ 7 w 13"/>
                  <a:gd name="T5" fmla="*/ 2 h 24"/>
                  <a:gd name="T6" fmla="*/ 7 w 13"/>
                  <a:gd name="T7" fmla="*/ 2 h 24"/>
                  <a:gd name="T8" fmla="*/ 6 w 13"/>
                  <a:gd name="T9" fmla="*/ 4 h 24"/>
                  <a:gd name="T10" fmla="*/ 0 w 13"/>
                  <a:gd name="T11" fmla="*/ 6 h 24"/>
                  <a:gd name="T12" fmla="*/ 4 w 13"/>
                  <a:gd name="T13" fmla="*/ 6 h 24"/>
                  <a:gd name="T14" fmla="*/ 2 w 13"/>
                  <a:gd name="T15" fmla="*/ 8 h 24"/>
                  <a:gd name="T16" fmla="*/ 6 w 13"/>
                  <a:gd name="T17" fmla="*/ 8 h 24"/>
                  <a:gd name="T18" fmla="*/ 6 w 13"/>
                  <a:gd name="T19" fmla="*/ 9 h 24"/>
                  <a:gd name="T20" fmla="*/ 2 w 13"/>
                  <a:gd name="T21" fmla="*/ 9 h 24"/>
                  <a:gd name="T22" fmla="*/ 2 w 13"/>
                  <a:gd name="T23" fmla="*/ 11 h 24"/>
                  <a:gd name="T24" fmla="*/ 0 w 13"/>
                  <a:gd name="T25" fmla="*/ 9 h 24"/>
                  <a:gd name="T26" fmla="*/ 2 w 13"/>
                  <a:gd name="T27" fmla="*/ 15 h 24"/>
                  <a:gd name="T28" fmla="*/ 2 w 13"/>
                  <a:gd name="T29" fmla="*/ 17 h 24"/>
                  <a:gd name="T30" fmla="*/ 2 w 13"/>
                  <a:gd name="T31" fmla="*/ 17 h 24"/>
                  <a:gd name="T32" fmla="*/ 2 w 13"/>
                  <a:gd name="T33" fmla="*/ 22 h 24"/>
                  <a:gd name="T34" fmla="*/ 4 w 13"/>
                  <a:gd name="T35" fmla="*/ 24 h 24"/>
                  <a:gd name="T36" fmla="*/ 6 w 13"/>
                  <a:gd name="T37" fmla="*/ 22 h 24"/>
                  <a:gd name="T38" fmla="*/ 7 w 13"/>
                  <a:gd name="T39" fmla="*/ 22 h 24"/>
                  <a:gd name="T40" fmla="*/ 7 w 13"/>
                  <a:gd name="T41" fmla="*/ 24 h 24"/>
                  <a:gd name="T42" fmla="*/ 7 w 13"/>
                  <a:gd name="T43" fmla="*/ 22 h 24"/>
                  <a:gd name="T44" fmla="*/ 9 w 13"/>
                  <a:gd name="T45" fmla="*/ 21 h 24"/>
                  <a:gd name="T46" fmla="*/ 9 w 13"/>
                  <a:gd name="T47" fmla="*/ 19 h 24"/>
                  <a:gd name="T48" fmla="*/ 11 w 13"/>
                  <a:gd name="T49" fmla="*/ 19 h 24"/>
                  <a:gd name="T50" fmla="*/ 9 w 13"/>
                  <a:gd name="T51" fmla="*/ 21 h 24"/>
                  <a:gd name="T52" fmla="*/ 11 w 13"/>
                  <a:gd name="T53" fmla="*/ 22 h 24"/>
                  <a:gd name="T54" fmla="*/ 13 w 13"/>
                  <a:gd name="T55" fmla="*/ 21 h 24"/>
                  <a:gd name="T56" fmla="*/ 13 w 13"/>
                  <a:gd name="T57" fmla="*/ 17 h 24"/>
                  <a:gd name="T58" fmla="*/ 11 w 13"/>
                  <a:gd name="T59" fmla="*/ 17 h 24"/>
                  <a:gd name="T60" fmla="*/ 11 w 13"/>
                  <a:gd name="T61" fmla="*/ 15 h 24"/>
                  <a:gd name="T62" fmla="*/ 11 w 13"/>
                  <a:gd name="T63" fmla="*/ 15 h 24"/>
                  <a:gd name="T64" fmla="*/ 13 w 13"/>
                  <a:gd name="T65" fmla="*/ 13 h 24"/>
                  <a:gd name="T66" fmla="*/ 13 w 13"/>
                  <a:gd name="T67" fmla="*/ 11 h 24"/>
                  <a:gd name="T68" fmla="*/ 13 w 13"/>
                  <a:gd name="T69" fmla="*/ 11 h 24"/>
                  <a:gd name="T70" fmla="*/ 13 w 13"/>
                  <a:gd name="T71" fmla="*/ 9 h 24"/>
                  <a:gd name="T72" fmla="*/ 11 w 13"/>
                  <a:gd name="T73" fmla="*/ 8 h 24"/>
                  <a:gd name="T74" fmla="*/ 13 w 13"/>
                  <a:gd name="T75" fmla="*/ 8 h 24"/>
                  <a:gd name="T76" fmla="*/ 13 w 13"/>
                  <a:gd name="T77" fmla="*/ 4 h 24"/>
                  <a:gd name="T78" fmla="*/ 13 w 13"/>
                  <a:gd name="T79" fmla="*/ 6 h 24"/>
                  <a:gd name="T80" fmla="*/ 11 w 13"/>
                  <a:gd name="T8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9" y="21"/>
                    </a:lnTo>
                    <a:lnTo>
                      <a:pt x="11" y="22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5" name="Freeform 6274">
                <a:extLst>
                  <a:ext uri="{FF2B5EF4-FFF2-40B4-BE49-F238E27FC236}">
                    <a16:creationId xmlns:a16="http://schemas.microsoft.com/office/drawing/2014/main" id="{F2C490A8-7094-4FB2-918E-366A7BE9E3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9" y="2942"/>
                <a:ext cx="14" cy="13"/>
              </a:xfrm>
              <a:custGeom>
                <a:avLst/>
                <a:gdLst>
                  <a:gd name="T0" fmla="*/ 6 w 14"/>
                  <a:gd name="T1" fmla="*/ 13 h 13"/>
                  <a:gd name="T2" fmla="*/ 6 w 14"/>
                  <a:gd name="T3" fmla="*/ 13 h 13"/>
                  <a:gd name="T4" fmla="*/ 6 w 14"/>
                  <a:gd name="T5" fmla="*/ 13 h 13"/>
                  <a:gd name="T6" fmla="*/ 10 w 14"/>
                  <a:gd name="T7" fmla="*/ 11 h 13"/>
                  <a:gd name="T8" fmla="*/ 12 w 14"/>
                  <a:gd name="T9" fmla="*/ 6 h 13"/>
                  <a:gd name="T10" fmla="*/ 14 w 14"/>
                  <a:gd name="T11" fmla="*/ 0 h 13"/>
                  <a:gd name="T12" fmla="*/ 8 w 14"/>
                  <a:gd name="T13" fmla="*/ 4 h 13"/>
                  <a:gd name="T14" fmla="*/ 6 w 14"/>
                  <a:gd name="T15" fmla="*/ 8 h 13"/>
                  <a:gd name="T16" fmla="*/ 0 w 14"/>
                  <a:gd name="T17" fmla="*/ 0 h 13"/>
                  <a:gd name="T18" fmla="*/ 4 w 14"/>
                  <a:gd name="T19" fmla="*/ 8 h 13"/>
                  <a:gd name="T20" fmla="*/ 4 w 14"/>
                  <a:gd name="T21" fmla="*/ 11 h 13"/>
                  <a:gd name="T22" fmla="*/ 4 w 14"/>
                  <a:gd name="T23" fmla="*/ 11 h 13"/>
                  <a:gd name="T24" fmla="*/ 4 w 14"/>
                  <a:gd name="T25" fmla="*/ 13 h 13"/>
                  <a:gd name="T26" fmla="*/ 6 w 14"/>
                  <a:gd name="T2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lnTo>
                      <a:pt x="6" y="13"/>
                    </a:lnTo>
                    <a:lnTo>
                      <a:pt x="6" y="13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6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6" name="Freeform 6275">
                <a:extLst>
                  <a:ext uri="{FF2B5EF4-FFF2-40B4-BE49-F238E27FC236}">
                    <a16:creationId xmlns:a16="http://schemas.microsoft.com/office/drawing/2014/main" id="{8149B6AF-A1A8-4C60-9C9A-F0165CB908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88" y="2894"/>
                <a:ext cx="33" cy="13"/>
              </a:xfrm>
              <a:custGeom>
                <a:avLst/>
                <a:gdLst>
                  <a:gd name="T0" fmla="*/ 20 w 33"/>
                  <a:gd name="T1" fmla="*/ 5 h 13"/>
                  <a:gd name="T2" fmla="*/ 20 w 33"/>
                  <a:gd name="T3" fmla="*/ 9 h 13"/>
                  <a:gd name="T4" fmla="*/ 22 w 33"/>
                  <a:gd name="T5" fmla="*/ 13 h 13"/>
                  <a:gd name="T6" fmla="*/ 24 w 33"/>
                  <a:gd name="T7" fmla="*/ 13 h 13"/>
                  <a:gd name="T8" fmla="*/ 24 w 33"/>
                  <a:gd name="T9" fmla="*/ 11 h 13"/>
                  <a:gd name="T10" fmla="*/ 22 w 33"/>
                  <a:gd name="T11" fmla="*/ 7 h 13"/>
                  <a:gd name="T12" fmla="*/ 22 w 33"/>
                  <a:gd name="T13" fmla="*/ 5 h 13"/>
                  <a:gd name="T14" fmla="*/ 33 w 33"/>
                  <a:gd name="T15" fmla="*/ 2 h 13"/>
                  <a:gd name="T16" fmla="*/ 28 w 33"/>
                  <a:gd name="T17" fmla="*/ 2 h 13"/>
                  <a:gd name="T18" fmla="*/ 20 w 33"/>
                  <a:gd name="T19" fmla="*/ 0 h 13"/>
                  <a:gd name="T20" fmla="*/ 18 w 33"/>
                  <a:gd name="T21" fmla="*/ 2 h 13"/>
                  <a:gd name="T22" fmla="*/ 15 w 33"/>
                  <a:gd name="T23" fmla="*/ 0 h 13"/>
                  <a:gd name="T24" fmla="*/ 15 w 33"/>
                  <a:gd name="T25" fmla="*/ 0 h 13"/>
                  <a:gd name="T26" fmla="*/ 15 w 33"/>
                  <a:gd name="T27" fmla="*/ 0 h 13"/>
                  <a:gd name="T28" fmla="*/ 11 w 33"/>
                  <a:gd name="T29" fmla="*/ 0 h 13"/>
                  <a:gd name="T30" fmla="*/ 9 w 33"/>
                  <a:gd name="T31" fmla="*/ 0 h 13"/>
                  <a:gd name="T32" fmla="*/ 9 w 33"/>
                  <a:gd name="T33" fmla="*/ 0 h 13"/>
                  <a:gd name="T34" fmla="*/ 5 w 33"/>
                  <a:gd name="T35" fmla="*/ 0 h 13"/>
                  <a:gd name="T36" fmla="*/ 4 w 33"/>
                  <a:gd name="T37" fmla="*/ 0 h 13"/>
                  <a:gd name="T38" fmla="*/ 2 w 33"/>
                  <a:gd name="T39" fmla="*/ 0 h 13"/>
                  <a:gd name="T40" fmla="*/ 0 w 33"/>
                  <a:gd name="T41" fmla="*/ 2 h 13"/>
                  <a:gd name="T42" fmla="*/ 0 w 33"/>
                  <a:gd name="T43" fmla="*/ 3 h 13"/>
                  <a:gd name="T44" fmla="*/ 0 w 33"/>
                  <a:gd name="T45" fmla="*/ 5 h 13"/>
                  <a:gd name="T46" fmla="*/ 4 w 33"/>
                  <a:gd name="T47" fmla="*/ 7 h 13"/>
                  <a:gd name="T48" fmla="*/ 7 w 33"/>
                  <a:gd name="T49" fmla="*/ 5 h 13"/>
                  <a:gd name="T50" fmla="*/ 9 w 33"/>
                  <a:gd name="T51" fmla="*/ 5 h 13"/>
                  <a:gd name="T52" fmla="*/ 11 w 33"/>
                  <a:gd name="T53" fmla="*/ 3 h 13"/>
                  <a:gd name="T54" fmla="*/ 15 w 33"/>
                  <a:gd name="T55" fmla="*/ 5 h 13"/>
                  <a:gd name="T56" fmla="*/ 15 w 33"/>
                  <a:gd name="T57" fmla="*/ 5 h 13"/>
                  <a:gd name="T58" fmla="*/ 18 w 33"/>
                  <a:gd name="T59" fmla="*/ 5 h 13"/>
                  <a:gd name="T60" fmla="*/ 20 w 33"/>
                  <a:gd name="T6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" h="13">
                    <a:moveTo>
                      <a:pt x="20" y="5"/>
                    </a:moveTo>
                    <a:lnTo>
                      <a:pt x="20" y="9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33" y="2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7" name="Freeform 6276">
                <a:extLst>
                  <a:ext uri="{FF2B5EF4-FFF2-40B4-BE49-F238E27FC236}">
                    <a16:creationId xmlns:a16="http://schemas.microsoft.com/office/drawing/2014/main" id="{C2A5BFA1-3977-4269-828B-F377D2CA05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99" y="2983"/>
                <a:ext cx="6" cy="6"/>
              </a:xfrm>
              <a:custGeom>
                <a:avLst/>
                <a:gdLst>
                  <a:gd name="T0" fmla="*/ 0 w 6"/>
                  <a:gd name="T1" fmla="*/ 4 h 6"/>
                  <a:gd name="T2" fmla="*/ 2 w 6"/>
                  <a:gd name="T3" fmla="*/ 6 h 6"/>
                  <a:gd name="T4" fmla="*/ 6 w 6"/>
                  <a:gd name="T5" fmla="*/ 4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8" name="Freeform 6277">
                <a:extLst>
                  <a:ext uri="{FF2B5EF4-FFF2-40B4-BE49-F238E27FC236}">
                    <a16:creationId xmlns:a16="http://schemas.microsoft.com/office/drawing/2014/main" id="{81D400E6-BC0D-42D6-8EA1-1A0570786A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58" y="2989"/>
                <a:ext cx="67" cy="37"/>
              </a:xfrm>
              <a:custGeom>
                <a:avLst/>
                <a:gdLst>
                  <a:gd name="T0" fmla="*/ 13 w 67"/>
                  <a:gd name="T1" fmla="*/ 30 h 37"/>
                  <a:gd name="T2" fmla="*/ 19 w 67"/>
                  <a:gd name="T3" fmla="*/ 30 h 37"/>
                  <a:gd name="T4" fmla="*/ 22 w 67"/>
                  <a:gd name="T5" fmla="*/ 26 h 37"/>
                  <a:gd name="T6" fmla="*/ 26 w 67"/>
                  <a:gd name="T7" fmla="*/ 26 h 37"/>
                  <a:gd name="T8" fmla="*/ 28 w 67"/>
                  <a:gd name="T9" fmla="*/ 26 h 37"/>
                  <a:gd name="T10" fmla="*/ 30 w 67"/>
                  <a:gd name="T11" fmla="*/ 24 h 37"/>
                  <a:gd name="T12" fmla="*/ 32 w 67"/>
                  <a:gd name="T13" fmla="*/ 20 h 37"/>
                  <a:gd name="T14" fmla="*/ 37 w 67"/>
                  <a:gd name="T15" fmla="*/ 17 h 37"/>
                  <a:gd name="T16" fmla="*/ 39 w 67"/>
                  <a:gd name="T17" fmla="*/ 17 h 37"/>
                  <a:gd name="T18" fmla="*/ 41 w 67"/>
                  <a:gd name="T19" fmla="*/ 15 h 37"/>
                  <a:gd name="T20" fmla="*/ 43 w 67"/>
                  <a:gd name="T21" fmla="*/ 13 h 37"/>
                  <a:gd name="T22" fmla="*/ 45 w 67"/>
                  <a:gd name="T23" fmla="*/ 13 h 37"/>
                  <a:gd name="T24" fmla="*/ 47 w 67"/>
                  <a:gd name="T25" fmla="*/ 13 h 37"/>
                  <a:gd name="T26" fmla="*/ 54 w 67"/>
                  <a:gd name="T27" fmla="*/ 11 h 37"/>
                  <a:gd name="T28" fmla="*/ 58 w 67"/>
                  <a:gd name="T29" fmla="*/ 9 h 37"/>
                  <a:gd name="T30" fmla="*/ 61 w 67"/>
                  <a:gd name="T31" fmla="*/ 7 h 37"/>
                  <a:gd name="T32" fmla="*/ 63 w 67"/>
                  <a:gd name="T33" fmla="*/ 5 h 37"/>
                  <a:gd name="T34" fmla="*/ 63 w 67"/>
                  <a:gd name="T35" fmla="*/ 5 h 37"/>
                  <a:gd name="T36" fmla="*/ 67 w 67"/>
                  <a:gd name="T37" fmla="*/ 4 h 37"/>
                  <a:gd name="T38" fmla="*/ 67 w 67"/>
                  <a:gd name="T39" fmla="*/ 2 h 37"/>
                  <a:gd name="T40" fmla="*/ 65 w 67"/>
                  <a:gd name="T41" fmla="*/ 0 h 37"/>
                  <a:gd name="T42" fmla="*/ 60 w 67"/>
                  <a:gd name="T43" fmla="*/ 2 h 37"/>
                  <a:gd name="T44" fmla="*/ 56 w 67"/>
                  <a:gd name="T45" fmla="*/ 0 h 37"/>
                  <a:gd name="T46" fmla="*/ 54 w 67"/>
                  <a:gd name="T47" fmla="*/ 2 h 37"/>
                  <a:gd name="T48" fmla="*/ 50 w 67"/>
                  <a:gd name="T49" fmla="*/ 2 h 37"/>
                  <a:gd name="T50" fmla="*/ 47 w 67"/>
                  <a:gd name="T51" fmla="*/ 2 h 37"/>
                  <a:gd name="T52" fmla="*/ 41 w 67"/>
                  <a:gd name="T53" fmla="*/ 2 h 37"/>
                  <a:gd name="T54" fmla="*/ 35 w 67"/>
                  <a:gd name="T55" fmla="*/ 5 h 37"/>
                  <a:gd name="T56" fmla="*/ 32 w 67"/>
                  <a:gd name="T57" fmla="*/ 7 h 37"/>
                  <a:gd name="T58" fmla="*/ 28 w 67"/>
                  <a:gd name="T59" fmla="*/ 9 h 37"/>
                  <a:gd name="T60" fmla="*/ 24 w 67"/>
                  <a:gd name="T61" fmla="*/ 9 h 37"/>
                  <a:gd name="T62" fmla="*/ 20 w 67"/>
                  <a:gd name="T63" fmla="*/ 13 h 37"/>
                  <a:gd name="T64" fmla="*/ 19 w 67"/>
                  <a:gd name="T65" fmla="*/ 13 h 37"/>
                  <a:gd name="T66" fmla="*/ 17 w 67"/>
                  <a:gd name="T67" fmla="*/ 17 h 37"/>
                  <a:gd name="T68" fmla="*/ 15 w 67"/>
                  <a:gd name="T69" fmla="*/ 20 h 37"/>
                  <a:gd name="T70" fmla="*/ 13 w 67"/>
                  <a:gd name="T71" fmla="*/ 22 h 37"/>
                  <a:gd name="T72" fmla="*/ 13 w 67"/>
                  <a:gd name="T73" fmla="*/ 22 h 37"/>
                  <a:gd name="T74" fmla="*/ 13 w 67"/>
                  <a:gd name="T75" fmla="*/ 24 h 37"/>
                  <a:gd name="T76" fmla="*/ 11 w 67"/>
                  <a:gd name="T77" fmla="*/ 24 h 37"/>
                  <a:gd name="T78" fmla="*/ 7 w 67"/>
                  <a:gd name="T79" fmla="*/ 28 h 37"/>
                  <a:gd name="T80" fmla="*/ 11 w 67"/>
                  <a:gd name="T81" fmla="*/ 28 h 37"/>
                  <a:gd name="T82" fmla="*/ 7 w 67"/>
                  <a:gd name="T83" fmla="*/ 30 h 37"/>
                  <a:gd name="T84" fmla="*/ 7 w 67"/>
                  <a:gd name="T85" fmla="*/ 30 h 37"/>
                  <a:gd name="T86" fmla="*/ 4 w 67"/>
                  <a:gd name="T87" fmla="*/ 32 h 37"/>
                  <a:gd name="T88" fmla="*/ 0 w 67"/>
                  <a:gd name="T89" fmla="*/ 35 h 37"/>
                  <a:gd name="T90" fmla="*/ 6 w 67"/>
                  <a:gd name="T91" fmla="*/ 37 h 37"/>
                  <a:gd name="T92" fmla="*/ 11 w 67"/>
                  <a:gd name="T93" fmla="*/ 33 h 37"/>
                  <a:gd name="T94" fmla="*/ 13 w 67"/>
                  <a:gd name="T95" fmla="*/ 30 h 37"/>
                  <a:gd name="T96" fmla="*/ 11 w 67"/>
                  <a:gd name="T97" fmla="*/ 28 h 37"/>
                  <a:gd name="T98" fmla="*/ 11 w 67"/>
                  <a:gd name="T99" fmla="*/ 28 h 37"/>
                  <a:gd name="T100" fmla="*/ 13 w 67"/>
                  <a:gd name="T101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" h="37">
                    <a:moveTo>
                      <a:pt x="13" y="30"/>
                    </a:moveTo>
                    <a:lnTo>
                      <a:pt x="19" y="30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30" y="24"/>
                    </a:lnTo>
                    <a:lnTo>
                      <a:pt x="32" y="20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5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7" y="13"/>
                    </a:lnTo>
                    <a:lnTo>
                      <a:pt x="54" y="11"/>
                    </a:lnTo>
                    <a:lnTo>
                      <a:pt x="58" y="9"/>
                    </a:lnTo>
                    <a:lnTo>
                      <a:pt x="61" y="7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5" y="0"/>
                    </a:lnTo>
                    <a:lnTo>
                      <a:pt x="60" y="2"/>
                    </a:lnTo>
                    <a:lnTo>
                      <a:pt x="56" y="0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7" y="2"/>
                    </a:lnTo>
                    <a:lnTo>
                      <a:pt x="41" y="2"/>
                    </a:lnTo>
                    <a:lnTo>
                      <a:pt x="35" y="5"/>
                    </a:lnTo>
                    <a:lnTo>
                      <a:pt x="32" y="7"/>
                    </a:lnTo>
                    <a:lnTo>
                      <a:pt x="28" y="9"/>
                    </a:lnTo>
                    <a:lnTo>
                      <a:pt x="24" y="9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1" y="24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4" y="32"/>
                    </a:lnTo>
                    <a:lnTo>
                      <a:pt x="0" y="35"/>
                    </a:lnTo>
                    <a:lnTo>
                      <a:pt x="6" y="37"/>
                    </a:lnTo>
                    <a:lnTo>
                      <a:pt x="11" y="33"/>
                    </a:lnTo>
                    <a:lnTo>
                      <a:pt x="13" y="30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3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39" name="Freeform 6278">
                <a:extLst>
                  <a:ext uri="{FF2B5EF4-FFF2-40B4-BE49-F238E27FC236}">
                    <a16:creationId xmlns:a16="http://schemas.microsoft.com/office/drawing/2014/main" id="{00335AC9-6E0A-4CD5-976B-0EE355266FB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85"/>
                <a:ext cx="11" cy="2"/>
              </a:xfrm>
              <a:custGeom>
                <a:avLst/>
                <a:gdLst>
                  <a:gd name="T0" fmla="*/ 11 w 11"/>
                  <a:gd name="T1" fmla="*/ 2 h 2"/>
                  <a:gd name="T2" fmla="*/ 7 w 11"/>
                  <a:gd name="T3" fmla="*/ 0 h 2"/>
                  <a:gd name="T4" fmla="*/ 0 w 11"/>
                  <a:gd name="T5" fmla="*/ 0 h 2"/>
                  <a:gd name="T6" fmla="*/ 5 w 11"/>
                  <a:gd name="T7" fmla="*/ 2 h 2"/>
                  <a:gd name="T8" fmla="*/ 11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0" name="Freeform 6279">
                <a:extLst>
                  <a:ext uri="{FF2B5EF4-FFF2-40B4-BE49-F238E27FC236}">
                    <a16:creationId xmlns:a16="http://schemas.microsoft.com/office/drawing/2014/main" id="{9B2EDE3F-7C7E-4BE7-A5B1-1DCC490CED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45" y="3017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5 h 5"/>
                  <a:gd name="T4" fmla="*/ 4 w 7"/>
                  <a:gd name="T5" fmla="*/ 5 h 5"/>
                  <a:gd name="T6" fmla="*/ 7 w 7"/>
                  <a:gd name="T7" fmla="*/ 4 h 5"/>
                  <a:gd name="T8" fmla="*/ 6 w 7"/>
                  <a:gd name="T9" fmla="*/ 0 h 5"/>
                  <a:gd name="T10" fmla="*/ 4 w 7"/>
                  <a:gd name="T11" fmla="*/ 0 h 5"/>
                  <a:gd name="T12" fmla="*/ 2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0" y="5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1" name="Freeform 6280">
                <a:extLst>
                  <a:ext uri="{FF2B5EF4-FFF2-40B4-BE49-F238E27FC236}">
                    <a16:creationId xmlns:a16="http://schemas.microsoft.com/office/drawing/2014/main" id="{7264B9EE-7103-4D57-AF53-3636E5E033AD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213" y="2981"/>
                <a:ext cx="67" cy="17"/>
              </a:xfrm>
              <a:custGeom>
                <a:avLst/>
                <a:gdLst>
                  <a:gd name="T0" fmla="*/ 24 w 36"/>
                  <a:gd name="T1" fmla="*/ 7 h 9"/>
                  <a:gd name="T2" fmla="*/ 27 w 36"/>
                  <a:gd name="T3" fmla="*/ 6 h 9"/>
                  <a:gd name="T4" fmla="*/ 26 w 36"/>
                  <a:gd name="T5" fmla="*/ 9 h 9"/>
                  <a:gd name="T6" fmla="*/ 30 w 36"/>
                  <a:gd name="T7" fmla="*/ 5 h 9"/>
                  <a:gd name="T8" fmla="*/ 33 w 36"/>
                  <a:gd name="T9" fmla="*/ 6 h 9"/>
                  <a:gd name="T10" fmla="*/ 36 w 36"/>
                  <a:gd name="T11" fmla="*/ 3 h 9"/>
                  <a:gd name="T12" fmla="*/ 34 w 36"/>
                  <a:gd name="T13" fmla="*/ 3 h 9"/>
                  <a:gd name="T14" fmla="*/ 31 w 36"/>
                  <a:gd name="T15" fmla="*/ 3 h 9"/>
                  <a:gd name="T16" fmla="*/ 30 w 36"/>
                  <a:gd name="T17" fmla="*/ 2 h 9"/>
                  <a:gd name="T18" fmla="*/ 27 w 36"/>
                  <a:gd name="T19" fmla="*/ 0 h 9"/>
                  <a:gd name="T20" fmla="*/ 26 w 36"/>
                  <a:gd name="T21" fmla="*/ 2 h 9"/>
                  <a:gd name="T22" fmla="*/ 24 w 36"/>
                  <a:gd name="T23" fmla="*/ 3 h 9"/>
                  <a:gd name="T24" fmla="*/ 22 w 36"/>
                  <a:gd name="T25" fmla="*/ 4 h 9"/>
                  <a:gd name="T26" fmla="*/ 19 w 36"/>
                  <a:gd name="T27" fmla="*/ 3 h 9"/>
                  <a:gd name="T28" fmla="*/ 15 w 36"/>
                  <a:gd name="T29" fmla="*/ 3 h 9"/>
                  <a:gd name="T30" fmla="*/ 12 w 36"/>
                  <a:gd name="T31" fmla="*/ 2 h 9"/>
                  <a:gd name="T32" fmla="*/ 7 w 36"/>
                  <a:gd name="T33" fmla="*/ 2 h 9"/>
                  <a:gd name="T34" fmla="*/ 4 w 36"/>
                  <a:gd name="T35" fmla="*/ 4 h 9"/>
                  <a:gd name="T36" fmla="*/ 3 w 36"/>
                  <a:gd name="T37" fmla="*/ 5 h 9"/>
                  <a:gd name="T38" fmla="*/ 1 w 36"/>
                  <a:gd name="T39" fmla="*/ 3 h 9"/>
                  <a:gd name="T40" fmla="*/ 2 w 36"/>
                  <a:gd name="T41" fmla="*/ 8 h 9"/>
                  <a:gd name="T42" fmla="*/ 4 w 36"/>
                  <a:gd name="T43" fmla="*/ 7 h 9"/>
                  <a:gd name="T44" fmla="*/ 6 w 36"/>
                  <a:gd name="T45" fmla="*/ 8 h 9"/>
                  <a:gd name="T46" fmla="*/ 8 w 36"/>
                  <a:gd name="T47" fmla="*/ 8 h 9"/>
                  <a:gd name="T48" fmla="*/ 10 w 36"/>
                  <a:gd name="T49" fmla="*/ 8 h 9"/>
                  <a:gd name="T50" fmla="*/ 12 w 36"/>
                  <a:gd name="T51" fmla="*/ 8 h 9"/>
                  <a:gd name="T52" fmla="*/ 14 w 36"/>
                  <a:gd name="T53" fmla="*/ 8 h 9"/>
                  <a:gd name="T54" fmla="*/ 16 w 36"/>
                  <a:gd name="T55" fmla="*/ 7 h 9"/>
                  <a:gd name="T56" fmla="*/ 21 w 36"/>
                  <a:gd name="T57" fmla="*/ 7 h 9"/>
                  <a:gd name="T58" fmla="*/ 31 w 36"/>
                  <a:gd name="T59" fmla="*/ 3 h 9"/>
                  <a:gd name="T60" fmla="*/ 31 w 36"/>
                  <a:gd name="T61" fmla="*/ 4 h 9"/>
                  <a:gd name="T62" fmla="*/ 29 w 36"/>
                  <a:gd name="T63" fmla="*/ 4 h 9"/>
                  <a:gd name="T64" fmla="*/ 29 w 36"/>
                  <a:gd name="T65" fmla="*/ 4 h 9"/>
                  <a:gd name="T66" fmla="*/ 2 w 36"/>
                  <a:gd name="T67" fmla="*/ 5 h 9"/>
                  <a:gd name="T68" fmla="*/ 2 w 36"/>
                  <a:gd name="T6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9">
                    <a:moveTo>
                      <a:pt x="23" y="7"/>
                    </a:move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1" y="7"/>
                      <a:pt x="21" y="7"/>
                      <a:pt x="21" y="7"/>
                    </a:cubicBezTo>
                    <a:lnTo>
                      <a:pt x="23" y="7"/>
                    </a:lnTo>
                    <a:close/>
                    <a:moveTo>
                      <a:pt x="31" y="3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lnTo>
                      <a:pt x="31" y="3"/>
                    </a:lnTo>
                    <a:close/>
                    <a:moveTo>
                      <a:pt x="29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2" name="Freeform 6281">
                <a:extLst>
                  <a:ext uri="{FF2B5EF4-FFF2-40B4-BE49-F238E27FC236}">
                    <a16:creationId xmlns:a16="http://schemas.microsoft.com/office/drawing/2014/main" id="{9EE065F1-EE3C-4425-B2E1-F0F6F3E031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72" y="2965"/>
                <a:ext cx="26" cy="22"/>
              </a:xfrm>
              <a:custGeom>
                <a:avLst/>
                <a:gdLst>
                  <a:gd name="T0" fmla="*/ 12 w 14"/>
                  <a:gd name="T1" fmla="*/ 0 h 12"/>
                  <a:gd name="T2" fmla="*/ 10 w 14"/>
                  <a:gd name="T3" fmla="*/ 2 h 12"/>
                  <a:gd name="T4" fmla="*/ 6 w 14"/>
                  <a:gd name="T5" fmla="*/ 1 h 12"/>
                  <a:gd name="T6" fmla="*/ 8 w 14"/>
                  <a:gd name="T7" fmla="*/ 2 h 12"/>
                  <a:gd name="T8" fmla="*/ 7 w 14"/>
                  <a:gd name="T9" fmla="*/ 3 h 12"/>
                  <a:gd name="T10" fmla="*/ 7 w 14"/>
                  <a:gd name="T11" fmla="*/ 4 h 12"/>
                  <a:gd name="T12" fmla="*/ 6 w 14"/>
                  <a:gd name="T13" fmla="*/ 5 h 12"/>
                  <a:gd name="T14" fmla="*/ 7 w 14"/>
                  <a:gd name="T15" fmla="*/ 4 h 12"/>
                  <a:gd name="T16" fmla="*/ 1 w 14"/>
                  <a:gd name="T17" fmla="*/ 4 h 12"/>
                  <a:gd name="T18" fmla="*/ 3 w 14"/>
                  <a:gd name="T19" fmla="*/ 5 h 12"/>
                  <a:gd name="T20" fmla="*/ 0 w 14"/>
                  <a:gd name="T21" fmla="*/ 6 h 12"/>
                  <a:gd name="T22" fmla="*/ 2 w 14"/>
                  <a:gd name="T23" fmla="*/ 6 h 12"/>
                  <a:gd name="T24" fmla="*/ 1 w 14"/>
                  <a:gd name="T25" fmla="*/ 7 h 12"/>
                  <a:gd name="T26" fmla="*/ 2 w 14"/>
                  <a:gd name="T27" fmla="*/ 6 h 12"/>
                  <a:gd name="T28" fmla="*/ 4 w 14"/>
                  <a:gd name="T29" fmla="*/ 7 h 12"/>
                  <a:gd name="T30" fmla="*/ 4 w 14"/>
                  <a:gd name="T31" fmla="*/ 6 h 12"/>
                  <a:gd name="T32" fmla="*/ 4 w 14"/>
                  <a:gd name="T33" fmla="*/ 6 h 12"/>
                  <a:gd name="T34" fmla="*/ 4 w 14"/>
                  <a:gd name="T35" fmla="*/ 6 h 12"/>
                  <a:gd name="T36" fmla="*/ 4 w 14"/>
                  <a:gd name="T37" fmla="*/ 6 h 12"/>
                  <a:gd name="T38" fmla="*/ 4 w 14"/>
                  <a:gd name="T39" fmla="*/ 6 h 12"/>
                  <a:gd name="T40" fmla="*/ 5 w 14"/>
                  <a:gd name="T41" fmla="*/ 6 h 12"/>
                  <a:gd name="T42" fmla="*/ 5 w 14"/>
                  <a:gd name="T43" fmla="*/ 7 h 12"/>
                  <a:gd name="T44" fmla="*/ 5 w 14"/>
                  <a:gd name="T45" fmla="*/ 7 h 12"/>
                  <a:gd name="T46" fmla="*/ 5 w 14"/>
                  <a:gd name="T47" fmla="*/ 7 h 12"/>
                  <a:gd name="T48" fmla="*/ 5 w 14"/>
                  <a:gd name="T49" fmla="*/ 9 h 12"/>
                  <a:gd name="T50" fmla="*/ 5 w 14"/>
                  <a:gd name="T51" fmla="*/ 9 h 12"/>
                  <a:gd name="T52" fmla="*/ 5 w 14"/>
                  <a:gd name="T53" fmla="*/ 9 h 12"/>
                  <a:gd name="T54" fmla="*/ 3 w 14"/>
                  <a:gd name="T55" fmla="*/ 10 h 12"/>
                  <a:gd name="T56" fmla="*/ 2 w 14"/>
                  <a:gd name="T57" fmla="*/ 12 h 12"/>
                  <a:gd name="T58" fmla="*/ 4 w 14"/>
                  <a:gd name="T59" fmla="*/ 12 h 12"/>
                  <a:gd name="T60" fmla="*/ 6 w 14"/>
                  <a:gd name="T61" fmla="*/ 11 h 12"/>
                  <a:gd name="T62" fmla="*/ 6 w 14"/>
                  <a:gd name="T63" fmla="*/ 10 h 12"/>
                  <a:gd name="T64" fmla="*/ 6 w 14"/>
                  <a:gd name="T65" fmla="*/ 10 h 12"/>
                  <a:gd name="T66" fmla="*/ 8 w 14"/>
                  <a:gd name="T67" fmla="*/ 10 h 12"/>
                  <a:gd name="T68" fmla="*/ 9 w 14"/>
                  <a:gd name="T69" fmla="*/ 8 h 12"/>
                  <a:gd name="T70" fmla="*/ 10 w 14"/>
                  <a:gd name="T71" fmla="*/ 6 h 12"/>
                  <a:gd name="T72" fmla="*/ 10 w 14"/>
                  <a:gd name="T73" fmla="*/ 5 h 12"/>
                  <a:gd name="T74" fmla="*/ 10 w 14"/>
                  <a:gd name="T75" fmla="*/ 4 h 12"/>
                  <a:gd name="T76" fmla="*/ 10 w 14"/>
                  <a:gd name="T77" fmla="*/ 3 h 12"/>
                  <a:gd name="T78" fmla="*/ 14 w 14"/>
                  <a:gd name="T79" fmla="*/ 5 h 12"/>
                  <a:gd name="T80" fmla="*/ 12 w 14"/>
                  <a:gd name="T81" fmla="*/ 2 h 12"/>
                  <a:gd name="T82" fmla="*/ 14 w 14"/>
                  <a:gd name="T83" fmla="*/ 1 h 12"/>
                  <a:gd name="T84" fmla="*/ 12 w 14"/>
                  <a:gd name="T8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12">
                    <a:moveTo>
                      <a:pt x="12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3" name="Freeform 6282">
                <a:extLst>
                  <a:ext uri="{FF2B5EF4-FFF2-40B4-BE49-F238E27FC236}">
                    <a16:creationId xmlns:a16="http://schemas.microsoft.com/office/drawing/2014/main" id="{99D042AE-B9E0-4203-8BA6-DF91C87AEF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44" y="296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2 w 5"/>
                  <a:gd name="T5" fmla="*/ 0 h 4"/>
                  <a:gd name="T6" fmla="*/ 0 w 5"/>
                  <a:gd name="T7" fmla="*/ 2 h 4"/>
                  <a:gd name="T8" fmla="*/ 0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4" name="Freeform 6283">
                <a:extLst>
                  <a:ext uri="{FF2B5EF4-FFF2-40B4-BE49-F238E27FC236}">
                    <a16:creationId xmlns:a16="http://schemas.microsoft.com/office/drawing/2014/main" id="{939F1C43-FC44-4C2F-B493-93A29C8BB6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77" y="2942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0 w 7"/>
                  <a:gd name="T3" fmla="*/ 2 h 8"/>
                  <a:gd name="T4" fmla="*/ 7 w 7"/>
                  <a:gd name="T5" fmla="*/ 8 h 8"/>
                  <a:gd name="T6" fmla="*/ 7 w 7"/>
                  <a:gd name="T7" fmla="*/ 2 h 8"/>
                  <a:gd name="T8" fmla="*/ 5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0" y="2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5" name="Freeform 6284">
                <a:extLst>
                  <a:ext uri="{FF2B5EF4-FFF2-40B4-BE49-F238E27FC236}">
                    <a16:creationId xmlns:a16="http://schemas.microsoft.com/office/drawing/2014/main" id="{DC2FFA2D-7D8B-4621-913C-6A99CDFAE7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8" y="2849"/>
                <a:ext cx="15" cy="15"/>
              </a:xfrm>
              <a:custGeom>
                <a:avLst/>
                <a:gdLst>
                  <a:gd name="T0" fmla="*/ 9 w 15"/>
                  <a:gd name="T1" fmla="*/ 0 h 15"/>
                  <a:gd name="T2" fmla="*/ 6 w 15"/>
                  <a:gd name="T3" fmla="*/ 0 h 15"/>
                  <a:gd name="T4" fmla="*/ 4 w 15"/>
                  <a:gd name="T5" fmla="*/ 2 h 15"/>
                  <a:gd name="T6" fmla="*/ 0 w 15"/>
                  <a:gd name="T7" fmla="*/ 2 h 15"/>
                  <a:gd name="T8" fmla="*/ 4 w 15"/>
                  <a:gd name="T9" fmla="*/ 6 h 15"/>
                  <a:gd name="T10" fmla="*/ 6 w 15"/>
                  <a:gd name="T11" fmla="*/ 9 h 15"/>
                  <a:gd name="T12" fmla="*/ 7 w 15"/>
                  <a:gd name="T13" fmla="*/ 9 h 15"/>
                  <a:gd name="T14" fmla="*/ 11 w 15"/>
                  <a:gd name="T15" fmla="*/ 15 h 15"/>
                  <a:gd name="T16" fmla="*/ 13 w 15"/>
                  <a:gd name="T17" fmla="*/ 13 h 15"/>
                  <a:gd name="T18" fmla="*/ 13 w 15"/>
                  <a:gd name="T19" fmla="*/ 9 h 15"/>
                  <a:gd name="T20" fmla="*/ 15 w 15"/>
                  <a:gd name="T21" fmla="*/ 7 h 15"/>
                  <a:gd name="T22" fmla="*/ 11 w 15"/>
                  <a:gd name="T23" fmla="*/ 4 h 15"/>
                  <a:gd name="T24" fmla="*/ 9 w 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1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6" name="Freeform 6285">
                <a:extLst>
                  <a:ext uri="{FF2B5EF4-FFF2-40B4-BE49-F238E27FC236}">
                    <a16:creationId xmlns:a16="http://schemas.microsoft.com/office/drawing/2014/main" id="{B7259A0A-6D97-4320-B2A2-891AEF4292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897"/>
                <a:ext cx="9" cy="8"/>
              </a:xfrm>
              <a:custGeom>
                <a:avLst/>
                <a:gdLst>
                  <a:gd name="T0" fmla="*/ 3 w 9"/>
                  <a:gd name="T1" fmla="*/ 0 h 8"/>
                  <a:gd name="T2" fmla="*/ 0 w 9"/>
                  <a:gd name="T3" fmla="*/ 4 h 8"/>
                  <a:gd name="T4" fmla="*/ 3 w 9"/>
                  <a:gd name="T5" fmla="*/ 6 h 8"/>
                  <a:gd name="T6" fmla="*/ 9 w 9"/>
                  <a:gd name="T7" fmla="*/ 8 h 8"/>
                  <a:gd name="T8" fmla="*/ 3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9" y="8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7" name="Freeform 6286">
                <a:extLst>
                  <a:ext uri="{FF2B5EF4-FFF2-40B4-BE49-F238E27FC236}">
                    <a16:creationId xmlns:a16="http://schemas.microsoft.com/office/drawing/2014/main" id="{AFD9E102-C85C-4641-9813-A9E1EDBB9A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9" y="2907"/>
                <a:ext cx="11" cy="13"/>
              </a:xfrm>
              <a:custGeom>
                <a:avLst/>
                <a:gdLst>
                  <a:gd name="T0" fmla="*/ 9 w 11"/>
                  <a:gd name="T1" fmla="*/ 5 h 13"/>
                  <a:gd name="T2" fmla="*/ 6 w 11"/>
                  <a:gd name="T3" fmla="*/ 2 h 13"/>
                  <a:gd name="T4" fmla="*/ 6 w 11"/>
                  <a:gd name="T5" fmla="*/ 2 h 13"/>
                  <a:gd name="T6" fmla="*/ 0 w 11"/>
                  <a:gd name="T7" fmla="*/ 0 h 13"/>
                  <a:gd name="T8" fmla="*/ 0 w 11"/>
                  <a:gd name="T9" fmla="*/ 5 h 13"/>
                  <a:gd name="T10" fmla="*/ 4 w 11"/>
                  <a:gd name="T11" fmla="*/ 4 h 13"/>
                  <a:gd name="T12" fmla="*/ 2 w 11"/>
                  <a:gd name="T13" fmla="*/ 5 h 13"/>
                  <a:gd name="T14" fmla="*/ 11 w 11"/>
                  <a:gd name="T15" fmla="*/ 13 h 13"/>
                  <a:gd name="T16" fmla="*/ 9 w 11"/>
                  <a:gd name="T17" fmla="*/ 7 h 13"/>
                  <a:gd name="T18" fmla="*/ 9 w 11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8" name="Freeform 6287">
                <a:extLst>
                  <a:ext uri="{FF2B5EF4-FFF2-40B4-BE49-F238E27FC236}">
                    <a16:creationId xmlns:a16="http://schemas.microsoft.com/office/drawing/2014/main" id="{05CD073A-CE16-4B9D-8E27-31093E696C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83"/>
                <a:ext cx="14" cy="14"/>
              </a:xfrm>
              <a:custGeom>
                <a:avLst/>
                <a:gdLst>
                  <a:gd name="T0" fmla="*/ 4 w 14"/>
                  <a:gd name="T1" fmla="*/ 0 h 14"/>
                  <a:gd name="T2" fmla="*/ 0 w 14"/>
                  <a:gd name="T3" fmla="*/ 3 h 14"/>
                  <a:gd name="T4" fmla="*/ 0 w 14"/>
                  <a:gd name="T5" fmla="*/ 7 h 14"/>
                  <a:gd name="T6" fmla="*/ 4 w 14"/>
                  <a:gd name="T7" fmla="*/ 9 h 14"/>
                  <a:gd name="T8" fmla="*/ 8 w 14"/>
                  <a:gd name="T9" fmla="*/ 13 h 14"/>
                  <a:gd name="T10" fmla="*/ 14 w 14"/>
                  <a:gd name="T11" fmla="*/ 14 h 14"/>
                  <a:gd name="T12" fmla="*/ 14 w 14"/>
                  <a:gd name="T13" fmla="*/ 9 h 14"/>
                  <a:gd name="T14" fmla="*/ 8 w 14"/>
                  <a:gd name="T15" fmla="*/ 1 h 14"/>
                  <a:gd name="T16" fmla="*/ 4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8" y="13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8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49" name="Freeform 6288">
                <a:extLst>
                  <a:ext uri="{FF2B5EF4-FFF2-40B4-BE49-F238E27FC236}">
                    <a16:creationId xmlns:a16="http://schemas.microsoft.com/office/drawing/2014/main" id="{5CCA1B36-0C78-4AE9-BCED-1E9CD610B2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06" y="2840"/>
                <a:ext cx="9" cy="3"/>
              </a:xfrm>
              <a:custGeom>
                <a:avLst/>
                <a:gdLst>
                  <a:gd name="T0" fmla="*/ 6 w 9"/>
                  <a:gd name="T1" fmla="*/ 0 h 3"/>
                  <a:gd name="T2" fmla="*/ 0 w 9"/>
                  <a:gd name="T3" fmla="*/ 2 h 3"/>
                  <a:gd name="T4" fmla="*/ 9 w 9"/>
                  <a:gd name="T5" fmla="*/ 3 h 3"/>
                  <a:gd name="T6" fmla="*/ 6 w 9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6" y="0"/>
                    </a:moveTo>
                    <a:lnTo>
                      <a:pt x="0" y="2"/>
                    </a:lnTo>
                    <a:lnTo>
                      <a:pt x="9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0" name="Freeform 6289">
                <a:extLst>
                  <a:ext uri="{FF2B5EF4-FFF2-40B4-BE49-F238E27FC236}">
                    <a16:creationId xmlns:a16="http://schemas.microsoft.com/office/drawing/2014/main" id="{0A1B488B-ECCC-4947-AC60-ECF1FABA02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8" y="2866"/>
                <a:ext cx="8" cy="7"/>
              </a:xfrm>
              <a:custGeom>
                <a:avLst/>
                <a:gdLst>
                  <a:gd name="T0" fmla="*/ 8 w 8"/>
                  <a:gd name="T1" fmla="*/ 7 h 7"/>
                  <a:gd name="T2" fmla="*/ 8 w 8"/>
                  <a:gd name="T3" fmla="*/ 2 h 7"/>
                  <a:gd name="T4" fmla="*/ 2 w 8"/>
                  <a:gd name="T5" fmla="*/ 0 h 7"/>
                  <a:gd name="T6" fmla="*/ 0 w 8"/>
                  <a:gd name="T7" fmla="*/ 5 h 7"/>
                  <a:gd name="T8" fmla="*/ 4 w 8"/>
                  <a:gd name="T9" fmla="*/ 5 h 7"/>
                  <a:gd name="T10" fmla="*/ 8 w 8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lnTo>
                      <a:pt x="8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1" name="Freeform 6290">
                <a:extLst>
                  <a:ext uri="{FF2B5EF4-FFF2-40B4-BE49-F238E27FC236}">
                    <a16:creationId xmlns:a16="http://schemas.microsoft.com/office/drawing/2014/main" id="{86ED300F-2DF3-4B8C-A47E-64524E5FF27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25" y="2875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3 w 7"/>
                  <a:gd name="T3" fmla="*/ 0 h 8"/>
                  <a:gd name="T4" fmla="*/ 0 w 7"/>
                  <a:gd name="T5" fmla="*/ 6 h 8"/>
                  <a:gd name="T6" fmla="*/ 3 w 7"/>
                  <a:gd name="T7" fmla="*/ 8 h 8"/>
                  <a:gd name="T8" fmla="*/ 7 w 7"/>
                  <a:gd name="T9" fmla="*/ 6 h 8"/>
                  <a:gd name="T10" fmla="*/ 7 w 7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lnTo>
                      <a:pt x="3" y="0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2" name="Freeform 6291">
                <a:extLst>
                  <a:ext uri="{FF2B5EF4-FFF2-40B4-BE49-F238E27FC236}">
                    <a16:creationId xmlns:a16="http://schemas.microsoft.com/office/drawing/2014/main" id="{36D6B220-6A43-4F16-89F6-9E83EF69D9D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5" y="2961"/>
                <a:ext cx="5" cy="4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5 w 5"/>
                  <a:gd name="T5" fmla="*/ 4 h 4"/>
                  <a:gd name="T6" fmla="*/ 4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3" name="Freeform 6292">
                <a:extLst>
                  <a:ext uri="{FF2B5EF4-FFF2-40B4-BE49-F238E27FC236}">
                    <a16:creationId xmlns:a16="http://schemas.microsoft.com/office/drawing/2014/main" id="{6704B90C-67C3-4466-AE37-B25C0AEA8B8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882" y="2789"/>
                <a:ext cx="154" cy="166"/>
              </a:xfrm>
              <a:custGeom>
                <a:avLst/>
                <a:gdLst>
                  <a:gd name="T0" fmla="*/ 143 w 154"/>
                  <a:gd name="T1" fmla="*/ 159 h 166"/>
                  <a:gd name="T2" fmla="*/ 151 w 154"/>
                  <a:gd name="T3" fmla="*/ 161 h 166"/>
                  <a:gd name="T4" fmla="*/ 151 w 154"/>
                  <a:gd name="T5" fmla="*/ 142 h 166"/>
                  <a:gd name="T6" fmla="*/ 151 w 154"/>
                  <a:gd name="T7" fmla="*/ 131 h 166"/>
                  <a:gd name="T8" fmla="*/ 154 w 154"/>
                  <a:gd name="T9" fmla="*/ 123 h 166"/>
                  <a:gd name="T10" fmla="*/ 149 w 154"/>
                  <a:gd name="T11" fmla="*/ 118 h 166"/>
                  <a:gd name="T12" fmla="*/ 143 w 154"/>
                  <a:gd name="T13" fmla="*/ 114 h 166"/>
                  <a:gd name="T14" fmla="*/ 136 w 154"/>
                  <a:gd name="T15" fmla="*/ 110 h 166"/>
                  <a:gd name="T16" fmla="*/ 132 w 154"/>
                  <a:gd name="T17" fmla="*/ 103 h 166"/>
                  <a:gd name="T18" fmla="*/ 127 w 154"/>
                  <a:gd name="T19" fmla="*/ 95 h 166"/>
                  <a:gd name="T20" fmla="*/ 117 w 154"/>
                  <a:gd name="T21" fmla="*/ 92 h 166"/>
                  <a:gd name="T22" fmla="*/ 121 w 154"/>
                  <a:gd name="T23" fmla="*/ 86 h 166"/>
                  <a:gd name="T24" fmla="*/ 119 w 154"/>
                  <a:gd name="T25" fmla="*/ 84 h 166"/>
                  <a:gd name="T26" fmla="*/ 117 w 154"/>
                  <a:gd name="T27" fmla="*/ 75 h 166"/>
                  <a:gd name="T28" fmla="*/ 112 w 154"/>
                  <a:gd name="T29" fmla="*/ 75 h 166"/>
                  <a:gd name="T30" fmla="*/ 114 w 154"/>
                  <a:gd name="T31" fmla="*/ 67 h 166"/>
                  <a:gd name="T32" fmla="*/ 104 w 154"/>
                  <a:gd name="T33" fmla="*/ 62 h 166"/>
                  <a:gd name="T34" fmla="*/ 97 w 154"/>
                  <a:gd name="T35" fmla="*/ 60 h 166"/>
                  <a:gd name="T36" fmla="*/ 97 w 154"/>
                  <a:gd name="T37" fmla="*/ 54 h 166"/>
                  <a:gd name="T38" fmla="*/ 87 w 154"/>
                  <a:gd name="T39" fmla="*/ 53 h 166"/>
                  <a:gd name="T40" fmla="*/ 78 w 154"/>
                  <a:gd name="T41" fmla="*/ 45 h 166"/>
                  <a:gd name="T42" fmla="*/ 73 w 154"/>
                  <a:gd name="T43" fmla="*/ 45 h 166"/>
                  <a:gd name="T44" fmla="*/ 69 w 154"/>
                  <a:gd name="T45" fmla="*/ 41 h 166"/>
                  <a:gd name="T46" fmla="*/ 63 w 154"/>
                  <a:gd name="T47" fmla="*/ 34 h 166"/>
                  <a:gd name="T48" fmla="*/ 50 w 154"/>
                  <a:gd name="T49" fmla="*/ 26 h 166"/>
                  <a:gd name="T50" fmla="*/ 45 w 154"/>
                  <a:gd name="T51" fmla="*/ 21 h 166"/>
                  <a:gd name="T52" fmla="*/ 39 w 154"/>
                  <a:gd name="T53" fmla="*/ 12 h 166"/>
                  <a:gd name="T54" fmla="*/ 32 w 154"/>
                  <a:gd name="T55" fmla="*/ 6 h 166"/>
                  <a:gd name="T56" fmla="*/ 26 w 154"/>
                  <a:gd name="T57" fmla="*/ 6 h 166"/>
                  <a:gd name="T58" fmla="*/ 9 w 154"/>
                  <a:gd name="T59" fmla="*/ 0 h 166"/>
                  <a:gd name="T60" fmla="*/ 0 w 154"/>
                  <a:gd name="T61" fmla="*/ 4 h 166"/>
                  <a:gd name="T62" fmla="*/ 7 w 154"/>
                  <a:gd name="T63" fmla="*/ 17 h 166"/>
                  <a:gd name="T64" fmla="*/ 19 w 154"/>
                  <a:gd name="T65" fmla="*/ 28 h 166"/>
                  <a:gd name="T66" fmla="*/ 26 w 154"/>
                  <a:gd name="T67" fmla="*/ 32 h 166"/>
                  <a:gd name="T68" fmla="*/ 37 w 154"/>
                  <a:gd name="T69" fmla="*/ 43 h 166"/>
                  <a:gd name="T70" fmla="*/ 39 w 154"/>
                  <a:gd name="T71" fmla="*/ 51 h 166"/>
                  <a:gd name="T72" fmla="*/ 48 w 154"/>
                  <a:gd name="T73" fmla="*/ 58 h 166"/>
                  <a:gd name="T74" fmla="*/ 52 w 154"/>
                  <a:gd name="T75" fmla="*/ 58 h 166"/>
                  <a:gd name="T76" fmla="*/ 54 w 154"/>
                  <a:gd name="T77" fmla="*/ 66 h 166"/>
                  <a:gd name="T78" fmla="*/ 58 w 154"/>
                  <a:gd name="T79" fmla="*/ 79 h 166"/>
                  <a:gd name="T80" fmla="*/ 65 w 154"/>
                  <a:gd name="T81" fmla="*/ 84 h 166"/>
                  <a:gd name="T82" fmla="*/ 73 w 154"/>
                  <a:gd name="T83" fmla="*/ 99 h 166"/>
                  <a:gd name="T84" fmla="*/ 78 w 154"/>
                  <a:gd name="T85" fmla="*/ 116 h 166"/>
                  <a:gd name="T86" fmla="*/ 89 w 154"/>
                  <a:gd name="T87" fmla="*/ 131 h 166"/>
                  <a:gd name="T88" fmla="*/ 99 w 154"/>
                  <a:gd name="T89" fmla="*/ 135 h 166"/>
                  <a:gd name="T90" fmla="*/ 106 w 154"/>
                  <a:gd name="T91" fmla="*/ 144 h 166"/>
                  <a:gd name="T92" fmla="*/ 117 w 154"/>
                  <a:gd name="T93" fmla="*/ 151 h 166"/>
                  <a:gd name="T94" fmla="*/ 128 w 154"/>
                  <a:gd name="T95" fmla="*/ 163 h 166"/>
                  <a:gd name="T96" fmla="*/ 132 w 154"/>
                  <a:gd name="T97" fmla="*/ 161 h 166"/>
                  <a:gd name="T98" fmla="*/ 140 w 154"/>
                  <a:gd name="T99" fmla="*/ 164 h 166"/>
                  <a:gd name="T100" fmla="*/ 100 w 154"/>
                  <a:gd name="T101" fmla="*/ 69 h 166"/>
                  <a:gd name="T102" fmla="*/ 100 w 154"/>
                  <a:gd name="T103" fmla="*/ 67 h 166"/>
                  <a:gd name="T104" fmla="*/ 100 w 154"/>
                  <a:gd name="T105" fmla="*/ 6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4" h="166">
                    <a:moveTo>
                      <a:pt x="141" y="159"/>
                    </a:moveTo>
                    <a:lnTo>
                      <a:pt x="141" y="159"/>
                    </a:lnTo>
                    <a:lnTo>
                      <a:pt x="143" y="159"/>
                    </a:lnTo>
                    <a:lnTo>
                      <a:pt x="145" y="163"/>
                    </a:lnTo>
                    <a:lnTo>
                      <a:pt x="147" y="163"/>
                    </a:lnTo>
                    <a:lnTo>
                      <a:pt x="151" y="161"/>
                    </a:lnTo>
                    <a:lnTo>
                      <a:pt x="151" y="155"/>
                    </a:lnTo>
                    <a:lnTo>
                      <a:pt x="153" y="148"/>
                    </a:lnTo>
                    <a:lnTo>
                      <a:pt x="151" y="142"/>
                    </a:lnTo>
                    <a:lnTo>
                      <a:pt x="153" y="136"/>
                    </a:lnTo>
                    <a:lnTo>
                      <a:pt x="151" y="135"/>
                    </a:lnTo>
                    <a:lnTo>
                      <a:pt x="151" y="131"/>
                    </a:lnTo>
                    <a:lnTo>
                      <a:pt x="154" y="131"/>
                    </a:lnTo>
                    <a:lnTo>
                      <a:pt x="154" y="127"/>
                    </a:lnTo>
                    <a:lnTo>
                      <a:pt x="154" y="123"/>
                    </a:lnTo>
                    <a:lnTo>
                      <a:pt x="153" y="123"/>
                    </a:lnTo>
                    <a:lnTo>
                      <a:pt x="151" y="122"/>
                    </a:lnTo>
                    <a:lnTo>
                      <a:pt x="149" y="118"/>
                    </a:lnTo>
                    <a:lnTo>
                      <a:pt x="147" y="118"/>
                    </a:lnTo>
                    <a:lnTo>
                      <a:pt x="147" y="114"/>
                    </a:lnTo>
                    <a:lnTo>
                      <a:pt x="143" y="114"/>
                    </a:lnTo>
                    <a:lnTo>
                      <a:pt x="138" y="114"/>
                    </a:lnTo>
                    <a:lnTo>
                      <a:pt x="138" y="114"/>
                    </a:lnTo>
                    <a:lnTo>
                      <a:pt x="136" y="110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2" y="103"/>
                    </a:lnTo>
                    <a:lnTo>
                      <a:pt x="132" y="95"/>
                    </a:lnTo>
                    <a:lnTo>
                      <a:pt x="128" y="97"/>
                    </a:lnTo>
                    <a:lnTo>
                      <a:pt x="127" y="95"/>
                    </a:lnTo>
                    <a:lnTo>
                      <a:pt x="121" y="95"/>
                    </a:lnTo>
                    <a:lnTo>
                      <a:pt x="117" y="94"/>
                    </a:lnTo>
                    <a:lnTo>
                      <a:pt x="117" y="92"/>
                    </a:lnTo>
                    <a:lnTo>
                      <a:pt x="121" y="92"/>
                    </a:lnTo>
                    <a:lnTo>
                      <a:pt x="125" y="88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9" y="84"/>
                    </a:lnTo>
                    <a:lnTo>
                      <a:pt x="125" y="84"/>
                    </a:lnTo>
                    <a:lnTo>
                      <a:pt x="123" y="81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4" y="75"/>
                    </a:lnTo>
                    <a:lnTo>
                      <a:pt x="112" y="75"/>
                    </a:lnTo>
                    <a:lnTo>
                      <a:pt x="112" y="75"/>
                    </a:lnTo>
                    <a:lnTo>
                      <a:pt x="115" y="73"/>
                    </a:lnTo>
                    <a:lnTo>
                      <a:pt x="114" y="67"/>
                    </a:lnTo>
                    <a:lnTo>
                      <a:pt x="110" y="66"/>
                    </a:lnTo>
                    <a:lnTo>
                      <a:pt x="106" y="64"/>
                    </a:lnTo>
                    <a:lnTo>
                      <a:pt x="104" y="62"/>
                    </a:lnTo>
                    <a:lnTo>
                      <a:pt x="99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7" y="54"/>
                    </a:lnTo>
                    <a:lnTo>
                      <a:pt x="93" y="51"/>
                    </a:lnTo>
                    <a:lnTo>
                      <a:pt x="89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4" y="47"/>
                    </a:lnTo>
                    <a:lnTo>
                      <a:pt x="78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39"/>
                    </a:lnTo>
                    <a:lnTo>
                      <a:pt x="69" y="43"/>
                    </a:lnTo>
                    <a:lnTo>
                      <a:pt x="69" y="41"/>
                    </a:lnTo>
                    <a:lnTo>
                      <a:pt x="69" y="38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1" y="32"/>
                    </a:lnTo>
                    <a:lnTo>
                      <a:pt x="54" y="26"/>
                    </a:lnTo>
                    <a:lnTo>
                      <a:pt x="50" y="26"/>
                    </a:lnTo>
                    <a:lnTo>
                      <a:pt x="48" y="23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43" y="15"/>
                    </a:lnTo>
                    <a:lnTo>
                      <a:pt x="41" y="15"/>
                    </a:lnTo>
                    <a:lnTo>
                      <a:pt x="39" y="12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9" y="6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15"/>
                    </a:lnTo>
                    <a:lnTo>
                      <a:pt x="7" y="17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6" y="32"/>
                    </a:lnTo>
                    <a:lnTo>
                      <a:pt x="32" y="39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7"/>
                    </a:lnTo>
                    <a:lnTo>
                      <a:pt x="39" y="49"/>
                    </a:lnTo>
                    <a:lnTo>
                      <a:pt x="39" y="51"/>
                    </a:lnTo>
                    <a:lnTo>
                      <a:pt x="41" y="54"/>
                    </a:lnTo>
                    <a:lnTo>
                      <a:pt x="45" y="54"/>
                    </a:lnTo>
                    <a:lnTo>
                      <a:pt x="48" y="58"/>
                    </a:lnTo>
                    <a:lnTo>
                      <a:pt x="50" y="60"/>
                    </a:lnTo>
                    <a:lnTo>
                      <a:pt x="50" y="58"/>
                    </a:lnTo>
                    <a:lnTo>
                      <a:pt x="52" y="58"/>
                    </a:lnTo>
                    <a:lnTo>
                      <a:pt x="50" y="62"/>
                    </a:lnTo>
                    <a:lnTo>
                      <a:pt x="52" y="64"/>
                    </a:lnTo>
                    <a:lnTo>
                      <a:pt x="54" y="66"/>
                    </a:lnTo>
                    <a:lnTo>
                      <a:pt x="54" y="67"/>
                    </a:lnTo>
                    <a:lnTo>
                      <a:pt x="56" y="75"/>
                    </a:lnTo>
                    <a:lnTo>
                      <a:pt x="58" y="79"/>
                    </a:lnTo>
                    <a:lnTo>
                      <a:pt x="61" y="81"/>
                    </a:lnTo>
                    <a:lnTo>
                      <a:pt x="65" y="82"/>
                    </a:lnTo>
                    <a:lnTo>
                      <a:pt x="65" y="84"/>
                    </a:lnTo>
                    <a:lnTo>
                      <a:pt x="69" y="92"/>
                    </a:lnTo>
                    <a:lnTo>
                      <a:pt x="71" y="94"/>
                    </a:lnTo>
                    <a:lnTo>
                      <a:pt x="73" y="99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78" y="116"/>
                    </a:lnTo>
                    <a:lnTo>
                      <a:pt x="84" y="120"/>
                    </a:lnTo>
                    <a:lnTo>
                      <a:pt x="89" y="127"/>
                    </a:lnTo>
                    <a:lnTo>
                      <a:pt x="89" y="131"/>
                    </a:lnTo>
                    <a:lnTo>
                      <a:pt x="95" y="131"/>
                    </a:lnTo>
                    <a:lnTo>
                      <a:pt x="95" y="133"/>
                    </a:lnTo>
                    <a:lnTo>
                      <a:pt x="99" y="135"/>
                    </a:lnTo>
                    <a:lnTo>
                      <a:pt x="99" y="138"/>
                    </a:lnTo>
                    <a:lnTo>
                      <a:pt x="102" y="140"/>
                    </a:lnTo>
                    <a:lnTo>
                      <a:pt x="106" y="144"/>
                    </a:lnTo>
                    <a:lnTo>
                      <a:pt x="112" y="148"/>
                    </a:lnTo>
                    <a:lnTo>
                      <a:pt x="114" y="151"/>
                    </a:lnTo>
                    <a:lnTo>
                      <a:pt x="117" y="151"/>
                    </a:lnTo>
                    <a:lnTo>
                      <a:pt x="125" y="159"/>
                    </a:lnTo>
                    <a:lnTo>
                      <a:pt x="127" y="161"/>
                    </a:lnTo>
                    <a:lnTo>
                      <a:pt x="128" y="163"/>
                    </a:lnTo>
                    <a:lnTo>
                      <a:pt x="130" y="166"/>
                    </a:lnTo>
                    <a:lnTo>
                      <a:pt x="132" y="164"/>
                    </a:lnTo>
                    <a:lnTo>
                      <a:pt x="132" y="161"/>
                    </a:lnTo>
                    <a:lnTo>
                      <a:pt x="132" y="159"/>
                    </a:lnTo>
                    <a:lnTo>
                      <a:pt x="132" y="159"/>
                    </a:lnTo>
                    <a:lnTo>
                      <a:pt x="140" y="164"/>
                    </a:lnTo>
                    <a:lnTo>
                      <a:pt x="141" y="163"/>
                    </a:lnTo>
                    <a:lnTo>
                      <a:pt x="141" y="159"/>
                    </a:lnTo>
                    <a:close/>
                    <a:moveTo>
                      <a:pt x="100" y="69"/>
                    </a:moveTo>
                    <a:lnTo>
                      <a:pt x="100" y="67"/>
                    </a:lnTo>
                    <a:lnTo>
                      <a:pt x="100" y="66"/>
                    </a:lnTo>
                    <a:lnTo>
                      <a:pt x="100" y="67"/>
                    </a:lnTo>
                    <a:lnTo>
                      <a:pt x="102" y="67"/>
                    </a:lnTo>
                    <a:lnTo>
                      <a:pt x="102" y="71"/>
                    </a:lnTo>
                    <a:lnTo>
                      <a:pt x="100" y="6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4" name="Freeform 6293">
                <a:extLst>
                  <a:ext uri="{FF2B5EF4-FFF2-40B4-BE49-F238E27FC236}">
                    <a16:creationId xmlns:a16="http://schemas.microsoft.com/office/drawing/2014/main" id="{263B4A8A-BE2D-4FA0-A51E-B42D9D3127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4" y="2955"/>
                <a:ext cx="6" cy="6"/>
              </a:xfrm>
              <a:custGeom>
                <a:avLst/>
                <a:gdLst>
                  <a:gd name="T0" fmla="*/ 0 w 6"/>
                  <a:gd name="T1" fmla="*/ 6 h 6"/>
                  <a:gd name="T2" fmla="*/ 6 w 6"/>
                  <a:gd name="T3" fmla="*/ 2 h 6"/>
                  <a:gd name="T4" fmla="*/ 2 w 6"/>
                  <a:gd name="T5" fmla="*/ 0 h 6"/>
                  <a:gd name="T6" fmla="*/ 0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lnTo>
                      <a:pt x="6" y="2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5" name="Freeform 6294">
                <a:extLst>
                  <a:ext uri="{FF2B5EF4-FFF2-40B4-BE49-F238E27FC236}">
                    <a16:creationId xmlns:a16="http://schemas.microsoft.com/office/drawing/2014/main" id="{4B4441BF-0631-4A17-9672-9946163C50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7" y="2978"/>
                <a:ext cx="11" cy="7"/>
              </a:xfrm>
              <a:custGeom>
                <a:avLst/>
                <a:gdLst>
                  <a:gd name="T0" fmla="*/ 7 w 11"/>
                  <a:gd name="T1" fmla="*/ 7 h 7"/>
                  <a:gd name="T2" fmla="*/ 11 w 11"/>
                  <a:gd name="T3" fmla="*/ 2 h 7"/>
                  <a:gd name="T4" fmla="*/ 7 w 11"/>
                  <a:gd name="T5" fmla="*/ 3 h 7"/>
                  <a:gd name="T6" fmla="*/ 7 w 11"/>
                  <a:gd name="T7" fmla="*/ 2 h 7"/>
                  <a:gd name="T8" fmla="*/ 3 w 11"/>
                  <a:gd name="T9" fmla="*/ 0 h 7"/>
                  <a:gd name="T10" fmla="*/ 2 w 11"/>
                  <a:gd name="T11" fmla="*/ 2 h 7"/>
                  <a:gd name="T12" fmla="*/ 2 w 11"/>
                  <a:gd name="T13" fmla="*/ 3 h 7"/>
                  <a:gd name="T14" fmla="*/ 3 w 11"/>
                  <a:gd name="T15" fmla="*/ 5 h 7"/>
                  <a:gd name="T16" fmla="*/ 5 w 11"/>
                  <a:gd name="T17" fmla="*/ 5 h 7"/>
                  <a:gd name="T18" fmla="*/ 0 w 11"/>
                  <a:gd name="T19" fmla="*/ 7 h 7"/>
                  <a:gd name="T20" fmla="*/ 7 w 11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7" y="7"/>
                    </a:moveTo>
                    <a:lnTo>
                      <a:pt x="11" y="2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6" name="Freeform 6295">
                <a:extLst>
                  <a:ext uri="{FF2B5EF4-FFF2-40B4-BE49-F238E27FC236}">
                    <a16:creationId xmlns:a16="http://schemas.microsoft.com/office/drawing/2014/main" id="{03301AD0-27C4-4BAF-91A3-03F29D15915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022" y="2952"/>
                <a:ext cx="191" cy="48"/>
              </a:xfrm>
              <a:custGeom>
                <a:avLst/>
                <a:gdLst>
                  <a:gd name="T0" fmla="*/ 50 w 103"/>
                  <a:gd name="T1" fmla="*/ 19 h 26"/>
                  <a:gd name="T2" fmla="*/ 56 w 103"/>
                  <a:gd name="T3" fmla="*/ 20 h 26"/>
                  <a:gd name="T4" fmla="*/ 60 w 103"/>
                  <a:gd name="T5" fmla="*/ 20 h 26"/>
                  <a:gd name="T6" fmla="*/ 65 w 103"/>
                  <a:gd name="T7" fmla="*/ 22 h 26"/>
                  <a:gd name="T8" fmla="*/ 68 w 103"/>
                  <a:gd name="T9" fmla="*/ 20 h 26"/>
                  <a:gd name="T10" fmla="*/ 68 w 103"/>
                  <a:gd name="T11" fmla="*/ 20 h 26"/>
                  <a:gd name="T12" fmla="*/ 73 w 103"/>
                  <a:gd name="T13" fmla="*/ 23 h 26"/>
                  <a:gd name="T14" fmla="*/ 74 w 103"/>
                  <a:gd name="T15" fmla="*/ 22 h 26"/>
                  <a:gd name="T16" fmla="*/ 78 w 103"/>
                  <a:gd name="T17" fmla="*/ 23 h 26"/>
                  <a:gd name="T18" fmla="*/ 84 w 103"/>
                  <a:gd name="T19" fmla="*/ 24 h 26"/>
                  <a:gd name="T20" fmla="*/ 86 w 103"/>
                  <a:gd name="T21" fmla="*/ 26 h 26"/>
                  <a:gd name="T22" fmla="*/ 91 w 103"/>
                  <a:gd name="T23" fmla="*/ 25 h 26"/>
                  <a:gd name="T24" fmla="*/ 94 w 103"/>
                  <a:gd name="T25" fmla="*/ 24 h 26"/>
                  <a:gd name="T26" fmla="*/ 97 w 103"/>
                  <a:gd name="T27" fmla="*/ 24 h 26"/>
                  <a:gd name="T28" fmla="*/ 102 w 103"/>
                  <a:gd name="T29" fmla="*/ 23 h 26"/>
                  <a:gd name="T30" fmla="*/ 102 w 103"/>
                  <a:gd name="T31" fmla="*/ 20 h 26"/>
                  <a:gd name="T32" fmla="*/ 99 w 103"/>
                  <a:gd name="T33" fmla="*/ 18 h 26"/>
                  <a:gd name="T34" fmla="*/ 96 w 103"/>
                  <a:gd name="T35" fmla="*/ 18 h 26"/>
                  <a:gd name="T36" fmla="*/ 91 w 103"/>
                  <a:gd name="T37" fmla="*/ 18 h 26"/>
                  <a:gd name="T38" fmla="*/ 95 w 103"/>
                  <a:gd name="T39" fmla="*/ 21 h 26"/>
                  <a:gd name="T40" fmla="*/ 92 w 103"/>
                  <a:gd name="T41" fmla="*/ 21 h 26"/>
                  <a:gd name="T42" fmla="*/ 89 w 103"/>
                  <a:gd name="T43" fmla="*/ 19 h 26"/>
                  <a:gd name="T44" fmla="*/ 85 w 103"/>
                  <a:gd name="T45" fmla="*/ 20 h 26"/>
                  <a:gd name="T46" fmla="*/ 81 w 103"/>
                  <a:gd name="T47" fmla="*/ 18 h 26"/>
                  <a:gd name="T48" fmla="*/ 78 w 103"/>
                  <a:gd name="T49" fmla="*/ 21 h 26"/>
                  <a:gd name="T50" fmla="*/ 77 w 103"/>
                  <a:gd name="T51" fmla="*/ 21 h 26"/>
                  <a:gd name="T52" fmla="*/ 73 w 103"/>
                  <a:gd name="T53" fmla="*/ 16 h 26"/>
                  <a:gd name="T54" fmla="*/ 68 w 103"/>
                  <a:gd name="T55" fmla="*/ 17 h 26"/>
                  <a:gd name="T56" fmla="*/ 66 w 103"/>
                  <a:gd name="T57" fmla="*/ 14 h 26"/>
                  <a:gd name="T58" fmla="*/ 63 w 103"/>
                  <a:gd name="T59" fmla="*/ 14 h 26"/>
                  <a:gd name="T60" fmla="*/ 59 w 103"/>
                  <a:gd name="T61" fmla="*/ 14 h 26"/>
                  <a:gd name="T62" fmla="*/ 57 w 103"/>
                  <a:gd name="T63" fmla="*/ 12 h 26"/>
                  <a:gd name="T64" fmla="*/ 58 w 103"/>
                  <a:gd name="T65" fmla="*/ 12 h 26"/>
                  <a:gd name="T66" fmla="*/ 63 w 103"/>
                  <a:gd name="T67" fmla="*/ 11 h 26"/>
                  <a:gd name="T68" fmla="*/ 65 w 103"/>
                  <a:gd name="T69" fmla="*/ 8 h 26"/>
                  <a:gd name="T70" fmla="*/ 58 w 103"/>
                  <a:gd name="T71" fmla="*/ 8 h 26"/>
                  <a:gd name="T72" fmla="*/ 55 w 103"/>
                  <a:gd name="T73" fmla="*/ 7 h 26"/>
                  <a:gd name="T74" fmla="*/ 51 w 103"/>
                  <a:gd name="T75" fmla="*/ 7 h 26"/>
                  <a:gd name="T76" fmla="*/ 47 w 103"/>
                  <a:gd name="T77" fmla="*/ 5 h 26"/>
                  <a:gd name="T78" fmla="*/ 43 w 103"/>
                  <a:gd name="T79" fmla="*/ 3 h 26"/>
                  <a:gd name="T80" fmla="*/ 39 w 103"/>
                  <a:gd name="T81" fmla="*/ 7 h 26"/>
                  <a:gd name="T82" fmla="*/ 28 w 103"/>
                  <a:gd name="T83" fmla="*/ 7 h 26"/>
                  <a:gd name="T84" fmla="*/ 25 w 103"/>
                  <a:gd name="T85" fmla="*/ 5 h 26"/>
                  <a:gd name="T86" fmla="*/ 18 w 103"/>
                  <a:gd name="T87" fmla="*/ 2 h 26"/>
                  <a:gd name="T88" fmla="*/ 13 w 103"/>
                  <a:gd name="T89" fmla="*/ 1 h 26"/>
                  <a:gd name="T90" fmla="*/ 10 w 103"/>
                  <a:gd name="T91" fmla="*/ 0 h 26"/>
                  <a:gd name="T92" fmla="*/ 5 w 103"/>
                  <a:gd name="T93" fmla="*/ 2 h 26"/>
                  <a:gd name="T94" fmla="*/ 3 w 103"/>
                  <a:gd name="T95" fmla="*/ 5 h 26"/>
                  <a:gd name="T96" fmla="*/ 2 w 103"/>
                  <a:gd name="T97" fmla="*/ 6 h 26"/>
                  <a:gd name="T98" fmla="*/ 0 w 103"/>
                  <a:gd name="T99" fmla="*/ 5 h 26"/>
                  <a:gd name="T100" fmla="*/ 1 w 103"/>
                  <a:gd name="T101" fmla="*/ 8 h 26"/>
                  <a:gd name="T102" fmla="*/ 6 w 103"/>
                  <a:gd name="T103" fmla="*/ 8 h 26"/>
                  <a:gd name="T104" fmla="*/ 9 w 103"/>
                  <a:gd name="T105" fmla="*/ 10 h 26"/>
                  <a:gd name="T106" fmla="*/ 11 w 103"/>
                  <a:gd name="T107" fmla="*/ 13 h 26"/>
                  <a:gd name="T108" fmla="*/ 15 w 103"/>
                  <a:gd name="T109" fmla="*/ 13 h 26"/>
                  <a:gd name="T110" fmla="*/ 24 w 103"/>
                  <a:gd name="T111" fmla="*/ 16 h 26"/>
                  <a:gd name="T112" fmla="*/ 26 w 103"/>
                  <a:gd name="T113" fmla="*/ 15 h 26"/>
                  <a:gd name="T114" fmla="*/ 30 w 103"/>
                  <a:gd name="T115" fmla="*/ 15 h 26"/>
                  <a:gd name="T116" fmla="*/ 38 w 103"/>
                  <a:gd name="T117" fmla="*/ 18 h 26"/>
                  <a:gd name="T118" fmla="*/ 46 w 103"/>
                  <a:gd name="T119" fmla="*/ 19 h 26"/>
                  <a:gd name="T120" fmla="*/ 84 w 103"/>
                  <a:gd name="T121" fmla="*/ 23 h 26"/>
                  <a:gd name="T122" fmla="*/ 83 w 103"/>
                  <a:gd name="T12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26">
                    <a:moveTo>
                      <a:pt x="46" y="19"/>
                    </a:moveTo>
                    <a:cubicBezTo>
                      <a:pt x="48" y="20"/>
                      <a:pt x="48" y="20"/>
                      <a:pt x="48" y="20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4" y="20"/>
                      <a:pt x="84" y="21"/>
                      <a:pt x="84" y="21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19"/>
                      <a:pt x="43" y="19"/>
                      <a:pt x="43" y="19"/>
                    </a:cubicBezTo>
                    <a:lnTo>
                      <a:pt x="46" y="19"/>
                    </a:lnTo>
                    <a:close/>
                    <a:moveTo>
                      <a:pt x="83" y="23"/>
                    </a:moveTo>
                    <a:cubicBezTo>
                      <a:pt x="83" y="23"/>
                      <a:pt x="83" y="23"/>
                      <a:pt x="83" y="23"/>
                    </a:cubicBezTo>
                    <a:cubicBezTo>
                      <a:pt x="84" y="23"/>
                      <a:pt x="84" y="23"/>
                      <a:pt x="84" y="23"/>
                    </a:cubicBezTo>
                    <a:lnTo>
                      <a:pt x="83" y="23"/>
                    </a:lnTo>
                    <a:close/>
                    <a:moveTo>
                      <a:pt x="83" y="22"/>
                    </a:moveTo>
                    <a:cubicBezTo>
                      <a:pt x="83" y="22"/>
                      <a:pt x="83" y="22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7" name="Freeform 6296">
                <a:extLst>
                  <a:ext uri="{FF2B5EF4-FFF2-40B4-BE49-F238E27FC236}">
                    <a16:creationId xmlns:a16="http://schemas.microsoft.com/office/drawing/2014/main" id="{99737BA8-39A0-4131-B6AE-5D858F1674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0" y="2871"/>
                <a:ext cx="13" cy="12"/>
              </a:xfrm>
              <a:custGeom>
                <a:avLst/>
                <a:gdLst>
                  <a:gd name="T0" fmla="*/ 12 w 13"/>
                  <a:gd name="T1" fmla="*/ 8 h 12"/>
                  <a:gd name="T2" fmla="*/ 13 w 13"/>
                  <a:gd name="T3" fmla="*/ 6 h 12"/>
                  <a:gd name="T4" fmla="*/ 8 w 13"/>
                  <a:gd name="T5" fmla="*/ 0 h 12"/>
                  <a:gd name="T6" fmla="*/ 4 w 13"/>
                  <a:gd name="T7" fmla="*/ 0 h 12"/>
                  <a:gd name="T8" fmla="*/ 2 w 13"/>
                  <a:gd name="T9" fmla="*/ 4 h 12"/>
                  <a:gd name="T10" fmla="*/ 4 w 13"/>
                  <a:gd name="T11" fmla="*/ 6 h 12"/>
                  <a:gd name="T12" fmla="*/ 2 w 13"/>
                  <a:gd name="T13" fmla="*/ 6 h 12"/>
                  <a:gd name="T14" fmla="*/ 0 w 13"/>
                  <a:gd name="T15" fmla="*/ 10 h 12"/>
                  <a:gd name="T16" fmla="*/ 4 w 13"/>
                  <a:gd name="T17" fmla="*/ 12 h 12"/>
                  <a:gd name="T18" fmla="*/ 8 w 13"/>
                  <a:gd name="T19" fmla="*/ 10 h 12"/>
                  <a:gd name="T20" fmla="*/ 6 w 13"/>
                  <a:gd name="T21" fmla="*/ 6 h 12"/>
                  <a:gd name="T22" fmla="*/ 8 w 13"/>
                  <a:gd name="T23" fmla="*/ 6 h 12"/>
                  <a:gd name="T24" fmla="*/ 12 w 13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2" y="8"/>
                    </a:moveTo>
                    <a:lnTo>
                      <a:pt x="13" y="6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8" name="Freeform 6297">
                <a:extLst>
                  <a:ext uri="{FF2B5EF4-FFF2-40B4-BE49-F238E27FC236}">
                    <a16:creationId xmlns:a16="http://schemas.microsoft.com/office/drawing/2014/main" id="{679FA044-D796-44C8-8A10-6BE6C9FF97E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332" y="2909"/>
                <a:ext cx="47" cy="18"/>
              </a:xfrm>
              <a:custGeom>
                <a:avLst/>
                <a:gdLst>
                  <a:gd name="T0" fmla="*/ 12 w 47"/>
                  <a:gd name="T1" fmla="*/ 13 h 18"/>
                  <a:gd name="T2" fmla="*/ 12 w 47"/>
                  <a:gd name="T3" fmla="*/ 15 h 18"/>
                  <a:gd name="T4" fmla="*/ 15 w 47"/>
                  <a:gd name="T5" fmla="*/ 15 h 18"/>
                  <a:gd name="T6" fmla="*/ 15 w 47"/>
                  <a:gd name="T7" fmla="*/ 15 h 18"/>
                  <a:gd name="T8" fmla="*/ 17 w 47"/>
                  <a:gd name="T9" fmla="*/ 13 h 18"/>
                  <a:gd name="T10" fmla="*/ 17 w 47"/>
                  <a:gd name="T11" fmla="*/ 11 h 18"/>
                  <a:gd name="T12" fmla="*/ 17 w 47"/>
                  <a:gd name="T13" fmla="*/ 11 h 18"/>
                  <a:gd name="T14" fmla="*/ 19 w 47"/>
                  <a:gd name="T15" fmla="*/ 9 h 18"/>
                  <a:gd name="T16" fmla="*/ 19 w 47"/>
                  <a:gd name="T17" fmla="*/ 9 h 18"/>
                  <a:gd name="T18" fmla="*/ 21 w 47"/>
                  <a:gd name="T19" fmla="*/ 11 h 18"/>
                  <a:gd name="T20" fmla="*/ 28 w 47"/>
                  <a:gd name="T21" fmla="*/ 11 h 18"/>
                  <a:gd name="T22" fmla="*/ 30 w 47"/>
                  <a:gd name="T23" fmla="*/ 9 h 18"/>
                  <a:gd name="T24" fmla="*/ 32 w 47"/>
                  <a:gd name="T25" fmla="*/ 9 h 18"/>
                  <a:gd name="T26" fmla="*/ 36 w 47"/>
                  <a:gd name="T27" fmla="*/ 13 h 18"/>
                  <a:gd name="T28" fmla="*/ 40 w 47"/>
                  <a:gd name="T29" fmla="*/ 13 h 18"/>
                  <a:gd name="T30" fmla="*/ 41 w 47"/>
                  <a:gd name="T31" fmla="*/ 16 h 18"/>
                  <a:gd name="T32" fmla="*/ 47 w 47"/>
                  <a:gd name="T33" fmla="*/ 16 h 18"/>
                  <a:gd name="T34" fmla="*/ 47 w 47"/>
                  <a:gd name="T35" fmla="*/ 13 h 18"/>
                  <a:gd name="T36" fmla="*/ 47 w 47"/>
                  <a:gd name="T37" fmla="*/ 7 h 18"/>
                  <a:gd name="T38" fmla="*/ 40 w 47"/>
                  <a:gd name="T39" fmla="*/ 3 h 18"/>
                  <a:gd name="T40" fmla="*/ 34 w 47"/>
                  <a:gd name="T41" fmla="*/ 2 h 18"/>
                  <a:gd name="T42" fmla="*/ 30 w 47"/>
                  <a:gd name="T43" fmla="*/ 0 h 18"/>
                  <a:gd name="T44" fmla="*/ 27 w 47"/>
                  <a:gd name="T45" fmla="*/ 0 h 18"/>
                  <a:gd name="T46" fmla="*/ 25 w 47"/>
                  <a:gd name="T47" fmla="*/ 2 h 18"/>
                  <a:gd name="T48" fmla="*/ 23 w 47"/>
                  <a:gd name="T49" fmla="*/ 2 h 18"/>
                  <a:gd name="T50" fmla="*/ 19 w 47"/>
                  <a:gd name="T51" fmla="*/ 0 h 18"/>
                  <a:gd name="T52" fmla="*/ 15 w 47"/>
                  <a:gd name="T53" fmla="*/ 2 h 18"/>
                  <a:gd name="T54" fmla="*/ 10 w 47"/>
                  <a:gd name="T55" fmla="*/ 2 h 18"/>
                  <a:gd name="T56" fmla="*/ 8 w 47"/>
                  <a:gd name="T57" fmla="*/ 2 h 18"/>
                  <a:gd name="T58" fmla="*/ 8 w 47"/>
                  <a:gd name="T59" fmla="*/ 2 h 18"/>
                  <a:gd name="T60" fmla="*/ 2 w 47"/>
                  <a:gd name="T61" fmla="*/ 2 h 18"/>
                  <a:gd name="T62" fmla="*/ 4 w 47"/>
                  <a:gd name="T63" fmla="*/ 3 h 18"/>
                  <a:gd name="T64" fmla="*/ 0 w 47"/>
                  <a:gd name="T65" fmla="*/ 7 h 18"/>
                  <a:gd name="T66" fmla="*/ 4 w 47"/>
                  <a:gd name="T67" fmla="*/ 7 h 18"/>
                  <a:gd name="T68" fmla="*/ 4 w 47"/>
                  <a:gd name="T69" fmla="*/ 7 h 18"/>
                  <a:gd name="T70" fmla="*/ 6 w 47"/>
                  <a:gd name="T71" fmla="*/ 11 h 18"/>
                  <a:gd name="T72" fmla="*/ 8 w 47"/>
                  <a:gd name="T73" fmla="*/ 11 h 18"/>
                  <a:gd name="T74" fmla="*/ 8 w 47"/>
                  <a:gd name="T75" fmla="*/ 11 h 18"/>
                  <a:gd name="T76" fmla="*/ 2 w 47"/>
                  <a:gd name="T77" fmla="*/ 13 h 18"/>
                  <a:gd name="T78" fmla="*/ 6 w 47"/>
                  <a:gd name="T79" fmla="*/ 16 h 18"/>
                  <a:gd name="T80" fmla="*/ 8 w 47"/>
                  <a:gd name="T81" fmla="*/ 15 h 18"/>
                  <a:gd name="T82" fmla="*/ 10 w 47"/>
                  <a:gd name="T83" fmla="*/ 18 h 18"/>
                  <a:gd name="T84" fmla="*/ 12 w 47"/>
                  <a:gd name="T85" fmla="*/ 13 h 18"/>
                  <a:gd name="T86" fmla="*/ 6 w 47"/>
                  <a:gd name="T87" fmla="*/ 5 h 18"/>
                  <a:gd name="T88" fmla="*/ 4 w 47"/>
                  <a:gd name="T89" fmla="*/ 5 h 18"/>
                  <a:gd name="T90" fmla="*/ 4 w 47"/>
                  <a:gd name="T91" fmla="*/ 5 h 18"/>
                  <a:gd name="T92" fmla="*/ 6 w 47"/>
                  <a:gd name="T93" fmla="*/ 5 h 18"/>
                  <a:gd name="T94" fmla="*/ 6 w 47"/>
                  <a:gd name="T95" fmla="*/ 5 h 18"/>
                  <a:gd name="T96" fmla="*/ 8 w 47"/>
                  <a:gd name="T97" fmla="*/ 3 h 18"/>
                  <a:gd name="T98" fmla="*/ 8 w 47"/>
                  <a:gd name="T99" fmla="*/ 3 h 18"/>
                  <a:gd name="T100" fmla="*/ 8 w 47"/>
                  <a:gd name="T101" fmla="*/ 3 h 18"/>
                  <a:gd name="T102" fmla="*/ 8 w 47"/>
                  <a:gd name="T103" fmla="*/ 3 h 18"/>
                  <a:gd name="T104" fmla="*/ 10 w 47"/>
                  <a:gd name="T105" fmla="*/ 7 h 18"/>
                  <a:gd name="T106" fmla="*/ 12 w 47"/>
                  <a:gd name="T107" fmla="*/ 9 h 18"/>
                  <a:gd name="T108" fmla="*/ 14 w 47"/>
                  <a:gd name="T109" fmla="*/ 11 h 18"/>
                  <a:gd name="T110" fmla="*/ 12 w 47"/>
                  <a:gd name="T111" fmla="*/ 11 h 18"/>
                  <a:gd name="T112" fmla="*/ 10 w 47"/>
                  <a:gd name="T113" fmla="*/ 11 h 18"/>
                  <a:gd name="T114" fmla="*/ 8 w 47"/>
                  <a:gd name="T115" fmla="*/ 11 h 18"/>
                  <a:gd name="T116" fmla="*/ 10 w 47"/>
                  <a:gd name="T1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" h="18">
                    <a:moveTo>
                      <a:pt x="12" y="13"/>
                    </a:moveTo>
                    <a:lnTo>
                      <a:pt x="12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1" y="11"/>
                    </a:lnTo>
                    <a:lnTo>
                      <a:pt x="28" y="11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6" y="13"/>
                    </a:lnTo>
                    <a:lnTo>
                      <a:pt x="40" y="13"/>
                    </a:lnTo>
                    <a:lnTo>
                      <a:pt x="41" y="16"/>
                    </a:lnTo>
                    <a:lnTo>
                      <a:pt x="47" y="16"/>
                    </a:lnTo>
                    <a:lnTo>
                      <a:pt x="47" y="13"/>
                    </a:lnTo>
                    <a:lnTo>
                      <a:pt x="47" y="7"/>
                    </a:lnTo>
                    <a:lnTo>
                      <a:pt x="40" y="3"/>
                    </a:lnTo>
                    <a:lnTo>
                      <a:pt x="34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2" y="13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10" y="18"/>
                    </a:lnTo>
                    <a:lnTo>
                      <a:pt x="12" y="13"/>
                    </a:lnTo>
                    <a:close/>
                    <a:moveTo>
                      <a:pt x="6" y="5"/>
                    </a:move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  <a:moveTo>
                      <a:pt x="8" y="3"/>
                    </a:move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close/>
                    <a:moveTo>
                      <a:pt x="10" y="7"/>
                    </a:moveTo>
                    <a:lnTo>
                      <a:pt x="12" y="9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10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59" name="Freeform 6298">
                <a:extLst>
                  <a:ext uri="{FF2B5EF4-FFF2-40B4-BE49-F238E27FC236}">
                    <a16:creationId xmlns:a16="http://schemas.microsoft.com/office/drawing/2014/main" id="{0875F07A-87C3-45B7-A6F9-93D321B7CA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88" y="2828"/>
                <a:ext cx="9" cy="6"/>
              </a:xfrm>
              <a:custGeom>
                <a:avLst/>
                <a:gdLst>
                  <a:gd name="T0" fmla="*/ 3 w 9"/>
                  <a:gd name="T1" fmla="*/ 0 h 6"/>
                  <a:gd name="T2" fmla="*/ 1 w 9"/>
                  <a:gd name="T3" fmla="*/ 2 h 6"/>
                  <a:gd name="T4" fmla="*/ 0 w 9"/>
                  <a:gd name="T5" fmla="*/ 4 h 6"/>
                  <a:gd name="T6" fmla="*/ 3 w 9"/>
                  <a:gd name="T7" fmla="*/ 6 h 6"/>
                  <a:gd name="T8" fmla="*/ 9 w 9"/>
                  <a:gd name="T9" fmla="*/ 6 h 6"/>
                  <a:gd name="T10" fmla="*/ 7 w 9"/>
                  <a:gd name="T11" fmla="*/ 2 h 6"/>
                  <a:gd name="T12" fmla="*/ 3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0" name="Freeform 6299">
                <a:extLst>
                  <a:ext uri="{FF2B5EF4-FFF2-40B4-BE49-F238E27FC236}">
                    <a16:creationId xmlns:a16="http://schemas.microsoft.com/office/drawing/2014/main" id="{53C7EF2C-16E8-4B98-9C32-D567AE5AD0E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9" y="2808"/>
                <a:ext cx="9" cy="9"/>
              </a:xfrm>
              <a:custGeom>
                <a:avLst/>
                <a:gdLst>
                  <a:gd name="T0" fmla="*/ 7 w 9"/>
                  <a:gd name="T1" fmla="*/ 9 h 9"/>
                  <a:gd name="T2" fmla="*/ 9 w 9"/>
                  <a:gd name="T3" fmla="*/ 4 h 9"/>
                  <a:gd name="T4" fmla="*/ 5 w 9"/>
                  <a:gd name="T5" fmla="*/ 0 h 9"/>
                  <a:gd name="T6" fmla="*/ 2 w 9"/>
                  <a:gd name="T7" fmla="*/ 2 h 9"/>
                  <a:gd name="T8" fmla="*/ 0 w 9"/>
                  <a:gd name="T9" fmla="*/ 4 h 9"/>
                  <a:gd name="T10" fmla="*/ 4 w 9"/>
                  <a:gd name="T11" fmla="*/ 7 h 9"/>
                  <a:gd name="T12" fmla="*/ 4 w 9"/>
                  <a:gd name="T13" fmla="*/ 7 h 9"/>
                  <a:gd name="T14" fmla="*/ 4 w 9"/>
                  <a:gd name="T15" fmla="*/ 9 h 9"/>
                  <a:gd name="T16" fmla="*/ 7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7" y="9"/>
                    </a:moveTo>
                    <a:lnTo>
                      <a:pt x="9" y="4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1" name="Freeform 6300">
                <a:extLst>
                  <a:ext uri="{FF2B5EF4-FFF2-40B4-BE49-F238E27FC236}">
                    <a16:creationId xmlns:a16="http://schemas.microsoft.com/office/drawing/2014/main" id="{10881A00-1521-4333-96B4-54E3DC8BD8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0" y="2905"/>
                <a:ext cx="18" cy="13"/>
              </a:xfrm>
              <a:custGeom>
                <a:avLst/>
                <a:gdLst>
                  <a:gd name="T0" fmla="*/ 9 w 18"/>
                  <a:gd name="T1" fmla="*/ 13 h 13"/>
                  <a:gd name="T2" fmla="*/ 11 w 18"/>
                  <a:gd name="T3" fmla="*/ 9 h 13"/>
                  <a:gd name="T4" fmla="*/ 11 w 18"/>
                  <a:gd name="T5" fmla="*/ 11 h 13"/>
                  <a:gd name="T6" fmla="*/ 14 w 18"/>
                  <a:gd name="T7" fmla="*/ 11 h 13"/>
                  <a:gd name="T8" fmla="*/ 16 w 18"/>
                  <a:gd name="T9" fmla="*/ 9 h 13"/>
                  <a:gd name="T10" fmla="*/ 18 w 18"/>
                  <a:gd name="T11" fmla="*/ 7 h 13"/>
                  <a:gd name="T12" fmla="*/ 16 w 18"/>
                  <a:gd name="T13" fmla="*/ 4 h 13"/>
                  <a:gd name="T14" fmla="*/ 13 w 18"/>
                  <a:gd name="T15" fmla="*/ 2 h 13"/>
                  <a:gd name="T16" fmla="*/ 7 w 18"/>
                  <a:gd name="T17" fmla="*/ 0 h 13"/>
                  <a:gd name="T18" fmla="*/ 3 w 18"/>
                  <a:gd name="T19" fmla="*/ 2 h 13"/>
                  <a:gd name="T20" fmla="*/ 5 w 18"/>
                  <a:gd name="T21" fmla="*/ 4 h 13"/>
                  <a:gd name="T22" fmla="*/ 5 w 18"/>
                  <a:gd name="T23" fmla="*/ 4 h 13"/>
                  <a:gd name="T24" fmla="*/ 3 w 18"/>
                  <a:gd name="T25" fmla="*/ 6 h 13"/>
                  <a:gd name="T26" fmla="*/ 0 w 18"/>
                  <a:gd name="T27" fmla="*/ 9 h 13"/>
                  <a:gd name="T28" fmla="*/ 5 w 18"/>
                  <a:gd name="T29" fmla="*/ 9 h 13"/>
                  <a:gd name="T30" fmla="*/ 5 w 18"/>
                  <a:gd name="T31" fmla="*/ 9 h 13"/>
                  <a:gd name="T32" fmla="*/ 9 w 18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3">
                    <a:moveTo>
                      <a:pt x="9" y="13"/>
                    </a:moveTo>
                    <a:lnTo>
                      <a:pt x="11" y="9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9" y="1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2" name="Freeform 6301">
                <a:extLst>
                  <a:ext uri="{FF2B5EF4-FFF2-40B4-BE49-F238E27FC236}">
                    <a16:creationId xmlns:a16="http://schemas.microsoft.com/office/drawing/2014/main" id="{7EC6AD41-60F6-4566-97E7-13EDFF0AA86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2" y="2892"/>
                <a:ext cx="28" cy="24"/>
              </a:xfrm>
              <a:custGeom>
                <a:avLst/>
                <a:gdLst>
                  <a:gd name="T0" fmla="*/ 28 w 28"/>
                  <a:gd name="T1" fmla="*/ 20 h 24"/>
                  <a:gd name="T2" fmla="*/ 24 w 28"/>
                  <a:gd name="T3" fmla="*/ 19 h 24"/>
                  <a:gd name="T4" fmla="*/ 24 w 28"/>
                  <a:gd name="T5" fmla="*/ 20 h 24"/>
                  <a:gd name="T6" fmla="*/ 22 w 28"/>
                  <a:gd name="T7" fmla="*/ 19 h 24"/>
                  <a:gd name="T8" fmla="*/ 24 w 28"/>
                  <a:gd name="T9" fmla="*/ 15 h 24"/>
                  <a:gd name="T10" fmla="*/ 18 w 28"/>
                  <a:gd name="T11" fmla="*/ 13 h 24"/>
                  <a:gd name="T12" fmla="*/ 16 w 28"/>
                  <a:gd name="T13" fmla="*/ 11 h 24"/>
                  <a:gd name="T14" fmla="*/ 14 w 28"/>
                  <a:gd name="T15" fmla="*/ 4 h 24"/>
                  <a:gd name="T16" fmla="*/ 14 w 28"/>
                  <a:gd name="T17" fmla="*/ 4 h 24"/>
                  <a:gd name="T18" fmla="*/ 13 w 28"/>
                  <a:gd name="T19" fmla="*/ 0 h 24"/>
                  <a:gd name="T20" fmla="*/ 11 w 28"/>
                  <a:gd name="T21" fmla="*/ 0 h 24"/>
                  <a:gd name="T22" fmla="*/ 7 w 28"/>
                  <a:gd name="T23" fmla="*/ 0 h 24"/>
                  <a:gd name="T24" fmla="*/ 7 w 28"/>
                  <a:gd name="T25" fmla="*/ 4 h 24"/>
                  <a:gd name="T26" fmla="*/ 5 w 28"/>
                  <a:gd name="T27" fmla="*/ 0 h 24"/>
                  <a:gd name="T28" fmla="*/ 3 w 28"/>
                  <a:gd name="T29" fmla="*/ 2 h 24"/>
                  <a:gd name="T30" fmla="*/ 3 w 28"/>
                  <a:gd name="T31" fmla="*/ 4 h 24"/>
                  <a:gd name="T32" fmla="*/ 0 w 28"/>
                  <a:gd name="T33" fmla="*/ 7 h 24"/>
                  <a:gd name="T34" fmla="*/ 3 w 28"/>
                  <a:gd name="T35" fmla="*/ 9 h 24"/>
                  <a:gd name="T36" fmla="*/ 9 w 28"/>
                  <a:gd name="T37" fmla="*/ 11 h 24"/>
                  <a:gd name="T38" fmla="*/ 9 w 28"/>
                  <a:gd name="T39" fmla="*/ 11 h 24"/>
                  <a:gd name="T40" fmla="*/ 9 w 28"/>
                  <a:gd name="T41" fmla="*/ 13 h 24"/>
                  <a:gd name="T42" fmla="*/ 11 w 28"/>
                  <a:gd name="T43" fmla="*/ 15 h 24"/>
                  <a:gd name="T44" fmla="*/ 11 w 28"/>
                  <a:gd name="T45" fmla="*/ 19 h 24"/>
                  <a:gd name="T46" fmla="*/ 14 w 28"/>
                  <a:gd name="T47" fmla="*/ 20 h 24"/>
                  <a:gd name="T48" fmla="*/ 18 w 28"/>
                  <a:gd name="T49" fmla="*/ 20 h 24"/>
                  <a:gd name="T50" fmla="*/ 18 w 28"/>
                  <a:gd name="T51" fmla="*/ 22 h 24"/>
                  <a:gd name="T52" fmla="*/ 20 w 28"/>
                  <a:gd name="T53" fmla="*/ 24 h 24"/>
                  <a:gd name="T54" fmla="*/ 24 w 28"/>
                  <a:gd name="T55" fmla="*/ 22 h 24"/>
                  <a:gd name="T56" fmla="*/ 22 w 28"/>
                  <a:gd name="T57" fmla="*/ 24 h 24"/>
                  <a:gd name="T58" fmla="*/ 28 w 28"/>
                  <a:gd name="T59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4">
                    <a:moveTo>
                      <a:pt x="28" y="20"/>
                    </a:moveTo>
                    <a:lnTo>
                      <a:pt x="24" y="19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5"/>
                    </a:lnTo>
                    <a:lnTo>
                      <a:pt x="18" y="13"/>
                    </a:lnTo>
                    <a:lnTo>
                      <a:pt x="16" y="11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3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1" y="15"/>
                    </a:lnTo>
                    <a:lnTo>
                      <a:pt x="11" y="19"/>
                    </a:lnTo>
                    <a:lnTo>
                      <a:pt x="14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2" y="24"/>
                    </a:lnTo>
                    <a:lnTo>
                      <a:pt x="28" y="2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3" name="Freeform 6302">
                <a:extLst>
                  <a:ext uri="{FF2B5EF4-FFF2-40B4-BE49-F238E27FC236}">
                    <a16:creationId xmlns:a16="http://schemas.microsoft.com/office/drawing/2014/main" id="{B4FB6D6C-FFBB-43D7-98D4-97B2FE1F5C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27" y="2825"/>
                <a:ext cx="8" cy="5"/>
              </a:xfrm>
              <a:custGeom>
                <a:avLst/>
                <a:gdLst>
                  <a:gd name="T0" fmla="*/ 8 w 8"/>
                  <a:gd name="T1" fmla="*/ 2 h 5"/>
                  <a:gd name="T2" fmla="*/ 4 w 8"/>
                  <a:gd name="T3" fmla="*/ 0 h 5"/>
                  <a:gd name="T4" fmla="*/ 0 w 8"/>
                  <a:gd name="T5" fmla="*/ 0 h 5"/>
                  <a:gd name="T6" fmla="*/ 0 w 8"/>
                  <a:gd name="T7" fmla="*/ 3 h 5"/>
                  <a:gd name="T8" fmla="*/ 4 w 8"/>
                  <a:gd name="T9" fmla="*/ 5 h 5"/>
                  <a:gd name="T10" fmla="*/ 8 w 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4" name="Freeform 6303">
                <a:extLst>
                  <a:ext uri="{FF2B5EF4-FFF2-40B4-BE49-F238E27FC236}">
                    <a16:creationId xmlns:a16="http://schemas.microsoft.com/office/drawing/2014/main" id="{7782D58D-BD0A-47EE-A170-D6444EE7D4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35" y="2819"/>
                <a:ext cx="5" cy="13"/>
              </a:xfrm>
              <a:custGeom>
                <a:avLst/>
                <a:gdLst>
                  <a:gd name="T0" fmla="*/ 1 w 5"/>
                  <a:gd name="T1" fmla="*/ 8 h 13"/>
                  <a:gd name="T2" fmla="*/ 1 w 5"/>
                  <a:gd name="T3" fmla="*/ 13 h 13"/>
                  <a:gd name="T4" fmla="*/ 5 w 5"/>
                  <a:gd name="T5" fmla="*/ 11 h 13"/>
                  <a:gd name="T6" fmla="*/ 1 w 5"/>
                  <a:gd name="T7" fmla="*/ 8 h 13"/>
                  <a:gd name="T8" fmla="*/ 5 w 5"/>
                  <a:gd name="T9" fmla="*/ 8 h 13"/>
                  <a:gd name="T10" fmla="*/ 3 w 5"/>
                  <a:gd name="T11" fmla="*/ 4 h 13"/>
                  <a:gd name="T12" fmla="*/ 5 w 5"/>
                  <a:gd name="T13" fmla="*/ 2 h 13"/>
                  <a:gd name="T14" fmla="*/ 1 w 5"/>
                  <a:gd name="T15" fmla="*/ 0 h 13"/>
                  <a:gd name="T16" fmla="*/ 1 w 5"/>
                  <a:gd name="T17" fmla="*/ 6 h 13"/>
                  <a:gd name="T18" fmla="*/ 0 w 5"/>
                  <a:gd name="T19" fmla="*/ 8 h 13"/>
                  <a:gd name="T20" fmla="*/ 1 w 5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3">
                    <a:moveTo>
                      <a:pt x="1" y="8"/>
                    </a:moveTo>
                    <a:lnTo>
                      <a:pt x="1" y="13"/>
                    </a:lnTo>
                    <a:lnTo>
                      <a:pt x="5" y="11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5" name="Freeform 6304">
                <a:extLst>
                  <a:ext uri="{FF2B5EF4-FFF2-40B4-BE49-F238E27FC236}">
                    <a16:creationId xmlns:a16="http://schemas.microsoft.com/office/drawing/2014/main" id="{00D98D87-B18E-4BF1-B999-1B70D53AEBD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08" y="2998"/>
                <a:ext cx="28" cy="19"/>
              </a:xfrm>
              <a:custGeom>
                <a:avLst/>
                <a:gdLst>
                  <a:gd name="T0" fmla="*/ 22 w 28"/>
                  <a:gd name="T1" fmla="*/ 6 h 19"/>
                  <a:gd name="T2" fmla="*/ 20 w 28"/>
                  <a:gd name="T3" fmla="*/ 6 h 19"/>
                  <a:gd name="T4" fmla="*/ 20 w 28"/>
                  <a:gd name="T5" fmla="*/ 4 h 19"/>
                  <a:gd name="T6" fmla="*/ 15 w 28"/>
                  <a:gd name="T7" fmla="*/ 2 h 19"/>
                  <a:gd name="T8" fmla="*/ 13 w 28"/>
                  <a:gd name="T9" fmla="*/ 4 h 19"/>
                  <a:gd name="T10" fmla="*/ 11 w 28"/>
                  <a:gd name="T11" fmla="*/ 4 h 19"/>
                  <a:gd name="T12" fmla="*/ 7 w 28"/>
                  <a:gd name="T13" fmla="*/ 0 h 19"/>
                  <a:gd name="T14" fmla="*/ 0 w 28"/>
                  <a:gd name="T15" fmla="*/ 4 h 19"/>
                  <a:gd name="T16" fmla="*/ 0 w 28"/>
                  <a:gd name="T17" fmla="*/ 8 h 19"/>
                  <a:gd name="T18" fmla="*/ 2 w 28"/>
                  <a:gd name="T19" fmla="*/ 9 h 19"/>
                  <a:gd name="T20" fmla="*/ 7 w 28"/>
                  <a:gd name="T21" fmla="*/ 11 h 19"/>
                  <a:gd name="T22" fmla="*/ 9 w 28"/>
                  <a:gd name="T23" fmla="*/ 9 h 19"/>
                  <a:gd name="T24" fmla="*/ 11 w 28"/>
                  <a:gd name="T25" fmla="*/ 13 h 19"/>
                  <a:gd name="T26" fmla="*/ 13 w 28"/>
                  <a:gd name="T27" fmla="*/ 13 h 19"/>
                  <a:gd name="T28" fmla="*/ 15 w 28"/>
                  <a:gd name="T29" fmla="*/ 17 h 19"/>
                  <a:gd name="T30" fmla="*/ 20 w 28"/>
                  <a:gd name="T31" fmla="*/ 19 h 19"/>
                  <a:gd name="T32" fmla="*/ 24 w 28"/>
                  <a:gd name="T33" fmla="*/ 17 h 19"/>
                  <a:gd name="T34" fmla="*/ 28 w 28"/>
                  <a:gd name="T35" fmla="*/ 15 h 19"/>
                  <a:gd name="T36" fmla="*/ 28 w 28"/>
                  <a:gd name="T37" fmla="*/ 13 h 19"/>
                  <a:gd name="T38" fmla="*/ 26 w 28"/>
                  <a:gd name="T39" fmla="*/ 9 h 19"/>
                  <a:gd name="T40" fmla="*/ 22 w 28"/>
                  <a:gd name="T4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19">
                    <a:moveTo>
                      <a:pt x="22" y="6"/>
                    </a:moveTo>
                    <a:lnTo>
                      <a:pt x="20" y="6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5" y="17"/>
                    </a:lnTo>
                    <a:lnTo>
                      <a:pt x="20" y="19"/>
                    </a:lnTo>
                    <a:lnTo>
                      <a:pt x="24" y="17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26" y="9"/>
                    </a:lnTo>
                    <a:lnTo>
                      <a:pt x="22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6" name="Freeform 6305">
                <a:extLst>
                  <a:ext uri="{FF2B5EF4-FFF2-40B4-BE49-F238E27FC236}">
                    <a16:creationId xmlns:a16="http://schemas.microsoft.com/office/drawing/2014/main" id="{2248799B-6881-421E-8935-B053DBD870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5" y="2972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2 w 6"/>
                  <a:gd name="T3" fmla="*/ 0 h 8"/>
                  <a:gd name="T4" fmla="*/ 0 w 6"/>
                  <a:gd name="T5" fmla="*/ 2 h 8"/>
                  <a:gd name="T6" fmla="*/ 0 w 6"/>
                  <a:gd name="T7" fmla="*/ 8 h 8"/>
                  <a:gd name="T8" fmla="*/ 6 w 6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7" name="Freeform 6306">
                <a:extLst>
                  <a:ext uri="{FF2B5EF4-FFF2-40B4-BE49-F238E27FC236}">
                    <a16:creationId xmlns:a16="http://schemas.microsoft.com/office/drawing/2014/main" id="{9B6943BB-7EB0-490A-AFAF-4EC4EFE23E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9" y="2888"/>
                <a:ext cx="13" cy="9"/>
              </a:xfrm>
              <a:custGeom>
                <a:avLst/>
                <a:gdLst>
                  <a:gd name="T0" fmla="*/ 5 w 13"/>
                  <a:gd name="T1" fmla="*/ 9 h 9"/>
                  <a:gd name="T2" fmla="*/ 7 w 13"/>
                  <a:gd name="T3" fmla="*/ 8 h 9"/>
                  <a:gd name="T4" fmla="*/ 13 w 13"/>
                  <a:gd name="T5" fmla="*/ 8 h 9"/>
                  <a:gd name="T6" fmla="*/ 13 w 13"/>
                  <a:gd name="T7" fmla="*/ 6 h 9"/>
                  <a:gd name="T8" fmla="*/ 9 w 13"/>
                  <a:gd name="T9" fmla="*/ 2 h 9"/>
                  <a:gd name="T10" fmla="*/ 5 w 13"/>
                  <a:gd name="T11" fmla="*/ 0 h 9"/>
                  <a:gd name="T12" fmla="*/ 0 w 13"/>
                  <a:gd name="T13" fmla="*/ 6 h 9"/>
                  <a:gd name="T14" fmla="*/ 2 w 13"/>
                  <a:gd name="T15" fmla="*/ 8 h 9"/>
                  <a:gd name="T16" fmla="*/ 5 w 13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5" y="9"/>
                    </a:moveTo>
                    <a:lnTo>
                      <a:pt x="7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8" name="Freeform 6307">
                <a:extLst>
                  <a:ext uri="{FF2B5EF4-FFF2-40B4-BE49-F238E27FC236}">
                    <a16:creationId xmlns:a16="http://schemas.microsoft.com/office/drawing/2014/main" id="{08098C29-8459-4814-8653-A10C9B7398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1" y="2983"/>
                <a:ext cx="21" cy="6"/>
              </a:xfrm>
              <a:custGeom>
                <a:avLst/>
                <a:gdLst>
                  <a:gd name="T0" fmla="*/ 11 w 21"/>
                  <a:gd name="T1" fmla="*/ 6 h 6"/>
                  <a:gd name="T2" fmla="*/ 11 w 21"/>
                  <a:gd name="T3" fmla="*/ 2 h 6"/>
                  <a:gd name="T4" fmla="*/ 11 w 21"/>
                  <a:gd name="T5" fmla="*/ 4 h 6"/>
                  <a:gd name="T6" fmla="*/ 15 w 21"/>
                  <a:gd name="T7" fmla="*/ 6 h 6"/>
                  <a:gd name="T8" fmla="*/ 21 w 21"/>
                  <a:gd name="T9" fmla="*/ 4 h 6"/>
                  <a:gd name="T10" fmla="*/ 21 w 21"/>
                  <a:gd name="T11" fmla="*/ 0 h 6"/>
                  <a:gd name="T12" fmla="*/ 17 w 21"/>
                  <a:gd name="T13" fmla="*/ 0 h 6"/>
                  <a:gd name="T14" fmla="*/ 11 w 21"/>
                  <a:gd name="T15" fmla="*/ 0 h 6"/>
                  <a:gd name="T16" fmla="*/ 11 w 21"/>
                  <a:gd name="T17" fmla="*/ 0 h 6"/>
                  <a:gd name="T18" fmla="*/ 8 w 21"/>
                  <a:gd name="T19" fmla="*/ 2 h 6"/>
                  <a:gd name="T20" fmla="*/ 4 w 21"/>
                  <a:gd name="T21" fmla="*/ 0 h 6"/>
                  <a:gd name="T22" fmla="*/ 0 w 21"/>
                  <a:gd name="T23" fmla="*/ 2 h 6"/>
                  <a:gd name="T24" fmla="*/ 4 w 21"/>
                  <a:gd name="T25" fmla="*/ 4 h 6"/>
                  <a:gd name="T26" fmla="*/ 6 w 21"/>
                  <a:gd name="T27" fmla="*/ 2 h 6"/>
                  <a:gd name="T28" fmla="*/ 11 w 21"/>
                  <a:gd name="T2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1" y="6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69" name="Freeform 6308">
                <a:extLst>
                  <a:ext uri="{FF2B5EF4-FFF2-40B4-BE49-F238E27FC236}">
                    <a16:creationId xmlns:a16="http://schemas.microsoft.com/office/drawing/2014/main" id="{BCB02C34-4884-4BAC-9BB1-FE6F8E7E53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42" y="2728"/>
                <a:ext cx="7" cy="13"/>
              </a:xfrm>
              <a:custGeom>
                <a:avLst/>
                <a:gdLst>
                  <a:gd name="T0" fmla="*/ 3 w 7"/>
                  <a:gd name="T1" fmla="*/ 9 h 13"/>
                  <a:gd name="T2" fmla="*/ 7 w 7"/>
                  <a:gd name="T3" fmla="*/ 13 h 13"/>
                  <a:gd name="T4" fmla="*/ 7 w 7"/>
                  <a:gd name="T5" fmla="*/ 7 h 13"/>
                  <a:gd name="T6" fmla="*/ 7 w 7"/>
                  <a:gd name="T7" fmla="*/ 4 h 13"/>
                  <a:gd name="T8" fmla="*/ 5 w 7"/>
                  <a:gd name="T9" fmla="*/ 4 h 13"/>
                  <a:gd name="T10" fmla="*/ 7 w 7"/>
                  <a:gd name="T11" fmla="*/ 0 h 13"/>
                  <a:gd name="T12" fmla="*/ 0 w 7"/>
                  <a:gd name="T13" fmla="*/ 4 h 13"/>
                  <a:gd name="T14" fmla="*/ 5 w 7"/>
                  <a:gd name="T15" fmla="*/ 5 h 13"/>
                  <a:gd name="T16" fmla="*/ 3 w 7"/>
                  <a:gd name="T17" fmla="*/ 5 h 13"/>
                  <a:gd name="T18" fmla="*/ 3 w 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9"/>
                    </a:moveTo>
                    <a:lnTo>
                      <a:pt x="7" y="13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0" name="Freeform 6309">
                <a:extLst>
                  <a:ext uri="{FF2B5EF4-FFF2-40B4-BE49-F238E27FC236}">
                    <a16:creationId xmlns:a16="http://schemas.microsoft.com/office/drawing/2014/main" id="{3AEA9087-C6A4-48C6-BE82-32A6DD996AF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318" y="1309"/>
                <a:ext cx="2370" cy="2051"/>
              </a:xfrm>
              <a:custGeom>
                <a:avLst/>
                <a:gdLst>
                  <a:gd name="T0" fmla="*/ 905 w 1273"/>
                  <a:gd name="T1" fmla="*/ 830 h 1100"/>
                  <a:gd name="T2" fmla="*/ 902 w 1273"/>
                  <a:gd name="T3" fmla="*/ 755 h 1100"/>
                  <a:gd name="T4" fmla="*/ 918 w 1273"/>
                  <a:gd name="T5" fmla="*/ 676 h 1100"/>
                  <a:gd name="T6" fmla="*/ 1005 w 1273"/>
                  <a:gd name="T7" fmla="*/ 638 h 1100"/>
                  <a:gd name="T8" fmla="*/ 1006 w 1273"/>
                  <a:gd name="T9" fmla="*/ 530 h 1100"/>
                  <a:gd name="T10" fmla="*/ 1023 w 1273"/>
                  <a:gd name="T11" fmla="*/ 518 h 1100"/>
                  <a:gd name="T12" fmla="*/ 1083 w 1273"/>
                  <a:gd name="T13" fmla="*/ 448 h 1100"/>
                  <a:gd name="T14" fmla="*/ 1049 w 1273"/>
                  <a:gd name="T15" fmla="*/ 325 h 1100"/>
                  <a:gd name="T16" fmla="*/ 1123 w 1273"/>
                  <a:gd name="T17" fmla="*/ 239 h 1100"/>
                  <a:gd name="T18" fmla="*/ 1172 w 1273"/>
                  <a:gd name="T19" fmla="*/ 168 h 1100"/>
                  <a:gd name="T20" fmla="*/ 1205 w 1273"/>
                  <a:gd name="T21" fmla="*/ 341 h 1100"/>
                  <a:gd name="T22" fmla="*/ 1204 w 1273"/>
                  <a:gd name="T23" fmla="*/ 203 h 1100"/>
                  <a:gd name="T24" fmla="*/ 1224 w 1273"/>
                  <a:gd name="T25" fmla="*/ 66 h 1100"/>
                  <a:gd name="T26" fmla="*/ 1231 w 1273"/>
                  <a:gd name="T27" fmla="*/ 37 h 1100"/>
                  <a:gd name="T28" fmla="*/ 1097 w 1273"/>
                  <a:gd name="T29" fmla="*/ 34 h 1100"/>
                  <a:gd name="T30" fmla="*/ 903 w 1273"/>
                  <a:gd name="T31" fmla="*/ 46 h 1100"/>
                  <a:gd name="T32" fmla="*/ 829 w 1273"/>
                  <a:gd name="T33" fmla="*/ 49 h 1100"/>
                  <a:gd name="T34" fmla="*/ 722 w 1273"/>
                  <a:gd name="T35" fmla="*/ 82 h 1100"/>
                  <a:gd name="T36" fmla="*/ 661 w 1273"/>
                  <a:gd name="T37" fmla="*/ 7 h 1100"/>
                  <a:gd name="T38" fmla="*/ 595 w 1273"/>
                  <a:gd name="T39" fmla="*/ 69 h 1100"/>
                  <a:gd name="T40" fmla="*/ 582 w 1273"/>
                  <a:gd name="T41" fmla="*/ 139 h 1100"/>
                  <a:gd name="T42" fmla="*/ 584 w 1273"/>
                  <a:gd name="T43" fmla="*/ 200 h 1100"/>
                  <a:gd name="T44" fmla="*/ 506 w 1273"/>
                  <a:gd name="T45" fmla="*/ 166 h 1100"/>
                  <a:gd name="T46" fmla="*/ 475 w 1273"/>
                  <a:gd name="T47" fmla="*/ 205 h 1100"/>
                  <a:gd name="T48" fmla="*/ 391 w 1273"/>
                  <a:gd name="T49" fmla="*/ 239 h 1100"/>
                  <a:gd name="T50" fmla="*/ 349 w 1273"/>
                  <a:gd name="T51" fmla="*/ 254 h 1100"/>
                  <a:gd name="T52" fmla="*/ 288 w 1273"/>
                  <a:gd name="T53" fmla="*/ 196 h 1100"/>
                  <a:gd name="T54" fmla="*/ 242 w 1273"/>
                  <a:gd name="T55" fmla="*/ 207 h 1100"/>
                  <a:gd name="T56" fmla="*/ 211 w 1273"/>
                  <a:gd name="T57" fmla="*/ 241 h 1100"/>
                  <a:gd name="T58" fmla="*/ 165 w 1273"/>
                  <a:gd name="T59" fmla="*/ 308 h 1100"/>
                  <a:gd name="T60" fmla="*/ 210 w 1273"/>
                  <a:gd name="T61" fmla="*/ 382 h 1100"/>
                  <a:gd name="T62" fmla="*/ 171 w 1273"/>
                  <a:gd name="T63" fmla="*/ 404 h 1100"/>
                  <a:gd name="T64" fmla="*/ 116 w 1273"/>
                  <a:gd name="T65" fmla="*/ 496 h 1100"/>
                  <a:gd name="T66" fmla="*/ 150 w 1273"/>
                  <a:gd name="T67" fmla="*/ 506 h 1100"/>
                  <a:gd name="T68" fmla="*/ 252 w 1273"/>
                  <a:gd name="T69" fmla="*/ 525 h 1100"/>
                  <a:gd name="T70" fmla="*/ 273 w 1273"/>
                  <a:gd name="T71" fmla="*/ 545 h 1100"/>
                  <a:gd name="T72" fmla="*/ 287 w 1273"/>
                  <a:gd name="T73" fmla="*/ 526 h 1100"/>
                  <a:gd name="T74" fmla="*/ 324 w 1273"/>
                  <a:gd name="T75" fmla="*/ 556 h 1100"/>
                  <a:gd name="T76" fmla="*/ 270 w 1273"/>
                  <a:gd name="T77" fmla="*/ 606 h 1100"/>
                  <a:gd name="T78" fmla="*/ 95 w 1273"/>
                  <a:gd name="T79" fmla="*/ 568 h 1100"/>
                  <a:gd name="T80" fmla="*/ 21 w 1273"/>
                  <a:gd name="T81" fmla="*/ 758 h 1100"/>
                  <a:gd name="T82" fmla="*/ 196 w 1273"/>
                  <a:gd name="T83" fmla="*/ 848 h 1100"/>
                  <a:gd name="T84" fmla="*/ 271 w 1273"/>
                  <a:gd name="T85" fmla="*/ 1098 h 1100"/>
                  <a:gd name="T86" fmla="*/ 404 w 1273"/>
                  <a:gd name="T87" fmla="*/ 966 h 1100"/>
                  <a:gd name="T88" fmla="*/ 509 w 1273"/>
                  <a:gd name="T89" fmla="*/ 763 h 1100"/>
                  <a:gd name="T90" fmla="*/ 401 w 1273"/>
                  <a:gd name="T91" fmla="*/ 674 h 1100"/>
                  <a:gd name="T92" fmla="*/ 444 w 1273"/>
                  <a:gd name="T93" fmla="*/ 719 h 1100"/>
                  <a:gd name="T94" fmla="*/ 541 w 1273"/>
                  <a:gd name="T95" fmla="*/ 641 h 1100"/>
                  <a:gd name="T96" fmla="*/ 517 w 1273"/>
                  <a:gd name="T97" fmla="*/ 632 h 1100"/>
                  <a:gd name="T98" fmla="*/ 665 w 1273"/>
                  <a:gd name="T99" fmla="*/ 673 h 1100"/>
                  <a:gd name="T100" fmla="*/ 782 w 1273"/>
                  <a:gd name="T101" fmla="*/ 673 h 1100"/>
                  <a:gd name="T102" fmla="*/ 1244 w 1273"/>
                  <a:gd name="T103" fmla="*/ 124 h 1100"/>
                  <a:gd name="T104" fmla="*/ 905 w 1273"/>
                  <a:gd name="T105" fmla="*/ 67 h 1100"/>
                  <a:gd name="T106" fmla="*/ 163 w 1273"/>
                  <a:gd name="T107" fmla="*/ 322 h 1100"/>
                  <a:gd name="T108" fmla="*/ 235 w 1273"/>
                  <a:gd name="T109" fmla="*/ 205 h 1100"/>
                  <a:gd name="T110" fmla="*/ 288 w 1273"/>
                  <a:gd name="T111" fmla="*/ 544 h 1100"/>
                  <a:gd name="T112" fmla="*/ 258 w 1273"/>
                  <a:gd name="T113" fmla="*/ 391 h 1100"/>
                  <a:gd name="T114" fmla="*/ 235 w 1273"/>
                  <a:gd name="T115" fmla="*/ 375 h 1100"/>
                  <a:gd name="T116" fmla="*/ 273 w 1273"/>
                  <a:gd name="T117" fmla="*/ 264 h 1100"/>
                  <a:gd name="T118" fmla="*/ 306 w 1273"/>
                  <a:gd name="T119" fmla="*/ 325 h 1100"/>
                  <a:gd name="T120" fmla="*/ 333 w 1273"/>
                  <a:gd name="T121" fmla="*/ 520 h 1100"/>
                  <a:gd name="T122" fmla="*/ 357 w 1273"/>
                  <a:gd name="T123" fmla="*/ 484 h 1100"/>
                  <a:gd name="T124" fmla="*/ 605 w 1273"/>
                  <a:gd name="T125" fmla="*/ 163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73" h="1100">
                    <a:moveTo>
                      <a:pt x="841" y="713"/>
                    </a:moveTo>
                    <a:cubicBezTo>
                      <a:pt x="841" y="713"/>
                      <a:pt x="841" y="713"/>
                      <a:pt x="841" y="713"/>
                    </a:cubicBezTo>
                    <a:cubicBezTo>
                      <a:pt x="843" y="713"/>
                      <a:pt x="843" y="713"/>
                      <a:pt x="843" y="713"/>
                    </a:cubicBezTo>
                    <a:cubicBezTo>
                      <a:pt x="846" y="712"/>
                      <a:pt x="846" y="712"/>
                      <a:pt x="846" y="712"/>
                    </a:cubicBezTo>
                    <a:cubicBezTo>
                      <a:pt x="845" y="712"/>
                      <a:pt x="845" y="712"/>
                      <a:pt x="845" y="712"/>
                    </a:cubicBezTo>
                    <a:cubicBezTo>
                      <a:pt x="848" y="710"/>
                      <a:pt x="848" y="710"/>
                      <a:pt x="848" y="710"/>
                    </a:cubicBezTo>
                    <a:cubicBezTo>
                      <a:pt x="847" y="709"/>
                      <a:pt x="847" y="709"/>
                      <a:pt x="847" y="709"/>
                    </a:cubicBezTo>
                    <a:cubicBezTo>
                      <a:pt x="848" y="708"/>
                      <a:pt x="848" y="708"/>
                      <a:pt x="848" y="708"/>
                    </a:cubicBezTo>
                    <a:cubicBezTo>
                      <a:pt x="848" y="707"/>
                      <a:pt x="848" y="707"/>
                      <a:pt x="848" y="707"/>
                    </a:cubicBezTo>
                    <a:cubicBezTo>
                      <a:pt x="850" y="709"/>
                      <a:pt x="850" y="709"/>
                      <a:pt x="850" y="709"/>
                    </a:cubicBezTo>
                    <a:cubicBezTo>
                      <a:pt x="850" y="710"/>
                      <a:pt x="850" y="710"/>
                      <a:pt x="850" y="710"/>
                    </a:cubicBezTo>
                    <a:cubicBezTo>
                      <a:pt x="851" y="712"/>
                      <a:pt x="851" y="712"/>
                      <a:pt x="851" y="712"/>
                    </a:cubicBezTo>
                    <a:cubicBezTo>
                      <a:pt x="852" y="712"/>
                      <a:pt x="852" y="712"/>
                      <a:pt x="852" y="712"/>
                    </a:cubicBezTo>
                    <a:cubicBezTo>
                      <a:pt x="853" y="712"/>
                      <a:pt x="853" y="712"/>
                      <a:pt x="853" y="712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4" y="714"/>
                      <a:pt x="854" y="714"/>
                      <a:pt x="854" y="714"/>
                    </a:cubicBezTo>
                    <a:cubicBezTo>
                      <a:pt x="853" y="714"/>
                      <a:pt x="853" y="714"/>
                      <a:pt x="853" y="714"/>
                    </a:cubicBezTo>
                    <a:cubicBezTo>
                      <a:pt x="854" y="716"/>
                      <a:pt x="854" y="716"/>
                      <a:pt x="854" y="716"/>
                    </a:cubicBezTo>
                    <a:cubicBezTo>
                      <a:pt x="854" y="717"/>
                      <a:pt x="854" y="717"/>
                      <a:pt x="854" y="717"/>
                    </a:cubicBezTo>
                    <a:cubicBezTo>
                      <a:pt x="855" y="722"/>
                      <a:pt x="855" y="722"/>
                      <a:pt x="855" y="722"/>
                    </a:cubicBezTo>
                    <a:cubicBezTo>
                      <a:pt x="856" y="722"/>
                      <a:pt x="856" y="722"/>
                      <a:pt x="856" y="722"/>
                    </a:cubicBezTo>
                    <a:cubicBezTo>
                      <a:pt x="856" y="725"/>
                      <a:pt x="856" y="725"/>
                      <a:pt x="856" y="725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6"/>
                      <a:pt x="857" y="726"/>
                      <a:pt x="857" y="726"/>
                    </a:cubicBezTo>
                    <a:cubicBezTo>
                      <a:pt x="857" y="728"/>
                      <a:pt x="857" y="728"/>
                      <a:pt x="857" y="728"/>
                    </a:cubicBezTo>
                    <a:cubicBezTo>
                      <a:pt x="858" y="729"/>
                      <a:pt x="858" y="729"/>
                      <a:pt x="858" y="729"/>
                    </a:cubicBezTo>
                    <a:cubicBezTo>
                      <a:pt x="858" y="732"/>
                      <a:pt x="858" y="732"/>
                      <a:pt x="858" y="732"/>
                    </a:cubicBezTo>
                    <a:cubicBezTo>
                      <a:pt x="859" y="733"/>
                      <a:pt x="859" y="733"/>
                      <a:pt x="859" y="733"/>
                    </a:cubicBezTo>
                    <a:cubicBezTo>
                      <a:pt x="858" y="736"/>
                      <a:pt x="858" y="736"/>
                      <a:pt x="858" y="736"/>
                    </a:cubicBezTo>
                    <a:cubicBezTo>
                      <a:pt x="860" y="735"/>
                      <a:pt x="860" y="735"/>
                      <a:pt x="860" y="735"/>
                    </a:cubicBezTo>
                    <a:cubicBezTo>
                      <a:pt x="860" y="734"/>
                      <a:pt x="860" y="734"/>
                      <a:pt x="860" y="734"/>
                    </a:cubicBezTo>
                    <a:cubicBezTo>
                      <a:pt x="861" y="735"/>
                      <a:pt x="861" y="735"/>
                      <a:pt x="861" y="735"/>
                    </a:cubicBezTo>
                    <a:cubicBezTo>
                      <a:pt x="862" y="736"/>
                      <a:pt x="862" y="736"/>
                      <a:pt x="862" y="736"/>
                    </a:cubicBezTo>
                    <a:cubicBezTo>
                      <a:pt x="862" y="741"/>
                      <a:pt x="862" y="741"/>
                      <a:pt x="862" y="741"/>
                    </a:cubicBezTo>
                    <a:cubicBezTo>
                      <a:pt x="863" y="741"/>
                      <a:pt x="863" y="741"/>
                      <a:pt x="863" y="741"/>
                    </a:cubicBezTo>
                    <a:cubicBezTo>
                      <a:pt x="863" y="742"/>
                      <a:pt x="863" y="742"/>
                      <a:pt x="863" y="742"/>
                    </a:cubicBezTo>
                    <a:cubicBezTo>
                      <a:pt x="863" y="743"/>
                      <a:pt x="863" y="743"/>
                      <a:pt x="863" y="743"/>
                    </a:cubicBezTo>
                    <a:cubicBezTo>
                      <a:pt x="863" y="745"/>
                      <a:pt x="863" y="745"/>
                      <a:pt x="863" y="745"/>
                    </a:cubicBezTo>
                    <a:cubicBezTo>
                      <a:pt x="864" y="746"/>
                      <a:pt x="864" y="746"/>
                      <a:pt x="864" y="746"/>
                    </a:cubicBezTo>
                    <a:cubicBezTo>
                      <a:pt x="864" y="747"/>
                      <a:pt x="864" y="747"/>
                      <a:pt x="864" y="747"/>
                    </a:cubicBezTo>
                    <a:cubicBezTo>
                      <a:pt x="864" y="748"/>
                      <a:pt x="864" y="748"/>
                      <a:pt x="864" y="748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0"/>
                      <a:pt x="864" y="750"/>
                      <a:pt x="864" y="750"/>
                    </a:cubicBezTo>
                    <a:cubicBezTo>
                      <a:pt x="864" y="751"/>
                      <a:pt x="864" y="751"/>
                      <a:pt x="864" y="751"/>
                    </a:cubicBezTo>
                    <a:cubicBezTo>
                      <a:pt x="863" y="753"/>
                      <a:pt x="863" y="753"/>
                      <a:pt x="863" y="753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4" y="754"/>
                      <a:pt x="864" y="754"/>
                      <a:pt x="864" y="754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3" y="756"/>
                      <a:pt x="863" y="756"/>
                      <a:pt x="863" y="756"/>
                    </a:cubicBezTo>
                    <a:cubicBezTo>
                      <a:pt x="862" y="755"/>
                      <a:pt x="862" y="755"/>
                      <a:pt x="862" y="755"/>
                    </a:cubicBezTo>
                    <a:cubicBezTo>
                      <a:pt x="862" y="757"/>
                      <a:pt x="862" y="757"/>
                      <a:pt x="862" y="757"/>
                    </a:cubicBezTo>
                    <a:cubicBezTo>
                      <a:pt x="862" y="758"/>
                      <a:pt x="862" y="758"/>
                      <a:pt x="862" y="758"/>
                    </a:cubicBezTo>
                    <a:cubicBezTo>
                      <a:pt x="862" y="760"/>
                      <a:pt x="862" y="760"/>
                      <a:pt x="862" y="760"/>
                    </a:cubicBez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4"/>
                      <a:pt x="863" y="764"/>
                      <a:pt x="863" y="764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5"/>
                      <a:pt x="862" y="765"/>
                      <a:pt x="862" y="765"/>
                    </a:cubicBezTo>
                    <a:cubicBezTo>
                      <a:pt x="862" y="768"/>
                      <a:pt x="862" y="768"/>
                      <a:pt x="862" y="768"/>
                    </a:cubicBezTo>
                    <a:cubicBezTo>
                      <a:pt x="861" y="769"/>
                      <a:pt x="861" y="769"/>
                      <a:pt x="861" y="769"/>
                    </a:cubicBezTo>
                    <a:cubicBezTo>
                      <a:pt x="862" y="771"/>
                      <a:pt x="862" y="771"/>
                      <a:pt x="862" y="771"/>
                    </a:cubicBezTo>
                    <a:cubicBezTo>
                      <a:pt x="861" y="772"/>
                      <a:pt x="861" y="772"/>
                      <a:pt x="861" y="772"/>
                    </a:cubicBezTo>
                    <a:cubicBezTo>
                      <a:pt x="862" y="774"/>
                      <a:pt x="862" y="774"/>
                      <a:pt x="862" y="774"/>
                    </a:cubicBezTo>
                    <a:cubicBezTo>
                      <a:pt x="862" y="775"/>
                      <a:pt x="862" y="775"/>
                      <a:pt x="862" y="775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77"/>
                      <a:pt x="862" y="777"/>
                      <a:pt x="862" y="777"/>
                    </a:cubicBezTo>
                    <a:cubicBezTo>
                      <a:pt x="862" y="781"/>
                      <a:pt x="862" y="781"/>
                      <a:pt x="862" y="781"/>
                    </a:cubicBezTo>
                    <a:cubicBezTo>
                      <a:pt x="864" y="778"/>
                      <a:pt x="864" y="778"/>
                      <a:pt x="864" y="778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6"/>
                      <a:pt x="864" y="776"/>
                      <a:pt x="864" y="776"/>
                    </a:cubicBezTo>
                    <a:cubicBezTo>
                      <a:pt x="864" y="774"/>
                      <a:pt x="864" y="774"/>
                      <a:pt x="864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4"/>
                      <a:pt x="865" y="774"/>
                      <a:pt x="865" y="774"/>
                    </a:cubicBezTo>
                    <a:cubicBezTo>
                      <a:pt x="865" y="775"/>
                      <a:pt x="865" y="775"/>
                      <a:pt x="865" y="775"/>
                    </a:cubicBezTo>
                    <a:cubicBezTo>
                      <a:pt x="865" y="776"/>
                      <a:pt x="865" y="776"/>
                      <a:pt x="865" y="776"/>
                    </a:cubicBezTo>
                    <a:cubicBezTo>
                      <a:pt x="867" y="776"/>
                      <a:pt x="867" y="776"/>
                      <a:pt x="867" y="776"/>
                    </a:cubicBezTo>
                    <a:cubicBezTo>
                      <a:pt x="868" y="779"/>
                      <a:pt x="868" y="779"/>
                      <a:pt x="868" y="779"/>
                    </a:cubicBezTo>
                    <a:cubicBezTo>
                      <a:pt x="867" y="779"/>
                      <a:pt x="867" y="779"/>
                      <a:pt x="867" y="779"/>
                    </a:cubicBezTo>
                    <a:cubicBezTo>
                      <a:pt x="868" y="784"/>
                      <a:pt x="868" y="784"/>
                      <a:pt x="868" y="784"/>
                    </a:cubicBezTo>
                    <a:cubicBezTo>
                      <a:pt x="869" y="780"/>
                      <a:pt x="869" y="780"/>
                      <a:pt x="869" y="780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69" y="779"/>
                      <a:pt x="869" y="779"/>
                      <a:pt x="869" y="779"/>
                    </a:cubicBezTo>
                    <a:cubicBezTo>
                      <a:pt x="870" y="781"/>
                      <a:pt x="870" y="781"/>
                      <a:pt x="870" y="781"/>
                    </a:cubicBezTo>
                    <a:cubicBezTo>
                      <a:pt x="870" y="782"/>
                      <a:pt x="870" y="782"/>
                      <a:pt x="870" y="782"/>
                    </a:cubicBezTo>
                    <a:cubicBezTo>
                      <a:pt x="872" y="782"/>
                      <a:pt x="872" y="782"/>
                      <a:pt x="872" y="782"/>
                    </a:cubicBezTo>
                    <a:cubicBezTo>
                      <a:pt x="872" y="784"/>
                      <a:pt x="872" y="784"/>
                      <a:pt x="872" y="784"/>
                    </a:cubicBezTo>
                    <a:cubicBezTo>
                      <a:pt x="873" y="784"/>
                      <a:pt x="873" y="784"/>
                      <a:pt x="873" y="784"/>
                    </a:cubicBezTo>
                    <a:cubicBezTo>
                      <a:pt x="872" y="785"/>
                      <a:pt x="872" y="785"/>
                      <a:pt x="872" y="785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3" y="786"/>
                      <a:pt x="873" y="786"/>
                      <a:pt x="873" y="786"/>
                    </a:cubicBezTo>
                    <a:cubicBezTo>
                      <a:pt x="872" y="786"/>
                      <a:pt x="872" y="786"/>
                      <a:pt x="872" y="786"/>
                    </a:cubicBezTo>
                    <a:cubicBezTo>
                      <a:pt x="873" y="788"/>
                      <a:pt x="873" y="788"/>
                      <a:pt x="873" y="788"/>
                    </a:cubicBezTo>
                    <a:cubicBezTo>
                      <a:pt x="874" y="788"/>
                      <a:pt x="874" y="788"/>
                      <a:pt x="874" y="788"/>
                    </a:cubicBezTo>
                    <a:cubicBezTo>
                      <a:pt x="874" y="787"/>
                      <a:pt x="874" y="787"/>
                      <a:pt x="874" y="787"/>
                    </a:cubicBezTo>
                    <a:cubicBezTo>
                      <a:pt x="876" y="788"/>
                      <a:pt x="876" y="788"/>
                      <a:pt x="876" y="788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6" y="789"/>
                      <a:pt x="876" y="789"/>
                      <a:pt x="876" y="789"/>
                    </a:cubicBezTo>
                    <a:cubicBezTo>
                      <a:pt x="877" y="789"/>
                      <a:pt x="877" y="789"/>
                      <a:pt x="877" y="789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7" y="790"/>
                      <a:pt x="877" y="790"/>
                      <a:pt x="877" y="790"/>
                    </a:cubicBezTo>
                    <a:cubicBezTo>
                      <a:pt x="878" y="791"/>
                      <a:pt x="878" y="791"/>
                      <a:pt x="878" y="791"/>
                    </a:cubicBezTo>
                    <a:cubicBezTo>
                      <a:pt x="878" y="796"/>
                      <a:pt x="878" y="796"/>
                      <a:pt x="878" y="796"/>
                    </a:cubicBezTo>
                    <a:cubicBezTo>
                      <a:pt x="878" y="794"/>
                      <a:pt x="878" y="794"/>
                      <a:pt x="878" y="794"/>
                    </a:cubicBezTo>
                    <a:cubicBezTo>
                      <a:pt x="876" y="794"/>
                      <a:pt x="876" y="794"/>
                      <a:pt x="876" y="794"/>
                    </a:cubicBezTo>
                    <a:cubicBezTo>
                      <a:pt x="876" y="796"/>
                      <a:pt x="876" y="796"/>
                      <a:pt x="876" y="796"/>
                    </a:cubicBezTo>
                    <a:cubicBezTo>
                      <a:pt x="878" y="798"/>
                      <a:pt x="878" y="798"/>
                      <a:pt x="878" y="798"/>
                    </a:cubicBezTo>
                    <a:cubicBezTo>
                      <a:pt x="879" y="797"/>
                      <a:pt x="879" y="797"/>
                      <a:pt x="879" y="797"/>
                    </a:cubicBezTo>
                    <a:cubicBezTo>
                      <a:pt x="880" y="799"/>
                      <a:pt x="880" y="799"/>
                      <a:pt x="880" y="799"/>
                    </a:cubicBezTo>
                    <a:cubicBezTo>
                      <a:pt x="880" y="801"/>
                      <a:pt x="880" y="801"/>
                      <a:pt x="880" y="801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3"/>
                      <a:pt x="880" y="803"/>
                      <a:pt x="880" y="803"/>
                    </a:cubicBezTo>
                    <a:cubicBezTo>
                      <a:pt x="880" y="805"/>
                      <a:pt x="880" y="805"/>
                      <a:pt x="880" y="805"/>
                    </a:cubicBezTo>
                    <a:cubicBezTo>
                      <a:pt x="881" y="806"/>
                      <a:pt x="881" y="806"/>
                      <a:pt x="881" y="806"/>
                    </a:cubicBezTo>
                    <a:cubicBezTo>
                      <a:pt x="880" y="807"/>
                      <a:pt x="880" y="807"/>
                      <a:pt x="880" y="807"/>
                    </a:cubicBezTo>
                    <a:cubicBezTo>
                      <a:pt x="882" y="808"/>
                      <a:pt x="882" y="808"/>
                      <a:pt x="882" y="808"/>
                    </a:cubicBezTo>
                    <a:cubicBezTo>
                      <a:pt x="884" y="810"/>
                      <a:pt x="884" y="810"/>
                      <a:pt x="884" y="810"/>
                    </a:cubicBezTo>
                    <a:cubicBezTo>
                      <a:pt x="885" y="812"/>
                      <a:pt x="885" y="812"/>
                      <a:pt x="885" y="812"/>
                    </a:cubicBezTo>
                    <a:cubicBezTo>
                      <a:pt x="886" y="812"/>
                      <a:pt x="886" y="812"/>
                      <a:pt x="886" y="812"/>
                    </a:cubicBezTo>
                    <a:cubicBezTo>
                      <a:pt x="887" y="813"/>
                      <a:pt x="887" y="813"/>
                      <a:pt x="887" y="813"/>
                    </a:cubicBezTo>
                    <a:cubicBezTo>
                      <a:pt x="886" y="814"/>
                      <a:pt x="886" y="814"/>
                      <a:pt x="886" y="814"/>
                    </a:cubicBezTo>
                    <a:cubicBezTo>
                      <a:pt x="886" y="816"/>
                      <a:pt x="886" y="816"/>
                      <a:pt x="886" y="816"/>
                    </a:cubicBezTo>
                    <a:cubicBezTo>
                      <a:pt x="887" y="817"/>
                      <a:pt x="887" y="817"/>
                      <a:pt x="887" y="817"/>
                    </a:cubicBezTo>
                    <a:cubicBezTo>
                      <a:pt x="890" y="818"/>
                      <a:pt x="890" y="818"/>
                      <a:pt x="890" y="818"/>
                    </a:cubicBezTo>
                    <a:cubicBezTo>
                      <a:pt x="892" y="819"/>
                      <a:pt x="892" y="819"/>
                      <a:pt x="892" y="819"/>
                    </a:cubicBezTo>
                    <a:cubicBezTo>
                      <a:pt x="891" y="820"/>
                      <a:pt x="891" y="820"/>
                      <a:pt x="891" y="820"/>
                    </a:cubicBezTo>
                    <a:cubicBezTo>
                      <a:pt x="894" y="823"/>
                      <a:pt x="894" y="823"/>
                      <a:pt x="894" y="823"/>
                    </a:cubicBezTo>
                    <a:cubicBezTo>
                      <a:pt x="895" y="823"/>
                      <a:pt x="895" y="823"/>
                      <a:pt x="895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6" y="823"/>
                      <a:pt x="896" y="823"/>
                      <a:pt x="896" y="823"/>
                    </a:cubicBezTo>
                    <a:cubicBezTo>
                      <a:pt x="897" y="824"/>
                      <a:pt x="897" y="824"/>
                      <a:pt x="897" y="824"/>
                    </a:cubicBezTo>
                    <a:cubicBezTo>
                      <a:pt x="900" y="825"/>
                      <a:pt x="900" y="825"/>
                      <a:pt x="900" y="825"/>
                    </a:cubicBezTo>
                    <a:cubicBezTo>
                      <a:pt x="902" y="826"/>
                      <a:pt x="902" y="826"/>
                      <a:pt x="902" y="826"/>
                    </a:cubicBezTo>
                    <a:cubicBezTo>
                      <a:pt x="903" y="827"/>
                      <a:pt x="903" y="827"/>
                      <a:pt x="903" y="827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5" y="828"/>
                      <a:pt x="905" y="828"/>
                      <a:pt x="905" y="828"/>
                    </a:cubicBezTo>
                    <a:cubicBezTo>
                      <a:pt x="906" y="828"/>
                      <a:pt x="906" y="828"/>
                      <a:pt x="906" y="828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8" y="827"/>
                      <a:pt x="908" y="827"/>
                      <a:pt x="908" y="827"/>
                    </a:cubicBezTo>
                    <a:cubicBezTo>
                      <a:pt x="905" y="830"/>
                      <a:pt x="905" y="830"/>
                      <a:pt x="905" y="830"/>
                    </a:cubicBezTo>
                    <a:cubicBezTo>
                      <a:pt x="908" y="831"/>
                      <a:pt x="908" y="831"/>
                      <a:pt x="908" y="831"/>
                    </a:cubicBezTo>
                    <a:cubicBezTo>
                      <a:pt x="909" y="830"/>
                      <a:pt x="909" y="830"/>
                      <a:pt x="909" y="830"/>
                    </a:cubicBezTo>
                    <a:cubicBezTo>
                      <a:pt x="910" y="831"/>
                      <a:pt x="910" y="831"/>
                      <a:pt x="910" y="831"/>
                    </a:cubicBezTo>
                    <a:cubicBezTo>
                      <a:pt x="911" y="833"/>
                      <a:pt x="911" y="833"/>
                      <a:pt x="911" y="833"/>
                    </a:cubicBezTo>
                    <a:cubicBezTo>
                      <a:pt x="913" y="832"/>
                      <a:pt x="913" y="832"/>
                      <a:pt x="913" y="832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3" y="829"/>
                      <a:pt x="913" y="829"/>
                      <a:pt x="913" y="829"/>
                    </a:cubicBezTo>
                    <a:cubicBezTo>
                      <a:pt x="914" y="827"/>
                      <a:pt x="914" y="827"/>
                      <a:pt x="914" y="827"/>
                    </a:cubicBezTo>
                    <a:cubicBezTo>
                      <a:pt x="912" y="827"/>
                      <a:pt x="912" y="827"/>
                      <a:pt x="912" y="827"/>
                    </a:cubicBezTo>
                    <a:cubicBezTo>
                      <a:pt x="911" y="828"/>
                      <a:pt x="911" y="828"/>
                      <a:pt x="911" y="828"/>
                    </a:cubicBezTo>
                    <a:cubicBezTo>
                      <a:pt x="910" y="828"/>
                      <a:pt x="910" y="828"/>
                      <a:pt x="910" y="828"/>
                    </a:cubicBezTo>
                    <a:cubicBezTo>
                      <a:pt x="909" y="829"/>
                      <a:pt x="909" y="829"/>
                      <a:pt x="909" y="829"/>
                    </a:cubicBezTo>
                    <a:cubicBezTo>
                      <a:pt x="909" y="827"/>
                      <a:pt x="909" y="827"/>
                      <a:pt x="909" y="827"/>
                    </a:cubicBezTo>
                    <a:cubicBezTo>
                      <a:pt x="910" y="827"/>
                      <a:pt x="910" y="827"/>
                      <a:pt x="910" y="827"/>
                    </a:cubicBezTo>
                    <a:cubicBezTo>
                      <a:pt x="910" y="825"/>
                      <a:pt x="910" y="825"/>
                      <a:pt x="910" y="825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8" y="821"/>
                      <a:pt x="908" y="821"/>
                      <a:pt x="908" y="821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20"/>
                      <a:pt x="907" y="820"/>
                      <a:pt x="907" y="820"/>
                    </a:cubicBezTo>
                    <a:cubicBezTo>
                      <a:pt x="907" y="818"/>
                      <a:pt x="907" y="818"/>
                      <a:pt x="907" y="818"/>
                    </a:cubicBezTo>
                    <a:cubicBezTo>
                      <a:pt x="907" y="817"/>
                      <a:pt x="907" y="817"/>
                      <a:pt x="907" y="817"/>
                    </a:cubicBezTo>
                    <a:cubicBezTo>
                      <a:pt x="906" y="816"/>
                      <a:pt x="906" y="816"/>
                      <a:pt x="906" y="816"/>
                    </a:cubicBezTo>
                    <a:cubicBezTo>
                      <a:pt x="905" y="816"/>
                      <a:pt x="905" y="816"/>
                      <a:pt x="905" y="816"/>
                    </a:cubicBezTo>
                    <a:cubicBezTo>
                      <a:pt x="903" y="815"/>
                      <a:pt x="903" y="815"/>
                      <a:pt x="903" y="815"/>
                    </a:cubicBezTo>
                    <a:cubicBezTo>
                      <a:pt x="903" y="813"/>
                      <a:pt x="903" y="813"/>
                      <a:pt x="903" y="813"/>
                    </a:cubicBezTo>
                    <a:cubicBezTo>
                      <a:pt x="903" y="810"/>
                      <a:pt x="903" y="810"/>
                      <a:pt x="903" y="810"/>
                    </a:cubicBezTo>
                    <a:cubicBezTo>
                      <a:pt x="902" y="809"/>
                      <a:pt x="902" y="809"/>
                      <a:pt x="902" y="809"/>
                    </a:cubicBezTo>
                    <a:cubicBezTo>
                      <a:pt x="902" y="808"/>
                      <a:pt x="902" y="808"/>
                      <a:pt x="902" y="808"/>
                    </a:cubicBezTo>
                    <a:cubicBezTo>
                      <a:pt x="902" y="807"/>
                      <a:pt x="902" y="807"/>
                      <a:pt x="902" y="807"/>
                    </a:cubicBezTo>
                    <a:cubicBezTo>
                      <a:pt x="902" y="804"/>
                      <a:pt x="902" y="804"/>
                      <a:pt x="902" y="804"/>
                    </a:cubicBezTo>
                    <a:cubicBezTo>
                      <a:pt x="903" y="803"/>
                      <a:pt x="903" y="803"/>
                      <a:pt x="903" y="803"/>
                    </a:cubicBezTo>
                    <a:cubicBezTo>
                      <a:pt x="902" y="800"/>
                      <a:pt x="902" y="800"/>
                      <a:pt x="902" y="800"/>
                    </a:cubicBezTo>
                    <a:cubicBezTo>
                      <a:pt x="900" y="797"/>
                      <a:pt x="900" y="797"/>
                      <a:pt x="900" y="797"/>
                    </a:cubicBezTo>
                    <a:cubicBezTo>
                      <a:pt x="895" y="791"/>
                      <a:pt x="895" y="791"/>
                      <a:pt x="895" y="791"/>
                    </a:cubicBezTo>
                    <a:cubicBezTo>
                      <a:pt x="894" y="789"/>
                      <a:pt x="894" y="789"/>
                      <a:pt x="894" y="789"/>
                    </a:cubicBezTo>
                    <a:cubicBezTo>
                      <a:pt x="892" y="789"/>
                      <a:pt x="892" y="789"/>
                      <a:pt x="892" y="789"/>
                    </a:cubicBezTo>
                    <a:cubicBezTo>
                      <a:pt x="892" y="790"/>
                      <a:pt x="892" y="790"/>
                      <a:pt x="892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1" y="790"/>
                      <a:pt x="891" y="790"/>
                      <a:pt x="891" y="790"/>
                    </a:cubicBezTo>
                    <a:cubicBezTo>
                      <a:pt x="890" y="789"/>
                      <a:pt x="890" y="789"/>
                      <a:pt x="890" y="789"/>
                    </a:cubicBezTo>
                    <a:cubicBezTo>
                      <a:pt x="889" y="788"/>
                      <a:pt x="889" y="788"/>
                      <a:pt x="889" y="788"/>
                    </a:cubicBezTo>
                    <a:cubicBezTo>
                      <a:pt x="888" y="786"/>
                      <a:pt x="888" y="786"/>
                      <a:pt x="888" y="786"/>
                    </a:cubicBezTo>
                    <a:cubicBezTo>
                      <a:pt x="886" y="785"/>
                      <a:pt x="886" y="785"/>
                      <a:pt x="886" y="785"/>
                    </a:cubicBezTo>
                    <a:cubicBezTo>
                      <a:pt x="885" y="785"/>
                      <a:pt x="885" y="785"/>
                      <a:pt x="885" y="785"/>
                    </a:cubicBezTo>
                    <a:cubicBezTo>
                      <a:pt x="884" y="785"/>
                      <a:pt x="884" y="785"/>
                      <a:pt x="884" y="785"/>
                    </a:cubicBezTo>
                    <a:cubicBezTo>
                      <a:pt x="882" y="783"/>
                      <a:pt x="882" y="783"/>
                      <a:pt x="882" y="783"/>
                    </a:cubicBezTo>
                    <a:cubicBezTo>
                      <a:pt x="881" y="782"/>
                      <a:pt x="881" y="782"/>
                      <a:pt x="881" y="782"/>
                    </a:cubicBezTo>
                    <a:cubicBezTo>
                      <a:pt x="881" y="781"/>
                      <a:pt x="881" y="781"/>
                      <a:pt x="881" y="781"/>
                    </a:cubicBezTo>
                    <a:cubicBezTo>
                      <a:pt x="879" y="780"/>
                      <a:pt x="879" y="780"/>
                      <a:pt x="879" y="780"/>
                    </a:cubicBezTo>
                    <a:cubicBezTo>
                      <a:pt x="880" y="779"/>
                      <a:pt x="880" y="779"/>
                      <a:pt x="880" y="779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9" y="774"/>
                      <a:pt x="879" y="774"/>
                      <a:pt x="879" y="774"/>
                    </a:cubicBezTo>
                    <a:cubicBezTo>
                      <a:pt x="878" y="773"/>
                      <a:pt x="878" y="773"/>
                      <a:pt x="878" y="773"/>
                    </a:cubicBezTo>
                    <a:cubicBezTo>
                      <a:pt x="877" y="769"/>
                      <a:pt x="877" y="769"/>
                      <a:pt x="877" y="769"/>
                    </a:cubicBezTo>
                    <a:cubicBezTo>
                      <a:pt x="876" y="772"/>
                      <a:pt x="876" y="772"/>
                      <a:pt x="876" y="772"/>
                    </a:cubicBezTo>
                    <a:cubicBezTo>
                      <a:pt x="876" y="771"/>
                      <a:pt x="876" y="771"/>
                      <a:pt x="876" y="771"/>
                    </a:cubicBezTo>
                    <a:cubicBezTo>
                      <a:pt x="875" y="771"/>
                      <a:pt x="875" y="771"/>
                      <a:pt x="875" y="771"/>
                    </a:cubicBezTo>
                    <a:cubicBezTo>
                      <a:pt x="875" y="770"/>
                      <a:pt x="875" y="770"/>
                      <a:pt x="875" y="770"/>
                    </a:cubicBezTo>
                    <a:cubicBezTo>
                      <a:pt x="875" y="769"/>
                      <a:pt x="875" y="769"/>
                      <a:pt x="875" y="769"/>
                    </a:cubicBezTo>
                    <a:cubicBezTo>
                      <a:pt x="874" y="767"/>
                      <a:pt x="874" y="767"/>
                      <a:pt x="874" y="767"/>
                    </a:cubicBezTo>
                    <a:cubicBezTo>
                      <a:pt x="873" y="766"/>
                      <a:pt x="873" y="766"/>
                      <a:pt x="873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2" y="766"/>
                      <a:pt x="872" y="766"/>
                      <a:pt x="872" y="766"/>
                    </a:cubicBezTo>
                    <a:cubicBezTo>
                      <a:pt x="871" y="767"/>
                      <a:pt x="871" y="767"/>
                      <a:pt x="871" y="767"/>
                    </a:cubicBezTo>
                    <a:cubicBezTo>
                      <a:pt x="871" y="766"/>
                      <a:pt x="871" y="766"/>
                      <a:pt x="871" y="766"/>
                    </a:cubicBezTo>
                    <a:cubicBezTo>
                      <a:pt x="869" y="764"/>
                      <a:pt x="869" y="764"/>
                      <a:pt x="869" y="764"/>
                    </a:cubicBezTo>
                    <a:cubicBezTo>
                      <a:pt x="869" y="763"/>
                      <a:pt x="869" y="763"/>
                      <a:pt x="869" y="763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69" y="761"/>
                      <a:pt x="869" y="761"/>
                      <a:pt x="869" y="761"/>
                    </a:cubicBezTo>
                    <a:cubicBezTo>
                      <a:pt x="870" y="760"/>
                      <a:pt x="870" y="760"/>
                      <a:pt x="870" y="760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9"/>
                      <a:pt x="869" y="759"/>
                      <a:pt x="869" y="759"/>
                    </a:cubicBezTo>
                    <a:cubicBezTo>
                      <a:pt x="869" y="758"/>
                      <a:pt x="869" y="758"/>
                      <a:pt x="869" y="758"/>
                    </a:cubicBezTo>
                    <a:cubicBezTo>
                      <a:pt x="869" y="757"/>
                      <a:pt x="869" y="757"/>
                      <a:pt x="869" y="757"/>
                    </a:cubicBezTo>
                    <a:cubicBezTo>
                      <a:pt x="871" y="755"/>
                      <a:pt x="871" y="755"/>
                      <a:pt x="871" y="755"/>
                    </a:cubicBezTo>
                    <a:cubicBezTo>
                      <a:pt x="871" y="749"/>
                      <a:pt x="871" y="749"/>
                      <a:pt x="871" y="749"/>
                    </a:cubicBezTo>
                    <a:cubicBezTo>
                      <a:pt x="872" y="748"/>
                      <a:pt x="872" y="748"/>
                      <a:pt x="872" y="748"/>
                    </a:cubicBezTo>
                    <a:cubicBezTo>
                      <a:pt x="873" y="746"/>
                      <a:pt x="873" y="746"/>
                      <a:pt x="873" y="746"/>
                    </a:cubicBezTo>
                    <a:cubicBezTo>
                      <a:pt x="874" y="745"/>
                      <a:pt x="874" y="745"/>
                      <a:pt x="874" y="745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2"/>
                      <a:pt x="874" y="742"/>
                      <a:pt x="874" y="742"/>
                    </a:cubicBezTo>
                    <a:cubicBezTo>
                      <a:pt x="874" y="741"/>
                      <a:pt x="874" y="741"/>
                      <a:pt x="874" y="741"/>
                    </a:cubicBezTo>
                    <a:cubicBezTo>
                      <a:pt x="874" y="740"/>
                      <a:pt x="874" y="740"/>
                      <a:pt x="874" y="740"/>
                    </a:cubicBezTo>
                    <a:cubicBezTo>
                      <a:pt x="874" y="738"/>
                      <a:pt x="874" y="738"/>
                      <a:pt x="874" y="738"/>
                    </a:cubicBezTo>
                    <a:cubicBezTo>
                      <a:pt x="874" y="737"/>
                      <a:pt x="874" y="737"/>
                      <a:pt x="874" y="737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3" y="736"/>
                      <a:pt x="873" y="736"/>
                      <a:pt x="873" y="736"/>
                    </a:cubicBezTo>
                    <a:cubicBezTo>
                      <a:pt x="874" y="736"/>
                      <a:pt x="874" y="736"/>
                      <a:pt x="874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5" y="736"/>
                      <a:pt x="875" y="736"/>
                      <a:pt x="875" y="736"/>
                    </a:cubicBezTo>
                    <a:cubicBezTo>
                      <a:pt x="876" y="736"/>
                      <a:pt x="876" y="736"/>
                      <a:pt x="876" y="736"/>
                    </a:cubicBezTo>
                    <a:cubicBezTo>
                      <a:pt x="877" y="735"/>
                      <a:pt x="877" y="735"/>
                      <a:pt x="877" y="735"/>
                    </a:cubicBezTo>
                    <a:cubicBezTo>
                      <a:pt x="878" y="736"/>
                      <a:pt x="878" y="736"/>
                      <a:pt x="878" y="736"/>
                    </a:cubicBezTo>
                    <a:cubicBezTo>
                      <a:pt x="878" y="735"/>
                      <a:pt x="878" y="735"/>
                      <a:pt x="878" y="735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6"/>
                      <a:pt x="879" y="736"/>
                      <a:pt x="879" y="736"/>
                    </a:cubicBezTo>
                    <a:cubicBezTo>
                      <a:pt x="879" y="739"/>
                      <a:pt x="879" y="739"/>
                      <a:pt x="879" y="739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9" y="740"/>
                      <a:pt x="879" y="740"/>
                      <a:pt x="879" y="740"/>
                    </a:cubicBezTo>
                    <a:cubicBezTo>
                      <a:pt x="878" y="742"/>
                      <a:pt x="878" y="742"/>
                      <a:pt x="878" y="742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1" y="742"/>
                      <a:pt x="881" y="742"/>
                      <a:pt x="881" y="742"/>
                    </a:cubicBezTo>
                    <a:cubicBezTo>
                      <a:pt x="883" y="742"/>
                      <a:pt x="883" y="742"/>
                      <a:pt x="883" y="742"/>
                    </a:cubicBezTo>
                    <a:cubicBezTo>
                      <a:pt x="884" y="742"/>
                      <a:pt x="884" y="742"/>
                      <a:pt x="884" y="742"/>
                    </a:cubicBezTo>
                    <a:cubicBezTo>
                      <a:pt x="885" y="743"/>
                      <a:pt x="885" y="743"/>
                      <a:pt x="885" y="743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2"/>
                      <a:pt x="886" y="742"/>
                      <a:pt x="886" y="742"/>
                    </a:cubicBezTo>
                    <a:cubicBezTo>
                      <a:pt x="886" y="741"/>
                      <a:pt x="886" y="741"/>
                      <a:pt x="886" y="741"/>
                    </a:cubicBezTo>
                    <a:cubicBezTo>
                      <a:pt x="887" y="742"/>
                      <a:pt x="887" y="742"/>
                      <a:pt x="887" y="742"/>
                    </a:cubicBezTo>
                    <a:cubicBezTo>
                      <a:pt x="889" y="743"/>
                      <a:pt x="889" y="743"/>
                      <a:pt x="889" y="743"/>
                    </a:cubicBezTo>
                    <a:cubicBezTo>
                      <a:pt x="889" y="744"/>
                      <a:pt x="889" y="744"/>
                      <a:pt x="889" y="744"/>
                    </a:cubicBezTo>
                    <a:cubicBezTo>
                      <a:pt x="889" y="746"/>
                      <a:pt x="889" y="746"/>
                      <a:pt x="889" y="746"/>
                    </a:cubicBezTo>
                    <a:cubicBezTo>
                      <a:pt x="891" y="747"/>
                      <a:pt x="891" y="747"/>
                      <a:pt x="891" y="747"/>
                    </a:cubicBezTo>
                    <a:cubicBezTo>
                      <a:pt x="893" y="747"/>
                      <a:pt x="893" y="747"/>
                      <a:pt x="893" y="747"/>
                    </a:cubicBezTo>
                    <a:cubicBezTo>
                      <a:pt x="892" y="746"/>
                      <a:pt x="892" y="746"/>
                      <a:pt x="892" y="746"/>
                    </a:cubicBezTo>
                    <a:cubicBezTo>
                      <a:pt x="893" y="746"/>
                      <a:pt x="893" y="746"/>
                      <a:pt x="893" y="746"/>
                    </a:cubicBezTo>
                    <a:cubicBezTo>
                      <a:pt x="893" y="745"/>
                      <a:pt x="893" y="745"/>
                      <a:pt x="893" y="745"/>
                    </a:cubicBezTo>
                    <a:cubicBezTo>
                      <a:pt x="894" y="746"/>
                      <a:pt x="894" y="746"/>
                      <a:pt x="894" y="746"/>
                    </a:cubicBezTo>
                    <a:cubicBezTo>
                      <a:pt x="894" y="747"/>
                      <a:pt x="894" y="747"/>
                      <a:pt x="894" y="747"/>
                    </a:cubicBezTo>
                    <a:cubicBezTo>
                      <a:pt x="895" y="748"/>
                      <a:pt x="895" y="748"/>
                      <a:pt x="895" y="748"/>
                    </a:cubicBezTo>
                    <a:cubicBezTo>
                      <a:pt x="895" y="750"/>
                      <a:pt x="895" y="750"/>
                      <a:pt x="895" y="750"/>
                    </a:cubicBezTo>
                    <a:cubicBezTo>
                      <a:pt x="896" y="752"/>
                      <a:pt x="896" y="752"/>
                      <a:pt x="896" y="752"/>
                    </a:cubicBezTo>
                    <a:cubicBezTo>
                      <a:pt x="897" y="751"/>
                      <a:pt x="897" y="751"/>
                      <a:pt x="897" y="751"/>
                    </a:cubicBezTo>
                    <a:cubicBezTo>
                      <a:pt x="897" y="752"/>
                      <a:pt x="897" y="752"/>
                      <a:pt x="897" y="752"/>
                    </a:cubicBezTo>
                    <a:cubicBezTo>
                      <a:pt x="897" y="753"/>
                      <a:pt x="897" y="753"/>
                      <a:pt x="897" y="753"/>
                    </a:cubicBezTo>
                    <a:cubicBezTo>
                      <a:pt x="897" y="754"/>
                      <a:pt x="897" y="754"/>
                      <a:pt x="897" y="754"/>
                    </a:cubicBezTo>
                    <a:cubicBezTo>
                      <a:pt x="898" y="755"/>
                      <a:pt x="898" y="755"/>
                      <a:pt x="898" y="755"/>
                    </a:cubicBezTo>
                    <a:cubicBezTo>
                      <a:pt x="899" y="756"/>
                      <a:pt x="899" y="756"/>
                      <a:pt x="899" y="756"/>
                    </a:cubicBezTo>
                    <a:cubicBezTo>
                      <a:pt x="901" y="755"/>
                      <a:pt x="901" y="755"/>
                      <a:pt x="901" y="755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1" y="754"/>
                      <a:pt x="901" y="754"/>
                      <a:pt x="901" y="754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2" y="755"/>
                      <a:pt x="902" y="755"/>
                      <a:pt x="902" y="755"/>
                    </a:cubicBezTo>
                    <a:cubicBezTo>
                      <a:pt x="901" y="756"/>
                      <a:pt x="901" y="756"/>
                      <a:pt x="901" y="756"/>
                    </a:cubicBezTo>
                    <a:cubicBezTo>
                      <a:pt x="901" y="757"/>
                      <a:pt x="901" y="757"/>
                      <a:pt x="901" y="757"/>
                    </a:cubicBezTo>
                    <a:cubicBezTo>
                      <a:pt x="902" y="758"/>
                      <a:pt x="902" y="758"/>
                      <a:pt x="902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3" y="758"/>
                      <a:pt x="903" y="758"/>
                      <a:pt x="903" y="758"/>
                    </a:cubicBezTo>
                    <a:cubicBezTo>
                      <a:pt x="904" y="760"/>
                      <a:pt x="904" y="760"/>
                      <a:pt x="904" y="760"/>
                    </a:cubicBezTo>
                    <a:cubicBezTo>
                      <a:pt x="903" y="760"/>
                      <a:pt x="903" y="760"/>
                      <a:pt x="903" y="760"/>
                    </a:cubicBezTo>
                    <a:cubicBezTo>
                      <a:pt x="904" y="762"/>
                      <a:pt x="904" y="762"/>
                      <a:pt x="904" y="762"/>
                    </a:cubicBezTo>
                    <a:cubicBezTo>
                      <a:pt x="906" y="761"/>
                      <a:pt x="906" y="761"/>
                      <a:pt x="906" y="761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5" y="758"/>
                      <a:pt x="905" y="758"/>
                      <a:pt x="905" y="758"/>
                    </a:cubicBezTo>
                    <a:cubicBezTo>
                      <a:pt x="906" y="758"/>
                      <a:pt x="906" y="758"/>
                      <a:pt x="906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7" y="758"/>
                      <a:pt x="907" y="758"/>
                      <a:pt x="907" y="758"/>
                    </a:cubicBezTo>
                    <a:cubicBezTo>
                      <a:pt x="908" y="758"/>
                      <a:pt x="908" y="758"/>
                      <a:pt x="908" y="758"/>
                    </a:cubicBezTo>
                    <a:cubicBezTo>
                      <a:pt x="908" y="759"/>
                      <a:pt x="908" y="759"/>
                      <a:pt x="908" y="759"/>
                    </a:cubicBezTo>
                    <a:cubicBezTo>
                      <a:pt x="907" y="760"/>
                      <a:pt x="907" y="760"/>
                      <a:pt x="907" y="760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0" y="761"/>
                      <a:pt x="910" y="761"/>
                      <a:pt x="910" y="761"/>
                    </a:cubicBezTo>
                    <a:cubicBezTo>
                      <a:pt x="911" y="761"/>
                      <a:pt x="911" y="761"/>
                      <a:pt x="911" y="761"/>
                    </a:cubicBezTo>
                    <a:cubicBezTo>
                      <a:pt x="912" y="761"/>
                      <a:pt x="912" y="761"/>
                      <a:pt x="912" y="761"/>
                    </a:cubicBezTo>
                    <a:cubicBezTo>
                      <a:pt x="913" y="761"/>
                      <a:pt x="913" y="761"/>
                      <a:pt x="913" y="761"/>
                    </a:cubicBezTo>
                    <a:cubicBezTo>
                      <a:pt x="912" y="762"/>
                      <a:pt x="912" y="762"/>
                      <a:pt x="912" y="762"/>
                    </a:cubicBezTo>
                    <a:cubicBezTo>
                      <a:pt x="911" y="764"/>
                      <a:pt x="911" y="764"/>
                      <a:pt x="911" y="764"/>
                    </a:cubicBezTo>
                    <a:cubicBezTo>
                      <a:pt x="911" y="766"/>
                      <a:pt x="911" y="766"/>
                      <a:pt x="911" y="766"/>
                    </a:cubicBezTo>
                    <a:cubicBezTo>
                      <a:pt x="910" y="767"/>
                      <a:pt x="910" y="767"/>
                      <a:pt x="910" y="767"/>
                    </a:cubicBezTo>
                    <a:cubicBezTo>
                      <a:pt x="911" y="768"/>
                      <a:pt x="911" y="768"/>
                      <a:pt x="911" y="768"/>
                    </a:cubicBezTo>
                    <a:cubicBezTo>
                      <a:pt x="910" y="770"/>
                      <a:pt x="910" y="770"/>
                      <a:pt x="910" y="770"/>
                    </a:cubicBezTo>
                    <a:cubicBezTo>
                      <a:pt x="911" y="770"/>
                      <a:pt x="911" y="770"/>
                      <a:pt x="911" y="770"/>
                    </a:cubicBezTo>
                    <a:cubicBezTo>
                      <a:pt x="911" y="771"/>
                      <a:pt x="911" y="771"/>
                      <a:pt x="911" y="771"/>
                    </a:cubicBezTo>
                    <a:cubicBezTo>
                      <a:pt x="908" y="772"/>
                      <a:pt x="908" y="772"/>
                      <a:pt x="908" y="772"/>
                    </a:cubicBezTo>
                    <a:cubicBezTo>
                      <a:pt x="912" y="773"/>
                      <a:pt x="912" y="773"/>
                      <a:pt x="912" y="773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5" y="771"/>
                      <a:pt x="915" y="771"/>
                      <a:pt x="915" y="771"/>
                    </a:cubicBezTo>
                    <a:cubicBezTo>
                      <a:pt x="917" y="770"/>
                      <a:pt x="917" y="770"/>
                      <a:pt x="917" y="770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7" y="768"/>
                      <a:pt x="917" y="768"/>
                      <a:pt x="917" y="768"/>
                    </a:cubicBezTo>
                    <a:cubicBezTo>
                      <a:pt x="918" y="768"/>
                      <a:pt x="918" y="768"/>
                      <a:pt x="918" y="768"/>
                    </a:cubicBezTo>
                    <a:cubicBezTo>
                      <a:pt x="918" y="767"/>
                      <a:pt x="918" y="767"/>
                      <a:pt x="918" y="767"/>
                    </a:cubicBezTo>
                    <a:cubicBezTo>
                      <a:pt x="920" y="766"/>
                      <a:pt x="920" y="766"/>
                      <a:pt x="920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1" y="766"/>
                      <a:pt x="921" y="766"/>
                      <a:pt x="921" y="766"/>
                    </a:cubicBezTo>
                    <a:cubicBezTo>
                      <a:pt x="922" y="765"/>
                      <a:pt x="922" y="765"/>
                      <a:pt x="922" y="765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2" y="764"/>
                      <a:pt x="922" y="764"/>
                      <a:pt x="922" y="764"/>
                    </a:cubicBezTo>
                    <a:cubicBezTo>
                      <a:pt x="923" y="764"/>
                      <a:pt x="923" y="764"/>
                      <a:pt x="923" y="764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4" y="763"/>
                      <a:pt x="924" y="763"/>
                      <a:pt x="924" y="763"/>
                    </a:cubicBezTo>
                    <a:cubicBezTo>
                      <a:pt x="926" y="762"/>
                      <a:pt x="926" y="762"/>
                      <a:pt x="926" y="762"/>
                    </a:cubicBezTo>
                    <a:cubicBezTo>
                      <a:pt x="925" y="760"/>
                      <a:pt x="925" y="760"/>
                      <a:pt x="925" y="760"/>
                    </a:cubicBezTo>
                    <a:cubicBezTo>
                      <a:pt x="926" y="759"/>
                      <a:pt x="926" y="759"/>
                      <a:pt x="926" y="759"/>
                    </a:cubicBezTo>
                    <a:cubicBezTo>
                      <a:pt x="925" y="759"/>
                      <a:pt x="925" y="759"/>
                      <a:pt x="925" y="759"/>
                    </a:cubicBezTo>
                    <a:cubicBezTo>
                      <a:pt x="927" y="759"/>
                      <a:pt x="927" y="759"/>
                      <a:pt x="927" y="759"/>
                    </a:cubicBezTo>
                    <a:cubicBezTo>
                      <a:pt x="928" y="759"/>
                      <a:pt x="928" y="759"/>
                      <a:pt x="928" y="759"/>
                    </a:cubicBezTo>
                    <a:cubicBezTo>
                      <a:pt x="930" y="759"/>
                      <a:pt x="930" y="759"/>
                      <a:pt x="930" y="759"/>
                    </a:cubicBezTo>
                    <a:cubicBezTo>
                      <a:pt x="933" y="757"/>
                      <a:pt x="933" y="757"/>
                      <a:pt x="933" y="757"/>
                    </a:cubicBezTo>
                    <a:cubicBezTo>
                      <a:pt x="934" y="756"/>
                      <a:pt x="934" y="756"/>
                      <a:pt x="934" y="756"/>
                    </a:cubicBezTo>
                    <a:cubicBezTo>
                      <a:pt x="936" y="756"/>
                      <a:pt x="936" y="756"/>
                      <a:pt x="936" y="756"/>
                    </a:cubicBezTo>
                    <a:cubicBezTo>
                      <a:pt x="936" y="755"/>
                      <a:pt x="936" y="755"/>
                      <a:pt x="936" y="755"/>
                    </a:cubicBezTo>
                    <a:cubicBezTo>
                      <a:pt x="937" y="754"/>
                      <a:pt x="937" y="754"/>
                      <a:pt x="937" y="754"/>
                    </a:cubicBezTo>
                    <a:cubicBezTo>
                      <a:pt x="938" y="753"/>
                      <a:pt x="938" y="753"/>
                      <a:pt x="938" y="753"/>
                    </a:cubicBezTo>
                    <a:cubicBezTo>
                      <a:pt x="940" y="752"/>
                      <a:pt x="940" y="752"/>
                      <a:pt x="940" y="752"/>
                    </a:cubicBezTo>
                    <a:cubicBezTo>
                      <a:pt x="941" y="751"/>
                      <a:pt x="941" y="751"/>
                      <a:pt x="941" y="751"/>
                    </a:cubicBezTo>
                    <a:cubicBezTo>
                      <a:pt x="941" y="750"/>
                      <a:pt x="941" y="750"/>
                      <a:pt x="941" y="750"/>
                    </a:cubicBezTo>
                    <a:cubicBezTo>
                      <a:pt x="942" y="749"/>
                      <a:pt x="942" y="749"/>
                      <a:pt x="942" y="749"/>
                    </a:cubicBezTo>
                    <a:cubicBezTo>
                      <a:pt x="943" y="748"/>
                      <a:pt x="943" y="748"/>
                      <a:pt x="943" y="748"/>
                    </a:cubicBezTo>
                    <a:cubicBezTo>
                      <a:pt x="942" y="747"/>
                      <a:pt x="942" y="747"/>
                      <a:pt x="942" y="747"/>
                    </a:cubicBezTo>
                    <a:cubicBezTo>
                      <a:pt x="943" y="746"/>
                      <a:pt x="943" y="746"/>
                      <a:pt x="943" y="746"/>
                    </a:cubicBezTo>
                    <a:cubicBezTo>
                      <a:pt x="942" y="745"/>
                      <a:pt x="942" y="745"/>
                      <a:pt x="942" y="745"/>
                    </a:cubicBezTo>
                    <a:cubicBezTo>
                      <a:pt x="943" y="744"/>
                      <a:pt x="943" y="744"/>
                      <a:pt x="943" y="744"/>
                    </a:cubicBezTo>
                    <a:cubicBezTo>
                      <a:pt x="943" y="743"/>
                      <a:pt x="943" y="743"/>
                      <a:pt x="943" y="743"/>
                    </a:cubicBezTo>
                    <a:cubicBezTo>
                      <a:pt x="944" y="743"/>
                      <a:pt x="944" y="743"/>
                      <a:pt x="944" y="743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4" y="741"/>
                      <a:pt x="944" y="741"/>
                      <a:pt x="944" y="741"/>
                    </a:cubicBezTo>
                    <a:cubicBezTo>
                      <a:pt x="945" y="741"/>
                      <a:pt x="945" y="741"/>
                      <a:pt x="945" y="741"/>
                    </a:cubicBezTo>
                    <a:cubicBezTo>
                      <a:pt x="945" y="739"/>
                      <a:pt x="945" y="739"/>
                      <a:pt x="945" y="739"/>
                    </a:cubicBezTo>
                    <a:cubicBezTo>
                      <a:pt x="944" y="738"/>
                      <a:pt x="944" y="738"/>
                      <a:pt x="944" y="738"/>
                    </a:cubicBezTo>
                    <a:cubicBezTo>
                      <a:pt x="944" y="736"/>
                      <a:pt x="944" y="736"/>
                      <a:pt x="944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3" y="736"/>
                      <a:pt x="943" y="736"/>
                      <a:pt x="943" y="736"/>
                    </a:cubicBezTo>
                    <a:cubicBezTo>
                      <a:pt x="942" y="734"/>
                      <a:pt x="942" y="734"/>
                      <a:pt x="942" y="734"/>
                    </a:cubicBezTo>
                    <a:cubicBezTo>
                      <a:pt x="943" y="734"/>
                      <a:pt x="943" y="734"/>
                      <a:pt x="943" y="734"/>
                    </a:cubicBezTo>
                    <a:cubicBezTo>
                      <a:pt x="942" y="732"/>
                      <a:pt x="942" y="732"/>
                      <a:pt x="942" y="732"/>
                    </a:cubicBezTo>
                    <a:cubicBezTo>
                      <a:pt x="943" y="731"/>
                      <a:pt x="943" y="731"/>
                      <a:pt x="943" y="731"/>
                    </a:cubicBezTo>
                    <a:cubicBezTo>
                      <a:pt x="942" y="730"/>
                      <a:pt x="942" y="730"/>
                      <a:pt x="942" y="730"/>
                    </a:cubicBezTo>
                    <a:cubicBezTo>
                      <a:pt x="942" y="729"/>
                      <a:pt x="942" y="729"/>
                      <a:pt x="942" y="729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1" y="727"/>
                      <a:pt x="941" y="727"/>
                      <a:pt x="941" y="727"/>
                    </a:cubicBezTo>
                    <a:cubicBezTo>
                      <a:pt x="940" y="724"/>
                      <a:pt x="940" y="724"/>
                      <a:pt x="940" y="724"/>
                    </a:cubicBezTo>
                    <a:cubicBezTo>
                      <a:pt x="939" y="723"/>
                      <a:pt x="939" y="723"/>
                      <a:pt x="939" y="723"/>
                    </a:cubicBezTo>
                    <a:cubicBezTo>
                      <a:pt x="940" y="722"/>
                      <a:pt x="940" y="722"/>
                      <a:pt x="940" y="722"/>
                    </a:cubicBezTo>
                    <a:cubicBezTo>
                      <a:pt x="939" y="721"/>
                      <a:pt x="939" y="721"/>
                      <a:pt x="939" y="721"/>
                    </a:cubicBezTo>
                    <a:cubicBezTo>
                      <a:pt x="939" y="720"/>
                      <a:pt x="939" y="720"/>
                      <a:pt x="939" y="720"/>
                    </a:cubicBezTo>
                    <a:cubicBezTo>
                      <a:pt x="937" y="719"/>
                      <a:pt x="937" y="719"/>
                      <a:pt x="937" y="719"/>
                    </a:cubicBezTo>
                    <a:cubicBezTo>
                      <a:pt x="938" y="717"/>
                      <a:pt x="938" y="717"/>
                      <a:pt x="938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7" y="717"/>
                      <a:pt x="937" y="717"/>
                      <a:pt x="937" y="717"/>
                    </a:cubicBezTo>
                    <a:cubicBezTo>
                      <a:pt x="936" y="715"/>
                      <a:pt x="936" y="715"/>
                      <a:pt x="936" y="715"/>
                    </a:cubicBezTo>
                    <a:cubicBezTo>
                      <a:pt x="932" y="712"/>
                      <a:pt x="932" y="712"/>
                      <a:pt x="932" y="712"/>
                    </a:cubicBezTo>
                    <a:cubicBezTo>
                      <a:pt x="932" y="711"/>
                      <a:pt x="932" y="711"/>
                      <a:pt x="932" y="711"/>
                    </a:cubicBezTo>
                    <a:cubicBezTo>
                      <a:pt x="928" y="708"/>
                      <a:pt x="928" y="708"/>
                      <a:pt x="928" y="708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4" y="706"/>
                      <a:pt x="924" y="706"/>
                      <a:pt x="924" y="706"/>
                    </a:cubicBezTo>
                    <a:cubicBezTo>
                      <a:pt x="922" y="705"/>
                      <a:pt x="922" y="705"/>
                      <a:pt x="922" y="705"/>
                    </a:cubicBezTo>
                    <a:cubicBezTo>
                      <a:pt x="919" y="702"/>
                      <a:pt x="919" y="702"/>
                      <a:pt x="919" y="702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700"/>
                      <a:pt x="919" y="700"/>
                      <a:pt x="919" y="700"/>
                    </a:cubicBezTo>
                    <a:cubicBezTo>
                      <a:pt x="919" y="699"/>
                      <a:pt x="919" y="699"/>
                      <a:pt x="919" y="699"/>
                    </a:cubicBezTo>
                    <a:cubicBezTo>
                      <a:pt x="918" y="697"/>
                      <a:pt x="918" y="697"/>
                      <a:pt x="918" y="697"/>
                    </a:cubicBezTo>
                    <a:cubicBezTo>
                      <a:pt x="917" y="697"/>
                      <a:pt x="917" y="697"/>
                      <a:pt x="917" y="697"/>
                    </a:cubicBezTo>
                    <a:cubicBezTo>
                      <a:pt x="915" y="695"/>
                      <a:pt x="915" y="695"/>
                      <a:pt x="915" y="695"/>
                    </a:cubicBezTo>
                    <a:cubicBezTo>
                      <a:pt x="913" y="694"/>
                      <a:pt x="913" y="694"/>
                      <a:pt x="913" y="694"/>
                    </a:cubicBezTo>
                    <a:cubicBezTo>
                      <a:pt x="913" y="693"/>
                      <a:pt x="913" y="693"/>
                      <a:pt x="913" y="693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2" y="691"/>
                      <a:pt x="912" y="691"/>
                      <a:pt x="912" y="691"/>
                    </a:cubicBezTo>
                    <a:cubicBezTo>
                      <a:pt x="913" y="688"/>
                      <a:pt x="913" y="688"/>
                      <a:pt x="913" y="688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7"/>
                      <a:pt x="912" y="687"/>
                      <a:pt x="912" y="687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2" y="686"/>
                      <a:pt x="912" y="686"/>
                      <a:pt x="912" y="686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3" y="684"/>
                      <a:pt x="913" y="684"/>
                      <a:pt x="913" y="684"/>
                    </a:cubicBezTo>
                    <a:cubicBezTo>
                      <a:pt x="915" y="684"/>
                      <a:pt x="915" y="684"/>
                      <a:pt x="915" y="684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6" y="682"/>
                      <a:pt x="916" y="682"/>
                      <a:pt x="916" y="682"/>
                    </a:cubicBezTo>
                    <a:cubicBezTo>
                      <a:pt x="917" y="681"/>
                      <a:pt x="917" y="681"/>
                      <a:pt x="917" y="681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80"/>
                      <a:pt x="917" y="680"/>
                      <a:pt x="917" y="680"/>
                    </a:cubicBezTo>
                    <a:cubicBezTo>
                      <a:pt x="917" y="679"/>
                      <a:pt x="917" y="679"/>
                      <a:pt x="917" y="679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6"/>
                      <a:pt x="917" y="676"/>
                      <a:pt x="917" y="676"/>
                    </a:cubicBezTo>
                    <a:cubicBezTo>
                      <a:pt x="917" y="677"/>
                      <a:pt x="917" y="677"/>
                      <a:pt x="917" y="677"/>
                    </a:cubicBezTo>
                    <a:cubicBezTo>
                      <a:pt x="918" y="676"/>
                      <a:pt x="918" y="676"/>
                      <a:pt x="918" y="676"/>
                    </a:cubicBezTo>
                    <a:cubicBezTo>
                      <a:pt x="919" y="676"/>
                      <a:pt x="919" y="676"/>
                      <a:pt x="919" y="676"/>
                    </a:cubicBezTo>
                    <a:cubicBezTo>
                      <a:pt x="920" y="676"/>
                      <a:pt x="920" y="676"/>
                      <a:pt x="920" y="676"/>
                    </a:cubicBezTo>
                    <a:cubicBezTo>
                      <a:pt x="921" y="676"/>
                      <a:pt x="921" y="676"/>
                      <a:pt x="921" y="676"/>
                    </a:cubicBezTo>
                    <a:cubicBezTo>
                      <a:pt x="921" y="675"/>
                      <a:pt x="921" y="675"/>
                      <a:pt x="921" y="675"/>
                    </a:cubicBezTo>
                    <a:cubicBezTo>
                      <a:pt x="922" y="675"/>
                      <a:pt x="922" y="675"/>
                      <a:pt x="922" y="675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2" y="673"/>
                      <a:pt x="922" y="673"/>
                      <a:pt x="922" y="673"/>
                    </a:cubicBezTo>
                    <a:cubicBezTo>
                      <a:pt x="923" y="673"/>
                      <a:pt x="923" y="673"/>
                      <a:pt x="923" y="673"/>
                    </a:cubicBezTo>
                    <a:cubicBezTo>
                      <a:pt x="925" y="673"/>
                      <a:pt x="925" y="673"/>
                      <a:pt x="925" y="673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6" y="672"/>
                      <a:pt x="926" y="672"/>
                      <a:pt x="926" y="672"/>
                    </a:cubicBezTo>
                    <a:cubicBezTo>
                      <a:pt x="928" y="672"/>
                      <a:pt x="928" y="672"/>
                      <a:pt x="928" y="672"/>
                    </a:cubicBezTo>
                    <a:cubicBezTo>
                      <a:pt x="928" y="671"/>
                      <a:pt x="928" y="671"/>
                      <a:pt x="928" y="671"/>
                    </a:cubicBezTo>
                    <a:cubicBezTo>
                      <a:pt x="929" y="672"/>
                      <a:pt x="929" y="672"/>
                      <a:pt x="929" y="672"/>
                    </a:cubicBezTo>
                    <a:cubicBezTo>
                      <a:pt x="929" y="671"/>
                      <a:pt x="929" y="671"/>
                      <a:pt x="929" y="671"/>
                    </a:cubicBezTo>
                    <a:cubicBezTo>
                      <a:pt x="933" y="672"/>
                      <a:pt x="933" y="672"/>
                      <a:pt x="933" y="672"/>
                    </a:cubicBezTo>
                    <a:cubicBezTo>
                      <a:pt x="930" y="671"/>
                      <a:pt x="930" y="671"/>
                      <a:pt x="930" y="671"/>
                    </a:cubicBezTo>
                    <a:cubicBezTo>
                      <a:pt x="931" y="670"/>
                      <a:pt x="931" y="670"/>
                      <a:pt x="931" y="670"/>
                    </a:cubicBezTo>
                    <a:cubicBezTo>
                      <a:pt x="931" y="669"/>
                      <a:pt x="931" y="669"/>
                      <a:pt x="931" y="669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3" y="671"/>
                      <a:pt x="933" y="671"/>
                      <a:pt x="933" y="671"/>
                    </a:cubicBezTo>
                    <a:cubicBezTo>
                      <a:pt x="935" y="672"/>
                      <a:pt x="935" y="672"/>
                      <a:pt x="935" y="672"/>
                    </a:cubicBezTo>
                    <a:cubicBezTo>
                      <a:pt x="936" y="672"/>
                      <a:pt x="936" y="672"/>
                      <a:pt x="936" y="672"/>
                    </a:cubicBezTo>
                    <a:cubicBezTo>
                      <a:pt x="938" y="672"/>
                      <a:pt x="938" y="672"/>
                      <a:pt x="938" y="672"/>
                    </a:cubicBezTo>
                    <a:cubicBezTo>
                      <a:pt x="938" y="671"/>
                      <a:pt x="938" y="671"/>
                      <a:pt x="938" y="671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2"/>
                      <a:pt x="939" y="672"/>
                      <a:pt x="939" y="672"/>
                    </a:cubicBezTo>
                    <a:cubicBezTo>
                      <a:pt x="939" y="673"/>
                      <a:pt x="939" y="673"/>
                      <a:pt x="939" y="673"/>
                    </a:cubicBezTo>
                    <a:cubicBezTo>
                      <a:pt x="938" y="674"/>
                      <a:pt x="938" y="674"/>
                      <a:pt x="938" y="674"/>
                    </a:cubicBezTo>
                    <a:cubicBezTo>
                      <a:pt x="938" y="675"/>
                      <a:pt x="938" y="675"/>
                      <a:pt x="938" y="675"/>
                    </a:cubicBezTo>
                    <a:cubicBezTo>
                      <a:pt x="940" y="678"/>
                      <a:pt x="940" y="678"/>
                      <a:pt x="940" y="678"/>
                    </a:cubicBezTo>
                    <a:cubicBezTo>
                      <a:pt x="941" y="678"/>
                      <a:pt x="941" y="678"/>
                      <a:pt x="941" y="678"/>
                    </a:cubicBezTo>
                    <a:cubicBezTo>
                      <a:pt x="941" y="679"/>
                      <a:pt x="941" y="679"/>
                      <a:pt x="941" y="679"/>
                    </a:cubicBezTo>
                    <a:cubicBezTo>
                      <a:pt x="941" y="682"/>
                      <a:pt x="941" y="682"/>
                      <a:pt x="941" y="682"/>
                    </a:cubicBezTo>
                    <a:cubicBezTo>
                      <a:pt x="942" y="680"/>
                      <a:pt x="942" y="680"/>
                      <a:pt x="942" y="680"/>
                    </a:cubicBezTo>
                    <a:cubicBezTo>
                      <a:pt x="943" y="680"/>
                      <a:pt x="943" y="680"/>
                      <a:pt x="943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4" y="680"/>
                      <a:pt x="944" y="680"/>
                      <a:pt x="944" y="680"/>
                    </a:cubicBezTo>
                    <a:cubicBezTo>
                      <a:pt x="945" y="680"/>
                      <a:pt x="945" y="680"/>
                      <a:pt x="945" y="680"/>
                    </a:cubicBezTo>
                    <a:cubicBezTo>
                      <a:pt x="947" y="678"/>
                      <a:pt x="947" y="678"/>
                      <a:pt x="947" y="678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6" y="677"/>
                      <a:pt x="946" y="677"/>
                      <a:pt x="946" y="677"/>
                    </a:cubicBezTo>
                    <a:cubicBezTo>
                      <a:pt x="945" y="675"/>
                      <a:pt x="945" y="675"/>
                      <a:pt x="945" y="675"/>
                    </a:cubicBezTo>
                    <a:cubicBezTo>
                      <a:pt x="945" y="676"/>
                      <a:pt x="945" y="676"/>
                      <a:pt x="945" y="676"/>
                    </a:cubicBezTo>
                    <a:cubicBezTo>
                      <a:pt x="947" y="675"/>
                      <a:pt x="947" y="675"/>
                      <a:pt x="947" y="675"/>
                    </a:cubicBezTo>
                    <a:cubicBezTo>
                      <a:pt x="949" y="676"/>
                      <a:pt x="949" y="676"/>
                      <a:pt x="949" y="676"/>
                    </a:cubicBezTo>
                    <a:cubicBezTo>
                      <a:pt x="949" y="674"/>
                      <a:pt x="949" y="674"/>
                      <a:pt x="949" y="674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5" y="672"/>
                      <a:pt x="945" y="672"/>
                      <a:pt x="945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6" y="672"/>
                      <a:pt x="946" y="672"/>
                      <a:pt x="946" y="672"/>
                    </a:cubicBezTo>
                    <a:cubicBezTo>
                      <a:pt x="945" y="673"/>
                      <a:pt x="945" y="673"/>
                      <a:pt x="945" y="673"/>
                    </a:cubicBezTo>
                    <a:cubicBezTo>
                      <a:pt x="947" y="673"/>
                      <a:pt x="947" y="673"/>
                      <a:pt x="947" y="673"/>
                    </a:cubicBezTo>
                    <a:cubicBezTo>
                      <a:pt x="948" y="672"/>
                      <a:pt x="948" y="672"/>
                      <a:pt x="948" y="672"/>
                    </a:cubicBezTo>
                    <a:cubicBezTo>
                      <a:pt x="949" y="672"/>
                      <a:pt x="949" y="672"/>
                      <a:pt x="949" y="672"/>
                    </a:cubicBezTo>
                    <a:cubicBezTo>
                      <a:pt x="950" y="671"/>
                      <a:pt x="950" y="671"/>
                      <a:pt x="950" y="671"/>
                    </a:cubicBezTo>
                    <a:cubicBezTo>
                      <a:pt x="951" y="671"/>
                      <a:pt x="951" y="671"/>
                      <a:pt x="951" y="671"/>
                    </a:cubicBezTo>
                    <a:cubicBezTo>
                      <a:pt x="952" y="671"/>
                      <a:pt x="952" y="671"/>
                      <a:pt x="952" y="671"/>
                    </a:cubicBezTo>
                    <a:cubicBezTo>
                      <a:pt x="955" y="670"/>
                      <a:pt x="955" y="670"/>
                      <a:pt x="955" y="670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4" y="669"/>
                      <a:pt x="954" y="669"/>
                      <a:pt x="954" y="669"/>
                    </a:cubicBezTo>
                    <a:cubicBezTo>
                      <a:pt x="956" y="669"/>
                      <a:pt x="956" y="669"/>
                      <a:pt x="956" y="669"/>
                    </a:cubicBezTo>
                    <a:cubicBezTo>
                      <a:pt x="957" y="669"/>
                      <a:pt x="957" y="669"/>
                      <a:pt x="957" y="669"/>
                    </a:cubicBezTo>
                    <a:cubicBezTo>
                      <a:pt x="959" y="669"/>
                      <a:pt x="959" y="669"/>
                      <a:pt x="959" y="669"/>
                    </a:cubicBezTo>
                    <a:cubicBezTo>
                      <a:pt x="960" y="668"/>
                      <a:pt x="960" y="668"/>
                      <a:pt x="960" y="668"/>
                    </a:cubicBezTo>
                    <a:cubicBezTo>
                      <a:pt x="962" y="667"/>
                      <a:pt x="962" y="667"/>
                      <a:pt x="962" y="667"/>
                    </a:cubicBezTo>
                    <a:cubicBezTo>
                      <a:pt x="963" y="665"/>
                      <a:pt x="963" y="665"/>
                      <a:pt x="963" y="665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4" y="665"/>
                      <a:pt x="964" y="665"/>
                      <a:pt x="964" y="665"/>
                    </a:cubicBezTo>
                    <a:cubicBezTo>
                      <a:pt x="965" y="664"/>
                      <a:pt x="965" y="664"/>
                      <a:pt x="965" y="664"/>
                    </a:cubicBezTo>
                    <a:cubicBezTo>
                      <a:pt x="967" y="663"/>
                      <a:pt x="967" y="663"/>
                      <a:pt x="967" y="663"/>
                    </a:cubicBezTo>
                    <a:cubicBezTo>
                      <a:pt x="966" y="661"/>
                      <a:pt x="966" y="661"/>
                      <a:pt x="966" y="661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6" y="660"/>
                      <a:pt x="966" y="660"/>
                      <a:pt x="966" y="660"/>
                    </a:cubicBezTo>
                    <a:cubicBezTo>
                      <a:pt x="967" y="660"/>
                      <a:pt x="967" y="660"/>
                      <a:pt x="967" y="660"/>
                    </a:cubicBezTo>
                    <a:cubicBezTo>
                      <a:pt x="967" y="661"/>
                      <a:pt x="967" y="661"/>
                      <a:pt x="967" y="661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9" y="663"/>
                      <a:pt x="969" y="663"/>
                      <a:pt x="969" y="663"/>
                    </a:cubicBezTo>
                    <a:cubicBezTo>
                      <a:pt x="968" y="663"/>
                      <a:pt x="968" y="663"/>
                      <a:pt x="968" y="663"/>
                    </a:cubicBezTo>
                    <a:cubicBezTo>
                      <a:pt x="969" y="665"/>
                      <a:pt x="969" y="665"/>
                      <a:pt x="969" y="665"/>
                    </a:cubicBezTo>
                    <a:cubicBezTo>
                      <a:pt x="972" y="663"/>
                      <a:pt x="972" y="663"/>
                      <a:pt x="972" y="663"/>
                    </a:cubicBezTo>
                    <a:cubicBezTo>
                      <a:pt x="972" y="662"/>
                      <a:pt x="972" y="662"/>
                      <a:pt x="972" y="662"/>
                    </a:cubicBezTo>
                    <a:cubicBezTo>
                      <a:pt x="973" y="661"/>
                      <a:pt x="973" y="661"/>
                      <a:pt x="973" y="661"/>
                    </a:cubicBezTo>
                    <a:cubicBezTo>
                      <a:pt x="974" y="661"/>
                      <a:pt x="974" y="661"/>
                      <a:pt x="974" y="661"/>
                    </a:cubicBezTo>
                    <a:cubicBezTo>
                      <a:pt x="975" y="662"/>
                      <a:pt x="975" y="662"/>
                      <a:pt x="975" y="662"/>
                    </a:cubicBezTo>
                    <a:cubicBezTo>
                      <a:pt x="977" y="661"/>
                      <a:pt x="977" y="661"/>
                      <a:pt x="977" y="661"/>
                    </a:cubicBezTo>
                    <a:cubicBezTo>
                      <a:pt x="977" y="660"/>
                      <a:pt x="977" y="660"/>
                      <a:pt x="977" y="660"/>
                    </a:cubicBezTo>
                    <a:cubicBezTo>
                      <a:pt x="978" y="660"/>
                      <a:pt x="978" y="660"/>
                      <a:pt x="978" y="660"/>
                    </a:cubicBezTo>
                    <a:cubicBezTo>
                      <a:pt x="979" y="662"/>
                      <a:pt x="979" y="662"/>
                      <a:pt x="979" y="662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1" y="660"/>
                      <a:pt x="981" y="660"/>
                      <a:pt x="981" y="660"/>
                    </a:cubicBezTo>
                    <a:cubicBezTo>
                      <a:pt x="983" y="660"/>
                      <a:pt x="983" y="660"/>
                      <a:pt x="983" y="660"/>
                    </a:cubicBezTo>
                    <a:cubicBezTo>
                      <a:pt x="983" y="659"/>
                      <a:pt x="983" y="659"/>
                      <a:pt x="983" y="659"/>
                    </a:cubicBezTo>
                    <a:cubicBezTo>
                      <a:pt x="985" y="659"/>
                      <a:pt x="985" y="659"/>
                      <a:pt x="985" y="659"/>
                    </a:cubicBezTo>
                    <a:cubicBezTo>
                      <a:pt x="986" y="658"/>
                      <a:pt x="986" y="658"/>
                      <a:pt x="986" y="658"/>
                    </a:cubicBezTo>
                    <a:cubicBezTo>
                      <a:pt x="986" y="659"/>
                      <a:pt x="986" y="659"/>
                      <a:pt x="986" y="659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87" y="658"/>
                      <a:pt x="987" y="658"/>
                      <a:pt x="987" y="658"/>
                    </a:cubicBezTo>
                    <a:cubicBezTo>
                      <a:pt x="990" y="657"/>
                      <a:pt x="990" y="657"/>
                      <a:pt x="990" y="657"/>
                    </a:cubicBezTo>
                    <a:cubicBezTo>
                      <a:pt x="989" y="656"/>
                      <a:pt x="989" y="656"/>
                      <a:pt x="989" y="656"/>
                    </a:cubicBezTo>
                    <a:cubicBezTo>
                      <a:pt x="989" y="655"/>
                      <a:pt x="989" y="655"/>
                      <a:pt x="989" y="655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3"/>
                      <a:pt x="990" y="653"/>
                      <a:pt x="990" y="653"/>
                    </a:cubicBezTo>
                    <a:cubicBezTo>
                      <a:pt x="990" y="652"/>
                      <a:pt x="990" y="652"/>
                      <a:pt x="990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1" y="652"/>
                      <a:pt x="991" y="652"/>
                      <a:pt x="991" y="652"/>
                    </a:cubicBezTo>
                    <a:cubicBezTo>
                      <a:pt x="992" y="652"/>
                      <a:pt x="992" y="652"/>
                      <a:pt x="992" y="652"/>
                    </a:cubicBezTo>
                    <a:cubicBezTo>
                      <a:pt x="991" y="653"/>
                      <a:pt x="991" y="653"/>
                      <a:pt x="991" y="653"/>
                    </a:cubicBezTo>
                    <a:cubicBezTo>
                      <a:pt x="991" y="655"/>
                      <a:pt x="991" y="655"/>
                      <a:pt x="991" y="655"/>
                    </a:cubicBezTo>
                    <a:cubicBezTo>
                      <a:pt x="993" y="655"/>
                      <a:pt x="993" y="655"/>
                      <a:pt x="993" y="655"/>
                    </a:cubicBezTo>
                    <a:cubicBezTo>
                      <a:pt x="995" y="654"/>
                      <a:pt x="995" y="654"/>
                      <a:pt x="995" y="654"/>
                    </a:cubicBezTo>
                    <a:cubicBezTo>
                      <a:pt x="993" y="652"/>
                      <a:pt x="993" y="652"/>
                      <a:pt x="993" y="652"/>
                    </a:cubicBezTo>
                    <a:cubicBezTo>
                      <a:pt x="994" y="652"/>
                      <a:pt x="994" y="652"/>
                      <a:pt x="994" y="652"/>
                    </a:cubicBezTo>
                    <a:cubicBezTo>
                      <a:pt x="994" y="651"/>
                      <a:pt x="994" y="651"/>
                      <a:pt x="994" y="651"/>
                    </a:cubicBezTo>
                    <a:cubicBezTo>
                      <a:pt x="995" y="651"/>
                      <a:pt x="995" y="651"/>
                      <a:pt x="995" y="651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5" y="650"/>
                      <a:pt x="995" y="650"/>
                      <a:pt x="995" y="650"/>
                    </a:cubicBezTo>
                    <a:cubicBezTo>
                      <a:pt x="996" y="650"/>
                      <a:pt x="996" y="650"/>
                      <a:pt x="996" y="650"/>
                    </a:cubicBezTo>
                    <a:cubicBezTo>
                      <a:pt x="997" y="649"/>
                      <a:pt x="997" y="649"/>
                      <a:pt x="997" y="649"/>
                    </a:cubicBezTo>
                    <a:cubicBezTo>
                      <a:pt x="998" y="650"/>
                      <a:pt x="998" y="650"/>
                      <a:pt x="998" y="650"/>
                    </a:cubicBezTo>
                    <a:cubicBezTo>
                      <a:pt x="998" y="648"/>
                      <a:pt x="998" y="648"/>
                      <a:pt x="998" y="648"/>
                    </a:cubicBezTo>
                    <a:cubicBezTo>
                      <a:pt x="999" y="648"/>
                      <a:pt x="999" y="648"/>
                      <a:pt x="999" y="648"/>
                    </a:cubicBezTo>
                    <a:cubicBezTo>
                      <a:pt x="1000" y="646"/>
                      <a:pt x="1000" y="646"/>
                      <a:pt x="1000" y="646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8" y="645"/>
                      <a:pt x="998" y="645"/>
                      <a:pt x="998" y="645"/>
                    </a:cubicBezTo>
                    <a:cubicBezTo>
                      <a:pt x="999" y="644"/>
                      <a:pt x="999" y="644"/>
                      <a:pt x="999" y="644"/>
                    </a:cubicBezTo>
                    <a:cubicBezTo>
                      <a:pt x="999" y="645"/>
                      <a:pt x="999" y="645"/>
                      <a:pt x="999" y="645"/>
                    </a:cubicBezTo>
                    <a:cubicBezTo>
                      <a:pt x="1000" y="644"/>
                      <a:pt x="1000" y="644"/>
                      <a:pt x="1000" y="644"/>
                    </a:cubicBezTo>
                    <a:cubicBezTo>
                      <a:pt x="1002" y="645"/>
                      <a:pt x="1002" y="645"/>
                      <a:pt x="1002" y="645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3" y="642"/>
                      <a:pt x="1003" y="642"/>
                      <a:pt x="1003" y="642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4" y="640"/>
                      <a:pt x="1004" y="640"/>
                      <a:pt x="1004" y="640"/>
                    </a:cubicBezTo>
                    <a:cubicBezTo>
                      <a:pt x="1004" y="641"/>
                      <a:pt x="1004" y="641"/>
                      <a:pt x="1004" y="641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3" y="637"/>
                      <a:pt x="1003" y="637"/>
                      <a:pt x="1003" y="637"/>
                    </a:cubicBezTo>
                    <a:cubicBezTo>
                      <a:pt x="1004" y="637"/>
                      <a:pt x="1004" y="637"/>
                      <a:pt x="1004" y="637"/>
                    </a:cubicBezTo>
                    <a:cubicBezTo>
                      <a:pt x="1004" y="636"/>
                      <a:pt x="1004" y="636"/>
                      <a:pt x="1004" y="636"/>
                    </a:cubicBezTo>
                    <a:cubicBezTo>
                      <a:pt x="1005" y="637"/>
                      <a:pt x="1005" y="637"/>
                      <a:pt x="1005" y="637"/>
                    </a:cubicBezTo>
                    <a:cubicBezTo>
                      <a:pt x="1005" y="638"/>
                      <a:pt x="1005" y="638"/>
                      <a:pt x="1005" y="638"/>
                    </a:cubicBezTo>
                    <a:cubicBezTo>
                      <a:pt x="1006" y="638"/>
                      <a:pt x="1006" y="638"/>
                      <a:pt x="1006" y="638"/>
                    </a:cubicBezTo>
                    <a:cubicBezTo>
                      <a:pt x="1007" y="640"/>
                      <a:pt x="1007" y="640"/>
                      <a:pt x="1007" y="640"/>
                    </a:cubicBezTo>
                    <a:cubicBezTo>
                      <a:pt x="1008" y="637"/>
                      <a:pt x="1008" y="637"/>
                      <a:pt x="1008" y="637"/>
                    </a:cubicBezTo>
                    <a:cubicBezTo>
                      <a:pt x="1009" y="636"/>
                      <a:pt x="1009" y="636"/>
                      <a:pt x="1009" y="636"/>
                    </a:cubicBezTo>
                    <a:cubicBezTo>
                      <a:pt x="1009" y="635"/>
                      <a:pt x="1009" y="635"/>
                      <a:pt x="1009" y="635"/>
                    </a:cubicBezTo>
                    <a:cubicBezTo>
                      <a:pt x="1008" y="634"/>
                      <a:pt x="1008" y="634"/>
                      <a:pt x="1008" y="634"/>
                    </a:cubicBezTo>
                    <a:cubicBezTo>
                      <a:pt x="1007" y="634"/>
                      <a:pt x="1007" y="634"/>
                      <a:pt x="1007" y="634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7" y="633"/>
                      <a:pt x="1007" y="633"/>
                      <a:pt x="1007" y="633"/>
                    </a:cubicBezTo>
                    <a:cubicBezTo>
                      <a:pt x="1008" y="632"/>
                      <a:pt x="1008" y="632"/>
                      <a:pt x="1008" y="632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6" y="631"/>
                      <a:pt x="1006" y="631"/>
                      <a:pt x="1006" y="631"/>
                    </a:cubicBezTo>
                    <a:cubicBezTo>
                      <a:pt x="1007" y="630"/>
                      <a:pt x="1007" y="630"/>
                      <a:pt x="1007" y="630"/>
                    </a:cubicBezTo>
                    <a:cubicBezTo>
                      <a:pt x="1010" y="629"/>
                      <a:pt x="1010" y="629"/>
                      <a:pt x="1010" y="629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8" y="627"/>
                      <a:pt x="1008" y="627"/>
                      <a:pt x="1008" y="627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6" y="625"/>
                      <a:pt x="1006" y="625"/>
                      <a:pt x="1006" y="625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4"/>
                      <a:pt x="1007" y="624"/>
                      <a:pt x="1007" y="624"/>
                    </a:cubicBezTo>
                    <a:cubicBezTo>
                      <a:pt x="1007" y="625"/>
                      <a:pt x="1007" y="625"/>
                      <a:pt x="1007" y="625"/>
                    </a:cubicBezTo>
                    <a:cubicBezTo>
                      <a:pt x="1008" y="625"/>
                      <a:pt x="1008" y="625"/>
                      <a:pt x="1008" y="625"/>
                    </a:cubicBezTo>
                    <a:cubicBezTo>
                      <a:pt x="1011" y="623"/>
                      <a:pt x="1011" y="623"/>
                      <a:pt x="1011" y="623"/>
                    </a:cubicBezTo>
                    <a:cubicBezTo>
                      <a:pt x="1011" y="622"/>
                      <a:pt x="1011" y="622"/>
                      <a:pt x="1011" y="622"/>
                    </a:cubicBezTo>
                    <a:cubicBezTo>
                      <a:pt x="1013" y="623"/>
                      <a:pt x="1013" y="623"/>
                      <a:pt x="1013" y="623"/>
                    </a:cubicBezTo>
                    <a:cubicBezTo>
                      <a:pt x="1012" y="621"/>
                      <a:pt x="1012" y="621"/>
                      <a:pt x="1012" y="621"/>
                    </a:cubicBezTo>
                    <a:cubicBezTo>
                      <a:pt x="1013" y="620"/>
                      <a:pt x="1013" y="620"/>
                      <a:pt x="1013" y="620"/>
                    </a:cubicBezTo>
                    <a:cubicBezTo>
                      <a:pt x="1013" y="619"/>
                      <a:pt x="1013" y="619"/>
                      <a:pt x="1013" y="619"/>
                    </a:cubicBezTo>
                    <a:cubicBezTo>
                      <a:pt x="1013" y="618"/>
                      <a:pt x="1013" y="618"/>
                      <a:pt x="1013" y="618"/>
                    </a:cubicBezTo>
                    <a:cubicBezTo>
                      <a:pt x="1013" y="617"/>
                      <a:pt x="1013" y="617"/>
                      <a:pt x="1013" y="617"/>
                    </a:cubicBezTo>
                    <a:cubicBezTo>
                      <a:pt x="1013" y="616"/>
                      <a:pt x="1013" y="616"/>
                      <a:pt x="1013" y="616"/>
                    </a:cubicBezTo>
                    <a:cubicBezTo>
                      <a:pt x="1014" y="616"/>
                      <a:pt x="1014" y="616"/>
                      <a:pt x="1014" y="616"/>
                    </a:cubicBezTo>
                    <a:cubicBezTo>
                      <a:pt x="1013" y="615"/>
                      <a:pt x="1013" y="615"/>
                      <a:pt x="1013" y="615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3" y="614"/>
                      <a:pt x="1013" y="614"/>
                      <a:pt x="1013" y="614"/>
                    </a:cubicBezTo>
                    <a:cubicBezTo>
                      <a:pt x="1014" y="614"/>
                      <a:pt x="1014" y="614"/>
                      <a:pt x="1014" y="614"/>
                    </a:cubicBezTo>
                    <a:cubicBezTo>
                      <a:pt x="1015" y="611"/>
                      <a:pt x="1015" y="611"/>
                      <a:pt x="1015" y="611"/>
                    </a:cubicBezTo>
                    <a:cubicBezTo>
                      <a:pt x="1016" y="611"/>
                      <a:pt x="1016" y="611"/>
                      <a:pt x="1016" y="611"/>
                    </a:cubicBezTo>
                    <a:cubicBezTo>
                      <a:pt x="1016" y="612"/>
                      <a:pt x="1016" y="612"/>
                      <a:pt x="1016" y="612"/>
                    </a:cubicBezTo>
                    <a:cubicBezTo>
                      <a:pt x="1017" y="614"/>
                      <a:pt x="1017" y="614"/>
                      <a:pt x="1017" y="614"/>
                    </a:cubicBezTo>
                    <a:cubicBezTo>
                      <a:pt x="1018" y="611"/>
                      <a:pt x="1018" y="611"/>
                      <a:pt x="1018" y="611"/>
                    </a:cubicBezTo>
                    <a:cubicBezTo>
                      <a:pt x="1019" y="610"/>
                      <a:pt x="1019" y="610"/>
                      <a:pt x="1019" y="610"/>
                    </a:cubicBezTo>
                    <a:cubicBezTo>
                      <a:pt x="1018" y="608"/>
                      <a:pt x="1018" y="608"/>
                      <a:pt x="1018" y="608"/>
                    </a:cubicBezTo>
                    <a:cubicBezTo>
                      <a:pt x="1017" y="608"/>
                      <a:pt x="1017" y="608"/>
                      <a:pt x="1017" y="608"/>
                    </a:cubicBezTo>
                    <a:cubicBezTo>
                      <a:pt x="1019" y="607"/>
                      <a:pt x="1019" y="607"/>
                      <a:pt x="1019" y="607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7" y="606"/>
                      <a:pt x="1017" y="606"/>
                      <a:pt x="1017" y="606"/>
                    </a:cubicBezTo>
                    <a:cubicBezTo>
                      <a:pt x="1017" y="605"/>
                      <a:pt x="1017" y="605"/>
                      <a:pt x="1017" y="605"/>
                    </a:cubicBezTo>
                    <a:cubicBezTo>
                      <a:pt x="1018" y="606"/>
                      <a:pt x="1018" y="606"/>
                      <a:pt x="1018" y="606"/>
                    </a:cubicBezTo>
                    <a:cubicBezTo>
                      <a:pt x="1019" y="604"/>
                      <a:pt x="1019" y="604"/>
                      <a:pt x="1019" y="604"/>
                    </a:cubicBezTo>
                    <a:cubicBezTo>
                      <a:pt x="1017" y="603"/>
                      <a:pt x="1017" y="603"/>
                      <a:pt x="1017" y="603"/>
                    </a:cubicBezTo>
                    <a:cubicBezTo>
                      <a:pt x="1016" y="603"/>
                      <a:pt x="1016" y="603"/>
                      <a:pt x="1016" y="603"/>
                    </a:cubicBezTo>
                    <a:cubicBezTo>
                      <a:pt x="1017" y="602"/>
                      <a:pt x="1017" y="602"/>
                      <a:pt x="1017" y="602"/>
                    </a:cubicBezTo>
                    <a:cubicBezTo>
                      <a:pt x="1018" y="603"/>
                      <a:pt x="1018" y="603"/>
                      <a:pt x="1018" y="603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2"/>
                      <a:pt x="1019" y="602"/>
                      <a:pt x="1019" y="602"/>
                    </a:cubicBezTo>
                    <a:cubicBezTo>
                      <a:pt x="1019" y="603"/>
                      <a:pt x="1019" y="603"/>
                      <a:pt x="1019" y="603"/>
                    </a:cubicBezTo>
                    <a:cubicBezTo>
                      <a:pt x="1021" y="601"/>
                      <a:pt x="1021" y="601"/>
                      <a:pt x="1021" y="601"/>
                    </a:cubicBezTo>
                    <a:cubicBezTo>
                      <a:pt x="1021" y="600"/>
                      <a:pt x="1021" y="600"/>
                      <a:pt x="1021" y="600"/>
                    </a:cubicBezTo>
                    <a:cubicBezTo>
                      <a:pt x="1020" y="598"/>
                      <a:pt x="1020" y="598"/>
                      <a:pt x="1020" y="598"/>
                    </a:cubicBezTo>
                    <a:cubicBezTo>
                      <a:pt x="1019" y="597"/>
                      <a:pt x="1019" y="597"/>
                      <a:pt x="1019" y="597"/>
                    </a:cubicBezTo>
                    <a:cubicBezTo>
                      <a:pt x="1020" y="596"/>
                      <a:pt x="1020" y="596"/>
                      <a:pt x="1020" y="596"/>
                    </a:cubicBezTo>
                    <a:cubicBezTo>
                      <a:pt x="1019" y="595"/>
                      <a:pt x="1019" y="595"/>
                      <a:pt x="1019" y="595"/>
                    </a:cubicBezTo>
                    <a:cubicBezTo>
                      <a:pt x="1018" y="595"/>
                      <a:pt x="1018" y="595"/>
                      <a:pt x="1018" y="595"/>
                    </a:cubicBezTo>
                    <a:cubicBezTo>
                      <a:pt x="1017" y="594"/>
                      <a:pt x="1017" y="594"/>
                      <a:pt x="1017" y="594"/>
                    </a:cubicBezTo>
                    <a:cubicBezTo>
                      <a:pt x="1016" y="594"/>
                      <a:pt x="1016" y="594"/>
                      <a:pt x="1016" y="594"/>
                    </a:cubicBezTo>
                    <a:cubicBezTo>
                      <a:pt x="1014" y="592"/>
                      <a:pt x="1014" y="592"/>
                      <a:pt x="1014" y="592"/>
                    </a:cubicBezTo>
                    <a:cubicBezTo>
                      <a:pt x="1012" y="592"/>
                      <a:pt x="1012" y="592"/>
                      <a:pt x="1012" y="592"/>
                    </a:cubicBezTo>
                    <a:cubicBezTo>
                      <a:pt x="1010" y="593"/>
                      <a:pt x="1010" y="593"/>
                      <a:pt x="1010" y="593"/>
                    </a:cubicBezTo>
                    <a:cubicBezTo>
                      <a:pt x="1009" y="593"/>
                      <a:pt x="1009" y="593"/>
                      <a:pt x="1009" y="593"/>
                    </a:cubicBezTo>
                    <a:cubicBezTo>
                      <a:pt x="1008" y="591"/>
                      <a:pt x="1008" y="591"/>
                      <a:pt x="1008" y="591"/>
                    </a:cubicBezTo>
                    <a:cubicBezTo>
                      <a:pt x="1009" y="592"/>
                      <a:pt x="1009" y="592"/>
                      <a:pt x="1009" y="592"/>
                    </a:cubicBezTo>
                    <a:cubicBezTo>
                      <a:pt x="1011" y="591"/>
                      <a:pt x="1011" y="591"/>
                      <a:pt x="1011" y="591"/>
                    </a:cubicBezTo>
                    <a:cubicBezTo>
                      <a:pt x="1011" y="590"/>
                      <a:pt x="1011" y="590"/>
                      <a:pt x="1011" y="590"/>
                    </a:cubicBezTo>
                    <a:cubicBezTo>
                      <a:pt x="1012" y="590"/>
                      <a:pt x="1012" y="590"/>
                      <a:pt x="1012" y="590"/>
                    </a:cubicBezTo>
                    <a:cubicBezTo>
                      <a:pt x="1013" y="590"/>
                      <a:pt x="1013" y="590"/>
                      <a:pt x="1013" y="590"/>
                    </a:cubicBezTo>
                    <a:cubicBezTo>
                      <a:pt x="1015" y="588"/>
                      <a:pt x="1015" y="588"/>
                      <a:pt x="1015" y="588"/>
                    </a:cubicBezTo>
                    <a:cubicBezTo>
                      <a:pt x="1017" y="587"/>
                      <a:pt x="1017" y="587"/>
                      <a:pt x="1017" y="587"/>
                    </a:cubicBezTo>
                    <a:cubicBezTo>
                      <a:pt x="1017" y="586"/>
                      <a:pt x="1017" y="586"/>
                      <a:pt x="1017" y="586"/>
                    </a:cubicBezTo>
                    <a:cubicBezTo>
                      <a:pt x="1015" y="583"/>
                      <a:pt x="1015" y="583"/>
                      <a:pt x="1015" y="583"/>
                    </a:cubicBezTo>
                    <a:cubicBezTo>
                      <a:pt x="1012" y="581"/>
                      <a:pt x="1012" y="581"/>
                      <a:pt x="1012" y="581"/>
                    </a:cubicBezTo>
                    <a:cubicBezTo>
                      <a:pt x="1013" y="581"/>
                      <a:pt x="1013" y="581"/>
                      <a:pt x="1013" y="581"/>
                    </a:cubicBezTo>
                    <a:cubicBezTo>
                      <a:pt x="1016" y="582"/>
                      <a:pt x="1016" y="582"/>
                      <a:pt x="1016" y="582"/>
                    </a:cubicBezTo>
                    <a:cubicBezTo>
                      <a:pt x="1015" y="579"/>
                      <a:pt x="1015" y="579"/>
                      <a:pt x="1015" y="579"/>
                    </a:cubicBezTo>
                    <a:cubicBezTo>
                      <a:pt x="1016" y="578"/>
                      <a:pt x="1016" y="578"/>
                      <a:pt x="1016" y="578"/>
                    </a:cubicBezTo>
                    <a:cubicBezTo>
                      <a:pt x="1015" y="576"/>
                      <a:pt x="1015" y="576"/>
                      <a:pt x="1015" y="576"/>
                    </a:cubicBezTo>
                    <a:cubicBezTo>
                      <a:pt x="1014" y="575"/>
                      <a:pt x="1014" y="575"/>
                      <a:pt x="1014" y="575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2" y="573"/>
                      <a:pt x="1012" y="573"/>
                      <a:pt x="1012" y="573"/>
                    </a:cubicBezTo>
                    <a:cubicBezTo>
                      <a:pt x="1011" y="572"/>
                      <a:pt x="1011" y="572"/>
                      <a:pt x="1011" y="572"/>
                    </a:cubicBezTo>
                    <a:cubicBezTo>
                      <a:pt x="1009" y="572"/>
                      <a:pt x="1009" y="572"/>
                      <a:pt x="1009" y="572"/>
                    </a:cubicBezTo>
                    <a:cubicBezTo>
                      <a:pt x="1008" y="571"/>
                      <a:pt x="1008" y="571"/>
                      <a:pt x="1008" y="571"/>
                    </a:cubicBezTo>
                    <a:cubicBezTo>
                      <a:pt x="1006" y="569"/>
                      <a:pt x="1006" y="569"/>
                      <a:pt x="1006" y="569"/>
                    </a:cubicBezTo>
                    <a:cubicBezTo>
                      <a:pt x="1006" y="567"/>
                      <a:pt x="1006" y="567"/>
                      <a:pt x="1006" y="567"/>
                    </a:cubicBezTo>
                    <a:cubicBezTo>
                      <a:pt x="1004" y="565"/>
                      <a:pt x="1004" y="565"/>
                      <a:pt x="1004" y="565"/>
                    </a:cubicBezTo>
                    <a:cubicBezTo>
                      <a:pt x="1003" y="562"/>
                      <a:pt x="1003" y="562"/>
                      <a:pt x="1003" y="562"/>
                    </a:cubicBezTo>
                    <a:cubicBezTo>
                      <a:pt x="1002" y="562"/>
                      <a:pt x="1002" y="562"/>
                      <a:pt x="1002" y="562"/>
                    </a:cubicBezTo>
                    <a:cubicBezTo>
                      <a:pt x="1003" y="560"/>
                      <a:pt x="1003" y="560"/>
                      <a:pt x="1003" y="560"/>
                    </a:cubicBezTo>
                    <a:cubicBezTo>
                      <a:pt x="1002" y="560"/>
                      <a:pt x="1002" y="560"/>
                      <a:pt x="1002" y="560"/>
                    </a:cubicBezTo>
                    <a:cubicBezTo>
                      <a:pt x="1000" y="556"/>
                      <a:pt x="1000" y="556"/>
                      <a:pt x="1000" y="556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5" y="554"/>
                      <a:pt x="995" y="554"/>
                      <a:pt x="995" y="554"/>
                    </a:cubicBezTo>
                    <a:cubicBezTo>
                      <a:pt x="995" y="553"/>
                      <a:pt x="995" y="553"/>
                      <a:pt x="995" y="553"/>
                    </a:cubicBezTo>
                    <a:cubicBezTo>
                      <a:pt x="991" y="551"/>
                      <a:pt x="991" y="551"/>
                      <a:pt x="991" y="551"/>
                    </a:cubicBezTo>
                    <a:cubicBezTo>
                      <a:pt x="990" y="551"/>
                      <a:pt x="990" y="551"/>
                      <a:pt x="990" y="551"/>
                    </a:cubicBezTo>
                    <a:cubicBezTo>
                      <a:pt x="990" y="548"/>
                      <a:pt x="990" y="548"/>
                      <a:pt x="990" y="548"/>
                    </a:cubicBezTo>
                    <a:cubicBezTo>
                      <a:pt x="991" y="546"/>
                      <a:pt x="991" y="546"/>
                      <a:pt x="991" y="546"/>
                    </a:cubicBezTo>
                    <a:cubicBezTo>
                      <a:pt x="990" y="544"/>
                      <a:pt x="990" y="544"/>
                      <a:pt x="990" y="544"/>
                    </a:cubicBezTo>
                    <a:cubicBezTo>
                      <a:pt x="991" y="543"/>
                      <a:pt x="991" y="543"/>
                      <a:pt x="991" y="543"/>
                    </a:cubicBezTo>
                    <a:cubicBezTo>
                      <a:pt x="992" y="543"/>
                      <a:pt x="992" y="543"/>
                      <a:pt x="992" y="543"/>
                    </a:cubicBezTo>
                    <a:cubicBezTo>
                      <a:pt x="993" y="541"/>
                      <a:pt x="993" y="541"/>
                      <a:pt x="993" y="541"/>
                    </a:cubicBezTo>
                    <a:cubicBezTo>
                      <a:pt x="994" y="541"/>
                      <a:pt x="994" y="541"/>
                      <a:pt x="994" y="541"/>
                    </a:cubicBezTo>
                    <a:cubicBezTo>
                      <a:pt x="996" y="539"/>
                      <a:pt x="996" y="539"/>
                      <a:pt x="996" y="539"/>
                    </a:cubicBezTo>
                    <a:cubicBezTo>
                      <a:pt x="994" y="538"/>
                      <a:pt x="994" y="538"/>
                      <a:pt x="994" y="538"/>
                    </a:cubicBezTo>
                    <a:cubicBezTo>
                      <a:pt x="994" y="537"/>
                      <a:pt x="994" y="537"/>
                      <a:pt x="994" y="537"/>
                    </a:cubicBezTo>
                    <a:cubicBezTo>
                      <a:pt x="995" y="536"/>
                      <a:pt x="995" y="536"/>
                      <a:pt x="995" y="536"/>
                    </a:cubicBezTo>
                    <a:cubicBezTo>
                      <a:pt x="997" y="537"/>
                      <a:pt x="997" y="537"/>
                      <a:pt x="997" y="537"/>
                    </a:cubicBezTo>
                    <a:cubicBezTo>
                      <a:pt x="997" y="535"/>
                      <a:pt x="997" y="535"/>
                      <a:pt x="997" y="535"/>
                    </a:cubicBezTo>
                    <a:cubicBezTo>
                      <a:pt x="999" y="535"/>
                      <a:pt x="999" y="535"/>
                      <a:pt x="999" y="535"/>
                    </a:cubicBezTo>
                    <a:cubicBezTo>
                      <a:pt x="999" y="533"/>
                      <a:pt x="999" y="533"/>
                      <a:pt x="999" y="533"/>
                    </a:cubicBezTo>
                    <a:cubicBezTo>
                      <a:pt x="1000" y="534"/>
                      <a:pt x="1000" y="534"/>
                      <a:pt x="1000" y="534"/>
                    </a:cubicBezTo>
                    <a:cubicBezTo>
                      <a:pt x="1000" y="532"/>
                      <a:pt x="1000" y="532"/>
                      <a:pt x="1000" y="532"/>
                    </a:cubicBezTo>
                    <a:cubicBezTo>
                      <a:pt x="1001" y="532"/>
                      <a:pt x="1001" y="532"/>
                      <a:pt x="1001" y="532"/>
                    </a:cubicBezTo>
                    <a:cubicBezTo>
                      <a:pt x="1003" y="531"/>
                      <a:pt x="1003" y="531"/>
                      <a:pt x="1003" y="531"/>
                    </a:cubicBezTo>
                    <a:cubicBezTo>
                      <a:pt x="1004" y="531"/>
                      <a:pt x="1004" y="531"/>
                      <a:pt x="1004" y="531"/>
                    </a:cubicBezTo>
                    <a:cubicBezTo>
                      <a:pt x="1005" y="530"/>
                      <a:pt x="1005" y="530"/>
                      <a:pt x="1005" y="530"/>
                    </a:cubicBezTo>
                    <a:cubicBezTo>
                      <a:pt x="1006" y="531"/>
                      <a:pt x="1006" y="531"/>
                      <a:pt x="1006" y="531"/>
                    </a:cubicBezTo>
                    <a:cubicBezTo>
                      <a:pt x="1006" y="530"/>
                      <a:pt x="1006" y="530"/>
                      <a:pt x="1006" y="530"/>
                    </a:cubicBezTo>
                    <a:cubicBezTo>
                      <a:pt x="1008" y="531"/>
                      <a:pt x="1008" y="531"/>
                      <a:pt x="1008" y="531"/>
                    </a:cubicBezTo>
                    <a:cubicBezTo>
                      <a:pt x="1011" y="529"/>
                      <a:pt x="1011" y="529"/>
                      <a:pt x="1011" y="529"/>
                    </a:cubicBezTo>
                    <a:cubicBezTo>
                      <a:pt x="1011" y="528"/>
                      <a:pt x="1011" y="528"/>
                      <a:pt x="1011" y="528"/>
                    </a:cubicBezTo>
                    <a:cubicBezTo>
                      <a:pt x="1010" y="528"/>
                      <a:pt x="1010" y="528"/>
                      <a:pt x="1010" y="528"/>
                    </a:cubicBezTo>
                    <a:cubicBezTo>
                      <a:pt x="1009" y="527"/>
                      <a:pt x="1009" y="527"/>
                      <a:pt x="1009" y="527"/>
                    </a:cubicBezTo>
                    <a:cubicBezTo>
                      <a:pt x="1010" y="527"/>
                      <a:pt x="1010" y="527"/>
                      <a:pt x="1010" y="527"/>
                    </a:cubicBezTo>
                    <a:cubicBezTo>
                      <a:pt x="1012" y="527"/>
                      <a:pt x="1012" y="527"/>
                      <a:pt x="1012" y="527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0" y="524"/>
                      <a:pt x="1010" y="524"/>
                      <a:pt x="1010" y="524"/>
                    </a:cubicBezTo>
                    <a:cubicBezTo>
                      <a:pt x="1013" y="523"/>
                      <a:pt x="1013" y="523"/>
                      <a:pt x="1013" y="523"/>
                    </a:cubicBezTo>
                    <a:cubicBezTo>
                      <a:pt x="1010" y="522"/>
                      <a:pt x="1010" y="522"/>
                      <a:pt x="1010" y="522"/>
                    </a:cubicBezTo>
                    <a:cubicBezTo>
                      <a:pt x="1008" y="523"/>
                      <a:pt x="1008" y="523"/>
                      <a:pt x="1008" y="523"/>
                    </a:cubicBezTo>
                    <a:cubicBezTo>
                      <a:pt x="1007" y="523"/>
                      <a:pt x="1007" y="523"/>
                      <a:pt x="1007" y="523"/>
                    </a:cubicBezTo>
                    <a:cubicBezTo>
                      <a:pt x="1007" y="522"/>
                      <a:pt x="1007" y="522"/>
                      <a:pt x="1007" y="522"/>
                    </a:cubicBezTo>
                    <a:cubicBezTo>
                      <a:pt x="1004" y="522"/>
                      <a:pt x="1004" y="522"/>
                      <a:pt x="1004" y="522"/>
                    </a:cubicBezTo>
                    <a:cubicBezTo>
                      <a:pt x="1004" y="523"/>
                      <a:pt x="1004" y="523"/>
                      <a:pt x="1004" y="523"/>
                    </a:cubicBezTo>
                    <a:cubicBezTo>
                      <a:pt x="1000" y="523"/>
                      <a:pt x="1000" y="523"/>
                      <a:pt x="1000" y="523"/>
                    </a:cubicBezTo>
                    <a:cubicBezTo>
                      <a:pt x="999" y="522"/>
                      <a:pt x="999" y="522"/>
                      <a:pt x="999" y="522"/>
                    </a:cubicBezTo>
                    <a:cubicBezTo>
                      <a:pt x="998" y="522"/>
                      <a:pt x="998" y="522"/>
                      <a:pt x="998" y="522"/>
                    </a:cubicBezTo>
                    <a:cubicBezTo>
                      <a:pt x="997" y="520"/>
                      <a:pt x="997" y="520"/>
                      <a:pt x="997" y="520"/>
                    </a:cubicBezTo>
                    <a:cubicBezTo>
                      <a:pt x="996" y="520"/>
                      <a:pt x="996" y="520"/>
                      <a:pt x="996" y="520"/>
                    </a:cubicBezTo>
                    <a:cubicBezTo>
                      <a:pt x="996" y="519"/>
                      <a:pt x="996" y="519"/>
                      <a:pt x="996" y="519"/>
                    </a:cubicBezTo>
                    <a:cubicBezTo>
                      <a:pt x="992" y="521"/>
                      <a:pt x="992" y="521"/>
                      <a:pt x="992" y="521"/>
                    </a:cubicBezTo>
                    <a:cubicBezTo>
                      <a:pt x="989" y="521"/>
                      <a:pt x="989" y="521"/>
                      <a:pt x="989" y="521"/>
                    </a:cubicBezTo>
                    <a:cubicBezTo>
                      <a:pt x="990" y="522"/>
                      <a:pt x="990" y="522"/>
                      <a:pt x="990" y="522"/>
                    </a:cubicBezTo>
                    <a:cubicBezTo>
                      <a:pt x="990" y="523"/>
                      <a:pt x="990" y="523"/>
                      <a:pt x="990" y="523"/>
                    </a:cubicBezTo>
                    <a:cubicBezTo>
                      <a:pt x="990" y="524"/>
                      <a:pt x="990" y="524"/>
                      <a:pt x="990" y="524"/>
                    </a:cubicBezTo>
                    <a:cubicBezTo>
                      <a:pt x="987" y="525"/>
                      <a:pt x="987" y="525"/>
                      <a:pt x="987" y="525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6"/>
                      <a:pt x="988" y="526"/>
                      <a:pt x="988" y="526"/>
                    </a:cubicBezTo>
                    <a:cubicBezTo>
                      <a:pt x="988" y="527"/>
                      <a:pt x="988" y="527"/>
                      <a:pt x="988" y="527"/>
                    </a:cubicBezTo>
                    <a:cubicBezTo>
                      <a:pt x="987" y="527"/>
                      <a:pt x="987" y="527"/>
                      <a:pt x="987" y="527"/>
                    </a:cubicBezTo>
                    <a:cubicBezTo>
                      <a:pt x="986" y="527"/>
                      <a:pt x="986" y="527"/>
                      <a:pt x="986" y="527"/>
                    </a:cubicBezTo>
                    <a:cubicBezTo>
                      <a:pt x="984" y="528"/>
                      <a:pt x="984" y="528"/>
                      <a:pt x="984" y="528"/>
                    </a:cubicBezTo>
                    <a:cubicBezTo>
                      <a:pt x="983" y="528"/>
                      <a:pt x="983" y="528"/>
                      <a:pt x="983" y="528"/>
                    </a:cubicBezTo>
                    <a:cubicBezTo>
                      <a:pt x="981" y="524"/>
                      <a:pt x="981" y="524"/>
                      <a:pt x="981" y="524"/>
                    </a:cubicBezTo>
                    <a:cubicBezTo>
                      <a:pt x="981" y="522"/>
                      <a:pt x="981" y="522"/>
                      <a:pt x="981" y="522"/>
                    </a:cubicBezTo>
                    <a:cubicBezTo>
                      <a:pt x="981" y="521"/>
                      <a:pt x="981" y="521"/>
                      <a:pt x="981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1"/>
                      <a:pt x="978" y="521"/>
                      <a:pt x="978" y="521"/>
                    </a:cubicBezTo>
                    <a:cubicBezTo>
                      <a:pt x="978" y="520"/>
                      <a:pt x="978" y="520"/>
                      <a:pt x="978" y="520"/>
                    </a:cubicBezTo>
                    <a:cubicBezTo>
                      <a:pt x="976" y="520"/>
                      <a:pt x="976" y="520"/>
                      <a:pt x="976" y="520"/>
                    </a:cubicBezTo>
                    <a:cubicBezTo>
                      <a:pt x="976" y="521"/>
                      <a:pt x="976" y="521"/>
                      <a:pt x="976" y="521"/>
                    </a:cubicBezTo>
                    <a:cubicBezTo>
                      <a:pt x="975" y="519"/>
                      <a:pt x="975" y="519"/>
                      <a:pt x="975" y="519"/>
                    </a:cubicBezTo>
                    <a:cubicBezTo>
                      <a:pt x="975" y="520"/>
                      <a:pt x="975" y="520"/>
                      <a:pt x="975" y="520"/>
                    </a:cubicBezTo>
                    <a:cubicBezTo>
                      <a:pt x="974" y="519"/>
                      <a:pt x="974" y="519"/>
                      <a:pt x="974" y="519"/>
                    </a:cubicBezTo>
                    <a:cubicBezTo>
                      <a:pt x="972" y="517"/>
                      <a:pt x="972" y="517"/>
                      <a:pt x="972" y="517"/>
                    </a:cubicBezTo>
                    <a:cubicBezTo>
                      <a:pt x="970" y="516"/>
                      <a:pt x="970" y="516"/>
                      <a:pt x="970" y="516"/>
                    </a:cubicBezTo>
                    <a:cubicBezTo>
                      <a:pt x="970" y="515"/>
                      <a:pt x="970" y="515"/>
                      <a:pt x="970" y="515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3"/>
                      <a:pt x="970" y="513"/>
                      <a:pt x="970" y="513"/>
                    </a:cubicBezTo>
                    <a:cubicBezTo>
                      <a:pt x="970" y="512"/>
                      <a:pt x="970" y="512"/>
                      <a:pt x="970" y="512"/>
                    </a:cubicBezTo>
                    <a:cubicBezTo>
                      <a:pt x="970" y="511"/>
                      <a:pt x="970" y="511"/>
                      <a:pt x="970" y="511"/>
                    </a:cubicBezTo>
                    <a:cubicBezTo>
                      <a:pt x="970" y="510"/>
                      <a:pt x="970" y="510"/>
                      <a:pt x="970" y="510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1" y="509"/>
                      <a:pt x="971" y="509"/>
                      <a:pt x="971" y="509"/>
                    </a:cubicBezTo>
                    <a:cubicBezTo>
                      <a:pt x="974" y="510"/>
                      <a:pt x="974" y="510"/>
                      <a:pt x="974" y="510"/>
                    </a:cubicBezTo>
                    <a:cubicBezTo>
                      <a:pt x="978" y="510"/>
                      <a:pt x="978" y="510"/>
                      <a:pt x="978" y="510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79" y="507"/>
                      <a:pt x="979" y="507"/>
                      <a:pt x="979" y="507"/>
                    </a:cubicBezTo>
                    <a:cubicBezTo>
                      <a:pt x="980" y="507"/>
                      <a:pt x="980" y="507"/>
                      <a:pt x="980" y="507"/>
                    </a:cubicBezTo>
                    <a:cubicBezTo>
                      <a:pt x="980" y="505"/>
                      <a:pt x="980" y="505"/>
                      <a:pt x="980" y="505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0" y="504"/>
                      <a:pt x="980" y="504"/>
                      <a:pt x="980" y="504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499"/>
                      <a:pt x="983" y="499"/>
                      <a:pt x="983" y="499"/>
                    </a:cubicBezTo>
                    <a:cubicBezTo>
                      <a:pt x="985" y="499"/>
                      <a:pt x="985" y="499"/>
                      <a:pt x="985" y="499"/>
                    </a:cubicBezTo>
                    <a:cubicBezTo>
                      <a:pt x="986" y="497"/>
                      <a:pt x="986" y="497"/>
                      <a:pt x="986" y="497"/>
                    </a:cubicBezTo>
                    <a:cubicBezTo>
                      <a:pt x="987" y="497"/>
                      <a:pt x="987" y="497"/>
                      <a:pt x="987" y="497"/>
                    </a:cubicBezTo>
                    <a:cubicBezTo>
                      <a:pt x="987" y="494"/>
                      <a:pt x="987" y="494"/>
                      <a:pt x="987" y="494"/>
                    </a:cubicBezTo>
                    <a:cubicBezTo>
                      <a:pt x="988" y="492"/>
                      <a:pt x="988" y="492"/>
                      <a:pt x="988" y="492"/>
                    </a:cubicBezTo>
                    <a:cubicBezTo>
                      <a:pt x="989" y="491"/>
                      <a:pt x="989" y="491"/>
                      <a:pt x="989" y="491"/>
                    </a:cubicBezTo>
                    <a:cubicBezTo>
                      <a:pt x="989" y="490"/>
                      <a:pt x="989" y="490"/>
                      <a:pt x="989" y="490"/>
                    </a:cubicBezTo>
                    <a:cubicBezTo>
                      <a:pt x="990" y="489"/>
                      <a:pt x="990" y="489"/>
                      <a:pt x="990" y="489"/>
                    </a:cubicBezTo>
                    <a:cubicBezTo>
                      <a:pt x="991" y="489"/>
                      <a:pt x="991" y="489"/>
                      <a:pt x="991" y="489"/>
                    </a:cubicBezTo>
                    <a:cubicBezTo>
                      <a:pt x="992" y="489"/>
                      <a:pt x="992" y="489"/>
                      <a:pt x="992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4" y="489"/>
                      <a:pt x="994" y="489"/>
                      <a:pt x="994" y="489"/>
                    </a:cubicBezTo>
                    <a:cubicBezTo>
                      <a:pt x="996" y="490"/>
                      <a:pt x="996" y="490"/>
                      <a:pt x="996" y="490"/>
                    </a:cubicBezTo>
                    <a:cubicBezTo>
                      <a:pt x="999" y="492"/>
                      <a:pt x="999" y="492"/>
                      <a:pt x="999" y="492"/>
                    </a:cubicBezTo>
                    <a:cubicBezTo>
                      <a:pt x="999" y="493"/>
                      <a:pt x="999" y="493"/>
                      <a:pt x="999" y="493"/>
                    </a:cubicBezTo>
                    <a:cubicBezTo>
                      <a:pt x="998" y="493"/>
                      <a:pt x="998" y="493"/>
                      <a:pt x="998" y="493"/>
                    </a:cubicBezTo>
                    <a:cubicBezTo>
                      <a:pt x="998" y="494"/>
                      <a:pt x="998" y="494"/>
                      <a:pt x="998" y="494"/>
                    </a:cubicBezTo>
                    <a:cubicBezTo>
                      <a:pt x="996" y="496"/>
                      <a:pt x="996" y="496"/>
                      <a:pt x="996" y="496"/>
                    </a:cubicBezTo>
                    <a:cubicBezTo>
                      <a:pt x="996" y="498"/>
                      <a:pt x="996" y="498"/>
                      <a:pt x="996" y="498"/>
                    </a:cubicBezTo>
                    <a:cubicBezTo>
                      <a:pt x="995" y="498"/>
                      <a:pt x="995" y="498"/>
                      <a:pt x="995" y="498"/>
                    </a:cubicBezTo>
                    <a:cubicBezTo>
                      <a:pt x="995" y="499"/>
                      <a:pt x="995" y="499"/>
                      <a:pt x="995" y="499"/>
                    </a:cubicBezTo>
                    <a:cubicBezTo>
                      <a:pt x="995" y="501"/>
                      <a:pt x="995" y="501"/>
                      <a:pt x="995" y="501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6" y="503"/>
                      <a:pt x="996" y="503"/>
                      <a:pt x="996" y="503"/>
                    </a:cubicBezTo>
                    <a:cubicBezTo>
                      <a:pt x="995" y="503"/>
                      <a:pt x="995" y="503"/>
                      <a:pt x="995" y="503"/>
                    </a:cubicBezTo>
                    <a:cubicBezTo>
                      <a:pt x="995" y="505"/>
                      <a:pt x="995" y="505"/>
                      <a:pt x="995" y="505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7" y="506"/>
                      <a:pt x="997" y="506"/>
                      <a:pt x="997" y="506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8" y="507"/>
                      <a:pt x="998" y="507"/>
                      <a:pt x="998" y="507"/>
                    </a:cubicBezTo>
                    <a:cubicBezTo>
                      <a:pt x="996" y="507"/>
                      <a:pt x="996" y="507"/>
                      <a:pt x="996" y="507"/>
                    </a:cubicBezTo>
                    <a:cubicBezTo>
                      <a:pt x="996" y="508"/>
                      <a:pt x="996" y="508"/>
                      <a:pt x="996" y="508"/>
                    </a:cubicBezTo>
                    <a:cubicBezTo>
                      <a:pt x="994" y="508"/>
                      <a:pt x="994" y="508"/>
                      <a:pt x="994" y="508"/>
                    </a:cubicBezTo>
                    <a:cubicBezTo>
                      <a:pt x="993" y="510"/>
                      <a:pt x="993" y="510"/>
                      <a:pt x="993" y="510"/>
                    </a:cubicBezTo>
                    <a:cubicBezTo>
                      <a:pt x="995" y="511"/>
                      <a:pt x="995" y="511"/>
                      <a:pt x="995" y="511"/>
                    </a:cubicBezTo>
                    <a:cubicBezTo>
                      <a:pt x="995" y="512"/>
                      <a:pt x="995" y="512"/>
                      <a:pt x="995" y="512"/>
                    </a:cubicBezTo>
                    <a:cubicBezTo>
                      <a:pt x="997" y="512"/>
                      <a:pt x="997" y="512"/>
                      <a:pt x="997" y="512"/>
                    </a:cubicBezTo>
                    <a:cubicBezTo>
                      <a:pt x="997" y="511"/>
                      <a:pt x="997" y="511"/>
                      <a:pt x="997" y="511"/>
                    </a:cubicBezTo>
                    <a:cubicBezTo>
                      <a:pt x="998" y="511"/>
                      <a:pt x="998" y="511"/>
                      <a:pt x="998" y="511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1002" y="508"/>
                      <a:pt x="1002" y="508"/>
                      <a:pt x="1002" y="508"/>
                    </a:cubicBezTo>
                    <a:cubicBezTo>
                      <a:pt x="1002" y="507"/>
                      <a:pt x="1002" y="507"/>
                      <a:pt x="1002" y="507"/>
                    </a:cubicBezTo>
                    <a:cubicBezTo>
                      <a:pt x="1002" y="506"/>
                      <a:pt x="1002" y="506"/>
                      <a:pt x="1002" y="506"/>
                    </a:cubicBezTo>
                    <a:cubicBezTo>
                      <a:pt x="1006" y="503"/>
                      <a:pt x="1006" y="503"/>
                      <a:pt x="1006" y="503"/>
                    </a:cubicBezTo>
                    <a:cubicBezTo>
                      <a:pt x="1008" y="503"/>
                      <a:pt x="1008" y="503"/>
                      <a:pt x="1008" y="503"/>
                    </a:cubicBezTo>
                    <a:cubicBezTo>
                      <a:pt x="1008" y="501"/>
                      <a:pt x="1008" y="501"/>
                      <a:pt x="1008" y="501"/>
                    </a:cubicBezTo>
                    <a:cubicBezTo>
                      <a:pt x="1009" y="501"/>
                      <a:pt x="1009" y="501"/>
                      <a:pt x="1009" y="501"/>
                    </a:cubicBezTo>
                    <a:cubicBezTo>
                      <a:pt x="1011" y="500"/>
                      <a:pt x="1011" y="500"/>
                      <a:pt x="1011" y="500"/>
                    </a:cubicBezTo>
                    <a:cubicBezTo>
                      <a:pt x="1012" y="501"/>
                      <a:pt x="1012" y="501"/>
                      <a:pt x="1012" y="501"/>
                    </a:cubicBezTo>
                    <a:cubicBezTo>
                      <a:pt x="1013" y="500"/>
                      <a:pt x="1013" y="500"/>
                      <a:pt x="1013" y="500"/>
                    </a:cubicBezTo>
                    <a:cubicBezTo>
                      <a:pt x="1015" y="500"/>
                      <a:pt x="1015" y="500"/>
                      <a:pt x="1015" y="500"/>
                    </a:cubicBezTo>
                    <a:cubicBezTo>
                      <a:pt x="1016" y="498"/>
                      <a:pt x="1016" y="498"/>
                      <a:pt x="1016" y="498"/>
                    </a:cubicBezTo>
                    <a:cubicBezTo>
                      <a:pt x="1016" y="499"/>
                      <a:pt x="1016" y="499"/>
                      <a:pt x="1016" y="499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0"/>
                      <a:pt x="1017" y="500"/>
                      <a:pt x="1017" y="500"/>
                    </a:cubicBezTo>
                    <a:cubicBezTo>
                      <a:pt x="1017" y="502"/>
                      <a:pt x="1017" y="502"/>
                      <a:pt x="1017" y="502"/>
                    </a:cubicBezTo>
                    <a:cubicBezTo>
                      <a:pt x="1017" y="501"/>
                      <a:pt x="1017" y="501"/>
                      <a:pt x="1017" y="501"/>
                    </a:cubicBezTo>
                    <a:cubicBezTo>
                      <a:pt x="1018" y="502"/>
                      <a:pt x="1018" y="502"/>
                      <a:pt x="1018" y="502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0" y="501"/>
                      <a:pt x="1020" y="501"/>
                      <a:pt x="1020" y="501"/>
                    </a:cubicBezTo>
                    <a:cubicBezTo>
                      <a:pt x="1021" y="501"/>
                      <a:pt x="1021" y="501"/>
                      <a:pt x="1021" y="501"/>
                    </a:cubicBezTo>
                    <a:cubicBezTo>
                      <a:pt x="1021" y="502"/>
                      <a:pt x="1021" y="502"/>
                      <a:pt x="1021" y="502"/>
                    </a:cubicBezTo>
                    <a:cubicBezTo>
                      <a:pt x="1024" y="502"/>
                      <a:pt x="1024" y="502"/>
                      <a:pt x="1024" y="502"/>
                    </a:cubicBezTo>
                    <a:cubicBezTo>
                      <a:pt x="1025" y="503"/>
                      <a:pt x="1025" y="503"/>
                      <a:pt x="1025" y="503"/>
                    </a:cubicBezTo>
                    <a:cubicBezTo>
                      <a:pt x="1023" y="506"/>
                      <a:pt x="1023" y="506"/>
                      <a:pt x="1023" y="506"/>
                    </a:cubicBezTo>
                    <a:cubicBezTo>
                      <a:pt x="1023" y="510"/>
                      <a:pt x="1023" y="510"/>
                      <a:pt x="1023" y="510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4" y="511"/>
                      <a:pt x="1024" y="511"/>
                      <a:pt x="1024" y="511"/>
                    </a:cubicBezTo>
                    <a:cubicBezTo>
                      <a:pt x="1023" y="513"/>
                      <a:pt x="1023" y="513"/>
                      <a:pt x="1023" y="513"/>
                    </a:cubicBezTo>
                    <a:cubicBezTo>
                      <a:pt x="1023" y="516"/>
                      <a:pt x="1023" y="516"/>
                      <a:pt x="1023" y="516"/>
                    </a:cubicBezTo>
                    <a:cubicBezTo>
                      <a:pt x="1023" y="518"/>
                      <a:pt x="1023" y="518"/>
                      <a:pt x="1023" y="518"/>
                    </a:cubicBezTo>
                    <a:cubicBezTo>
                      <a:pt x="1024" y="518"/>
                      <a:pt x="1024" y="518"/>
                      <a:pt x="1024" y="518"/>
                    </a:cubicBezTo>
                    <a:cubicBezTo>
                      <a:pt x="1025" y="518"/>
                      <a:pt x="1025" y="518"/>
                      <a:pt x="1025" y="518"/>
                    </a:cubicBezTo>
                    <a:cubicBezTo>
                      <a:pt x="1026" y="518"/>
                      <a:pt x="1026" y="518"/>
                      <a:pt x="1026" y="518"/>
                    </a:cubicBezTo>
                    <a:cubicBezTo>
                      <a:pt x="1025" y="520"/>
                      <a:pt x="1025" y="520"/>
                      <a:pt x="1025" y="520"/>
                    </a:cubicBezTo>
                    <a:cubicBezTo>
                      <a:pt x="1026" y="522"/>
                      <a:pt x="1026" y="522"/>
                      <a:pt x="1026" y="522"/>
                    </a:cubicBezTo>
                    <a:cubicBezTo>
                      <a:pt x="1028" y="520"/>
                      <a:pt x="1028" y="520"/>
                      <a:pt x="1028" y="520"/>
                    </a:cubicBezTo>
                    <a:cubicBezTo>
                      <a:pt x="1029" y="521"/>
                      <a:pt x="1029" y="521"/>
                      <a:pt x="1029" y="521"/>
                    </a:cubicBezTo>
                    <a:cubicBezTo>
                      <a:pt x="1031" y="518"/>
                      <a:pt x="1031" y="518"/>
                      <a:pt x="1031" y="518"/>
                    </a:cubicBezTo>
                    <a:cubicBezTo>
                      <a:pt x="1030" y="518"/>
                      <a:pt x="1030" y="518"/>
                      <a:pt x="1030" y="518"/>
                    </a:cubicBezTo>
                    <a:cubicBezTo>
                      <a:pt x="1032" y="519"/>
                      <a:pt x="1032" y="519"/>
                      <a:pt x="1032" y="519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2" y="520"/>
                      <a:pt x="1032" y="520"/>
                      <a:pt x="1032" y="520"/>
                    </a:cubicBezTo>
                    <a:cubicBezTo>
                      <a:pt x="1034" y="519"/>
                      <a:pt x="1034" y="519"/>
                      <a:pt x="1034" y="519"/>
                    </a:cubicBezTo>
                    <a:cubicBezTo>
                      <a:pt x="1037" y="522"/>
                      <a:pt x="1037" y="522"/>
                      <a:pt x="1037" y="522"/>
                    </a:cubicBezTo>
                    <a:cubicBezTo>
                      <a:pt x="1039" y="524"/>
                      <a:pt x="1039" y="524"/>
                      <a:pt x="1039" y="524"/>
                    </a:cubicBezTo>
                    <a:cubicBezTo>
                      <a:pt x="1040" y="524"/>
                      <a:pt x="1040" y="524"/>
                      <a:pt x="1040" y="524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41" y="527"/>
                      <a:pt x="1041" y="527"/>
                      <a:pt x="1041" y="527"/>
                    </a:cubicBezTo>
                    <a:cubicBezTo>
                      <a:pt x="1040" y="526"/>
                      <a:pt x="1040" y="526"/>
                      <a:pt x="1040" y="526"/>
                    </a:cubicBezTo>
                    <a:cubicBezTo>
                      <a:pt x="1039" y="525"/>
                      <a:pt x="1039" y="525"/>
                      <a:pt x="1039" y="525"/>
                    </a:cubicBezTo>
                    <a:cubicBezTo>
                      <a:pt x="1038" y="527"/>
                      <a:pt x="1038" y="527"/>
                      <a:pt x="1038" y="527"/>
                    </a:cubicBezTo>
                    <a:cubicBezTo>
                      <a:pt x="1037" y="526"/>
                      <a:pt x="1037" y="526"/>
                      <a:pt x="1037" y="526"/>
                    </a:cubicBezTo>
                    <a:cubicBezTo>
                      <a:pt x="1035" y="529"/>
                      <a:pt x="1035" y="529"/>
                      <a:pt x="1035" y="529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39" y="531"/>
                      <a:pt x="1039" y="531"/>
                      <a:pt x="1039" y="531"/>
                    </a:cubicBezTo>
                    <a:cubicBezTo>
                      <a:pt x="1040" y="532"/>
                      <a:pt x="1040" y="532"/>
                      <a:pt x="1040" y="532"/>
                    </a:cubicBezTo>
                    <a:cubicBezTo>
                      <a:pt x="1040" y="535"/>
                      <a:pt x="1040" y="535"/>
                      <a:pt x="1040" y="535"/>
                    </a:cubicBezTo>
                    <a:cubicBezTo>
                      <a:pt x="1041" y="536"/>
                      <a:pt x="1041" y="536"/>
                      <a:pt x="1041" y="536"/>
                    </a:cubicBezTo>
                    <a:cubicBezTo>
                      <a:pt x="1042" y="536"/>
                      <a:pt x="1042" y="536"/>
                      <a:pt x="1042" y="536"/>
                    </a:cubicBezTo>
                    <a:cubicBezTo>
                      <a:pt x="1042" y="537"/>
                      <a:pt x="1042" y="537"/>
                      <a:pt x="1042" y="537"/>
                    </a:cubicBezTo>
                    <a:cubicBezTo>
                      <a:pt x="1040" y="539"/>
                      <a:pt x="1040" y="539"/>
                      <a:pt x="1040" y="539"/>
                    </a:cubicBezTo>
                    <a:cubicBezTo>
                      <a:pt x="1040" y="540"/>
                      <a:pt x="1040" y="540"/>
                      <a:pt x="1040" y="540"/>
                    </a:cubicBezTo>
                    <a:cubicBezTo>
                      <a:pt x="1041" y="541"/>
                      <a:pt x="1041" y="541"/>
                      <a:pt x="1041" y="541"/>
                    </a:cubicBezTo>
                    <a:cubicBezTo>
                      <a:pt x="1041" y="542"/>
                      <a:pt x="1041" y="542"/>
                      <a:pt x="1041" y="542"/>
                    </a:cubicBezTo>
                    <a:cubicBezTo>
                      <a:pt x="1040" y="542"/>
                      <a:pt x="1040" y="542"/>
                      <a:pt x="1040" y="542"/>
                    </a:cubicBezTo>
                    <a:cubicBezTo>
                      <a:pt x="1040" y="544"/>
                      <a:pt x="1040" y="544"/>
                      <a:pt x="1040" y="544"/>
                    </a:cubicBezTo>
                    <a:cubicBezTo>
                      <a:pt x="1041" y="545"/>
                      <a:pt x="1041" y="545"/>
                      <a:pt x="1041" y="545"/>
                    </a:cubicBezTo>
                    <a:cubicBezTo>
                      <a:pt x="1040" y="545"/>
                      <a:pt x="1040" y="545"/>
                      <a:pt x="1040" y="545"/>
                    </a:cubicBezTo>
                    <a:cubicBezTo>
                      <a:pt x="1042" y="549"/>
                      <a:pt x="1042" y="549"/>
                      <a:pt x="1042" y="549"/>
                    </a:cubicBezTo>
                    <a:cubicBezTo>
                      <a:pt x="1043" y="549"/>
                      <a:pt x="1043" y="549"/>
                      <a:pt x="1043" y="549"/>
                    </a:cubicBezTo>
                    <a:cubicBezTo>
                      <a:pt x="1042" y="550"/>
                      <a:pt x="1042" y="550"/>
                      <a:pt x="1042" y="550"/>
                    </a:cubicBezTo>
                    <a:cubicBezTo>
                      <a:pt x="1041" y="550"/>
                      <a:pt x="1041" y="550"/>
                      <a:pt x="1041" y="550"/>
                    </a:cubicBezTo>
                    <a:cubicBezTo>
                      <a:pt x="1041" y="552"/>
                      <a:pt x="1041" y="552"/>
                      <a:pt x="1041" y="552"/>
                    </a:cubicBezTo>
                    <a:cubicBezTo>
                      <a:pt x="1042" y="553"/>
                      <a:pt x="1042" y="553"/>
                      <a:pt x="1042" y="553"/>
                    </a:cubicBezTo>
                    <a:cubicBezTo>
                      <a:pt x="1043" y="553"/>
                      <a:pt x="1043" y="553"/>
                      <a:pt x="1043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6" y="552"/>
                      <a:pt x="1046" y="552"/>
                      <a:pt x="1046" y="552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6" y="551"/>
                      <a:pt x="1046" y="551"/>
                      <a:pt x="1046" y="551"/>
                    </a:cubicBezTo>
                    <a:cubicBezTo>
                      <a:pt x="1048" y="549"/>
                      <a:pt x="1048" y="549"/>
                      <a:pt x="1048" y="549"/>
                    </a:cubicBezTo>
                    <a:cubicBezTo>
                      <a:pt x="1051" y="547"/>
                      <a:pt x="1051" y="547"/>
                      <a:pt x="1051" y="547"/>
                    </a:cubicBezTo>
                    <a:cubicBezTo>
                      <a:pt x="1052" y="546"/>
                      <a:pt x="1052" y="546"/>
                      <a:pt x="1052" y="546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2" y="548"/>
                      <a:pt x="1052" y="548"/>
                      <a:pt x="1052" y="548"/>
                    </a:cubicBezTo>
                    <a:cubicBezTo>
                      <a:pt x="1053" y="549"/>
                      <a:pt x="1053" y="549"/>
                      <a:pt x="1053" y="549"/>
                    </a:cubicBezTo>
                    <a:cubicBezTo>
                      <a:pt x="1055" y="548"/>
                      <a:pt x="1055" y="548"/>
                      <a:pt x="1055" y="548"/>
                    </a:cubicBezTo>
                    <a:cubicBezTo>
                      <a:pt x="1055" y="547"/>
                      <a:pt x="1055" y="547"/>
                      <a:pt x="1055" y="547"/>
                    </a:cubicBezTo>
                    <a:cubicBezTo>
                      <a:pt x="1056" y="547"/>
                      <a:pt x="1056" y="547"/>
                      <a:pt x="1056" y="547"/>
                    </a:cubicBezTo>
                    <a:cubicBezTo>
                      <a:pt x="1057" y="548"/>
                      <a:pt x="1057" y="548"/>
                      <a:pt x="1057" y="548"/>
                    </a:cubicBezTo>
                    <a:cubicBezTo>
                      <a:pt x="1058" y="547"/>
                      <a:pt x="1058" y="547"/>
                      <a:pt x="1058" y="547"/>
                    </a:cubicBezTo>
                    <a:cubicBezTo>
                      <a:pt x="1058" y="548"/>
                      <a:pt x="1058" y="548"/>
                      <a:pt x="1058" y="548"/>
                    </a:cubicBezTo>
                    <a:cubicBezTo>
                      <a:pt x="1060" y="548"/>
                      <a:pt x="1060" y="548"/>
                      <a:pt x="1060" y="548"/>
                    </a:cubicBezTo>
                    <a:cubicBezTo>
                      <a:pt x="1060" y="547"/>
                      <a:pt x="1060" y="547"/>
                      <a:pt x="1060" y="547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0" y="545"/>
                      <a:pt x="1060" y="545"/>
                      <a:pt x="1060" y="545"/>
                    </a:cubicBezTo>
                    <a:cubicBezTo>
                      <a:pt x="1061" y="545"/>
                      <a:pt x="1061" y="545"/>
                      <a:pt x="1061" y="545"/>
                    </a:cubicBezTo>
                    <a:cubicBezTo>
                      <a:pt x="1063" y="542"/>
                      <a:pt x="1063" y="542"/>
                      <a:pt x="1063" y="542"/>
                    </a:cubicBezTo>
                    <a:cubicBezTo>
                      <a:pt x="1063" y="541"/>
                      <a:pt x="1063" y="541"/>
                      <a:pt x="1063" y="541"/>
                    </a:cubicBezTo>
                    <a:cubicBezTo>
                      <a:pt x="1064" y="540"/>
                      <a:pt x="1064" y="540"/>
                      <a:pt x="1064" y="540"/>
                    </a:cubicBezTo>
                    <a:cubicBezTo>
                      <a:pt x="1063" y="534"/>
                      <a:pt x="1063" y="534"/>
                      <a:pt x="1063" y="534"/>
                    </a:cubicBezTo>
                    <a:cubicBezTo>
                      <a:pt x="1062" y="534"/>
                      <a:pt x="1062" y="534"/>
                      <a:pt x="1062" y="534"/>
                    </a:cubicBezTo>
                    <a:cubicBezTo>
                      <a:pt x="1062" y="533"/>
                      <a:pt x="1062" y="533"/>
                      <a:pt x="1062" y="533"/>
                    </a:cubicBezTo>
                    <a:cubicBezTo>
                      <a:pt x="1061" y="528"/>
                      <a:pt x="1061" y="528"/>
                      <a:pt x="1061" y="528"/>
                    </a:cubicBezTo>
                    <a:cubicBezTo>
                      <a:pt x="1060" y="527"/>
                      <a:pt x="1060" y="527"/>
                      <a:pt x="1060" y="527"/>
                    </a:cubicBezTo>
                    <a:cubicBezTo>
                      <a:pt x="1060" y="524"/>
                      <a:pt x="1060" y="524"/>
                      <a:pt x="1060" y="524"/>
                    </a:cubicBezTo>
                    <a:cubicBezTo>
                      <a:pt x="1055" y="518"/>
                      <a:pt x="1055" y="518"/>
                      <a:pt x="1055" y="518"/>
                    </a:cubicBezTo>
                    <a:cubicBezTo>
                      <a:pt x="1051" y="514"/>
                      <a:pt x="1051" y="514"/>
                      <a:pt x="1051" y="514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9"/>
                      <a:pt x="1048" y="509"/>
                      <a:pt x="1048" y="509"/>
                    </a:cubicBezTo>
                    <a:cubicBezTo>
                      <a:pt x="1048" y="508"/>
                      <a:pt x="1048" y="508"/>
                      <a:pt x="1048" y="508"/>
                    </a:cubicBezTo>
                    <a:cubicBezTo>
                      <a:pt x="1042" y="505"/>
                      <a:pt x="1042" y="505"/>
                      <a:pt x="1042" y="505"/>
                    </a:cubicBezTo>
                    <a:cubicBezTo>
                      <a:pt x="1041" y="503"/>
                      <a:pt x="1041" y="503"/>
                      <a:pt x="1041" y="503"/>
                    </a:cubicBezTo>
                    <a:cubicBezTo>
                      <a:pt x="1039" y="503"/>
                      <a:pt x="1039" y="503"/>
                      <a:pt x="1039" y="503"/>
                    </a:cubicBezTo>
                    <a:cubicBezTo>
                      <a:pt x="1039" y="502"/>
                      <a:pt x="1039" y="502"/>
                      <a:pt x="1039" y="502"/>
                    </a:cubicBezTo>
                    <a:cubicBezTo>
                      <a:pt x="1039" y="501"/>
                      <a:pt x="1039" y="501"/>
                      <a:pt x="1039" y="501"/>
                    </a:cubicBezTo>
                    <a:cubicBezTo>
                      <a:pt x="1039" y="499"/>
                      <a:pt x="1039" y="499"/>
                      <a:pt x="1039" y="499"/>
                    </a:cubicBezTo>
                    <a:cubicBezTo>
                      <a:pt x="1039" y="498"/>
                      <a:pt x="1039" y="498"/>
                      <a:pt x="1039" y="498"/>
                    </a:cubicBezTo>
                    <a:cubicBezTo>
                      <a:pt x="1041" y="496"/>
                      <a:pt x="1041" y="496"/>
                      <a:pt x="1041" y="496"/>
                    </a:cubicBezTo>
                    <a:cubicBezTo>
                      <a:pt x="1041" y="495"/>
                      <a:pt x="1041" y="495"/>
                      <a:pt x="1041" y="495"/>
                    </a:cubicBezTo>
                    <a:cubicBezTo>
                      <a:pt x="1042" y="494"/>
                      <a:pt x="1042" y="494"/>
                      <a:pt x="1042" y="494"/>
                    </a:cubicBezTo>
                    <a:cubicBezTo>
                      <a:pt x="1044" y="494"/>
                      <a:pt x="1044" y="494"/>
                      <a:pt x="1044" y="494"/>
                    </a:cubicBezTo>
                    <a:cubicBezTo>
                      <a:pt x="1044" y="493"/>
                      <a:pt x="1044" y="493"/>
                      <a:pt x="1044" y="493"/>
                    </a:cubicBezTo>
                    <a:cubicBezTo>
                      <a:pt x="1046" y="492"/>
                      <a:pt x="1046" y="492"/>
                      <a:pt x="1046" y="492"/>
                    </a:cubicBezTo>
                    <a:cubicBezTo>
                      <a:pt x="1045" y="491"/>
                      <a:pt x="1045" y="491"/>
                      <a:pt x="1045" y="491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49" y="487"/>
                      <a:pt x="1049" y="487"/>
                      <a:pt x="1049" y="487"/>
                    </a:cubicBezTo>
                    <a:cubicBezTo>
                      <a:pt x="1050" y="485"/>
                      <a:pt x="1050" y="485"/>
                      <a:pt x="1050" y="485"/>
                    </a:cubicBezTo>
                    <a:cubicBezTo>
                      <a:pt x="1051" y="483"/>
                      <a:pt x="1051" y="483"/>
                      <a:pt x="1051" y="483"/>
                    </a:cubicBezTo>
                    <a:cubicBezTo>
                      <a:pt x="1050" y="482"/>
                      <a:pt x="1050" y="482"/>
                      <a:pt x="1050" y="482"/>
                    </a:cubicBezTo>
                    <a:cubicBezTo>
                      <a:pt x="1050" y="478"/>
                      <a:pt x="1050" y="478"/>
                      <a:pt x="1050" y="478"/>
                    </a:cubicBezTo>
                    <a:cubicBezTo>
                      <a:pt x="1048" y="477"/>
                      <a:pt x="1048" y="477"/>
                      <a:pt x="1048" y="477"/>
                    </a:cubicBezTo>
                    <a:cubicBezTo>
                      <a:pt x="1048" y="475"/>
                      <a:pt x="1048" y="475"/>
                      <a:pt x="1048" y="475"/>
                    </a:cubicBezTo>
                    <a:cubicBezTo>
                      <a:pt x="1049" y="472"/>
                      <a:pt x="1049" y="472"/>
                      <a:pt x="1049" y="472"/>
                    </a:cubicBezTo>
                    <a:cubicBezTo>
                      <a:pt x="1049" y="471"/>
                      <a:pt x="1049" y="471"/>
                      <a:pt x="1049" y="471"/>
                    </a:cubicBezTo>
                    <a:cubicBezTo>
                      <a:pt x="1050" y="471"/>
                      <a:pt x="1050" y="471"/>
                      <a:pt x="1050" y="471"/>
                    </a:cubicBezTo>
                    <a:cubicBezTo>
                      <a:pt x="1052" y="468"/>
                      <a:pt x="1052" y="468"/>
                      <a:pt x="1052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3" y="468"/>
                      <a:pt x="1053" y="468"/>
                      <a:pt x="1053" y="468"/>
                    </a:cubicBezTo>
                    <a:cubicBezTo>
                      <a:pt x="1054" y="466"/>
                      <a:pt x="1054" y="466"/>
                      <a:pt x="1054" y="466"/>
                    </a:cubicBezTo>
                    <a:cubicBezTo>
                      <a:pt x="1055" y="466"/>
                      <a:pt x="1055" y="466"/>
                      <a:pt x="1055" y="466"/>
                    </a:cubicBezTo>
                    <a:cubicBezTo>
                      <a:pt x="1056" y="467"/>
                      <a:pt x="1056" y="467"/>
                      <a:pt x="1056" y="467"/>
                    </a:cubicBezTo>
                    <a:cubicBezTo>
                      <a:pt x="1057" y="464"/>
                      <a:pt x="1057" y="464"/>
                      <a:pt x="1057" y="464"/>
                    </a:cubicBezTo>
                    <a:cubicBezTo>
                      <a:pt x="1058" y="463"/>
                      <a:pt x="1058" y="463"/>
                      <a:pt x="1058" y="463"/>
                    </a:cubicBezTo>
                    <a:cubicBezTo>
                      <a:pt x="1058" y="460"/>
                      <a:pt x="1058" y="460"/>
                      <a:pt x="1058" y="460"/>
                    </a:cubicBezTo>
                    <a:cubicBezTo>
                      <a:pt x="1059" y="459"/>
                      <a:pt x="1059" y="459"/>
                      <a:pt x="1059" y="459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59" y="458"/>
                      <a:pt x="1059" y="458"/>
                      <a:pt x="1059" y="458"/>
                    </a:cubicBezTo>
                    <a:cubicBezTo>
                      <a:pt x="1061" y="458"/>
                      <a:pt x="1061" y="458"/>
                      <a:pt x="1061" y="458"/>
                    </a:cubicBezTo>
                    <a:cubicBezTo>
                      <a:pt x="1062" y="458"/>
                      <a:pt x="1062" y="458"/>
                      <a:pt x="1062" y="458"/>
                    </a:cubicBezTo>
                    <a:cubicBezTo>
                      <a:pt x="1063" y="458"/>
                      <a:pt x="1063" y="458"/>
                      <a:pt x="1063" y="458"/>
                    </a:cubicBezTo>
                    <a:cubicBezTo>
                      <a:pt x="1063" y="461"/>
                      <a:pt x="1063" y="461"/>
                      <a:pt x="1063" y="461"/>
                    </a:cubicBezTo>
                    <a:cubicBezTo>
                      <a:pt x="1066" y="461"/>
                      <a:pt x="1066" y="461"/>
                      <a:pt x="1066" y="461"/>
                    </a:cubicBezTo>
                    <a:cubicBezTo>
                      <a:pt x="1068" y="463"/>
                      <a:pt x="1068" y="463"/>
                      <a:pt x="1068" y="463"/>
                    </a:cubicBezTo>
                    <a:cubicBezTo>
                      <a:pt x="1069" y="462"/>
                      <a:pt x="1069" y="462"/>
                      <a:pt x="1069" y="462"/>
                    </a:cubicBezTo>
                    <a:cubicBezTo>
                      <a:pt x="1070" y="463"/>
                      <a:pt x="1070" y="463"/>
                      <a:pt x="1070" y="463"/>
                    </a:cubicBezTo>
                    <a:cubicBezTo>
                      <a:pt x="1072" y="461"/>
                      <a:pt x="1072" y="461"/>
                      <a:pt x="1072" y="461"/>
                    </a:cubicBezTo>
                    <a:cubicBezTo>
                      <a:pt x="1074" y="461"/>
                      <a:pt x="1074" y="461"/>
                      <a:pt x="1074" y="461"/>
                    </a:cubicBezTo>
                    <a:cubicBezTo>
                      <a:pt x="1074" y="460"/>
                      <a:pt x="1074" y="460"/>
                      <a:pt x="1074" y="460"/>
                    </a:cubicBezTo>
                    <a:cubicBezTo>
                      <a:pt x="1075" y="460"/>
                      <a:pt x="1075" y="460"/>
                      <a:pt x="1075" y="460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9" y="455"/>
                      <a:pt x="1079" y="455"/>
                      <a:pt x="1079" y="455"/>
                    </a:cubicBezTo>
                    <a:cubicBezTo>
                      <a:pt x="1079" y="454"/>
                      <a:pt x="1079" y="454"/>
                      <a:pt x="1079" y="454"/>
                    </a:cubicBezTo>
                    <a:cubicBezTo>
                      <a:pt x="1081" y="453"/>
                      <a:pt x="1081" y="453"/>
                      <a:pt x="1081" y="453"/>
                    </a:cubicBezTo>
                    <a:cubicBezTo>
                      <a:pt x="1081" y="452"/>
                      <a:pt x="1081" y="452"/>
                      <a:pt x="1081" y="452"/>
                    </a:cubicBezTo>
                    <a:cubicBezTo>
                      <a:pt x="1083" y="448"/>
                      <a:pt x="1083" y="448"/>
                      <a:pt x="1083" y="448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7"/>
                      <a:pt x="1083" y="447"/>
                      <a:pt x="1083" y="447"/>
                    </a:cubicBezTo>
                    <a:cubicBezTo>
                      <a:pt x="1083" y="445"/>
                      <a:pt x="1083" y="445"/>
                      <a:pt x="1083" y="445"/>
                    </a:cubicBezTo>
                    <a:cubicBezTo>
                      <a:pt x="1084" y="444"/>
                      <a:pt x="1084" y="444"/>
                      <a:pt x="1084" y="444"/>
                    </a:cubicBezTo>
                    <a:cubicBezTo>
                      <a:pt x="1084" y="442"/>
                      <a:pt x="1084" y="442"/>
                      <a:pt x="1084" y="442"/>
                    </a:cubicBezTo>
                    <a:cubicBezTo>
                      <a:pt x="1086" y="441"/>
                      <a:pt x="1086" y="441"/>
                      <a:pt x="1086" y="441"/>
                    </a:cubicBezTo>
                    <a:cubicBezTo>
                      <a:pt x="1087" y="440"/>
                      <a:pt x="1087" y="440"/>
                      <a:pt x="1087" y="440"/>
                    </a:cubicBezTo>
                    <a:cubicBezTo>
                      <a:pt x="1086" y="439"/>
                      <a:pt x="1086" y="439"/>
                      <a:pt x="1086" y="439"/>
                    </a:cubicBezTo>
                    <a:cubicBezTo>
                      <a:pt x="1086" y="438"/>
                      <a:pt x="1086" y="438"/>
                      <a:pt x="1086" y="438"/>
                    </a:cubicBezTo>
                    <a:cubicBezTo>
                      <a:pt x="1087" y="438"/>
                      <a:pt x="1087" y="438"/>
                      <a:pt x="1087" y="438"/>
                    </a:cubicBezTo>
                    <a:cubicBezTo>
                      <a:pt x="1088" y="431"/>
                      <a:pt x="1088" y="431"/>
                      <a:pt x="1088" y="431"/>
                    </a:cubicBezTo>
                    <a:cubicBezTo>
                      <a:pt x="1090" y="429"/>
                      <a:pt x="1090" y="429"/>
                      <a:pt x="1090" y="429"/>
                    </a:cubicBezTo>
                    <a:cubicBezTo>
                      <a:pt x="1090" y="428"/>
                      <a:pt x="1090" y="428"/>
                      <a:pt x="1090" y="428"/>
                    </a:cubicBezTo>
                    <a:cubicBezTo>
                      <a:pt x="1092" y="427"/>
                      <a:pt x="1092" y="427"/>
                      <a:pt x="1092" y="427"/>
                    </a:cubicBezTo>
                    <a:cubicBezTo>
                      <a:pt x="1092" y="425"/>
                      <a:pt x="1092" y="425"/>
                      <a:pt x="1092" y="425"/>
                    </a:cubicBezTo>
                    <a:cubicBezTo>
                      <a:pt x="1094" y="423"/>
                      <a:pt x="1094" y="423"/>
                      <a:pt x="1094" y="423"/>
                    </a:cubicBezTo>
                    <a:cubicBezTo>
                      <a:pt x="1094" y="421"/>
                      <a:pt x="1094" y="421"/>
                      <a:pt x="1094" y="421"/>
                    </a:cubicBezTo>
                    <a:cubicBezTo>
                      <a:pt x="1093" y="420"/>
                      <a:pt x="1093" y="420"/>
                      <a:pt x="1093" y="420"/>
                    </a:cubicBezTo>
                    <a:cubicBezTo>
                      <a:pt x="1093" y="419"/>
                      <a:pt x="1093" y="419"/>
                      <a:pt x="1093" y="419"/>
                    </a:cubicBezTo>
                    <a:cubicBezTo>
                      <a:pt x="1094" y="418"/>
                      <a:pt x="1094" y="418"/>
                      <a:pt x="1094" y="418"/>
                    </a:cubicBezTo>
                    <a:cubicBezTo>
                      <a:pt x="1094" y="414"/>
                      <a:pt x="1094" y="414"/>
                      <a:pt x="1094" y="414"/>
                    </a:cubicBezTo>
                    <a:cubicBezTo>
                      <a:pt x="1095" y="413"/>
                      <a:pt x="1095" y="413"/>
                      <a:pt x="1095" y="413"/>
                    </a:cubicBezTo>
                    <a:cubicBezTo>
                      <a:pt x="1095" y="411"/>
                      <a:pt x="1095" y="411"/>
                      <a:pt x="1095" y="411"/>
                    </a:cubicBezTo>
                    <a:cubicBezTo>
                      <a:pt x="1094" y="411"/>
                      <a:pt x="1094" y="411"/>
                      <a:pt x="1094" y="411"/>
                    </a:cubicBezTo>
                    <a:cubicBezTo>
                      <a:pt x="1095" y="409"/>
                      <a:pt x="1095" y="409"/>
                      <a:pt x="1095" y="409"/>
                    </a:cubicBezTo>
                    <a:cubicBezTo>
                      <a:pt x="1095" y="408"/>
                      <a:pt x="1095" y="408"/>
                      <a:pt x="1095" y="408"/>
                    </a:cubicBezTo>
                    <a:cubicBezTo>
                      <a:pt x="1096" y="406"/>
                      <a:pt x="1096" y="406"/>
                      <a:pt x="1096" y="406"/>
                    </a:cubicBezTo>
                    <a:cubicBezTo>
                      <a:pt x="1097" y="404"/>
                      <a:pt x="1097" y="404"/>
                      <a:pt x="1097" y="404"/>
                    </a:cubicBezTo>
                    <a:cubicBezTo>
                      <a:pt x="1096" y="403"/>
                      <a:pt x="1096" y="403"/>
                      <a:pt x="1096" y="403"/>
                    </a:cubicBezTo>
                    <a:cubicBezTo>
                      <a:pt x="1096" y="401"/>
                      <a:pt x="1096" y="401"/>
                      <a:pt x="1096" y="401"/>
                    </a:cubicBezTo>
                    <a:cubicBezTo>
                      <a:pt x="1097" y="399"/>
                      <a:pt x="1097" y="399"/>
                      <a:pt x="1097" y="399"/>
                    </a:cubicBezTo>
                    <a:cubicBezTo>
                      <a:pt x="1097" y="397"/>
                      <a:pt x="1097" y="397"/>
                      <a:pt x="1097" y="397"/>
                    </a:cubicBezTo>
                    <a:cubicBezTo>
                      <a:pt x="1099" y="395"/>
                      <a:pt x="1099" y="395"/>
                      <a:pt x="1099" y="395"/>
                    </a:cubicBezTo>
                    <a:cubicBezTo>
                      <a:pt x="1099" y="393"/>
                      <a:pt x="1099" y="393"/>
                      <a:pt x="1099" y="393"/>
                    </a:cubicBezTo>
                    <a:cubicBezTo>
                      <a:pt x="1098" y="391"/>
                      <a:pt x="1098" y="391"/>
                      <a:pt x="1098" y="391"/>
                    </a:cubicBezTo>
                    <a:cubicBezTo>
                      <a:pt x="1098" y="389"/>
                      <a:pt x="1098" y="389"/>
                      <a:pt x="1098" y="389"/>
                    </a:cubicBezTo>
                    <a:cubicBezTo>
                      <a:pt x="1099" y="389"/>
                      <a:pt x="1099" y="389"/>
                      <a:pt x="1099" y="389"/>
                    </a:cubicBezTo>
                    <a:cubicBezTo>
                      <a:pt x="1099" y="386"/>
                      <a:pt x="1099" y="386"/>
                      <a:pt x="1099" y="386"/>
                    </a:cubicBezTo>
                    <a:cubicBezTo>
                      <a:pt x="1098" y="386"/>
                      <a:pt x="1098" y="386"/>
                      <a:pt x="1098" y="386"/>
                    </a:cubicBezTo>
                    <a:cubicBezTo>
                      <a:pt x="1097" y="384"/>
                      <a:pt x="1097" y="384"/>
                      <a:pt x="1097" y="384"/>
                    </a:cubicBezTo>
                    <a:cubicBezTo>
                      <a:pt x="1097" y="382"/>
                      <a:pt x="1097" y="382"/>
                      <a:pt x="1097" y="382"/>
                    </a:cubicBezTo>
                    <a:cubicBezTo>
                      <a:pt x="1097" y="381"/>
                      <a:pt x="1097" y="381"/>
                      <a:pt x="1097" y="381"/>
                    </a:cubicBezTo>
                    <a:cubicBezTo>
                      <a:pt x="1097" y="379"/>
                      <a:pt x="1097" y="379"/>
                      <a:pt x="1097" y="379"/>
                    </a:cubicBezTo>
                    <a:cubicBezTo>
                      <a:pt x="1095" y="376"/>
                      <a:pt x="1095" y="376"/>
                      <a:pt x="1095" y="376"/>
                    </a:cubicBezTo>
                    <a:cubicBezTo>
                      <a:pt x="1094" y="376"/>
                      <a:pt x="1094" y="376"/>
                      <a:pt x="1094" y="376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4" y="375"/>
                      <a:pt x="1094" y="375"/>
                      <a:pt x="1094" y="375"/>
                    </a:cubicBezTo>
                    <a:cubicBezTo>
                      <a:pt x="1095" y="373"/>
                      <a:pt x="1095" y="373"/>
                      <a:pt x="1095" y="373"/>
                    </a:cubicBezTo>
                    <a:cubicBezTo>
                      <a:pt x="1095" y="371"/>
                      <a:pt x="1095" y="371"/>
                      <a:pt x="1095" y="371"/>
                    </a:cubicBezTo>
                    <a:cubicBezTo>
                      <a:pt x="1093" y="372"/>
                      <a:pt x="1093" y="372"/>
                      <a:pt x="1093" y="372"/>
                    </a:cubicBezTo>
                    <a:cubicBezTo>
                      <a:pt x="1092" y="372"/>
                      <a:pt x="1092" y="372"/>
                      <a:pt x="1092" y="372"/>
                    </a:cubicBezTo>
                    <a:cubicBezTo>
                      <a:pt x="1091" y="368"/>
                      <a:pt x="1091" y="368"/>
                      <a:pt x="1091" y="368"/>
                    </a:cubicBezTo>
                    <a:cubicBezTo>
                      <a:pt x="1091" y="367"/>
                      <a:pt x="1091" y="367"/>
                      <a:pt x="1091" y="367"/>
                    </a:cubicBezTo>
                    <a:cubicBezTo>
                      <a:pt x="1091" y="366"/>
                      <a:pt x="1091" y="366"/>
                      <a:pt x="1091" y="366"/>
                    </a:cubicBezTo>
                    <a:cubicBezTo>
                      <a:pt x="1091" y="363"/>
                      <a:pt x="1091" y="363"/>
                      <a:pt x="1091" y="363"/>
                    </a:cubicBezTo>
                    <a:cubicBezTo>
                      <a:pt x="1091" y="362"/>
                      <a:pt x="1091" y="362"/>
                      <a:pt x="1091" y="362"/>
                    </a:cubicBezTo>
                    <a:cubicBezTo>
                      <a:pt x="1090" y="359"/>
                      <a:pt x="1090" y="359"/>
                      <a:pt x="1090" y="359"/>
                    </a:cubicBezTo>
                    <a:cubicBezTo>
                      <a:pt x="1091" y="358"/>
                      <a:pt x="1091" y="358"/>
                      <a:pt x="1091" y="358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0" y="357"/>
                      <a:pt x="1090" y="357"/>
                      <a:pt x="1090" y="357"/>
                    </a:cubicBezTo>
                    <a:cubicBezTo>
                      <a:pt x="1091" y="355"/>
                      <a:pt x="1091" y="355"/>
                      <a:pt x="1091" y="355"/>
                    </a:cubicBezTo>
                    <a:cubicBezTo>
                      <a:pt x="1090" y="355"/>
                      <a:pt x="1090" y="355"/>
                      <a:pt x="1090" y="355"/>
                    </a:cubicBezTo>
                    <a:cubicBezTo>
                      <a:pt x="1091" y="354"/>
                      <a:pt x="1091" y="354"/>
                      <a:pt x="1091" y="354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0" y="352"/>
                      <a:pt x="1090" y="352"/>
                      <a:pt x="1090" y="352"/>
                    </a:cubicBezTo>
                    <a:cubicBezTo>
                      <a:pt x="1091" y="351"/>
                      <a:pt x="1091" y="351"/>
                      <a:pt x="1091" y="351"/>
                    </a:cubicBezTo>
                    <a:cubicBezTo>
                      <a:pt x="1090" y="349"/>
                      <a:pt x="1090" y="349"/>
                      <a:pt x="1090" y="349"/>
                    </a:cubicBezTo>
                    <a:cubicBezTo>
                      <a:pt x="1090" y="348"/>
                      <a:pt x="1090" y="348"/>
                      <a:pt x="1090" y="348"/>
                    </a:cubicBezTo>
                    <a:cubicBezTo>
                      <a:pt x="1090" y="347"/>
                      <a:pt x="1090" y="347"/>
                      <a:pt x="1090" y="347"/>
                    </a:cubicBezTo>
                    <a:cubicBezTo>
                      <a:pt x="1090" y="344"/>
                      <a:pt x="1090" y="344"/>
                      <a:pt x="1090" y="344"/>
                    </a:cubicBezTo>
                    <a:cubicBezTo>
                      <a:pt x="1088" y="346"/>
                      <a:pt x="1088" y="346"/>
                      <a:pt x="1088" y="346"/>
                    </a:cubicBezTo>
                    <a:cubicBezTo>
                      <a:pt x="1088" y="345"/>
                      <a:pt x="1088" y="345"/>
                      <a:pt x="1088" y="345"/>
                    </a:cubicBezTo>
                    <a:cubicBezTo>
                      <a:pt x="1086" y="345"/>
                      <a:pt x="1086" y="345"/>
                      <a:pt x="1086" y="345"/>
                    </a:cubicBezTo>
                    <a:cubicBezTo>
                      <a:pt x="1086" y="343"/>
                      <a:pt x="1086" y="343"/>
                      <a:pt x="1086" y="343"/>
                    </a:cubicBezTo>
                    <a:cubicBezTo>
                      <a:pt x="1087" y="342"/>
                      <a:pt x="1087" y="342"/>
                      <a:pt x="1087" y="342"/>
                    </a:cubicBezTo>
                    <a:cubicBezTo>
                      <a:pt x="1087" y="341"/>
                      <a:pt x="1087" y="341"/>
                      <a:pt x="1087" y="341"/>
                    </a:cubicBezTo>
                    <a:cubicBezTo>
                      <a:pt x="1085" y="338"/>
                      <a:pt x="1085" y="338"/>
                      <a:pt x="1085" y="338"/>
                    </a:cubicBezTo>
                    <a:cubicBezTo>
                      <a:pt x="1084" y="338"/>
                      <a:pt x="1084" y="338"/>
                      <a:pt x="1084" y="338"/>
                    </a:cubicBezTo>
                    <a:cubicBezTo>
                      <a:pt x="1083" y="337"/>
                      <a:pt x="1083" y="337"/>
                      <a:pt x="1083" y="337"/>
                    </a:cubicBezTo>
                    <a:cubicBezTo>
                      <a:pt x="1084" y="337"/>
                      <a:pt x="1084" y="337"/>
                      <a:pt x="1084" y="337"/>
                    </a:cubicBezTo>
                    <a:cubicBezTo>
                      <a:pt x="1084" y="335"/>
                      <a:pt x="1084" y="335"/>
                      <a:pt x="1084" y="335"/>
                    </a:cubicBezTo>
                    <a:cubicBezTo>
                      <a:pt x="1085" y="334"/>
                      <a:pt x="1085" y="334"/>
                      <a:pt x="1085" y="334"/>
                    </a:cubicBezTo>
                    <a:cubicBezTo>
                      <a:pt x="1083" y="331"/>
                      <a:pt x="1083" y="331"/>
                      <a:pt x="1083" y="331"/>
                    </a:cubicBezTo>
                    <a:cubicBezTo>
                      <a:pt x="1082" y="331"/>
                      <a:pt x="1082" y="331"/>
                      <a:pt x="1082" y="331"/>
                    </a:cubicBezTo>
                    <a:cubicBezTo>
                      <a:pt x="1081" y="330"/>
                      <a:pt x="1081" y="330"/>
                      <a:pt x="1081" y="330"/>
                    </a:cubicBezTo>
                    <a:cubicBezTo>
                      <a:pt x="1080" y="330"/>
                      <a:pt x="1080" y="330"/>
                      <a:pt x="1080" y="330"/>
                    </a:cubicBezTo>
                    <a:cubicBezTo>
                      <a:pt x="1080" y="329"/>
                      <a:pt x="1080" y="329"/>
                      <a:pt x="1080" y="329"/>
                    </a:cubicBezTo>
                    <a:cubicBezTo>
                      <a:pt x="1076" y="328"/>
                      <a:pt x="1076" y="328"/>
                      <a:pt x="1076" y="328"/>
                    </a:cubicBezTo>
                    <a:cubicBezTo>
                      <a:pt x="1076" y="327"/>
                      <a:pt x="1076" y="327"/>
                      <a:pt x="1076" y="327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3" y="326"/>
                      <a:pt x="1073" y="326"/>
                      <a:pt x="1073" y="326"/>
                    </a:cubicBezTo>
                    <a:cubicBezTo>
                      <a:pt x="1072" y="324"/>
                      <a:pt x="1072" y="324"/>
                      <a:pt x="1072" y="324"/>
                    </a:cubicBezTo>
                    <a:cubicBezTo>
                      <a:pt x="1071" y="323"/>
                      <a:pt x="1071" y="323"/>
                      <a:pt x="1071" y="323"/>
                    </a:cubicBezTo>
                    <a:cubicBezTo>
                      <a:pt x="1069" y="323"/>
                      <a:pt x="1069" y="323"/>
                      <a:pt x="1069" y="323"/>
                    </a:cubicBezTo>
                    <a:cubicBezTo>
                      <a:pt x="1067" y="321"/>
                      <a:pt x="1067" y="321"/>
                      <a:pt x="1067" y="321"/>
                    </a:cubicBezTo>
                    <a:cubicBezTo>
                      <a:pt x="1065" y="323"/>
                      <a:pt x="1065" y="323"/>
                      <a:pt x="1065" y="323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2" y="324"/>
                      <a:pt x="1062" y="324"/>
                      <a:pt x="1062" y="324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1" y="322"/>
                      <a:pt x="1061" y="322"/>
                      <a:pt x="1061" y="322"/>
                    </a:cubicBezTo>
                    <a:cubicBezTo>
                      <a:pt x="1058" y="322"/>
                      <a:pt x="1058" y="322"/>
                      <a:pt x="1058" y="322"/>
                    </a:cubicBezTo>
                    <a:cubicBezTo>
                      <a:pt x="1059" y="325"/>
                      <a:pt x="1059" y="325"/>
                      <a:pt x="1059" y="325"/>
                    </a:cubicBezTo>
                    <a:cubicBezTo>
                      <a:pt x="1060" y="326"/>
                      <a:pt x="1060" y="326"/>
                      <a:pt x="1060" y="326"/>
                    </a:cubicBezTo>
                    <a:cubicBezTo>
                      <a:pt x="1060" y="327"/>
                      <a:pt x="1060" y="327"/>
                      <a:pt x="1060" y="327"/>
                    </a:cubicBezTo>
                    <a:cubicBezTo>
                      <a:pt x="1059" y="326"/>
                      <a:pt x="1059" y="326"/>
                      <a:pt x="1059" y="326"/>
                    </a:cubicBezTo>
                    <a:cubicBezTo>
                      <a:pt x="1058" y="328"/>
                      <a:pt x="1058" y="328"/>
                      <a:pt x="1058" y="328"/>
                    </a:cubicBezTo>
                    <a:cubicBezTo>
                      <a:pt x="1058" y="329"/>
                      <a:pt x="1058" y="329"/>
                      <a:pt x="1058" y="329"/>
                    </a:cubicBezTo>
                    <a:cubicBezTo>
                      <a:pt x="1058" y="331"/>
                      <a:pt x="1058" y="331"/>
                      <a:pt x="1058" y="331"/>
                    </a:cubicBezTo>
                    <a:cubicBezTo>
                      <a:pt x="1056" y="332"/>
                      <a:pt x="1056" y="332"/>
                      <a:pt x="1056" y="332"/>
                    </a:cubicBezTo>
                    <a:cubicBezTo>
                      <a:pt x="1053" y="332"/>
                      <a:pt x="1053" y="332"/>
                      <a:pt x="1053" y="332"/>
                    </a:cubicBezTo>
                    <a:cubicBezTo>
                      <a:pt x="1054" y="332"/>
                      <a:pt x="1054" y="332"/>
                      <a:pt x="1054" y="332"/>
                    </a:cubicBezTo>
                    <a:cubicBezTo>
                      <a:pt x="1055" y="332"/>
                      <a:pt x="1055" y="332"/>
                      <a:pt x="1055" y="332"/>
                    </a:cubicBezTo>
                    <a:cubicBezTo>
                      <a:pt x="1055" y="329"/>
                      <a:pt x="1055" y="329"/>
                      <a:pt x="1055" y="329"/>
                    </a:cubicBezTo>
                    <a:cubicBezTo>
                      <a:pt x="1056" y="329"/>
                      <a:pt x="1056" y="329"/>
                      <a:pt x="1056" y="329"/>
                    </a:cubicBezTo>
                    <a:cubicBezTo>
                      <a:pt x="1057" y="327"/>
                      <a:pt x="1057" y="327"/>
                      <a:pt x="1057" y="327"/>
                    </a:cubicBezTo>
                    <a:cubicBezTo>
                      <a:pt x="1054" y="327"/>
                      <a:pt x="1054" y="327"/>
                      <a:pt x="1054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3" y="327"/>
                      <a:pt x="1053" y="327"/>
                      <a:pt x="1053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2" y="327"/>
                      <a:pt x="1052" y="327"/>
                      <a:pt x="1052" y="327"/>
                    </a:cubicBezTo>
                    <a:cubicBezTo>
                      <a:pt x="1053" y="326"/>
                      <a:pt x="1053" y="326"/>
                      <a:pt x="1053" y="326"/>
                    </a:cubicBezTo>
                    <a:cubicBezTo>
                      <a:pt x="1054" y="325"/>
                      <a:pt x="1054" y="325"/>
                      <a:pt x="1054" y="325"/>
                    </a:cubicBezTo>
                    <a:cubicBezTo>
                      <a:pt x="1053" y="324"/>
                      <a:pt x="1053" y="324"/>
                      <a:pt x="1053" y="324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3" y="323"/>
                      <a:pt x="1053" y="323"/>
                      <a:pt x="1053" y="323"/>
                    </a:cubicBezTo>
                    <a:cubicBezTo>
                      <a:pt x="1054" y="323"/>
                      <a:pt x="1054" y="323"/>
                      <a:pt x="1054" y="323"/>
                    </a:cubicBezTo>
                    <a:cubicBezTo>
                      <a:pt x="1054" y="321"/>
                      <a:pt x="1054" y="321"/>
                      <a:pt x="1054" y="321"/>
                    </a:cubicBezTo>
                    <a:cubicBezTo>
                      <a:pt x="1052" y="320"/>
                      <a:pt x="1052" y="320"/>
                      <a:pt x="1052" y="320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2" y="321"/>
                      <a:pt x="1052" y="321"/>
                      <a:pt x="1052" y="321"/>
                    </a:cubicBezTo>
                    <a:cubicBezTo>
                      <a:pt x="1051" y="320"/>
                      <a:pt x="1051" y="320"/>
                      <a:pt x="1051" y="320"/>
                    </a:cubicBezTo>
                    <a:cubicBezTo>
                      <a:pt x="1050" y="320"/>
                      <a:pt x="1050" y="320"/>
                      <a:pt x="1050" y="320"/>
                    </a:cubicBezTo>
                    <a:cubicBezTo>
                      <a:pt x="1050" y="322"/>
                      <a:pt x="1050" y="322"/>
                      <a:pt x="1050" y="322"/>
                    </a:cubicBezTo>
                    <a:cubicBezTo>
                      <a:pt x="1051" y="323"/>
                      <a:pt x="1051" y="323"/>
                      <a:pt x="1051" y="323"/>
                    </a:cubicBezTo>
                    <a:cubicBezTo>
                      <a:pt x="1050" y="323"/>
                      <a:pt x="1050" y="323"/>
                      <a:pt x="1050" y="323"/>
                    </a:cubicBezTo>
                    <a:cubicBezTo>
                      <a:pt x="1049" y="325"/>
                      <a:pt x="1049" y="325"/>
                      <a:pt x="1049" y="325"/>
                    </a:cubicBezTo>
                    <a:cubicBezTo>
                      <a:pt x="1049" y="327"/>
                      <a:pt x="1049" y="327"/>
                      <a:pt x="1049" y="327"/>
                    </a:cubicBezTo>
                    <a:cubicBezTo>
                      <a:pt x="1051" y="328"/>
                      <a:pt x="1051" y="328"/>
                      <a:pt x="1051" y="328"/>
                    </a:cubicBezTo>
                    <a:cubicBezTo>
                      <a:pt x="1051" y="329"/>
                      <a:pt x="1051" y="329"/>
                      <a:pt x="1051" y="329"/>
                    </a:cubicBezTo>
                    <a:cubicBezTo>
                      <a:pt x="1050" y="329"/>
                      <a:pt x="1050" y="329"/>
                      <a:pt x="1050" y="329"/>
                    </a:cubicBezTo>
                    <a:cubicBezTo>
                      <a:pt x="1049" y="329"/>
                      <a:pt x="1049" y="329"/>
                      <a:pt x="1049" y="329"/>
                    </a:cubicBezTo>
                    <a:cubicBezTo>
                      <a:pt x="1049" y="330"/>
                      <a:pt x="1049" y="330"/>
                      <a:pt x="1049" y="330"/>
                    </a:cubicBezTo>
                    <a:cubicBezTo>
                      <a:pt x="1047" y="329"/>
                      <a:pt x="1047" y="329"/>
                      <a:pt x="1047" y="329"/>
                    </a:cubicBezTo>
                    <a:cubicBezTo>
                      <a:pt x="1048" y="327"/>
                      <a:pt x="1048" y="327"/>
                      <a:pt x="1048" y="327"/>
                    </a:cubicBezTo>
                    <a:cubicBezTo>
                      <a:pt x="1047" y="325"/>
                      <a:pt x="1047" y="325"/>
                      <a:pt x="1047" y="325"/>
                    </a:cubicBezTo>
                    <a:cubicBezTo>
                      <a:pt x="1045" y="323"/>
                      <a:pt x="1045" y="323"/>
                      <a:pt x="1045" y="323"/>
                    </a:cubicBezTo>
                    <a:cubicBezTo>
                      <a:pt x="1045" y="318"/>
                      <a:pt x="1045" y="318"/>
                      <a:pt x="1045" y="318"/>
                    </a:cubicBezTo>
                    <a:cubicBezTo>
                      <a:pt x="1043" y="319"/>
                      <a:pt x="1043" y="319"/>
                      <a:pt x="1043" y="319"/>
                    </a:cubicBezTo>
                    <a:cubicBezTo>
                      <a:pt x="1042" y="319"/>
                      <a:pt x="1042" y="319"/>
                      <a:pt x="1042" y="319"/>
                    </a:cubicBezTo>
                    <a:cubicBezTo>
                      <a:pt x="1041" y="320"/>
                      <a:pt x="1041" y="320"/>
                      <a:pt x="1041" y="320"/>
                    </a:cubicBezTo>
                    <a:cubicBezTo>
                      <a:pt x="1040" y="320"/>
                      <a:pt x="1040" y="320"/>
                      <a:pt x="1040" y="320"/>
                    </a:cubicBezTo>
                    <a:cubicBezTo>
                      <a:pt x="1038" y="321"/>
                      <a:pt x="1038" y="321"/>
                      <a:pt x="1038" y="321"/>
                    </a:cubicBezTo>
                    <a:cubicBezTo>
                      <a:pt x="1037" y="321"/>
                      <a:pt x="1037" y="321"/>
                      <a:pt x="1037" y="321"/>
                    </a:cubicBezTo>
                    <a:cubicBezTo>
                      <a:pt x="1036" y="320"/>
                      <a:pt x="1036" y="320"/>
                      <a:pt x="1036" y="320"/>
                    </a:cubicBezTo>
                    <a:cubicBezTo>
                      <a:pt x="1034" y="321"/>
                      <a:pt x="1034" y="321"/>
                      <a:pt x="1034" y="321"/>
                    </a:cubicBezTo>
                    <a:cubicBezTo>
                      <a:pt x="1033" y="320"/>
                      <a:pt x="1033" y="320"/>
                      <a:pt x="1033" y="320"/>
                    </a:cubicBezTo>
                    <a:cubicBezTo>
                      <a:pt x="1033" y="319"/>
                      <a:pt x="1033" y="319"/>
                      <a:pt x="1033" y="319"/>
                    </a:cubicBezTo>
                    <a:cubicBezTo>
                      <a:pt x="1033" y="318"/>
                      <a:pt x="1033" y="318"/>
                      <a:pt x="1033" y="318"/>
                    </a:cubicBezTo>
                    <a:cubicBezTo>
                      <a:pt x="1034" y="317"/>
                      <a:pt x="1034" y="317"/>
                      <a:pt x="1034" y="317"/>
                    </a:cubicBezTo>
                    <a:cubicBezTo>
                      <a:pt x="1035" y="314"/>
                      <a:pt x="1035" y="314"/>
                      <a:pt x="1035" y="314"/>
                    </a:cubicBezTo>
                    <a:cubicBezTo>
                      <a:pt x="1035" y="313"/>
                      <a:pt x="1035" y="313"/>
                      <a:pt x="1035" y="313"/>
                    </a:cubicBezTo>
                    <a:cubicBezTo>
                      <a:pt x="1037" y="311"/>
                      <a:pt x="1037" y="311"/>
                      <a:pt x="1037" y="311"/>
                    </a:cubicBezTo>
                    <a:cubicBezTo>
                      <a:pt x="1037" y="309"/>
                      <a:pt x="1037" y="309"/>
                      <a:pt x="1037" y="309"/>
                    </a:cubicBezTo>
                    <a:cubicBezTo>
                      <a:pt x="1040" y="307"/>
                      <a:pt x="1040" y="307"/>
                      <a:pt x="1040" y="307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5"/>
                      <a:pt x="1040" y="305"/>
                      <a:pt x="1040" y="305"/>
                    </a:cubicBezTo>
                    <a:cubicBezTo>
                      <a:pt x="1040" y="304"/>
                      <a:pt x="1040" y="304"/>
                      <a:pt x="1040" y="304"/>
                    </a:cubicBezTo>
                    <a:cubicBezTo>
                      <a:pt x="1042" y="302"/>
                      <a:pt x="1042" y="302"/>
                      <a:pt x="1042" y="302"/>
                    </a:cubicBezTo>
                    <a:cubicBezTo>
                      <a:pt x="1042" y="300"/>
                      <a:pt x="1042" y="300"/>
                      <a:pt x="1042" y="300"/>
                    </a:cubicBezTo>
                    <a:cubicBezTo>
                      <a:pt x="1043" y="299"/>
                      <a:pt x="1043" y="299"/>
                      <a:pt x="1043" y="299"/>
                    </a:cubicBezTo>
                    <a:cubicBezTo>
                      <a:pt x="1042" y="297"/>
                      <a:pt x="1042" y="297"/>
                      <a:pt x="1042" y="297"/>
                    </a:cubicBezTo>
                    <a:cubicBezTo>
                      <a:pt x="1043" y="296"/>
                      <a:pt x="1043" y="296"/>
                      <a:pt x="1043" y="296"/>
                    </a:cubicBezTo>
                    <a:cubicBezTo>
                      <a:pt x="1043" y="294"/>
                      <a:pt x="1043" y="294"/>
                      <a:pt x="1043" y="294"/>
                    </a:cubicBezTo>
                    <a:cubicBezTo>
                      <a:pt x="1043" y="291"/>
                      <a:pt x="1043" y="291"/>
                      <a:pt x="1043" y="291"/>
                    </a:cubicBezTo>
                    <a:cubicBezTo>
                      <a:pt x="1044" y="291"/>
                      <a:pt x="1044" y="291"/>
                      <a:pt x="1044" y="291"/>
                    </a:cubicBezTo>
                    <a:cubicBezTo>
                      <a:pt x="1045" y="288"/>
                      <a:pt x="1045" y="288"/>
                      <a:pt x="1045" y="288"/>
                    </a:cubicBezTo>
                    <a:cubicBezTo>
                      <a:pt x="1046" y="287"/>
                      <a:pt x="1046" y="287"/>
                      <a:pt x="1046" y="287"/>
                    </a:cubicBezTo>
                    <a:cubicBezTo>
                      <a:pt x="1045" y="285"/>
                      <a:pt x="1045" y="285"/>
                      <a:pt x="1045" y="285"/>
                    </a:cubicBezTo>
                    <a:cubicBezTo>
                      <a:pt x="1047" y="283"/>
                      <a:pt x="1047" y="283"/>
                      <a:pt x="1047" y="283"/>
                    </a:cubicBezTo>
                    <a:cubicBezTo>
                      <a:pt x="1048" y="281"/>
                      <a:pt x="1048" y="281"/>
                      <a:pt x="1048" y="281"/>
                    </a:cubicBezTo>
                    <a:cubicBezTo>
                      <a:pt x="1049" y="280"/>
                      <a:pt x="1049" y="280"/>
                      <a:pt x="1049" y="280"/>
                    </a:cubicBezTo>
                    <a:cubicBezTo>
                      <a:pt x="1048" y="277"/>
                      <a:pt x="1048" y="277"/>
                      <a:pt x="1048" y="277"/>
                    </a:cubicBezTo>
                    <a:cubicBezTo>
                      <a:pt x="1049" y="277"/>
                      <a:pt x="1049" y="277"/>
                      <a:pt x="1049" y="277"/>
                    </a:cubicBezTo>
                    <a:cubicBezTo>
                      <a:pt x="1049" y="275"/>
                      <a:pt x="1049" y="275"/>
                      <a:pt x="1049" y="275"/>
                    </a:cubicBezTo>
                    <a:cubicBezTo>
                      <a:pt x="1050" y="275"/>
                      <a:pt x="1050" y="275"/>
                      <a:pt x="1050" y="275"/>
                    </a:cubicBezTo>
                    <a:cubicBezTo>
                      <a:pt x="1051" y="275"/>
                      <a:pt x="1051" y="275"/>
                      <a:pt x="1051" y="275"/>
                    </a:cubicBezTo>
                    <a:cubicBezTo>
                      <a:pt x="1051" y="273"/>
                      <a:pt x="1051" y="273"/>
                      <a:pt x="1051" y="273"/>
                    </a:cubicBezTo>
                    <a:cubicBezTo>
                      <a:pt x="1050" y="272"/>
                      <a:pt x="1050" y="272"/>
                      <a:pt x="1050" y="272"/>
                    </a:cubicBezTo>
                    <a:cubicBezTo>
                      <a:pt x="1050" y="269"/>
                      <a:pt x="1050" y="269"/>
                      <a:pt x="1050" y="269"/>
                    </a:cubicBezTo>
                    <a:cubicBezTo>
                      <a:pt x="1050" y="267"/>
                      <a:pt x="1050" y="267"/>
                      <a:pt x="1050" y="267"/>
                    </a:cubicBezTo>
                    <a:cubicBezTo>
                      <a:pt x="1051" y="265"/>
                      <a:pt x="1051" y="265"/>
                      <a:pt x="1051" y="265"/>
                    </a:cubicBezTo>
                    <a:cubicBezTo>
                      <a:pt x="1053" y="263"/>
                      <a:pt x="1053" y="263"/>
                      <a:pt x="1053" y="263"/>
                    </a:cubicBezTo>
                    <a:cubicBezTo>
                      <a:pt x="1053" y="260"/>
                      <a:pt x="1053" y="260"/>
                      <a:pt x="1053" y="260"/>
                    </a:cubicBezTo>
                    <a:cubicBezTo>
                      <a:pt x="1052" y="257"/>
                      <a:pt x="1052" y="257"/>
                      <a:pt x="1052" y="257"/>
                    </a:cubicBezTo>
                    <a:cubicBezTo>
                      <a:pt x="1052" y="255"/>
                      <a:pt x="1052" y="255"/>
                      <a:pt x="1052" y="255"/>
                    </a:cubicBezTo>
                    <a:cubicBezTo>
                      <a:pt x="1053" y="254"/>
                      <a:pt x="1053" y="254"/>
                      <a:pt x="1053" y="254"/>
                    </a:cubicBezTo>
                    <a:cubicBezTo>
                      <a:pt x="1053" y="253"/>
                      <a:pt x="1053" y="253"/>
                      <a:pt x="1053" y="253"/>
                    </a:cubicBezTo>
                    <a:cubicBezTo>
                      <a:pt x="1056" y="251"/>
                      <a:pt x="1056" y="251"/>
                      <a:pt x="1056" y="251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7" y="249"/>
                      <a:pt x="1057" y="249"/>
                      <a:pt x="1057" y="249"/>
                    </a:cubicBezTo>
                    <a:cubicBezTo>
                      <a:pt x="1058" y="250"/>
                      <a:pt x="1058" y="250"/>
                      <a:pt x="1058" y="250"/>
                    </a:cubicBezTo>
                    <a:cubicBezTo>
                      <a:pt x="1060" y="250"/>
                      <a:pt x="1060" y="250"/>
                      <a:pt x="1060" y="250"/>
                    </a:cubicBezTo>
                    <a:cubicBezTo>
                      <a:pt x="1062" y="248"/>
                      <a:pt x="1062" y="248"/>
                      <a:pt x="1062" y="248"/>
                    </a:cubicBezTo>
                    <a:cubicBezTo>
                      <a:pt x="1064" y="248"/>
                      <a:pt x="1064" y="248"/>
                      <a:pt x="1064" y="248"/>
                    </a:cubicBezTo>
                    <a:cubicBezTo>
                      <a:pt x="1067" y="247"/>
                      <a:pt x="1067" y="247"/>
                      <a:pt x="1067" y="247"/>
                    </a:cubicBezTo>
                    <a:cubicBezTo>
                      <a:pt x="1068" y="247"/>
                      <a:pt x="1068" y="247"/>
                      <a:pt x="1068" y="247"/>
                    </a:cubicBezTo>
                    <a:cubicBezTo>
                      <a:pt x="1070" y="246"/>
                      <a:pt x="1070" y="246"/>
                      <a:pt x="1070" y="246"/>
                    </a:cubicBezTo>
                    <a:cubicBezTo>
                      <a:pt x="1071" y="246"/>
                      <a:pt x="1071" y="246"/>
                      <a:pt x="1071" y="246"/>
                    </a:cubicBezTo>
                    <a:cubicBezTo>
                      <a:pt x="1073" y="246"/>
                      <a:pt x="1073" y="246"/>
                      <a:pt x="1073" y="246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5"/>
                      <a:pt x="1073" y="245"/>
                      <a:pt x="1073" y="245"/>
                    </a:cubicBezTo>
                    <a:cubicBezTo>
                      <a:pt x="1073" y="247"/>
                      <a:pt x="1073" y="247"/>
                      <a:pt x="1073" y="247"/>
                    </a:cubicBezTo>
                    <a:cubicBezTo>
                      <a:pt x="1074" y="247"/>
                      <a:pt x="1074" y="247"/>
                      <a:pt x="1074" y="247"/>
                    </a:cubicBezTo>
                    <a:cubicBezTo>
                      <a:pt x="1076" y="249"/>
                      <a:pt x="1076" y="249"/>
                      <a:pt x="1076" y="249"/>
                    </a:cubicBezTo>
                    <a:cubicBezTo>
                      <a:pt x="1077" y="247"/>
                      <a:pt x="1077" y="247"/>
                      <a:pt x="1077" y="247"/>
                    </a:cubicBezTo>
                    <a:cubicBezTo>
                      <a:pt x="1079" y="246"/>
                      <a:pt x="1079" y="246"/>
                      <a:pt x="1079" y="246"/>
                    </a:cubicBezTo>
                    <a:cubicBezTo>
                      <a:pt x="1076" y="244"/>
                      <a:pt x="1076" y="244"/>
                      <a:pt x="1076" y="244"/>
                    </a:cubicBezTo>
                    <a:cubicBezTo>
                      <a:pt x="1078" y="243"/>
                      <a:pt x="1078" y="243"/>
                      <a:pt x="1078" y="243"/>
                    </a:cubicBezTo>
                    <a:cubicBezTo>
                      <a:pt x="1080" y="243"/>
                      <a:pt x="1080" y="243"/>
                      <a:pt x="1080" y="243"/>
                    </a:cubicBezTo>
                    <a:cubicBezTo>
                      <a:pt x="1082" y="243"/>
                      <a:pt x="1082" y="243"/>
                      <a:pt x="1082" y="243"/>
                    </a:cubicBezTo>
                    <a:cubicBezTo>
                      <a:pt x="1084" y="243"/>
                      <a:pt x="1084" y="243"/>
                      <a:pt x="1084" y="243"/>
                    </a:cubicBezTo>
                    <a:cubicBezTo>
                      <a:pt x="1085" y="244"/>
                      <a:pt x="1085" y="244"/>
                      <a:pt x="1085" y="244"/>
                    </a:cubicBezTo>
                    <a:cubicBezTo>
                      <a:pt x="1086" y="244"/>
                      <a:pt x="1086" y="244"/>
                      <a:pt x="1086" y="244"/>
                    </a:cubicBezTo>
                    <a:cubicBezTo>
                      <a:pt x="1087" y="243"/>
                      <a:pt x="1087" y="243"/>
                      <a:pt x="1087" y="243"/>
                    </a:cubicBezTo>
                    <a:cubicBezTo>
                      <a:pt x="1089" y="243"/>
                      <a:pt x="1089" y="243"/>
                      <a:pt x="1089" y="243"/>
                    </a:cubicBezTo>
                    <a:cubicBezTo>
                      <a:pt x="1088" y="242"/>
                      <a:pt x="1088" y="242"/>
                      <a:pt x="1088" y="242"/>
                    </a:cubicBezTo>
                    <a:cubicBezTo>
                      <a:pt x="1088" y="241"/>
                      <a:pt x="1088" y="241"/>
                      <a:pt x="1088" y="241"/>
                    </a:cubicBezTo>
                    <a:cubicBezTo>
                      <a:pt x="1090" y="241"/>
                      <a:pt x="1090" y="241"/>
                      <a:pt x="1090" y="241"/>
                    </a:cubicBezTo>
                    <a:cubicBezTo>
                      <a:pt x="1092" y="243"/>
                      <a:pt x="1092" y="243"/>
                      <a:pt x="1092" y="243"/>
                    </a:cubicBezTo>
                    <a:cubicBezTo>
                      <a:pt x="1095" y="241"/>
                      <a:pt x="1095" y="241"/>
                      <a:pt x="1095" y="241"/>
                    </a:cubicBezTo>
                    <a:cubicBezTo>
                      <a:pt x="1095" y="240"/>
                      <a:pt x="1095" y="240"/>
                      <a:pt x="1095" y="240"/>
                    </a:cubicBezTo>
                    <a:cubicBezTo>
                      <a:pt x="1094" y="239"/>
                      <a:pt x="1094" y="239"/>
                      <a:pt x="1094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3" y="239"/>
                      <a:pt x="1093" y="239"/>
                      <a:pt x="1093" y="239"/>
                    </a:cubicBezTo>
                    <a:cubicBezTo>
                      <a:pt x="1096" y="238"/>
                      <a:pt x="1096" y="238"/>
                      <a:pt x="1096" y="238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4" y="236"/>
                      <a:pt x="1094" y="236"/>
                      <a:pt x="1094" y="236"/>
                    </a:cubicBezTo>
                    <a:cubicBezTo>
                      <a:pt x="1096" y="234"/>
                      <a:pt x="1096" y="234"/>
                      <a:pt x="1096" y="234"/>
                    </a:cubicBezTo>
                    <a:cubicBezTo>
                      <a:pt x="1098" y="234"/>
                      <a:pt x="1098" y="234"/>
                      <a:pt x="1098" y="234"/>
                    </a:cubicBezTo>
                    <a:cubicBezTo>
                      <a:pt x="1099" y="235"/>
                      <a:pt x="1099" y="235"/>
                      <a:pt x="1099" y="235"/>
                    </a:cubicBezTo>
                    <a:cubicBezTo>
                      <a:pt x="1100" y="234"/>
                      <a:pt x="1100" y="234"/>
                      <a:pt x="1100" y="234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4" y="234"/>
                      <a:pt x="1104" y="234"/>
                      <a:pt x="1104" y="234"/>
                    </a:cubicBezTo>
                    <a:cubicBezTo>
                      <a:pt x="1104" y="235"/>
                      <a:pt x="1104" y="235"/>
                      <a:pt x="1104" y="235"/>
                    </a:cubicBezTo>
                    <a:cubicBezTo>
                      <a:pt x="1106" y="236"/>
                      <a:pt x="1106" y="236"/>
                      <a:pt x="1106" y="236"/>
                    </a:cubicBezTo>
                    <a:cubicBezTo>
                      <a:pt x="1108" y="235"/>
                      <a:pt x="1108" y="235"/>
                      <a:pt x="1108" y="235"/>
                    </a:cubicBezTo>
                    <a:cubicBezTo>
                      <a:pt x="1107" y="234"/>
                      <a:pt x="1107" y="234"/>
                      <a:pt x="1107" y="234"/>
                    </a:cubicBezTo>
                    <a:cubicBezTo>
                      <a:pt x="1108" y="234"/>
                      <a:pt x="1108" y="234"/>
                      <a:pt x="1108" y="234"/>
                    </a:cubicBezTo>
                    <a:cubicBezTo>
                      <a:pt x="1110" y="235"/>
                      <a:pt x="1110" y="235"/>
                      <a:pt x="1110" y="235"/>
                    </a:cubicBezTo>
                    <a:cubicBezTo>
                      <a:pt x="1112" y="235"/>
                      <a:pt x="1112" y="235"/>
                      <a:pt x="1112" y="235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3" y="236"/>
                      <a:pt x="1113" y="236"/>
                      <a:pt x="1113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7" y="236"/>
                      <a:pt x="1117" y="236"/>
                      <a:pt x="1117" y="236"/>
                    </a:cubicBezTo>
                    <a:cubicBezTo>
                      <a:pt x="1115" y="237"/>
                      <a:pt x="1115" y="237"/>
                      <a:pt x="1115" y="237"/>
                    </a:cubicBezTo>
                    <a:cubicBezTo>
                      <a:pt x="1113" y="237"/>
                      <a:pt x="1113" y="237"/>
                      <a:pt x="1113" y="237"/>
                    </a:cubicBezTo>
                    <a:cubicBezTo>
                      <a:pt x="1112" y="239"/>
                      <a:pt x="1112" y="239"/>
                      <a:pt x="1112" y="239"/>
                    </a:cubicBezTo>
                    <a:cubicBezTo>
                      <a:pt x="1112" y="240"/>
                      <a:pt x="1112" y="240"/>
                      <a:pt x="1112" y="240"/>
                    </a:cubicBezTo>
                    <a:cubicBezTo>
                      <a:pt x="1111" y="240"/>
                      <a:pt x="1111" y="240"/>
                      <a:pt x="1111" y="240"/>
                    </a:cubicBezTo>
                    <a:cubicBezTo>
                      <a:pt x="1110" y="241"/>
                      <a:pt x="1110" y="241"/>
                      <a:pt x="1110" y="241"/>
                    </a:cubicBezTo>
                    <a:cubicBezTo>
                      <a:pt x="1112" y="242"/>
                      <a:pt x="1112" y="242"/>
                      <a:pt x="1112" y="242"/>
                    </a:cubicBezTo>
                    <a:cubicBezTo>
                      <a:pt x="1113" y="242"/>
                      <a:pt x="1113" y="242"/>
                      <a:pt x="1113" y="242"/>
                    </a:cubicBezTo>
                    <a:cubicBezTo>
                      <a:pt x="1115" y="245"/>
                      <a:pt x="1115" y="245"/>
                      <a:pt x="1115" y="245"/>
                    </a:cubicBezTo>
                    <a:cubicBezTo>
                      <a:pt x="1116" y="244"/>
                      <a:pt x="1116" y="244"/>
                      <a:pt x="1116" y="244"/>
                    </a:cubicBezTo>
                    <a:cubicBezTo>
                      <a:pt x="1118" y="243"/>
                      <a:pt x="1118" y="243"/>
                      <a:pt x="1118" y="243"/>
                    </a:cubicBezTo>
                    <a:cubicBezTo>
                      <a:pt x="1119" y="242"/>
                      <a:pt x="1119" y="242"/>
                      <a:pt x="1119" y="242"/>
                    </a:cubicBezTo>
                    <a:cubicBezTo>
                      <a:pt x="1119" y="241"/>
                      <a:pt x="1119" y="241"/>
                      <a:pt x="1119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1" y="241"/>
                      <a:pt x="1121" y="241"/>
                      <a:pt x="1121" y="241"/>
                    </a:cubicBezTo>
                    <a:cubicBezTo>
                      <a:pt x="1123" y="241"/>
                      <a:pt x="1123" y="241"/>
                      <a:pt x="1123" y="241"/>
                    </a:cubicBezTo>
                    <a:cubicBezTo>
                      <a:pt x="1124" y="240"/>
                      <a:pt x="1124" y="240"/>
                      <a:pt x="1124" y="240"/>
                    </a:cubicBezTo>
                    <a:cubicBezTo>
                      <a:pt x="1123" y="239"/>
                      <a:pt x="1123" y="239"/>
                      <a:pt x="1123" y="239"/>
                    </a:cubicBezTo>
                    <a:cubicBezTo>
                      <a:pt x="1124" y="239"/>
                      <a:pt x="1124" y="239"/>
                      <a:pt x="1124" y="239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8"/>
                      <a:pt x="1125" y="238"/>
                      <a:pt x="1125" y="238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5" y="236"/>
                      <a:pt x="1125" y="236"/>
                      <a:pt x="1125" y="236"/>
                    </a:cubicBezTo>
                    <a:cubicBezTo>
                      <a:pt x="1126" y="236"/>
                      <a:pt x="1126" y="236"/>
                      <a:pt x="1126" y="236"/>
                    </a:cubicBezTo>
                    <a:cubicBezTo>
                      <a:pt x="1127" y="236"/>
                      <a:pt x="1127" y="236"/>
                      <a:pt x="1127" y="236"/>
                    </a:cubicBezTo>
                    <a:cubicBezTo>
                      <a:pt x="1128" y="236"/>
                      <a:pt x="1128" y="236"/>
                      <a:pt x="1128" y="236"/>
                    </a:cubicBezTo>
                    <a:cubicBezTo>
                      <a:pt x="1128" y="237"/>
                      <a:pt x="1128" y="237"/>
                      <a:pt x="1128" y="237"/>
                    </a:cubicBezTo>
                    <a:cubicBezTo>
                      <a:pt x="1130" y="238"/>
                      <a:pt x="1130" y="238"/>
                      <a:pt x="1130" y="238"/>
                    </a:cubicBezTo>
                    <a:cubicBezTo>
                      <a:pt x="1132" y="235"/>
                      <a:pt x="1132" y="235"/>
                      <a:pt x="1132" y="235"/>
                    </a:cubicBezTo>
                    <a:cubicBezTo>
                      <a:pt x="1131" y="234"/>
                      <a:pt x="1131" y="234"/>
                      <a:pt x="1131" y="234"/>
                    </a:cubicBezTo>
                    <a:cubicBezTo>
                      <a:pt x="1132" y="234"/>
                      <a:pt x="1132" y="234"/>
                      <a:pt x="1132" y="234"/>
                    </a:cubicBezTo>
                    <a:cubicBezTo>
                      <a:pt x="1133" y="234"/>
                      <a:pt x="1133" y="234"/>
                      <a:pt x="1133" y="234"/>
                    </a:cubicBezTo>
                    <a:cubicBezTo>
                      <a:pt x="1134" y="234"/>
                      <a:pt x="1134" y="234"/>
                      <a:pt x="1134" y="234"/>
                    </a:cubicBezTo>
                    <a:cubicBezTo>
                      <a:pt x="1135" y="234"/>
                      <a:pt x="1135" y="234"/>
                      <a:pt x="1135" y="234"/>
                    </a:cubicBezTo>
                    <a:cubicBezTo>
                      <a:pt x="1136" y="232"/>
                      <a:pt x="1136" y="232"/>
                      <a:pt x="1136" y="232"/>
                    </a:cubicBezTo>
                    <a:cubicBezTo>
                      <a:pt x="1134" y="231"/>
                      <a:pt x="1134" y="231"/>
                      <a:pt x="1134" y="231"/>
                    </a:cubicBezTo>
                    <a:cubicBezTo>
                      <a:pt x="1135" y="231"/>
                      <a:pt x="1135" y="231"/>
                      <a:pt x="1135" y="231"/>
                    </a:cubicBezTo>
                    <a:cubicBezTo>
                      <a:pt x="1134" y="230"/>
                      <a:pt x="1134" y="230"/>
                      <a:pt x="1134" y="230"/>
                    </a:cubicBezTo>
                    <a:cubicBezTo>
                      <a:pt x="1133" y="229"/>
                      <a:pt x="1133" y="229"/>
                      <a:pt x="1133" y="229"/>
                    </a:cubicBezTo>
                    <a:cubicBezTo>
                      <a:pt x="1131" y="228"/>
                      <a:pt x="1131" y="228"/>
                      <a:pt x="1131" y="228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31" y="229"/>
                      <a:pt x="1131" y="229"/>
                      <a:pt x="1131" y="229"/>
                    </a:cubicBezTo>
                    <a:cubicBezTo>
                      <a:pt x="1129" y="228"/>
                      <a:pt x="1129" y="228"/>
                      <a:pt x="1129" y="228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8" y="229"/>
                      <a:pt x="1128" y="229"/>
                      <a:pt x="1128" y="229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30"/>
                      <a:pt x="1127" y="230"/>
                      <a:pt x="1127" y="230"/>
                    </a:cubicBezTo>
                    <a:cubicBezTo>
                      <a:pt x="1127" y="229"/>
                      <a:pt x="1127" y="229"/>
                      <a:pt x="1127" y="229"/>
                    </a:cubicBezTo>
                    <a:cubicBezTo>
                      <a:pt x="1128" y="228"/>
                      <a:pt x="1128" y="228"/>
                      <a:pt x="1128" y="228"/>
                    </a:cubicBezTo>
                    <a:cubicBezTo>
                      <a:pt x="1126" y="226"/>
                      <a:pt x="1126" y="226"/>
                      <a:pt x="1126" y="226"/>
                    </a:cubicBezTo>
                    <a:cubicBezTo>
                      <a:pt x="1127" y="225"/>
                      <a:pt x="1127" y="225"/>
                      <a:pt x="1127" y="225"/>
                    </a:cubicBezTo>
                    <a:cubicBezTo>
                      <a:pt x="1125" y="223"/>
                      <a:pt x="1125" y="223"/>
                      <a:pt x="1125" y="223"/>
                    </a:cubicBezTo>
                    <a:cubicBezTo>
                      <a:pt x="1126" y="220"/>
                      <a:pt x="1126" y="220"/>
                      <a:pt x="1126" y="220"/>
                    </a:cubicBezTo>
                    <a:cubicBezTo>
                      <a:pt x="1126" y="219"/>
                      <a:pt x="1126" y="219"/>
                      <a:pt x="1126" y="219"/>
                    </a:cubicBezTo>
                    <a:cubicBezTo>
                      <a:pt x="1127" y="218"/>
                      <a:pt x="1127" y="218"/>
                      <a:pt x="1127" y="218"/>
                    </a:cubicBezTo>
                    <a:cubicBezTo>
                      <a:pt x="1127" y="215"/>
                      <a:pt x="1127" y="215"/>
                      <a:pt x="1127" y="215"/>
                    </a:cubicBezTo>
                    <a:cubicBezTo>
                      <a:pt x="1129" y="214"/>
                      <a:pt x="1129" y="214"/>
                      <a:pt x="1129" y="214"/>
                    </a:cubicBezTo>
                    <a:cubicBezTo>
                      <a:pt x="1129" y="212"/>
                      <a:pt x="1129" y="212"/>
                      <a:pt x="1129" y="212"/>
                    </a:cubicBezTo>
                    <a:cubicBezTo>
                      <a:pt x="1130" y="212"/>
                      <a:pt x="1130" y="212"/>
                      <a:pt x="1130" y="212"/>
                    </a:cubicBezTo>
                    <a:cubicBezTo>
                      <a:pt x="1128" y="209"/>
                      <a:pt x="1128" y="209"/>
                      <a:pt x="1128" y="209"/>
                    </a:cubicBezTo>
                    <a:cubicBezTo>
                      <a:pt x="1129" y="204"/>
                      <a:pt x="1129" y="204"/>
                      <a:pt x="1129" y="204"/>
                    </a:cubicBezTo>
                    <a:cubicBezTo>
                      <a:pt x="1130" y="203"/>
                      <a:pt x="1130" y="203"/>
                      <a:pt x="1130" y="203"/>
                    </a:cubicBezTo>
                    <a:cubicBezTo>
                      <a:pt x="1128" y="201"/>
                      <a:pt x="1128" y="201"/>
                      <a:pt x="1128" y="201"/>
                    </a:cubicBezTo>
                    <a:cubicBezTo>
                      <a:pt x="1128" y="199"/>
                      <a:pt x="1128" y="199"/>
                      <a:pt x="1128" y="199"/>
                    </a:cubicBezTo>
                    <a:cubicBezTo>
                      <a:pt x="1127" y="198"/>
                      <a:pt x="1127" y="198"/>
                      <a:pt x="1127" y="198"/>
                    </a:cubicBezTo>
                    <a:cubicBezTo>
                      <a:pt x="1129" y="197"/>
                      <a:pt x="1129" y="197"/>
                      <a:pt x="1129" y="197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29" y="195"/>
                      <a:pt x="1129" y="195"/>
                      <a:pt x="1129" y="195"/>
                    </a:cubicBezTo>
                    <a:cubicBezTo>
                      <a:pt x="1131" y="192"/>
                      <a:pt x="1131" y="192"/>
                      <a:pt x="1131" y="192"/>
                    </a:cubicBezTo>
                    <a:cubicBezTo>
                      <a:pt x="1132" y="193"/>
                      <a:pt x="1132" y="193"/>
                      <a:pt x="1132" y="193"/>
                    </a:cubicBezTo>
                    <a:cubicBezTo>
                      <a:pt x="1133" y="192"/>
                      <a:pt x="1133" y="192"/>
                      <a:pt x="1133" y="192"/>
                    </a:cubicBezTo>
                    <a:cubicBezTo>
                      <a:pt x="1134" y="192"/>
                      <a:pt x="1134" y="192"/>
                      <a:pt x="1134" y="192"/>
                    </a:cubicBezTo>
                    <a:cubicBezTo>
                      <a:pt x="1135" y="191"/>
                      <a:pt x="1135" y="191"/>
                      <a:pt x="1135" y="191"/>
                    </a:cubicBezTo>
                    <a:cubicBezTo>
                      <a:pt x="1138" y="191"/>
                      <a:pt x="1138" y="191"/>
                      <a:pt x="1138" y="191"/>
                    </a:cubicBezTo>
                    <a:cubicBezTo>
                      <a:pt x="1138" y="190"/>
                      <a:pt x="1138" y="190"/>
                      <a:pt x="1138" y="190"/>
                    </a:cubicBezTo>
                    <a:cubicBezTo>
                      <a:pt x="1139" y="190"/>
                      <a:pt x="1139" y="190"/>
                      <a:pt x="1139" y="190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0" y="189"/>
                      <a:pt x="1140" y="189"/>
                      <a:pt x="1140" y="189"/>
                    </a:cubicBezTo>
                    <a:cubicBezTo>
                      <a:pt x="1141" y="188"/>
                      <a:pt x="1141" y="188"/>
                      <a:pt x="1141" y="188"/>
                    </a:cubicBezTo>
                    <a:cubicBezTo>
                      <a:pt x="1142" y="188"/>
                      <a:pt x="1142" y="188"/>
                      <a:pt x="1142" y="188"/>
                    </a:cubicBezTo>
                    <a:cubicBezTo>
                      <a:pt x="1142" y="190"/>
                      <a:pt x="1142" y="190"/>
                      <a:pt x="1142" y="190"/>
                    </a:cubicBezTo>
                    <a:cubicBezTo>
                      <a:pt x="1143" y="189"/>
                      <a:pt x="1143" y="189"/>
                      <a:pt x="1143" y="189"/>
                    </a:cubicBezTo>
                    <a:cubicBezTo>
                      <a:pt x="1144" y="191"/>
                      <a:pt x="1144" y="191"/>
                      <a:pt x="1144" y="191"/>
                    </a:cubicBezTo>
                    <a:cubicBezTo>
                      <a:pt x="1145" y="191"/>
                      <a:pt x="1145" y="191"/>
                      <a:pt x="1145" y="191"/>
                    </a:cubicBezTo>
                    <a:cubicBezTo>
                      <a:pt x="1147" y="189"/>
                      <a:pt x="1147" y="189"/>
                      <a:pt x="1147" y="189"/>
                    </a:cubicBezTo>
                    <a:cubicBezTo>
                      <a:pt x="1147" y="188"/>
                      <a:pt x="1147" y="188"/>
                      <a:pt x="1147" y="188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48" y="186"/>
                      <a:pt x="1148" y="186"/>
                      <a:pt x="1148" y="186"/>
                    </a:cubicBezTo>
                    <a:cubicBezTo>
                      <a:pt x="1148" y="187"/>
                      <a:pt x="1148" y="187"/>
                      <a:pt x="1148" y="187"/>
                    </a:cubicBezTo>
                    <a:cubicBezTo>
                      <a:pt x="1150" y="188"/>
                      <a:pt x="1150" y="188"/>
                      <a:pt x="1150" y="188"/>
                    </a:cubicBezTo>
                    <a:cubicBezTo>
                      <a:pt x="1150" y="189"/>
                      <a:pt x="1150" y="189"/>
                      <a:pt x="1150" y="189"/>
                    </a:cubicBezTo>
                    <a:cubicBezTo>
                      <a:pt x="1149" y="190"/>
                      <a:pt x="1149" y="190"/>
                      <a:pt x="1149" y="190"/>
                    </a:cubicBezTo>
                    <a:cubicBezTo>
                      <a:pt x="1150" y="191"/>
                      <a:pt x="1150" y="191"/>
                      <a:pt x="1150" y="191"/>
                    </a:cubicBezTo>
                    <a:cubicBezTo>
                      <a:pt x="1150" y="192"/>
                      <a:pt x="1150" y="192"/>
                      <a:pt x="1150" y="192"/>
                    </a:cubicBezTo>
                    <a:cubicBezTo>
                      <a:pt x="1149" y="193"/>
                      <a:pt x="1149" y="193"/>
                      <a:pt x="1149" y="193"/>
                    </a:cubicBezTo>
                    <a:cubicBezTo>
                      <a:pt x="1150" y="193"/>
                      <a:pt x="1150" y="193"/>
                      <a:pt x="1150" y="193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4"/>
                      <a:pt x="1150" y="194"/>
                      <a:pt x="1150" y="194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50" y="196"/>
                      <a:pt x="1150" y="196"/>
                      <a:pt x="1150" y="196"/>
                    </a:cubicBezTo>
                    <a:cubicBezTo>
                      <a:pt x="1149" y="198"/>
                      <a:pt x="1149" y="198"/>
                      <a:pt x="1149" y="198"/>
                    </a:cubicBezTo>
                    <a:cubicBezTo>
                      <a:pt x="1150" y="200"/>
                      <a:pt x="1150" y="200"/>
                      <a:pt x="1150" y="200"/>
                    </a:cubicBezTo>
                    <a:cubicBezTo>
                      <a:pt x="1152" y="198"/>
                      <a:pt x="1152" y="198"/>
                      <a:pt x="1152" y="198"/>
                    </a:cubicBezTo>
                    <a:cubicBezTo>
                      <a:pt x="1152" y="199"/>
                      <a:pt x="1152" y="199"/>
                      <a:pt x="1152" y="199"/>
                    </a:cubicBezTo>
                    <a:cubicBezTo>
                      <a:pt x="1153" y="199"/>
                      <a:pt x="1153" y="199"/>
                      <a:pt x="1153" y="199"/>
                    </a:cubicBezTo>
                    <a:cubicBezTo>
                      <a:pt x="1153" y="203"/>
                      <a:pt x="1153" y="203"/>
                      <a:pt x="1153" y="203"/>
                    </a:cubicBezTo>
                    <a:cubicBezTo>
                      <a:pt x="1155" y="201"/>
                      <a:pt x="1155" y="201"/>
                      <a:pt x="1155" y="201"/>
                    </a:cubicBezTo>
                    <a:cubicBezTo>
                      <a:pt x="1155" y="200"/>
                      <a:pt x="1155" y="200"/>
                      <a:pt x="1155" y="200"/>
                    </a:cubicBezTo>
                    <a:cubicBezTo>
                      <a:pt x="1156" y="199"/>
                      <a:pt x="1156" y="199"/>
                      <a:pt x="1156" y="199"/>
                    </a:cubicBezTo>
                    <a:cubicBezTo>
                      <a:pt x="1157" y="199"/>
                      <a:pt x="1157" y="199"/>
                      <a:pt x="1157" y="199"/>
                    </a:cubicBezTo>
                    <a:cubicBezTo>
                      <a:pt x="1157" y="200"/>
                      <a:pt x="1157" y="200"/>
                      <a:pt x="1157" y="200"/>
                    </a:cubicBezTo>
                    <a:cubicBezTo>
                      <a:pt x="1156" y="202"/>
                      <a:pt x="1156" y="202"/>
                      <a:pt x="1156" y="202"/>
                    </a:cubicBezTo>
                    <a:cubicBezTo>
                      <a:pt x="1157" y="203"/>
                      <a:pt x="1157" y="203"/>
                      <a:pt x="1157" y="203"/>
                    </a:cubicBezTo>
                    <a:cubicBezTo>
                      <a:pt x="1158" y="206"/>
                      <a:pt x="1158" y="206"/>
                      <a:pt x="1158" y="206"/>
                    </a:cubicBezTo>
                    <a:cubicBezTo>
                      <a:pt x="1160" y="203"/>
                      <a:pt x="1160" y="203"/>
                      <a:pt x="1160" y="203"/>
                    </a:cubicBezTo>
                    <a:cubicBezTo>
                      <a:pt x="1161" y="202"/>
                      <a:pt x="1161" y="202"/>
                      <a:pt x="1161" y="202"/>
                    </a:cubicBezTo>
                    <a:cubicBezTo>
                      <a:pt x="1161" y="201"/>
                      <a:pt x="1161" y="201"/>
                      <a:pt x="1161" y="201"/>
                    </a:cubicBezTo>
                    <a:cubicBezTo>
                      <a:pt x="1161" y="200"/>
                      <a:pt x="1161" y="200"/>
                      <a:pt x="1161" y="200"/>
                    </a:cubicBezTo>
                    <a:cubicBezTo>
                      <a:pt x="1162" y="196"/>
                      <a:pt x="1162" y="196"/>
                      <a:pt x="1162" y="196"/>
                    </a:cubicBezTo>
                    <a:cubicBezTo>
                      <a:pt x="1163" y="195"/>
                      <a:pt x="1163" y="195"/>
                      <a:pt x="1163" y="195"/>
                    </a:cubicBezTo>
                    <a:cubicBezTo>
                      <a:pt x="1162" y="194"/>
                      <a:pt x="1162" y="194"/>
                      <a:pt x="1162" y="194"/>
                    </a:cubicBezTo>
                    <a:cubicBezTo>
                      <a:pt x="1163" y="193"/>
                      <a:pt x="1163" y="193"/>
                      <a:pt x="1163" y="193"/>
                    </a:cubicBezTo>
                    <a:cubicBezTo>
                      <a:pt x="1163" y="192"/>
                      <a:pt x="1163" y="192"/>
                      <a:pt x="1163" y="192"/>
                    </a:cubicBezTo>
                    <a:cubicBezTo>
                      <a:pt x="1162" y="191"/>
                      <a:pt x="1162" y="191"/>
                      <a:pt x="1162" y="191"/>
                    </a:cubicBezTo>
                    <a:cubicBezTo>
                      <a:pt x="1163" y="191"/>
                      <a:pt x="1163" y="191"/>
                      <a:pt x="1163" y="191"/>
                    </a:cubicBezTo>
                    <a:cubicBezTo>
                      <a:pt x="1163" y="188"/>
                      <a:pt x="1163" y="188"/>
                      <a:pt x="1163" y="188"/>
                    </a:cubicBezTo>
                    <a:cubicBezTo>
                      <a:pt x="1162" y="187"/>
                      <a:pt x="1162" y="187"/>
                      <a:pt x="1162" y="187"/>
                    </a:cubicBezTo>
                    <a:cubicBezTo>
                      <a:pt x="1163" y="186"/>
                      <a:pt x="1163" y="186"/>
                      <a:pt x="1163" y="186"/>
                    </a:cubicBezTo>
                    <a:cubicBezTo>
                      <a:pt x="1164" y="185"/>
                      <a:pt x="1164" y="185"/>
                      <a:pt x="1164" y="185"/>
                    </a:cubicBezTo>
                    <a:cubicBezTo>
                      <a:pt x="1165" y="185"/>
                      <a:pt x="1165" y="185"/>
                      <a:pt x="1165" y="185"/>
                    </a:cubicBezTo>
                    <a:cubicBezTo>
                      <a:pt x="1166" y="186"/>
                      <a:pt x="1166" y="186"/>
                      <a:pt x="1166" y="186"/>
                    </a:cubicBezTo>
                    <a:cubicBezTo>
                      <a:pt x="1168" y="187"/>
                      <a:pt x="1168" y="187"/>
                      <a:pt x="1168" y="187"/>
                    </a:cubicBezTo>
                    <a:cubicBezTo>
                      <a:pt x="1169" y="185"/>
                      <a:pt x="1169" y="185"/>
                      <a:pt x="1169" y="185"/>
                    </a:cubicBezTo>
                    <a:cubicBezTo>
                      <a:pt x="1168" y="184"/>
                      <a:pt x="1168" y="184"/>
                      <a:pt x="1168" y="184"/>
                    </a:cubicBezTo>
                    <a:cubicBezTo>
                      <a:pt x="1168" y="182"/>
                      <a:pt x="1168" y="182"/>
                      <a:pt x="1168" y="182"/>
                    </a:cubicBezTo>
                    <a:cubicBezTo>
                      <a:pt x="1166" y="181"/>
                      <a:pt x="1166" y="181"/>
                      <a:pt x="1166" y="181"/>
                    </a:cubicBezTo>
                    <a:cubicBezTo>
                      <a:pt x="1165" y="178"/>
                      <a:pt x="1165" y="178"/>
                      <a:pt x="1165" y="178"/>
                    </a:cubicBezTo>
                    <a:cubicBezTo>
                      <a:pt x="1164" y="178"/>
                      <a:pt x="1164" y="178"/>
                      <a:pt x="1164" y="178"/>
                    </a:cubicBezTo>
                    <a:cubicBezTo>
                      <a:pt x="1164" y="177"/>
                      <a:pt x="1164" y="177"/>
                      <a:pt x="1164" y="177"/>
                    </a:cubicBezTo>
                    <a:cubicBezTo>
                      <a:pt x="1162" y="176"/>
                      <a:pt x="1162" y="176"/>
                      <a:pt x="1162" y="176"/>
                    </a:cubicBezTo>
                    <a:cubicBezTo>
                      <a:pt x="1162" y="174"/>
                      <a:pt x="1162" y="174"/>
                      <a:pt x="1162" y="174"/>
                    </a:cubicBezTo>
                    <a:cubicBezTo>
                      <a:pt x="1163" y="174"/>
                      <a:pt x="1163" y="174"/>
                      <a:pt x="1163" y="174"/>
                    </a:cubicBezTo>
                    <a:cubicBezTo>
                      <a:pt x="1162" y="172"/>
                      <a:pt x="1162" y="172"/>
                      <a:pt x="1162" y="172"/>
                    </a:cubicBezTo>
                    <a:cubicBezTo>
                      <a:pt x="1161" y="171"/>
                      <a:pt x="1161" y="171"/>
                      <a:pt x="1161" y="171"/>
                    </a:cubicBezTo>
                    <a:cubicBezTo>
                      <a:pt x="1161" y="169"/>
                      <a:pt x="1161" y="169"/>
                      <a:pt x="1161" y="169"/>
                    </a:cubicBezTo>
                    <a:cubicBezTo>
                      <a:pt x="1160" y="169"/>
                      <a:pt x="1160" y="169"/>
                      <a:pt x="1160" y="169"/>
                    </a:cubicBezTo>
                    <a:cubicBezTo>
                      <a:pt x="1162" y="168"/>
                      <a:pt x="1162" y="168"/>
                      <a:pt x="1162" y="168"/>
                    </a:cubicBezTo>
                    <a:cubicBezTo>
                      <a:pt x="1163" y="168"/>
                      <a:pt x="1163" y="168"/>
                      <a:pt x="1163" y="168"/>
                    </a:cubicBezTo>
                    <a:cubicBezTo>
                      <a:pt x="1165" y="166"/>
                      <a:pt x="1165" y="166"/>
                      <a:pt x="1165" y="166"/>
                    </a:cubicBezTo>
                    <a:cubicBezTo>
                      <a:pt x="1166" y="166"/>
                      <a:pt x="1166" y="166"/>
                      <a:pt x="1166" y="166"/>
                    </a:cubicBezTo>
                    <a:cubicBezTo>
                      <a:pt x="1167" y="166"/>
                      <a:pt x="1167" y="166"/>
                      <a:pt x="1167" y="166"/>
                    </a:cubicBezTo>
                    <a:cubicBezTo>
                      <a:pt x="1169" y="167"/>
                      <a:pt x="1169" y="167"/>
                      <a:pt x="1169" y="167"/>
                    </a:cubicBezTo>
                    <a:cubicBezTo>
                      <a:pt x="1171" y="167"/>
                      <a:pt x="1171" y="167"/>
                      <a:pt x="1171" y="167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2" y="168"/>
                      <a:pt x="1172" y="168"/>
                      <a:pt x="1172" y="168"/>
                    </a:cubicBezTo>
                    <a:cubicBezTo>
                      <a:pt x="1171" y="168"/>
                      <a:pt x="1171" y="168"/>
                      <a:pt x="1171" y="168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2" y="169"/>
                      <a:pt x="1172" y="169"/>
                      <a:pt x="1172" y="169"/>
                    </a:cubicBezTo>
                    <a:cubicBezTo>
                      <a:pt x="1170" y="168"/>
                      <a:pt x="1170" y="168"/>
                      <a:pt x="1170" y="168"/>
                    </a:cubicBezTo>
                    <a:cubicBezTo>
                      <a:pt x="1168" y="171"/>
                      <a:pt x="1168" y="171"/>
                      <a:pt x="1168" y="171"/>
                    </a:cubicBezTo>
                    <a:cubicBezTo>
                      <a:pt x="1167" y="172"/>
                      <a:pt x="1167" y="172"/>
                      <a:pt x="1167" y="172"/>
                    </a:cubicBezTo>
                    <a:cubicBezTo>
                      <a:pt x="1168" y="174"/>
                      <a:pt x="1168" y="174"/>
                      <a:pt x="1168" y="174"/>
                    </a:cubicBezTo>
                    <a:cubicBezTo>
                      <a:pt x="1168" y="176"/>
                      <a:pt x="1168" y="176"/>
                      <a:pt x="1168" y="176"/>
                    </a:cubicBezTo>
                    <a:cubicBezTo>
                      <a:pt x="1169" y="176"/>
                      <a:pt x="1169" y="176"/>
                      <a:pt x="1169" y="176"/>
                    </a:cubicBezTo>
                    <a:cubicBezTo>
                      <a:pt x="1169" y="178"/>
                      <a:pt x="1169" y="178"/>
                      <a:pt x="1169" y="178"/>
                    </a:cubicBezTo>
                    <a:cubicBezTo>
                      <a:pt x="1171" y="179"/>
                      <a:pt x="1171" y="179"/>
                      <a:pt x="1171" y="179"/>
                    </a:cubicBezTo>
                    <a:cubicBezTo>
                      <a:pt x="1171" y="180"/>
                      <a:pt x="1171" y="180"/>
                      <a:pt x="1171" y="180"/>
                    </a:cubicBezTo>
                    <a:cubicBezTo>
                      <a:pt x="1171" y="181"/>
                      <a:pt x="1171" y="181"/>
                      <a:pt x="1171" y="181"/>
                    </a:cubicBezTo>
                    <a:cubicBezTo>
                      <a:pt x="1173" y="182"/>
                      <a:pt x="1173" y="182"/>
                      <a:pt x="1173" y="182"/>
                    </a:cubicBezTo>
                    <a:cubicBezTo>
                      <a:pt x="1173" y="183"/>
                      <a:pt x="1173" y="183"/>
                      <a:pt x="1173" y="183"/>
                    </a:cubicBezTo>
                    <a:cubicBezTo>
                      <a:pt x="1173" y="184"/>
                      <a:pt x="1173" y="184"/>
                      <a:pt x="1173" y="184"/>
                    </a:cubicBezTo>
                    <a:cubicBezTo>
                      <a:pt x="1172" y="184"/>
                      <a:pt x="1172" y="184"/>
                      <a:pt x="1172" y="184"/>
                    </a:cubicBezTo>
                    <a:cubicBezTo>
                      <a:pt x="1173" y="188"/>
                      <a:pt x="1173" y="188"/>
                      <a:pt x="1173" y="188"/>
                    </a:cubicBezTo>
                    <a:cubicBezTo>
                      <a:pt x="1174" y="189"/>
                      <a:pt x="1174" y="189"/>
                      <a:pt x="1174" y="189"/>
                    </a:cubicBezTo>
                    <a:cubicBezTo>
                      <a:pt x="1175" y="188"/>
                      <a:pt x="1175" y="188"/>
                      <a:pt x="1175" y="188"/>
                    </a:cubicBezTo>
                    <a:cubicBezTo>
                      <a:pt x="1176" y="190"/>
                      <a:pt x="1176" y="190"/>
                      <a:pt x="1176" y="190"/>
                    </a:cubicBezTo>
                    <a:cubicBezTo>
                      <a:pt x="1175" y="192"/>
                      <a:pt x="1175" y="192"/>
                      <a:pt x="1175" y="192"/>
                    </a:cubicBezTo>
                    <a:cubicBezTo>
                      <a:pt x="1175" y="195"/>
                      <a:pt x="1175" y="195"/>
                      <a:pt x="1175" y="195"/>
                    </a:cubicBezTo>
                    <a:cubicBezTo>
                      <a:pt x="1176" y="196"/>
                      <a:pt x="1176" y="196"/>
                      <a:pt x="1176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8" y="196"/>
                      <a:pt x="1178" y="196"/>
                      <a:pt x="1178" y="196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6" y="197"/>
                      <a:pt x="1176" y="197"/>
                      <a:pt x="1176" y="197"/>
                    </a:cubicBezTo>
                    <a:cubicBezTo>
                      <a:pt x="1174" y="199"/>
                      <a:pt x="1174" y="199"/>
                      <a:pt x="1174" y="199"/>
                    </a:cubicBezTo>
                    <a:cubicBezTo>
                      <a:pt x="1174" y="200"/>
                      <a:pt x="1174" y="200"/>
                      <a:pt x="1174" y="200"/>
                    </a:cubicBezTo>
                    <a:cubicBezTo>
                      <a:pt x="1172" y="201"/>
                      <a:pt x="1172" y="201"/>
                      <a:pt x="1172" y="201"/>
                    </a:cubicBezTo>
                    <a:cubicBezTo>
                      <a:pt x="1172" y="202"/>
                      <a:pt x="1172" y="202"/>
                      <a:pt x="1172" y="202"/>
                    </a:cubicBezTo>
                    <a:cubicBezTo>
                      <a:pt x="1170" y="202"/>
                      <a:pt x="1170" y="202"/>
                      <a:pt x="1170" y="202"/>
                    </a:cubicBezTo>
                    <a:cubicBezTo>
                      <a:pt x="1170" y="204"/>
                      <a:pt x="1170" y="204"/>
                      <a:pt x="1170" y="204"/>
                    </a:cubicBezTo>
                    <a:cubicBezTo>
                      <a:pt x="1169" y="205"/>
                      <a:pt x="1169" y="205"/>
                      <a:pt x="1169" y="205"/>
                    </a:cubicBezTo>
                    <a:cubicBezTo>
                      <a:pt x="1170" y="208"/>
                      <a:pt x="1170" y="208"/>
                      <a:pt x="1170" y="208"/>
                    </a:cubicBezTo>
                    <a:cubicBezTo>
                      <a:pt x="1171" y="208"/>
                      <a:pt x="1171" y="208"/>
                      <a:pt x="1171" y="208"/>
                    </a:cubicBezTo>
                    <a:cubicBezTo>
                      <a:pt x="1171" y="209"/>
                      <a:pt x="1171" y="209"/>
                      <a:pt x="1171" y="209"/>
                    </a:cubicBezTo>
                    <a:cubicBezTo>
                      <a:pt x="1170" y="211"/>
                      <a:pt x="1170" y="211"/>
                      <a:pt x="1170" y="211"/>
                    </a:cubicBezTo>
                    <a:cubicBezTo>
                      <a:pt x="1170" y="212"/>
                      <a:pt x="1170" y="212"/>
                      <a:pt x="1170" y="212"/>
                    </a:cubicBezTo>
                    <a:cubicBezTo>
                      <a:pt x="1171" y="213"/>
                      <a:pt x="1171" y="213"/>
                      <a:pt x="1171" y="213"/>
                    </a:cubicBezTo>
                    <a:cubicBezTo>
                      <a:pt x="1170" y="216"/>
                      <a:pt x="1170" y="216"/>
                      <a:pt x="1170" y="216"/>
                    </a:cubicBezTo>
                    <a:cubicBezTo>
                      <a:pt x="1171" y="218"/>
                      <a:pt x="1171" y="218"/>
                      <a:pt x="1171" y="218"/>
                    </a:cubicBezTo>
                    <a:cubicBezTo>
                      <a:pt x="1170" y="218"/>
                      <a:pt x="1170" y="218"/>
                      <a:pt x="1170" y="218"/>
                    </a:cubicBezTo>
                    <a:cubicBezTo>
                      <a:pt x="1168" y="219"/>
                      <a:pt x="1168" y="219"/>
                      <a:pt x="1168" y="219"/>
                    </a:cubicBezTo>
                    <a:cubicBezTo>
                      <a:pt x="1168" y="221"/>
                      <a:pt x="1168" y="221"/>
                      <a:pt x="1168" y="221"/>
                    </a:cubicBezTo>
                    <a:cubicBezTo>
                      <a:pt x="1169" y="222"/>
                      <a:pt x="1169" y="222"/>
                      <a:pt x="1169" y="222"/>
                    </a:cubicBezTo>
                    <a:cubicBezTo>
                      <a:pt x="1168" y="224"/>
                      <a:pt x="1168" y="224"/>
                      <a:pt x="1168" y="224"/>
                    </a:cubicBezTo>
                    <a:cubicBezTo>
                      <a:pt x="1168" y="225"/>
                      <a:pt x="1168" y="225"/>
                      <a:pt x="1168" y="225"/>
                    </a:cubicBezTo>
                    <a:cubicBezTo>
                      <a:pt x="1168" y="226"/>
                      <a:pt x="1168" y="226"/>
                      <a:pt x="1168" y="226"/>
                    </a:cubicBezTo>
                    <a:cubicBezTo>
                      <a:pt x="1169" y="227"/>
                      <a:pt x="1169" y="227"/>
                      <a:pt x="1169" y="227"/>
                    </a:cubicBezTo>
                    <a:cubicBezTo>
                      <a:pt x="1168" y="227"/>
                      <a:pt x="1168" y="227"/>
                      <a:pt x="1168" y="227"/>
                    </a:cubicBezTo>
                    <a:cubicBezTo>
                      <a:pt x="1168" y="230"/>
                      <a:pt x="1168" y="230"/>
                      <a:pt x="1168" y="230"/>
                    </a:cubicBezTo>
                    <a:cubicBezTo>
                      <a:pt x="1168" y="231"/>
                      <a:pt x="1168" y="231"/>
                      <a:pt x="1168" y="231"/>
                    </a:cubicBezTo>
                    <a:cubicBezTo>
                      <a:pt x="1168" y="232"/>
                      <a:pt x="1168" y="232"/>
                      <a:pt x="1168" y="232"/>
                    </a:cubicBezTo>
                    <a:cubicBezTo>
                      <a:pt x="1167" y="234"/>
                      <a:pt x="1167" y="234"/>
                      <a:pt x="1167" y="234"/>
                    </a:cubicBezTo>
                    <a:cubicBezTo>
                      <a:pt x="1168" y="236"/>
                      <a:pt x="1168" y="236"/>
                      <a:pt x="1168" y="236"/>
                    </a:cubicBezTo>
                    <a:cubicBezTo>
                      <a:pt x="1168" y="238"/>
                      <a:pt x="1168" y="238"/>
                      <a:pt x="1168" y="238"/>
                    </a:cubicBezTo>
                    <a:cubicBezTo>
                      <a:pt x="1169" y="241"/>
                      <a:pt x="1169" y="241"/>
                      <a:pt x="1169" y="241"/>
                    </a:cubicBezTo>
                    <a:cubicBezTo>
                      <a:pt x="1167" y="245"/>
                      <a:pt x="1167" y="245"/>
                      <a:pt x="1167" y="245"/>
                    </a:cubicBezTo>
                    <a:cubicBezTo>
                      <a:pt x="1167" y="246"/>
                      <a:pt x="1167" y="246"/>
                      <a:pt x="1167" y="246"/>
                    </a:cubicBezTo>
                    <a:cubicBezTo>
                      <a:pt x="1164" y="246"/>
                      <a:pt x="1164" y="246"/>
                      <a:pt x="1164" y="246"/>
                    </a:cubicBezTo>
                    <a:cubicBezTo>
                      <a:pt x="1164" y="250"/>
                      <a:pt x="1164" y="250"/>
                      <a:pt x="1164" y="250"/>
                    </a:cubicBezTo>
                    <a:cubicBezTo>
                      <a:pt x="1164" y="251"/>
                      <a:pt x="1164" y="251"/>
                      <a:pt x="1164" y="251"/>
                    </a:cubicBezTo>
                    <a:cubicBezTo>
                      <a:pt x="1163" y="252"/>
                      <a:pt x="1163" y="252"/>
                      <a:pt x="1163" y="252"/>
                    </a:cubicBezTo>
                    <a:cubicBezTo>
                      <a:pt x="1160" y="251"/>
                      <a:pt x="1160" y="251"/>
                      <a:pt x="1160" y="251"/>
                    </a:cubicBezTo>
                    <a:cubicBezTo>
                      <a:pt x="1158" y="252"/>
                      <a:pt x="1158" y="252"/>
                      <a:pt x="1158" y="252"/>
                    </a:cubicBezTo>
                    <a:cubicBezTo>
                      <a:pt x="1158" y="254"/>
                      <a:pt x="1158" y="254"/>
                      <a:pt x="1158" y="254"/>
                    </a:cubicBezTo>
                    <a:cubicBezTo>
                      <a:pt x="1161" y="254"/>
                      <a:pt x="1161" y="254"/>
                      <a:pt x="1161" y="254"/>
                    </a:cubicBezTo>
                    <a:cubicBezTo>
                      <a:pt x="1163" y="258"/>
                      <a:pt x="1163" y="258"/>
                      <a:pt x="1163" y="258"/>
                    </a:cubicBezTo>
                    <a:cubicBezTo>
                      <a:pt x="1163" y="261"/>
                      <a:pt x="1163" y="261"/>
                      <a:pt x="1163" y="261"/>
                    </a:cubicBezTo>
                    <a:cubicBezTo>
                      <a:pt x="1162" y="262"/>
                      <a:pt x="1162" y="262"/>
                      <a:pt x="1162" y="262"/>
                    </a:cubicBezTo>
                    <a:cubicBezTo>
                      <a:pt x="1163" y="263"/>
                      <a:pt x="1163" y="263"/>
                      <a:pt x="1163" y="263"/>
                    </a:cubicBezTo>
                    <a:cubicBezTo>
                      <a:pt x="1162" y="263"/>
                      <a:pt x="1162" y="263"/>
                      <a:pt x="1162" y="263"/>
                    </a:cubicBezTo>
                    <a:cubicBezTo>
                      <a:pt x="1162" y="265"/>
                      <a:pt x="1162" y="265"/>
                      <a:pt x="1162" y="265"/>
                    </a:cubicBezTo>
                    <a:cubicBezTo>
                      <a:pt x="1160" y="267"/>
                      <a:pt x="1160" y="267"/>
                      <a:pt x="1160" y="267"/>
                    </a:cubicBezTo>
                    <a:cubicBezTo>
                      <a:pt x="1160" y="271"/>
                      <a:pt x="1160" y="271"/>
                      <a:pt x="1160" y="271"/>
                    </a:cubicBezTo>
                    <a:cubicBezTo>
                      <a:pt x="1161" y="273"/>
                      <a:pt x="1161" y="273"/>
                      <a:pt x="1161" y="273"/>
                    </a:cubicBezTo>
                    <a:cubicBezTo>
                      <a:pt x="1162" y="278"/>
                      <a:pt x="1162" y="278"/>
                      <a:pt x="1162" y="278"/>
                    </a:cubicBezTo>
                    <a:cubicBezTo>
                      <a:pt x="1164" y="282"/>
                      <a:pt x="1164" y="282"/>
                      <a:pt x="1164" y="282"/>
                    </a:cubicBezTo>
                    <a:cubicBezTo>
                      <a:pt x="1164" y="284"/>
                      <a:pt x="1164" y="284"/>
                      <a:pt x="1164" y="284"/>
                    </a:cubicBezTo>
                    <a:cubicBezTo>
                      <a:pt x="1167" y="291"/>
                      <a:pt x="1167" y="291"/>
                      <a:pt x="1167" y="291"/>
                    </a:cubicBezTo>
                    <a:cubicBezTo>
                      <a:pt x="1171" y="299"/>
                      <a:pt x="1171" y="299"/>
                      <a:pt x="1171" y="299"/>
                    </a:cubicBezTo>
                    <a:cubicBezTo>
                      <a:pt x="1175" y="306"/>
                      <a:pt x="1175" y="306"/>
                      <a:pt x="1175" y="306"/>
                    </a:cubicBezTo>
                    <a:cubicBezTo>
                      <a:pt x="1177" y="308"/>
                      <a:pt x="1177" y="308"/>
                      <a:pt x="1177" y="308"/>
                    </a:cubicBezTo>
                    <a:cubicBezTo>
                      <a:pt x="1177" y="310"/>
                      <a:pt x="1177" y="310"/>
                      <a:pt x="1177" y="310"/>
                    </a:cubicBezTo>
                    <a:cubicBezTo>
                      <a:pt x="1182" y="316"/>
                      <a:pt x="1182" y="316"/>
                      <a:pt x="1182" y="316"/>
                    </a:cubicBezTo>
                    <a:cubicBezTo>
                      <a:pt x="1188" y="326"/>
                      <a:pt x="1188" y="326"/>
                      <a:pt x="1188" y="326"/>
                    </a:cubicBezTo>
                    <a:cubicBezTo>
                      <a:pt x="1191" y="327"/>
                      <a:pt x="1191" y="327"/>
                      <a:pt x="1191" y="327"/>
                    </a:cubicBezTo>
                    <a:cubicBezTo>
                      <a:pt x="1193" y="328"/>
                      <a:pt x="1193" y="328"/>
                      <a:pt x="1193" y="328"/>
                    </a:cubicBezTo>
                    <a:cubicBezTo>
                      <a:pt x="1192" y="328"/>
                      <a:pt x="1192" y="328"/>
                      <a:pt x="1192" y="328"/>
                    </a:cubicBezTo>
                    <a:cubicBezTo>
                      <a:pt x="1190" y="327"/>
                      <a:pt x="1190" y="327"/>
                      <a:pt x="1190" y="327"/>
                    </a:cubicBezTo>
                    <a:cubicBezTo>
                      <a:pt x="1193" y="331"/>
                      <a:pt x="1193" y="331"/>
                      <a:pt x="1193" y="331"/>
                    </a:cubicBezTo>
                    <a:cubicBezTo>
                      <a:pt x="1196" y="337"/>
                      <a:pt x="1196" y="337"/>
                      <a:pt x="1196" y="337"/>
                    </a:cubicBezTo>
                    <a:cubicBezTo>
                      <a:pt x="1196" y="340"/>
                      <a:pt x="1196" y="340"/>
                      <a:pt x="1196" y="340"/>
                    </a:cubicBezTo>
                    <a:cubicBezTo>
                      <a:pt x="1198" y="343"/>
                      <a:pt x="1198" y="343"/>
                      <a:pt x="1198" y="343"/>
                    </a:cubicBezTo>
                    <a:cubicBezTo>
                      <a:pt x="1201" y="343"/>
                      <a:pt x="1201" y="343"/>
                      <a:pt x="1201" y="343"/>
                    </a:cubicBezTo>
                    <a:cubicBezTo>
                      <a:pt x="1201" y="344"/>
                      <a:pt x="1201" y="344"/>
                      <a:pt x="1201" y="344"/>
                    </a:cubicBezTo>
                    <a:cubicBezTo>
                      <a:pt x="1201" y="345"/>
                      <a:pt x="1201" y="345"/>
                      <a:pt x="1201" y="345"/>
                    </a:cubicBezTo>
                    <a:cubicBezTo>
                      <a:pt x="1201" y="346"/>
                      <a:pt x="1201" y="346"/>
                      <a:pt x="1201" y="346"/>
                    </a:cubicBezTo>
                    <a:cubicBezTo>
                      <a:pt x="1201" y="348"/>
                      <a:pt x="1201" y="348"/>
                      <a:pt x="1201" y="348"/>
                    </a:cubicBezTo>
                    <a:cubicBezTo>
                      <a:pt x="1200" y="347"/>
                      <a:pt x="1200" y="347"/>
                      <a:pt x="1200" y="347"/>
                    </a:cubicBezTo>
                    <a:cubicBezTo>
                      <a:pt x="1199" y="348"/>
                      <a:pt x="1199" y="348"/>
                      <a:pt x="1199" y="348"/>
                    </a:cubicBezTo>
                    <a:cubicBezTo>
                      <a:pt x="1199" y="350"/>
                      <a:pt x="1199" y="350"/>
                      <a:pt x="1199" y="350"/>
                    </a:cubicBezTo>
                    <a:cubicBezTo>
                      <a:pt x="1197" y="348"/>
                      <a:pt x="1197" y="348"/>
                      <a:pt x="1197" y="348"/>
                    </a:cubicBezTo>
                    <a:cubicBezTo>
                      <a:pt x="1197" y="350"/>
                      <a:pt x="1197" y="350"/>
                      <a:pt x="1197" y="350"/>
                    </a:cubicBezTo>
                    <a:cubicBezTo>
                      <a:pt x="1197" y="353"/>
                      <a:pt x="1197" y="353"/>
                      <a:pt x="1197" y="353"/>
                    </a:cubicBezTo>
                    <a:cubicBezTo>
                      <a:pt x="1197" y="354"/>
                      <a:pt x="1197" y="354"/>
                      <a:pt x="1197" y="354"/>
                    </a:cubicBezTo>
                    <a:cubicBezTo>
                      <a:pt x="1196" y="354"/>
                      <a:pt x="1196" y="354"/>
                      <a:pt x="1196" y="354"/>
                    </a:cubicBezTo>
                    <a:cubicBezTo>
                      <a:pt x="1195" y="356"/>
                      <a:pt x="1195" y="356"/>
                      <a:pt x="1195" y="356"/>
                    </a:cubicBezTo>
                    <a:cubicBezTo>
                      <a:pt x="1194" y="356"/>
                      <a:pt x="1194" y="356"/>
                      <a:pt x="1194" y="356"/>
                    </a:cubicBezTo>
                    <a:cubicBezTo>
                      <a:pt x="1193" y="357"/>
                      <a:pt x="1193" y="357"/>
                      <a:pt x="1193" y="357"/>
                    </a:cubicBezTo>
                    <a:cubicBezTo>
                      <a:pt x="1195" y="358"/>
                      <a:pt x="1195" y="358"/>
                      <a:pt x="1195" y="358"/>
                    </a:cubicBezTo>
                    <a:cubicBezTo>
                      <a:pt x="1195" y="359"/>
                      <a:pt x="1195" y="359"/>
                      <a:pt x="1195" y="359"/>
                    </a:cubicBezTo>
                    <a:cubicBezTo>
                      <a:pt x="1193" y="359"/>
                      <a:pt x="1193" y="359"/>
                      <a:pt x="1193" y="359"/>
                    </a:cubicBezTo>
                    <a:cubicBezTo>
                      <a:pt x="1194" y="361"/>
                      <a:pt x="1194" y="361"/>
                      <a:pt x="1194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6" y="361"/>
                      <a:pt x="1196" y="361"/>
                      <a:pt x="1196" y="361"/>
                    </a:cubicBezTo>
                    <a:cubicBezTo>
                      <a:pt x="1198" y="362"/>
                      <a:pt x="1198" y="362"/>
                      <a:pt x="1198" y="362"/>
                    </a:cubicBezTo>
                    <a:cubicBezTo>
                      <a:pt x="1198" y="359"/>
                      <a:pt x="1198" y="359"/>
                      <a:pt x="1198" y="359"/>
                    </a:cubicBezTo>
                    <a:cubicBezTo>
                      <a:pt x="1198" y="358"/>
                      <a:pt x="1198" y="358"/>
                      <a:pt x="1198" y="358"/>
                    </a:cubicBezTo>
                    <a:cubicBezTo>
                      <a:pt x="1199" y="358"/>
                      <a:pt x="1199" y="358"/>
                      <a:pt x="1199" y="358"/>
                    </a:cubicBezTo>
                    <a:cubicBezTo>
                      <a:pt x="1200" y="356"/>
                      <a:pt x="1200" y="356"/>
                      <a:pt x="1200" y="356"/>
                    </a:cubicBezTo>
                    <a:cubicBezTo>
                      <a:pt x="1200" y="355"/>
                      <a:pt x="1200" y="355"/>
                      <a:pt x="1200" y="355"/>
                    </a:cubicBezTo>
                    <a:cubicBezTo>
                      <a:pt x="1200" y="354"/>
                      <a:pt x="1200" y="354"/>
                      <a:pt x="1200" y="354"/>
                    </a:cubicBezTo>
                    <a:cubicBezTo>
                      <a:pt x="1201" y="353"/>
                      <a:pt x="1201" y="353"/>
                      <a:pt x="1201" y="353"/>
                    </a:cubicBezTo>
                    <a:cubicBezTo>
                      <a:pt x="1200" y="351"/>
                      <a:pt x="1200" y="351"/>
                      <a:pt x="1200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1" y="351"/>
                      <a:pt x="1201" y="351"/>
                      <a:pt x="1201" y="351"/>
                    </a:cubicBezTo>
                    <a:cubicBezTo>
                      <a:pt x="1202" y="350"/>
                      <a:pt x="1202" y="350"/>
                      <a:pt x="1202" y="350"/>
                    </a:cubicBezTo>
                    <a:cubicBezTo>
                      <a:pt x="1202" y="349"/>
                      <a:pt x="1202" y="349"/>
                      <a:pt x="1202" y="349"/>
                    </a:cubicBezTo>
                    <a:cubicBezTo>
                      <a:pt x="1204" y="344"/>
                      <a:pt x="1204" y="344"/>
                      <a:pt x="1204" y="344"/>
                    </a:cubicBezTo>
                    <a:cubicBezTo>
                      <a:pt x="1204" y="341"/>
                      <a:pt x="1204" y="341"/>
                      <a:pt x="1204" y="341"/>
                    </a:cubicBezTo>
                    <a:cubicBezTo>
                      <a:pt x="1205" y="341"/>
                      <a:pt x="1205" y="341"/>
                      <a:pt x="1205" y="341"/>
                    </a:cubicBezTo>
                    <a:cubicBezTo>
                      <a:pt x="1205" y="340"/>
                      <a:pt x="1205" y="340"/>
                      <a:pt x="1205" y="340"/>
                    </a:cubicBezTo>
                    <a:cubicBezTo>
                      <a:pt x="1207" y="338"/>
                      <a:pt x="1207" y="338"/>
                      <a:pt x="1207" y="338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6"/>
                      <a:pt x="1207" y="336"/>
                      <a:pt x="1207" y="336"/>
                    </a:cubicBezTo>
                    <a:cubicBezTo>
                      <a:pt x="1207" y="335"/>
                      <a:pt x="1207" y="335"/>
                      <a:pt x="1207" y="335"/>
                    </a:cubicBezTo>
                    <a:cubicBezTo>
                      <a:pt x="1208" y="331"/>
                      <a:pt x="1208" y="331"/>
                      <a:pt x="1208" y="331"/>
                    </a:cubicBezTo>
                    <a:cubicBezTo>
                      <a:pt x="1207" y="330"/>
                      <a:pt x="1207" y="330"/>
                      <a:pt x="1207" y="330"/>
                    </a:cubicBezTo>
                    <a:cubicBezTo>
                      <a:pt x="1207" y="328"/>
                      <a:pt x="1207" y="328"/>
                      <a:pt x="1207" y="328"/>
                    </a:cubicBezTo>
                    <a:cubicBezTo>
                      <a:pt x="1209" y="327"/>
                      <a:pt x="1209" y="327"/>
                      <a:pt x="1209" y="327"/>
                    </a:cubicBezTo>
                    <a:cubicBezTo>
                      <a:pt x="1207" y="325"/>
                      <a:pt x="1207" y="325"/>
                      <a:pt x="1207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6" y="325"/>
                      <a:pt x="1206" y="325"/>
                      <a:pt x="1206" y="325"/>
                    </a:cubicBezTo>
                    <a:cubicBezTo>
                      <a:pt x="1205" y="323"/>
                      <a:pt x="1205" y="323"/>
                      <a:pt x="1205" y="323"/>
                    </a:cubicBezTo>
                    <a:cubicBezTo>
                      <a:pt x="1207" y="322"/>
                      <a:pt x="1207" y="322"/>
                      <a:pt x="1207" y="322"/>
                    </a:cubicBezTo>
                    <a:cubicBezTo>
                      <a:pt x="1205" y="321"/>
                      <a:pt x="1205" y="321"/>
                      <a:pt x="1205" y="321"/>
                    </a:cubicBezTo>
                    <a:cubicBezTo>
                      <a:pt x="1205" y="320"/>
                      <a:pt x="1205" y="320"/>
                      <a:pt x="1205" y="320"/>
                    </a:cubicBezTo>
                    <a:cubicBezTo>
                      <a:pt x="1206" y="318"/>
                      <a:pt x="1206" y="318"/>
                      <a:pt x="1206" y="318"/>
                    </a:cubicBezTo>
                    <a:cubicBezTo>
                      <a:pt x="1205" y="318"/>
                      <a:pt x="1205" y="318"/>
                      <a:pt x="1205" y="318"/>
                    </a:cubicBezTo>
                    <a:cubicBezTo>
                      <a:pt x="1207" y="316"/>
                      <a:pt x="1207" y="316"/>
                      <a:pt x="1207" y="316"/>
                    </a:cubicBezTo>
                    <a:cubicBezTo>
                      <a:pt x="1208" y="316"/>
                      <a:pt x="1208" y="316"/>
                      <a:pt x="1208" y="316"/>
                    </a:cubicBezTo>
                    <a:cubicBezTo>
                      <a:pt x="1210" y="315"/>
                      <a:pt x="1210" y="315"/>
                      <a:pt x="1210" y="315"/>
                    </a:cubicBezTo>
                    <a:cubicBezTo>
                      <a:pt x="1211" y="314"/>
                      <a:pt x="1211" y="314"/>
                      <a:pt x="1211" y="314"/>
                    </a:cubicBezTo>
                    <a:cubicBezTo>
                      <a:pt x="1211" y="315"/>
                      <a:pt x="1211" y="315"/>
                      <a:pt x="1211" y="315"/>
                    </a:cubicBezTo>
                    <a:cubicBezTo>
                      <a:pt x="1214" y="315"/>
                      <a:pt x="1214" y="315"/>
                      <a:pt x="1214" y="315"/>
                    </a:cubicBezTo>
                    <a:cubicBezTo>
                      <a:pt x="1212" y="312"/>
                      <a:pt x="1212" y="312"/>
                      <a:pt x="1212" y="312"/>
                    </a:cubicBezTo>
                    <a:cubicBezTo>
                      <a:pt x="1210" y="311"/>
                      <a:pt x="1210" y="311"/>
                      <a:pt x="1210" y="311"/>
                    </a:cubicBezTo>
                    <a:cubicBezTo>
                      <a:pt x="1211" y="310"/>
                      <a:pt x="1211" y="310"/>
                      <a:pt x="1211" y="310"/>
                    </a:cubicBezTo>
                    <a:cubicBezTo>
                      <a:pt x="1208" y="308"/>
                      <a:pt x="1208" y="308"/>
                      <a:pt x="1208" y="308"/>
                    </a:cubicBezTo>
                    <a:cubicBezTo>
                      <a:pt x="1207" y="305"/>
                      <a:pt x="1207" y="305"/>
                      <a:pt x="1207" y="305"/>
                    </a:cubicBezTo>
                    <a:cubicBezTo>
                      <a:pt x="1208" y="301"/>
                      <a:pt x="1208" y="301"/>
                      <a:pt x="1208" y="301"/>
                    </a:cubicBezTo>
                    <a:cubicBezTo>
                      <a:pt x="1207" y="300"/>
                      <a:pt x="1207" y="300"/>
                      <a:pt x="1207" y="300"/>
                    </a:cubicBezTo>
                    <a:cubicBezTo>
                      <a:pt x="1208" y="299"/>
                      <a:pt x="1208" y="299"/>
                      <a:pt x="1208" y="299"/>
                    </a:cubicBezTo>
                    <a:cubicBezTo>
                      <a:pt x="1208" y="297"/>
                      <a:pt x="1208" y="297"/>
                      <a:pt x="1208" y="297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09" y="294"/>
                      <a:pt x="1209" y="294"/>
                      <a:pt x="1209" y="294"/>
                    </a:cubicBezTo>
                    <a:cubicBezTo>
                      <a:pt x="1211" y="293"/>
                      <a:pt x="1211" y="293"/>
                      <a:pt x="1211" y="293"/>
                    </a:cubicBezTo>
                    <a:cubicBezTo>
                      <a:pt x="1212" y="294"/>
                      <a:pt x="1212" y="294"/>
                      <a:pt x="1212" y="294"/>
                    </a:cubicBezTo>
                    <a:cubicBezTo>
                      <a:pt x="1217" y="292"/>
                      <a:pt x="1217" y="292"/>
                      <a:pt x="1217" y="292"/>
                    </a:cubicBezTo>
                    <a:cubicBezTo>
                      <a:pt x="1217" y="290"/>
                      <a:pt x="1217" y="290"/>
                      <a:pt x="1217" y="290"/>
                    </a:cubicBezTo>
                    <a:cubicBezTo>
                      <a:pt x="1218" y="288"/>
                      <a:pt x="1218" y="288"/>
                      <a:pt x="1218" y="288"/>
                    </a:cubicBezTo>
                    <a:cubicBezTo>
                      <a:pt x="1216" y="287"/>
                      <a:pt x="1216" y="287"/>
                      <a:pt x="1216" y="287"/>
                    </a:cubicBezTo>
                    <a:cubicBezTo>
                      <a:pt x="1213" y="283"/>
                      <a:pt x="1213" y="283"/>
                      <a:pt x="1213" y="283"/>
                    </a:cubicBezTo>
                    <a:cubicBezTo>
                      <a:pt x="1212" y="283"/>
                      <a:pt x="1212" y="283"/>
                      <a:pt x="1212" y="283"/>
                    </a:cubicBezTo>
                    <a:cubicBezTo>
                      <a:pt x="1209" y="278"/>
                      <a:pt x="1209" y="278"/>
                      <a:pt x="1209" y="278"/>
                    </a:cubicBezTo>
                    <a:cubicBezTo>
                      <a:pt x="1209" y="277"/>
                      <a:pt x="1209" y="277"/>
                      <a:pt x="1209" y="277"/>
                    </a:cubicBezTo>
                    <a:cubicBezTo>
                      <a:pt x="1208" y="276"/>
                      <a:pt x="1208" y="276"/>
                      <a:pt x="1208" y="276"/>
                    </a:cubicBezTo>
                    <a:cubicBezTo>
                      <a:pt x="1208" y="271"/>
                      <a:pt x="1208" y="271"/>
                      <a:pt x="1208" y="271"/>
                    </a:cubicBezTo>
                    <a:cubicBezTo>
                      <a:pt x="1208" y="270"/>
                      <a:pt x="1208" y="270"/>
                      <a:pt x="1208" y="270"/>
                    </a:cubicBezTo>
                    <a:cubicBezTo>
                      <a:pt x="1207" y="268"/>
                      <a:pt x="1207" y="268"/>
                      <a:pt x="1207" y="268"/>
                    </a:cubicBezTo>
                    <a:cubicBezTo>
                      <a:pt x="1208" y="267"/>
                      <a:pt x="1208" y="267"/>
                      <a:pt x="1208" y="267"/>
                    </a:cubicBezTo>
                    <a:cubicBezTo>
                      <a:pt x="1211" y="268"/>
                      <a:pt x="1211" y="268"/>
                      <a:pt x="1211" y="268"/>
                    </a:cubicBezTo>
                    <a:cubicBezTo>
                      <a:pt x="1213" y="269"/>
                      <a:pt x="1213" y="269"/>
                      <a:pt x="1213" y="269"/>
                    </a:cubicBezTo>
                    <a:cubicBezTo>
                      <a:pt x="1214" y="269"/>
                      <a:pt x="1214" y="269"/>
                      <a:pt x="1214" y="269"/>
                    </a:cubicBezTo>
                    <a:cubicBezTo>
                      <a:pt x="1214" y="266"/>
                      <a:pt x="1214" y="266"/>
                      <a:pt x="1214" y="266"/>
                    </a:cubicBezTo>
                    <a:cubicBezTo>
                      <a:pt x="1215" y="265"/>
                      <a:pt x="1215" y="265"/>
                      <a:pt x="1215" y="265"/>
                    </a:cubicBezTo>
                    <a:cubicBezTo>
                      <a:pt x="1214" y="263"/>
                      <a:pt x="1214" y="263"/>
                      <a:pt x="1214" y="263"/>
                    </a:cubicBezTo>
                    <a:cubicBezTo>
                      <a:pt x="1211" y="260"/>
                      <a:pt x="1211" y="260"/>
                      <a:pt x="1211" y="260"/>
                    </a:cubicBezTo>
                    <a:cubicBezTo>
                      <a:pt x="1211" y="256"/>
                      <a:pt x="1211" y="256"/>
                      <a:pt x="1211" y="256"/>
                    </a:cubicBezTo>
                    <a:cubicBezTo>
                      <a:pt x="1209" y="255"/>
                      <a:pt x="1209" y="255"/>
                      <a:pt x="1209" y="255"/>
                    </a:cubicBezTo>
                    <a:cubicBezTo>
                      <a:pt x="1208" y="255"/>
                      <a:pt x="1208" y="255"/>
                      <a:pt x="1208" y="255"/>
                    </a:cubicBezTo>
                    <a:cubicBezTo>
                      <a:pt x="1207" y="256"/>
                      <a:pt x="1207" y="256"/>
                      <a:pt x="1207" y="256"/>
                    </a:cubicBezTo>
                    <a:cubicBezTo>
                      <a:pt x="1206" y="257"/>
                      <a:pt x="1206" y="257"/>
                      <a:pt x="1206" y="257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6" y="258"/>
                      <a:pt x="1206" y="258"/>
                      <a:pt x="1206" y="258"/>
                    </a:cubicBezTo>
                    <a:cubicBezTo>
                      <a:pt x="1205" y="257"/>
                      <a:pt x="1205" y="257"/>
                      <a:pt x="1205" y="257"/>
                    </a:cubicBezTo>
                    <a:cubicBezTo>
                      <a:pt x="1205" y="255"/>
                      <a:pt x="1205" y="255"/>
                      <a:pt x="1205" y="255"/>
                    </a:cubicBezTo>
                    <a:cubicBezTo>
                      <a:pt x="1204" y="253"/>
                      <a:pt x="1204" y="253"/>
                      <a:pt x="1204" y="253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3" y="250"/>
                      <a:pt x="1203" y="250"/>
                      <a:pt x="1203" y="250"/>
                    </a:cubicBezTo>
                    <a:cubicBezTo>
                      <a:pt x="1204" y="249"/>
                      <a:pt x="1204" y="249"/>
                      <a:pt x="1204" y="249"/>
                    </a:cubicBezTo>
                    <a:cubicBezTo>
                      <a:pt x="1204" y="248"/>
                      <a:pt x="1204" y="248"/>
                      <a:pt x="1204" y="248"/>
                    </a:cubicBezTo>
                    <a:cubicBezTo>
                      <a:pt x="1205" y="246"/>
                      <a:pt x="1205" y="246"/>
                      <a:pt x="1205" y="246"/>
                    </a:cubicBezTo>
                    <a:cubicBezTo>
                      <a:pt x="1204" y="245"/>
                      <a:pt x="1204" y="245"/>
                      <a:pt x="1204" y="245"/>
                    </a:cubicBezTo>
                    <a:cubicBezTo>
                      <a:pt x="1204" y="244"/>
                      <a:pt x="1204" y="244"/>
                      <a:pt x="1204" y="244"/>
                    </a:cubicBezTo>
                    <a:cubicBezTo>
                      <a:pt x="1204" y="243"/>
                      <a:pt x="1204" y="243"/>
                      <a:pt x="1204" y="243"/>
                    </a:cubicBezTo>
                    <a:cubicBezTo>
                      <a:pt x="1202" y="242"/>
                      <a:pt x="1202" y="242"/>
                      <a:pt x="1202" y="242"/>
                    </a:cubicBezTo>
                    <a:cubicBezTo>
                      <a:pt x="1201" y="242"/>
                      <a:pt x="1201" y="242"/>
                      <a:pt x="1201" y="242"/>
                    </a:cubicBezTo>
                    <a:cubicBezTo>
                      <a:pt x="1199" y="240"/>
                      <a:pt x="1199" y="240"/>
                      <a:pt x="1199" y="240"/>
                    </a:cubicBezTo>
                    <a:cubicBezTo>
                      <a:pt x="1197" y="240"/>
                      <a:pt x="1197" y="240"/>
                      <a:pt x="1197" y="240"/>
                    </a:cubicBezTo>
                    <a:cubicBezTo>
                      <a:pt x="1195" y="241"/>
                      <a:pt x="1195" y="241"/>
                      <a:pt x="1195" y="241"/>
                    </a:cubicBezTo>
                    <a:cubicBezTo>
                      <a:pt x="1195" y="243"/>
                      <a:pt x="1195" y="243"/>
                      <a:pt x="1195" y="243"/>
                    </a:cubicBezTo>
                    <a:cubicBezTo>
                      <a:pt x="1197" y="245"/>
                      <a:pt x="1197" y="245"/>
                      <a:pt x="1197" y="245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7" y="246"/>
                      <a:pt x="1197" y="246"/>
                      <a:pt x="1197" y="246"/>
                    </a:cubicBezTo>
                    <a:cubicBezTo>
                      <a:pt x="1196" y="245"/>
                      <a:pt x="1196" y="245"/>
                      <a:pt x="1196" y="245"/>
                    </a:cubicBezTo>
                    <a:cubicBezTo>
                      <a:pt x="1194" y="243"/>
                      <a:pt x="1194" y="243"/>
                      <a:pt x="1194" y="243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1"/>
                      <a:pt x="1192" y="241"/>
                      <a:pt x="1192" y="241"/>
                    </a:cubicBezTo>
                    <a:cubicBezTo>
                      <a:pt x="1192" y="240"/>
                      <a:pt x="1192" y="240"/>
                      <a:pt x="1192" y="240"/>
                    </a:cubicBezTo>
                    <a:cubicBezTo>
                      <a:pt x="1191" y="237"/>
                      <a:pt x="1191" y="237"/>
                      <a:pt x="1191" y="237"/>
                    </a:cubicBezTo>
                    <a:cubicBezTo>
                      <a:pt x="1191" y="236"/>
                      <a:pt x="1191" y="236"/>
                      <a:pt x="1191" y="236"/>
                    </a:cubicBezTo>
                    <a:cubicBezTo>
                      <a:pt x="1191" y="235"/>
                      <a:pt x="1191" y="235"/>
                      <a:pt x="1191" y="235"/>
                    </a:cubicBezTo>
                    <a:cubicBezTo>
                      <a:pt x="1190" y="234"/>
                      <a:pt x="1190" y="234"/>
                      <a:pt x="1190" y="234"/>
                    </a:cubicBezTo>
                    <a:cubicBezTo>
                      <a:pt x="1191" y="233"/>
                      <a:pt x="1191" y="233"/>
                      <a:pt x="1191" y="233"/>
                    </a:cubicBezTo>
                    <a:cubicBezTo>
                      <a:pt x="1190" y="231"/>
                      <a:pt x="1190" y="231"/>
                      <a:pt x="1190" y="231"/>
                    </a:cubicBezTo>
                    <a:cubicBezTo>
                      <a:pt x="1191" y="230"/>
                      <a:pt x="1191" y="230"/>
                      <a:pt x="1191" y="230"/>
                    </a:cubicBezTo>
                    <a:cubicBezTo>
                      <a:pt x="1191" y="228"/>
                      <a:pt x="1191" y="228"/>
                      <a:pt x="1191" y="228"/>
                    </a:cubicBezTo>
                    <a:cubicBezTo>
                      <a:pt x="1191" y="227"/>
                      <a:pt x="1191" y="227"/>
                      <a:pt x="1191" y="227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5"/>
                      <a:pt x="1191" y="225"/>
                      <a:pt x="1191" y="225"/>
                    </a:cubicBezTo>
                    <a:cubicBezTo>
                      <a:pt x="1191" y="223"/>
                      <a:pt x="1191" y="223"/>
                      <a:pt x="1191" y="223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89" y="221"/>
                      <a:pt x="1189" y="221"/>
                      <a:pt x="1189" y="221"/>
                    </a:cubicBezTo>
                    <a:cubicBezTo>
                      <a:pt x="1190" y="221"/>
                      <a:pt x="1190" y="221"/>
                      <a:pt x="1190" y="221"/>
                    </a:cubicBezTo>
                    <a:cubicBezTo>
                      <a:pt x="1190" y="219"/>
                      <a:pt x="1190" y="219"/>
                      <a:pt x="1190" y="219"/>
                    </a:cubicBezTo>
                    <a:cubicBezTo>
                      <a:pt x="1188" y="218"/>
                      <a:pt x="1188" y="218"/>
                      <a:pt x="1188" y="218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7" y="217"/>
                      <a:pt x="1187" y="217"/>
                      <a:pt x="1187" y="217"/>
                    </a:cubicBezTo>
                    <a:cubicBezTo>
                      <a:pt x="1188" y="217"/>
                      <a:pt x="1188" y="217"/>
                      <a:pt x="1188" y="217"/>
                    </a:cubicBezTo>
                    <a:cubicBezTo>
                      <a:pt x="1187" y="214"/>
                      <a:pt x="1187" y="214"/>
                      <a:pt x="1187" y="214"/>
                    </a:cubicBezTo>
                    <a:cubicBezTo>
                      <a:pt x="1186" y="213"/>
                      <a:pt x="1186" y="213"/>
                      <a:pt x="1186" y="213"/>
                    </a:cubicBezTo>
                    <a:cubicBezTo>
                      <a:pt x="1186" y="212"/>
                      <a:pt x="1186" y="212"/>
                      <a:pt x="1186" y="212"/>
                    </a:cubicBezTo>
                    <a:cubicBezTo>
                      <a:pt x="1186" y="211"/>
                      <a:pt x="1186" y="211"/>
                      <a:pt x="1186" y="211"/>
                    </a:cubicBezTo>
                    <a:cubicBezTo>
                      <a:pt x="1187" y="210"/>
                      <a:pt x="1187" y="210"/>
                      <a:pt x="1187" y="210"/>
                    </a:cubicBezTo>
                    <a:cubicBezTo>
                      <a:pt x="1186" y="209"/>
                      <a:pt x="1186" y="209"/>
                      <a:pt x="1186" y="209"/>
                    </a:cubicBezTo>
                    <a:cubicBezTo>
                      <a:pt x="1186" y="208"/>
                      <a:pt x="1186" y="208"/>
                      <a:pt x="1186" y="208"/>
                    </a:cubicBezTo>
                    <a:cubicBezTo>
                      <a:pt x="1187" y="208"/>
                      <a:pt x="1187" y="208"/>
                      <a:pt x="1187" y="208"/>
                    </a:cubicBezTo>
                    <a:cubicBezTo>
                      <a:pt x="1188" y="209"/>
                      <a:pt x="1188" y="209"/>
                      <a:pt x="1188" y="209"/>
                    </a:cubicBezTo>
                    <a:cubicBezTo>
                      <a:pt x="1190" y="209"/>
                      <a:pt x="1190" y="209"/>
                      <a:pt x="1190" y="209"/>
                    </a:cubicBezTo>
                    <a:cubicBezTo>
                      <a:pt x="1190" y="207"/>
                      <a:pt x="1190" y="207"/>
                      <a:pt x="1190" y="207"/>
                    </a:cubicBezTo>
                    <a:cubicBezTo>
                      <a:pt x="1191" y="207"/>
                      <a:pt x="1191" y="207"/>
                      <a:pt x="1191" y="207"/>
                    </a:cubicBezTo>
                    <a:cubicBezTo>
                      <a:pt x="1191" y="208"/>
                      <a:pt x="1191" y="208"/>
                      <a:pt x="1191" y="208"/>
                    </a:cubicBezTo>
                    <a:cubicBezTo>
                      <a:pt x="1192" y="208"/>
                      <a:pt x="1192" y="208"/>
                      <a:pt x="1192" y="208"/>
                    </a:cubicBezTo>
                    <a:cubicBezTo>
                      <a:pt x="1194" y="210"/>
                      <a:pt x="1194" y="210"/>
                      <a:pt x="1194" y="210"/>
                    </a:cubicBezTo>
                    <a:cubicBezTo>
                      <a:pt x="1196" y="205"/>
                      <a:pt x="1196" y="205"/>
                      <a:pt x="1196" y="205"/>
                    </a:cubicBezTo>
                    <a:cubicBezTo>
                      <a:pt x="1194" y="205"/>
                      <a:pt x="1194" y="205"/>
                      <a:pt x="1194" y="205"/>
                    </a:cubicBezTo>
                    <a:cubicBezTo>
                      <a:pt x="1194" y="204"/>
                      <a:pt x="1194" y="204"/>
                      <a:pt x="1194" y="204"/>
                    </a:cubicBezTo>
                    <a:cubicBezTo>
                      <a:pt x="1195" y="203"/>
                      <a:pt x="1195" y="203"/>
                      <a:pt x="1195" y="203"/>
                    </a:cubicBezTo>
                    <a:cubicBezTo>
                      <a:pt x="1197" y="200"/>
                      <a:pt x="1197" y="200"/>
                      <a:pt x="1197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8" y="200"/>
                      <a:pt x="1198" y="200"/>
                      <a:pt x="1198" y="200"/>
                    </a:cubicBezTo>
                    <a:cubicBezTo>
                      <a:pt x="1199" y="201"/>
                      <a:pt x="1199" y="201"/>
                      <a:pt x="1199" y="201"/>
                    </a:cubicBezTo>
                    <a:cubicBezTo>
                      <a:pt x="1199" y="202"/>
                      <a:pt x="1199" y="202"/>
                      <a:pt x="1199" y="202"/>
                    </a:cubicBezTo>
                    <a:cubicBezTo>
                      <a:pt x="1201" y="207"/>
                      <a:pt x="1201" y="207"/>
                      <a:pt x="1201" y="207"/>
                    </a:cubicBezTo>
                    <a:cubicBezTo>
                      <a:pt x="1202" y="209"/>
                      <a:pt x="1202" y="209"/>
                      <a:pt x="1202" y="209"/>
                    </a:cubicBezTo>
                    <a:cubicBezTo>
                      <a:pt x="1204" y="207"/>
                      <a:pt x="1204" y="207"/>
                      <a:pt x="1204" y="207"/>
                    </a:cubicBezTo>
                    <a:cubicBezTo>
                      <a:pt x="1204" y="203"/>
                      <a:pt x="1204" y="203"/>
                      <a:pt x="1204" y="203"/>
                    </a:cubicBezTo>
                    <a:cubicBezTo>
                      <a:pt x="1205" y="202"/>
                      <a:pt x="1205" y="202"/>
                      <a:pt x="1205" y="202"/>
                    </a:cubicBezTo>
                    <a:cubicBezTo>
                      <a:pt x="1204" y="200"/>
                      <a:pt x="1204" y="200"/>
                      <a:pt x="1204" y="200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5" y="199"/>
                      <a:pt x="1205" y="199"/>
                      <a:pt x="1205" y="199"/>
                    </a:cubicBezTo>
                    <a:cubicBezTo>
                      <a:pt x="1207" y="197"/>
                      <a:pt x="1207" y="197"/>
                      <a:pt x="1207" y="197"/>
                    </a:cubicBezTo>
                    <a:cubicBezTo>
                      <a:pt x="1207" y="195"/>
                      <a:pt x="1207" y="195"/>
                      <a:pt x="1207" y="195"/>
                    </a:cubicBezTo>
                    <a:cubicBezTo>
                      <a:pt x="1208" y="195"/>
                      <a:pt x="1208" y="195"/>
                      <a:pt x="1208" y="195"/>
                    </a:cubicBezTo>
                    <a:cubicBezTo>
                      <a:pt x="1210" y="193"/>
                      <a:pt x="1210" y="193"/>
                      <a:pt x="1210" y="193"/>
                    </a:cubicBezTo>
                    <a:cubicBezTo>
                      <a:pt x="1211" y="192"/>
                      <a:pt x="1211" y="192"/>
                      <a:pt x="1211" y="192"/>
                    </a:cubicBezTo>
                    <a:cubicBezTo>
                      <a:pt x="1212" y="193"/>
                      <a:pt x="1212" y="193"/>
                      <a:pt x="1212" y="193"/>
                    </a:cubicBezTo>
                    <a:cubicBezTo>
                      <a:pt x="1215" y="192"/>
                      <a:pt x="1215" y="192"/>
                      <a:pt x="1215" y="192"/>
                    </a:cubicBezTo>
                    <a:cubicBezTo>
                      <a:pt x="1216" y="192"/>
                      <a:pt x="1216" y="192"/>
                      <a:pt x="1216" y="192"/>
                    </a:cubicBezTo>
                    <a:cubicBezTo>
                      <a:pt x="1220" y="194"/>
                      <a:pt x="1220" y="194"/>
                      <a:pt x="1220" y="194"/>
                    </a:cubicBezTo>
                    <a:cubicBezTo>
                      <a:pt x="1220" y="195"/>
                      <a:pt x="1220" y="195"/>
                      <a:pt x="1220" y="195"/>
                    </a:cubicBezTo>
                    <a:cubicBezTo>
                      <a:pt x="1222" y="196"/>
                      <a:pt x="1222" y="196"/>
                      <a:pt x="1222" y="196"/>
                    </a:cubicBezTo>
                    <a:cubicBezTo>
                      <a:pt x="1223" y="195"/>
                      <a:pt x="1223" y="195"/>
                      <a:pt x="1223" y="195"/>
                    </a:cubicBezTo>
                    <a:cubicBezTo>
                      <a:pt x="1225" y="199"/>
                      <a:pt x="1225" y="199"/>
                      <a:pt x="1225" y="199"/>
                    </a:cubicBezTo>
                    <a:cubicBezTo>
                      <a:pt x="1226" y="198"/>
                      <a:pt x="1226" y="198"/>
                      <a:pt x="1226" y="198"/>
                    </a:cubicBezTo>
                    <a:cubicBezTo>
                      <a:pt x="1227" y="199"/>
                      <a:pt x="1227" y="199"/>
                      <a:pt x="1227" y="199"/>
                    </a:cubicBezTo>
                    <a:cubicBezTo>
                      <a:pt x="1229" y="199"/>
                      <a:pt x="1229" y="199"/>
                      <a:pt x="1229" y="199"/>
                    </a:cubicBezTo>
                    <a:cubicBezTo>
                      <a:pt x="1231" y="199"/>
                      <a:pt x="1231" y="199"/>
                      <a:pt x="1231" y="199"/>
                    </a:cubicBezTo>
                    <a:cubicBezTo>
                      <a:pt x="1231" y="197"/>
                      <a:pt x="1231" y="197"/>
                      <a:pt x="1231" y="197"/>
                    </a:cubicBezTo>
                    <a:cubicBezTo>
                      <a:pt x="1229" y="195"/>
                      <a:pt x="1229" y="195"/>
                      <a:pt x="1229" y="195"/>
                    </a:cubicBezTo>
                    <a:cubicBezTo>
                      <a:pt x="1230" y="194"/>
                      <a:pt x="1230" y="194"/>
                      <a:pt x="1230" y="194"/>
                    </a:cubicBezTo>
                    <a:cubicBezTo>
                      <a:pt x="1229" y="192"/>
                      <a:pt x="1229" y="192"/>
                      <a:pt x="1229" y="192"/>
                    </a:cubicBezTo>
                    <a:cubicBezTo>
                      <a:pt x="1228" y="192"/>
                      <a:pt x="1228" y="192"/>
                      <a:pt x="1228" y="192"/>
                    </a:cubicBezTo>
                    <a:cubicBezTo>
                      <a:pt x="1228" y="191"/>
                      <a:pt x="1228" y="191"/>
                      <a:pt x="1228" y="191"/>
                    </a:cubicBezTo>
                    <a:cubicBezTo>
                      <a:pt x="1229" y="190"/>
                      <a:pt x="1229" y="190"/>
                      <a:pt x="1229" y="190"/>
                    </a:cubicBezTo>
                    <a:cubicBezTo>
                      <a:pt x="1230" y="187"/>
                      <a:pt x="1230" y="187"/>
                      <a:pt x="1230" y="187"/>
                    </a:cubicBezTo>
                    <a:cubicBezTo>
                      <a:pt x="1231" y="184"/>
                      <a:pt x="1231" y="184"/>
                      <a:pt x="1231" y="184"/>
                    </a:cubicBezTo>
                    <a:cubicBezTo>
                      <a:pt x="1230" y="183"/>
                      <a:pt x="1230" y="183"/>
                      <a:pt x="1230" y="183"/>
                    </a:cubicBezTo>
                    <a:cubicBezTo>
                      <a:pt x="1232" y="181"/>
                      <a:pt x="1232" y="181"/>
                      <a:pt x="1232" y="181"/>
                    </a:cubicBezTo>
                    <a:cubicBezTo>
                      <a:pt x="1231" y="180"/>
                      <a:pt x="1231" y="180"/>
                      <a:pt x="1231" y="180"/>
                    </a:cubicBezTo>
                    <a:cubicBezTo>
                      <a:pt x="1232" y="179"/>
                      <a:pt x="1232" y="179"/>
                      <a:pt x="1232" y="179"/>
                    </a:cubicBezTo>
                    <a:cubicBezTo>
                      <a:pt x="1231" y="176"/>
                      <a:pt x="1231" y="176"/>
                      <a:pt x="1231" y="176"/>
                    </a:cubicBezTo>
                    <a:cubicBezTo>
                      <a:pt x="1230" y="176"/>
                      <a:pt x="1230" y="176"/>
                      <a:pt x="1230" y="176"/>
                    </a:cubicBezTo>
                    <a:cubicBezTo>
                      <a:pt x="1232" y="176"/>
                      <a:pt x="1232" y="176"/>
                      <a:pt x="1232" y="176"/>
                    </a:cubicBezTo>
                    <a:cubicBezTo>
                      <a:pt x="1233" y="173"/>
                      <a:pt x="1233" y="173"/>
                      <a:pt x="1233" y="173"/>
                    </a:cubicBezTo>
                    <a:cubicBezTo>
                      <a:pt x="1231" y="172"/>
                      <a:pt x="1231" y="172"/>
                      <a:pt x="1231" y="172"/>
                    </a:cubicBezTo>
                    <a:cubicBezTo>
                      <a:pt x="1233" y="172"/>
                      <a:pt x="1233" y="172"/>
                      <a:pt x="1233" y="172"/>
                    </a:cubicBezTo>
                    <a:cubicBezTo>
                      <a:pt x="1233" y="170"/>
                      <a:pt x="1233" y="170"/>
                      <a:pt x="1233" y="170"/>
                    </a:cubicBezTo>
                    <a:cubicBezTo>
                      <a:pt x="1232" y="170"/>
                      <a:pt x="1232" y="170"/>
                      <a:pt x="1232" y="170"/>
                    </a:cubicBezTo>
                    <a:cubicBezTo>
                      <a:pt x="1234" y="169"/>
                      <a:pt x="1234" y="169"/>
                      <a:pt x="1234" y="169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3" y="166"/>
                      <a:pt x="1233" y="166"/>
                      <a:pt x="1233" y="166"/>
                    </a:cubicBezTo>
                    <a:cubicBezTo>
                      <a:pt x="1234" y="167"/>
                      <a:pt x="1234" y="167"/>
                      <a:pt x="1234" y="167"/>
                    </a:cubicBezTo>
                    <a:cubicBezTo>
                      <a:pt x="1236" y="164"/>
                      <a:pt x="1236" y="164"/>
                      <a:pt x="1236" y="164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6" y="163"/>
                      <a:pt x="1236" y="163"/>
                      <a:pt x="1236" y="163"/>
                    </a:cubicBezTo>
                    <a:cubicBezTo>
                      <a:pt x="1238" y="161"/>
                      <a:pt x="1238" y="161"/>
                      <a:pt x="1238" y="161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7" y="160"/>
                      <a:pt x="1237" y="160"/>
                      <a:pt x="1237" y="160"/>
                    </a:cubicBezTo>
                    <a:cubicBezTo>
                      <a:pt x="1238" y="160"/>
                      <a:pt x="1238" y="160"/>
                      <a:pt x="1238" y="160"/>
                    </a:cubicBezTo>
                    <a:cubicBezTo>
                      <a:pt x="1240" y="158"/>
                      <a:pt x="1240" y="158"/>
                      <a:pt x="1240" y="158"/>
                    </a:cubicBezTo>
                    <a:cubicBezTo>
                      <a:pt x="1239" y="156"/>
                      <a:pt x="1239" y="156"/>
                      <a:pt x="1239" y="156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40" y="155"/>
                      <a:pt x="1240" y="155"/>
                      <a:pt x="1240" y="155"/>
                    </a:cubicBezTo>
                    <a:cubicBezTo>
                      <a:pt x="1241" y="154"/>
                      <a:pt x="1241" y="154"/>
                      <a:pt x="1241" y="154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3" y="150"/>
                      <a:pt x="1243" y="150"/>
                      <a:pt x="1243" y="150"/>
                    </a:cubicBezTo>
                    <a:cubicBezTo>
                      <a:pt x="1244" y="150"/>
                      <a:pt x="1244" y="150"/>
                      <a:pt x="1244" y="150"/>
                    </a:cubicBezTo>
                    <a:cubicBezTo>
                      <a:pt x="1247" y="147"/>
                      <a:pt x="1247" y="147"/>
                      <a:pt x="1247" y="147"/>
                    </a:cubicBezTo>
                    <a:cubicBezTo>
                      <a:pt x="1246" y="146"/>
                      <a:pt x="1246" y="146"/>
                      <a:pt x="1246" y="146"/>
                    </a:cubicBezTo>
                    <a:cubicBezTo>
                      <a:pt x="1247" y="146"/>
                      <a:pt x="1247" y="146"/>
                      <a:pt x="1247" y="146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0" y="145"/>
                      <a:pt x="1250" y="145"/>
                      <a:pt x="1250" y="145"/>
                    </a:cubicBezTo>
                    <a:cubicBezTo>
                      <a:pt x="1252" y="145"/>
                      <a:pt x="1252" y="145"/>
                      <a:pt x="1252" y="145"/>
                    </a:cubicBezTo>
                    <a:cubicBezTo>
                      <a:pt x="1253" y="145"/>
                      <a:pt x="1253" y="145"/>
                      <a:pt x="1253" y="145"/>
                    </a:cubicBezTo>
                    <a:cubicBezTo>
                      <a:pt x="1254" y="146"/>
                      <a:pt x="1254" y="146"/>
                      <a:pt x="1254" y="146"/>
                    </a:cubicBezTo>
                    <a:cubicBezTo>
                      <a:pt x="1260" y="146"/>
                      <a:pt x="1260" y="146"/>
                      <a:pt x="1260" y="146"/>
                    </a:cubicBezTo>
                    <a:cubicBezTo>
                      <a:pt x="1261" y="147"/>
                      <a:pt x="1261" y="147"/>
                      <a:pt x="1261" y="147"/>
                    </a:cubicBezTo>
                    <a:cubicBezTo>
                      <a:pt x="1262" y="146"/>
                      <a:pt x="1262" y="146"/>
                      <a:pt x="1262" y="146"/>
                    </a:cubicBezTo>
                    <a:cubicBezTo>
                      <a:pt x="1261" y="143"/>
                      <a:pt x="1261" y="143"/>
                      <a:pt x="1261" y="143"/>
                    </a:cubicBezTo>
                    <a:cubicBezTo>
                      <a:pt x="1260" y="143"/>
                      <a:pt x="1260" y="143"/>
                      <a:pt x="1260" y="143"/>
                    </a:cubicBezTo>
                    <a:cubicBezTo>
                      <a:pt x="1261" y="142"/>
                      <a:pt x="1261" y="142"/>
                      <a:pt x="1261" y="142"/>
                    </a:cubicBezTo>
                    <a:cubicBezTo>
                      <a:pt x="1261" y="137"/>
                      <a:pt x="1261" y="137"/>
                      <a:pt x="1261" y="137"/>
                    </a:cubicBezTo>
                    <a:cubicBezTo>
                      <a:pt x="1259" y="134"/>
                      <a:pt x="1259" y="134"/>
                      <a:pt x="1259" y="134"/>
                    </a:cubicBezTo>
                    <a:cubicBezTo>
                      <a:pt x="1257" y="134"/>
                      <a:pt x="1257" y="134"/>
                      <a:pt x="1257" y="134"/>
                    </a:cubicBezTo>
                    <a:cubicBezTo>
                      <a:pt x="1255" y="132"/>
                      <a:pt x="1255" y="132"/>
                      <a:pt x="1255" y="132"/>
                    </a:cubicBezTo>
                    <a:cubicBezTo>
                      <a:pt x="1257" y="130"/>
                      <a:pt x="1257" y="130"/>
                      <a:pt x="1257" y="130"/>
                    </a:cubicBezTo>
                    <a:cubicBezTo>
                      <a:pt x="1254" y="128"/>
                      <a:pt x="1254" y="128"/>
                      <a:pt x="1254" y="128"/>
                    </a:cubicBezTo>
                    <a:cubicBezTo>
                      <a:pt x="1251" y="127"/>
                      <a:pt x="1251" y="127"/>
                      <a:pt x="1251" y="127"/>
                    </a:cubicBezTo>
                    <a:cubicBezTo>
                      <a:pt x="1248" y="125"/>
                      <a:pt x="1248" y="125"/>
                      <a:pt x="1248" y="125"/>
                    </a:cubicBezTo>
                    <a:cubicBezTo>
                      <a:pt x="1246" y="122"/>
                      <a:pt x="1246" y="122"/>
                      <a:pt x="1246" y="122"/>
                    </a:cubicBezTo>
                    <a:cubicBezTo>
                      <a:pt x="1245" y="123"/>
                      <a:pt x="1245" y="123"/>
                      <a:pt x="1245" y="123"/>
                    </a:cubicBezTo>
                    <a:cubicBezTo>
                      <a:pt x="1242" y="118"/>
                      <a:pt x="1242" y="118"/>
                      <a:pt x="1242" y="118"/>
                    </a:cubicBezTo>
                    <a:cubicBezTo>
                      <a:pt x="1239" y="115"/>
                      <a:pt x="1239" y="115"/>
                      <a:pt x="1239" y="115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9" y="119"/>
                      <a:pt x="1239" y="119"/>
                      <a:pt x="1239" y="119"/>
                    </a:cubicBezTo>
                    <a:cubicBezTo>
                      <a:pt x="1238" y="119"/>
                      <a:pt x="1238" y="119"/>
                      <a:pt x="1238" y="119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6" y="116"/>
                      <a:pt x="1236" y="116"/>
                      <a:pt x="1236" y="116"/>
                    </a:cubicBezTo>
                    <a:cubicBezTo>
                      <a:pt x="1238" y="116"/>
                      <a:pt x="1238" y="116"/>
                      <a:pt x="1238" y="116"/>
                    </a:cubicBezTo>
                    <a:cubicBezTo>
                      <a:pt x="1237" y="114"/>
                      <a:pt x="1237" y="114"/>
                      <a:pt x="1237" y="114"/>
                    </a:cubicBezTo>
                    <a:cubicBezTo>
                      <a:pt x="1233" y="111"/>
                      <a:pt x="1233" y="111"/>
                      <a:pt x="1233" y="111"/>
                    </a:cubicBezTo>
                    <a:cubicBezTo>
                      <a:pt x="1231" y="110"/>
                      <a:pt x="1231" y="110"/>
                      <a:pt x="1231" y="110"/>
                    </a:cubicBezTo>
                    <a:cubicBezTo>
                      <a:pt x="1232" y="112"/>
                      <a:pt x="1232" y="112"/>
                      <a:pt x="1232" y="112"/>
                    </a:cubicBezTo>
                    <a:cubicBezTo>
                      <a:pt x="1231" y="113"/>
                      <a:pt x="1231" y="113"/>
                      <a:pt x="1231" y="113"/>
                    </a:cubicBezTo>
                    <a:cubicBezTo>
                      <a:pt x="1230" y="113"/>
                      <a:pt x="1230" y="113"/>
                      <a:pt x="1230" y="113"/>
                    </a:cubicBezTo>
                    <a:cubicBezTo>
                      <a:pt x="1228" y="111"/>
                      <a:pt x="1228" y="111"/>
                      <a:pt x="1228" y="111"/>
                    </a:cubicBezTo>
                    <a:cubicBezTo>
                      <a:pt x="1226" y="111"/>
                      <a:pt x="1226" y="111"/>
                      <a:pt x="1226" y="111"/>
                    </a:cubicBezTo>
                    <a:cubicBezTo>
                      <a:pt x="1225" y="108"/>
                      <a:pt x="1225" y="108"/>
                      <a:pt x="1225" y="108"/>
                    </a:cubicBezTo>
                    <a:cubicBezTo>
                      <a:pt x="1225" y="107"/>
                      <a:pt x="1225" y="107"/>
                      <a:pt x="1225" y="107"/>
                    </a:cubicBezTo>
                    <a:cubicBezTo>
                      <a:pt x="1226" y="108"/>
                      <a:pt x="1226" y="108"/>
                      <a:pt x="1226" y="108"/>
                    </a:cubicBezTo>
                    <a:cubicBezTo>
                      <a:pt x="1227" y="107"/>
                      <a:pt x="1227" y="107"/>
                      <a:pt x="1227" y="107"/>
                    </a:cubicBezTo>
                    <a:cubicBezTo>
                      <a:pt x="1228" y="108"/>
                      <a:pt x="1228" y="108"/>
                      <a:pt x="1228" y="108"/>
                    </a:cubicBezTo>
                    <a:cubicBezTo>
                      <a:pt x="1231" y="105"/>
                      <a:pt x="1231" y="105"/>
                      <a:pt x="1231" y="105"/>
                    </a:cubicBezTo>
                    <a:cubicBezTo>
                      <a:pt x="1231" y="108"/>
                      <a:pt x="1231" y="108"/>
                      <a:pt x="1231" y="108"/>
                    </a:cubicBezTo>
                    <a:cubicBezTo>
                      <a:pt x="1233" y="106"/>
                      <a:pt x="1233" y="106"/>
                      <a:pt x="1233" y="106"/>
                    </a:cubicBezTo>
                    <a:cubicBezTo>
                      <a:pt x="1233" y="104"/>
                      <a:pt x="1233" y="104"/>
                      <a:pt x="1233" y="104"/>
                    </a:cubicBezTo>
                    <a:cubicBezTo>
                      <a:pt x="1235" y="101"/>
                      <a:pt x="1235" y="101"/>
                      <a:pt x="1235" y="101"/>
                    </a:cubicBezTo>
                    <a:cubicBezTo>
                      <a:pt x="1235" y="100"/>
                      <a:pt x="1235" y="100"/>
                      <a:pt x="1235" y="100"/>
                    </a:cubicBezTo>
                    <a:cubicBezTo>
                      <a:pt x="1235" y="98"/>
                      <a:pt x="1235" y="98"/>
                      <a:pt x="1235" y="98"/>
                    </a:cubicBezTo>
                    <a:cubicBezTo>
                      <a:pt x="1234" y="95"/>
                      <a:pt x="1234" y="95"/>
                      <a:pt x="1234" y="95"/>
                    </a:cubicBezTo>
                    <a:cubicBezTo>
                      <a:pt x="1235" y="90"/>
                      <a:pt x="1235" y="90"/>
                      <a:pt x="1235" y="90"/>
                    </a:cubicBezTo>
                    <a:cubicBezTo>
                      <a:pt x="1235" y="87"/>
                      <a:pt x="1235" y="87"/>
                      <a:pt x="1235" y="87"/>
                    </a:cubicBezTo>
                    <a:cubicBezTo>
                      <a:pt x="1234" y="85"/>
                      <a:pt x="1234" y="85"/>
                      <a:pt x="1234" y="85"/>
                    </a:cubicBezTo>
                    <a:cubicBezTo>
                      <a:pt x="1233" y="84"/>
                      <a:pt x="1233" y="84"/>
                      <a:pt x="1233" y="84"/>
                    </a:cubicBezTo>
                    <a:cubicBezTo>
                      <a:pt x="1232" y="83"/>
                      <a:pt x="1232" y="83"/>
                      <a:pt x="1232" y="83"/>
                    </a:cubicBezTo>
                    <a:cubicBezTo>
                      <a:pt x="1233" y="82"/>
                      <a:pt x="1233" y="82"/>
                      <a:pt x="1233" y="82"/>
                    </a:cubicBezTo>
                    <a:cubicBezTo>
                      <a:pt x="1232" y="79"/>
                      <a:pt x="1232" y="79"/>
                      <a:pt x="1232" y="79"/>
                    </a:cubicBezTo>
                    <a:cubicBezTo>
                      <a:pt x="1230" y="78"/>
                      <a:pt x="1230" y="78"/>
                      <a:pt x="1230" y="78"/>
                    </a:cubicBezTo>
                    <a:cubicBezTo>
                      <a:pt x="1228" y="79"/>
                      <a:pt x="1228" y="79"/>
                      <a:pt x="1228" y="79"/>
                    </a:cubicBezTo>
                    <a:cubicBezTo>
                      <a:pt x="1225" y="78"/>
                      <a:pt x="1225" y="78"/>
                      <a:pt x="1225" y="78"/>
                    </a:cubicBezTo>
                    <a:cubicBezTo>
                      <a:pt x="1221" y="74"/>
                      <a:pt x="1221" y="74"/>
                      <a:pt x="1221" y="74"/>
                    </a:cubicBezTo>
                    <a:cubicBezTo>
                      <a:pt x="1221" y="73"/>
                      <a:pt x="1221" y="73"/>
                      <a:pt x="1221" y="73"/>
                    </a:cubicBezTo>
                    <a:cubicBezTo>
                      <a:pt x="1223" y="73"/>
                      <a:pt x="1223" y="73"/>
                      <a:pt x="1223" y="73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3" y="70"/>
                      <a:pt x="1223" y="70"/>
                      <a:pt x="1223" y="70"/>
                    </a:cubicBezTo>
                    <a:cubicBezTo>
                      <a:pt x="1224" y="71"/>
                      <a:pt x="1224" y="71"/>
                      <a:pt x="1224" y="71"/>
                    </a:cubicBezTo>
                    <a:cubicBezTo>
                      <a:pt x="1225" y="69"/>
                      <a:pt x="1225" y="69"/>
                      <a:pt x="1225" y="69"/>
                    </a:cubicBezTo>
                    <a:cubicBezTo>
                      <a:pt x="1224" y="67"/>
                      <a:pt x="1224" y="67"/>
                      <a:pt x="1224" y="67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4" y="66"/>
                      <a:pt x="1224" y="66"/>
                      <a:pt x="1224" y="66"/>
                    </a:cubicBezTo>
                    <a:cubicBezTo>
                      <a:pt x="1225" y="67"/>
                      <a:pt x="1225" y="67"/>
                      <a:pt x="1225" y="67"/>
                    </a:cubicBezTo>
                    <a:cubicBezTo>
                      <a:pt x="1226" y="67"/>
                      <a:pt x="1226" y="67"/>
                      <a:pt x="1226" y="67"/>
                    </a:cubicBezTo>
                    <a:cubicBezTo>
                      <a:pt x="1226" y="71"/>
                      <a:pt x="1226" y="71"/>
                      <a:pt x="1226" y="71"/>
                    </a:cubicBezTo>
                    <a:cubicBezTo>
                      <a:pt x="1226" y="72"/>
                      <a:pt x="1226" y="72"/>
                      <a:pt x="1226" y="72"/>
                    </a:cubicBezTo>
                    <a:cubicBezTo>
                      <a:pt x="1230" y="75"/>
                      <a:pt x="1230" y="75"/>
                      <a:pt x="1230" y="75"/>
                    </a:cubicBezTo>
                    <a:cubicBezTo>
                      <a:pt x="1232" y="74"/>
                      <a:pt x="1232" y="74"/>
                      <a:pt x="1232" y="74"/>
                    </a:cubicBezTo>
                    <a:cubicBezTo>
                      <a:pt x="1233" y="75"/>
                      <a:pt x="1233" y="75"/>
                      <a:pt x="1233" y="75"/>
                    </a:cubicBezTo>
                    <a:cubicBezTo>
                      <a:pt x="1233" y="77"/>
                      <a:pt x="1233" y="77"/>
                      <a:pt x="1233" y="77"/>
                    </a:cubicBezTo>
                    <a:cubicBezTo>
                      <a:pt x="1235" y="77"/>
                      <a:pt x="1235" y="77"/>
                      <a:pt x="1235" y="77"/>
                    </a:cubicBezTo>
                    <a:cubicBezTo>
                      <a:pt x="1238" y="73"/>
                      <a:pt x="1238" y="73"/>
                      <a:pt x="1238" y="73"/>
                    </a:cubicBezTo>
                    <a:cubicBezTo>
                      <a:pt x="1239" y="71"/>
                      <a:pt x="1239" y="71"/>
                      <a:pt x="1239" y="71"/>
                    </a:cubicBezTo>
                    <a:cubicBezTo>
                      <a:pt x="1238" y="70"/>
                      <a:pt x="1238" y="70"/>
                      <a:pt x="1238" y="70"/>
                    </a:cubicBezTo>
                    <a:cubicBezTo>
                      <a:pt x="1238" y="69"/>
                      <a:pt x="1238" y="69"/>
                      <a:pt x="1238" y="69"/>
                    </a:cubicBezTo>
                    <a:cubicBezTo>
                      <a:pt x="1239" y="69"/>
                      <a:pt x="1239" y="69"/>
                      <a:pt x="1239" y="69"/>
                    </a:cubicBezTo>
                    <a:cubicBezTo>
                      <a:pt x="1241" y="68"/>
                      <a:pt x="1241" y="68"/>
                      <a:pt x="1241" y="68"/>
                    </a:cubicBezTo>
                    <a:cubicBezTo>
                      <a:pt x="1243" y="67"/>
                      <a:pt x="1243" y="67"/>
                      <a:pt x="1243" y="67"/>
                    </a:cubicBezTo>
                    <a:cubicBezTo>
                      <a:pt x="1244" y="66"/>
                      <a:pt x="1244" y="66"/>
                      <a:pt x="1244" y="66"/>
                    </a:cubicBezTo>
                    <a:cubicBezTo>
                      <a:pt x="1245" y="66"/>
                      <a:pt x="1245" y="66"/>
                      <a:pt x="1245" y="66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5" y="67"/>
                      <a:pt x="1245" y="67"/>
                      <a:pt x="1245" y="67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49" y="70"/>
                      <a:pt x="1249" y="70"/>
                      <a:pt x="1249" y="70"/>
                    </a:cubicBezTo>
                    <a:cubicBezTo>
                      <a:pt x="1250" y="72"/>
                      <a:pt x="1250" y="72"/>
                      <a:pt x="1250" y="72"/>
                    </a:cubicBezTo>
                    <a:cubicBezTo>
                      <a:pt x="1250" y="73"/>
                      <a:pt x="1250" y="73"/>
                      <a:pt x="1250" y="73"/>
                    </a:cubicBezTo>
                    <a:cubicBezTo>
                      <a:pt x="1251" y="74"/>
                      <a:pt x="1251" y="74"/>
                      <a:pt x="1251" y="74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3"/>
                      <a:pt x="1254" y="73"/>
                      <a:pt x="1254" y="73"/>
                    </a:cubicBezTo>
                    <a:cubicBezTo>
                      <a:pt x="1254" y="74"/>
                      <a:pt x="1254" y="74"/>
                      <a:pt x="1254" y="74"/>
                    </a:cubicBezTo>
                    <a:cubicBezTo>
                      <a:pt x="1256" y="74"/>
                      <a:pt x="1256" y="74"/>
                      <a:pt x="1256" y="74"/>
                    </a:cubicBezTo>
                    <a:cubicBezTo>
                      <a:pt x="1257" y="72"/>
                      <a:pt x="1257" y="72"/>
                      <a:pt x="1257" y="72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57" y="71"/>
                      <a:pt x="1257" y="71"/>
                      <a:pt x="1257" y="71"/>
                    </a:cubicBezTo>
                    <a:cubicBezTo>
                      <a:pt x="1260" y="71"/>
                      <a:pt x="1260" y="71"/>
                      <a:pt x="1260" y="71"/>
                    </a:cubicBezTo>
                    <a:cubicBezTo>
                      <a:pt x="1261" y="71"/>
                      <a:pt x="1261" y="71"/>
                      <a:pt x="1261" y="71"/>
                    </a:cubicBezTo>
                    <a:cubicBezTo>
                      <a:pt x="1264" y="71"/>
                      <a:pt x="1264" y="71"/>
                      <a:pt x="1264" y="71"/>
                    </a:cubicBezTo>
                    <a:cubicBezTo>
                      <a:pt x="1265" y="72"/>
                      <a:pt x="1265" y="72"/>
                      <a:pt x="1265" y="72"/>
                    </a:cubicBezTo>
                    <a:cubicBezTo>
                      <a:pt x="1266" y="71"/>
                      <a:pt x="1266" y="71"/>
                      <a:pt x="1266" y="71"/>
                    </a:cubicBezTo>
                    <a:cubicBezTo>
                      <a:pt x="1266" y="72"/>
                      <a:pt x="1266" y="72"/>
                      <a:pt x="1266" y="72"/>
                    </a:cubicBezTo>
                    <a:cubicBezTo>
                      <a:pt x="1268" y="72"/>
                      <a:pt x="1268" y="72"/>
                      <a:pt x="1268" y="72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69" y="71"/>
                      <a:pt x="1269" y="71"/>
                      <a:pt x="1269" y="71"/>
                    </a:cubicBezTo>
                    <a:cubicBezTo>
                      <a:pt x="1270" y="71"/>
                      <a:pt x="1270" y="71"/>
                      <a:pt x="1270" y="71"/>
                    </a:cubicBezTo>
                    <a:cubicBezTo>
                      <a:pt x="1273" y="70"/>
                      <a:pt x="1273" y="70"/>
                      <a:pt x="1273" y="70"/>
                    </a:cubicBezTo>
                    <a:cubicBezTo>
                      <a:pt x="1273" y="68"/>
                      <a:pt x="1273" y="68"/>
                      <a:pt x="1273" y="68"/>
                    </a:cubicBezTo>
                    <a:cubicBezTo>
                      <a:pt x="1271" y="66"/>
                      <a:pt x="1271" y="66"/>
                      <a:pt x="1271" y="66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69" y="66"/>
                      <a:pt x="1269" y="66"/>
                      <a:pt x="1269" y="66"/>
                    </a:cubicBezTo>
                    <a:cubicBezTo>
                      <a:pt x="1269" y="65"/>
                      <a:pt x="1269" y="65"/>
                      <a:pt x="1269" y="65"/>
                    </a:cubicBezTo>
                    <a:cubicBezTo>
                      <a:pt x="1270" y="66"/>
                      <a:pt x="1270" y="66"/>
                      <a:pt x="1270" y="66"/>
                    </a:cubicBezTo>
                    <a:cubicBezTo>
                      <a:pt x="1272" y="65"/>
                      <a:pt x="1272" y="65"/>
                      <a:pt x="1272" y="65"/>
                    </a:cubicBezTo>
                    <a:cubicBezTo>
                      <a:pt x="1272" y="63"/>
                      <a:pt x="1272" y="63"/>
                      <a:pt x="1272" y="63"/>
                    </a:cubicBezTo>
                    <a:cubicBezTo>
                      <a:pt x="1270" y="62"/>
                      <a:pt x="1270" y="62"/>
                      <a:pt x="1270" y="62"/>
                    </a:cubicBezTo>
                    <a:cubicBezTo>
                      <a:pt x="1269" y="62"/>
                      <a:pt x="1269" y="62"/>
                      <a:pt x="1269" y="62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8" y="63"/>
                      <a:pt x="1268" y="63"/>
                      <a:pt x="1268" y="63"/>
                    </a:cubicBezTo>
                    <a:cubicBezTo>
                      <a:pt x="1266" y="63"/>
                      <a:pt x="1266" y="63"/>
                      <a:pt x="1266" y="63"/>
                    </a:cubicBezTo>
                    <a:cubicBezTo>
                      <a:pt x="1267" y="62"/>
                      <a:pt x="1267" y="62"/>
                      <a:pt x="1267" y="62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60"/>
                      <a:pt x="1265" y="60"/>
                      <a:pt x="1265" y="60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5" y="57"/>
                      <a:pt x="1265" y="57"/>
                      <a:pt x="1265" y="57"/>
                    </a:cubicBezTo>
                    <a:cubicBezTo>
                      <a:pt x="1266" y="56"/>
                      <a:pt x="1266" y="56"/>
                      <a:pt x="1266" y="56"/>
                    </a:cubicBezTo>
                    <a:cubicBezTo>
                      <a:pt x="1265" y="54"/>
                      <a:pt x="1265" y="54"/>
                      <a:pt x="1265" y="54"/>
                    </a:cubicBezTo>
                    <a:cubicBezTo>
                      <a:pt x="1265" y="53"/>
                      <a:pt x="1265" y="53"/>
                      <a:pt x="1265" y="53"/>
                    </a:cubicBezTo>
                    <a:cubicBezTo>
                      <a:pt x="1263" y="51"/>
                      <a:pt x="1263" y="51"/>
                      <a:pt x="1263" y="51"/>
                    </a:cubicBezTo>
                    <a:cubicBezTo>
                      <a:pt x="1260" y="51"/>
                      <a:pt x="1260" y="51"/>
                      <a:pt x="1260" y="51"/>
                    </a:cubicBezTo>
                    <a:cubicBezTo>
                      <a:pt x="1261" y="50"/>
                      <a:pt x="1261" y="50"/>
                      <a:pt x="1261" y="50"/>
                    </a:cubicBezTo>
                    <a:cubicBezTo>
                      <a:pt x="1259" y="48"/>
                      <a:pt x="1259" y="48"/>
                      <a:pt x="1259" y="48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58" y="46"/>
                      <a:pt x="1258" y="46"/>
                      <a:pt x="1258" y="46"/>
                    </a:cubicBezTo>
                    <a:cubicBezTo>
                      <a:pt x="1257" y="47"/>
                      <a:pt x="1257" y="47"/>
                      <a:pt x="1257" y="47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6" y="46"/>
                      <a:pt x="1256" y="46"/>
                      <a:pt x="1256" y="46"/>
                    </a:cubicBezTo>
                    <a:cubicBezTo>
                      <a:pt x="1257" y="46"/>
                      <a:pt x="1257" y="46"/>
                      <a:pt x="1257" y="46"/>
                    </a:cubicBezTo>
                    <a:cubicBezTo>
                      <a:pt x="1258" y="45"/>
                      <a:pt x="1258" y="45"/>
                      <a:pt x="1258" y="45"/>
                    </a:cubicBezTo>
                    <a:cubicBezTo>
                      <a:pt x="1259" y="46"/>
                      <a:pt x="1259" y="46"/>
                      <a:pt x="1259" y="46"/>
                    </a:cubicBezTo>
                    <a:cubicBezTo>
                      <a:pt x="1261" y="43"/>
                      <a:pt x="1261" y="43"/>
                      <a:pt x="1261" y="43"/>
                    </a:cubicBezTo>
                    <a:cubicBezTo>
                      <a:pt x="1262" y="43"/>
                      <a:pt x="1262" y="43"/>
                      <a:pt x="1262" y="43"/>
                    </a:cubicBezTo>
                    <a:cubicBezTo>
                      <a:pt x="1263" y="41"/>
                      <a:pt x="1263" y="41"/>
                      <a:pt x="1263" y="41"/>
                    </a:cubicBezTo>
                    <a:cubicBezTo>
                      <a:pt x="1262" y="39"/>
                      <a:pt x="1262" y="39"/>
                      <a:pt x="1262" y="39"/>
                    </a:cubicBezTo>
                    <a:cubicBezTo>
                      <a:pt x="1263" y="39"/>
                      <a:pt x="1263" y="39"/>
                      <a:pt x="1263" y="39"/>
                    </a:cubicBezTo>
                    <a:cubicBezTo>
                      <a:pt x="1264" y="38"/>
                      <a:pt x="1264" y="38"/>
                      <a:pt x="1264" y="38"/>
                    </a:cubicBezTo>
                    <a:cubicBezTo>
                      <a:pt x="1264" y="36"/>
                      <a:pt x="1264" y="36"/>
                      <a:pt x="1264" y="36"/>
                    </a:cubicBezTo>
                    <a:cubicBezTo>
                      <a:pt x="1262" y="35"/>
                      <a:pt x="1262" y="35"/>
                      <a:pt x="1262" y="35"/>
                    </a:cubicBezTo>
                    <a:cubicBezTo>
                      <a:pt x="1261" y="33"/>
                      <a:pt x="1261" y="33"/>
                      <a:pt x="1261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3"/>
                      <a:pt x="1260" y="33"/>
                      <a:pt x="1260" y="33"/>
                    </a:cubicBezTo>
                    <a:cubicBezTo>
                      <a:pt x="1260" y="31"/>
                      <a:pt x="1260" y="31"/>
                      <a:pt x="1260" y="31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59" y="27"/>
                      <a:pt x="1259" y="27"/>
                      <a:pt x="1259" y="27"/>
                    </a:cubicBezTo>
                    <a:cubicBezTo>
                      <a:pt x="1260" y="26"/>
                      <a:pt x="1260" y="26"/>
                      <a:pt x="1260" y="26"/>
                    </a:cubicBezTo>
                    <a:cubicBezTo>
                      <a:pt x="1260" y="24"/>
                      <a:pt x="1260" y="24"/>
                      <a:pt x="1260" y="24"/>
                    </a:cubicBezTo>
                    <a:cubicBezTo>
                      <a:pt x="1258" y="23"/>
                      <a:pt x="1258" y="23"/>
                      <a:pt x="1258" y="23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5"/>
                      <a:pt x="1256" y="25"/>
                      <a:pt x="1256" y="25"/>
                    </a:cubicBezTo>
                    <a:cubicBezTo>
                      <a:pt x="1256" y="24"/>
                      <a:pt x="1256" y="24"/>
                      <a:pt x="1256" y="24"/>
                    </a:cubicBezTo>
                    <a:cubicBezTo>
                      <a:pt x="1254" y="24"/>
                      <a:pt x="1254" y="24"/>
                      <a:pt x="1254" y="24"/>
                    </a:cubicBezTo>
                    <a:cubicBezTo>
                      <a:pt x="1254" y="23"/>
                      <a:pt x="1254" y="23"/>
                      <a:pt x="1254" y="23"/>
                    </a:cubicBezTo>
                    <a:cubicBezTo>
                      <a:pt x="1248" y="22"/>
                      <a:pt x="1248" y="22"/>
                      <a:pt x="1248" y="22"/>
                    </a:cubicBezTo>
                    <a:cubicBezTo>
                      <a:pt x="1247" y="23"/>
                      <a:pt x="1247" y="23"/>
                      <a:pt x="1247" y="23"/>
                    </a:cubicBezTo>
                    <a:cubicBezTo>
                      <a:pt x="1245" y="22"/>
                      <a:pt x="1245" y="22"/>
                      <a:pt x="1245" y="22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4" y="21"/>
                      <a:pt x="1244" y="21"/>
                      <a:pt x="1244" y="21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2" y="20"/>
                      <a:pt x="1242" y="20"/>
                      <a:pt x="1242" y="20"/>
                    </a:cubicBezTo>
                    <a:cubicBezTo>
                      <a:pt x="1241" y="20"/>
                      <a:pt x="1241" y="20"/>
                      <a:pt x="1241" y="20"/>
                    </a:cubicBezTo>
                    <a:cubicBezTo>
                      <a:pt x="1239" y="19"/>
                      <a:pt x="1239" y="19"/>
                      <a:pt x="1239" y="19"/>
                    </a:cubicBezTo>
                    <a:cubicBezTo>
                      <a:pt x="1238" y="22"/>
                      <a:pt x="1238" y="22"/>
                      <a:pt x="1238" y="22"/>
                    </a:cubicBezTo>
                    <a:cubicBezTo>
                      <a:pt x="1237" y="22"/>
                      <a:pt x="1237" y="22"/>
                      <a:pt x="1237" y="22"/>
                    </a:cubicBezTo>
                    <a:cubicBezTo>
                      <a:pt x="1236" y="22"/>
                      <a:pt x="1236" y="22"/>
                      <a:pt x="1236" y="22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2" y="24"/>
                      <a:pt x="1232" y="24"/>
                      <a:pt x="1232" y="24"/>
                    </a:cubicBezTo>
                    <a:cubicBezTo>
                      <a:pt x="1230" y="27"/>
                      <a:pt x="1230" y="27"/>
                      <a:pt x="1230" y="27"/>
                    </a:cubicBezTo>
                    <a:cubicBezTo>
                      <a:pt x="1229" y="29"/>
                      <a:pt x="1229" y="29"/>
                      <a:pt x="1229" y="29"/>
                    </a:cubicBezTo>
                    <a:cubicBezTo>
                      <a:pt x="1227" y="31"/>
                      <a:pt x="1227" y="31"/>
                      <a:pt x="1227" y="31"/>
                    </a:cubicBezTo>
                    <a:cubicBezTo>
                      <a:pt x="1228" y="33"/>
                      <a:pt x="1228" y="33"/>
                      <a:pt x="1228" y="33"/>
                    </a:cubicBezTo>
                    <a:cubicBezTo>
                      <a:pt x="1230" y="31"/>
                      <a:pt x="1230" y="31"/>
                      <a:pt x="1230" y="31"/>
                    </a:cubicBezTo>
                    <a:cubicBezTo>
                      <a:pt x="1231" y="31"/>
                      <a:pt x="1231" y="31"/>
                      <a:pt x="1231" y="31"/>
                    </a:cubicBezTo>
                    <a:cubicBezTo>
                      <a:pt x="1231" y="32"/>
                      <a:pt x="1231" y="32"/>
                      <a:pt x="1231" y="32"/>
                    </a:cubicBezTo>
                    <a:cubicBezTo>
                      <a:pt x="1233" y="33"/>
                      <a:pt x="1233" y="33"/>
                      <a:pt x="1233" y="33"/>
                    </a:cubicBezTo>
                    <a:cubicBezTo>
                      <a:pt x="1235" y="35"/>
                      <a:pt x="1235" y="35"/>
                      <a:pt x="1235" y="35"/>
                    </a:cubicBezTo>
                    <a:cubicBezTo>
                      <a:pt x="1236" y="36"/>
                      <a:pt x="1236" y="36"/>
                      <a:pt x="1236" y="36"/>
                    </a:cubicBezTo>
                    <a:cubicBezTo>
                      <a:pt x="1235" y="37"/>
                      <a:pt x="1235" y="37"/>
                      <a:pt x="1235" y="37"/>
                    </a:cubicBezTo>
                    <a:cubicBezTo>
                      <a:pt x="1235" y="39"/>
                      <a:pt x="1235" y="39"/>
                      <a:pt x="1235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8" y="39"/>
                      <a:pt x="1238" y="39"/>
                      <a:pt x="1238" y="39"/>
                    </a:cubicBezTo>
                    <a:cubicBezTo>
                      <a:pt x="1237" y="40"/>
                      <a:pt x="1237" y="40"/>
                      <a:pt x="1237" y="40"/>
                    </a:cubicBezTo>
                    <a:cubicBezTo>
                      <a:pt x="1237" y="42"/>
                      <a:pt x="1237" y="42"/>
                      <a:pt x="1237" y="42"/>
                    </a:cubicBezTo>
                    <a:cubicBezTo>
                      <a:pt x="1236" y="40"/>
                      <a:pt x="1236" y="40"/>
                      <a:pt x="1236" y="40"/>
                    </a:cubicBezTo>
                    <a:cubicBezTo>
                      <a:pt x="1234" y="40"/>
                      <a:pt x="1234" y="40"/>
                      <a:pt x="1234" y="40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1"/>
                      <a:pt x="1232" y="41"/>
                      <a:pt x="1232" y="41"/>
                    </a:cubicBezTo>
                    <a:cubicBezTo>
                      <a:pt x="1232" y="40"/>
                      <a:pt x="1232" y="40"/>
                      <a:pt x="1232" y="40"/>
                    </a:cubicBezTo>
                    <a:cubicBezTo>
                      <a:pt x="1232" y="39"/>
                      <a:pt x="1232" y="39"/>
                      <a:pt x="1232" y="39"/>
                    </a:cubicBezTo>
                    <a:cubicBezTo>
                      <a:pt x="1231" y="37"/>
                      <a:pt x="1231" y="37"/>
                      <a:pt x="1231" y="37"/>
                    </a:cubicBezTo>
                    <a:cubicBezTo>
                      <a:pt x="1230" y="36"/>
                      <a:pt x="1230" y="36"/>
                      <a:pt x="1230" y="36"/>
                    </a:cubicBezTo>
                    <a:cubicBezTo>
                      <a:pt x="1229" y="34"/>
                      <a:pt x="1229" y="34"/>
                      <a:pt x="1229" y="34"/>
                    </a:cubicBezTo>
                    <a:cubicBezTo>
                      <a:pt x="1227" y="33"/>
                      <a:pt x="1227" y="33"/>
                      <a:pt x="1227" y="33"/>
                    </a:cubicBezTo>
                    <a:cubicBezTo>
                      <a:pt x="1224" y="29"/>
                      <a:pt x="1224" y="29"/>
                      <a:pt x="1224" y="29"/>
                    </a:cubicBezTo>
                    <a:cubicBezTo>
                      <a:pt x="1223" y="28"/>
                      <a:pt x="1223" y="28"/>
                      <a:pt x="1223" y="28"/>
                    </a:cubicBezTo>
                    <a:cubicBezTo>
                      <a:pt x="1223" y="27"/>
                      <a:pt x="1223" y="27"/>
                      <a:pt x="1223" y="27"/>
                    </a:cubicBezTo>
                    <a:cubicBezTo>
                      <a:pt x="1222" y="26"/>
                      <a:pt x="1222" y="26"/>
                      <a:pt x="1222" y="26"/>
                    </a:cubicBezTo>
                    <a:cubicBezTo>
                      <a:pt x="1219" y="25"/>
                      <a:pt x="1219" y="25"/>
                      <a:pt x="1219" y="25"/>
                    </a:cubicBezTo>
                    <a:cubicBezTo>
                      <a:pt x="1217" y="24"/>
                      <a:pt x="1217" y="24"/>
                      <a:pt x="1217" y="24"/>
                    </a:cubicBezTo>
                    <a:cubicBezTo>
                      <a:pt x="1214" y="23"/>
                      <a:pt x="1214" y="23"/>
                      <a:pt x="1214" y="23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2" y="24"/>
                      <a:pt x="1212" y="24"/>
                      <a:pt x="1212" y="24"/>
                    </a:cubicBezTo>
                    <a:cubicBezTo>
                      <a:pt x="1211" y="23"/>
                      <a:pt x="1211" y="23"/>
                      <a:pt x="1211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8" y="23"/>
                      <a:pt x="1208" y="23"/>
                      <a:pt x="1208" y="23"/>
                    </a:cubicBezTo>
                    <a:cubicBezTo>
                      <a:pt x="1204" y="22"/>
                      <a:pt x="1204" y="22"/>
                      <a:pt x="1204" y="22"/>
                    </a:cubicBezTo>
                    <a:cubicBezTo>
                      <a:pt x="1203" y="23"/>
                      <a:pt x="1203" y="23"/>
                      <a:pt x="1203" y="23"/>
                    </a:cubicBezTo>
                    <a:cubicBezTo>
                      <a:pt x="1203" y="24"/>
                      <a:pt x="1203" y="24"/>
                      <a:pt x="1203" y="24"/>
                    </a:cubicBezTo>
                    <a:cubicBezTo>
                      <a:pt x="1202" y="22"/>
                      <a:pt x="1202" y="22"/>
                      <a:pt x="1202" y="22"/>
                    </a:cubicBezTo>
                    <a:cubicBezTo>
                      <a:pt x="1199" y="22"/>
                      <a:pt x="1199" y="22"/>
                      <a:pt x="1199" y="22"/>
                    </a:cubicBezTo>
                    <a:cubicBezTo>
                      <a:pt x="1199" y="23"/>
                      <a:pt x="1199" y="23"/>
                      <a:pt x="1199" y="23"/>
                    </a:cubicBezTo>
                    <a:cubicBezTo>
                      <a:pt x="1194" y="22"/>
                      <a:pt x="1194" y="22"/>
                      <a:pt x="1194" y="22"/>
                    </a:cubicBezTo>
                    <a:cubicBezTo>
                      <a:pt x="1192" y="23"/>
                      <a:pt x="1192" y="23"/>
                      <a:pt x="1192" y="23"/>
                    </a:cubicBezTo>
                    <a:cubicBezTo>
                      <a:pt x="1191" y="22"/>
                      <a:pt x="1191" y="22"/>
                      <a:pt x="1191" y="22"/>
                    </a:cubicBezTo>
                    <a:cubicBezTo>
                      <a:pt x="1191" y="21"/>
                      <a:pt x="1191" y="21"/>
                      <a:pt x="1191" y="21"/>
                    </a:cubicBezTo>
                    <a:cubicBezTo>
                      <a:pt x="1188" y="21"/>
                      <a:pt x="1188" y="21"/>
                      <a:pt x="1188" y="21"/>
                    </a:cubicBezTo>
                    <a:cubicBezTo>
                      <a:pt x="1187" y="21"/>
                      <a:pt x="1187" y="21"/>
                      <a:pt x="1187" y="21"/>
                    </a:cubicBezTo>
                    <a:cubicBezTo>
                      <a:pt x="1186" y="21"/>
                      <a:pt x="1186" y="21"/>
                      <a:pt x="1186" y="21"/>
                    </a:cubicBezTo>
                    <a:cubicBezTo>
                      <a:pt x="1184" y="20"/>
                      <a:pt x="1184" y="20"/>
                      <a:pt x="1184" y="20"/>
                    </a:cubicBezTo>
                    <a:cubicBezTo>
                      <a:pt x="1182" y="21"/>
                      <a:pt x="1182" y="21"/>
                      <a:pt x="1182" y="21"/>
                    </a:cubicBezTo>
                    <a:cubicBezTo>
                      <a:pt x="1183" y="22"/>
                      <a:pt x="1183" y="22"/>
                      <a:pt x="1183" y="22"/>
                    </a:cubicBezTo>
                    <a:cubicBezTo>
                      <a:pt x="1181" y="21"/>
                      <a:pt x="1181" y="21"/>
                      <a:pt x="1181" y="21"/>
                    </a:cubicBezTo>
                    <a:cubicBezTo>
                      <a:pt x="1179" y="22"/>
                      <a:pt x="1179" y="22"/>
                      <a:pt x="1179" y="22"/>
                    </a:cubicBezTo>
                    <a:cubicBezTo>
                      <a:pt x="1179" y="23"/>
                      <a:pt x="1179" y="23"/>
                      <a:pt x="1179" y="23"/>
                    </a:cubicBezTo>
                    <a:cubicBezTo>
                      <a:pt x="1177" y="23"/>
                      <a:pt x="1177" y="23"/>
                      <a:pt x="1177" y="23"/>
                    </a:cubicBezTo>
                    <a:cubicBezTo>
                      <a:pt x="1177" y="22"/>
                      <a:pt x="1177" y="22"/>
                      <a:pt x="1177" y="22"/>
                    </a:cubicBezTo>
                    <a:cubicBezTo>
                      <a:pt x="1173" y="19"/>
                      <a:pt x="1173" y="19"/>
                      <a:pt x="1173" y="19"/>
                    </a:cubicBezTo>
                    <a:cubicBezTo>
                      <a:pt x="1167" y="18"/>
                      <a:pt x="1167" y="18"/>
                      <a:pt x="1167" y="18"/>
                    </a:cubicBezTo>
                    <a:cubicBezTo>
                      <a:pt x="1165" y="19"/>
                      <a:pt x="1165" y="19"/>
                      <a:pt x="1165" y="19"/>
                    </a:cubicBezTo>
                    <a:cubicBezTo>
                      <a:pt x="1166" y="18"/>
                      <a:pt x="1166" y="18"/>
                      <a:pt x="1166" y="18"/>
                    </a:cubicBezTo>
                    <a:cubicBezTo>
                      <a:pt x="1164" y="17"/>
                      <a:pt x="1164" y="17"/>
                      <a:pt x="1164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1" y="17"/>
                      <a:pt x="1161" y="17"/>
                      <a:pt x="1161" y="17"/>
                    </a:cubicBezTo>
                    <a:cubicBezTo>
                      <a:pt x="1160" y="17"/>
                      <a:pt x="1160" y="17"/>
                      <a:pt x="1160" y="17"/>
                    </a:cubicBezTo>
                    <a:cubicBezTo>
                      <a:pt x="1156" y="16"/>
                      <a:pt x="1156" y="16"/>
                      <a:pt x="1156" y="16"/>
                    </a:cubicBezTo>
                    <a:cubicBezTo>
                      <a:pt x="1155" y="16"/>
                      <a:pt x="1155" y="16"/>
                      <a:pt x="1155" y="16"/>
                    </a:cubicBezTo>
                    <a:cubicBezTo>
                      <a:pt x="1153" y="16"/>
                      <a:pt x="1153" y="16"/>
                      <a:pt x="1153" y="16"/>
                    </a:cubicBezTo>
                    <a:cubicBezTo>
                      <a:pt x="1152" y="17"/>
                      <a:pt x="1152" y="17"/>
                      <a:pt x="1152" y="17"/>
                    </a:cubicBezTo>
                    <a:cubicBezTo>
                      <a:pt x="1151" y="16"/>
                      <a:pt x="1151" y="16"/>
                      <a:pt x="1151" y="16"/>
                    </a:cubicBezTo>
                    <a:cubicBezTo>
                      <a:pt x="1151" y="15"/>
                      <a:pt x="1151" y="15"/>
                      <a:pt x="1151" y="15"/>
                    </a:cubicBezTo>
                    <a:cubicBezTo>
                      <a:pt x="1149" y="16"/>
                      <a:pt x="1149" y="16"/>
                      <a:pt x="1149" y="16"/>
                    </a:cubicBezTo>
                    <a:cubicBezTo>
                      <a:pt x="1146" y="16"/>
                      <a:pt x="1146" y="16"/>
                      <a:pt x="1146" y="16"/>
                    </a:cubicBezTo>
                    <a:cubicBezTo>
                      <a:pt x="1145" y="15"/>
                      <a:pt x="1145" y="15"/>
                      <a:pt x="1145" y="15"/>
                    </a:cubicBezTo>
                    <a:cubicBezTo>
                      <a:pt x="1142" y="15"/>
                      <a:pt x="1142" y="15"/>
                      <a:pt x="1142" y="15"/>
                    </a:cubicBezTo>
                    <a:cubicBezTo>
                      <a:pt x="1141" y="15"/>
                      <a:pt x="1141" y="15"/>
                      <a:pt x="1141" y="15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40" y="16"/>
                      <a:pt x="1140" y="16"/>
                      <a:pt x="1140" y="16"/>
                    </a:cubicBezTo>
                    <a:cubicBezTo>
                      <a:pt x="1133" y="18"/>
                      <a:pt x="1133" y="18"/>
                      <a:pt x="1133" y="18"/>
                    </a:cubicBezTo>
                    <a:cubicBezTo>
                      <a:pt x="1133" y="19"/>
                      <a:pt x="1133" y="19"/>
                      <a:pt x="1133" y="19"/>
                    </a:cubicBezTo>
                    <a:cubicBezTo>
                      <a:pt x="1131" y="18"/>
                      <a:pt x="1131" y="18"/>
                      <a:pt x="1131" y="18"/>
                    </a:cubicBezTo>
                    <a:cubicBezTo>
                      <a:pt x="1131" y="20"/>
                      <a:pt x="1131" y="20"/>
                      <a:pt x="1131" y="20"/>
                    </a:cubicBezTo>
                    <a:cubicBezTo>
                      <a:pt x="1130" y="19"/>
                      <a:pt x="1130" y="19"/>
                      <a:pt x="1130" y="19"/>
                    </a:cubicBezTo>
                    <a:cubicBezTo>
                      <a:pt x="1127" y="19"/>
                      <a:pt x="1127" y="19"/>
                      <a:pt x="1127" y="19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7" y="21"/>
                      <a:pt x="1127" y="21"/>
                      <a:pt x="1127" y="21"/>
                    </a:cubicBezTo>
                    <a:cubicBezTo>
                      <a:pt x="1126" y="21"/>
                      <a:pt x="1126" y="21"/>
                      <a:pt x="1126" y="21"/>
                    </a:cubicBezTo>
                    <a:cubicBezTo>
                      <a:pt x="1124" y="20"/>
                      <a:pt x="1124" y="20"/>
                      <a:pt x="1124" y="20"/>
                    </a:cubicBezTo>
                    <a:cubicBezTo>
                      <a:pt x="1121" y="21"/>
                      <a:pt x="1121" y="21"/>
                      <a:pt x="1121" y="21"/>
                    </a:cubicBezTo>
                    <a:cubicBezTo>
                      <a:pt x="1121" y="22"/>
                      <a:pt x="1121" y="22"/>
                      <a:pt x="1121" y="22"/>
                    </a:cubicBezTo>
                    <a:cubicBezTo>
                      <a:pt x="1118" y="22"/>
                      <a:pt x="1118" y="22"/>
                      <a:pt x="1118" y="22"/>
                    </a:cubicBezTo>
                    <a:cubicBezTo>
                      <a:pt x="1114" y="22"/>
                      <a:pt x="1114" y="22"/>
                      <a:pt x="1114" y="22"/>
                    </a:cubicBezTo>
                    <a:cubicBezTo>
                      <a:pt x="1113" y="21"/>
                      <a:pt x="1113" y="21"/>
                      <a:pt x="1113" y="21"/>
                    </a:cubicBezTo>
                    <a:cubicBezTo>
                      <a:pt x="1110" y="22"/>
                      <a:pt x="1110" y="22"/>
                      <a:pt x="1110" y="22"/>
                    </a:cubicBezTo>
                    <a:cubicBezTo>
                      <a:pt x="1109" y="23"/>
                      <a:pt x="1109" y="23"/>
                      <a:pt x="1109" y="23"/>
                    </a:cubicBezTo>
                    <a:cubicBezTo>
                      <a:pt x="1111" y="25"/>
                      <a:pt x="1111" y="25"/>
                      <a:pt x="1111" y="25"/>
                    </a:cubicBezTo>
                    <a:cubicBezTo>
                      <a:pt x="1112" y="27"/>
                      <a:pt x="1112" y="27"/>
                      <a:pt x="1112" y="27"/>
                    </a:cubicBezTo>
                    <a:cubicBezTo>
                      <a:pt x="1113" y="28"/>
                      <a:pt x="1113" y="28"/>
                      <a:pt x="1113" y="28"/>
                    </a:cubicBezTo>
                    <a:cubicBezTo>
                      <a:pt x="1113" y="29"/>
                      <a:pt x="1113" y="29"/>
                      <a:pt x="1113" y="29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2" y="30"/>
                      <a:pt x="1112" y="30"/>
                      <a:pt x="1112" y="30"/>
                    </a:cubicBezTo>
                    <a:cubicBezTo>
                      <a:pt x="1111" y="32"/>
                      <a:pt x="1111" y="32"/>
                      <a:pt x="1111" y="32"/>
                    </a:cubicBezTo>
                    <a:cubicBezTo>
                      <a:pt x="1112" y="33"/>
                      <a:pt x="1112" y="33"/>
                      <a:pt x="1112" y="33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30"/>
                      <a:pt x="1114" y="30"/>
                    </a:cubicBezTo>
                    <a:cubicBezTo>
                      <a:pt x="1114" y="31"/>
                      <a:pt x="1114" y="31"/>
                      <a:pt x="1114" y="31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4"/>
                      <a:pt x="1114" y="34"/>
                      <a:pt x="1114" y="34"/>
                    </a:cubicBezTo>
                    <a:cubicBezTo>
                      <a:pt x="1116" y="34"/>
                      <a:pt x="1116" y="34"/>
                      <a:pt x="1116" y="34"/>
                    </a:cubicBezTo>
                    <a:cubicBezTo>
                      <a:pt x="1117" y="33"/>
                      <a:pt x="1117" y="33"/>
                      <a:pt x="1117" y="33"/>
                    </a:cubicBezTo>
                    <a:cubicBezTo>
                      <a:pt x="1119" y="34"/>
                      <a:pt x="1119" y="34"/>
                      <a:pt x="1119" y="34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21" y="36"/>
                      <a:pt x="1121" y="36"/>
                      <a:pt x="1121" y="36"/>
                    </a:cubicBezTo>
                    <a:cubicBezTo>
                      <a:pt x="1123" y="38"/>
                      <a:pt x="1123" y="38"/>
                      <a:pt x="1123" y="38"/>
                    </a:cubicBezTo>
                    <a:cubicBezTo>
                      <a:pt x="1124" y="41"/>
                      <a:pt x="1124" y="41"/>
                      <a:pt x="1124" y="41"/>
                    </a:cubicBezTo>
                    <a:cubicBezTo>
                      <a:pt x="1126" y="41"/>
                      <a:pt x="1126" y="41"/>
                      <a:pt x="1126" y="41"/>
                    </a:cubicBezTo>
                    <a:cubicBezTo>
                      <a:pt x="1127" y="43"/>
                      <a:pt x="1127" y="43"/>
                      <a:pt x="1127" y="43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4"/>
                      <a:pt x="1127" y="44"/>
                      <a:pt x="1127" y="44"/>
                    </a:cubicBezTo>
                    <a:cubicBezTo>
                      <a:pt x="1127" y="45"/>
                      <a:pt x="1127" y="45"/>
                      <a:pt x="1127" y="45"/>
                    </a:cubicBezTo>
                    <a:cubicBezTo>
                      <a:pt x="1128" y="46"/>
                      <a:pt x="1128" y="46"/>
                      <a:pt x="1128" y="46"/>
                    </a:cubicBezTo>
                    <a:cubicBezTo>
                      <a:pt x="1127" y="46"/>
                      <a:pt x="1127" y="46"/>
                      <a:pt x="1127" y="46"/>
                    </a:cubicBezTo>
                    <a:cubicBezTo>
                      <a:pt x="1124" y="48"/>
                      <a:pt x="1124" y="48"/>
                      <a:pt x="1124" y="48"/>
                    </a:cubicBezTo>
                    <a:cubicBezTo>
                      <a:pt x="1125" y="48"/>
                      <a:pt x="1125" y="48"/>
                      <a:pt x="1125" y="48"/>
                    </a:cubicBezTo>
                    <a:cubicBezTo>
                      <a:pt x="1123" y="49"/>
                      <a:pt x="1123" y="49"/>
                      <a:pt x="1123" y="49"/>
                    </a:cubicBezTo>
                    <a:cubicBezTo>
                      <a:pt x="1122" y="49"/>
                      <a:pt x="1122" y="49"/>
                      <a:pt x="1122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9"/>
                      <a:pt x="1120" y="49"/>
                      <a:pt x="1120" y="49"/>
                    </a:cubicBezTo>
                    <a:cubicBezTo>
                      <a:pt x="1120" y="47"/>
                      <a:pt x="1120" y="47"/>
                      <a:pt x="1120" y="47"/>
                    </a:cubicBezTo>
                    <a:cubicBezTo>
                      <a:pt x="1117" y="43"/>
                      <a:pt x="1117" y="43"/>
                      <a:pt x="1117" y="43"/>
                    </a:cubicBezTo>
                    <a:cubicBezTo>
                      <a:pt x="1115" y="43"/>
                      <a:pt x="1115" y="43"/>
                      <a:pt x="1115" y="43"/>
                    </a:cubicBezTo>
                    <a:cubicBezTo>
                      <a:pt x="1115" y="44"/>
                      <a:pt x="1115" y="44"/>
                      <a:pt x="1115" y="44"/>
                    </a:cubicBezTo>
                    <a:cubicBezTo>
                      <a:pt x="1111" y="43"/>
                      <a:pt x="1111" y="43"/>
                      <a:pt x="1111" y="43"/>
                    </a:cubicBezTo>
                    <a:cubicBezTo>
                      <a:pt x="1109" y="43"/>
                      <a:pt x="1109" y="43"/>
                      <a:pt x="1109" y="43"/>
                    </a:cubicBezTo>
                    <a:cubicBezTo>
                      <a:pt x="1108" y="43"/>
                      <a:pt x="1108" y="43"/>
                      <a:pt x="1108" y="43"/>
                    </a:cubicBezTo>
                    <a:cubicBezTo>
                      <a:pt x="1106" y="41"/>
                      <a:pt x="1106" y="41"/>
                      <a:pt x="1106" y="41"/>
                    </a:cubicBezTo>
                    <a:cubicBezTo>
                      <a:pt x="1107" y="39"/>
                      <a:pt x="1107" y="39"/>
                      <a:pt x="1107" y="39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3" y="37"/>
                      <a:pt x="1103" y="37"/>
                      <a:pt x="1103" y="37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3" y="36"/>
                      <a:pt x="1103" y="36"/>
                      <a:pt x="1103" y="36"/>
                    </a:cubicBezTo>
                    <a:cubicBezTo>
                      <a:pt x="1105" y="37"/>
                      <a:pt x="1105" y="37"/>
                      <a:pt x="1105" y="37"/>
                    </a:cubicBezTo>
                    <a:cubicBezTo>
                      <a:pt x="1107" y="37"/>
                      <a:pt x="1107" y="37"/>
                      <a:pt x="1107" y="37"/>
                    </a:cubicBezTo>
                    <a:cubicBezTo>
                      <a:pt x="1108" y="35"/>
                      <a:pt x="1108" y="35"/>
                      <a:pt x="1108" y="35"/>
                    </a:cubicBezTo>
                    <a:cubicBezTo>
                      <a:pt x="1108" y="33"/>
                      <a:pt x="1108" y="33"/>
                      <a:pt x="1108" y="33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7" y="32"/>
                      <a:pt x="1107" y="32"/>
                      <a:pt x="1107" y="32"/>
                    </a:cubicBezTo>
                    <a:cubicBezTo>
                      <a:pt x="1106" y="30"/>
                      <a:pt x="1106" y="30"/>
                      <a:pt x="1106" y="30"/>
                    </a:cubicBezTo>
                    <a:cubicBezTo>
                      <a:pt x="1104" y="28"/>
                      <a:pt x="1104" y="28"/>
                      <a:pt x="1104" y="28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3" y="29"/>
                      <a:pt x="1103" y="29"/>
                      <a:pt x="1103" y="29"/>
                    </a:cubicBezTo>
                    <a:cubicBezTo>
                      <a:pt x="1102" y="28"/>
                      <a:pt x="1102" y="28"/>
                      <a:pt x="1102" y="28"/>
                    </a:cubicBezTo>
                    <a:cubicBezTo>
                      <a:pt x="1099" y="28"/>
                      <a:pt x="1099" y="28"/>
                      <a:pt x="1099" y="28"/>
                    </a:cubicBezTo>
                    <a:cubicBezTo>
                      <a:pt x="1099" y="29"/>
                      <a:pt x="1099" y="29"/>
                      <a:pt x="1099" y="29"/>
                    </a:cubicBezTo>
                    <a:cubicBezTo>
                      <a:pt x="1098" y="29"/>
                      <a:pt x="1098" y="29"/>
                      <a:pt x="1098" y="29"/>
                    </a:cubicBezTo>
                    <a:cubicBezTo>
                      <a:pt x="1098" y="30"/>
                      <a:pt x="1098" y="30"/>
                      <a:pt x="1098" y="30"/>
                    </a:cubicBezTo>
                    <a:cubicBezTo>
                      <a:pt x="1097" y="30"/>
                      <a:pt x="1097" y="30"/>
                      <a:pt x="1097" y="30"/>
                    </a:cubicBezTo>
                    <a:cubicBezTo>
                      <a:pt x="1097" y="31"/>
                      <a:pt x="1097" y="31"/>
                      <a:pt x="1097" y="31"/>
                    </a:cubicBezTo>
                    <a:cubicBezTo>
                      <a:pt x="1097" y="34"/>
                      <a:pt x="1097" y="34"/>
                      <a:pt x="1097" y="34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5"/>
                      <a:pt x="1098" y="35"/>
                      <a:pt x="1098" y="35"/>
                    </a:cubicBezTo>
                    <a:cubicBezTo>
                      <a:pt x="1098" y="37"/>
                      <a:pt x="1098" y="37"/>
                      <a:pt x="1098" y="37"/>
                    </a:cubicBezTo>
                    <a:cubicBezTo>
                      <a:pt x="1098" y="39"/>
                      <a:pt x="1098" y="39"/>
                      <a:pt x="1098" y="39"/>
                    </a:cubicBezTo>
                    <a:cubicBezTo>
                      <a:pt x="1098" y="40"/>
                      <a:pt x="1098" y="40"/>
                      <a:pt x="1098" y="40"/>
                    </a:cubicBezTo>
                    <a:cubicBezTo>
                      <a:pt x="1096" y="42"/>
                      <a:pt x="1096" y="42"/>
                      <a:pt x="1096" y="42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6" y="43"/>
                      <a:pt x="1096" y="43"/>
                      <a:pt x="1096" y="43"/>
                    </a:cubicBezTo>
                    <a:cubicBezTo>
                      <a:pt x="1095" y="41"/>
                      <a:pt x="1095" y="41"/>
                      <a:pt x="1095" y="41"/>
                    </a:cubicBezTo>
                    <a:cubicBezTo>
                      <a:pt x="1094" y="41"/>
                      <a:pt x="1094" y="41"/>
                      <a:pt x="1094" y="41"/>
                    </a:cubicBezTo>
                    <a:cubicBezTo>
                      <a:pt x="1093" y="42"/>
                      <a:pt x="1093" y="42"/>
                      <a:pt x="1093" y="42"/>
                    </a:cubicBezTo>
                    <a:cubicBezTo>
                      <a:pt x="1090" y="42"/>
                      <a:pt x="1090" y="42"/>
                      <a:pt x="1090" y="42"/>
                    </a:cubicBezTo>
                    <a:cubicBezTo>
                      <a:pt x="1087" y="43"/>
                      <a:pt x="1087" y="43"/>
                      <a:pt x="1087" y="43"/>
                    </a:cubicBezTo>
                    <a:cubicBezTo>
                      <a:pt x="1086" y="43"/>
                      <a:pt x="1086" y="43"/>
                      <a:pt x="1086" y="43"/>
                    </a:cubicBezTo>
                    <a:cubicBezTo>
                      <a:pt x="1084" y="44"/>
                      <a:pt x="1084" y="44"/>
                      <a:pt x="1084" y="44"/>
                    </a:cubicBezTo>
                    <a:cubicBezTo>
                      <a:pt x="1082" y="45"/>
                      <a:pt x="1082" y="45"/>
                      <a:pt x="1082" y="45"/>
                    </a:cubicBezTo>
                    <a:cubicBezTo>
                      <a:pt x="1081" y="44"/>
                      <a:pt x="1081" y="44"/>
                      <a:pt x="1081" y="44"/>
                    </a:cubicBezTo>
                    <a:cubicBezTo>
                      <a:pt x="1079" y="43"/>
                      <a:pt x="1079" y="43"/>
                      <a:pt x="1079" y="43"/>
                    </a:cubicBezTo>
                    <a:cubicBezTo>
                      <a:pt x="1078" y="43"/>
                      <a:pt x="1078" y="43"/>
                      <a:pt x="1078" y="43"/>
                    </a:cubicBezTo>
                    <a:cubicBezTo>
                      <a:pt x="1077" y="44"/>
                      <a:pt x="1077" y="44"/>
                      <a:pt x="1077" y="44"/>
                    </a:cubicBezTo>
                    <a:cubicBezTo>
                      <a:pt x="1077" y="45"/>
                      <a:pt x="1077" y="45"/>
                      <a:pt x="1077" y="45"/>
                    </a:cubicBezTo>
                    <a:cubicBezTo>
                      <a:pt x="1075" y="46"/>
                      <a:pt x="1075" y="46"/>
                      <a:pt x="1075" y="46"/>
                    </a:cubicBezTo>
                    <a:cubicBezTo>
                      <a:pt x="1074" y="47"/>
                      <a:pt x="1074" y="47"/>
                      <a:pt x="1074" y="47"/>
                    </a:cubicBezTo>
                    <a:cubicBezTo>
                      <a:pt x="1071" y="47"/>
                      <a:pt x="1071" y="47"/>
                      <a:pt x="1071" y="47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9" y="49"/>
                      <a:pt x="1069" y="49"/>
                      <a:pt x="1069" y="49"/>
                    </a:cubicBezTo>
                    <a:cubicBezTo>
                      <a:pt x="1067" y="48"/>
                      <a:pt x="1067" y="48"/>
                      <a:pt x="1067" y="48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7" y="50"/>
                      <a:pt x="1067" y="50"/>
                      <a:pt x="1067" y="50"/>
                    </a:cubicBezTo>
                    <a:cubicBezTo>
                      <a:pt x="1065" y="50"/>
                      <a:pt x="1065" y="50"/>
                      <a:pt x="1065" y="50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6" y="52"/>
                      <a:pt x="1066" y="52"/>
                      <a:pt x="1066" y="52"/>
                    </a:cubicBezTo>
                    <a:cubicBezTo>
                      <a:pt x="1065" y="52"/>
                      <a:pt x="1065" y="52"/>
                      <a:pt x="1065" y="52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4" y="52"/>
                      <a:pt x="1064" y="52"/>
                      <a:pt x="1064" y="52"/>
                    </a:cubicBezTo>
                    <a:cubicBezTo>
                      <a:pt x="1063" y="51"/>
                      <a:pt x="1063" y="51"/>
                      <a:pt x="1063" y="51"/>
                    </a:cubicBezTo>
                    <a:cubicBezTo>
                      <a:pt x="1062" y="52"/>
                      <a:pt x="1062" y="52"/>
                      <a:pt x="1062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61" y="52"/>
                      <a:pt x="1061" y="52"/>
                      <a:pt x="1061" y="52"/>
                    </a:cubicBezTo>
                    <a:cubicBezTo>
                      <a:pt x="1059" y="52"/>
                      <a:pt x="1059" y="52"/>
                      <a:pt x="1059" y="52"/>
                    </a:cubicBezTo>
                    <a:cubicBezTo>
                      <a:pt x="1059" y="54"/>
                      <a:pt x="1059" y="54"/>
                      <a:pt x="1059" y="54"/>
                    </a:cubicBezTo>
                    <a:cubicBezTo>
                      <a:pt x="1058" y="53"/>
                      <a:pt x="1058" y="53"/>
                      <a:pt x="1058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5" y="53"/>
                      <a:pt x="1055" y="53"/>
                      <a:pt x="1055" y="53"/>
                    </a:cubicBezTo>
                    <a:cubicBezTo>
                      <a:pt x="1052" y="53"/>
                      <a:pt x="1052" y="53"/>
                      <a:pt x="1052" y="53"/>
                    </a:cubicBezTo>
                    <a:cubicBezTo>
                      <a:pt x="1050" y="55"/>
                      <a:pt x="1050" y="55"/>
                      <a:pt x="1050" y="55"/>
                    </a:cubicBezTo>
                    <a:cubicBezTo>
                      <a:pt x="1051" y="55"/>
                      <a:pt x="1051" y="55"/>
                      <a:pt x="1051" y="55"/>
                    </a:cubicBezTo>
                    <a:cubicBezTo>
                      <a:pt x="1050" y="53"/>
                      <a:pt x="1050" y="53"/>
                      <a:pt x="1050" y="53"/>
                    </a:cubicBezTo>
                    <a:cubicBezTo>
                      <a:pt x="1049" y="50"/>
                      <a:pt x="1049" y="50"/>
                      <a:pt x="1049" y="50"/>
                    </a:cubicBezTo>
                    <a:cubicBezTo>
                      <a:pt x="1049" y="48"/>
                      <a:pt x="1049" y="48"/>
                      <a:pt x="1049" y="48"/>
                    </a:cubicBezTo>
                    <a:cubicBezTo>
                      <a:pt x="1048" y="47"/>
                      <a:pt x="1048" y="47"/>
                      <a:pt x="1048" y="47"/>
                    </a:cubicBezTo>
                    <a:cubicBezTo>
                      <a:pt x="1048" y="46"/>
                      <a:pt x="1048" y="46"/>
                      <a:pt x="1048" y="46"/>
                    </a:cubicBezTo>
                    <a:cubicBezTo>
                      <a:pt x="1047" y="43"/>
                      <a:pt x="1047" y="43"/>
                      <a:pt x="1047" y="43"/>
                    </a:cubicBezTo>
                    <a:cubicBezTo>
                      <a:pt x="1044" y="40"/>
                      <a:pt x="1044" y="40"/>
                      <a:pt x="1044" y="40"/>
                    </a:cubicBezTo>
                    <a:cubicBezTo>
                      <a:pt x="1041" y="39"/>
                      <a:pt x="1041" y="39"/>
                      <a:pt x="1041" y="39"/>
                    </a:cubicBezTo>
                    <a:cubicBezTo>
                      <a:pt x="1038" y="35"/>
                      <a:pt x="1038" y="35"/>
                      <a:pt x="1038" y="35"/>
                    </a:cubicBezTo>
                    <a:cubicBezTo>
                      <a:pt x="1030" y="33"/>
                      <a:pt x="1030" y="33"/>
                      <a:pt x="1030" y="33"/>
                    </a:cubicBezTo>
                    <a:cubicBezTo>
                      <a:pt x="1026" y="33"/>
                      <a:pt x="1026" y="33"/>
                      <a:pt x="1026" y="33"/>
                    </a:cubicBezTo>
                    <a:cubicBezTo>
                      <a:pt x="1024" y="33"/>
                      <a:pt x="1024" y="33"/>
                      <a:pt x="1024" y="33"/>
                    </a:cubicBezTo>
                    <a:cubicBezTo>
                      <a:pt x="1021" y="35"/>
                      <a:pt x="1021" y="35"/>
                      <a:pt x="1021" y="35"/>
                    </a:cubicBezTo>
                    <a:cubicBezTo>
                      <a:pt x="1021" y="36"/>
                      <a:pt x="1021" y="36"/>
                      <a:pt x="1021" y="36"/>
                    </a:cubicBezTo>
                    <a:cubicBezTo>
                      <a:pt x="1019" y="35"/>
                      <a:pt x="1019" y="35"/>
                      <a:pt x="1019" y="35"/>
                    </a:cubicBezTo>
                    <a:cubicBezTo>
                      <a:pt x="1016" y="36"/>
                      <a:pt x="1016" y="36"/>
                      <a:pt x="1016" y="36"/>
                    </a:cubicBezTo>
                    <a:cubicBezTo>
                      <a:pt x="1011" y="39"/>
                      <a:pt x="1011" y="39"/>
                      <a:pt x="1011" y="39"/>
                    </a:cubicBezTo>
                    <a:cubicBezTo>
                      <a:pt x="1009" y="40"/>
                      <a:pt x="1009" y="40"/>
                      <a:pt x="1009" y="40"/>
                    </a:cubicBezTo>
                    <a:cubicBezTo>
                      <a:pt x="1006" y="42"/>
                      <a:pt x="1006" y="42"/>
                      <a:pt x="1006" y="42"/>
                    </a:cubicBezTo>
                    <a:cubicBezTo>
                      <a:pt x="1005" y="43"/>
                      <a:pt x="1005" y="43"/>
                      <a:pt x="1005" y="43"/>
                    </a:cubicBezTo>
                    <a:cubicBezTo>
                      <a:pt x="1002" y="45"/>
                      <a:pt x="1002" y="45"/>
                      <a:pt x="1002" y="45"/>
                    </a:cubicBezTo>
                    <a:cubicBezTo>
                      <a:pt x="1000" y="46"/>
                      <a:pt x="1000" y="46"/>
                      <a:pt x="1000" y="46"/>
                    </a:cubicBezTo>
                    <a:cubicBezTo>
                      <a:pt x="998" y="47"/>
                      <a:pt x="998" y="47"/>
                      <a:pt x="998" y="47"/>
                    </a:cubicBezTo>
                    <a:cubicBezTo>
                      <a:pt x="996" y="48"/>
                      <a:pt x="996" y="48"/>
                      <a:pt x="996" y="48"/>
                    </a:cubicBezTo>
                    <a:cubicBezTo>
                      <a:pt x="994" y="47"/>
                      <a:pt x="994" y="47"/>
                      <a:pt x="994" y="47"/>
                    </a:cubicBezTo>
                    <a:cubicBezTo>
                      <a:pt x="992" y="48"/>
                      <a:pt x="992" y="48"/>
                      <a:pt x="992" y="48"/>
                    </a:cubicBezTo>
                    <a:cubicBezTo>
                      <a:pt x="993" y="47"/>
                      <a:pt x="993" y="47"/>
                      <a:pt x="993" y="47"/>
                    </a:cubicBezTo>
                    <a:cubicBezTo>
                      <a:pt x="994" y="45"/>
                      <a:pt x="994" y="45"/>
                      <a:pt x="994" y="45"/>
                    </a:cubicBezTo>
                    <a:cubicBezTo>
                      <a:pt x="991" y="42"/>
                      <a:pt x="991" y="42"/>
                      <a:pt x="991" y="42"/>
                    </a:cubicBezTo>
                    <a:cubicBezTo>
                      <a:pt x="988" y="41"/>
                      <a:pt x="988" y="41"/>
                      <a:pt x="988" y="41"/>
                    </a:cubicBezTo>
                    <a:cubicBezTo>
                      <a:pt x="984" y="39"/>
                      <a:pt x="984" y="39"/>
                      <a:pt x="984" y="39"/>
                    </a:cubicBezTo>
                    <a:cubicBezTo>
                      <a:pt x="983" y="38"/>
                      <a:pt x="983" y="38"/>
                      <a:pt x="983" y="38"/>
                    </a:cubicBezTo>
                    <a:cubicBezTo>
                      <a:pt x="982" y="39"/>
                      <a:pt x="982" y="39"/>
                      <a:pt x="982" y="39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80" y="42"/>
                      <a:pt x="980" y="42"/>
                      <a:pt x="980" y="42"/>
                    </a:cubicBezTo>
                    <a:cubicBezTo>
                      <a:pt x="979" y="43"/>
                      <a:pt x="979" y="43"/>
                      <a:pt x="979" y="43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5"/>
                      <a:pt x="978" y="45"/>
                      <a:pt x="978" y="45"/>
                    </a:cubicBezTo>
                    <a:cubicBezTo>
                      <a:pt x="978" y="43"/>
                      <a:pt x="978" y="43"/>
                      <a:pt x="978" y="43"/>
                    </a:cubicBezTo>
                    <a:cubicBezTo>
                      <a:pt x="979" y="42"/>
                      <a:pt x="979" y="42"/>
                      <a:pt x="979" y="42"/>
                    </a:cubicBezTo>
                    <a:cubicBezTo>
                      <a:pt x="978" y="40"/>
                      <a:pt x="978" y="40"/>
                      <a:pt x="978" y="40"/>
                    </a:cubicBezTo>
                    <a:cubicBezTo>
                      <a:pt x="976" y="39"/>
                      <a:pt x="976" y="39"/>
                      <a:pt x="976" y="39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4" y="42"/>
                      <a:pt x="974" y="42"/>
                      <a:pt x="974" y="42"/>
                    </a:cubicBezTo>
                    <a:cubicBezTo>
                      <a:pt x="973" y="43"/>
                      <a:pt x="973" y="43"/>
                      <a:pt x="973" y="43"/>
                    </a:cubicBezTo>
                    <a:cubicBezTo>
                      <a:pt x="973" y="42"/>
                      <a:pt x="973" y="42"/>
                      <a:pt x="973" y="42"/>
                    </a:cubicBezTo>
                    <a:cubicBezTo>
                      <a:pt x="973" y="41"/>
                      <a:pt x="973" y="41"/>
                      <a:pt x="973" y="41"/>
                    </a:cubicBezTo>
                    <a:cubicBezTo>
                      <a:pt x="972" y="39"/>
                      <a:pt x="972" y="39"/>
                      <a:pt x="972" y="39"/>
                    </a:cubicBezTo>
                    <a:cubicBezTo>
                      <a:pt x="971" y="36"/>
                      <a:pt x="971" y="36"/>
                      <a:pt x="971" y="36"/>
                    </a:cubicBezTo>
                    <a:cubicBezTo>
                      <a:pt x="969" y="38"/>
                      <a:pt x="969" y="38"/>
                      <a:pt x="969" y="38"/>
                    </a:cubicBezTo>
                    <a:cubicBezTo>
                      <a:pt x="967" y="38"/>
                      <a:pt x="967" y="38"/>
                      <a:pt x="967" y="38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6" y="39"/>
                      <a:pt x="966" y="39"/>
                      <a:pt x="966" y="39"/>
                    </a:cubicBezTo>
                    <a:cubicBezTo>
                      <a:pt x="965" y="37"/>
                      <a:pt x="965" y="37"/>
                      <a:pt x="965" y="37"/>
                    </a:cubicBezTo>
                    <a:cubicBezTo>
                      <a:pt x="966" y="35"/>
                      <a:pt x="966" y="35"/>
                      <a:pt x="966" y="35"/>
                    </a:cubicBezTo>
                    <a:cubicBezTo>
                      <a:pt x="965" y="35"/>
                      <a:pt x="965" y="35"/>
                      <a:pt x="965" y="35"/>
                    </a:cubicBezTo>
                    <a:cubicBezTo>
                      <a:pt x="967" y="36"/>
                      <a:pt x="967" y="36"/>
                      <a:pt x="967" y="36"/>
                    </a:cubicBezTo>
                    <a:cubicBezTo>
                      <a:pt x="969" y="35"/>
                      <a:pt x="969" y="35"/>
                      <a:pt x="969" y="35"/>
                    </a:cubicBezTo>
                    <a:cubicBezTo>
                      <a:pt x="970" y="33"/>
                      <a:pt x="970" y="33"/>
                      <a:pt x="970" y="33"/>
                    </a:cubicBezTo>
                    <a:cubicBezTo>
                      <a:pt x="967" y="29"/>
                      <a:pt x="967" y="29"/>
                      <a:pt x="967" y="29"/>
                    </a:cubicBezTo>
                    <a:cubicBezTo>
                      <a:pt x="962" y="27"/>
                      <a:pt x="962" y="27"/>
                      <a:pt x="962" y="27"/>
                    </a:cubicBezTo>
                    <a:cubicBezTo>
                      <a:pt x="957" y="27"/>
                      <a:pt x="957" y="27"/>
                      <a:pt x="957" y="27"/>
                    </a:cubicBezTo>
                    <a:cubicBezTo>
                      <a:pt x="953" y="28"/>
                      <a:pt x="953" y="28"/>
                      <a:pt x="953" y="28"/>
                    </a:cubicBezTo>
                    <a:cubicBezTo>
                      <a:pt x="949" y="29"/>
                      <a:pt x="949" y="29"/>
                      <a:pt x="949" y="29"/>
                    </a:cubicBezTo>
                    <a:cubicBezTo>
                      <a:pt x="946" y="31"/>
                      <a:pt x="946" y="31"/>
                      <a:pt x="946" y="31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1" y="31"/>
                      <a:pt x="941" y="31"/>
                      <a:pt x="941" y="31"/>
                    </a:cubicBezTo>
                    <a:cubicBezTo>
                      <a:pt x="939" y="32"/>
                      <a:pt x="939" y="32"/>
                      <a:pt x="939" y="32"/>
                    </a:cubicBezTo>
                    <a:cubicBezTo>
                      <a:pt x="936" y="31"/>
                      <a:pt x="936" y="31"/>
                      <a:pt x="936" y="31"/>
                    </a:cubicBezTo>
                    <a:cubicBezTo>
                      <a:pt x="929" y="32"/>
                      <a:pt x="929" y="32"/>
                      <a:pt x="929" y="32"/>
                    </a:cubicBezTo>
                    <a:cubicBezTo>
                      <a:pt x="928" y="32"/>
                      <a:pt x="928" y="32"/>
                      <a:pt x="928" y="32"/>
                    </a:cubicBezTo>
                    <a:cubicBezTo>
                      <a:pt x="919" y="33"/>
                      <a:pt x="919" y="33"/>
                      <a:pt x="919" y="33"/>
                    </a:cubicBezTo>
                    <a:cubicBezTo>
                      <a:pt x="914" y="33"/>
                      <a:pt x="914" y="33"/>
                      <a:pt x="914" y="33"/>
                    </a:cubicBezTo>
                    <a:cubicBezTo>
                      <a:pt x="911" y="34"/>
                      <a:pt x="911" y="34"/>
                      <a:pt x="911" y="34"/>
                    </a:cubicBezTo>
                    <a:cubicBezTo>
                      <a:pt x="908" y="32"/>
                      <a:pt x="908" y="32"/>
                      <a:pt x="908" y="32"/>
                    </a:cubicBezTo>
                    <a:cubicBezTo>
                      <a:pt x="905" y="33"/>
                      <a:pt x="905" y="33"/>
                      <a:pt x="905" y="33"/>
                    </a:cubicBezTo>
                    <a:cubicBezTo>
                      <a:pt x="902" y="34"/>
                      <a:pt x="902" y="34"/>
                      <a:pt x="902" y="34"/>
                    </a:cubicBezTo>
                    <a:cubicBezTo>
                      <a:pt x="904" y="37"/>
                      <a:pt x="904" y="37"/>
                      <a:pt x="904" y="37"/>
                    </a:cubicBezTo>
                    <a:cubicBezTo>
                      <a:pt x="907" y="37"/>
                      <a:pt x="907" y="37"/>
                      <a:pt x="907" y="37"/>
                    </a:cubicBezTo>
                    <a:cubicBezTo>
                      <a:pt x="908" y="37"/>
                      <a:pt x="908" y="37"/>
                      <a:pt x="908" y="37"/>
                    </a:cubicBezTo>
                    <a:cubicBezTo>
                      <a:pt x="910" y="37"/>
                      <a:pt x="910" y="37"/>
                      <a:pt x="910" y="37"/>
                    </a:cubicBezTo>
                    <a:cubicBezTo>
                      <a:pt x="911" y="38"/>
                      <a:pt x="911" y="38"/>
                      <a:pt x="911" y="38"/>
                    </a:cubicBezTo>
                    <a:cubicBezTo>
                      <a:pt x="911" y="39"/>
                      <a:pt x="911" y="39"/>
                      <a:pt x="911" y="39"/>
                    </a:cubicBezTo>
                    <a:cubicBezTo>
                      <a:pt x="909" y="41"/>
                      <a:pt x="909" y="41"/>
                      <a:pt x="909" y="41"/>
                    </a:cubicBezTo>
                    <a:cubicBezTo>
                      <a:pt x="907" y="41"/>
                      <a:pt x="907" y="41"/>
                      <a:pt x="907" y="41"/>
                    </a:cubicBezTo>
                    <a:cubicBezTo>
                      <a:pt x="904" y="42"/>
                      <a:pt x="904" y="42"/>
                      <a:pt x="904" y="42"/>
                    </a:cubicBezTo>
                    <a:cubicBezTo>
                      <a:pt x="904" y="44"/>
                      <a:pt x="904" y="44"/>
                      <a:pt x="904" y="44"/>
                    </a:cubicBezTo>
                    <a:cubicBezTo>
                      <a:pt x="903" y="46"/>
                      <a:pt x="903" y="46"/>
                      <a:pt x="903" y="46"/>
                    </a:cubicBezTo>
                    <a:cubicBezTo>
                      <a:pt x="905" y="49"/>
                      <a:pt x="905" y="49"/>
                      <a:pt x="905" y="49"/>
                    </a:cubicBezTo>
                    <a:cubicBezTo>
                      <a:pt x="908" y="50"/>
                      <a:pt x="908" y="50"/>
                      <a:pt x="908" y="50"/>
                    </a:cubicBezTo>
                    <a:cubicBezTo>
                      <a:pt x="909" y="48"/>
                      <a:pt x="909" y="48"/>
                      <a:pt x="909" y="48"/>
                    </a:cubicBezTo>
                    <a:cubicBezTo>
                      <a:pt x="910" y="50"/>
                      <a:pt x="910" y="50"/>
                      <a:pt x="910" y="50"/>
                    </a:cubicBezTo>
                    <a:cubicBezTo>
                      <a:pt x="909" y="50"/>
                      <a:pt x="909" y="50"/>
                      <a:pt x="909" y="50"/>
                    </a:cubicBezTo>
                    <a:cubicBezTo>
                      <a:pt x="910" y="51"/>
                      <a:pt x="910" y="51"/>
                      <a:pt x="910" y="51"/>
                    </a:cubicBezTo>
                    <a:cubicBezTo>
                      <a:pt x="907" y="53"/>
                      <a:pt x="907" y="53"/>
                      <a:pt x="907" y="53"/>
                    </a:cubicBezTo>
                    <a:cubicBezTo>
                      <a:pt x="911" y="53"/>
                      <a:pt x="911" y="53"/>
                      <a:pt x="911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3"/>
                      <a:pt x="912" y="53"/>
                      <a:pt x="912" y="53"/>
                    </a:cubicBezTo>
                    <a:cubicBezTo>
                      <a:pt x="912" y="55"/>
                      <a:pt x="912" y="55"/>
                      <a:pt x="912" y="55"/>
                    </a:cubicBezTo>
                    <a:cubicBezTo>
                      <a:pt x="914" y="57"/>
                      <a:pt x="914" y="57"/>
                      <a:pt x="914" y="57"/>
                    </a:cubicBezTo>
                    <a:cubicBezTo>
                      <a:pt x="916" y="57"/>
                      <a:pt x="916" y="57"/>
                      <a:pt x="916" y="57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8" y="60"/>
                      <a:pt x="918" y="60"/>
                      <a:pt x="918" y="60"/>
                    </a:cubicBezTo>
                    <a:cubicBezTo>
                      <a:pt x="917" y="59"/>
                      <a:pt x="917" y="59"/>
                      <a:pt x="917" y="59"/>
                    </a:cubicBezTo>
                    <a:cubicBezTo>
                      <a:pt x="915" y="60"/>
                      <a:pt x="915" y="60"/>
                      <a:pt x="915" y="60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5" y="62"/>
                      <a:pt x="915" y="62"/>
                      <a:pt x="915" y="62"/>
                    </a:cubicBezTo>
                    <a:cubicBezTo>
                      <a:pt x="914" y="61"/>
                      <a:pt x="914" y="61"/>
                      <a:pt x="914" y="61"/>
                    </a:cubicBezTo>
                    <a:cubicBezTo>
                      <a:pt x="913" y="62"/>
                      <a:pt x="913" y="62"/>
                      <a:pt x="913" y="62"/>
                    </a:cubicBezTo>
                    <a:cubicBezTo>
                      <a:pt x="913" y="60"/>
                      <a:pt x="913" y="60"/>
                      <a:pt x="913" y="60"/>
                    </a:cubicBezTo>
                    <a:cubicBezTo>
                      <a:pt x="910" y="58"/>
                      <a:pt x="910" y="58"/>
                      <a:pt x="910" y="58"/>
                    </a:cubicBezTo>
                    <a:cubicBezTo>
                      <a:pt x="908" y="59"/>
                      <a:pt x="908" y="59"/>
                      <a:pt x="908" y="59"/>
                    </a:cubicBezTo>
                    <a:cubicBezTo>
                      <a:pt x="909" y="60"/>
                      <a:pt x="909" y="60"/>
                      <a:pt x="909" y="60"/>
                    </a:cubicBezTo>
                    <a:cubicBezTo>
                      <a:pt x="909" y="61"/>
                      <a:pt x="909" y="61"/>
                      <a:pt x="909" y="61"/>
                    </a:cubicBezTo>
                    <a:cubicBezTo>
                      <a:pt x="908" y="60"/>
                      <a:pt x="908" y="60"/>
                      <a:pt x="908" y="60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6" y="61"/>
                      <a:pt x="906" y="61"/>
                      <a:pt x="906" y="61"/>
                    </a:cubicBezTo>
                    <a:cubicBezTo>
                      <a:pt x="904" y="61"/>
                      <a:pt x="904" y="61"/>
                      <a:pt x="904" y="61"/>
                    </a:cubicBezTo>
                    <a:cubicBezTo>
                      <a:pt x="904" y="63"/>
                      <a:pt x="904" y="63"/>
                      <a:pt x="904" y="63"/>
                    </a:cubicBezTo>
                    <a:cubicBezTo>
                      <a:pt x="903" y="63"/>
                      <a:pt x="903" y="63"/>
                      <a:pt x="903" y="63"/>
                    </a:cubicBezTo>
                    <a:cubicBezTo>
                      <a:pt x="903" y="63"/>
                      <a:pt x="902" y="63"/>
                      <a:pt x="902" y="63"/>
                    </a:cubicBezTo>
                    <a:cubicBezTo>
                      <a:pt x="902" y="64"/>
                      <a:pt x="902" y="64"/>
                      <a:pt x="902" y="64"/>
                    </a:cubicBezTo>
                    <a:cubicBezTo>
                      <a:pt x="901" y="64"/>
                      <a:pt x="901" y="64"/>
                      <a:pt x="901" y="64"/>
                    </a:cubicBezTo>
                    <a:cubicBezTo>
                      <a:pt x="902" y="65"/>
                      <a:pt x="902" y="65"/>
                      <a:pt x="902" y="65"/>
                    </a:cubicBezTo>
                    <a:cubicBezTo>
                      <a:pt x="901" y="65"/>
                      <a:pt x="901" y="65"/>
                      <a:pt x="901" y="65"/>
                    </a:cubicBezTo>
                    <a:cubicBezTo>
                      <a:pt x="899" y="65"/>
                      <a:pt x="899" y="65"/>
                      <a:pt x="899" y="65"/>
                    </a:cubicBezTo>
                    <a:cubicBezTo>
                      <a:pt x="897" y="64"/>
                      <a:pt x="897" y="64"/>
                      <a:pt x="897" y="64"/>
                    </a:cubicBezTo>
                    <a:cubicBezTo>
                      <a:pt x="896" y="64"/>
                      <a:pt x="896" y="64"/>
                      <a:pt x="896" y="64"/>
                    </a:cubicBezTo>
                    <a:cubicBezTo>
                      <a:pt x="895" y="63"/>
                      <a:pt x="895" y="63"/>
                      <a:pt x="895" y="63"/>
                    </a:cubicBezTo>
                    <a:cubicBezTo>
                      <a:pt x="889" y="66"/>
                      <a:pt x="889" y="66"/>
                      <a:pt x="889" y="66"/>
                    </a:cubicBezTo>
                    <a:cubicBezTo>
                      <a:pt x="889" y="67"/>
                      <a:pt x="889" y="67"/>
                      <a:pt x="889" y="67"/>
                    </a:cubicBezTo>
                    <a:cubicBezTo>
                      <a:pt x="888" y="68"/>
                      <a:pt x="888" y="68"/>
                      <a:pt x="888" y="68"/>
                    </a:cubicBezTo>
                    <a:cubicBezTo>
                      <a:pt x="889" y="69"/>
                      <a:pt x="889" y="69"/>
                      <a:pt x="889" y="69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9" y="70"/>
                      <a:pt x="889" y="70"/>
                      <a:pt x="889" y="70"/>
                    </a:cubicBezTo>
                    <a:cubicBezTo>
                      <a:pt x="888" y="71"/>
                      <a:pt x="888" y="71"/>
                      <a:pt x="888" y="71"/>
                    </a:cubicBezTo>
                    <a:cubicBezTo>
                      <a:pt x="887" y="70"/>
                      <a:pt x="887" y="70"/>
                      <a:pt x="887" y="70"/>
                    </a:cubicBezTo>
                    <a:cubicBezTo>
                      <a:pt x="881" y="71"/>
                      <a:pt x="881" y="71"/>
                      <a:pt x="881" y="71"/>
                    </a:cubicBezTo>
                    <a:cubicBezTo>
                      <a:pt x="878" y="71"/>
                      <a:pt x="878" y="71"/>
                      <a:pt x="878" y="71"/>
                    </a:cubicBezTo>
                    <a:cubicBezTo>
                      <a:pt x="877" y="69"/>
                      <a:pt x="877" y="69"/>
                      <a:pt x="877" y="69"/>
                    </a:cubicBezTo>
                    <a:cubicBezTo>
                      <a:pt x="875" y="69"/>
                      <a:pt x="875" y="69"/>
                      <a:pt x="875" y="69"/>
                    </a:cubicBezTo>
                    <a:cubicBezTo>
                      <a:pt x="874" y="67"/>
                      <a:pt x="874" y="67"/>
                      <a:pt x="874" y="67"/>
                    </a:cubicBezTo>
                    <a:cubicBezTo>
                      <a:pt x="873" y="65"/>
                      <a:pt x="873" y="65"/>
                      <a:pt x="873" y="65"/>
                    </a:cubicBezTo>
                    <a:cubicBezTo>
                      <a:pt x="870" y="64"/>
                      <a:pt x="870" y="64"/>
                      <a:pt x="870" y="64"/>
                    </a:cubicBezTo>
                    <a:cubicBezTo>
                      <a:pt x="870" y="66"/>
                      <a:pt x="870" y="66"/>
                      <a:pt x="870" y="66"/>
                    </a:cubicBezTo>
                    <a:cubicBezTo>
                      <a:pt x="872" y="69"/>
                      <a:pt x="872" y="69"/>
                      <a:pt x="872" y="69"/>
                    </a:cubicBezTo>
                    <a:cubicBezTo>
                      <a:pt x="872" y="72"/>
                      <a:pt x="872" y="72"/>
                      <a:pt x="872" y="72"/>
                    </a:cubicBezTo>
                    <a:cubicBezTo>
                      <a:pt x="874" y="77"/>
                      <a:pt x="874" y="77"/>
                      <a:pt x="874" y="77"/>
                    </a:cubicBezTo>
                    <a:cubicBezTo>
                      <a:pt x="876" y="80"/>
                      <a:pt x="876" y="80"/>
                      <a:pt x="876" y="80"/>
                    </a:cubicBezTo>
                    <a:cubicBezTo>
                      <a:pt x="877" y="88"/>
                      <a:pt x="877" y="88"/>
                      <a:pt x="877" y="88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7" y="89"/>
                      <a:pt x="877" y="89"/>
                      <a:pt x="877" y="89"/>
                    </a:cubicBezTo>
                    <a:cubicBezTo>
                      <a:pt x="876" y="88"/>
                      <a:pt x="876" y="88"/>
                      <a:pt x="876" y="88"/>
                    </a:cubicBezTo>
                    <a:cubicBezTo>
                      <a:pt x="876" y="87"/>
                      <a:pt x="876" y="87"/>
                      <a:pt x="876" y="87"/>
                    </a:cubicBezTo>
                    <a:cubicBezTo>
                      <a:pt x="874" y="85"/>
                      <a:pt x="874" y="85"/>
                      <a:pt x="874" y="85"/>
                    </a:cubicBezTo>
                    <a:cubicBezTo>
                      <a:pt x="872" y="86"/>
                      <a:pt x="872" y="86"/>
                      <a:pt x="872" y="86"/>
                    </a:cubicBezTo>
                    <a:cubicBezTo>
                      <a:pt x="873" y="87"/>
                      <a:pt x="873" y="87"/>
                      <a:pt x="873" y="87"/>
                    </a:cubicBezTo>
                    <a:cubicBezTo>
                      <a:pt x="873" y="88"/>
                      <a:pt x="873" y="88"/>
                      <a:pt x="873" y="88"/>
                    </a:cubicBezTo>
                    <a:cubicBezTo>
                      <a:pt x="871" y="87"/>
                      <a:pt x="871" y="87"/>
                      <a:pt x="871" y="87"/>
                    </a:cubicBezTo>
                    <a:cubicBezTo>
                      <a:pt x="869" y="85"/>
                      <a:pt x="869" y="85"/>
                      <a:pt x="869" y="85"/>
                    </a:cubicBezTo>
                    <a:cubicBezTo>
                      <a:pt x="866" y="84"/>
                      <a:pt x="866" y="84"/>
                      <a:pt x="866" y="84"/>
                    </a:cubicBezTo>
                    <a:cubicBezTo>
                      <a:pt x="864" y="83"/>
                      <a:pt x="864" y="83"/>
                      <a:pt x="864" y="83"/>
                    </a:cubicBezTo>
                    <a:cubicBezTo>
                      <a:pt x="863" y="82"/>
                      <a:pt x="863" y="82"/>
                      <a:pt x="863" y="82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8" y="78"/>
                      <a:pt x="858" y="78"/>
                      <a:pt x="858" y="78"/>
                    </a:cubicBezTo>
                    <a:cubicBezTo>
                      <a:pt x="857" y="78"/>
                      <a:pt x="857" y="78"/>
                      <a:pt x="857" y="78"/>
                    </a:cubicBezTo>
                    <a:cubicBezTo>
                      <a:pt x="856" y="78"/>
                      <a:pt x="856" y="78"/>
                      <a:pt x="856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5" y="78"/>
                      <a:pt x="855" y="78"/>
                      <a:pt x="855" y="78"/>
                    </a:cubicBezTo>
                    <a:cubicBezTo>
                      <a:pt x="857" y="76"/>
                      <a:pt x="857" y="76"/>
                      <a:pt x="857" y="76"/>
                    </a:cubicBezTo>
                    <a:cubicBezTo>
                      <a:pt x="860" y="76"/>
                      <a:pt x="860" y="76"/>
                      <a:pt x="860" y="76"/>
                    </a:cubicBezTo>
                    <a:cubicBezTo>
                      <a:pt x="857" y="74"/>
                      <a:pt x="857" y="74"/>
                      <a:pt x="857" y="74"/>
                    </a:cubicBezTo>
                    <a:cubicBezTo>
                      <a:pt x="856" y="73"/>
                      <a:pt x="856" y="73"/>
                      <a:pt x="856" y="73"/>
                    </a:cubicBezTo>
                    <a:cubicBezTo>
                      <a:pt x="854" y="72"/>
                      <a:pt x="854" y="72"/>
                      <a:pt x="854" y="72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73"/>
                      <a:pt x="853" y="73"/>
                      <a:pt x="853" y="73"/>
                    </a:cubicBezTo>
                    <a:cubicBezTo>
                      <a:pt x="854" y="75"/>
                      <a:pt x="854" y="75"/>
                      <a:pt x="854" y="75"/>
                    </a:cubicBezTo>
                    <a:cubicBezTo>
                      <a:pt x="854" y="76"/>
                      <a:pt x="854" y="76"/>
                      <a:pt x="854" y="76"/>
                    </a:cubicBezTo>
                    <a:cubicBezTo>
                      <a:pt x="853" y="76"/>
                      <a:pt x="853" y="76"/>
                      <a:pt x="853" y="76"/>
                    </a:cubicBezTo>
                    <a:cubicBezTo>
                      <a:pt x="851" y="76"/>
                      <a:pt x="851" y="76"/>
                      <a:pt x="851" y="76"/>
                    </a:cubicBezTo>
                    <a:cubicBezTo>
                      <a:pt x="848" y="74"/>
                      <a:pt x="848" y="74"/>
                      <a:pt x="848" y="74"/>
                    </a:cubicBezTo>
                    <a:cubicBezTo>
                      <a:pt x="848" y="73"/>
                      <a:pt x="848" y="73"/>
                      <a:pt x="848" y="73"/>
                    </a:cubicBezTo>
                    <a:cubicBezTo>
                      <a:pt x="845" y="72"/>
                      <a:pt x="845" y="72"/>
                      <a:pt x="845" y="72"/>
                    </a:cubicBezTo>
                    <a:cubicBezTo>
                      <a:pt x="844" y="71"/>
                      <a:pt x="844" y="71"/>
                      <a:pt x="844" y="71"/>
                    </a:cubicBezTo>
                    <a:cubicBezTo>
                      <a:pt x="846" y="71"/>
                      <a:pt x="846" y="71"/>
                      <a:pt x="846" y="71"/>
                    </a:cubicBezTo>
                    <a:cubicBezTo>
                      <a:pt x="848" y="72"/>
                      <a:pt x="848" y="72"/>
                      <a:pt x="848" y="72"/>
                    </a:cubicBezTo>
                    <a:cubicBezTo>
                      <a:pt x="850" y="73"/>
                      <a:pt x="850" y="73"/>
                      <a:pt x="850" y="73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3" y="69"/>
                      <a:pt x="853" y="69"/>
                      <a:pt x="853" y="69"/>
                    </a:cubicBezTo>
                    <a:cubicBezTo>
                      <a:pt x="853" y="67"/>
                      <a:pt x="853" y="67"/>
                      <a:pt x="853" y="67"/>
                    </a:cubicBezTo>
                    <a:cubicBezTo>
                      <a:pt x="852" y="68"/>
                      <a:pt x="852" y="68"/>
                      <a:pt x="852" y="68"/>
                    </a:cubicBezTo>
                    <a:cubicBezTo>
                      <a:pt x="852" y="67"/>
                      <a:pt x="852" y="67"/>
                      <a:pt x="852" y="67"/>
                    </a:cubicBezTo>
                    <a:cubicBezTo>
                      <a:pt x="851" y="67"/>
                      <a:pt x="851" y="67"/>
                      <a:pt x="851" y="67"/>
                    </a:cubicBezTo>
                    <a:cubicBezTo>
                      <a:pt x="851" y="66"/>
                      <a:pt x="851" y="66"/>
                      <a:pt x="851" y="66"/>
                    </a:cubicBezTo>
                    <a:cubicBezTo>
                      <a:pt x="849" y="63"/>
                      <a:pt x="849" y="63"/>
                      <a:pt x="849" y="63"/>
                    </a:cubicBezTo>
                    <a:cubicBezTo>
                      <a:pt x="848" y="64"/>
                      <a:pt x="848" y="64"/>
                      <a:pt x="848" y="64"/>
                    </a:cubicBezTo>
                    <a:cubicBezTo>
                      <a:pt x="848" y="63"/>
                      <a:pt x="848" y="63"/>
                      <a:pt x="848" y="63"/>
                    </a:cubicBezTo>
                    <a:cubicBezTo>
                      <a:pt x="846" y="62"/>
                      <a:pt x="846" y="62"/>
                      <a:pt x="846" y="62"/>
                    </a:cubicBezTo>
                    <a:cubicBezTo>
                      <a:pt x="845" y="63"/>
                      <a:pt x="845" y="63"/>
                      <a:pt x="845" y="63"/>
                    </a:cubicBezTo>
                    <a:cubicBezTo>
                      <a:pt x="844" y="64"/>
                      <a:pt x="844" y="64"/>
                      <a:pt x="844" y="64"/>
                    </a:cubicBezTo>
                    <a:cubicBezTo>
                      <a:pt x="843" y="63"/>
                      <a:pt x="843" y="63"/>
                      <a:pt x="843" y="63"/>
                    </a:cubicBezTo>
                    <a:cubicBezTo>
                      <a:pt x="843" y="62"/>
                      <a:pt x="843" y="62"/>
                      <a:pt x="843" y="62"/>
                    </a:cubicBezTo>
                    <a:cubicBezTo>
                      <a:pt x="846" y="60"/>
                      <a:pt x="846" y="60"/>
                      <a:pt x="846" y="60"/>
                    </a:cubicBezTo>
                    <a:cubicBezTo>
                      <a:pt x="845" y="58"/>
                      <a:pt x="845" y="58"/>
                      <a:pt x="845" y="58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2" y="59"/>
                      <a:pt x="842" y="59"/>
                      <a:pt x="842" y="59"/>
                    </a:cubicBezTo>
                    <a:cubicBezTo>
                      <a:pt x="843" y="58"/>
                      <a:pt x="843" y="58"/>
                      <a:pt x="843" y="58"/>
                    </a:cubicBezTo>
                    <a:cubicBezTo>
                      <a:pt x="842" y="55"/>
                      <a:pt x="842" y="55"/>
                      <a:pt x="842" y="55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41" y="56"/>
                      <a:pt x="841" y="56"/>
                      <a:pt x="841" y="56"/>
                    </a:cubicBezTo>
                    <a:cubicBezTo>
                      <a:pt x="841" y="55"/>
                      <a:pt x="841" y="55"/>
                      <a:pt x="841" y="55"/>
                    </a:cubicBezTo>
                    <a:cubicBezTo>
                      <a:pt x="839" y="55"/>
                      <a:pt x="839" y="55"/>
                      <a:pt x="839" y="55"/>
                    </a:cubicBezTo>
                    <a:cubicBezTo>
                      <a:pt x="839" y="54"/>
                      <a:pt x="839" y="54"/>
                      <a:pt x="839" y="54"/>
                    </a:cubicBezTo>
                    <a:cubicBezTo>
                      <a:pt x="838" y="54"/>
                      <a:pt x="838" y="54"/>
                      <a:pt x="838" y="54"/>
                    </a:cubicBezTo>
                    <a:cubicBezTo>
                      <a:pt x="839" y="52"/>
                      <a:pt x="839" y="52"/>
                      <a:pt x="839" y="52"/>
                    </a:cubicBezTo>
                    <a:cubicBezTo>
                      <a:pt x="837" y="50"/>
                      <a:pt x="837" y="50"/>
                      <a:pt x="837" y="50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6" y="52"/>
                      <a:pt x="836" y="52"/>
                      <a:pt x="836" y="52"/>
                    </a:cubicBezTo>
                    <a:cubicBezTo>
                      <a:pt x="836" y="51"/>
                      <a:pt x="836" y="51"/>
                      <a:pt x="836" y="51"/>
                    </a:cubicBezTo>
                    <a:cubicBezTo>
                      <a:pt x="834" y="49"/>
                      <a:pt x="834" y="49"/>
                      <a:pt x="834" y="49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2" y="50"/>
                      <a:pt x="832" y="50"/>
                      <a:pt x="832" y="50"/>
                    </a:cubicBezTo>
                    <a:cubicBezTo>
                      <a:pt x="831" y="48"/>
                      <a:pt x="831" y="48"/>
                      <a:pt x="831" y="48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9"/>
                      <a:pt x="829" y="49"/>
                      <a:pt x="829" y="49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6" y="47"/>
                      <a:pt x="826" y="47"/>
                      <a:pt x="826" y="47"/>
                    </a:cubicBezTo>
                    <a:cubicBezTo>
                      <a:pt x="825" y="48"/>
                      <a:pt x="825" y="48"/>
                      <a:pt x="825" y="48"/>
                    </a:cubicBezTo>
                    <a:cubicBezTo>
                      <a:pt x="825" y="47"/>
                      <a:pt x="825" y="47"/>
                      <a:pt x="825" y="47"/>
                    </a:cubicBezTo>
                    <a:cubicBezTo>
                      <a:pt x="822" y="48"/>
                      <a:pt x="822" y="48"/>
                      <a:pt x="822" y="48"/>
                    </a:cubicBezTo>
                    <a:cubicBezTo>
                      <a:pt x="821" y="48"/>
                      <a:pt x="821" y="48"/>
                      <a:pt x="821" y="48"/>
                    </a:cubicBezTo>
                    <a:cubicBezTo>
                      <a:pt x="820" y="49"/>
                      <a:pt x="820" y="49"/>
                      <a:pt x="820" y="49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0" y="51"/>
                      <a:pt x="820" y="51"/>
                      <a:pt x="820" y="51"/>
                    </a:cubicBezTo>
                    <a:cubicBezTo>
                      <a:pt x="820" y="52"/>
                      <a:pt x="820" y="52"/>
                      <a:pt x="820" y="52"/>
                    </a:cubicBezTo>
                    <a:cubicBezTo>
                      <a:pt x="818" y="52"/>
                      <a:pt x="818" y="52"/>
                      <a:pt x="818" y="52"/>
                    </a:cubicBezTo>
                    <a:cubicBezTo>
                      <a:pt x="819" y="51"/>
                      <a:pt x="819" y="51"/>
                      <a:pt x="819" y="51"/>
                    </a:cubicBezTo>
                    <a:cubicBezTo>
                      <a:pt x="820" y="50"/>
                      <a:pt x="820" y="50"/>
                      <a:pt x="820" y="50"/>
                    </a:cubicBezTo>
                    <a:cubicBezTo>
                      <a:pt x="819" y="48"/>
                      <a:pt x="819" y="48"/>
                      <a:pt x="819" y="48"/>
                    </a:cubicBezTo>
                    <a:cubicBezTo>
                      <a:pt x="816" y="48"/>
                      <a:pt x="816" y="48"/>
                      <a:pt x="816" y="48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6" y="50"/>
                      <a:pt x="816" y="50"/>
                      <a:pt x="816" y="50"/>
                    </a:cubicBezTo>
                    <a:cubicBezTo>
                      <a:pt x="816" y="49"/>
                      <a:pt x="816" y="49"/>
                      <a:pt x="816" y="49"/>
                    </a:cubicBezTo>
                    <a:cubicBezTo>
                      <a:pt x="814" y="48"/>
                      <a:pt x="814" y="48"/>
                      <a:pt x="814" y="48"/>
                    </a:cubicBezTo>
                    <a:cubicBezTo>
                      <a:pt x="813" y="46"/>
                      <a:pt x="813" y="46"/>
                      <a:pt x="813" y="46"/>
                    </a:cubicBezTo>
                    <a:cubicBezTo>
                      <a:pt x="812" y="48"/>
                      <a:pt x="812" y="48"/>
                      <a:pt x="812" y="48"/>
                    </a:cubicBezTo>
                    <a:cubicBezTo>
                      <a:pt x="811" y="48"/>
                      <a:pt x="811" y="48"/>
                      <a:pt x="811" y="48"/>
                    </a:cubicBezTo>
                    <a:cubicBezTo>
                      <a:pt x="809" y="48"/>
                      <a:pt x="809" y="48"/>
                      <a:pt x="809" y="48"/>
                    </a:cubicBezTo>
                    <a:cubicBezTo>
                      <a:pt x="808" y="46"/>
                      <a:pt x="808" y="46"/>
                      <a:pt x="808" y="46"/>
                    </a:cubicBezTo>
                    <a:cubicBezTo>
                      <a:pt x="808" y="49"/>
                      <a:pt x="808" y="49"/>
                      <a:pt x="808" y="49"/>
                    </a:cubicBezTo>
                    <a:cubicBezTo>
                      <a:pt x="807" y="49"/>
                      <a:pt x="807" y="49"/>
                      <a:pt x="807" y="49"/>
                    </a:cubicBezTo>
                    <a:cubicBezTo>
                      <a:pt x="806" y="48"/>
                      <a:pt x="806" y="48"/>
                      <a:pt x="806" y="48"/>
                    </a:cubicBezTo>
                    <a:cubicBezTo>
                      <a:pt x="805" y="48"/>
                      <a:pt x="805" y="48"/>
                      <a:pt x="805" y="48"/>
                    </a:cubicBezTo>
                    <a:cubicBezTo>
                      <a:pt x="805" y="47"/>
                      <a:pt x="805" y="47"/>
                      <a:pt x="805" y="47"/>
                    </a:cubicBezTo>
                    <a:cubicBezTo>
                      <a:pt x="806" y="45"/>
                      <a:pt x="806" y="45"/>
                      <a:pt x="806" y="45"/>
                    </a:cubicBezTo>
                    <a:cubicBezTo>
                      <a:pt x="806" y="43"/>
                      <a:pt x="806" y="43"/>
                      <a:pt x="806" y="43"/>
                    </a:cubicBezTo>
                    <a:cubicBezTo>
                      <a:pt x="803" y="44"/>
                      <a:pt x="803" y="44"/>
                      <a:pt x="803" y="44"/>
                    </a:cubicBezTo>
                    <a:cubicBezTo>
                      <a:pt x="802" y="45"/>
                      <a:pt x="802" y="45"/>
                      <a:pt x="802" y="45"/>
                    </a:cubicBezTo>
                    <a:cubicBezTo>
                      <a:pt x="802" y="47"/>
                      <a:pt x="802" y="47"/>
                      <a:pt x="802" y="47"/>
                    </a:cubicBezTo>
                    <a:cubicBezTo>
                      <a:pt x="803" y="47"/>
                      <a:pt x="803" y="47"/>
                      <a:pt x="803" y="47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48"/>
                      <a:pt x="804" y="48"/>
                      <a:pt x="804" y="48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4" y="50"/>
                      <a:pt x="804" y="50"/>
                      <a:pt x="804" y="50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51"/>
                      <a:pt x="803" y="51"/>
                      <a:pt x="803" y="51"/>
                    </a:cubicBezTo>
                    <a:cubicBezTo>
                      <a:pt x="803" y="49"/>
                      <a:pt x="803" y="49"/>
                      <a:pt x="803" y="49"/>
                    </a:cubicBezTo>
                    <a:cubicBezTo>
                      <a:pt x="801" y="52"/>
                      <a:pt x="801" y="52"/>
                      <a:pt x="801" y="52"/>
                    </a:cubicBezTo>
                    <a:cubicBezTo>
                      <a:pt x="801" y="54"/>
                      <a:pt x="801" y="54"/>
                      <a:pt x="801" y="54"/>
                    </a:cubicBezTo>
                    <a:cubicBezTo>
                      <a:pt x="802" y="55"/>
                      <a:pt x="802" y="55"/>
                      <a:pt x="802" y="55"/>
                    </a:cubicBezTo>
                    <a:cubicBezTo>
                      <a:pt x="803" y="56"/>
                      <a:pt x="803" y="56"/>
                      <a:pt x="803" y="56"/>
                    </a:cubicBezTo>
                    <a:cubicBezTo>
                      <a:pt x="804" y="57"/>
                      <a:pt x="804" y="57"/>
                      <a:pt x="804" y="57"/>
                    </a:cubicBezTo>
                    <a:cubicBezTo>
                      <a:pt x="804" y="59"/>
                      <a:pt x="804" y="59"/>
                      <a:pt x="804" y="59"/>
                    </a:cubicBezTo>
                    <a:cubicBezTo>
                      <a:pt x="806" y="59"/>
                      <a:pt x="806" y="59"/>
                      <a:pt x="806" y="59"/>
                    </a:cubicBezTo>
                    <a:cubicBezTo>
                      <a:pt x="806" y="60"/>
                      <a:pt x="806" y="60"/>
                      <a:pt x="806" y="60"/>
                    </a:cubicBezTo>
                    <a:cubicBezTo>
                      <a:pt x="806" y="61"/>
                      <a:pt x="806" y="61"/>
                      <a:pt x="806" y="61"/>
                    </a:cubicBezTo>
                    <a:cubicBezTo>
                      <a:pt x="807" y="63"/>
                      <a:pt x="807" y="63"/>
                      <a:pt x="807" y="63"/>
                    </a:cubicBezTo>
                    <a:cubicBezTo>
                      <a:pt x="808" y="63"/>
                      <a:pt x="808" y="63"/>
                      <a:pt x="808" y="63"/>
                    </a:cubicBezTo>
                    <a:cubicBezTo>
                      <a:pt x="807" y="64"/>
                      <a:pt x="807" y="64"/>
                      <a:pt x="807" y="64"/>
                    </a:cubicBezTo>
                    <a:cubicBezTo>
                      <a:pt x="806" y="63"/>
                      <a:pt x="806" y="63"/>
                      <a:pt x="806" y="63"/>
                    </a:cubicBezTo>
                    <a:cubicBezTo>
                      <a:pt x="804" y="63"/>
                      <a:pt x="804" y="63"/>
                      <a:pt x="804" y="63"/>
                    </a:cubicBezTo>
                    <a:cubicBezTo>
                      <a:pt x="803" y="63"/>
                      <a:pt x="803" y="63"/>
                      <a:pt x="803" y="63"/>
                    </a:cubicBezTo>
                    <a:cubicBezTo>
                      <a:pt x="800" y="64"/>
                      <a:pt x="800" y="64"/>
                      <a:pt x="800" y="64"/>
                    </a:cubicBezTo>
                    <a:cubicBezTo>
                      <a:pt x="801" y="65"/>
                      <a:pt x="801" y="65"/>
                      <a:pt x="801" y="65"/>
                    </a:cubicBezTo>
                    <a:cubicBezTo>
                      <a:pt x="801" y="66"/>
                      <a:pt x="801" y="66"/>
                      <a:pt x="801" y="66"/>
                    </a:cubicBezTo>
                    <a:cubicBezTo>
                      <a:pt x="800" y="66"/>
                      <a:pt x="800" y="66"/>
                      <a:pt x="800" y="66"/>
                    </a:cubicBezTo>
                    <a:cubicBezTo>
                      <a:pt x="798" y="65"/>
                      <a:pt x="798" y="65"/>
                      <a:pt x="798" y="65"/>
                    </a:cubicBezTo>
                    <a:cubicBezTo>
                      <a:pt x="795" y="67"/>
                      <a:pt x="795" y="67"/>
                      <a:pt x="795" y="67"/>
                    </a:cubicBezTo>
                    <a:cubicBezTo>
                      <a:pt x="791" y="68"/>
                      <a:pt x="791" y="68"/>
                      <a:pt x="791" y="68"/>
                    </a:cubicBezTo>
                    <a:cubicBezTo>
                      <a:pt x="789" y="68"/>
                      <a:pt x="789" y="68"/>
                      <a:pt x="789" y="68"/>
                    </a:cubicBezTo>
                    <a:cubicBezTo>
                      <a:pt x="789" y="66"/>
                      <a:pt x="789" y="66"/>
                      <a:pt x="789" y="66"/>
                    </a:cubicBezTo>
                    <a:cubicBezTo>
                      <a:pt x="788" y="65"/>
                      <a:pt x="788" y="65"/>
                      <a:pt x="788" y="65"/>
                    </a:cubicBezTo>
                    <a:cubicBezTo>
                      <a:pt x="787" y="64"/>
                      <a:pt x="787" y="64"/>
                      <a:pt x="787" y="64"/>
                    </a:cubicBezTo>
                    <a:cubicBezTo>
                      <a:pt x="785" y="64"/>
                      <a:pt x="785" y="64"/>
                      <a:pt x="785" y="64"/>
                    </a:cubicBezTo>
                    <a:cubicBezTo>
                      <a:pt x="784" y="65"/>
                      <a:pt x="784" y="65"/>
                      <a:pt x="784" y="65"/>
                    </a:cubicBezTo>
                    <a:cubicBezTo>
                      <a:pt x="784" y="66"/>
                      <a:pt x="784" y="66"/>
                      <a:pt x="784" y="66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85" y="67"/>
                      <a:pt x="785" y="67"/>
                      <a:pt x="785" y="67"/>
                    </a:cubicBezTo>
                    <a:cubicBezTo>
                      <a:pt x="778" y="67"/>
                      <a:pt x="778" y="67"/>
                      <a:pt x="778" y="67"/>
                    </a:cubicBezTo>
                    <a:cubicBezTo>
                      <a:pt x="777" y="66"/>
                      <a:pt x="777" y="66"/>
                      <a:pt x="777" y="66"/>
                    </a:cubicBezTo>
                    <a:cubicBezTo>
                      <a:pt x="776" y="63"/>
                      <a:pt x="776" y="63"/>
                      <a:pt x="776" y="63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2"/>
                      <a:pt x="777" y="62"/>
                      <a:pt x="777" y="62"/>
                    </a:cubicBezTo>
                    <a:cubicBezTo>
                      <a:pt x="777" y="60"/>
                      <a:pt x="777" y="60"/>
                      <a:pt x="777" y="60"/>
                    </a:cubicBezTo>
                    <a:cubicBezTo>
                      <a:pt x="775" y="59"/>
                      <a:pt x="775" y="59"/>
                      <a:pt x="775" y="59"/>
                    </a:cubicBezTo>
                    <a:cubicBezTo>
                      <a:pt x="772" y="59"/>
                      <a:pt x="772" y="59"/>
                      <a:pt x="772" y="59"/>
                    </a:cubicBezTo>
                    <a:cubicBezTo>
                      <a:pt x="768" y="61"/>
                      <a:pt x="768" y="61"/>
                      <a:pt x="768" y="61"/>
                    </a:cubicBezTo>
                    <a:cubicBezTo>
                      <a:pt x="762" y="61"/>
                      <a:pt x="762" y="61"/>
                      <a:pt x="762" y="61"/>
                    </a:cubicBezTo>
                    <a:cubicBezTo>
                      <a:pt x="757" y="62"/>
                      <a:pt x="757" y="62"/>
                      <a:pt x="757" y="62"/>
                    </a:cubicBezTo>
                    <a:cubicBezTo>
                      <a:pt x="754" y="63"/>
                      <a:pt x="754" y="63"/>
                      <a:pt x="754" y="63"/>
                    </a:cubicBezTo>
                    <a:cubicBezTo>
                      <a:pt x="753" y="64"/>
                      <a:pt x="753" y="64"/>
                      <a:pt x="753" y="64"/>
                    </a:cubicBezTo>
                    <a:cubicBezTo>
                      <a:pt x="752" y="64"/>
                      <a:pt x="752" y="64"/>
                      <a:pt x="752" y="64"/>
                    </a:cubicBezTo>
                    <a:cubicBezTo>
                      <a:pt x="751" y="65"/>
                      <a:pt x="751" y="65"/>
                      <a:pt x="751" y="65"/>
                    </a:cubicBezTo>
                    <a:cubicBezTo>
                      <a:pt x="750" y="66"/>
                      <a:pt x="750" y="66"/>
                      <a:pt x="750" y="66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8" y="69"/>
                      <a:pt x="748" y="69"/>
                      <a:pt x="748" y="69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8"/>
                      <a:pt x="747" y="68"/>
                      <a:pt x="747" y="68"/>
                    </a:cubicBezTo>
                    <a:cubicBezTo>
                      <a:pt x="747" y="66"/>
                      <a:pt x="747" y="66"/>
                      <a:pt x="747" y="66"/>
                    </a:cubicBezTo>
                    <a:cubicBezTo>
                      <a:pt x="745" y="65"/>
                      <a:pt x="745" y="65"/>
                      <a:pt x="745" y="65"/>
                    </a:cubicBezTo>
                    <a:cubicBezTo>
                      <a:pt x="744" y="65"/>
                      <a:pt x="744" y="65"/>
                      <a:pt x="744" y="65"/>
                    </a:cubicBezTo>
                    <a:cubicBezTo>
                      <a:pt x="741" y="62"/>
                      <a:pt x="741" y="62"/>
                      <a:pt x="741" y="62"/>
                    </a:cubicBezTo>
                    <a:cubicBezTo>
                      <a:pt x="740" y="62"/>
                      <a:pt x="740" y="62"/>
                      <a:pt x="740" y="62"/>
                    </a:cubicBezTo>
                    <a:cubicBezTo>
                      <a:pt x="740" y="63"/>
                      <a:pt x="740" y="63"/>
                      <a:pt x="740" y="63"/>
                    </a:cubicBezTo>
                    <a:cubicBezTo>
                      <a:pt x="742" y="66"/>
                      <a:pt x="742" y="66"/>
                      <a:pt x="742" y="66"/>
                    </a:cubicBezTo>
                    <a:cubicBezTo>
                      <a:pt x="742" y="67"/>
                      <a:pt x="742" y="67"/>
                      <a:pt x="742" y="67"/>
                    </a:cubicBezTo>
                    <a:cubicBezTo>
                      <a:pt x="741" y="68"/>
                      <a:pt x="741" y="68"/>
                      <a:pt x="741" y="68"/>
                    </a:cubicBezTo>
                    <a:cubicBezTo>
                      <a:pt x="739" y="68"/>
                      <a:pt x="739" y="68"/>
                      <a:pt x="739" y="68"/>
                    </a:cubicBezTo>
                    <a:cubicBezTo>
                      <a:pt x="738" y="69"/>
                      <a:pt x="738" y="69"/>
                      <a:pt x="738" y="69"/>
                    </a:cubicBezTo>
                    <a:cubicBezTo>
                      <a:pt x="736" y="69"/>
                      <a:pt x="736" y="69"/>
                      <a:pt x="736" y="69"/>
                    </a:cubicBezTo>
                    <a:cubicBezTo>
                      <a:pt x="732" y="66"/>
                      <a:pt x="732" y="66"/>
                      <a:pt x="732" y="66"/>
                    </a:cubicBezTo>
                    <a:cubicBezTo>
                      <a:pt x="732" y="65"/>
                      <a:pt x="732" y="65"/>
                      <a:pt x="732" y="65"/>
                    </a:cubicBezTo>
                    <a:cubicBezTo>
                      <a:pt x="733" y="64"/>
                      <a:pt x="733" y="64"/>
                      <a:pt x="733" y="64"/>
                    </a:cubicBezTo>
                    <a:cubicBezTo>
                      <a:pt x="733" y="62"/>
                      <a:pt x="733" y="62"/>
                      <a:pt x="733" y="62"/>
                    </a:cubicBezTo>
                    <a:cubicBezTo>
                      <a:pt x="730" y="63"/>
                      <a:pt x="730" y="63"/>
                      <a:pt x="730" y="63"/>
                    </a:cubicBezTo>
                    <a:cubicBezTo>
                      <a:pt x="730" y="65"/>
                      <a:pt x="730" y="65"/>
                      <a:pt x="730" y="65"/>
                    </a:cubicBezTo>
                    <a:cubicBezTo>
                      <a:pt x="729" y="66"/>
                      <a:pt x="729" y="66"/>
                      <a:pt x="729" y="66"/>
                    </a:cubicBezTo>
                    <a:cubicBezTo>
                      <a:pt x="727" y="64"/>
                      <a:pt x="727" y="64"/>
                      <a:pt x="727" y="64"/>
                    </a:cubicBezTo>
                    <a:cubicBezTo>
                      <a:pt x="724" y="64"/>
                      <a:pt x="724" y="64"/>
                      <a:pt x="724" y="64"/>
                    </a:cubicBezTo>
                    <a:cubicBezTo>
                      <a:pt x="723" y="66"/>
                      <a:pt x="723" y="66"/>
                      <a:pt x="723" y="66"/>
                    </a:cubicBezTo>
                    <a:cubicBezTo>
                      <a:pt x="723" y="68"/>
                      <a:pt x="723" y="68"/>
                      <a:pt x="723" y="68"/>
                    </a:cubicBezTo>
                    <a:cubicBezTo>
                      <a:pt x="722" y="70"/>
                      <a:pt x="722" y="70"/>
                      <a:pt x="722" y="70"/>
                    </a:cubicBezTo>
                    <a:cubicBezTo>
                      <a:pt x="723" y="72"/>
                      <a:pt x="723" y="72"/>
                      <a:pt x="723" y="72"/>
                    </a:cubicBezTo>
                    <a:cubicBezTo>
                      <a:pt x="725" y="73"/>
                      <a:pt x="725" y="73"/>
                      <a:pt x="725" y="73"/>
                    </a:cubicBezTo>
                    <a:cubicBezTo>
                      <a:pt x="728" y="72"/>
                      <a:pt x="728" y="72"/>
                      <a:pt x="728" y="72"/>
                    </a:cubicBezTo>
                    <a:cubicBezTo>
                      <a:pt x="728" y="71"/>
                      <a:pt x="728" y="71"/>
                      <a:pt x="728" y="71"/>
                    </a:cubicBezTo>
                    <a:cubicBezTo>
                      <a:pt x="730" y="69"/>
                      <a:pt x="730" y="69"/>
                      <a:pt x="730" y="69"/>
                    </a:cubicBezTo>
                    <a:cubicBezTo>
                      <a:pt x="730" y="70"/>
                      <a:pt x="730" y="70"/>
                      <a:pt x="730" y="70"/>
                    </a:cubicBezTo>
                    <a:cubicBezTo>
                      <a:pt x="730" y="71"/>
                      <a:pt x="730" y="71"/>
                      <a:pt x="730" y="71"/>
                    </a:cubicBezTo>
                    <a:cubicBezTo>
                      <a:pt x="727" y="73"/>
                      <a:pt x="727" y="73"/>
                      <a:pt x="727" y="73"/>
                    </a:cubicBezTo>
                    <a:cubicBezTo>
                      <a:pt x="728" y="75"/>
                      <a:pt x="728" y="75"/>
                      <a:pt x="728" y="75"/>
                    </a:cubicBezTo>
                    <a:cubicBezTo>
                      <a:pt x="727" y="76"/>
                      <a:pt x="727" y="76"/>
                      <a:pt x="727" y="76"/>
                    </a:cubicBezTo>
                    <a:cubicBezTo>
                      <a:pt x="726" y="76"/>
                      <a:pt x="726" y="76"/>
                      <a:pt x="726" y="76"/>
                    </a:cubicBezTo>
                    <a:cubicBezTo>
                      <a:pt x="724" y="75"/>
                      <a:pt x="724" y="75"/>
                      <a:pt x="724" y="75"/>
                    </a:cubicBezTo>
                    <a:cubicBezTo>
                      <a:pt x="724" y="76"/>
                      <a:pt x="724" y="76"/>
                      <a:pt x="724" y="76"/>
                    </a:cubicBezTo>
                    <a:cubicBezTo>
                      <a:pt x="724" y="78"/>
                      <a:pt x="724" y="78"/>
                      <a:pt x="724" y="78"/>
                    </a:cubicBezTo>
                    <a:cubicBezTo>
                      <a:pt x="724" y="79"/>
                      <a:pt x="724" y="79"/>
                      <a:pt x="724" y="79"/>
                    </a:cubicBezTo>
                    <a:cubicBezTo>
                      <a:pt x="721" y="81"/>
                      <a:pt x="721" y="81"/>
                      <a:pt x="721" y="81"/>
                    </a:cubicBezTo>
                    <a:cubicBezTo>
                      <a:pt x="722" y="82"/>
                      <a:pt x="722" y="82"/>
                      <a:pt x="722" y="82"/>
                    </a:cubicBezTo>
                    <a:cubicBezTo>
                      <a:pt x="722" y="83"/>
                      <a:pt x="722" y="83"/>
                      <a:pt x="722" y="83"/>
                    </a:cubicBezTo>
                    <a:cubicBezTo>
                      <a:pt x="721" y="83"/>
                      <a:pt x="721" y="83"/>
                      <a:pt x="721" y="83"/>
                    </a:cubicBezTo>
                    <a:cubicBezTo>
                      <a:pt x="718" y="84"/>
                      <a:pt x="718" y="84"/>
                      <a:pt x="718" y="84"/>
                    </a:cubicBezTo>
                    <a:cubicBezTo>
                      <a:pt x="716" y="85"/>
                      <a:pt x="716" y="85"/>
                      <a:pt x="716" y="85"/>
                    </a:cubicBezTo>
                    <a:cubicBezTo>
                      <a:pt x="713" y="85"/>
                      <a:pt x="713" y="85"/>
                      <a:pt x="713" y="85"/>
                    </a:cubicBezTo>
                    <a:cubicBezTo>
                      <a:pt x="712" y="87"/>
                      <a:pt x="712" y="87"/>
                      <a:pt x="712" y="87"/>
                    </a:cubicBezTo>
                    <a:cubicBezTo>
                      <a:pt x="712" y="85"/>
                      <a:pt x="712" y="85"/>
                      <a:pt x="712" y="85"/>
                    </a:cubicBezTo>
                    <a:cubicBezTo>
                      <a:pt x="712" y="84"/>
                      <a:pt x="712" y="84"/>
                      <a:pt x="712" y="84"/>
                    </a:cubicBezTo>
                    <a:cubicBezTo>
                      <a:pt x="714" y="83"/>
                      <a:pt x="714" y="83"/>
                      <a:pt x="714" y="83"/>
                    </a:cubicBezTo>
                    <a:cubicBezTo>
                      <a:pt x="714" y="81"/>
                      <a:pt x="714" y="81"/>
                      <a:pt x="714" y="81"/>
                    </a:cubicBezTo>
                    <a:cubicBezTo>
                      <a:pt x="713" y="78"/>
                      <a:pt x="713" y="78"/>
                      <a:pt x="713" y="78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3" y="77"/>
                      <a:pt x="713" y="77"/>
                      <a:pt x="713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4" y="77"/>
                      <a:pt x="714" y="77"/>
                      <a:pt x="714" y="77"/>
                    </a:cubicBezTo>
                    <a:cubicBezTo>
                      <a:pt x="717" y="76"/>
                      <a:pt x="717" y="76"/>
                      <a:pt x="717" y="76"/>
                    </a:cubicBezTo>
                    <a:cubicBezTo>
                      <a:pt x="718" y="73"/>
                      <a:pt x="718" y="73"/>
                      <a:pt x="718" y="73"/>
                    </a:cubicBezTo>
                    <a:cubicBezTo>
                      <a:pt x="718" y="71"/>
                      <a:pt x="718" y="71"/>
                      <a:pt x="718" y="71"/>
                    </a:cubicBezTo>
                    <a:cubicBezTo>
                      <a:pt x="717" y="70"/>
                      <a:pt x="717" y="70"/>
                      <a:pt x="717" y="70"/>
                    </a:cubicBezTo>
                    <a:cubicBezTo>
                      <a:pt x="718" y="67"/>
                      <a:pt x="718" y="67"/>
                      <a:pt x="718" y="67"/>
                    </a:cubicBezTo>
                    <a:cubicBezTo>
                      <a:pt x="719" y="65"/>
                      <a:pt x="719" y="65"/>
                      <a:pt x="719" y="65"/>
                    </a:cubicBezTo>
                    <a:cubicBezTo>
                      <a:pt x="721" y="63"/>
                      <a:pt x="721" y="63"/>
                      <a:pt x="721" y="63"/>
                    </a:cubicBezTo>
                    <a:cubicBezTo>
                      <a:pt x="720" y="60"/>
                      <a:pt x="720" y="60"/>
                      <a:pt x="720" y="60"/>
                    </a:cubicBezTo>
                    <a:cubicBezTo>
                      <a:pt x="719" y="60"/>
                      <a:pt x="719" y="60"/>
                      <a:pt x="719" y="60"/>
                    </a:cubicBezTo>
                    <a:cubicBezTo>
                      <a:pt x="720" y="59"/>
                      <a:pt x="720" y="59"/>
                      <a:pt x="720" y="59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1" y="56"/>
                      <a:pt x="721" y="56"/>
                      <a:pt x="721" y="56"/>
                    </a:cubicBezTo>
                    <a:cubicBezTo>
                      <a:pt x="723" y="53"/>
                      <a:pt x="723" y="53"/>
                      <a:pt x="723" y="53"/>
                    </a:cubicBezTo>
                    <a:cubicBezTo>
                      <a:pt x="722" y="53"/>
                      <a:pt x="722" y="53"/>
                      <a:pt x="722" y="53"/>
                    </a:cubicBezTo>
                    <a:cubicBezTo>
                      <a:pt x="723" y="52"/>
                      <a:pt x="723" y="52"/>
                      <a:pt x="723" y="52"/>
                    </a:cubicBezTo>
                    <a:cubicBezTo>
                      <a:pt x="725" y="51"/>
                      <a:pt x="725" y="51"/>
                      <a:pt x="725" y="51"/>
                    </a:cubicBezTo>
                    <a:cubicBezTo>
                      <a:pt x="725" y="49"/>
                      <a:pt x="725" y="49"/>
                      <a:pt x="725" y="49"/>
                    </a:cubicBezTo>
                    <a:cubicBezTo>
                      <a:pt x="724" y="48"/>
                      <a:pt x="724" y="48"/>
                      <a:pt x="724" y="48"/>
                    </a:cubicBezTo>
                    <a:cubicBezTo>
                      <a:pt x="723" y="48"/>
                      <a:pt x="723" y="48"/>
                      <a:pt x="723" y="48"/>
                    </a:cubicBezTo>
                    <a:cubicBezTo>
                      <a:pt x="725" y="46"/>
                      <a:pt x="725" y="46"/>
                      <a:pt x="725" y="46"/>
                    </a:cubicBezTo>
                    <a:cubicBezTo>
                      <a:pt x="724" y="44"/>
                      <a:pt x="724" y="44"/>
                      <a:pt x="724" y="44"/>
                    </a:cubicBezTo>
                    <a:cubicBezTo>
                      <a:pt x="725" y="44"/>
                      <a:pt x="725" y="44"/>
                      <a:pt x="725" y="44"/>
                    </a:cubicBezTo>
                    <a:cubicBezTo>
                      <a:pt x="725" y="43"/>
                      <a:pt x="725" y="43"/>
                      <a:pt x="725" y="43"/>
                    </a:cubicBezTo>
                    <a:cubicBezTo>
                      <a:pt x="726" y="41"/>
                      <a:pt x="726" y="41"/>
                      <a:pt x="726" y="41"/>
                    </a:cubicBezTo>
                    <a:cubicBezTo>
                      <a:pt x="727" y="38"/>
                      <a:pt x="727" y="38"/>
                      <a:pt x="727" y="38"/>
                    </a:cubicBezTo>
                    <a:cubicBezTo>
                      <a:pt x="726" y="35"/>
                      <a:pt x="726" y="35"/>
                      <a:pt x="726" y="35"/>
                    </a:cubicBezTo>
                    <a:cubicBezTo>
                      <a:pt x="725" y="33"/>
                      <a:pt x="725" y="33"/>
                      <a:pt x="725" y="33"/>
                    </a:cubicBezTo>
                    <a:cubicBezTo>
                      <a:pt x="725" y="32"/>
                      <a:pt x="725" y="32"/>
                      <a:pt x="725" y="32"/>
                    </a:cubicBezTo>
                    <a:cubicBezTo>
                      <a:pt x="725" y="31"/>
                      <a:pt x="725" y="31"/>
                      <a:pt x="725" y="31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31"/>
                      <a:pt x="723" y="31"/>
                      <a:pt x="723" y="31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2" y="30"/>
                      <a:pt x="722" y="30"/>
                      <a:pt x="722" y="30"/>
                    </a:cubicBezTo>
                    <a:cubicBezTo>
                      <a:pt x="723" y="30"/>
                      <a:pt x="723" y="30"/>
                      <a:pt x="723" y="30"/>
                    </a:cubicBezTo>
                    <a:cubicBezTo>
                      <a:pt x="723" y="28"/>
                      <a:pt x="723" y="28"/>
                      <a:pt x="723" y="28"/>
                    </a:cubicBezTo>
                    <a:cubicBezTo>
                      <a:pt x="722" y="27"/>
                      <a:pt x="722" y="27"/>
                      <a:pt x="722" y="27"/>
                    </a:cubicBezTo>
                    <a:cubicBezTo>
                      <a:pt x="722" y="25"/>
                      <a:pt x="722" y="25"/>
                      <a:pt x="722" y="25"/>
                    </a:cubicBezTo>
                    <a:cubicBezTo>
                      <a:pt x="721" y="24"/>
                      <a:pt x="721" y="24"/>
                      <a:pt x="721" y="24"/>
                    </a:cubicBezTo>
                    <a:cubicBezTo>
                      <a:pt x="720" y="23"/>
                      <a:pt x="720" y="23"/>
                      <a:pt x="720" y="23"/>
                    </a:cubicBezTo>
                    <a:cubicBezTo>
                      <a:pt x="719" y="23"/>
                      <a:pt x="719" y="23"/>
                      <a:pt x="719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8" y="23"/>
                      <a:pt x="718" y="23"/>
                      <a:pt x="718" y="23"/>
                    </a:cubicBezTo>
                    <a:cubicBezTo>
                      <a:pt x="717" y="22"/>
                      <a:pt x="717" y="22"/>
                      <a:pt x="717" y="22"/>
                    </a:cubicBezTo>
                    <a:cubicBezTo>
                      <a:pt x="715" y="20"/>
                      <a:pt x="715" y="20"/>
                      <a:pt x="715" y="20"/>
                    </a:cubicBezTo>
                    <a:cubicBezTo>
                      <a:pt x="715" y="19"/>
                      <a:pt x="715" y="19"/>
                      <a:pt x="715" y="19"/>
                    </a:cubicBezTo>
                    <a:cubicBezTo>
                      <a:pt x="714" y="18"/>
                      <a:pt x="714" y="18"/>
                      <a:pt x="714" y="18"/>
                    </a:cubicBezTo>
                    <a:cubicBezTo>
                      <a:pt x="713" y="16"/>
                      <a:pt x="713" y="16"/>
                      <a:pt x="713" y="16"/>
                    </a:cubicBezTo>
                    <a:cubicBezTo>
                      <a:pt x="711" y="16"/>
                      <a:pt x="711" y="16"/>
                      <a:pt x="711" y="16"/>
                    </a:cubicBezTo>
                    <a:cubicBezTo>
                      <a:pt x="710" y="17"/>
                      <a:pt x="710" y="17"/>
                      <a:pt x="710" y="17"/>
                    </a:cubicBezTo>
                    <a:cubicBezTo>
                      <a:pt x="710" y="20"/>
                      <a:pt x="710" y="20"/>
                      <a:pt x="710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2" y="20"/>
                      <a:pt x="712" y="20"/>
                      <a:pt x="712" y="20"/>
                    </a:cubicBezTo>
                    <a:cubicBezTo>
                      <a:pt x="711" y="21"/>
                      <a:pt x="711" y="21"/>
                      <a:pt x="711" y="21"/>
                    </a:cubicBezTo>
                    <a:cubicBezTo>
                      <a:pt x="711" y="22"/>
                      <a:pt x="711" y="22"/>
                      <a:pt x="711" y="22"/>
                    </a:cubicBezTo>
                    <a:cubicBezTo>
                      <a:pt x="709" y="19"/>
                      <a:pt x="709" y="19"/>
                      <a:pt x="709" y="19"/>
                    </a:cubicBezTo>
                    <a:cubicBezTo>
                      <a:pt x="709" y="18"/>
                      <a:pt x="709" y="18"/>
                      <a:pt x="709" y="18"/>
                    </a:cubicBezTo>
                    <a:cubicBezTo>
                      <a:pt x="708" y="16"/>
                      <a:pt x="708" y="16"/>
                      <a:pt x="708" y="16"/>
                    </a:cubicBezTo>
                    <a:cubicBezTo>
                      <a:pt x="707" y="16"/>
                      <a:pt x="707" y="16"/>
                      <a:pt x="707" y="16"/>
                    </a:cubicBezTo>
                    <a:cubicBezTo>
                      <a:pt x="701" y="13"/>
                      <a:pt x="701" y="13"/>
                      <a:pt x="701" y="13"/>
                    </a:cubicBezTo>
                    <a:cubicBezTo>
                      <a:pt x="700" y="12"/>
                      <a:pt x="700" y="12"/>
                      <a:pt x="700" y="12"/>
                    </a:cubicBezTo>
                    <a:cubicBezTo>
                      <a:pt x="699" y="12"/>
                      <a:pt x="699" y="12"/>
                      <a:pt x="699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6" y="12"/>
                      <a:pt x="696" y="12"/>
                      <a:pt x="696" y="12"/>
                    </a:cubicBezTo>
                    <a:cubicBezTo>
                      <a:pt x="697" y="11"/>
                      <a:pt x="697" y="11"/>
                      <a:pt x="697" y="11"/>
                    </a:cubicBezTo>
                    <a:cubicBezTo>
                      <a:pt x="696" y="9"/>
                      <a:pt x="696" y="9"/>
                      <a:pt x="696" y="9"/>
                    </a:cubicBezTo>
                    <a:cubicBezTo>
                      <a:pt x="694" y="10"/>
                      <a:pt x="694" y="10"/>
                      <a:pt x="694" y="10"/>
                    </a:cubicBezTo>
                    <a:cubicBezTo>
                      <a:pt x="694" y="9"/>
                      <a:pt x="694" y="9"/>
                      <a:pt x="694" y="9"/>
                    </a:cubicBezTo>
                    <a:cubicBezTo>
                      <a:pt x="692" y="10"/>
                      <a:pt x="692" y="10"/>
                      <a:pt x="692" y="10"/>
                    </a:cubicBezTo>
                    <a:cubicBezTo>
                      <a:pt x="691" y="10"/>
                      <a:pt x="691" y="10"/>
                      <a:pt x="691" y="10"/>
                    </a:cubicBezTo>
                    <a:cubicBezTo>
                      <a:pt x="690" y="10"/>
                      <a:pt x="690" y="10"/>
                      <a:pt x="690" y="10"/>
                    </a:cubicBezTo>
                    <a:cubicBezTo>
                      <a:pt x="689" y="12"/>
                      <a:pt x="689" y="12"/>
                      <a:pt x="689" y="12"/>
                    </a:cubicBezTo>
                    <a:cubicBezTo>
                      <a:pt x="688" y="13"/>
                      <a:pt x="688" y="13"/>
                      <a:pt x="688" y="13"/>
                    </a:cubicBezTo>
                    <a:cubicBezTo>
                      <a:pt x="687" y="13"/>
                      <a:pt x="687" y="13"/>
                      <a:pt x="687" y="13"/>
                    </a:cubicBezTo>
                    <a:cubicBezTo>
                      <a:pt x="685" y="13"/>
                      <a:pt x="685" y="13"/>
                      <a:pt x="685" y="13"/>
                    </a:cubicBezTo>
                    <a:cubicBezTo>
                      <a:pt x="683" y="15"/>
                      <a:pt x="683" y="15"/>
                      <a:pt x="683" y="15"/>
                    </a:cubicBezTo>
                    <a:cubicBezTo>
                      <a:pt x="681" y="15"/>
                      <a:pt x="681" y="15"/>
                      <a:pt x="681" y="15"/>
                    </a:cubicBezTo>
                    <a:cubicBezTo>
                      <a:pt x="680" y="15"/>
                      <a:pt x="680" y="15"/>
                      <a:pt x="680" y="15"/>
                    </a:cubicBezTo>
                    <a:cubicBezTo>
                      <a:pt x="679" y="15"/>
                      <a:pt x="679" y="15"/>
                      <a:pt x="679" y="15"/>
                    </a:cubicBezTo>
                    <a:cubicBezTo>
                      <a:pt x="678" y="15"/>
                      <a:pt x="678" y="15"/>
                      <a:pt x="678" y="15"/>
                    </a:cubicBezTo>
                    <a:cubicBezTo>
                      <a:pt x="677" y="16"/>
                      <a:pt x="677" y="16"/>
                      <a:pt x="677" y="16"/>
                    </a:cubicBezTo>
                    <a:cubicBezTo>
                      <a:pt x="677" y="18"/>
                      <a:pt x="677" y="18"/>
                      <a:pt x="677" y="18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79" y="19"/>
                      <a:pt x="679" y="19"/>
                      <a:pt x="679" y="19"/>
                    </a:cubicBezTo>
                    <a:cubicBezTo>
                      <a:pt x="680" y="20"/>
                      <a:pt x="680" y="20"/>
                      <a:pt x="680" y="20"/>
                    </a:cubicBezTo>
                    <a:cubicBezTo>
                      <a:pt x="680" y="22"/>
                      <a:pt x="680" y="22"/>
                      <a:pt x="680" y="22"/>
                    </a:cubicBezTo>
                    <a:cubicBezTo>
                      <a:pt x="679" y="24"/>
                      <a:pt x="679" y="24"/>
                      <a:pt x="679" y="24"/>
                    </a:cubicBezTo>
                    <a:cubicBezTo>
                      <a:pt x="677" y="24"/>
                      <a:pt x="677" y="24"/>
                      <a:pt x="677" y="24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4" y="26"/>
                      <a:pt x="674" y="26"/>
                      <a:pt x="674" y="26"/>
                    </a:cubicBezTo>
                    <a:cubicBezTo>
                      <a:pt x="675" y="26"/>
                      <a:pt x="675" y="26"/>
                      <a:pt x="675" y="26"/>
                    </a:cubicBezTo>
                    <a:cubicBezTo>
                      <a:pt x="675" y="24"/>
                      <a:pt x="675" y="24"/>
                      <a:pt x="675" y="24"/>
                    </a:cubicBezTo>
                    <a:cubicBezTo>
                      <a:pt x="673" y="21"/>
                      <a:pt x="673" y="21"/>
                      <a:pt x="673" y="21"/>
                    </a:cubicBezTo>
                    <a:cubicBezTo>
                      <a:pt x="674" y="19"/>
                      <a:pt x="674" y="19"/>
                      <a:pt x="674" y="19"/>
                    </a:cubicBezTo>
                    <a:cubicBezTo>
                      <a:pt x="674" y="18"/>
                      <a:pt x="674" y="18"/>
                      <a:pt x="674" y="18"/>
                    </a:cubicBezTo>
                    <a:cubicBezTo>
                      <a:pt x="675" y="17"/>
                      <a:pt x="675" y="17"/>
                      <a:pt x="675" y="17"/>
                    </a:cubicBezTo>
                    <a:cubicBezTo>
                      <a:pt x="674" y="14"/>
                      <a:pt x="674" y="14"/>
                      <a:pt x="674" y="14"/>
                    </a:cubicBezTo>
                    <a:cubicBezTo>
                      <a:pt x="674" y="13"/>
                      <a:pt x="674" y="13"/>
                      <a:pt x="674" y="13"/>
                    </a:cubicBezTo>
                    <a:cubicBezTo>
                      <a:pt x="671" y="10"/>
                      <a:pt x="671" y="10"/>
                      <a:pt x="671" y="10"/>
                    </a:cubicBezTo>
                    <a:cubicBezTo>
                      <a:pt x="670" y="11"/>
                      <a:pt x="670" y="11"/>
                      <a:pt x="670" y="11"/>
                    </a:cubicBezTo>
                    <a:cubicBezTo>
                      <a:pt x="669" y="10"/>
                      <a:pt x="669" y="10"/>
                      <a:pt x="669" y="10"/>
                    </a:cubicBezTo>
                    <a:cubicBezTo>
                      <a:pt x="668" y="10"/>
                      <a:pt x="668" y="10"/>
                      <a:pt x="668" y="10"/>
                    </a:cubicBezTo>
                    <a:cubicBezTo>
                      <a:pt x="667" y="12"/>
                      <a:pt x="667" y="12"/>
                      <a:pt x="667" y="12"/>
                    </a:cubicBezTo>
                    <a:cubicBezTo>
                      <a:pt x="666" y="12"/>
                      <a:pt x="666" y="12"/>
                      <a:pt x="666" y="12"/>
                    </a:cubicBezTo>
                    <a:cubicBezTo>
                      <a:pt x="665" y="11"/>
                      <a:pt x="665" y="11"/>
                      <a:pt x="665" y="11"/>
                    </a:cubicBezTo>
                    <a:cubicBezTo>
                      <a:pt x="663" y="12"/>
                      <a:pt x="663" y="12"/>
                      <a:pt x="663" y="12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2" y="14"/>
                      <a:pt x="662" y="14"/>
                      <a:pt x="662" y="14"/>
                    </a:cubicBezTo>
                    <a:cubicBezTo>
                      <a:pt x="663" y="13"/>
                      <a:pt x="663" y="13"/>
                      <a:pt x="663" y="13"/>
                    </a:cubicBezTo>
                    <a:cubicBezTo>
                      <a:pt x="663" y="11"/>
                      <a:pt x="663" y="11"/>
                      <a:pt x="663" y="11"/>
                    </a:cubicBezTo>
                    <a:cubicBezTo>
                      <a:pt x="661" y="10"/>
                      <a:pt x="661" y="10"/>
                      <a:pt x="661" y="10"/>
                    </a:cubicBezTo>
                    <a:cubicBezTo>
                      <a:pt x="658" y="14"/>
                      <a:pt x="658" y="14"/>
                      <a:pt x="658" y="14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5"/>
                      <a:pt x="655" y="15"/>
                      <a:pt x="655" y="15"/>
                    </a:cubicBezTo>
                    <a:cubicBezTo>
                      <a:pt x="655" y="14"/>
                      <a:pt x="655" y="14"/>
                      <a:pt x="655" y="14"/>
                    </a:cubicBezTo>
                    <a:cubicBezTo>
                      <a:pt x="657" y="14"/>
                      <a:pt x="657" y="14"/>
                      <a:pt x="657" y="14"/>
                    </a:cubicBezTo>
                    <a:cubicBezTo>
                      <a:pt x="659" y="11"/>
                      <a:pt x="659" y="11"/>
                      <a:pt x="659" y="11"/>
                    </a:cubicBezTo>
                    <a:cubicBezTo>
                      <a:pt x="658" y="10"/>
                      <a:pt x="658" y="10"/>
                      <a:pt x="658" y="10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59" y="8"/>
                      <a:pt x="659" y="8"/>
                      <a:pt x="659" y="8"/>
                    </a:cubicBezTo>
                    <a:cubicBezTo>
                      <a:pt x="661" y="7"/>
                      <a:pt x="661" y="7"/>
                      <a:pt x="661" y="7"/>
                    </a:cubicBezTo>
                    <a:cubicBezTo>
                      <a:pt x="660" y="6"/>
                      <a:pt x="660" y="6"/>
                      <a:pt x="660" y="6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8" y="5"/>
                      <a:pt x="658" y="5"/>
                      <a:pt x="658" y="5"/>
                    </a:cubicBezTo>
                    <a:cubicBezTo>
                      <a:pt x="657" y="2"/>
                      <a:pt x="657" y="2"/>
                      <a:pt x="657" y="2"/>
                    </a:cubicBezTo>
                    <a:cubicBezTo>
                      <a:pt x="656" y="2"/>
                      <a:pt x="656" y="2"/>
                      <a:pt x="656" y="2"/>
                    </a:cubicBezTo>
                    <a:cubicBezTo>
                      <a:pt x="654" y="4"/>
                      <a:pt x="654" y="4"/>
                      <a:pt x="654" y="4"/>
                    </a:cubicBezTo>
                    <a:cubicBezTo>
                      <a:pt x="653" y="3"/>
                      <a:pt x="653" y="3"/>
                      <a:pt x="653" y="3"/>
                    </a:cubicBezTo>
                    <a:cubicBezTo>
                      <a:pt x="652" y="1"/>
                      <a:pt x="652" y="1"/>
                      <a:pt x="652" y="1"/>
                    </a:cubicBezTo>
                    <a:cubicBezTo>
                      <a:pt x="650" y="1"/>
                      <a:pt x="650" y="1"/>
                      <a:pt x="650" y="1"/>
                    </a:cubicBezTo>
                    <a:cubicBezTo>
                      <a:pt x="649" y="2"/>
                      <a:pt x="649" y="2"/>
                      <a:pt x="649" y="2"/>
                    </a:cubicBezTo>
                    <a:cubicBezTo>
                      <a:pt x="647" y="1"/>
                      <a:pt x="647" y="1"/>
                      <a:pt x="647" y="1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43" y="3"/>
                      <a:pt x="643" y="3"/>
                      <a:pt x="643" y="3"/>
                    </a:cubicBezTo>
                    <a:cubicBezTo>
                      <a:pt x="643" y="4"/>
                      <a:pt x="643" y="4"/>
                      <a:pt x="643" y="4"/>
                    </a:cubicBezTo>
                    <a:cubicBezTo>
                      <a:pt x="641" y="4"/>
                      <a:pt x="641" y="4"/>
                      <a:pt x="641" y="4"/>
                    </a:cubicBezTo>
                    <a:cubicBezTo>
                      <a:pt x="642" y="6"/>
                      <a:pt x="642" y="6"/>
                      <a:pt x="642" y="6"/>
                    </a:cubicBezTo>
                    <a:cubicBezTo>
                      <a:pt x="641" y="7"/>
                      <a:pt x="641" y="7"/>
                      <a:pt x="641" y="7"/>
                    </a:cubicBezTo>
                    <a:cubicBezTo>
                      <a:pt x="641" y="10"/>
                      <a:pt x="641" y="10"/>
                      <a:pt x="641" y="10"/>
                    </a:cubicBezTo>
                    <a:cubicBezTo>
                      <a:pt x="641" y="11"/>
                      <a:pt x="641" y="11"/>
                      <a:pt x="641" y="11"/>
                    </a:cubicBezTo>
                    <a:cubicBezTo>
                      <a:pt x="640" y="13"/>
                      <a:pt x="640" y="13"/>
                      <a:pt x="640" y="13"/>
                    </a:cubicBezTo>
                    <a:cubicBezTo>
                      <a:pt x="640" y="20"/>
                      <a:pt x="640" y="20"/>
                      <a:pt x="640" y="20"/>
                    </a:cubicBezTo>
                    <a:cubicBezTo>
                      <a:pt x="641" y="22"/>
                      <a:pt x="641" y="22"/>
                      <a:pt x="641" y="22"/>
                    </a:cubicBezTo>
                    <a:cubicBezTo>
                      <a:pt x="641" y="23"/>
                      <a:pt x="641" y="23"/>
                      <a:pt x="641" y="23"/>
                    </a:cubicBezTo>
                    <a:cubicBezTo>
                      <a:pt x="640" y="23"/>
                      <a:pt x="640" y="23"/>
                      <a:pt x="640" y="23"/>
                    </a:cubicBezTo>
                    <a:cubicBezTo>
                      <a:pt x="640" y="25"/>
                      <a:pt x="640" y="25"/>
                      <a:pt x="640" y="25"/>
                    </a:cubicBezTo>
                    <a:cubicBezTo>
                      <a:pt x="642" y="27"/>
                      <a:pt x="642" y="27"/>
                      <a:pt x="642" y="27"/>
                    </a:cubicBezTo>
                    <a:cubicBezTo>
                      <a:pt x="643" y="27"/>
                      <a:pt x="643" y="27"/>
                      <a:pt x="643" y="27"/>
                    </a:cubicBezTo>
                    <a:cubicBezTo>
                      <a:pt x="645" y="29"/>
                      <a:pt x="645" y="29"/>
                      <a:pt x="645" y="29"/>
                    </a:cubicBezTo>
                    <a:cubicBezTo>
                      <a:pt x="646" y="30"/>
                      <a:pt x="646" y="30"/>
                      <a:pt x="646" y="30"/>
                    </a:cubicBezTo>
                    <a:cubicBezTo>
                      <a:pt x="645" y="30"/>
                      <a:pt x="645" y="30"/>
                      <a:pt x="645" y="30"/>
                    </a:cubicBezTo>
                    <a:cubicBezTo>
                      <a:pt x="645" y="32"/>
                      <a:pt x="645" y="32"/>
                      <a:pt x="645" y="32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49" y="34"/>
                      <a:pt x="649" y="34"/>
                      <a:pt x="649" y="34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53" y="34"/>
                      <a:pt x="653" y="34"/>
                      <a:pt x="653" y="34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5" y="35"/>
                      <a:pt x="655" y="35"/>
                      <a:pt x="655" y="35"/>
                    </a:cubicBezTo>
                    <a:cubicBezTo>
                      <a:pt x="654" y="35"/>
                      <a:pt x="654" y="35"/>
                      <a:pt x="654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4"/>
                      <a:pt x="650" y="34"/>
                      <a:pt x="650" y="34"/>
                    </a:cubicBezTo>
                    <a:cubicBezTo>
                      <a:pt x="647" y="36"/>
                      <a:pt x="647" y="36"/>
                      <a:pt x="647" y="36"/>
                    </a:cubicBezTo>
                    <a:cubicBezTo>
                      <a:pt x="646" y="35"/>
                      <a:pt x="646" y="35"/>
                      <a:pt x="646" y="35"/>
                    </a:cubicBezTo>
                    <a:cubicBezTo>
                      <a:pt x="644" y="36"/>
                      <a:pt x="644" y="36"/>
                      <a:pt x="644" y="36"/>
                    </a:cubicBezTo>
                    <a:cubicBezTo>
                      <a:pt x="643" y="35"/>
                      <a:pt x="643" y="35"/>
                      <a:pt x="643" y="35"/>
                    </a:cubicBezTo>
                    <a:cubicBezTo>
                      <a:pt x="641" y="35"/>
                      <a:pt x="641" y="35"/>
                      <a:pt x="641" y="35"/>
                    </a:cubicBezTo>
                    <a:cubicBezTo>
                      <a:pt x="640" y="36"/>
                      <a:pt x="640" y="36"/>
                      <a:pt x="640" y="36"/>
                    </a:cubicBezTo>
                    <a:cubicBezTo>
                      <a:pt x="637" y="36"/>
                      <a:pt x="637" y="36"/>
                      <a:pt x="637" y="36"/>
                    </a:cubicBezTo>
                    <a:cubicBezTo>
                      <a:pt x="636" y="38"/>
                      <a:pt x="636" y="38"/>
                      <a:pt x="636" y="38"/>
                    </a:cubicBezTo>
                    <a:cubicBezTo>
                      <a:pt x="636" y="39"/>
                      <a:pt x="636" y="39"/>
                      <a:pt x="636" y="39"/>
                    </a:cubicBezTo>
                    <a:cubicBezTo>
                      <a:pt x="638" y="40"/>
                      <a:pt x="638" y="40"/>
                      <a:pt x="638" y="40"/>
                    </a:cubicBezTo>
                    <a:cubicBezTo>
                      <a:pt x="638" y="41"/>
                      <a:pt x="638" y="41"/>
                      <a:pt x="638" y="41"/>
                    </a:cubicBezTo>
                    <a:cubicBezTo>
                      <a:pt x="640" y="41"/>
                      <a:pt x="640" y="41"/>
                      <a:pt x="640" y="41"/>
                    </a:cubicBezTo>
                    <a:cubicBezTo>
                      <a:pt x="641" y="41"/>
                      <a:pt x="641" y="41"/>
                      <a:pt x="641" y="41"/>
                    </a:cubicBezTo>
                    <a:cubicBezTo>
                      <a:pt x="639" y="42"/>
                      <a:pt x="639" y="42"/>
                      <a:pt x="639" y="42"/>
                    </a:cubicBezTo>
                    <a:cubicBezTo>
                      <a:pt x="637" y="42"/>
                      <a:pt x="637" y="42"/>
                      <a:pt x="637" y="42"/>
                    </a:cubicBezTo>
                    <a:cubicBezTo>
                      <a:pt x="635" y="44"/>
                      <a:pt x="635" y="44"/>
                      <a:pt x="635" y="44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6" y="45"/>
                      <a:pt x="636" y="45"/>
                      <a:pt x="636" y="45"/>
                    </a:cubicBezTo>
                    <a:cubicBezTo>
                      <a:pt x="634" y="45"/>
                      <a:pt x="634" y="45"/>
                      <a:pt x="634" y="45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5" y="47"/>
                      <a:pt x="635" y="47"/>
                      <a:pt x="635" y="47"/>
                    </a:cubicBezTo>
                    <a:cubicBezTo>
                      <a:pt x="634" y="48"/>
                      <a:pt x="634" y="48"/>
                      <a:pt x="634" y="48"/>
                    </a:cubicBezTo>
                    <a:cubicBezTo>
                      <a:pt x="634" y="47"/>
                      <a:pt x="634" y="47"/>
                      <a:pt x="634" y="47"/>
                    </a:cubicBezTo>
                    <a:cubicBezTo>
                      <a:pt x="633" y="47"/>
                      <a:pt x="633" y="47"/>
                      <a:pt x="633" y="47"/>
                    </a:cubicBezTo>
                    <a:cubicBezTo>
                      <a:pt x="631" y="48"/>
                      <a:pt x="631" y="48"/>
                      <a:pt x="631" y="48"/>
                    </a:cubicBezTo>
                    <a:cubicBezTo>
                      <a:pt x="632" y="50"/>
                      <a:pt x="632" y="50"/>
                      <a:pt x="632" y="50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51"/>
                      <a:pt x="631" y="51"/>
                      <a:pt x="631" y="51"/>
                    </a:cubicBezTo>
                    <a:cubicBezTo>
                      <a:pt x="631" y="49"/>
                      <a:pt x="631" y="49"/>
                      <a:pt x="631" y="49"/>
                    </a:cubicBezTo>
                    <a:cubicBezTo>
                      <a:pt x="629" y="47"/>
                      <a:pt x="629" y="47"/>
                      <a:pt x="629" y="47"/>
                    </a:cubicBezTo>
                    <a:cubicBezTo>
                      <a:pt x="628" y="48"/>
                      <a:pt x="628" y="48"/>
                      <a:pt x="628" y="48"/>
                    </a:cubicBezTo>
                    <a:cubicBezTo>
                      <a:pt x="628" y="50"/>
                      <a:pt x="628" y="50"/>
                      <a:pt x="628" y="50"/>
                    </a:cubicBezTo>
                    <a:cubicBezTo>
                      <a:pt x="627" y="52"/>
                      <a:pt x="627" y="52"/>
                      <a:pt x="627" y="52"/>
                    </a:cubicBezTo>
                    <a:cubicBezTo>
                      <a:pt x="627" y="53"/>
                      <a:pt x="627" y="53"/>
                      <a:pt x="627" y="53"/>
                    </a:cubicBezTo>
                    <a:cubicBezTo>
                      <a:pt x="626" y="53"/>
                      <a:pt x="626" y="53"/>
                      <a:pt x="626" y="53"/>
                    </a:cubicBezTo>
                    <a:cubicBezTo>
                      <a:pt x="626" y="52"/>
                      <a:pt x="626" y="52"/>
                      <a:pt x="626" y="52"/>
                    </a:cubicBezTo>
                    <a:cubicBezTo>
                      <a:pt x="628" y="49"/>
                      <a:pt x="628" y="49"/>
                      <a:pt x="628" y="49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6" y="47"/>
                      <a:pt x="626" y="47"/>
                      <a:pt x="626" y="47"/>
                    </a:cubicBezTo>
                    <a:cubicBezTo>
                      <a:pt x="627" y="47"/>
                      <a:pt x="627" y="47"/>
                      <a:pt x="627" y="47"/>
                    </a:cubicBezTo>
                    <a:cubicBezTo>
                      <a:pt x="628" y="47"/>
                      <a:pt x="628" y="47"/>
                      <a:pt x="628" y="47"/>
                    </a:cubicBezTo>
                    <a:cubicBezTo>
                      <a:pt x="629" y="45"/>
                      <a:pt x="629" y="45"/>
                      <a:pt x="629" y="45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9" y="44"/>
                      <a:pt x="629" y="44"/>
                      <a:pt x="629" y="44"/>
                    </a:cubicBezTo>
                    <a:cubicBezTo>
                      <a:pt x="628" y="42"/>
                      <a:pt x="628" y="42"/>
                      <a:pt x="628" y="42"/>
                    </a:cubicBezTo>
                    <a:cubicBezTo>
                      <a:pt x="626" y="42"/>
                      <a:pt x="626" y="42"/>
                      <a:pt x="626" y="42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4"/>
                      <a:pt x="625" y="44"/>
                      <a:pt x="625" y="44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3" y="43"/>
                      <a:pt x="623" y="43"/>
                      <a:pt x="623" y="43"/>
                    </a:cubicBezTo>
                    <a:cubicBezTo>
                      <a:pt x="623" y="44"/>
                      <a:pt x="623" y="44"/>
                      <a:pt x="623" y="44"/>
                    </a:cubicBezTo>
                    <a:cubicBezTo>
                      <a:pt x="622" y="44"/>
                      <a:pt x="622" y="44"/>
                      <a:pt x="622" y="44"/>
                    </a:cubicBezTo>
                    <a:cubicBezTo>
                      <a:pt x="621" y="44"/>
                      <a:pt x="621" y="44"/>
                      <a:pt x="621" y="44"/>
                    </a:cubicBezTo>
                    <a:cubicBezTo>
                      <a:pt x="620" y="45"/>
                      <a:pt x="620" y="45"/>
                      <a:pt x="620" y="45"/>
                    </a:cubicBezTo>
                    <a:cubicBezTo>
                      <a:pt x="621" y="47"/>
                      <a:pt x="621" y="47"/>
                      <a:pt x="621" y="47"/>
                    </a:cubicBezTo>
                    <a:cubicBezTo>
                      <a:pt x="622" y="46"/>
                      <a:pt x="622" y="46"/>
                      <a:pt x="622" y="46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3" y="47"/>
                      <a:pt x="623" y="47"/>
                      <a:pt x="623" y="47"/>
                    </a:cubicBezTo>
                    <a:cubicBezTo>
                      <a:pt x="621" y="48"/>
                      <a:pt x="621" y="48"/>
                      <a:pt x="621" y="48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17" y="49"/>
                      <a:pt x="617" y="49"/>
                      <a:pt x="617" y="49"/>
                    </a:cubicBezTo>
                    <a:cubicBezTo>
                      <a:pt x="616" y="49"/>
                      <a:pt x="616" y="49"/>
                      <a:pt x="616" y="49"/>
                    </a:cubicBezTo>
                    <a:cubicBezTo>
                      <a:pt x="615" y="48"/>
                      <a:pt x="615" y="48"/>
                      <a:pt x="615" y="48"/>
                    </a:cubicBezTo>
                    <a:cubicBezTo>
                      <a:pt x="611" y="48"/>
                      <a:pt x="611" y="48"/>
                      <a:pt x="611" y="48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3" y="51"/>
                      <a:pt x="613" y="51"/>
                      <a:pt x="613" y="51"/>
                    </a:cubicBezTo>
                    <a:cubicBezTo>
                      <a:pt x="613" y="50"/>
                      <a:pt x="613" y="50"/>
                      <a:pt x="613" y="50"/>
                    </a:cubicBezTo>
                    <a:cubicBezTo>
                      <a:pt x="612" y="49"/>
                      <a:pt x="612" y="49"/>
                      <a:pt x="612" y="49"/>
                    </a:cubicBezTo>
                    <a:cubicBezTo>
                      <a:pt x="611" y="51"/>
                      <a:pt x="611" y="51"/>
                      <a:pt x="611" y="51"/>
                    </a:cubicBezTo>
                    <a:cubicBezTo>
                      <a:pt x="610" y="52"/>
                      <a:pt x="610" y="52"/>
                      <a:pt x="610" y="52"/>
                    </a:cubicBezTo>
                    <a:cubicBezTo>
                      <a:pt x="610" y="55"/>
                      <a:pt x="610" y="55"/>
                      <a:pt x="610" y="55"/>
                    </a:cubicBezTo>
                    <a:cubicBezTo>
                      <a:pt x="611" y="57"/>
                      <a:pt x="611" y="57"/>
                      <a:pt x="611" y="57"/>
                    </a:cubicBezTo>
                    <a:cubicBezTo>
                      <a:pt x="613" y="55"/>
                      <a:pt x="613" y="55"/>
                      <a:pt x="613" y="55"/>
                    </a:cubicBezTo>
                    <a:cubicBezTo>
                      <a:pt x="614" y="56"/>
                      <a:pt x="614" y="56"/>
                      <a:pt x="614" y="56"/>
                    </a:cubicBezTo>
                    <a:cubicBezTo>
                      <a:pt x="616" y="54"/>
                      <a:pt x="616" y="54"/>
                      <a:pt x="616" y="54"/>
                    </a:cubicBezTo>
                    <a:cubicBezTo>
                      <a:pt x="617" y="54"/>
                      <a:pt x="617" y="54"/>
                      <a:pt x="617" y="54"/>
                    </a:cubicBezTo>
                    <a:cubicBezTo>
                      <a:pt x="616" y="55"/>
                      <a:pt x="616" y="55"/>
                      <a:pt x="616" y="55"/>
                    </a:cubicBezTo>
                    <a:cubicBezTo>
                      <a:pt x="612" y="57"/>
                      <a:pt x="612" y="57"/>
                      <a:pt x="612" y="57"/>
                    </a:cubicBezTo>
                    <a:cubicBezTo>
                      <a:pt x="612" y="58"/>
                      <a:pt x="612" y="58"/>
                      <a:pt x="612" y="58"/>
                    </a:cubicBezTo>
                    <a:cubicBezTo>
                      <a:pt x="610" y="59"/>
                      <a:pt x="610" y="59"/>
                      <a:pt x="610" y="59"/>
                    </a:cubicBezTo>
                    <a:cubicBezTo>
                      <a:pt x="606" y="60"/>
                      <a:pt x="606" y="60"/>
                      <a:pt x="606" y="60"/>
                    </a:cubicBezTo>
                    <a:cubicBezTo>
                      <a:pt x="606" y="61"/>
                      <a:pt x="606" y="61"/>
                      <a:pt x="606" y="61"/>
                    </a:cubicBezTo>
                    <a:cubicBezTo>
                      <a:pt x="606" y="62"/>
                      <a:pt x="606" y="62"/>
                      <a:pt x="606" y="62"/>
                    </a:cubicBezTo>
                    <a:cubicBezTo>
                      <a:pt x="605" y="62"/>
                      <a:pt x="605" y="62"/>
                      <a:pt x="605" y="62"/>
                    </a:cubicBezTo>
                    <a:cubicBezTo>
                      <a:pt x="603" y="62"/>
                      <a:pt x="603" y="62"/>
                      <a:pt x="603" y="62"/>
                    </a:cubicBezTo>
                    <a:cubicBezTo>
                      <a:pt x="602" y="62"/>
                      <a:pt x="602" y="62"/>
                      <a:pt x="602" y="62"/>
                    </a:cubicBezTo>
                    <a:cubicBezTo>
                      <a:pt x="602" y="63"/>
                      <a:pt x="602" y="63"/>
                      <a:pt x="602" y="63"/>
                    </a:cubicBezTo>
                    <a:cubicBezTo>
                      <a:pt x="599" y="64"/>
                      <a:pt x="599" y="64"/>
                      <a:pt x="599" y="64"/>
                    </a:cubicBezTo>
                    <a:cubicBezTo>
                      <a:pt x="598" y="65"/>
                      <a:pt x="598" y="65"/>
                      <a:pt x="598" y="65"/>
                    </a:cubicBezTo>
                    <a:cubicBezTo>
                      <a:pt x="599" y="66"/>
                      <a:pt x="599" y="66"/>
                      <a:pt x="599" y="66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8"/>
                      <a:pt x="598" y="68"/>
                      <a:pt x="598" y="68"/>
                    </a:cubicBezTo>
                    <a:cubicBezTo>
                      <a:pt x="598" y="67"/>
                      <a:pt x="598" y="67"/>
                      <a:pt x="598" y="67"/>
                    </a:cubicBezTo>
                    <a:cubicBezTo>
                      <a:pt x="596" y="67"/>
                      <a:pt x="596" y="67"/>
                      <a:pt x="596" y="67"/>
                    </a:cubicBezTo>
                    <a:cubicBezTo>
                      <a:pt x="595" y="69"/>
                      <a:pt x="595" y="69"/>
                      <a:pt x="595" y="69"/>
                    </a:cubicBezTo>
                    <a:cubicBezTo>
                      <a:pt x="595" y="70"/>
                      <a:pt x="595" y="70"/>
                      <a:pt x="595" y="70"/>
                    </a:cubicBezTo>
                    <a:cubicBezTo>
                      <a:pt x="594" y="71"/>
                      <a:pt x="594" y="71"/>
                      <a:pt x="594" y="71"/>
                    </a:cubicBezTo>
                    <a:cubicBezTo>
                      <a:pt x="594" y="72"/>
                      <a:pt x="594" y="72"/>
                      <a:pt x="594" y="72"/>
                    </a:cubicBezTo>
                    <a:cubicBezTo>
                      <a:pt x="593" y="74"/>
                      <a:pt x="593" y="74"/>
                      <a:pt x="593" y="74"/>
                    </a:cubicBezTo>
                    <a:cubicBezTo>
                      <a:pt x="593" y="75"/>
                      <a:pt x="593" y="75"/>
                      <a:pt x="593" y="75"/>
                    </a:cubicBezTo>
                    <a:cubicBezTo>
                      <a:pt x="592" y="75"/>
                      <a:pt x="592" y="75"/>
                      <a:pt x="592" y="75"/>
                    </a:cubicBezTo>
                    <a:cubicBezTo>
                      <a:pt x="589" y="75"/>
                      <a:pt x="589" y="75"/>
                      <a:pt x="589" y="75"/>
                    </a:cubicBezTo>
                    <a:cubicBezTo>
                      <a:pt x="587" y="77"/>
                      <a:pt x="587" y="77"/>
                      <a:pt x="587" y="77"/>
                    </a:cubicBezTo>
                    <a:cubicBezTo>
                      <a:pt x="587" y="79"/>
                      <a:pt x="587" y="79"/>
                      <a:pt x="587" y="79"/>
                    </a:cubicBezTo>
                    <a:cubicBezTo>
                      <a:pt x="588" y="79"/>
                      <a:pt x="588" y="79"/>
                      <a:pt x="588" y="79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586" y="80"/>
                      <a:pt x="586" y="80"/>
                      <a:pt x="586" y="80"/>
                    </a:cubicBezTo>
                    <a:cubicBezTo>
                      <a:pt x="585" y="80"/>
                      <a:pt x="585" y="80"/>
                      <a:pt x="585" y="80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4" y="82"/>
                      <a:pt x="584" y="82"/>
                      <a:pt x="584" y="82"/>
                    </a:cubicBezTo>
                    <a:cubicBezTo>
                      <a:pt x="583" y="83"/>
                      <a:pt x="583" y="83"/>
                      <a:pt x="583" y="83"/>
                    </a:cubicBezTo>
                    <a:cubicBezTo>
                      <a:pt x="585" y="84"/>
                      <a:pt x="585" y="84"/>
                      <a:pt x="585" y="84"/>
                    </a:cubicBezTo>
                    <a:cubicBezTo>
                      <a:pt x="585" y="85"/>
                      <a:pt x="585" y="85"/>
                      <a:pt x="585" y="85"/>
                    </a:cubicBezTo>
                    <a:cubicBezTo>
                      <a:pt x="584" y="86"/>
                      <a:pt x="584" y="86"/>
                      <a:pt x="584" y="86"/>
                    </a:cubicBezTo>
                    <a:cubicBezTo>
                      <a:pt x="585" y="88"/>
                      <a:pt x="585" y="88"/>
                      <a:pt x="585" y="88"/>
                    </a:cubicBezTo>
                    <a:cubicBezTo>
                      <a:pt x="587" y="88"/>
                      <a:pt x="587" y="88"/>
                      <a:pt x="587" y="88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7" y="89"/>
                      <a:pt x="587" y="89"/>
                      <a:pt x="587" y="89"/>
                    </a:cubicBezTo>
                    <a:cubicBezTo>
                      <a:pt x="584" y="89"/>
                      <a:pt x="584" y="89"/>
                      <a:pt x="584" y="89"/>
                    </a:cubicBezTo>
                    <a:cubicBezTo>
                      <a:pt x="583" y="90"/>
                      <a:pt x="583" y="90"/>
                      <a:pt x="583" y="90"/>
                    </a:cubicBezTo>
                    <a:cubicBezTo>
                      <a:pt x="584" y="92"/>
                      <a:pt x="584" y="92"/>
                      <a:pt x="584" y="92"/>
                    </a:cubicBezTo>
                    <a:cubicBezTo>
                      <a:pt x="586" y="92"/>
                      <a:pt x="586" y="92"/>
                      <a:pt x="586" y="92"/>
                    </a:cubicBezTo>
                    <a:cubicBezTo>
                      <a:pt x="586" y="91"/>
                      <a:pt x="586" y="91"/>
                      <a:pt x="586" y="91"/>
                    </a:cubicBezTo>
                    <a:cubicBezTo>
                      <a:pt x="587" y="92"/>
                      <a:pt x="587" y="92"/>
                      <a:pt x="587" y="92"/>
                    </a:cubicBezTo>
                    <a:cubicBezTo>
                      <a:pt x="588" y="91"/>
                      <a:pt x="588" y="91"/>
                      <a:pt x="588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9" y="91"/>
                      <a:pt x="589" y="91"/>
                      <a:pt x="589" y="91"/>
                    </a:cubicBezTo>
                    <a:cubicBezTo>
                      <a:pt x="588" y="92"/>
                      <a:pt x="588" y="92"/>
                      <a:pt x="588" y="92"/>
                    </a:cubicBezTo>
                    <a:cubicBezTo>
                      <a:pt x="590" y="95"/>
                      <a:pt x="590" y="95"/>
                      <a:pt x="590" y="95"/>
                    </a:cubicBezTo>
                    <a:cubicBezTo>
                      <a:pt x="592" y="94"/>
                      <a:pt x="592" y="94"/>
                      <a:pt x="592" y="94"/>
                    </a:cubicBezTo>
                    <a:cubicBezTo>
                      <a:pt x="594" y="94"/>
                      <a:pt x="594" y="94"/>
                      <a:pt x="594" y="94"/>
                    </a:cubicBezTo>
                    <a:cubicBezTo>
                      <a:pt x="595" y="96"/>
                      <a:pt x="595" y="96"/>
                      <a:pt x="595" y="96"/>
                    </a:cubicBezTo>
                    <a:cubicBezTo>
                      <a:pt x="596" y="97"/>
                      <a:pt x="596" y="97"/>
                      <a:pt x="596" y="97"/>
                    </a:cubicBezTo>
                    <a:cubicBezTo>
                      <a:pt x="597" y="96"/>
                      <a:pt x="597" y="96"/>
                      <a:pt x="597" y="96"/>
                    </a:cubicBezTo>
                    <a:cubicBezTo>
                      <a:pt x="598" y="96"/>
                      <a:pt x="598" y="96"/>
                      <a:pt x="598" y="96"/>
                    </a:cubicBezTo>
                    <a:cubicBezTo>
                      <a:pt x="598" y="97"/>
                      <a:pt x="598" y="97"/>
                      <a:pt x="598" y="97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602" y="99"/>
                      <a:pt x="602" y="99"/>
                      <a:pt x="602" y="99"/>
                    </a:cubicBezTo>
                    <a:cubicBezTo>
                      <a:pt x="603" y="100"/>
                      <a:pt x="603" y="100"/>
                      <a:pt x="603" y="100"/>
                    </a:cubicBezTo>
                    <a:cubicBezTo>
                      <a:pt x="602" y="102"/>
                      <a:pt x="602" y="102"/>
                      <a:pt x="602" y="102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598" y="106"/>
                      <a:pt x="598" y="106"/>
                      <a:pt x="598" y="106"/>
                    </a:cubicBezTo>
                    <a:cubicBezTo>
                      <a:pt x="598" y="107"/>
                      <a:pt x="598" y="107"/>
                      <a:pt x="598" y="107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600" y="110"/>
                      <a:pt x="600" y="110"/>
                      <a:pt x="600" y="110"/>
                    </a:cubicBezTo>
                    <a:cubicBezTo>
                      <a:pt x="597" y="108"/>
                      <a:pt x="597" y="108"/>
                      <a:pt x="597" y="108"/>
                    </a:cubicBezTo>
                    <a:cubicBezTo>
                      <a:pt x="597" y="107"/>
                      <a:pt x="597" y="107"/>
                      <a:pt x="597" y="107"/>
                    </a:cubicBezTo>
                    <a:cubicBezTo>
                      <a:pt x="599" y="104"/>
                      <a:pt x="599" y="104"/>
                      <a:pt x="599" y="104"/>
                    </a:cubicBezTo>
                    <a:cubicBezTo>
                      <a:pt x="600" y="103"/>
                      <a:pt x="600" y="103"/>
                      <a:pt x="600" y="103"/>
                    </a:cubicBezTo>
                    <a:cubicBezTo>
                      <a:pt x="600" y="102"/>
                      <a:pt x="600" y="102"/>
                      <a:pt x="600" y="102"/>
                    </a:cubicBezTo>
                    <a:cubicBezTo>
                      <a:pt x="601" y="100"/>
                      <a:pt x="601" y="100"/>
                      <a:pt x="601" y="100"/>
                    </a:cubicBezTo>
                    <a:cubicBezTo>
                      <a:pt x="600" y="99"/>
                      <a:pt x="600" y="99"/>
                      <a:pt x="600" y="99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6" y="100"/>
                      <a:pt x="596" y="100"/>
                      <a:pt x="596" y="100"/>
                    </a:cubicBezTo>
                    <a:cubicBezTo>
                      <a:pt x="595" y="98"/>
                      <a:pt x="595" y="98"/>
                      <a:pt x="595" y="98"/>
                    </a:cubicBezTo>
                    <a:cubicBezTo>
                      <a:pt x="593" y="97"/>
                      <a:pt x="593" y="97"/>
                      <a:pt x="593" y="97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4" y="101"/>
                      <a:pt x="594" y="101"/>
                      <a:pt x="594" y="101"/>
                    </a:cubicBezTo>
                    <a:cubicBezTo>
                      <a:pt x="591" y="102"/>
                      <a:pt x="591" y="102"/>
                      <a:pt x="591" y="102"/>
                    </a:cubicBezTo>
                    <a:cubicBezTo>
                      <a:pt x="590" y="104"/>
                      <a:pt x="590" y="104"/>
                      <a:pt x="590" y="104"/>
                    </a:cubicBezTo>
                    <a:cubicBezTo>
                      <a:pt x="589" y="104"/>
                      <a:pt x="589" y="104"/>
                      <a:pt x="589" y="104"/>
                    </a:cubicBezTo>
                    <a:cubicBezTo>
                      <a:pt x="587" y="104"/>
                      <a:pt x="587" y="104"/>
                      <a:pt x="587" y="104"/>
                    </a:cubicBezTo>
                    <a:cubicBezTo>
                      <a:pt x="585" y="104"/>
                      <a:pt x="585" y="104"/>
                      <a:pt x="585" y="104"/>
                    </a:cubicBezTo>
                    <a:cubicBezTo>
                      <a:pt x="583" y="106"/>
                      <a:pt x="583" y="106"/>
                      <a:pt x="583" y="106"/>
                    </a:cubicBezTo>
                    <a:cubicBezTo>
                      <a:pt x="578" y="108"/>
                      <a:pt x="578" y="108"/>
                      <a:pt x="578" y="108"/>
                    </a:cubicBezTo>
                    <a:cubicBezTo>
                      <a:pt x="574" y="109"/>
                      <a:pt x="574" y="109"/>
                      <a:pt x="574" y="109"/>
                    </a:cubicBezTo>
                    <a:cubicBezTo>
                      <a:pt x="572" y="109"/>
                      <a:pt x="572" y="109"/>
                      <a:pt x="572" y="109"/>
                    </a:cubicBezTo>
                    <a:cubicBezTo>
                      <a:pt x="570" y="111"/>
                      <a:pt x="570" y="111"/>
                      <a:pt x="570" y="111"/>
                    </a:cubicBezTo>
                    <a:cubicBezTo>
                      <a:pt x="568" y="111"/>
                      <a:pt x="568" y="111"/>
                      <a:pt x="568" y="111"/>
                    </a:cubicBezTo>
                    <a:cubicBezTo>
                      <a:pt x="566" y="112"/>
                      <a:pt x="566" y="112"/>
                      <a:pt x="566" y="112"/>
                    </a:cubicBezTo>
                    <a:cubicBezTo>
                      <a:pt x="568" y="114"/>
                      <a:pt x="568" y="114"/>
                      <a:pt x="568" y="114"/>
                    </a:cubicBezTo>
                    <a:cubicBezTo>
                      <a:pt x="568" y="115"/>
                      <a:pt x="568" y="115"/>
                      <a:pt x="568" y="115"/>
                    </a:cubicBezTo>
                    <a:cubicBezTo>
                      <a:pt x="567" y="117"/>
                      <a:pt x="567" y="117"/>
                      <a:pt x="567" y="117"/>
                    </a:cubicBezTo>
                    <a:cubicBezTo>
                      <a:pt x="569" y="118"/>
                      <a:pt x="569" y="118"/>
                      <a:pt x="569" y="118"/>
                    </a:cubicBezTo>
                    <a:cubicBezTo>
                      <a:pt x="570" y="118"/>
                      <a:pt x="570" y="118"/>
                      <a:pt x="570" y="118"/>
                    </a:cubicBezTo>
                    <a:cubicBezTo>
                      <a:pt x="570" y="119"/>
                      <a:pt x="570" y="119"/>
                      <a:pt x="570" y="119"/>
                    </a:cubicBezTo>
                    <a:cubicBezTo>
                      <a:pt x="569" y="120"/>
                      <a:pt x="569" y="120"/>
                      <a:pt x="569" y="120"/>
                    </a:cubicBezTo>
                    <a:cubicBezTo>
                      <a:pt x="572" y="122"/>
                      <a:pt x="572" y="122"/>
                      <a:pt x="572" y="122"/>
                    </a:cubicBezTo>
                    <a:cubicBezTo>
                      <a:pt x="574" y="125"/>
                      <a:pt x="574" y="125"/>
                      <a:pt x="574" y="125"/>
                    </a:cubicBezTo>
                    <a:cubicBezTo>
                      <a:pt x="574" y="127"/>
                      <a:pt x="574" y="127"/>
                      <a:pt x="574" y="127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29"/>
                      <a:pt x="575" y="129"/>
                      <a:pt x="575" y="129"/>
                    </a:cubicBezTo>
                    <a:cubicBezTo>
                      <a:pt x="575" y="131"/>
                      <a:pt x="575" y="131"/>
                      <a:pt x="575" y="131"/>
                    </a:cubicBezTo>
                    <a:cubicBezTo>
                      <a:pt x="578" y="132"/>
                      <a:pt x="578" y="132"/>
                      <a:pt x="578" y="132"/>
                    </a:cubicBezTo>
                    <a:cubicBezTo>
                      <a:pt x="580" y="132"/>
                      <a:pt x="580" y="132"/>
                      <a:pt x="580" y="132"/>
                    </a:cubicBezTo>
                    <a:cubicBezTo>
                      <a:pt x="585" y="132"/>
                      <a:pt x="585" y="132"/>
                      <a:pt x="585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6" y="132"/>
                      <a:pt x="586" y="132"/>
                      <a:pt x="586" y="132"/>
                    </a:cubicBezTo>
                    <a:cubicBezTo>
                      <a:pt x="587" y="133"/>
                      <a:pt x="587" y="133"/>
                      <a:pt x="587" y="133"/>
                    </a:cubicBezTo>
                    <a:cubicBezTo>
                      <a:pt x="587" y="135"/>
                      <a:pt x="587" y="135"/>
                      <a:pt x="587" y="135"/>
                    </a:cubicBezTo>
                    <a:cubicBezTo>
                      <a:pt x="589" y="136"/>
                      <a:pt x="589" y="136"/>
                      <a:pt x="589" y="136"/>
                    </a:cubicBezTo>
                    <a:cubicBezTo>
                      <a:pt x="590" y="139"/>
                      <a:pt x="590" y="139"/>
                      <a:pt x="590" y="139"/>
                    </a:cubicBezTo>
                    <a:cubicBezTo>
                      <a:pt x="594" y="139"/>
                      <a:pt x="594" y="139"/>
                      <a:pt x="594" y="139"/>
                    </a:cubicBezTo>
                    <a:cubicBezTo>
                      <a:pt x="597" y="140"/>
                      <a:pt x="597" y="140"/>
                      <a:pt x="597" y="140"/>
                    </a:cubicBezTo>
                    <a:cubicBezTo>
                      <a:pt x="598" y="140"/>
                      <a:pt x="598" y="140"/>
                      <a:pt x="598" y="140"/>
                    </a:cubicBezTo>
                    <a:cubicBezTo>
                      <a:pt x="599" y="142"/>
                      <a:pt x="599" y="142"/>
                      <a:pt x="599" y="142"/>
                    </a:cubicBezTo>
                    <a:cubicBezTo>
                      <a:pt x="600" y="145"/>
                      <a:pt x="600" y="145"/>
                      <a:pt x="600" y="145"/>
                    </a:cubicBezTo>
                    <a:cubicBezTo>
                      <a:pt x="600" y="147"/>
                      <a:pt x="600" y="147"/>
                      <a:pt x="600" y="147"/>
                    </a:cubicBezTo>
                    <a:cubicBezTo>
                      <a:pt x="600" y="149"/>
                      <a:pt x="600" y="149"/>
                      <a:pt x="600" y="149"/>
                    </a:cubicBezTo>
                    <a:cubicBezTo>
                      <a:pt x="601" y="151"/>
                      <a:pt x="601" y="151"/>
                      <a:pt x="601" y="151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4" y="153"/>
                      <a:pt x="604" y="153"/>
                      <a:pt x="604" y="153"/>
                    </a:cubicBezTo>
                    <a:cubicBezTo>
                      <a:pt x="603" y="152"/>
                      <a:pt x="603" y="152"/>
                      <a:pt x="603" y="152"/>
                    </a:cubicBezTo>
                    <a:cubicBezTo>
                      <a:pt x="601" y="153"/>
                      <a:pt x="601" y="153"/>
                      <a:pt x="601" y="153"/>
                    </a:cubicBezTo>
                    <a:cubicBezTo>
                      <a:pt x="602" y="155"/>
                      <a:pt x="602" y="155"/>
                      <a:pt x="602" y="155"/>
                    </a:cubicBezTo>
                    <a:cubicBezTo>
                      <a:pt x="601" y="154"/>
                      <a:pt x="601" y="154"/>
                      <a:pt x="601" y="154"/>
                    </a:cubicBezTo>
                    <a:cubicBezTo>
                      <a:pt x="600" y="157"/>
                      <a:pt x="600" y="157"/>
                      <a:pt x="600" y="157"/>
                    </a:cubicBezTo>
                    <a:cubicBezTo>
                      <a:pt x="599" y="157"/>
                      <a:pt x="599" y="157"/>
                      <a:pt x="599" y="157"/>
                    </a:cubicBezTo>
                    <a:cubicBezTo>
                      <a:pt x="599" y="159"/>
                      <a:pt x="599" y="159"/>
                      <a:pt x="599" y="159"/>
                    </a:cubicBezTo>
                    <a:cubicBezTo>
                      <a:pt x="598" y="160"/>
                      <a:pt x="598" y="160"/>
                      <a:pt x="598" y="160"/>
                    </a:cubicBezTo>
                    <a:cubicBezTo>
                      <a:pt x="599" y="162"/>
                      <a:pt x="599" y="162"/>
                      <a:pt x="599" y="162"/>
                    </a:cubicBezTo>
                    <a:cubicBezTo>
                      <a:pt x="598" y="162"/>
                      <a:pt x="598" y="162"/>
                      <a:pt x="598" y="162"/>
                    </a:cubicBezTo>
                    <a:cubicBezTo>
                      <a:pt x="598" y="159"/>
                      <a:pt x="598" y="159"/>
                      <a:pt x="598" y="159"/>
                    </a:cubicBezTo>
                    <a:cubicBezTo>
                      <a:pt x="599" y="158"/>
                      <a:pt x="599" y="158"/>
                      <a:pt x="599" y="158"/>
                    </a:cubicBezTo>
                    <a:cubicBezTo>
                      <a:pt x="599" y="155"/>
                      <a:pt x="599" y="155"/>
                      <a:pt x="599" y="155"/>
                    </a:cubicBezTo>
                    <a:cubicBezTo>
                      <a:pt x="596" y="154"/>
                      <a:pt x="596" y="154"/>
                      <a:pt x="596" y="154"/>
                    </a:cubicBezTo>
                    <a:cubicBezTo>
                      <a:pt x="596" y="151"/>
                      <a:pt x="596" y="151"/>
                      <a:pt x="596" y="151"/>
                    </a:cubicBezTo>
                    <a:cubicBezTo>
                      <a:pt x="595" y="150"/>
                      <a:pt x="595" y="150"/>
                      <a:pt x="595" y="150"/>
                    </a:cubicBezTo>
                    <a:cubicBezTo>
                      <a:pt x="595" y="148"/>
                      <a:pt x="595" y="148"/>
                      <a:pt x="595" y="148"/>
                    </a:cubicBezTo>
                    <a:cubicBezTo>
                      <a:pt x="598" y="147"/>
                      <a:pt x="598" y="147"/>
                      <a:pt x="598" y="147"/>
                    </a:cubicBezTo>
                    <a:cubicBezTo>
                      <a:pt x="598" y="145"/>
                      <a:pt x="598" y="145"/>
                      <a:pt x="598" y="145"/>
                    </a:cubicBezTo>
                    <a:cubicBezTo>
                      <a:pt x="597" y="144"/>
                      <a:pt x="597" y="144"/>
                      <a:pt x="597" y="144"/>
                    </a:cubicBezTo>
                    <a:cubicBezTo>
                      <a:pt x="598" y="141"/>
                      <a:pt x="598" y="141"/>
                      <a:pt x="598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5" y="141"/>
                      <a:pt x="595" y="141"/>
                      <a:pt x="595" y="141"/>
                    </a:cubicBezTo>
                    <a:cubicBezTo>
                      <a:pt x="594" y="140"/>
                      <a:pt x="594" y="140"/>
                      <a:pt x="594" y="140"/>
                    </a:cubicBezTo>
                    <a:cubicBezTo>
                      <a:pt x="590" y="142"/>
                      <a:pt x="590" y="142"/>
                      <a:pt x="590" y="142"/>
                    </a:cubicBezTo>
                    <a:cubicBezTo>
                      <a:pt x="587" y="142"/>
                      <a:pt x="587" y="142"/>
                      <a:pt x="587" y="142"/>
                    </a:cubicBezTo>
                    <a:cubicBezTo>
                      <a:pt x="585" y="142"/>
                      <a:pt x="585" y="142"/>
                      <a:pt x="585" y="142"/>
                    </a:cubicBezTo>
                    <a:cubicBezTo>
                      <a:pt x="582" y="139"/>
                      <a:pt x="582" y="139"/>
                      <a:pt x="582" y="139"/>
                    </a:cubicBezTo>
                    <a:cubicBezTo>
                      <a:pt x="580" y="138"/>
                      <a:pt x="580" y="138"/>
                      <a:pt x="580" y="138"/>
                    </a:cubicBezTo>
                    <a:cubicBezTo>
                      <a:pt x="580" y="137"/>
                      <a:pt x="580" y="137"/>
                      <a:pt x="580" y="137"/>
                    </a:cubicBezTo>
                    <a:cubicBezTo>
                      <a:pt x="575" y="136"/>
                      <a:pt x="575" y="136"/>
                      <a:pt x="575" y="136"/>
                    </a:cubicBezTo>
                    <a:cubicBezTo>
                      <a:pt x="574" y="135"/>
                      <a:pt x="574" y="135"/>
                      <a:pt x="574" y="135"/>
                    </a:cubicBezTo>
                    <a:cubicBezTo>
                      <a:pt x="572" y="133"/>
                      <a:pt x="572" y="133"/>
                      <a:pt x="572" y="133"/>
                    </a:cubicBezTo>
                    <a:cubicBezTo>
                      <a:pt x="566" y="133"/>
                      <a:pt x="566" y="133"/>
                      <a:pt x="566" y="133"/>
                    </a:cubicBezTo>
                    <a:cubicBezTo>
                      <a:pt x="565" y="133"/>
                      <a:pt x="565" y="133"/>
                      <a:pt x="565" y="133"/>
                    </a:cubicBezTo>
                    <a:cubicBezTo>
                      <a:pt x="563" y="134"/>
                      <a:pt x="563" y="134"/>
                      <a:pt x="563" y="134"/>
                    </a:cubicBezTo>
                    <a:cubicBezTo>
                      <a:pt x="564" y="133"/>
                      <a:pt x="564" y="133"/>
                      <a:pt x="564" y="133"/>
                    </a:cubicBezTo>
                    <a:cubicBezTo>
                      <a:pt x="563" y="131"/>
                      <a:pt x="563" y="131"/>
                      <a:pt x="563" y="131"/>
                    </a:cubicBezTo>
                    <a:cubicBezTo>
                      <a:pt x="562" y="130"/>
                      <a:pt x="562" y="130"/>
                      <a:pt x="562" y="130"/>
                    </a:cubicBezTo>
                    <a:cubicBezTo>
                      <a:pt x="561" y="130"/>
                      <a:pt x="561" y="130"/>
                      <a:pt x="561" y="130"/>
                    </a:cubicBezTo>
                    <a:cubicBezTo>
                      <a:pt x="558" y="131"/>
                      <a:pt x="558" y="131"/>
                      <a:pt x="558" y="131"/>
                    </a:cubicBezTo>
                    <a:cubicBezTo>
                      <a:pt x="557" y="132"/>
                      <a:pt x="557" y="132"/>
                      <a:pt x="557" y="132"/>
                    </a:cubicBezTo>
                    <a:cubicBezTo>
                      <a:pt x="557" y="134"/>
                      <a:pt x="557" y="134"/>
                      <a:pt x="557" y="134"/>
                    </a:cubicBezTo>
                    <a:cubicBezTo>
                      <a:pt x="556" y="135"/>
                      <a:pt x="556" y="135"/>
                      <a:pt x="556" y="135"/>
                    </a:cubicBezTo>
                    <a:cubicBezTo>
                      <a:pt x="555" y="136"/>
                      <a:pt x="555" y="136"/>
                      <a:pt x="555" y="136"/>
                    </a:cubicBezTo>
                    <a:cubicBezTo>
                      <a:pt x="555" y="137"/>
                      <a:pt x="555" y="137"/>
                      <a:pt x="555" y="137"/>
                    </a:cubicBezTo>
                    <a:cubicBezTo>
                      <a:pt x="556" y="139"/>
                      <a:pt x="556" y="139"/>
                      <a:pt x="556" y="139"/>
                    </a:cubicBezTo>
                    <a:cubicBezTo>
                      <a:pt x="557" y="139"/>
                      <a:pt x="557" y="139"/>
                      <a:pt x="557" y="139"/>
                    </a:cubicBezTo>
                    <a:cubicBezTo>
                      <a:pt x="559" y="137"/>
                      <a:pt x="559" y="137"/>
                      <a:pt x="559" y="137"/>
                    </a:cubicBezTo>
                    <a:cubicBezTo>
                      <a:pt x="560" y="137"/>
                      <a:pt x="560" y="137"/>
                      <a:pt x="560" y="137"/>
                    </a:cubicBezTo>
                    <a:cubicBezTo>
                      <a:pt x="561" y="135"/>
                      <a:pt x="561" y="135"/>
                      <a:pt x="561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2" y="135"/>
                      <a:pt x="562" y="135"/>
                      <a:pt x="562" y="135"/>
                    </a:cubicBezTo>
                    <a:cubicBezTo>
                      <a:pt x="561" y="137"/>
                      <a:pt x="561" y="137"/>
                      <a:pt x="561" y="137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59" y="138"/>
                      <a:pt x="559" y="138"/>
                      <a:pt x="559" y="138"/>
                    </a:cubicBezTo>
                    <a:cubicBezTo>
                      <a:pt x="558" y="140"/>
                      <a:pt x="558" y="140"/>
                      <a:pt x="558" y="140"/>
                    </a:cubicBezTo>
                    <a:cubicBezTo>
                      <a:pt x="560" y="141"/>
                      <a:pt x="560" y="141"/>
                      <a:pt x="560" y="141"/>
                    </a:cubicBezTo>
                    <a:cubicBezTo>
                      <a:pt x="563" y="140"/>
                      <a:pt x="563" y="140"/>
                      <a:pt x="563" y="140"/>
                    </a:cubicBezTo>
                    <a:cubicBezTo>
                      <a:pt x="565" y="140"/>
                      <a:pt x="565" y="140"/>
                      <a:pt x="565" y="140"/>
                    </a:cubicBezTo>
                    <a:cubicBezTo>
                      <a:pt x="566" y="142"/>
                      <a:pt x="566" y="142"/>
                      <a:pt x="566" y="142"/>
                    </a:cubicBezTo>
                    <a:cubicBezTo>
                      <a:pt x="565" y="145"/>
                      <a:pt x="565" y="145"/>
                      <a:pt x="565" y="145"/>
                    </a:cubicBezTo>
                    <a:cubicBezTo>
                      <a:pt x="563" y="145"/>
                      <a:pt x="563" y="145"/>
                      <a:pt x="563" y="145"/>
                    </a:cubicBezTo>
                    <a:cubicBezTo>
                      <a:pt x="560" y="144"/>
                      <a:pt x="560" y="144"/>
                      <a:pt x="560" y="144"/>
                    </a:cubicBezTo>
                    <a:cubicBezTo>
                      <a:pt x="558" y="141"/>
                      <a:pt x="558" y="141"/>
                      <a:pt x="558" y="141"/>
                    </a:cubicBezTo>
                    <a:cubicBezTo>
                      <a:pt x="556" y="141"/>
                      <a:pt x="556" y="141"/>
                      <a:pt x="556" y="141"/>
                    </a:cubicBezTo>
                    <a:cubicBezTo>
                      <a:pt x="554" y="143"/>
                      <a:pt x="554" y="143"/>
                      <a:pt x="554" y="143"/>
                    </a:cubicBezTo>
                    <a:cubicBezTo>
                      <a:pt x="553" y="144"/>
                      <a:pt x="553" y="144"/>
                      <a:pt x="553" y="144"/>
                    </a:cubicBezTo>
                    <a:cubicBezTo>
                      <a:pt x="552" y="144"/>
                      <a:pt x="552" y="144"/>
                      <a:pt x="552" y="144"/>
                    </a:cubicBezTo>
                    <a:cubicBezTo>
                      <a:pt x="554" y="149"/>
                      <a:pt x="554" y="149"/>
                      <a:pt x="554" y="149"/>
                    </a:cubicBezTo>
                    <a:cubicBezTo>
                      <a:pt x="555" y="149"/>
                      <a:pt x="555" y="149"/>
                      <a:pt x="555" y="149"/>
                    </a:cubicBezTo>
                    <a:cubicBezTo>
                      <a:pt x="556" y="150"/>
                      <a:pt x="556" y="150"/>
                      <a:pt x="556" y="150"/>
                    </a:cubicBezTo>
                    <a:cubicBezTo>
                      <a:pt x="559" y="153"/>
                      <a:pt x="559" y="153"/>
                      <a:pt x="559" y="153"/>
                    </a:cubicBezTo>
                    <a:cubicBezTo>
                      <a:pt x="561" y="153"/>
                      <a:pt x="561" y="153"/>
                      <a:pt x="561" y="153"/>
                    </a:cubicBezTo>
                    <a:cubicBezTo>
                      <a:pt x="562" y="154"/>
                      <a:pt x="562" y="154"/>
                      <a:pt x="562" y="154"/>
                    </a:cubicBezTo>
                    <a:cubicBezTo>
                      <a:pt x="567" y="154"/>
                      <a:pt x="567" y="154"/>
                      <a:pt x="567" y="154"/>
                    </a:cubicBezTo>
                    <a:cubicBezTo>
                      <a:pt x="567" y="153"/>
                      <a:pt x="567" y="153"/>
                      <a:pt x="567" y="153"/>
                    </a:cubicBezTo>
                    <a:cubicBezTo>
                      <a:pt x="568" y="154"/>
                      <a:pt x="568" y="154"/>
                      <a:pt x="568" y="154"/>
                    </a:cubicBezTo>
                    <a:cubicBezTo>
                      <a:pt x="570" y="154"/>
                      <a:pt x="570" y="154"/>
                      <a:pt x="570" y="154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2" y="157"/>
                      <a:pt x="572" y="157"/>
                      <a:pt x="572" y="157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2" y="158"/>
                      <a:pt x="572" y="158"/>
                      <a:pt x="572" y="158"/>
                    </a:cubicBezTo>
                    <a:cubicBezTo>
                      <a:pt x="571" y="157"/>
                      <a:pt x="571" y="157"/>
                      <a:pt x="571" y="157"/>
                    </a:cubicBezTo>
                    <a:cubicBezTo>
                      <a:pt x="570" y="157"/>
                      <a:pt x="570" y="157"/>
                      <a:pt x="570" y="157"/>
                    </a:cubicBezTo>
                    <a:cubicBezTo>
                      <a:pt x="568" y="155"/>
                      <a:pt x="568" y="155"/>
                      <a:pt x="568" y="155"/>
                    </a:cubicBezTo>
                    <a:cubicBezTo>
                      <a:pt x="566" y="155"/>
                      <a:pt x="566" y="155"/>
                      <a:pt x="566" y="155"/>
                    </a:cubicBezTo>
                    <a:cubicBezTo>
                      <a:pt x="565" y="155"/>
                      <a:pt x="565" y="155"/>
                      <a:pt x="565" y="155"/>
                    </a:cubicBezTo>
                    <a:cubicBezTo>
                      <a:pt x="563" y="156"/>
                      <a:pt x="563" y="156"/>
                      <a:pt x="563" y="156"/>
                    </a:cubicBezTo>
                    <a:cubicBezTo>
                      <a:pt x="562" y="157"/>
                      <a:pt x="562" y="157"/>
                      <a:pt x="562" y="157"/>
                    </a:cubicBezTo>
                    <a:cubicBezTo>
                      <a:pt x="562" y="156"/>
                      <a:pt x="562" y="156"/>
                      <a:pt x="562" y="156"/>
                    </a:cubicBezTo>
                    <a:cubicBezTo>
                      <a:pt x="560" y="155"/>
                      <a:pt x="560" y="155"/>
                      <a:pt x="560" y="155"/>
                    </a:cubicBezTo>
                    <a:cubicBezTo>
                      <a:pt x="559" y="156"/>
                      <a:pt x="559" y="156"/>
                      <a:pt x="559" y="156"/>
                    </a:cubicBezTo>
                    <a:cubicBezTo>
                      <a:pt x="556" y="156"/>
                      <a:pt x="556" y="156"/>
                      <a:pt x="556" y="156"/>
                    </a:cubicBezTo>
                    <a:cubicBezTo>
                      <a:pt x="554" y="154"/>
                      <a:pt x="554" y="154"/>
                      <a:pt x="554" y="154"/>
                    </a:cubicBezTo>
                    <a:cubicBezTo>
                      <a:pt x="552" y="155"/>
                      <a:pt x="552" y="155"/>
                      <a:pt x="552" y="155"/>
                    </a:cubicBezTo>
                    <a:cubicBezTo>
                      <a:pt x="552" y="154"/>
                      <a:pt x="552" y="154"/>
                      <a:pt x="552" y="154"/>
                    </a:cubicBezTo>
                    <a:cubicBezTo>
                      <a:pt x="553" y="154"/>
                      <a:pt x="553" y="154"/>
                      <a:pt x="553" y="154"/>
                    </a:cubicBezTo>
                    <a:cubicBezTo>
                      <a:pt x="553" y="152"/>
                      <a:pt x="553" y="152"/>
                      <a:pt x="553" y="152"/>
                    </a:cubicBezTo>
                    <a:cubicBezTo>
                      <a:pt x="552" y="151"/>
                      <a:pt x="552" y="151"/>
                      <a:pt x="552" y="151"/>
                    </a:cubicBezTo>
                    <a:cubicBezTo>
                      <a:pt x="552" y="150"/>
                      <a:pt x="552" y="150"/>
                      <a:pt x="552" y="150"/>
                    </a:cubicBezTo>
                    <a:cubicBezTo>
                      <a:pt x="550" y="148"/>
                      <a:pt x="550" y="148"/>
                      <a:pt x="550" y="148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50" y="145"/>
                      <a:pt x="550" y="145"/>
                      <a:pt x="550" y="145"/>
                    </a:cubicBezTo>
                    <a:cubicBezTo>
                      <a:pt x="548" y="143"/>
                      <a:pt x="548" y="143"/>
                      <a:pt x="548" y="143"/>
                    </a:cubicBezTo>
                    <a:cubicBezTo>
                      <a:pt x="549" y="139"/>
                      <a:pt x="549" y="139"/>
                      <a:pt x="549" y="139"/>
                    </a:cubicBezTo>
                    <a:cubicBezTo>
                      <a:pt x="547" y="138"/>
                      <a:pt x="547" y="138"/>
                      <a:pt x="547" y="138"/>
                    </a:cubicBezTo>
                    <a:cubicBezTo>
                      <a:pt x="547" y="135"/>
                      <a:pt x="547" y="135"/>
                      <a:pt x="547" y="135"/>
                    </a:cubicBezTo>
                    <a:cubicBezTo>
                      <a:pt x="546" y="134"/>
                      <a:pt x="546" y="134"/>
                      <a:pt x="546" y="134"/>
                    </a:cubicBezTo>
                    <a:cubicBezTo>
                      <a:pt x="545" y="134"/>
                      <a:pt x="545" y="134"/>
                      <a:pt x="545" y="134"/>
                    </a:cubicBezTo>
                    <a:cubicBezTo>
                      <a:pt x="545" y="132"/>
                      <a:pt x="545" y="132"/>
                      <a:pt x="545" y="132"/>
                    </a:cubicBezTo>
                    <a:cubicBezTo>
                      <a:pt x="542" y="131"/>
                      <a:pt x="542" y="131"/>
                      <a:pt x="542" y="131"/>
                    </a:cubicBezTo>
                    <a:cubicBezTo>
                      <a:pt x="540" y="132"/>
                      <a:pt x="540" y="132"/>
                      <a:pt x="540" y="132"/>
                    </a:cubicBezTo>
                    <a:cubicBezTo>
                      <a:pt x="544" y="138"/>
                      <a:pt x="544" y="138"/>
                      <a:pt x="544" y="138"/>
                    </a:cubicBezTo>
                    <a:cubicBezTo>
                      <a:pt x="545" y="142"/>
                      <a:pt x="545" y="142"/>
                      <a:pt x="545" y="142"/>
                    </a:cubicBezTo>
                    <a:cubicBezTo>
                      <a:pt x="544" y="144"/>
                      <a:pt x="544" y="144"/>
                      <a:pt x="544" y="144"/>
                    </a:cubicBezTo>
                    <a:cubicBezTo>
                      <a:pt x="541" y="147"/>
                      <a:pt x="541" y="147"/>
                      <a:pt x="541" y="147"/>
                    </a:cubicBezTo>
                    <a:cubicBezTo>
                      <a:pt x="540" y="149"/>
                      <a:pt x="540" y="149"/>
                      <a:pt x="540" y="149"/>
                    </a:cubicBezTo>
                    <a:cubicBezTo>
                      <a:pt x="540" y="150"/>
                      <a:pt x="540" y="150"/>
                      <a:pt x="540" y="150"/>
                    </a:cubicBezTo>
                    <a:cubicBezTo>
                      <a:pt x="541" y="151"/>
                      <a:pt x="541" y="151"/>
                      <a:pt x="541" y="151"/>
                    </a:cubicBezTo>
                    <a:cubicBezTo>
                      <a:pt x="541" y="153"/>
                      <a:pt x="541" y="153"/>
                      <a:pt x="541" y="153"/>
                    </a:cubicBezTo>
                    <a:cubicBezTo>
                      <a:pt x="540" y="156"/>
                      <a:pt x="540" y="156"/>
                      <a:pt x="540" y="156"/>
                    </a:cubicBezTo>
                    <a:cubicBezTo>
                      <a:pt x="540" y="158"/>
                      <a:pt x="540" y="158"/>
                      <a:pt x="540" y="158"/>
                    </a:cubicBezTo>
                    <a:cubicBezTo>
                      <a:pt x="543" y="160"/>
                      <a:pt x="543" y="160"/>
                      <a:pt x="543" y="160"/>
                    </a:cubicBezTo>
                    <a:cubicBezTo>
                      <a:pt x="547" y="163"/>
                      <a:pt x="547" y="163"/>
                      <a:pt x="547" y="163"/>
                    </a:cubicBezTo>
                    <a:cubicBezTo>
                      <a:pt x="548" y="165"/>
                      <a:pt x="548" y="165"/>
                      <a:pt x="548" y="165"/>
                    </a:cubicBezTo>
                    <a:cubicBezTo>
                      <a:pt x="550" y="165"/>
                      <a:pt x="550" y="165"/>
                      <a:pt x="550" y="165"/>
                    </a:cubicBezTo>
                    <a:cubicBezTo>
                      <a:pt x="551" y="166"/>
                      <a:pt x="551" y="166"/>
                      <a:pt x="551" y="166"/>
                    </a:cubicBezTo>
                    <a:cubicBezTo>
                      <a:pt x="552" y="169"/>
                      <a:pt x="552" y="169"/>
                      <a:pt x="552" y="169"/>
                    </a:cubicBezTo>
                    <a:cubicBezTo>
                      <a:pt x="552" y="173"/>
                      <a:pt x="552" y="173"/>
                      <a:pt x="552" y="173"/>
                    </a:cubicBezTo>
                    <a:cubicBezTo>
                      <a:pt x="551" y="176"/>
                      <a:pt x="551" y="176"/>
                      <a:pt x="551" y="176"/>
                    </a:cubicBezTo>
                    <a:cubicBezTo>
                      <a:pt x="553" y="178"/>
                      <a:pt x="553" y="178"/>
                      <a:pt x="553" y="178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4" y="183"/>
                      <a:pt x="554" y="183"/>
                      <a:pt x="554" y="183"/>
                    </a:cubicBezTo>
                    <a:cubicBezTo>
                      <a:pt x="557" y="186"/>
                      <a:pt x="557" y="186"/>
                      <a:pt x="557" y="186"/>
                    </a:cubicBezTo>
                    <a:cubicBezTo>
                      <a:pt x="557" y="187"/>
                      <a:pt x="557" y="187"/>
                      <a:pt x="557" y="187"/>
                    </a:cubicBezTo>
                    <a:cubicBezTo>
                      <a:pt x="557" y="189"/>
                      <a:pt x="557" y="189"/>
                      <a:pt x="557" y="189"/>
                    </a:cubicBezTo>
                    <a:cubicBezTo>
                      <a:pt x="558" y="191"/>
                      <a:pt x="558" y="191"/>
                      <a:pt x="558" y="191"/>
                    </a:cubicBezTo>
                    <a:cubicBezTo>
                      <a:pt x="560" y="191"/>
                      <a:pt x="560" y="191"/>
                      <a:pt x="560" y="191"/>
                    </a:cubicBezTo>
                    <a:cubicBezTo>
                      <a:pt x="562" y="190"/>
                      <a:pt x="562" y="190"/>
                      <a:pt x="562" y="190"/>
                    </a:cubicBezTo>
                    <a:cubicBezTo>
                      <a:pt x="565" y="191"/>
                      <a:pt x="565" y="191"/>
                      <a:pt x="565" y="191"/>
                    </a:cubicBezTo>
                    <a:cubicBezTo>
                      <a:pt x="566" y="190"/>
                      <a:pt x="566" y="190"/>
                      <a:pt x="566" y="190"/>
                    </a:cubicBezTo>
                    <a:cubicBezTo>
                      <a:pt x="567" y="188"/>
                      <a:pt x="567" y="188"/>
                      <a:pt x="567" y="188"/>
                    </a:cubicBezTo>
                    <a:cubicBezTo>
                      <a:pt x="568" y="186"/>
                      <a:pt x="568" y="186"/>
                      <a:pt x="568" y="186"/>
                    </a:cubicBezTo>
                    <a:cubicBezTo>
                      <a:pt x="570" y="187"/>
                      <a:pt x="570" y="187"/>
                      <a:pt x="570" y="187"/>
                    </a:cubicBezTo>
                    <a:cubicBezTo>
                      <a:pt x="571" y="186"/>
                      <a:pt x="571" y="186"/>
                      <a:pt x="571" y="186"/>
                    </a:cubicBezTo>
                    <a:cubicBezTo>
                      <a:pt x="574" y="188"/>
                      <a:pt x="574" y="188"/>
                      <a:pt x="574" y="188"/>
                    </a:cubicBezTo>
                    <a:cubicBezTo>
                      <a:pt x="575" y="187"/>
                      <a:pt x="575" y="187"/>
                      <a:pt x="575" y="187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80" y="190"/>
                      <a:pt x="580" y="190"/>
                      <a:pt x="580" y="190"/>
                    </a:cubicBezTo>
                    <a:cubicBezTo>
                      <a:pt x="582" y="190"/>
                      <a:pt x="582" y="190"/>
                      <a:pt x="582" y="190"/>
                    </a:cubicBezTo>
                    <a:cubicBezTo>
                      <a:pt x="584" y="192"/>
                      <a:pt x="584" y="192"/>
                      <a:pt x="584" y="192"/>
                    </a:cubicBezTo>
                    <a:cubicBezTo>
                      <a:pt x="584" y="193"/>
                      <a:pt x="584" y="193"/>
                      <a:pt x="584" y="193"/>
                    </a:cubicBezTo>
                    <a:cubicBezTo>
                      <a:pt x="586" y="195"/>
                      <a:pt x="586" y="195"/>
                      <a:pt x="586" y="195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7" y="197"/>
                      <a:pt x="587" y="197"/>
                      <a:pt x="587" y="197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8" y="198"/>
                      <a:pt x="588" y="198"/>
                      <a:pt x="588" y="198"/>
                    </a:cubicBezTo>
                    <a:cubicBezTo>
                      <a:pt x="586" y="199"/>
                      <a:pt x="586" y="199"/>
                      <a:pt x="586" y="199"/>
                    </a:cubicBezTo>
                    <a:cubicBezTo>
                      <a:pt x="586" y="202"/>
                      <a:pt x="586" y="202"/>
                      <a:pt x="586" y="202"/>
                    </a:cubicBezTo>
                    <a:cubicBezTo>
                      <a:pt x="586" y="203"/>
                      <a:pt x="586" y="203"/>
                      <a:pt x="586" y="203"/>
                    </a:cubicBezTo>
                    <a:cubicBezTo>
                      <a:pt x="585" y="202"/>
                      <a:pt x="585" y="202"/>
                      <a:pt x="585" y="202"/>
                    </a:cubicBezTo>
                    <a:cubicBezTo>
                      <a:pt x="585" y="200"/>
                      <a:pt x="585" y="200"/>
                      <a:pt x="585" y="200"/>
                    </a:cubicBezTo>
                    <a:cubicBezTo>
                      <a:pt x="584" y="200"/>
                      <a:pt x="584" y="200"/>
                      <a:pt x="584" y="200"/>
                    </a:cubicBezTo>
                    <a:cubicBezTo>
                      <a:pt x="584" y="198"/>
                      <a:pt x="584" y="198"/>
                      <a:pt x="584" y="198"/>
                    </a:cubicBezTo>
                    <a:cubicBezTo>
                      <a:pt x="582" y="195"/>
                      <a:pt x="582" y="195"/>
                      <a:pt x="582" y="195"/>
                    </a:cubicBezTo>
                    <a:cubicBezTo>
                      <a:pt x="581" y="195"/>
                      <a:pt x="581" y="195"/>
                      <a:pt x="581" y="195"/>
                    </a:cubicBezTo>
                    <a:cubicBezTo>
                      <a:pt x="581" y="194"/>
                      <a:pt x="581" y="194"/>
                      <a:pt x="581" y="194"/>
                    </a:cubicBezTo>
                    <a:cubicBezTo>
                      <a:pt x="578" y="193"/>
                      <a:pt x="578" y="193"/>
                      <a:pt x="578" y="193"/>
                    </a:cubicBezTo>
                    <a:cubicBezTo>
                      <a:pt x="578" y="191"/>
                      <a:pt x="578" y="191"/>
                      <a:pt x="578" y="191"/>
                    </a:cubicBezTo>
                    <a:cubicBezTo>
                      <a:pt x="576" y="189"/>
                      <a:pt x="576" y="189"/>
                      <a:pt x="576" y="189"/>
                    </a:cubicBezTo>
                    <a:cubicBezTo>
                      <a:pt x="573" y="189"/>
                      <a:pt x="573" y="189"/>
                      <a:pt x="573" y="189"/>
                    </a:cubicBezTo>
                    <a:cubicBezTo>
                      <a:pt x="570" y="192"/>
                      <a:pt x="570" y="192"/>
                      <a:pt x="570" y="192"/>
                    </a:cubicBezTo>
                    <a:cubicBezTo>
                      <a:pt x="568" y="192"/>
                      <a:pt x="568" y="192"/>
                      <a:pt x="568" y="192"/>
                    </a:cubicBezTo>
                    <a:cubicBezTo>
                      <a:pt x="567" y="194"/>
                      <a:pt x="567" y="194"/>
                      <a:pt x="567" y="194"/>
                    </a:cubicBezTo>
                    <a:cubicBezTo>
                      <a:pt x="564" y="196"/>
                      <a:pt x="564" y="196"/>
                      <a:pt x="564" y="196"/>
                    </a:cubicBezTo>
                    <a:cubicBezTo>
                      <a:pt x="564" y="200"/>
                      <a:pt x="564" y="200"/>
                      <a:pt x="564" y="200"/>
                    </a:cubicBezTo>
                    <a:cubicBezTo>
                      <a:pt x="565" y="202"/>
                      <a:pt x="565" y="202"/>
                      <a:pt x="565" y="202"/>
                    </a:cubicBezTo>
                    <a:cubicBezTo>
                      <a:pt x="569" y="204"/>
                      <a:pt x="569" y="204"/>
                      <a:pt x="569" y="204"/>
                    </a:cubicBezTo>
                    <a:cubicBezTo>
                      <a:pt x="571" y="209"/>
                      <a:pt x="571" y="209"/>
                      <a:pt x="571" y="209"/>
                    </a:cubicBezTo>
                    <a:cubicBezTo>
                      <a:pt x="571" y="210"/>
                      <a:pt x="571" y="210"/>
                      <a:pt x="571" y="210"/>
                    </a:cubicBezTo>
                    <a:cubicBezTo>
                      <a:pt x="568" y="213"/>
                      <a:pt x="568" y="213"/>
                      <a:pt x="568" y="213"/>
                    </a:cubicBezTo>
                    <a:cubicBezTo>
                      <a:pt x="568" y="216"/>
                      <a:pt x="568" y="216"/>
                      <a:pt x="568" y="216"/>
                    </a:cubicBezTo>
                    <a:cubicBezTo>
                      <a:pt x="569" y="218"/>
                      <a:pt x="569" y="218"/>
                      <a:pt x="569" y="218"/>
                    </a:cubicBezTo>
                    <a:cubicBezTo>
                      <a:pt x="568" y="222"/>
                      <a:pt x="568" y="222"/>
                      <a:pt x="568" y="222"/>
                    </a:cubicBezTo>
                    <a:cubicBezTo>
                      <a:pt x="568" y="223"/>
                      <a:pt x="568" y="223"/>
                      <a:pt x="568" y="223"/>
                    </a:cubicBezTo>
                    <a:cubicBezTo>
                      <a:pt x="566" y="225"/>
                      <a:pt x="566" y="225"/>
                      <a:pt x="566" y="225"/>
                    </a:cubicBezTo>
                    <a:cubicBezTo>
                      <a:pt x="565" y="226"/>
                      <a:pt x="565" y="226"/>
                      <a:pt x="565" y="226"/>
                    </a:cubicBezTo>
                    <a:cubicBezTo>
                      <a:pt x="564" y="226"/>
                      <a:pt x="564" y="226"/>
                      <a:pt x="564" y="226"/>
                    </a:cubicBezTo>
                    <a:cubicBezTo>
                      <a:pt x="563" y="228"/>
                      <a:pt x="563" y="228"/>
                      <a:pt x="563" y="228"/>
                    </a:cubicBezTo>
                    <a:cubicBezTo>
                      <a:pt x="563" y="230"/>
                      <a:pt x="563" y="230"/>
                      <a:pt x="563" y="230"/>
                    </a:cubicBezTo>
                    <a:cubicBezTo>
                      <a:pt x="564" y="231"/>
                      <a:pt x="564" y="231"/>
                      <a:pt x="564" y="231"/>
                    </a:cubicBezTo>
                    <a:cubicBezTo>
                      <a:pt x="564" y="232"/>
                      <a:pt x="564" y="232"/>
                      <a:pt x="564" y="232"/>
                    </a:cubicBezTo>
                    <a:cubicBezTo>
                      <a:pt x="562" y="233"/>
                      <a:pt x="562" y="233"/>
                      <a:pt x="562" y="233"/>
                    </a:cubicBezTo>
                    <a:cubicBezTo>
                      <a:pt x="560" y="232"/>
                      <a:pt x="560" y="232"/>
                      <a:pt x="560" y="232"/>
                    </a:cubicBezTo>
                    <a:cubicBezTo>
                      <a:pt x="559" y="232"/>
                      <a:pt x="559" y="232"/>
                      <a:pt x="559" y="232"/>
                    </a:cubicBezTo>
                    <a:cubicBezTo>
                      <a:pt x="556" y="232"/>
                      <a:pt x="556" y="232"/>
                      <a:pt x="556" y="232"/>
                    </a:cubicBezTo>
                    <a:cubicBezTo>
                      <a:pt x="554" y="232"/>
                      <a:pt x="554" y="232"/>
                      <a:pt x="554" y="232"/>
                    </a:cubicBezTo>
                    <a:cubicBezTo>
                      <a:pt x="551" y="231"/>
                      <a:pt x="551" y="231"/>
                      <a:pt x="551" y="231"/>
                    </a:cubicBezTo>
                    <a:cubicBezTo>
                      <a:pt x="547" y="231"/>
                      <a:pt x="547" y="231"/>
                      <a:pt x="547" y="231"/>
                    </a:cubicBezTo>
                    <a:cubicBezTo>
                      <a:pt x="549" y="230"/>
                      <a:pt x="549" y="230"/>
                      <a:pt x="549" y="230"/>
                    </a:cubicBezTo>
                    <a:cubicBezTo>
                      <a:pt x="550" y="229"/>
                      <a:pt x="550" y="229"/>
                      <a:pt x="550" y="229"/>
                    </a:cubicBezTo>
                    <a:cubicBezTo>
                      <a:pt x="549" y="227"/>
                      <a:pt x="549" y="227"/>
                      <a:pt x="549" y="227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1" y="228"/>
                      <a:pt x="551" y="228"/>
                      <a:pt x="551" y="228"/>
                    </a:cubicBezTo>
                    <a:cubicBezTo>
                      <a:pt x="550" y="228"/>
                      <a:pt x="550" y="228"/>
                      <a:pt x="550" y="228"/>
                    </a:cubicBezTo>
                    <a:cubicBezTo>
                      <a:pt x="552" y="230"/>
                      <a:pt x="552" y="230"/>
                      <a:pt x="552" y="230"/>
                    </a:cubicBezTo>
                    <a:cubicBezTo>
                      <a:pt x="555" y="230"/>
                      <a:pt x="555" y="230"/>
                      <a:pt x="555" y="230"/>
                    </a:cubicBezTo>
                    <a:cubicBezTo>
                      <a:pt x="556" y="229"/>
                      <a:pt x="556" y="229"/>
                      <a:pt x="556" y="229"/>
                    </a:cubicBezTo>
                    <a:cubicBezTo>
                      <a:pt x="558" y="228"/>
                      <a:pt x="558" y="228"/>
                      <a:pt x="558" y="228"/>
                    </a:cubicBezTo>
                    <a:cubicBezTo>
                      <a:pt x="558" y="226"/>
                      <a:pt x="558" y="226"/>
                      <a:pt x="558" y="226"/>
                    </a:cubicBezTo>
                    <a:cubicBezTo>
                      <a:pt x="557" y="225"/>
                      <a:pt x="557" y="225"/>
                      <a:pt x="557" y="225"/>
                    </a:cubicBezTo>
                    <a:cubicBezTo>
                      <a:pt x="558" y="225"/>
                      <a:pt x="558" y="225"/>
                      <a:pt x="558" y="225"/>
                    </a:cubicBezTo>
                    <a:cubicBezTo>
                      <a:pt x="559" y="224"/>
                      <a:pt x="559" y="224"/>
                      <a:pt x="559" y="224"/>
                    </a:cubicBezTo>
                    <a:cubicBezTo>
                      <a:pt x="559" y="221"/>
                      <a:pt x="559" y="221"/>
                      <a:pt x="559" y="221"/>
                    </a:cubicBezTo>
                    <a:cubicBezTo>
                      <a:pt x="561" y="220"/>
                      <a:pt x="561" y="220"/>
                      <a:pt x="561" y="220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4"/>
                      <a:pt x="561" y="214"/>
                      <a:pt x="561" y="214"/>
                    </a:cubicBezTo>
                    <a:cubicBezTo>
                      <a:pt x="561" y="213"/>
                      <a:pt x="561" y="213"/>
                      <a:pt x="561" y="213"/>
                    </a:cubicBezTo>
                    <a:cubicBezTo>
                      <a:pt x="561" y="212"/>
                      <a:pt x="561" y="212"/>
                      <a:pt x="561" y="212"/>
                    </a:cubicBezTo>
                    <a:cubicBezTo>
                      <a:pt x="563" y="211"/>
                      <a:pt x="563" y="211"/>
                      <a:pt x="563" y="211"/>
                    </a:cubicBezTo>
                    <a:cubicBezTo>
                      <a:pt x="562" y="208"/>
                      <a:pt x="562" y="208"/>
                      <a:pt x="562" y="208"/>
                    </a:cubicBezTo>
                    <a:cubicBezTo>
                      <a:pt x="561" y="206"/>
                      <a:pt x="561" y="206"/>
                      <a:pt x="561" y="206"/>
                    </a:cubicBezTo>
                    <a:cubicBezTo>
                      <a:pt x="560" y="204"/>
                      <a:pt x="560" y="204"/>
                      <a:pt x="560" y="204"/>
                    </a:cubicBezTo>
                    <a:cubicBezTo>
                      <a:pt x="560" y="202"/>
                      <a:pt x="560" y="202"/>
                      <a:pt x="560" y="202"/>
                    </a:cubicBezTo>
                    <a:cubicBezTo>
                      <a:pt x="560" y="201"/>
                      <a:pt x="560" y="201"/>
                      <a:pt x="560" y="201"/>
                    </a:cubicBezTo>
                    <a:cubicBezTo>
                      <a:pt x="561" y="202"/>
                      <a:pt x="561" y="202"/>
                      <a:pt x="561" y="202"/>
                    </a:cubicBezTo>
                    <a:cubicBezTo>
                      <a:pt x="561" y="199"/>
                      <a:pt x="561" y="199"/>
                      <a:pt x="561" y="199"/>
                    </a:cubicBezTo>
                    <a:cubicBezTo>
                      <a:pt x="558" y="197"/>
                      <a:pt x="558" y="197"/>
                      <a:pt x="558" y="197"/>
                    </a:cubicBezTo>
                    <a:cubicBezTo>
                      <a:pt x="557" y="197"/>
                      <a:pt x="557" y="197"/>
                      <a:pt x="557" y="197"/>
                    </a:cubicBezTo>
                    <a:cubicBezTo>
                      <a:pt x="556" y="195"/>
                      <a:pt x="556" y="195"/>
                      <a:pt x="556" y="195"/>
                    </a:cubicBezTo>
                    <a:cubicBezTo>
                      <a:pt x="554" y="195"/>
                      <a:pt x="554" y="195"/>
                      <a:pt x="554" y="195"/>
                    </a:cubicBezTo>
                    <a:cubicBezTo>
                      <a:pt x="551" y="191"/>
                      <a:pt x="551" y="191"/>
                      <a:pt x="551" y="191"/>
                    </a:cubicBezTo>
                    <a:cubicBezTo>
                      <a:pt x="551" y="188"/>
                      <a:pt x="551" y="188"/>
                      <a:pt x="551" y="188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1" y="186"/>
                      <a:pt x="551" y="186"/>
                      <a:pt x="551" y="186"/>
                    </a:cubicBezTo>
                    <a:cubicBezTo>
                      <a:pt x="549" y="185"/>
                      <a:pt x="549" y="185"/>
                      <a:pt x="549" y="185"/>
                    </a:cubicBezTo>
                    <a:cubicBezTo>
                      <a:pt x="548" y="184"/>
                      <a:pt x="548" y="184"/>
                      <a:pt x="548" y="184"/>
                    </a:cubicBezTo>
                    <a:cubicBezTo>
                      <a:pt x="549" y="182"/>
                      <a:pt x="549" y="182"/>
                      <a:pt x="549" y="182"/>
                    </a:cubicBezTo>
                    <a:cubicBezTo>
                      <a:pt x="546" y="178"/>
                      <a:pt x="546" y="178"/>
                      <a:pt x="546" y="178"/>
                    </a:cubicBezTo>
                    <a:cubicBezTo>
                      <a:pt x="546" y="176"/>
                      <a:pt x="546" y="176"/>
                      <a:pt x="546" y="176"/>
                    </a:cubicBezTo>
                    <a:cubicBezTo>
                      <a:pt x="545" y="175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5" y="173"/>
                      <a:pt x="545" y="173"/>
                      <a:pt x="545" y="173"/>
                    </a:cubicBezTo>
                    <a:cubicBezTo>
                      <a:pt x="544" y="171"/>
                      <a:pt x="544" y="171"/>
                      <a:pt x="544" y="171"/>
                    </a:cubicBezTo>
                    <a:cubicBezTo>
                      <a:pt x="543" y="167"/>
                      <a:pt x="543" y="167"/>
                      <a:pt x="543" y="167"/>
                    </a:cubicBezTo>
                    <a:cubicBezTo>
                      <a:pt x="542" y="165"/>
                      <a:pt x="542" y="165"/>
                      <a:pt x="542" y="165"/>
                    </a:cubicBezTo>
                    <a:cubicBezTo>
                      <a:pt x="541" y="164"/>
                      <a:pt x="541" y="164"/>
                      <a:pt x="541" y="164"/>
                    </a:cubicBezTo>
                    <a:cubicBezTo>
                      <a:pt x="540" y="161"/>
                      <a:pt x="540" y="161"/>
                      <a:pt x="540" y="161"/>
                    </a:cubicBezTo>
                    <a:cubicBezTo>
                      <a:pt x="539" y="160"/>
                      <a:pt x="539" y="160"/>
                      <a:pt x="539" y="160"/>
                    </a:cubicBezTo>
                    <a:cubicBezTo>
                      <a:pt x="538" y="161"/>
                      <a:pt x="538" y="161"/>
                      <a:pt x="538" y="161"/>
                    </a:cubicBezTo>
                    <a:cubicBezTo>
                      <a:pt x="536" y="160"/>
                      <a:pt x="536" y="160"/>
                      <a:pt x="536" y="160"/>
                    </a:cubicBezTo>
                    <a:cubicBezTo>
                      <a:pt x="535" y="158"/>
                      <a:pt x="535" y="158"/>
                      <a:pt x="535" y="158"/>
                    </a:cubicBezTo>
                    <a:cubicBezTo>
                      <a:pt x="534" y="157"/>
                      <a:pt x="534" y="157"/>
                      <a:pt x="534" y="157"/>
                    </a:cubicBezTo>
                    <a:cubicBezTo>
                      <a:pt x="533" y="156"/>
                      <a:pt x="533" y="156"/>
                      <a:pt x="533" y="156"/>
                    </a:cubicBezTo>
                    <a:cubicBezTo>
                      <a:pt x="534" y="156"/>
                      <a:pt x="534" y="156"/>
                      <a:pt x="534" y="156"/>
                    </a:cubicBezTo>
                    <a:cubicBezTo>
                      <a:pt x="535" y="154"/>
                      <a:pt x="535" y="154"/>
                      <a:pt x="535" y="154"/>
                    </a:cubicBezTo>
                    <a:cubicBezTo>
                      <a:pt x="534" y="152"/>
                      <a:pt x="534" y="152"/>
                      <a:pt x="534" y="152"/>
                    </a:cubicBezTo>
                    <a:cubicBezTo>
                      <a:pt x="534" y="151"/>
                      <a:pt x="534" y="151"/>
                      <a:pt x="534" y="151"/>
                    </a:cubicBezTo>
                    <a:cubicBezTo>
                      <a:pt x="533" y="150"/>
                      <a:pt x="533" y="150"/>
                      <a:pt x="533" y="150"/>
                    </a:cubicBezTo>
                    <a:cubicBezTo>
                      <a:pt x="534" y="146"/>
                      <a:pt x="534" y="146"/>
                      <a:pt x="534" y="146"/>
                    </a:cubicBezTo>
                    <a:cubicBezTo>
                      <a:pt x="533" y="144"/>
                      <a:pt x="533" y="144"/>
                      <a:pt x="533" y="144"/>
                    </a:cubicBezTo>
                    <a:cubicBezTo>
                      <a:pt x="533" y="141"/>
                      <a:pt x="533" y="141"/>
                      <a:pt x="533" y="141"/>
                    </a:cubicBezTo>
                    <a:cubicBezTo>
                      <a:pt x="532" y="141"/>
                      <a:pt x="532" y="141"/>
                      <a:pt x="532" y="141"/>
                    </a:cubicBezTo>
                    <a:cubicBezTo>
                      <a:pt x="532" y="139"/>
                      <a:pt x="532" y="139"/>
                      <a:pt x="532" y="139"/>
                    </a:cubicBezTo>
                    <a:cubicBezTo>
                      <a:pt x="532" y="138"/>
                      <a:pt x="532" y="138"/>
                      <a:pt x="532" y="138"/>
                    </a:cubicBezTo>
                    <a:cubicBezTo>
                      <a:pt x="533" y="137"/>
                      <a:pt x="533" y="137"/>
                      <a:pt x="533" y="137"/>
                    </a:cubicBezTo>
                    <a:cubicBezTo>
                      <a:pt x="532" y="135"/>
                      <a:pt x="532" y="135"/>
                      <a:pt x="532" y="135"/>
                    </a:cubicBezTo>
                    <a:cubicBezTo>
                      <a:pt x="530" y="135"/>
                      <a:pt x="530" y="135"/>
                      <a:pt x="530" y="135"/>
                    </a:cubicBezTo>
                    <a:cubicBezTo>
                      <a:pt x="528" y="135"/>
                      <a:pt x="528" y="135"/>
                      <a:pt x="528" y="135"/>
                    </a:cubicBezTo>
                    <a:cubicBezTo>
                      <a:pt x="524" y="133"/>
                      <a:pt x="524" y="133"/>
                      <a:pt x="524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1" y="133"/>
                      <a:pt x="521" y="133"/>
                      <a:pt x="521" y="133"/>
                    </a:cubicBezTo>
                    <a:cubicBezTo>
                      <a:pt x="520" y="133"/>
                      <a:pt x="520" y="133"/>
                      <a:pt x="520" y="133"/>
                    </a:cubicBezTo>
                    <a:cubicBezTo>
                      <a:pt x="518" y="133"/>
                      <a:pt x="518" y="133"/>
                      <a:pt x="518" y="133"/>
                    </a:cubicBezTo>
                    <a:cubicBezTo>
                      <a:pt x="516" y="134"/>
                      <a:pt x="516" y="134"/>
                      <a:pt x="516" y="134"/>
                    </a:cubicBezTo>
                    <a:cubicBezTo>
                      <a:pt x="514" y="134"/>
                      <a:pt x="514" y="134"/>
                      <a:pt x="514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3" y="134"/>
                      <a:pt x="513" y="134"/>
                      <a:pt x="513" y="134"/>
                    </a:cubicBezTo>
                    <a:cubicBezTo>
                      <a:pt x="511" y="133"/>
                      <a:pt x="511" y="133"/>
                      <a:pt x="511" y="133"/>
                    </a:cubicBezTo>
                    <a:cubicBezTo>
                      <a:pt x="509" y="133"/>
                      <a:pt x="509" y="133"/>
                      <a:pt x="509" y="133"/>
                    </a:cubicBezTo>
                    <a:cubicBezTo>
                      <a:pt x="510" y="137"/>
                      <a:pt x="510" y="137"/>
                      <a:pt x="510" y="137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10" y="141"/>
                      <a:pt x="510" y="141"/>
                      <a:pt x="510" y="141"/>
                    </a:cubicBezTo>
                    <a:cubicBezTo>
                      <a:pt x="509" y="144"/>
                      <a:pt x="509" y="144"/>
                      <a:pt x="509" y="144"/>
                    </a:cubicBezTo>
                    <a:cubicBezTo>
                      <a:pt x="510" y="145"/>
                      <a:pt x="510" y="145"/>
                      <a:pt x="510" y="145"/>
                    </a:cubicBezTo>
                    <a:cubicBezTo>
                      <a:pt x="510" y="147"/>
                      <a:pt x="510" y="147"/>
                      <a:pt x="510" y="147"/>
                    </a:cubicBezTo>
                    <a:cubicBezTo>
                      <a:pt x="511" y="148"/>
                      <a:pt x="511" y="148"/>
                      <a:pt x="511" y="148"/>
                    </a:cubicBezTo>
                    <a:cubicBezTo>
                      <a:pt x="510" y="149"/>
                      <a:pt x="510" y="149"/>
                      <a:pt x="510" y="149"/>
                    </a:cubicBezTo>
                    <a:cubicBezTo>
                      <a:pt x="510" y="151"/>
                      <a:pt x="510" y="151"/>
                      <a:pt x="510" y="151"/>
                    </a:cubicBezTo>
                    <a:cubicBezTo>
                      <a:pt x="511" y="153"/>
                      <a:pt x="511" y="153"/>
                      <a:pt x="511" y="153"/>
                    </a:cubicBezTo>
                    <a:cubicBezTo>
                      <a:pt x="510" y="154"/>
                      <a:pt x="510" y="154"/>
                      <a:pt x="510" y="154"/>
                    </a:cubicBezTo>
                    <a:cubicBezTo>
                      <a:pt x="511" y="156"/>
                      <a:pt x="511" y="156"/>
                      <a:pt x="511" y="156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11" y="158"/>
                      <a:pt x="511" y="158"/>
                      <a:pt x="511" y="158"/>
                    </a:cubicBezTo>
                    <a:cubicBezTo>
                      <a:pt x="509" y="159"/>
                      <a:pt x="509" y="159"/>
                      <a:pt x="509" y="159"/>
                    </a:cubicBezTo>
                    <a:cubicBezTo>
                      <a:pt x="507" y="163"/>
                      <a:pt x="507" y="163"/>
                      <a:pt x="507" y="163"/>
                    </a:cubicBezTo>
                    <a:cubicBezTo>
                      <a:pt x="505" y="164"/>
                      <a:pt x="505" y="164"/>
                      <a:pt x="505" y="164"/>
                    </a:cubicBezTo>
                    <a:cubicBezTo>
                      <a:pt x="506" y="166"/>
                      <a:pt x="506" y="166"/>
                      <a:pt x="506" y="166"/>
                    </a:cubicBezTo>
                    <a:cubicBezTo>
                      <a:pt x="507" y="167"/>
                      <a:pt x="507" y="167"/>
                      <a:pt x="507" y="167"/>
                    </a:cubicBezTo>
                    <a:cubicBezTo>
                      <a:pt x="506" y="168"/>
                      <a:pt x="506" y="168"/>
                      <a:pt x="506" y="168"/>
                    </a:cubicBezTo>
                    <a:cubicBezTo>
                      <a:pt x="506" y="171"/>
                      <a:pt x="506" y="171"/>
                      <a:pt x="506" y="171"/>
                    </a:cubicBezTo>
                    <a:cubicBezTo>
                      <a:pt x="508" y="173"/>
                      <a:pt x="508" y="173"/>
                      <a:pt x="508" y="173"/>
                    </a:cubicBezTo>
                    <a:cubicBezTo>
                      <a:pt x="509" y="172"/>
                      <a:pt x="509" y="172"/>
                      <a:pt x="509" y="172"/>
                    </a:cubicBezTo>
                    <a:cubicBezTo>
                      <a:pt x="510" y="173"/>
                      <a:pt x="510" y="173"/>
                      <a:pt x="510" y="173"/>
                    </a:cubicBezTo>
                    <a:cubicBezTo>
                      <a:pt x="511" y="176"/>
                      <a:pt x="511" y="176"/>
                      <a:pt x="511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3" y="176"/>
                      <a:pt x="513" y="176"/>
                      <a:pt x="513" y="176"/>
                    </a:cubicBezTo>
                    <a:cubicBezTo>
                      <a:pt x="511" y="177"/>
                      <a:pt x="511" y="177"/>
                      <a:pt x="511" y="177"/>
                    </a:cubicBezTo>
                    <a:cubicBezTo>
                      <a:pt x="512" y="180"/>
                      <a:pt x="512" y="180"/>
                      <a:pt x="512" y="180"/>
                    </a:cubicBezTo>
                    <a:cubicBezTo>
                      <a:pt x="514" y="181"/>
                      <a:pt x="514" y="181"/>
                      <a:pt x="514" y="181"/>
                    </a:cubicBezTo>
                    <a:cubicBezTo>
                      <a:pt x="514" y="182"/>
                      <a:pt x="514" y="182"/>
                      <a:pt x="514" y="182"/>
                    </a:cubicBezTo>
                    <a:cubicBezTo>
                      <a:pt x="513" y="183"/>
                      <a:pt x="513" y="183"/>
                      <a:pt x="513" y="183"/>
                    </a:cubicBezTo>
                    <a:cubicBezTo>
                      <a:pt x="512" y="182"/>
                      <a:pt x="512" y="182"/>
                      <a:pt x="512" y="182"/>
                    </a:cubicBezTo>
                    <a:cubicBezTo>
                      <a:pt x="512" y="184"/>
                      <a:pt x="512" y="184"/>
                      <a:pt x="512" y="184"/>
                    </a:cubicBezTo>
                    <a:cubicBezTo>
                      <a:pt x="513" y="187"/>
                      <a:pt x="513" y="187"/>
                      <a:pt x="513" y="187"/>
                    </a:cubicBezTo>
                    <a:cubicBezTo>
                      <a:pt x="514" y="188"/>
                      <a:pt x="514" y="188"/>
                      <a:pt x="514" y="188"/>
                    </a:cubicBezTo>
                    <a:cubicBezTo>
                      <a:pt x="515" y="192"/>
                      <a:pt x="515" y="192"/>
                      <a:pt x="515" y="192"/>
                    </a:cubicBezTo>
                    <a:cubicBezTo>
                      <a:pt x="516" y="190"/>
                      <a:pt x="516" y="190"/>
                      <a:pt x="516" y="190"/>
                    </a:cubicBezTo>
                    <a:cubicBezTo>
                      <a:pt x="517" y="191"/>
                      <a:pt x="517" y="191"/>
                      <a:pt x="517" y="191"/>
                    </a:cubicBezTo>
                    <a:cubicBezTo>
                      <a:pt x="516" y="191"/>
                      <a:pt x="516" y="191"/>
                      <a:pt x="516" y="191"/>
                    </a:cubicBezTo>
                    <a:cubicBezTo>
                      <a:pt x="516" y="192"/>
                      <a:pt x="516" y="192"/>
                      <a:pt x="516" y="192"/>
                    </a:cubicBezTo>
                    <a:cubicBezTo>
                      <a:pt x="516" y="193"/>
                      <a:pt x="516" y="193"/>
                      <a:pt x="516" y="193"/>
                    </a:cubicBezTo>
                    <a:cubicBezTo>
                      <a:pt x="516" y="193"/>
                      <a:pt x="516" y="193"/>
                      <a:pt x="516" y="194"/>
                    </a:cubicBezTo>
                    <a:cubicBezTo>
                      <a:pt x="516" y="194"/>
                      <a:pt x="516" y="194"/>
                      <a:pt x="516" y="194"/>
                    </a:cubicBezTo>
                    <a:cubicBezTo>
                      <a:pt x="518" y="195"/>
                      <a:pt x="518" y="195"/>
                      <a:pt x="518" y="195"/>
                    </a:cubicBezTo>
                    <a:cubicBezTo>
                      <a:pt x="519" y="193"/>
                      <a:pt x="519" y="193"/>
                      <a:pt x="519" y="193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18" y="191"/>
                      <a:pt x="518" y="191"/>
                      <a:pt x="518" y="191"/>
                    </a:cubicBezTo>
                    <a:cubicBezTo>
                      <a:pt x="519" y="191"/>
                      <a:pt x="519" y="191"/>
                      <a:pt x="519" y="191"/>
                    </a:cubicBezTo>
                    <a:cubicBezTo>
                      <a:pt x="521" y="192"/>
                      <a:pt x="521" y="192"/>
                      <a:pt x="521" y="192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0"/>
                      <a:pt x="522" y="190"/>
                      <a:pt x="522" y="190"/>
                    </a:cubicBezTo>
                    <a:cubicBezTo>
                      <a:pt x="522" y="193"/>
                      <a:pt x="522" y="193"/>
                      <a:pt x="522" y="193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4" y="195"/>
                      <a:pt x="524" y="195"/>
                      <a:pt x="524" y="195"/>
                    </a:cubicBezTo>
                    <a:cubicBezTo>
                      <a:pt x="527" y="198"/>
                      <a:pt x="527" y="198"/>
                      <a:pt x="527" y="198"/>
                    </a:cubicBezTo>
                    <a:cubicBezTo>
                      <a:pt x="529" y="199"/>
                      <a:pt x="529" y="199"/>
                      <a:pt x="529" y="199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1" y="198"/>
                      <a:pt x="531" y="198"/>
                      <a:pt x="531" y="198"/>
                    </a:cubicBezTo>
                    <a:cubicBezTo>
                      <a:pt x="532" y="199"/>
                      <a:pt x="532" y="199"/>
                      <a:pt x="532" y="199"/>
                    </a:cubicBezTo>
                    <a:cubicBezTo>
                      <a:pt x="531" y="199"/>
                      <a:pt x="531" y="199"/>
                      <a:pt x="531" y="199"/>
                    </a:cubicBezTo>
                    <a:cubicBezTo>
                      <a:pt x="532" y="203"/>
                      <a:pt x="532" y="203"/>
                      <a:pt x="532" y="203"/>
                    </a:cubicBezTo>
                    <a:cubicBezTo>
                      <a:pt x="531" y="204"/>
                      <a:pt x="531" y="204"/>
                      <a:pt x="531" y="204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2" y="206"/>
                      <a:pt x="532" y="206"/>
                      <a:pt x="532" y="206"/>
                    </a:cubicBezTo>
                    <a:cubicBezTo>
                      <a:pt x="531" y="206"/>
                      <a:pt x="531" y="206"/>
                      <a:pt x="531" y="206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31" y="209"/>
                      <a:pt x="531" y="209"/>
                      <a:pt x="531" y="209"/>
                    </a:cubicBezTo>
                    <a:cubicBezTo>
                      <a:pt x="531" y="208"/>
                      <a:pt x="531" y="208"/>
                      <a:pt x="531" y="208"/>
                    </a:cubicBezTo>
                    <a:cubicBezTo>
                      <a:pt x="529" y="205"/>
                      <a:pt x="529" y="205"/>
                      <a:pt x="529" y="205"/>
                    </a:cubicBezTo>
                    <a:cubicBezTo>
                      <a:pt x="527" y="204"/>
                      <a:pt x="527" y="204"/>
                      <a:pt x="527" y="204"/>
                    </a:cubicBezTo>
                    <a:cubicBezTo>
                      <a:pt x="524" y="203"/>
                      <a:pt x="524" y="203"/>
                      <a:pt x="524" y="203"/>
                    </a:cubicBezTo>
                    <a:cubicBezTo>
                      <a:pt x="524" y="202"/>
                      <a:pt x="524" y="202"/>
                      <a:pt x="524" y="202"/>
                    </a:cubicBezTo>
                    <a:cubicBezTo>
                      <a:pt x="522" y="200"/>
                      <a:pt x="522" y="200"/>
                      <a:pt x="522" y="200"/>
                    </a:cubicBezTo>
                    <a:cubicBezTo>
                      <a:pt x="518" y="200"/>
                      <a:pt x="518" y="200"/>
                      <a:pt x="518" y="200"/>
                    </a:cubicBezTo>
                    <a:cubicBezTo>
                      <a:pt x="514" y="197"/>
                      <a:pt x="514" y="197"/>
                      <a:pt x="514" y="197"/>
                    </a:cubicBezTo>
                    <a:cubicBezTo>
                      <a:pt x="512" y="197"/>
                      <a:pt x="512" y="197"/>
                      <a:pt x="512" y="197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09" y="194"/>
                      <a:pt x="509" y="194"/>
                      <a:pt x="509" y="194"/>
                    </a:cubicBezTo>
                    <a:cubicBezTo>
                      <a:pt x="506" y="195"/>
                      <a:pt x="506" y="195"/>
                      <a:pt x="506" y="195"/>
                    </a:cubicBezTo>
                    <a:cubicBezTo>
                      <a:pt x="505" y="196"/>
                      <a:pt x="505" y="196"/>
                      <a:pt x="505" y="196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5"/>
                      <a:pt x="505" y="195"/>
                      <a:pt x="505" y="195"/>
                    </a:cubicBezTo>
                    <a:cubicBezTo>
                      <a:pt x="505" y="193"/>
                      <a:pt x="505" y="193"/>
                      <a:pt x="505" y="193"/>
                    </a:cubicBezTo>
                    <a:cubicBezTo>
                      <a:pt x="500" y="191"/>
                      <a:pt x="500" y="191"/>
                      <a:pt x="500" y="191"/>
                    </a:cubicBezTo>
                    <a:cubicBezTo>
                      <a:pt x="498" y="190"/>
                      <a:pt x="498" y="190"/>
                      <a:pt x="498" y="190"/>
                    </a:cubicBezTo>
                    <a:cubicBezTo>
                      <a:pt x="490" y="189"/>
                      <a:pt x="490" y="189"/>
                      <a:pt x="490" y="189"/>
                    </a:cubicBezTo>
                    <a:cubicBezTo>
                      <a:pt x="485" y="190"/>
                      <a:pt x="485" y="190"/>
                      <a:pt x="485" y="190"/>
                    </a:cubicBezTo>
                    <a:cubicBezTo>
                      <a:pt x="483" y="190"/>
                      <a:pt x="483" y="190"/>
                      <a:pt x="483" y="190"/>
                    </a:cubicBezTo>
                    <a:cubicBezTo>
                      <a:pt x="482" y="190"/>
                      <a:pt x="482" y="190"/>
                      <a:pt x="482" y="190"/>
                    </a:cubicBezTo>
                    <a:cubicBezTo>
                      <a:pt x="481" y="189"/>
                      <a:pt x="481" y="189"/>
                      <a:pt x="481" y="189"/>
                    </a:cubicBezTo>
                    <a:cubicBezTo>
                      <a:pt x="480" y="190"/>
                      <a:pt x="480" y="190"/>
                      <a:pt x="480" y="190"/>
                    </a:cubicBezTo>
                    <a:cubicBezTo>
                      <a:pt x="478" y="189"/>
                      <a:pt x="478" y="189"/>
                      <a:pt x="478" y="189"/>
                    </a:cubicBezTo>
                    <a:cubicBezTo>
                      <a:pt x="477" y="190"/>
                      <a:pt x="477" y="190"/>
                      <a:pt x="477" y="190"/>
                    </a:cubicBezTo>
                    <a:cubicBezTo>
                      <a:pt x="477" y="189"/>
                      <a:pt x="477" y="189"/>
                      <a:pt x="477" y="189"/>
                    </a:cubicBezTo>
                    <a:cubicBezTo>
                      <a:pt x="474" y="188"/>
                      <a:pt x="474" y="188"/>
                      <a:pt x="474" y="188"/>
                    </a:cubicBezTo>
                    <a:cubicBezTo>
                      <a:pt x="473" y="186"/>
                      <a:pt x="473" y="186"/>
                      <a:pt x="473" y="186"/>
                    </a:cubicBezTo>
                    <a:cubicBezTo>
                      <a:pt x="471" y="186"/>
                      <a:pt x="471" y="186"/>
                      <a:pt x="471" y="186"/>
                    </a:cubicBezTo>
                    <a:cubicBezTo>
                      <a:pt x="470" y="184"/>
                      <a:pt x="470" y="184"/>
                      <a:pt x="470" y="184"/>
                    </a:cubicBezTo>
                    <a:cubicBezTo>
                      <a:pt x="468" y="183"/>
                      <a:pt x="468" y="183"/>
                      <a:pt x="468" y="183"/>
                    </a:cubicBezTo>
                    <a:cubicBezTo>
                      <a:pt x="468" y="182"/>
                      <a:pt x="468" y="182"/>
                      <a:pt x="468" y="182"/>
                    </a:cubicBezTo>
                    <a:cubicBezTo>
                      <a:pt x="466" y="181"/>
                      <a:pt x="466" y="181"/>
                      <a:pt x="466" y="181"/>
                    </a:cubicBezTo>
                    <a:cubicBezTo>
                      <a:pt x="464" y="181"/>
                      <a:pt x="464" y="181"/>
                      <a:pt x="464" y="181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3" y="182"/>
                      <a:pt x="463" y="182"/>
                      <a:pt x="463" y="182"/>
                    </a:cubicBezTo>
                    <a:cubicBezTo>
                      <a:pt x="462" y="183"/>
                      <a:pt x="462" y="183"/>
                      <a:pt x="462" y="183"/>
                    </a:cubicBezTo>
                    <a:cubicBezTo>
                      <a:pt x="463" y="184"/>
                      <a:pt x="463" y="184"/>
                      <a:pt x="463" y="184"/>
                    </a:cubicBezTo>
                    <a:cubicBezTo>
                      <a:pt x="461" y="185"/>
                      <a:pt x="461" y="185"/>
                      <a:pt x="461" y="185"/>
                    </a:cubicBezTo>
                    <a:cubicBezTo>
                      <a:pt x="462" y="186"/>
                      <a:pt x="462" y="186"/>
                      <a:pt x="462" y="186"/>
                    </a:cubicBezTo>
                    <a:cubicBezTo>
                      <a:pt x="465" y="189"/>
                      <a:pt x="465" y="189"/>
                      <a:pt x="465" y="189"/>
                    </a:cubicBezTo>
                    <a:cubicBezTo>
                      <a:pt x="466" y="190"/>
                      <a:pt x="466" y="190"/>
                      <a:pt x="466" y="190"/>
                    </a:cubicBezTo>
                    <a:cubicBezTo>
                      <a:pt x="467" y="192"/>
                      <a:pt x="467" y="192"/>
                      <a:pt x="467" y="192"/>
                    </a:cubicBezTo>
                    <a:cubicBezTo>
                      <a:pt x="469" y="192"/>
                      <a:pt x="469" y="192"/>
                      <a:pt x="469" y="192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69" y="191"/>
                      <a:pt x="469" y="191"/>
                      <a:pt x="469" y="191"/>
                    </a:cubicBezTo>
                    <a:cubicBezTo>
                      <a:pt x="470" y="191"/>
                      <a:pt x="470" y="191"/>
                      <a:pt x="470" y="191"/>
                    </a:cubicBezTo>
                    <a:cubicBezTo>
                      <a:pt x="471" y="191"/>
                      <a:pt x="471" y="191"/>
                      <a:pt x="471" y="191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1" y="193"/>
                      <a:pt x="471" y="193"/>
                      <a:pt x="471" y="193"/>
                    </a:cubicBezTo>
                    <a:cubicBezTo>
                      <a:pt x="472" y="194"/>
                      <a:pt x="472" y="194"/>
                      <a:pt x="472" y="194"/>
                    </a:cubicBezTo>
                    <a:cubicBezTo>
                      <a:pt x="474" y="195"/>
                      <a:pt x="474" y="195"/>
                      <a:pt x="474" y="195"/>
                    </a:cubicBezTo>
                    <a:cubicBezTo>
                      <a:pt x="475" y="194"/>
                      <a:pt x="475" y="194"/>
                      <a:pt x="475" y="194"/>
                    </a:cubicBezTo>
                    <a:cubicBezTo>
                      <a:pt x="476" y="194"/>
                      <a:pt x="476" y="194"/>
                      <a:pt x="476" y="194"/>
                    </a:cubicBezTo>
                    <a:cubicBezTo>
                      <a:pt x="476" y="195"/>
                      <a:pt x="476" y="195"/>
                      <a:pt x="476" y="195"/>
                    </a:cubicBezTo>
                    <a:cubicBezTo>
                      <a:pt x="477" y="197"/>
                      <a:pt x="477" y="197"/>
                      <a:pt x="477" y="197"/>
                    </a:cubicBezTo>
                    <a:cubicBezTo>
                      <a:pt x="478" y="197"/>
                      <a:pt x="478" y="197"/>
                      <a:pt x="478" y="197"/>
                    </a:cubicBezTo>
                    <a:cubicBezTo>
                      <a:pt x="479" y="200"/>
                      <a:pt x="479" y="200"/>
                      <a:pt x="479" y="200"/>
                    </a:cubicBezTo>
                    <a:cubicBezTo>
                      <a:pt x="481" y="202"/>
                      <a:pt x="481" y="202"/>
                      <a:pt x="481" y="202"/>
                    </a:cubicBezTo>
                    <a:cubicBezTo>
                      <a:pt x="481" y="200"/>
                      <a:pt x="481" y="200"/>
                      <a:pt x="481" y="200"/>
                    </a:cubicBezTo>
                    <a:cubicBezTo>
                      <a:pt x="482" y="202"/>
                      <a:pt x="482" y="202"/>
                      <a:pt x="482" y="202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5" y="205"/>
                      <a:pt x="485" y="205"/>
                      <a:pt x="485" y="205"/>
                    </a:cubicBezTo>
                    <a:cubicBezTo>
                      <a:pt x="484" y="204"/>
                      <a:pt x="484" y="204"/>
                      <a:pt x="484" y="204"/>
                    </a:cubicBezTo>
                    <a:cubicBezTo>
                      <a:pt x="483" y="204"/>
                      <a:pt x="483" y="204"/>
                      <a:pt x="483" y="204"/>
                    </a:cubicBezTo>
                    <a:cubicBezTo>
                      <a:pt x="482" y="207"/>
                      <a:pt x="482" y="207"/>
                      <a:pt x="482" y="207"/>
                    </a:cubicBezTo>
                    <a:cubicBezTo>
                      <a:pt x="481" y="208"/>
                      <a:pt x="481" y="208"/>
                      <a:pt x="481" y="208"/>
                    </a:cubicBezTo>
                    <a:cubicBezTo>
                      <a:pt x="479" y="207"/>
                      <a:pt x="479" y="207"/>
                      <a:pt x="479" y="207"/>
                    </a:cubicBezTo>
                    <a:cubicBezTo>
                      <a:pt x="477" y="208"/>
                      <a:pt x="477" y="208"/>
                      <a:pt x="477" y="208"/>
                    </a:cubicBezTo>
                    <a:cubicBezTo>
                      <a:pt x="477" y="209"/>
                      <a:pt x="477" y="209"/>
                      <a:pt x="477" y="209"/>
                    </a:cubicBezTo>
                    <a:cubicBezTo>
                      <a:pt x="479" y="211"/>
                      <a:pt x="479" y="211"/>
                      <a:pt x="479" y="211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9" y="212"/>
                      <a:pt x="479" y="212"/>
                      <a:pt x="479" y="212"/>
                    </a:cubicBezTo>
                    <a:cubicBezTo>
                      <a:pt x="476" y="212"/>
                      <a:pt x="476" y="212"/>
                      <a:pt x="476" y="212"/>
                    </a:cubicBezTo>
                    <a:cubicBezTo>
                      <a:pt x="475" y="212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5" y="211"/>
                    </a:cubicBezTo>
                    <a:cubicBezTo>
                      <a:pt x="475" y="209"/>
                      <a:pt x="475" y="209"/>
                      <a:pt x="475" y="209"/>
                    </a:cubicBezTo>
                    <a:cubicBezTo>
                      <a:pt x="476" y="208"/>
                      <a:pt x="476" y="208"/>
                      <a:pt x="476" y="208"/>
                    </a:cubicBezTo>
                    <a:cubicBezTo>
                      <a:pt x="476" y="207"/>
                      <a:pt x="476" y="207"/>
                      <a:pt x="476" y="207"/>
                    </a:cubicBezTo>
                    <a:cubicBezTo>
                      <a:pt x="474" y="206"/>
                      <a:pt x="474" y="206"/>
                      <a:pt x="474" y="206"/>
                    </a:cubicBezTo>
                    <a:cubicBezTo>
                      <a:pt x="474" y="205"/>
                      <a:pt x="474" y="205"/>
                      <a:pt x="474" y="205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5" y="205"/>
                      <a:pt x="475" y="205"/>
                      <a:pt x="475" y="205"/>
                    </a:cubicBezTo>
                    <a:cubicBezTo>
                      <a:pt x="475" y="203"/>
                      <a:pt x="475" y="203"/>
                      <a:pt x="475" y="203"/>
                    </a:cubicBezTo>
                    <a:cubicBezTo>
                      <a:pt x="475" y="203"/>
                      <a:pt x="475" y="202"/>
                      <a:pt x="475" y="202"/>
                    </a:cubicBezTo>
                    <a:cubicBezTo>
                      <a:pt x="476" y="201"/>
                      <a:pt x="476" y="201"/>
                      <a:pt x="476" y="201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198"/>
                      <a:pt x="473" y="198"/>
                      <a:pt x="473" y="198"/>
                    </a:cubicBezTo>
                    <a:cubicBezTo>
                      <a:pt x="470" y="197"/>
                      <a:pt x="470" y="197"/>
                      <a:pt x="470" y="197"/>
                    </a:cubicBezTo>
                    <a:cubicBezTo>
                      <a:pt x="469" y="196"/>
                      <a:pt x="469" y="196"/>
                      <a:pt x="469" y="196"/>
                    </a:cubicBezTo>
                    <a:cubicBezTo>
                      <a:pt x="468" y="198"/>
                      <a:pt x="468" y="198"/>
                      <a:pt x="468" y="198"/>
                    </a:cubicBezTo>
                    <a:cubicBezTo>
                      <a:pt x="470" y="199"/>
                      <a:pt x="470" y="199"/>
                      <a:pt x="470" y="199"/>
                    </a:cubicBezTo>
                    <a:cubicBezTo>
                      <a:pt x="473" y="201"/>
                      <a:pt x="473" y="201"/>
                      <a:pt x="473" y="201"/>
                    </a:cubicBezTo>
                    <a:cubicBezTo>
                      <a:pt x="473" y="203"/>
                      <a:pt x="473" y="203"/>
                      <a:pt x="473" y="203"/>
                    </a:cubicBezTo>
                    <a:cubicBezTo>
                      <a:pt x="473" y="203"/>
                      <a:pt x="473" y="203"/>
                      <a:pt x="474" y="203"/>
                    </a:cubicBezTo>
                    <a:cubicBezTo>
                      <a:pt x="474" y="203"/>
                      <a:pt x="474" y="203"/>
                      <a:pt x="474" y="203"/>
                    </a:cubicBezTo>
                    <a:cubicBezTo>
                      <a:pt x="472" y="204"/>
                      <a:pt x="472" y="204"/>
                      <a:pt x="472" y="204"/>
                    </a:cubicBezTo>
                    <a:cubicBezTo>
                      <a:pt x="471" y="204"/>
                      <a:pt x="471" y="204"/>
                      <a:pt x="471" y="204"/>
                    </a:cubicBezTo>
                    <a:cubicBezTo>
                      <a:pt x="469" y="206"/>
                      <a:pt x="469" y="206"/>
                      <a:pt x="469" y="206"/>
                    </a:cubicBezTo>
                    <a:cubicBezTo>
                      <a:pt x="468" y="206"/>
                      <a:pt x="468" y="206"/>
                      <a:pt x="468" y="206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65" y="206"/>
                      <a:pt x="465" y="206"/>
                      <a:pt x="465" y="206"/>
                    </a:cubicBezTo>
                    <a:cubicBezTo>
                      <a:pt x="462" y="207"/>
                      <a:pt x="462" y="207"/>
                      <a:pt x="462" y="207"/>
                    </a:cubicBezTo>
                    <a:cubicBezTo>
                      <a:pt x="461" y="209"/>
                      <a:pt x="461" y="209"/>
                      <a:pt x="461" y="209"/>
                    </a:cubicBezTo>
                    <a:cubicBezTo>
                      <a:pt x="463" y="210"/>
                      <a:pt x="463" y="210"/>
                      <a:pt x="463" y="210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09"/>
                      <a:pt x="464" y="209"/>
                      <a:pt x="464" y="209"/>
                    </a:cubicBezTo>
                    <a:cubicBezTo>
                      <a:pt x="464" y="210"/>
                      <a:pt x="464" y="210"/>
                      <a:pt x="464" y="210"/>
                    </a:cubicBezTo>
                    <a:cubicBezTo>
                      <a:pt x="463" y="211"/>
                      <a:pt x="463" y="211"/>
                      <a:pt x="463" y="211"/>
                    </a:cubicBezTo>
                    <a:cubicBezTo>
                      <a:pt x="460" y="211"/>
                      <a:pt x="460" y="211"/>
                      <a:pt x="460" y="211"/>
                    </a:cubicBezTo>
                    <a:cubicBezTo>
                      <a:pt x="459" y="210"/>
                      <a:pt x="459" y="210"/>
                      <a:pt x="459" y="210"/>
                    </a:cubicBezTo>
                    <a:cubicBezTo>
                      <a:pt x="458" y="211"/>
                      <a:pt x="458" y="211"/>
                      <a:pt x="458" y="211"/>
                    </a:cubicBezTo>
                    <a:cubicBezTo>
                      <a:pt x="457" y="211"/>
                      <a:pt x="457" y="211"/>
                      <a:pt x="457" y="211"/>
                    </a:cubicBezTo>
                    <a:cubicBezTo>
                      <a:pt x="456" y="210"/>
                      <a:pt x="456" y="210"/>
                      <a:pt x="456" y="210"/>
                    </a:cubicBezTo>
                    <a:cubicBezTo>
                      <a:pt x="454" y="211"/>
                      <a:pt x="454" y="211"/>
                      <a:pt x="454" y="211"/>
                    </a:cubicBezTo>
                    <a:cubicBezTo>
                      <a:pt x="454" y="212"/>
                      <a:pt x="454" y="212"/>
                      <a:pt x="454" y="212"/>
                    </a:cubicBezTo>
                    <a:cubicBezTo>
                      <a:pt x="452" y="212"/>
                      <a:pt x="452" y="212"/>
                      <a:pt x="452" y="212"/>
                    </a:cubicBezTo>
                    <a:cubicBezTo>
                      <a:pt x="451" y="214"/>
                      <a:pt x="451" y="214"/>
                      <a:pt x="451" y="214"/>
                    </a:cubicBezTo>
                    <a:cubicBezTo>
                      <a:pt x="451" y="215"/>
                      <a:pt x="451" y="215"/>
                      <a:pt x="451" y="215"/>
                    </a:cubicBezTo>
                    <a:cubicBezTo>
                      <a:pt x="452" y="216"/>
                      <a:pt x="452" y="216"/>
                      <a:pt x="452" y="216"/>
                    </a:cubicBezTo>
                    <a:cubicBezTo>
                      <a:pt x="451" y="216"/>
                      <a:pt x="451" y="216"/>
                      <a:pt x="451" y="216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1" y="217"/>
                      <a:pt x="451" y="217"/>
                      <a:pt x="451" y="217"/>
                    </a:cubicBezTo>
                    <a:cubicBezTo>
                      <a:pt x="450" y="215"/>
                      <a:pt x="450" y="215"/>
                      <a:pt x="450" y="215"/>
                    </a:cubicBezTo>
                    <a:cubicBezTo>
                      <a:pt x="449" y="215"/>
                      <a:pt x="449" y="215"/>
                      <a:pt x="449" y="215"/>
                    </a:cubicBezTo>
                    <a:cubicBezTo>
                      <a:pt x="449" y="214"/>
                      <a:pt x="449" y="214"/>
                      <a:pt x="449" y="214"/>
                    </a:cubicBezTo>
                    <a:cubicBezTo>
                      <a:pt x="447" y="214"/>
                      <a:pt x="447" y="214"/>
                      <a:pt x="447" y="214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5"/>
                    </a:cubicBezTo>
                    <a:cubicBezTo>
                      <a:pt x="446" y="214"/>
                      <a:pt x="446" y="214"/>
                      <a:pt x="446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4" y="213"/>
                      <a:pt x="444" y="213"/>
                      <a:pt x="444" y="213"/>
                    </a:cubicBezTo>
                    <a:cubicBezTo>
                      <a:pt x="446" y="212"/>
                      <a:pt x="446" y="212"/>
                      <a:pt x="446" y="212"/>
                    </a:cubicBezTo>
                    <a:cubicBezTo>
                      <a:pt x="443" y="209"/>
                      <a:pt x="443" y="209"/>
                      <a:pt x="443" y="209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2" y="210"/>
                      <a:pt x="442" y="210"/>
                      <a:pt x="442" y="210"/>
                    </a:cubicBezTo>
                    <a:cubicBezTo>
                      <a:pt x="444" y="209"/>
                      <a:pt x="444" y="209"/>
                      <a:pt x="444" y="209"/>
                    </a:cubicBezTo>
                    <a:cubicBezTo>
                      <a:pt x="445" y="209"/>
                      <a:pt x="445" y="209"/>
                      <a:pt x="445" y="209"/>
                    </a:cubicBezTo>
                    <a:cubicBezTo>
                      <a:pt x="447" y="208"/>
                      <a:pt x="447" y="208"/>
                      <a:pt x="447" y="208"/>
                    </a:cubicBezTo>
                    <a:cubicBezTo>
                      <a:pt x="446" y="206"/>
                      <a:pt x="446" y="206"/>
                      <a:pt x="446" y="206"/>
                    </a:cubicBezTo>
                    <a:cubicBezTo>
                      <a:pt x="443" y="207"/>
                      <a:pt x="443" y="207"/>
                      <a:pt x="443" y="207"/>
                    </a:cubicBezTo>
                    <a:cubicBezTo>
                      <a:pt x="439" y="208"/>
                      <a:pt x="439" y="208"/>
                      <a:pt x="439" y="208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7" y="210"/>
                      <a:pt x="437" y="210"/>
                      <a:pt x="437" y="210"/>
                    </a:cubicBezTo>
                    <a:cubicBezTo>
                      <a:pt x="436" y="210"/>
                      <a:pt x="436" y="210"/>
                      <a:pt x="436" y="210"/>
                    </a:cubicBezTo>
                    <a:cubicBezTo>
                      <a:pt x="433" y="213"/>
                      <a:pt x="433" y="213"/>
                      <a:pt x="433" y="213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27" y="214"/>
                      <a:pt x="427" y="214"/>
                      <a:pt x="427" y="214"/>
                    </a:cubicBezTo>
                    <a:cubicBezTo>
                      <a:pt x="425" y="215"/>
                      <a:pt x="425" y="215"/>
                      <a:pt x="425" y="215"/>
                    </a:cubicBezTo>
                    <a:cubicBezTo>
                      <a:pt x="425" y="217"/>
                      <a:pt x="425" y="217"/>
                      <a:pt x="425" y="217"/>
                    </a:cubicBezTo>
                    <a:cubicBezTo>
                      <a:pt x="424" y="217"/>
                      <a:pt x="424" y="217"/>
                      <a:pt x="424" y="217"/>
                    </a:cubicBezTo>
                    <a:cubicBezTo>
                      <a:pt x="424" y="218"/>
                      <a:pt x="424" y="218"/>
                      <a:pt x="424" y="218"/>
                    </a:cubicBezTo>
                    <a:cubicBezTo>
                      <a:pt x="422" y="221"/>
                      <a:pt x="422" y="221"/>
                      <a:pt x="422" y="221"/>
                    </a:cubicBezTo>
                    <a:cubicBezTo>
                      <a:pt x="421" y="222"/>
                      <a:pt x="421" y="222"/>
                      <a:pt x="421" y="222"/>
                    </a:cubicBezTo>
                    <a:cubicBezTo>
                      <a:pt x="418" y="225"/>
                      <a:pt x="418" y="225"/>
                      <a:pt x="418" y="225"/>
                    </a:cubicBezTo>
                    <a:cubicBezTo>
                      <a:pt x="417" y="225"/>
                      <a:pt x="417" y="225"/>
                      <a:pt x="417" y="225"/>
                    </a:cubicBezTo>
                    <a:cubicBezTo>
                      <a:pt x="416" y="224"/>
                      <a:pt x="416" y="224"/>
                      <a:pt x="416" y="224"/>
                    </a:cubicBezTo>
                    <a:cubicBezTo>
                      <a:pt x="414" y="224"/>
                      <a:pt x="414" y="224"/>
                      <a:pt x="414" y="224"/>
                    </a:cubicBezTo>
                    <a:cubicBezTo>
                      <a:pt x="415" y="227"/>
                      <a:pt x="415" y="227"/>
                      <a:pt x="415" y="227"/>
                    </a:cubicBezTo>
                    <a:cubicBezTo>
                      <a:pt x="417" y="228"/>
                      <a:pt x="417" y="228"/>
                      <a:pt x="417" y="228"/>
                    </a:cubicBezTo>
                    <a:cubicBezTo>
                      <a:pt x="416" y="227"/>
                      <a:pt x="416" y="227"/>
                      <a:pt x="416" y="227"/>
                    </a:cubicBezTo>
                    <a:cubicBezTo>
                      <a:pt x="415" y="228"/>
                      <a:pt x="415" y="228"/>
                      <a:pt x="415" y="228"/>
                    </a:cubicBezTo>
                    <a:cubicBezTo>
                      <a:pt x="411" y="229"/>
                      <a:pt x="411" y="229"/>
                      <a:pt x="411" y="229"/>
                    </a:cubicBezTo>
                    <a:cubicBezTo>
                      <a:pt x="410" y="230"/>
                      <a:pt x="410" y="230"/>
                      <a:pt x="410" y="230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1" y="232"/>
                      <a:pt x="411" y="232"/>
                      <a:pt x="411" y="232"/>
                    </a:cubicBezTo>
                    <a:cubicBezTo>
                      <a:pt x="410" y="234"/>
                      <a:pt x="410" y="234"/>
                      <a:pt x="410" y="234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8"/>
                      <a:pt x="410" y="238"/>
                      <a:pt x="410" y="238"/>
                    </a:cubicBezTo>
                    <a:cubicBezTo>
                      <a:pt x="408" y="239"/>
                      <a:pt x="408" y="239"/>
                      <a:pt x="408" y="239"/>
                    </a:cubicBezTo>
                    <a:cubicBezTo>
                      <a:pt x="407" y="239"/>
                      <a:pt x="407" y="239"/>
                      <a:pt x="407" y="239"/>
                    </a:cubicBezTo>
                    <a:cubicBezTo>
                      <a:pt x="406" y="239"/>
                      <a:pt x="406" y="239"/>
                      <a:pt x="406" y="239"/>
                    </a:cubicBezTo>
                    <a:cubicBezTo>
                      <a:pt x="406" y="240"/>
                      <a:pt x="406" y="240"/>
                      <a:pt x="406" y="240"/>
                    </a:cubicBezTo>
                    <a:cubicBezTo>
                      <a:pt x="405" y="238"/>
                      <a:pt x="405" y="238"/>
                      <a:pt x="405" y="238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402" y="240"/>
                      <a:pt x="402" y="240"/>
                      <a:pt x="402" y="240"/>
                    </a:cubicBezTo>
                    <a:cubicBezTo>
                      <a:pt x="399" y="236"/>
                      <a:pt x="399" y="236"/>
                      <a:pt x="399" y="236"/>
                    </a:cubicBezTo>
                    <a:cubicBezTo>
                      <a:pt x="396" y="234"/>
                      <a:pt x="396" y="234"/>
                      <a:pt x="396" y="234"/>
                    </a:cubicBezTo>
                    <a:cubicBezTo>
                      <a:pt x="395" y="233"/>
                      <a:pt x="395" y="233"/>
                      <a:pt x="395" y="233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5" y="232"/>
                      <a:pt x="395" y="232"/>
                      <a:pt x="395" y="232"/>
                    </a:cubicBezTo>
                    <a:cubicBezTo>
                      <a:pt x="396" y="232"/>
                      <a:pt x="396" y="232"/>
                      <a:pt x="396" y="232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30"/>
                      <a:pt x="397" y="230"/>
                      <a:pt x="397" y="230"/>
                    </a:cubicBezTo>
                    <a:cubicBezTo>
                      <a:pt x="397" y="229"/>
                      <a:pt x="397" y="229"/>
                      <a:pt x="397" y="229"/>
                    </a:cubicBezTo>
                    <a:cubicBezTo>
                      <a:pt x="399" y="229"/>
                      <a:pt x="399" y="229"/>
                      <a:pt x="399" y="229"/>
                    </a:cubicBezTo>
                    <a:cubicBezTo>
                      <a:pt x="400" y="228"/>
                      <a:pt x="400" y="228"/>
                      <a:pt x="400" y="228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03" y="226"/>
                      <a:pt x="403" y="226"/>
                      <a:pt x="403" y="226"/>
                    </a:cubicBezTo>
                    <a:cubicBezTo>
                      <a:pt x="401" y="224"/>
                      <a:pt x="401" y="224"/>
                      <a:pt x="401" y="224"/>
                    </a:cubicBezTo>
                    <a:cubicBezTo>
                      <a:pt x="401" y="222"/>
                      <a:pt x="401" y="222"/>
                      <a:pt x="401" y="222"/>
                    </a:cubicBezTo>
                    <a:cubicBezTo>
                      <a:pt x="399" y="222"/>
                      <a:pt x="399" y="222"/>
                      <a:pt x="399" y="222"/>
                    </a:cubicBezTo>
                    <a:cubicBezTo>
                      <a:pt x="397" y="221"/>
                      <a:pt x="397" y="221"/>
                      <a:pt x="397" y="221"/>
                    </a:cubicBezTo>
                    <a:cubicBezTo>
                      <a:pt x="398" y="219"/>
                      <a:pt x="398" y="219"/>
                      <a:pt x="398" y="219"/>
                    </a:cubicBezTo>
                    <a:cubicBezTo>
                      <a:pt x="395" y="218"/>
                      <a:pt x="395" y="218"/>
                      <a:pt x="395" y="218"/>
                    </a:cubicBezTo>
                    <a:cubicBezTo>
                      <a:pt x="391" y="217"/>
                      <a:pt x="391" y="217"/>
                      <a:pt x="391" y="217"/>
                    </a:cubicBezTo>
                    <a:cubicBezTo>
                      <a:pt x="388" y="218"/>
                      <a:pt x="388" y="218"/>
                      <a:pt x="388" y="218"/>
                    </a:cubicBezTo>
                    <a:cubicBezTo>
                      <a:pt x="387" y="218"/>
                      <a:pt x="387" y="218"/>
                      <a:pt x="387" y="218"/>
                    </a:cubicBezTo>
                    <a:cubicBezTo>
                      <a:pt x="385" y="218"/>
                      <a:pt x="385" y="218"/>
                      <a:pt x="385" y="218"/>
                    </a:cubicBezTo>
                    <a:cubicBezTo>
                      <a:pt x="382" y="216"/>
                      <a:pt x="382" y="216"/>
                      <a:pt x="382" y="216"/>
                    </a:cubicBezTo>
                    <a:cubicBezTo>
                      <a:pt x="380" y="216"/>
                      <a:pt x="380" y="216"/>
                      <a:pt x="380" y="216"/>
                    </a:cubicBezTo>
                    <a:cubicBezTo>
                      <a:pt x="380" y="218"/>
                      <a:pt x="380" y="218"/>
                      <a:pt x="380" y="218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86" y="222"/>
                      <a:pt x="386" y="222"/>
                      <a:pt x="386" y="222"/>
                    </a:cubicBezTo>
                    <a:cubicBezTo>
                      <a:pt x="387" y="225"/>
                      <a:pt x="387" y="225"/>
                      <a:pt x="387" y="225"/>
                    </a:cubicBezTo>
                    <a:cubicBezTo>
                      <a:pt x="387" y="227"/>
                      <a:pt x="387" y="227"/>
                      <a:pt x="387" y="227"/>
                    </a:cubicBezTo>
                    <a:cubicBezTo>
                      <a:pt x="388" y="228"/>
                      <a:pt x="388" y="228"/>
                      <a:pt x="388" y="228"/>
                    </a:cubicBezTo>
                    <a:cubicBezTo>
                      <a:pt x="387" y="228"/>
                      <a:pt x="387" y="228"/>
                      <a:pt x="387" y="228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0"/>
                      <a:pt x="387" y="230"/>
                      <a:pt x="387" y="230"/>
                    </a:cubicBezTo>
                    <a:cubicBezTo>
                      <a:pt x="387" y="231"/>
                      <a:pt x="387" y="231"/>
                      <a:pt x="387" y="231"/>
                    </a:cubicBezTo>
                    <a:cubicBezTo>
                      <a:pt x="387" y="234"/>
                      <a:pt x="387" y="234"/>
                      <a:pt x="387" y="234"/>
                    </a:cubicBezTo>
                    <a:cubicBezTo>
                      <a:pt x="386" y="236"/>
                      <a:pt x="386" y="236"/>
                      <a:pt x="386" y="236"/>
                    </a:cubicBezTo>
                    <a:cubicBezTo>
                      <a:pt x="387" y="239"/>
                      <a:pt x="387" y="239"/>
                      <a:pt x="387" y="239"/>
                    </a:cubicBezTo>
                    <a:cubicBezTo>
                      <a:pt x="390" y="238"/>
                      <a:pt x="390" y="238"/>
                      <a:pt x="390" y="238"/>
                    </a:cubicBezTo>
                    <a:cubicBezTo>
                      <a:pt x="391" y="239"/>
                      <a:pt x="391" y="239"/>
                      <a:pt x="391" y="239"/>
                    </a:cubicBezTo>
                    <a:cubicBezTo>
                      <a:pt x="392" y="240"/>
                      <a:pt x="392" y="240"/>
                      <a:pt x="392" y="240"/>
                    </a:cubicBezTo>
                    <a:cubicBezTo>
                      <a:pt x="392" y="241"/>
                      <a:pt x="392" y="241"/>
                      <a:pt x="392" y="241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2"/>
                      <a:pt x="392" y="242"/>
                      <a:pt x="392" y="242"/>
                    </a:cubicBezTo>
                    <a:cubicBezTo>
                      <a:pt x="392" y="243"/>
                      <a:pt x="392" y="243"/>
                      <a:pt x="392" y="243"/>
                    </a:cubicBezTo>
                    <a:cubicBezTo>
                      <a:pt x="392" y="244"/>
                      <a:pt x="392" y="244"/>
                      <a:pt x="392" y="244"/>
                    </a:cubicBezTo>
                    <a:cubicBezTo>
                      <a:pt x="392" y="245"/>
                      <a:pt x="392" y="245"/>
                      <a:pt x="392" y="245"/>
                    </a:cubicBezTo>
                    <a:cubicBezTo>
                      <a:pt x="392" y="248"/>
                      <a:pt x="392" y="248"/>
                      <a:pt x="392" y="248"/>
                    </a:cubicBezTo>
                    <a:cubicBezTo>
                      <a:pt x="391" y="249"/>
                      <a:pt x="391" y="249"/>
                      <a:pt x="391" y="249"/>
                    </a:cubicBezTo>
                    <a:cubicBezTo>
                      <a:pt x="392" y="250"/>
                      <a:pt x="392" y="250"/>
                      <a:pt x="392" y="250"/>
                    </a:cubicBezTo>
                    <a:cubicBezTo>
                      <a:pt x="390" y="249"/>
                      <a:pt x="390" y="249"/>
                      <a:pt x="390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9" y="249"/>
                      <a:pt x="389" y="249"/>
                      <a:pt x="389" y="249"/>
                    </a:cubicBezTo>
                    <a:cubicBezTo>
                      <a:pt x="388" y="248"/>
                      <a:pt x="388" y="248"/>
                      <a:pt x="388" y="248"/>
                    </a:cubicBezTo>
                    <a:cubicBezTo>
                      <a:pt x="385" y="248"/>
                      <a:pt x="385" y="248"/>
                      <a:pt x="385" y="248"/>
                    </a:cubicBezTo>
                    <a:cubicBezTo>
                      <a:pt x="383" y="248"/>
                      <a:pt x="383" y="248"/>
                      <a:pt x="383" y="248"/>
                    </a:cubicBezTo>
                    <a:cubicBezTo>
                      <a:pt x="382" y="247"/>
                      <a:pt x="382" y="247"/>
                      <a:pt x="382" y="247"/>
                    </a:cubicBezTo>
                    <a:cubicBezTo>
                      <a:pt x="379" y="246"/>
                      <a:pt x="379" y="246"/>
                      <a:pt x="379" y="246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4" y="253"/>
                      <a:pt x="374" y="253"/>
                      <a:pt x="374" y="253"/>
                    </a:cubicBezTo>
                    <a:cubicBezTo>
                      <a:pt x="372" y="253"/>
                      <a:pt x="372" y="253"/>
                      <a:pt x="372" y="253"/>
                    </a:cubicBezTo>
                    <a:cubicBezTo>
                      <a:pt x="371" y="254"/>
                      <a:pt x="371" y="254"/>
                      <a:pt x="371" y="254"/>
                    </a:cubicBezTo>
                    <a:cubicBezTo>
                      <a:pt x="370" y="256"/>
                      <a:pt x="370" y="256"/>
                      <a:pt x="370" y="256"/>
                    </a:cubicBezTo>
                    <a:cubicBezTo>
                      <a:pt x="369" y="258"/>
                      <a:pt x="369" y="258"/>
                      <a:pt x="369" y="258"/>
                    </a:cubicBezTo>
                    <a:cubicBezTo>
                      <a:pt x="367" y="260"/>
                      <a:pt x="367" y="260"/>
                      <a:pt x="367" y="260"/>
                    </a:cubicBezTo>
                    <a:cubicBezTo>
                      <a:pt x="367" y="262"/>
                      <a:pt x="367" y="262"/>
                      <a:pt x="367" y="262"/>
                    </a:cubicBezTo>
                    <a:cubicBezTo>
                      <a:pt x="367" y="264"/>
                      <a:pt x="367" y="264"/>
                      <a:pt x="367" y="264"/>
                    </a:cubicBezTo>
                    <a:cubicBezTo>
                      <a:pt x="371" y="267"/>
                      <a:pt x="371" y="267"/>
                      <a:pt x="371" y="267"/>
                    </a:cubicBezTo>
                    <a:cubicBezTo>
                      <a:pt x="372" y="270"/>
                      <a:pt x="372" y="270"/>
                      <a:pt x="372" y="270"/>
                    </a:cubicBezTo>
                    <a:cubicBezTo>
                      <a:pt x="372" y="271"/>
                      <a:pt x="372" y="271"/>
                      <a:pt x="372" y="271"/>
                    </a:cubicBezTo>
                    <a:cubicBezTo>
                      <a:pt x="370" y="271"/>
                      <a:pt x="370" y="271"/>
                      <a:pt x="370" y="271"/>
                    </a:cubicBezTo>
                    <a:cubicBezTo>
                      <a:pt x="370" y="273"/>
                      <a:pt x="370" y="273"/>
                      <a:pt x="370" y="273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69" y="274"/>
                      <a:pt x="369" y="274"/>
                      <a:pt x="369" y="274"/>
                    </a:cubicBezTo>
                    <a:cubicBezTo>
                      <a:pt x="367" y="273"/>
                      <a:pt x="367" y="273"/>
                      <a:pt x="367" y="273"/>
                    </a:cubicBezTo>
                    <a:cubicBezTo>
                      <a:pt x="362" y="270"/>
                      <a:pt x="362" y="270"/>
                      <a:pt x="362" y="270"/>
                    </a:cubicBezTo>
                    <a:cubicBezTo>
                      <a:pt x="361" y="270"/>
                      <a:pt x="361" y="270"/>
                      <a:pt x="361" y="270"/>
                    </a:cubicBezTo>
                    <a:cubicBezTo>
                      <a:pt x="360" y="269"/>
                      <a:pt x="360" y="269"/>
                      <a:pt x="360" y="269"/>
                    </a:cubicBezTo>
                    <a:cubicBezTo>
                      <a:pt x="358" y="269"/>
                      <a:pt x="358" y="269"/>
                      <a:pt x="358" y="269"/>
                    </a:cubicBezTo>
                    <a:cubicBezTo>
                      <a:pt x="357" y="268"/>
                      <a:pt x="357" y="268"/>
                      <a:pt x="357" y="268"/>
                    </a:cubicBezTo>
                    <a:cubicBezTo>
                      <a:pt x="355" y="267"/>
                      <a:pt x="355" y="267"/>
                      <a:pt x="355" y="267"/>
                    </a:cubicBezTo>
                    <a:cubicBezTo>
                      <a:pt x="353" y="266"/>
                      <a:pt x="353" y="266"/>
                      <a:pt x="353" y="266"/>
                    </a:cubicBezTo>
                    <a:cubicBezTo>
                      <a:pt x="352" y="265"/>
                      <a:pt x="352" y="265"/>
                      <a:pt x="352" y="265"/>
                    </a:cubicBezTo>
                    <a:cubicBezTo>
                      <a:pt x="349" y="265"/>
                      <a:pt x="349" y="265"/>
                      <a:pt x="349" y="265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8"/>
                      <a:pt x="349" y="268"/>
                      <a:pt x="349" y="268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9" y="269"/>
                      <a:pt x="349" y="269"/>
                      <a:pt x="349" y="269"/>
                    </a:cubicBezTo>
                    <a:cubicBezTo>
                      <a:pt x="346" y="269"/>
                      <a:pt x="346" y="269"/>
                      <a:pt x="346" y="269"/>
                    </a:cubicBezTo>
                    <a:cubicBezTo>
                      <a:pt x="348" y="272"/>
                      <a:pt x="348" y="272"/>
                      <a:pt x="348" y="272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51" y="275"/>
                      <a:pt x="351" y="275"/>
                      <a:pt x="351" y="275"/>
                    </a:cubicBezTo>
                    <a:cubicBezTo>
                      <a:pt x="352" y="277"/>
                      <a:pt x="352" y="277"/>
                      <a:pt x="352" y="277"/>
                    </a:cubicBezTo>
                    <a:cubicBezTo>
                      <a:pt x="354" y="278"/>
                      <a:pt x="354" y="278"/>
                      <a:pt x="354" y="278"/>
                    </a:cubicBezTo>
                    <a:cubicBezTo>
                      <a:pt x="356" y="277"/>
                      <a:pt x="356" y="277"/>
                      <a:pt x="356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7" y="277"/>
                      <a:pt x="357" y="277"/>
                      <a:pt x="357" y="277"/>
                    </a:cubicBezTo>
                    <a:cubicBezTo>
                      <a:pt x="359" y="278"/>
                      <a:pt x="359" y="278"/>
                      <a:pt x="359" y="278"/>
                    </a:cubicBezTo>
                    <a:cubicBezTo>
                      <a:pt x="358" y="279"/>
                      <a:pt x="358" y="279"/>
                      <a:pt x="358" y="279"/>
                    </a:cubicBezTo>
                    <a:cubicBezTo>
                      <a:pt x="359" y="280"/>
                      <a:pt x="359" y="280"/>
                      <a:pt x="359" y="280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9" y="282"/>
                      <a:pt x="359" y="282"/>
                      <a:pt x="359" y="282"/>
                    </a:cubicBezTo>
                    <a:cubicBezTo>
                      <a:pt x="358" y="282"/>
                      <a:pt x="358" y="282"/>
                      <a:pt x="358" y="282"/>
                    </a:cubicBezTo>
                    <a:cubicBezTo>
                      <a:pt x="356" y="284"/>
                      <a:pt x="356" y="284"/>
                      <a:pt x="356" y="284"/>
                    </a:cubicBezTo>
                    <a:cubicBezTo>
                      <a:pt x="356" y="283"/>
                      <a:pt x="356" y="283"/>
                      <a:pt x="356" y="283"/>
                    </a:cubicBezTo>
                    <a:cubicBezTo>
                      <a:pt x="354" y="282"/>
                      <a:pt x="354" y="282"/>
                      <a:pt x="354" y="282"/>
                    </a:cubicBezTo>
                    <a:cubicBezTo>
                      <a:pt x="352" y="282"/>
                      <a:pt x="352" y="282"/>
                      <a:pt x="352" y="282"/>
                    </a:cubicBezTo>
                    <a:cubicBezTo>
                      <a:pt x="351" y="281"/>
                      <a:pt x="351" y="281"/>
                      <a:pt x="351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9" y="281"/>
                      <a:pt x="349" y="281"/>
                      <a:pt x="349" y="281"/>
                    </a:cubicBezTo>
                    <a:cubicBezTo>
                      <a:pt x="348" y="279"/>
                      <a:pt x="348" y="279"/>
                      <a:pt x="348" y="279"/>
                    </a:cubicBezTo>
                    <a:cubicBezTo>
                      <a:pt x="347" y="278"/>
                      <a:pt x="347" y="278"/>
                      <a:pt x="347" y="278"/>
                    </a:cubicBezTo>
                    <a:cubicBezTo>
                      <a:pt x="346" y="277"/>
                      <a:pt x="346" y="277"/>
                      <a:pt x="346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3" y="278"/>
                      <a:pt x="343" y="278"/>
                      <a:pt x="343" y="278"/>
                    </a:cubicBezTo>
                    <a:cubicBezTo>
                      <a:pt x="341" y="277"/>
                      <a:pt x="341" y="277"/>
                      <a:pt x="341" y="277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6"/>
                      <a:pt x="340" y="276"/>
                      <a:pt x="340" y="276"/>
                    </a:cubicBezTo>
                    <a:cubicBezTo>
                      <a:pt x="340" y="275"/>
                      <a:pt x="340" y="275"/>
                      <a:pt x="340" y="275"/>
                    </a:cubicBezTo>
                    <a:cubicBezTo>
                      <a:pt x="340" y="273"/>
                      <a:pt x="340" y="273"/>
                      <a:pt x="340" y="273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0"/>
                      <a:pt x="339" y="270"/>
                      <a:pt x="339" y="270"/>
                    </a:cubicBezTo>
                    <a:cubicBezTo>
                      <a:pt x="339" y="269"/>
                      <a:pt x="339" y="269"/>
                      <a:pt x="339" y="269"/>
                    </a:cubicBezTo>
                    <a:cubicBezTo>
                      <a:pt x="337" y="267"/>
                      <a:pt x="337" y="267"/>
                      <a:pt x="337" y="267"/>
                    </a:cubicBezTo>
                    <a:cubicBezTo>
                      <a:pt x="337" y="265"/>
                      <a:pt x="337" y="265"/>
                      <a:pt x="337" y="265"/>
                    </a:cubicBezTo>
                    <a:cubicBezTo>
                      <a:pt x="336" y="265"/>
                      <a:pt x="336" y="265"/>
                      <a:pt x="336" y="265"/>
                    </a:cubicBezTo>
                    <a:cubicBezTo>
                      <a:pt x="336" y="264"/>
                      <a:pt x="336" y="264"/>
                      <a:pt x="336" y="264"/>
                    </a:cubicBezTo>
                    <a:cubicBezTo>
                      <a:pt x="337" y="264"/>
                      <a:pt x="337" y="264"/>
                      <a:pt x="337" y="264"/>
                    </a:cubicBezTo>
                    <a:cubicBezTo>
                      <a:pt x="337" y="261"/>
                      <a:pt x="337" y="261"/>
                      <a:pt x="337" y="261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6" y="259"/>
                      <a:pt x="336" y="259"/>
                      <a:pt x="336" y="259"/>
                    </a:cubicBezTo>
                    <a:cubicBezTo>
                      <a:pt x="337" y="259"/>
                      <a:pt x="337" y="259"/>
                      <a:pt x="337" y="259"/>
                    </a:cubicBezTo>
                    <a:cubicBezTo>
                      <a:pt x="337" y="257"/>
                      <a:pt x="337" y="257"/>
                      <a:pt x="337" y="257"/>
                    </a:cubicBezTo>
                    <a:cubicBezTo>
                      <a:pt x="336" y="257"/>
                      <a:pt x="336" y="257"/>
                      <a:pt x="336" y="257"/>
                    </a:cubicBezTo>
                    <a:cubicBezTo>
                      <a:pt x="334" y="255"/>
                      <a:pt x="334" y="255"/>
                      <a:pt x="334" y="255"/>
                    </a:cubicBezTo>
                    <a:cubicBezTo>
                      <a:pt x="331" y="253"/>
                      <a:pt x="331" y="253"/>
                      <a:pt x="331" y="253"/>
                    </a:cubicBezTo>
                    <a:cubicBezTo>
                      <a:pt x="330" y="254"/>
                      <a:pt x="330" y="254"/>
                      <a:pt x="330" y="254"/>
                    </a:cubicBezTo>
                    <a:cubicBezTo>
                      <a:pt x="329" y="253"/>
                      <a:pt x="329" y="253"/>
                      <a:pt x="329" y="253"/>
                    </a:cubicBezTo>
                    <a:cubicBezTo>
                      <a:pt x="328" y="253"/>
                      <a:pt x="328" y="253"/>
                      <a:pt x="328" y="253"/>
                    </a:cubicBezTo>
                    <a:cubicBezTo>
                      <a:pt x="329" y="252"/>
                      <a:pt x="329" y="252"/>
                      <a:pt x="329" y="252"/>
                    </a:cubicBezTo>
                    <a:cubicBezTo>
                      <a:pt x="328" y="251"/>
                      <a:pt x="328" y="251"/>
                      <a:pt x="328" y="251"/>
                    </a:cubicBezTo>
                    <a:cubicBezTo>
                      <a:pt x="329" y="251"/>
                      <a:pt x="329" y="251"/>
                      <a:pt x="329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50"/>
                      <a:pt x="325" y="250"/>
                      <a:pt x="325" y="250"/>
                    </a:cubicBezTo>
                    <a:cubicBezTo>
                      <a:pt x="324" y="251"/>
                      <a:pt x="324" y="251"/>
                      <a:pt x="324" y="251"/>
                    </a:cubicBezTo>
                    <a:cubicBezTo>
                      <a:pt x="326" y="250"/>
                      <a:pt x="326" y="250"/>
                      <a:pt x="326" y="250"/>
                    </a:cubicBezTo>
                    <a:cubicBezTo>
                      <a:pt x="325" y="249"/>
                      <a:pt x="325" y="249"/>
                      <a:pt x="325" y="249"/>
                    </a:cubicBezTo>
                    <a:cubicBezTo>
                      <a:pt x="323" y="248"/>
                      <a:pt x="323" y="248"/>
                      <a:pt x="323" y="248"/>
                    </a:cubicBezTo>
                    <a:cubicBezTo>
                      <a:pt x="322" y="247"/>
                      <a:pt x="322" y="247"/>
                      <a:pt x="322" y="247"/>
                    </a:cubicBezTo>
                    <a:cubicBezTo>
                      <a:pt x="321" y="246"/>
                      <a:pt x="321" y="246"/>
                      <a:pt x="321" y="246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0" y="244"/>
                      <a:pt x="320" y="244"/>
                      <a:pt x="320" y="244"/>
                    </a:cubicBezTo>
                    <a:cubicBezTo>
                      <a:pt x="322" y="244"/>
                      <a:pt x="322" y="244"/>
                      <a:pt x="322" y="244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5" y="248"/>
                      <a:pt x="325" y="248"/>
                      <a:pt x="325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7" y="248"/>
                      <a:pt x="327" y="248"/>
                      <a:pt x="327" y="248"/>
                    </a:cubicBezTo>
                    <a:cubicBezTo>
                      <a:pt x="328" y="249"/>
                      <a:pt x="328" y="249"/>
                      <a:pt x="328" y="249"/>
                    </a:cubicBezTo>
                    <a:cubicBezTo>
                      <a:pt x="331" y="249"/>
                      <a:pt x="331" y="249"/>
                      <a:pt x="331" y="249"/>
                    </a:cubicBezTo>
                    <a:cubicBezTo>
                      <a:pt x="330" y="249"/>
                      <a:pt x="330" y="249"/>
                      <a:pt x="330" y="249"/>
                    </a:cubicBezTo>
                    <a:cubicBezTo>
                      <a:pt x="331" y="250"/>
                      <a:pt x="331" y="250"/>
                      <a:pt x="331" y="250"/>
                    </a:cubicBezTo>
                    <a:cubicBezTo>
                      <a:pt x="331" y="251"/>
                      <a:pt x="331" y="251"/>
                      <a:pt x="331" y="251"/>
                    </a:cubicBezTo>
                    <a:cubicBezTo>
                      <a:pt x="333" y="251"/>
                      <a:pt x="333" y="251"/>
                      <a:pt x="333" y="251"/>
                    </a:cubicBezTo>
                    <a:cubicBezTo>
                      <a:pt x="334" y="250"/>
                      <a:pt x="334" y="250"/>
                      <a:pt x="334" y="250"/>
                    </a:cubicBezTo>
                    <a:cubicBezTo>
                      <a:pt x="337" y="251"/>
                      <a:pt x="337" y="251"/>
                      <a:pt x="337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38" y="251"/>
                      <a:pt x="338" y="251"/>
                      <a:pt x="338" y="251"/>
                    </a:cubicBezTo>
                    <a:cubicBezTo>
                      <a:pt x="340" y="253"/>
                      <a:pt x="340" y="253"/>
                      <a:pt x="340" y="253"/>
                    </a:cubicBezTo>
                    <a:cubicBezTo>
                      <a:pt x="341" y="253"/>
                      <a:pt x="341" y="253"/>
                      <a:pt x="341" y="253"/>
                    </a:cubicBezTo>
                    <a:cubicBezTo>
                      <a:pt x="342" y="253"/>
                      <a:pt x="342" y="253"/>
                      <a:pt x="342" y="253"/>
                    </a:cubicBezTo>
                    <a:cubicBezTo>
                      <a:pt x="342" y="254"/>
                      <a:pt x="342" y="254"/>
                      <a:pt x="342" y="254"/>
                    </a:cubicBezTo>
                    <a:cubicBezTo>
                      <a:pt x="345" y="254"/>
                      <a:pt x="345" y="254"/>
                      <a:pt x="345" y="254"/>
                    </a:cubicBezTo>
                    <a:cubicBezTo>
                      <a:pt x="346" y="254"/>
                      <a:pt x="346" y="254"/>
                      <a:pt x="346" y="254"/>
                    </a:cubicBezTo>
                    <a:cubicBezTo>
                      <a:pt x="347" y="253"/>
                      <a:pt x="347" y="253"/>
                      <a:pt x="347" y="253"/>
                    </a:cubicBezTo>
                    <a:cubicBezTo>
                      <a:pt x="349" y="254"/>
                      <a:pt x="349" y="254"/>
                      <a:pt x="349" y="254"/>
                    </a:cubicBezTo>
                    <a:cubicBezTo>
                      <a:pt x="351" y="255"/>
                      <a:pt x="351" y="255"/>
                      <a:pt x="351" y="255"/>
                    </a:cubicBezTo>
                    <a:cubicBezTo>
                      <a:pt x="356" y="255"/>
                      <a:pt x="356" y="255"/>
                      <a:pt x="356" y="255"/>
                    </a:cubicBezTo>
                    <a:cubicBezTo>
                      <a:pt x="359" y="255"/>
                      <a:pt x="359" y="255"/>
                      <a:pt x="359" y="255"/>
                    </a:cubicBezTo>
                    <a:cubicBezTo>
                      <a:pt x="360" y="254"/>
                      <a:pt x="360" y="254"/>
                      <a:pt x="360" y="254"/>
                    </a:cubicBezTo>
                    <a:cubicBezTo>
                      <a:pt x="362" y="254"/>
                      <a:pt x="362" y="254"/>
                      <a:pt x="362" y="254"/>
                    </a:cubicBezTo>
                    <a:cubicBezTo>
                      <a:pt x="363" y="253"/>
                      <a:pt x="363" y="253"/>
                      <a:pt x="363" y="253"/>
                    </a:cubicBezTo>
                    <a:cubicBezTo>
                      <a:pt x="365" y="253"/>
                      <a:pt x="365" y="253"/>
                      <a:pt x="365" y="253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70" y="248"/>
                      <a:pt x="370" y="248"/>
                      <a:pt x="370" y="248"/>
                    </a:cubicBezTo>
                    <a:cubicBezTo>
                      <a:pt x="371" y="247"/>
                      <a:pt x="371" y="247"/>
                      <a:pt x="371" y="247"/>
                    </a:cubicBezTo>
                    <a:cubicBezTo>
                      <a:pt x="372" y="245"/>
                      <a:pt x="372" y="245"/>
                      <a:pt x="372" y="245"/>
                    </a:cubicBezTo>
                    <a:cubicBezTo>
                      <a:pt x="372" y="244"/>
                      <a:pt x="372" y="244"/>
                      <a:pt x="372" y="244"/>
                    </a:cubicBezTo>
                    <a:cubicBezTo>
                      <a:pt x="373" y="243"/>
                      <a:pt x="373" y="243"/>
                      <a:pt x="373" y="243"/>
                    </a:cubicBezTo>
                    <a:cubicBezTo>
                      <a:pt x="373" y="240"/>
                      <a:pt x="373" y="240"/>
                      <a:pt x="373" y="240"/>
                    </a:cubicBezTo>
                    <a:cubicBezTo>
                      <a:pt x="373" y="237"/>
                      <a:pt x="373" y="237"/>
                      <a:pt x="373" y="237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0" y="234"/>
                      <a:pt x="370" y="234"/>
                      <a:pt x="370" y="234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6" y="230"/>
                      <a:pt x="366" y="230"/>
                      <a:pt x="366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2" y="227"/>
                      <a:pt x="362" y="227"/>
                      <a:pt x="362" y="227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0" y="224"/>
                      <a:pt x="360" y="224"/>
                      <a:pt x="360" y="224"/>
                    </a:cubicBezTo>
                    <a:cubicBezTo>
                      <a:pt x="358" y="224"/>
                      <a:pt x="358" y="224"/>
                      <a:pt x="358" y="224"/>
                    </a:cubicBezTo>
                    <a:cubicBezTo>
                      <a:pt x="359" y="226"/>
                      <a:pt x="359" y="226"/>
                      <a:pt x="359" y="226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60" y="227"/>
                      <a:pt x="360" y="227"/>
                      <a:pt x="360" y="227"/>
                    </a:cubicBezTo>
                    <a:cubicBezTo>
                      <a:pt x="358" y="225"/>
                      <a:pt x="358" y="225"/>
                      <a:pt x="358" y="225"/>
                    </a:cubicBezTo>
                    <a:cubicBezTo>
                      <a:pt x="357" y="225"/>
                      <a:pt x="357" y="225"/>
                      <a:pt x="357" y="225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3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1" y="222"/>
                      <a:pt x="351" y="222"/>
                      <a:pt x="351" y="222"/>
                    </a:cubicBezTo>
                    <a:cubicBezTo>
                      <a:pt x="350" y="221"/>
                      <a:pt x="350" y="221"/>
                      <a:pt x="350" y="221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4" y="217"/>
                      <a:pt x="344" y="217"/>
                      <a:pt x="344" y="217"/>
                    </a:cubicBezTo>
                    <a:cubicBezTo>
                      <a:pt x="336" y="213"/>
                      <a:pt x="336" y="213"/>
                      <a:pt x="336" y="213"/>
                    </a:cubicBezTo>
                    <a:cubicBezTo>
                      <a:pt x="334" y="212"/>
                      <a:pt x="334" y="212"/>
                      <a:pt x="334" y="212"/>
                    </a:cubicBezTo>
                    <a:cubicBezTo>
                      <a:pt x="333" y="212"/>
                      <a:pt x="333" y="212"/>
                      <a:pt x="333" y="212"/>
                    </a:cubicBezTo>
                    <a:cubicBezTo>
                      <a:pt x="332" y="212"/>
                      <a:pt x="332" y="212"/>
                      <a:pt x="332" y="212"/>
                    </a:cubicBezTo>
                    <a:cubicBezTo>
                      <a:pt x="330" y="211"/>
                      <a:pt x="330" y="211"/>
                      <a:pt x="330" y="211"/>
                    </a:cubicBezTo>
                    <a:cubicBezTo>
                      <a:pt x="330" y="212"/>
                      <a:pt x="330" y="212"/>
                      <a:pt x="330" y="212"/>
                    </a:cubicBezTo>
                    <a:cubicBezTo>
                      <a:pt x="329" y="213"/>
                      <a:pt x="329" y="213"/>
                      <a:pt x="329" y="213"/>
                    </a:cubicBezTo>
                    <a:cubicBezTo>
                      <a:pt x="328" y="212"/>
                      <a:pt x="328" y="212"/>
                      <a:pt x="328" y="212"/>
                    </a:cubicBezTo>
                    <a:cubicBezTo>
                      <a:pt x="326" y="212"/>
                      <a:pt x="326" y="212"/>
                      <a:pt x="326" y="212"/>
                    </a:cubicBezTo>
                    <a:cubicBezTo>
                      <a:pt x="325" y="211"/>
                      <a:pt x="325" y="211"/>
                      <a:pt x="325" y="211"/>
                    </a:cubicBezTo>
                    <a:cubicBezTo>
                      <a:pt x="323" y="210"/>
                      <a:pt x="323" y="210"/>
                      <a:pt x="323" y="210"/>
                    </a:cubicBezTo>
                    <a:cubicBezTo>
                      <a:pt x="323" y="211"/>
                      <a:pt x="323" y="211"/>
                      <a:pt x="323" y="211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12"/>
                      <a:pt x="320" y="212"/>
                      <a:pt x="320" y="212"/>
                    </a:cubicBezTo>
                    <a:cubicBezTo>
                      <a:pt x="319" y="211"/>
                      <a:pt x="319" y="211"/>
                      <a:pt x="319" y="211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8" y="212"/>
                      <a:pt x="318" y="212"/>
                      <a:pt x="318" y="212"/>
                    </a:cubicBezTo>
                    <a:cubicBezTo>
                      <a:pt x="317" y="211"/>
                      <a:pt x="317" y="211"/>
                      <a:pt x="317" y="211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4" y="211"/>
                      <a:pt x="314" y="211"/>
                      <a:pt x="314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1"/>
                      <a:pt x="313" y="211"/>
                      <a:pt x="313" y="211"/>
                    </a:cubicBezTo>
                    <a:cubicBezTo>
                      <a:pt x="313" y="210"/>
                      <a:pt x="313" y="210"/>
                      <a:pt x="313" y="210"/>
                    </a:cubicBezTo>
                    <a:cubicBezTo>
                      <a:pt x="314" y="210"/>
                      <a:pt x="314" y="210"/>
                      <a:pt x="314" y="210"/>
                    </a:cubicBezTo>
                    <a:cubicBezTo>
                      <a:pt x="316" y="211"/>
                      <a:pt x="316" y="211"/>
                      <a:pt x="316" y="211"/>
                    </a:cubicBezTo>
                    <a:cubicBezTo>
                      <a:pt x="318" y="209"/>
                      <a:pt x="318" y="209"/>
                      <a:pt x="318" y="209"/>
                    </a:cubicBezTo>
                    <a:cubicBezTo>
                      <a:pt x="317" y="208"/>
                      <a:pt x="317" y="208"/>
                      <a:pt x="317" y="208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6" y="207"/>
                      <a:pt x="316" y="207"/>
                      <a:pt x="316" y="207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4" y="206"/>
                      <a:pt x="314" y="206"/>
                      <a:pt x="314" y="206"/>
                    </a:cubicBezTo>
                    <a:cubicBezTo>
                      <a:pt x="313" y="206"/>
                      <a:pt x="313" y="206"/>
                      <a:pt x="313" y="206"/>
                    </a:cubicBezTo>
                    <a:cubicBezTo>
                      <a:pt x="313" y="205"/>
                      <a:pt x="313" y="205"/>
                      <a:pt x="313" y="205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09" y="204"/>
                      <a:pt x="309" y="204"/>
                      <a:pt x="309" y="204"/>
                    </a:cubicBezTo>
                    <a:cubicBezTo>
                      <a:pt x="308" y="205"/>
                      <a:pt x="308" y="205"/>
                      <a:pt x="308" y="205"/>
                    </a:cubicBezTo>
                    <a:cubicBezTo>
                      <a:pt x="309" y="206"/>
                      <a:pt x="309" y="206"/>
                      <a:pt x="309" y="206"/>
                    </a:cubicBezTo>
                    <a:cubicBezTo>
                      <a:pt x="308" y="206"/>
                      <a:pt x="308" y="206"/>
                      <a:pt x="308" y="206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8" y="208"/>
                      <a:pt x="308" y="208"/>
                      <a:pt x="308" y="208"/>
                    </a:cubicBezTo>
                    <a:cubicBezTo>
                      <a:pt x="307" y="208"/>
                      <a:pt x="307" y="208"/>
                      <a:pt x="307" y="208"/>
                    </a:cubicBezTo>
                    <a:cubicBezTo>
                      <a:pt x="306" y="208"/>
                      <a:pt x="306" y="208"/>
                      <a:pt x="306" y="208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4" y="207"/>
                      <a:pt x="304" y="207"/>
                      <a:pt x="304" y="207"/>
                    </a:cubicBezTo>
                    <a:cubicBezTo>
                      <a:pt x="303" y="207"/>
                      <a:pt x="303" y="207"/>
                      <a:pt x="303" y="207"/>
                    </a:cubicBezTo>
                    <a:cubicBezTo>
                      <a:pt x="302" y="207"/>
                      <a:pt x="302" y="207"/>
                      <a:pt x="302" y="207"/>
                    </a:cubicBezTo>
                    <a:cubicBezTo>
                      <a:pt x="301" y="207"/>
                      <a:pt x="301" y="207"/>
                      <a:pt x="301" y="207"/>
                    </a:cubicBezTo>
                    <a:cubicBezTo>
                      <a:pt x="301" y="206"/>
                      <a:pt x="301" y="206"/>
                      <a:pt x="301" y="206"/>
                    </a:cubicBezTo>
                    <a:cubicBezTo>
                      <a:pt x="299" y="206"/>
                      <a:pt x="299" y="206"/>
                      <a:pt x="299" y="206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8"/>
                      <a:pt x="299" y="208"/>
                      <a:pt x="299" y="208"/>
                    </a:cubicBezTo>
                    <a:cubicBezTo>
                      <a:pt x="299" y="207"/>
                      <a:pt x="299" y="207"/>
                      <a:pt x="299" y="207"/>
                    </a:cubicBezTo>
                    <a:cubicBezTo>
                      <a:pt x="297" y="208"/>
                      <a:pt x="297" y="208"/>
                      <a:pt x="297" y="208"/>
                    </a:cubicBezTo>
                    <a:cubicBezTo>
                      <a:pt x="297" y="206"/>
                      <a:pt x="297" y="206"/>
                      <a:pt x="297" y="206"/>
                    </a:cubicBezTo>
                    <a:cubicBezTo>
                      <a:pt x="296" y="206"/>
                      <a:pt x="296" y="206"/>
                      <a:pt x="296" y="206"/>
                    </a:cubicBezTo>
                    <a:cubicBezTo>
                      <a:pt x="296" y="205"/>
                      <a:pt x="296" y="205"/>
                      <a:pt x="296" y="205"/>
                    </a:cubicBezTo>
                    <a:cubicBezTo>
                      <a:pt x="295" y="204"/>
                      <a:pt x="295" y="204"/>
                      <a:pt x="295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3" y="204"/>
                      <a:pt x="293" y="204"/>
                      <a:pt x="293" y="204"/>
                    </a:cubicBezTo>
                    <a:cubicBezTo>
                      <a:pt x="294" y="204"/>
                      <a:pt x="294" y="204"/>
                      <a:pt x="294" y="204"/>
                    </a:cubicBezTo>
                    <a:cubicBezTo>
                      <a:pt x="299" y="204"/>
                      <a:pt x="299" y="204"/>
                      <a:pt x="299" y="204"/>
                    </a:cubicBezTo>
                    <a:cubicBezTo>
                      <a:pt x="301" y="204"/>
                      <a:pt x="301" y="204"/>
                      <a:pt x="301" y="204"/>
                    </a:cubicBezTo>
                    <a:cubicBezTo>
                      <a:pt x="302" y="201"/>
                      <a:pt x="302" y="201"/>
                      <a:pt x="302" y="201"/>
                    </a:cubicBezTo>
                    <a:cubicBezTo>
                      <a:pt x="305" y="200"/>
                      <a:pt x="305" y="200"/>
                      <a:pt x="305" y="200"/>
                    </a:cubicBezTo>
                    <a:cubicBezTo>
                      <a:pt x="306" y="199"/>
                      <a:pt x="306" y="199"/>
                      <a:pt x="306" y="199"/>
                    </a:cubicBezTo>
                    <a:cubicBezTo>
                      <a:pt x="306" y="198"/>
                      <a:pt x="306" y="198"/>
                      <a:pt x="306" y="198"/>
                    </a:cubicBezTo>
                    <a:cubicBezTo>
                      <a:pt x="305" y="198"/>
                      <a:pt x="305" y="198"/>
                      <a:pt x="305" y="198"/>
                    </a:cubicBezTo>
                    <a:cubicBezTo>
                      <a:pt x="305" y="197"/>
                      <a:pt x="305" y="197"/>
                      <a:pt x="305" y="197"/>
                    </a:cubicBezTo>
                    <a:cubicBezTo>
                      <a:pt x="304" y="197"/>
                      <a:pt x="304" y="197"/>
                      <a:pt x="304" y="197"/>
                    </a:cubicBezTo>
                    <a:cubicBezTo>
                      <a:pt x="302" y="197"/>
                      <a:pt x="302" y="197"/>
                      <a:pt x="302" y="197"/>
                    </a:cubicBezTo>
                    <a:cubicBezTo>
                      <a:pt x="301" y="195"/>
                      <a:pt x="301" y="195"/>
                      <a:pt x="301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8" y="194"/>
                      <a:pt x="298" y="194"/>
                      <a:pt x="298" y="194"/>
                    </a:cubicBez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6" y="194"/>
                      <a:pt x="296" y="194"/>
                      <a:pt x="296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5" y="194"/>
                      <a:pt x="295" y="194"/>
                      <a:pt x="295" y="194"/>
                    </a:cubicBezTo>
                    <a:cubicBezTo>
                      <a:pt x="294" y="194"/>
                      <a:pt x="294" y="194"/>
                      <a:pt x="294" y="194"/>
                    </a:cubicBezTo>
                    <a:cubicBezTo>
                      <a:pt x="294" y="193"/>
                      <a:pt x="294" y="193"/>
                      <a:pt x="294" y="193"/>
                    </a:cubicBezTo>
                    <a:cubicBezTo>
                      <a:pt x="292" y="192"/>
                      <a:pt x="292" y="192"/>
                      <a:pt x="292" y="192"/>
                    </a:cubicBezTo>
                    <a:cubicBezTo>
                      <a:pt x="290" y="192"/>
                      <a:pt x="290" y="192"/>
                      <a:pt x="290" y="192"/>
                    </a:cubicBezTo>
                    <a:cubicBezTo>
                      <a:pt x="289" y="193"/>
                      <a:pt x="289" y="193"/>
                      <a:pt x="289" y="193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8" y="195"/>
                      <a:pt x="288" y="195"/>
                      <a:pt x="288" y="195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9" y="198"/>
                      <a:pt x="289" y="198"/>
                      <a:pt x="289" y="198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9" y="199"/>
                      <a:pt x="289" y="199"/>
                      <a:pt x="289" y="199"/>
                    </a:cubicBezTo>
                    <a:cubicBezTo>
                      <a:pt x="288" y="198"/>
                      <a:pt x="288" y="198"/>
                      <a:pt x="288" y="198"/>
                    </a:cubicBezTo>
                    <a:cubicBezTo>
                      <a:pt x="287" y="198"/>
                      <a:pt x="287" y="198"/>
                      <a:pt x="287" y="198"/>
                    </a:cubicBezTo>
                    <a:cubicBezTo>
                      <a:pt x="288" y="196"/>
                      <a:pt x="288" y="196"/>
                      <a:pt x="288" y="196"/>
                    </a:cubicBezTo>
                    <a:cubicBezTo>
                      <a:pt x="287" y="195"/>
                      <a:pt x="287" y="195"/>
                      <a:pt x="287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5"/>
                      <a:pt x="286" y="195"/>
                      <a:pt x="286" y="195"/>
                    </a:cubicBezTo>
                    <a:cubicBezTo>
                      <a:pt x="286" y="194"/>
                      <a:pt x="286" y="194"/>
                      <a:pt x="286" y="194"/>
                    </a:cubicBezTo>
                    <a:cubicBezTo>
                      <a:pt x="287" y="194"/>
                      <a:pt x="287" y="194"/>
                      <a:pt x="287" y="194"/>
                    </a:cubicBezTo>
                    <a:cubicBezTo>
                      <a:pt x="288" y="191"/>
                      <a:pt x="288" y="191"/>
                      <a:pt x="288" y="191"/>
                    </a:cubicBezTo>
                    <a:cubicBezTo>
                      <a:pt x="288" y="189"/>
                      <a:pt x="288" y="189"/>
                      <a:pt x="288" y="189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90"/>
                      <a:pt x="286" y="190"/>
                      <a:pt x="286" y="190"/>
                    </a:cubicBezTo>
                    <a:cubicBezTo>
                      <a:pt x="286" y="189"/>
                      <a:pt x="286" y="189"/>
                      <a:pt x="286" y="189"/>
                    </a:cubicBezTo>
                    <a:cubicBezTo>
                      <a:pt x="285" y="187"/>
                      <a:pt x="285" y="187"/>
                      <a:pt x="285" y="187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7"/>
                      <a:pt x="282" y="187"/>
                      <a:pt x="282" y="187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1" y="190"/>
                      <a:pt x="281" y="190"/>
                      <a:pt x="281" y="190"/>
                    </a:cubicBezTo>
                    <a:cubicBezTo>
                      <a:pt x="282" y="191"/>
                      <a:pt x="282" y="191"/>
                      <a:pt x="282" y="191"/>
                    </a:cubicBezTo>
                    <a:cubicBezTo>
                      <a:pt x="281" y="191"/>
                      <a:pt x="281" y="191"/>
                      <a:pt x="281" y="191"/>
                    </a:cubicBezTo>
                    <a:cubicBezTo>
                      <a:pt x="280" y="189"/>
                      <a:pt x="280" y="189"/>
                      <a:pt x="280" y="189"/>
                    </a:cubicBezTo>
                    <a:cubicBezTo>
                      <a:pt x="279" y="191"/>
                      <a:pt x="279" y="191"/>
                      <a:pt x="279" y="191"/>
                    </a:cubicBezTo>
                    <a:cubicBezTo>
                      <a:pt x="278" y="192"/>
                      <a:pt x="278" y="192"/>
                      <a:pt x="278" y="192"/>
                    </a:cubicBezTo>
                    <a:cubicBezTo>
                      <a:pt x="279" y="193"/>
                      <a:pt x="279" y="193"/>
                      <a:pt x="279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79" y="194"/>
                      <a:pt x="279" y="194"/>
                      <a:pt x="279" y="194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78" y="195"/>
                      <a:pt x="278" y="195"/>
                      <a:pt x="278" y="195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7"/>
                      <a:pt x="278" y="197"/>
                      <a:pt x="278" y="197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6" y="199"/>
                      <a:pt x="276" y="199"/>
                      <a:pt x="276" y="199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6" y="196"/>
                      <a:pt x="276" y="196"/>
                      <a:pt x="276" y="196"/>
                    </a:cubicBezTo>
                    <a:cubicBezTo>
                      <a:pt x="277" y="195"/>
                      <a:pt x="277" y="195"/>
                      <a:pt x="277" y="195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6" y="191"/>
                      <a:pt x="276" y="191"/>
                      <a:pt x="276" y="191"/>
                    </a:cubicBezTo>
                    <a:cubicBezTo>
                      <a:pt x="275" y="191"/>
                      <a:pt x="275" y="191"/>
                      <a:pt x="275" y="191"/>
                    </a:cubicBezTo>
                    <a:cubicBezTo>
                      <a:pt x="273" y="195"/>
                      <a:pt x="273" y="195"/>
                      <a:pt x="273" y="195"/>
                    </a:cubicBezTo>
                    <a:cubicBezTo>
                      <a:pt x="273" y="196"/>
                      <a:pt x="273" y="196"/>
                      <a:pt x="273" y="196"/>
                    </a:cubicBezTo>
                    <a:cubicBezTo>
                      <a:pt x="271" y="199"/>
                      <a:pt x="271" y="199"/>
                      <a:pt x="271" y="199"/>
                    </a:cubicBezTo>
                    <a:cubicBezTo>
                      <a:pt x="270" y="201"/>
                      <a:pt x="270" y="201"/>
                      <a:pt x="270" y="201"/>
                    </a:cubicBezTo>
                    <a:cubicBezTo>
                      <a:pt x="271" y="202"/>
                      <a:pt x="271" y="202"/>
                      <a:pt x="271" y="202"/>
                    </a:cubicBezTo>
                    <a:cubicBezTo>
                      <a:pt x="271" y="203"/>
                      <a:pt x="271" y="203"/>
                      <a:pt x="271" y="203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69" y="204"/>
                      <a:pt x="269" y="204"/>
                      <a:pt x="269" y="204"/>
                    </a:cubicBezTo>
                    <a:cubicBezTo>
                      <a:pt x="269" y="203"/>
                      <a:pt x="269" y="203"/>
                      <a:pt x="269" y="203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70" y="200"/>
                      <a:pt x="270" y="200"/>
                      <a:pt x="270" y="200"/>
                    </a:cubicBezTo>
                    <a:cubicBezTo>
                      <a:pt x="270" y="199"/>
                      <a:pt x="270" y="199"/>
                      <a:pt x="270" y="199"/>
                    </a:cubicBezTo>
                    <a:cubicBezTo>
                      <a:pt x="270" y="198"/>
                      <a:pt x="270" y="198"/>
                      <a:pt x="270" y="198"/>
                    </a:cubicBezTo>
                    <a:cubicBezTo>
                      <a:pt x="271" y="196"/>
                      <a:pt x="271" y="196"/>
                      <a:pt x="271" y="196"/>
                    </a:cubicBezTo>
                    <a:cubicBezTo>
                      <a:pt x="272" y="195"/>
                      <a:pt x="272" y="195"/>
                      <a:pt x="272" y="195"/>
                    </a:cubicBezTo>
                    <a:cubicBezTo>
                      <a:pt x="272" y="194"/>
                      <a:pt x="272" y="194"/>
                      <a:pt x="272" y="194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2" y="193"/>
                      <a:pt x="272" y="193"/>
                      <a:pt x="272" y="193"/>
                    </a:cubicBezTo>
                    <a:cubicBezTo>
                      <a:pt x="273" y="192"/>
                      <a:pt x="273" y="192"/>
                      <a:pt x="273" y="192"/>
                    </a:cubicBezTo>
                    <a:cubicBezTo>
                      <a:pt x="274" y="190"/>
                      <a:pt x="274" y="190"/>
                      <a:pt x="274" y="190"/>
                    </a:cubicBezTo>
                    <a:cubicBezTo>
                      <a:pt x="273" y="190"/>
                      <a:pt x="273" y="190"/>
                      <a:pt x="273" y="190"/>
                    </a:cubicBezTo>
                    <a:cubicBezTo>
                      <a:pt x="274" y="189"/>
                      <a:pt x="274" y="189"/>
                      <a:pt x="274" y="189"/>
                    </a:cubicBezTo>
                    <a:cubicBezTo>
                      <a:pt x="272" y="188"/>
                      <a:pt x="272" y="188"/>
                      <a:pt x="272" y="188"/>
                    </a:cubicBezTo>
                    <a:cubicBezTo>
                      <a:pt x="270" y="187"/>
                      <a:pt x="270" y="187"/>
                      <a:pt x="270" y="187"/>
                    </a:cubicBezTo>
                    <a:cubicBezTo>
                      <a:pt x="270" y="189"/>
                      <a:pt x="270" y="189"/>
                      <a:pt x="270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9" y="189"/>
                      <a:pt x="269" y="189"/>
                      <a:pt x="269" y="189"/>
                    </a:cubicBezTo>
                    <a:cubicBezTo>
                      <a:pt x="267" y="190"/>
                      <a:pt x="267" y="190"/>
                      <a:pt x="267" y="190"/>
                    </a:cubicBezTo>
                    <a:cubicBezTo>
                      <a:pt x="267" y="191"/>
                      <a:pt x="267" y="191"/>
                      <a:pt x="267" y="191"/>
                    </a:cubicBezTo>
                    <a:cubicBezTo>
                      <a:pt x="269" y="191"/>
                      <a:pt x="269" y="191"/>
                      <a:pt x="269" y="191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67" y="192"/>
                      <a:pt x="267" y="192"/>
                      <a:pt x="267" y="192"/>
                    </a:cubicBezTo>
                    <a:cubicBezTo>
                      <a:pt x="266" y="191"/>
                      <a:pt x="266" y="191"/>
                      <a:pt x="266" y="191"/>
                    </a:cubicBezTo>
                    <a:cubicBezTo>
                      <a:pt x="264" y="192"/>
                      <a:pt x="264" y="192"/>
                      <a:pt x="264" y="192"/>
                    </a:cubicBezTo>
                    <a:cubicBezTo>
                      <a:pt x="264" y="194"/>
                      <a:pt x="264" y="194"/>
                      <a:pt x="264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2"/>
                      <a:pt x="263" y="192"/>
                      <a:pt x="263" y="192"/>
                    </a:cubicBezTo>
                    <a:cubicBezTo>
                      <a:pt x="262" y="191"/>
                      <a:pt x="262" y="191"/>
                      <a:pt x="262" y="191"/>
                    </a:cubicBezTo>
                    <a:cubicBezTo>
                      <a:pt x="260" y="191"/>
                      <a:pt x="260" y="191"/>
                      <a:pt x="260" y="191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2" y="194"/>
                      <a:pt x="262" y="194"/>
                      <a:pt x="262" y="194"/>
                    </a:cubicBezTo>
                    <a:cubicBezTo>
                      <a:pt x="262" y="195"/>
                      <a:pt x="262" y="195"/>
                      <a:pt x="262" y="195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3" y="197"/>
                      <a:pt x="263" y="197"/>
                      <a:pt x="263" y="197"/>
                    </a:cubicBezTo>
                    <a:cubicBezTo>
                      <a:pt x="263" y="196"/>
                      <a:pt x="263" y="196"/>
                      <a:pt x="263" y="196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1" y="194"/>
                      <a:pt x="259" y="195"/>
                      <a:pt x="259" y="195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8" y="193"/>
                      <a:pt x="258" y="193"/>
                      <a:pt x="258" y="193"/>
                    </a:cubicBezTo>
                    <a:cubicBezTo>
                      <a:pt x="255" y="195"/>
                      <a:pt x="255" y="195"/>
                      <a:pt x="255" y="195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3" y="196"/>
                      <a:pt x="253" y="196"/>
                      <a:pt x="253" y="196"/>
                    </a:cubicBezTo>
                    <a:cubicBezTo>
                      <a:pt x="253" y="195"/>
                      <a:pt x="253" y="195"/>
                      <a:pt x="253" y="195"/>
                    </a:cubicBezTo>
                    <a:cubicBezTo>
                      <a:pt x="251" y="196"/>
                      <a:pt x="251" y="196"/>
                      <a:pt x="251" y="196"/>
                    </a:cubicBezTo>
                    <a:cubicBezTo>
                      <a:pt x="249" y="196"/>
                      <a:pt x="249" y="196"/>
                      <a:pt x="249" y="196"/>
                    </a:cubicBezTo>
                    <a:cubicBezTo>
                      <a:pt x="250" y="199"/>
                      <a:pt x="250" y="199"/>
                      <a:pt x="250" y="199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4" y="199"/>
                      <a:pt x="254" y="199"/>
                      <a:pt x="254" y="199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8" y="196"/>
                      <a:pt x="258" y="196"/>
                      <a:pt x="258" y="196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6" y="200"/>
                      <a:pt x="256" y="200"/>
                      <a:pt x="256" y="200"/>
                    </a:cubicBezTo>
                    <a:cubicBezTo>
                      <a:pt x="255" y="200"/>
                      <a:pt x="255" y="200"/>
                      <a:pt x="255" y="200"/>
                    </a:cubicBezTo>
                    <a:cubicBezTo>
                      <a:pt x="253" y="200"/>
                      <a:pt x="253" y="200"/>
                      <a:pt x="253" y="200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5" y="203"/>
                      <a:pt x="255" y="203"/>
                      <a:pt x="255" y="203"/>
                    </a:cubicBezTo>
                    <a:cubicBezTo>
                      <a:pt x="254" y="203"/>
                      <a:pt x="254" y="203"/>
                      <a:pt x="254" y="203"/>
                    </a:cubicBezTo>
                    <a:cubicBezTo>
                      <a:pt x="253" y="203"/>
                      <a:pt x="253" y="203"/>
                      <a:pt x="253" y="203"/>
                    </a:cubicBezTo>
                    <a:cubicBezTo>
                      <a:pt x="251" y="201"/>
                      <a:pt x="251" y="201"/>
                      <a:pt x="251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9" y="201"/>
                      <a:pt x="249" y="201"/>
                      <a:pt x="249" y="201"/>
                    </a:cubicBezTo>
                    <a:cubicBezTo>
                      <a:pt x="247" y="202"/>
                      <a:pt x="247" y="202"/>
                      <a:pt x="247" y="202"/>
                    </a:cubicBezTo>
                    <a:cubicBezTo>
                      <a:pt x="245" y="202"/>
                      <a:pt x="245" y="202"/>
                      <a:pt x="245" y="202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8" y="206"/>
                      <a:pt x="248" y="206"/>
                      <a:pt x="248" y="206"/>
                    </a:cubicBezTo>
                    <a:cubicBezTo>
                      <a:pt x="249" y="207"/>
                      <a:pt x="249" y="207"/>
                      <a:pt x="249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8"/>
                      <a:pt x="250" y="208"/>
                      <a:pt x="250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47" y="206"/>
                      <a:pt x="247" y="206"/>
                      <a:pt x="247" y="206"/>
                    </a:cubicBezTo>
                    <a:cubicBezTo>
                      <a:pt x="246" y="208"/>
                      <a:pt x="246" y="208"/>
                      <a:pt x="246" y="208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5" y="206"/>
                      <a:pt x="245" y="206"/>
                      <a:pt x="245" y="206"/>
                    </a:cubicBezTo>
                    <a:cubicBezTo>
                      <a:pt x="245" y="204"/>
                      <a:pt x="245" y="204"/>
                      <a:pt x="245" y="204"/>
                    </a:cubicBezTo>
                    <a:cubicBezTo>
                      <a:pt x="243" y="202"/>
                      <a:pt x="243" y="202"/>
                      <a:pt x="243" y="202"/>
                    </a:cubicBezTo>
                    <a:cubicBezTo>
                      <a:pt x="241" y="204"/>
                      <a:pt x="241" y="204"/>
                      <a:pt x="241" y="204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3" y="207"/>
                      <a:pt x="243" y="207"/>
                      <a:pt x="243" y="207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3" y="210"/>
                      <a:pt x="243" y="210"/>
                      <a:pt x="243" y="210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40" y="208"/>
                      <a:pt x="240" y="208"/>
                      <a:pt x="240" y="208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9" y="209"/>
                      <a:pt x="239" y="209"/>
                      <a:pt x="239" y="209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8" y="207"/>
                      <a:pt x="238" y="207"/>
                      <a:pt x="238" y="207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40" y="207"/>
                      <a:pt x="240" y="207"/>
                      <a:pt x="240" y="207"/>
                    </a:cubicBezTo>
                    <a:cubicBezTo>
                      <a:pt x="241" y="206"/>
                      <a:pt x="241" y="206"/>
                      <a:pt x="241" y="206"/>
                    </a:cubicBezTo>
                    <a:cubicBezTo>
                      <a:pt x="240" y="205"/>
                      <a:pt x="240" y="205"/>
                      <a:pt x="240" y="205"/>
                    </a:cubicBezTo>
                    <a:cubicBezTo>
                      <a:pt x="239" y="204"/>
                      <a:pt x="239" y="204"/>
                      <a:pt x="239" y="204"/>
                    </a:cubicBezTo>
                    <a:cubicBezTo>
                      <a:pt x="238" y="201"/>
                      <a:pt x="238" y="201"/>
                      <a:pt x="238" y="201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7" y="202"/>
                      <a:pt x="237" y="202"/>
                      <a:pt x="237" y="202"/>
                    </a:cubicBezTo>
                    <a:cubicBezTo>
                      <a:pt x="233" y="203"/>
                      <a:pt x="233" y="203"/>
                      <a:pt x="233" y="203"/>
                    </a:cubicBezTo>
                    <a:cubicBezTo>
                      <a:pt x="234" y="204"/>
                      <a:pt x="234" y="204"/>
                      <a:pt x="234" y="204"/>
                    </a:cubicBezTo>
                    <a:cubicBezTo>
                      <a:pt x="231" y="205"/>
                      <a:pt x="231" y="205"/>
                      <a:pt x="231" y="205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3" y="207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2" y="211"/>
                      <a:pt x="232" y="211"/>
                      <a:pt x="232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27" y="212"/>
                      <a:pt x="227" y="212"/>
                      <a:pt x="227" y="212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3"/>
                      <a:pt x="227" y="213"/>
                      <a:pt x="227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2" y="216"/>
                      <a:pt x="222" y="216"/>
                      <a:pt x="222" y="216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3" y="219"/>
                      <a:pt x="223" y="219"/>
                      <a:pt x="223" y="219"/>
                    </a:cubicBezTo>
                    <a:cubicBezTo>
                      <a:pt x="221" y="220"/>
                      <a:pt x="221" y="220"/>
                      <a:pt x="221" y="220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4" y="222"/>
                      <a:pt x="224" y="222"/>
                      <a:pt x="224" y="222"/>
                    </a:cubicBezTo>
                    <a:cubicBezTo>
                      <a:pt x="223" y="225"/>
                      <a:pt x="223" y="225"/>
                      <a:pt x="223" y="225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0" y="223"/>
                      <a:pt x="220" y="223"/>
                      <a:pt x="220" y="223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2"/>
                      <a:pt x="222" y="222"/>
                      <a:pt x="222" y="222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9" y="223"/>
                      <a:pt x="219" y="223"/>
                      <a:pt x="219" y="223"/>
                    </a:cubicBezTo>
                    <a:cubicBezTo>
                      <a:pt x="218" y="222"/>
                      <a:pt x="218" y="222"/>
                      <a:pt x="218" y="222"/>
                    </a:cubicBezTo>
                    <a:cubicBezTo>
                      <a:pt x="218" y="224"/>
                      <a:pt x="218" y="224"/>
                      <a:pt x="218" y="224"/>
                    </a:cubicBezTo>
                    <a:cubicBezTo>
                      <a:pt x="219" y="225"/>
                      <a:pt x="219" y="225"/>
                      <a:pt x="219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9" y="218"/>
                      <a:pt x="219" y="218"/>
                      <a:pt x="219" y="218"/>
                    </a:cubicBezTo>
                    <a:cubicBezTo>
                      <a:pt x="219" y="216"/>
                      <a:pt x="219" y="216"/>
                      <a:pt x="219" y="216"/>
                    </a:cubicBezTo>
                    <a:cubicBezTo>
                      <a:pt x="216" y="217"/>
                      <a:pt x="216" y="217"/>
                      <a:pt x="216" y="217"/>
                    </a:cubicBezTo>
                    <a:cubicBezTo>
                      <a:pt x="216" y="219"/>
                      <a:pt x="216" y="219"/>
                      <a:pt x="216" y="219"/>
                    </a:cubicBezTo>
                    <a:cubicBezTo>
                      <a:pt x="214" y="220"/>
                      <a:pt x="214" y="220"/>
                      <a:pt x="214" y="220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1" y="222"/>
                      <a:pt x="211" y="222"/>
                      <a:pt x="211" y="222"/>
                    </a:cubicBezTo>
                    <a:cubicBezTo>
                      <a:pt x="212" y="223"/>
                      <a:pt x="212" y="223"/>
                      <a:pt x="212" y="223"/>
                    </a:cubicBezTo>
                    <a:cubicBezTo>
                      <a:pt x="211" y="224"/>
                      <a:pt x="211" y="224"/>
                      <a:pt x="211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6"/>
                      <a:pt x="209" y="226"/>
                      <a:pt x="209" y="226"/>
                    </a:cubicBezTo>
                    <a:cubicBezTo>
                      <a:pt x="210" y="227"/>
                      <a:pt x="210" y="227"/>
                      <a:pt x="210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11" y="229"/>
                      <a:pt x="211" y="229"/>
                      <a:pt x="211" y="229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8" y="231"/>
                      <a:pt x="208" y="231"/>
                      <a:pt x="208" y="231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5" y="233"/>
                      <a:pt x="205" y="233"/>
                      <a:pt x="205" y="233"/>
                    </a:cubicBezTo>
                    <a:cubicBezTo>
                      <a:pt x="203" y="233"/>
                      <a:pt x="203" y="233"/>
                      <a:pt x="203" y="233"/>
                    </a:cubicBezTo>
                    <a:cubicBezTo>
                      <a:pt x="203" y="234"/>
                      <a:pt x="203" y="234"/>
                      <a:pt x="203" y="234"/>
                    </a:cubicBezTo>
                    <a:cubicBezTo>
                      <a:pt x="202" y="232"/>
                      <a:pt x="202" y="232"/>
                      <a:pt x="202" y="232"/>
                    </a:cubicBezTo>
                    <a:cubicBezTo>
                      <a:pt x="200" y="236"/>
                      <a:pt x="200" y="236"/>
                      <a:pt x="200" y="236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199" y="241"/>
                      <a:pt x="199" y="241"/>
                      <a:pt x="199" y="241"/>
                    </a:cubicBezTo>
                    <a:cubicBezTo>
                      <a:pt x="200" y="242"/>
                      <a:pt x="200" y="242"/>
                      <a:pt x="200" y="242"/>
                    </a:cubicBezTo>
                    <a:cubicBezTo>
                      <a:pt x="201" y="241"/>
                      <a:pt x="201" y="241"/>
                      <a:pt x="201" y="241"/>
                    </a:cubicBezTo>
                    <a:cubicBezTo>
                      <a:pt x="200" y="239"/>
                      <a:pt x="200" y="239"/>
                      <a:pt x="200" y="239"/>
                    </a:cubicBezTo>
                    <a:cubicBezTo>
                      <a:pt x="203" y="236"/>
                      <a:pt x="203" y="236"/>
                      <a:pt x="203" y="236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4" y="235"/>
                      <a:pt x="204" y="235"/>
                      <a:pt x="204" y="235"/>
                    </a:cubicBezTo>
                    <a:cubicBezTo>
                      <a:pt x="204" y="236"/>
                      <a:pt x="204" y="236"/>
                      <a:pt x="204" y="236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08" y="234"/>
                      <a:pt x="208" y="234"/>
                      <a:pt x="208" y="234"/>
                    </a:cubicBezTo>
                    <a:cubicBezTo>
                      <a:pt x="211" y="232"/>
                      <a:pt x="211" y="232"/>
                      <a:pt x="211" y="232"/>
                    </a:cubicBezTo>
                    <a:cubicBezTo>
                      <a:pt x="213" y="233"/>
                      <a:pt x="213" y="233"/>
                      <a:pt x="213" y="233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4" y="232"/>
                      <a:pt x="214" y="232"/>
                      <a:pt x="214" y="232"/>
                    </a:cubicBezTo>
                    <a:cubicBezTo>
                      <a:pt x="215" y="231"/>
                      <a:pt x="215" y="231"/>
                      <a:pt x="215" y="231"/>
                    </a:cubicBezTo>
                    <a:cubicBezTo>
                      <a:pt x="217" y="231"/>
                      <a:pt x="217" y="231"/>
                      <a:pt x="217" y="231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0" y="228"/>
                      <a:pt x="220" y="228"/>
                      <a:pt x="220" y="228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18" y="231"/>
                      <a:pt x="218" y="231"/>
                      <a:pt x="218" y="231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1" y="233"/>
                      <a:pt x="221" y="233"/>
                      <a:pt x="221" y="233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19" y="232"/>
                      <a:pt x="219" y="232"/>
                      <a:pt x="219" y="232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8" y="232"/>
                      <a:pt x="218" y="232"/>
                      <a:pt x="218" y="232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4" y="234"/>
                      <a:pt x="214" y="234"/>
                      <a:pt x="214" y="234"/>
                    </a:cubicBezTo>
                    <a:cubicBezTo>
                      <a:pt x="215" y="235"/>
                      <a:pt x="215" y="235"/>
                      <a:pt x="215" y="235"/>
                    </a:cubicBezTo>
                    <a:cubicBezTo>
                      <a:pt x="217" y="235"/>
                      <a:pt x="217" y="235"/>
                      <a:pt x="217" y="235"/>
                    </a:cubicBezTo>
                    <a:cubicBezTo>
                      <a:pt x="218" y="236"/>
                      <a:pt x="218" y="236"/>
                      <a:pt x="218" y="236"/>
                    </a:cubicBezTo>
                    <a:cubicBezTo>
                      <a:pt x="217" y="236"/>
                      <a:pt x="217" y="236"/>
                      <a:pt x="217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3" y="236"/>
                      <a:pt x="213" y="236"/>
                      <a:pt x="213" y="236"/>
                    </a:cubicBezTo>
                    <a:cubicBezTo>
                      <a:pt x="212" y="238"/>
                      <a:pt x="212" y="238"/>
                      <a:pt x="212" y="238"/>
                    </a:cubicBezTo>
                    <a:cubicBezTo>
                      <a:pt x="213" y="239"/>
                      <a:pt x="213" y="239"/>
                      <a:pt x="213" y="239"/>
                    </a:cubicBezTo>
                    <a:cubicBezTo>
                      <a:pt x="211" y="241"/>
                      <a:pt x="211" y="241"/>
                      <a:pt x="211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5" y="242"/>
                      <a:pt x="215" y="242"/>
                      <a:pt x="215" y="242"/>
                    </a:cubicBezTo>
                    <a:cubicBezTo>
                      <a:pt x="214" y="241"/>
                      <a:pt x="214" y="241"/>
                      <a:pt x="214" y="241"/>
                    </a:cubicBezTo>
                    <a:cubicBezTo>
                      <a:pt x="213" y="241"/>
                      <a:pt x="213" y="241"/>
                      <a:pt x="213" y="241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2" y="243"/>
                      <a:pt x="212" y="243"/>
                      <a:pt x="212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6"/>
                      <a:pt x="210" y="246"/>
                      <a:pt x="210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4" y="246"/>
                      <a:pt x="214" y="246"/>
                      <a:pt x="214" y="246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11" y="246"/>
                      <a:pt x="211" y="246"/>
                      <a:pt x="211" y="246"/>
                    </a:cubicBezTo>
                    <a:cubicBezTo>
                      <a:pt x="209" y="246"/>
                      <a:pt x="209" y="246"/>
                      <a:pt x="209" y="24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9"/>
                      <a:pt x="209" y="249"/>
                      <a:pt x="209" y="249"/>
                    </a:cubicBezTo>
                    <a:cubicBezTo>
                      <a:pt x="209" y="248"/>
                      <a:pt x="209" y="248"/>
                      <a:pt x="209" y="248"/>
                    </a:cubicBezTo>
                    <a:cubicBezTo>
                      <a:pt x="207" y="249"/>
                      <a:pt x="207" y="249"/>
                      <a:pt x="207" y="249"/>
                    </a:cubicBezTo>
                    <a:cubicBezTo>
                      <a:pt x="206" y="249"/>
                      <a:pt x="206" y="249"/>
                      <a:pt x="206" y="249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207" y="251"/>
                      <a:pt x="207" y="251"/>
                      <a:pt x="207" y="251"/>
                    </a:cubicBezTo>
                    <a:cubicBezTo>
                      <a:pt x="207" y="252"/>
                      <a:pt x="207" y="252"/>
                      <a:pt x="207" y="252"/>
                    </a:cubicBezTo>
                    <a:cubicBezTo>
                      <a:pt x="206" y="251"/>
                      <a:pt x="206" y="251"/>
                      <a:pt x="206" y="251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4" y="255"/>
                      <a:pt x="204" y="255"/>
                      <a:pt x="204" y="255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4" y="256"/>
                      <a:pt x="204" y="256"/>
                      <a:pt x="204" y="256"/>
                    </a:cubicBezTo>
                    <a:cubicBezTo>
                      <a:pt x="203" y="254"/>
                      <a:pt x="203" y="254"/>
                      <a:pt x="203" y="254"/>
                    </a:cubicBezTo>
                    <a:cubicBezTo>
                      <a:pt x="203" y="256"/>
                      <a:pt x="203" y="256"/>
                      <a:pt x="203" y="256"/>
                    </a:cubicBezTo>
                    <a:cubicBezTo>
                      <a:pt x="202" y="258"/>
                      <a:pt x="202" y="258"/>
                      <a:pt x="202" y="258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3" y="259"/>
                      <a:pt x="203" y="259"/>
                      <a:pt x="203" y="259"/>
                    </a:cubicBezTo>
                    <a:cubicBezTo>
                      <a:pt x="202" y="260"/>
                      <a:pt x="202" y="260"/>
                      <a:pt x="202" y="260"/>
                    </a:cubicBezTo>
                    <a:cubicBezTo>
                      <a:pt x="201" y="258"/>
                      <a:pt x="201" y="258"/>
                      <a:pt x="201" y="258"/>
                    </a:cubicBezTo>
                    <a:cubicBezTo>
                      <a:pt x="199" y="260"/>
                      <a:pt x="199" y="260"/>
                      <a:pt x="199" y="260"/>
                    </a:cubicBezTo>
                    <a:cubicBezTo>
                      <a:pt x="200" y="264"/>
                      <a:pt x="200" y="264"/>
                      <a:pt x="200" y="264"/>
                    </a:cubicBezTo>
                    <a:cubicBezTo>
                      <a:pt x="200" y="263"/>
                      <a:pt x="200" y="263"/>
                      <a:pt x="200" y="263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5"/>
                      <a:pt x="202" y="265"/>
                      <a:pt x="202" y="265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1" y="266"/>
                      <a:pt x="201" y="266"/>
                      <a:pt x="201" y="266"/>
                    </a:cubicBezTo>
                    <a:cubicBezTo>
                      <a:pt x="200" y="267"/>
                      <a:pt x="200" y="267"/>
                      <a:pt x="200" y="267"/>
                    </a:cubicBezTo>
                    <a:cubicBezTo>
                      <a:pt x="200" y="268"/>
                      <a:pt x="200" y="268"/>
                      <a:pt x="200" y="268"/>
                    </a:cubicBezTo>
                    <a:cubicBezTo>
                      <a:pt x="199" y="269"/>
                      <a:pt x="199" y="269"/>
                      <a:pt x="199" y="269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200" y="271"/>
                      <a:pt x="200" y="271"/>
                      <a:pt x="200" y="271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1" y="273"/>
                      <a:pt x="201" y="273"/>
                      <a:pt x="201" y="273"/>
                    </a:cubicBezTo>
                    <a:cubicBezTo>
                      <a:pt x="200" y="274"/>
                      <a:pt x="200" y="274"/>
                      <a:pt x="200" y="274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5"/>
                      <a:pt x="198" y="275"/>
                      <a:pt x="198" y="275"/>
                    </a:cubicBezTo>
                    <a:cubicBezTo>
                      <a:pt x="199" y="274"/>
                      <a:pt x="199" y="274"/>
                      <a:pt x="199" y="274"/>
                    </a:cubicBezTo>
                    <a:cubicBezTo>
                      <a:pt x="198" y="274"/>
                      <a:pt x="198" y="274"/>
                      <a:pt x="198" y="274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196" y="273"/>
                      <a:pt x="196" y="273"/>
                      <a:pt x="196" y="273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6" y="275"/>
                      <a:pt x="196" y="275"/>
                      <a:pt x="196" y="275"/>
                    </a:cubicBezTo>
                    <a:cubicBezTo>
                      <a:pt x="195" y="275"/>
                      <a:pt x="195" y="275"/>
                      <a:pt x="195" y="275"/>
                    </a:cubicBezTo>
                    <a:cubicBezTo>
                      <a:pt x="193" y="275"/>
                      <a:pt x="193" y="275"/>
                      <a:pt x="193" y="275"/>
                    </a:cubicBezTo>
                    <a:cubicBezTo>
                      <a:pt x="191" y="278"/>
                      <a:pt x="191" y="278"/>
                      <a:pt x="191" y="278"/>
                    </a:cubicBezTo>
                    <a:cubicBezTo>
                      <a:pt x="193" y="278"/>
                      <a:pt x="193" y="278"/>
                      <a:pt x="193" y="278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79"/>
                      <a:pt x="194" y="279"/>
                      <a:pt x="194" y="279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4" y="282"/>
                      <a:pt x="194" y="282"/>
                      <a:pt x="194" y="282"/>
                    </a:cubicBezTo>
                    <a:cubicBezTo>
                      <a:pt x="193" y="282"/>
                      <a:pt x="193" y="282"/>
                      <a:pt x="193" y="282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2" y="280"/>
                      <a:pt x="192" y="280"/>
                      <a:pt x="192" y="280"/>
                    </a:cubicBezTo>
                    <a:cubicBezTo>
                      <a:pt x="191" y="281"/>
                      <a:pt x="191" y="281"/>
                      <a:pt x="191" y="281"/>
                    </a:cubicBezTo>
                    <a:cubicBezTo>
                      <a:pt x="190" y="281"/>
                      <a:pt x="190" y="281"/>
                      <a:pt x="190" y="281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0" y="283"/>
                      <a:pt x="190" y="283"/>
                      <a:pt x="190" y="283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87" y="284"/>
                      <a:pt x="187" y="284"/>
                      <a:pt x="187" y="284"/>
                    </a:cubicBezTo>
                    <a:cubicBezTo>
                      <a:pt x="188" y="286"/>
                      <a:pt x="188" y="286"/>
                      <a:pt x="188" y="286"/>
                    </a:cubicBezTo>
                    <a:cubicBezTo>
                      <a:pt x="186" y="287"/>
                      <a:pt x="186" y="287"/>
                      <a:pt x="186" y="287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5" y="289"/>
                      <a:pt x="185" y="289"/>
                      <a:pt x="185" y="289"/>
                    </a:cubicBezTo>
                    <a:cubicBezTo>
                      <a:pt x="184" y="291"/>
                      <a:pt x="184" y="291"/>
                      <a:pt x="184" y="291"/>
                    </a:cubicBezTo>
                    <a:cubicBezTo>
                      <a:pt x="185" y="292"/>
                      <a:pt x="185" y="292"/>
                      <a:pt x="185" y="292"/>
                    </a:cubicBezTo>
                    <a:cubicBezTo>
                      <a:pt x="183" y="292"/>
                      <a:pt x="183" y="292"/>
                      <a:pt x="183" y="292"/>
                    </a:cubicBezTo>
                    <a:cubicBezTo>
                      <a:pt x="183" y="293"/>
                      <a:pt x="183" y="293"/>
                      <a:pt x="183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2" y="293"/>
                      <a:pt x="182" y="293"/>
                      <a:pt x="182" y="293"/>
                    </a:cubicBezTo>
                    <a:cubicBezTo>
                      <a:pt x="181" y="292"/>
                      <a:pt x="181" y="292"/>
                      <a:pt x="181" y="292"/>
                    </a:cubicBezTo>
                    <a:cubicBezTo>
                      <a:pt x="179" y="292"/>
                      <a:pt x="179" y="292"/>
                      <a:pt x="179" y="292"/>
                    </a:cubicBezTo>
                    <a:cubicBezTo>
                      <a:pt x="180" y="291"/>
                      <a:pt x="180" y="291"/>
                      <a:pt x="180" y="291"/>
                    </a:cubicBezTo>
                    <a:cubicBezTo>
                      <a:pt x="178" y="289"/>
                      <a:pt x="178" y="289"/>
                      <a:pt x="178" y="289"/>
                    </a:cubicBezTo>
                    <a:cubicBezTo>
                      <a:pt x="174" y="293"/>
                      <a:pt x="174" y="293"/>
                      <a:pt x="174" y="293"/>
                    </a:cubicBezTo>
                    <a:cubicBezTo>
                      <a:pt x="177" y="293"/>
                      <a:pt x="177" y="293"/>
                      <a:pt x="177" y="293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298"/>
                      <a:pt x="174" y="298"/>
                      <a:pt x="174" y="298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3" y="301"/>
                      <a:pt x="173" y="301"/>
                      <a:pt x="173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0" y="300"/>
                      <a:pt x="170" y="300"/>
                      <a:pt x="170" y="300"/>
                    </a:cubicBezTo>
                    <a:cubicBezTo>
                      <a:pt x="169" y="299"/>
                      <a:pt x="169" y="299"/>
                      <a:pt x="169" y="299"/>
                    </a:cubicBezTo>
                    <a:cubicBezTo>
                      <a:pt x="168" y="300"/>
                      <a:pt x="168" y="300"/>
                      <a:pt x="168" y="300"/>
                    </a:cubicBezTo>
                    <a:cubicBezTo>
                      <a:pt x="168" y="301"/>
                      <a:pt x="168" y="301"/>
                      <a:pt x="168" y="301"/>
                    </a:cubicBezTo>
                    <a:cubicBezTo>
                      <a:pt x="167" y="302"/>
                      <a:pt x="167" y="302"/>
                      <a:pt x="167" y="302"/>
                    </a:cubicBezTo>
                    <a:cubicBezTo>
                      <a:pt x="169" y="304"/>
                      <a:pt x="169" y="304"/>
                      <a:pt x="169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0" y="304"/>
                      <a:pt x="170" y="304"/>
                      <a:pt x="170" y="304"/>
                    </a:cubicBezTo>
                    <a:cubicBezTo>
                      <a:pt x="171" y="305"/>
                      <a:pt x="171" y="305"/>
                      <a:pt x="171" y="305"/>
                    </a:cubicBezTo>
                    <a:cubicBezTo>
                      <a:pt x="171" y="306"/>
                      <a:pt x="171" y="306"/>
                      <a:pt x="171" y="306"/>
                    </a:cubicBezTo>
                    <a:cubicBezTo>
                      <a:pt x="170" y="305"/>
                      <a:pt x="170" y="305"/>
                      <a:pt x="170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7" y="304"/>
                      <a:pt x="167" y="304"/>
                      <a:pt x="167" y="304"/>
                    </a:cubicBezTo>
                    <a:cubicBezTo>
                      <a:pt x="166" y="303"/>
                      <a:pt x="166" y="303"/>
                      <a:pt x="166" y="303"/>
                    </a:cubicBezTo>
                    <a:cubicBezTo>
                      <a:pt x="165" y="304"/>
                      <a:pt x="165" y="304"/>
                      <a:pt x="165" y="304"/>
                    </a:cubicBezTo>
                    <a:cubicBezTo>
                      <a:pt x="164" y="303"/>
                      <a:pt x="164" y="303"/>
                      <a:pt x="164" y="303"/>
                    </a:cubicBezTo>
                    <a:cubicBezTo>
                      <a:pt x="162" y="305"/>
                      <a:pt x="162" y="305"/>
                      <a:pt x="162" y="305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4" y="307"/>
                      <a:pt x="164" y="307"/>
                      <a:pt x="164" y="307"/>
                    </a:cubicBezTo>
                    <a:cubicBezTo>
                      <a:pt x="163" y="308"/>
                      <a:pt x="163" y="308"/>
                      <a:pt x="163" y="308"/>
                    </a:cubicBezTo>
                    <a:cubicBezTo>
                      <a:pt x="163" y="306"/>
                      <a:pt x="163" y="306"/>
                      <a:pt x="163" y="306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61" y="308"/>
                      <a:pt x="161" y="308"/>
                      <a:pt x="161" y="308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58" y="309"/>
                      <a:pt x="158" y="309"/>
                      <a:pt x="158" y="309"/>
                    </a:cubicBezTo>
                    <a:cubicBezTo>
                      <a:pt x="157" y="308"/>
                      <a:pt x="157" y="308"/>
                      <a:pt x="157" y="308"/>
                    </a:cubicBezTo>
                    <a:cubicBezTo>
                      <a:pt x="156" y="309"/>
                      <a:pt x="156" y="309"/>
                      <a:pt x="156" y="309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4" y="309"/>
                      <a:pt x="154" y="309"/>
                      <a:pt x="154" y="309"/>
                    </a:cubicBez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4" y="312"/>
                      <a:pt x="154" y="312"/>
                      <a:pt x="154" y="312"/>
                    </a:cubicBezTo>
                    <a:cubicBezTo>
                      <a:pt x="155" y="315"/>
                      <a:pt x="155" y="315"/>
                      <a:pt x="155" y="315"/>
                    </a:cubicBezTo>
                    <a:cubicBezTo>
                      <a:pt x="156" y="315"/>
                      <a:pt x="156" y="315"/>
                      <a:pt x="156" y="315"/>
                    </a:cubicBezTo>
                    <a:cubicBezTo>
                      <a:pt x="155" y="316"/>
                      <a:pt x="155" y="316"/>
                      <a:pt x="155" y="316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6" y="317"/>
                      <a:pt x="156" y="317"/>
                      <a:pt x="156" y="317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7" y="319"/>
                      <a:pt x="157" y="319"/>
                      <a:pt x="157" y="319"/>
                    </a:cubicBezTo>
                    <a:cubicBezTo>
                      <a:pt x="156" y="319"/>
                      <a:pt x="156" y="319"/>
                      <a:pt x="156" y="319"/>
                    </a:cubicBezTo>
                    <a:cubicBezTo>
                      <a:pt x="156" y="321"/>
                      <a:pt x="156" y="321"/>
                      <a:pt x="156" y="321"/>
                    </a:cubicBezTo>
                    <a:cubicBezTo>
                      <a:pt x="157" y="321"/>
                      <a:pt x="157" y="321"/>
                      <a:pt x="157" y="321"/>
                    </a:cubicBezTo>
                    <a:cubicBezTo>
                      <a:pt x="158" y="322"/>
                      <a:pt x="158" y="322"/>
                      <a:pt x="158" y="322"/>
                    </a:cubicBezTo>
                    <a:cubicBezTo>
                      <a:pt x="157" y="322"/>
                      <a:pt x="157" y="322"/>
                      <a:pt x="157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6" y="322"/>
                      <a:pt x="156" y="322"/>
                      <a:pt x="156" y="322"/>
                    </a:cubicBezTo>
                    <a:cubicBezTo>
                      <a:pt x="153" y="324"/>
                      <a:pt x="153" y="324"/>
                      <a:pt x="153" y="324"/>
                    </a:cubicBezTo>
                    <a:cubicBezTo>
                      <a:pt x="155" y="325"/>
                      <a:pt x="155" y="325"/>
                      <a:pt x="155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4" y="327"/>
                      <a:pt x="154" y="327"/>
                      <a:pt x="154" y="327"/>
                    </a:cubicBezTo>
                    <a:cubicBezTo>
                      <a:pt x="156" y="328"/>
                      <a:pt x="156" y="328"/>
                      <a:pt x="156" y="328"/>
                    </a:cubicBezTo>
                    <a:cubicBezTo>
                      <a:pt x="155" y="328"/>
                      <a:pt x="155" y="328"/>
                      <a:pt x="155" y="328"/>
                    </a:cubicBezTo>
                    <a:cubicBezTo>
                      <a:pt x="156" y="330"/>
                      <a:pt x="156" y="330"/>
                      <a:pt x="156" y="330"/>
                    </a:cubicBezTo>
                    <a:cubicBezTo>
                      <a:pt x="155" y="330"/>
                      <a:pt x="155" y="330"/>
                      <a:pt x="155" y="330"/>
                    </a:cubicBezTo>
                    <a:cubicBezTo>
                      <a:pt x="157" y="333"/>
                      <a:pt x="157" y="333"/>
                      <a:pt x="157" y="333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9" y="332"/>
                      <a:pt x="159" y="332"/>
                      <a:pt x="159" y="332"/>
                    </a:cubicBezTo>
                    <a:cubicBezTo>
                      <a:pt x="156" y="334"/>
                      <a:pt x="156" y="334"/>
                      <a:pt x="156" y="334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9" y="335"/>
                      <a:pt x="159" y="335"/>
                      <a:pt x="159" y="335"/>
                    </a:cubicBezTo>
                    <a:cubicBezTo>
                      <a:pt x="158" y="335"/>
                      <a:pt x="158" y="335"/>
                      <a:pt x="158" y="335"/>
                    </a:cubicBezTo>
                    <a:cubicBezTo>
                      <a:pt x="158" y="336"/>
                      <a:pt x="157" y="336"/>
                      <a:pt x="157" y="336"/>
                    </a:cubicBezTo>
                    <a:cubicBezTo>
                      <a:pt x="157" y="336"/>
                      <a:pt x="157" y="336"/>
                      <a:pt x="157" y="336"/>
                    </a:cubicBezTo>
                    <a:cubicBezTo>
                      <a:pt x="159" y="339"/>
                      <a:pt x="159" y="339"/>
                      <a:pt x="159" y="339"/>
                    </a:cubicBezTo>
                    <a:cubicBezTo>
                      <a:pt x="157" y="340"/>
                      <a:pt x="157" y="340"/>
                      <a:pt x="157" y="340"/>
                    </a:cubicBezTo>
                    <a:cubicBezTo>
                      <a:pt x="158" y="342"/>
                      <a:pt x="158" y="342"/>
                      <a:pt x="158" y="342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6"/>
                      <a:pt x="160" y="346"/>
                      <a:pt x="160" y="346"/>
                    </a:cubicBezTo>
                    <a:cubicBezTo>
                      <a:pt x="160" y="348"/>
                      <a:pt x="160" y="348"/>
                      <a:pt x="160" y="348"/>
                    </a:cubicBezTo>
                    <a:cubicBezTo>
                      <a:pt x="159" y="348"/>
                      <a:pt x="159" y="348"/>
                      <a:pt x="159" y="348"/>
                    </a:cubicBezTo>
                    <a:cubicBezTo>
                      <a:pt x="161" y="352"/>
                      <a:pt x="161" y="352"/>
                      <a:pt x="161" y="352"/>
                    </a:cubicBezTo>
                    <a:cubicBezTo>
                      <a:pt x="163" y="352"/>
                      <a:pt x="163" y="352"/>
                      <a:pt x="163" y="352"/>
                    </a:cubicBezTo>
                    <a:cubicBezTo>
                      <a:pt x="165" y="354"/>
                      <a:pt x="165" y="354"/>
                      <a:pt x="165" y="354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7" y="355"/>
                      <a:pt x="167" y="355"/>
                      <a:pt x="167" y="355"/>
                    </a:cubicBezTo>
                    <a:cubicBezTo>
                      <a:pt x="166" y="356"/>
                      <a:pt x="166" y="356"/>
                      <a:pt x="166" y="356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70" y="357"/>
                      <a:pt x="170" y="357"/>
                      <a:pt x="170" y="357"/>
                    </a:cubicBezTo>
                    <a:cubicBezTo>
                      <a:pt x="170" y="356"/>
                      <a:pt x="170" y="356"/>
                      <a:pt x="170" y="356"/>
                    </a:cubicBezTo>
                    <a:cubicBezTo>
                      <a:pt x="172" y="359"/>
                      <a:pt x="172" y="359"/>
                      <a:pt x="172" y="359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75" y="357"/>
                      <a:pt x="175" y="357"/>
                      <a:pt x="175" y="357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6"/>
                      <a:pt x="177" y="356"/>
                      <a:pt x="177" y="356"/>
                    </a:cubicBezTo>
                    <a:cubicBezTo>
                      <a:pt x="177" y="355"/>
                      <a:pt x="177" y="355"/>
                      <a:pt x="177" y="355"/>
                    </a:cubicBezTo>
                    <a:cubicBezTo>
                      <a:pt x="178" y="356"/>
                      <a:pt x="178" y="356"/>
                      <a:pt x="178" y="356"/>
                    </a:cubicBezTo>
                    <a:cubicBezTo>
                      <a:pt x="179" y="356"/>
                      <a:pt x="179" y="356"/>
                      <a:pt x="179" y="356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2" y="353"/>
                      <a:pt x="182" y="353"/>
                      <a:pt x="182" y="353"/>
                    </a:cubicBezTo>
                    <a:cubicBezTo>
                      <a:pt x="185" y="351"/>
                      <a:pt x="185" y="351"/>
                      <a:pt x="185" y="351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4" y="350"/>
                      <a:pt x="184" y="350"/>
                      <a:pt x="184" y="350"/>
                    </a:cubicBezTo>
                    <a:cubicBezTo>
                      <a:pt x="185" y="350"/>
                      <a:pt x="185" y="350"/>
                      <a:pt x="185" y="350"/>
                    </a:cubicBezTo>
                    <a:cubicBezTo>
                      <a:pt x="185" y="349"/>
                      <a:pt x="185" y="349"/>
                      <a:pt x="185" y="349"/>
                    </a:cubicBezTo>
                    <a:cubicBezTo>
                      <a:pt x="186" y="348"/>
                      <a:pt x="186" y="348"/>
                      <a:pt x="186" y="348"/>
                    </a:cubicBezTo>
                    <a:cubicBezTo>
                      <a:pt x="187" y="348"/>
                      <a:pt x="187" y="348"/>
                      <a:pt x="187" y="348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1" y="347"/>
                      <a:pt x="191" y="347"/>
                      <a:pt x="191" y="347"/>
                    </a:cubicBezTo>
                    <a:cubicBezTo>
                      <a:pt x="193" y="345"/>
                      <a:pt x="193" y="345"/>
                      <a:pt x="193" y="345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2" y="340"/>
                      <a:pt x="192" y="340"/>
                      <a:pt x="192" y="340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193" y="341"/>
                      <a:pt x="193" y="341"/>
                      <a:pt x="193" y="341"/>
                    </a:cubicBezTo>
                    <a:cubicBezTo>
                      <a:pt x="194" y="342"/>
                      <a:pt x="194" y="342"/>
                      <a:pt x="194" y="342"/>
                    </a:cubicBezTo>
                    <a:cubicBezTo>
                      <a:pt x="194" y="343"/>
                      <a:pt x="194" y="343"/>
                      <a:pt x="194" y="343"/>
                    </a:cubicBezTo>
                    <a:cubicBezTo>
                      <a:pt x="196" y="345"/>
                      <a:pt x="196" y="345"/>
                      <a:pt x="196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8" y="345"/>
                      <a:pt x="198" y="345"/>
                      <a:pt x="198" y="345"/>
                    </a:cubicBezTo>
                    <a:cubicBezTo>
                      <a:pt x="197" y="346"/>
                      <a:pt x="197" y="346"/>
                      <a:pt x="197" y="346"/>
                    </a:cubicBezTo>
                    <a:cubicBezTo>
                      <a:pt x="197" y="349"/>
                      <a:pt x="197" y="349"/>
                      <a:pt x="197" y="349"/>
                    </a:cubicBezTo>
                    <a:cubicBezTo>
                      <a:pt x="197" y="350"/>
                      <a:pt x="197" y="350"/>
                      <a:pt x="197" y="350"/>
                    </a:cubicBezTo>
                    <a:cubicBezTo>
                      <a:pt x="198" y="353"/>
                      <a:pt x="198" y="353"/>
                      <a:pt x="198" y="353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199" y="354"/>
                      <a:pt x="199" y="354"/>
                      <a:pt x="199" y="354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9" y="355"/>
                      <a:pt x="199" y="355"/>
                      <a:pt x="199" y="355"/>
                    </a:cubicBezTo>
                    <a:cubicBezTo>
                      <a:pt x="198" y="357"/>
                      <a:pt x="198" y="357"/>
                      <a:pt x="198" y="357"/>
                    </a:cubicBezTo>
                    <a:cubicBezTo>
                      <a:pt x="200" y="357"/>
                      <a:pt x="200" y="357"/>
                      <a:pt x="200" y="357"/>
                    </a:cubicBezTo>
                    <a:cubicBezTo>
                      <a:pt x="200" y="358"/>
                      <a:pt x="200" y="358"/>
                      <a:pt x="200" y="358"/>
                    </a:cubicBezTo>
                    <a:cubicBezTo>
                      <a:pt x="200" y="359"/>
                      <a:pt x="200" y="359"/>
                      <a:pt x="200" y="359"/>
                    </a:cubicBezTo>
                    <a:cubicBezTo>
                      <a:pt x="199" y="360"/>
                      <a:pt x="199" y="360"/>
                      <a:pt x="199" y="360"/>
                    </a:cubicBezTo>
                    <a:cubicBezTo>
                      <a:pt x="201" y="362"/>
                      <a:pt x="201" y="362"/>
                      <a:pt x="201" y="362"/>
                    </a:cubicBezTo>
                    <a:cubicBezTo>
                      <a:pt x="202" y="362"/>
                      <a:pt x="202" y="362"/>
                      <a:pt x="202" y="362"/>
                    </a:cubicBezTo>
                    <a:cubicBezTo>
                      <a:pt x="202" y="364"/>
                      <a:pt x="202" y="364"/>
                      <a:pt x="202" y="364"/>
                    </a:cubicBezTo>
                    <a:cubicBezTo>
                      <a:pt x="203" y="364"/>
                      <a:pt x="203" y="364"/>
                      <a:pt x="203" y="364"/>
                    </a:cubicBezTo>
                    <a:cubicBezTo>
                      <a:pt x="204" y="367"/>
                      <a:pt x="204" y="367"/>
                      <a:pt x="204" y="367"/>
                    </a:cubicBezTo>
                    <a:cubicBezTo>
                      <a:pt x="205" y="369"/>
                      <a:pt x="205" y="369"/>
                      <a:pt x="205" y="369"/>
                    </a:cubicBezTo>
                    <a:cubicBezTo>
                      <a:pt x="206" y="370"/>
                      <a:pt x="206" y="370"/>
                      <a:pt x="206" y="370"/>
                    </a:cubicBezTo>
                    <a:cubicBezTo>
                      <a:pt x="206" y="371"/>
                      <a:pt x="206" y="371"/>
                      <a:pt x="206" y="371"/>
                    </a:cubicBezTo>
                    <a:cubicBezTo>
                      <a:pt x="208" y="373"/>
                      <a:pt x="208" y="373"/>
                      <a:pt x="208" y="373"/>
                    </a:cubicBezTo>
                    <a:cubicBezTo>
                      <a:pt x="210" y="372"/>
                      <a:pt x="210" y="372"/>
                      <a:pt x="210" y="372"/>
                    </a:cubicBezTo>
                    <a:cubicBezTo>
                      <a:pt x="210" y="373"/>
                      <a:pt x="210" y="373"/>
                      <a:pt x="210" y="373"/>
                    </a:cubicBezTo>
                    <a:cubicBezTo>
                      <a:pt x="209" y="374"/>
                      <a:pt x="209" y="374"/>
                      <a:pt x="209" y="374"/>
                    </a:cubicBezTo>
                    <a:cubicBezTo>
                      <a:pt x="207" y="375"/>
                      <a:pt x="207" y="375"/>
                      <a:pt x="207" y="375"/>
                    </a:cubicBezTo>
                    <a:cubicBezTo>
                      <a:pt x="206" y="376"/>
                      <a:pt x="206" y="376"/>
                      <a:pt x="206" y="376"/>
                    </a:cubicBezTo>
                    <a:cubicBezTo>
                      <a:pt x="208" y="377"/>
                      <a:pt x="208" y="377"/>
                      <a:pt x="208" y="377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9" y="379"/>
                      <a:pt x="209" y="379"/>
                      <a:pt x="209" y="379"/>
                    </a:cubicBezTo>
                    <a:cubicBezTo>
                      <a:pt x="210" y="382"/>
                      <a:pt x="210" y="382"/>
                      <a:pt x="210" y="382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9"/>
                      <a:pt x="208" y="379"/>
                      <a:pt x="208" y="379"/>
                    </a:cubicBezTo>
                    <a:cubicBezTo>
                      <a:pt x="208" y="378"/>
                      <a:pt x="208" y="378"/>
                      <a:pt x="208" y="378"/>
                    </a:cubicBezTo>
                    <a:cubicBezTo>
                      <a:pt x="207" y="377"/>
                      <a:pt x="207" y="377"/>
                      <a:pt x="207" y="377"/>
                    </a:cubicBezTo>
                    <a:cubicBezTo>
                      <a:pt x="205" y="377"/>
                      <a:pt x="205" y="377"/>
                      <a:pt x="205" y="377"/>
                    </a:cubicBezTo>
                    <a:cubicBezTo>
                      <a:pt x="203" y="377"/>
                      <a:pt x="203" y="377"/>
                      <a:pt x="203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3" y="381"/>
                      <a:pt x="203" y="381"/>
                      <a:pt x="203" y="381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2" y="380"/>
                      <a:pt x="202" y="380"/>
                      <a:pt x="202" y="380"/>
                    </a:cubicBezTo>
                    <a:cubicBezTo>
                      <a:pt x="201" y="378"/>
                      <a:pt x="201" y="378"/>
                      <a:pt x="201" y="378"/>
                    </a:cubicBezTo>
                    <a:cubicBezTo>
                      <a:pt x="200" y="379"/>
                      <a:pt x="200" y="379"/>
                      <a:pt x="200" y="379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198" y="381"/>
                      <a:pt x="198" y="381"/>
                      <a:pt x="198" y="381"/>
                    </a:cubicBezTo>
                    <a:cubicBezTo>
                      <a:pt x="198" y="382"/>
                      <a:pt x="198" y="382"/>
                      <a:pt x="198" y="382"/>
                    </a:cubicBezTo>
                    <a:cubicBezTo>
                      <a:pt x="199" y="383"/>
                      <a:pt x="199" y="383"/>
                      <a:pt x="199" y="383"/>
                    </a:cubicBezTo>
                    <a:cubicBezTo>
                      <a:pt x="199" y="385"/>
                      <a:pt x="199" y="385"/>
                      <a:pt x="199" y="385"/>
                    </a:cubicBezTo>
                    <a:cubicBezTo>
                      <a:pt x="200" y="386"/>
                      <a:pt x="200" y="386"/>
                      <a:pt x="200" y="386"/>
                    </a:cubicBezTo>
                    <a:cubicBezTo>
                      <a:pt x="201" y="386"/>
                      <a:pt x="201" y="386"/>
                      <a:pt x="201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6"/>
                      <a:pt x="202" y="386"/>
                      <a:pt x="202" y="386"/>
                    </a:cubicBezTo>
                    <a:cubicBezTo>
                      <a:pt x="202" y="387"/>
                      <a:pt x="202" y="387"/>
                      <a:pt x="202" y="387"/>
                    </a:cubicBezTo>
                    <a:cubicBezTo>
                      <a:pt x="202" y="388"/>
                      <a:pt x="202" y="388"/>
                      <a:pt x="202" y="388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2" y="389"/>
                      <a:pt x="202" y="389"/>
                      <a:pt x="202" y="389"/>
                    </a:cubicBezTo>
                    <a:cubicBezTo>
                      <a:pt x="201" y="389"/>
                      <a:pt x="201" y="389"/>
                      <a:pt x="201" y="389"/>
                    </a:cubicBezTo>
                    <a:cubicBezTo>
                      <a:pt x="200" y="388"/>
                      <a:pt x="200" y="388"/>
                      <a:pt x="200" y="388"/>
                    </a:cubicBezTo>
                    <a:cubicBezTo>
                      <a:pt x="198" y="388"/>
                      <a:pt x="198" y="388"/>
                      <a:pt x="198" y="388"/>
                    </a:cubicBezTo>
                    <a:cubicBezTo>
                      <a:pt x="198" y="389"/>
                      <a:pt x="198" y="389"/>
                      <a:pt x="198" y="389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8" y="387"/>
                      <a:pt x="198" y="387"/>
                    </a:cubicBezTo>
                    <a:cubicBezTo>
                      <a:pt x="198" y="387"/>
                      <a:pt x="197" y="386"/>
                      <a:pt x="197" y="386"/>
                    </a:cubicBezTo>
                    <a:cubicBezTo>
                      <a:pt x="197" y="384"/>
                      <a:pt x="197" y="384"/>
                      <a:pt x="197" y="384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6" y="385"/>
                      <a:pt x="196" y="385"/>
                      <a:pt x="196" y="385"/>
                    </a:cubicBezTo>
                    <a:cubicBezTo>
                      <a:pt x="195" y="382"/>
                      <a:pt x="195" y="382"/>
                      <a:pt x="195" y="382"/>
                    </a:cubicBezTo>
                    <a:cubicBezTo>
                      <a:pt x="194" y="382"/>
                      <a:pt x="194" y="382"/>
                      <a:pt x="194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2" y="382"/>
                      <a:pt x="192" y="382"/>
                      <a:pt x="192" y="382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2" y="381"/>
                      <a:pt x="192" y="381"/>
                      <a:pt x="192" y="381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4" y="378"/>
                      <a:pt x="194" y="378"/>
                      <a:pt x="194" y="378"/>
                    </a:cubicBezTo>
                    <a:cubicBezTo>
                      <a:pt x="193" y="377"/>
                      <a:pt x="193" y="377"/>
                      <a:pt x="193" y="377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80"/>
                      <a:pt x="194" y="380"/>
                      <a:pt x="194" y="380"/>
                    </a:cubicBezTo>
                    <a:cubicBezTo>
                      <a:pt x="193" y="382"/>
                      <a:pt x="193" y="382"/>
                      <a:pt x="193" y="382"/>
                    </a:cubicBezTo>
                    <a:cubicBezTo>
                      <a:pt x="196" y="381"/>
                      <a:pt x="196" y="381"/>
                      <a:pt x="196" y="381"/>
                    </a:cubicBezTo>
                    <a:cubicBezTo>
                      <a:pt x="196" y="380"/>
                      <a:pt x="196" y="380"/>
                      <a:pt x="196" y="380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5" y="377"/>
                      <a:pt x="195" y="377"/>
                      <a:pt x="195" y="377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7" y="377"/>
                      <a:pt x="197" y="377"/>
                      <a:pt x="197" y="377"/>
                    </a:cubicBezTo>
                    <a:cubicBezTo>
                      <a:pt x="198" y="376"/>
                      <a:pt x="198" y="376"/>
                      <a:pt x="198" y="376"/>
                    </a:cubicBezTo>
                    <a:cubicBezTo>
                      <a:pt x="198" y="374"/>
                      <a:pt x="198" y="374"/>
                      <a:pt x="198" y="374"/>
                    </a:cubicBezTo>
                    <a:cubicBezTo>
                      <a:pt x="196" y="372"/>
                      <a:pt x="196" y="372"/>
                      <a:pt x="196" y="372"/>
                    </a:cubicBezTo>
                    <a:cubicBezTo>
                      <a:pt x="195" y="373"/>
                      <a:pt x="195" y="373"/>
                      <a:pt x="195" y="373"/>
                    </a:cubicBezTo>
                    <a:cubicBezTo>
                      <a:pt x="194" y="373"/>
                      <a:pt x="194" y="373"/>
                      <a:pt x="194" y="373"/>
                    </a:cubicBezTo>
                    <a:cubicBezTo>
                      <a:pt x="193" y="372"/>
                      <a:pt x="193" y="372"/>
                      <a:pt x="193" y="372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2" y="371"/>
                      <a:pt x="192" y="371"/>
                      <a:pt x="192" y="371"/>
                    </a:cubicBezTo>
                    <a:cubicBezTo>
                      <a:pt x="193" y="371"/>
                      <a:pt x="193" y="371"/>
                      <a:pt x="193" y="371"/>
                    </a:cubicBezTo>
                    <a:cubicBezTo>
                      <a:pt x="193" y="369"/>
                      <a:pt x="193" y="369"/>
                      <a:pt x="193" y="369"/>
                    </a:cubicBezTo>
                    <a:cubicBezTo>
                      <a:pt x="192" y="369"/>
                      <a:pt x="192" y="369"/>
                      <a:pt x="192" y="369"/>
                    </a:cubicBezTo>
                    <a:cubicBezTo>
                      <a:pt x="193" y="368"/>
                      <a:pt x="193" y="368"/>
                      <a:pt x="193" y="368"/>
                    </a:cubicBezTo>
                    <a:cubicBezTo>
                      <a:pt x="194" y="366"/>
                      <a:pt x="194" y="366"/>
                      <a:pt x="194" y="366"/>
                    </a:cubicBezTo>
                    <a:cubicBezTo>
                      <a:pt x="194" y="364"/>
                      <a:pt x="194" y="364"/>
                      <a:pt x="194" y="364"/>
                    </a:cubicBezTo>
                    <a:cubicBezTo>
                      <a:pt x="194" y="363"/>
                      <a:pt x="194" y="363"/>
                      <a:pt x="194" y="363"/>
                    </a:cubicBezTo>
                    <a:cubicBezTo>
                      <a:pt x="194" y="362"/>
                      <a:pt x="194" y="362"/>
                      <a:pt x="194" y="362"/>
                    </a:cubicBezTo>
                    <a:cubicBezTo>
                      <a:pt x="195" y="360"/>
                      <a:pt x="195" y="360"/>
                      <a:pt x="195" y="360"/>
                    </a:cubicBezTo>
                    <a:cubicBezTo>
                      <a:pt x="195" y="358"/>
                      <a:pt x="195" y="358"/>
                      <a:pt x="195" y="358"/>
                    </a:cubicBezTo>
                    <a:cubicBezTo>
                      <a:pt x="192" y="361"/>
                      <a:pt x="192" y="361"/>
                      <a:pt x="192" y="361"/>
                    </a:cubicBezTo>
                    <a:cubicBezTo>
                      <a:pt x="190" y="362"/>
                      <a:pt x="190" y="362"/>
                      <a:pt x="190" y="362"/>
                    </a:cubicBezTo>
                    <a:cubicBezTo>
                      <a:pt x="189" y="362"/>
                      <a:pt x="189" y="362"/>
                      <a:pt x="189" y="362"/>
                    </a:cubicBezTo>
                    <a:cubicBezTo>
                      <a:pt x="188" y="363"/>
                      <a:pt x="188" y="363"/>
                      <a:pt x="188" y="363"/>
                    </a:cubicBezTo>
                    <a:cubicBezTo>
                      <a:pt x="187" y="365"/>
                      <a:pt x="187" y="365"/>
                      <a:pt x="187" y="365"/>
                    </a:cubicBezTo>
                    <a:cubicBezTo>
                      <a:pt x="186" y="366"/>
                      <a:pt x="186" y="366"/>
                      <a:pt x="186" y="366"/>
                    </a:cubicBezTo>
                    <a:cubicBezTo>
                      <a:pt x="184" y="366"/>
                      <a:pt x="184" y="366"/>
                      <a:pt x="184" y="366"/>
                    </a:cubicBezTo>
                    <a:cubicBezTo>
                      <a:pt x="183" y="367"/>
                      <a:pt x="183" y="367"/>
                      <a:pt x="183" y="367"/>
                    </a:cubicBezTo>
                    <a:cubicBezTo>
                      <a:pt x="182" y="367"/>
                      <a:pt x="182" y="367"/>
                      <a:pt x="182" y="367"/>
                    </a:cubicBezTo>
                    <a:cubicBezTo>
                      <a:pt x="180" y="367"/>
                      <a:pt x="180" y="367"/>
                      <a:pt x="180" y="367"/>
                    </a:cubicBezTo>
                    <a:cubicBezTo>
                      <a:pt x="180" y="369"/>
                      <a:pt x="180" y="369"/>
                      <a:pt x="180" y="369"/>
                    </a:cubicBezTo>
                    <a:cubicBezTo>
                      <a:pt x="178" y="370"/>
                      <a:pt x="178" y="370"/>
                      <a:pt x="178" y="370"/>
                    </a:cubicBezTo>
                    <a:cubicBezTo>
                      <a:pt x="180" y="371"/>
                      <a:pt x="180" y="371"/>
                      <a:pt x="180" y="371"/>
                    </a:cubicBezTo>
                    <a:cubicBezTo>
                      <a:pt x="181" y="371"/>
                      <a:pt x="181" y="371"/>
                      <a:pt x="181" y="371"/>
                    </a:cubicBezTo>
                    <a:cubicBezTo>
                      <a:pt x="182" y="372"/>
                      <a:pt x="182" y="372"/>
                      <a:pt x="182" y="372"/>
                    </a:cubicBezTo>
                    <a:cubicBezTo>
                      <a:pt x="181" y="372"/>
                      <a:pt x="181" y="372"/>
                      <a:pt x="181" y="372"/>
                    </a:cubicBezTo>
                    <a:cubicBezTo>
                      <a:pt x="180" y="372"/>
                      <a:pt x="180" y="372"/>
                      <a:pt x="180" y="372"/>
                    </a:cubicBezTo>
                    <a:cubicBezTo>
                      <a:pt x="178" y="374"/>
                      <a:pt x="178" y="374"/>
                      <a:pt x="178" y="374"/>
                    </a:cubicBezTo>
                    <a:cubicBezTo>
                      <a:pt x="179" y="375"/>
                      <a:pt x="179" y="375"/>
                      <a:pt x="179" y="375"/>
                    </a:cubicBezTo>
                    <a:cubicBezTo>
                      <a:pt x="178" y="375"/>
                      <a:pt x="178" y="375"/>
                      <a:pt x="178" y="375"/>
                    </a:cubicBezTo>
                    <a:cubicBezTo>
                      <a:pt x="178" y="378"/>
                      <a:pt x="178" y="378"/>
                      <a:pt x="178" y="378"/>
                    </a:cubicBezTo>
                    <a:cubicBezTo>
                      <a:pt x="179" y="378"/>
                      <a:pt x="179" y="378"/>
                      <a:pt x="179" y="378"/>
                    </a:cubicBezTo>
                    <a:cubicBezTo>
                      <a:pt x="179" y="380"/>
                      <a:pt x="179" y="380"/>
                      <a:pt x="179" y="380"/>
                    </a:cubicBezTo>
                    <a:cubicBezTo>
                      <a:pt x="180" y="380"/>
                      <a:pt x="180" y="380"/>
                      <a:pt x="180" y="380"/>
                    </a:cubicBezTo>
                    <a:cubicBezTo>
                      <a:pt x="178" y="381"/>
                      <a:pt x="178" y="381"/>
                      <a:pt x="178" y="381"/>
                    </a:cubicBezTo>
                    <a:cubicBezTo>
                      <a:pt x="177" y="383"/>
                      <a:pt x="177" y="383"/>
                      <a:pt x="177" y="383"/>
                    </a:cubicBezTo>
                    <a:cubicBezTo>
                      <a:pt x="179" y="385"/>
                      <a:pt x="179" y="385"/>
                      <a:pt x="179" y="385"/>
                    </a:cubicBezTo>
                    <a:cubicBezTo>
                      <a:pt x="180" y="384"/>
                      <a:pt x="180" y="384"/>
                      <a:pt x="180" y="384"/>
                    </a:cubicBezTo>
                    <a:cubicBezTo>
                      <a:pt x="181" y="385"/>
                      <a:pt x="181" y="385"/>
                      <a:pt x="181" y="385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8"/>
                      <a:pt x="181" y="388"/>
                      <a:pt x="181" y="388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90"/>
                      <a:pt x="181" y="390"/>
                      <a:pt x="181" y="390"/>
                    </a:cubicBezTo>
                    <a:cubicBezTo>
                      <a:pt x="182" y="391"/>
                      <a:pt x="182" y="391"/>
                      <a:pt x="182" y="391"/>
                    </a:cubicBezTo>
                    <a:cubicBezTo>
                      <a:pt x="183" y="391"/>
                      <a:pt x="183" y="391"/>
                      <a:pt x="183" y="391"/>
                    </a:cubicBezTo>
                    <a:cubicBezTo>
                      <a:pt x="183" y="392"/>
                      <a:pt x="183" y="392"/>
                      <a:pt x="183" y="392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4" y="393"/>
                      <a:pt x="184" y="393"/>
                      <a:pt x="184" y="393"/>
                    </a:cubicBezTo>
                    <a:cubicBezTo>
                      <a:pt x="182" y="393"/>
                      <a:pt x="182" y="393"/>
                      <a:pt x="182" y="393"/>
                    </a:cubicBezTo>
                    <a:cubicBezTo>
                      <a:pt x="182" y="396"/>
                      <a:pt x="182" y="396"/>
                      <a:pt x="182" y="396"/>
                    </a:cubicBezTo>
                    <a:cubicBezTo>
                      <a:pt x="183" y="395"/>
                      <a:pt x="183" y="395"/>
                      <a:pt x="183" y="395"/>
                    </a:cubicBezTo>
                    <a:cubicBezTo>
                      <a:pt x="183" y="396"/>
                      <a:pt x="183" y="396"/>
                      <a:pt x="183" y="396"/>
                    </a:cubicBezTo>
                    <a:cubicBezTo>
                      <a:pt x="184" y="397"/>
                      <a:pt x="184" y="397"/>
                      <a:pt x="184" y="397"/>
                    </a:cubicBezTo>
                    <a:cubicBezTo>
                      <a:pt x="183" y="398"/>
                      <a:pt x="183" y="398"/>
                      <a:pt x="183" y="398"/>
                    </a:cubicBezTo>
                    <a:cubicBezTo>
                      <a:pt x="183" y="399"/>
                      <a:pt x="183" y="399"/>
                      <a:pt x="183" y="399"/>
                    </a:cubicBezTo>
                    <a:cubicBezTo>
                      <a:pt x="184" y="399"/>
                      <a:pt x="184" y="399"/>
                      <a:pt x="184" y="399"/>
                    </a:cubicBezTo>
                    <a:cubicBezTo>
                      <a:pt x="182" y="400"/>
                      <a:pt x="182" y="400"/>
                      <a:pt x="182" y="400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1" y="402"/>
                      <a:pt x="181" y="402"/>
                      <a:pt x="181" y="402"/>
                    </a:cubicBezTo>
                    <a:cubicBezTo>
                      <a:pt x="180" y="401"/>
                      <a:pt x="180" y="401"/>
                      <a:pt x="180" y="401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9" y="403"/>
                      <a:pt x="179" y="403"/>
                      <a:pt x="179" y="403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4"/>
                      <a:pt x="179" y="404"/>
                      <a:pt x="179" y="404"/>
                    </a:cubicBezTo>
                    <a:cubicBezTo>
                      <a:pt x="179" y="402"/>
                      <a:pt x="179" y="402"/>
                      <a:pt x="179" y="402"/>
                    </a:cubicBezTo>
                    <a:cubicBezTo>
                      <a:pt x="177" y="400"/>
                      <a:pt x="177" y="400"/>
                      <a:pt x="177" y="400"/>
                    </a:cubicBezTo>
                    <a:cubicBezTo>
                      <a:pt x="176" y="401"/>
                      <a:pt x="176" y="401"/>
                      <a:pt x="176" y="401"/>
                    </a:cubicBezTo>
                    <a:cubicBezTo>
                      <a:pt x="172" y="402"/>
                      <a:pt x="172" y="402"/>
                      <a:pt x="172" y="402"/>
                    </a:cubicBezTo>
                    <a:cubicBezTo>
                      <a:pt x="171" y="404"/>
                      <a:pt x="171" y="404"/>
                      <a:pt x="171" y="404"/>
                    </a:cubicBezTo>
                    <a:cubicBezTo>
                      <a:pt x="172" y="404"/>
                      <a:pt x="172" y="404"/>
                      <a:pt x="172" y="404"/>
                    </a:cubicBezTo>
                    <a:cubicBezTo>
                      <a:pt x="170" y="404"/>
                      <a:pt x="170" y="404"/>
                      <a:pt x="170" y="404"/>
                    </a:cubicBezTo>
                    <a:cubicBezTo>
                      <a:pt x="168" y="404"/>
                      <a:pt x="168" y="404"/>
                      <a:pt x="168" y="404"/>
                    </a:cubicBezTo>
                    <a:cubicBezTo>
                      <a:pt x="166" y="405"/>
                      <a:pt x="166" y="405"/>
                      <a:pt x="166" y="405"/>
                    </a:cubicBezTo>
                    <a:cubicBezTo>
                      <a:pt x="165" y="404"/>
                      <a:pt x="165" y="404"/>
                      <a:pt x="165" y="404"/>
                    </a:cubicBezTo>
                    <a:cubicBezTo>
                      <a:pt x="164" y="405"/>
                      <a:pt x="164" y="405"/>
                      <a:pt x="164" y="405"/>
                    </a:cubicBezTo>
                    <a:cubicBezTo>
                      <a:pt x="162" y="405"/>
                      <a:pt x="162" y="405"/>
                      <a:pt x="162" y="405"/>
                    </a:cubicBezTo>
                    <a:cubicBezTo>
                      <a:pt x="161" y="407"/>
                      <a:pt x="161" y="407"/>
                      <a:pt x="161" y="407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8" y="408"/>
                      <a:pt x="158" y="408"/>
                      <a:pt x="158" y="408"/>
                    </a:cubicBezTo>
                    <a:cubicBezTo>
                      <a:pt x="156" y="409"/>
                      <a:pt x="156" y="409"/>
                      <a:pt x="156" y="409"/>
                    </a:cubicBezTo>
                    <a:cubicBezTo>
                      <a:pt x="155" y="411"/>
                      <a:pt x="155" y="411"/>
                      <a:pt x="155" y="411"/>
                    </a:cubicBezTo>
                    <a:cubicBezTo>
                      <a:pt x="154" y="412"/>
                      <a:pt x="154" y="412"/>
                      <a:pt x="154" y="412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5"/>
                      <a:pt x="154" y="415"/>
                      <a:pt x="154" y="415"/>
                    </a:cubicBezTo>
                    <a:cubicBezTo>
                      <a:pt x="154" y="416"/>
                      <a:pt x="154" y="416"/>
                      <a:pt x="154" y="416"/>
                    </a:cubicBezTo>
                    <a:cubicBezTo>
                      <a:pt x="153" y="417"/>
                      <a:pt x="153" y="417"/>
                      <a:pt x="153" y="417"/>
                    </a:cubicBezTo>
                    <a:cubicBezTo>
                      <a:pt x="152" y="418"/>
                      <a:pt x="152" y="418"/>
                      <a:pt x="152" y="418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2" y="420"/>
                      <a:pt x="152" y="420"/>
                      <a:pt x="152" y="420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1" y="421"/>
                      <a:pt x="151" y="421"/>
                      <a:pt x="151" y="421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2"/>
                      <a:pt x="149" y="422"/>
                      <a:pt x="149" y="422"/>
                    </a:cubicBezTo>
                    <a:cubicBezTo>
                      <a:pt x="148" y="422"/>
                      <a:pt x="148" y="422"/>
                      <a:pt x="148" y="422"/>
                    </a:cubicBezTo>
                    <a:cubicBezTo>
                      <a:pt x="149" y="423"/>
                      <a:pt x="149" y="423"/>
                      <a:pt x="149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3"/>
                      <a:pt x="148" y="423"/>
                      <a:pt x="148" y="423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8" y="424"/>
                      <a:pt x="148" y="424"/>
                      <a:pt x="148" y="424"/>
                    </a:cubicBezTo>
                    <a:cubicBezTo>
                      <a:pt x="146" y="425"/>
                      <a:pt x="146" y="425"/>
                      <a:pt x="146" y="425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6"/>
                      <a:pt x="145" y="426"/>
                      <a:pt x="145" y="426"/>
                    </a:cubicBezTo>
                    <a:cubicBezTo>
                      <a:pt x="145" y="427"/>
                      <a:pt x="145" y="427"/>
                      <a:pt x="145" y="427"/>
                    </a:cubicBezTo>
                    <a:cubicBezTo>
                      <a:pt x="143" y="428"/>
                      <a:pt x="143" y="428"/>
                      <a:pt x="143" y="428"/>
                    </a:cubicBezTo>
                    <a:cubicBezTo>
                      <a:pt x="142" y="427"/>
                      <a:pt x="142" y="427"/>
                      <a:pt x="142" y="427"/>
                    </a:cubicBezTo>
                    <a:cubicBezTo>
                      <a:pt x="140" y="429"/>
                      <a:pt x="140" y="429"/>
                      <a:pt x="140" y="429"/>
                    </a:cubicBezTo>
                    <a:cubicBezTo>
                      <a:pt x="139" y="430"/>
                      <a:pt x="139" y="430"/>
                      <a:pt x="139" y="430"/>
                    </a:cubicBezTo>
                    <a:cubicBezTo>
                      <a:pt x="139" y="432"/>
                      <a:pt x="139" y="432"/>
                      <a:pt x="139" y="432"/>
                    </a:cubicBezTo>
                    <a:cubicBezTo>
                      <a:pt x="139" y="435"/>
                      <a:pt x="139" y="435"/>
                      <a:pt x="139" y="435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7" y="437"/>
                      <a:pt x="137" y="437"/>
                      <a:pt x="137" y="437"/>
                    </a:cubicBezTo>
                    <a:cubicBezTo>
                      <a:pt x="135" y="438"/>
                      <a:pt x="135" y="438"/>
                      <a:pt x="135" y="438"/>
                    </a:cubicBezTo>
                    <a:cubicBezTo>
                      <a:pt x="134" y="438"/>
                      <a:pt x="134" y="438"/>
                      <a:pt x="134" y="438"/>
                    </a:cubicBezTo>
                    <a:cubicBezTo>
                      <a:pt x="132" y="437"/>
                      <a:pt x="132" y="437"/>
                      <a:pt x="132" y="437"/>
                    </a:cubicBezTo>
                    <a:cubicBezTo>
                      <a:pt x="129" y="439"/>
                      <a:pt x="129" y="439"/>
                      <a:pt x="129" y="439"/>
                    </a:cubicBezTo>
                    <a:cubicBezTo>
                      <a:pt x="128" y="441"/>
                      <a:pt x="128" y="441"/>
                      <a:pt x="128" y="441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9" y="443"/>
                      <a:pt x="129" y="443"/>
                      <a:pt x="129" y="443"/>
                    </a:cubicBezTo>
                    <a:cubicBezTo>
                      <a:pt x="127" y="443"/>
                      <a:pt x="127" y="443"/>
                      <a:pt x="127" y="443"/>
                    </a:cubicBezTo>
                    <a:cubicBezTo>
                      <a:pt x="124" y="443"/>
                      <a:pt x="124" y="443"/>
                      <a:pt x="124" y="443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2" y="442"/>
                      <a:pt x="122" y="442"/>
                      <a:pt x="122" y="442"/>
                    </a:cubicBezTo>
                    <a:cubicBezTo>
                      <a:pt x="121" y="442"/>
                      <a:pt x="121" y="442"/>
                      <a:pt x="121" y="442"/>
                    </a:cubicBezTo>
                    <a:cubicBezTo>
                      <a:pt x="121" y="441"/>
                      <a:pt x="121" y="441"/>
                      <a:pt x="121" y="441"/>
                    </a:cubicBezTo>
                    <a:cubicBezTo>
                      <a:pt x="121" y="440"/>
                      <a:pt x="121" y="440"/>
                      <a:pt x="121" y="440"/>
                    </a:cubicBezTo>
                    <a:cubicBezTo>
                      <a:pt x="119" y="439"/>
                      <a:pt x="119" y="439"/>
                      <a:pt x="119" y="439"/>
                    </a:cubicBezTo>
                    <a:cubicBezTo>
                      <a:pt x="118" y="440"/>
                      <a:pt x="118" y="440"/>
                      <a:pt x="118" y="440"/>
                    </a:cubicBezTo>
                    <a:cubicBezTo>
                      <a:pt x="116" y="440"/>
                      <a:pt x="116" y="440"/>
                      <a:pt x="116" y="440"/>
                    </a:cubicBezTo>
                    <a:cubicBezTo>
                      <a:pt x="115" y="439"/>
                      <a:pt x="115" y="439"/>
                      <a:pt x="115" y="439"/>
                    </a:cubicBezTo>
                    <a:cubicBezTo>
                      <a:pt x="115" y="442"/>
                      <a:pt x="115" y="442"/>
                      <a:pt x="115" y="442"/>
                    </a:cubicBezTo>
                    <a:cubicBezTo>
                      <a:pt x="115" y="443"/>
                      <a:pt x="115" y="443"/>
                      <a:pt x="115" y="443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5"/>
                      <a:pt x="117" y="445"/>
                      <a:pt x="117" y="445"/>
                    </a:cubicBezTo>
                    <a:cubicBezTo>
                      <a:pt x="117" y="446"/>
                      <a:pt x="117" y="446"/>
                      <a:pt x="117" y="446"/>
                    </a:cubicBezTo>
                    <a:cubicBezTo>
                      <a:pt x="117" y="448"/>
                      <a:pt x="117" y="448"/>
                      <a:pt x="117" y="448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6" y="449"/>
                      <a:pt x="116" y="449"/>
                      <a:pt x="116" y="449"/>
                    </a:cubicBezTo>
                    <a:cubicBezTo>
                      <a:pt x="115" y="449"/>
                      <a:pt x="115" y="449"/>
                      <a:pt x="115" y="449"/>
                    </a:cubicBezTo>
                    <a:cubicBezTo>
                      <a:pt x="114" y="449"/>
                      <a:pt x="114" y="449"/>
                      <a:pt x="114" y="449"/>
                    </a:cubicBezTo>
                    <a:cubicBezTo>
                      <a:pt x="113" y="449"/>
                      <a:pt x="113" y="449"/>
                      <a:pt x="113" y="449"/>
                    </a:cubicBezTo>
                    <a:cubicBezTo>
                      <a:pt x="112" y="449"/>
                      <a:pt x="112" y="449"/>
                      <a:pt x="112" y="449"/>
                    </a:cubicBezTo>
                    <a:cubicBezTo>
                      <a:pt x="111" y="450"/>
                      <a:pt x="111" y="450"/>
                      <a:pt x="111" y="450"/>
                    </a:cubicBezTo>
                    <a:cubicBezTo>
                      <a:pt x="109" y="447"/>
                      <a:pt x="109" y="447"/>
                      <a:pt x="109" y="447"/>
                    </a:cubicBezTo>
                    <a:cubicBezTo>
                      <a:pt x="107" y="447"/>
                      <a:pt x="107" y="447"/>
                      <a:pt x="107" y="447"/>
                    </a:cubicBezTo>
                    <a:cubicBezTo>
                      <a:pt x="105" y="447"/>
                      <a:pt x="105" y="447"/>
                      <a:pt x="105" y="447"/>
                    </a:cubicBezTo>
                    <a:cubicBezTo>
                      <a:pt x="104" y="449"/>
                      <a:pt x="104" y="449"/>
                      <a:pt x="104" y="449"/>
                    </a:cubicBezTo>
                    <a:cubicBezTo>
                      <a:pt x="103" y="448"/>
                      <a:pt x="103" y="448"/>
                      <a:pt x="103" y="448"/>
                    </a:cubicBezTo>
                    <a:cubicBezTo>
                      <a:pt x="103" y="449"/>
                      <a:pt x="103" y="449"/>
                      <a:pt x="103" y="449"/>
                    </a:cubicBezTo>
                    <a:cubicBezTo>
                      <a:pt x="102" y="449"/>
                      <a:pt x="102" y="449"/>
                      <a:pt x="102" y="449"/>
                    </a:cubicBezTo>
                    <a:cubicBezTo>
                      <a:pt x="100" y="449"/>
                      <a:pt x="100" y="449"/>
                      <a:pt x="100" y="449"/>
                    </a:cubicBezTo>
                    <a:cubicBezTo>
                      <a:pt x="99" y="450"/>
                      <a:pt x="99" y="450"/>
                      <a:pt x="99" y="450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5" y="451"/>
                      <a:pt x="95" y="451"/>
                      <a:pt x="95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4"/>
                      <a:pt x="97" y="454"/>
                      <a:pt x="97" y="454"/>
                    </a:cubicBezTo>
                    <a:cubicBezTo>
                      <a:pt x="97" y="455"/>
                      <a:pt x="97" y="455"/>
                      <a:pt x="97" y="455"/>
                    </a:cubicBezTo>
                    <a:cubicBezTo>
                      <a:pt x="97" y="456"/>
                      <a:pt x="97" y="456"/>
                      <a:pt x="97" y="456"/>
                    </a:cubicBezTo>
                    <a:cubicBezTo>
                      <a:pt x="98" y="456"/>
                      <a:pt x="98" y="456"/>
                      <a:pt x="98" y="456"/>
                    </a:cubicBezTo>
                    <a:cubicBezTo>
                      <a:pt x="99" y="457"/>
                      <a:pt x="99" y="457"/>
                      <a:pt x="99" y="457"/>
                    </a:cubicBezTo>
                    <a:cubicBezTo>
                      <a:pt x="98" y="459"/>
                      <a:pt x="98" y="459"/>
                      <a:pt x="98" y="459"/>
                    </a:cubicBezTo>
                    <a:cubicBezTo>
                      <a:pt x="101" y="458"/>
                      <a:pt x="101" y="458"/>
                      <a:pt x="101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2" y="458"/>
                      <a:pt x="102" y="458"/>
                      <a:pt x="102" y="458"/>
                    </a:cubicBezTo>
                    <a:cubicBezTo>
                      <a:pt x="104" y="459"/>
                      <a:pt x="104" y="459"/>
                      <a:pt x="104" y="459"/>
                    </a:cubicBezTo>
                    <a:cubicBezTo>
                      <a:pt x="105" y="459"/>
                      <a:pt x="105" y="459"/>
                      <a:pt x="105" y="459"/>
                    </a:cubicBezTo>
                    <a:cubicBezTo>
                      <a:pt x="106" y="459"/>
                      <a:pt x="106" y="459"/>
                      <a:pt x="106" y="459"/>
                    </a:cubicBezTo>
                    <a:cubicBezTo>
                      <a:pt x="108" y="461"/>
                      <a:pt x="108" y="461"/>
                      <a:pt x="108" y="461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10" y="461"/>
                      <a:pt x="110" y="461"/>
                      <a:pt x="110" y="461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0"/>
                      <a:pt x="111" y="460"/>
                      <a:pt x="111" y="460"/>
                    </a:cubicBezTo>
                    <a:cubicBezTo>
                      <a:pt x="111" y="462"/>
                      <a:pt x="111" y="462"/>
                      <a:pt x="111" y="462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3" y="463"/>
                      <a:pt x="113" y="463"/>
                      <a:pt x="113" y="463"/>
                    </a:cubicBezTo>
                    <a:cubicBezTo>
                      <a:pt x="113" y="464"/>
                      <a:pt x="113" y="464"/>
                      <a:pt x="113" y="464"/>
                    </a:cubicBezTo>
                    <a:cubicBezTo>
                      <a:pt x="114" y="465"/>
                      <a:pt x="114" y="465"/>
                      <a:pt x="114" y="465"/>
                    </a:cubicBezTo>
                    <a:cubicBezTo>
                      <a:pt x="114" y="466"/>
                      <a:pt x="114" y="466"/>
                      <a:pt x="114" y="466"/>
                    </a:cubicBezTo>
                    <a:cubicBezTo>
                      <a:pt x="113" y="467"/>
                      <a:pt x="113" y="467"/>
                      <a:pt x="113" y="467"/>
                    </a:cubicBezTo>
                    <a:cubicBezTo>
                      <a:pt x="114" y="468"/>
                      <a:pt x="114" y="468"/>
                      <a:pt x="114" y="468"/>
                    </a:cubicBezTo>
                    <a:cubicBezTo>
                      <a:pt x="115" y="469"/>
                      <a:pt x="115" y="469"/>
                      <a:pt x="115" y="469"/>
                    </a:cubicBezTo>
                    <a:cubicBezTo>
                      <a:pt x="117" y="471"/>
                      <a:pt x="117" y="471"/>
                      <a:pt x="117" y="471"/>
                    </a:cubicBezTo>
                    <a:cubicBezTo>
                      <a:pt x="119" y="471"/>
                      <a:pt x="119" y="471"/>
                      <a:pt x="119" y="471"/>
                    </a:cubicBezTo>
                    <a:cubicBezTo>
                      <a:pt x="120" y="472"/>
                      <a:pt x="120" y="472"/>
                      <a:pt x="120" y="472"/>
                    </a:cubicBezTo>
                    <a:cubicBezTo>
                      <a:pt x="120" y="473"/>
                      <a:pt x="120" y="473"/>
                      <a:pt x="120" y="473"/>
                    </a:cubicBezTo>
                    <a:cubicBezTo>
                      <a:pt x="121" y="474"/>
                      <a:pt x="121" y="474"/>
                      <a:pt x="121" y="474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20" y="475"/>
                      <a:pt x="120" y="475"/>
                      <a:pt x="120" y="475"/>
                    </a:cubicBezTo>
                    <a:cubicBezTo>
                      <a:pt x="119" y="477"/>
                      <a:pt x="119" y="477"/>
                      <a:pt x="119" y="477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1" y="478"/>
                      <a:pt x="121" y="478"/>
                      <a:pt x="121" y="478"/>
                    </a:cubicBezTo>
                    <a:cubicBezTo>
                      <a:pt x="120" y="479"/>
                      <a:pt x="120" y="479"/>
                      <a:pt x="120" y="479"/>
                    </a:cubicBezTo>
                    <a:cubicBezTo>
                      <a:pt x="119" y="483"/>
                      <a:pt x="119" y="483"/>
                      <a:pt x="119" y="483"/>
                    </a:cubicBezTo>
                    <a:cubicBezTo>
                      <a:pt x="119" y="486"/>
                      <a:pt x="119" y="486"/>
                      <a:pt x="119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20" y="486"/>
                      <a:pt x="120" y="486"/>
                      <a:pt x="120" y="486"/>
                    </a:cubicBezTo>
                    <a:cubicBezTo>
                      <a:pt x="119" y="491"/>
                      <a:pt x="119" y="491"/>
                      <a:pt x="119" y="491"/>
                    </a:cubicBezTo>
                    <a:cubicBezTo>
                      <a:pt x="118" y="495"/>
                      <a:pt x="118" y="495"/>
                      <a:pt x="118" y="495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7" y="496"/>
                      <a:pt x="117" y="496"/>
                      <a:pt x="117" y="496"/>
                    </a:cubicBezTo>
                    <a:cubicBezTo>
                      <a:pt x="116" y="496"/>
                      <a:pt x="116" y="496"/>
                      <a:pt x="116" y="496"/>
                    </a:cubicBezTo>
                    <a:cubicBezTo>
                      <a:pt x="116" y="497"/>
                      <a:pt x="116" y="497"/>
                      <a:pt x="116" y="497"/>
                    </a:cubicBezTo>
                    <a:cubicBezTo>
                      <a:pt x="115" y="497"/>
                      <a:pt x="115" y="497"/>
                      <a:pt x="115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1" y="496"/>
                      <a:pt x="111" y="496"/>
                      <a:pt x="111" y="496"/>
                    </a:cubicBezTo>
                    <a:cubicBezTo>
                      <a:pt x="109" y="496"/>
                      <a:pt x="109" y="496"/>
                      <a:pt x="109" y="496"/>
                    </a:cubicBezTo>
                    <a:cubicBezTo>
                      <a:pt x="108" y="497"/>
                      <a:pt x="108" y="497"/>
                      <a:pt x="108" y="497"/>
                    </a:cubicBezTo>
                    <a:cubicBezTo>
                      <a:pt x="106" y="496"/>
                      <a:pt x="106" y="496"/>
                      <a:pt x="106" y="496"/>
                    </a:cubicBezTo>
                    <a:cubicBezTo>
                      <a:pt x="105" y="495"/>
                      <a:pt x="105" y="495"/>
                      <a:pt x="105" y="495"/>
                    </a:cubicBezTo>
                    <a:cubicBezTo>
                      <a:pt x="102" y="495"/>
                      <a:pt x="102" y="495"/>
                      <a:pt x="102" y="495"/>
                    </a:cubicBezTo>
                    <a:cubicBezTo>
                      <a:pt x="98" y="496"/>
                      <a:pt x="98" y="496"/>
                      <a:pt x="98" y="496"/>
                    </a:cubicBezTo>
                    <a:cubicBezTo>
                      <a:pt x="96" y="496"/>
                      <a:pt x="96" y="496"/>
                      <a:pt x="96" y="496"/>
                    </a:cubicBezTo>
                    <a:cubicBezTo>
                      <a:pt x="91" y="495"/>
                      <a:pt x="91" y="495"/>
                      <a:pt x="91" y="495"/>
                    </a:cubicBezTo>
                    <a:cubicBezTo>
                      <a:pt x="89" y="494"/>
                      <a:pt x="89" y="494"/>
                      <a:pt x="89" y="494"/>
                    </a:cubicBezTo>
                    <a:cubicBezTo>
                      <a:pt x="88" y="493"/>
                      <a:pt x="88" y="493"/>
                      <a:pt x="88" y="493"/>
                    </a:cubicBezTo>
                    <a:cubicBezTo>
                      <a:pt x="86" y="494"/>
                      <a:pt x="86" y="494"/>
                      <a:pt x="86" y="494"/>
                    </a:cubicBezTo>
                    <a:cubicBezTo>
                      <a:pt x="84" y="495"/>
                      <a:pt x="84" y="495"/>
                      <a:pt x="84" y="495"/>
                    </a:cubicBezTo>
                    <a:cubicBezTo>
                      <a:pt x="82" y="494"/>
                      <a:pt x="82" y="494"/>
                      <a:pt x="82" y="494"/>
                    </a:cubicBezTo>
                    <a:cubicBezTo>
                      <a:pt x="80" y="494"/>
                      <a:pt x="80" y="494"/>
                      <a:pt x="80" y="494"/>
                    </a:cubicBezTo>
                    <a:cubicBezTo>
                      <a:pt x="79" y="495"/>
                      <a:pt x="79" y="495"/>
                      <a:pt x="79" y="495"/>
                    </a:cubicBezTo>
                    <a:cubicBezTo>
                      <a:pt x="78" y="493"/>
                      <a:pt x="78" y="493"/>
                      <a:pt x="78" y="493"/>
                    </a:cubicBezTo>
                    <a:cubicBezTo>
                      <a:pt x="76" y="493"/>
                      <a:pt x="76" y="493"/>
                      <a:pt x="76" y="493"/>
                    </a:cubicBezTo>
                    <a:cubicBezTo>
                      <a:pt x="75" y="493"/>
                      <a:pt x="75" y="493"/>
                      <a:pt x="75" y="493"/>
                    </a:cubicBezTo>
                    <a:cubicBezTo>
                      <a:pt x="74" y="493"/>
                      <a:pt x="74" y="493"/>
                      <a:pt x="74" y="493"/>
                    </a:cubicBezTo>
                    <a:cubicBezTo>
                      <a:pt x="71" y="495"/>
                      <a:pt x="71" y="495"/>
                      <a:pt x="71" y="495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72" y="497"/>
                      <a:pt x="72" y="497"/>
                      <a:pt x="72" y="497"/>
                    </a:cubicBezTo>
                    <a:cubicBezTo>
                      <a:pt x="71" y="497"/>
                      <a:pt x="71" y="497"/>
                      <a:pt x="71" y="497"/>
                    </a:cubicBezTo>
                    <a:cubicBezTo>
                      <a:pt x="69" y="497"/>
                      <a:pt x="69" y="497"/>
                      <a:pt x="69" y="497"/>
                    </a:cubicBezTo>
                    <a:cubicBezTo>
                      <a:pt x="68" y="497"/>
                      <a:pt x="68" y="497"/>
                      <a:pt x="68" y="497"/>
                    </a:cubicBezTo>
                    <a:cubicBezTo>
                      <a:pt x="65" y="498"/>
                      <a:pt x="65" y="498"/>
                      <a:pt x="65" y="498"/>
                    </a:cubicBezTo>
                    <a:cubicBezTo>
                      <a:pt x="64" y="500"/>
                      <a:pt x="64" y="500"/>
                      <a:pt x="64" y="500"/>
                    </a:cubicBezTo>
                    <a:cubicBezTo>
                      <a:pt x="65" y="502"/>
                      <a:pt x="65" y="502"/>
                      <a:pt x="65" y="502"/>
                    </a:cubicBezTo>
                    <a:cubicBezTo>
                      <a:pt x="66" y="502"/>
                      <a:pt x="66" y="502"/>
                      <a:pt x="66" y="502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6" y="505"/>
                      <a:pt x="66" y="505"/>
                      <a:pt x="66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7" y="505"/>
                      <a:pt x="67" y="505"/>
                      <a:pt x="67" y="505"/>
                    </a:cubicBezTo>
                    <a:cubicBezTo>
                      <a:pt x="68" y="506"/>
                      <a:pt x="68" y="506"/>
                      <a:pt x="68" y="506"/>
                    </a:cubicBezTo>
                    <a:cubicBezTo>
                      <a:pt x="66" y="507"/>
                      <a:pt x="66" y="507"/>
                      <a:pt x="66" y="507"/>
                    </a:cubicBezTo>
                    <a:cubicBezTo>
                      <a:pt x="67" y="507"/>
                      <a:pt x="67" y="507"/>
                      <a:pt x="67" y="507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6" y="508"/>
                      <a:pt x="66" y="508"/>
                      <a:pt x="66" y="508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09"/>
                      <a:pt x="67" y="509"/>
                      <a:pt x="67" y="509"/>
                    </a:cubicBezTo>
                    <a:cubicBezTo>
                      <a:pt x="67" y="510"/>
                      <a:pt x="67" y="510"/>
                      <a:pt x="67" y="510"/>
                    </a:cubicBezTo>
                    <a:cubicBezTo>
                      <a:pt x="68" y="513"/>
                      <a:pt x="68" y="513"/>
                      <a:pt x="68" y="513"/>
                    </a:cubicBezTo>
                    <a:cubicBezTo>
                      <a:pt x="67" y="517"/>
                      <a:pt x="67" y="517"/>
                      <a:pt x="67" y="517"/>
                    </a:cubicBezTo>
                    <a:cubicBezTo>
                      <a:pt x="68" y="518"/>
                      <a:pt x="68" y="518"/>
                      <a:pt x="68" y="518"/>
                    </a:cubicBezTo>
                    <a:cubicBezTo>
                      <a:pt x="67" y="520"/>
                      <a:pt x="67" y="520"/>
                      <a:pt x="67" y="520"/>
                    </a:cubicBezTo>
                    <a:cubicBezTo>
                      <a:pt x="68" y="521"/>
                      <a:pt x="68" y="521"/>
                      <a:pt x="68" y="521"/>
                    </a:cubicBezTo>
                    <a:cubicBezTo>
                      <a:pt x="67" y="522"/>
                      <a:pt x="67" y="522"/>
                      <a:pt x="67" y="522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6" y="526"/>
                      <a:pt x="66" y="526"/>
                    </a:cubicBezTo>
                    <a:cubicBezTo>
                      <a:pt x="65" y="529"/>
                      <a:pt x="65" y="529"/>
                      <a:pt x="65" y="529"/>
                    </a:cubicBezTo>
                    <a:cubicBezTo>
                      <a:pt x="65" y="530"/>
                      <a:pt x="65" y="530"/>
                      <a:pt x="65" y="530"/>
                    </a:cubicBezTo>
                    <a:cubicBezTo>
                      <a:pt x="63" y="532"/>
                      <a:pt x="63" y="532"/>
                      <a:pt x="63" y="532"/>
                    </a:cubicBezTo>
                    <a:cubicBezTo>
                      <a:pt x="62" y="537"/>
                      <a:pt x="62" y="537"/>
                      <a:pt x="62" y="537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39"/>
                      <a:pt x="63" y="539"/>
                      <a:pt x="63" y="539"/>
                    </a:cubicBezTo>
                    <a:cubicBezTo>
                      <a:pt x="63" y="541"/>
                      <a:pt x="63" y="541"/>
                      <a:pt x="63" y="541"/>
                    </a:cubicBezTo>
                    <a:cubicBezTo>
                      <a:pt x="65" y="542"/>
                      <a:pt x="65" y="542"/>
                      <a:pt x="65" y="542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6" y="541"/>
                      <a:pt x="66" y="541"/>
                      <a:pt x="66" y="541"/>
                    </a:cubicBezTo>
                    <a:cubicBezTo>
                      <a:pt x="67" y="543"/>
                      <a:pt x="67" y="543"/>
                      <a:pt x="67" y="543"/>
                    </a:cubicBezTo>
                    <a:cubicBezTo>
                      <a:pt x="66" y="545"/>
                      <a:pt x="66" y="545"/>
                      <a:pt x="66" y="545"/>
                    </a:cubicBezTo>
                    <a:cubicBezTo>
                      <a:pt x="66" y="548"/>
                      <a:pt x="66" y="548"/>
                      <a:pt x="66" y="548"/>
                    </a:cubicBezTo>
                    <a:cubicBezTo>
                      <a:pt x="65" y="551"/>
                      <a:pt x="65" y="551"/>
                      <a:pt x="65" y="551"/>
                    </a:cubicBezTo>
                    <a:cubicBezTo>
                      <a:pt x="65" y="552"/>
                      <a:pt x="65" y="552"/>
                      <a:pt x="65" y="552"/>
                    </a:cubicBezTo>
                    <a:cubicBezTo>
                      <a:pt x="66" y="553"/>
                      <a:pt x="66" y="553"/>
                      <a:pt x="66" y="553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71" y="553"/>
                      <a:pt x="71" y="553"/>
                      <a:pt x="71" y="553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5" y="553"/>
                      <a:pt x="75" y="553"/>
                      <a:pt x="75" y="553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7" y="552"/>
                      <a:pt x="77" y="552"/>
                      <a:pt x="77" y="552"/>
                    </a:cubicBezTo>
                    <a:cubicBezTo>
                      <a:pt x="78" y="552"/>
                      <a:pt x="78" y="552"/>
                      <a:pt x="78" y="552"/>
                    </a:cubicBezTo>
                    <a:cubicBezTo>
                      <a:pt x="80" y="552"/>
                      <a:pt x="80" y="552"/>
                      <a:pt x="80" y="552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3" y="555"/>
                      <a:pt x="83" y="555"/>
                      <a:pt x="83" y="555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7" y="561"/>
                      <a:pt x="87" y="561"/>
                      <a:pt x="87" y="561"/>
                    </a:cubicBezTo>
                    <a:cubicBezTo>
                      <a:pt x="90" y="562"/>
                      <a:pt x="90" y="562"/>
                      <a:pt x="90" y="562"/>
                    </a:cubicBezTo>
                    <a:cubicBezTo>
                      <a:pt x="92" y="560"/>
                      <a:pt x="92" y="560"/>
                      <a:pt x="92" y="560"/>
                    </a:cubicBezTo>
                    <a:cubicBezTo>
                      <a:pt x="92" y="559"/>
                      <a:pt x="92" y="559"/>
                      <a:pt x="92" y="559"/>
                    </a:cubicBezTo>
                    <a:cubicBezTo>
                      <a:pt x="93" y="558"/>
                      <a:pt x="93" y="558"/>
                      <a:pt x="93" y="558"/>
                    </a:cubicBezTo>
                    <a:cubicBezTo>
                      <a:pt x="96" y="558"/>
                      <a:pt x="96" y="558"/>
                      <a:pt x="96" y="558"/>
                    </a:cubicBezTo>
                    <a:cubicBezTo>
                      <a:pt x="98" y="556"/>
                      <a:pt x="98" y="556"/>
                      <a:pt x="98" y="556"/>
                    </a:cubicBezTo>
                    <a:cubicBezTo>
                      <a:pt x="101" y="556"/>
                      <a:pt x="101" y="556"/>
                      <a:pt x="101" y="556"/>
                    </a:cubicBezTo>
                    <a:cubicBezTo>
                      <a:pt x="102" y="555"/>
                      <a:pt x="102" y="555"/>
                      <a:pt x="102" y="555"/>
                    </a:cubicBezTo>
                    <a:cubicBezTo>
                      <a:pt x="105" y="556"/>
                      <a:pt x="105" y="556"/>
                      <a:pt x="105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8" y="555"/>
                      <a:pt x="108" y="555"/>
                      <a:pt x="108" y="555"/>
                    </a:cubicBezTo>
                    <a:cubicBezTo>
                      <a:pt x="109" y="555"/>
                      <a:pt x="109" y="555"/>
                      <a:pt x="109" y="555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12" y="555"/>
                      <a:pt x="112" y="555"/>
                      <a:pt x="112" y="555"/>
                    </a:cubicBezTo>
                    <a:cubicBezTo>
                      <a:pt x="112" y="554"/>
                      <a:pt x="112" y="554"/>
                      <a:pt x="112" y="554"/>
                    </a:cubicBezTo>
                    <a:cubicBezTo>
                      <a:pt x="113" y="555"/>
                      <a:pt x="113" y="555"/>
                      <a:pt x="113" y="555"/>
                    </a:cubicBezTo>
                    <a:cubicBezTo>
                      <a:pt x="115" y="556"/>
                      <a:pt x="115" y="556"/>
                      <a:pt x="115" y="556"/>
                    </a:cubicBezTo>
                    <a:cubicBezTo>
                      <a:pt x="117" y="553"/>
                      <a:pt x="117" y="553"/>
                      <a:pt x="117" y="553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21" y="550"/>
                      <a:pt x="121" y="550"/>
                      <a:pt x="121" y="550"/>
                    </a:cubicBezTo>
                    <a:cubicBezTo>
                      <a:pt x="124" y="550"/>
                      <a:pt x="124" y="550"/>
                      <a:pt x="124" y="550"/>
                    </a:cubicBezTo>
                    <a:cubicBezTo>
                      <a:pt x="125" y="548"/>
                      <a:pt x="125" y="548"/>
                      <a:pt x="125" y="548"/>
                    </a:cubicBezTo>
                    <a:cubicBezTo>
                      <a:pt x="124" y="547"/>
                      <a:pt x="124" y="547"/>
                      <a:pt x="124" y="547"/>
                    </a:cubicBezTo>
                    <a:cubicBezTo>
                      <a:pt x="125" y="546"/>
                      <a:pt x="125" y="546"/>
                      <a:pt x="125" y="546"/>
                    </a:cubicBezTo>
                    <a:cubicBezTo>
                      <a:pt x="127" y="542"/>
                      <a:pt x="127" y="542"/>
                      <a:pt x="127" y="542"/>
                    </a:cubicBezTo>
                    <a:cubicBezTo>
                      <a:pt x="127" y="541"/>
                      <a:pt x="127" y="541"/>
                      <a:pt x="127" y="541"/>
                    </a:cubicBezTo>
                    <a:cubicBezTo>
                      <a:pt x="129" y="540"/>
                      <a:pt x="129" y="540"/>
                      <a:pt x="129" y="540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29" y="535"/>
                      <a:pt x="129" y="535"/>
                      <a:pt x="129" y="535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8" y="534"/>
                      <a:pt x="128" y="534"/>
                      <a:pt x="128" y="534"/>
                    </a:cubicBezTo>
                    <a:cubicBezTo>
                      <a:pt x="127" y="532"/>
                      <a:pt x="127" y="532"/>
                      <a:pt x="127" y="532"/>
                    </a:cubicBezTo>
                    <a:cubicBezTo>
                      <a:pt x="127" y="531"/>
                      <a:pt x="127" y="531"/>
                      <a:pt x="127" y="531"/>
                    </a:cubicBezTo>
                    <a:cubicBezTo>
                      <a:pt x="130" y="526"/>
                      <a:pt x="130" y="526"/>
                      <a:pt x="130" y="526"/>
                    </a:cubicBezTo>
                    <a:cubicBezTo>
                      <a:pt x="131" y="526"/>
                      <a:pt x="131" y="526"/>
                      <a:pt x="131" y="526"/>
                    </a:cubicBezTo>
                    <a:cubicBezTo>
                      <a:pt x="133" y="523"/>
                      <a:pt x="133" y="523"/>
                      <a:pt x="133" y="523"/>
                    </a:cubicBezTo>
                    <a:cubicBezTo>
                      <a:pt x="134" y="523"/>
                      <a:pt x="134" y="523"/>
                      <a:pt x="134" y="523"/>
                    </a:cubicBezTo>
                    <a:cubicBezTo>
                      <a:pt x="135" y="522"/>
                      <a:pt x="135" y="522"/>
                      <a:pt x="135" y="522"/>
                    </a:cubicBezTo>
                    <a:cubicBezTo>
                      <a:pt x="136" y="520"/>
                      <a:pt x="136" y="520"/>
                      <a:pt x="136" y="520"/>
                    </a:cubicBezTo>
                    <a:cubicBezTo>
                      <a:pt x="136" y="519"/>
                      <a:pt x="136" y="519"/>
                      <a:pt x="136" y="519"/>
                    </a:cubicBezTo>
                    <a:cubicBezTo>
                      <a:pt x="137" y="519"/>
                      <a:pt x="137" y="519"/>
                      <a:pt x="137" y="519"/>
                    </a:cubicBezTo>
                    <a:cubicBezTo>
                      <a:pt x="138" y="518"/>
                      <a:pt x="138" y="518"/>
                      <a:pt x="138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1" y="518"/>
                      <a:pt x="141" y="518"/>
                    </a:cubicBezTo>
                    <a:cubicBezTo>
                      <a:pt x="141" y="518"/>
                      <a:pt x="143" y="517"/>
                      <a:pt x="143" y="517"/>
                    </a:cubicBezTo>
                    <a:cubicBezTo>
                      <a:pt x="144" y="517"/>
                      <a:pt x="144" y="517"/>
                      <a:pt x="145" y="515"/>
                    </a:cubicBezTo>
                    <a:cubicBezTo>
                      <a:pt x="148" y="514"/>
                      <a:pt x="148" y="514"/>
                      <a:pt x="148" y="514"/>
                    </a:cubicBezTo>
                    <a:cubicBezTo>
                      <a:pt x="149" y="512"/>
                      <a:pt x="149" y="512"/>
                      <a:pt x="149" y="512"/>
                    </a:cubicBezTo>
                    <a:cubicBezTo>
                      <a:pt x="149" y="510"/>
                      <a:pt x="149" y="510"/>
                      <a:pt x="149" y="510"/>
                    </a:cubicBezTo>
                    <a:cubicBezTo>
                      <a:pt x="149" y="508"/>
                      <a:pt x="149" y="508"/>
                      <a:pt x="149" y="508"/>
                    </a:cubicBezTo>
                    <a:cubicBezTo>
                      <a:pt x="150" y="507"/>
                      <a:pt x="150" y="507"/>
                      <a:pt x="150" y="507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50" y="506"/>
                      <a:pt x="150" y="506"/>
                      <a:pt x="150" y="506"/>
                    </a:cubicBezTo>
                    <a:cubicBezTo>
                      <a:pt x="149" y="505"/>
                      <a:pt x="149" y="505"/>
                      <a:pt x="149" y="505"/>
                    </a:cubicBezTo>
                    <a:cubicBezTo>
                      <a:pt x="149" y="503"/>
                      <a:pt x="149" y="503"/>
                      <a:pt x="149" y="503"/>
                    </a:cubicBezTo>
                    <a:cubicBezTo>
                      <a:pt x="149" y="501"/>
                      <a:pt x="149" y="501"/>
                      <a:pt x="149" y="501"/>
                    </a:cubicBezTo>
                    <a:cubicBezTo>
                      <a:pt x="150" y="500"/>
                      <a:pt x="150" y="500"/>
                      <a:pt x="150" y="500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4" y="496"/>
                      <a:pt x="154" y="496"/>
                      <a:pt x="154" y="496"/>
                    </a:cubicBezTo>
                    <a:cubicBezTo>
                      <a:pt x="155" y="497"/>
                      <a:pt x="155" y="497"/>
                      <a:pt x="155" y="497"/>
                    </a:cubicBezTo>
                    <a:cubicBezTo>
                      <a:pt x="157" y="497"/>
                      <a:pt x="157" y="497"/>
                      <a:pt x="157" y="497"/>
                    </a:cubicBezTo>
                    <a:cubicBezTo>
                      <a:pt x="158" y="498"/>
                      <a:pt x="158" y="498"/>
                      <a:pt x="158" y="498"/>
                    </a:cubicBezTo>
                    <a:cubicBezTo>
                      <a:pt x="160" y="498"/>
                      <a:pt x="160" y="498"/>
                      <a:pt x="160" y="498"/>
                    </a:cubicBezTo>
                    <a:cubicBezTo>
                      <a:pt x="161" y="497"/>
                      <a:pt x="161" y="497"/>
                      <a:pt x="161" y="497"/>
                    </a:cubicBezTo>
                    <a:cubicBezTo>
                      <a:pt x="162" y="497"/>
                      <a:pt x="162" y="497"/>
                      <a:pt x="162" y="497"/>
                    </a:cubicBezTo>
                    <a:cubicBezTo>
                      <a:pt x="166" y="500"/>
                      <a:pt x="166" y="500"/>
                      <a:pt x="166" y="500"/>
                    </a:cubicBezTo>
                    <a:cubicBezTo>
                      <a:pt x="167" y="501"/>
                      <a:pt x="167" y="501"/>
                      <a:pt x="167" y="501"/>
                    </a:cubicBezTo>
                    <a:cubicBezTo>
                      <a:pt x="171" y="501"/>
                      <a:pt x="171" y="501"/>
                      <a:pt x="171" y="501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3" y="499"/>
                      <a:pt x="173" y="499"/>
                      <a:pt x="173" y="499"/>
                    </a:cubicBezTo>
                    <a:cubicBezTo>
                      <a:pt x="174" y="497"/>
                      <a:pt x="174" y="497"/>
                      <a:pt x="174" y="497"/>
                    </a:cubicBezTo>
                    <a:cubicBezTo>
                      <a:pt x="178" y="494"/>
                      <a:pt x="178" y="494"/>
                      <a:pt x="178" y="494"/>
                    </a:cubicBezTo>
                    <a:cubicBezTo>
                      <a:pt x="182" y="493"/>
                      <a:pt x="182" y="493"/>
                      <a:pt x="182" y="493"/>
                    </a:cubicBezTo>
                    <a:cubicBezTo>
                      <a:pt x="184" y="491"/>
                      <a:pt x="184" y="491"/>
                      <a:pt x="184" y="491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7" y="489"/>
                      <a:pt x="187" y="489"/>
                      <a:pt x="187" y="489"/>
                    </a:cubicBezTo>
                    <a:cubicBezTo>
                      <a:pt x="192" y="490"/>
                      <a:pt x="192" y="490"/>
                      <a:pt x="192" y="490"/>
                    </a:cubicBezTo>
                    <a:cubicBezTo>
                      <a:pt x="193" y="491"/>
                      <a:pt x="193" y="491"/>
                      <a:pt x="193" y="491"/>
                    </a:cubicBezTo>
                    <a:cubicBezTo>
                      <a:pt x="195" y="491"/>
                      <a:pt x="195" y="491"/>
                      <a:pt x="195" y="491"/>
                    </a:cubicBezTo>
                    <a:cubicBezTo>
                      <a:pt x="197" y="494"/>
                      <a:pt x="197" y="494"/>
                      <a:pt x="197" y="494"/>
                    </a:cubicBezTo>
                    <a:cubicBezTo>
                      <a:pt x="198" y="496"/>
                      <a:pt x="198" y="496"/>
                      <a:pt x="198" y="496"/>
                    </a:cubicBezTo>
                    <a:cubicBezTo>
                      <a:pt x="198" y="498"/>
                      <a:pt x="198" y="498"/>
                      <a:pt x="198" y="498"/>
                    </a:cubicBezTo>
                    <a:cubicBezTo>
                      <a:pt x="199" y="498"/>
                      <a:pt x="199" y="498"/>
                      <a:pt x="199" y="498"/>
                    </a:cubicBezTo>
                    <a:cubicBezTo>
                      <a:pt x="199" y="500"/>
                      <a:pt x="199" y="500"/>
                      <a:pt x="199" y="500"/>
                    </a:cubicBezTo>
                    <a:cubicBezTo>
                      <a:pt x="201" y="501"/>
                      <a:pt x="201" y="501"/>
                      <a:pt x="201" y="501"/>
                    </a:cubicBezTo>
                    <a:cubicBezTo>
                      <a:pt x="202" y="503"/>
                      <a:pt x="202" y="503"/>
                      <a:pt x="202" y="503"/>
                    </a:cubicBezTo>
                    <a:cubicBezTo>
                      <a:pt x="204" y="504"/>
                      <a:pt x="204" y="504"/>
                      <a:pt x="204" y="504"/>
                    </a:cubicBezTo>
                    <a:cubicBezTo>
                      <a:pt x="204" y="506"/>
                      <a:pt x="204" y="506"/>
                      <a:pt x="204" y="506"/>
                    </a:cubicBezTo>
                    <a:cubicBezTo>
                      <a:pt x="207" y="506"/>
                      <a:pt x="207" y="506"/>
                      <a:pt x="207" y="506"/>
                    </a:cubicBezTo>
                    <a:cubicBezTo>
                      <a:pt x="208" y="507"/>
                      <a:pt x="208" y="507"/>
                      <a:pt x="208" y="507"/>
                    </a:cubicBezTo>
                    <a:cubicBezTo>
                      <a:pt x="208" y="509"/>
                      <a:pt x="208" y="509"/>
                      <a:pt x="208" y="509"/>
                    </a:cubicBezTo>
                    <a:cubicBezTo>
                      <a:pt x="209" y="509"/>
                      <a:pt x="209" y="509"/>
                      <a:pt x="209" y="509"/>
                    </a:cubicBezTo>
                    <a:cubicBezTo>
                      <a:pt x="212" y="513"/>
                      <a:pt x="212" y="513"/>
                      <a:pt x="212" y="513"/>
                    </a:cubicBezTo>
                    <a:cubicBezTo>
                      <a:pt x="215" y="515"/>
                      <a:pt x="215" y="515"/>
                      <a:pt x="215" y="515"/>
                    </a:cubicBezTo>
                    <a:cubicBezTo>
                      <a:pt x="217" y="515"/>
                      <a:pt x="217" y="515"/>
                      <a:pt x="217" y="515"/>
                    </a:cubicBezTo>
                    <a:cubicBezTo>
                      <a:pt x="218" y="516"/>
                      <a:pt x="218" y="516"/>
                      <a:pt x="218" y="516"/>
                    </a:cubicBezTo>
                    <a:cubicBezTo>
                      <a:pt x="218" y="517"/>
                      <a:pt x="218" y="517"/>
                      <a:pt x="218" y="517"/>
                    </a:cubicBezTo>
                    <a:cubicBezTo>
                      <a:pt x="220" y="517"/>
                      <a:pt x="220" y="517"/>
                      <a:pt x="220" y="517"/>
                    </a:cubicBezTo>
                    <a:cubicBezTo>
                      <a:pt x="221" y="517"/>
                      <a:pt x="221" y="517"/>
                      <a:pt x="221" y="517"/>
                    </a:cubicBezTo>
                    <a:cubicBezTo>
                      <a:pt x="222" y="517"/>
                      <a:pt x="222" y="517"/>
                      <a:pt x="222" y="517"/>
                    </a:cubicBezTo>
                    <a:cubicBezTo>
                      <a:pt x="224" y="517"/>
                      <a:pt x="224" y="517"/>
                      <a:pt x="224" y="517"/>
                    </a:cubicBezTo>
                    <a:cubicBezTo>
                      <a:pt x="225" y="520"/>
                      <a:pt x="225" y="520"/>
                      <a:pt x="225" y="520"/>
                    </a:cubicBezTo>
                    <a:cubicBezTo>
                      <a:pt x="226" y="521"/>
                      <a:pt x="226" y="521"/>
                      <a:pt x="226" y="521"/>
                    </a:cubicBezTo>
                    <a:cubicBezTo>
                      <a:pt x="227" y="520"/>
                      <a:pt x="227" y="520"/>
                      <a:pt x="227" y="520"/>
                    </a:cubicBezTo>
                    <a:cubicBezTo>
                      <a:pt x="228" y="521"/>
                      <a:pt x="228" y="521"/>
                      <a:pt x="228" y="521"/>
                    </a:cubicBezTo>
                    <a:cubicBezTo>
                      <a:pt x="228" y="522"/>
                      <a:pt x="228" y="522"/>
                      <a:pt x="228" y="522"/>
                    </a:cubicBezTo>
                    <a:cubicBezTo>
                      <a:pt x="230" y="522"/>
                      <a:pt x="230" y="522"/>
                      <a:pt x="230" y="522"/>
                    </a:cubicBezTo>
                    <a:cubicBezTo>
                      <a:pt x="231" y="522"/>
                      <a:pt x="231" y="522"/>
                      <a:pt x="231" y="522"/>
                    </a:cubicBezTo>
                    <a:cubicBezTo>
                      <a:pt x="231" y="523"/>
                      <a:pt x="231" y="523"/>
                      <a:pt x="231" y="523"/>
                    </a:cubicBezTo>
                    <a:cubicBezTo>
                      <a:pt x="231" y="524"/>
                      <a:pt x="231" y="524"/>
                      <a:pt x="231" y="524"/>
                    </a:cubicBezTo>
                    <a:cubicBezTo>
                      <a:pt x="231" y="525"/>
                      <a:pt x="231" y="525"/>
                      <a:pt x="231" y="525"/>
                    </a:cubicBezTo>
                    <a:cubicBezTo>
                      <a:pt x="232" y="526"/>
                      <a:pt x="232" y="526"/>
                      <a:pt x="232" y="526"/>
                    </a:cubicBezTo>
                    <a:cubicBezTo>
                      <a:pt x="233" y="526"/>
                      <a:pt x="233" y="526"/>
                      <a:pt x="233" y="526"/>
                    </a:cubicBezTo>
                    <a:cubicBezTo>
                      <a:pt x="234" y="527"/>
                      <a:pt x="234" y="527"/>
                      <a:pt x="234" y="527"/>
                    </a:cubicBezTo>
                    <a:cubicBezTo>
                      <a:pt x="236" y="528"/>
                      <a:pt x="236" y="528"/>
                      <a:pt x="236" y="528"/>
                    </a:cubicBezTo>
                    <a:cubicBezTo>
                      <a:pt x="237" y="527"/>
                      <a:pt x="237" y="527"/>
                      <a:pt x="237" y="527"/>
                    </a:cubicBezTo>
                    <a:cubicBezTo>
                      <a:pt x="238" y="528"/>
                      <a:pt x="238" y="528"/>
                      <a:pt x="238" y="528"/>
                    </a:cubicBezTo>
                    <a:cubicBezTo>
                      <a:pt x="238" y="530"/>
                      <a:pt x="238" y="530"/>
                      <a:pt x="238" y="530"/>
                    </a:cubicBezTo>
                    <a:cubicBezTo>
                      <a:pt x="239" y="532"/>
                      <a:pt x="239" y="532"/>
                      <a:pt x="239" y="532"/>
                    </a:cubicBezTo>
                    <a:cubicBezTo>
                      <a:pt x="239" y="533"/>
                      <a:pt x="239" y="533"/>
                      <a:pt x="239" y="533"/>
                    </a:cubicBezTo>
                    <a:cubicBezTo>
                      <a:pt x="240" y="535"/>
                      <a:pt x="240" y="535"/>
                      <a:pt x="240" y="535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1" y="537"/>
                      <a:pt x="241" y="537"/>
                      <a:pt x="241" y="537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40" y="538"/>
                      <a:pt x="240" y="538"/>
                      <a:pt x="240" y="538"/>
                    </a:cubicBezTo>
                    <a:cubicBezTo>
                      <a:pt x="239" y="539"/>
                      <a:pt x="239" y="539"/>
                      <a:pt x="239" y="539"/>
                    </a:cubicBezTo>
                    <a:cubicBezTo>
                      <a:pt x="239" y="540"/>
                      <a:pt x="239" y="540"/>
                      <a:pt x="239" y="540"/>
                    </a:cubicBezTo>
                    <a:cubicBezTo>
                      <a:pt x="239" y="541"/>
                      <a:pt x="239" y="541"/>
                      <a:pt x="239" y="541"/>
                    </a:cubicBezTo>
                    <a:cubicBezTo>
                      <a:pt x="238" y="542"/>
                      <a:pt x="238" y="542"/>
                      <a:pt x="238" y="542"/>
                    </a:cubicBezTo>
                    <a:cubicBezTo>
                      <a:pt x="238" y="543"/>
                      <a:pt x="238" y="543"/>
                      <a:pt x="238" y="543"/>
                    </a:cubicBezTo>
                    <a:cubicBezTo>
                      <a:pt x="237" y="543"/>
                      <a:pt x="237" y="543"/>
                      <a:pt x="237" y="543"/>
                    </a:cubicBezTo>
                    <a:cubicBezTo>
                      <a:pt x="236" y="542"/>
                      <a:pt x="236" y="542"/>
                      <a:pt x="236" y="542"/>
                    </a:cubicBezTo>
                    <a:cubicBezTo>
                      <a:pt x="234" y="544"/>
                      <a:pt x="234" y="544"/>
                      <a:pt x="234" y="544"/>
                    </a:cubicBezTo>
                    <a:cubicBezTo>
                      <a:pt x="233" y="544"/>
                      <a:pt x="233" y="544"/>
                      <a:pt x="233" y="544"/>
                    </a:cubicBezTo>
                    <a:cubicBezTo>
                      <a:pt x="231" y="543"/>
                      <a:pt x="231" y="543"/>
                      <a:pt x="231" y="543"/>
                    </a:cubicBezTo>
                    <a:cubicBezTo>
                      <a:pt x="230" y="544"/>
                      <a:pt x="230" y="544"/>
                      <a:pt x="230" y="544"/>
                    </a:cubicBezTo>
                    <a:cubicBezTo>
                      <a:pt x="226" y="544"/>
                      <a:pt x="226" y="544"/>
                      <a:pt x="226" y="544"/>
                    </a:cubicBezTo>
                    <a:cubicBezTo>
                      <a:pt x="224" y="545"/>
                      <a:pt x="224" y="545"/>
                      <a:pt x="224" y="54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0" y="544"/>
                      <a:pt x="220" y="544"/>
                      <a:pt x="220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8" y="544"/>
                      <a:pt x="218" y="544"/>
                      <a:pt x="218" y="544"/>
                    </a:cubicBezTo>
                    <a:cubicBezTo>
                      <a:pt x="217" y="544"/>
                      <a:pt x="217" y="544"/>
                      <a:pt x="217" y="544"/>
                    </a:cubicBezTo>
                    <a:cubicBezTo>
                      <a:pt x="215" y="545"/>
                      <a:pt x="215" y="545"/>
                      <a:pt x="215" y="545"/>
                    </a:cubicBezTo>
                    <a:cubicBezTo>
                      <a:pt x="215" y="548"/>
                      <a:pt x="215" y="548"/>
                      <a:pt x="215" y="548"/>
                    </a:cubicBezTo>
                    <a:cubicBezTo>
                      <a:pt x="217" y="550"/>
                      <a:pt x="217" y="550"/>
                      <a:pt x="217" y="550"/>
                    </a:cubicBezTo>
                    <a:cubicBezTo>
                      <a:pt x="218" y="549"/>
                      <a:pt x="218" y="549"/>
                      <a:pt x="218" y="549"/>
                    </a:cubicBezTo>
                    <a:cubicBezTo>
                      <a:pt x="221" y="551"/>
                      <a:pt x="221" y="551"/>
                      <a:pt x="221" y="551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4" y="553"/>
                      <a:pt x="224" y="553"/>
                      <a:pt x="224" y="553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8" y="554"/>
                      <a:pt x="228" y="554"/>
                      <a:pt x="228" y="554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9" y="556"/>
                      <a:pt x="229" y="556"/>
                      <a:pt x="229" y="556"/>
                    </a:cubicBezTo>
                    <a:cubicBezTo>
                      <a:pt x="233" y="557"/>
                      <a:pt x="233" y="557"/>
                      <a:pt x="233" y="557"/>
                    </a:cubicBezTo>
                    <a:cubicBezTo>
                      <a:pt x="235" y="557"/>
                      <a:pt x="235" y="557"/>
                      <a:pt x="235" y="557"/>
                    </a:cubicBezTo>
                    <a:cubicBezTo>
                      <a:pt x="235" y="555"/>
                      <a:pt x="235" y="555"/>
                      <a:pt x="235" y="555"/>
                    </a:cubicBezTo>
                    <a:cubicBezTo>
                      <a:pt x="236" y="554"/>
                      <a:pt x="236" y="554"/>
                      <a:pt x="236" y="554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5" y="550"/>
                      <a:pt x="235" y="550"/>
                      <a:pt x="235" y="550"/>
                    </a:cubicBezTo>
                    <a:cubicBezTo>
                      <a:pt x="236" y="547"/>
                      <a:pt x="236" y="547"/>
                      <a:pt x="236" y="547"/>
                    </a:cubicBezTo>
                    <a:cubicBezTo>
                      <a:pt x="237" y="546"/>
                      <a:pt x="237" y="546"/>
                      <a:pt x="237" y="546"/>
                    </a:cubicBezTo>
                    <a:cubicBezTo>
                      <a:pt x="237" y="545"/>
                      <a:pt x="237" y="545"/>
                      <a:pt x="237" y="545"/>
                    </a:cubicBezTo>
                    <a:cubicBezTo>
                      <a:pt x="239" y="547"/>
                      <a:pt x="239" y="547"/>
                      <a:pt x="239" y="547"/>
                    </a:cubicBezTo>
                    <a:cubicBezTo>
                      <a:pt x="242" y="547"/>
                      <a:pt x="242" y="547"/>
                      <a:pt x="242" y="547"/>
                    </a:cubicBezTo>
                    <a:cubicBezTo>
                      <a:pt x="243" y="545"/>
                      <a:pt x="243" y="545"/>
                      <a:pt x="243" y="545"/>
                    </a:cubicBezTo>
                    <a:cubicBezTo>
                      <a:pt x="243" y="544"/>
                      <a:pt x="243" y="544"/>
                      <a:pt x="243" y="544"/>
                    </a:cubicBezTo>
                    <a:cubicBezTo>
                      <a:pt x="245" y="542"/>
                      <a:pt x="245" y="542"/>
                      <a:pt x="245" y="542"/>
                    </a:cubicBezTo>
                    <a:cubicBezTo>
                      <a:pt x="245" y="539"/>
                      <a:pt x="245" y="539"/>
                      <a:pt x="245" y="539"/>
                    </a:cubicBezTo>
                    <a:cubicBezTo>
                      <a:pt x="246" y="538"/>
                      <a:pt x="246" y="538"/>
                      <a:pt x="246" y="538"/>
                    </a:cubicBezTo>
                    <a:cubicBezTo>
                      <a:pt x="248" y="537"/>
                      <a:pt x="248" y="537"/>
                      <a:pt x="248" y="537"/>
                    </a:cubicBezTo>
                    <a:cubicBezTo>
                      <a:pt x="249" y="536"/>
                      <a:pt x="249" y="536"/>
                      <a:pt x="249" y="536"/>
                    </a:cubicBezTo>
                    <a:cubicBezTo>
                      <a:pt x="248" y="535"/>
                      <a:pt x="248" y="535"/>
                      <a:pt x="248" y="535"/>
                    </a:cubicBezTo>
                    <a:cubicBezTo>
                      <a:pt x="248" y="533"/>
                      <a:pt x="248" y="533"/>
                      <a:pt x="248" y="533"/>
                    </a:cubicBezTo>
                    <a:cubicBezTo>
                      <a:pt x="248" y="532"/>
                      <a:pt x="248" y="532"/>
                      <a:pt x="248" y="532"/>
                    </a:cubicBezTo>
                    <a:cubicBezTo>
                      <a:pt x="245" y="530"/>
                      <a:pt x="245" y="530"/>
                      <a:pt x="245" y="530"/>
                    </a:cubicBezTo>
                    <a:cubicBezTo>
                      <a:pt x="244" y="530"/>
                      <a:pt x="244" y="530"/>
                      <a:pt x="244" y="530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4" y="529"/>
                      <a:pt x="244" y="529"/>
                      <a:pt x="244" y="529"/>
                    </a:cubicBezTo>
                    <a:cubicBezTo>
                      <a:pt x="245" y="528"/>
                      <a:pt x="245" y="528"/>
                      <a:pt x="245" y="528"/>
                    </a:cubicBezTo>
                    <a:cubicBezTo>
                      <a:pt x="245" y="527"/>
                      <a:pt x="245" y="527"/>
                      <a:pt x="245" y="527"/>
                    </a:cubicBezTo>
                    <a:cubicBezTo>
                      <a:pt x="245" y="526"/>
                      <a:pt x="245" y="526"/>
                      <a:pt x="245" y="526"/>
                    </a:cubicBezTo>
                    <a:cubicBezTo>
                      <a:pt x="246" y="525"/>
                      <a:pt x="246" y="525"/>
                      <a:pt x="246" y="525"/>
                    </a:cubicBezTo>
                    <a:cubicBezTo>
                      <a:pt x="247" y="524"/>
                      <a:pt x="247" y="524"/>
                      <a:pt x="247" y="524"/>
                    </a:cubicBezTo>
                    <a:cubicBezTo>
                      <a:pt x="247" y="523"/>
                      <a:pt x="247" y="523"/>
                      <a:pt x="247" y="523"/>
                    </a:cubicBezTo>
                    <a:cubicBezTo>
                      <a:pt x="248" y="523"/>
                      <a:pt x="248" y="523"/>
                      <a:pt x="248" y="523"/>
                    </a:cubicBezTo>
                    <a:cubicBezTo>
                      <a:pt x="249" y="524"/>
                      <a:pt x="249" y="524"/>
                      <a:pt x="249" y="524"/>
                    </a:cubicBezTo>
                    <a:cubicBezTo>
                      <a:pt x="249" y="525"/>
                      <a:pt x="249" y="525"/>
                      <a:pt x="249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5"/>
                      <a:pt x="252" y="525"/>
                      <a:pt x="252" y="525"/>
                    </a:cubicBezTo>
                    <a:cubicBezTo>
                      <a:pt x="252" y="526"/>
                      <a:pt x="252" y="526"/>
                      <a:pt x="252" y="526"/>
                    </a:cubicBezTo>
                    <a:cubicBezTo>
                      <a:pt x="253" y="527"/>
                      <a:pt x="253" y="527"/>
                      <a:pt x="253" y="527"/>
                    </a:cubicBezTo>
                    <a:cubicBezTo>
                      <a:pt x="254" y="529"/>
                      <a:pt x="254" y="529"/>
                      <a:pt x="254" y="529"/>
                    </a:cubicBezTo>
                    <a:cubicBezTo>
                      <a:pt x="256" y="530"/>
                      <a:pt x="256" y="530"/>
                      <a:pt x="256" y="530"/>
                    </a:cubicBezTo>
                    <a:cubicBezTo>
                      <a:pt x="256" y="529"/>
                      <a:pt x="256" y="529"/>
                      <a:pt x="256" y="529"/>
                    </a:cubicBezTo>
                    <a:cubicBezTo>
                      <a:pt x="257" y="528"/>
                      <a:pt x="257" y="528"/>
                      <a:pt x="257" y="528"/>
                    </a:cubicBezTo>
                    <a:cubicBezTo>
                      <a:pt x="257" y="527"/>
                      <a:pt x="257" y="527"/>
                      <a:pt x="257" y="527"/>
                    </a:cubicBezTo>
                    <a:cubicBezTo>
                      <a:pt x="257" y="526"/>
                      <a:pt x="257" y="526"/>
                      <a:pt x="257" y="526"/>
                    </a:cubicBezTo>
                    <a:cubicBezTo>
                      <a:pt x="257" y="524"/>
                      <a:pt x="257" y="524"/>
                      <a:pt x="257" y="524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5" y="522"/>
                      <a:pt x="255" y="522"/>
                      <a:pt x="255" y="522"/>
                    </a:cubicBezTo>
                    <a:cubicBezTo>
                      <a:pt x="253" y="521"/>
                      <a:pt x="253" y="521"/>
                      <a:pt x="253" y="521"/>
                    </a:cubicBezTo>
                    <a:cubicBezTo>
                      <a:pt x="251" y="520"/>
                      <a:pt x="251" y="520"/>
                      <a:pt x="251" y="520"/>
                    </a:cubicBezTo>
                    <a:cubicBezTo>
                      <a:pt x="249" y="518"/>
                      <a:pt x="249" y="518"/>
                      <a:pt x="249" y="518"/>
                    </a:cubicBezTo>
                    <a:cubicBezTo>
                      <a:pt x="243" y="515"/>
                      <a:pt x="243" y="515"/>
                      <a:pt x="243" y="515"/>
                    </a:cubicBezTo>
                    <a:cubicBezTo>
                      <a:pt x="240" y="514"/>
                      <a:pt x="240" y="514"/>
                      <a:pt x="240" y="514"/>
                    </a:cubicBezTo>
                    <a:cubicBezTo>
                      <a:pt x="239" y="514"/>
                      <a:pt x="239" y="514"/>
                      <a:pt x="239" y="514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39" y="513"/>
                      <a:pt x="239" y="513"/>
                      <a:pt x="239" y="513"/>
                    </a:cubicBezTo>
                    <a:cubicBezTo>
                      <a:pt x="240" y="512"/>
                      <a:pt x="240" y="512"/>
                      <a:pt x="240" y="512"/>
                    </a:cubicBezTo>
                    <a:cubicBezTo>
                      <a:pt x="241" y="510"/>
                      <a:pt x="241" y="510"/>
                      <a:pt x="241" y="510"/>
                    </a:cubicBezTo>
                    <a:cubicBezTo>
                      <a:pt x="239" y="509"/>
                      <a:pt x="239" y="509"/>
                      <a:pt x="239" y="509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6" y="509"/>
                      <a:pt x="236" y="509"/>
                      <a:pt x="236" y="509"/>
                    </a:cubicBezTo>
                    <a:cubicBezTo>
                      <a:pt x="233" y="509"/>
                      <a:pt x="233" y="509"/>
                      <a:pt x="233" y="509"/>
                    </a:cubicBezTo>
                    <a:cubicBezTo>
                      <a:pt x="232" y="509"/>
                      <a:pt x="232" y="509"/>
                      <a:pt x="232" y="509"/>
                    </a:cubicBezTo>
                    <a:cubicBezTo>
                      <a:pt x="231" y="509"/>
                      <a:pt x="231" y="509"/>
                      <a:pt x="231" y="509"/>
                    </a:cubicBezTo>
                    <a:cubicBezTo>
                      <a:pt x="230" y="508"/>
                      <a:pt x="230" y="508"/>
                      <a:pt x="230" y="508"/>
                    </a:cubicBezTo>
                    <a:cubicBezTo>
                      <a:pt x="228" y="506"/>
                      <a:pt x="228" y="506"/>
                      <a:pt x="228" y="506"/>
                    </a:cubicBezTo>
                    <a:cubicBezTo>
                      <a:pt x="227" y="504"/>
                      <a:pt x="227" y="504"/>
                      <a:pt x="227" y="504"/>
                    </a:cubicBezTo>
                    <a:cubicBezTo>
                      <a:pt x="225" y="503"/>
                      <a:pt x="225" y="503"/>
                      <a:pt x="225" y="503"/>
                    </a:cubicBezTo>
                    <a:cubicBezTo>
                      <a:pt x="225" y="502"/>
                      <a:pt x="225" y="502"/>
                      <a:pt x="225" y="502"/>
                    </a:cubicBezTo>
                    <a:cubicBezTo>
                      <a:pt x="225" y="500"/>
                      <a:pt x="225" y="500"/>
                      <a:pt x="225" y="500"/>
                    </a:cubicBezTo>
                    <a:cubicBezTo>
                      <a:pt x="224" y="500"/>
                      <a:pt x="224" y="500"/>
                      <a:pt x="224" y="500"/>
                    </a:cubicBezTo>
                    <a:cubicBezTo>
                      <a:pt x="224" y="499"/>
                      <a:pt x="224" y="499"/>
                      <a:pt x="224" y="499"/>
                    </a:cubicBezTo>
                    <a:cubicBezTo>
                      <a:pt x="219" y="494"/>
                      <a:pt x="219" y="494"/>
                      <a:pt x="219" y="494"/>
                    </a:cubicBezTo>
                    <a:cubicBezTo>
                      <a:pt x="218" y="493"/>
                      <a:pt x="218" y="493"/>
                      <a:pt x="218" y="493"/>
                    </a:cubicBezTo>
                    <a:cubicBezTo>
                      <a:pt x="213" y="490"/>
                      <a:pt x="213" y="490"/>
                      <a:pt x="213" y="490"/>
                    </a:cubicBezTo>
                    <a:cubicBezTo>
                      <a:pt x="212" y="489"/>
                      <a:pt x="212" y="489"/>
                      <a:pt x="212" y="489"/>
                    </a:cubicBezTo>
                    <a:cubicBezTo>
                      <a:pt x="212" y="487"/>
                      <a:pt x="212" y="487"/>
                      <a:pt x="212" y="487"/>
                    </a:cubicBezTo>
                    <a:cubicBezTo>
                      <a:pt x="211" y="486"/>
                      <a:pt x="211" y="486"/>
                      <a:pt x="211" y="486"/>
                    </a:cubicBezTo>
                    <a:cubicBezTo>
                      <a:pt x="212" y="485"/>
                      <a:pt x="212" y="485"/>
                      <a:pt x="212" y="485"/>
                    </a:cubicBezTo>
                    <a:cubicBezTo>
                      <a:pt x="213" y="483"/>
                      <a:pt x="213" y="483"/>
                      <a:pt x="213" y="483"/>
                    </a:cubicBezTo>
                    <a:cubicBezTo>
                      <a:pt x="212" y="482"/>
                      <a:pt x="212" y="482"/>
                      <a:pt x="212" y="482"/>
                    </a:cubicBezTo>
                    <a:cubicBezTo>
                      <a:pt x="211" y="480"/>
                      <a:pt x="211" y="480"/>
                      <a:pt x="211" y="480"/>
                    </a:cubicBezTo>
                    <a:cubicBezTo>
                      <a:pt x="212" y="480"/>
                      <a:pt x="212" y="480"/>
                      <a:pt x="212" y="480"/>
                    </a:cubicBezTo>
                    <a:cubicBezTo>
                      <a:pt x="213" y="480"/>
                      <a:pt x="213" y="480"/>
                      <a:pt x="213" y="480"/>
                    </a:cubicBezTo>
                    <a:cubicBezTo>
                      <a:pt x="214" y="478"/>
                      <a:pt x="214" y="478"/>
                      <a:pt x="214" y="478"/>
                    </a:cubicBezTo>
                    <a:cubicBezTo>
                      <a:pt x="216" y="478"/>
                      <a:pt x="216" y="478"/>
                      <a:pt x="216" y="478"/>
                    </a:cubicBezTo>
                    <a:cubicBezTo>
                      <a:pt x="217" y="477"/>
                      <a:pt x="217" y="477"/>
                      <a:pt x="217" y="477"/>
                    </a:cubicBezTo>
                    <a:cubicBezTo>
                      <a:pt x="218" y="477"/>
                      <a:pt x="218" y="477"/>
                      <a:pt x="218" y="477"/>
                    </a:cubicBezTo>
                    <a:cubicBezTo>
                      <a:pt x="219" y="477"/>
                      <a:pt x="219" y="477"/>
                      <a:pt x="219" y="477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21" y="478"/>
                      <a:pt x="221" y="478"/>
                      <a:pt x="221" y="478"/>
                    </a:cubicBezTo>
                    <a:cubicBezTo>
                      <a:pt x="219" y="478"/>
                      <a:pt x="219" y="478"/>
                      <a:pt x="219" y="478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79"/>
                      <a:pt x="219" y="479"/>
                      <a:pt x="219" y="479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0"/>
                      <a:pt x="219" y="480"/>
                      <a:pt x="219" y="480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19" y="481"/>
                      <a:pt x="219" y="481"/>
                      <a:pt x="219" y="481"/>
                    </a:cubicBezTo>
                    <a:cubicBezTo>
                      <a:pt x="220" y="483"/>
                      <a:pt x="220" y="483"/>
                      <a:pt x="220" y="483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1" y="485"/>
                      <a:pt x="221" y="485"/>
                      <a:pt x="221" y="48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4" y="484"/>
                      <a:pt x="224" y="484"/>
                      <a:pt x="224" y="484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5" y="486"/>
                      <a:pt x="225" y="486"/>
                      <a:pt x="225" y="486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7" y="488"/>
                      <a:pt x="227" y="488"/>
                      <a:pt x="227" y="488"/>
                    </a:cubicBezTo>
                    <a:cubicBezTo>
                      <a:pt x="228" y="489"/>
                      <a:pt x="228" y="489"/>
                      <a:pt x="228" y="489"/>
                    </a:cubicBezTo>
                    <a:cubicBezTo>
                      <a:pt x="233" y="496"/>
                      <a:pt x="233" y="496"/>
                      <a:pt x="233" y="496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2" y="493"/>
                      <a:pt x="232" y="493"/>
                      <a:pt x="232" y="493"/>
                    </a:cubicBezTo>
                    <a:cubicBezTo>
                      <a:pt x="234" y="493"/>
                      <a:pt x="234" y="493"/>
                      <a:pt x="234" y="493"/>
                    </a:cubicBezTo>
                    <a:cubicBezTo>
                      <a:pt x="236" y="494"/>
                      <a:pt x="236" y="494"/>
                      <a:pt x="236" y="494"/>
                    </a:cubicBezTo>
                    <a:cubicBezTo>
                      <a:pt x="237" y="495"/>
                      <a:pt x="237" y="495"/>
                      <a:pt x="237" y="495"/>
                    </a:cubicBezTo>
                    <a:cubicBezTo>
                      <a:pt x="238" y="496"/>
                      <a:pt x="238" y="496"/>
                      <a:pt x="238" y="496"/>
                    </a:cubicBezTo>
                    <a:cubicBezTo>
                      <a:pt x="239" y="497"/>
                      <a:pt x="239" y="497"/>
                      <a:pt x="239" y="497"/>
                    </a:cubicBezTo>
                    <a:cubicBezTo>
                      <a:pt x="240" y="497"/>
                      <a:pt x="240" y="497"/>
                      <a:pt x="240" y="497"/>
                    </a:cubicBezTo>
                    <a:cubicBezTo>
                      <a:pt x="241" y="498"/>
                      <a:pt x="241" y="498"/>
                      <a:pt x="241" y="498"/>
                    </a:cubicBezTo>
                    <a:cubicBezTo>
                      <a:pt x="238" y="498"/>
                      <a:pt x="238" y="498"/>
                      <a:pt x="238" y="498"/>
                    </a:cubicBezTo>
                    <a:cubicBezTo>
                      <a:pt x="243" y="500"/>
                      <a:pt x="243" y="500"/>
                      <a:pt x="243" y="500"/>
                    </a:cubicBezTo>
                    <a:cubicBezTo>
                      <a:pt x="242" y="501"/>
                      <a:pt x="242" y="501"/>
                      <a:pt x="242" y="501"/>
                    </a:cubicBezTo>
                    <a:cubicBezTo>
                      <a:pt x="244" y="502"/>
                      <a:pt x="244" y="502"/>
                      <a:pt x="244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48" y="502"/>
                      <a:pt x="248" y="502"/>
                      <a:pt x="248" y="502"/>
                    </a:cubicBezTo>
                    <a:cubicBezTo>
                      <a:pt x="250" y="503"/>
                      <a:pt x="250" y="503"/>
                      <a:pt x="250" y="503"/>
                    </a:cubicBezTo>
                    <a:cubicBezTo>
                      <a:pt x="250" y="502"/>
                      <a:pt x="250" y="502"/>
                      <a:pt x="250" y="502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3" y="503"/>
                      <a:pt x="253" y="503"/>
                      <a:pt x="253" y="503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4" y="504"/>
                      <a:pt x="254" y="504"/>
                      <a:pt x="254" y="504"/>
                    </a:cubicBezTo>
                    <a:cubicBezTo>
                      <a:pt x="255" y="504"/>
                      <a:pt x="255" y="504"/>
                      <a:pt x="255" y="504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5" y="505"/>
                      <a:pt x="255" y="505"/>
                      <a:pt x="255" y="505"/>
                    </a:cubicBezTo>
                    <a:cubicBezTo>
                      <a:pt x="257" y="506"/>
                      <a:pt x="257" y="506"/>
                      <a:pt x="257" y="506"/>
                    </a:cubicBezTo>
                    <a:cubicBezTo>
                      <a:pt x="259" y="509"/>
                      <a:pt x="259" y="509"/>
                      <a:pt x="259" y="509"/>
                    </a:cubicBezTo>
                    <a:cubicBezTo>
                      <a:pt x="260" y="510"/>
                      <a:pt x="260" y="510"/>
                      <a:pt x="260" y="510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1" y="511"/>
                      <a:pt x="261" y="511"/>
                      <a:pt x="261" y="511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2"/>
                      <a:pt x="263" y="512"/>
                      <a:pt x="263" y="512"/>
                    </a:cubicBezTo>
                    <a:cubicBezTo>
                      <a:pt x="263" y="513"/>
                      <a:pt x="263" y="513"/>
                      <a:pt x="263" y="513"/>
                    </a:cubicBezTo>
                    <a:cubicBezTo>
                      <a:pt x="262" y="516"/>
                      <a:pt x="262" y="516"/>
                      <a:pt x="262" y="516"/>
                    </a:cubicBezTo>
                    <a:cubicBezTo>
                      <a:pt x="263" y="519"/>
                      <a:pt x="263" y="519"/>
                      <a:pt x="263" y="519"/>
                    </a:cubicBezTo>
                    <a:cubicBezTo>
                      <a:pt x="262" y="520"/>
                      <a:pt x="262" y="520"/>
                      <a:pt x="262" y="520"/>
                    </a:cubicBezTo>
                    <a:cubicBezTo>
                      <a:pt x="262" y="522"/>
                      <a:pt x="262" y="522"/>
                      <a:pt x="262" y="522"/>
                    </a:cubicBezTo>
                    <a:cubicBezTo>
                      <a:pt x="263" y="523"/>
                      <a:pt x="263" y="523"/>
                      <a:pt x="263" y="523"/>
                    </a:cubicBezTo>
                    <a:cubicBezTo>
                      <a:pt x="262" y="525"/>
                      <a:pt x="262" y="525"/>
                      <a:pt x="262" y="525"/>
                    </a:cubicBezTo>
                    <a:cubicBezTo>
                      <a:pt x="263" y="526"/>
                      <a:pt x="263" y="526"/>
                      <a:pt x="263" y="526"/>
                    </a:cubicBezTo>
                    <a:cubicBezTo>
                      <a:pt x="266" y="526"/>
                      <a:pt x="266" y="526"/>
                      <a:pt x="266" y="526"/>
                    </a:cubicBezTo>
                    <a:cubicBezTo>
                      <a:pt x="267" y="529"/>
                      <a:pt x="267" y="529"/>
                      <a:pt x="267" y="529"/>
                    </a:cubicBezTo>
                    <a:cubicBezTo>
                      <a:pt x="266" y="528"/>
                      <a:pt x="266" y="528"/>
                      <a:pt x="266" y="528"/>
                    </a:cubicBezTo>
                    <a:cubicBezTo>
                      <a:pt x="264" y="529"/>
                      <a:pt x="264" y="529"/>
                      <a:pt x="264" y="529"/>
                    </a:cubicBezTo>
                    <a:cubicBezTo>
                      <a:pt x="264" y="531"/>
                      <a:pt x="264" y="531"/>
                      <a:pt x="264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5" y="531"/>
                      <a:pt x="265" y="531"/>
                      <a:pt x="265" y="531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8" y="534"/>
                      <a:pt x="268" y="534"/>
                      <a:pt x="268" y="534"/>
                    </a:cubicBezTo>
                    <a:cubicBezTo>
                      <a:pt x="269" y="533"/>
                      <a:pt x="269" y="533"/>
                      <a:pt x="269" y="533"/>
                    </a:cubicBezTo>
                    <a:cubicBezTo>
                      <a:pt x="272" y="535"/>
                      <a:pt x="272" y="535"/>
                      <a:pt x="272" y="535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7"/>
                      <a:pt x="273" y="537"/>
                      <a:pt x="273" y="537"/>
                    </a:cubicBezTo>
                    <a:cubicBezTo>
                      <a:pt x="273" y="538"/>
                      <a:pt x="273" y="538"/>
                      <a:pt x="273" y="538"/>
                    </a:cubicBezTo>
                    <a:cubicBezTo>
                      <a:pt x="272" y="539"/>
                      <a:pt x="272" y="539"/>
                      <a:pt x="272" y="539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0"/>
                      <a:pt x="272" y="540"/>
                      <a:pt x="272" y="540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2" y="541"/>
                      <a:pt x="272" y="541"/>
                      <a:pt x="272" y="541"/>
                    </a:cubicBezTo>
                    <a:cubicBezTo>
                      <a:pt x="271" y="542"/>
                      <a:pt x="271" y="542"/>
                      <a:pt x="271" y="542"/>
                    </a:cubicBezTo>
                    <a:cubicBezTo>
                      <a:pt x="271" y="544"/>
                      <a:pt x="271" y="544"/>
                      <a:pt x="271" y="544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2" y="545"/>
                      <a:pt x="272" y="545"/>
                      <a:pt x="272" y="545"/>
                    </a:cubicBezTo>
                    <a:cubicBezTo>
                      <a:pt x="273" y="545"/>
                      <a:pt x="273" y="545"/>
                      <a:pt x="273" y="545"/>
                    </a:cubicBezTo>
                    <a:cubicBezTo>
                      <a:pt x="274" y="545"/>
                      <a:pt x="274" y="545"/>
                      <a:pt x="274" y="545"/>
                    </a:cubicBezTo>
                    <a:cubicBezTo>
                      <a:pt x="273" y="546"/>
                      <a:pt x="273" y="546"/>
                      <a:pt x="273" y="546"/>
                    </a:cubicBezTo>
                    <a:cubicBezTo>
                      <a:pt x="272" y="547"/>
                      <a:pt x="272" y="547"/>
                      <a:pt x="272" y="547"/>
                    </a:cubicBezTo>
                    <a:cubicBezTo>
                      <a:pt x="274" y="549"/>
                      <a:pt x="274" y="549"/>
                      <a:pt x="274" y="549"/>
                    </a:cubicBezTo>
                    <a:cubicBezTo>
                      <a:pt x="275" y="549"/>
                      <a:pt x="275" y="549"/>
                      <a:pt x="275" y="549"/>
                    </a:cubicBezTo>
                    <a:cubicBezTo>
                      <a:pt x="275" y="548"/>
                      <a:pt x="275" y="548"/>
                      <a:pt x="275" y="548"/>
                    </a:cubicBezTo>
                    <a:cubicBezTo>
                      <a:pt x="278" y="549"/>
                      <a:pt x="278" y="549"/>
                      <a:pt x="278" y="549"/>
                    </a:cubicBezTo>
                    <a:cubicBezTo>
                      <a:pt x="276" y="547"/>
                      <a:pt x="276" y="547"/>
                      <a:pt x="276" y="547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5" y="546"/>
                      <a:pt x="275" y="546"/>
                      <a:pt x="275" y="546"/>
                    </a:cubicBezTo>
                    <a:cubicBezTo>
                      <a:pt x="276" y="544"/>
                      <a:pt x="276" y="544"/>
                      <a:pt x="276" y="544"/>
                    </a:cubicBezTo>
                    <a:cubicBezTo>
                      <a:pt x="275" y="544"/>
                      <a:pt x="275" y="544"/>
                      <a:pt x="275" y="544"/>
                    </a:cubicBezTo>
                    <a:cubicBezTo>
                      <a:pt x="275" y="543"/>
                      <a:pt x="275" y="543"/>
                      <a:pt x="275" y="543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5" y="542"/>
                      <a:pt x="275" y="542"/>
                      <a:pt x="275" y="542"/>
                    </a:cubicBezTo>
                    <a:cubicBezTo>
                      <a:pt x="274" y="541"/>
                      <a:pt x="274" y="541"/>
                      <a:pt x="274" y="541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4" y="540"/>
                      <a:pt x="274" y="540"/>
                      <a:pt x="274" y="540"/>
                    </a:cubicBezTo>
                    <a:cubicBezTo>
                      <a:pt x="275" y="539"/>
                      <a:pt x="275" y="539"/>
                      <a:pt x="275" y="539"/>
                    </a:cubicBezTo>
                    <a:cubicBezTo>
                      <a:pt x="274" y="539"/>
                      <a:pt x="274" y="539"/>
                      <a:pt x="274" y="539"/>
                    </a:cubicBezTo>
                    <a:cubicBezTo>
                      <a:pt x="276" y="540"/>
                      <a:pt x="276" y="540"/>
                      <a:pt x="276" y="540"/>
                    </a:cubicBezTo>
                    <a:cubicBezTo>
                      <a:pt x="276" y="543"/>
                      <a:pt x="276" y="543"/>
                      <a:pt x="276" y="543"/>
                    </a:cubicBezTo>
                    <a:cubicBezTo>
                      <a:pt x="278" y="543"/>
                      <a:pt x="278" y="543"/>
                      <a:pt x="278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9" y="543"/>
                      <a:pt x="279" y="543"/>
                      <a:pt x="279" y="543"/>
                    </a:cubicBezTo>
                    <a:cubicBezTo>
                      <a:pt x="279" y="542"/>
                      <a:pt x="279" y="542"/>
                      <a:pt x="279" y="542"/>
                    </a:cubicBezTo>
                    <a:cubicBezTo>
                      <a:pt x="278" y="544"/>
                      <a:pt x="278" y="544"/>
                      <a:pt x="278" y="544"/>
                    </a:cubicBezTo>
                    <a:cubicBezTo>
                      <a:pt x="277" y="544"/>
                      <a:pt x="277" y="544"/>
                      <a:pt x="277" y="544"/>
                    </a:cubicBezTo>
                    <a:cubicBezTo>
                      <a:pt x="276" y="546"/>
                      <a:pt x="276" y="546"/>
                      <a:pt x="276" y="546"/>
                    </a:cubicBezTo>
                    <a:cubicBezTo>
                      <a:pt x="278" y="548"/>
                      <a:pt x="278" y="548"/>
                      <a:pt x="278" y="548"/>
                    </a:cubicBezTo>
                    <a:cubicBezTo>
                      <a:pt x="280" y="549"/>
                      <a:pt x="280" y="549"/>
                      <a:pt x="280" y="549"/>
                    </a:cubicBezTo>
                    <a:cubicBezTo>
                      <a:pt x="281" y="550"/>
                      <a:pt x="281" y="550"/>
                      <a:pt x="281" y="550"/>
                    </a:cubicBezTo>
                    <a:cubicBezTo>
                      <a:pt x="281" y="551"/>
                      <a:pt x="281" y="551"/>
                      <a:pt x="281" y="551"/>
                    </a:cubicBezTo>
                    <a:cubicBezTo>
                      <a:pt x="280" y="551"/>
                      <a:pt x="280" y="551"/>
                      <a:pt x="280" y="551"/>
                    </a:cubicBezTo>
                    <a:cubicBezTo>
                      <a:pt x="281" y="553"/>
                      <a:pt x="281" y="553"/>
                      <a:pt x="281" y="553"/>
                    </a:cubicBezTo>
                    <a:cubicBezTo>
                      <a:pt x="282" y="555"/>
                      <a:pt x="282" y="555"/>
                      <a:pt x="282" y="555"/>
                    </a:cubicBezTo>
                    <a:cubicBezTo>
                      <a:pt x="284" y="557"/>
                      <a:pt x="284" y="557"/>
                      <a:pt x="284" y="557"/>
                    </a:cubicBezTo>
                    <a:cubicBezTo>
                      <a:pt x="284" y="555"/>
                      <a:pt x="284" y="555"/>
                      <a:pt x="284" y="555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6"/>
                      <a:pt x="286" y="556"/>
                      <a:pt x="286" y="556"/>
                    </a:cubicBezTo>
                    <a:cubicBezTo>
                      <a:pt x="286" y="558"/>
                      <a:pt x="286" y="558"/>
                      <a:pt x="286" y="558"/>
                    </a:cubicBezTo>
                    <a:cubicBezTo>
                      <a:pt x="288" y="560"/>
                      <a:pt x="288" y="560"/>
                      <a:pt x="288" y="560"/>
                    </a:cubicBezTo>
                    <a:cubicBezTo>
                      <a:pt x="288" y="557"/>
                      <a:pt x="288" y="557"/>
                      <a:pt x="288" y="557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89" y="555"/>
                      <a:pt x="289" y="555"/>
                      <a:pt x="289" y="555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7"/>
                      <a:pt x="290" y="557"/>
                      <a:pt x="290" y="557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58"/>
                      <a:pt x="290" y="558"/>
                      <a:pt x="290" y="558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0"/>
                      <a:pt x="290" y="560"/>
                      <a:pt x="290" y="560"/>
                    </a:cubicBezTo>
                    <a:cubicBezTo>
                      <a:pt x="290" y="561"/>
                      <a:pt x="290" y="561"/>
                      <a:pt x="290" y="561"/>
                    </a:cubicBezTo>
                    <a:cubicBezTo>
                      <a:pt x="292" y="562"/>
                      <a:pt x="292" y="562"/>
                      <a:pt x="292" y="562"/>
                    </a:cubicBezTo>
                    <a:cubicBezTo>
                      <a:pt x="293" y="560"/>
                      <a:pt x="293" y="560"/>
                      <a:pt x="293" y="560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2" y="559"/>
                      <a:pt x="292" y="559"/>
                      <a:pt x="292" y="559"/>
                    </a:cubicBezTo>
                    <a:cubicBezTo>
                      <a:pt x="292" y="558"/>
                      <a:pt x="292" y="558"/>
                      <a:pt x="292" y="558"/>
                    </a:cubicBezTo>
                    <a:cubicBezTo>
                      <a:pt x="294" y="559"/>
                      <a:pt x="294" y="559"/>
                      <a:pt x="294" y="559"/>
                    </a:cubicBezTo>
                    <a:cubicBezTo>
                      <a:pt x="292" y="556"/>
                      <a:pt x="292" y="556"/>
                      <a:pt x="292" y="556"/>
                    </a:cubicBezTo>
                    <a:cubicBezTo>
                      <a:pt x="292" y="555"/>
                      <a:pt x="292" y="555"/>
                      <a:pt x="292" y="555"/>
                    </a:cubicBezTo>
                    <a:cubicBezTo>
                      <a:pt x="291" y="553"/>
                      <a:pt x="291" y="553"/>
                      <a:pt x="291" y="553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0" y="550"/>
                      <a:pt x="290" y="550"/>
                      <a:pt x="290" y="550"/>
                    </a:cubicBezTo>
                    <a:cubicBezTo>
                      <a:pt x="291" y="550"/>
                      <a:pt x="291" y="550"/>
                      <a:pt x="291" y="550"/>
                    </a:cubicBezTo>
                    <a:cubicBezTo>
                      <a:pt x="290" y="551"/>
                      <a:pt x="290" y="551"/>
                      <a:pt x="290" y="551"/>
                    </a:cubicBezTo>
                    <a:cubicBezTo>
                      <a:pt x="291" y="552"/>
                      <a:pt x="291" y="552"/>
                      <a:pt x="291" y="552"/>
                    </a:cubicBezTo>
                    <a:cubicBezTo>
                      <a:pt x="293" y="551"/>
                      <a:pt x="293" y="551"/>
                      <a:pt x="293" y="551"/>
                    </a:cubicBezTo>
                    <a:cubicBezTo>
                      <a:pt x="295" y="552"/>
                      <a:pt x="295" y="552"/>
                      <a:pt x="295" y="552"/>
                    </a:cubicBezTo>
                    <a:cubicBezTo>
                      <a:pt x="295" y="550"/>
                      <a:pt x="295" y="550"/>
                      <a:pt x="295" y="550"/>
                    </a:cubicBezTo>
                    <a:cubicBezTo>
                      <a:pt x="294" y="550"/>
                      <a:pt x="294" y="550"/>
                      <a:pt x="294" y="550"/>
                    </a:cubicBezTo>
                    <a:cubicBezTo>
                      <a:pt x="294" y="549"/>
                      <a:pt x="294" y="549"/>
                      <a:pt x="294" y="549"/>
                    </a:cubicBezTo>
                    <a:cubicBezTo>
                      <a:pt x="293" y="549"/>
                      <a:pt x="293" y="549"/>
                      <a:pt x="293" y="549"/>
                    </a:cubicBezTo>
                    <a:cubicBezTo>
                      <a:pt x="292" y="548"/>
                      <a:pt x="292" y="548"/>
                      <a:pt x="292" y="548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1" y="547"/>
                      <a:pt x="291" y="547"/>
                      <a:pt x="291" y="547"/>
                    </a:cubicBezTo>
                    <a:cubicBezTo>
                      <a:pt x="292" y="547"/>
                      <a:pt x="292" y="547"/>
                      <a:pt x="292" y="547"/>
                    </a:cubicBezTo>
                    <a:cubicBezTo>
                      <a:pt x="293" y="547"/>
                      <a:pt x="293" y="547"/>
                      <a:pt x="293" y="547"/>
                    </a:cubicBezTo>
                    <a:cubicBezTo>
                      <a:pt x="294" y="546"/>
                      <a:pt x="294" y="546"/>
                      <a:pt x="294" y="546"/>
                    </a:cubicBezTo>
                    <a:cubicBezTo>
                      <a:pt x="295" y="547"/>
                      <a:pt x="295" y="547"/>
                      <a:pt x="295" y="547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8" y="548"/>
                      <a:pt x="298" y="548"/>
                      <a:pt x="298" y="548"/>
                    </a:cubicBezTo>
                    <a:cubicBezTo>
                      <a:pt x="298" y="547"/>
                      <a:pt x="298" y="547"/>
                      <a:pt x="298" y="547"/>
                    </a:cubicBezTo>
                    <a:cubicBezTo>
                      <a:pt x="297" y="545"/>
                      <a:pt x="297" y="545"/>
                      <a:pt x="297" y="545"/>
                    </a:cubicBezTo>
                    <a:cubicBezTo>
                      <a:pt x="297" y="543"/>
                      <a:pt x="297" y="543"/>
                      <a:pt x="297" y="543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4"/>
                      <a:pt x="298" y="544"/>
                      <a:pt x="298" y="544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298" y="545"/>
                      <a:pt x="298" y="545"/>
                      <a:pt x="298" y="545"/>
                    </a:cubicBezTo>
                    <a:cubicBezTo>
                      <a:pt x="300" y="547"/>
                      <a:pt x="300" y="547"/>
                      <a:pt x="300" y="547"/>
                    </a:cubicBezTo>
                    <a:cubicBezTo>
                      <a:pt x="301" y="546"/>
                      <a:pt x="301" y="546"/>
                      <a:pt x="301" y="546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1" y="547"/>
                      <a:pt x="301" y="547"/>
                      <a:pt x="301" y="547"/>
                    </a:cubicBezTo>
                    <a:cubicBezTo>
                      <a:pt x="304" y="549"/>
                      <a:pt x="304" y="549"/>
                      <a:pt x="304" y="549"/>
                    </a:cubicBezTo>
                    <a:cubicBezTo>
                      <a:pt x="305" y="549"/>
                      <a:pt x="305" y="549"/>
                      <a:pt x="305" y="549"/>
                    </a:cubicBezTo>
                    <a:cubicBezTo>
                      <a:pt x="306" y="550"/>
                      <a:pt x="306" y="550"/>
                      <a:pt x="306" y="550"/>
                    </a:cubicBezTo>
                    <a:cubicBezTo>
                      <a:pt x="307" y="551"/>
                      <a:pt x="307" y="551"/>
                      <a:pt x="307" y="551"/>
                    </a:cubicBezTo>
                    <a:cubicBezTo>
                      <a:pt x="307" y="552"/>
                      <a:pt x="307" y="552"/>
                      <a:pt x="307" y="552"/>
                    </a:cubicBezTo>
                    <a:cubicBezTo>
                      <a:pt x="310" y="550"/>
                      <a:pt x="310" y="550"/>
                      <a:pt x="310" y="550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8" y="549"/>
                      <a:pt x="308" y="549"/>
                      <a:pt x="308" y="549"/>
                    </a:cubicBezTo>
                    <a:cubicBezTo>
                      <a:pt x="307" y="548"/>
                      <a:pt x="307" y="548"/>
                      <a:pt x="307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6" y="548"/>
                      <a:pt x="306" y="548"/>
                      <a:pt x="306" y="548"/>
                    </a:cubicBezTo>
                    <a:cubicBezTo>
                      <a:pt x="304" y="546"/>
                      <a:pt x="304" y="546"/>
                      <a:pt x="304" y="546"/>
                    </a:cubicBezTo>
                    <a:cubicBezTo>
                      <a:pt x="304" y="545"/>
                      <a:pt x="304" y="545"/>
                      <a:pt x="304" y="545"/>
                    </a:cubicBezTo>
                    <a:cubicBezTo>
                      <a:pt x="302" y="545"/>
                      <a:pt x="302" y="545"/>
                      <a:pt x="302" y="545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03" y="544"/>
                      <a:pt x="303" y="544"/>
                      <a:pt x="303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4"/>
                      <a:pt x="300" y="544"/>
                      <a:pt x="300" y="544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3"/>
                      <a:pt x="300" y="543"/>
                      <a:pt x="300" y="543"/>
                    </a:cubicBezTo>
                    <a:cubicBezTo>
                      <a:pt x="300" y="542"/>
                      <a:pt x="300" y="542"/>
                      <a:pt x="300" y="542"/>
                    </a:cubicBezTo>
                    <a:cubicBezTo>
                      <a:pt x="300" y="541"/>
                      <a:pt x="300" y="541"/>
                      <a:pt x="300" y="541"/>
                    </a:cubicBezTo>
                    <a:cubicBezTo>
                      <a:pt x="299" y="540"/>
                      <a:pt x="299" y="540"/>
                      <a:pt x="299" y="540"/>
                    </a:cubicBezTo>
                    <a:cubicBezTo>
                      <a:pt x="296" y="537"/>
                      <a:pt x="296" y="537"/>
                      <a:pt x="296" y="537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6" y="538"/>
                      <a:pt x="296" y="538"/>
                      <a:pt x="296" y="538"/>
                    </a:cubicBezTo>
                    <a:cubicBezTo>
                      <a:pt x="294" y="537"/>
                      <a:pt x="294" y="537"/>
                      <a:pt x="294" y="537"/>
                    </a:cubicBezTo>
                    <a:cubicBezTo>
                      <a:pt x="293" y="537"/>
                      <a:pt x="293" y="537"/>
                      <a:pt x="293" y="537"/>
                    </a:cubicBezTo>
                    <a:cubicBezTo>
                      <a:pt x="293" y="536"/>
                      <a:pt x="293" y="536"/>
                      <a:pt x="293" y="536"/>
                    </a:cubicBezTo>
                    <a:cubicBezTo>
                      <a:pt x="293" y="535"/>
                      <a:pt x="293" y="535"/>
                      <a:pt x="293" y="535"/>
                    </a:cubicBezTo>
                    <a:cubicBezTo>
                      <a:pt x="295" y="537"/>
                      <a:pt x="295" y="537"/>
                      <a:pt x="295" y="537"/>
                    </a:cubicBezTo>
                    <a:cubicBezTo>
                      <a:pt x="295" y="536"/>
                      <a:pt x="295" y="536"/>
                      <a:pt x="295" y="536"/>
                    </a:cubicBezTo>
                    <a:cubicBezTo>
                      <a:pt x="295" y="534"/>
                      <a:pt x="295" y="534"/>
                      <a:pt x="295" y="534"/>
                    </a:cubicBezTo>
                    <a:cubicBezTo>
                      <a:pt x="294" y="534"/>
                      <a:pt x="294" y="534"/>
                      <a:pt x="294" y="534"/>
                    </a:cubicBezTo>
                    <a:cubicBezTo>
                      <a:pt x="293" y="534"/>
                      <a:pt x="293" y="534"/>
                      <a:pt x="293" y="534"/>
                    </a:cubicBezTo>
                    <a:cubicBezTo>
                      <a:pt x="293" y="533"/>
                      <a:pt x="293" y="533"/>
                      <a:pt x="293" y="533"/>
                    </a:cubicBezTo>
                    <a:cubicBezTo>
                      <a:pt x="292" y="534"/>
                      <a:pt x="292" y="534"/>
                      <a:pt x="292" y="534"/>
                    </a:cubicBezTo>
                    <a:cubicBezTo>
                      <a:pt x="292" y="533"/>
                      <a:pt x="292" y="533"/>
                      <a:pt x="292" y="533"/>
                    </a:cubicBezTo>
                    <a:cubicBezTo>
                      <a:pt x="289" y="529"/>
                      <a:pt x="289" y="529"/>
                      <a:pt x="289" y="529"/>
                    </a:cubicBezTo>
                    <a:cubicBezTo>
                      <a:pt x="288" y="529"/>
                      <a:pt x="288" y="529"/>
                      <a:pt x="288" y="529"/>
                    </a:cubicBezTo>
                    <a:cubicBezTo>
                      <a:pt x="288" y="528"/>
                      <a:pt x="288" y="528"/>
                      <a:pt x="288" y="528"/>
                    </a:cubicBezTo>
                    <a:cubicBezTo>
                      <a:pt x="286" y="527"/>
                      <a:pt x="286" y="527"/>
                      <a:pt x="286" y="527"/>
                    </a:cubicBezTo>
                    <a:cubicBezTo>
                      <a:pt x="287" y="526"/>
                      <a:pt x="287" y="526"/>
                      <a:pt x="287" y="526"/>
                    </a:cubicBezTo>
                    <a:cubicBezTo>
                      <a:pt x="286" y="523"/>
                      <a:pt x="286" y="523"/>
                      <a:pt x="286" y="523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2"/>
                      <a:pt x="287" y="522"/>
                      <a:pt x="287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90" y="525"/>
                      <a:pt x="290" y="525"/>
                      <a:pt x="290" y="525"/>
                    </a:cubicBezTo>
                    <a:cubicBezTo>
                      <a:pt x="290" y="526"/>
                      <a:pt x="290" y="526"/>
                      <a:pt x="290" y="526"/>
                    </a:cubicBezTo>
                    <a:cubicBezTo>
                      <a:pt x="292" y="528"/>
                      <a:pt x="292" y="528"/>
                      <a:pt x="292" y="528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3" y="526"/>
                      <a:pt x="293" y="526"/>
                      <a:pt x="293" y="526"/>
                    </a:cubicBezTo>
                    <a:cubicBezTo>
                      <a:pt x="292" y="525"/>
                      <a:pt x="292" y="525"/>
                      <a:pt x="292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3" y="525"/>
                      <a:pt x="293" y="525"/>
                      <a:pt x="293" y="525"/>
                    </a:cubicBezTo>
                    <a:cubicBezTo>
                      <a:pt x="294" y="527"/>
                      <a:pt x="294" y="527"/>
                      <a:pt x="294" y="527"/>
                    </a:cubicBezTo>
                    <a:cubicBezTo>
                      <a:pt x="296" y="528"/>
                      <a:pt x="296" y="528"/>
                      <a:pt x="296" y="528"/>
                    </a:cubicBezTo>
                    <a:cubicBezTo>
                      <a:pt x="297" y="526"/>
                      <a:pt x="297" y="526"/>
                      <a:pt x="297" y="526"/>
                    </a:cubicBezTo>
                    <a:cubicBezTo>
                      <a:pt x="296" y="525"/>
                      <a:pt x="296" y="525"/>
                      <a:pt x="296" y="525"/>
                    </a:cubicBezTo>
                    <a:cubicBezTo>
                      <a:pt x="295" y="525"/>
                      <a:pt x="295" y="525"/>
                      <a:pt x="295" y="525"/>
                    </a:cubicBezTo>
                    <a:cubicBezTo>
                      <a:pt x="297" y="525"/>
                      <a:pt x="297" y="525"/>
                      <a:pt x="297" y="525"/>
                    </a:cubicBezTo>
                    <a:cubicBezTo>
                      <a:pt x="298" y="526"/>
                      <a:pt x="298" y="526"/>
                      <a:pt x="298" y="526"/>
                    </a:cubicBezTo>
                    <a:cubicBezTo>
                      <a:pt x="299" y="524"/>
                      <a:pt x="299" y="524"/>
                      <a:pt x="299" y="524"/>
                    </a:cubicBezTo>
                    <a:cubicBezTo>
                      <a:pt x="297" y="522"/>
                      <a:pt x="297" y="522"/>
                      <a:pt x="297" y="522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5" y="521"/>
                      <a:pt x="295" y="521"/>
                      <a:pt x="295" y="521"/>
                    </a:cubicBezTo>
                    <a:cubicBezTo>
                      <a:pt x="296" y="522"/>
                      <a:pt x="296" y="522"/>
                      <a:pt x="296" y="522"/>
                    </a:cubicBezTo>
                    <a:cubicBezTo>
                      <a:pt x="298" y="521"/>
                      <a:pt x="298" y="521"/>
                      <a:pt x="298" y="521"/>
                    </a:cubicBezTo>
                    <a:cubicBezTo>
                      <a:pt x="298" y="519"/>
                      <a:pt x="298" y="519"/>
                      <a:pt x="298" y="519"/>
                    </a:cubicBezTo>
                    <a:cubicBezTo>
                      <a:pt x="299" y="519"/>
                      <a:pt x="299" y="519"/>
                      <a:pt x="299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300" y="519"/>
                      <a:pt x="300" y="519"/>
                      <a:pt x="300" y="519"/>
                    </a:cubicBezTo>
                    <a:cubicBezTo>
                      <a:pt x="299" y="522"/>
                      <a:pt x="299" y="522"/>
                      <a:pt x="299" y="522"/>
                    </a:cubicBezTo>
                    <a:cubicBezTo>
                      <a:pt x="300" y="522"/>
                      <a:pt x="300" y="522"/>
                      <a:pt x="300" y="522"/>
                    </a:cubicBezTo>
                    <a:cubicBezTo>
                      <a:pt x="301" y="522"/>
                      <a:pt x="301" y="522"/>
                      <a:pt x="301" y="522"/>
                    </a:cubicBezTo>
                    <a:cubicBezTo>
                      <a:pt x="302" y="521"/>
                      <a:pt x="302" y="521"/>
                      <a:pt x="302" y="521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2" y="520"/>
                      <a:pt x="302" y="520"/>
                      <a:pt x="302" y="520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4" y="518"/>
                      <a:pt x="304" y="518"/>
                      <a:pt x="304" y="518"/>
                    </a:cubicBezTo>
                    <a:cubicBezTo>
                      <a:pt x="305" y="519"/>
                      <a:pt x="305" y="519"/>
                      <a:pt x="305" y="519"/>
                    </a:cubicBezTo>
                    <a:cubicBezTo>
                      <a:pt x="308" y="519"/>
                      <a:pt x="308" y="519"/>
                      <a:pt x="308" y="519"/>
                    </a:cubicBezTo>
                    <a:cubicBezTo>
                      <a:pt x="310" y="519"/>
                      <a:pt x="310" y="519"/>
                      <a:pt x="310" y="519"/>
                    </a:cubicBezTo>
                    <a:cubicBezTo>
                      <a:pt x="310" y="521"/>
                      <a:pt x="310" y="521"/>
                      <a:pt x="310" y="521"/>
                    </a:cubicBezTo>
                    <a:cubicBezTo>
                      <a:pt x="312" y="522"/>
                      <a:pt x="312" y="522"/>
                      <a:pt x="312" y="522"/>
                    </a:cubicBezTo>
                    <a:cubicBezTo>
                      <a:pt x="312" y="521"/>
                      <a:pt x="312" y="521"/>
                      <a:pt x="312" y="521"/>
                    </a:cubicBezTo>
                    <a:cubicBezTo>
                      <a:pt x="312" y="524"/>
                      <a:pt x="312" y="524"/>
                      <a:pt x="312" y="524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1" y="528"/>
                      <a:pt x="311" y="528"/>
                      <a:pt x="311" y="528"/>
                    </a:cubicBezTo>
                    <a:cubicBezTo>
                      <a:pt x="312" y="529"/>
                      <a:pt x="312" y="529"/>
                      <a:pt x="312" y="529"/>
                    </a:cubicBezTo>
                    <a:cubicBezTo>
                      <a:pt x="312" y="530"/>
                      <a:pt x="312" y="530"/>
                      <a:pt x="312" y="530"/>
                    </a:cubicBezTo>
                    <a:cubicBezTo>
                      <a:pt x="311" y="531"/>
                      <a:pt x="311" y="531"/>
                      <a:pt x="311" y="531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2" y="532"/>
                      <a:pt x="312" y="532"/>
                      <a:pt x="312" y="532"/>
                    </a:cubicBezTo>
                    <a:cubicBezTo>
                      <a:pt x="310" y="533"/>
                      <a:pt x="310" y="533"/>
                      <a:pt x="310" y="533"/>
                    </a:cubicBezTo>
                    <a:cubicBezTo>
                      <a:pt x="309" y="535"/>
                      <a:pt x="309" y="535"/>
                      <a:pt x="309" y="535"/>
                    </a:cubicBezTo>
                    <a:cubicBezTo>
                      <a:pt x="310" y="536"/>
                      <a:pt x="310" y="536"/>
                      <a:pt x="310" y="536"/>
                    </a:cubicBezTo>
                    <a:cubicBezTo>
                      <a:pt x="311" y="536"/>
                      <a:pt x="311" y="536"/>
                      <a:pt x="311" y="536"/>
                    </a:cubicBezTo>
                    <a:cubicBezTo>
                      <a:pt x="312" y="536"/>
                      <a:pt x="312" y="536"/>
                      <a:pt x="312" y="536"/>
                    </a:cubicBezTo>
                    <a:cubicBezTo>
                      <a:pt x="313" y="537"/>
                      <a:pt x="313" y="537"/>
                      <a:pt x="313" y="537"/>
                    </a:cubicBezTo>
                    <a:cubicBezTo>
                      <a:pt x="315" y="537"/>
                      <a:pt x="315" y="537"/>
                      <a:pt x="315" y="537"/>
                    </a:cubicBezTo>
                    <a:cubicBezTo>
                      <a:pt x="315" y="534"/>
                      <a:pt x="315" y="534"/>
                      <a:pt x="315" y="534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3"/>
                      <a:pt x="315" y="533"/>
                      <a:pt x="315" y="533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6" y="531"/>
                      <a:pt x="316" y="531"/>
                      <a:pt x="316" y="531"/>
                    </a:cubicBezTo>
                    <a:cubicBezTo>
                      <a:pt x="317" y="531"/>
                      <a:pt x="317" y="531"/>
                      <a:pt x="317" y="531"/>
                    </a:cubicBezTo>
                    <a:cubicBezTo>
                      <a:pt x="316" y="532"/>
                      <a:pt x="316" y="532"/>
                      <a:pt x="316" y="532"/>
                    </a:cubicBezTo>
                    <a:cubicBezTo>
                      <a:pt x="316" y="534"/>
                      <a:pt x="316" y="534"/>
                      <a:pt x="316" y="534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7" y="537"/>
                      <a:pt x="317" y="537"/>
                      <a:pt x="317" y="537"/>
                    </a:cubicBezTo>
                    <a:cubicBezTo>
                      <a:pt x="315" y="538"/>
                      <a:pt x="315" y="538"/>
                      <a:pt x="315" y="538"/>
                    </a:cubicBezTo>
                    <a:cubicBezTo>
                      <a:pt x="317" y="539"/>
                      <a:pt x="317" y="539"/>
                      <a:pt x="317" y="539"/>
                    </a:cubicBezTo>
                    <a:cubicBezTo>
                      <a:pt x="316" y="540"/>
                      <a:pt x="316" y="540"/>
                      <a:pt x="316" y="540"/>
                    </a:cubicBezTo>
                    <a:cubicBezTo>
                      <a:pt x="315" y="539"/>
                      <a:pt x="315" y="539"/>
                      <a:pt x="315" y="539"/>
                    </a:cubicBezTo>
                    <a:cubicBezTo>
                      <a:pt x="314" y="538"/>
                      <a:pt x="314" y="538"/>
                      <a:pt x="314" y="538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4" y="541"/>
                      <a:pt x="314" y="541"/>
                      <a:pt x="314" y="541"/>
                    </a:cubicBezTo>
                    <a:cubicBezTo>
                      <a:pt x="313" y="540"/>
                      <a:pt x="313" y="540"/>
                      <a:pt x="313" y="540"/>
                    </a:cubicBezTo>
                    <a:cubicBezTo>
                      <a:pt x="313" y="539"/>
                      <a:pt x="313" y="539"/>
                      <a:pt x="313" y="539"/>
                    </a:cubicBezTo>
                    <a:cubicBezTo>
                      <a:pt x="311" y="538"/>
                      <a:pt x="311" y="538"/>
                      <a:pt x="311" y="538"/>
                    </a:cubicBezTo>
                    <a:cubicBezTo>
                      <a:pt x="310" y="539"/>
                      <a:pt x="310" y="539"/>
                      <a:pt x="310" y="539"/>
                    </a:cubicBezTo>
                    <a:cubicBezTo>
                      <a:pt x="310" y="540"/>
                      <a:pt x="310" y="540"/>
                      <a:pt x="310" y="540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1" y="541"/>
                      <a:pt x="311" y="541"/>
                      <a:pt x="311" y="541"/>
                    </a:cubicBezTo>
                    <a:cubicBezTo>
                      <a:pt x="310" y="542"/>
                      <a:pt x="310" y="542"/>
                      <a:pt x="310" y="542"/>
                    </a:cubicBezTo>
                    <a:cubicBezTo>
                      <a:pt x="310" y="543"/>
                      <a:pt x="310" y="543"/>
                      <a:pt x="310" y="543"/>
                    </a:cubicBezTo>
                    <a:cubicBezTo>
                      <a:pt x="312" y="544"/>
                      <a:pt x="312" y="544"/>
                      <a:pt x="312" y="544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3" y="543"/>
                      <a:pt x="313" y="543"/>
                      <a:pt x="313" y="543"/>
                    </a:cubicBezTo>
                    <a:cubicBezTo>
                      <a:pt x="314" y="543"/>
                      <a:pt x="314" y="543"/>
                      <a:pt x="314" y="543"/>
                    </a:cubicBezTo>
                    <a:cubicBezTo>
                      <a:pt x="316" y="545"/>
                      <a:pt x="316" y="545"/>
                      <a:pt x="316" y="545"/>
                    </a:cubicBezTo>
                    <a:cubicBezTo>
                      <a:pt x="316" y="544"/>
                      <a:pt x="316" y="544"/>
                      <a:pt x="316" y="544"/>
                    </a:cubicBezTo>
                    <a:cubicBezTo>
                      <a:pt x="317" y="545"/>
                      <a:pt x="317" y="545"/>
                      <a:pt x="317" y="545"/>
                    </a:cubicBezTo>
                    <a:cubicBezTo>
                      <a:pt x="318" y="545"/>
                      <a:pt x="318" y="545"/>
                      <a:pt x="318" y="545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20" y="547"/>
                      <a:pt x="320" y="547"/>
                      <a:pt x="320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7" y="546"/>
                      <a:pt x="317" y="546"/>
                      <a:pt x="317" y="546"/>
                    </a:cubicBezTo>
                    <a:cubicBezTo>
                      <a:pt x="316" y="546"/>
                      <a:pt x="316" y="546"/>
                      <a:pt x="316" y="546"/>
                    </a:cubicBezTo>
                    <a:cubicBezTo>
                      <a:pt x="315" y="547"/>
                      <a:pt x="315" y="547"/>
                      <a:pt x="315" y="547"/>
                    </a:cubicBezTo>
                    <a:cubicBezTo>
                      <a:pt x="314" y="548"/>
                      <a:pt x="314" y="548"/>
                      <a:pt x="314" y="548"/>
                    </a:cubicBezTo>
                    <a:cubicBezTo>
                      <a:pt x="312" y="548"/>
                      <a:pt x="312" y="548"/>
                      <a:pt x="312" y="548"/>
                    </a:cubicBezTo>
                    <a:cubicBezTo>
                      <a:pt x="311" y="550"/>
                      <a:pt x="311" y="550"/>
                      <a:pt x="311" y="550"/>
                    </a:cubicBezTo>
                    <a:cubicBezTo>
                      <a:pt x="312" y="551"/>
                      <a:pt x="312" y="551"/>
                      <a:pt x="312" y="551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4" y="549"/>
                      <a:pt x="314" y="549"/>
                      <a:pt x="314" y="549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6" y="548"/>
                      <a:pt x="316" y="548"/>
                      <a:pt x="316" y="548"/>
                    </a:cubicBezTo>
                    <a:cubicBezTo>
                      <a:pt x="317" y="549"/>
                      <a:pt x="317" y="549"/>
                      <a:pt x="317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8" y="549"/>
                      <a:pt x="318" y="549"/>
                      <a:pt x="318" y="549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9"/>
                      <a:pt x="319" y="549"/>
                      <a:pt x="319" y="549"/>
                    </a:cubicBezTo>
                    <a:cubicBezTo>
                      <a:pt x="320" y="550"/>
                      <a:pt x="320" y="550"/>
                      <a:pt x="320" y="550"/>
                    </a:cubicBezTo>
                    <a:cubicBezTo>
                      <a:pt x="321" y="550"/>
                      <a:pt x="321" y="550"/>
                      <a:pt x="321" y="550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1" y="552"/>
                      <a:pt x="321" y="552"/>
                      <a:pt x="321" y="552"/>
                    </a:cubicBezTo>
                    <a:cubicBezTo>
                      <a:pt x="320" y="554"/>
                      <a:pt x="320" y="554"/>
                      <a:pt x="320" y="554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4" y="554"/>
                      <a:pt x="324" y="554"/>
                      <a:pt x="324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6" y="554"/>
                      <a:pt x="326" y="554"/>
                      <a:pt x="326" y="554"/>
                    </a:cubicBezTo>
                    <a:cubicBezTo>
                      <a:pt x="324" y="555"/>
                      <a:pt x="324" y="555"/>
                      <a:pt x="324" y="555"/>
                    </a:cubicBezTo>
                    <a:cubicBezTo>
                      <a:pt x="322" y="554"/>
                      <a:pt x="322" y="554"/>
                      <a:pt x="322" y="554"/>
                    </a:cubicBezTo>
                    <a:cubicBezTo>
                      <a:pt x="321" y="556"/>
                      <a:pt x="321" y="556"/>
                      <a:pt x="321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4" y="556"/>
                      <a:pt x="324" y="556"/>
                      <a:pt x="324" y="556"/>
                    </a:cubicBezTo>
                    <a:cubicBezTo>
                      <a:pt x="323" y="557"/>
                      <a:pt x="323" y="557"/>
                      <a:pt x="323" y="557"/>
                    </a:cubicBezTo>
                    <a:cubicBezTo>
                      <a:pt x="325" y="558"/>
                      <a:pt x="325" y="558"/>
                      <a:pt x="325" y="558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6" y="557"/>
                      <a:pt x="326" y="557"/>
                      <a:pt x="326" y="557"/>
                    </a:cubicBezTo>
                    <a:cubicBezTo>
                      <a:pt x="327" y="558"/>
                      <a:pt x="327" y="558"/>
                      <a:pt x="327" y="558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29" y="555"/>
                      <a:pt x="329" y="555"/>
                      <a:pt x="329" y="555"/>
                    </a:cubicBezTo>
                    <a:cubicBezTo>
                      <a:pt x="330" y="556"/>
                      <a:pt x="330" y="556"/>
                      <a:pt x="330" y="556"/>
                    </a:cubicBezTo>
                    <a:cubicBezTo>
                      <a:pt x="331" y="556"/>
                      <a:pt x="331" y="556"/>
                      <a:pt x="331" y="556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3" y="557"/>
                      <a:pt x="333" y="557"/>
                      <a:pt x="333" y="557"/>
                    </a:cubicBezTo>
                    <a:cubicBezTo>
                      <a:pt x="334" y="558"/>
                      <a:pt x="334" y="558"/>
                      <a:pt x="334" y="558"/>
                    </a:cubicBezTo>
                    <a:cubicBezTo>
                      <a:pt x="334" y="559"/>
                      <a:pt x="334" y="559"/>
                      <a:pt x="334" y="559"/>
                    </a:cubicBezTo>
                    <a:cubicBezTo>
                      <a:pt x="336" y="560"/>
                      <a:pt x="336" y="560"/>
                      <a:pt x="336" y="560"/>
                    </a:cubicBezTo>
                    <a:cubicBezTo>
                      <a:pt x="337" y="560"/>
                      <a:pt x="337" y="560"/>
                      <a:pt x="337" y="560"/>
                    </a:cubicBezTo>
                    <a:cubicBezTo>
                      <a:pt x="338" y="561"/>
                      <a:pt x="338" y="561"/>
                      <a:pt x="338" y="561"/>
                    </a:cubicBezTo>
                    <a:cubicBezTo>
                      <a:pt x="340" y="560"/>
                      <a:pt x="340" y="560"/>
                      <a:pt x="340" y="560"/>
                    </a:cubicBezTo>
                    <a:cubicBezTo>
                      <a:pt x="341" y="560"/>
                      <a:pt x="341" y="560"/>
                      <a:pt x="341" y="560"/>
                    </a:cubicBezTo>
                    <a:cubicBezTo>
                      <a:pt x="343" y="560"/>
                      <a:pt x="343" y="560"/>
                      <a:pt x="343" y="560"/>
                    </a:cubicBezTo>
                    <a:cubicBezTo>
                      <a:pt x="343" y="559"/>
                      <a:pt x="343" y="559"/>
                      <a:pt x="343" y="559"/>
                    </a:cubicBezTo>
                    <a:cubicBezTo>
                      <a:pt x="345" y="560"/>
                      <a:pt x="345" y="560"/>
                      <a:pt x="345" y="560"/>
                    </a:cubicBezTo>
                    <a:cubicBezTo>
                      <a:pt x="346" y="559"/>
                      <a:pt x="346" y="559"/>
                      <a:pt x="346" y="559"/>
                    </a:cubicBezTo>
                    <a:cubicBezTo>
                      <a:pt x="346" y="557"/>
                      <a:pt x="346" y="557"/>
                      <a:pt x="346" y="557"/>
                    </a:cubicBezTo>
                    <a:cubicBezTo>
                      <a:pt x="346" y="556"/>
                      <a:pt x="346" y="556"/>
                      <a:pt x="346" y="556"/>
                    </a:cubicBezTo>
                    <a:cubicBezTo>
                      <a:pt x="346" y="555"/>
                      <a:pt x="346" y="555"/>
                      <a:pt x="346" y="555"/>
                    </a:cubicBezTo>
                    <a:cubicBezTo>
                      <a:pt x="348" y="555"/>
                      <a:pt x="348" y="555"/>
                      <a:pt x="348" y="555"/>
                    </a:cubicBezTo>
                    <a:cubicBezTo>
                      <a:pt x="351" y="555"/>
                      <a:pt x="351" y="555"/>
                      <a:pt x="351" y="555"/>
                    </a:cubicBezTo>
                    <a:cubicBezTo>
                      <a:pt x="355" y="557"/>
                      <a:pt x="355" y="557"/>
                      <a:pt x="355" y="557"/>
                    </a:cubicBezTo>
                    <a:cubicBezTo>
                      <a:pt x="356" y="557"/>
                      <a:pt x="356" y="557"/>
                      <a:pt x="356" y="557"/>
                    </a:cubicBezTo>
                    <a:cubicBezTo>
                      <a:pt x="358" y="560"/>
                      <a:pt x="358" y="560"/>
                      <a:pt x="358" y="560"/>
                    </a:cubicBezTo>
                    <a:cubicBezTo>
                      <a:pt x="360" y="561"/>
                      <a:pt x="360" y="561"/>
                      <a:pt x="360" y="561"/>
                    </a:cubicBezTo>
                    <a:cubicBezTo>
                      <a:pt x="367" y="560"/>
                      <a:pt x="367" y="560"/>
                      <a:pt x="367" y="560"/>
                    </a:cubicBezTo>
                    <a:cubicBezTo>
                      <a:pt x="369" y="559"/>
                      <a:pt x="369" y="559"/>
                      <a:pt x="369" y="559"/>
                    </a:cubicBezTo>
                    <a:cubicBezTo>
                      <a:pt x="370" y="559"/>
                      <a:pt x="370" y="559"/>
                      <a:pt x="370" y="559"/>
                    </a:cubicBezTo>
                    <a:cubicBezTo>
                      <a:pt x="370" y="560"/>
                      <a:pt x="370" y="560"/>
                      <a:pt x="370" y="560"/>
                    </a:cubicBezTo>
                    <a:cubicBezTo>
                      <a:pt x="372" y="559"/>
                      <a:pt x="372" y="559"/>
                      <a:pt x="372" y="559"/>
                    </a:cubicBezTo>
                    <a:cubicBezTo>
                      <a:pt x="372" y="558"/>
                      <a:pt x="372" y="558"/>
                      <a:pt x="372" y="558"/>
                    </a:cubicBezTo>
                    <a:cubicBezTo>
                      <a:pt x="375" y="554"/>
                      <a:pt x="375" y="554"/>
                      <a:pt x="375" y="554"/>
                    </a:cubicBezTo>
                    <a:cubicBezTo>
                      <a:pt x="376" y="554"/>
                      <a:pt x="376" y="554"/>
                      <a:pt x="376" y="554"/>
                    </a:cubicBezTo>
                    <a:cubicBezTo>
                      <a:pt x="378" y="555"/>
                      <a:pt x="378" y="555"/>
                      <a:pt x="378" y="555"/>
                    </a:cubicBezTo>
                    <a:cubicBezTo>
                      <a:pt x="380" y="556"/>
                      <a:pt x="380" y="556"/>
                      <a:pt x="380" y="556"/>
                    </a:cubicBezTo>
                    <a:cubicBezTo>
                      <a:pt x="383" y="555"/>
                      <a:pt x="383" y="555"/>
                      <a:pt x="383" y="555"/>
                    </a:cubicBezTo>
                    <a:cubicBezTo>
                      <a:pt x="384" y="555"/>
                      <a:pt x="384" y="555"/>
                      <a:pt x="384" y="555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5" y="554"/>
                      <a:pt x="385" y="554"/>
                      <a:pt x="385" y="554"/>
                    </a:cubicBezTo>
                    <a:cubicBezTo>
                      <a:pt x="384" y="556"/>
                      <a:pt x="384" y="556"/>
                      <a:pt x="384" y="556"/>
                    </a:cubicBezTo>
                    <a:cubicBezTo>
                      <a:pt x="383" y="557"/>
                      <a:pt x="383" y="557"/>
                      <a:pt x="383" y="557"/>
                    </a:cubicBezTo>
                    <a:cubicBezTo>
                      <a:pt x="383" y="558"/>
                      <a:pt x="383" y="558"/>
                      <a:pt x="383" y="558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4" y="560"/>
                      <a:pt x="384" y="560"/>
                      <a:pt x="384" y="560"/>
                    </a:cubicBezTo>
                    <a:cubicBezTo>
                      <a:pt x="383" y="561"/>
                      <a:pt x="383" y="561"/>
                      <a:pt x="383" y="561"/>
                    </a:cubicBezTo>
                    <a:cubicBezTo>
                      <a:pt x="383" y="564"/>
                      <a:pt x="383" y="564"/>
                      <a:pt x="383" y="564"/>
                    </a:cubicBezTo>
                    <a:cubicBezTo>
                      <a:pt x="384" y="566"/>
                      <a:pt x="384" y="566"/>
                      <a:pt x="384" y="566"/>
                    </a:cubicBezTo>
                    <a:cubicBezTo>
                      <a:pt x="385" y="568"/>
                      <a:pt x="385" y="568"/>
                      <a:pt x="385" y="568"/>
                    </a:cubicBezTo>
                    <a:cubicBezTo>
                      <a:pt x="385" y="569"/>
                      <a:pt x="385" y="569"/>
                      <a:pt x="385" y="569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4" y="572"/>
                      <a:pt x="384" y="572"/>
                      <a:pt x="384" y="572"/>
                    </a:cubicBezTo>
                    <a:cubicBezTo>
                      <a:pt x="383" y="572"/>
                      <a:pt x="383" y="572"/>
                      <a:pt x="383" y="572"/>
                    </a:cubicBezTo>
                    <a:cubicBezTo>
                      <a:pt x="383" y="578"/>
                      <a:pt x="383" y="578"/>
                      <a:pt x="383" y="578"/>
                    </a:cubicBezTo>
                    <a:cubicBezTo>
                      <a:pt x="382" y="579"/>
                      <a:pt x="382" y="579"/>
                      <a:pt x="382" y="579"/>
                    </a:cubicBezTo>
                    <a:cubicBezTo>
                      <a:pt x="380" y="581"/>
                      <a:pt x="380" y="581"/>
                      <a:pt x="380" y="581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3"/>
                      <a:pt x="380" y="583"/>
                      <a:pt x="380" y="583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80" y="584"/>
                      <a:pt x="380" y="584"/>
                      <a:pt x="380" y="584"/>
                    </a:cubicBezTo>
                    <a:cubicBezTo>
                      <a:pt x="379" y="585"/>
                      <a:pt x="379" y="585"/>
                      <a:pt x="379" y="585"/>
                    </a:cubicBezTo>
                    <a:cubicBezTo>
                      <a:pt x="378" y="591"/>
                      <a:pt x="378" y="591"/>
                      <a:pt x="378" y="591"/>
                    </a:cubicBezTo>
                    <a:cubicBezTo>
                      <a:pt x="376" y="595"/>
                      <a:pt x="376" y="595"/>
                      <a:pt x="376" y="595"/>
                    </a:cubicBezTo>
                    <a:cubicBezTo>
                      <a:pt x="374" y="598"/>
                      <a:pt x="374" y="598"/>
                      <a:pt x="374" y="598"/>
                    </a:cubicBezTo>
                    <a:cubicBezTo>
                      <a:pt x="373" y="599"/>
                      <a:pt x="373" y="599"/>
                      <a:pt x="373" y="599"/>
                    </a:cubicBezTo>
                    <a:cubicBezTo>
                      <a:pt x="371" y="599"/>
                      <a:pt x="371" y="599"/>
                      <a:pt x="371" y="599"/>
                    </a:cubicBezTo>
                    <a:cubicBezTo>
                      <a:pt x="366" y="599"/>
                      <a:pt x="366" y="599"/>
                      <a:pt x="366" y="599"/>
                    </a:cubicBezTo>
                    <a:cubicBezTo>
                      <a:pt x="363" y="600"/>
                      <a:pt x="363" y="600"/>
                      <a:pt x="363" y="600"/>
                    </a:cubicBezTo>
                    <a:cubicBezTo>
                      <a:pt x="360" y="597"/>
                      <a:pt x="360" y="597"/>
                      <a:pt x="360" y="597"/>
                    </a:cubicBezTo>
                    <a:cubicBezTo>
                      <a:pt x="359" y="598"/>
                      <a:pt x="359" y="598"/>
                      <a:pt x="359" y="598"/>
                    </a:cubicBezTo>
                    <a:cubicBezTo>
                      <a:pt x="358" y="597"/>
                      <a:pt x="358" y="597"/>
                      <a:pt x="358" y="597"/>
                    </a:cubicBezTo>
                    <a:cubicBezTo>
                      <a:pt x="357" y="597"/>
                      <a:pt x="357" y="597"/>
                      <a:pt x="357" y="597"/>
                    </a:cubicBezTo>
                    <a:cubicBezTo>
                      <a:pt x="355" y="597"/>
                      <a:pt x="355" y="597"/>
                      <a:pt x="355" y="597"/>
                    </a:cubicBezTo>
                    <a:cubicBezTo>
                      <a:pt x="354" y="596"/>
                      <a:pt x="354" y="596"/>
                      <a:pt x="354" y="596"/>
                    </a:cubicBezTo>
                    <a:cubicBezTo>
                      <a:pt x="356" y="596"/>
                      <a:pt x="356" y="596"/>
                      <a:pt x="356" y="596"/>
                    </a:cubicBezTo>
                    <a:cubicBezTo>
                      <a:pt x="353" y="596"/>
                      <a:pt x="353" y="596"/>
                      <a:pt x="353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2" y="596"/>
                      <a:pt x="352" y="596"/>
                      <a:pt x="352" y="596"/>
                    </a:cubicBezTo>
                    <a:cubicBezTo>
                      <a:pt x="350" y="597"/>
                      <a:pt x="350" y="597"/>
                      <a:pt x="350" y="597"/>
                    </a:cubicBezTo>
                    <a:cubicBezTo>
                      <a:pt x="347" y="597"/>
                      <a:pt x="347" y="597"/>
                      <a:pt x="347" y="597"/>
                    </a:cubicBezTo>
                    <a:cubicBezTo>
                      <a:pt x="346" y="597"/>
                      <a:pt x="346" y="597"/>
                      <a:pt x="346" y="597"/>
                    </a:cubicBezTo>
                    <a:cubicBezTo>
                      <a:pt x="344" y="599"/>
                      <a:pt x="344" y="599"/>
                      <a:pt x="344" y="599"/>
                    </a:cubicBezTo>
                    <a:cubicBezTo>
                      <a:pt x="342" y="599"/>
                      <a:pt x="342" y="599"/>
                      <a:pt x="342" y="599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40" y="601"/>
                      <a:pt x="340" y="601"/>
                      <a:pt x="340" y="601"/>
                    </a:cubicBezTo>
                    <a:cubicBezTo>
                      <a:pt x="338" y="601"/>
                      <a:pt x="338" y="601"/>
                      <a:pt x="338" y="601"/>
                    </a:cubicBezTo>
                    <a:cubicBezTo>
                      <a:pt x="335" y="600"/>
                      <a:pt x="335" y="600"/>
                      <a:pt x="335" y="600"/>
                    </a:cubicBezTo>
                    <a:cubicBezTo>
                      <a:pt x="333" y="600"/>
                      <a:pt x="333" y="600"/>
                      <a:pt x="333" y="600"/>
                    </a:cubicBezTo>
                    <a:cubicBezTo>
                      <a:pt x="331" y="600"/>
                      <a:pt x="331" y="600"/>
                      <a:pt x="331" y="600"/>
                    </a:cubicBezTo>
                    <a:cubicBezTo>
                      <a:pt x="329" y="599"/>
                      <a:pt x="329" y="599"/>
                      <a:pt x="329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7" y="599"/>
                      <a:pt x="327" y="599"/>
                      <a:pt x="327" y="599"/>
                    </a:cubicBezTo>
                    <a:cubicBezTo>
                      <a:pt x="325" y="598"/>
                      <a:pt x="325" y="598"/>
                      <a:pt x="325" y="598"/>
                    </a:cubicBezTo>
                    <a:cubicBezTo>
                      <a:pt x="322" y="597"/>
                      <a:pt x="322" y="597"/>
                      <a:pt x="322" y="597"/>
                    </a:cubicBezTo>
                    <a:cubicBezTo>
                      <a:pt x="317" y="597"/>
                      <a:pt x="317" y="597"/>
                      <a:pt x="317" y="597"/>
                    </a:cubicBezTo>
                    <a:cubicBezTo>
                      <a:pt x="314" y="596"/>
                      <a:pt x="314" y="596"/>
                      <a:pt x="314" y="596"/>
                    </a:cubicBezTo>
                    <a:cubicBezTo>
                      <a:pt x="310" y="596"/>
                      <a:pt x="310" y="596"/>
                      <a:pt x="310" y="596"/>
                    </a:cubicBezTo>
                    <a:cubicBezTo>
                      <a:pt x="309" y="596"/>
                      <a:pt x="309" y="596"/>
                      <a:pt x="309" y="596"/>
                    </a:cubicBezTo>
                    <a:cubicBezTo>
                      <a:pt x="309" y="595"/>
                      <a:pt x="309" y="595"/>
                      <a:pt x="309" y="595"/>
                    </a:cubicBezTo>
                    <a:cubicBezTo>
                      <a:pt x="308" y="593"/>
                      <a:pt x="308" y="593"/>
                      <a:pt x="308" y="593"/>
                    </a:cubicBezTo>
                    <a:cubicBezTo>
                      <a:pt x="306" y="593"/>
                      <a:pt x="306" y="593"/>
                      <a:pt x="306" y="593"/>
                    </a:cubicBezTo>
                    <a:cubicBezTo>
                      <a:pt x="305" y="593"/>
                      <a:pt x="305" y="593"/>
                      <a:pt x="305" y="593"/>
                    </a:cubicBezTo>
                    <a:cubicBezTo>
                      <a:pt x="300" y="592"/>
                      <a:pt x="300" y="592"/>
                      <a:pt x="300" y="592"/>
                    </a:cubicBezTo>
                    <a:cubicBezTo>
                      <a:pt x="299" y="592"/>
                      <a:pt x="299" y="592"/>
                      <a:pt x="299" y="592"/>
                    </a:cubicBezTo>
                    <a:cubicBezTo>
                      <a:pt x="297" y="591"/>
                      <a:pt x="297" y="591"/>
                      <a:pt x="297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4" y="591"/>
                      <a:pt x="294" y="591"/>
                      <a:pt x="294" y="591"/>
                    </a:cubicBezTo>
                    <a:cubicBezTo>
                      <a:pt x="295" y="591"/>
                      <a:pt x="295" y="591"/>
                      <a:pt x="295" y="591"/>
                    </a:cubicBezTo>
                    <a:cubicBezTo>
                      <a:pt x="295" y="589"/>
                      <a:pt x="295" y="589"/>
                      <a:pt x="295" y="589"/>
                    </a:cubicBezTo>
                    <a:cubicBezTo>
                      <a:pt x="291" y="587"/>
                      <a:pt x="291" y="587"/>
                      <a:pt x="291" y="587"/>
                    </a:cubicBezTo>
                    <a:cubicBezTo>
                      <a:pt x="289" y="587"/>
                      <a:pt x="289" y="587"/>
                      <a:pt x="289" y="587"/>
                    </a:cubicBezTo>
                    <a:cubicBezTo>
                      <a:pt x="287" y="586"/>
                      <a:pt x="287" y="586"/>
                      <a:pt x="287" y="586"/>
                    </a:cubicBezTo>
                    <a:cubicBezTo>
                      <a:pt x="286" y="586"/>
                      <a:pt x="286" y="586"/>
                      <a:pt x="286" y="586"/>
                    </a:cubicBezTo>
                    <a:cubicBezTo>
                      <a:pt x="285" y="587"/>
                      <a:pt x="285" y="587"/>
                      <a:pt x="285" y="587"/>
                    </a:cubicBezTo>
                    <a:cubicBezTo>
                      <a:pt x="284" y="586"/>
                      <a:pt x="284" y="586"/>
                      <a:pt x="284" y="586"/>
                    </a:cubicBezTo>
                    <a:cubicBezTo>
                      <a:pt x="283" y="586"/>
                      <a:pt x="283" y="586"/>
                      <a:pt x="283" y="586"/>
                    </a:cubicBezTo>
                    <a:cubicBezTo>
                      <a:pt x="281" y="587"/>
                      <a:pt x="281" y="587"/>
                      <a:pt x="281" y="587"/>
                    </a:cubicBezTo>
                    <a:cubicBezTo>
                      <a:pt x="277" y="587"/>
                      <a:pt x="277" y="587"/>
                      <a:pt x="277" y="587"/>
                    </a:cubicBezTo>
                    <a:cubicBezTo>
                      <a:pt x="274" y="589"/>
                      <a:pt x="274" y="589"/>
                      <a:pt x="274" y="589"/>
                    </a:cubicBezTo>
                    <a:cubicBezTo>
                      <a:pt x="272" y="591"/>
                      <a:pt x="272" y="591"/>
                      <a:pt x="272" y="591"/>
                    </a:cubicBezTo>
                    <a:cubicBezTo>
                      <a:pt x="271" y="593"/>
                      <a:pt x="271" y="593"/>
                      <a:pt x="271" y="593"/>
                    </a:cubicBezTo>
                    <a:cubicBezTo>
                      <a:pt x="270" y="594"/>
                      <a:pt x="270" y="594"/>
                      <a:pt x="270" y="594"/>
                    </a:cubicBezTo>
                    <a:cubicBezTo>
                      <a:pt x="270" y="598"/>
                      <a:pt x="270" y="598"/>
                      <a:pt x="270" y="598"/>
                    </a:cubicBezTo>
                    <a:cubicBezTo>
                      <a:pt x="271" y="600"/>
                      <a:pt x="271" y="600"/>
                      <a:pt x="271" y="600"/>
                    </a:cubicBezTo>
                    <a:cubicBezTo>
                      <a:pt x="272" y="603"/>
                      <a:pt x="272" y="603"/>
                      <a:pt x="272" y="603"/>
                    </a:cubicBezTo>
                    <a:cubicBezTo>
                      <a:pt x="272" y="604"/>
                      <a:pt x="272" y="604"/>
                      <a:pt x="272" y="604"/>
                    </a:cubicBezTo>
                    <a:cubicBezTo>
                      <a:pt x="270" y="606"/>
                      <a:pt x="270" y="606"/>
                      <a:pt x="270" y="606"/>
                    </a:cubicBezTo>
                    <a:cubicBezTo>
                      <a:pt x="269" y="606"/>
                      <a:pt x="269" y="606"/>
                      <a:pt x="269" y="606"/>
                    </a:cubicBezTo>
                    <a:cubicBezTo>
                      <a:pt x="267" y="608"/>
                      <a:pt x="267" y="608"/>
                      <a:pt x="267" y="608"/>
                    </a:cubicBezTo>
                    <a:cubicBezTo>
                      <a:pt x="266" y="609"/>
                      <a:pt x="266" y="609"/>
                      <a:pt x="266" y="609"/>
                    </a:cubicBezTo>
                    <a:cubicBezTo>
                      <a:pt x="263" y="608"/>
                      <a:pt x="263" y="608"/>
                      <a:pt x="263" y="608"/>
                    </a:cubicBezTo>
                    <a:cubicBezTo>
                      <a:pt x="258" y="604"/>
                      <a:pt x="258" y="604"/>
                      <a:pt x="258" y="604"/>
                    </a:cubicBezTo>
                    <a:cubicBezTo>
                      <a:pt x="254" y="602"/>
                      <a:pt x="254" y="602"/>
                      <a:pt x="254" y="602"/>
                    </a:cubicBezTo>
                    <a:cubicBezTo>
                      <a:pt x="249" y="600"/>
                      <a:pt x="249" y="600"/>
                      <a:pt x="249" y="600"/>
                    </a:cubicBezTo>
                    <a:cubicBezTo>
                      <a:pt x="246" y="599"/>
                      <a:pt x="246" y="599"/>
                      <a:pt x="246" y="599"/>
                    </a:cubicBezTo>
                    <a:cubicBezTo>
                      <a:pt x="245" y="600"/>
                      <a:pt x="245" y="600"/>
                      <a:pt x="245" y="600"/>
                    </a:cubicBezTo>
                    <a:cubicBezTo>
                      <a:pt x="243" y="600"/>
                      <a:pt x="243" y="600"/>
                      <a:pt x="243" y="600"/>
                    </a:cubicBezTo>
                    <a:cubicBezTo>
                      <a:pt x="240" y="599"/>
                      <a:pt x="240" y="599"/>
                      <a:pt x="240" y="599"/>
                    </a:cubicBezTo>
                    <a:cubicBezTo>
                      <a:pt x="238" y="595"/>
                      <a:pt x="238" y="595"/>
                      <a:pt x="238" y="595"/>
                    </a:cubicBezTo>
                    <a:cubicBezTo>
                      <a:pt x="238" y="592"/>
                      <a:pt x="238" y="592"/>
                      <a:pt x="238" y="592"/>
                    </a:cubicBezTo>
                    <a:cubicBezTo>
                      <a:pt x="236" y="590"/>
                      <a:pt x="236" y="590"/>
                      <a:pt x="236" y="590"/>
                    </a:cubicBezTo>
                    <a:cubicBezTo>
                      <a:pt x="231" y="589"/>
                      <a:pt x="231" y="589"/>
                      <a:pt x="231" y="589"/>
                    </a:cubicBezTo>
                    <a:cubicBezTo>
                      <a:pt x="229" y="587"/>
                      <a:pt x="229" y="587"/>
                      <a:pt x="229" y="587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2" y="586"/>
                      <a:pt x="222" y="586"/>
                      <a:pt x="222" y="586"/>
                    </a:cubicBezTo>
                    <a:cubicBezTo>
                      <a:pt x="217" y="587"/>
                      <a:pt x="217" y="587"/>
                      <a:pt x="217" y="587"/>
                    </a:cubicBezTo>
                    <a:cubicBezTo>
                      <a:pt x="214" y="586"/>
                      <a:pt x="214" y="586"/>
                      <a:pt x="214" y="586"/>
                    </a:cubicBezTo>
                    <a:cubicBezTo>
                      <a:pt x="212" y="585"/>
                      <a:pt x="212" y="585"/>
                      <a:pt x="212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1" y="585"/>
                      <a:pt x="211" y="585"/>
                      <a:pt x="211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10" y="585"/>
                      <a:pt x="210" y="585"/>
                      <a:pt x="210" y="585"/>
                    </a:cubicBezTo>
                    <a:cubicBezTo>
                      <a:pt x="208" y="583"/>
                      <a:pt x="208" y="583"/>
                      <a:pt x="208" y="583"/>
                    </a:cubicBezTo>
                    <a:cubicBezTo>
                      <a:pt x="207" y="583"/>
                      <a:pt x="207" y="583"/>
                      <a:pt x="207" y="583"/>
                    </a:cubicBezTo>
                    <a:cubicBezTo>
                      <a:pt x="207" y="582"/>
                      <a:pt x="207" y="582"/>
                      <a:pt x="207" y="582"/>
                    </a:cubicBezTo>
                    <a:cubicBezTo>
                      <a:pt x="206" y="581"/>
                      <a:pt x="206" y="581"/>
                      <a:pt x="206" y="581"/>
                    </a:cubicBezTo>
                    <a:cubicBezTo>
                      <a:pt x="207" y="580"/>
                      <a:pt x="207" y="580"/>
                      <a:pt x="207" y="580"/>
                    </a:cubicBezTo>
                    <a:cubicBezTo>
                      <a:pt x="206" y="579"/>
                      <a:pt x="206" y="579"/>
                      <a:pt x="206" y="579"/>
                    </a:cubicBezTo>
                    <a:cubicBezTo>
                      <a:pt x="204" y="579"/>
                      <a:pt x="204" y="579"/>
                      <a:pt x="204" y="579"/>
                    </a:cubicBezTo>
                    <a:cubicBezTo>
                      <a:pt x="203" y="580"/>
                      <a:pt x="203" y="580"/>
                      <a:pt x="203" y="580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3" y="581"/>
                      <a:pt x="203" y="581"/>
                      <a:pt x="203" y="581"/>
                    </a:cubicBezTo>
                    <a:cubicBezTo>
                      <a:pt x="200" y="579"/>
                      <a:pt x="200" y="579"/>
                      <a:pt x="200" y="579"/>
                    </a:cubicBezTo>
                    <a:cubicBezTo>
                      <a:pt x="199" y="578"/>
                      <a:pt x="199" y="578"/>
                      <a:pt x="199" y="578"/>
                    </a:cubicBezTo>
                    <a:cubicBezTo>
                      <a:pt x="200" y="576"/>
                      <a:pt x="200" y="576"/>
                      <a:pt x="200" y="576"/>
                    </a:cubicBezTo>
                    <a:cubicBezTo>
                      <a:pt x="204" y="574"/>
                      <a:pt x="204" y="574"/>
                      <a:pt x="204" y="574"/>
                    </a:cubicBezTo>
                    <a:cubicBezTo>
                      <a:pt x="206" y="571"/>
                      <a:pt x="206" y="571"/>
                      <a:pt x="206" y="571"/>
                    </a:cubicBezTo>
                    <a:cubicBezTo>
                      <a:pt x="207" y="570"/>
                      <a:pt x="207" y="570"/>
                      <a:pt x="207" y="570"/>
                    </a:cubicBezTo>
                    <a:cubicBezTo>
                      <a:pt x="206" y="570"/>
                      <a:pt x="206" y="570"/>
                      <a:pt x="206" y="570"/>
                    </a:cubicBezTo>
                    <a:cubicBezTo>
                      <a:pt x="207" y="569"/>
                      <a:pt x="207" y="569"/>
                      <a:pt x="207" y="569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7"/>
                      <a:pt x="206" y="567"/>
                      <a:pt x="206" y="567"/>
                    </a:cubicBezTo>
                    <a:cubicBezTo>
                      <a:pt x="206" y="565"/>
                      <a:pt x="206" y="565"/>
                      <a:pt x="206" y="565"/>
                    </a:cubicBezTo>
                    <a:cubicBezTo>
                      <a:pt x="204" y="564"/>
                      <a:pt x="204" y="564"/>
                      <a:pt x="204" y="564"/>
                    </a:cubicBezTo>
                    <a:cubicBezTo>
                      <a:pt x="202" y="562"/>
                      <a:pt x="202" y="562"/>
                      <a:pt x="202" y="562"/>
                    </a:cubicBezTo>
                    <a:cubicBezTo>
                      <a:pt x="202" y="560"/>
                      <a:pt x="202" y="560"/>
                      <a:pt x="202" y="560"/>
                    </a:cubicBezTo>
                    <a:cubicBezTo>
                      <a:pt x="204" y="559"/>
                      <a:pt x="204" y="559"/>
                      <a:pt x="204" y="559"/>
                    </a:cubicBezTo>
                    <a:cubicBezTo>
                      <a:pt x="204" y="558"/>
                      <a:pt x="204" y="558"/>
                      <a:pt x="204" y="558"/>
                    </a:cubicBezTo>
                    <a:cubicBezTo>
                      <a:pt x="206" y="555"/>
                      <a:pt x="206" y="555"/>
                      <a:pt x="206" y="555"/>
                    </a:cubicBezTo>
                    <a:cubicBezTo>
                      <a:pt x="206" y="553"/>
                      <a:pt x="206" y="553"/>
                      <a:pt x="206" y="553"/>
                    </a:cubicBezTo>
                    <a:cubicBezTo>
                      <a:pt x="204" y="553"/>
                      <a:pt x="204" y="553"/>
                      <a:pt x="204" y="553"/>
                    </a:cubicBezTo>
                    <a:cubicBezTo>
                      <a:pt x="201" y="555"/>
                      <a:pt x="201" y="555"/>
                      <a:pt x="201" y="555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201" y="556"/>
                      <a:pt x="201" y="556"/>
                      <a:pt x="201" y="556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3"/>
                      <a:pt x="199" y="553"/>
                      <a:pt x="199" y="553"/>
                    </a:cubicBezTo>
                    <a:cubicBezTo>
                      <a:pt x="199" y="552"/>
                      <a:pt x="199" y="552"/>
                      <a:pt x="199" y="552"/>
                    </a:cubicBezTo>
                    <a:cubicBezTo>
                      <a:pt x="198" y="551"/>
                      <a:pt x="198" y="551"/>
                      <a:pt x="198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5" y="551"/>
                      <a:pt x="195" y="551"/>
                      <a:pt x="195" y="551"/>
                    </a:cubicBezTo>
                    <a:cubicBezTo>
                      <a:pt x="193" y="551"/>
                      <a:pt x="193" y="551"/>
                      <a:pt x="193" y="551"/>
                    </a:cubicBezTo>
                    <a:cubicBezTo>
                      <a:pt x="190" y="553"/>
                      <a:pt x="190" y="553"/>
                      <a:pt x="190" y="553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8" y="554"/>
                      <a:pt x="188" y="554"/>
                      <a:pt x="188" y="554"/>
                    </a:cubicBezTo>
                    <a:cubicBezTo>
                      <a:pt x="186" y="554"/>
                      <a:pt x="186" y="554"/>
                      <a:pt x="186" y="554"/>
                    </a:cubicBezTo>
                    <a:cubicBezTo>
                      <a:pt x="185" y="554"/>
                      <a:pt x="185" y="554"/>
                      <a:pt x="185" y="554"/>
                    </a:cubicBezTo>
                    <a:cubicBezTo>
                      <a:pt x="182" y="555"/>
                      <a:pt x="182" y="555"/>
                      <a:pt x="182" y="555"/>
                    </a:cubicBezTo>
                    <a:cubicBezTo>
                      <a:pt x="180" y="554"/>
                      <a:pt x="180" y="554"/>
                      <a:pt x="180" y="554"/>
                    </a:cubicBezTo>
                    <a:cubicBezTo>
                      <a:pt x="177" y="553"/>
                      <a:pt x="177" y="553"/>
                      <a:pt x="177" y="553"/>
                    </a:cubicBezTo>
                    <a:cubicBezTo>
                      <a:pt x="177" y="554"/>
                      <a:pt x="177" y="554"/>
                      <a:pt x="177" y="554"/>
                    </a:cubicBezTo>
                    <a:cubicBezTo>
                      <a:pt x="176" y="555"/>
                      <a:pt x="176" y="555"/>
                      <a:pt x="176" y="555"/>
                    </a:cubicBezTo>
                    <a:cubicBezTo>
                      <a:pt x="175" y="555"/>
                      <a:pt x="175" y="555"/>
                      <a:pt x="175" y="555"/>
                    </a:cubicBezTo>
                    <a:cubicBezTo>
                      <a:pt x="175" y="554"/>
                      <a:pt x="175" y="554"/>
                      <a:pt x="175" y="554"/>
                    </a:cubicBezTo>
                    <a:cubicBezTo>
                      <a:pt x="173" y="553"/>
                      <a:pt x="173" y="553"/>
                      <a:pt x="173" y="553"/>
                    </a:cubicBezTo>
                    <a:cubicBezTo>
                      <a:pt x="171" y="553"/>
                      <a:pt x="171" y="553"/>
                      <a:pt x="171" y="553"/>
                    </a:cubicBezTo>
                    <a:cubicBezTo>
                      <a:pt x="171" y="554"/>
                      <a:pt x="171" y="554"/>
                      <a:pt x="171" y="554"/>
                    </a:cubicBezTo>
                    <a:cubicBezTo>
                      <a:pt x="169" y="554"/>
                      <a:pt x="169" y="554"/>
                      <a:pt x="169" y="554"/>
                    </a:cubicBezTo>
                    <a:cubicBezTo>
                      <a:pt x="169" y="555"/>
                      <a:pt x="169" y="555"/>
                      <a:pt x="169" y="555"/>
                    </a:cubicBezTo>
                    <a:cubicBezTo>
                      <a:pt x="168" y="555"/>
                      <a:pt x="168" y="555"/>
                      <a:pt x="168" y="555"/>
                    </a:cubicBezTo>
                    <a:cubicBezTo>
                      <a:pt x="167" y="555"/>
                      <a:pt x="167" y="555"/>
                      <a:pt x="167" y="555"/>
                    </a:cubicBezTo>
                    <a:cubicBezTo>
                      <a:pt x="165" y="556"/>
                      <a:pt x="165" y="556"/>
                      <a:pt x="165" y="556"/>
                    </a:cubicBezTo>
                    <a:cubicBezTo>
                      <a:pt x="164" y="556"/>
                      <a:pt x="164" y="556"/>
                      <a:pt x="164" y="556"/>
                    </a:cubicBezTo>
                    <a:cubicBezTo>
                      <a:pt x="163" y="555"/>
                      <a:pt x="163" y="555"/>
                      <a:pt x="163" y="555"/>
                    </a:cubicBezTo>
                    <a:cubicBezTo>
                      <a:pt x="161" y="555"/>
                      <a:pt x="161" y="555"/>
                      <a:pt x="161" y="555"/>
                    </a:cubicBezTo>
                    <a:cubicBezTo>
                      <a:pt x="160" y="554"/>
                      <a:pt x="160" y="554"/>
                      <a:pt x="160" y="554"/>
                    </a:cubicBezTo>
                    <a:cubicBezTo>
                      <a:pt x="158" y="555"/>
                      <a:pt x="158" y="555"/>
                      <a:pt x="158" y="555"/>
                    </a:cubicBezTo>
                    <a:cubicBezTo>
                      <a:pt x="156" y="554"/>
                      <a:pt x="156" y="554"/>
                      <a:pt x="156" y="554"/>
                    </a:cubicBezTo>
                    <a:cubicBezTo>
                      <a:pt x="155" y="554"/>
                      <a:pt x="155" y="554"/>
                      <a:pt x="155" y="554"/>
                    </a:cubicBezTo>
                    <a:cubicBezTo>
                      <a:pt x="154" y="554"/>
                      <a:pt x="154" y="554"/>
                      <a:pt x="154" y="554"/>
                    </a:cubicBezTo>
                    <a:cubicBezTo>
                      <a:pt x="153" y="554"/>
                      <a:pt x="153" y="554"/>
                      <a:pt x="153" y="554"/>
                    </a:cubicBezTo>
                    <a:cubicBezTo>
                      <a:pt x="152" y="556"/>
                      <a:pt x="152" y="556"/>
                      <a:pt x="152" y="556"/>
                    </a:cubicBezTo>
                    <a:cubicBezTo>
                      <a:pt x="151" y="556"/>
                      <a:pt x="151" y="556"/>
                      <a:pt x="151" y="556"/>
                    </a:cubicBezTo>
                    <a:cubicBezTo>
                      <a:pt x="149" y="555"/>
                      <a:pt x="149" y="555"/>
                      <a:pt x="149" y="555"/>
                    </a:cubicBezTo>
                    <a:cubicBezTo>
                      <a:pt x="147" y="557"/>
                      <a:pt x="147" y="557"/>
                      <a:pt x="147" y="557"/>
                    </a:cubicBezTo>
                    <a:cubicBezTo>
                      <a:pt x="146" y="557"/>
                      <a:pt x="146" y="557"/>
                      <a:pt x="146" y="557"/>
                    </a:cubicBezTo>
                    <a:cubicBezTo>
                      <a:pt x="145" y="556"/>
                      <a:pt x="145" y="556"/>
                      <a:pt x="145" y="556"/>
                    </a:cubicBezTo>
                    <a:cubicBezTo>
                      <a:pt x="143" y="557"/>
                      <a:pt x="143" y="557"/>
                      <a:pt x="143" y="557"/>
                    </a:cubicBezTo>
                    <a:cubicBezTo>
                      <a:pt x="140" y="557"/>
                      <a:pt x="140" y="557"/>
                      <a:pt x="140" y="557"/>
                    </a:cubicBezTo>
                    <a:cubicBezTo>
                      <a:pt x="138" y="556"/>
                      <a:pt x="138" y="556"/>
                      <a:pt x="138" y="556"/>
                    </a:cubicBezTo>
                    <a:cubicBezTo>
                      <a:pt x="135" y="559"/>
                      <a:pt x="135" y="559"/>
                      <a:pt x="135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2" y="559"/>
                      <a:pt x="132" y="559"/>
                      <a:pt x="132" y="559"/>
                    </a:cubicBezTo>
                    <a:cubicBezTo>
                      <a:pt x="129" y="561"/>
                      <a:pt x="129" y="561"/>
                      <a:pt x="129" y="561"/>
                    </a:cubicBezTo>
                    <a:cubicBezTo>
                      <a:pt x="129" y="562"/>
                      <a:pt x="129" y="562"/>
                      <a:pt x="129" y="562"/>
                    </a:cubicBezTo>
                    <a:cubicBezTo>
                      <a:pt x="129" y="563"/>
                      <a:pt x="129" y="563"/>
                      <a:pt x="129" y="563"/>
                    </a:cubicBezTo>
                    <a:cubicBezTo>
                      <a:pt x="128" y="563"/>
                      <a:pt x="128" y="563"/>
                      <a:pt x="128" y="563"/>
                    </a:cubicBezTo>
                    <a:cubicBezTo>
                      <a:pt x="128" y="562"/>
                      <a:pt x="128" y="562"/>
                      <a:pt x="128" y="562"/>
                    </a:cubicBezTo>
                    <a:cubicBezTo>
                      <a:pt x="126" y="562"/>
                      <a:pt x="126" y="562"/>
                      <a:pt x="126" y="562"/>
                    </a:cubicBezTo>
                    <a:cubicBezTo>
                      <a:pt x="125" y="563"/>
                      <a:pt x="125" y="563"/>
                      <a:pt x="125" y="563"/>
                    </a:cubicBezTo>
                    <a:cubicBezTo>
                      <a:pt x="125" y="564"/>
                      <a:pt x="125" y="564"/>
                      <a:pt x="125" y="564"/>
                    </a:cubicBezTo>
                    <a:cubicBezTo>
                      <a:pt x="123" y="564"/>
                      <a:pt x="123" y="564"/>
                      <a:pt x="123" y="564"/>
                    </a:cubicBezTo>
                    <a:cubicBezTo>
                      <a:pt x="121" y="565"/>
                      <a:pt x="121" y="565"/>
                      <a:pt x="121" y="565"/>
                    </a:cubicBezTo>
                    <a:cubicBezTo>
                      <a:pt x="120" y="566"/>
                      <a:pt x="120" y="566"/>
                      <a:pt x="120" y="566"/>
                    </a:cubicBezTo>
                    <a:cubicBezTo>
                      <a:pt x="120" y="567"/>
                      <a:pt x="120" y="567"/>
                      <a:pt x="120" y="567"/>
                    </a:cubicBezTo>
                    <a:cubicBezTo>
                      <a:pt x="119" y="568"/>
                      <a:pt x="119" y="568"/>
                      <a:pt x="119" y="568"/>
                    </a:cubicBezTo>
                    <a:cubicBezTo>
                      <a:pt x="117" y="568"/>
                      <a:pt x="117" y="568"/>
                      <a:pt x="117" y="568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4" y="569"/>
                      <a:pt x="114" y="569"/>
                      <a:pt x="114" y="569"/>
                    </a:cubicBezTo>
                    <a:cubicBezTo>
                      <a:pt x="110" y="568"/>
                      <a:pt x="110" y="568"/>
                      <a:pt x="110" y="568"/>
                    </a:cubicBezTo>
                    <a:cubicBezTo>
                      <a:pt x="109" y="568"/>
                      <a:pt x="109" y="568"/>
                      <a:pt x="109" y="568"/>
                    </a:cubicBezTo>
                    <a:cubicBezTo>
                      <a:pt x="109" y="566"/>
                      <a:pt x="109" y="566"/>
                      <a:pt x="109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6" y="567"/>
                      <a:pt x="106" y="567"/>
                      <a:pt x="106" y="567"/>
                    </a:cubicBezTo>
                    <a:cubicBezTo>
                      <a:pt x="104" y="568"/>
                      <a:pt x="104" y="568"/>
                      <a:pt x="104" y="568"/>
                    </a:cubicBezTo>
                    <a:cubicBezTo>
                      <a:pt x="101" y="567"/>
                      <a:pt x="101" y="567"/>
                      <a:pt x="101" y="567"/>
                    </a:cubicBezTo>
                    <a:cubicBezTo>
                      <a:pt x="100" y="567"/>
                      <a:pt x="100" y="567"/>
                      <a:pt x="100" y="567"/>
                    </a:cubicBezTo>
                    <a:cubicBezTo>
                      <a:pt x="98" y="568"/>
                      <a:pt x="98" y="568"/>
                      <a:pt x="98" y="568"/>
                    </a:cubicBezTo>
                    <a:cubicBezTo>
                      <a:pt x="96" y="568"/>
                      <a:pt x="96" y="568"/>
                      <a:pt x="96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3" y="566"/>
                      <a:pt x="93" y="566"/>
                      <a:pt x="93" y="566"/>
                    </a:cubicBezTo>
                    <a:cubicBezTo>
                      <a:pt x="92" y="565"/>
                      <a:pt x="92" y="565"/>
                      <a:pt x="92" y="565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2" y="564"/>
                      <a:pt x="92" y="564"/>
                      <a:pt x="92" y="564"/>
                    </a:cubicBezTo>
                    <a:cubicBezTo>
                      <a:pt x="93" y="563"/>
                      <a:pt x="93" y="563"/>
                      <a:pt x="93" y="563"/>
                    </a:cubicBezTo>
                    <a:cubicBezTo>
                      <a:pt x="92" y="562"/>
                      <a:pt x="92" y="562"/>
                      <a:pt x="92" y="562"/>
                    </a:cubicBezTo>
                    <a:cubicBezTo>
                      <a:pt x="90" y="563"/>
                      <a:pt x="90" y="563"/>
                      <a:pt x="90" y="563"/>
                    </a:cubicBezTo>
                    <a:cubicBezTo>
                      <a:pt x="89" y="563"/>
                      <a:pt x="89" y="563"/>
                      <a:pt x="89" y="563"/>
                    </a:cubicBezTo>
                    <a:cubicBezTo>
                      <a:pt x="88" y="563"/>
                      <a:pt x="88" y="563"/>
                      <a:pt x="88" y="563"/>
                    </a:cubicBezTo>
                    <a:cubicBezTo>
                      <a:pt x="86" y="565"/>
                      <a:pt x="86" y="565"/>
                      <a:pt x="86" y="565"/>
                    </a:cubicBezTo>
                    <a:cubicBezTo>
                      <a:pt x="86" y="569"/>
                      <a:pt x="86" y="569"/>
                      <a:pt x="86" y="569"/>
                    </a:cubicBezTo>
                    <a:cubicBezTo>
                      <a:pt x="84" y="571"/>
                      <a:pt x="84" y="571"/>
                      <a:pt x="84" y="571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3" y="576"/>
                      <a:pt x="83" y="576"/>
                      <a:pt x="83" y="576"/>
                    </a:cubicBezTo>
                    <a:cubicBezTo>
                      <a:pt x="80" y="578"/>
                      <a:pt x="80" y="578"/>
                      <a:pt x="80" y="578"/>
                    </a:cubicBezTo>
                    <a:cubicBezTo>
                      <a:pt x="79" y="579"/>
                      <a:pt x="79" y="579"/>
                      <a:pt x="79" y="579"/>
                    </a:cubicBezTo>
                    <a:cubicBezTo>
                      <a:pt x="77" y="580"/>
                      <a:pt x="77" y="580"/>
                      <a:pt x="77" y="580"/>
                    </a:cubicBezTo>
                    <a:cubicBezTo>
                      <a:pt x="75" y="581"/>
                      <a:pt x="75" y="581"/>
                      <a:pt x="75" y="581"/>
                    </a:cubicBezTo>
                    <a:cubicBezTo>
                      <a:pt x="73" y="583"/>
                      <a:pt x="73" y="583"/>
                      <a:pt x="73" y="583"/>
                    </a:cubicBezTo>
                    <a:cubicBezTo>
                      <a:pt x="72" y="583"/>
                      <a:pt x="72" y="583"/>
                      <a:pt x="72" y="583"/>
                    </a:cubicBezTo>
                    <a:cubicBezTo>
                      <a:pt x="69" y="585"/>
                      <a:pt x="69" y="585"/>
                      <a:pt x="69" y="585"/>
                    </a:cubicBezTo>
                    <a:cubicBezTo>
                      <a:pt x="67" y="585"/>
                      <a:pt x="67" y="585"/>
                      <a:pt x="67" y="585"/>
                    </a:cubicBezTo>
                    <a:cubicBezTo>
                      <a:pt x="66" y="587"/>
                      <a:pt x="66" y="587"/>
                      <a:pt x="66" y="587"/>
                    </a:cubicBezTo>
                    <a:cubicBezTo>
                      <a:pt x="62" y="590"/>
                      <a:pt x="62" y="590"/>
                      <a:pt x="62" y="590"/>
                    </a:cubicBezTo>
                    <a:cubicBezTo>
                      <a:pt x="63" y="592"/>
                      <a:pt x="63" y="592"/>
                      <a:pt x="63" y="592"/>
                    </a:cubicBezTo>
                    <a:cubicBezTo>
                      <a:pt x="63" y="594"/>
                      <a:pt x="63" y="594"/>
                      <a:pt x="63" y="594"/>
                    </a:cubicBezTo>
                    <a:cubicBezTo>
                      <a:pt x="60" y="596"/>
                      <a:pt x="60" y="596"/>
                      <a:pt x="60" y="596"/>
                    </a:cubicBezTo>
                    <a:cubicBezTo>
                      <a:pt x="58" y="600"/>
                      <a:pt x="58" y="600"/>
                      <a:pt x="58" y="600"/>
                    </a:cubicBezTo>
                    <a:cubicBezTo>
                      <a:pt x="58" y="602"/>
                      <a:pt x="58" y="602"/>
                      <a:pt x="58" y="602"/>
                    </a:cubicBezTo>
                    <a:cubicBezTo>
                      <a:pt x="59" y="605"/>
                      <a:pt x="59" y="605"/>
                      <a:pt x="59" y="605"/>
                    </a:cubicBezTo>
                    <a:cubicBezTo>
                      <a:pt x="58" y="607"/>
                      <a:pt x="58" y="607"/>
                      <a:pt x="58" y="607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55" y="616"/>
                      <a:pt x="55" y="616"/>
                      <a:pt x="55" y="616"/>
                    </a:cubicBezTo>
                    <a:cubicBezTo>
                      <a:pt x="54" y="618"/>
                      <a:pt x="54" y="618"/>
                      <a:pt x="54" y="618"/>
                    </a:cubicBezTo>
                    <a:cubicBezTo>
                      <a:pt x="53" y="620"/>
                      <a:pt x="53" y="620"/>
                      <a:pt x="53" y="620"/>
                    </a:cubicBezTo>
                    <a:cubicBezTo>
                      <a:pt x="50" y="620"/>
                      <a:pt x="50" y="620"/>
                      <a:pt x="50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38" y="626"/>
                      <a:pt x="38" y="626"/>
                      <a:pt x="38" y="626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8"/>
                      <a:pt x="36" y="628"/>
                      <a:pt x="36" y="628"/>
                    </a:cubicBezTo>
                    <a:cubicBezTo>
                      <a:pt x="36" y="629"/>
                      <a:pt x="36" y="629"/>
                      <a:pt x="36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5" y="629"/>
                      <a:pt x="35" y="629"/>
                      <a:pt x="35" y="629"/>
                    </a:cubicBezTo>
                    <a:cubicBezTo>
                      <a:pt x="33" y="633"/>
                      <a:pt x="33" y="633"/>
                      <a:pt x="33" y="633"/>
                    </a:cubicBezTo>
                    <a:cubicBezTo>
                      <a:pt x="33" y="635"/>
                      <a:pt x="33" y="635"/>
                      <a:pt x="33" y="635"/>
                    </a:cubicBezTo>
                    <a:cubicBezTo>
                      <a:pt x="32" y="635"/>
                      <a:pt x="32" y="635"/>
                      <a:pt x="32" y="635"/>
                    </a:cubicBezTo>
                    <a:cubicBezTo>
                      <a:pt x="26" y="638"/>
                      <a:pt x="26" y="638"/>
                      <a:pt x="26" y="638"/>
                    </a:cubicBezTo>
                    <a:cubicBezTo>
                      <a:pt x="26" y="639"/>
                      <a:pt x="26" y="639"/>
                      <a:pt x="26" y="639"/>
                    </a:cubicBezTo>
                    <a:cubicBezTo>
                      <a:pt x="24" y="641"/>
                      <a:pt x="24" y="641"/>
                      <a:pt x="24" y="641"/>
                    </a:cubicBezTo>
                    <a:cubicBezTo>
                      <a:pt x="24" y="643"/>
                      <a:pt x="24" y="643"/>
                      <a:pt x="24" y="643"/>
                    </a:cubicBezTo>
                    <a:cubicBezTo>
                      <a:pt x="20" y="649"/>
                      <a:pt x="20" y="649"/>
                      <a:pt x="20" y="649"/>
                    </a:cubicBezTo>
                    <a:cubicBezTo>
                      <a:pt x="19" y="651"/>
                      <a:pt x="19" y="651"/>
                      <a:pt x="19" y="651"/>
                    </a:cubicBezTo>
                    <a:cubicBezTo>
                      <a:pt x="16" y="654"/>
                      <a:pt x="16" y="654"/>
                      <a:pt x="16" y="654"/>
                    </a:cubicBezTo>
                    <a:cubicBezTo>
                      <a:pt x="15" y="655"/>
                      <a:pt x="15" y="655"/>
                      <a:pt x="15" y="655"/>
                    </a:cubicBezTo>
                    <a:cubicBezTo>
                      <a:pt x="13" y="659"/>
                      <a:pt x="13" y="659"/>
                      <a:pt x="13" y="659"/>
                    </a:cubicBezTo>
                    <a:cubicBezTo>
                      <a:pt x="13" y="660"/>
                      <a:pt x="13" y="660"/>
                      <a:pt x="13" y="660"/>
                    </a:cubicBezTo>
                    <a:cubicBezTo>
                      <a:pt x="10" y="664"/>
                      <a:pt x="10" y="664"/>
                      <a:pt x="10" y="664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10" y="665"/>
                      <a:pt x="10" y="665"/>
                      <a:pt x="10" y="665"/>
                    </a:cubicBezTo>
                    <a:cubicBezTo>
                      <a:pt x="8" y="669"/>
                      <a:pt x="8" y="669"/>
                      <a:pt x="8" y="669"/>
                    </a:cubicBezTo>
                    <a:cubicBezTo>
                      <a:pt x="7" y="670"/>
                      <a:pt x="7" y="670"/>
                      <a:pt x="7" y="670"/>
                    </a:cubicBezTo>
                    <a:cubicBezTo>
                      <a:pt x="5" y="671"/>
                      <a:pt x="5" y="671"/>
                      <a:pt x="5" y="671"/>
                    </a:cubicBezTo>
                    <a:cubicBezTo>
                      <a:pt x="5" y="673"/>
                      <a:pt x="5" y="673"/>
                      <a:pt x="5" y="673"/>
                    </a:cubicBezTo>
                    <a:cubicBezTo>
                      <a:pt x="5" y="675"/>
                      <a:pt x="5" y="675"/>
                      <a:pt x="5" y="675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6"/>
                      <a:pt x="5" y="676"/>
                      <a:pt x="5" y="676"/>
                    </a:cubicBezTo>
                    <a:cubicBezTo>
                      <a:pt x="5" y="677"/>
                      <a:pt x="5" y="677"/>
                      <a:pt x="5" y="677"/>
                    </a:cubicBezTo>
                    <a:cubicBezTo>
                      <a:pt x="4" y="679"/>
                      <a:pt x="4" y="679"/>
                      <a:pt x="4" y="679"/>
                    </a:cubicBezTo>
                    <a:cubicBezTo>
                      <a:pt x="4" y="683"/>
                      <a:pt x="4" y="683"/>
                      <a:pt x="4" y="683"/>
                    </a:cubicBezTo>
                    <a:cubicBezTo>
                      <a:pt x="6" y="681"/>
                      <a:pt x="6" y="681"/>
                      <a:pt x="6" y="681"/>
                    </a:cubicBezTo>
                    <a:cubicBezTo>
                      <a:pt x="7" y="682"/>
                      <a:pt x="7" y="682"/>
                      <a:pt x="7" y="682"/>
                    </a:cubicBezTo>
                    <a:cubicBezTo>
                      <a:pt x="8" y="683"/>
                      <a:pt x="8" y="683"/>
                      <a:pt x="8" y="683"/>
                    </a:cubicBezTo>
                    <a:cubicBezTo>
                      <a:pt x="8" y="682"/>
                      <a:pt x="8" y="682"/>
                      <a:pt x="8" y="682"/>
                    </a:cubicBezTo>
                    <a:cubicBezTo>
                      <a:pt x="10" y="684"/>
                      <a:pt x="10" y="684"/>
                      <a:pt x="10" y="684"/>
                    </a:cubicBezTo>
                    <a:cubicBezTo>
                      <a:pt x="9" y="685"/>
                      <a:pt x="9" y="685"/>
                      <a:pt x="9" y="685"/>
                    </a:cubicBezTo>
                    <a:cubicBezTo>
                      <a:pt x="10" y="687"/>
                      <a:pt x="10" y="687"/>
                      <a:pt x="10" y="687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9" y="689"/>
                      <a:pt x="9" y="689"/>
                      <a:pt x="9" y="689"/>
                    </a:cubicBezTo>
                    <a:cubicBezTo>
                      <a:pt x="7" y="690"/>
                      <a:pt x="7" y="690"/>
                      <a:pt x="7" y="690"/>
                    </a:cubicBezTo>
                    <a:cubicBezTo>
                      <a:pt x="10" y="693"/>
                      <a:pt x="10" y="693"/>
                      <a:pt x="10" y="693"/>
                    </a:cubicBezTo>
                    <a:cubicBezTo>
                      <a:pt x="11" y="701"/>
                      <a:pt x="11" y="701"/>
                      <a:pt x="11" y="701"/>
                    </a:cubicBezTo>
                    <a:cubicBezTo>
                      <a:pt x="11" y="706"/>
                      <a:pt x="11" y="706"/>
                      <a:pt x="11" y="706"/>
                    </a:cubicBezTo>
                    <a:cubicBezTo>
                      <a:pt x="9" y="708"/>
                      <a:pt x="9" y="708"/>
                      <a:pt x="9" y="708"/>
                    </a:cubicBezTo>
                    <a:cubicBezTo>
                      <a:pt x="8" y="713"/>
                      <a:pt x="8" y="713"/>
                      <a:pt x="8" y="713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5"/>
                      <a:pt x="7" y="715"/>
                      <a:pt x="7" y="715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7"/>
                      <a:pt x="7" y="717"/>
                      <a:pt x="7" y="717"/>
                    </a:cubicBezTo>
                    <a:cubicBezTo>
                      <a:pt x="7" y="718"/>
                      <a:pt x="7" y="718"/>
                      <a:pt x="7" y="718"/>
                    </a:cubicBezTo>
                    <a:cubicBezTo>
                      <a:pt x="5" y="721"/>
                      <a:pt x="5" y="721"/>
                      <a:pt x="5" y="721"/>
                    </a:cubicBezTo>
                    <a:cubicBezTo>
                      <a:pt x="0" y="726"/>
                      <a:pt x="0" y="726"/>
                      <a:pt x="0" y="726"/>
                    </a:cubicBezTo>
                    <a:cubicBezTo>
                      <a:pt x="3" y="728"/>
                      <a:pt x="3" y="728"/>
                      <a:pt x="3" y="728"/>
                    </a:cubicBezTo>
                    <a:cubicBezTo>
                      <a:pt x="5" y="731"/>
                      <a:pt x="5" y="731"/>
                      <a:pt x="5" y="731"/>
                    </a:cubicBezTo>
                    <a:cubicBezTo>
                      <a:pt x="6" y="731"/>
                      <a:pt x="6" y="731"/>
                      <a:pt x="6" y="731"/>
                    </a:cubicBezTo>
                    <a:cubicBezTo>
                      <a:pt x="6" y="732"/>
                      <a:pt x="6" y="732"/>
                      <a:pt x="6" y="732"/>
                    </a:cubicBezTo>
                    <a:cubicBezTo>
                      <a:pt x="4" y="732"/>
                      <a:pt x="4" y="732"/>
                      <a:pt x="4" y="732"/>
                    </a:cubicBezTo>
                    <a:cubicBezTo>
                      <a:pt x="7" y="734"/>
                      <a:pt x="7" y="734"/>
                      <a:pt x="7" y="734"/>
                    </a:cubicBezTo>
                    <a:cubicBezTo>
                      <a:pt x="6" y="734"/>
                      <a:pt x="6" y="734"/>
                      <a:pt x="6" y="734"/>
                    </a:cubicBezTo>
                    <a:cubicBezTo>
                      <a:pt x="6" y="735"/>
                      <a:pt x="6" y="735"/>
                      <a:pt x="6" y="735"/>
                    </a:cubicBezTo>
                    <a:cubicBezTo>
                      <a:pt x="4" y="737"/>
                      <a:pt x="4" y="737"/>
                      <a:pt x="4" y="737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38"/>
                      <a:pt x="5" y="738"/>
                      <a:pt x="5" y="738"/>
                    </a:cubicBezTo>
                    <a:cubicBezTo>
                      <a:pt x="5" y="740"/>
                      <a:pt x="5" y="740"/>
                      <a:pt x="5" y="740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4" y="741"/>
                      <a:pt x="4" y="741"/>
                      <a:pt x="4" y="741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5" y="742"/>
                      <a:pt x="5" y="742"/>
                      <a:pt x="5" y="742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3"/>
                      <a:pt x="6" y="743"/>
                      <a:pt x="6" y="743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6" y="744"/>
                      <a:pt x="6" y="744"/>
                      <a:pt x="6" y="744"/>
                    </a:cubicBezTo>
                    <a:cubicBezTo>
                      <a:pt x="7" y="745"/>
                      <a:pt x="7" y="745"/>
                      <a:pt x="7" y="745"/>
                    </a:cubicBezTo>
                    <a:cubicBezTo>
                      <a:pt x="9" y="746"/>
                      <a:pt x="9" y="746"/>
                      <a:pt x="9" y="746"/>
                    </a:cubicBezTo>
                    <a:cubicBezTo>
                      <a:pt x="8" y="746"/>
                      <a:pt x="8" y="746"/>
                      <a:pt x="8" y="746"/>
                    </a:cubicBezTo>
                    <a:cubicBezTo>
                      <a:pt x="10" y="748"/>
                      <a:pt x="10" y="748"/>
                      <a:pt x="10" y="748"/>
                    </a:cubicBezTo>
                    <a:cubicBezTo>
                      <a:pt x="12" y="748"/>
                      <a:pt x="12" y="748"/>
                      <a:pt x="12" y="748"/>
                    </a:cubicBezTo>
                    <a:cubicBezTo>
                      <a:pt x="12" y="749"/>
                      <a:pt x="12" y="749"/>
                      <a:pt x="12" y="749"/>
                    </a:cubicBezTo>
                    <a:cubicBezTo>
                      <a:pt x="13" y="749"/>
                      <a:pt x="13" y="749"/>
                      <a:pt x="13" y="749"/>
                    </a:cubicBezTo>
                    <a:cubicBezTo>
                      <a:pt x="14" y="749"/>
                      <a:pt x="14" y="749"/>
                      <a:pt x="14" y="749"/>
                    </a:cubicBezTo>
                    <a:cubicBezTo>
                      <a:pt x="15" y="750"/>
                      <a:pt x="15" y="750"/>
                      <a:pt x="15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6" y="750"/>
                      <a:pt x="16" y="750"/>
                      <a:pt x="16" y="750"/>
                    </a:cubicBezTo>
                    <a:cubicBezTo>
                      <a:pt x="15" y="752"/>
                      <a:pt x="15" y="752"/>
                      <a:pt x="15" y="752"/>
                    </a:cubicBezTo>
                    <a:cubicBezTo>
                      <a:pt x="16" y="752"/>
                      <a:pt x="16" y="752"/>
                      <a:pt x="16" y="752"/>
                    </a:cubicBezTo>
                    <a:cubicBezTo>
                      <a:pt x="14" y="754"/>
                      <a:pt x="14" y="754"/>
                      <a:pt x="14" y="754"/>
                    </a:cubicBezTo>
                    <a:cubicBezTo>
                      <a:pt x="18" y="753"/>
                      <a:pt x="18" y="753"/>
                      <a:pt x="18" y="753"/>
                    </a:cubicBezTo>
                    <a:cubicBezTo>
                      <a:pt x="18" y="754"/>
                      <a:pt x="18" y="754"/>
                      <a:pt x="18" y="754"/>
                    </a:cubicBezTo>
                    <a:cubicBezTo>
                      <a:pt x="19" y="755"/>
                      <a:pt x="19" y="755"/>
                      <a:pt x="19" y="755"/>
                    </a:cubicBezTo>
                    <a:cubicBezTo>
                      <a:pt x="21" y="754"/>
                      <a:pt x="21" y="754"/>
                      <a:pt x="21" y="754"/>
                    </a:cubicBezTo>
                    <a:cubicBezTo>
                      <a:pt x="21" y="755"/>
                      <a:pt x="21" y="755"/>
                      <a:pt x="21" y="755"/>
                    </a:cubicBezTo>
                    <a:cubicBezTo>
                      <a:pt x="21" y="758"/>
                      <a:pt x="21" y="758"/>
                      <a:pt x="21" y="758"/>
                    </a:cubicBezTo>
                    <a:cubicBezTo>
                      <a:pt x="23" y="761"/>
                      <a:pt x="23" y="761"/>
                      <a:pt x="23" y="761"/>
                    </a:cubicBezTo>
                    <a:cubicBezTo>
                      <a:pt x="25" y="761"/>
                      <a:pt x="25" y="761"/>
                      <a:pt x="25" y="761"/>
                    </a:cubicBezTo>
                    <a:cubicBezTo>
                      <a:pt x="26" y="761"/>
                      <a:pt x="26" y="761"/>
                      <a:pt x="26" y="761"/>
                    </a:cubicBezTo>
                    <a:cubicBezTo>
                      <a:pt x="27" y="760"/>
                      <a:pt x="27" y="760"/>
                      <a:pt x="27" y="760"/>
                    </a:cubicBezTo>
                    <a:cubicBezTo>
                      <a:pt x="27" y="762"/>
                      <a:pt x="27" y="762"/>
                      <a:pt x="27" y="762"/>
                    </a:cubicBezTo>
                    <a:cubicBezTo>
                      <a:pt x="28" y="763"/>
                      <a:pt x="28" y="763"/>
                      <a:pt x="28" y="763"/>
                    </a:cubicBezTo>
                    <a:cubicBezTo>
                      <a:pt x="29" y="763"/>
                      <a:pt x="29" y="763"/>
                      <a:pt x="29" y="763"/>
                    </a:cubicBezTo>
                    <a:cubicBezTo>
                      <a:pt x="30" y="765"/>
                      <a:pt x="30" y="765"/>
                      <a:pt x="30" y="765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6"/>
                      <a:pt x="32" y="766"/>
                      <a:pt x="32" y="766"/>
                    </a:cubicBezTo>
                    <a:cubicBezTo>
                      <a:pt x="32" y="767"/>
                      <a:pt x="32" y="767"/>
                      <a:pt x="32" y="767"/>
                    </a:cubicBezTo>
                    <a:cubicBezTo>
                      <a:pt x="32" y="768"/>
                      <a:pt x="32" y="768"/>
                      <a:pt x="32" y="768"/>
                    </a:cubicBezTo>
                    <a:cubicBezTo>
                      <a:pt x="32" y="770"/>
                      <a:pt x="32" y="770"/>
                      <a:pt x="32" y="770"/>
                    </a:cubicBezTo>
                    <a:cubicBezTo>
                      <a:pt x="33" y="770"/>
                      <a:pt x="33" y="770"/>
                      <a:pt x="33" y="770"/>
                    </a:cubicBezTo>
                    <a:cubicBezTo>
                      <a:pt x="32" y="772"/>
                      <a:pt x="32" y="772"/>
                      <a:pt x="32" y="772"/>
                    </a:cubicBezTo>
                    <a:cubicBezTo>
                      <a:pt x="33" y="773"/>
                      <a:pt x="33" y="773"/>
                      <a:pt x="33" y="773"/>
                    </a:cubicBezTo>
                    <a:cubicBezTo>
                      <a:pt x="34" y="773"/>
                      <a:pt x="34" y="773"/>
                      <a:pt x="34" y="773"/>
                    </a:cubicBezTo>
                    <a:cubicBezTo>
                      <a:pt x="35" y="775"/>
                      <a:pt x="35" y="775"/>
                      <a:pt x="35" y="775"/>
                    </a:cubicBezTo>
                    <a:cubicBezTo>
                      <a:pt x="35" y="777"/>
                      <a:pt x="35" y="777"/>
                      <a:pt x="35" y="777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7" y="779"/>
                      <a:pt x="37" y="779"/>
                      <a:pt x="37" y="779"/>
                    </a:cubicBezTo>
                    <a:cubicBezTo>
                      <a:pt x="36" y="779"/>
                      <a:pt x="36" y="779"/>
                      <a:pt x="36" y="779"/>
                    </a:cubicBezTo>
                    <a:cubicBezTo>
                      <a:pt x="35" y="780"/>
                      <a:pt x="35" y="780"/>
                      <a:pt x="35" y="780"/>
                    </a:cubicBezTo>
                    <a:cubicBezTo>
                      <a:pt x="36" y="782"/>
                      <a:pt x="36" y="782"/>
                      <a:pt x="36" y="782"/>
                    </a:cubicBezTo>
                    <a:cubicBezTo>
                      <a:pt x="37" y="782"/>
                      <a:pt x="37" y="782"/>
                      <a:pt x="37" y="782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1"/>
                      <a:pt x="38" y="781"/>
                      <a:pt x="38" y="781"/>
                    </a:cubicBezTo>
                    <a:cubicBezTo>
                      <a:pt x="39" y="782"/>
                      <a:pt x="39" y="782"/>
                      <a:pt x="39" y="782"/>
                    </a:cubicBezTo>
                    <a:cubicBezTo>
                      <a:pt x="38" y="783"/>
                      <a:pt x="38" y="783"/>
                      <a:pt x="38" y="783"/>
                    </a:cubicBezTo>
                    <a:cubicBezTo>
                      <a:pt x="41" y="784"/>
                      <a:pt x="41" y="784"/>
                      <a:pt x="41" y="784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5" y="786"/>
                      <a:pt x="45" y="786"/>
                      <a:pt x="45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6"/>
                      <a:pt x="48" y="786"/>
                      <a:pt x="48" y="786"/>
                    </a:cubicBezTo>
                    <a:cubicBezTo>
                      <a:pt x="48" y="787"/>
                      <a:pt x="48" y="787"/>
                      <a:pt x="48" y="787"/>
                    </a:cubicBezTo>
                    <a:cubicBezTo>
                      <a:pt x="49" y="788"/>
                      <a:pt x="49" y="788"/>
                      <a:pt x="49" y="788"/>
                    </a:cubicBezTo>
                    <a:cubicBezTo>
                      <a:pt x="51" y="790"/>
                      <a:pt x="51" y="790"/>
                      <a:pt x="51" y="790"/>
                    </a:cubicBezTo>
                    <a:cubicBezTo>
                      <a:pt x="52" y="790"/>
                      <a:pt x="52" y="790"/>
                      <a:pt x="52" y="790"/>
                    </a:cubicBezTo>
                    <a:cubicBezTo>
                      <a:pt x="55" y="792"/>
                      <a:pt x="55" y="792"/>
                      <a:pt x="55" y="792"/>
                    </a:cubicBezTo>
                    <a:cubicBezTo>
                      <a:pt x="60" y="797"/>
                      <a:pt x="60" y="797"/>
                      <a:pt x="60" y="797"/>
                    </a:cubicBezTo>
                    <a:cubicBezTo>
                      <a:pt x="62" y="797"/>
                      <a:pt x="62" y="797"/>
                      <a:pt x="62" y="797"/>
                    </a:cubicBezTo>
                    <a:cubicBezTo>
                      <a:pt x="67" y="801"/>
                      <a:pt x="67" y="801"/>
                      <a:pt x="67" y="801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4" y="804"/>
                      <a:pt x="74" y="804"/>
                      <a:pt x="74" y="804"/>
                    </a:cubicBezTo>
                    <a:cubicBezTo>
                      <a:pt x="75" y="804"/>
                      <a:pt x="75" y="804"/>
                      <a:pt x="75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6" y="804"/>
                      <a:pt x="76" y="804"/>
                      <a:pt x="76" y="804"/>
                    </a:cubicBezTo>
                    <a:cubicBezTo>
                      <a:pt x="78" y="802"/>
                      <a:pt x="78" y="802"/>
                      <a:pt x="78" y="802"/>
                    </a:cubicBezTo>
                    <a:cubicBezTo>
                      <a:pt x="80" y="802"/>
                      <a:pt x="80" y="802"/>
                      <a:pt x="80" y="802"/>
                    </a:cubicBezTo>
                    <a:cubicBezTo>
                      <a:pt x="81" y="801"/>
                      <a:pt x="81" y="801"/>
                      <a:pt x="81" y="801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6" y="799"/>
                      <a:pt x="86" y="799"/>
                      <a:pt x="86" y="799"/>
                    </a:cubicBezTo>
                    <a:cubicBezTo>
                      <a:pt x="88" y="798"/>
                      <a:pt x="88" y="798"/>
                      <a:pt x="88" y="798"/>
                    </a:cubicBezTo>
                    <a:cubicBezTo>
                      <a:pt x="98" y="798"/>
                      <a:pt x="98" y="798"/>
                      <a:pt x="98" y="798"/>
                    </a:cubicBezTo>
                    <a:cubicBezTo>
                      <a:pt x="102" y="797"/>
                      <a:pt x="102" y="797"/>
                      <a:pt x="102" y="797"/>
                    </a:cubicBezTo>
                    <a:cubicBezTo>
                      <a:pt x="106" y="799"/>
                      <a:pt x="106" y="799"/>
                      <a:pt x="106" y="799"/>
                    </a:cubicBezTo>
                    <a:cubicBezTo>
                      <a:pt x="106" y="797"/>
                      <a:pt x="106" y="797"/>
                      <a:pt x="106" y="797"/>
                    </a:cubicBezTo>
                    <a:cubicBezTo>
                      <a:pt x="107" y="797"/>
                      <a:pt x="107" y="797"/>
                      <a:pt x="107" y="797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8"/>
                      <a:pt x="108" y="798"/>
                      <a:pt x="108" y="798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08" y="799"/>
                      <a:pt x="108" y="799"/>
                      <a:pt x="108" y="799"/>
                    </a:cubicBezTo>
                    <a:cubicBezTo>
                      <a:pt x="112" y="800"/>
                      <a:pt x="112" y="800"/>
                      <a:pt x="112" y="800"/>
                    </a:cubicBezTo>
                    <a:cubicBezTo>
                      <a:pt x="116" y="801"/>
                      <a:pt x="116" y="801"/>
                      <a:pt x="116" y="801"/>
                    </a:cubicBezTo>
                    <a:cubicBezTo>
                      <a:pt x="122" y="798"/>
                      <a:pt x="122" y="798"/>
                      <a:pt x="122" y="798"/>
                    </a:cubicBezTo>
                    <a:cubicBezTo>
                      <a:pt x="127" y="798"/>
                      <a:pt x="127" y="798"/>
                      <a:pt x="127" y="798"/>
                    </a:cubicBezTo>
                    <a:cubicBezTo>
                      <a:pt x="131" y="794"/>
                      <a:pt x="131" y="794"/>
                      <a:pt x="131" y="794"/>
                    </a:cubicBezTo>
                    <a:cubicBezTo>
                      <a:pt x="134" y="793"/>
                      <a:pt x="134" y="793"/>
                      <a:pt x="134" y="793"/>
                    </a:cubicBezTo>
                    <a:cubicBezTo>
                      <a:pt x="138" y="792"/>
                      <a:pt x="138" y="792"/>
                      <a:pt x="138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39" y="792"/>
                      <a:pt x="139" y="792"/>
                      <a:pt x="139" y="792"/>
                    </a:cubicBezTo>
                    <a:cubicBezTo>
                      <a:pt x="143" y="790"/>
                      <a:pt x="143" y="790"/>
                      <a:pt x="143" y="790"/>
                    </a:cubicBezTo>
                    <a:cubicBezTo>
                      <a:pt x="146" y="790"/>
                      <a:pt x="146" y="790"/>
                      <a:pt x="146" y="790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1" y="788"/>
                      <a:pt x="151" y="788"/>
                      <a:pt x="151" y="788"/>
                    </a:cubicBezTo>
                    <a:cubicBezTo>
                      <a:pt x="154" y="789"/>
                      <a:pt x="154" y="789"/>
                      <a:pt x="154" y="789"/>
                    </a:cubicBezTo>
                    <a:cubicBezTo>
                      <a:pt x="157" y="788"/>
                      <a:pt x="157" y="788"/>
                      <a:pt x="157" y="788"/>
                    </a:cubicBezTo>
                    <a:cubicBezTo>
                      <a:pt x="162" y="791"/>
                      <a:pt x="162" y="791"/>
                      <a:pt x="162" y="791"/>
                    </a:cubicBezTo>
                    <a:cubicBezTo>
                      <a:pt x="165" y="794"/>
                      <a:pt x="165" y="794"/>
                      <a:pt x="165" y="794"/>
                    </a:cubicBezTo>
                    <a:cubicBezTo>
                      <a:pt x="166" y="797"/>
                      <a:pt x="166" y="797"/>
                      <a:pt x="166" y="797"/>
                    </a:cubicBezTo>
                    <a:cubicBezTo>
                      <a:pt x="166" y="799"/>
                      <a:pt x="166" y="799"/>
                      <a:pt x="166" y="799"/>
                    </a:cubicBezTo>
                    <a:cubicBezTo>
                      <a:pt x="167" y="800"/>
                      <a:pt x="167" y="800"/>
                      <a:pt x="167" y="800"/>
                    </a:cubicBezTo>
                    <a:cubicBezTo>
                      <a:pt x="168" y="802"/>
                      <a:pt x="168" y="802"/>
                      <a:pt x="168" y="802"/>
                    </a:cubicBezTo>
                    <a:cubicBezTo>
                      <a:pt x="170" y="804"/>
                      <a:pt x="170" y="804"/>
                      <a:pt x="170" y="804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73" y="805"/>
                      <a:pt x="173" y="805"/>
                      <a:pt x="173" y="805"/>
                    </a:cubicBezTo>
                    <a:cubicBezTo>
                      <a:pt x="181" y="805"/>
                      <a:pt x="181" y="805"/>
                      <a:pt x="181" y="805"/>
                    </a:cubicBezTo>
                    <a:cubicBezTo>
                      <a:pt x="182" y="804"/>
                      <a:pt x="182" y="804"/>
                      <a:pt x="182" y="804"/>
                    </a:cubicBezTo>
                    <a:cubicBezTo>
                      <a:pt x="183" y="804"/>
                      <a:pt x="183" y="804"/>
                      <a:pt x="183" y="804"/>
                    </a:cubicBezTo>
                    <a:cubicBezTo>
                      <a:pt x="187" y="803"/>
                      <a:pt x="187" y="803"/>
                      <a:pt x="187" y="803"/>
                    </a:cubicBezTo>
                    <a:cubicBezTo>
                      <a:pt x="188" y="804"/>
                      <a:pt x="188" y="804"/>
                      <a:pt x="188" y="804"/>
                    </a:cubicBezTo>
                    <a:cubicBezTo>
                      <a:pt x="190" y="803"/>
                      <a:pt x="190" y="803"/>
                      <a:pt x="190" y="803"/>
                    </a:cubicBezTo>
                    <a:cubicBezTo>
                      <a:pt x="191" y="802"/>
                      <a:pt x="191" y="802"/>
                      <a:pt x="191" y="802"/>
                    </a:cubicBezTo>
                    <a:cubicBezTo>
                      <a:pt x="192" y="803"/>
                      <a:pt x="192" y="803"/>
                      <a:pt x="192" y="803"/>
                    </a:cubicBezTo>
                    <a:cubicBezTo>
                      <a:pt x="192" y="802"/>
                      <a:pt x="192" y="802"/>
                      <a:pt x="192" y="802"/>
                    </a:cubicBezTo>
                    <a:cubicBezTo>
                      <a:pt x="193" y="803"/>
                      <a:pt x="193" y="803"/>
                      <a:pt x="193" y="803"/>
                    </a:cubicBezTo>
                    <a:cubicBezTo>
                      <a:pt x="194" y="802"/>
                      <a:pt x="194" y="802"/>
                      <a:pt x="194" y="802"/>
                    </a:cubicBezTo>
                    <a:cubicBezTo>
                      <a:pt x="195" y="806"/>
                      <a:pt x="195" y="806"/>
                      <a:pt x="195" y="806"/>
                    </a:cubicBezTo>
                    <a:cubicBezTo>
                      <a:pt x="196" y="807"/>
                      <a:pt x="196" y="807"/>
                      <a:pt x="196" y="807"/>
                    </a:cubicBezTo>
                    <a:cubicBezTo>
                      <a:pt x="197" y="808"/>
                      <a:pt x="197" y="808"/>
                      <a:pt x="197" y="808"/>
                    </a:cubicBezTo>
                    <a:cubicBezTo>
                      <a:pt x="199" y="807"/>
                      <a:pt x="199" y="807"/>
                      <a:pt x="199" y="807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08"/>
                      <a:pt x="200" y="808"/>
                      <a:pt x="200" y="808"/>
                    </a:cubicBezTo>
                    <a:cubicBezTo>
                      <a:pt x="200" y="811"/>
                      <a:pt x="200" y="811"/>
                      <a:pt x="200" y="811"/>
                    </a:cubicBezTo>
                    <a:cubicBezTo>
                      <a:pt x="201" y="813"/>
                      <a:pt x="201" y="813"/>
                      <a:pt x="201" y="813"/>
                    </a:cubicBezTo>
                    <a:cubicBezTo>
                      <a:pt x="201" y="815"/>
                      <a:pt x="201" y="815"/>
                      <a:pt x="201" y="815"/>
                    </a:cubicBezTo>
                    <a:cubicBezTo>
                      <a:pt x="200" y="818"/>
                      <a:pt x="200" y="818"/>
                      <a:pt x="200" y="818"/>
                    </a:cubicBezTo>
                    <a:cubicBezTo>
                      <a:pt x="201" y="819"/>
                      <a:pt x="201" y="819"/>
                      <a:pt x="201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19"/>
                      <a:pt x="200" y="819"/>
                      <a:pt x="200" y="819"/>
                    </a:cubicBezTo>
                    <a:cubicBezTo>
                      <a:pt x="200" y="820"/>
                      <a:pt x="200" y="820"/>
                      <a:pt x="200" y="820"/>
                    </a:cubicBezTo>
                    <a:cubicBezTo>
                      <a:pt x="199" y="821"/>
                      <a:pt x="199" y="821"/>
                      <a:pt x="199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200" y="821"/>
                      <a:pt x="200" y="821"/>
                      <a:pt x="200" y="821"/>
                    </a:cubicBezTo>
                    <a:cubicBezTo>
                      <a:pt x="198" y="824"/>
                      <a:pt x="198" y="824"/>
                      <a:pt x="198" y="824"/>
                    </a:cubicBezTo>
                    <a:cubicBezTo>
                      <a:pt x="196" y="828"/>
                      <a:pt x="196" y="828"/>
                      <a:pt x="196" y="828"/>
                    </a:cubicBezTo>
                    <a:cubicBezTo>
                      <a:pt x="198" y="829"/>
                      <a:pt x="198" y="829"/>
                      <a:pt x="198" y="829"/>
                    </a:cubicBezTo>
                    <a:cubicBezTo>
                      <a:pt x="198" y="830"/>
                      <a:pt x="198" y="830"/>
                      <a:pt x="198" y="830"/>
                    </a:cubicBezTo>
                    <a:cubicBezTo>
                      <a:pt x="196" y="830"/>
                      <a:pt x="196" y="830"/>
                      <a:pt x="196" y="830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8" y="834"/>
                      <a:pt x="198" y="834"/>
                      <a:pt x="198" y="834"/>
                    </a:cubicBezTo>
                    <a:cubicBezTo>
                      <a:pt x="196" y="832"/>
                      <a:pt x="196" y="832"/>
                      <a:pt x="196" y="832"/>
                    </a:cubicBezTo>
                    <a:cubicBezTo>
                      <a:pt x="195" y="839"/>
                      <a:pt x="195" y="839"/>
                      <a:pt x="195" y="839"/>
                    </a:cubicBezTo>
                    <a:cubicBezTo>
                      <a:pt x="194" y="840"/>
                      <a:pt x="194" y="840"/>
                      <a:pt x="194" y="840"/>
                    </a:cubicBezTo>
                    <a:cubicBezTo>
                      <a:pt x="192" y="840"/>
                      <a:pt x="192" y="840"/>
                      <a:pt x="192" y="840"/>
                    </a:cubicBezTo>
                    <a:cubicBezTo>
                      <a:pt x="192" y="841"/>
                      <a:pt x="192" y="841"/>
                      <a:pt x="192" y="841"/>
                    </a:cubicBezTo>
                    <a:cubicBezTo>
                      <a:pt x="194" y="845"/>
                      <a:pt x="194" y="845"/>
                      <a:pt x="194" y="845"/>
                    </a:cubicBezTo>
                    <a:cubicBezTo>
                      <a:pt x="195" y="845"/>
                      <a:pt x="195" y="845"/>
                      <a:pt x="195" y="845"/>
                    </a:cubicBezTo>
                    <a:cubicBezTo>
                      <a:pt x="195" y="846"/>
                      <a:pt x="195" y="846"/>
                      <a:pt x="195" y="846"/>
                    </a:cubicBezTo>
                    <a:cubicBezTo>
                      <a:pt x="196" y="848"/>
                      <a:pt x="196" y="848"/>
                      <a:pt x="196" y="848"/>
                    </a:cubicBezTo>
                    <a:cubicBezTo>
                      <a:pt x="196" y="850"/>
                      <a:pt x="196" y="850"/>
                      <a:pt x="196" y="850"/>
                    </a:cubicBezTo>
                    <a:cubicBezTo>
                      <a:pt x="197" y="851"/>
                      <a:pt x="197" y="851"/>
                      <a:pt x="197" y="851"/>
                    </a:cubicBezTo>
                    <a:cubicBezTo>
                      <a:pt x="198" y="853"/>
                      <a:pt x="198" y="853"/>
                      <a:pt x="198" y="853"/>
                    </a:cubicBezTo>
                    <a:cubicBezTo>
                      <a:pt x="199" y="854"/>
                      <a:pt x="199" y="854"/>
                      <a:pt x="199" y="854"/>
                    </a:cubicBezTo>
                    <a:cubicBezTo>
                      <a:pt x="199" y="855"/>
                      <a:pt x="199" y="855"/>
                      <a:pt x="199" y="855"/>
                    </a:cubicBezTo>
                    <a:cubicBezTo>
                      <a:pt x="201" y="857"/>
                      <a:pt x="201" y="857"/>
                      <a:pt x="201" y="857"/>
                    </a:cubicBezTo>
                    <a:cubicBezTo>
                      <a:pt x="205" y="860"/>
                      <a:pt x="205" y="860"/>
                      <a:pt x="205" y="860"/>
                    </a:cubicBezTo>
                    <a:cubicBezTo>
                      <a:pt x="205" y="861"/>
                      <a:pt x="205" y="861"/>
                      <a:pt x="205" y="861"/>
                    </a:cubicBezTo>
                    <a:cubicBezTo>
                      <a:pt x="208" y="863"/>
                      <a:pt x="208" y="863"/>
                      <a:pt x="208" y="863"/>
                    </a:cubicBezTo>
                    <a:cubicBezTo>
                      <a:pt x="208" y="864"/>
                      <a:pt x="208" y="864"/>
                      <a:pt x="208" y="864"/>
                    </a:cubicBezTo>
                    <a:cubicBezTo>
                      <a:pt x="210" y="864"/>
                      <a:pt x="210" y="864"/>
                      <a:pt x="210" y="864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0" y="865"/>
                      <a:pt x="210" y="865"/>
                      <a:pt x="210" y="865"/>
                    </a:cubicBezTo>
                    <a:cubicBezTo>
                      <a:pt x="211" y="866"/>
                      <a:pt x="211" y="866"/>
                      <a:pt x="211" y="866"/>
                    </a:cubicBezTo>
                    <a:cubicBezTo>
                      <a:pt x="212" y="867"/>
                      <a:pt x="212" y="867"/>
                      <a:pt x="212" y="867"/>
                    </a:cubicBezTo>
                    <a:cubicBezTo>
                      <a:pt x="214" y="868"/>
                      <a:pt x="214" y="868"/>
                      <a:pt x="214" y="868"/>
                    </a:cubicBezTo>
                    <a:cubicBezTo>
                      <a:pt x="214" y="870"/>
                      <a:pt x="214" y="870"/>
                      <a:pt x="214" y="870"/>
                    </a:cubicBezTo>
                    <a:cubicBezTo>
                      <a:pt x="215" y="871"/>
                      <a:pt x="215" y="871"/>
                      <a:pt x="215" y="871"/>
                    </a:cubicBezTo>
                    <a:cubicBezTo>
                      <a:pt x="215" y="872"/>
                      <a:pt x="215" y="872"/>
                      <a:pt x="215" y="872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6" y="873"/>
                      <a:pt x="216" y="873"/>
                      <a:pt x="216" y="873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4"/>
                      <a:pt x="217" y="874"/>
                      <a:pt x="217" y="874"/>
                    </a:cubicBezTo>
                    <a:cubicBezTo>
                      <a:pt x="217" y="876"/>
                      <a:pt x="217" y="876"/>
                      <a:pt x="217" y="876"/>
                    </a:cubicBezTo>
                    <a:cubicBezTo>
                      <a:pt x="216" y="877"/>
                      <a:pt x="216" y="877"/>
                      <a:pt x="216" y="877"/>
                    </a:cubicBezTo>
                    <a:cubicBezTo>
                      <a:pt x="217" y="878"/>
                      <a:pt x="217" y="878"/>
                      <a:pt x="217" y="878"/>
                    </a:cubicBezTo>
                    <a:cubicBezTo>
                      <a:pt x="218" y="880"/>
                      <a:pt x="218" y="880"/>
                      <a:pt x="218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20" y="880"/>
                      <a:pt x="220" y="880"/>
                      <a:pt x="220" y="880"/>
                    </a:cubicBezTo>
                    <a:cubicBezTo>
                      <a:pt x="218" y="881"/>
                      <a:pt x="218" y="881"/>
                      <a:pt x="218" y="881"/>
                    </a:cubicBezTo>
                    <a:cubicBezTo>
                      <a:pt x="219" y="882"/>
                      <a:pt x="219" y="882"/>
                      <a:pt x="219" y="882"/>
                    </a:cubicBezTo>
                    <a:cubicBezTo>
                      <a:pt x="219" y="883"/>
                      <a:pt x="219" y="883"/>
                      <a:pt x="219" y="883"/>
                    </a:cubicBezTo>
                    <a:cubicBezTo>
                      <a:pt x="223" y="888"/>
                      <a:pt x="223" y="888"/>
                      <a:pt x="223" y="888"/>
                    </a:cubicBezTo>
                    <a:cubicBezTo>
                      <a:pt x="223" y="893"/>
                      <a:pt x="223" y="893"/>
                      <a:pt x="223" y="893"/>
                    </a:cubicBezTo>
                    <a:cubicBezTo>
                      <a:pt x="226" y="896"/>
                      <a:pt x="226" y="896"/>
                      <a:pt x="226" y="896"/>
                    </a:cubicBezTo>
                    <a:cubicBezTo>
                      <a:pt x="225" y="899"/>
                      <a:pt x="225" y="899"/>
                      <a:pt x="225" y="899"/>
                    </a:cubicBezTo>
                    <a:cubicBezTo>
                      <a:pt x="223" y="902"/>
                      <a:pt x="223" y="902"/>
                      <a:pt x="223" y="902"/>
                    </a:cubicBezTo>
                    <a:cubicBezTo>
                      <a:pt x="224" y="903"/>
                      <a:pt x="224" y="903"/>
                      <a:pt x="224" y="903"/>
                    </a:cubicBezTo>
                    <a:cubicBezTo>
                      <a:pt x="224" y="905"/>
                      <a:pt x="224" y="905"/>
                      <a:pt x="224" y="905"/>
                    </a:cubicBezTo>
                    <a:cubicBezTo>
                      <a:pt x="225" y="907"/>
                      <a:pt x="225" y="907"/>
                      <a:pt x="225" y="907"/>
                    </a:cubicBezTo>
                    <a:cubicBezTo>
                      <a:pt x="225" y="909"/>
                      <a:pt x="225" y="909"/>
                      <a:pt x="225" y="909"/>
                    </a:cubicBezTo>
                    <a:cubicBezTo>
                      <a:pt x="228" y="914"/>
                      <a:pt x="228" y="914"/>
                      <a:pt x="228" y="914"/>
                    </a:cubicBezTo>
                    <a:cubicBezTo>
                      <a:pt x="228" y="915"/>
                      <a:pt x="228" y="915"/>
                      <a:pt x="228" y="915"/>
                    </a:cubicBezTo>
                    <a:cubicBezTo>
                      <a:pt x="229" y="916"/>
                      <a:pt x="229" y="916"/>
                      <a:pt x="229" y="916"/>
                    </a:cubicBezTo>
                    <a:cubicBezTo>
                      <a:pt x="229" y="922"/>
                      <a:pt x="229" y="922"/>
                      <a:pt x="229" y="922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6" y="927"/>
                      <a:pt x="226" y="927"/>
                      <a:pt x="226" y="927"/>
                    </a:cubicBezTo>
                    <a:cubicBezTo>
                      <a:pt x="222" y="930"/>
                      <a:pt x="222" y="930"/>
                      <a:pt x="222" y="930"/>
                    </a:cubicBezTo>
                    <a:cubicBezTo>
                      <a:pt x="222" y="931"/>
                      <a:pt x="222" y="931"/>
                      <a:pt x="222" y="931"/>
                    </a:cubicBezTo>
                    <a:cubicBezTo>
                      <a:pt x="218" y="935"/>
                      <a:pt x="218" y="935"/>
                      <a:pt x="218" y="935"/>
                    </a:cubicBezTo>
                    <a:cubicBezTo>
                      <a:pt x="218" y="937"/>
                      <a:pt x="218" y="937"/>
                      <a:pt x="218" y="937"/>
                    </a:cubicBezTo>
                    <a:cubicBezTo>
                      <a:pt x="217" y="938"/>
                      <a:pt x="217" y="938"/>
                      <a:pt x="217" y="938"/>
                    </a:cubicBezTo>
                    <a:cubicBezTo>
                      <a:pt x="217" y="944"/>
                      <a:pt x="217" y="944"/>
                      <a:pt x="217" y="944"/>
                    </a:cubicBezTo>
                    <a:cubicBezTo>
                      <a:pt x="215" y="946"/>
                      <a:pt x="215" y="946"/>
                      <a:pt x="215" y="946"/>
                    </a:cubicBezTo>
                    <a:cubicBezTo>
                      <a:pt x="215" y="949"/>
                      <a:pt x="215" y="949"/>
                      <a:pt x="215" y="949"/>
                    </a:cubicBezTo>
                    <a:cubicBezTo>
                      <a:pt x="213" y="951"/>
                      <a:pt x="213" y="951"/>
                      <a:pt x="213" y="951"/>
                    </a:cubicBezTo>
                    <a:cubicBezTo>
                      <a:pt x="213" y="954"/>
                      <a:pt x="213" y="954"/>
                      <a:pt x="213" y="954"/>
                    </a:cubicBezTo>
                    <a:cubicBezTo>
                      <a:pt x="212" y="956"/>
                      <a:pt x="212" y="956"/>
                      <a:pt x="212" y="956"/>
                    </a:cubicBezTo>
                    <a:cubicBezTo>
                      <a:pt x="212" y="960"/>
                      <a:pt x="212" y="960"/>
                      <a:pt x="212" y="960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2"/>
                      <a:pt x="212" y="962"/>
                      <a:pt x="212" y="962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2" y="963"/>
                      <a:pt x="212" y="963"/>
                      <a:pt x="212" y="963"/>
                    </a:cubicBezTo>
                    <a:cubicBezTo>
                      <a:pt x="213" y="969"/>
                      <a:pt x="213" y="969"/>
                      <a:pt x="213" y="969"/>
                    </a:cubicBezTo>
                    <a:cubicBezTo>
                      <a:pt x="217" y="974"/>
                      <a:pt x="217" y="974"/>
                      <a:pt x="217" y="974"/>
                    </a:cubicBezTo>
                    <a:cubicBezTo>
                      <a:pt x="219" y="978"/>
                      <a:pt x="219" y="978"/>
                      <a:pt x="219" y="978"/>
                    </a:cubicBezTo>
                    <a:cubicBezTo>
                      <a:pt x="223" y="986"/>
                      <a:pt x="223" y="986"/>
                      <a:pt x="223" y="986"/>
                    </a:cubicBezTo>
                    <a:cubicBezTo>
                      <a:pt x="224" y="989"/>
                      <a:pt x="224" y="989"/>
                      <a:pt x="224" y="989"/>
                    </a:cubicBezTo>
                    <a:cubicBezTo>
                      <a:pt x="227" y="994"/>
                      <a:pt x="227" y="994"/>
                      <a:pt x="227" y="994"/>
                    </a:cubicBezTo>
                    <a:cubicBezTo>
                      <a:pt x="227" y="996"/>
                      <a:pt x="227" y="996"/>
                      <a:pt x="227" y="996"/>
                    </a:cubicBezTo>
                    <a:cubicBezTo>
                      <a:pt x="231" y="1002"/>
                      <a:pt x="231" y="1002"/>
                      <a:pt x="231" y="1002"/>
                    </a:cubicBezTo>
                    <a:cubicBezTo>
                      <a:pt x="231" y="1004"/>
                      <a:pt x="231" y="1004"/>
                      <a:pt x="231" y="1004"/>
                    </a:cubicBezTo>
                    <a:cubicBezTo>
                      <a:pt x="230" y="1005"/>
                      <a:pt x="230" y="1005"/>
                      <a:pt x="230" y="1005"/>
                    </a:cubicBezTo>
                    <a:cubicBezTo>
                      <a:pt x="231" y="1009"/>
                      <a:pt x="231" y="1009"/>
                      <a:pt x="231" y="1009"/>
                    </a:cubicBezTo>
                    <a:cubicBezTo>
                      <a:pt x="231" y="1014"/>
                      <a:pt x="231" y="1014"/>
                      <a:pt x="231" y="1014"/>
                    </a:cubicBezTo>
                    <a:cubicBezTo>
                      <a:pt x="234" y="1020"/>
                      <a:pt x="234" y="1020"/>
                      <a:pt x="234" y="1020"/>
                    </a:cubicBezTo>
                    <a:cubicBezTo>
                      <a:pt x="233" y="1023"/>
                      <a:pt x="233" y="1023"/>
                      <a:pt x="233" y="1023"/>
                    </a:cubicBezTo>
                    <a:cubicBezTo>
                      <a:pt x="234" y="1025"/>
                      <a:pt x="234" y="1025"/>
                      <a:pt x="234" y="1025"/>
                    </a:cubicBezTo>
                    <a:cubicBezTo>
                      <a:pt x="233" y="1026"/>
                      <a:pt x="233" y="1026"/>
                      <a:pt x="233" y="1026"/>
                    </a:cubicBezTo>
                    <a:cubicBezTo>
                      <a:pt x="234" y="1027"/>
                      <a:pt x="234" y="1027"/>
                      <a:pt x="234" y="1027"/>
                    </a:cubicBezTo>
                    <a:cubicBezTo>
                      <a:pt x="235" y="1031"/>
                      <a:pt x="235" y="1031"/>
                      <a:pt x="235" y="1031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6" y="1032"/>
                      <a:pt x="236" y="1032"/>
                      <a:pt x="236" y="1032"/>
                    </a:cubicBezTo>
                    <a:cubicBezTo>
                      <a:pt x="235" y="1033"/>
                      <a:pt x="235" y="1033"/>
                      <a:pt x="235" y="1033"/>
                    </a:cubicBezTo>
                    <a:cubicBezTo>
                      <a:pt x="235" y="1035"/>
                      <a:pt x="235" y="1035"/>
                      <a:pt x="235" y="1035"/>
                    </a:cubicBezTo>
                    <a:cubicBezTo>
                      <a:pt x="237" y="1036"/>
                      <a:pt x="237" y="1036"/>
                      <a:pt x="237" y="1036"/>
                    </a:cubicBezTo>
                    <a:cubicBezTo>
                      <a:pt x="237" y="1039"/>
                      <a:pt x="237" y="1039"/>
                      <a:pt x="237" y="1039"/>
                    </a:cubicBezTo>
                    <a:cubicBezTo>
                      <a:pt x="238" y="1041"/>
                      <a:pt x="238" y="1041"/>
                      <a:pt x="238" y="1041"/>
                    </a:cubicBezTo>
                    <a:cubicBezTo>
                      <a:pt x="240" y="1044"/>
                      <a:pt x="240" y="1044"/>
                      <a:pt x="240" y="1044"/>
                    </a:cubicBezTo>
                    <a:cubicBezTo>
                      <a:pt x="242" y="1046"/>
                      <a:pt x="242" y="1046"/>
                      <a:pt x="242" y="1046"/>
                    </a:cubicBezTo>
                    <a:cubicBezTo>
                      <a:pt x="242" y="1047"/>
                      <a:pt x="242" y="1047"/>
                      <a:pt x="242" y="1047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4" y="1048"/>
                      <a:pt x="244" y="1048"/>
                      <a:pt x="244" y="1048"/>
                    </a:cubicBezTo>
                    <a:cubicBezTo>
                      <a:pt x="245" y="1049"/>
                      <a:pt x="245" y="1049"/>
                      <a:pt x="245" y="1049"/>
                    </a:cubicBezTo>
                    <a:cubicBezTo>
                      <a:pt x="245" y="1051"/>
                      <a:pt x="245" y="1051"/>
                      <a:pt x="245" y="1051"/>
                    </a:cubicBezTo>
                    <a:cubicBezTo>
                      <a:pt x="248" y="1053"/>
                      <a:pt x="248" y="1053"/>
                      <a:pt x="248" y="1053"/>
                    </a:cubicBezTo>
                    <a:cubicBezTo>
                      <a:pt x="249" y="1057"/>
                      <a:pt x="249" y="1057"/>
                      <a:pt x="249" y="1057"/>
                    </a:cubicBezTo>
                    <a:cubicBezTo>
                      <a:pt x="249" y="1059"/>
                      <a:pt x="249" y="1059"/>
                      <a:pt x="249" y="1059"/>
                    </a:cubicBezTo>
                    <a:cubicBezTo>
                      <a:pt x="251" y="1063"/>
                      <a:pt x="251" y="1063"/>
                      <a:pt x="251" y="1063"/>
                    </a:cubicBezTo>
                    <a:cubicBezTo>
                      <a:pt x="252" y="1067"/>
                      <a:pt x="252" y="1067"/>
                      <a:pt x="252" y="1067"/>
                    </a:cubicBezTo>
                    <a:cubicBezTo>
                      <a:pt x="254" y="1070"/>
                      <a:pt x="254" y="1070"/>
                      <a:pt x="254" y="1070"/>
                    </a:cubicBezTo>
                    <a:cubicBezTo>
                      <a:pt x="254" y="1072"/>
                      <a:pt x="254" y="1072"/>
                      <a:pt x="254" y="1072"/>
                    </a:cubicBezTo>
                    <a:cubicBezTo>
                      <a:pt x="256" y="1075"/>
                      <a:pt x="256" y="1075"/>
                      <a:pt x="256" y="1075"/>
                    </a:cubicBezTo>
                    <a:cubicBezTo>
                      <a:pt x="256" y="1076"/>
                      <a:pt x="256" y="1076"/>
                      <a:pt x="256" y="1076"/>
                    </a:cubicBezTo>
                    <a:cubicBezTo>
                      <a:pt x="256" y="1078"/>
                      <a:pt x="256" y="1078"/>
                      <a:pt x="256" y="1078"/>
                    </a:cubicBezTo>
                    <a:cubicBezTo>
                      <a:pt x="256" y="1080"/>
                      <a:pt x="256" y="1080"/>
                      <a:pt x="256" y="1080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5" y="1081"/>
                      <a:pt x="255" y="1081"/>
                      <a:pt x="255" y="1081"/>
                    </a:cubicBezTo>
                    <a:cubicBezTo>
                      <a:pt x="254" y="1080"/>
                      <a:pt x="254" y="1080"/>
                      <a:pt x="254" y="1080"/>
                    </a:cubicBezTo>
                    <a:cubicBezTo>
                      <a:pt x="253" y="1081"/>
                      <a:pt x="253" y="1081"/>
                      <a:pt x="253" y="1081"/>
                    </a:cubicBezTo>
                    <a:cubicBezTo>
                      <a:pt x="253" y="1083"/>
                      <a:pt x="253" y="1083"/>
                      <a:pt x="253" y="1083"/>
                    </a:cubicBezTo>
                    <a:cubicBezTo>
                      <a:pt x="254" y="1086"/>
                      <a:pt x="254" y="1086"/>
                      <a:pt x="254" y="1086"/>
                    </a:cubicBezTo>
                    <a:cubicBezTo>
                      <a:pt x="256" y="1087"/>
                      <a:pt x="256" y="1087"/>
                      <a:pt x="256" y="1087"/>
                    </a:cubicBezTo>
                    <a:cubicBezTo>
                      <a:pt x="257" y="1089"/>
                      <a:pt x="257" y="1089"/>
                      <a:pt x="257" y="1089"/>
                    </a:cubicBezTo>
                    <a:cubicBezTo>
                      <a:pt x="256" y="1090"/>
                      <a:pt x="256" y="1090"/>
                      <a:pt x="256" y="1090"/>
                    </a:cubicBezTo>
                    <a:cubicBezTo>
                      <a:pt x="256" y="1092"/>
                      <a:pt x="256" y="1092"/>
                      <a:pt x="256" y="1092"/>
                    </a:cubicBezTo>
                    <a:cubicBezTo>
                      <a:pt x="256" y="1093"/>
                      <a:pt x="256" y="1093"/>
                      <a:pt x="256" y="1093"/>
                    </a:cubicBezTo>
                    <a:cubicBezTo>
                      <a:pt x="256" y="1095"/>
                      <a:pt x="256" y="1095"/>
                      <a:pt x="256" y="1095"/>
                    </a:cubicBezTo>
                    <a:cubicBezTo>
                      <a:pt x="258" y="1097"/>
                      <a:pt x="258" y="1097"/>
                      <a:pt x="258" y="1097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58" y="1094"/>
                      <a:pt x="258" y="1094"/>
                      <a:pt x="258" y="1094"/>
                    </a:cubicBezTo>
                    <a:cubicBezTo>
                      <a:pt x="260" y="1094"/>
                      <a:pt x="260" y="1094"/>
                      <a:pt x="260" y="1094"/>
                    </a:cubicBezTo>
                    <a:cubicBezTo>
                      <a:pt x="260" y="1095"/>
                      <a:pt x="260" y="1095"/>
                      <a:pt x="260" y="1095"/>
                    </a:cubicBezTo>
                    <a:cubicBezTo>
                      <a:pt x="259" y="1096"/>
                      <a:pt x="259" y="1096"/>
                      <a:pt x="259" y="1096"/>
                    </a:cubicBezTo>
                    <a:cubicBezTo>
                      <a:pt x="261" y="1096"/>
                      <a:pt x="261" y="1096"/>
                      <a:pt x="261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2" y="1096"/>
                      <a:pt x="262" y="1096"/>
                      <a:pt x="262" y="1096"/>
                    </a:cubicBezTo>
                    <a:cubicBezTo>
                      <a:pt x="263" y="1099"/>
                      <a:pt x="263" y="1099"/>
                      <a:pt x="263" y="1099"/>
                    </a:cubicBezTo>
                    <a:cubicBezTo>
                      <a:pt x="264" y="1098"/>
                      <a:pt x="264" y="1098"/>
                      <a:pt x="264" y="1098"/>
                    </a:cubicBezTo>
                    <a:cubicBezTo>
                      <a:pt x="268" y="1100"/>
                      <a:pt x="268" y="1100"/>
                      <a:pt x="268" y="1100"/>
                    </a:cubicBezTo>
                    <a:cubicBezTo>
                      <a:pt x="268" y="1099"/>
                      <a:pt x="268" y="1099"/>
                      <a:pt x="268" y="1099"/>
                    </a:cubicBezTo>
                    <a:cubicBezTo>
                      <a:pt x="269" y="1100"/>
                      <a:pt x="269" y="1100"/>
                      <a:pt x="269" y="1100"/>
                    </a:cubicBezTo>
                    <a:cubicBezTo>
                      <a:pt x="270" y="1098"/>
                      <a:pt x="270" y="1098"/>
                      <a:pt x="270" y="1098"/>
                    </a:cubicBezTo>
                    <a:cubicBezTo>
                      <a:pt x="271" y="1098"/>
                      <a:pt x="271" y="1098"/>
                      <a:pt x="271" y="1098"/>
                    </a:cubicBezTo>
                    <a:cubicBezTo>
                      <a:pt x="273" y="1096"/>
                      <a:pt x="273" y="1096"/>
                      <a:pt x="273" y="1096"/>
                    </a:cubicBezTo>
                    <a:cubicBezTo>
                      <a:pt x="274" y="1097"/>
                      <a:pt x="274" y="1097"/>
                      <a:pt x="274" y="1097"/>
                    </a:cubicBezTo>
                    <a:cubicBezTo>
                      <a:pt x="275" y="1096"/>
                      <a:pt x="275" y="1096"/>
                      <a:pt x="275" y="1096"/>
                    </a:cubicBezTo>
                    <a:cubicBezTo>
                      <a:pt x="276" y="1096"/>
                      <a:pt x="276" y="1096"/>
                      <a:pt x="276" y="1096"/>
                    </a:cubicBezTo>
                    <a:cubicBezTo>
                      <a:pt x="279" y="1097"/>
                      <a:pt x="279" y="1097"/>
                      <a:pt x="279" y="1097"/>
                    </a:cubicBezTo>
                    <a:cubicBezTo>
                      <a:pt x="280" y="1096"/>
                      <a:pt x="280" y="1096"/>
                      <a:pt x="280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2" y="1096"/>
                      <a:pt x="282" y="1096"/>
                      <a:pt x="282" y="1096"/>
                    </a:cubicBezTo>
                    <a:cubicBezTo>
                      <a:pt x="283" y="1095"/>
                      <a:pt x="283" y="1095"/>
                      <a:pt x="283" y="1095"/>
                    </a:cubicBezTo>
                    <a:cubicBezTo>
                      <a:pt x="284" y="1095"/>
                      <a:pt x="284" y="1095"/>
                      <a:pt x="284" y="1095"/>
                    </a:cubicBezTo>
                    <a:cubicBezTo>
                      <a:pt x="285" y="1095"/>
                      <a:pt x="285" y="1095"/>
                      <a:pt x="285" y="1095"/>
                    </a:cubicBezTo>
                    <a:cubicBezTo>
                      <a:pt x="285" y="1094"/>
                      <a:pt x="285" y="1094"/>
                      <a:pt x="285" y="1094"/>
                    </a:cubicBezTo>
                    <a:cubicBezTo>
                      <a:pt x="286" y="1093"/>
                      <a:pt x="286" y="1093"/>
                      <a:pt x="286" y="1093"/>
                    </a:cubicBezTo>
                    <a:cubicBezTo>
                      <a:pt x="290" y="1093"/>
                      <a:pt x="290" y="1093"/>
                      <a:pt x="290" y="1093"/>
                    </a:cubicBezTo>
                    <a:cubicBezTo>
                      <a:pt x="292" y="1094"/>
                      <a:pt x="292" y="1094"/>
                      <a:pt x="292" y="1094"/>
                    </a:cubicBezTo>
                    <a:cubicBezTo>
                      <a:pt x="294" y="1094"/>
                      <a:pt x="294" y="1094"/>
                      <a:pt x="294" y="1094"/>
                    </a:cubicBezTo>
                    <a:cubicBezTo>
                      <a:pt x="294" y="1093"/>
                      <a:pt x="294" y="1093"/>
                      <a:pt x="294" y="1093"/>
                    </a:cubicBezTo>
                    <a:cubicBezTo>
                      <a:pt x="295" y="1093"/>
                      <a:pt x="295" y="1093"/>
                      <a:pt x="295" y="1093"/>
                    </a:cubicBezTo>
                    <a:cubicBezTo>
                      <a:pt x="298" y="1094"/>
                      <a:pt x="298" y="1094"/>
                      <a:pt x="298" y="1094"/>
                    </a:cubicBezTo>
                    <a:cubicBezTo>
                      <a:pt x="299" y="1095"/>
                      <a:pt x="299" y="1095"/>
                      <a:pt x="299" y="1095"/>
                    </a:cubicBezTo>
                    <a:cubicBezTo>
                      <a:pt x="303" y="1095"/>
                      <a:pt x="303" y="1095"/>
                      <a:pt x="303" y="1095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4" y="1094"/>
                      <a:pt x="304" y="1094"/>
                      <a:pt x="304" y="1094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5" y="1093"/>
                      <a:pt x="305" y="1093"/>
                      <a:pt x="305" y="1093"/>
                    </a:cubicBezTo>
                    <a:cubicBezTo>
                      <a:pt x="307" y="1094"/>
                      <a:pt x="307" y="1094"/>
                      <a:pt x="307" y="1094"/>
                    </a:cubicBezTo>
                    <a:cubicBezTo>
                      <a:pt x="310" y="1094"/>
                      <a:pt x="310" y="1094"/>
                      <a:pt x="310" y="1094"/>
                    </a:cubicBezTo>
                    <a:cubicBezTo>
                      <a:pt x="310" y="1093"/>
                      <a:pt x="310" y="1093"/>
                      <a:pt x="310" y="1093"/>
                    </a:cubicBezTo>
                    <a:cubicBezTo>
                      <a:pt x="309" y="1092"/>
                      <a:pt x="309" y="1092"/>
                      <a:pt x="309" y="1092"/>
                    </a:cubicBezTo>
                    <a:cubicBezTo>
                      <a:pt x="310" y="1091"/>
                      <a:pt x="310" y="1091"/>
                      <a:pt x="310" y="1091"/>
                    </a:cubicBezTo>
                    <a:cubicBezTo>
                      <a:pt x="311" y="1091"/>
                      <a:pt x="311" y="1091"/>
                      <a:pt x="311" y="1091"/>
                    </a:cubicBezTo>
                    <a:cubicBezTo>
                      <a:pt x="313" y="1091"/>
                      <a:pt x="313" y="1091"/>
                      <a:pt x="313" y="1091"/>
                    </a:cubicBezTo>
                    <a:cubicBezTo>
                      <a:pt x="314" y="1091"/>
                      <a:pt x="314" y="1091"/>
                      <a:pt x="314" y="1091"/>
                    </a:cubicBezTo>
                    <a:cubicBezTo>
                      <a:pt x="316" y="1091"/>
                      <a:pt x="316" y="1091"/>
                      <a:pt x="316" y="1091"/>
                    </a:cubicBezTo>
                    <a:cubicBezTo>
                      <a:pt x="318" y="1090"/>
                      <a:pt x="318" y="1090"/>
                      <a:pt x="318" y="1090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1" y="1089"/>
                      <a:pt x="321" y="1089"/>
                      <a:pt x="321" y="1089"/>
                    </a:cubicBezTo>
                    <a:cubicBezTo>
                      <a:pt x="323" y="1088"/>
                      <a:pt x="323" y="1088"/>
                      <a:pt x="323" y="1088"/>
                    </a:cubicBezTo>
                    <a:cubicBezTo>
                      <a:pt x="324" y="1087"/>
                      <a:pt x="324" y="1087"/>
                      <a:pt x="324" y="1087"/>
                    </a:cubicBezTo>
                    <a:cubicBezTo>
                      <a:pt x="329" y="1084"/>
                      <a:pt x="329" y="1084"/>
                      <a:pt x="329" y="1084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0" y="1082"/>
                      <a:pt x="330" y="1082"/>
                      <a:pt x="330" y="1082"/>
                    </a:cubicBezTo>
                    <a:cubicBezTo>
                      <a:pt x="331" y="1082"/>
                      <a:pt x="331" y="1082"/>
                      <a:pt x="331" y="1082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39" y="1074"/>
                      <a:pt x="339" y="1074"/>
                      <a:pt x="339" y="1074"/>
                    </a:cubicBezTo>
                    <a:cubicBezTo>
                      <a:pt x="340" y="1074"/>
                      <a:pt x="340" y="1074"/>
                      <a:pt x="340" y="1074"/>
                    </a:cubicBezTo>
                    <a:cubicBezTo>
                      <a:pt x="341" y="1072"/>
                      <a:pt x="341" y="1072"/>
                      <a:pt x="341" y="1072"/>
                    </a:cubicBezTo>
                    <a:cubicBezTo>
                      <a:pt x="343" y="1072"/>
                      <a:pt x="343" y="1072"/>
                      <a:pt x="343" y="1072"/>
                    </a:cubicBezTo>
                    <a:cubicBezTo>
                      <a:pt x="343" y="1070"/>
                      <a:pt x="343" y="1070"/>
                      <a:pt x="343" y="1070"/>
                    </a:cubicBezTo>
                    <a:cubicBezTo>
                      <a:pt x="345" y="1067"/>
                      <a:pt x="345" y="1067"/>
                      <a:pt x="345" y="1067"/>
                    </a:cubicBezTo>
                    <a:cubicBezTo>
                      <a:pt x="349" y="1062"/>
                      <a:pt x="349" y="1062"/>
                      <a:pt x="349" y="1062"/>
                    </a:cubicBezTo>
                    <a:cubicBezTo>
                      <a:pt x="350" y="1060"/>
                      <a:pt x="350" y="1060"/>
                      <a:pt x="350" y="1060"/>
                    </a:cubicBezTo>
                    <a:cubicBezTo>
                      <a:pt x="351" y="1060"/>
                      <a:pt x="351" y="1060"/>
                      <a:pt x="351" y="1060"/>
                    </a:cubicBezTo>
                    <a:cubicBezTo>
                      <a:pt x="352" y="1059"/>
                      <a:pt x="352" y="1059"/>
                      <a:pt x="352" y="1059"/>
                    </a:cubicBezTo>
                    <a:cubicBezTo>
                      <a:pt x="352" y="1058"/>
                      <a:pt x="352" y="1058"/>
                      <a:pt x="352" y="1058"/>
                    </a:cubicBezTo>
                    <a:cubicBezTo>
                      <a:pt x="354" y="1056"/>
                      <a:pt x="354" y="1056"/>
                      <a:pt x="354" y="1056"/>
                    </a:cubicBezTo>
                    <a:cubicBezTo>
                      <a:pt x="354" y="1055"/>
                      <a:pt x="354" y="1055"/>
                      <a:pt x="354" y="1055"/>
                    </a:cubicBezTo>
                    <a:cubicBezTo>
                      <a:pt x="356" y="1054"/>
                      <a:pt x="356" y="1054"/>
                      <a:pt x="356" y="1054"/>
                    </a:cubicBezTo>
                    <a:cubicBezTo>
                      <a:pt x="357" y="1053"/>
                      <a:pt x="357" y="1053"/>
                      <a:pt x="357" y="1053"/>
                    </a:cubicBezTo>
                    <a:cubicBezTo>
                      <a:pt x="358" y="1052"/>
                      <a:pt x="358" y="1052"/>
                      <a:pt x="358" y="1052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59" y="1051"/>
                      <a:pt x="359" y="1051"/>
                      <a:pt x="359" y="1051"/>
                    </a:cubicBezTo>
                    <a:cubicBezTo>
                      <a:pt x="361" y="1049"/>
                      <a:pt x="361" y="1049"/>
                      <a:pt x="361" y="1049"/>
                    </a:cubicBezTo>
                    <a:cubicBezTo>
                      <a:pt x="362" y="1048"/>
                      <a:pt x="362" y="1048"/>
                      <a:pt x="362" y="1048"/>
                    </a:cubicBezTo>
                    <a:cubicBezTo>
                      <a:pt x="363" y="1046"/>
                      <a:pt x="363" y="1046"/>
                      <a:pt x="363" y="1046"/>
                    </a:cubicBezTo>
                    <a:cubicBezTo>
                      <a:pt x="364" y="1043"/>
                      <a:pt x="364" y="1043"/>
                      <a:pt x="364" y="1043"/>
                    </a:cubicBezTo>
                    <a:cubicBezTo>
                      <a:pt x="365" y="1041"/>
                      <a:pt x="365" y="1041"/>
                      <a:pt x="365" y="1041"/>
                    </a:cubicBezTo>
                    <a:cubicBezTo>
                      <a:pt x="365" y="1039"/>
                      <a:pt x="365" y="1039"/>
                      <a:pt x="365" y="1039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6"/>
                      <a:pt x="366" y="1036"/>
                      <a:pt x="366" y="1036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5"/>
                      <a:pt x="366" y="1035"/>
                      <a:pt x="366" y="1035"/>
                    </a:cubicBezTo>
                    <a:cubicBezTo>
                      <a:pt x="366" y="1034"/>
                      <a:pt x="366" y="1034"/>
                      <a:pt x="366" y="1034"/>
                    </a:cubicBezTo>
                    <a:cubicBezTo>
                      <a:pt x="367" y="1034"/>
                      <a:pt x="367" y="1034"/>
                      <a:pt x="367" y="1034"/>
                    </a:cubicBezTo>
                    <a:cubicBezTo>
                      <a:pt x="367" y="1032"/>
                      <a:pt x="367" y="1032"/>
                      <a:pt x="367" y="1032"/>
                    </a:cubicBezTo>
                    <a:cubicBezTo>
                      <a:pt x="368" y="1030"/>
                      <a:pt x="368" y="1030"/>
                      <a:pt x="368" y="1030"/>
                    </a:cubicBezTo>
                    <a:cubicBezTo>
                      <a:pt x="367" y="1029"/>
                      <a:pt x="367" y="1029"/>
                      <a:pt x="367" y="1029"/>
                    </a:cubicBezTo>
                    <a:cubicBezTo>
                      <a:pt x="366" y="1029"/>
                      <a:pt x="366" y="1029"/>
                      <a:pt x="366" y="1029"/>
                    </a:cubicBezTo>
                    <a:cubicBezTo>
                      <a:pt x="366" y="1030"/>
                      <a:pt x="366" y="1030"/>
                      <a:pt x="366" y="1030"/>
                    </a:cubicBezTo>
                    <a:cubicBezTo>
                      <a:pt x="365" y="1030"/>
                      <a:pt x="365" y="1030"/>
                      <a:pt x="365" y="1030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4" y="1028"/>
                      <a:pt x="364" y="1028"/>
                      <a:pt x="364" y="1028"/>
                    </a:cubicBezTo>
                    <a:cubicBezTo>
                      <a:pt x="365" y="1028"/>
                      <a:pt x="365" y="1028"/>
                      <a:pt x="365" y="1028"/>
                    </a:cubicBezTo>
                    <a:cubicBezTo>
                      <a:pt x="366" y="1026"/>
                      <a:pt x="366" y="1026"/>
                      <a:pt x="366" y="1026"/>
                    </a:cubicBezTo>
                    <a:cubicBezTo>
                      <a:pt x="367" y="1026"/>
                      <a:pt x="367" y="1026"/>
                      <a:pt x="367" y="1026"/>
                    </a:cubicBezTo>
                    <a:cubicBezTo>
                      <a:pt x="367" y="1025"/>
                      <a:pt x="367" y="1025"/>
                      <a:pt x="367" y="1025"/>
                    </a:cubicBezTo>
                    <a:cubicBezTo>
                      <a:pt x="369" y="1024"/>
                      <a:pt x="369" y="1024"/>
                      <a:pt x="369" y="1024"/>
                    </a:cubicBezTo>
                    <a:cubicBezTo>
                      <a:pt x="372" y="1022"/>
                      <a:pt x="372" y="1022"/>
                      <a:pt x="372" y="1022"/>
                    </a:cubicBezTo>
                    <a:cubicBezTo>
                      <a:pt x="378" y="1021"/>
                      <a:pt x="378" y="1021"/>
                      <a:pt x="378" y="1021"/>
                    </a:cubicBezTo>
                    <a:cubicBezTo>
                      <a:pt x="383" y="1019"/>
                      <a:pt x="383" y="1019"/>
                      <a:pt x="383" y="1019"/>
                    </a:cubicBezTo>
                    <a:cubicBezTo>
                      <a:pt x="386" y="1016"/>
                      <a:pt x="386" y="1016"/>
                      <a:pt x="386" y="1016"/>
                    </a:cubicBezTo>
                    <a:cubicBezTo>
                      <a:pt x="386" y="1014"/>
                      <a:pt x="386" y="1014"/>
                      <a:pt x="386" y="1014"/>
                    </a:cubicBezTo>
                    <a:cubicBezTo>
                      <a:pt x="387" y="1012"/>
                      <a:pt x="387" y="1012"/>
                      <a:pt x="387" y="1012"/>
                    </a:cubicBezTo>
                    <a:cubicBezTo>
                      <a:pt x="387" y="1010"/>
                      <a:pt x="387" y="1010"/>
                      <a:pt x="387" y="1010"/>
                    </a:cubicBezTo>
                    <a:cubicBezTo>
                      <a:pt x="386" y="1011"/>
                      <a:pt x="386" y="1011"/>
                      <a:pt x="386" y="1011"/>
                    </a:cubicBezTo>
                    <a:cubicBezTo>
                      <a:pt x="386" y="1009"/>
                      <a:pt x="386" y="1009"/>
                      <a:pt x="386" y="1009"/>
                    </a:cubicBezTo>
                    <a:cubicBezTo>
                      <a:pt x="387" y="1009"/>
                      <a:pt x="387" y="1009"/>
                      <a:pt x="387" y="1009"/>
                    </a:cubicBezTo>
                    <a:cubicBezTo>
                      <a:pt x="387" y="1007"/>
                      <a:pt x="387" y="1007"/>
                      <a:pt x="387" y="1007"/>
                    </a:cubicBezTo>
                    <a:cubicBezTo>
                      <a:pt x="388" y="1005"/>
                      <a:pt x="388" y="1005"/>
                      <a:pt x="388" y="1005"/>
                    </a:cubicBezTo>
                    <a:cubicBezTo>
                      <a:pt x="387" y="1004"/>
                      <a:pt x="387" y="1004"/>
                      <a:pt x="387" y="1004"/>
                    </a:cubicBezTo>
                    <a:cubicBezTo>
                      <a:pt x="388" y="1003"/>
                      <a:pt x="388" y="1003"/>
                      <a:pt x="388" y="1003"/>
                    </a:cubicBezTo>
                    <a:cubicBezTo>
                      <a:pt x="388" y="1002"/>
                      <a:pt x="388" y="1002"/>
                      <a:pt x="388" y="1002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9"/>
                      <a:pt x="388" y="999"/>
                      <a:pt x="388" y="999"/>
                    </a:cubicBezTo>
                    <a:cubicBezTo>
                      <a:pt x="388" y="996"/>
                      <a:pt x="388" y="996"/>
                      <a:pt x="388" y="996"/>
                    </a:cubicBezTo>
                    <a:cubicBezTo>
                      <a:pt x="386" y="999"/>
                      <a:pt x="386" y="999"/>
                      <a:pt x="386" y="999"/>
                    </a:cubicBezTo>
                    <a:cubicBezTo>
                      <a:pt x="386" y="995"/>
                      <a:pt x="386" y="995"/>
                      <a:pt x="386" y="995"/>
                    </a:cubicBezTo>
                    <a:cubicBezTo>
                      <a:pt x="385" y="994"/>
                      <a:pt x="385" y="994"/>
                      <a:pt x="385" y="994"/>
                    </a:cubicBezTo>
                    <a:cubicBezTo>
                      <a:pt x="385" y="992"/>
                      <a:pt x="385" y="992"/>
                      <a:pt x="385" y="992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4" y="990"/>
                      <a:pt x="384" y="990"/>
                      <a:pt x="384" y="990"/>
                    </a:cubicBezTo>
                    <a:cubicBezTo>
                      <a:pt x="385" y="990"/>
                      <a:pt x="385" y="990"/>
                      <a:pt x="385" y="990"/>
                    </a:cubicBezTo>
                    <a:cubicBezTo>
                      <a:pt x="385" y="989"/>
                      <a:pt x="385" y="989"/>
                      <a:pt x="385" y="989"/>
                    </a:cubicBezTo>
                    <a:cubicBezTo>
                      <a:pt x="383" y="986"/>
                      <a:pt x="383" y="986"/>
                      <a:pt x="383" y="986"/>
                    </a:cubicBezTo>
                    <a:cubicBezTo>
                      <a:pt x="383" y="985"/>
                      <a:pt x="383" y="985"/>
                      <a:pt x="383" y="985"/>
                    </a:cubicBezTo>
                    <a:cubicBezTo>
                      <a:pt x="383" y="984"/>
                      <a:pt x="383" y="984"/>
                      <a:pt x="383" y="984"/>
                    </a:cubicBezTo>
                    <a:cubicBezTo>
                      <a:pt x="384" y="983"/>
                      <a:pt x="384" y="983"/>
                      <a:pt x="384" y="983"/>
                    </a:cubicBezTo>
                    <a:cubicBezTo>
                      <a:pt x="384" y="982"/>
                      <a:pt x="384" y="982"/>
                      <a:pt x="384" y="982"/>
                    </a:cubicBezTo>
                    <a:cubicBezTo>
                      <a:pt x="383" y="981"/>
                      <a:pt x="383" y="981"/>
                      <a:pt x="383" y="981"/>
                    </a:cubicBezTo>
                    <a:cubicBezTo>
                      <a:pt x="385" y="982"/>
                      <a:pt x="385" y="982"/>
                      <a:pt x="385" y="982"/>
                    </a:cubicBezTo>
                    <a:cubicBezTo>
                      <a:pt x="386" y="981"/>
                      <a:pt x="386" y="981"/>
                      <a:pt x="386" y="981"/>
                    </a:cubicBezTo>
                    <a:cubicBezTo>
                      <a:pt x="387" y="981"/>
                      <a:pt x="387" y="981"/>
                      <a:pt x="387" y="981"/>
                    </a:cubicBezTo>
                    <a:cubicBezTo>
                      <a:pt x="389" y="980"/>
                      <a:pt x="389" y="980"/>
                      <a:pt x="389" y="980"/>
                    </a:cubicBezTo>
                    <a:cubicBezTo>
                      <a:pt x="389" y="978"/>
                      <a:pt x="389" y="978"/>
                      <a:pt x="389" y="978"/>
                    </a:cubicBezTo>
                    <a:cubicBezTo>
                      <a:pt x="392" y="976"/>
                      <a:pt x="392" y="976"/>
                      <a:pt x="392" y="976"/>
                    </a:cubicBezTo>
                    <a:cubicBezTo>
                      <a:pt x="395" y="976"/>
                      <a:pt x="395" y="976"/>
                      <a:pt x="395" y="976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5" y="974"/>
                      <a:pt x="395" y="974"/>
                      <a:pt x="395" y="974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6" y="973"/>
                      <a:pt x="396" y="973"/>
                      <a:pt x="396" y="973"/>
                    </a:cubicBezTo>
                    <a:cubicBezTo>
                      <a:pt x="399" y="971"/>
                      <a:pt x="399" y="971"/>
                      <a:pt x="399" y="971"/>
                    </a:cubicBezTo>
                    <a:cubicBezTo>
                      <a:pt x="399" y="970"/>
                      <a:pt x="399" y="970"/>
                      <a:pt x="399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0" y="970"/>
                      <a:pt x="400" y="970"/>
                      <a:pt x="400" y="970"/>
                    </a:cubicBezTo>
                    <a:cubicBezTo>
                      <a:pt x="402" y="969"/>
                      <a:pt x="402" y="969"/>
                      <a:pt x="402" y="969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4" y="966"/>
                      <a:pt x="404" y="966"/>
                      <a:pt x="404" y="966"/>
                    </a:cubicBezTo>
                    <a:cubicBezTo>
                      <a:pt x="407" y="964"/>
                      <a:pt x="407" y="964"/>
                      <a:pt x="407" y="964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0" y="963"/>
                      <a:pt x="410" y="963"/>
                      <a:pt x="410" y="963"/>
                    </a:cubicBezTo>
                    <a:cubicBezTo>
                      <a:pt x="411" y="963"/>
                      <a:pt x="411" y="963"/>
                      <a:pt x="411" y="963"/>
                    </a:cubicBezTo>
                    <a:cubicBezTo>
                      <a:pt x="416" y="961"/>
                      <a:pt x="416" y="961"/>
                      <a:pt x="416" y="961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17" y="960"/>
                      <a:pt x="417" y="960"/>
                      <a:pt x="417" y="960"/>
                    </a:cubicBezTo>
                    <a:cubicBezTo>
                      <a:pt x="422" y="957"/>
                      <a:pt x="422" y="957"/>
                      <a:pt x="422" y="957"/>
                    </a:cubicBezTo>
                    <a:cubicBezTo>
                      <a:pt x="422" y="956"/>
                      <a:pt x="422" y="956"/>
                      <a:pt x="422" y="956"/>
                    </a:cubicBezTo>
                    <a:cubicBezTo>
                      <a:pt x="423" y="955"/>
                      <a:pt x="423" y="955"/>
                      <a:pt x="423" y="955"/>
                    </a:cubicBezTo>
                    <a:cubicBezTo>
                      <a:pt x="425" y="953"/>
                      <a:pt x="425" y="953"/>
                      <a:pt x="425" y="953"/>
                    </a:cubicBezTo>
                    <a:cubicBezTo>
                      <a:pt x="425" y="952"/>
                      <a:pt x="425" y="952"/>
                      <a:pt x="425" y="952"/>
                    </a:cubicBezTo>
                    <a:cubicBezTo>
                      <a:pt x="426" y="951"/>
                      <a:pt x="426" y="951"/>
                      <a:pt x="426" y="951"/>
                    </a:cubicBezTo>
                    <a:cubicBezTo>
                      <a:pt x="428" y="950"/>
                      <a:pt x="428" y="950"/>
                      <a:pt x="428" y="950"/>
                    </a:cubicBezTo>
                    <a:cubicBezTo>
                      <a:pt x="428" y="949"/>
                      <a:pt x="428" y="949"/>
                      <a:pt x="428" y="949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8" y="947"/>
                      <a:pt x="428" y="947"/>
                      <a:pt x="428" y="947"/>
                    </a:cubicBezTo>
                    <a:cubicBezTo>
                      <a:pt x="429" y="947"/>
                      <a:pt x="429" y="947"/>
                      <a:pt x="429" y="947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29" y="945"/>
                      <a:pt x="429" y="945"/>
                      <a:pt x="429" y="945"/>
                    </a:cubicBezTo>
                    <a:cubicBezTo>
                      <a:pt x="430" y="944"/>
                      <a:pt x="430" y="944"/>
                      <a:pt x="430" y="944"/>
                    </a:cubicBezTo>
                    <a:cubicBezTo>
                      <a:pt x="430" y="940"/>
                      <a:pt x="430" y="940"/>
                      <a:pt x="430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40"/>
                      <a:pt x="429" y="940"/>
                      <a:pt x="429" y="940"/>
                    </a:cubicBezTo>
                    <a:cubicBezTo>
                      <a:pt x="429" y="936"/>
                      <a:pt x="429" y="936"/>
                      <a:pt x="429" y="936"/>
                    </a:cubicBezTo>
                    <a:cubicBezTo>
                      <a:pt x="429" y="935"/>
                      <a:pt x="429" y="935"/>
                      <a:pt x="429" y="935"/>
                    </a:cubicBezTo>
                    <a:cubicBezTo>
                      <a:pt x="429" y="932"/>
                      <a:pt x="429" y="932"/>
                      <a:pt x="429" y="932"/>
                    </a:cubicBezTo>
                    <a:cubicBezTo>
                      <a:pt x="429" y="930"/>
                      <a:pt x="429" y="930"/>
                      <a:pt x="429" y="930"/>
                    </a:cubicBezTo>
                    <a:cubicBezTo>
                      <a:pt x="430" y="929"/>
                      <a:pt x="430" y="929"/>
                      <a:pt x="430" y="929"/>
                    </a:cubicBezTo>
                    <a:cubicBezTo>
                      <a:pt x="430" y="927"/>
                      <a:pt x="430" y="927"/>
                      <a:pt x="430" y="927"/>
                    </a:cubicBezTo>
                    <a:cubicBezTo>
                      <a:pt x="429" y="926"/>
                      <a:pt x="429" y="926"/>
                      <a:pt x="429" y="926"/>
                    </a:cubicBezTo>
                    <a:cubicBezTo>
                      <a:pt x="429" y="925"/>
                      <a:pt x="429" y="925"/>
                      <a:pt x="429" y="925"/>
                    </a:cubicBezTo>
                    <a:cubicBezTo>
                      <a:pt x="430" y="925"/>
                      <a:pt x="430" y="925"/>
                      <a:pt x="430" y="925"/>
                    </a:cubicBezTo>
                    <a:cubicBezTo>
                      <a:pt x="429" y="923"/>
                      <a:pt x="429" y="923"/>
                      <a:pt x="429" y="923"/>
                    </a:cubicBezTo>
                    <a:cubicBezTo>
                      <a:pt x="428" y="921"/>
                      <a:pt x="428" y="921"/>
                      <a:pt x="428" y="921"/>
                    </a:cubicBezTo>
                    <a:cubicBezTo>
                      <a:pt x="429" y="920"/>
                      <a:pt x="429" y="920"/>
                      <a:pt x="429" y="920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9"/>
                      <a:pt x="429" y="919"/>
                      <a:pt x="429" y="919"/>
                    </a:cubicBezTo>
                    <a:cubicBezTo>
                      <a:pt x="429" y="918"/>
                      <a:pt x="429" y="918"/>
                      <a:pt x="429" y="918"/>
                    </a:cubicBezTo>
                    <a:cubicBezTo>
                      <a:pt x="431" y="916"/>
                      <a:pt x="431" y="916"/>
                      <a:pt x="431" y="916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0" y="913"/>
                      <a:pt x="430" y="913"/>
                      <a:pt x="430" y="913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28" y="910"/>
                      <a:pt x="428" y="910"/>
                      <a:pt x="428" y="910"/>
                    </a:cubicBezTo>
                    <a:cubicBezTo>
                      <a:pt x="426" y="910"/>
                      <a:pt x="426" y="910"/>
                      <a:pt x="426" y="910"/>
                    </a:cubicBezTo>
                    <a:cubicBezTo>
                      <a:pt x="424" y="908"/>
                      <a:pt x="424" y="908"/>
                      <a:pt x="424" y="908"/>
                    </a:cubicBezTo>
                    <a:cubicBezTo>
                      <a:pt x="424" y="907"/>
                      <a:pt x="424" y="907"/>
                      <a:pt x="424" y="907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4"/>
                      <a:pt x="423" y="904"/>
                      <a:pt x="423" y="904"/>
                    </a:cubicBezTo>
                    <a:cubicBezTo>
                      <a:pt x="423" y="902"/>
                      <a:pt x="423" y="902"/>
                      <a:pt x="423" y="902"/>
                    </a:cubicBezTo>
                    <a:cubicBezTo>
                      <a:pt x="422" y="901"/>
                      <a:pt x="422" y="901"/>
                      <a:pt x="422" y="901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2" y="900"/>
                      <a:pt x="422" y="900"/>
                      <a:pt x="422" y="900"/>
                    </a:cubicBezTo>
                    <a:cubicBezTo>
                      <a:pt x="421" y="897"/>
                      <a:pt x="421" y="897"/>
                      <a:pt x="421" y="897"/>
                    </a:cubicBezTo>
                    <a:cubicBezTo>
                      <a:pt x="421" y="896"/>
                      <a:pt x="421" y="896"/>
                      <a:pt x="421" y="896"/>
                    </a:cubicBezTo>
                    <a:cubicBezTo>
                      <a:pt x="422" y="895"/>
                      <a:pt x="422" y="895"/>
                      <a:pt x="422" y="895"/>
                    </a:cubicBezTo>
                    <a:cubicBezTo>
                      <a:pt x="422" y="893"/>
                      <a:pt x="422" y="893"/>
                      <a:pt x="422" y="893"/>
                    </a:cubicBezTo>
                    <a:cubicBezTo>
                      <a:pt x="421" y="892"/>
                      <a:pt x="421" y="892"/>
                      <a:pt x="421" y="892"/>
                    </a:cubicBezTo>
                    <a:cubicBezTo>
                      <a:pt x="421" y="890"/>
                      <a:pt x="421" y="890"/>
                      <a:pt x="421" y="890"/>
                    </a:cubicBezTo>
                    <a:cubicBezTo>
                      <a:pt x="421" y="888"/>
                      <a:pt x="421" y="888"/>
                      <a:pt x="421" y="888"/>
                    </a:cubicBezTo>
                    <a:cubicBezTo>
                      <a:pt x="422" y="888"/>
                      <a:pt x="422" y="888"/>
                      <a:pt x="422" y="888"/>
                    </a:cubicBezTo>
                    <a:cubicBezTo>
                      <a:pt x="423" y="888"/>
                      <a:pt x="423" y="888"/>
                      <a:pt x="423" y="888"/>
                    </a:cubicBezTo>
                    <a:cubicBezTo>
                      <a:pt x="423" y="887"/>
                      <a:pt x="423" y="887"/>
                      <a:pt x="423" y="887"/>
                    </a:cubicBezTo>
                    <a:cubicBezTo>
                      <a:pt x="422" y="883"/>
                      <a:pt x="422" y="883"/>
                      <a:pt x="422" y="883"/>
                    </a:cubicBezTo>
                    <a:cubicBezTo>
                      <a:pt x="421" y="883"/>
                      <a:pt x="421" y="883"/>
                      <a:pt x="421" y="883"/>
                    </a:cubicBezTo>
                    <a:cubicBezTo>
                      <a:pt x="420" y="882"/>
                      <a:pt x="420" y="882"/>
                      <a:pt x="420" y="882"/>
                    </a:cubicBezTo>
                    <a:cubicBezTo>
                      <a:pt x="418" y="880"/>
                      <a:pt x="418" y="880"/>
                      <a:pt x="418" y="880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9" y="876"/>
                      <a:pt x="419" y="876"/>
                      <a:pt x="419" y="876"/>
                    </a:cubicBezTo>
                    <a:cubicBezTo>
                      <a:pt x="420" y="871"/>
                      <a:pt x="420" y="871"/>
                      <a:pt x="420" y="871"/>
                    </a:cubicBezTo>
                    <a:cubicBezTo>
                      <a:pt x="421" y="870"/>
                      <a:pt x="421" y="870"/>
                      <a:pt x="421" y="870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1" y="869"/>
                      <a:pt x="421" y="869"/>
                      <a:pt x="421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2" y="869"/>
                      <a:pt x="422" y="869"/>
                      <a:pt x="422" y="869"/>
                    </a:cubicBezTo>
                    <a:cubicBezTo>
                      <a:pt x="423" y="869"/>
                      <a:pt x="423" y="869"/>
                      <a:pt x="423" y="869"/>
                    </a:cubicBezTo>
                    <a:cubicBezTo>
                      <a:pt x="426" y="865"/>
                      <a:pt x="426" y="865"/>
                      <a:pt x="426" y="865"/>
                    </a:cubicBezTo>
                    <a:cubicBezTo>
                      <a:pt x="427" y="862"/>
                      <a:pt x="427" y="862"/>
                      <a:pt x="427" y="862"/>
                    </a:cubicBezTo>
                    <a:cubicBezTo>
                      <a:pt x="427" y="861"/>
                      <a:pt x="427" y="861"/>
                      <a:pt x="427" y="861"/>
                    </a:cubicBezTo>
                    <a:cubicBezTo>
                      <a:pt x="428" y="859"/>
                      <a:pt x="428" y="859"/>
                      <a:pt x="428" y="859"/>
                    </a:cubicBezTo>
                    <a:cubicBezTo>
                      <a:pt x="429" y="857"/>
                      <a:pt x="429" y="857"/>
                      <a:pt x="429" y="857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29" y="856"/>
                      <a:pt x="429" y="856"/>
                      <a:pt x="429" y="856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5"/>
                      <a:pt x="430" y="855"/>
                      <a:pt x="430" y="855"/>
                    </a:cubicBezTo>
                    <a:cubicBezTo>
                      <a:pt x="430" y="854"/>
                      <a:pt x="430" y="854"/>
                      <a:pt x="430" y="854"/>
                    </a:cubicBezTo>
                    <a:cubicBezTo>
                      <a:pt x="433" y="854"/>
                      <a:pt x="433" y="854"/>
                      <a:pt x="433" y="854"/>
                    </a:cubicBezTo>
                    <a:cubicBezTo>
                      <a:pt x="434" y="853"/>
                      <a:pt x="434" y="853"/>
                      <a:pt x="434" y="853"/>
                    </a:cubicBezTo>
                    <a:cubicBezTo>
                      <a:pt x="437" y="851"/>
                      <a:pt x="437" y="851"/>
                      <a:pt x="437" y="851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7" y="850"/>
                      <a:pt x="437" y="850"/>
                      <a:pt x="437" y="850"/>
                    </a:cubicBezTo>
                    <a:cubicBezTo>
                      <a:pt x="438" y="850"/>
                      <a:pt x="438" y="850"/>
                      <a:pt x="438" y="850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7"/>
                      <a:pt x="440" y="847"/>
                      <a:pt x="440" y="847"/>
                    </a:cubicBezTo>
                    <a:cubicBezTo>
                      <a:pt x="440" y="846"/>
                      <a:pt x="440" y="846"/>
                      <a:pt x="440" y="846"/>
                    </a:cubicBezTo>
                    <a:cubicBezTo>
                      <a:pt x="447" y="839"/>
                      <a:pt x="447" y="839"/>
                      <a:pt x="447" y="839"/>
                    </a:cubicBezTo>
                    <a:cubicBezTo>
                      <a:pt x="447" y="838"/>
                      <a:pt x="447" y="838"/>
                      <a:pt x="447" y="838"/>
                    </a:cubicBezTo>
                    <a:cubicBezTo>
                      <a:pt x="449" y="837"/>
                      <a:pt x="449" y="837"/>
                      <a:pt x="449" y="837"/>
                    </a:cubicBezTo>
                    <a:cubicBezTo>
                      <a:pt x="450" y="836"/>
                      <a:pt x="450" y="836"/>
                      <a:pt x="450" y="836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1" y="835"/>
                      <a:pt x="451" y="835"/>
                      <a:pt x="451" y="835"/>
                    </a:cubicBezTo>
                    <a:cubicBezTo>
                      <a:pt x="456" y="830"/>
                      <a:pt x="456" y="830"/>
                      <a:pt x="456" y="830"/>
                    </a:cubicBezTo>
                    <a:cubicBezTo>
                      <a:pt x="457" y="830"/>
                      <a:pt x="457" y="830"/>
                      <a:pt x="457" y="830"/>
                    </a:cubicBezTo>
                    <a:cubicBezTo>
                      <a:pt x="462" y="825"/>
                      <a:pt x="462" y="825"/>
                      <a:pt x="462" y="825"/>
                    </a:cubicBezTo>
                    <a:cubicBezTo>
                      <a:pt x="465" y="823"/>
                      <a:pt x="465" y="823"/>
                      <a:pt x="465" y="823"/>
                    </a:cubicBezTo>
                    <a:cubicBezTo>
                      <a:pt x="467" y="821"/>
                      <a:pt x="467" y="821"/>
                      <a:pt x="467" y="821"/>
                    </a:cubicBezTo>
                    <a:cubicBezTo>
                      <a:pt x="469" y="821"/>
                      <a:pt x="469" y="821"/>
                      <a:pt x="469" y="821"/>
                    </a:cubicBezTo>
                    <a:cubicBezTo>
                      <a:pt x="481" y="811"/>
                      <a:pt x="481" y="811"/>
                      <a:pt x="481" y="811"/>
                    </a:cubicBezTo>
                    <a:cubicBezTo>
                      <a:pt x="485" y="806"/>
                      <a:pt x="485" y="806"/>
                      <a:pt x="485" y="806"/>
                    </a:cubicBezTo>
                    <a:cubicBezTo>
                      <a:pt x="487" y="804"/>
                      <a:pt x="487" y="804"/>
                      <a:pt x="487" y="804"/>
                    </a:cubicBezTo>
                    <a:cubicBezTo>
                      <a:pt x="488" y="802"/>
                      <a:pt x="488" y="802"/>
                      <a:pt x="488" y="802"/>
                    </a:cubicBezTo>
                    <a:cubicBezTo>
                      <a:pt x="493" y="795"/>
                      <a:pt x="493" y="795"/>
                      <a:pt x="493" y="795"/>
                    </a:cubicBezTo>
                    <a:cubicBezTo>
                      <a:pt x="493" y="794"/>
                      <a:pt x="493" y="794"/>
                      <a:pt x="493" y="794"/>
                    </a:cubicBezTo>
                    <a:cubicBezTo>
                      <a:pt x="496" y="790"/>
                      <a:pt x="496" y="790"/>
                      <a:pt x="496" y="790"/>
                    </a:cubicBezTo>
                    <a:cubicBezTo>
                      <a:pt x="496" y="788"/>
                      <a:pt x="496" y="788"/>
                      <a:pt x="496" y="788"/>
                    </a:cubicBezTo>
                    <a:cubicBezTo>
                      <a:pt x="500" y="780"/>
                      <a:pt x="500" y="780"/>
                      <a:pt x="500" y="780"/>
                    </a:cubicBezTo>
                    <a:cubicBezTo>
                      <a:pt x="501" y="779"/>
                      <a:pt x="501" y="779"/>
                      <a:pt x="501" y="779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0" y="778"/>
                      <a:pt x="500" y="778"/>
                      <a:pt x="500" y="778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2" y="776"/>
                      <a:pt x="502" y="776"/>
                      <a:pt x="502" y="776"/>
                    </a:cubicBezTo>
                    <a:cubicBezTo>
                      <a:pt x="504" y="775"/>
                      <a:pt x="504" y="775"/>
                      <a:pt x="504" y="775"/>
                    </a:cubicBezTo>
                    <a:cubicBezTo>
                      <a:pt x="505" y="771"/>
                      <a:pt x="505" y="771"/>
                      <a:pt x="505" y="771"/>
                    </a:cubicBezTo>
                    <a:cubicBezTo>
                      <a:pt x="508" y="767"/>
                      <a:pt x="508" y="767"/>
                      <a:pt x="508" y="767"/>
                    </a:cubicBezTo>
                    <a:cubicBezTo>
                      <a:pt x="508" y="766"/>
                      <a:pt x="508" y="766"/>
                      <a:pt x="508" y="766"/>
                    </a:cubicBezTo>
                    <a:cubicBezTo>
                      <a:pt x="508" y="765"/>
                      <a:pt x="508" y="765"/>
                      <a:pt x="508" y="765"/>
                    </a:cubicBezTo>
                    <a:cubicBezTo>
                      <a:pt x="509" y="763"/>
                      <a:pt x="509" y="763"/>
                      <a:pt x="509" y="763"/>
                    </a:cubicBezTo>
                    <a:cubicBezTo>
                      <a:pt x="508" y="762"/>
                      <a:pt x="508" y="762"/>
                      <a:pt x="508" y="762"/>
                    </a:cubicBezTo>
                    <a:cubicBezTo>
                      <a:pt x="509" y="761"/>
                      <a:pt x="509" y="761"/>
                      <a:pt x="509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0" y="761"/>
                      <a:pt x="510" y="761"/>
                      <a:pt x="510" y="761"/>
                    </a:cubicBezTo>
                    <a:cubicBezTo>
                      <a:pt x="512" y="760"/>
                      <a:pt x="512" y="760"/>
                      <a:pt x="512" y="760"/>
                    </a:cubicBezTo>
                    <a:cubicBezTo>
                      <a:pt x="511" y="759"/>
                      <a:pt x="511" y="759"/>
                      <a:pt x="511" y="759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8"/>
                      <a:pt x="510" y="758"/>
                      <a:pt x="510" y="758"/>
                    </a:cubicBezTo>
                    <a:cubicBezTo>
                      <a:pt x="510" y="757"/>
                      <a:pt x="510" y="757"/>
                      <a:pt x="510" y="757"/>
                    </a:cubicBezTo>
                    <a:cubicBezTo>
                      <a:pt x="509" y="756"/>
                      <a:pt x="509" y="756"/>
                      <a:pt x="509" y="756"/>
                    </a:cubicBezTo>
                    <a:cubicBezTo>
                      <a:pt x="510" y="755"/>
                      <a:pt x="510" y="755"/>
                      <a:pt x="510" y="755"/>
                    </a:cubicBezTo>
                    <a:cubicBezTo>
                      <a:pt x="511" y="754"/>
                      <a:pt x="511" y="754"/>
                      <a:pt x="511" y="754"/>
                    </a:cubicBezTo>
                    <a:cubicBezTo>
                      <a:pt x="511" y="753"/>
                      <a:pt x="511" y="753"/>
                      <a:pt x="511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09" y="753"/>
                      <a:pt x="509" y="753"/>
                      <a:pt x="509" y="753"/>
                    </a:cubicBezTo>
                    <a:cubicBezTo>
                      <a:pt x="510" y="753"/>
                      <a:pt x="510" y="753"/>
                      <a:pt x="510" y="753"/>
                    </a:cubicBezTo>
                    <a:cubicBezTo>
                      <a:pt x="510" y="751"/>
                      <a:pt x="510" y="751"/>
                      <a:pt x="510" y="751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1" y="749"/>
                      <a:pt x="511" y="749"/>
                      <a:pt x="511" y="749"/>
                    </a:cubicBezTo>
                    <a:cubicBezTo>
                      <a:pt x="510" y="748"/>
                      <a:pt x="510" y="748"/>
                      <a:pt x="510" y="748"/>
                    </a:cubicBezTo>
                    <a:cubicBezTo>
                      <a:pt x="509" y="748"/>
                      <a:pt x="509" y="748"/>
                      <a:pt x="509" y="748"/>
                    </a:cubicBezTo>
                    <a:cubicBezTo>
                      <a:pt x="508" y="748"/>
                      <a:pt x="508" y="748"/>
                      <a:pt x="508" y="748"/>
                    </a:cubicBezTo>
                    <a:cubicBezTo>
                      <a:pt x="506" y="746"/>
                      <a:pt x="506" y="746"/>
                      <a:pt x="506" y="746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6" y="747"/>
                      <a:pt x="506" y="747"/>
                      <a:pt x="506" y="747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5" y="749"/>
                      <a:pt x="505" y="749"/>
                      <a:pt x="505" y="749"/>
                    </a:cubicBezTo>
                    <a:cubicBezTo>
                      <a:pt x="504" y="749"/>
                      <a:pt x="504" y="749"/>
                      <a:pt x="504" y="749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500" y="751"/>
                      <a:pt x="500" y="751"/>
                      <a:pt x="500" y="751"/>
                    </a:cubicBezTo>
                    <a:cubicBezTo>
                      <a:pt x="498" y="751"/>
                      <a:pt x="498" y="751"/>
                      <a:pt x="498" y="751"/>
                    </a:cubicBezTo>
                    <a:cubicBezTo>
                      <a:pt x="496" y="752"/>
                      <a:pt x="496" y="752"/>
                      <a:pt x="496" y="752"/>
                    </a:cubicBezTo>
                    <a:cubicBezTo>
                      <a:pt x="493" y="753"/>
                      <a:pt x="493" y="753"/>
                      <a:pt x="493" y="753"/>
                    </a:cubicBezTo>
                    <a:cubicBezTo>
                      <a:pt x="492" y="753"/>
                      <a:pt x="492" y="753"/>
                      <a:pt x="492" y="753"/>
                    </a:cubicBezTo>
                    <a:cubicBezTo>
                      <a:pt x="491" y="752"/>
                      <a:pt x="491" y="752"/>
                      <a:pt x="491" y="752"/>
                    </a:cubicBezTo>
                    <a:cubicBezTo>
                      <a:pt x="489" y="752"/>
                      <a:pt x="489" y="752"/>
                      <a:pt x="489" y="752"/>
                    </a:cubicBezTo>
                    <a:cubicBezTo>
                      <a:pt x="487" y="753"/>
                      <a:pt x="487" y="753"/>
                      <a:pt x="487" y="753"/>
                    </a:cubicBezTo>
                    <a:cubicBezTo>
                      <a:pt x="485" y="753"/>
                      <a:pt x="485" y="753"/>
                      <a:pt x="485" y="753"/>
                    </a:cubicBezTo>
                    <a:cubicBezTo>
                      <a:pt x="484" y="754"/>
                      <a:pt x="484" y="754"/>
                      <a:pt x="484" y="754"/>
                    </a:cubicBezTo>
                    <a:cubicBezTo>
                      <a:pt x="482" y="753"/>
                      <a:pt x="482" y="753"/>
                      <a:pt x="482" y="753"/>
                    </a:cubicBezTo>
                    <a:cubicBezTo>
                      <a:pt x="481" y="753"/>
                      <a:pt x="481" y="753"/>
                      <a:pt x="481" y="753"/>
                    </a:cubicBezTo>
                    <a:cubicBezTo>
                      <a:pt x="476" y="756"/>
                      <a:pt x="476" y="756"/>
                      <a:pt x="476" y="756"/>
                    </a:cubicBezTo>
                    <a:cubicBezTo>
                      <a:pt x="474" y="756"/>
                      <a:pt x="474" y="756"/>
                      <a:pt x="474" y="756"/>
                    </a:cubicBezTo>
                    <a:cubicBezTo>
                      <a:pt x="473" y="756"/>
                      <a:pt x="473" y="756"/>
                      <a:pt x="473" y="756"/>
                    </a:cubicBezTo>
                    <a:cubicBezTo>
                      <a:pt x="472" y="756"/>
                      <a:pt x="472" y="756"/>
                      <a:pt x="472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70" y="756"/>
                      <a:pt x="470" y="756"/>
                      <a:pt x="470" y="756"/>
                    </a:cubicBezTo>
                    <a:cubicBezTo>
                      <a:pt x="469" y="756"/>
                      <a:pt x="469" y="756"/>
                      <a:pt x="469" y="756"/>
                    </a:cubicBezTo>
                    <a:cubicBezTo>
                      <a:pt x="466" y="758"/>
                      <a:pt x="466" y="758"/>
                      <a:pt x="466" y="758"/>
                    </a:cubicBezTo>
                    <a:cubicBezTo>
                      <a:pt x="465" y="758"/>
                      <a:pt x="465" y="758"/>
                      <a:pt x="465" y="758"/>
                    </a:cubicBezTo>
                    <a:cubicBezTo>
                      <a:pt x="463" y="759"/>
                      <a:pt x="463" y="759"/>
                      <a:pt x="463" y="759"/>
                    </a:cubicBezTo>
                    <a:cubicBezTo>
                      <a:pt x="462" y="760"/>
                      <a:pt x="462" y="760"/>
                      <a:pt x="462" y="760"/>
                    </a:cubicBezTo>
                    <a:cubicBezTo>
                      <a:pt x="460" y="760"/>
                      <a:pt x="460" y="760"/>
                      <a:pt x="460" y="760"/>
                    </a:cubicBezTo>
                    <a:cubicBezTo>
                      <a:pt x="459" y="759"/>
                      <a:pt x="459" y="759"/>
                      <a:pt x="459" y="759"/>
                    </a:cubicBezTo>
                    <a:cubicBezTo>
                      <a:pt x="457" y="758"/>
                      <a:pt x="457" y="758"/>
                      <a:pt x="457" y="758"/>
                    </a:cubicBezTo>
                    <a:cubicBezTo>
                      <a:pt x="456" y="758"/>
                      <a:pt x="456" y="758"/>
                      <a:pt x="456" y="758"/>
                    </a:cubicBezTo>
                    <a:cubicBezTo>
                      <a:pt x="456" y="757"/>
                      <a:pt x="456" y="757"/>
                      <a:pt x="456" y="757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1" y="752"/>
                      <a:pt x="451" y="752"/>
                      <a:pt x="451" y="752"/>
                    </a:cubicBezTo>
                    <a:cubicBezTo>
                      <a:pt x="450" y="751"/>
                      <a:pt x="450" y="751"/>
                      <a:pt x="450" y="751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50" y="750"/>
                      <a:pt x="450" y="750"/>
                      <a:pt x="450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8" y="750"/>
                      <a:pt x="448" y="750"/>
                      <a:pt x="448" y="750"/>
                    </a:cubicBezTo>
                    <a:cubicBezTo>
                      <a:pt x="449" y="750"/>
                      <a:pt x="449" y="750"/>
                      <a:pt x="449" y="750"/>
                    </a:cubicBezTo>
                    <a:cubicBezTo>
                      <a:pt x="450" y="748"/>
                      <a:pt x="450" y="748"/>
                      <a:pt x="450" y="748"/>
                    </a:cubicBezTo>
                    <a:cubicBezTo>
                      <a:pt x="451" y="748"/>
                      <a:pt x="451" y="748"/>
                      <a:pt x="451" y="748"/>
                    </a:cubicBezTo>
                    <a:cubicBezTo>
                      <a:pt x="451" y="745"/>
                      <a:pt x="451" y="745"/>
                      <a:pt x="451" y="745"/>
                    </a:cubicBezTo>
                    <a:cubicBezTo>
                      <a:pt x="452" y="744"/>
                      <a:pt x="452" y="744"/>
                      <a:pt x="452" y="744"/>
                    </a:cubicBezTo>
                    <a:cubicBezTo>
                      <a:pt x="451" y="744"/>
                      <a:pt x="451" y="744"/>
                      <a:pt x="451" y="744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49" y="742"/>
                      <a:pt x="449" y="742"/>
                      <a:pt x="449" y="742"/>
                    </a:cubicBezTo>
                    <a:cubicBezTo>
                      <a:pt x="450" y="742"/>
                      <a:pt x="450" y="742"/>
                      <a:pt x="450" y="742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9" y="741"/>
                      <a:pt x="449" y="741"/>
                      <a:pt x="449" y="741"/>
                    </a:cubicBezTo>
                    <a:cubicBezTo>
                      <a:pt x="448" y="741"/>
                      <a:pt x="448" y="741"/>
                      <a:pt x="448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7" y="741"/>
                      <a:pt x="447" y="741"/>
                      <a:pt x="447" y="741"/>
                    </a:cubicBezTo>
                    <a:cubicBezTo>
                      <a:pt x="446" y="741"/>
                      <a:pt x="446" y="741"/>
                      <a:pt x="446" y="741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6" y="740"/>
                      <a:pt x="446" y="740"/>
                      <a:pt x="446" y="740"/>
                    </a:cubicBezTo>
                    <a:cubicBezTo>
                      <a:pt x="445" y="738"/>
                      <a:pt x="445" y="738"/>
                      <a:pt x="445" y="738"/>
                    </a:cubicBezTo>
                    <a:cubicBezTo>
                      <a:pt x="444" y="738"/>
                      <a:pt x="444" y="738"/>
                      <a:pt x="444" y="738"/>
                    </a:cubicBezTo>
                    <a:cubicBezTo>
                      <a:pt x="443" y="735"/>
                      <a:pt x="443" y="735"/>
                      <a:pt x="443" y="735"/>
                    </a:cubicBezTo>
                    <a:cubicBezTo>
                      <a:pt x="441" y="733"/>
                      <a:pt x="441" y="733"/>
                      <a:pt x="441" y="733"/>
                    </a:cubicBezTo>
                    <a:cubicBezTo>
                      <a:pt x="441" y="734"/>
                      <a:pt x="441" y="734"/>
                      <a:pt x="441" y="734"/>
                    </a:cubicBezTo>
                    <a:cubicBezTo>
                      <a:pt x="440" y="733"/>
                      <a:pt x="440" y="733"/>
                      <a:pt x="440" y="733"/>
                    </a:cubicBezTo>
                    <a:cubicBezTo>
                      <a:pt x="439" y="732"/>
                      <a:pt x="439" y="732"/>
                      <a:pt x="439" y="732"/>
                    </a:cubicBezTo>
                    <a:cubicBezTo>
                      <a:pt x="438" y="731"/>
                      <a:pt x="438" y="731"/>
                      <a:pt x="438" y="731"/>
                    </a:cubicBezTo>
                    <a:cubicBezTo>
                      <a:pt x="435" y="728"/>
                      <a:pt x="435" y="728"/>
                      <a:pt x="435" y="728"/>
                    </a:cubicBezTo>
                    <a:cubicBezTo>
                      <a:pt x="435" y="727"/>
                      <a:pt x="435" y="727"/>
                      <a:pt x="435" y="727"/>
                    </a:cubicBezTo>
                    <a:cubicBezTo>
                      <a:pt x="433" y="727"/>
                      <a:pt x="433" y="727"/>
                      <a:pt x="433" y="727"/>
                    </a:cubicBezTo>
                    <a:cubicBezTo>
                      <a:pt x="430" y="724"/>
                      <a:pt x="430" y="724"/>
                      <a:pt x="430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9" y="724"/>
                      <a:pt x="429" y="724"/>
                      <a:pt x="429" y="724"/>
                    </a:cubicBezTo>
                    <a:cubicBezTo>
                      <a:pt x="428" y="724"/>
                      <a:pt x="428" y="724"/>
                      <a:pt x="428" y="724"/>
                    </a:cubicBezTo>
                    <a:cubicBezTo>
                      <a:pt x="427" y="725"/>
                      <a:pt x="427" y="725"/>
                      <a:pt x="427" y="725"/>
                    </a:cubicBezTo>
                    <a:cubicBezTo>
                      <a:pt x="427" y="724"/>
                      <a:pt x="427" y="724"/>
                      <a:pt x="427" y="724"/>
                    </a:cubicBezTo>
                    <a:cubicBezTo>
                      <a:pt x="426" y="723"/>
                      <a:pt x="426" y="723"/>
                      <a:pt x="426" y="723"/>
                    </a:cubicBezTo>
                    <a:cubicBezTo>
                      <a:pt x="426" y="722"/>
                      <a:pt x="426" y="722"/>
                      <a:pt x="426" y="722"/>
                    </a:cubicBezTo>
                    <a:cubicBezTo>
                      <a:pt x="424" y="720"/>
                      <a:pt x="424" y="720"/>
                      <a:pt x="424" y="720"/>
                    </a:cubicBezTo>
                    <a:cubicBezTo>
                      <a:pt x="423" y="720"/>
                      <a:pt x="423" y="720"/>
                      <a:pt x="423" y="720"/>
                    </a:cubicBezTo>
                    <a:cubicBezTo>
                      <a:pt x="423" y="722"/>
                      <a:pt x="423" y="722"/>
                      <a:pt x="423" y="722"/>
                    </a:cubicBezTo>
                    <a:cubicBezTo>
                      <a:pt x="423" y="721"/>
                      <a:pt x="423" y="721"/>
                      <a:pt x="423" y="721"/>
                    </a:cubicBezTo>
                    <a:cubicBezTo>
                      <a:pt x="422" y="719"/>
                      <a:pt x="422" y="719"/>
                      <a:pt x="422" y="719"/>
                    </a:cubicBezTo>
                    <a:cubicBezTo>
                      <a:pt x="421" y="719"/>
                      <a:pt x="421" y="719"/>
                      <a:pt x="421" y="719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20" y="716"/>
                      <a:pt x="420" y="716"/>
                      <a:pt x="420" y="716"/>
                    </a:cubicBezTo>
                    <a:cubicBezTo>
                      <a:pt x="419" y="711"/>
                      <a:pt x="419" y="711"/>
                      <a:pt x="419" y="711"/>
                    </a:cubicBezTo>
                    <a:cubicBezTo>
                      <a:pt x="416" y="703"/>
                      <a:pt x="416" y="703"/>
                      <a:pt x="416" y="703"/>
                    </a:cubicBezTo>
                    <a:cubicBezTo>
                      <a:pt x="414" y="702"/>
                      <a:pt x="414" y="702"/>
                      <a:pt x="414" y="702"/>
                    </a:cubicBezTo>
                    <a:cubicBezTo>
                      <a:pt x="415" y="701"/>
                      <a:pt x="415" y="701"/>
                      <a:pt x="415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4" y="701"/>
                      <a:pt x="414" y="701"/>
                      <a:pt x="414" y="701"/>
                    </a:cubicBezTo>
                    <a:cubicBezTo>
                      <a:pt x="412" y="700"/>
                      <a:pt x="412" y="700"/>
                      <a:pt x="412" y="700"/>
                    </a:cubicBezTo>
                    <a:cubicBezTo>
                      <a:pt x="411" y="699"/>
                      <a:pt x="411" y="699"/>
                      <a:pt x="411" y="699"/>
                    </a:cubicBezTo>
                    <a:cubicBezTo>
                      <a:pt x="411" y="698"/>
                      <a:pt x="411" y="698"/>
                      <a:pt x="411" y="698"/>
                    </a:cubicBezTo>
                    <a:cubicBezTo>
                      <a:pt x="407" y="696"/>
                      <a:pt x="407" y="696"/>
                      <a:pt x="407" y="696"/>
                    </a:cubicBezTo>
                    <a:cubicBezTo>
                      <a:pt x="406" y="696"/>
                      <a:pt x="406" y="696"/>
                      <a:pt x="406" y="696"/>
                    </a:cubicBezTo>
                    <a:cubicBezTo>
                      <a:pt x="405" y="694"/>
                      <a:pt x="405" y="694"/>
                      <a:pt x="405" y="694"/>
                    </a:cubicBezTo>
                    <a:cubicBezTo>
                      <a:pt x="404" y="691"/>
                      <a:pt x="404" y="691"/>
                      <a:pt x="404" y="691"/>
                    </a:cubicBezTo>
                    <a:cubicBezTo>
                      <a:pt x="404" y="688"/>
                      <a:pt x="404" y="688"/>
                      <a:pt x="404" y="688"/>
                    </a:cubicBezTo>
                    <a:cubicBezTo>
                      <a:pt x="404" y="685"/>
                      <a:pt x="404" y="685"/>
                      <a:pt x="404" y="685"/>
                    </a:cubicBezTo>
                    <a:cubicBezTo>
                      <a:pt x="402" y="680"/>
                      <a:pt x="402" y="680"/>
                      <a:pt x="402" y="680"/>
                    </a:cubicBezTo>
                    <a:cubicBezTo>
                      <a:pt x="403" y="680"/>
                      <a:pt x="403" y="680"/>
                      <a:pt x="403" y="680"/>
                    </a:cubicBezTo>
                    <a:cubicBezTo>
                      <a:pt x="403" y="679"/>
                      <a:pt x="403" y="679"/>
                      <a:pt x="403" y="679"/>
                    </a:cubicBezTo>
                    <a:cubicBezTo>
                      <a:pt x="402" y="677"/>
                      <a:pt x="402" y="677"/>
                      <a:pt x="402" y="677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5"/>
                      <a:pt x="401" y="675"/>
                      <a:pt x="401" y="675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1" y="674"/>
                      <a:pt x="401" y="674"/>
                      <a:pt x="401" y="674"/>
                    </a:cubicBezTo>
                    <a:cubicBezTo>
                      <a:pt x="400" y="673"/>
                      <a:pt x="400" y="673"/>
                      <a:pt x="400" y="673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2"/>
                      <a:pt x="401" y="672"/>
                      <a:pt x="401" y="672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401" y="671"/>
                      <a:pt x="401" y="671"/>
                      <a:pt x="401" y="671"/>
                    </a:cubicBezTo>
                    <a:cubicBezTo>
                      <a:pt x="399" y="671"/>
                      <a:pt x="399" y="671"/>
                      <a:pt x="399" y="671"/>
                    </a:cubicBezTo>
                    <a:cubicBezTo>
                      <a:pt x="398" y="669"/>
                      <a:pt x="398" y="669"/>
                      <a:pt x="398" y="669"/>
                    </a:cubicBezTo>
                    <a:cubicBezTo>
                      <a:pt x="397" y="668"/>
                      <a:pt x="397" y="668"/>
                      <a:pt x="397" y="668"/>
                    </a:cubicBezTo>
                    <a:cubicBezTo>
                      <a:pt x="396" y="668"/>
                      <a:pt x="396" y="668"/>
                      <a:pt x="396" y="668"/>
                    </a:cubicBezTo>
                    <a:cubicBezTo>
                      <a:pt x="394" y="665"/>
                      <a:pt x="394" y="665"/>
                      <a:pt x="394" y="665"/>
                    </a:cubicBezTo>
                    <a:cubicBezTo>
                      <a:pt x="393" y="666"/>
                      <a:pt x="393" y="666"/>
                      <a:pt x="393" y="666"/>
                    </a:cubicBezTo>
                    <a:cubicBezTo>
                      <a:pt x="392" y="666"/>
                      <a:pt x="392" y="666"/>
                      <a:pt x="392" y="666"/>
                    </a:cubicBezTo>
                    <a:cubicBezTo>
                      <a:pt x="390" y="665"/>
                      <a:pt x="390" y="665"/>
                      <a:pt x="390" y="665"/>
                    </a:cubicBezTo>
                    <a:cubicBezTo>
                      <a:pt x="389" y="661"/>
                      <a:pt x="389" y="661"/>
                      <a:pt x="389" y="661"/>
                    </a:cubicBezTo>
                    <a:cubicBezTo>
                      <a:pt x="389" y="660"/>
                      <a:pt x="389" y="660"/>
                      <a:pt x="389" y="660"/>
                    </a:cubicBezTo>
                    <a:cubicBezTo>
                      <a:pt x="389" y="659"/>
                      <a:pt x="389" y="659"/>
                      <a:pt x="389" y="659"/>
                    </a:cubicBezTo>
                    <a:cubicBezTo>
                      <a:pt x="389" y="658"/>
                      <a:pt x="389" y="658"/>
                      <a:pt x="389" y="658"/>
                    </a:cubicBezTo>
                    <a:cubicBezTo>
                      <a:pt x="392" y="658"/>
                      <a:pt x="392" y="658"/>
                      <a:pt x="392" y="658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90" y="656"/>
                      <a:pt x="390" y="656"/>
                      <a:pt x="390" y="656"/>
                    </a:cubicBezTo>
                    <a:cubicBezTo>
                      <a:pt x="389" y="654"/>
                      <a:pt x="389" y="654"/>
                      <a:pt x="389" y="654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7" y="652"/>
                      <a:pt x="387" y="652"/>
                      <a:pt x="387" y="652"/>
                    </a:cubicBezTo>
                    <a:cubicBezTo>
                      <a:pt x="384" y="647"/>
                      <a:pt x="384" y="647"/>
                      <a:pt x="384" y="647"/>
                    </a:cubicBezTo>
                    <a:cubicBezTo>
                      <a:pt x="382" y="647"/>
                      <a:pt x="382" y="647"/>
                      <a:pt x="382" y="647"/>
                    </a:cubicBezTo>
                    <a:cubicBezTo>
                      <a:pt x="382" y="645"/>
                      <a:pt x="382" y="645"/>
                      <a:pt x="382" y="645"/>
                    </a:cubicBezTo>
                    <a:cubicBezTo>
                      <a:pt x="378" y="638"/>
                      <a:pt x="378" y="638"/>
                      <a:pt x="378" y="638"/>
                    </a:cubicBezTo>
                    <a:cubicBezTo>
                      <a:pt x="378" y="637"/>
                      <a:pt x="378" y="637"/>
                      <a:pt x="378" y="637"/>
                    </a:cubicBezTo>
                    <a:cubicBezTo>
                      <a:pt x="377" y="635"/>
                      <a:pt x="377" y="635"/>
                      <a:pt x="377" y="635"/>
                    </a:cubicBezTo>
                    <a:cubicBezTo>
                      <a:pt x="377" y="632"/>
                      <a:pt x="377" y="632"/>
                      <a:pt x="377" y="632"/>
                    </a:cubicBezTo>
                    <a:cubicBezTo>
                      <a:pt x="376" y="632"/>
                      <a:pt x="376" y="632"/>
                      <a:pt x="376" y="632"/>
                    </a:cubicBezTo>
                    <a:cubicBezTo>
                      <a:pt x="376" y="631"/>
                      <a:pt x="376" y="631"/>
                      <a:pt x="376" y="631"/>
                    </a:cubicBezTo>
                    <a:cubicBezTo>
                      <a:pt x="373" y="628"/>
                      <a:pt x="373" y="628"/>
                      <a:pt x="373" y="628"/>
                    </a:cubicBezTo>
                    <a:cubicBezTo>
                      <a:pt x="373" y="627"/>
                      <a:pt x="373" y="627"/>
                      <a:pt x="373" y="627"/>
                    </a:cubicBezTo>
                    <a:cubicBezTo>
                      <a:pt x="373" y="626"/>
                      <a:pt x="373" y="626"/>
                      <a:pt x="373" y="626"/>
                    </a:cubicBezTo>
                    <a:cubicBezTo>
                      <a:pt x="373" y="625"/>
                      <a:pt x="373" y="625"/>
                      <a:pt x="373" y="625"/>
                    </a:cubicBezTo>
                    <a:cubicBezTo>
                      <a:pt x="368" y="621"/>
                      <a:pt x="368" y="621"/>
                      <a:pt x="368" y="621"/>
                    </a:cubicBezTo>
                    <a:cubicBezTo>
                      <a:pt x="368" y="620"/>
                      <a:pt x="368" y="620"/>
                      <a:pt x="368" y="620"/>
                    </a:cubicBezTo>
                    <a:cubicBezTo>
                      <a:pt x="365" y="617"/>
                      <a:pt x="365" y="617"/>
                      <a:pt x="365" y="617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2"/>
                      <a:pt x="364" y="612"/>
                      <a:pt x="364" y="612"/>
                    </a:cubicBezTo>
                    <a:cubicBezTo>
                      <a:pt x="364" y="613"/>
                      <a:pt x="364" y="613"/>
                      <a:pt x="364" y="613"/>
                    </a:cubicBezTo>
                    <a:cubicBezTo>
                      <a:pt x="365" y="614"/>
                      <a:pt x="365" y="614"/>
                      <a:pt x="365" y="614"/>
                    </a:cubicBezTo>
                    <a:cubicBezTo>
                      <a:pt x="365" y="615"/>
                      <a:pt x="365" y="615"/>
                      <a:pt x="365" y="615"/>
                    </a:cubicBezTo>
                    <a:cubicBezTo>
                      <a:pt x="368" y="618"/>
                      <a:pt x="368" y="618"/>
                      <a:pt x="368" y="618"/>
                    </a:cubicBezTo>
                    <a:cubicBezTo>
                      <a:pt x="368" y="619"/>
                      <a:pt x="368" y="619"/>
                      <a:pt x="368" y="619"/>
                    </a:cubicBezTo>
                    <a:cubicBezTo>
                      <a:pt x="369" y="621"/>
                      <a:pt x="369" y="621"/>
                      <a:pt x="369" y="621"/>
                    </a:cubicBezTo>
                    <a:cubicBezTo>
                      <a:pt x="371" y="621"/>
                      <a:pt x="371" y="621"/>
                      <a:pt x="371" y="621"/>
                    </a:cubicBezTo>
                    <a:cubicBezTo>
                      <a:pt x="371" y="623"/>
                      <a:pt x="371" y="623"/>
                      <a:pt x="371" y="623"/>
                    </a:cubicBezTo>
                    <a:cubicBezTo>
                      <a:pt x="375" y="626"/>
                      <a:pt x="375" y="626"/>
                      <a:pt x="375" y="626"/>
                    </a:cubicBezTo>
                    <a:cubicBezTo>
                      <a:pt x="377" y="628"/>
                      <a:pt x="377" y="628"/>
                      <a:pt x="377" y="628"/>
                    </a:cubicBezTo>
                    <a:cubicBezTo>
                      <a:pt x="378" y="629"/>
                      <a:pt x="378" y="629"/>
                      <a:pt x="378" y="629"/>
                    </a:cubicBezTo>
                    <a:cubicBezTo>
                      <a:pt x="378" y="627"/>
                      <a:pt x="378" y="627"/>
                      <a:pt x="378" y="627"/>
                    </a:cubicBezTo>
                    <a:cubicBezTo>
                      <a:pt x="380" y="626"/>
                      <a:pt x="380" y="626"/>
                      <a:pt x="380" y="626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2"/>
                      <a:pt x="380" y="622"/>
                      <a:pt x="380" y="622"/>
                    </a:cubicBezTo>
                    <a:cubicBezTo>
                      <a:pt x="380" y="621"/>
                      <a:pt x="380" y="621"/>
                      <a:pt x="380" y="621"/>
                    </a:cubicBezTo>
                    <a:cubicBezTo>
                      <a:pt x="381" y="619"/>
                      <a:pt x="381" y="619"/>
                      <a:pt x="381" y="619"/>
                    </a:cubicBezTo>
                    <a:cubicBezTo>
                      <a:pt x="381" y="617"/>
                      <a:pt x="381" y="617"/>
                      <a:pt x="381" y="617"/>
                    </a:cubicBezTo>
                    <a:cubicBezTo>
                      <a:pt x="381" y="618"/>
                      <a:pt x="381" y="618"/>
                      <a:pt x="381" y="618"/>
                    </a:cubicBezTo>
                    <a:cubicBezTo>
                      <a:pt x="381" y="621"/>
                      <a:pt x="381" y="621"/>
                      <a:pt x="381" y="621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0" y="625"/>
                      <a:pt x="380" y="625"/>
                      <a:pt x="380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2" y="625"/>
                      <a:pt x="382" y="625"/>
                      <a:pt x="382" y="625"/>
                    </a:cubicBezTo>
                    <a:cubicBezTo>
                      <a:pt x="383" y="624"/>
                      <a:pt x="383" y="624"/>
                      <a:pt x="383" y="624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387" y="629"/>
                      <a:pt x="387" y="629"/>
                      <a:pt x="387" y="629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8" y="631"/>
                      <a:pt x="388" y="631"/>
                      <a:pt x="388" y="631"/>
                    </a:cubicBezTo>
                    <a:cubicBezTo>
                      <a:pt x="389" y="632"/>
                      <a:pt x="389" y="632"/>
                      <a:pt x="389" y="632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3" y="637"/>
                      <a:pt x="393" y="637"/>
                      <a:pt x="393" y="637"/>
                    </a:cubicBezTo>
                    <a:cubicBezTo>
                      <a:pt x="393" y="638"/>
                      <a:pt x="393" y="638"/>
                      <a:pt x="393" y="638"/>
                    </a:cubicBezTo>
                    <a:cubicBezTo>
                      <a:pt x="394" y="640"/>
                      <a:pt x="394" y="640"/>
                      <a:pt x="394" y="640"/>
                    </a:cubicBezTo>
                    <a:cubicBezTo>
                      <a:pt x="395" y="640"/>
                      <a:pt x="395" y="640"/>
                      <a:pt x="395" y="640"/>
                    </a:cubicBezTo>
                    <a:cubicBezTo>
                      <a:pt x="395" y="642"/>
                      <a:pt x="395" y="642"/>
                      <a:pt x="395" y="642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8" y="644"/>
                      <a:pt x="398" y="644"/>
                      <a:pt x="398" y="644"/>
                    </a:cubicBezTo>
                    <a:cubicBezTo>
                      <a:pt x="399" y="647"/>
                      <a:pt x="399" y="647"/>
                      <a:pt x="399" y="647"/>
                    </a:cubicBezTo>
                    <a:cubicBezTo>
                      <a:pt x="400" y="648"/>
                      <a:pt x="400" y="648"/>
                      <a:pt x="400" y="648"/>
                    </a:cubicBezTo>
                    <a:cubicBezTo>
                      <a:pt x="401" y="649"/>
                      <a:pt x="401" y="649"/>
                      <a:pt x="401" y="649"/>
                    </a:cubicBezTo>
                    <a:cubicBezTo>
                      <a:pt x="400" y="650"/>
                      <a:pt x="400" y="650"/>
                      <a:pt x="400" y="650"/>
                    </a:cubicBezTo>
                    <a:cubicBezTo>
                      <a:pt x="400" y="652"/>
                      <a:pt x="400" y="652"/>
                      <a:pt x="400" y="652"/>
                    </a:cubicBezTo>
                    <a:cubicBezTo>
                      <a:pt x="402" y="653"/>
                      <a:pt x="402" y="653"/>
                      <a:pt x="402" y="653"/>
                    </a:cubicBezTo>
                    <a:cubicBezTo>
                      <a:pt x="402" y="654"/>
                      <a:pt x="402" y="654"/>
                      <a:pt x="402" y="654"/>
                    </a:cubicBezTo>
                    <a:cubicBezTo>
                      <a:pt x="403" y="655"/>
                      <a:pt x="403" y="655"/>
                      <a:pt x="403" y="655"/>
                    </a:cubicBezTo>
                    <a:cubicBezTo>
                      <a:pt x="404" y="654"/>
                      <a:pt x="404" y="654"/>
                      <a:pt x="404" y="654"/>
                    </a:cubicBezTo>
                    <a:cubicBezTo>
                      <a:pt x="406" y="655"/>
                      <a:pt x="406" y="655"/>
                      <a:pt x="406" y="655"/>
                    </a:cubicBezTo>
                    <a:cubicBezTo>
                      <a:pt x="408" y="656"/>
                      <a:pt x="408" y="656"/>
                      <a:pt x="408" y="656"/>
                    </a:cubicBezTo>
                    <a:cubicBezTo>
                      <a:pt x="410" y="658"/>
                      <a:pt x="410" y="658"/>
                      <a:pt x="410" y="658"/>
                    </a:cubicBezTo>
                    <a:cubicBezTo>
                      <a:pt x="410" y="660"/>
                      <a:pt x="410" y="660"/>
                      <a:pt x="410" y="660"/>
                    </a:cubicBezTo>
                    <a:cubicBezTo>
                      <a:pt x="411" y="660"/>
                      <a:pt x="411" y="660"/>
                      <a:pt x="411" y="660"/>
                    </a:cubicBezTo>
                    <a:cubicBezTo>
                      <a:pt x="411" y="661"/>
                      <a:pt x="411" y="661"/>
                      <a:pt x="411" y="661"/>
                    </a:cubicBezTo>
                    <a:cubicBezTo>
                      <a:pt x="412" y="662"/>
                      <a:pt x="412" y="662"/>
                      <a:pt x="412" y="662"/>
                    </a:cubicBezTo>
                    <a:cubicBezTo>
                      <a:pt x="412" y="664"/>
                      <a:pt x="412" y="664"/>
                      <a:pt x="412" y="664"/>
                    </a:cubicBezTo>
                    <a:cubicBezTo>
                      <a:pt x="414" y="666"/>
                      <a:pt x="414" y="666"/>
                      <a:pt x="414" y="666"/>
                    </a:cubicBezTo>
                    <a:cubicBezTo>
                      <a:pt x="414" y="668"/>
                      <a:pt x="414" y="668"/>
                      <a:pt x="414" y="668"/>
                    </a:cubicBezTo>
                    <a:cubicBezTo>
                      <a:pt x="415" y="669"/>
                      <a:pt x="415" y="669"/>
                      <a:pt x="415" y="669"/>
                    </a:cubicBezTo>
                    <a:cubicBezTo>
                      <a:pt x="414" y="671"/>
                      <a:pt x="414" y="671"/>
                      <a:pt x="414" y="671"/>
                    </a:cubicBezTo>
                    <a:cubicBezTo>
                      <a:pt x="413" y="671"/>
                      <a:pt x="413" y="671"/>
                      <a:pt x="413" y="671"/>
                    </a:cubicBezTo>
                    <a:cubicBezTo>
                      <a:pt x="414" y="673"/>
                      <a:pt x="414" y="673"/>
                      <a:pt x="414" y="673"/>
                    </a:cubicBezTo>
                    <a:cubicBezTo>
                      <a:pt x="415" y="675"/>
                      <a:pt x="415" y="675"/>
                      <a:pt x="415" y="675"/>
                    </a:cubicBezTo>
                    <a:cubicBezTo>
                      <a:pt x="415" y="678"/>
                      <a:pt x="415" y="678"/>
                      <a:pt x="415" y="678"/>
                    </a:cubicBezTo>
                    <a:cubicBezTo>
                      <a:pt x="417" y="679"/>
                      <a:pt x="417" y="679"/>
                      <a:pt x="417" y="679"/>
                    </a:cubicBezTo>
                    <a:cubicBezTo>
                      <a:pt x="417" y="680"/>
                      <a:pt x="417" y="680"/>
                      <a:pt x="417" y="680"/>
                    </a:cubicBezTo>
                    <a:cubicBezTo>
                      <a:pt x="421" y="685"/>
                      <a:pt x="421" y="685"/>
                      <a:pt x="421" y="685"/>
                    </a:cubicBezTo>
                    <a:cubicBezTo>
                      <a:pt x="422" y="685"/>
                      <a:pt x="422" y="685"/>
                      <a:pt x="422" y="685"/>
                    </a:cubicBezTo>
                    <a:cubicBezTo>
                      <a:pt x="424" y="685"/>
                      <a:pt x="424" y="685"/>
                      <a:pt x="424" y="685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5" y="687"/>
                      <a:pt x="425" y="687"/>
                      <a:pt x="425" y="687"/>
                    </a:cubicBezTo>
                    <a:cubicBezTo>
                      <a:pt x="427" y="688"/>
                      <a:pt x="427" y="688"/>
                      <a:pt x="427" y="688"/>
                    </a:cubicBezTo>
                    <a:cubicBezTo>
                      <a:pt x="427" y="690"/>
                      <a:pt x="427" y="690"/>
                      <a:pt x="427" y="690"/>
                    </a:cubicBezTo>
                    <a:cubicBezTo>
                      <a:pt x="429" y="690"/>
                      <a:pt x="429" y="690"/>
                      <a:pt x="429" y="690"/>
                    </a:cubicBezTo>
                    <a:cubicBezTo>
                      <a:pt x="429" y="691"/>
                      <a:pt x="429" y="691"/>
                      <a:pt x="429" y="691"/>
                    </a:cubicBezTo>
                    <a:cubicBezTo>
                      <a:pt x="430" y="691"/>
                      <a:pt x="430" y="691"/>
                      <a:pt x="430" y="691"/>
                    </a:cubicBezTo>
                    <a:cubicBezTo>
                      <a:pt x="432" y="697"/>
                      <a:pt x="432" y="697"/>
                      <a:pt x="432" y="697"/>
                    </a:cubicBezTo>
                    <a:cubicBezTo>
                      <a:pt x="433" y="698"/>
                      <a:pt x="433" y="698"/>
                      <a:pt x="433" y="698"/>
                    </a:cubicBezTo>
                    <a:cubicBezTo>
                      <a:pt x="433" y="700"/>
                      <a:pt x="433" y="700"/>
                      <a:pt x="433" y="700"/>
                    </a:cubicBezTo>
                    <a:cubicBezTo>
                      <a:pt x="439" y="706"/>
                      <a:pt x="439" y="706"/>
                      <a:pt x="439" y="706"/>
                    </a:cubicBezTo>
                    <a:cubicBezTo>
                      <a:pt x="440" y="706"/>
                      <a:pt x="440" y="706"/>
                      <a:pt x="440" y="706"/>
                    </a:cubicBezTo>
                    <a:cubicBezTo>
                      <a:pt x="440" y="709"/>
                      <a:pt x="440" y="709"/>
                      <a:pt x="440" y="709"/>
                    </a:cubicBezTo>
                    <a:cubicBezTo>
                      <a:pt x="443" y="710"/>
                      <a:pt x="443" y="710"/>
                      <a:pt x="443" y="710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14"/>
                      <a:pt x="444" y="714"/>
                      <a:pt x="444" y="714"/>
                    </a:cubicBezTo>
                    <a:cubicBezTo>
                      <a:pt x="445" y="718"/>
                      <a:pt x="445" y="718"/>
                      <a:pt x="445" y="718"/>
                    </a:cubicBezTo>
                    <a:cubicBezTo>
                      <a:pt x="445" y="719"/>
                      <a:pt x="445" y="719"/>
                      <a:pt x="445" y="719"/>
                    </a:cubicBezTo>
                    <a:cubicBezTo>
                      <a:pt x="444" y="719"/>
                      <a:pt x="444" y="719"/>
                      <a:pt x="444" y="719"/>
                    </a:cubicBezTo>
                    <a:cubicBezTo>
                      <a:pt x="444" y="720"/>
                      <a:pt x="444" y="720"/>
                      <a:pt x="444" y="720"/>
                    </a:cubicBezTo>
                    <a:cubicBezTo>
                      <a:pt x="442" y="720"/>
                      <a:pt x="442" y="720"/>
                      <a:pt x="442" y="720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2"/>
                      <a:pt x="444" y="722"/>
                      <a:pt x="444" y="722"/>
                    </a:cubicBezTo>
                    <a:cubicBezTo>
                      <a:pt x="444" y="723"/>
                      <a:pt x="444" y="723"/>
                      <a:pt x="444" y="723"/>
                    </a:cubicBezTo>
                    <a:cubicBezTo>
                      <a:pt x="446" y="725"/>
                      <a:pt x="446" y="725"/>
                      <a:pt x="446" y="725"/>
                    </a:cubicBezTo>
                    <a:cubicBezTo>
                      <a:pt x="447" y="732"/>
                      <a:pt x="447" y="732"/>
                      <a:pt x="447" y="732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9" y="735"/>
                      <a:pt x="449" y="735"/>
                      <a:pt x="449" y="735"/>
                    </a:cubicBezTo>
                    <a:cubicBezTo>
                      <a:pt x="448" y="736"/>
                      <a:pt x="448" y="736"/>
                      <a:pt x="448" y="736"/>
                    </a:cubicBezTo>
                    <a:cubicBezTo>
                      <a:pt x="449" y="738"/>
                      <a:pt x="449" y="738"/>
                      <a:pt x="449" y="738"/>
                    </a:cubicBezTo>
                    <a:cubicBezTo>
                      <a:pt x="451" y="740"/>
                      <a:pt x="451" y="740"/>
                      <a:pt x="451" y="740"/>
                    </a:cubicBezTo>
                    <a:cubicBezTo>
                      <a:pt x="451" y="741"/>
                      <a:pt x="451" y="741"/>
                      <a:pt x="451" y="741"/>
                    </a:cubicBezTo>
                    <a:cubicBezTo>
                      <a:pt x="452" y="743"/>
                      <a:pt x="452" y="743"/>
                      <a:pt x="452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4" y="743"/>
                      <a:pt x="454" y="743"/>
                      <a:pt x="454" y="743"/>
                    </a:cubicBezTo>
                    <a:cubicBezTo>
                      <a:pt x="456" y="743"/>
                      <a:pt x="456" y="743"/>
                      <a:pt x="456" y="743"/>
                    </a:cubicBezTo>
                    <a:cubicBezTo>
                      <a:pt x="458" y="743"/>
                      <a:pt x="458" y="743"/>
                      <a:pt x="458" y="743"/>
                    </a:cubicBezTo>
                    <a:cubicBezTo>
                      <a:pt x="459" y="742"/>
                      <a:pt x="459" y="742"/>
                      <a:pt x="459" y="742"/>
                    </a:cubicBezTo>
                    <a:cubicBezTo>
                      <a:pt x="460" y="742"/>
                      <a:pt x="460" y="742"/>
                      <a:pt x="460" y="742"/>
                    </a:cubicBezTo>
                    <a:cubicBezTo>
                      <a:pt x="461" y="742"/>
                      <a:pt x="461" y="742"/>
                      <a:pt x="461" y="742"/>
                    </a:cubicBezTo>
                    <a:cubicBezTo>
                      <a:pt x="463" y="742"/>
                      <a:pt x="463" y="742"/>
                      <a:pt x="463" y="742"/>
                    </a:cubicBezTo>
                    <a:cubicBezTo>
                      <a:pt x="464" y="740"/>
                      <a:pt x="464" y="740"/>
                      <a:pt x="464" y="740"/>
                    </a:cubicBezTo>
                    <a:cubicBezTo>
                      <a:pt x="465" y="740"/>
                      <a:pt x="465" y="740"/>
                      <a:pt x="465" y="740"/>
                    </a:cubicBezTo>
                    <a:cubicBezTo>
                      <a:pt x="466" y="738"/>
                      <a:pt x="466" y="738"/>
                      <a:pt x="466" y="738"/>
                    </a:cubicBezTo>
                    <a:cubicBezTo>
                      <a:pt x="468" y="737"/>
                      <a:pt x="468" y="737"/>
                      <a:pt x="468" y="737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9" y="736"/>
                      <a:pt x="469" y="736"/>
                      <a:pt x="469" y="736"/>
                    </a:cubicBezTo>
                    <a:cubicBezTo>
                      <a:pt x="470" y="737"/>
                      <a:pt x="470" y="737"/>
                      <a:pt x="470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2" y="737"/>
                      <a:pt x="472" y="737"/>
                      <a:pt x="472" y="737"/>
                    </a:cubicBezTo>
                    <a:cubicBezTo>
                      <a:pt x="474" y="738"/>
                      <a:pt x="474" y="738"/>
                      <a:pt x="474" y="738"/>
                    </a:cubicBezTo>
                    <a:cubicBezTo>
                      <a:pt x="478" y="736"/>
                      <a:pt x="478" y="736"/>
                      <a:pt x="478" y="736"/>
                    </a:cubicBezTo>
                    <a:cubicBezTo>
                      <a:pt x="480" y="736"/>
                      <a:pt x="480" y="736"/>
                      <a:pt x="480" y="736"/>
                    </a:cubicBezTo>
                    <a:cubicBezTo>
                      <a:pt x="482" y="735"/>
                      <a:pt x="482" y="735"/>
                      <a:pt x="482" y="735"/>
                    </a:cubicBezTo>
                    <a:cubicBezTo>
                      <a:pt x="482" y="734"/>
                      <a:pt x="482" y="734"/>
                      <a:pt x="482" y="734"/>
                    </a:cubicBezTo>
                    <a:cubicBezTo>
                      <a:pt x="484" y="732"/>
                      <a:pt x="484" y="732"/>
                      <a:pt x="484" y="732"/>
                    </a:cubicBezTo>
                    <a:cubicBezTo>
                      <a:pt x="485" y="732"/>
                      <a:pt x="485" y="732"/>
                      <a:pt x="485" y="732"/>
                    </a:cubicBezTo>
                    <a:cubicBezTo>
                      <a:pt x="486" y="733"/>
                      <a:pt x="486" y="733"/>
                      <a:pt x="486" y="733"/>
                    </a:cubicBezTo>
                    <a:cubicBezTo>
                      <a:pt x="487" y="733"/>
                      <a:pt x="487" y="733"/>
                      <a:pt x="487" y="733"/>
                    </a:cubicBezTo>
                    <a:cubicBezTo>
                      <a:pt x="488" y="732"/>
                      <a:pt x="488" y="732"/>
                      <a:pt x="488" y="732"/>
                    </a:cubicBezTo>
                    <a:cubicBezTo>
                      <a:pt x="488" y="733"/>
                      <a:pt x="488" y="733"/>
                      <a:pt x="488" y="733"/>
                    </a:cubicBezTo>
                    <a:cubicBezTo>
                      <a:pt x="490" y="733"/>
                      <a:pt x="490" y="733"/>
                      <a:pt x="490" y="733"/>
                    </a:cubicBezTo>
                    <a:cubicBezTo>
                      <a:pt x="492" y="731"/>
                      <a:pt x="492" y="731"/>
                      <a:pt x="492" y="731"/>
                    </a:cubicBezTo>
                    <a:cubicBezTo>
                      <a:pt x="493" y="728"/>
                      <a:pt x="493" y="728"/>
                      <a:pt x="493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495" y="728"/>
                      <a:pt x="495" y="728"/>
                      <a:pt x="495" y="728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4" y="725"/>
                      <a:pt x="504" y="725"/>
                      <a:pt x="504" y="725"/>
                    </a:cubicBezTo>
                    <a:cubicBezTo>
                      <a:pt x="509" y="724"/>
                      <a:pt x="509" y="724"/>
                      <a:pt x="509" y="724"/>
                    </a:cubicBezTo>
                    <a:cubicBezTo>
                      <a:pt x="512" y="722"/>
                      <a:pt x="512" y="722"/>
                      <a:pt x="512" y="722"/>
                    </a:cubicBezTo>
                    <a:cubicBezTo>
                      <a:pt x="513" y="721"/>
                      <a:pt x="513" y="721"/>
                      <a:pt x="513" y="721"/>
                    </a:cubicBezTo>
                    <a:cubicBezTo>
                      <a:pt x="517" y="720"/>
                      <a:pt x="517" y="720"/>
                      <a:pt x="517" y="720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7" y="719"/>
                      <a:pt x="517" y="719"/>
                      <a:pt x="517" y="719"/>
                    </a:cubicBezTo>
                    <a:cubicBezTo>
                      <a:pt x="516" y="718"/>
                      <a:pt x="516" y="718"/>
                      <a:pt x="516" y="718"/>
                    </a:cubicBezTo>
                    <a:cubicBezTo>
                      <a:pt x="516" y="717"/>
                      <a:pt x="516" y="717"/>
                      <a:pt x="516" y="717"/>
                    </a:cubicBezTo>
                    <a:cubicBezTo>
                      <a:pt x="519" y="714"/>
                      <a:pt x="519" y="714"/>
                      <a:pt x="519" y="714"/>
                    </a:cubicBezTo>
                    <a:cubicBezTo>
                      <a:pt x="521" y="713"/>
                      <a:pt x="521" y="713"/>
                      <a:pt x="521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3" y="713"/>
                      <a:pt x="523" y="713"/>
                      <a:pt x="523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4" y="713"/>
                      <a:pt x="524" y="713"/>
                      <a:pt x="524" y="713"/>
                    </a:cubicBezTo>
                    <a:cubicBezTo>
                      <a:pt x="526" y="713"/>
                      <a:pt x="526" y="713"/>
                      <a:pt x="526" y="713"/>
                    </a:cubicBezTo>
                    <a:cubicBezTo>
                      <a:pt x="527" y="711"/>
                      <a:pt x="527" y="711"/>
                      <a:pt x="527" y="711"/>
                    </a:cubicBezTo>
                    <a:cubicBezTo>
                      <a:pt x="529" y="711"/>
                      <a:pt x="529" y="711"/>
                      <a:pt x="529" y="711"/>
                    </a:cubicBezTo>
                    <a:cubicBezTo>
                      <a:pt x="531" y="710"/>
                      <a:pt x="531" y="710"/>
                      <a:pt x="531" y="710"/>
                    </a:cubicBezTo>
                    <a:cubicBezTo>
                      <a:pt x="533" y="710"/>
                      <a:pt x="533" y="710"/>
                      <a:pt x="533" y="710"/>
                    </a:cubicBezTo>
                    <a:cubicBezTo>
                      <a:pt x="534" y="710"/>
                      <a:pt x="534" y="710"/>
                      <a:pt x="534" y="710"/>
                    </a:cubicBezTo>
                    <a:cubicBezTo>
                      <a:pt x="535" y="711"/>
                      <a:pt x="535" y="711"/>
                      <a:pt x="535" y="711"/>
                    </a:cubicBezTo>
                    <a:cubicBezTo>
                      <a:pt x="536" y="710"/>
                      <a:pt x="536" y="710"/>
                      <a:pt x="536" y="710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8" y="707"/>
                      <a:pt x="538" y="707"/>
                      <a:pt x="538" y="707"/>
                    </a:cubicBezTo>
                    <a:cubicBezTo>
                      <a:pt x="539" y="706"/>
                      <a:pt x="539" y="706"/>
                      <a:pt x="539" y="706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5"/>
                      <a:pt x="538" y="705"/>
                      <a:pt x="538" y="705"/>
                    </a:cubicBezTo>
                    <a:cubicBezTo>
                      <a:pt x="538" y="704"/>
                      <a:pt x="538" y="704"/>
                      <a:pt x="538" y="704"/>
                    </a:cubicBezTo>
                    <a:cubicBezTo>
                      <a:pt x="539" y="703"/>
                      <a:pt x="539" y="703"/>
                      <a:pt x="539" y="703"/>
                    </a:cubicBezTo>
                    <a:cubicBezTo>
                      <a:pt x="542" y="703"/>
                      <a:pt x="542" y="703"/>
                      <a:pt x="542" y="703"/>
                    </a:cubicBezTo>
                    <a:cubicBezTo>
                      <a:pt x="543" y="703"/>
                      <a:pt x="543" y="703"/>
                      <a:pt x="543" y="703"/>
                    </a:cubicBezTo>
                    <a:cubicBezTo>
                      <a:pt x="544" y="703"/>
                      <a:pt x="544" y="703"/>
                      <a:pt x="544" y="703"/>
                    </a:cubicBezTo>
                    <a:cubicBezTo>
                      <a:pt x="546" y="702"/>
                      <a:pt x="546" y="702"/>
                      <a:pt x="546" y="702"/>
                    </a:cubicBezTo>
                    <a:cubicBezTo>
                      <a:pt x="547" y="701"/>
                      <a:pt x="547" y="701"/>
                      <a:pt x="547" y="701"/>
                    </a:cubicBezTo>
                    <a:cubicBezTo>
                      <a:pt x="547" y="698"/>
                      <a:pt x="547" y="698"/>
                      <a:pt x="547" y="698"/>
                    </a:cubicBezTo>
                    <a:cubicBezTo>
                      <a:pt x="549" y="696"/>
                      <a:pt x="549" y="696"/>
                      <a:pt x="549" y="696"/>
                    </a:cubicBezTo>
                    <a:cubicBezTo>
                      <a:pt x="551" y="695"/>
                      <a:pt x="551" y="695"/>
                      <a:pt x="551" y="695"/>
                    </a:cubicBezTo>
                    <a:cubicBezTo>
                      <a:pt x="552" y="696"/>
                      <a:pt x="552" y="696"/>
                      <a:pt x="552" y="696"/>
                    </a:cubicBezTo>
                    <a:cubicBezTo>
                      <a:pt x="553" y="695"/>
                      <a:pt x="553" y="695"/>
                      <a:pt x="553" y="695"/>
                    </a:cubicBezTo>
                    <a:cubicBezTo>
                      <a:pt x="557" y="695"/>
                      <a:pt x="557" y="695"/>
                      <a:pt x="557" y="695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6" y="691"/>
                      <a:pt x="556" y="691"/>
                      <a:pt x="556" y="691"/>
                    </a:cubicBezTo>
                    <a:cubicBezTo>
                      <a:pt x="555" y="689"/>
                      <a:pt x="555" y="689"/>
                      <a:pt x="555" y="689"/>
                    </a:cubicBezTo>
                    <a:cubicBezTo>
                      <a:pt x="555" y="688"/>
                      <a:pt x="555" y="688"/>
                      <a:pt x="555" y="688"/>
                    </a:cubicBezTo>
                    <a:cubicBezTo>
                      <a:pt x="556" y="687"/>
                      <a:pt x="556" y="687"/>
                      <a:pt x="556" y="687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58" y="684"/>
                      <a:pt x="558" y="684"/>
                      <a:pt x="558" y="684"/>
                    </a:cubicBezTo>
                    <a:cubicBezTo>
                      <a:pt x="557" y="683"/>
                      <a:pt x="557" y="683"/>
                      <a:pt x="557" y="683"/>
                    </a:cubicBezTo>
                    <a:cubicBezTo>
                      <a:pt x="558" y="682"/>
                      <a:pt x="558" y="682"/>
                      <a:pt x="558" y="682"/>
                    </a:cubicBezTo>
                    <a:cubicBezTo>
                      <a:pt x="558" y="683"/>
                      <a:pt x="558" y="683"/>
                      <a:pt x="558" y="683"/>
                    </a:cubicBezTo>
                    <a:cubicBezTo>
                      <a:pt x="559" y="683"/>
                      <a:pt x="559" y="683"/>
                      <a:pt x="559" y="683"/>
                    </a:cubicBezTo>
                    <a:cubicBezTo>
                      <a:pt x="561" y="684"/>
                      <a:pt x="561" y="684"/>
                      <a:pt x="561" y="684"/>
                    </a:cubicBezTo>
                    <a:cubicBezTo>
                      <a:pt x="562" y="681"/>
                      <a:pt x="562" y="681"/>
                      <a:pt x="562" y="681"/>
                    </a:cubicBezTo>
                    <a:cubicBezTo>
                      <a:pt x="562" y="680"/>
                      <a:pt x="562" y="680"/>
                      <a:pt x="562" y="680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5" y="677"/>
                      <a:pt x="565" y="677"/>
                      <a:pt x="565" y="677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8" y="671"/>
                      <a:pt x="568" y="671"/>
                      <a:pt x="568" y="671"/>
                    </a:cubicBezTo>
                    <a:cubicBezTo>
                      <a:pt x="568" y="670"/>
                      <a:pt x="568" y="670"/>
                      <a:pt x="568" y="670"/>
                    </a:cubicBezTo>
                    <a:cubicBezTo>
                      <a:pt x="569" y="669"/>
                      <a:pt x="569" y="669"/>
                      <a:pt x="569" y="669"/>
                    </a:cubicBezTo>
                    <a:cubicBezTo>
                      <a:pt x="569" y="667"/>
                      <a:pt x="569" y="667"/>
                      <a:pt x="569" y="667"/>
                    </a:cubicBezTo>
                    <a:cubicBezTo>
                      <a:pt x="568" y="666"/>
                      <a:pt x="568" y="666"/>
                      <a:pt x="568" y="666"/>
                    </a:cubicBezTo>
                    <a:cubicBezTo>
                      <a:pt x="567" y="666"/>
                      <a:pt x="567" y="666"/>
                      <a:pt x="567" y="666"/>
                    </a:cubicBezTo>
                    <a:cubicBezTo>
                      <a:pt x="564" y="664"/>
                      <a:pt x="564" y="664"/>
                      <a:pt x="564" y="664"/>
                    </a:cubicBezTo>
                    <a:cubicBezTo>
                      <a:pt x="564" y="662"/>
                      <a:pt x="564" y="662"/>
                      <a:pt x="564" y="662"/>
                    </a:cubicBezTo>
                    <a:cubicBezTo>
                      <a:pt x="562" y="661"/>
                      <a:pt x="562" y="661"/>
                      <a:pt x="562" y="661"/>
                    </a:cubicBezTo>
                    <a:cubicBezTo>
                      <a:pt x="562" y="659"/>
                      <a:pt x="562" y="659"/>
                      <a:pt x="562" y="659"/>
                    </a:cubicBezTo>
                    <a:cubicBezTo>
                      <a:pt x="560" y="656"/>
                      <a:pt x="560" y="656"/>
                      <a:pt x="560" y="656"/>
                    </a:cubicBezTo>
                    <a:cubicBezTo>
                      <a:pt x="558" y="656"/>
                      <a:pt x="558" y="656"/>
                      <a:pt x="558" y="656"/>
                    </a:cubicBezTo>
                    <a:cubicBezTo>
                      <a:pt x="556" y="657"/>
                      <a:pt x="556" y="657"/>
                      <a:pt x="556" y="657"/>
                    </a:cubicBezTo>
                    <a:cubicBezTo>
                      <a:pt x="553" y="656"/>
                      <a:pt x="553" y="656"/>
                      <a:pt x="553" y="656"/>
                    </a:cubicBezTo>
                    <a:cubicBezTo>
                      <a:pt x="552" y="656"/>
                      <a:pt x="552" y="656"/>
                      <a:pt x="552" y="656"/>
                    </a:cubicBezTo>
                    <a:cubicBezTo>
                      <a:pt x="551" y="657"/>
                      <a:pt x="551" y="657"/>
                      <a:pt x="551" y="657"/>
                    </a:cubicBezTo>
                    <a:cubicBezTo>
                      <a:pt x="549" y="656"/>
                      <a:pt x="549" y="656"/>
                      <a:pt x="549" y="656"/>
                    </a:cubicBezTo>
                    <a:cubicBezTo>
                      <a:pt x="545" y="653"/>
                      <a:pt x="545" y="653"/>
                      <a:pt x="545" y="653"/>
                    </a:cubicBezTo>
                    <a:cubicBezTo>
                      <a:pt x="545" y="652"/>
                      <a:pt x="545" y="652"/>
                      <a:pt x="545" y="652"/>
                    </a:cubicBezTo>
                    <a:cubicBezTo>
                      <a:pt x="543" y="649"/>
                      <a:pt x="543" y="649"/>
                      <a:pt x="543" y="649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6"/>
                      <a:pt x="542" y="646"/>
                      <a:pt x="542" y="646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4"/>
                      <a:pt x="542" y="644"/>
                      <a:pt x="542" y="644"/>
                    </a:cubicBezTo>
                    <a:cubicBezTo>
                      <a:pt x="542" y="643"/>
                      <a:pt x="542" y="643"/>
                      <a:pt x="542" y="643"/>
                    </a:cubicBezTo>
                    <a:cubicBezTo>
                      <a:pt x="542" y="641"/>
                      <a:pt x="542" y="641"/>
                      <a:pt x="542" y="641"/>
                    </a:cubicBezTo>
                    <a:cubicBezTo>
                      <a:pt x="541" y="642"/>
                      <a:pt x="541" y="642"/>
                      <a:pt x="541" y="642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1"/>
                      <a:pt x="541" y="641"/>
                      <a:pt x="541" y="641"/>
                    </a:cubicBezTo>
                    <a:cubicBezTo>
                      <a:pt x="541" y="640"/>
                      <a:pt x="541" y="640"/>
                      <a:pt x="541" y="640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7"/>
                      <a:pt x="541" y="637"/>
                      <a:pt x="541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2" y="637"/>
                      <a:pt x="542" y="637"/>
                      <a:pt x="542" y="637"/>
                    </a:cubicBezTo>
                    <a:cubicBezTo>
                      <a:pt x="541" y="635"/>
                      <a:pt x="541" y="635"/>
                      <a:pt x="541" y="635"/>
                    </a:cubicBezTo>
                    <a:cubicBezTo>
                      <a:pt x="540" y="635"/>
                      <a:pt x="540" y="635"/>
                      <a:pt x="540" y="635"/>
                    </a:cubicBezTo>
                    <a:cubicBezTo>
                      <a:pt x="539" y="635"/>
                      <a:pt x="539" y="635"/>
                      <a:pt x="539" y="635"/>
                    </a:cubicBezTo>
                    <a:cubicBezTo>
                      <a:pt x="539" y="637"/>
                      <a:pt x="539" y="637"/>
                      <a:pt x="539" y="637"/>
                    </a:cubicBezTo>
                    <a:cubicBezTo>
                      <a:pt x="538" y="636"/>
                      <a:pt x="538" y="636"/>
                      <a:pt x="538" y="636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38"/>
                      <a:pt x="538" y="638"/>
                      <a:pt x="538" y="638"/>
                    </a:cubicBezTo>
                    <a:cubicBezTo>
                      <a:pt x="538" y="640"/>
                      <a:pt x="538" y="640"/>
                      <a:pt x="538" y="640"/>
                    </a:cubicBezTo>
                    <a:cubicBezTo>
                      <a:pt x="537" y="640"/>
                      <a:pt x="537" y="640"/>
                      <a:pt x="537" y="640"/>
                    </a:cubicBezTo>
                    <a:cubicBezTo>
                      <a:pt x="533" y="643"/>
                      <a:pt x="533" y="643"/>
                      <a:pt x="533" y="643"/>
                    </a:cubicBezTo>
                    <a:cubicBezTo>
                      <a:pt x="533" y="645"/>
                      <a:pt x="533" y="645"/>
                      <a:pt x="533" y="645"/>
                    </a:cubicBezTo>
                    <a:cubicBezTo>
                      <a:pt x="529" y="649"/>
                      <a:pt x="529" y="649"/>
                      <a:pt x="529" y="649"/>
                    </a:cubicBezTo>
                    <a:cubicBezTo>
                      <a:pt x="527" y="650"/>
                      <a:pt x="527" y="650"/>
                      <a:pt x="527" y="650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9" y="651"/>
                      <a:pt x="529" y="651"/>
                      <a:pt x="529" y="651"/>
                    </a:cubicBezTo>
                    <a:cubicBezTo>
                      <a:pt x="528" y="652"/>
                      <a:pt x="528" y="652"/>
                      <a:pt x="528" y="652"/>
                    </a:cubicBezTo>
                    <a:cubicBezTo>
                      <a:pt x="527" y="651"/>
                      <a:pt x="527" y="651"/>
                      <a:pt x="527" y="651"/>
                    </a:cubicBezTo>
                    <a:cubicBezTo>
                      <a:pt x="526" y="652"/>
                      <a:pt x="526" y="652"/>
                      <a:pt x="526" y="652"/>
                    </a:cubicBezTo>
                    <a:cubicBezTo>
                      <a:pt x="525" y="652"/>
                      <a:pt x="525" y="652"/>
                      <a:pt x="525" y="652"/>
                    </a:cubicBezTo>
                    <a:cubicBezTo>
                      <a:pt x="525" y="653"/>
                      <a:pt x="525" y="653"/>
                      <a:pt x="525" y="653"/>
                    </a:cubicBezTo>
                    <a:cubicBezTo>
                      <a:pt x="524" y="653"/>
                      <a:pt x="524" y="653"/>
                      <a:pt x="524" y="653"/>
                    </a:cubicBezTo>
                    <a:cubicBezTo>
                      <a:pt x="524" y="654"/>
                      <a:pt x="524" y="654"/>
                      <a:pt x="524" y="654"/>
                    </a:cubicBezTo>
                    <a:cubicBezTo>
                      <a:pt x="522" y="654"/>
                      <a:pt x="522" y="654"/>
                      <a:pt x="522" y="654"/>
                    </a:cubicBezTo>
                    <a:cubicBezTo>
                      <a:pt x="521" y="654"/>
                      <a:pt x="521" y="654"/>
                      <a:pt x="521" y="654"/>
                    </a:cubicBezTo>
                    <a:cubicBezTo>
                      <a:pt x="520" y="654"/>
                      <a:pt x="520" y="654"/>
                      <a:pt x="520" y="654"/>
                    </a:cubicBezTo>
                    <a:cubicBezTo>
                      <a:pt x="519" y="654"/>
                      <a:pt x="519" y="654"/>
                      <a:pt x="519" y="654"/>
                    </a:cubicBezTo>
                    <a:cubicBezTo>
                      <a:pt x="518" y="653"/>
                      <a:pt x="518" y="653"/>
                      <a:pt x="518" y="653"/>
                    </a:cubicBezTo>
                    <a:cubicBezTo>
                      <a:pt x="517" y="654"/>
                      <a:pt x="517" y="654"/>
                      <a:pt x="517" y="654"/>
                    </a:cubicBezTo>
                    <a:cubicBezTo>
                      <a:pt x="514" y="653"/>
                      <a:pt x="514" y="653"/>
                      <a:pt x="514" y="653"/>
                    </a:cubicBezTo>
                    <a:cubicBezTo>
                      <a:pt x="511" y="655"/>
                      <a:pt x="511" y="655"/>
                      <a:pt x="511" y="655"/>
                    </a:cubicBezTo>
                    <a:cubicBezTo>
                      <a:pt x="510" y="655"/>
                      <a:pt x="510" y="655"/>
                      <a:pt x="510" y="655"/>
                    </a:cubicBezTo>
                    <a:cubicBezTo>
                      <a:pt x="509" y="655"/>
                      <a:pt x="509" y="655"/>
                      <a:pt x="509" y="655"/>
                    </a:cubicBezTo>
                    <a:cubicBezTo>
                      <a:pt x="508" y="655"/>
                      <a:pt x="508" y="655"/>
                      <a:pt x="508" y="655"/>
                    </a:cubicBezTo>
                    <a:cubicBezTo>
                      <a:pt x="508" y="651"/>
                      <a:pt x="508" y="651"/>
                      <a:pt x="508" y="651"/>
                    </a:cubicBezTo>
                    <a:cubicBezTo>
                      <a:pt x="507" y="653"/>
                      <a:pt x="507" y="653"/>
                      <a:pt x="507" y="653"/>
                    </a:cubicBezTo>
                    <a:cubicBezTo>
                      <a:pt x="506" y="653"/>
                      <a:pt x="506" y="653"/>
                      <a:pt x="506" y="653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6" y="652"/>
                      <a:pt x="506" y="652"/>
                      <a:pt x="506" y="652"/>
                    </a:cubicBezTo>
                    <a:cubicBezTo>
                      <a:pt x="507" y="650"/>
                      <a:pt x="507" y="650"/>
                      <a:pt x="507" y="650"/>
                    </a:cubicBezTo>
                    <a:cubicBezTo>
                      <a:pt x="506" y="650"/>
                      <a:pt x="506" y="650"/>
                      <a:pt x="506" y="650"/>
                    </a:cubicBezTo>
                    <a:cubicBezTo>
                      <a:pt x="506" y="646"/>
                      <a:pt x="506" y="646"/>
                      <a:pt x="506" y="646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5"/>
                      <a:pt x="505" y="645"/>
                      <a:pt x="505" y="645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5" y="643"/>
                      <a:pt x="505" y="643"/>
                      <a:pt x="505" y="643"/>
                    </a:cubicBezTo>
                    <a:cubicBezTo>
                      <a:pt x="506" y="640"/>
                      <a:pt x="506" y="640"/>
                      <a:pt x="506" y="640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5" y="639"/>
                      <a:pt x="505" y="639"/>
                      <a:pt x="505" y="639"/>
                    </a:cubicBezTo>
                    <a:cubicBezTo>
                      <a:pt x="503" y="637"/>
                      <a:pt x="503" y="637"/>
                      <a:pt x="503" y="637"/>
                    </a:cubicBezTo>
                    <a:cubicBezTo>
                      <a:pt x="502" y="637"/>
                      <a:pt x="502" y="637"/>
                      <a:pt x="502" y="637"/>
                    </a:cubicBezTo>
                    <a:cubicBezTo>
                      <a:pt x="502" y="638"/>
                      <a:pt x="502" y="638"/>
                      <a:pt x="502" y="638"/>
                    </a:cubicBezTo>
                    <a:cubicBezTo>
                      <a:pt x="501" y="638"/>
                      <a:pt x="501" y="638"/>
                      <a:pt x="501" y="638"/>
                    </a:cubicBezTo>
                    <a:cubicBezTo>
                      <a:pt x="501" y="639"/>
                      <a:pt x="501" y="639"/>
                      <a:pt x="501" y="639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500" y="642"/>
                      <a:pt x="500" y="642"/>
                      <a:pt x="500" y="642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500" y="646"/>
                      <a:pt x="500" y="646"/>
                      <a:pt x="500" y="646"/>
                    </a:cubicBezTo>
                    <a:cubicBezTo>
                      <a:pt x="500" y="647"/>
                      <a:pt x="500" y="647"/>
                      <a:pt x="500" y="647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500" y="648"/>
                      <a:pt x="500" y="648"/>
                      <a:pt x="500" y="648"/>
                    </a:cubicBezTo>
                    <a:cubicBezTo>
                      <a:pt x="499" y="647"/>
                      <a:pt x="499" y="647"/>
                      <a:pt x="499" y="647"/>
                    </a:cubicBezTo>
                    <a:cubicBezTo>
                      <a:pt x="499" y="645"/>
                      <a:pt x="499" y="645"/>
                      <a:pt x="499" y="645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40"/>
                      <a:pt x="495" y="640"/>
                      <a:pt x="495" y="640"/>
                    </a:cubicBezTo>
                    <a:cubicBezTo>
                      <a:pt x="495" y="638"/>
                      <a:pt x="495" y="638"/>
                      <a:pt x="495" y="638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4" y="634"/>
                      <a:pt x="494" y="634"/>
                      <a:pt x="494" y="634"/>
                    </a:cubicBezTo>
                    <a:cubicBezTo>
                      <a:pt x="493" y="632"/>
                      <a:pt x="493" y="632"/>
                      <a:pt x="493" y="632"/>
                    </a:cubicBezTo>
                    <a:cubicBezTo>
                      <a:pt x="492" y="632"/>
                      <a:pt x="492" y="632"/>
                      <a:pt x="492" y="632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91" y="630"/>
                      <a:pt x="491" y="630"/>
                      <a:pt x="491" y="630"/>
                    </a:cubicBezTo>
                    <a:cubicBezTo>
                      <a:pt x="488" y="626"/>
                      <a:pt x="488" y="626"/>
                      <a:pt x="488" y="626"/>
                    </a:cubicBezTo>
                    <a:cubicBezTo>
                      <a:pt x="487" y="626"/>
                      <a:pt x="487" y="626"/>
                      <a:pt x="487" y="626"/>
                    </a:cubicBezTo>
                    <a:cubicBezTo>
                      <a:pt x="484" y="625"/>
                      <a:pt x="484" y="625"/>
                      <a:pt x="484" y="625"/>
                    </a:cubicBezTo>
                    <a:cubicBezTo>
                      <a:pt x="483" y="622"/>
                      <a:pt x="483" y="622"/>
                      <a:pt x="483" y="622"/>
                    </a:cubicBezTo>
                    <a:cubicBezTo>
                      <a:pt x="482" y="620"/>
                      <a:pt x="482" y="620"/>
                      <a:pt x="482" y="620"/>
                    </a:cubicBezTo>
                    <a:cubicBezTo>
                      <a:pt x="481" y="620"/>
                      <a:pt x="481" y="620"/>
                      <a:pt x="481" y="620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0" y="618"/>
                      <a:pt x="480" y="618"/>
                      <a:pt x="480" y="618"/>
                    </a:cubicBezTo>
                    <a:cubicBezTo>
                      <a:pt x="481" y="618"/>
                      <a:pt x="481" y="618"/>
                      <a:pt x="481" y="618"/>
                    </a:cubicBezTo>
                    <a:cubicBezTo>
                      <a:pt x="479" y="616"/>
                      <a:pt x="479" y="616"/>
                      <a:pt x="479" y="616"/>
                    </a:cubicBezTo>
                    <a:cubicBezTo>
                      <a:pt x="479" y="615"/>
                      <a:pt x="479" y="615"/>
                      <a:pt x="479" y="615"/>
                    </a:cubicBezTo>
                    <a:cubicBezTo>
                      <a:pt x="478" y="613"/>
                      <a:pt x="478" y="613"/>
                      <a:pt x="478" y="613"/>
                    </a:cubicBezTo>
                    <a:cubicBezTo>
                      <a:pt x="480" y="612"/>
                      <a:pt x="480" y="612"/>
                      <a:pt x="480" y="612"/>
                    </a:cubicBezTo>
                    <a:cubicBezTo>
                      <a:pt x="479" y="609"/>
                      <a:pt x="479" y="609"/>
                      <a:pt x="479" y="609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0" y="607"/>
                      <a:pt x="480" y="607"/>
                      <a:pt x="480" y="607"/>
                    </a:cubicBezTo>
                    <a:cubicBezTo>
                      <a:pt x="482" y="608"/>
                      <a:pt x="482" y="608"/>
                      <a:pt x="482" y="608"/>
                    </a:cubicBezTo>
                    <a:cubicBezTo>
                      <a:pt x="483" y="608"/>
                      <a:pt x="483" y="608"/>
                      <a:pt x="483" y="608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4" y="607"/>
                      <a:pt x="484" y="607"/>
                      <a:pt x="484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6" y="607"/>
                      <a:pt x="486" y="607"/>
                      <a:pt x="486" y="607"/>
                    </a:cubicBezTo>
                    <a:cubicBezTo>
                      <a:pt x="487" y="608"/>
                      <a:pt x="487" y="608"/>
                      <a:pt x="487" y="608"/>
                    </a:cubicBezTo>
                    <a:cubicBezTo>
                      <a:pt x="488" y="609"/>
                      <a:pt x="488" y="609"/>
                      <a:pt x="488" y="609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1" y="607"/>
                      <a:pt x="491" y="607"/>
                      <a:pt x="491" y="607"/>
                    </a:cubicBezTo>
                    <a:cubicBezTo>
                      <a:pt x="492" y="609"/>
                      <a:pt x="492" y="609"/>
                      <a:pt x="492" y="609"/>
                    </a:cubicBezTo>
                    <a:cubicBezTo>
                      <a:pt x="492" y="610"/>
                      <a:pt x="492" y="610"/>
                      <a:pt x="492" y="610"/>
                    </a:cubicBezTo>
                    <a:cubicBezTo>
                      <a:pt x="495" y="613"/>
                      <a:pt x="495" y="613"/>
                      <a:pt x="495" y="613"/>
                    </a:cubicBezTo>
                    <a:cubicBezTo>
                      <a:pt x="495" y="616"/>
                      <a:pt x="495" y="616"/>
                      <a:pt x="495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7" y="616"/>
                      <a:pt x="497" y="616"/>
                      <a:pt x="497" y="616"/>
                    </a:cubicBezTo>
                    <a:cubicBezTo>
                      <a:pt x="496" y="617"/>
                      <a:pt x="496" y="617"/>
                      <a:pt x="496" y="617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501" y="624"/>
                      <a:pt x="501" y="624"/>
                      <a:pt x="501" y="624"/>
                    </a:cubicBezTo>
                    <a:cubicBezTo>
                      <a:pt x="503" y="625"/>
                      <a:pt x="503" y="625"/>
                      <a:pt x="503" y="625"/>
                    </a:cubicBezTo>
                    <a:cubicBezTo>
                      <a:pt x="506" y="625"/>
                      <a:pt x="506" y="625"/>
                      <a:pt x="506" y="625"/>
                    </a:cubicBezTo>
                    <a:cubicBezTo>
                      <a:pt x="508" y="626"/>
                      <a:pt x="508" y="626"/>
                      <a:pt x="508" y="626"/>
                    </a:cubicBezTo>
                    <a:cubicBezTo>
                      <a:pt x="508" y="627"/>
                      <a:pt x="508" y="627"/>
                      <a:pt x="508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1" y="627"/>
                      <a:pt x="511" y="627"/>
                      <a:pt x="511" y="627"/>
                    </a:cubicBezTo>
                    <a:cubicBezTo>
                      <a:pt x="512" y="627"/>
                      <a:pt x="512" y="627"/>
                      <a:pt x="512" y="627"/>
                    </a:cubicBezTo>
                    <a:cubicBezTo>
                      <a:pt x="511" y="628"/>
                      <a:pt x="511" y="628"/>
                      <a:pt x="511" y="628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6" y="631"/>
                      <a:pt x="516" y="631"/>
                      <a:pt x="516" y="631"/>
                    </a:cubicBezTo>
                    <a:cubicBezTo>
                      <a:pt x="517" y="632"/>
                      <a:pt x="517" y="632"/>
                      <a:pt x="517" y="632"/>
                    </a:cubicBezTo>
                    <a:cubicBezTo>
                      <a:pt x="518" y="632"/>
                      <a:pt x="518" y="632"/>
                      <a:pt x="518" y="632"/>
                    </a:cubicBezTo>
                    <a:cubicBezTo>
                      <a:pt x="521" y="635"/>
                      <a:pt x="521" y="635"/>
                      <a:pt x="521" y="635"/>
                    </a:cubicBezTo>
                    <a:cubicBezTo>
                      <a:pt x="522" y="634"/>
                      <a:pt x="522" y="634"/>
                      <a:pt x="522" y="634"/>
                    </a:cubicBezTo>
                    <a:cubicBezTo>
                      <a:pt x="524" y="634"/>
                      <a:pt x="524" y="634"/>
                      <a:pt x="524" y="634"/>
                    </a:cubicBezTo>
                    <a:cubicBezTo>
                      <a:pt x="526" y="634"/>
                      <a:pt x="526" y="634"/>
                      <a:pt x="526" y="634"/>
                    </a:cubicBezTo>
                    <a:cubicBezTo>
                      <a:pt x="529" y="636"/>
                      <a:pt x="529" y="636"/>
                      <a:pt x="529" y="636"/>
                    </a:cubicBezTo>
                    <a:cubicBezTo>
                      <a:pt x="532" y="634"/>
                      <a:pt x="532" y="634"/>
                      <a:pt x="532" y="634"/>
                    </a:cubicBezTo>
                    <a:cubicBezTo>
                      <a:pt x="535" y="632"/>
                      <a:pt x="535" y="632"/>
                      <a:pt x="535" y="632"/>
                    </a:cubicBezTo>
                    <a:cubicBezTo>
                      <a:pt x="537" y="632"/>
                      <a:pt x="537" y="632"/>
                      <a:pt x="537" y="632"/>
                    </a:cubicBezTo>
                    <a:cubicBezTo>
                      <a:pt x="539" y="631"/>
                      <a:pt x="539" y="631"/>
                      <a:pt x="539" y="631"/>
                    </a:cubicBezTo>
                    <a:cubicBezTo>
                      <a:pt x="540" y="630"/>
                      <a:pt x="540" y="630"/>
                      <a:pt x="540" y="630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4" y="633"/>
                      <a:pt x="544" y="633"/>
                      <a:pt x="544" y="633"/>
                    </a:cubicBezTo>
                    <a:cubicBezTo>
                      <a:pt x="545" y="636"/>
                      <a:pt x="545" y="636"/>
                      <a:pt x="545" y="636"/>
                    </a:cubicBezTo>
                    <a:cubicBezTo>
                      <a:pt x="546" y="639"/>
                      <a:pt x="546" y="639"/>
                      <a:pt x="546" y="639"/>
                    </a:cubicBezTo>
                    <a:cubicBezTo>
                      <a:pt x="546" y="641"/>
                      <a:pt x="546" y="641"/>
                      <a:pt x="546" y="641"/>
                    </a:cubicBezTo>
                    <a:cubicBezTo>
                      <a:pt x="547" y="641"/>
                      <a:pt x="547" y="641"/>
                      <a:pt x="547" y="641"/>
                    </a:cubicBezTo>
                    <a:cubicBezTo>
                      <a:pt x="548" y="642"/>
                      <a:pt x="548" y="642"/>
                      <a:pt x="548" y="642"/>
                    </a:cubicBezTo>
                    <a:cubicBezTo>
                      <a:pt x="552" y="642"/>
                      <a:pt x="552" y="642"/>
                      <a:pt x="552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5" y="643"/>
                      <a:pt x="555" y="643"/>
                      <a:pt x="555" y="643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7" y="642"/>
                      <a:pt x="557" y="642"/>
                      <a:pt x="557" y="642"/>
                    </a:cubicBezTo>
                    <a:cubicBezTo>
                      <a:pt x="559" y="644"/>
                      <a:pt x="559" y="644"/>
                      <a:pt x="559" y="644"/>
                    </a:cubicBezTo>
                    <a:cubicBezTo>
                      <a:pt x="564" y="643"/>
                      <a:pt x="564" y="643"/>
                      <a:pt x="564" y="643"/>
                    </a:cubicBezTo>
                    <a:cubicBezTo>
                      <a:pt x="566" y="644"/>
                      <a:pt x="566" y="644"/>
                      <a:pt x="566" y="644"/>
                    </a:cubicBezTo>
                    <a:cubicBezTo>
                      <a:pt x="569" y="645"/>
                      <a:pt x="569" y="645"/>
                      <a:pt x="569" y="645"/>
                    </a:cubicBezTo>
                    <a:cubicBezTo>
                      <a:pt x="570" y="645"/>
                      <a:pt x="570" y="645"/>
                      <a:pt x="570" y="645"/>
                    </a:cubicBezTo>
                    <a:cubicBezTo>
                      <a:pt x="571" y="645"/>
                      <a:pt x="571" y="645"/>
                      <a:pt x="571" y="645"/>
                    </a:cubicBezTo>
                    <a:cubicBezTo>
                      <a:pt x="572" y="646"/>
                      <a:pt x="572" y="646"/>
                      <a:pt x="572" y="646"/>
                    </a:cubicBezTo>
                    <a:cubicBezTo>
                      <a:pt x="573" y="645"/>
                      <a:pt x="573" y="645"/>
                      <a:pt x="573" y="645"/>
                    </a:cubicBezTo>
                    <a:cubicBezTo>
                      <a:pt x="573" y="644"/>
                      <a:pt x="573" y="644"/>
                      <a:pt x="573" y="644"/>
                    </a:cubicBezTo>
                    <a:cubicBezTo>
                      <a:pt x="574" y="644"/>
                      <a:pt x="574" y="644"/>
                      <a:pt x="574" y="644"/>
                    </a:cubicBezTo>
                    <a:cubicBezTo>
                      <a:pt x="574" y="645"/>
                      <a:pt x="574" y="645"/>
                      <a:pt x="574" y="645"/>
                    </a:cubicBezTo>
                    <a:cubicBezTo>
                      <a:pt x="579" y="647"/>
                      <a:pt x="579" y="647"/>
                      <a:pt x="579" y="647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6"/>
                      <a:pt x="581" y="646"/>
                      <a:pt x="581" y="646"/>
                    </a:cubicBezTo>
                    <a:cubicBezTo>
                      <a:pt x="581" y="647"/>
                      <a:pt x="581" y="647"/>
                      <a:pt x="581" y="647"/>
                    </a:cubicBezTo>
                    <a:cubicBezTo>
                      <a:pt x="582" y="647"/>
                      <a:pt x="582" y="647"/>
                      <a:pt x="582" y="647"/>
                    </a:cubicBezTo>
                    <a:cubicBezTo>
                      <a:pt x="585" y="646"/>
                      <a:pt x="585" y="646"/>
                      <a:pt x="585" y="646"/>
                    </a:cubicBezTo>
                    <a:cubicBezTo>
                      <a:pt x="586" y="646"/>
                      <a:pt x="586" y="646"/>
                      <a:pt x="586" y="646"/>
                    </a:cubicBezTo>
                    <a:cubicBezTo>
                      <a:pt x="586" y="647"/>
                      <a:pt x="586" y="647"/>
                      <a:pt x="586" y="647"/>
                    </a:cubicBezTo>
                    <a:cubicBezTo>
                      <a:pt x="587" y="646"/>
                      <a:pt x="587" y="646"/>
                      <a:pt x="587" y="646"/>
                    </a:cubicBezTo>
                    <a:cubicBezTo>
                      <a:pt x="588" y="645"/>
                      <a:pt x="588" y="645"/>
                      <a:pt x="588" y="645"/>
                    </a:cubicBezTo>
                    <a:cubicBezTo>
                      <a:pt x="589" y="645"/>
                      <a:pt x="589" y="645"/>
                      <a:pt x="589" y="645"/>
                    </a:cubicBezTo>
                    <a:cubicBezTo>
                      <a:pt x="590" y="646"/>
                      <a:pt x="590" y="646"/>
                      <a:pt x="590" y="646"/>
                    </a:cubicBezTo>
                    <a:cubicBezTo>
                      <a:pt x="592" y="645"/>
                      <a:pt x="592" y="645"/>
                      <a:pt x="592" y="645"/>
                    </a:cubicBezTo>
                    <a:cubicBezTo>
                      <a:pt x="593" y="645"/>
                      <a:pt x="593" y="645"/>
                      <a:pt x="593" y="645"/>
                    </a:cubicBezTo>
                    <a:cubicBezTo>
                      <a:pt x="594" y="645"/>
                      <a:pt x="594" y="645"/>
                      <a:pt x="594" y="645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4" y="644"/>
                      <a:pt x="594" y="644"/>
                      <a:pt x="594" y="644"/>
                    </a:cubicBezTo>
                    <a:cubicBezTo>
                      <a:pt x="595" y="645"/>
                      <a:pt x="595" y="645"/>
                      <a:pt x="595" y="645"/>
                    </a:cubicBezTo>
                    <a:cubicBezTo>
                      <a:pt x="597" y="645"/>
                      <a:pt x="597" y="645"/>
                      <a:pt x="597" y="645"/>
                    </a:cubicBezTo>
                    <a:cubicBezTo>
                      <a:pt x="597" y="644"/>
                      <a:pt x="597" y="644"/>
                      <a:pt x="597" y="644"/>
                    </a:cubicBezTo>
                    <a:cubicBezTo>
                      <a:pt x="598" y="645"/>
                      <a:pt x="598" y="645"/>
                      <a:pt x="598" y="645"/>
                    </a:cubicBezTo>
                    <a:cubicBezTo>
                      <a:pt x="599" y="645"/>
                      <a:pt x="599" y="645"/>
                      <a:pt x="599" y="645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602" y="646"/>
                      <a:pt x="602" y="646"/>
                      <a:pt x="602" y="646"/>
                    </a:cubicBezTo>
                    <a:cubicBezTo>
                      <a:pt x="603" y="644"/>
                      <a:pt x="603" y="644"/>
                      <a:pt x="603" y="644"/>
                    </a:cubicBezTo>
                    <a:cubicBezTo>
                      <a:pt x="605" y="644"/>
                      <a:pt x="605" y="644"/>
                      <a:pt x="605" y="644"/>
                    </a:cubicBezTo>
                    <a:cubicBezTo>
                      <a:pt x="606" y="645"/>
                      <a:pt x="606" y="645"/>
                      <a:pt x="606" y="645"/>
                    </a:cubicBezTo>
                    <a:cubicBezTo>
                      <a:pt x="608" y="644"/>
                      <a:pt x="608" y="644"/>
                      <a:pt x="608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09" y="644"/>
                      <a:pt x="609" y="644"/>
                      <a:pt x="609" y="644"/>
                    </a:cubicBezTo>
                    <a:cubicBezTo>
                      <a:pt x="612" y="644"/>
                      <a:pt x="612" y="644"/>
                      <a:pt x="612" y="644"/>
                    </a:cubicBezTo>
                    <a:cubicBezTo>
                      <a:pt x="613" y="643"/>
                      <a:pt x="613" y="643"/>
                      <a:pt x="613" y="643"/>
                    </a:cubicBezTo>
                    <a:cubicBezTo>
                      <a:pt x="615" y="643"/>
                      <a:pt x="615" y="643"/>
                      <a:pt x="615" y="643"/>
                    </a:cubicBezTo>
                    <a:cubicBezTo>
                      <a:pt x="617" y="644"/>
                      <a:pt x="617" y="644"/>
                      <a:pt x="617" y="644"/>
                    </a:cubicBezTo>
                    <a:cubicBezTo>
                      <a:pt x="617" y="646"/>
                      <a:pt x="617" y="646"/>
                      <a:pt x="617" y="646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7"/>
                      <a:pt x="617" y="647"/>
                      <a:pt x="617" y="647"/>
                    </a:cubicBezTo>
                    <a:cubicBezTo>
                      <a:pt x="617" y="648"/>
                      <a:pt x="617" y="648"/>
                      <a:pt x="617" y="648"/>
                    </a:cubicBezTo>
                    <a:cubicBezTo>
                      <a:pt x="619" y="648"/>
                      <a:pt x="619" y="648"/>
                      <a:pt x="619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0" y="648"/>
                      <a:pt x="620" y="648"/>
                      <a:pt x="620" y="648"/>
                    </a:cubicBezTo>
                    <a:cubicBezTo>
                      <a:pt x="622" y="650"/>
                      <a:pt x="622" y="650"/>
                      <a:pt x="622" y="650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3"/>
                      <a:pt x="622" y="653"/>
                      <a:pt x="622" y="653"/>
                    </a:cubicBezTo>
                    <a:cubicBezTo>
                      <a:pt x="622" y="654"/>
                      <a:pt x="622" y="654"/>
                      <a:pt x="622" y="654"/>
                    </a:cubicBezTo>
                    <a:cubicBezTo>
                      <a:pt x="621" y="654"/>
                      <a:pt x="621" y="654"/>
                      <a:pt x="621" y="654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3" y="655"/>
                      <a:pt x="623" y="655"/>
                      <a:pt x="623" y="655"/>
                    </a:cubicBezTo>
                    <a:cubicBezTo>
                      <a:pt x="624" y="657"/>
                      <a:pt x="624" y="657"/>
                      <a:pt x="624" y="657"/>
                    </a:cubicBezTo>
                    <a:cubicBezTo>
                      <a:pt x="627" y="656"/>
                      <a:pt x="627" y="656"/>
                      <a:pt x="627" y="656"/>
                    </a:cubicBezTo>
                    <a:cubicBezTo>
                      <a:pt x="629" y="657"/>
                      <a:pt x="629" y="657"/>
                      <a:pt x="629" y="657"/>
                    </a:cubicBezTo>
                    <a:cubicBezTo>
                      <a:pt x="629" y="659"/>
                      <a:pt x="629" y="659"/>
                      <a:pt x="629" y="659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1" y="658"/>
                      <a:pt x="631" y="658"/>
                      <a:pt x="631" y="658"/>
                    </a:cubicBezTo>
                    <a:cubicBezTo>
                      <a:pt x="632" y="657"/>
                      <a:pt x="632" y="657"/>
                      <a:pt x="632" y="657"/>
                    </a:cubicBezTo>
                    <a:cubicBezTo>
                      <a:pt x="632" y="658"/>
                      <a:pt x="632" y="658"/>
                      <a:pt x="632" y="658"/>
                    </a:cubicBezTo>
                    <a:cubicBezTo>
                      <a:pt x="631" y="660"/>
                      <a:pt x="631" y="660"/>
                      <a:pt x="631" y="660"/>
                    </a:cubicBezTo>
                    <a:cubicBezTo>
                      <a:pt x="633" y="661"/>
                      <a:pt x="633" y="661"/>
                      <a:pt x="633" y="661"/>
                    </a:cubicBezTo>
                    <a:cubicBezTo>
                      <a:pt x="635" y="663"/>
                      <a:pt x="635" y="663"/>
                      <a:pt x="635" y="663"/>
                    </a:cubicBezTo>
                    <a:cubicBezTo>
                      <a:pt x="640" y="665"/>
                      <a:pt x="640" y="665"/>
                      <a:pt x="640" y="665"/>
                    </a:cubicBezTo>
                    <a:cubicBezTo>
                      <a:pt x="642" y="664"/>
                      <a:pt x="642" y="664"/>
                      <a:pt x="642" y="664"/>
                    </a:cubicBezTo>
                    <a:cubicBezTo>
                      <a:pt x="643" y="664"/>
                      <a:pt x="643" y="664"/>
                      <a:pt x="643" y="664"/>
                    </a:cubicBezTo>
                    <a:cubicBezTo>
                      <a:pt x="647" y="663"/>
                      <a:pt x="647" y="663"/>
                      <a:pt x="647" y="663"/>
                    </a:cubicBezTo>
                    <a:cubicBezTo>
                      <a:pt x="646" y="665"/>
                      <a:pt x="646" y="665"/>
                      <a:pt x="646" y="665"/>
                    </a:cubicBezTo>
                    <a:cubicBezTo>
                      <a:pt x="645" y="665"/>
                      <a:pt x="645" y="665"/>
                      <a:pt x="645" y="665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1" y="667"/>
                      <a:pt x="641" y="667"/>
                      <a:pt x="641" y="667"/>
                    </a:cubicBezTo>
                    <a:cubicBezTo>
                      <a:pt x="640" y="667"/>
                      <a:pt x="640" y="667"/>
                      <a:pt x="640" y="667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8"/>
                      <a:pt x="639" y="668"/>
                      <a:pt x="639" y="668"/>
                    </a:cubicBezTo>
                    <a:cubicBezTo>
                      <a:pt x="639" y="666"/>
                      <a:pt x="639" y="666"/>
                      <a:pt x="639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8" y="666"/>
                      <a:pt x="638" y="666"/>
                      <a:pt x="638" y="666"/>
                    </a:cubicBezTo>
                    <a:cubicBezTo>
                      <a:pt x="636" y="666"/>
                      <a:pt x="636" y="666"/>
                      <a:pt x="636" y="666"/>
                    </a:cubicBezTo>
                    <a:cubicBezTo>
                      <a:pt x="635" y="667"/>
                      <a:pt x="635" y="667"/>
                      <a:pt x="635" y="667"/>
                    </a:cubicBezTo>
                    <a:cubicBezTo>
                      <a:pt x="636" y="669"/>
                      <a:pt x="636" y="669"/>
                      <a:pt x="636" y="669"/>
                    </a:cubicBezTo>
                    <a:cubicBezTo>
                      <a:pt x="639" y="672"/>
                      <a:pt x="639" y="672"/>
                      <a:pt x="639" y="672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1" y="673"/>
                      <a:pt x="641" y="673"/>
                      <a:pt x="641" y="673"/>
                    </a:cubicBezTo>
                    <a:cubicBezTo>
                      <a:pt x="643" y="676"/>
                      <a:pt x="643" y="676"/>
                      <a:pt x="643" y="676"/>
                    </a:cubicBezTo>
                    <a:cubicBezTo>
                      <a:pt x="649" y="680"/>
                      <a:pt x="649" y="680"/>
                      <a:pt x="649" y="680"/>
                    </a:cubicBezTo>
                    <a:cubicBezTo>
                      <a:pt x="652" y="681"/>
                      <a:pt x="652" y="681"/>
                      <a:pt x="652" y="681"/>
                    </a:cubicBezTo>
                    <a:cubicBezTo>
                      <a:pt x="654" y="680"/>
                      <a:pt x="654" y="680"/>
                      <a:pt x="654" y="680"/>
                    </a:cubicBezTo>
                    <a:cubicBezTo>
                      <a:pt x="658" y="678"/>
                      <a:pt x="658" y="678"/>
                      <a:pt x="658" y="678"/>
                    </a:cubicBezTo>
                    <a:cubicBezTo>
                      <a:pt x="661" y="677"/>
                      <a:pt x="661" y="677"/>
                      <a:pt x="661" y="677"/>
                    </a:cubicBezTo>
                    <a:cubicBezTo>
                      <a:pt x="661" y="676"/>
                      <a:pt x="661" y="676"/>
                      <a:pt x="661" y="676"/>
                    </a:cubicBezTo>
                    <a:cubicBezTo>
                      <a:pt x="662" y="675"/>
                      <a:pt x="662" y="675"/>
                      <a:pt x="662" y="675"/>
                    </a:cubicBezTo>
                    <a:cubicBezTo>
                      <a:pt x="662" y="672"/>
                      <a:pt x="662" y="672"/>
                      <a:pt x="662" y="672"/>
                    </a:cubicBezTo>
                    <a:cubicBezTo>
                      <a:pt x="661" y="670"/>
                      <a:pt x="661" y="670"/>
                      <a:pt x="661" y="670"/>
                    </a:cubicBezTo>
                    <a:cubicBezTo>
                      <a:pt x="662" y="668"/>
                      <a:pt x="662" y="668"/>
                      <a:pt x="662" y="668"/>
                    </a:cubicBezTo>
                    <a:cubicBezTo>
                      <a:pt x="662" y="667"/>
                      <a:pt x="662" y="667"/>
                      <a:pt x="662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5" y="667"/>
                      <a:pt x="665" y="667"/>
                      <a:pt x="665" y="667"/>
                    </a:cubicBezTo>
                    <a:cubicBezTo>
                      <a:pt x="664" y="667"/>
                      <a:pt x="664" y="667"/>
                      <a:pt x="664" y="667"/>
                    </a:cubicBezTo>
                    <a:cubicBezTo>
                      <a:pt x="663" y="668"/>
                      <a:pt x="663" y="668"/>
                      <a:pt x="663" y="668"/>
                    </a:cubicBezTo>
                    <a:cubicBezTo>
                      <a:pt x="663" y="670"/>
                      <a:pt x="663" y="670"/>
                      <a:pt x="663" y="670"/>
                    </a:cubicBezTo>
                    <a:cubicBezTo>
                      <a:pt x="663" y="671"/>
                      <a:pt x="663" y="671"/>
                      <a:pt x="663" y="671"/>
                    </a:cubicBezTo>
                    <a:cubicBezTo>
                      <a:pt x="663" y="673"/>
                      <a:pt x="663" y="673"/>
                      <a:pt x="663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5" y="673"/>
                      <a:pt x="665" y="673"/>
                      <a:pt x="665" y="673"/>
                    </a:cubicBezTo>
                    <a:cubicBezTo>
                      <a:pt x="664" y="674"/>
                      <a:pt x="664" y="674"/>
                      <a:pt x="664" y="674"/>
                    </a:cubicBezTo>
                    <a:cubicBezTo>
                      <a:pt x="664" y="678"/>
                      <a:pt x="664" y="678"/>
                      <a:pt x="664" y="678"/>
                    </a:cubicBezTo>
                    <a:cubicBezTo>
                      <a:pt x="665" y="678"/>
                      <a:pt x="665" y="678"/>
                      <a:pt x="665" y="678"/>
                    </a:cubicBezTo>
                    <a:cubicBezTo>
                      <a:pt x="666" y="680"/>
                      <a:pt x="666" y="680"/>
                      <a:pt x="666" y="680"/>
                    </a:cubicBezTo>
                    <a:cubicBezTo>
                      <a:pt x="666" y="682"/>
                      <a:pt x="666" y="682"/>
                      <a:pt x="666" y="682"/>
                    </a:cubicBezTo>
                    <a:cubicBezTo>
                      <a:pt x="665" y="684"/>
                      <a:pt x="665" y="684"/>
                      <a:pt x="665" y="684"/>
                    </a:cubicBezTo>
                    <a:cubicBezTo>
                      <a:pt x="665" y="685"/>
                      <a:pt x="665" y="685"/>
                      <a:pt x="665" y="685"/>
                    </a:cubicBezTo>
                    <a:cubicBezTo>
                      <a:pt x="666" y="686"/>
                      <a:pt x="666" y="686"/>
                      <a:pt x="666" y="686"/>
                    </a:cubicBezTo>
                    <a:cubicBezTo>
                      <a:pt x="665" y="686"/>
                      <a:pt x="665" y="686"/>
                      <a:pt x="665" y="686"/>
                    </a:cubicBezTo>
                    <a:cubicBezTo>
                      <a:pt x="665" y="689"/>
                      <a:pt x="665" y="689"/>
                      <a:pt x="665" y="689"/>
                    </a:cubicBezTo>
                    <a:cubicBezTo>
                      <a:pt x="668" y="693"/>
                      <a:pt x="668" y="693"/>
                      <a:pt x="668" y="693"/>
                    </a:cubicBezTo>
                    <a:cubicBezTo>
                      <a:pt x="668" y="694"/>
                      <a:pt x="668" y="694"/>
                      <a:pt x="668" y="694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5"/>
                      <a:pt x="668" y="695"/>
                      <a:pt x="668" y="695"/>
                    </a:cubicBezTo>
                    <a:cubicBezTo>
                      <a:pt x="668" y="697"/>
                      <a:pt x="668" y="697"/>
                      <a:pt x="668" y="697"/>
                    </a:cubicBezTo>
                    <a:cubicBezTo>
                      <a:pt x="669" y="699"/>
                      <a:pt x="669" y="699"/>
                      <a:pt x="669" y="699"/>
                    </a:cubicBezTo>
                    <a:cubicBezTo>
                      <a:pt x="668" y="699"/>
                      <a:pt x="668" y="699"/>
                      <a:pt x="668" y="699"/>
                    </a:cubicBezTo>
                    <a:cubicBezTo>
                      <a:pt x="670" y="702"/>
                      <a:pt x="670" y="702"/>
                      <a:pt x="670" y="702"/>
                    </a:cubicBezTo>
                    <a:cubicBezTo>
                      <a:pt x="670" y="704"/>
                      <a:pt x="670" y="704"/>
                      <a:pt x="670" y="704"/>
                    </a:cubicBezTo>
                    <a:cubicBezTo>
                      <a:pt x="673" y="710"/>
                      <a:pt x="673" y="710"/>
                      <a:pt x="673" y="710"/>
                    </a:cubicBezTo>
                    <a:cubicBezTo>
                      <a:pt x="673" y="714"/>
                      <a:pt x="673" y="714"/>
                      <a:pt x="673" y="714"/>
                    </a:cubicBezTo>
                    <a:cubicBezTo>
                      <a:pt x="674" y="717"/>
                      <a:pt x="674" y="717"/>
                      <a:pt x="674" y="717"/>
                    </a:cubicBezTo>
                    <a:cubicBezTo>
                      <a:pt x="675" y="718"/>
                      <a:pt x="675" y="718"/>
                      <a:pt x="675" y="718"/>
                    </a:cubicBezTo>
                    <a:cubicBezTo>
                      <a:pt x="676" y="720"/>
                      <a:pt x="676" y="720"/>
                      <a:pt x="676" y="720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7" y="721"/>
                      <a:pt x="677" y="721"/>
                      <a:pt x="677" y="721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5"/>
                      <a:pt x="679" y="725"/>
                      <a:pt x="679" y="725"/>
                    </a:cubicBezTo>
                    <a:cubicBezTo>
                      <a:pt x="679" y="726"/>
                      <a:pt x="679" y="726"/>
                      <a:pt x="679" y="726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28"/>
                      <a:pt x="681" y="728"/>
                      <a:pt x="681" y="728"/>
                    </a:cubicBezTo>
                    <a:cubicBezTo>
                      <a:pt x="681" y="730"/>
                      <a:pt x="681" y="730"/>
                      <a:pt x="681" y="730"/>
                    </a:cubicBezTo>
                    <a:cubicBezTo>
                      <a:pt x="682" y="732"/>
                      <a:pt x="682" y="732"/>
                      <a:pt x="682" y="732"/>
                    </a:cubicBezTo>
                    <a:cubicBezTo>
                      <a:pt x="683" y="733"/>
                      <a:pt x="683" y="733"/>
                      <a:pt x="683" y="733"/>
                    </a:cubicBezTo>
                    <a:cubicBezTo>
                      <a:pt x="684" y="735"/>
                      <a:pt x="684" y="735"/>
                      <a:pt x="684" y="735"/>
                    </a:cubicBezTo>
                    <a:cubicBezTo>
                      <a:pt x="685" y="739"/>
                      <a:pt x="685" y="739"/>
                      <a:pt x="685" y="739"/>
                    </a:cubicBezTo>
                    <a:cubicBezTo>
                      <a:pt x="686" y="740"/>
                      <a:pt x="686" y="740"/>
                      <a:pt x="686" y="740"/>
                    </a:cubicBezTo>
                    <a:cubicBezTo>
                      <a:pt x="686" y="743"/>
                      <a:pt x="686" y="743"/>
                      <a:pt x="686" y="743"/>
                    </a:cubicBezTo>
                    <a:cubicBezTo>
                      <a:pt x="687" y="744"/>
                      <a:pt x="687" y="744"/>
                      <a:pt x="687" y="744"/>
                    </a:cubicBezTo>
                    <a:cubicBezTo>
                      <a:pt x="687" y="746"/>
                      <a:pt x="687" y="746"/>
                      <a:pt x="687" y="746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0" y="748"/>
                      <a:pt x="690" y="748"/>
                      <a:pt x="690" y="748"/>
                    </a:cubicBezTo>
                    <a:cubicBezTo>
                      <a:pt x="691" y="750"/>
                      <a:pt x="691" y="750"/>
                      <a:pt x="691" y="750"/>
                    </a:cubicBezTo>
                    <a:cubicBezTo>
                      <a:pt x="694" y="752"/>
                      <a:pt x="694" y="752"/>
                      <a:pt x="694" y="752"/>
                    </a:cubicBezTo>
                    <a:cubicBezTo>
                      <a:pt x="694" y="755"/>
                      <a:pt x="694" y="755"/>
                      <a:pt x="694" y="755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7"/>
                      <a:pt x="695" y="757"/>
                      <a:pt x="695" y="757"/>
                    </a:cubicBezTo>
                    <a:cubicBezTo>
                      <a:pt x="695" y="758"/>
                      <a:pt x="695" y="758"/>
                      <a:pt x="695" y="758"/>
                    </a:cubicBezTo>
                    <a:cubicBezTo>
                      <a:pt x="697" y="761"/>
                      <a:pt x="697" y="761"/>
                      <a:pt x="697" y="761"/>
                    </a:cubicBezTo>
                    <a:cubicBezTo>
                      <a:pt x="698" y="764"/>
                      <a:pt x="698" y="764"/>
                      <a:pt x="698" y="764"/>
                    </a:cubicBezTo>
                    <a:cubicBezTo>
                      <a:pt x="698" y="767"/>
                      <a:pt x="698" y="767"/>
                      <a:pt x="698" y="767"/>
                    </a:cubicBezTo>
                    <a:cubicBezTo>
                      <a:pt x="701" y="772"/>
                      <a:pt x="701" y="772"/>
                      <a:pt x="701" y="772"/>
                    </a:cubicBezTo>
                    <a:cubicBezTo>
                      <a:pt x="703" y="775"/>
                      <a:pt x="703" y="775"/>
                      <a:pt x="703" y="775"/>
                    </a:cubicBezTo>
                    <a:cubicBezTo>
                      <a:pt x="705" y="777"/>
                      <a:pt x="705" y="777"/>
                      <a:pt x="705" y="777"/>
                    </a:cubicBezTo>
                    <a:cubicBezTo>
                      <a:pt x="708" y="777"/>
                      <a:pt x="708" y="777"/>
                      <a:pt x="708" y="777"/>
                    </a:cubicBezTo>
                    <a:cubicBezTo>
                      <a:pt x="712" y="775"/>
                      <a:pt x="712" y="775"/>
                      <a:pt x="712" y="775"/>
                    </a:cubicBezTo>
                    <a:cubicBezTo>
                      <a:pt x="713" y="772"/>
                      <a:pt x="713" y="772"/>
                      <a:pt x="713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2" y="772"/>
                      <a:pt x="712" y="772"/>
                      <a:pt x="712" y="772"/>
                    </a:cubicBezTo>
                    <a:cubicBezTo>
                      <a:pt x="713" y="771"/>
                      <a:pt x="713" y="771"/>
                      <a:pt x="713" y="771"/>
                    </a:cubicBezTo>
                    <a:cubicBezTo>
                      <a:pt x="713" y="770"/>
                      <a:pt x="713" y="770"/>
                      <a:pt x="713" y="770"/>
                    </a:cubicBezTo>
                    <a:cubicBezTo>
                      <a:pt x="715" y="769"/>
                      <a:pt x="715" y="769"/>
                      <a:pt x="715" y="769"/>
                    </a:cubicBezTo>
                    <a:cubicBezTo>
                      <a:pt x="716" y="769"/>
                      <a:pt x="716" y="769"/>
                      <a:pt x="716" y="769"/>
                    </a:cubicBezTo>
                    <a:cubicBezTo>
                      <a:pt x="719" y="768"/>
                      <a:pt x="719" y="768"/>
                      <a:pt x="719" y="768"/>
                    </a:cubicBezTo>
                    <a:cubicBezTo>
                      <a:pt x="720" y="768"/>
                      <a:pt x="720" y="768"/>
                      <a:pt x="720" y="768"/>
                    </a:cubicBezTo>
                    <a:cubicBezTo>
                      <a:pt x="721" y="772"/>
                      <a:pt x="721" y="772"/>
                      <a:pt x="721" y="772"/>
                    </a:cubicBezTo>
                    <a:cubicBezTo>
                      <a:pt x="721" y="768"/>
                      <a:pt x="721" y="768"/>
                      <a:pt x="721" y="768"/>
                    </a:cubicBezTo>
                    <a:cubicBezTo>
                      <a:pt x="721" y="767"/>
                      <a:pt x="721" y="767"/>
                      <a:pt x="721" y="767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18" y="766"/>
                      <a:pt x="718" y="766"/>
                      <a:pt x="718" y="766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2"/>
                      <a:pt x="721" y="762"/>
                      <a:pt x="721" y="762"/>
                    </a:cubicBezTo>
                    <a:cubicBezTo>
                      <a:pt x="721" y="761"/>
                      <a:pt x="721" y="761"/>
                      <a:pt x="721" y="761"/>
                    </a:cubicBezTo>
                    <a:cubicBezTo>
                      <a:pt x="723" y="760"/>
                      <a:pt x="723" y="760"/>
                      <a:pt x="723" y="760"/>
                    </a:cubicBezTo>
                    <a:cubicBezTo>
                      <a:pt x="723" y="761"/>
                      <a:pt x="723" y="761"/>
                      <a:pt x="723" y="761"/>
                    </a:cubicBezTo>
                    <a:cubicBezTo>
                      <a:pt x="725" y="760"/>
                      <a:pt x="725" y="760"/>
                      <a:pt x="725" y="760"/>
                    </a:cubicBezTo>
                    <a:cubicBezTo>
                      <a:pt x="725" y="758"/>
                      <a:pt x="725" y="758"/>
                      <a:pt x="725" y="758"/>
                    </a:cubicBezTo>
                    <a:cubicBezTo>
                      <a:pt x="725" y="752"/>
                      <a:pt x="725" y="752"/>
                      <a:pt x="725" y="752"/>
                    </a:cubicBezTo>
                    <a:cubicBezTo>
                      <a:pt x="724" y="751"/>
                      <a:pt x="724" y="751"/>
                      <a:pt x="724" y="751"/>
                    </a:cubicBezTo>
                    <a:cubicBezTo>
                      <a:pt x="724" y="748"/>
                      <a:pt x="724" y="748"/>
                      <a:pt x="724" y="748"/>
                    </a:cubicBezTo>
                    <a:cubicBezTo>
                      <a:pt x="726" y="745"/>
                      <a:pt x="726" y="745"/>
                      <a:pt x="726" y="745"/>
                    </a:cubicBezTo>
                    <a:cubicBezTo>
                      <a:pt x="728" y="740"/>
                      <a:pt x="728" y="740"/>
                      <a:pt x="728" y="740"/>
                    </a:cubicBezTo>
                    <a:cubicBezTo>
                      <a:pt x="727" y="736"/>
                      <a:pt x="727" y="736"/>
                      <a:pt x="727" y="736"/>
                    </a:cubicBezTo>
                    <a:cubicBezTo>
                      <a:pt x="726" y="735"/>
                      <a:pt x="726" y="735"/>
                      <a:pt x="726" y="735"/>
                    </a:cubicBezTo>
                    <a:cubicBezTo>
                      <a:pt x="726" y="730"/>
                      <a:pt x="726" y="730"/>
                      <a:pt x="726" y="730"/>
                    </a:cubicBezTo>
                    <a:cubicBezTo>
                      <a:pt x="725" y="728"/>
                      <a:pt x="725" y="728"/>
                      <a:pt x="725" y="728"/>
                    </a:cubicBezTo>
                    <a:cubicBezTo>
                      <a:pt x="727" y="727"/>
                      <a:pt x="727" y="727"/>
                      <a:pt x="727" y="727"/>
                    </a:cubicBezTo>
                    <a:cubicBezTo>
                      <a:pt x="725" y="723"/>
                      <a:pt x="725" y="723"/>
                      <a:pt x="725" y="723"/>
                    </a:cubicBezTo>
                    <a:cubicBezTo>
                      <a:pt x="725" y="721"/>
                      <a:pt x="725" y="721"/>
                      <a:pt x="725" y="721"/>
                    </a:cubicBezTo>
                    <a:cubicBezTo>
                      <a:pt x="726" y="720"/>
                      <a:pt x="726" y="720"/>
                      <a:pt x="726" y="720"/>
                    </a:cubicBezTo>
                    <a:cubicBezTo>
                      <a:pt x="728" y="718"/>
                      <a:pt x="728" y="718"/>
                      <a:pt x="728" y="718"/>
                    </a:cubicBezTo>
                    <a:cubicBezTo>
                      <a:pt x="729" y="719"/>
                      <a:pt x="729" y="719"/>
                      <a:pt x="729" y="719"/>
                    </a:cubicBezTo>
                    <a:cubicBezTo>
                      <a:pt x="731" y="719"/>
                      <a:pt x="731" y="719"/>
                      <a:pt x="731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5"/>
                      <a:pt x="733" y="715"/>
                      <a:pt x="733" y="715"/>
                    </a:cubicBezTo>
                    <a:cubicBezTo>
                      <a:pt x="734" y="714"/>
                      <a:pt x="734" y="714"/>
                      <a:pt x="734" y="714"/>
                    </a:cubicBezTo>
                    <a:cubicBezTo>
                      <a:pt x="737" y="714"/>
                      <a:pt x="737" y="714"/>
                      <a:pt x="737" y="714"/>
                    </a:cubicBezTo>
                    <a:cubicBezTo>
                      <a:pt x="739" y="713"/>
                      <a:pt x="739" y="713"/>
                      <a:pt x="739" y="713"/>
                    </a:cubicBezTo>
                    <a:cubicBezTo>
                      <a:pt x="741" y="711"/>
                      <a:pt x="741" y="711"/>
                      <a:pt x="741" y="711"/>
                    </a:cubicBezTo>
                    <a:cubicBezTo>
                      <a:pt x="740" y="709"/>
                      <a:pt x="740" y="709"/>
                      <a:pt x="740" y="709"/>
                    </a:cubicBezTo>
                    <a:cubicBezTo>
                      <a:pt x="741" y="708"/>
                      <a:pt x="741" y="708"/>
                      <a:pt x="741" y="708"/>
                    </a:cubicBezTo>
                    <a:cubicBezTo>
                      <a:pt x="742" y="706"/>
                      <a:pt x="742" y="706"/>
                      <a:pt x="742" y="706"/>
                    </a:cubicBezTo>
                    <a:cubicBezTo>
                      <a:pt x="745" y="705"/>
                      <a:pt x="745" y="705"/>
                      <a:pt x="745" y="705"/>
                    </a:cubicBezTo>
                    <a:cubicBezTo>
                      <a:pt x="747" y="704"/>
                      <a:pt x="747" y="704"/>
                      <a:pt x="747" y="704"/>
                    </a:cubicBezTo>
                    <a:cubicBezTo>
                      <a:pt x="748" y="702"/>
                      <a:pt x="748" y="702"/>
                      <a:pt x="748" y="702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5" y="697"/>
                      <a:pt x="755" y="697"/>
                      <a:pt x="755" y="697"/>
                    </a:cubicBezTo>
                    <a:cubicBezTo>
                      <a:pt x="756" y="693"/>
                      <a:pt x="756" y="693"/>
                      <a:pt x="756" y="693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0" y="687"/>
                      <a:pt x="760" y="687"/>
                      <a:pt x="760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1" y="687"/>
                      <a:pt x="761" y="687"/>
                      <a:pt x="761" y="687"/>
                    </a:cubicBezTo>
                    <a:cubicBezTo>
                      <a:pt x="762" y="688"/>
                      <a:pt x="762" y="688"/>
                      <a:pt x="762" y="688"/>
                    </a:cubicBezTo>
                    <a:cubicBezTo>
                      <a:pt x="767" y="686"/>
                      <a:pt x="767" y="686"/>
                      <a:pt x="767" y="686"/>
                    </a:cubicBezTo>
                    <a:cubicBezTo>
                      <a:pt x="767" y="685"/>
                      <a:pt x="767" y="685"/>
                      <a:pt x="767" y="685"/>
                    </a:cubicBezTo>
                    <a:cubicBezTo>
                      <a:pt x="770" y="683"/>
                      <a:pt x="770" y="683"/>
                      <a:pt x="770" y="683"/>
                    </a:cubicBezTo>
                    <a:cubicBezTo>
                      <a:pt x="769" y="682"/>
                      <a:pt x="769" y="682"/>
                      <a:pt x="769" y="682"/>
                    </a:cubicBezTo>
                    <a:cubicBezTo>
                      <a:pt x="770" y="682"/>
                      <a:pt x="770" y="682"/>
                      <a:pt x="770" y="682"/>
                    </a:cubicBezTo>
                    <a:cubicBezTo>
                      <a:pt x="770" y="681"/>
                      <a:pt x="770" y="681"/>
                      <a:pt x="770" y="681"/>
                    </a:cubicBezTo>
                    <a:cubicBezTo>
                      <a:pt x="773" y="679"/>
                      <a:pt x="773" y="679"/>
                      <a:pt x="773" y="679"/>
                    </a:cubicBezTo>
                    <a:cubicBezTo>
                      <a:pt x="772" y="679"/>
                      <a:pt x="772" y="679"/>
                      <a:pt x="772" y="679"/>
                    </a:cubicBezTo>
                    <a:cubicBezTo>
                      <a:pt x="772" y="678"/>
                      <a:pt x="772" y="678"/>
                      <a:pt x="772" y="678"/>
                    </a:cubicBezTo>
                    <a:cubicBezTo>
                      <a:pt x="771" y="677"/>
                      <a:pt x="771" y="677"/>
                      <a:pt x="771" y="677"/>
                    </a:cubicBezTo>
                    <a:cubicBezTo>
                      <a:pt x="771" y="676"/>
                      <a:pt x="771" y="676"/>
                      <a:pt x="771" y="676"/>
                    </a:cubicBezTo>
                    <a:cubicBezTo>
                      <a:pt x="771" y="675"/>
                      <a:pt x="771" y="675"/>
                      <a:pt x="771" y="675"/>
                    </a:cubicBezTo>
                    <a:cubicBezTo>
                      <a:pt x="772" y="674"/>
                      <a:pt x="772" y="674"/>
                      <a:pt x="772" y="674"/>
                    </a:cubicBezTo>
                    <a:cubicBezTo>
                      <a:pt x="772" y="673"/>
                      <a:pt x="772" y="673"/>
                      <a:pt x="772" y="673"/>
                    </a:cubicBezTo>
                    <a:cubicBezTo>
                      <a:pt x="777" y="672"/>
                      <a:pt x="777" y="672"/>
                      <a:pt x="777" y="672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1"/>
                      <a:pt x="777" y="671"/>
                      <a:pt x="777" y="671"/>
                    </a:cubicBezTo>
                    <a:cubicBezTo>
                      <a:pt x="777" y="673"/>
                      <a:pt x="777" y="673"/>
                      <a:pt x="777" y="673"/>
                    </a:cubicBezTo>
                    <a:cubicBezTo>
                      <a:pt x="779" y="672"/>
                      <a:pt x="779" y="672"/>
                      <a:pt x="779" y="672"/>
                    </a:cubicBezTo>
                    <a:cubicBezTo>
                      <a:pt x="779" y="671"/>
                      <a:pt x="779" y="671"/>
                      <a:pt x="779" y="671"/>
                    </a:cubicBezTo>
                    <a:cubicBezTo>
                      <a:pt x="779" y="673"/>
                      <a:pt x="779" y="673"/>
                      <a:pt x="779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1" y="673"/>
                      <a:pt x="781" y="673"/>
                      <a:pt x="781" y="673"/>
                    </a:cubicBezTo>
                    <a:cubicBezTo>
                      <a:pt x="782" y="673"/>
                      <a:pt x="782" y="673"/>
                      <a:pt x="782" y="673"/>
                    </a:cubicBezTo>
                    <a:cubicBezTo>
                      <a:pt x="782" y="674"/>
                      <a:pt x="782" y="674"/>
                      <a:pt x="782" y="674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4" y="672"/>
                      <a:pt x="784" y="672"/>
                      <a:pt x="784" y="672"/>
                    </a:cubicBezTo>
                    <a:cubicBezTo>
                      <a:pt x="785" y="673"/>
                      <a:pt x="785" y="673"/>
                      <a:pt x="785" y="673"/>
                    </a:cubicBezTo>
                    <a:cubicBezTo>
                      <a:pt x="785" y="672"/>
                      <a:pt x="785" y="672"/>
                      <a:pt x="785" y="672"/>
                    </a:cubicBezTo>
                    <a:cubicBezTo>
                      <a:pt x="786" y="673"/>
                      <a:pt x="786" y="673"/>
                      <a:pt x="786" y="673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7" y="671"/>
                      <a:pt x="787" y="671"/>
                      <a:pt x="787" y="671"/>
                    </a:cubicBezTo>
                    <a:cubicBezTo>
                      <a:pt x="789" y="671"/>
                      <a:pt x="789" y="671"/>
                      <a:pt x="789" y="671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89" y="670"/>
                      <a:pt x="789" y="670"/>
                      <a:pt x="789" y="670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0" y="671"/>
                      <a:pt x="790" y="671"/>
                      <a:pt x="790" y="671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69"/>
                      <a:pt x="792" y="669"/>
                      <a:pt x="792" y="669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2" y="670"/>
                      <a:pt x="792" y="670"/>
                      <a:pt x="792" y="670"/>
                    </a:cubicBezTo>
                    <a:cubicBezTo>
                      <a:pt x="794" y="671"/>
                      <a:pt x="794" y="671"/>
                      <a:pt x="794" y="671"/>
                    </a:cubicBezTo>
                    <a:cubicBezTo>
                      <a:pt x="795" y="668"/>
                      <a:pt x="795" y="668"/>
                      <a:pt x="795" y="668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7" y="666"/>
                      <a:pt x="797" y="666"/>
                      <a:pt x="797" y="666"/>
                    </a:cubicBezTo>
                    <a:cubicBezTo>
                      <a:pt x="797" y="667"/>
                      <a:pt x="797" y="667"/>
                      <a:pt x="797" y="667"/>
                    </a:cubicBezTo>
                    <a:cubicBezTo>
                      <a:pt x="799" y="667"/>
                      <a:pt x="799" y="667"/>
                      <a:pt x="799" y="667"/>
                    </a:cubicBezTo>
                    <a:cubicBezTo>
                      <a:pt x="800" y="668"/>
                      <a:pt x="800" y="668"/>
                      <a:pt x="800" y="668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2" y="666"/>
                      <a:pt x="802" y="666"/>
                      <a:pt x="802" y="666"/>
                    </a:cubicBezTo>
                    <a:cubicBezTo>
                      <a:pt x="803" y="665"/>
                      <a:pt x="803" y="665"/>
                      <a:pt x="803" y="665"/>
                    </a:cubicBezTo>
                    <a:cubicBezTo>
                      <a:pt x="804" y="664"/>
                      <a:pt x="804" y="664"/>
                      <a:pt x="804" y="664"/>
                    </a:cubicBezTo>
                    <a:cubicBezTo>
                      <a:pt x="805" y="667"/>
                      <a:pt x="805" y="667"/>
                      <a:pt x="805" y="667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6" y="668"/>
                      <a:pt x="806" y="668"/>
                      <a:pt x="806" y="668"/>
                    </a:cubicBezTo>
                    <a:cubicBezTo>
                      <a:pt x="805" y="670"/>
                      <a:pt x="805" y="670"/>
                      <a:pt x="805" y="670"/>
                    </a:cubicBezTo>
                    <a:cubicBezTo>
                      <a:pt x="806" y="671"/>
                      <a:pt x="806" y="671"/>
                      <a:pt x="806" y="671"/>
                    </a:cubicBezTo>
                    <a:cubicBezTo>
                      <a:pt x="805" y="673"/>
                      <a:pt x="805" y="673"/>
                      <a:pt x="805" y="673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6" y="674"/>
                      <a:pt x="806" y="674"/>
                      <a:pt x="806" y="674"/>
                    </a:cubicBezTo>
                    <a:cubicBezTo>
                      <a:pt x="808" y="676"/>
                      <a:pt x="808" y="676"/>
                      <a:pt x="808" y="676"/>
                    </a:cubicBezTo>
                    <a:cubicBezTo>
                      <a:pt x="810" y="679"/>
                      <a:pt x="810" y="679"/>
                      <a:pt x="810" y="679"/>
                    </a:cubicBezTo>
                    <a:cubicBezTo>
                      <a:pt x="811" y="679"/>
                      <a:pt x="811" y="679"/>
                      <a:pt x="811" y="679"/>
                    </a:cubicBezTo>
                    <a:cubicBezTo>
                      <a:pt x="811" y="680"/>
                      <a:pt x="811" y="680"/>
                      <a:pt x="811" y="680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5" y="684"/>
                      <a:pt x="815" y="684"/>
                      <a:pt x="815" y="684"/>
                    </a:cubicBezTo>
                    <a:cubicBezTo>
                      <a:pt x="817" y="686"/>
                      <a:pt x="817" y="686"/>
                      <a:pt x="817" y="686"/>
                    </a:cubicBezTo>
                    <a:cubicBezTo>
                      <a:pt x="816" y="684"/>
                      <a:pt x="816" y="684"/>
                      <a:pt x="816" y="684"/>
                    </a:cubicBezTo>
                    <a:cubicBezTo>
                      <a:pt x="817" y="684"/>
                      <a:pt x="817" y="684"/>
                      <a:pt x="817" y="684"/>
                    </a:cubicBezTo>
                    <a:cubicBezTo>
                      <a:pt x="818" y="684"/>
                      <a:pt x="818" y="684"/>
                      <a:pt x="818" y="684"/>
                    </a:cubicBezTo>
                    <a:cubicBezTo>
                      <a:pt x="819" y="685"/>
                      <a:pt x="819" y="685"/>
                      <a:pt x="819" y="685"/>
                    </a:cubicBezTo>
                    <a:cubicBezTo>
                      <a:pt x="821" y="686"/>
                      <a:pt x="821" y="686"/>
                      <a:pt x="821" y="686"/>
                    </a:cubicBezTo>
                    <a:cubicBezTo>
                      <a:pt x="823" y="687"/>
                      <a:pt x="823" y="687"/>
                      <a:pt x="823" y="687"/>
                    </a:cubicBezTo>
                    <a:cubicBezTo>
                      <a:pt x="823" y="688"/>
                      <a:pt x="823" y="688"/>
                      <a:pt x="823" y="688"/>
                    </a:cubicBezTo>
                    <a:cubicBezTo>
                      <a:pt x="822" y="688"/>
                      <a:pt x="822" y="688"/>
                      <a:pt x="822" y="688"/>
                    </a:cubicBezTo>
                    <a:cubicBezTo>
                      <a:pt x="822" y="687"/>
                      <a:pt x="822" y="687"/>
                      <a:pt x="822" y="687"/>
                    </a:cubicBezTo>
                    <a:cubicBezTo>
                      <a:pt x="820" y="688"/>
                      <a:pt x="820" y="688"/>
                      <a:pt x="820" y="688"/>
                    </a:cubicBezTo>
                    <a:cubicBezTo>
                      <a:pt x="818" y="688"/>
                      <a:pt x="818" y="688"/>
                      <a:pt x="818" y="688"/>
                    </a:cubicBezTo>
                    <a:cubicBezTo>
                      <a:pt x="818" y="690"/>
                      <a:pt x="818" y="690"/>
                      <a:pt x="818" y="690"/>
                    </a:cubicBezTo>
                    <a:cubicBezTo>
                      <a:pt x="819" y="691"/>
                      <a:pt x="819" y="691"/>
                      <a:pt x="819" y="691"/>
                    </a:cubicBezTo>
                    <a:cubicBezTo>
                      <a:pt x="820" y="691"/>
                      <a:pt x="820" y="691"/>
                      <a:pt x="820" y="691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19" y="694"/>
                      <a:pt x="819" y="694"/>
                      <a:pt x="819" y="694"/>
                    </a:cubicBezTo>
                    <a:cubicBezTo>
                      <a:pt x="820" y="696"/>
                      <a:pt x="820" y="696"/>
                      <a:pt x="820" y="696"/>
                    </a:cubicBezTo>
                    <a:cubicBezTo>
                      <a:pt x="822" y="697"/>
                      <a:pt x="822" y="697"/>
                      <a:pt x="822" y="697"/>
                    </a:cubicBezTo>
                    <a:cubicBezTo>
                      <a:pt x="823" y="695"/>
                      <a:pt x="823" y="695"/>
                      <a:pt x="823" y="695"/>
                    </a:cubicBezTo>
                    <a:cubicBezTo>
                      <a:pt x="821" y="693"/>
                      <a:pt x="821" y="693"/>
                      <a:pt x="821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5" y="693"/>
                      <a:pt x="825" y="693"/>
                      <a:pt x="825" y="693"/>
                    </a:cubicBezTo>
                    <a:cubicBezTo>
                      <a:pt x="825" y="694"/>
                      <a:pt x="825" y="694"/>
                      <a:pt x="825" y="694"/>
                    </a:cubicBezTo>
                    <a:cubicBezTo>
                      <a:pt x="826" y="695"/>
                      <a:pt x="826" y="695"/>
                      <a:pt x="826" y="695"/>
                    </a:cubicBezTo>
                    <a:cubicBezTo>
                      <a:pt x="826" y="697"/>
                      <a:pt x="826" y="697"/>
                      <a:pt x="826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7" y="697"/>
                      <a:pt x="827" y="697"/>
                      <a:pt x="827" y="697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699"/>
                      <a:pt x="828" y="699"/>
                      <a:pt x="828" y="699"/>
                    </a:cubicBezTo>
                    <a:cubicBezTo>
                      <a:pt x="828" y="702"/>
                      <a:pt x="828" y="702"/>
                      <a:pt x="828" y="702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30" y="705"/>
                      <a:pt x="830" y="705"/>
                      <a:pt x="830" y="705"/>
                    </a:cubicBezTo>
                    <a:cubicBezTo>
                      <a:pt x="829" y="706"/>
                      <a:pt x="829" y="706"/>
                      <a:pt x="829" y="706"/>
                    </a:cubicBezTo>
                    <a:cubicBezTo>
                      <a:pt x="827" y="714"/>
                      <a:pt x="827" y="714"/>
                      <a:pt x="827" y="714"/>
                    </a:cubicBezTo>
                    <a:cubicBezTo>
                      <a:pt x="828" y="715"/>
                      <a:pt x="828" y="715"/>
                      <a:pt x="828" y="715"/>
                    </a:cubicBezTo>
                    <a:cubicBezTo>
                      <a:pt x="828" y="716"/>
                      <a:pt x="828" y="716"/>
                      <a:pt x="828" y="716"/>
                    </a:cubicBezTo>
                    <a:cubicBezTo>
                      <a:pt x="828" y="718"/>
                      <a:pt x="828" y="718"/>
                      <a:pt x="828" y="718"/>
                    </a:cubicBezTo>
                    <a:cubicBezTo>
                      <a:pt x="829" y="716"/>
                      <a:pt x="829" y="716"/>
                      <a:pt x="829" y="716"/>
                    </a:cubicBezTo>
                    <a:cubicBezTo>
                      <a:pt x="829" y="718"/>
                      <a:pt x="829" y="718"/>
                      <a:pt x="829" y="718"/>
                    </a:cubicBezTo>
                    <a:cubicBezTo>
                      <a:pt x="831" y="718"/>
                      <a:pt x="831" y="718"/>
                      <a:pt x="831" y="718"/>
                    </a:cubicBezTo>
                    <a:cubicBezTo>
                      <a:pt x="832" y="717"/>
                      <a:pt x="832" y="717"/>
                      <a:pt x="832" y="717"/>
                    </a:cubicBezTo>
                    <a:cubicBezTo>
                      <a:pt x="833" y="716"/>
                      <a:pt x="833" y="716"/>
                      <a:pt x="833" y="716"/>
                    </a:cubicBezTo>
                    <a:cubicBezTo>
                      <a:pt x="834" y="717"/>
                      <a:pt x="834" y="717"/>
                      <a:pt x="834" y="717"/>
                    </a:cubicBezTo>
                    <a:cubicBezTo>
                      <a:pt x="835" y="717"/>
                      <a:pt x="835" y="717"/>
                      <a:pt x="835" y="717"/>
                    </a:cubicBezTo>
                    <a:cubicBezTo>
                      <a:pt x="835" y="716"/>
                      <a:pt x="835" y="716"/>
                      <a:pt x="835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6" y="716"/>
                      <a:pt x="836" y="716"/>
                      <a:pt x="836" y="716"/>
                    </a:cubicBezTo>
                    <a:cubicBezTo>
                      <a:pt x="837" y="716"/>
                      <a:pt x="837" y="716"/>
                      <a:pt x="837" y="716"/>
                    </a:cubicBezTo>
                    <a:cubicBezTo>
                      <a:pt x="841" y="714"/>
                      <a:pt x="841" y="714"/>
                      <a:pt x="841" y="714"/>
                    </a:cubicBezTo>
                    <a:lnTo>
                      <a:pt x="841" y="713"/>
                    </a:lnTo>
                    <a:close/>
                    <a:moveTo>
                      <a:pt x="863" y="764"/>
                    </a:moveTo>
                    <a:cubicBezTo>
                      <a:pt x="863" y="763"/>
                      <a:pt x="863" y="763"/>
                      <a:pt x="863" y="763"/>
                    </a:cubicBezTo>
                    <a:cubicBezTo>
                      <a:pt x="863" y="763"/>
                      <a:pt x="863" y="763"/>
                      <a:pt x="863" y="763"/>
                    </a:cubicBezTo>
                    <a:lnTo>
                      <a:pt x="863" y="764"/>
                    </a:lnTo>
                    <a:close/>
                    <a:moveTo>
                      <a:pt x="1007" y="635"/>
                    </a:moveTo>
                    <a:cubicBezTo>
                      <a:pt x="1007" y="635"/>
                      <a:pt x="1007" y="635"/>
                      <a:pt x="1007" y="635"/>
                    </a:cubicBezTo>
                    <a:cubicBezTo>
                      <a:pt x="1007" y="636"/>
                      <a:pt x="1007" y="636"/>
                      <a:pt x="1007" y="636"/>
                    </a:cubicBezTo>
                    <a:cubicBezTo>
                      <a:pt x="1007" y="635"/>
                      <a:pt x="1007" y="635"/>
                      <a:pt x="1007" y="635"/>
                    </a:cubicBezTo>
                    <a:close/>
                    <a:moveTo>
                      <a:pt x="1012" y="578"/>
                    </a:moveTo>
                    <a:cubicBezTo>
                      <a:pt x="1012" y="578"/>
                      <a:pt x="1012" y="578"/>
                      <a:pt x="1012" y="578"/>
                    </a:cubicBezTo>
                    <a:cubicBezTo>
                      <a:pt x="1012" y="578"/>
                      <a:pt x="1012" y="578"/>
                      <a:pt x="1012" y="578"/>
                    </a:cubicBezTo>
                    <a:close/>
                    <a:moveTo>
                      <a:pt x="1010" y="579"/>
                    </a:moveTo>
                    <a:cubicBezTo>
                      <a:pt x="1010" y="579"/>
                      <a:pt x="1010" y="579"/>
                      <a:pt x="1010" y="579"/>
                    </a:cubicBezTo>
                    <a:cubicBezTo>
                      <a:pt x="1011" y="580"/>
                      <a:pt x="1011" y="580"/>
                      <a:pt x="1011" y="580"/>
                    </a:cubicBezTo>
                    <a:cubicBezTo>
                      <a:pt x="1009" y="579"/>
                      <a:pt x="1009" y="579"/>
                      <a:pt x="1009" y="579"/>
                    </a:cubicBezTo>
                    <a:lnTo>
                      <a:pt x="1010" y="579"/>
                    </a:lnTo>
                    <a:close/>
                    <a:moveTo>
                      <a:pt x="1054" y="546"/>
                    </a:moveTo>
                    <a:cubicBezTo>
                      <a:pt x="1054" y="546"/>
                      <a:pt x="1054" y="546"/>
                      <a:pt x="1054" y="546"/>
                    </a:cubicBezTo>
                    <a:cubicBezTo>
                      <a:pt x="1054" y="547"/>
                      <a:pt x="1054" y="547"/>
                      <a:pt x="1054" y="547"/>
                    </a:cubicBezTo>
                    <a:cubicBezTo>
                      <a:pt x="1053" y="546"/>
                      <a:pt x="1053" y="546"/>
                      <a:pt x="1053" y="546"/>
                    </a:cubicBezTo>
                    <a:cubicBezTo>
                      <a:pt x="1053" y="546"/>
                      <a:pt x="1053" y="546"/>
                      <a:pt x="1053" y="546"/>
                    </a:cubicBezTo>
                    <a:lnTo>
                      <a:pt x="1054" y="546"/>
                    </a:lnTo>
                    <a:close/>
                    <a:moveTo>
                      <a:pt x="1044" y="551"/>
                    </a:moveTo>
                    <a:cubicBezTo>
                      <a:pt x="1044" y="553"/>
                      <a:pt x="1044" y="553"/>
                      <a:pt x="1044" y="553"/>
                    </a:cubicBezTo>
                    <a:cubicBezTo>
                      <a:pt x="1044" y="551"/>
                      <a:pt x="1044" y="551"/>
                      <a:pt x="1044" y="551"/>
                    </a:cubicBezTo>
                    <a:cubicBezTo>
                      <a:pt x="1044" y="551"/>
                      <a:pt x="1044" y="551"/>
                      <a:pt x="1044" y="551"/>
                    </a:cubicBezTo>
                    <a:close/>
                    <a:moveTo>
                      <a:pt x="1043" y="549"/>
                    </a:moveTo>
                    <a:cubicBezTo>
                      <a:pt x="1043" y="550"/>
                      <a:pt x="1043" y="550"/>
                      <a:pt x="1043" y="550"/>
                    </a:cubicBezTo>
                    <a:cubicBezTo>
                      <a:pt x="1043" y="549"/>
                      <a:pt x="1043" y="549"/>
                      <a:pt x="1043" y="549"/>
                    </a:cubicBezTo>
                    <a:close/>
                    <a:moveTo>
                      <a:pt x="1052" y="321"/>
                    </a:moveTo>
                    <a:cubicBezTo>
                      <a:pt x="1052" y="322"/>
                      <a:pt x="1052" y="322"/>
                      <a:pt x="1052" y="322"/>
                    </a:cubicBezTo>
                    <a:cubicBezTo>
                      <a:pt x="1052" y="321"/>
                      <a:pt x="1052" y="321"/>
                      <a:pt x="1052" y="321"/>
                    </a:cubicBezTo>
                    <a:close/>
                    <a:moveTo>
                      <a:pt x="1051" y="323"/>
                    </a:moveTo>
                    <a:cubicBezTo>
                      <a:pt x="1052" y="323"/>
                      <a:pt x="1052" y="323"/>
                      <a:pt x="1052" y="323"/>
                    </a:cubicBezTo>
                    <a:cubicBezTo>
                      <a:pt x="1051" y="323"/>
                      <a:pt x="1051" y="323"/>
                      <a:pt x="1051" y="323"/>
                    </a:cubicBezTo>
                    <a:close/>
                    <a:moveTo>
                      <a:pt x="1207" y="263"/>
                    </a:moveTo>
                    <a:cubicBezTo>
                      <a:pt x="1208" y="263"/>
                      <a:pt x="1208" y="263"/>
                      <a:pt x="1208" y="263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8" y="264"/>
                      <a:pt x="1208" y="264"/>
                      <a:pt x="1208" y="264"/>
                    </a:cubicBezTo>
                    <a:cubicBezTo>
                      <a:pt x="1206" y="265"/>
                      <a:pt x="1206" y="265"/>
                      <a:pt x="1206" y="265"/>
                    </a:cubicBezTo>
                    <a:cubicBezTo>
                      <a:pt x="1206" y="264"/>
                      <a:pt x="1206" y="264"/>
                      <a:pt x="1206" y="264"/>
                    </a:cubicBezTo>
                    <a:lnTo>
                      <a:pt x="1207" y="263"/>
                    </a:lnTo>
                    <a:close/>
                    <a:moveTo>
                      <a:pt x="1242" y="125"/>
                    </a:move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3" y="122"/>
                      <a:pt x="1243" y="122"/>
                      <a:pt x="1243" y="122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5" y="124"/>
                      <a:pt x="1245" y="124"/>
                      <a:pt x="1245" y="124"/>
                    </a:cubicBezTo>
                    <a:cubicBezTo>
                      <a:pt x="1244" y="124"/>
                      <a:pt x="1244" y="124"/>
                      <a:pt x="1244" y="124"/>
                    </a:cubicBezTo>
                    <a:cubicBezTo>
                      <a:pt x="1243" y="125"/>
                      <a:pt x="1243" y="125"/>
                      <a:pt x="1243" y="125"/>
                    </a:cubicBezTo>
                    <a:cubicBezTo>
                      <a:pt x="1243" y="126"/>
                      <a:pt x="1243" y="126"/>
                      <a:pt x="1243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cubicBezTo>
                      <a:pt x="1242" y="126"/>
                      <a:pt x="1242" y="126"/>
                      <a:pt x="1242" y="126"/>
                    </a:cubicBezTo>
                    <a:lnTo>
                      <a:pt x="1242" y="125"/>
                    </a:lnTo>
                    <a:close/>
                    <a:moveTo>
                      <a:pt x="1235" y="25"/>
                    </a:moveTo>
                    <a:cubicBezTo>
                      <a:pt x="1234" y="25"/>
                      <a:pt x="1234" y="25"/>
                      <a:pt x="1234" y="25"/>
                    </a:cubicBezTo>
                    <a:cubicBezTo>
                      <a:pt x="1234" y="24"/>
                      <a:pt x="1234" y="24"/>
                      <a:pt x="1234" y="24"/>
                    </a:cubicBezTo>
                    <a:cubicBezTo>
                      <a:pt x="1236" y="24"/>
                      <a:pt x="1236" y="24"/>
                      <a:pt x="1236" y="24"/>
                    </a:cubicBezTo>
                    <a:lnTo>
                      <a:pt x="1235" y="25"/>
                    </a:lnTo>
                    <a:close/>
                    <a:moveTo>
                      <a:pt x="1216" y="106"/>
                    </a:moveTo>
                    <a:cubicBezTo>
                      <a:pt x="1217" y="106"/>
                      <a:pt x="1217" y="106"/>
                      <a:pt x="1217" y="106"/>
                    </a:cubicBezTo>
                    <a:cubicBezTo>
                      <a:pt x="1218" y="107"/>
                      <a:pt x="1218" y="107"/>
                      <a:pt x="1218" y="107"/>
                    </a:cubicBezTo>
                    <a:cubicBezTo>
                      <a:pt x="1221" y="105"/>
                      <a:pt x="1221" y="105"/>
                      <a:pt x="1221" y="105"/>
                    </a:cubicBezTo>
                    <a:cubicBezTo>
                      <a:pt x="1221" y="104"/>
                      <a:pt x="1221" y="104"/>
                      <a:pt x="1221" y="104"/>
                    </a:cubicBezTo>
                    <a:cubicBezTo>
                      <a:pt x="1222" y="106"/>
                      <a:pt x="1222" y="106"/>
                      <a:pt x="1222" y="106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4" y="107"/>
                      <a:pt x="1224" y="107"/>
                      <a:pt x="1224" y="107"/>
                    </a:cubicBezTo>
                    <a:cubicBezTo>
                      <a:pt x="1223" y="106"/>
                      <a:pt x="1223" y="106"/>
                      <a:pt x="1223" y="106"/>
                    </a:cubicBezTo>
                    <a:cubicBezTo>
                      <a:pt x="1222" y="107"/>
                      <a:pt x="1222" y="107"/>
                      <a:pt x="1222" y="107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9" y="109"/>
                      <a:pt x="1219" y="109"/>
                      <a:pt x="1219" y="109"/>
                    </a:cubicBezTo>
                    <a:cubicBezTo>
                      <a:pt x="1218" y="109"/>
                      <a:pt x="1218" y="109"/>
                      <a:pt x="1218" y="109"/>
                    </a:cubicBezTo>
                    <a:cubicBezTo>
                      <a:pt x="1217" y="110"/>
                      <a:pt x="1217" y="110"/>
                      <a:pt x="1217" y="110"/>
                    </a:cubicBezTo>
                    <a:cubicBezTo>
                      <a:pt x="1217" y="112"/>
                      <a:pt x="1217" y="112"/>
                      <a:pt x="1217" y="112"/>
                    </a:cubicBezTo>
                    <a:cubicBezTo>
                      <a:pt x="1216" y="111"/>
                      <a:pt x="1216" y="111"/>
                      <a:pt x="1216" y="111"/>
                    </a:cubicBezTo>
                    <a:cubicBezTo>
                      <a:pt x="1217" y="109"/>
                      <a:pt x="1217" y="109"/>
                      <a:pt x="1217" y="109"/>
                    </a:cubicBezTo>
                    <a:cubicBezTo>
                      <a:pt x="1216" y="108"/>
                      <a:pt x="1216" y="108"/>
                      <a:pt x="1216" y="108"/>
                    </a:cubicBezTo>
                    <a:lnTo>
                      <a:pt x="1216" y="106"/>
                    </a:lnTo>
                    <a:close/>
                    <a:moveTo>
                      <a:pt x="1212" y="24"/>
                    </a:move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4" y="27"/>
                      <a:pt x="1214" y="27"/>
                      <a:pt x="1214" y="27"/>
                    </a:cubicBezTo>
                    <a:cubicBezTo>
                      <a:pt x="1216" y="27"/>
                      <a:pt x="1216" y="27"/>
                      <a:pt x="1216" y="27"/>
                    </a:cubicBezTo>
                    <a:cubicBezTo>
                      <a:pt x="1215" y="27"/>
                      <a:pt x="1215" y="27"/>
                      <a:pt x="1215" y="27"/>
                    </a:cubicBezTo>
                    <a:cubicBezTo>
                      <a:pt x="1213" y="26"/>
                      <a:pt x="1213" y="26"/>
                      <a:pt x="1213" y="26"/>
                    </a:cubicBezTo>
                    <a:cubicBezTo>
                      <a:pt x="1212" y="25"/>
                      <a:pt x="1212" y="25"/>
                      <a:pt x="1212" y="25"/>
                    </a:cubicBezTo>
                    <a:lnTo>
                      <a:pt x="1212" y="24"/>
                    </a:lnTo>
                    <a:close/>
                    <a:moveTo>
                      <a:pt x="1207" y="24"/>
                    </a:moveTo>
                    <a:cubicBezTo>
                      <a:pt x="1209" y="25"/>
                      <a:pt x="1209" y="25"/>
                      <a:pt x="1209" y="25"/>
                    </a:cubicBezTo>
                    <a:cubicBezTo>
                      <a:pt x="1208" y="25"/>
                      <a:pt x="1208" y="25"/>
                      <a:pt x="1208" y="25"/>
                    </a:cubicBezTo>
                    <a:cubicBezTo>
                      <a:pt x="1207" y="24"/>
                      <a:pt x="1207" y="24"/>
                      <a:pt x="1207" y="24"/>
                    </a:cubicBezTo>
                    <a:close/>
                    <a:moveTo>
                      <a:pt x="1068" y="52"/>
                    </a:move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9" y="52"/>
                      <a:pt x="1069" y="52"/>
                      <a:pt x="1069" y="52"/>
                    </a:cubicBezTo>
                    <a:cubicBezTo>
                      <a:pt x="1068" y="56"/>
                      <a:pt x="1068" y="56"/>
                      <a:pt x="1068" y="56"/>
                    </a:cubicBezTo>
                    <a:cubicBezTo>
                      <a:pt x="1068" y="54"/>
                      <a:pt x="1068" y="54"/>
                      <a:pt x="1068" y="54"/>
                    </a:cubicBezTo>
                    <a:cubicBezTo>
                      <a:pt x="1068" y="54"/>
                      <a:pt x="1068" y="54"/>
                      <a:pt x="1068" y="54"/>
                    </a:cubicBezTo>
                    <a:lnTo>
                      <a:pt x="1068" y="52"/>
                    </a:lnTo>
                    <a:close/>
                    <a:moveTo>
                      <a:pt x="1068" y="56"/>
                    </a:moveTo>
                    <a:cubicBezTo>
                      <a:pt x="1070" y="58"/>
                      <a:pt x="1070" y="58"/>
                      <a:pt x="1070" y="58"/>
                    </a:cubicBezTo>
                    <a:cubicBezTo>
                      <a:pt x="1069" y="57"/>
                      <a:pt x="1069" y="57"/>
                      <a:pt x="1069" y="57"/>
                    </a:cubicBezTo>
                    <a:cubicBezTo>
                      <a:pt x="1068" y="57"/>
                      <a:pt x="1068" y="57"/>
                      <a:pt x="1068" y="57"/>
                    </a:cubicBezTo>
                    <a:lnTo>
                      <a:pt x="1068" y="56"/>
                    </a:lnTo>
                    <a:close/>
                    <a:moveTo>
                      <a:pt x="1064" y="54"/>
                    </a:moveTo>
                    <a:cubicBezTo>
                      <a:pt x="1065" y="54"/>
                      <a:pt x="1065" y="54"/>
                      <a:pt x="1065" y="54"/>
                    </a:cubicBezTo>
                    <a:cubicBezTo>
                      <a:pt x="1065" y="53"/>
                      <a:pt x="1065" y="53"/>
                      <a:pt x="1065" y="53"/>
                    </a:cubicBezTo>
                    <a:cubicBezTo>
                      <a:pt x="1066" y="55"/>
                      <a:pt x="1066" y="55"/>
                      <a:pt x="1066" y="55"/>
                    </a:cubicBezTo>
                    <a:cubicBezTo>
                      <a:pt x="1067" y="57"/>
                      <a:pt x="1067" y="57"/>
                      <a:pt x="1067" y="57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6" y="58"/>
                      <a:pt x="1066" y="58"/>
                      <a:pt x="1066" y="58"/>
                    </a:cubicBezTo>
                    <a:cubicBezTo>
                      <a:pt x="1066" y="59"/>
                      <a:pt x="1066" y="59"/>
                      <a:pt x="1066" y="59"/>
                    </a:cubicBezTo>
                    <a:cubicBezTo>
                      <a:pt x="1065" y="59"/>
                      <a:pt x="1065" y="59"/>
                      <a:pt x="1065" y="59"/>
                    </a:cubicBezTo>
                    <a:cubicBezTo>
                      <a:pt x="1065" y="56"/>
                      <a:pt x="1065" y="56"/>
                      <a:pt x="1065" y="56"/>
                    </a:cubicBezTo>
                    <a:cubicBezTo>
                      <a:pt x="1064" y="55"/>
                      <a:pt x="1064" y="55"/>
                      <a:pt x="1064" y="55"/>
                    </a:cubicBezTo>
                    <a:lnTo>
                      <a:pt x="1064" y="54"/>
                    </a:lnTo>
                    <a:close/>
                    <a:moveTo>
                      <a:pt x="945" y="675"/>
                    </a:moveTo>
                    <a:cubicBezTo>
                      <a:pt x="944" y="675"/>
                      <a:pt x="944" y="675"/>
                      <a:pt x="944" y="675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cubicBezTo>
                      <a:pt x="944" y="674"/>
                      <a:pt x="944" y="674"/>
                      <a:pt x="944" y="674"/>
                    </a:cubicBezTo>
                    <a:lnTo>
                      <a:pt x="945" y="675"/>
                    </a:lnTo>
                    <a:close/>
                    <a:moveTo>
                      <a:pt x="947" y="42"/>
                    </a:moveTo>
                    <a:cubicBezTo>
                      <a:pt x="946" y="44"/>
                      <a:pt x="946" y="44"/>
                      <a:pt x="946" y="44"/>
                    </a:cubicBezTo>
                    <a:cubicBezTo>
                      <a:pt x="946" y="46"/>
                      <a:pt x="946" y="46"/>
                      <a:pt x="946" y="46"/>
                    </a:cubicBezTo>
                    <a:cubicBezTo>
                      <a:pt x="944" y="47"/>
                      <a:pt x="944" y="47"/>
                      <a:pt x="944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7"/>
                      <a:pt x="943" y="47"/>
                      <a:pt x="943" y="47"/>
                    </a:cubicBezTo>
                    <a:cubicBezTo>
                      <a:pt x="943" y="46"/>
                      <a:pt x="943" y="46"/>
                      <a:pt x="943" y="46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2" y="45"/>
                      <a:pt x="942" y="45"/>
                      <a:pt x="942" y="45"/>
                    </a:cubicBezTo>
                    <a:cubicBezTo>
                      <a:pt x="943" y="45"/>
                      <a:pt x="943" y="45"/>
                      <a:pt x="943" y="45"/>
                    </a:cubicBezTo>
                    <a:cubicBezTo>
                      <a:pt x="944" y="42"/>
                      <a:pt x="944" y="42"/>
                      <a:pt x="944" y="42"/>
                    </a:cubicBezTo>
                    <a:cubicBezTo>
                      <a:pt x="944" y="39"/>
                      <a:pt x="944" y="39"/>
                      <a:pt x="944" y="39"/>
                    </a:cubicBezTo>
                    <a:cubicBezTo>
                      <a:pt x="942" y="38"/>
                      <a:pt x="942" y="38"/>
                      <a:pt x="942" y="38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2" y="37"/>
                      <a:pt x="942" y="37"/>
                      <a:pt x="942" y="37"/>
                    </a:cubicBezTo>
                    <a:cubicBezTo>
                      <a:pt x="943" y="36"/>
                      <a:pt x="943" y="36"/>
                      <a:pt x="943" y="36"/>
                    </a:cubicBezTo>
                    <a:cubicBezTo>
                      <a:pt x="943" y="37"/>
                      <a:pt x="943" y="37"/>
                      <a:pt x="943" y="37"/>
                    </a:cubicBezTo>
                    <a:cubicBezTo>
                      <a:pt x="944" y="38"/>
                      <a:pt x="944" y="38"/>
                      <a:pt x="944" y="38"/>
                    </a:cubicBezTo>
                    <a:cubicBezTo>
                      <a:pt x="946" y="42"/>
                      <a:pt x="946" y="42"/>
                      <a:pt x="946" y="42"/>
                    </a:cubicBezTo>
                    <a:cubicBezTo>
                      <a:pt x="946" y="40"/>
                      <a:pt x="946" y="40"/>
                      <a:pt x="946" y="40"/>
                    </a:cubicBezTo>
                    <a:cubicBezTo>
                      <a:pt x="946" y="41"/>
                      <a:pt x="946" y="41"/>
                      <a:pt x="946" y="41"/>
                    </a:cubicBezTo>
                    <a:lnTo>
                      <a:pt x="947" y="42"/>
                    </a:lnTo>
                    <a:close/>
                    <a:moveTo>
                      <a:pt x="933" y="37"/>
                    </a:moveTo>
                    <a:cubicBezTo>
                      <a:pt x="934" y="34"/>
                      <a:pt x="934" y="34"/>
                      <a:pt x="934" y="34"/>
                    </a:cubicBezTo>
                    <a:cubicBezTo>
                      <a:pt x="935" y="35"/>
                      <a:pt x="935" y="35"/>
                      <a:pt x="935" y="35"/>
                    </a:cubicBezTo>
                    <a:cubicBezTo>
                      <a:pt x="936" y="35"/>
                      <a:pt x="936" y="35"/>
                      <a:pt x="936" y="35"/>
                    </a:cubicBezTo>
                    <a:cubicBezTo>
                      <a:pt x="938" y="35"/>
                      <a:pt x="938" y="35"/>
                      <a:pt x="938" y="35"/>
                    </a:cubicBezTo>
                    <a:cubicBezTo>
                      <a:pt x="943" y="33"/>
                      <a:pt x="943" y="33"/>
                      <a:pt x="943" y="33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6" y="35"/>
                      <a:pt x="946" y="35"/>
                      <a:pt x="946" y="35"/>
                    </a:cubicBezTo>
                    <a:cubicBezTo>
                      <a:pt x="946" y="32"/>
                      <a:pt x="946" y="32"/>
                      <a:pt x="946" y="32"/>
                    </a:cubicBezTo>
                    <a:cubicBezTo>
                      <a:pt x="940" y="35"/>
                      <a:pt x="940" y="35"/>
                      <a:pt x="940" y="35"/>
                    </a:cubicBezTo>
                    <a:cubicBezTo>
                      <a:pt x="936" y="37"/>
                      <a:pt x="936" y="37"/>
                      <a:pt x="936" y="37"/>
                    </a:cubicBezTo>
                    <a:cubicBezTo>
                      <a:pt x="936" y="39"/>
                      <a:pt x="936" y="39"/>
                      <a:pt x="936" y="39"/>
                    </a:cubicBezTo>
                    <a:cubicBezTo>
                      <a:pt x="934" y="40"/>
                      <a:pt x="934" y="40"/>
                      <a:pt x="934" y="40"/>
                    </a:cubicBezTo>
                    <a:cubicBezTo>
                      <a:pt x="933" y="40"/>
                      <a:pt x="933" y="40"/>
                      <a:pt x="933" y="40"/>
                    </a:cubicBezTo>
                    <a:cubicBezTo>
                      <a:pt x="933" y="39"/>
                      <a:pt x="933" y="39"/>
                      <a:pt x="933" y="39"/>
                    </a:cubicBezTo>
                    <a:cubicBezTo>
                      <a:pt x="935" y="39"/>
                      <a:pt x="935" y="39"/>
                      <a:pt x="935" y="39"/>
                    </a:cubicBezTo>
                    <a:lnTo>
                      <a:pt x="933" y="37"/>
                    </a:lnTo>
                    <a:close/>
                    <a:moveTo>
                      <a:pt x="911" y="47"/>
                    </a:moveTo>
                    <a:cubicBezTo>
                      <a:pt x="909" y="47"/>
                      <a:pt x="909" y="47"/>
                      <a:pt x="909" y="47"/>
                    </a:cubicBezTo>
                    <a:cubicBezTo>
                      <a:pt x="910" y="47"/>
                      <a:pt x="910" y="47"/>
                      <a:pt x="910" y="47"/>
                    </a:cubicBezTo>
                    <a:cubicBezTo>
                      <a:pt x="912" y="46"/>
                      <a:pt x="912" y="46"/>
                      <a:pt x="912" y="46"/>
                    </a:cubicBezTo>
                    <a:lnTo>
                      <a:pt x="911" y="47"/>
                    </a:lnTo>
                    <a:close/>
                    <a:moveTo>
                      <a:pt x="905" y="66"/>
                    </a:move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5"/>
                      <a:pt x="907" y="65"/>
                      <a:pt x="907" y="65"/>
                    </a:cubicBezTo>
                    <a:cubicBezTo>
                      <a:pt x="907" y="66"/>
                      <a:pt x="907" y="66"/>
                      <a:pt x="907" y="66"/>
                    </a:cubicBezTo>
                    <a:cubicBezTo>
                      <a:pt x="909" y="66"/>
                      <a:pt x="909" y="66"/>
                      <a:pt x="909" y="66"/>
                    </a:cubicBezTo>
                    <a:cubicBezTo>
                      <a:pt x="911" y="66"/>
                      <a:pt x="911" y="66"/>
                      <a:pt x="911" y="66"/>
                    </a:cubicBezTo>
                    <a:cubicBezTo>
                      <a:pt x="912" y="66"/>
                      <a:pt x="912" y="66"/>
                      <a:pt x="912" y="66"/>
                    </a:cubicBezTo>
                    <a:cubicBezTo>
                      <a:pt x="910" y="67"/>
                      <a:pt x="910" y="67"/>
                      <a:pt x="910" y="67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12" y="68"/>
                      <a:pt x="912" y="68"/>
                      <a:pt x="912" y="68"/>
                    </a:cubicBezTo>
                    <a:cubicBezTo>
                      <a:pt x="909" y="68"/>
                      <a:pt x="909" y="68"/>
                      <a:pt x="909" y="68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9" y="70"/>
                      <a:pt x="909" y="70"/>
                      <a:pt x="909" y="70"/>
                    </a:cubicBezTo>
                    <a:cubicBezTo>
                      <a:pt x="908" y="68"/>
                      <a:pt x="908" y="68"/>
                      <a:pt x="908" y="68"/>
                    </a:cubicBezTo>
                    <a:cubicBezTo>
                      <a:pt x="906" y="68"/>
                      <a:pt x="906" y="68"/>
                      <a:pt x="906" y="68"/>
                    </a:cubicBezTo>
                    <a:cubicBezTo>
                      <a:pt x="905" y="67"/>
                      <a:pt x="905" y="67"/>
                      <a:pt x="905" y="67"/>
                    </a:cubicBezTo>
                    <a:cubicBezTo>
                      <a:pt x="905" y="67"/>
                      <a:pt x="905" y="67"/>
                      <a:pt x="905" y="67"/>
                    </a:cubicBezTo>
                    <a:lnTo>
                      <a:pt x="905" y="66"/>
                    </a:lnTo>
                    <a:close/>
                    <a:moveTo>
                      <a:pt x="904" y="757"/>
                    </a:moveTo>
                    <a:cubicBezTo>
                      <a:pt x="904" y="757"/>
                      <a:pt x="904" y="757"/>
                      <a:pt x="904" y="757"/>
                    </a:cubicBezTo>
                    <a:cubicBezTo>
                      <a:pt x="904" y="758"/>
                      <a:pt x="904" y="758"/>
                      <a:pt x="904" y="758"/>
                    </a:cubicBezTo>
                    <a:lnTo>
                      <a:pt x="904" y="757"/>
                    </a:lnTo>
                    <a:close/>
                    <a:moveTo>
                      <a:pt x="716" y="27"/>
                    </a:moveTo>
                    <a:cubicBezTo>
                      <a:pt x="718" y="28"/>
                      <a:pt x="718" y="28"/>
                      <a:pt x="718" y="28"/>
                    </a:cubicBezTo>
                    <a:cubicBezTo>
                      <a:pt x="720" y="29"/>
                      <a:pt x="720" y="29"/>
                      <a:pt x="720" y="29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9" y="31"/>
                      <a:pt x="719" y="31"/>
                      <a:pt x="719" y="31"/>
                    </a:cubicBezTo>
                    <a:cubicBezTo>
                      <a:pt x="718" y="30"/>
                      <a:pt x="718" y="30"/>
                      <a:pt x="718" y="30"/>
                    </a:cubicBezTo>
                    <a:cubicBezTo>
                      <a:pt x="718" y="29"/>
                      <a:pt x="718" y="29"/>
                      <a:pt x="718" y="29"/>
                    </a:cubicBezTo>
                    <a:cubicBezTo>
                      <a:pt x="717" y="28"/>
                      <a:pt x="717" y="28"/>
                      <a:pt x="717" y="28"/>
                    </a:cubicBezTo>
                    <a:cubicBezTo>
                      <a:pt x="715" y="28"/>
                      <a:pt x="715" y="28"/>
                      <a:pt x="715" y="28"/>
                    </a:cubicBezTo>
                    <a:cubicBezTo>
                      <a:pt x="715" y="27"/>
                      <a:pt x="715" y="27"/>
                      <a:pt x="715" y="27"/>
                    </a:cubicBezTo>
                    <a:lnTo>
                      <a:pt x="716" y="27"/>
                    </a:lnTo>
                    <a:close/>
                    <a:moveTo>
                      <a:pt x="589" y="84"/>
                    </a:moveTo>
                    <a:cubicBezTo>
                      <a:pt x="587" y="84"/>
                      <a:pt x="587" y="84"/>
                      <a:pt x="587" y="84"/>
                    </a:cubicBezTo>
                    <a:cubicBezTo>
                      <a:pt x="586" y="82"/>
                      <a:pt x="586" y="82"/>
                      <a:pt x="586" y="82"/>
                    </a:cubicBezTo>
                    <a:cubicBezTo>
                      <a:pt x="587" y="83"/>
                      <a:pt x="587" y="83"/>
                      <a:pt x="587" y="83"/>
                    </a:cubicBezTo>
                    <a:cubicBezTo>
                      <a:pt x="588" y="83"/>
                      <a:pt x="588" y="83"/>
                      <a:pt x="588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1" y="83"/>
                      <a:pt x="591" y="83"/>
                      <a:pt x="591" y="83"/>
                    </a:cubicBezTo>
                    <a:cubicBezTo>
                      <a:pt x="589" y="84"/>
                      <a:pt x="589" y="84"/>
                      <a:pt x="589" y="84"/>
                    </a:cubicBezTo>
                    <a:cubicBezTo>
                      <a:pt x="590" y="85"/>
                      <a:pt x="590" y="85"/>
                      <a:pt x="590" y="85"/>
                    </a:cubicBezTo>
                    <a:lnTo>
                      <a:pt x="589" y="84"/>
                    </a:lnTo>
                    <a:close/>
                    <a:moveTo>
                      <a:pt x="590" y="90"/>
                    </a:moveTo>
                    <a:cubicBezTo>
                      <a:pt x="590" y="89"/>
                      <a:pt x="590" y="89"/>
                      <a:pt x="590" y="89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91" y="89"/>
                      <a:pt x="591" y="89"/>
                      <a:pt x="591" y="89"/>
                    </a:cubicBezTo>
                    <a:lnTo>
                      <a:pt x="590" y="90"/>
                    </a:lnTo>
                    <a:close/>
                    <a:moveTo>
                      <a:pt x="591" y="83"/>
                    </a:moveTo>
                    <a:cubicBezTo>
                      <a:pt x="591" y="83"/>
                      <a:pt x="591" y="83"/>
                      <a:pt x="591" y="83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1" y="82"/>
                      <a:pt x="591" y="82"/>
                      <a:pt x="591" y="82"/>
                    </a:cubicBezTo>
                    <a:lnTo>
                      <a:pt x="591" y="83"/>
                    </a:lnTo>
                    <a:close/>
                    <a:moveTo>
                      <a:pt x="592" y="79"/>
                    </a:moveTo>
                    <a:cubicBezTo>
                      <a:pt x="591" y="78"/>
                      <a:pt x="591" y="78"/>
                      <a:pt x="591" y="78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90" y="79"/>
                      <a:pt x="590" y="79"/>
                      <a:pt x="590" y="79"/>
                    </a:cubicBezTo>
                    <a:cubicBezTo>
                      <a:pt x="589" y="79"/>
                      <a:pt x="589" y="79"/>
                      <a:pt x="589" y="79"/>
                    </a:cubicBezTo>
                    <a:cubicBezTo>
                      <a:pt x="590" y="78"/>
                      <a:pt x="590" y="78"/>
                      <a:pt x="590" y="78"/>
                    </a:cubicBezTo>
                    <a:cubicBezTo>
                      <a:pt x="592" y="79"/>
                      <a:pt x="592" y="79"/>
                      <a:pt x="592" y="79"/>
                    </a:cubicBezTo>
                    <a:close/>
                    <a:moveTo>
                      <a:pt x="478" y="193"/>
                    </a:moveTo>
                    <a:cubicBezTo>
                      <a:pt x="477" y="193"/>
                      <a:pt x="477" y="193"/>
                      <a:pt x="477" y="193"/>
                    </a:cubicBezTo>
                    <a:cubicBezTo>
                      <a:pt x="478" y="192"/>
                      <a:pt x="478" y="192"/>
                      <a:pt x="478" y="192"/>
                    </a:cubicBezTo>
                    <a:cubicBezTo>
                      <a:pt x="478" y="192"/>
                      <a:pt x="478" y="192"/>
                      <a:pt x="478" y="192"/>
                    </a:cubicBezTo>
                    <a:lnTo>
                      <a:pt x="478" y="193"/>
                    </a:lnTo>
                    <a:close/>
                    <a:moveTo>
                      <a:pt x="218" y="220"/>
                    </a:moveTo>
                    <a:cubicBezTo>
                      <a:pt x="218" y="219"/>
                      <a:pt x="218" y="219"/>
                      <a:pt x="218" y="219"/>
                    </a:cubicBezTo>
                    <a:cubicBezTo>
                      <a:pt x="217" y="220"/>
                      <a:pt x="217" y="220"/>
                      <a:pt x="217" y="220"/>
                    </a:cubicBezTo>
                    <a:lnTo>
                      <a:pt x="218" y="220"/>
                    </a:lnTo>
                    <a:close/>
                    <a:moveTo>
                      <a:pt x="213" y="230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3" y="229"/>
                      <a:pt x="213" y="229"/>
                      <a:pt x="213" y="229"/>
                    </a:cubicBezTo>
                    <a:lnTo>
                      <a:pt x="213" y="230"/>
                    </a:lnTo>
                    <a:close/>
                    <a:moveTo>
                      <a:pt x="213" y="229"/>
                    </a:moveTo>
                    <a:cubicBezTo>
                      <a:pt x="212" y="228"/>
                      <a:pt x="212" y="228"/>
                      <a:pt x="212" y="228"/>
                    </a:cubicBezTo>
                    <a:cubicBezTo>
                      <a:pt x="213" y="227"/>
                      <a:pt x="213" y="227"/>
                      <a:pt x="213" y="227"/>
                    </a:cubicBezTo>
                    <a:cubicBezTo>
                      <a:pt x="214" y="228"/>
                      <a:pt x="214" y="228"/>
                      <a:pt x="214" y="228"/>
                    </a:cubicBezTo>
                    <a:lnTo>
                      <a:pt x="213" y="229"/>
                    </a:lnTo>
                    <a:close/>
                    <a:moveTo>
                      <a:pt x="214" y="226"/>
                    </a:moveTo>
                    <a:cubicBezTo>
                      <a:pt x="214" y="226"/>
                      <a:pt x="214" y="226"/>
                      <a:pt x="214" y="226"/>
                    </a:cubicBez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5"/>
                      <a:pt x="214" y="225"/>
                      <a:pt x="214" y="225"/>
                    </a:cubicBezTo>
                    <a:lnTo>
                      <a:pt x="214" y="226"/>
                    </a:lnTo>
                    <a:close/>
                    <a:moveTo>
                      <a:pt x="214" y="225"/>
                    </a:moveTo>
                    <a:cubicBezTo>
                      <a:pt x="214" y="225"/>
                      <a:pt x="214" y="225"/>
                      <a:pt x="214" y="225"/>
                    </a:cubicBezTo>
                    <a:cubicBezTo>
                      <a:pt x="214" y="224"/>
                      <a:pt x="214" y="224"/>
                      <a:pt x="214" y="224"/>
                    </a:cubicBezTo>
                    <a:cubicBezTo>
                      <a:pt x="214" y="223"/>
                      <a:pt x="214" y="223"/>
                      <a:pt x="214" y="223"/>
                    </a:cubicBezTo>
                    <a:cubicBezTo>
                      <a:pt x="215" y="224"/>
                      <a:pt x="215" y="224"/>
                      <a:pt x="215" y="224"/>
                    </a:cubicBezTo>
                    <a:cubicBezTo>
                      <a:pt x="215" y="223"/>
                      <a:pt x="215" y="223"/>
                      <a:pt x="215" y="223"/>
                    </a:cubicBezTo>
                    <a:lnTo>
                      <a:pt x="214" y="225"/>
                    </a:lnTo>
                    <a:close/>
                    <a:moveTo>
                      <a:pt x="201" y="262"/>
                    </a:moveTo>
                    <a:cubicBezTo>
                      <a:pt x="201" y="262"/>
                      <a:pt x="201" y="262"/>
                      <a:pt x="201" y="262"/>
                    </a:cubicBezTo>
                    <a:cubicBezTo>
                      <a:pt x="201" y="262"/>
                      <a:pt x="201" y="262"/>
                      <a:pt x="201" y="262"/>
                    </a:cubicBezTo>
                    <a:close/>
                    <a:moveTo>
                      <a:pt x="157" y="329"/>
                    </a:move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cubicBezTo>
                      <a:pt x="158" y="329"/>
                      <a:pt x="158" y="329"/>
                      <a:pt x="158" y="329"/>
                    </a:cubicBezTo>
                    <a:lnTo>
                      <a:pt x="157" y="329"/>
                    </a:lnTo>
                    <a:close/>
                    <a:moveTo>
                      <a:pt x="158" y="314"/>
                    </a:moveTo>
                    <a:cubicBezTo>
                      <a:pt x="156" y="313"/>
                      <a:pt x="156" y="313"/>
                      <a:pt x="156" y="313"/>
                    </a:cubicBezTo>
                    <a:cubicBezTo>
                      <a:pt x="157" y="312"/>
                      <a:pt x="157" y="312"/>
                      <a:pt x="157" y="312"/>
                    </a:cubicBezTo>
                    <a:cubicBezTo>
                      <a:pt x="158" y="313"/>
                      <a:pt x="158" y="313"/>
                      <a:pt x="158" y="313"/>
                    </a:cubicBezTo>
                    <a:lnTo>
                      <a:pt x="158" y="314"/>
                    </a:lnTo>
                    <a:close/>
                    <a:moveTo>
                      <a:pt x="162" y="309"/>
                    </a:move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2" y="309"/>
                      <a:pt x="162" y="309"/>
                      <a:pt x="162" y="309"/>
                    </a:cubicBezTo>
                    <a:close/>
                    <a:moveTo>
                      <a:pt x="159" y="329"/>
                    </a:move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7"/>
                      <a:pt x="161" y="327"/>
                      <a:pt x="161" y="327"/>
                    </a:cubicBezTo>
                    <a:cubicBezTo>
                      <a:pt x="161" y="328"/>
                      <a:pt x="161" y="328"/>
                      <a:pt x="161" y="328"/>
                    </a:cubicBezTo>
                    <a:cubicBezTo>
                      <a:pt x="159" y="329"/>
                      <a:pt x="159" y="329"/>
                      <a:pt x="159" y="329"/>
                    </a:cubicBezTo>
                    <a:cubicBezTo>
                      <a:pt x="159" y="329"/>
                      <a:pt x="159" y="329"/>
                      <a:pt x="159" y="329"/>
                    </a:cubicBezTo>
                    <a:close/>
                    <a:moveTo>
                      <a:pt x="160" y="332"/>
                    </a:moveTo>
                    <a:cubicBezTo>
                      <a:pt x="159" y="334"/>
                      <a:pt x="159" y="334"/>
                      <a:pt x="159" y="334"/>
                    </a:cubicBezTo>
                    <a:cubicBezTo>
                      <a:pt x="160" y="332"/>
                      <a:pt x="160" y="332"/>
                      <a:pt x="160" y="332"/>
                    </a:cubicBezTo>
                    <a:close/>
                    <a:moveTo>
                      <a:pt x="161" y="337"/>
                    </a:move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60" y="338"/>
                      <a:pt x="160" y="338"/>
                      <a:pt x="160" y="338"/>
                    </a:cubicBezTo>
                    <a:cubicBezTo>
                      <a:pt x="160" y="337"/>
                      <a:pt x="160" y="337"/>
                      <a:pt x="160" y="337"/>
                    </a:cubicBezTo>
                    <a:cubicBezTo>
                      <a:pt x="159" y="336"/>
                      <a:pt x="159" y="336"/>
                      <a:pt x="159" y="336"/>
                    </a:cubicBezTo>
                    <a:cubicBezTo>
                      <a:pt x="161" y="335"/>
                      <a:pt x="161" y="335"/>
                      <a:pt x="161" y="335"/>
                    </a:cubicBezTo>
                    <a:cubicBezTo>
                      <a:pt x="161" y="334"/>
                      <a:pt x="161" y="334"/>
                      <a:pt x="161" y="334"/>
                    </a:cubicBezTo>
                    <a:cubicBezTo>
                      <a:pt x="162" y="335"/>
                      <a:pt x="162" y="335"/>
                      <a:pt x="162" y="335"/>
                    </a:cubicBezTo>
                    <a:cubicBezTo>
                      <a:pt x="163" y="333"/>
                      <a:pt x="163" y="333"/>
                      <a:pt x="163" y="333"/>
                    </a:cubicBezTo>
                    <a:cubicBezTo>
                      <a:pt x="164" y="333"/>
                      <a:pt x="164" y="333"/>
                      <a:pt x="164" y="333"/>
                    </a:cubicBezTo>
                    <a:cubicBezTo>
                      <a:pt x="163" y="334"/>
                      <a:pt x="163" y="334"/>
                      <a:pt x="163" y="334"/>
                    </a:cubicBezTo>
                    <a:cubicBezTo>
                      <a:pt x="162" y="334"/>
                      <a:pt x="162" y="334"/>
                      <a:pt x="162" y="334"/>
                    </a:cubicBezTo>
                    <a:cubicBezTo>
                      <a:pt x="161" y="336"/>
                      <a:pt x="161" y="336"/>
                      <a:pt x="161" y="336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7"/>
                      <a:pt x="163" y="337"/>
                      <a:pt x="163" y="337"/>
                    </a:cubicBezTo>
                    <a:cubicBezTo>
                      <a:pt x="163" y="338"/>
                      <a:pt x="163" y="338"/>
                      <a:pt x="163" y="338"/>
                    </a:cubicBezTo>
                    <a:cubicBezTo>
                      <a:pt x="162" y="337"/>
                      <a:pt x="162" y="337"/>
                      <a:pt x="162" y="337"/>
                    </a:cubicBezTo>
                    <a:lnTo>
                      <a:pt x="161" y="337"/>
                    </a:lnTo>
                    <a:close/>
                    <a:moveTo>
                      <a:pt x="163" y="346"/>
                    </a:moveTo>
                    <a:cubicBezTo>
                      <a:pt x="162" y="347"/>
                      <a:pt x="162" y="347"/>
                      <a:pt x="162" y="347"/>
                    </a:cubicBezTo>
                    <a:cubicBezTo>
                      <a:pt x="162" y="346"/>
                      <a:pt x="162" y="346"/>
                      <a:pt x="162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ubicBezTo>
                      <a:pt x="163" y="346"/>
                      <a:pt x="163" y="346"/>
                      <a:pt x="163" y="346"/>
                    </a:cubicBezTo>
                    <a:close/>
                    <a:moveTo>
                      <a:pt x="164" y="344"/>
                    </a:moveTo>
                    <a:cubicBezTo>
                      <a:pt x="163" y="344"/>
                      <a:pt x="163" y="344"/>
                      <a:pt x="163" y="344"/>
                    </a:cubicBezTo>
                    <a:cubicBezTo>
                      <a:pt x="163" y="345"/>
                      <a:pt x="163" y="345"/>
                      <a:pt x="163" y="345"/>
                    </a:cubicBezTo>
                    <a:cubicBezTo>
                      <a:pt x="161" y="344"/>
                      <a:pt x="161" y="344"/>
                      <a:pt x="161" y="344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1" y="343"/>
                      <a:pt x="161" y="343"/>
                      <a:pt x="161" y="343"/>
                    </a:cubicBezTo>
                    <a:cubicBezTo>
                      <a:pt x="163" y="343"/>
                      <a:pt x="163" y="343"/>
                      <a:pt x="163" y="343"/>
                    </a:cubicBezTo>
                    <a:cubicBezTo>
                      <a:pt x="163" y="342"/>
                      <a:pt x="163" y="342"/>
                      <a:pt x="163" y="342"/>
                    </a:cubicBezTo>
                    <a:cubicBezTo>
                      <a:pt x="164" y="343"/>
                      <a:pt x="164" y="343"/>
                      <a:pt x="164" y="343"/>
                    </a:cubicBezTo>
                    <a:lnTo>
                      <a:pt x="164" y="344"/>
                    </a:lnTo>
                    <a:close/>
                    <a:moveTo>
                      <a:pt x="163" y="322"/>
                    </a:move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1" y="322"/>
                      <a:pt x="161" y="322"/>
                      <a:pt x="161" y="322"/>
                    </a:cubicBezTo>
                    <a:cubicBezTo>
                      <a:pt x="163" y="321"/>
                      <a:pt x="163" y="321"/>
                      <a:pt x="163" y="321"/>
                    </a:cubicBezTo>
                    <a:cubicBezTo>
                      <a:pt x="164" y="322"/>
                      <a:pt x="164" y="322"/>
                      <a:pt x="164" y="322"/>
                    </a:cubicBezTo>
                    <a:cubicBezTo>
                      <a:pt x="164" y="322"/>
                      <a:pt x="164" y="322"/>
                      <a:pt x="164" y="322"/>
                    </a:cubicBezTo>
                    <a:lnTo>
                      <a:pt x="163" y="322"/>
                    </a:lnTo>
                    <a:close/>
                    <a:moveTo>
                      <a:pt x="167" y="321"/>
                    </a:moveTo>
                    <a:cubicBezTo>
                      <a:pt x="165" y="323"/>
                      <a:pt x="165" y="323"/>
                      <a:pt x="165" y="323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5" y="322"/>
                      <a:pt x="165" y="322"/>
                      <a:pt x="165" y="322"/>
                    </a:cubicBezTo>
                    <a:cubicBezTo>
                      <a:pt x="167" y="321"/>
                      <a:pt x="167" y="321"/>
                      <a:pt x="167" y="321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67" y="321"/>
                      <a:pt x="167" y="321"/>
                      <a:pt x="167" y="321"/>
                    </a:cubicBezTo>
                    <a:close/>
                    <a:moveTo>
                      <a:pt x="169" y="323"/>
                    </a:move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8" y="321"/>
                      <a:pt x="168" y="321"/>
                      <a:pt x="168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71" y="322"/>
                      <a:pt x="171" y="322"/>
                      <a:pt x="171" y="322"/>
                    </a:cubicBezTo>
                    <a:lnTo>
                      <a:pt x="169" y="323"/>
                    </a:lnTo>
                    <a:close/>
                    <a:moveTo>
                      <a:pt x="179" y="292"/>
                    </a:moveTo>
                    <a:cubicBezTo>
                      <a:pt x="179" y="293"/>
                      <a:pt x="179" y="293"/>
                      <a:pt x="179" y="293"/>
                    </a:cubicBezTo>
                    <a:cubicBezTo>
                      <a:pt x="178" y="293"/>
                      <a:pt x="178" y="293"/>
                      <a:pt x="178" y="293"/>
                    </a:cubicBezTo>
                    <a:lnTo>
                      <a:pt x="179" y="292"/>
                    </a:lnTo>
                    <a:close/>
                    <a:moveTo>
                      <a:pt x="182" y="296"/>
                    </a:move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8" y="298"/>
                      <a:pt x="178" y="298"/>
                      <a:pt x="178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7" y="298"/>
                      <a:pt x="177" y="298"/>
                      <a:pt x="177" y="298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8" y="296"/>
                      <a:pt x="178" y="296"/>
                      <a:pt x="178" y="296"/>
                    </a:cubicBezTo>
                    <a:cubicBezTo>
                      <a:pt x="179" y="295"/>
                      <a:pt x="179" y="295"/>
                      <a:pt x="179" y="295"/>
                    </a:cubicBezTo>
                    <a:cubicBezTo>
                      <a:pt x="180" y="295"/>
                      <a:pt x="180" y="295"/>
                      <a:pt x="180" y="295"/>
                    </a:cubicBezTo>
                    <a:cubicBezTo>
                      <a:pt x="181" y="294"/>
                      <a:pt x="181" y="294"/>
                      <a:pt x="181" y="294"/>
                    </a:cubicBezTo>
                    <a:cubicBezTo>
                      <a:pt x="181" y="295"/>
                      <a:pt x="181" y="295"/>
                      <a:pt x="181" y="295"/>
                    </a:cubicBezTo>
                    <a:cubicBezTo>
                      <a:pt x="182" y="295"/>
                      <a:pt x="182" y="295"/>
                      <a:pt x="182" y="295"/>
                    </a:cubicBezTo>
                    <a:lnTo>
                      <a:pt x="182" y="296"/>
                    </a:lnTo>
                    <a:close/>
                    <a:moveTo>
                      <a:pt x="192" y="295"/>
                    </a:move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1" y="295"/>
                      <a:pt x="191" y="295"/>
                      <a:pt x="191" y="295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6"/>
                      <a:pt x="187" y="296"/>
                      <a:pt x="187" y="296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6" y="295"/>
                      <a:pt x="186" y="295"/>
                      <a:pt x="186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9" y="294"/>
                      <a:pt x="189" y="294"/>
                      <a:pt x="189" y="294"/>
                    </a:cubicBezTo>
                    <a:cubicBezTo>
                      <a:pt x="190" y="294"/>
                      <a:pt x="190" y="294"/>
                      <a:pt x="190" y="294"/>
                    </a:cubicBezTo>
                    <a:cubicBezTo>
                      <a:pt x="191" y="293"/>
                      <a:pt x="191" y="293"/>
                      <a:pt x="191" y="293"/>
                    </a:cubicBezTo>
                    <a:cubicBezTo>
                      <a:pt x="192" y="294"/>
                      <a:pt x="192" y="294"/>
                      <a:pt x="192" y="294"/>
                    </a:cubicBezTo>
                    <a:lnTo>
                      <a:pt x="192" y="295"/>
                    </a:lnTo>
                    <a:close/>
                    <a:moveTo>
                      <a:pt x="194" y="290"/>
                    </a:moveTo>
                    <a:cubicBezTo>
                      <a:pt x="193" y="291"/>
                      <a:pt x="193" y="291"/>
                      <a:pt x="193" y="291"/>
                    </a:cubicBezTo>
                    <a:cubicBezTo>
                      <a:pt x="193" y="289"/>
                      <a:pt x="193" y="289"/>
                      <a:pt x="193" y="289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195" y="290"/>
                      <a:pt x="195" y="290"/>
                      <a:pt x="195" y="290"/>
                    </a:cubicBezTo>
                    <a:lnTo>
                      <a:pt x="194" y="290"/>
                    </a:lnTo>
                    <a:close/>
                    <a:moveTo>
                      <a:pt x="195" y="278"/>
                    </a:moveTo>
                    <a:cubicBezTo>
                      <a:pt x="195" y="278"/>
                      <a:pt x="195" y="278"/>
                      <a:pt x="195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cubicBezTo>
                      <a:pt x="196" y="278"/>
                      <a:pt x="196" y="278"/>
                      <a:pt x="196" y="278"/>
                    </a:cubicBezTo>
                    <a:lnTo>
                      <a:pt x="195" y="278"/>
                    </a:lnTo>
                    <a:close/>
                    <a:moveTo>
                      <a:pt x="198" y="275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8" y="275"/>
                      <a:pt x="198" y="275"/>
                      <a:pt x="198" y="275"/>
                    </a:cubicBezTo>
                    <a:close/>
                    <a:moveTo>
                      <a:pt x="203" y="263"/>
                    </a:moveTo>
                    <a:cubicBezTo>
                      <a:pt x="203" y="263"/>
                      <a:pt x="203" y="263"/>
                      <a:pt x="203" y="263"/>
                    </a:cubicBezTo>
                    <a:cubicBezTo>
                      <a:pt x="203" y="263"/>
                      <a:pt x="203" y="263"/>
                      <a:pt x="203" y="263"/>
                    </a:cubicBezTo>
                    <a:close/>
                    <a:moveTo>
                      <a:pt x="183" y="373"/>
                    </a:moveTo>
                    <a:cubicBezTo>
                      <a:pt x="183" y="372"/>
                      <a:pt x="183" y="372"/>
                      <a:pt x="183" y="372"/>
                    </a:cubicBezTo>
                    <a:cubicBezTo>
                      <a:pt x="183" y="373"/>
                      <a:pt x="183" y="373"/>
                      <a:pt x="183" y="373"/>
                    </a:cubicBezTo>
                    <a:close/>
                    <a:moveTo>
                      <a:pt x="185" y="369"/>
                    </a:moveTo>
                    <a:cubicBezTo>
                      <a:pt x="186" y="368"/>
                      <a:pt x="186" y="368"/>
                      <a:pt x="186" y="368"/>
                    </a:cubicBezTo>
                    <a:cubicBezTo>
                      <a:pt x="186" y="368"/>
                      <a:pt x="186" y="368"/>
                      <a:pt x="186" y="368"/>
                    </a:cubicBezTo>
                    <a:lnTo>
                      <a:pt x="185" y="369"/>
                    </a:lnTo>
                    <a:close/>
                    <a:moveTo>
                      <a:pt x="292" y="539"/>
                    </a:move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ubicBezTo>
                      <a:pt x="292" y="539"/>
                      <a:pt x="292" y="539"/>
                      <a:pt x="292" y="539"/>
                    </a:cubicBezTo>
                    <a:close/>
                    <a:moveTo>
                      <a:pt x="292" y="535"/>
                    </a:moveTo>
                    <a:cubicBezTo>
                      <a:pt x="292" y="535"/>
                      <a:pt x="292" y="535"/>
                      <a:pt x="292" y="535"/>
                    </a:cubicBezTo>
                    <a:cubicBezTo>
                      <a:pt x="292" y="535"/>
                      <a:pt x="292" y="535"/>
                      <a:pt x="292" y="535"/>
                    </a:cubicBezTo>
                    <a:close/>
                    <a:moveTo>
                      <a:pt x="290" y="538"/>
                    </a:moveTo>
                    <a:cubicBezTo>
                      <a:pt x="291" y="538"/>
                      <a:pt x="291" y="538"/>
                      <a:pt x="291" y="538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1" y="539"/>
                      <a:pt x="291" y="539"/>
                      <a:pt x="291" y="539"/>
                    </a:cubicBezTo>
                    <a:cubicBezTo>
                      <a:pt x="290" y="538"/>
                      <a:pt x="290" y="538"/>
                      <a:pt x="290" y="538"/>
                    </a:cubicBezTo>
                    <a:cubicBezTo>
                      <a:pt x="290" y="538"/>
                      <a:pt x="290" y="538"/>
                      <a:pt x="290" y="538"/>
                    </a:cubicBezTo>
                    <a:close/>
                    <a:moveTo>
                      <a:pt x="279" y="272"/>
                    </a:move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8" y="272"/>
                      <a:pt x="278" y="272"/>
                      <a:pt x="278" y="272"/>
                    </a:cubicBezTo>
                    <a:cubicBezTo>
                      <a:pt x="279" y="271"/>
                      <a:pt x="279" y="271"/>
                      <a:pt x="279" y="271"/>
                    </a:cubicBezTo>
                    <a:lnTo>
                      <a:pt x="279" y="272"/>
                    </a:lnTo>
                    <a:close/>
                    <a:moveTo>
                      <a:pt x="278" y="273"/>
                    </a:moveTo>
                    <a:cubicBezTo>
                      <a:pt x="277" y="273"/>
                      <a:pt x="277" y="273"/>
                      <a:pt x="277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lose/>
                    <a:moveTo>
                      <a:pt x="262" y="198"/>
                    </a:moveTo>
                    <a:cubicBezTo>
                      <a:pt x="262" y="198"/>
                      <a:pt x="262" y="198"/>
                      <a:pt x="262" y="198"/>
                    </a:cubicBezTo>
                    <a:cubicBezTo>
                      <a:pt x="262" y="198"/>
                      <a:pt x="262" y="198"/>
                      <a:pt x="262" y="198"/>
                    </a:cubicBezTo>
                    <a:close/>
                    <a:moveTo>
                      <a:pt x="258" y="200"/>
                    </a:move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60" y="199"/>
                      <a:pt x="260" y="199"/>
                      <a:pt x="260" y="199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8" y="202"/>
                      <a:pt x="258" y="202"/>
                      <a:pt x="258" y="202"/>
                    </a:cubicBezTo>
                    <a:cubicBezTo>
                      <a:pt x="258" y="202"/>
                      <a:pt x="258" y="202"/>
                      <a:pt x="258" y="202"/>
                    </a:cubicBezTo>
                    <a:lnTo>
                      <a:pt x="258" y="200"/>
                    </a:lnTo>
                    <a:close/>
                    <a:moveTo>
                      <a:pt x="256" y="201"/>
                    </a:moveTo>
                    <a:cubicBezTo>
                      <a:pt x="257" y="203"/>
                      <a:pt x="257" y="203"/>
                      <a:pt x="257" y="203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6" y="203"/>
                      <a:pt x="256" y="203"/>
                      <a:pt x="256" y="203"/>
                    </a:cubicBezTo>
                    <a:lnTo>
                      <a:pt x="256" y="201"/>
                    </a:lnTo>
                    <a:close/>
                    <a:moveTo>
                      <a:pt x="237" y="206"/>
                    </a:move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lose/>
                    <a:moveTo>
                      <a:pt x="234" y="206"/>
                    </a:move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7" y="203"/>
                      <a:pt x="237" y="203"/>
                      <a:pt x="237" y="203"/>
                    </a:cubicBezTo>
                    <a:cubicBezTo>
                      <a:pt x="237" y="204"/>
                      <a:pt x="237" y="204"/>
                      <a:pt x="237" y="204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7" y="206"/>
                      <a:pt x="237" y="206"/>
                      <a:pt x="237" y="206"/>
                    </a:cubicBezTo>
                    <a:cubicBezTo>
                      <a:pt x="236" y="206"/>
                      <a:pt x="236" y="206"/>
                      <a:pt x="236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6"/>
                      <a:pt x="234" y="206"/>
                      <a:pt x="234" y="206"/>
                    </a:cubicBezTo>
                    <a:close/>
                    <a:moveTo>
                      <a:pt x="234" y="211"/>
                    </a:move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lose/>
                    <a:moveTo>
                      <a:pt x="235" y="212"/>
                    </a:moveTo>
                    <a:cubicBezTo>
                      <a:pt x="234" y="213"/>
                      <a:pt x="234" y="213"/>
                      <a:pt x="234" y="213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3"/>
                      <a:pt x="234" y="213"/>
                      <a:pt x="234" y="213"/>
                    </a:cubicBezTo>
                    <a:lnTo>
                      <a:pt x="235" y="212"/>
                    </a:lnTo>
                    <a:close/>
                    <a:moveTo>
                      <a:pt x="234" y="339"/>
                    </a:moveTo>
                    <a:cubicBezTo>
                      <a:pt x="234" y="339"/>
                      <a:pt x="234" y="339"/>
                      <a:pt x="234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7" y="339"/>
                      <a:pt x="237" y="339"/>
                      <a:pt x="237" y="339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8" y="340"/>
                      <a:pt x="238" y="340"/>
                      <a:pt x="238" y="340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8" y="341"/>
                      <a:pt x="238" y="341"/>
                      <a:pt x="238" y="341"/>
                    </a:cubicBezTo>
                    <a:cubicBezTo>
                      <a:pt x="237" y="341"/>
                      <a:pt x="237" y="341"/>
                      <a:pt x="237" y="341"/>
                    </a:cubicBezTo>
                    <a:cubicBezTo>
                      <a:pt x="236" y="340"/>
                      <a:pt x="236" y="340"/>
                      <a:pt x="236" y="340"/>
                    </a:cubicBezTo>
                    <a:cubicBezTo>
                      <a:pt x="234" y="340"/>
                      <a:pt x="234" y="340"/>
                      <a:pt x="234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cubicBezTo>
                      <a:pt x="233" y="340"/>
                      <a:pt x="233" y="340"/>
                      <a:pt x="233" y="340"/>
                    </a:cubicBezTo>
                    <a:lnTo>
                      <a:pt x="234" y="339"/>
                    </a:lnTo>
                    <a:close/>
                    <a:moveTo>
                      <a:pt x="231" y="215"/>
                    </a:moveTo>
                    <a:cubicBezTo>
                      <a:pt x="231" y="215"/>
                      <a:pt x="231" y="215"/>
                      <a:pt x="231" y="215"/>
                    </a:cubicBezTo>
                    <a:cubicBezTo>
                      <a:pt x="231" y="215"/>
                      <a:pt x="231" y="215"/>
                      <a:pt x="231" y="215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9" y="219"/>
                    </a:moveTo>
                    <a:cubicBezTo>
                      <a:pt x="229" y="219"/>
                      <a:pt x="229" y="219"/>
                      <a:pt x="229" y="219"/>
                    </a:cubicBezTo>
                    <a:cubicBezTo>
                      <a:pt x="229" y="219"/>
                      <a:pt x="229" y="219"/>
                      <a:pt x="229" y="219"/>
                    </a:cubicBezTo>
                    <a:close/>
                    <a:moveTo>
                      <a:pt x="225" y="222"/>
                    </a:move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5" y="222"/>
                      <a:pt x="225" y="222"/>
                      <a:pt x="225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7" y="222"/>
                      <a:pt x="227" y="222"/>
                      <a:pt x="227" y="222"/>
                    </a:cubicBezTo>
                    <a:cubicBezTo>
                      <a:pt x="225" y="223"/>
                      <a:pt x="225" y="223"/>
                      <a:pt x="225" y="223"/>
                    </a:cubicBezTo>
                    <a:cubicBezTo>
                      <a:pt x="224" y="222"/>
                      <a:pt x="224" y="222"/>
                      <a:pt x="224" y="222"/>
                    </a:cubicBezTo>
                    <a:lnTo>
                      <a:pt x="225" y="222"/>
                    </a:lnTo>
                    <a:close/>
                    <a:moveTo>
                      <a:pt x="226" y="224"/>
                    </a:move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lnTo>
                      <a:pt x="226" y="224"/>
                    </a:lnTo>
                    <a:close/>
                    <a:moveTo>
                      <a:pt x="225" y="225"/>
                    </a:move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lose/>
                    <a:moveTo>
                      <a:pt x="221" y="227"/>
                    </a:move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lnTo>
                      <a:pt x="221" y="227"/>
                    </a:lnTo>
                    <a:close/>
                    <a:moveTo>
                      <a:pt x="221" y="230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5" y="230"/>
                      <a:pt x="225" y="230"/>
                      <a:pt x="225" y="230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6" y="231"/>
                      <a:pt x="226" y="231"/>
                      <a:pt x="226" y="231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0"/>
                      <a:pt x="224" y="230"/>
                      <a:pt x="224" y="230"/>
                    </a:cubicBezTo>
                    <a:lnTo>
                      <a:pt x="221" y="230"/>
                    </a:lnTo>
                    <a:close/>
                    <a:moveTo>
                      <a:pt x="197" y="389"/>
                    </a:moveTo>
                    <a:cubicBezTo>
                      <a:pt x="197" y="389"/>
                      <a:pt x="197" y="389"/>
                      <a:pt x="197" y="389"/>
                    </a:cubicBezTo>
                    <a:cubicBezTo>
                      <a:pt x="198" y="390"/>
                      <a:pt x="198" y="390"/>
                      <a:pt x="198" y="390"/>
                    </a:cubicBezTo>
                    <a:cubicBezTo>
                      <a:pt x="197" y="390"/>
                      <a:pt x="197" y="390"/>
                      <a:pt x="197" y="390"/>
                    </a:cubicBezTo>
                    <a:lnTo>
                      <a:pt x="197" y="389"/>
                    </a:lnTo>
                    <a:close/>
                    <a:moveTo>
                      <a:pt x="196" y="388"/>
                    </a:move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8"/>
                      <a:pt x="196" y="388"/>
                      <a:pt x="196" y="388"/>
                    </a:cubicBezTo>
                    <a:cubicBezTo>
                      <a:pt x="196" y="389"/>
                      <a:pt x="196" y="389"/>
                      <a:pt x="196" y="389"/>
                    </a:cubicBezTo>
                    <a:cubicBezTo>
                      <a:pt x="195" y="389"/>
                      <a:pt x="195" y="389"/>
                      <a:pt x="195" y="389"/>
                    </a:cubicBezTo>
                    <a:lnTo>
                      <a:pt x="196" y="388"/>
                    </a:lnTo>
                    <a:close/>
                    <a:moveTo>
                      <a:pt x="227" y="481"/>
                    </a:moveTo>
                    <a:cubicBezTo>
                      <a:pt x="227" y="481"/>
                      <a:pt x="227" y="481"/>
                      <a:pt x="227" y="481"/>
                    </a:cubicBezTo>
                    <a:cubicBezTo>
                      <a:pt x="226" y="481"/>
                      <a:pt x="226" y="481"/>
                      <a:pt x="225" y="481"/>
                    </a:cubicBezTo>
                    <a:cubicBezTo>
                      <a:pt x="225" y="482"/>
                      <a:pt x="225" y="482"/>
                      <a:pt x="225" y="482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1"/>
                      <a:pt x="225" y="481"/>
                      <a:pt x="225" y="481"/>
                    </a:cubicBezTo>
                    <a:cubicBezTo>
                      <a:pt x="226" y="481"/>
                      <a:pt x="226" y="481"/>
                      <a:pt x="226" y="481"/>
                    </a:cubicBezTo>
                    <a:cubicBezTo>
                      <a:pt x="227" y="480"/>
                      <a:pt x="227" y="480"/>
                      <a:pt x="227" y="480"/>
                    </a:cubicBezTo>
                    <a:cubicBezTo>
                      <a:pt x="227" y="481"/>
                      <a:pt x="227" y="481"/>
                      <a:pt x="227" y="481"/>
                    </a:cubicBezTo>
                    <a:close/>
                    <a:moveTo>
                      <a:pt x="228" y="482"/>
                    </a:moveTo>
                    <a:cubicBezTo>
                      <a:pt x="229" y="483"/>
                      <a:pt x="229" y="483"/>
                      <a:pt x="229" y="483"/>
                    </a:cubicBezTo>
                    <a:cubicBezTo>
                      <a:pt x="229" y="484"/>
                      <a:pt x="229" y="484"/>
                      <a:pt x="229" y="484"/>
                    </a:cubicBezTo>
                    <a:lnTo>
                      <a:pt x="228" y="482"/>
                    </a:lnTo>
                    <a:close/>
                    <a:moveTo>
                      <a:pt x="229" y="485"/>
                    </a:moveTo>
                    <a:cubicBezTo>
                      <a:pt x="230" y="485"/>
                      <a:pt x="230" y="485"/>
                      <a:pt x="230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lose/>
                    <a:moveTo>
                      <a:pt x="231" y="491"/>
                    </a:moveTo>
                    <a:cubicBezTo>
                      <a:pt x="230" y="490"/>
                      <a:pt x="230" y="490"/>
                      <a:pt x="230" y="490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28" y="485"/>
                      <a:pt x="228" y="485"/>
                      <a:pt x="228" y="485"/>
                    </a:cubicBezTo>
                    <a:cubicBezTo>
                      <a:pt x="229" y="485"/>
                      <a:pt x="229" y="485"/>
                      <a:pt x="229" y="485"/>
                    </a:cubicBezTo>
                    <a:cubicBezTo>
                      <a:pt x="229" y="488"/>
                      <a:pt x="229" y="488"/>
                      <a:pt x="229" y="488"/>
                    </a:cubicBezTo>
                    <a:cubicBezTo>
                      <a:pt x="230" y="488"/>
                      <a:pt x="230" y="488"/>
                      <a:pt x="230" y="488"/>
                    </a:cubicBezTo>
                    <a:cubicBezTo>
                      <a:pt x="232" y="491"/>
                      <a:pt x="232" y="491"/>
                      <a:pt x="232" y="491"/>
                    </a:cubicBezTo>
                    <a:lnTo>
                      <a:pt x="231" y="491"/>
                    </a:lnTo>
                    <a:close/>
                    <a:moveTo>
                      <a:pt x="233" y="489"/>
                    </a:moveTo>
                    <a:cubicBezTo>
                      <a:pt x="233" y="489"/>
                      <a:pt x="233" y="489"/>
                      <a:pt x="233" y="489"/>
                    </a:cubicBezTo>
                    <a:cubicBezTo>
                      <a:pt x="233" y="489"/>
                      <a:pt x="233" y="489"/>
                      <a:pt x="233" y="489"/>
                    </a:cubicBezTo>
                    <a:close/>
                    <a:moveTo>
                      <a:pt x="246" y="500"/>
                    </a:move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5" y="500"/>
                      <a:pt x="245" y="500"/>
                      <a:pt x="245" y="500"/>
                    </a:cubicBezTo>
                    <a:cubicBezTo>
                      <a:pt x="246" y="500"/>
                      <a:pt x="246" y="500"/>
                      <a:pt x="246" y="500"/>
                    </a:cubicBezTo>
                    <a:close/>
                    <a:moveTo>
                      <a:pt x="245" y="498"/>
                    </a:moveTo>
                    <a:cubicBezTo>
                      <a:pt x="246" y="498"/>
                      <a:pt x="246" y="498"/>
                      <a:pt x="246" y="498"/>
                    </a:cubicBezTo>
                    <a:cubicBezTo>
                      <a:pt x="246" y="498"/>
                      <a:pt x="246" y="498"/>
                      <a:pt x="246" y="498"/>
                    </a:cubicBezTo>
                    <a:lnTo>
                      <a:pt x="245" y="498"/>
                    </a:lnTo>
                    <a:close/>
                    <a:moveTo>
                      <a:pt x="246" y="499"/>
                    </a:moveTo>
                    <a:cubicBezTo>
                      <a:pt x="246" y="499"/>
                      <a:pt x="246" y="499"/>
                      <a:pt x="246" y="499"/>
                    </a:cubicBezTo>
                    <a:cubicBezTo>
                      <a:pt x="247" y="500"/>
                      <a:pt x="247" y="500"/>
                      <a:pt x="247" y="500"/>
                    </a:cubicBezTo>
                    <a:lnTo>
                      <a:pt x="246" y="499"/>
                    </a:lnTo>
                    <a:close/>
                    <a:moveTo>
                      <a:pt x="268" y="531"/>
                    </a:moveTo>
                    <a:cubicBezTo>
                      <a:pt x="267" y="531"/>
                      <a:pt x="267" y="531"/>
                      <a:pt x="267" y="531"/>
                    </a:cubicBezTo>
                    <a:cubicBezTo>
                      <a:pt x="267" y="530"/>
                      <a:pt x="267" y="530"/>
                      <a:pt x="267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8" y="530"/>
                      <a:pt x="268" y="530"/>
                      <a:pt x="268" y="530"/>
                    </a:cubicBezTo>
                    <a:cubicBezTo>
                      <a:pt x="269" y="531"/>
                      <a:pt x="269" y="531"/>
                      <a:pt x="269" y="531"/>
                    </a:cubicBezTo>
                    <a:cubicBezTo>
                      <a:pt x="269" y="531"/>
                      <a:pt x="269" y="531"/>
                      <a:pt x="269" y="531"/>
                    </a:cubicBezTo>
                    <a:lnTo>
                      <a:pt x="268" y="531"/>
                    </a:lnTo>
                    <a:close/>
                    <a:moveTo>
                      <a:pt x="286" y="543"/>
                    </a:moveTo>
                    <a:cubicBezTo>
                      <a:pt x="287" y="544"/>
                      <a:pt x="287" y="544"/>
                      <a:pt x="287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9" y="544"/>
                      <a:pt x="289" y="544"/>
                      <a:pt x="289" y="544"/>
                    </a:cubicBezTo>
                    <a:cubicBezTo>
                      <a:pt x="288" y="545"/>
                      <a:pt x="288" y="545"/>
                      <a:pt x="288" y="545"/>
                    </a:cubicBezTo>
                    <a:cubicBezTo>
                      <a:pt x="288" y="544"/>
                      <a:pt x="288" y="544"/>
                      <a:pt x="288" y="544"/>
                    </a:cubicBezTo>
                    <a:cubicBezTo>
                      <a:pt x="286" y="544"/>
                      <a:pt x="286" y="544"/>
                      <a:pt x="286" y="544"/>
                    </a:cubicBezTo>
                    <a:cubicBezTo>
                      <a:pt x="283" y="542"/>
                      <a:pt x="283" y="542"/>
                      <a:pt x="283" y="542"/>
                    </a:cubicBezTo>
                    <a:cubicBezTo>
                      <a:pt x="286" y="543"/>
                      <a:pt x="286" y="543"/>
                      <a:pt x="286" y="543"/>
                    </a:cubicBezTo>
                    <a:close/>
                    <a:moveTo>
                      <a:pt x="315" y="331"/>
                    </a:move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2" y="331"/>
                      <a:pt x="312" y="331"/>
                      <a:pt x="312" y="331"/>
                    </a:cubicBezTo>
                    <a:cubicBezTo>
                      <a:pt x="311" y="332"/>
                      <a:pt x="311" y="332"/>
                      <a:pt x="311" y="332"/>
                    </a:cubicBezTo>
                    <a:cubicBezTo>
                      <a:pt x="310" y="333"/>
                      <a:pt x="310" y="333"/>
                      <a:pt x="310" y="333"/>
                    </a:cubicBezTo>
                    <a:cubicBezTo>
                      <a:pt x="308" y="332"/>
                      <a:pt x="308" y="332"/>
                      <a:pt x="308" y="332"/>
                    </a:cubicBezTo>
                    <a:cubicBezTo>
                      <a:pt x="307" y="333"/>
                      <a:pt x="307" y="333"/>
                      <a:pt x="307" y="333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7" y="335"/>
                      <a:pt x="307" y="335"/>
                      <a:pt x="307" y="335"/>
                    </a:cubicBezTo>
                    <a:cubicBezTo>
                      <a:pt x="306" y="334"/>
                      <a:pt x="306" y="334"/>
                      <a:pt x="306" y="334"/>
                    </a:cubicBezTo>
                    <a:cubicBezTo>
                      <a:pt x="304" y="334"/>
                      <a:pt x="304" y="334"/>
                      <a:pt x="304" y="334"/>
                    </a:cubicBezTo>
                    <a:cubicBezTo>
                      <a:pt x="304" y="336"/>
                      <a:pt x="304" y="336"/>
                      <a:pt x="304" y="336"/>
                    </a:cubicBezTo>
                    <a:cubicBezTo>
                      <a:pt x="305" y="337"/>
                      <a:pt x="305" y="337"/>
                      <a:pt x="305" y="337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305" y="338"/>
                      <a:pt x="305" y="338"/>
                      <a:pt x="305" y="338"/>
                    </a:cubicBezTo>
                    <a:cubicBezTo>
                      <a:pt x="299" y="338"/>
                      <a:pt x="299" y="338"/>
                      <a:pt x="299" y="338"/>
                    </a:cubicBezTo>
                    <a:cubicBezTo>
                      <a:pt x="297" y="336"/>
                      <a:pt x="297" y="336"/>
                      <a:pt x="297" y="336"/>
                    </a:cubicBezTo>
                    <a:cubicBezTo>
                      <a:pt x="294" y="337"/>
                      <a:pt x="294" y="337"/>
                      <a:pt x="294" y="337"/>
                    </a:cubicBezTo>
                    <a:cubicBezTo>
                      <a:pt x="292" y="336"/>
                      <a:pt x="292" y="336"/>
                      <a:pt x="292" y="336"/>
                    </a:cubicBezTo>
                    <a:cubicBezTo>
                      <a:pt x="291" y="336"/>
                      <a:pt x="291" y="336"/>
                      <a:pt x="291" y="336"/>
                    </a:cubicBezTo>
                    <a:cubicBezTo>
                      <a:pt x="289" y="334"/>
                      <a:pt x="289" y="334"/>
                      <a:pt x="289" y="334"/>
                    </a:cubicBezTo>
                    <a:cubicBezTo>
                      <a:pt x="289" y="336"/>
                      <a:pt x="289" y="336"/>
                      <a:pt x="289" y="336"/>
                    </a:cubicBezTo>
                    <a:cubicBezTo>
                      <a:pt x="288" y="336"/>
                      <a:pt x="288" y="336"/>
                      <a:pt x="288" y="336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7"/>
                      <a:pt x="288" y="337"/>
                      <a:pt x="288" y="337"/>
                    </a:cubicBezTo>
                    <a:cubicBezTo>
                      <a:pt x="288" y="338"/>
                      <a:pt x="288" y="338"/>
                      <a:pt x="288" y="338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5" y="337"/>
                      <a:pt x="285" y="337"/>
                      <a:pt x="285" y="337"/>
                    </a:cubicBezTo>
                    <a:cubicBezTo>
                      <a:pt x="284" y="336"/>
                      <a:pt x="284" y="336"/>
                      <a:pt x="284" y="336"/>
                    </a:cubicBezTo>
                    <a:cubicBezTo>
                      <a:pt x="283" y="338"/>
                      <a:pt x="283" y="338"/>
                      <a:pt x="283" y="338"/>
                    </a:cubicBezTo>
                    <a:cubicBezTo>
                      <a:pt x="282" y="338"/>
                      <a:pt x="282" y="338"/>
                      <a:pt x="282" y="338"/>
                    </a:cubicBezTo>
                    <a:cubicBezTo>
                      <a:pt x="280" y="338"/>
                      <a:pt x="280" y="338"/>
                      <a:pt x="280" y="338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80" y="339"/>
                      <a:pt x="280" y="339"/>
                      <a:pt x="280" y="339"/>
                    </a:cubicBezTo>
                    <a:cubicBezTo>
                      <a:pt x="277" y="340"/>
                      <a:pt x="277" y="340"/>
                      <a:pt x="277" y="340"/>
                    </a:cubicBezTo>
                    <a:cubicBezTo>
                      <a:pt x="276" y="342"/>
                      <a:pt x="276" y="342"/>
                      <a:pt x="276" y="342"/>
                    </a:cubicBezTo>
                    <a:cubicBezTo>
                      <a:pt x="276" y="344"/>
                      <a:pt x="276" y="344"/>
                      <a:pt x="276" y="344"/>
                    </a:cubicBezTo>
                    <a:cubicBezTo>
                      <a:pt x="276" y="343"/>
                      <a:pt x="276" y="343"/>
                      <a:pt x="276" y="343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3" y="344"/>
                      <a:pt x="273" y="344"/>
                      <a:pt x="273" y="344"/>
                    </a:cubicBezTo>
                    <a:cubicBezTo>
                      <a:pt x="272" y="344"/>
                      <a:pt x="272" y="344"/>
                      <a:pt x="272" y="344"/>
                    </a:cubicBezTo>
                    <a:cubicBezTo>
                      <a:pt x="272" y="343"/>
                      <a:pt x="272" y="343"/>
                      <a:pt x="272" y="343"/>
                    </a:cubicBezTo>
                    <a:cubicBezTo>
                      <a:pt x="270" y="343"/>
                      <a:pt x="270" y="343"/>
                      <a:pt x="270" y="343"/>
                    </a:cubicBezTo>
                    <a:cubicBezTo>
                      <a:pt x="270" y="344"/>
                      <a:pt x="270" y="344"/>
                      <a:pt x="270" y="344"/>
                    </a:cubicBezTo>
                    <a:cubicBezTo>
                      <a:pt x="269" y="345"/>
                      <a:pt x="269" y="345"/>
                      <a:pt x="269" y="345"/>
                    </a:cubicBezTo>
                    <a:cubicBezTo>
                      <a:pt x="266" y="346"/>
                      <a:pt x="266" y="346"/>
                      <a:pt x="266" y="346"/>
                    </a:cubicBezTo>
                    <a:cubicBezTo>
                      <a:pt x="268" y="347"/>
                      <a:pt x="268" y="347"/>
                      <a:pt x="268" y="347"/>
                    </a:cubicBezTo>
                    <a:cubicBezTo>
                      <a:pt x="269" y="347"/>
                      <a:pt x="269" y="347"/>
                      <a:pt x="269" y="347"/>
                    </a:cubicBezTo>
                    <a:cubicBezTo>
                      <a:pt x="270" y="347"/>
                      <a:pt x="270" y="347"/>
                      <a:pt x="270" y="347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1" y="348"/>
                      <a:pt x="271" y="348"/>
                      <a:pt x="271" y="348"/>
                    </a:cubicBezTo>
                    <a:cubicBezTo>
                      <a:pt x="270" y="348"/>
                      <a:pt x="270" y="348"/>
                      <a:pt x="270" y="348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8" y="349"/>
                      <a:pt x="268" y="349"/>
                      <a:pt x="268" y="349"/>
                    </a:cubicBezTo>
                    <a:cubicBezTo>
                      <a:pt x="267" y="349"/>
                      <a:pt x="267" y="349"/>
                      <a:pt x="267" y="349"/>
                    </a:cubicBezTo>
                    <a:cubicBezTo>
                      <a:pt x="267" y="350"/>
                      <a:pt x="267" y="350"/>
                      <a:pt x="267" y="350"/>
                    </a:cubicBezTo>
                    <a:cubicBezTo>
                      <a:pt x="265" y="350"/>
                      <a:pt x="265" y="350"/>
                      <a:pt x="265" y="350"/>
                    </a:cubicBezTo>
                    <a:cubicBezTo>
                      <a:pt x="267" y="351"/>
                      <a:pt x="267" y="351"/>
                      <a:pt x="267" y="351"/>
                    </a:cubicBezTo>
                    <a:cubicBezTo>
                      <a:pt x="266" y="352"/>
                      <a:pt x="266" y="352"/>
                      <a:pt x="266" y="352"/>
                    </a:cubicBezTo>
                    <a:cubicBezTo>
                      <a:pt x="266" y="353"/>
                      <a:pt x="266" y="353"/>
                      <a:pt x="266" y="353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8" y="355"/>
                      <a:pt x="268" y="355"/>
                      <a:pt x="268" y="355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67" y="357"/>
                      <a:pt x="267" y="357"/>
                      <a:pt x="267" y="357"/>
                    </a:cubicBezTo>
                    <a:cubicBezTo>
                      <a:pt x="268" y="358"/>
                      <a:pt x="268" y="358"/>
                      <a:pt x="268" y="358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71" y="354"/>
                      <a:pt x="271" y="354"/>
                      <a:pt x="271" y="354"/>
                    </a:cubicBezTo>
                    <a:cubicBezTo>
                      <a:pt x="273" y="354"/>
                      <a:pt x="273" y="354"/>
                      <a:pt x="273" y="354"/>
                    </a:cubicBezTo>
                    <a:cubicBezTo>
                      <a:pt x="274" y="352"/>
                      <a:pt x="274" y="352"/>
                      <a:pt x="274" y="352"/>
                    </a:cubicBezTo>
                    <a:cubicBezTo>
                      <a:pt x="274" y="351"/>
                      <a:pt x="274" y="351"/>
                      <a:pt x="274" y="351"/>
                    </a:cubicBezTo>
                    <a:cubicBezTo>
                      <a:pt x="275" y="352"/>
                      <a:pt x="275" y="352"/>
                      <a:pt x="275" y="352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6" y="351"/>
                      <a:pt x="276" y="351"/>
                      <a:pt x="276" y="351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7" y="350"/>
                      <a:pt x="277" y="350"/>
                      <a:pt x="277" y="350"/>
                    </a:cubicBezTo>
                    <a:cubicBezTo>
                      <a:pt x="278" y="352"/>
                      <a:pt x="278" y="352"/>
                      <a:pt x="278" y="352"/>
                    </a:cubicBezTo>
                    <a:cubicBezTo>
                      <a:pt x="281" y="354"/>
                      <a:pt x="281" y="354"/>
                      <a:pt x="281" y="354"/>
                    </a:cubicBezTo>
                    <a:cubicBezTo>
                      <a:pt x="282" y="354"/>
                      <a:pt x="282" y="354"/>
                      <a:pt x="282" y="354"/>
                    </a:cubicBezTo>
                    <a:cubicBezTo>
                      <a:pt x="282" y="352"/>
                      <a:pt x="282" y="352"/>
                      <a:pt x="282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3" y="352"/>
                      <a:pt x="283" y="352"/>
                      <a:pt x="283" y="352"/>
                    </a:cubicBezTo>
                    <a:cubicBezTo>
                      <a:pt x="282" y="356"/>
                      <a:pt x="282" y="356"/>
                      <a:pt x="282" y="356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7"/>
                      <a:pt x="282" y="357"/>
                      <a:pt x="282" y="357"/>
                    </a:cubicBezTo>
                    <a:cubicBezTo>
                      <a:pt x="282" y="359"/>
                      <a:pt x="282" y="359"/>
                      <a:pt x="282" y="359"/>
                    </a:cubicBezTo>
                    <a:cubicBezTo>
                      <a:pt x="283" y="362"/>
                      <a:pt x="283" y="362"/>
                      <a:pt x="283" y="362"/>
                    </a:cubicBezTo>
                    <a:cubicBezTo>
                      <a:pt x="282" y="364"/>
                      <a:pt x="282" y="364"/>
                      <a:pt x="282" y="364"/>
                    </a:cubicBezTo>
                    <a:cubicBezTo>
                      <a:pt x="280" y="366"/>
                      <a:pt x="280" y="366"/>
                      <a:pt x="280" y="366"/>
                    </a:cubicBezTo>
                    <a:cubicBezTo>
                      <a:pt x="279" y="366"/>
                      <a:pt x="279" y="366"/>
                      <a:pt x="279" y="366"/>
                    </a:cubicBezTo>
                    <a:cubicBezTo>
                      <a:pt x="278" y="365"/>
                      <a:pt x="278" y="365"/>
                      <a:pt x="278" y="365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4" y="360"/>
                      <a:pt x="274" y="360"/>
                      <a:pt x="274" y="360"/>
                    </a:cubicBezTo>
                    <a:cubicBezTo>
                      <a:pt x="274" y="357"/>
                      <a:pt x="274" y="357"/>
                      <a:pt x="274" y="357"/>
                    </a:cubicBezTo>
                    <a:cubicBezTo>
                      <a:pt x="272" y="357"/>
                      <a:pt x="272" y="357"/>
                      <a:pt x="272" y="357"/>
                    </a:cubicBezTo>
                    <a:cubicBezTo>
                      <a:pt x="271" y="359"/>
                      <a:pt x="271" y="359"/>
                      <a:pt x="271" y="359"/>
                    </a:cubicBezTo>
                    <a:cubicBezTo>
                      <a:pt x="269" y="359"/>
                      <a:pt x="269" y="359"/>
                      <a:pt x="269" y="359"/>
                    </a:cubicBezTo>
                    <a:cubicBezTo>
                      <a:pt x="268" y="360"/>
                      <a:pt x="268" y="360"/>
                      <a:pt x="268" y="360"/>
                    </a:cubicBezTo>
                    <a:cubicBezTo>
                      <a:pt x="267" y="360"/>
                      <a:pt x="267" y="360"/>
                      <a:pt x="267" y="360"/>
                    </a:cubicBezTo>
                    <a:cubicBezTo>
                      <a:pt x="265" y="362"/>
                      <a:pt x="265" y="362"/>
                      <a:pt x="265" y="362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6"/>
                      <a:pt x="265" y="366"/>
                      <a:pt x="265" y="366"/>
                    </a:cubicBezTo>
                    <a:cubicBezTo>
                      <a:pt x="263" y="368"/>
                      <a:pt x="263" y="368"/>
                      <a:pt x="263" y="368"/>
                    </a:cubicBezTo>
                    <a:cubicBezTo>
                      <a:pt x="263" y="370"/>
                      <a:pt x="263" y="370"/>
                      <a:pt x="263" y="370"/>
                    </a:cubicBezTo>
                    <a:cubicBezTo>
                      <a:pt x="263" y="371"/>
                      <a:pt x="263" y="371"/>
                      <a:pt x="263" y="371"/>
                    </a:cubicBezTo>
                    <a:cubicBezTo>
                      <a:pt x="262" y="372"/>
                      <a:pt x="262" y="372"/>
                      <a:pt x="262" y="372"/>
                    </a:cubicBezTo>
                    <a:cubicBezTo>
                      <a:pt x="263" y="376"/>
                      <a:pt x="263" y="376"/>
                      <a:pt x="263" y="376"/>
                    </a:cubicBezTo>
                    <a:cubicBezTo>
                      <a:pt x="263" y="377"/>
                      <a:pt x="263" y="377"/>
                      <a:pt x="263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7"/>
                      <a:pt x="264" y="377"/>
                      <a:pt x="264" y="377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80"/>
                      <a:pt x="264" y="380"/>
                      <a:pt x="264" y="380"/>
                    </a:cubicBezTo>
                    <a:cubicBezTo>
                      <a:pt x="263" y="382"/>
                      <a:pt x="263" y="382"/>
                      <a:pt x="263" y="382"/>
                    </a:cubicBezTo>
                    <a:cubicBezTo>
                      <a:pt x="264" y="382"/>
                      <a:pt x="264" y="382"/>
                      <a:pt x="264" y="382"/>
                    </a:cubicBezTo>
                    <a:cubicBezTo>
                      <a:pt x="267" y="382"/>
                      <a:pt x="267" y="382"/>
                      <a:pt x="267" y="382"/>
                    </a:cubicBezTo>
                    <a:cubicBezTo>
                      <a:pt x="269" y="384"/>
                      <a:pt x="269" y="384"/>
                      <a:pt x="269" y="384"/>
                    </a:cubicBezTo>
                    <a:cubicBezTo>
                      <a:pt x="271" y="385"/>
                      <a:pt x="271" y="385"/>
                      <a:pt x="271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5"/>
                      <a:pt x="274" y="385"/>
                      <a:pt x="274" y="385"/>
                    </a:cubicBezTo>
                    <a:cubicBezTo>
                      <a:pt x="274" y="387"/>
                      <a:pt x="274" y="387"/>
                      <a:pt x="274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6" y="387"/>
                      <a:pt x="276" y="387"/>
                      <a:pt x="276" y="387"/>
                    </a:cubicBezTo>
                    <a:cubicBezTo>
                      <a:pt x="275" y="388"/>
                      <a:pt x="275" y="388"/>
                      <a:pt x="275" y="388"/>
                    </a:cubicBezTo>
                    <a:cubicBezTo>
                      <a:pt x="275" y="390"/>
                      <a:pt x="275" y="390"/>
                      <a:pt x="275" y="390"/>
                    </a:cubicBezTo>
                    <a:cubicBezTo>
                      <a:pt x="268" y="391"/>
                      <a:pt x="268" y="391"/>
                      <a:pt x="268" y="391"/>
                    </a:cubicBezTo>
                    <a:cubicBezTo>
                      <a:pt x="258" y="391"/>
                      <a:pt x="258" y="391"/>
                      <a:pt x="258" y="391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5" y="393"/>
                      <a:pt x="255" y="393"/>
                      <a:pt x="255" y="393"/>
                    </a:cubicBezTo>
                    <a:cubicBezTo>
                      <a:pt x="258" y="390"/>
                      <a:pt x="258" y="390"/>
                      <a:pt x="258" y="390"/>
                    </a:cubicBezTo>
                    <a:cubicBezTo>
                      <a:pt x="255" y="390"/>
                      <a:pt x="255" y="390"/>
                      <a:pt x="255" y="390"/>
                    </a:cubicBezTo>
                    <a:cubicBezTo>
                      <a:pt x="254" y="392"/>
                      <a:pt x="254" y="392"/>
                      <a:pt x="254" y="392"/>
                    </a:cubicBezTo>
                    <a:cubicBezTo>
                      <a:pt x="251" y="393"/>
                      <a:pt x="251" y="393"/>
                      <a:pt x="251" y="393"/>
                    </a:cubicBezTo>
                    <a:cubicBezTo>
                      <a:pt x="249" y="392"/>
                      <a:pt x="249" y="392"/>
                      <a:pt x="249" y="392"/>
                    </a:cubicBezTo>
                    <a:cubicBezTo>
                      <a:pt x="248" y="391"/>
                      <a:pt x="248" y="391"/>
                      <a:pt x="248" y="391"/>
                    </a:cubicBezTo>
                    <a:cubicBezTo>
                      <a:pt x="248" y="390"/>
                      <a:pt x="248" y="390"/>
                      <a:pt x="248" y="390"/>
                    </a:cubicBezTo>
                    <a:cubicBezTo>
                      <a:pt x="249" y="390"/>
                      <a:pt x="249" y="390"/>
                      <a:pt x="249" y="390"/>
                    </a:cubicBezTo>
                    <a:cubicBezTo>
                      <a:pt x="251" y="391"/>
                      <a:pt x="251" y="391"/>
                      <a:pt x="251" y="391"/>
                    </a:cubicBezTo>
                    <a:cubicBezTo>
                      <a:pt x="251" y="389"/>
                      <a:pt x="251" y="389"/>
                      <a:pt x="251" y="389"/>
                    </a:cubicBezTo>
                    <a:cubicBezTo>
                      <a:pt x="248" y="388"/>
                      <a:pt x="248" y="388"/>
                      <a:pt x="248" y="388"/>
                    </a:cubicBezTo>
                    <a:cubicBezTo>
                      <a:pt x="245" y="387"/>
                      <a:pt x="245" y="387"/>
                      <a:pt x="245" y="387"/>
                    </a:cubicBezTo>
                    <a:cubicBezTo>
                      <a:pt x="242" y="389"/>
                      <a:pt x="242" y="389"/>
                      <a:pt x="242" y="389"/>
                    </a:cubicBezTo>
                    <a:cubicBezTo>
                      <a:pt x="239" y="389"/>
                      <a:pt x="239" y="389"/>
                      <a:pt x="239" y="389"/>
                    </a:cubicBezTo>
                    <a:cubicBezTo>
                      <a:pt x="237" y="390"/>
                      <a:pt x="237" y="390"/>
                      <a:pt x="237" y="390"/>
                    </a:cubicBezTo>
                    <a:cubicBezTo>
                      <a:pt x="236" y="391"/>
                      <a:pt x="236" y="391"/>
                      <a:pt x="236" y="391"/>
                    </a:cubicBezTo>
                    <a:cubicBezTo>
                      <a:pt x="234" y="391"/>
                      <a:pt x="234" y="391"/>
                      <a:pt x="234" y="391"/>
                    </a:cubicBezTo>
                    <a:cubicBezTo>
                      <a:pt x="232" y="393"/>
                      <a:pt x="232" y="393"/>
                      <a:pt x="232" y="393"/>
                    </a:cubicBezTo>
                    <a:cubicBezTo>
                      <a:pt x="232" y="394"/>
                      <a:pt x="232" y="394"/>
                      <a:pt x="232" y="394"/>
                    </a:cubicBezTo>
                    <a:cubicBezTo>
                      <a:pt x="230" y="394"/>
                      <a:pt x="230" y="394"/>
                      <a:pt x="230" y="394"/>
                    </a:cubicBezTo>
                    <a:cubicBezTo>
                      <a:pt x="227" y="396"/>
                      <a:pt x="227" y="396"/>
                      <a:pt x="227" y="396"/>
                    </a:cubicBezTo>
                    <a:cubicBezTo>
                      <a:pt x="224" y="396"/>
                      <a:pt x="224" y="396"/>
                      <a:pt x="224" y="396"/>
                    </a:cubicBezTo>
                    <a:cubicBezTo>
                      <a:pt x="223" y="398"/>
                      <a:pt x="223" y="398"/>
                      <a:pt x="223" y="398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2" y="401"/>
                      <a:pt x="222" y="401"/>
                      <a:pt x="222" y="401"/>
                    </a:cubicBezTo>
                    <a:cubicBezTo>
                      <a:pt x="221" y="401"/>
                      <a:pt x="221" y="401"/>
                      <a:pt x="221" y="401"/>
                    </a:cubicBezTo>
                    <a:cubicBezTo>
                      <a:pt x="220" y="400"/>
                      <a:pt x="220" y="400"/>
                      <a:pt x="220" y="400"/>
                    </a:cubicBezTo>
                    <a:cubicBezTo>
                      <a:pt x="218" y="400"/>
                      <a:pt x="218" y="400"/>
                      <a:pt x="218" y="400"/>
                    </a:cubicBezTo>
                    <a:cubicBezTo>
                      <a:pt x="218" y="399"/>
                      <a:pt x="218" y="399"/>
                      <a:pt x="218" y="399"/>
                    </a:cubicBezTo>
                    <a:cubicBezTo>
                      <a:pt x="218" y="398"/>
                      <a:pt x="218" y="398"/>
                      <a:pt x="218" y="398"/>
                    </a:cubicBezTo>
                    <a:cubicBezTo>
                      <a:pt x="217" y="396"/>
                      <a:pt x="217" y="396"/>
                      <a:pt x="217" y="396"/>
                    </a:cubicBezTo>
                    <a:cubicBezTo>
                      <a:pt x="215" y="397"/>
                      <a:pt x="215" y="397"/>
                      <a:pt x="215" y="397"/>
                    </a:cubicBezTo>
                    <a:cubicBezTo>
                      <a:pt x="214" y="396"/>
                      <a:pt x="214" y="396"/>
                      <a:pt x="214" y="396"/>
                    </a:cubicBezTo>
                    <a:cubicBezTo>
                      <a:pt x="215" y="395"/>
                      <a:pt x="215" y="395"/>
                      <a:pt x="215" y="395"/>
                    </a:cubicBezTo>
                    <a:cubicBezTo>
                      <a:pt x="216" y="395"/>
                      <a:pt x="216" y="395"/>
                      <a:pt x="216" y="395"/>
                    </a:cubicBezTo>
                    <a:cubicBezTo>
                      <a:pt x="216" y="393"/>
                      <a:pt x="216" y="393"/>
                      <a:pt x="216" y="393"/>
                    </a:cubicBezTo>
                    <a:cubicBezTo>
                      <a:pt x="216" y="392"/>
                      <a:pt x="216" y="392"/>
                      <a:pt x="216" y="392"/>
                    </a:cubicBezTo>
                    <a:cubicBezTo>
                      <a:pt x="216" y="391"/>
                      <a:pt x="216" y="391"/>
                      <a:pt x="216" y="391"/>
                    </a:cubicBezTo>
                    <a:cubicBezTo>
                      <a:pt x="214" y="390"/>
                      <a:pt x="214" y="390"/>
                      <a:pt x="214" y="390"/>
                    </a:cubicBezTo>
                    <a:cubicBezTo>
                      <a:pt x="214" y="391"/>
                      <a:pt x="214" y="391"/>
                      <a:pt x="214" y="391"/>
                    </a:cubicBezTo>
                    <a:cubicBezTo>
                      <a:pt x="213" y="390"/>
                      <a:pt x="213" y="390"/>
                      <a:pt x="213" y="390"/>
                    </a:cubicBezTo>
                    <a:cubicBezTo>
                      <a:pt x="211" y="391"/>
                      <a:pt x="211" y="391"/>
                      <a:pt x="211" y="391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2" y="393"/>
                      <a:pt x="212" y="393"/>
                      <a:pt x="212" y="393"/>
                    </a:cubicBezTo>
                    <a:cubicBezTo>
                      <a:pt x="211" y="393"/>
                      <a:pt x="211" y="393"/>
                      <a:pt x="211" y="393"/>
                    </a:cubicBezTo>
                    <a:cubicBezTo>
                      <a:pt x="208" y="393"/>
                      <a:pt x="208" y="393"/>
                      <a:pt x="208" y="393"/>
                    </a:cubicBezTo>
                    <a:cubicBezTo>
                      <a:pt x="207" y="393"/>
                      <a:pt x="207" y="393"/>
                      <a:pt x="207" y="393"/>
                    </a:cubicBezTo>
                    <a:cubicBezTo>
                      <a:pt x="207" y="394"/>
                      <a:pt x="207" y="394"/>
                      <a:pt x="207" y="394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5" y="395"/>
                      <a:pt x="205" y="395"/>
                      <a:pt x="205" y="395"/>
                    </a:cubicBezTo>
                    <a:cubicBezTo>
                      <a:pt x="203" y="396"/>
                      <a:pt x="203" y="396"/>
                      <a:pt x="203" y="396"/>
                    </a:cubicBezTo>
                    <a:cubicBezTo>
                      <a:pt x="201" y="397"/>
                      <a:pt x="201" y="397"/>
                      <a:pt x="201" y="397"/>
                    </a:cubicBezTo>
                    <a:cubicBezTo>
                      <a:pt x="201" y="398"/>
                      <a:pt x="201" y="398"/>
                      <a:pt x="201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200" y="398"/>
                      <a:pt x="200" y="398"/>
                      <a:pt x="200" y="398"/>
                    </a:cubicBezTo>
                    <a:cubicBezTo>
                      <a:pt x="198" y="397"/>
                      <a:pt x="198" y="397"/>
                      <a:pt x="198" y="397"/>
                    </a:cubicBezTo>
                    <a:cubicBezTo>
                      <a:pt x="200" y="396"/>
                      <a:pt x="200" y="396"/>
                      <a:pt x="200" y="396"/>
                    </a:cubicBezTo>
                    <a:cubicBezTo>
                      <a:pt x="199" y="394"/>
                      <a:pt x="199" y="394"/>
                      <a:pt x="199" y="394"/>
                    </a:cubicBezTo>
                    <a:cubicBezTo>
                      <a:pt x="198" y="394"/>
                      <a:pt x="198" y="394"/>
                      <a:pt x="198" y="394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7" y="395"/>
                      <a:pt x="197" y="395"/>
                      <a:pt x="197" y="395"/>
                    </a:cubicBezTo>
                    <a:cubicBezTo>
                      <a:pt x="195" y="394"/>
                      <a:pt x="195" y="394"/>
                      <a:pt x="195" y="394"/>
                    </a:cubicBezTo>
                    <a:cubicBezTo>
                      <a:pt x="194" y="393"/>
                      <a:pt x="194" y="393"/>
                      <a:pt x="194" y="393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3" y="394"/>
                      <a:pt x="193" y="394"/>
                      <a:pt x="193" y="394"/>
                    </a:cubicBezTo>
                    <a:cubicBezTo>
                      <a:pt x="192" y="395"/>
                      <a:pt x="192" y="395"/>
                      <a:pt x="192" y="395"/>
                    </a:cubicBezTo>
                    <a:cubicBezTo>
                      <a:pt x="192" y="394"/>
                      <a:pt x="192" y="394"/>
                      <a:pt x="192" y="394"/>
                    </a:cubicBezTo>
                    <a:cubicBezTo>
                      <a:pt x="191" y="394"/>
                      <a:pt x="191" y="394"/>
                      <a:pt x="191" y="394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1" y="393"/>
                      <a:pt x="191" y="393"/>
                      <a:pt x="191" y="393"/>
                    </a:cubicBezTo>
                    <a:cubicBezTo>
                      <a:pt x="192" y="390"/>
                      <a:pt x="192" y="390"/>
                      <a:pt x="192" y="390"/>
                    </a:cubicBezTo>
                    <a:cubicBezTo>
                      <a:pt x="190" y="390"/>
                      <a:pt x="190" y="390"/>
                      <a:pt x="190" y="390"/>
                    </a:cubicBezTo>
                    <a:cubicBezTo>
                      <a:pt x="189" y="389"/>
                      <a:pt x="189" y="389"/>
                      <a:pt x="189" y="389"/>
                    </a:cubicBezTo>
                    <a:cubicBezTo>
                      <a:pt x="190" y="388"/>
                      <a:pt x="190" y="388"/>
                      <a:pt x="190" y="388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8" y="387"/>
                      <a:pt x="188" y="387"/>
                      <a:pt x="188" y="387"/>
                    </a:cubicBezTo>
                    <a:cubicBezTo>
                      <a:pt x="189" y="386"/>
                      <a:pt x="189" y="386"/>
                      <a:pt x="189" y="386"/>
                    </a:cubicBezTo>
                    <a:cubicBezTo>
                      <a:pt x="189" y="384"/>
                      <a:pt x="189" y="384"/>
                      <a:pt x="189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8" y="384"/>
                      <a:pt x="188" y="384"/>
                      <a:pt x="188" y="384"/>
                    </a:cubicBezTo>
                    <a:cubicBezTo>
                      <a:pt x="189" y="383"/>
                      <a:pt x="189" y="383"/>
                      <a:pt x="189" y="383"/>
                    </a:cubicBezTo>
                    <a:cubicBezTo>
                      <a:pt x="189" y="385"/>
                      <a:pt x="189" y="385"/>
                      <a:pt x="189" y="385"/>
                    </a:cubicBezTo>
                    <a:cubicBezTo>
                      <a:pt x="190" y="386"/>
                      <a:pt x="190" y="386"/>
                      <a:pt x="190" y="386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2" y="388"/>
                      <a:pt x="192" y="388"/>
                      <a:pt x="192" y="388"/>
                    </a:cubicBezTo>
                    <a:cubicBezTo>
                      <a:pt x="194" y="391"/>
                      <a:pt x="194" y="391"/>
                      <a:pt x="194" y="391"/>
                    </a:cubicBezTo>
                    <a:cubicBezTo>
                      <a:pt x="195" y="390"/>
                      <a:pt x="195" y="390"/>
                      <a:pt x="195" y="390"/>
                    </a:cubicBezTo>
                    <a:cubicBezTo>
                      <a:pt x="196" y="391"/>
                      <a:pt x="196" y="391"/>
                      <a:pt x="196" y="391"/>
                    </a:cubicBezTo>
                    <a:cubicBezTo>
                      <a:pt x="197" y="390"/>
                      <a:pt x="197" y="390"/>
                      <a:pt x="197" y="390"/>
                    </a:cubicBezTo>
                    <a:cubicBezTo>
                      <a:pt x="198" y="392"/>
                      <a:pt x="198" y="392"/>
                      <a:pt x="198" y="392"/>
                    </a:cubicBezTo>
                    <a:cubicBezTo>
                      <a:pt x="200" y="392"/>
                      <a:pt x="200" y="392"/>
                      <a:pt x="200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3" y="392"/>
                      <a:pt x="203" y="392"/>
                      <a:pt x="203" y="392"/>
                    </a:cubicBezTo>
                    <a:cubicBezTo>
                      <a:pt x="205" y="393"/>
                      <a:pt x="205" y="393"/>
                      <a:pt x="205" y="393"/>
                    </a:cubicBezTo>
                    <a:cubicBezTo>
                      <a:pt x="205" y="391"/>
                      <a:pt x="205" y="391"/>
                      <a:pt x="205" y="391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6" y="389"/>
                      <a:pt x="206" y="389"/>
                      <a:pt x="206" y="389"/>
                    </a:cubicBezTo>
                    <a:cubicBezTo>
                      <a:pt x="208" y="388"/>
                      <a:pt x="208" y="388"/>
                      <a:pt x="208" y="388"/>
                    </a:cubicBezTo>
                    <a:cubicBezTo>
                      <a:pt x="207" y="386"/>
                      <a:pt x="207" y="386"/>
                      <a:pt x="207" y="386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5" y="387"/>
                      <a:pt x="205" y="387"/>
                      <a:pt x="205" y="387"/>
                    </a:cubicBezTo>
                    <a:cubicBezTo>
                      <a:pt x="206" y="386"/>
                      <a:pt x="206" y="386"/>
                      <a:pt x="206" y="386"/>
                    </a:cubicBezTo>
                    <a:cubicBezTo>
                      <a:pt x="208" y="385"/>
                      <a:pt x="208" y="385"/>
                      <a:pt x="208" y="385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6" y="383"/>
                      <a:pt x="206" y="383"/>
                      <a:pt x="206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7" y="383"/>
                      <a:pt x="207" y="383"/>
                      <a:pt x="207" y="383"/>
                    </a:cubicBezTo>
                    <a:cubicBezTo>
                      <a:pt x="209" y="384"/>
                      <a:pt x="209" y="384"/>
                      <a:pt x="209" y="384"/>
                    </a:cubicBezTo>
                    <a:cubicBezTo>
                      <a:pt x="209" y="383"/>
                      <a:pt x="209" y="383"/>
                      <a:pt x="209" y="383"/>
                    </a:cubicBezTo>
                    <a:cubicBezTo>
                      <a:pt x="210" y="384"/>
                      <a:pt x="210" y="384"/>
                      <a:pt x="210" y="384"/>
                    </a:cubicBezTo>
                    <a:cubicBezTo>
                      <a:pt x="212" y="384"/>
                      <a:pt x="212" y="384"/>
                      <a:pt x="212" y="384"/>
                    </a:cubicBezTo>
                    <a:cubicBezTo>
                      <a:pt x="216" y="383"/>
                      <a:pt x="216" y="383"/>
                      <a:pt x="216" y="383"/>
                    </a:cubicBezTo>
                    <a:cubicBezTo>
                      <a:pt x="218" y="384"/>
                      <a:pt x="218" y="384"/>
                      <a:pt x="218" y="384"/>
                    </a:cubicBezTo>
                    <a:cubicBezTo>
                      <a:pt x="220" y="382"/>
                      <a:pt x="220" y="382"/>
                      <a:pt x="220" y="382"/>
                    </a:cubicBezTo>
                    <a:cubicBezTo>
                      <a:pt x="220" y="381"/>
                      <a:pt x="220" y="381"/>
                      <a:pt x="220" y="381"/>
                    </a:cubicBezTo>
                    <a:cubicBezTo>
                      <a:pt x="219" y="380"/>
                      <a:pt x="219" y="380"/>
                      <a:pt x="219" y="380"/>
                    </a:cubicBezTo>
                    <a:cubicBezTo>
                      <a:pt x="220" y="378"/>
                      <a:pt x="220" y="378"/>
                      <a:pt x="220" y="378"/>
                    </a:cubicBezTo>
                    <a:cubicBezTo>
                      <a:pt x="222" y="378"/>
                      <a:pt x="222" y="378"/>
                      <a:pt x="222" y="378"/>
                    </a:cubicBezTo>
                    <a:cubicBezTo>
                      <a:pt x="222" y="377"/>
                      <a:pt x="222" y="377"/>
                      <a:pt x="222" y="377"/>
                    </a:cubicBezTo>
                    <a:cubicBezTo>
                      <a:pt x="225" y="377"/>
                      <a:pt x="225" y="377"/>
                      <a:pt x="225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8" y="377"/>
                      <a:pt x="228" y="377"/>
                      <a:pt x="228" y="377"/>
                    </a:cubicBezTo>
                    <a:cubicBezTo>
                      <a:pt x="229" y="378"/>
                      <a:pt x="229" y="378"/>
                      <a:pt x="229" y="378"/>
                    </a:cubicBezTo>
                    <a:cubicBezTo>
                      <a:pt x="231" y="376"/>
                      <a:pt x="231" y="376"/>
                      <a:pt x="231" y="376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2"/>
                      <a:pt x="233" y="372"/>
                      <a:pt x="233" y="372"/>
                    </a:cubicBezTo>
                    <a:cubicBezTo>
                      <a:pt x="232" y="373"/>
                      <a:pt x="232" y="373"/>
                      <a:pt x="232" y="373"/>
                    </a:cubicBezTo>
                    <a:cubicBezTo>
                      <a:pt x="233" y="375"/>
                      <a:pt x="233" y="375"/>
                      <a:pt x="233" y="375"/>
                    </a:cubicBezTo>
                    <a:cubicBezTo>
                      <a:pt x="233" y="376"/>
                      <a:pt x="233" y="376"/>
                      <a:pt x="233" y="376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6" y="373"/>
                      <a:pt x="236" y="373"/>
                      <a:pt x="236" y="373"/>
                    </a:cubicBezTo>
                    <a:cubicBezTo>
                      <a:pt x="236" y="370"/>
                      <a:pt x="236" y="370"/>
                      <a:pt x="236" y="370"/>
                    </a:cubicBezTo>
                    <a:cubicBezTo>
                      <a:pt x="237" y="368"/>
                      <a:pt x="237" y="368"/>
                      <a:pt x="237" y="368"/>
                    </a:cubicBezTo>
                    <a:cubicBezTo>
                      <a:pt x="237" y="365"/>
                      <a:pt x="237" y="365"/>
                      <a:pt x="237" y="365"/>
                    </a:cubicBezTo>
                    <a:cubicBezTo>
                      <a:pt x="235" y="364"/>
                      <a:pt x="235" y="364"/>
                      <a:pt x="235" y="364"/>
                    </a:cubicBezTo>
                    <a:cubicBezTo>
                      <a:pt x="234" y="366"/>
                      <a:pt x="234" y="366"/>
                      <a:pt x="234" y="366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68"/>
                      <a:pt x="233" y="368"/>
                      <a:pt x="233" y="368"/>
                    </a:cubicBezTo>
                    <a:cubicBezTo>
                      <a:pt x="234" y="367"/>
                      <a:pt x="234" y="367"/>
                      <a:pt x="234" y="367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33" y="364"/>
                      <a:pt x="233" y="364"/>
                      <a:pt x="233" y="364"/>
                    </a:cubicBezTo>
                    <a:cubicBezTo>
                      <a:pt x="234" y="363"/>
                      <a:pt x="234" y="363"/>
                      <a:pt x="234" y="363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4" y="360"/>
                      <a:pt x="234" y="360"/>
                      <a:pt x="234" y="360"/>
                    </a:cubicBezTo>
                    <a:cubicBezTo>
                      <a:pt x="233" y="359"/>
                      <a:pt x="233" y="359"/>
                      <a:pt x="233" y="359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3" y="358"/>
                      <a:pt x="233" y="358"/>
                      <a:pt x="233" y="358"/>
                    </a:cubicBezTo>
                    <a:cubicBezTo>
                      <a:pt x="236" y="357"/>
                      <a:pt x="236" y="357"/>
                      <a:pt x="236" y="357"/>
                    </a:cubicBezTo>
                    <a:cubicBezTo>
                      <a:pt x="234" y="355"/>
                      <a:pt x="234" y="355"/>
                      <a:pt x="234" y="355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3"/>
                      <a:pt x="235" y="353"/>
                      <a:pt x="235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4" y="350"/>
                      <a:pt x="234" y="350"/>
                      <a:pt x="234" y="350"/>
                    </a:cubicBezTo>
                    <a:cubicBezTo>
                      <a:pt x="235" y="349"/>
                      <a:pt x="235" y="349"/>
                      <a:pt x="235" y="349"/>
                    </a:cubicBezTo>
                    <a:cubicBezTo>
                      <a:pt x="236" y="350"/>
                      <a:pt x="236" y="350"/>
                      <a:pt x="236" y="350"/>
                    </a:cubicBezTo>
                    <a:cubicBezTo>
                      <a:pt x="237" y="348"/>
                      <a:pt x="237" y="348"/>
                      <a:pt x="237" y="348"/>
                    </a:cubicBezTo>
                    <a:cubicBezTo>
                      <a:pt x="237" y="347"/>
                      <a:pt x="237" y="347"/>
                      <a:pt x="237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38" y="347"/>
                      <a:pt x="238" y="347"/>
                      <a:pt x="238" y="347"/>
                    </a:cubicBezTo>
                    <a:cubicBezTo>
                      <a:pt x="240" y="347"/>
                      <a:pt x="240" y="347"/>
                      <a:pt x="240" y="347"/>
                    </a:cubicBezTo>
                    <a:cubicBezTo>
                      <a:pt x="241" y="345"/>
                      <a:pt x="241" y="345"/>
                      <a:pt x="241" y="345"/>
                    </a:cubicBezTo>
                    <a:cubicBezTo>
                      <a:pt x="242" y="345"/>
                      <a:pt x="242" y="345"/>
                      <a:pt x="242" y="345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3" y="344"/>
                      <a:pt x="243" y="344"/>
                      <a:pt x="243" y="344"/>
                    </a:cubicBezTo>
                    <a:cubicBezTo>
                      <a:pt x="244" y="344"/>
                      <a:pt x="244" y="344"/>
                      <a:pt x="244" y="344"/>
                    </a:cubicBezTo>
                    <a:cubicBezTo>
                      <a:pt x="244" y="342"/>
                      <a:pt x="244" y="342"/>
                      <a:pt x="244" y="342"/>
                    </a:cubicBezTo>
                    <a:cubicBezTo>
                      <a:pt x="246" y="340"/>
                      <a:pt x="246" y="340"/>
                      <a:pt x="246" y="340"/>
                    </a:cubicBezTo>
                    <a:cubicBezTo>
                      <a:pt x="246" y="338"/>
                      <a:pt x="246" y="338"/>
                      <a:pt x="246" y="338"/>
                    </a:cubicBezTo>
                    <a:cubicBezTo>
                      <a:pt x="244" y="338"/>
                      <a:pt x="244" y="338"/>
                      <a:pt x="244" y="338"/>
                    </a:cubicBezTo>
                    <a:cubicBezTo>
                      <a:pt x="245" y="337"/>
                      <a:pt x="245" y="337"/>
                      <a:pt x="245" y="337"/>
                    </a:cubicBezTo>
                    <a:cubicBezTo>
                      <a:pt x="246" y="334"/>
                      <a:pt x="246" y="334"/>
                      <a:pt x="246" y="334"/>
                    </a:cubicBezTo>
                    <a:cubicBezTo>
                      <a:pt x="245" y="333"/>
                      <a:pt x="245" y="333"/>
                      <a:pt x="245" y="333"/>
                    </a:cubicBezTo>
                    <a:cubicBezTo>
                      <a:pt x="245" y="332"/>
                      <a:pt x="245" y="332"/>
                      <a:pt x="245" y="332"/>
                    </a:cubicBezTo>
                    <a:cubicBezTo>
                      <a:pt x="243" y="331"/>
                      <a:pt x="243" y="331"/>
                      <a:pt x="243" y="331"/>
                    </a:cubicBezTo>
                    <a:cubicBezTo>
                      <a:pt x="243" y="330"/>
                      <a:pt x="243" y="330"/>
                      <a:pt x="243" y="330"/>
                    </a:cubicBezTo>
                    <a:cubicBezTo>
                      <a:pt x="240" y="328"/>
                      <a:pt x="240" y="328"/>
                      <a:pt x="240" y="328"/>
                    </a:cubicBezTo>
                    <a:cubicBezTo>
                      <a:pt x="240" y="326"/>
                      <a:pt x="240" y="326"/>
                      <a:pt x="240" y="326"/>
                    </a:cubicBezTo>
                    <a:cubicBezTo>
                      <a:pt x="238" y="325"/>
                      <a:pt x="238" y="325"/>
                      <a:pt x="238" y="325"/>
                    </a:cubicBezTo>
                    <a:cubicBezTo>
                      <a:pt x="237" y="326"/>
                      <a:pt x="237" y="326"/>
                      <a:pt x="237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6" y="326"/>
                      <a:pt x="236" y="326"/>
                      <a:pt x="236" y="326"/>
                    </a:cubicBezTo>
                    <a:cubicBezTo>
                      <a:pt x="236" y="325"/>
                      <a:pt x="236" y="325"/>
                      <a:pt x="236" y="325"/>
                    </a:cubicBezTo>
                    <a:cubicBezTo>
                      <a:pt x="235" y="325"/>
                      <a:pt x="235" y="325"/>
                      <a:pt x="235" y="325"/>
                    </a:cubicBezTo>
                    <a:cubicBezTo>
                      <a:pt x="234" y="324"/>
                      <a:pt x="234" y="324"/>
                      <a:pt x="234" y="324"/>
                    </a:cubicBezTo>
                    <a:cubicBezTo>
                      <a:pt x="234" y="323"/>
                      <a:pt x="234" y="323"/>
                      <a:pt x="234" y="323"/>
                    </a:cubicBezTo>
                    <a:cubicBezTo>
                      <a:pt x="235" y="322"/>
                      <a:pt x="235" y="322"/>
                      <a:pt x="235" y="322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20"/>
                      <a:pt x="234" y="320"/>
                      <a:pt x="234" y="320"/>
                    </a:cubicBezTo>
                    <a:cubicBezTo>
                      <a:pt x="234" y="319"/>
                      <a:pt x="234" y="319"/>
                      <a:pt x="234" y="319"/>
                    </a:cubicBezTo>
                    <a:cubicBezTo>
                      <a:pt x="234" y="318"/>
                      <a:pt x="234" y="318"/>
                      <a:pt x="234" y="318"/>
                    </a:cubicBezTo>
                    <a:cubicBezTo>
                      <a:pt x="234" y="317"/>
                      <a:pt x="234" y="317"/>
                      <a:pt x="234" y="317"/>
                    </a:cubicBezTo>
                    <a:cubicBezTo>
                      <a:pt x="234" y="316"/>
                      <a:pt x="234" y="316"/>
                      <a:pt x="234" y="316"/>
                    </a:cubicBezTo>
                    <a:cubicBezTo>
                      <a:pt x="235" y="317"/>
                      <a:pt x="235" y="317"/>
                      <a:pt x="235" y="317"/>
                    </a:cubicBezTo>
                    <a:cubicBezTo>
                      <a:pt x="235" y="314"/>
                      <a:pt x="235" y="314"/>
                      <a:pt x="235" y="314"/>
                    </a:cubicBezTo>
                    <a:cubicBezTo>
                      <a:pt x="234" y="313"/>
                      <a:pt x="234" y="313"/>
                      <a:pt x="234" y="313"/>
                    </a:cubicBezTo>
                    <a:cubicBezTo>
                      <a:pt x="235" y="311"/>
                      <a:pt x="235" y="311"/>
                      <a:pt x="235" y="311"/>
                    </a:cubicBezTo>
                    <a:cubicBezTo>
                      <a:pt x="234" y="309"/>
                      <a:pt x="234" y="309"/>
                      <a:pt x="234" y="309"/>
                    </a:cubicBezTo>
                    <a:cubicBezTo>
                      <a:pt x="235" y="309"/>
                      <a:pt x="235" y="309"/>
                      <a:pt x="235" y="309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4" y="306"/>
                      <a:pt x="234" y="306"/>
                      <a:pt x="234" y="306"/>
                    </a:cubicBezTo>
                    <a:cubicBezTo>
                      <a:pt x="236" y="305"/>
                      <a:pt x="236" y="305"/>
                      <a:pt x="236" y="305"/>
                    </a:cubicBezTo>
                    <a:cubicBezTo>
                      <a:pt x="237" y="303"/>
                      <a:pt x="237" y="303"/>
                      <a:pt x="237" y="303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7" y="302"/>
                      <a:pt x="237" y="302"/>
                      <a:pt x="237" y="302"/>
                    </a:cubicBezTo>
                    <a:cubicBezTo>
                      <a:pt x="238" y="302"/>
                      <a:pt x="238" y="302"/>
                      <a:pt x="238" y="302"/>
                    </a:cubicBezTo>
                    <a:cubicBezTo>
                      <a:pt x="240" y="300"/>
                      <a:pt x="240" y="300"/>
                      <a:pt x="240" y="300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8"/>
                      <a:pt x="240" y="298"/>
                      <a:pt x="240" y="298"/>
                    </a:cubicBezTo>
                    <a:cubicBezTo>
                      <a:pt x="240" y="297"/>
                      <a:pt x="240" y="297"/>
                      <a:pt x="240" y="297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3" y="296"/>
                      <a:pt x="243" y="296"/>
                      <a:pt x="243" y="296"/>
                    </a:cubicBezTo>
                    <a:cubicBezTo>
                      <a:pt x="243" y="297"/>
                      <a:pt x="243" y="297"/>
                      <a:pt x="243" y="297"/>
                    </a:cubicBezTo>
                    <a:cubicBezTo>
                      <a:pt x="245" y="296"/>
                      <a:pt x="245" y="296"/>
                      <a:pt x="245" y="296"/>
                    </a:cubicBezTo>
                    <a:cubicBezTo>
                      <a:pt x="245" y="294"/>
                      <a:pt x="245" y="294"/>
                      <a:pt x="245" y="294"/>
                    </a:cubicBezTo>
                    <a:cubicBezTo>
                      <a:pt x="245" y="293"/>
                      <a:pt x="245" y="293"/>
                      <a:pt x="245" y="293"/>
                    </a:cubicBezTo>
                    <a:cubicBezTo>
                      <a:pt x="246" y="293"/>
                      <a:pt x="246" y="293"/>
                      <a:pt x="246" y="293"/>
                    </a:cubicBezTo>
                    <a:cubicBezTo>
                      <a:pt x="246" y="294"/>
                      <a:pt x="246" y="294"/>
                      <a:pt x="246" y="294"/>
                    </a:cubicBezTo>
                    <a:cubicBezTo>
                      <a:pt x="248" y="294"/>
                      <a:pt x="248" y="294"/>
                      <a:pt x="248" y="294"/>
                    </a:cubicBezTo>
                    <a:cubicBezTo>
                      <a:pt x="248" y="292"/>
                      <a:pt x="248" y="292"/>
                      <a:pt x="248" y="292"/>
                    </a:cubicBezTo>
                    <a:cubicBezTo>
                      <a:pt x="251" y="291"/>
                      <a:pt x="251" y="291"/>
                      <a:pt x="251" y="291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0" y="290"/>
                      <a:pt x="250" y="290"/>
                      <a:pt x="250" y="290"/>
                    </a:cubicBezTo>
                    <a:cubicBezTo>
                      <a:pt x="252" y="288"/>
                      <a:pt x="252" y="288"/>
                      <a:pt x="252" y="288"/>
                    </a:cubicBezTo>
                    <a:cubicBezTo>
                      <a:pt x="253" y="289"/>
                      <a:pt x="253" y="289"/>
                      <a:pt x="253" y="289"/>
                    </a:cubicBezTo>
                    <a:cubicBezTo>
                      <a:pt x="255" y="286"/>
                      <a:pt x="255" y="286"/>
                      <a:pt x="255" y="286"/>
                    </a:cubicBezTo>
                    <a:cubicBezTo>
                      <a:pt x="255" y="283"/>
                      <a:pt x="255" y="283"/>
                      <a:pt x="255" y="283"/>
                    </a:cubicBezTo>
                    <a:cubicBezTo>
                      <a:pt x="255" y="282"/>
                      <a:pt x="255" y="282"/>
                      <a:pt x="255" y="282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9" y="279"/>
                      <a:pt x="259" y="279"/>
                      <a:pt x="259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9"/>
                      <a:pt x="256" y="279"/>
                      <a:pt x="256" y="279"/>
                    </a:cubicBezTo>
                    <a:cubicBezTo>
                      <a:pt x="257" y="279"/>
                      <a:pt x="257" y="279"/>
                      <a:pt x="257" y="279"/>
                    </a:cubicBezTo>
                    <a:cubicBezTo>
                      <a:pt x="256" y="277"/>
                      <a:pt x="256" y="277"/>
                      <a:pt x="256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5" y="277"/>
                      <a:pt x="255" y="277"/>
                      <a:pt x="255" y="277"/>
                    </a:cubicBezTo>
                    <a:cubicBezTo>
                      <a:pt x="256" y="276"/>
                      <a:pt x="256" y="276"/>
                      <a:pt x="256" y="276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73"/>
                      <a:pt x="256" y="273"/>
                      <a:pt x="256" y="273"/>
                    </a:cubicBezTo>
                    <a:cubicBezTo>
                      <a:pt x="257" y="272"/>
                      <a:pt x="257" y="272"/>
                      <a:pt x="257" y="272"/>
                    </a:cubicBezTo>
                    <a:cubicBezTo>
                      <a:pt x="256" y="271"/>
                      <a:pt x="256" y="271"/>
                      <a:pt x="256" y="271"/>
                    </a:cubicBezTo>
                    <a:cubicBezTo>
                      <a:pt x="257" y="270"/>
                      <a:pt x="257" y="270"/>
                      <a:pt x="257" y="270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6" y="268"/>
                      <a:pt x="256" y="268"/>
                      <a:pt x="256" y="268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9" y="267"/>
                      <a:pt x="259" y="267"/>
                      <a:pt x="259" y="267"/>
                    </a:cubicBezTo>
                    <a:cubicBezTo>
                      <a:pt x="258" y="266"/>
                      <a:pt x="258" y="266"/>
                      <a:pt x="258" y="266"/>
                    </a:cubicBezTo>
                    <a:cubicBezTo>
                      <a:pt x="260" y="266"/>
                      <a:pt x="260" y="266"/>
                      <a:pt x="260" y="266"/>
                    </a:cubicBezTo>
                    <a:cubicBezTo>
                      <a:pt x="260" y="264"/>
                      <a:pt x="260" y="264"/>
                      <a:pt x="260" y="264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3" y="263"/>
                      <a:pt x="263" y="263"/>
                      <a:pt x="263" y="263"/>
                    </a:cubicBezTo>
                    <a:cubicBezTo>
                      <a:pt x="263" y="264"/>
                      <a:pt x="263" y="264"/>
                      <a:pt x="263" y="264"/>
                    </a:cubicBezTo>
                    <a:cubicBezTo>
                      <a:pt x="265" y="265"/>
                      <a:pt x="265" y="265"/>
                      <a:pt x="265" y="265"/>
                    </a:cubicBezTo>
                    <a:cubicBezTo>
                      <a:pt x="265" y="264"/>
                      <a:pt x="265" y="264"/>
                      <a:pt x="265" y="264"/>
                    </a:cubicBezTo>
                    <a:cubicBezTo>
                      <a:pt x="266" y="264"/>
                      <a:pt x="266" y="264"/>
                      <a:pt x="266" y="264"/>
                    </a:cubicBezTo>
                    <a:cubicBezTo>
                      <a:pt x="268" y="263"/>
                      <a:pt x="268" y="263"/>
                      <a:pt x="268" y="263"/>
                    </a:cubicBezTo>
                    <a:cubicBezTo>
                      <a:pt x="269" y="264"/>
                      <a:pt x="269" y="264"/>
                      <a:pt x="269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1" y="264"/>
                      <a:pt x="271" y="264"/>
                      <a:pt x="271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74" y="265"/>
                      <a:pt x="274" y="265"/>
                      <a:pt x="274" y="265"/>
                    </a:cubicBezTo>
                    <a:cubicBezTo>
                      <a:pt x="277" y="265"/>
                      <a:pt x="277" y="265"/>
                      <a:pt x="277" y="265"/>
                    </a:cubicBezTo>
                    <a:cubicBezTo>
                      <a:pt x="278" y="266"/>
                      <a:pt x="278" y="266"/>
                      <a:pt x="278" y="266"/>
                    </a:cubicBezTo>
                    <a:cubicBezTo>
                      <a:pt x="277" y="267"/>
                      <a:pt x="277" y="267"/>
                      <a:pt x="277" y="267"/>
                    </a:cubicBezTo>
                    <a:cubicBezTo>
                      <a:pt x="278" y="268"/>
                      <a:pt x="278" y="268"/>
                      <a:pt x="278" y="268"/>
                    </a:cubicBezTo>
                    <a:cubicBezTo>
                      <a:pt x="279" y="270"/>
                      <a:pt x="279" y="270"/>
                      <a:pt x="279" y="270"/>
                    </a:cubicBezTo>
                    <a:cubicBezTo>
                      <a:pt x="278" y="270"/>
                      <a:pt x="278" y="270"/>
                      <a:pt x="278" y="270"/>
                    </a:cubicBezTo>
                    <a:cubicBezTo>
                      <a:pt x="276" y="270"/>
                      <a:pt x="276" y="270"/>
                      <a:pt x="276" y="270"/>
                    </a:cubicBezTo>
                    <a:cubicBezTo>
                      <a:pt x="274" y="271"/>
                      <a:pt x="274" y="271"/>
                      <a:pt x="274" y="271"/>
                    </a:cubicBezTo>
                    <a:cubicBezTo>
                      <a:pt x="275" y="273"/>
                      <a:pt x="275" y="273"/>
                      <a:pt x="275" y="273"/>
                    </a:cubicBezTo>
                    <a:cubicBezTo>
                      <a:pt x="276" y="273"/>
                      <a:pt x="276" y="273"/>
                      <a:pt x="276" y="273"/>
                    </a:cubicBezTo>
                    <a:cubicBezTo>
                      <a:pt x="274" y="275"/>
                      <a:pt x="274" y="275"/>
                      <a:pt x="274" y="275"/>
                    </a:cubicBezTo>
                    <a:cubicBezTo>
                      <a:pt x="274" y="276"/>
                      <a:pt x="274" y="276"/>
                      <a:pt x="274" y="276"/>
                    </a:cubicBezTo>
                    <a:cubicBezTo>
                      <a:pt x="273" y="277"/>
                      <a:pt x="273" y="277"/>
                      <a:pt x="273" y="277"/>
                    </a:cubicBezTo>
                    <a:cubicBezTo>
                      <a:pt x="273" y="278"/>
                      <a:pt x="273" y="278"/>
                      <a:pt x="273" y="278"/>
                    </a:cubicBezTo>
                    <a:cubicBezTo>
                      <a:pt x="272" y="279"/>
                      <a:pt x="272" y="279"/>
                      <a:pt x="272" y="279"/>
                    </a:cubicBezTo>
                    <a:cubicBezTo>
                      <a:pt x="270" y="281"/>
                      <a:pt x="270" y="281"/>
                      <a:pt x="270" y="281"/>
                    </a:cubicBezTo>
                    <a:cubicBezTo>
                      <a:pt x="270" y="283"/>
                      <a:pt x="270" y="283"/>
                      <a:pt x="270" y="283"/>
                    </a:cubicBezTo>
                    <a:cubicBezTo>
                      <a:pt x="269" y="283"/>
                      <a:pt x="269" y="283"/>
                      <a:pt x="269" y="283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8" y="285"/>
                      <a:pt x="268" y="285"/>
                      <a:pt x="268" y="285"/>
                    </a:cubicBezTo>
                    <a:cubicBezTo>
                      <a:pt x="267" y="286"/>
                      <a:pt x="267" y="286"/>
                      <a:pt x="267" y="286"/>
                    </a:cubicBezTo>
                    <a:cubicBezTo>
                      <a:pt x="265" y="287"/>
                      <a:pt x="265" y="287"/>
                      <a:pt x="265" y="28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65" y="288"/>
                      <a:pt x="265" y="288"/>
                      <a:pt x="265" y="288"/>
                    </a:cubicBezTo>
                    <a:cubicBezTo>
                      <a:pt x="264" y="289"/>
                      <a:pt x="264" y="289"/>
                      <a:pt x="264" y="289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3" y="290"/>
                      <a:pt x="263" y="290"/>
                      <a:pt x="263" y="290"/>
                    </a:cubicBezTo>
                    <a:cubicBezTo>
                      <a:pt x="262" y="291"/>
                      <a:pt x="262" y="291"/>
                      <a:pt x="262" y="291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3" y="293"/>
                      <a:pt x="263" y="293"/>
                      <a:pt x="263" y="293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2" y="294"/>
                      <a:pt x="262" y="294"/>
                      <a:pt x="262" y="294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1" y="295"/>
                      <a:pt x="261" y="295"/>
                      <a:pt x="261" y="295"/>
                    </a:cubicBezTo>
                    <a:cubicBezTo>
                      <a:pt x="260" y="294"/>
                      <a:pt x="260" y="294"/>
                      <a:pt x="260" y="294"/>
                    </a:cubicBezTo>
                    <a:cubicBezTo>
                      <a:pt x="259" y="294"/>
                      <a:pt x="259" y="294"/>
                      <a:pt x="259" y="294"/>
                    </a:cubicBezTo>
                    <a:cubicBezTo>
                      <a:pt x="258" y="294"/>
                      <a:pt x="258" y="294"/>
                      <a:pt x="258" y="294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8" y="293"/>
                      <a:pt x="258" y="293"/>
                      <a:pt x="258" y="293"/>
                    </a:cubicBezTo>
                    <a:cubicBezTo>
                      <a:pt x="256" y="291"/>
                      <a:pt x="256" y="291"/>
                      <a:pt x="256" y="291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6" y="293"/>
                      <a:pt x="256" y="293"/>
                      <a:pt x="256" y="293"/>
                    </a:cubicBezTo>
                    <a:cubicBezTo>
                      <a:pt x="255" y="295"/>
                      <a:pt x="255" y="295"/>
                      <a:pt x="255" y="295"/>
                    </a:cubicBezTo>
                    <a:cubicBezTo>
                      <a:pt x="256" y="297"/>
                      <a:pt x="256" y="297"/>
                      <a:pt x="256" y="297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8" y="296"/>
                      <a:pt x="258" y="296"/>
                      <a:pt x="258" y="296"/>
                    </a:cubicBezTo>
                    <a:cubicBezTo>
                      <a:pt x="257" y="297"/>
                      <a:pt x="257" y="297"/>
                      <a:pt x="257" y="297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9"/>
                      <a:pt x="257" y="299"/>
                      <a:pt x="257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5" y="301"/>
                      <a:pt x="255" y="301"/>
                      <a:pt x="255" y="301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3"/>
                      <a:pt x="256" y="303"/>
                      <a:pt x="256" y="303"/>
                    </a:cubicBezTo>
                    <a:cubicBezTo>
                      <a:pt x="256" y="304"/>
                      <a:pt x="256" y="304"/>
                      <a:pt x="256" y="304"/>
                    </a:cubicBezTo>
                    <a:cubicBezTo>
                      <a:pt x="257" y="306"/>
                      <a:pt x="257" y="306"/>
                      <a:pt x="257" y="306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5"/>
                      <a:pt x="258" y="305"/>
                      <a:pt x="258" y="305"/>
                    </a:cubicBezTo>
                    <a:cubicBezTo>
                      <a:pt x="258" y="307"/>
                      <a:pt x="258" y="307"/>
                      <a:pt x="258" y="307"/>
                    </a:cubicBezTo>
                    <a:cubicBezTo>
                      <a:pt x="257" y="308"/>
                      <a:pt x="257" y="308"/>
                      <a:pt x="257" y="308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10"/>
                      <a:pt x="258" y="310"/>
                      <a:pt x="258" y="310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0" y="313"/>
                      <a:pt x="260" y="313"/>
                      <a:pt x="260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0" y="315"/>
                      <a:pt x="260" y="315"/>
                      <a:pt x="260" y="315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0" y="318"/>
                      <a:pt x="260" y="318"/>
                      <a:pt x="260" y="318"/>
                    </a:cubicBezTo>
                    <a:cubicBezTo>
                      <a:pt x="259" y="318"/>
                      <a:pt x="259" y="318"/>
                      <a:pt x="259" y="318"/>
                    </a:cubicBezTo>
                    <a:cubicBezTo>
                      <a:pt x="259" y="322"/>
                      <a:pt x="259" y="322"/>
                      <a:pt x="259" y="322"/>
                    </a:cubicBezTo>
                    <a:cubicBezTo>
                      <a:pt x="260" y="323"/>
                      <a:pt x="260" y="323"/>
                      <a:pt x="260" y="323"/>
                    </a:cubicBezTo>
                    <a:cubicBezTo>
                      <a:pt x="259" y="324"/>
                      <a:pt x="259" y="324"/>
                      <a:pt x="259" y="324"/>
                    </a:cubicBezTo>
                    <a:cubicBezTo>
                      <a:pt x="259" y="326"/>
                      <a:pt x="259" y="326"/>
                      <a:pt x="259" y="326"/>
                    </a:cubicBezTo>
                    <a:cubicBezTo>
                      <a:pt x="260" y="326"/>
                      <a:pt x="260" y="326"/>
                      <a:pt x="260" y="326"/>
                    </a:cubicBezTo>
                    <a:cubicBezTo>
                      <a:pt x="260" y="326"/>
                      <a:pt x="259" y="326"/>
                      <a:pt x="259" y="326"/>
                    </a:cubicBezTo>
                    <a:cubicBezTo>
                      <a:pt x="258" y="327"/>
                      <a:pt x="258" y="327"/>
                      <a:pt x="258" y="327"/>
                    </a:cubicBezTo>
                    <a:cubicBezTo>
                      <a:pt x="259" y="327"/>
                      <a:pt x="259" y="327"/>
                      <a:pt x="259" y="327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0" y="328"/>
                      <a:pt x="260" y="328"/>
                      <a:pt x="260" y="328"/>
                    </a:cubicBez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3" y="328"/>
                      <a:pt x="263" y="328"/>
                      <a:pt x="263" y="328"/>
                    </a:cubicBezTo>
                    <a:cubicBezTo>
                      <a:pt x="264" y="329"/>
                      <a:pt x="264" y="329"/>
                      <a:pt x="264" y="329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27"/>
                      <a:pt x="265" y="327"/>
                      <a:pt x="265" y="327"/>
                    </a:cubicBezTo>
                    <a:cubicBezTo>
                      <a:pt x="266" y="327"/>
                      <a:pt x="266" y="327"/>
                      <a:pt x="266" y="327"/>
                    </a:cubicBezTo>
                    <a:cubicBezTo>
                      <a:pt x="267" y="328"/>
                      <a:pt x="267" y="328"/>
                      <a:pt x="267" y="328"/>
                    </a:cubicBezTo>
                    <a:cubicBezTo>
                      <a:pt x="266" y="328"/>
                      <a:pt x="266" y="328"/>
                      <a:pt x="266" y="328"/>
                    </a:cubicBezTo>
                    <a:cubicBezTo>
                      <a:pt x="265" y="330"/>
                      <a:pt x="265" y="330"/>
                      <a:pt x="265" y="330"/>
                    </a:cubicBezTo>
                    <a:cubicBezTo>
                      <a:pt x="267" y="331"/>
                      <a:pt x="267" y="331"/>
                      <a:pt x="267" y="331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69" y="329"/>
                      <a:pt x="269" y="329"/>
                      <a:pt x="269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29"/>
                      <a:pt x="271" y="329"/>
                      <a:pt x="271" y="329"/>
                    </a:cubicBezTo>
                    <a:cubicBezTo>
                      <a:pt x="270" y="329"/>
                      <a:pt x="270" y="329"/>
                      <a:pt x="270" y="329"/>
                    </a:cubicBezTo>
                    <a:cubicBezTo>
                      <a:pt x="271" y="331"/>
                      <a:pt x="271" y="331"/>
                      <a:pt x="271" y="331"/>
                    </a:cubicBezTo>
                    <a:cubicBezTo>
                      <a:pt x="270" y="332"/>
                      <a:pt x="270" y="332"/>
                      <a:pt x="270" y="332"/>
                    </a:cubicBezTo>
                    <a:cubicBezTo>
                      <a:pt x="269" y="333"/>
                      <a:pt x="269" y="333"/>
                      <a:pt x="269" y="333"/>
                    </a:cubicBezTo>
                    <a:cubicBezTo>
                      <a:pt x="270" y="334"/>
                      <a:pt x="270" y="334"/>
                      <a:pt x="270" y="334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2"/>
                      <a:pt x="272" y="332"/>
                      <a:pt x="272" y="332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5"/>
                      <a:pt x="272" y="335"/>
                      <a:pt x="272" y="335"/>
                    </a:cubicBezTo>
                    <a:cubicBezTo>
                      <a:pt x="273" y="336"/>
                      <a:pt x="273" y="336"/>
                      <a:pt x="273" y="336"/>
                    </a:cubicBezTo>
                    <a:cubicBezTo>
                      <a:pt x="274" y="333"/>
                      <a:pt x="274" y="333"/>
                      <a:pt x="274" y="333"/>
                    </a:cubicBezTo>
                    <a:cubicBezTo>
                      <a:pt x="275" y="334"/>
                      <a:pt x="275" y="334"/>
                      <a:pt x="275" y="334"/>
                    </a:cubicBezTo>
                    <a:cubicBezTo>
                      <a:pt x="276" y="333"/>
                      <a:pt x="276" y="333"/>
                      <a:pt x="276" y="333"/>
                    </a:cubicBezTo>
                    <a:cubicBezTo>
                      <a:pt x="278" y="333"/>
                      <a:pt x="278" y="333"/>
                      <a:pt x="278" y="333"/>
                    </a:cubicBezTo>
                    <a:cubicBezTo>
                      <a:pt x="280" y="331"/>
                      <a:pt x="280" y="331"/>
                      <a:pt x="280" y="331"/>
                    </a:cubicBezTo>
                    <a:cubicBezTo>
                      <a:pt x="281" y="331"/>
                      <a:pt x="281" y="331"/>
                      <a:pt x="281" y="331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5" y="329"/>
                      <a:pt x="285" y="329"/>
                      <a:pt x="285" y="329"/>
                    </a:cubicBezTo>
                    <a:cubicBezTo>
                      <a:pt x="286" y="329"/>
                      <a:pt x="286" y="329"/>
                      <a:pt x="286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8" y="329"/>
                      <a:pt x="288" y="329"/>
                      <a:pt x="288" y="329"/>
                    </a:cubicBezTo>
                    <a:cubicBezTo>
                      <a:pt x="289" y="330"/>
                      <a:pt x="289" y="330"/>
                      <a:pt x="289" y="330"/>
                    </a:cubicBezTo>
                    <a:cubicBezTo>
                      <a:pt x="290" y="328"/>
                      <a:pt x="290" y="328"/>
                      <a:pt x="290" y="328"/>
                    </a:cubicBezTo>
                    <a:cubicBezTo>
                      <a:pt x="292" y="328"/>
                      <a:pt x="292" y="328"/>
                      <a:pt x="292" y="328"/>
                    </a:cubicBezTo>
                    <a:cubicBezTo>
                      <a:pt x="291" y="327"/>
                      <a:pt x="291" y="327"/>
                      <a:pt x="291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2" y="327"/>
                      <a:pt x="292" y="327"/>
                      <a:pt x="292" y="327"/>
                    </a:cubicBezTo>
                    <a:cubicBezTo>
                      <a:pt x="293" y="328"/>
                      <a:pt x="293" y="328"/>
                      <a:pt x="293" y="328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7"/>
                      <a:pt x="295" y="327"/>
                      <a:pt x="295" y="327"/>
                    </a:cubicBezTo>
                    <a:cubicBezTo>
                      <a:pt x="295" y="328"/>
                      <a:pt x="295" y="328"/>
                      <a:pt x="295" y="328"/>
                    </a:cubicBezTo>
                    <a:cubicBezTo>
                      <a:pt x="297" y="327"/>
                      <a:pt x="297" y="327"/>
                      <a:pt x="297" y="327"/>
                    </a:cubicBezTo>
                    <a:cubicBezTo>
                      <a:pt x="298" y="326"/>
                      <a:pt x="298" y="326"/>
                      <a:pt x="298" y="326"/>
                    </a:cubicBezTo>
                    <a:cubicBezTo>
                      <a:pt x="299" y="327"/>
                      <a:pt x="299" y="327"/>
                      <a:pt x="299" y="327"/>
                    </a:cubicBezTo>
                    <a:cubicBezTo>
                      <a:pt x="302" y="327"/>
                      <a:pt x="302" y="327"/>
                      <a:pt x="302" y="327"/>
                    </a:cubicBezTo>
                    <a:cubicBezTo>
                      <a:pt x="302" y="326"/>
                      <a:pt x="302" y="326"/>
                      <a:pt x="302" y="326"/>
                    </a:cubicBezTo>
                    <a:cubicBezTo>
                      <a:pt x="303" y="326"/>
                      <a:pt x="303" y="326"/>
                      <a:pt x="303" y="326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5" y="326"/>
                      <a:pt x="305" y="326"/>
                      <a:pt x="305" y="326"/>
                    </a:cubicBezTo>
                    <a:cubicBezTo>
                      <a:pt x="305" y="326"/>
                      <a:pt x="305" y="326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7" y="327"/>
                      <a:pt x="307" y="327"/>
                      <a:pt x="307" y="327"/>
                    </a:cubicBezTo>
                    <a:cubicBezTo>
                      <a:pt x="307" y="327"/>
                      <a:pt x="306" y="327"/>
                      <a:pt x="306" y="328"/>
                    </a:cubicBezTo>
                    <a:cubicBezTo>
                      <a:pt x="306" y="329"/>
                      <a:pt x="306" y="329"/>
                      <a:pt x="306" y="329"/>
                    </a:cubicBezTo>
                    <a:cubicBezTo>
                      <a:pt x="308" y="330"/>
                      <a:pt x="308" y="330"/>
                      <a:pt x="308" y="330"/>
                    </a:cubicBezTo>
                    <a:cubicBezTo>
                      <a:pt x="309" y="329"/>
                      <a:pt x="309" y="329"/>
                      <a:pt x="309" y="329"/>
                    </a:cubicBezTo>
                    <a:cubicBezTo>
                      <a:pt x="309" y="328"/>
                      <a:pt x="309" y="328"/>
                      <a:pt x="309" y="328"/>
                    </a:cubicBezTo>
                    <a:cubicBezTo>
                      <a:pt x="310" y="328"/>
                      <a:pt x="310" y="328"/>
                      <a:pt x="310" y="328"/>
                    </a:cubicBezTo>
                    <a:cubicBezTo>
                      <a:pt x="311" y="330"/>
                      <a:pt x="311" y="330"/>
                      <a:pt x="311" y="330"/>
                    </a:cubicBezTo>
                    <a:cubicBezTo>
                      <a:pt x="313" y="330"/>
                      <a:pt x="313" y="330"/>
                      <a:pt x="313" y="330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15" y="331"/>
                      <a:pt x="315" y="331"/>
                      <a:pt x="315" y="331"/>
                    </a:cubicBezTo>
                    <a:close/>
                    <a:moveTo>
                      <a:pt x="277" y="349"/>
                    </a:move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7" y="348"/>
                      <a:pt x="277" y="348"/>
                      <a:pt x="277" y="348"/>
                    </a:cubicBezTo>
                    <a:lnTo>
                      <a:pt x="277" y="349"/>
                    </a:lnTo>
                    <a:close/>
                    <a:moveTo>
                      <a:pt x="273" y="349"/>
                    </a:moveTo>
                    <a:cubicBezTo>
                      <a:pt x="273" y="348"/>
                      <a:pt x="273" y="348"/>
                      <a:pt x="273" y="348"/>
                    </a:cubicBezTo>
                    <a:cubicBezTo>
                      <a:pt x="272" y="348"/>
                      <a:pt x="272" y="348"/>
                      <a:pt x="272" y="348"/>
                    </a:cubicBezTo>
                    <a:cubicBezTo>
                      <a:pt x="272" y="347"/>
                      <a:pt x="272" y="347"/>
                      <a:pt x="272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5" y="347"/>
                      <a:pt x="275" y="347"/>
                      <a:pt x="275" y="347"/>
                    </a:cubicBezTo>
                    <a:cubicBezTo>
                      <a:pt x="274" y="346"/>
                      <a:pt x="274" y="346"/>
                      <a:pt x="274" y="346"/>
                    </a:cubicBezTo>
                    <a:cubicBezTo>
                      <a:pt x="276" y="345"/>
                      <a:pt x="276" y="345"/>
                      <a:pt x="276" y="345"/>
                    </a:cubicBezTo>
                    <a:cubicBezTo>
                      <a:pt x="276" y="347"/>
                      <a:pt x="276" y="347"/>
                      <a:pt x="276" y="347"/>
                    </a:cubicBezTo>
                    <a:cubicBezTo>
                      <a:pt x="273" y="347"/>
                      <a:pt x="273" y="347"/>
                      <a:pt x="273" y="347"/>
                    </a:cubicBezTo>
                    <a:lnTo>
                      <a:pt x="273" y="349"/>
                    </a:lnTo>
                    <a:close/>
                    <a:moveTo>
                      <a:pt x="263" y="326"/>
                    </a:moveTo>
                    <a:cubicBezTo>
                      <a:pt x="263" y="327"/>
                      <a:pt x="263" y="327"/>
                      <a:pt x="263" y="327"/>
                    </a:cubicBezTo>
                    <a:cubicBezTo>
                      <a:pt x="261" y="326"/>
                      <a:pt x="261" y="326"/>
                      <a:pt x="261" y="326"/>
                    </a:cubicBezTo>
                    <a:cubicBezTo>
                      <a:pt x="262" y="326"/>
                      <a:pt x="262" y="326"/>
                      <a:pt x="262" y="326"/>
                    </a:cubicBezTo>
                    <a:lnTo>
                      <a:pt x="263" y="326"/>
                    </a:lnTo>
                    <a:close/>
                    <a:moveTo>
                      <a:pt x="204" y="582"/>
                    </a:moveTo>
                    <a:cubicBezTo>
                      <a:pt x="204" y="581"/>
                      <a:pt x="204" y="581"/>
                      <a:pt x="204" y="581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cubicBezTo>
                      <a:pt x="205" y="582"/>
                      <a:pt x="205" y="582"/>
                      <a:pt x="205" y="582"/>
                    </a:cubicBezTo>
                    <a:lnTo>
                      <a:pt x="204" y="582"/>
                    </a:lnTo>
                    <a:close/>
                    <a:moveTo>
                      <a:pt x="367" y="469"/>
                    </a:move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9" y="470"/>
                      <a:pt x="369" y="470"/>
                      <a:pt x="369" y="470"/>
                    </a:cubicBezTo>
                    <a:cubicBezTo>
                      <a:pt x="371" y="467"/>
                      <a:pt x="371" y="467"/>
                      <a:pt x="371" y="467"/>
                    </a:cubicBezTo>
                    <a:cubicBezTo>
                      <a:pt x="371" y="466"/>
                      <a:pt x="371" y="466"/>
                      <a:pt x="371" y="466"/>
                    </a:cubicBezTo>
                    <a:cubicBezTo>
                      <a:pt x="372" y="467"/>
                      <a:pt x="372" y="467"/>
                      <a:pt x="372" y="467"/>
                    </a:cubicBezTo>
                    <a:cubicBezTo>
                      <a:pt x="374" y="466"/>
                      <a:pt x="374" y="466"/>
                      <a:pt x="374" y="466"/>
                    </a:cubicBezTo>
                    <a:cubicBezTo>
                      <a:pt x="376" y="466"/>
                      <a:pt x="376" y="466"/>
                      <a:pt x="376" y="466"/>
                    </a:cubicBezTo>
                    <a:cubicBezTo>
                      <a:pt x="377" y="465"/>
                      <a:pt x="377" y="465"/>
                      <a:pt x="377" y="465"/>
                    </a:cubicBezTo>
                    <a:cubicBezTo>
                      <a:pt x="378" y="465"/>
                      <a:pt x="378" y="465"/>
                      <a:pt x="378" y="465"/>
                    </a:cubicBezTo>
                    <a:cubicBezTo>
                      <a:pt x="379" y="465"/>
                      <a:pt x="379" y="465"/>
                      <a:pt x="379" y="465"/>
                    </a:cubicBezTo>
                    <a:cubicBezTo>
                      <a:pt x="381" y="463"/>
                      <a:pt x="381" y="463"/>
                      <a:pt x="381" y="463"/>
                    </a:cubicBezTo>
                    <a:cubicBezTo>
                      <a:pt x="381" y="462"/>
                      <a:pt x="381" y="462"/>
                      <a:pt x="381" y="462"/>
                    </a:cubicBezTo>
                    <a:cubicBezTo>
                      <a:pt x="383" y="462"/>
                      <a:pt x="383" y="462"/>
                      <a:pt x="383" y="462"/>
                    </a:cubicBezTo>
                    <a:cubicBezTo>
                      <a:pt x="384" y="461"/>
                      <a:pt x="384" y="461"/>
                      <a:pt x="384" y="461"/>
                    </a:cubicBezTo>
                    <a:cubicBezTo>
                      <a:pt x="385" y="460"/>
                      <a:pt x="385" y="460"/>
                      <a:pt x="385" y="460"/>
                    </a:cubicBezTo>
                    <a:cubicBezTo>
                      <a:pt x="386" y="460"/>
                      <a:pt x="386" y="460"/>
                      <a:pt x="386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8" y="460"/>
                      <a:pt x="388" y="460"/>
                      <a:pt x="388" y="460"/>
                    </a:cubicBezTo>
                    <a:cubicBezTo>
                      <a:pt x="389" y="461"/>
                      <a:pt x="389" y="461"/>
                      <a:pt x="389" y="461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1" y="460"/>
                      <a:pt x="391" y="460"/>
                      <a:pt x="391" y="460"/>
                    </a:cubicBezTo>
                    <a:cubicBezTo>
                      <a:pt x="392" y="460"/>
                      <a:pt x="392" y="460"/>
                      <a:pt x="392" y="460"/>
                    </a:cubicBezTo>
                    <a:cubicBezTo>
                      <a:pt x="394" y="459"/>
                      <a:pt x="394" y="459"/>
                      <a:pt x="394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6" y="459"/>
                      <a:pt x="396" y="459"/>
                      <a:pt x="396" y="459"/>
                    </a:cubicBezTo>
                    <a:cubicBezTo>
                      <a:pt x="395" y="460"/>
                      <a:pt x="395" y="460"/>
                      <a:pt x="395" y="460"/>
                    </a:cubicBezTo>
                    <a:cubicBezTo>
                      <a:pt x="392" y="462"/>
                      <a:pt x="392" y="462"/>
                      <a:pt x="392" y="462"/>
                    </a:cubicBezTo>
                    <a:cubicBezTo>
                      <a:pt x="389" y="463"/>
                      <a:pt x="389" y="463"/>
                      <a:pt x="389" y="463"/>
                    </a:cubicBezTo>
                    <a:cubicBezTo>
                      <a:pt x="391" y="464"/>
                      <a:pt x="391" y="464"/>
                      <a:pt x="391" y="464"/>
                    </a:cubicBezTo>
                    <a:cubicBezTo>
                      <a:pt x="389" y="464"/>
                      <a:pt x="389" y="464"/>
                      <a:pt x="389" y="464"/>
                    </a:cubicBezTo>
                    <a:cubicBezTo>
                      <a:pt x="386" y="464"/>
                      <a:pt x="386" y="464"/>
                      <a:pt x="386" y="464"/>
                    </a:cubicBezTo>
                    <a:cubicBezTo>
                      <a:pt x="387" y="467"/>
                      <a:pt x="387" y="467"/>
                      <a:pt x="387" y="467"/>
                    </a:cubicBezTo>
                    <a:cubicBezTo>
                      <a:pt x="389" y="469"/>
                      <a:pt x="389" y="469"/>
                      <a:pt x="389" y="469"/>
                    </a:cubicBezTo>
                    <a:cubicBezTo>
                      <a:pt x="390" y="468"/>
                      <a:pt x="390" y="468"/>
                      <a:pt x="390" y="468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69"/>
                      <a:pt x="390" y="469"/>
                      <a:pt x="390" y="469"/>
                    </a:cubicBezTo>
                    <a:cubicBezTo>
                      <a:pt x="390" y="470"/>
                      <a:pt x="390" y="470"/>
                      <a:pt x="390" y="470"/>
                    </a:cubicBezTo>
                    <a:cubicBezTo>
                      <a:pt x="389" y="470"/>
                      <a:pt x="389" y="470"/>
                      <a:pt x="389" y="470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8" y="471"/>
                      <a:pt x="388" y="471"/>
                      <a:pt x="388" y="471"/>
                    </a:cubicBezTo>
                    <a:cubicBezTo>
                      <a:pt x="386" y="473"/>
                      <a:pt x="386" y="473"/>
                      <a:pt x="386" y="473"/>
                    </a:cubicBezTo>
                    <a:cubicBezTo>
                      <a:pt x="386" y="475"/>
                      <a:pt x="386" y="475"/>
                      <a:pt x="386" y="475"/>
                    </a:cubicBezTo>
                    <a:cubicBezTo>
                      <a:pt x="387" y="475"/>
                      <a:pt x="387" y="475"/>
                      <a:pt x="387" y="475"/>
                    </a:cubicBezTo>
                    <a:cubicBezTo>
                      <a:pt x="387" y="476"/>
                      <a:pt x="387" y="476"/>
                      <a:pt x="387" y="476"/>
                    </a:cubicBezTo>
                    <a:cubicBezTo>
                      <a:pt x="386" y="476"/>
                      <a:pt x="386" y="476"/>
                      <a:pt x="386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6"/>
                      <a:pt x="382" y="476"/>
                      <a:pt x="382" y="476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2" y="477"/>
                      <a:pt x="382" y="477"/>
                      <a:pt x="382" y="477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79" y="475"/>
                      <a:pt x="379" y="475"/>
                      <a:pt x="379" y="475"/>
                    </a:cubicBezTo>
                    <a:cubicBezTo>
                      <a:pt x="376" y="475"/>
                      <a:pt x="376" y="475"/>
                      <a:pt x="376" y="475"/>
                    </a:cubicBezTo>
                    <a:cubicBezTo>
                      <a:pt x="375" y="476"/>
                      <a:pt x="375" y="476"/>
                      <a:pt x="375" y="476"/>
                    </a:cubicBezTo>
                    <a:cubicBezTo>
                      <a:pt x="374" y="476"/>
                      <a:pt x="374" y="476"/>
                      <a:pt x="374" y="476"/>
                    </a:cubicBezTo>
                    <a:cubicBezTo>
                      <a:pt x="373" y="476"/>
                      <a:pt x="373" y="476"/>
                      <a:pt x="373" y="476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72" y="477"/>
                      <a:pt x="372" y="477"/>
                      <a:pt x="372" y="477"/>
                    </a:cubicBezTo>
                    <a:cubicBezTo>
                      <a:pt x="368" y="473"/>
                      <a:pt x="368" y="473"/>
                      <a:pt x="368" y="473"/>
                    </a:cubicBezTo>
                    <a:cubicBezTo>
                      <a:pt x="368" y="471"/>
                      <a:pt x="368" y="471"/>
                      <a:pt x="368" y="471"/>
                    </a:cubicBezTo>
                    <a:cubicBezTo>
                      <a:pt x="367" y="469"/>
                      <a:pt x="367" y="469"/>
                      <a:pt x="367" y="469"/>
                    </a:cubicBezTo>
                    <a:close/>
                    <a:moveTo>
                      <a:pt x="365" y="471"/>
                    </a:moveTo>
                    <a:cubicBezTo>
                      <a:pt x="365" y="471"/>
                      <a:pt x="365" y="471"/>
                      <a:pt x="365" y="471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5" y="472"/>
                      <a:pt x="365" y="472"/>
                      <a:pt x="365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4" y="472"/>
                      <a:pt x="364" y="472"/>
                      <a:pt x="364" y="472"/>
                    </a:cubicBezTo>
                    <a:cubicBezTo>
                      <a:pt x="363" y="471"/>
                      <a:pt x="363" y="471"/>
                      <a:pt x="363" y="471"/>
                    </a:cubicBezTo>
                    <a:lnTo>
                      <a:pt x="365" y="471"/>
                    </a:lnTo>
                    <a:close/>
                    <a:moveTo>
                      <a:pt x="330" y="521"/>
                    </a:moveTo>
                    <a:cubicBezTo>
                      <a:pt x="329" y="522"/>
                      <a:pt x="329" y="522"/>
                      <a:pt x="329" y="522"/>
                    </a:cubicBezTo>
                    <a:cubicBezTo>
                      <a:pt x="329" y="523"/>
                      <a:pt x="329" y="523"/>
                      <a:pt x="329" y="523"/>
                    </a:cubicBezTo>
                    <a:cubicBezTo>
                      <a:pt x="328" y="523"/>
                      <a:pt x="328" y="523"/>
                      <a:pt x="328" y="523"/>
                    </a:cubicBezTo>
                    <a:cubicBezTo>
                      <a:pt x="326" y="522"/>
                      <a:pt x="326" y="522"/>
                      <a:pt x="326" y="522"/>
                    </a:cubicBezTo>
                    <a:cubicBezTo>
                      <a:pt x="324" y="523"/>
                      <a:pt x="324" y="523"/>
                      <a:pt x="324" y="523"/>
                    </a:cubicBezTo>
                    <a:cubicBezTo>
                      <a:pt x="324" y="522"/>
                      <a:pt x="324" y="522"/>
                      <a:pt x="324" y="522"/>
                    </a:cubicBezTo>
                    <a:cubicBezTo>
                      <a:pt x="322" y="522"/>
                      <a:pt x="322" y="522"/>
                      <a:pt x="322" y="522"/>
                    </a:cubicBezTo>
                    <a:cubicBezTo>
                      <a:pt x="321" y="523"/>
                      <a:pt x="321" y="523"/>
                      <a:pt x="321" y="523"/>
                    </a:cubicBezTo>
                    <a:cubicBezTo>
                      <a:pt x="320" y="523"/>
                      <a:pt x="320" y="523"/>
                      <a:pt x="320" y="523"/>
                    </a:cubicBezTo>
                    <a:cubicBezTo>
                      <a:pt x="318" y="522"/>
                      <a:pt x="318" y="522"/>
                      <a:pt x="318" y="522"/>
                    </a:cubicBezTo>
                    <a:cubicBezTo>
                      <a:pt x="317" y="522"/>
                      <a:pt x="317" y="522"/>
                      <a:pt x="317" y="522"/>
                    </a:cubicBezTo>
                    <a:cubicBezTo>
                      <a:pt x="320" y="521"/>
                      <a:pt x="320" y="521"/>
                      <a:pt x="320" y="521"/>
                    </a:cubicBezTo>
                    <a:cubicBezTo>
                      <a:pt x="321" y="519"/>
                      <a:pt x="321" y="519"/>
                      <a:pt x="321" y="519"/>
                    </a:cubicBezTo>
                    <a:cubicBezTo>
                      <a:pt x="322" y="518"/>
                      <a:pt x="322" y="518"/>
                      <a:pt x="322" y="518"/>
                    </a:cubicBezTo>
                    <a:cubicBezTo>
                      <a:pt x="324" y="518"/>
                      <a:pt x="324" y="518"/>
                      <a:pt x="324" y="518"/>
                    </a:cubicBezTo>
                    <a:cubicBezTo>
                      <a:pt x="325" y="518"/>
                      <a:pt x="325" y="518"/>
                      <a:pt x="325" y="518"/>
                    </a:cubicBezTo>
                    <a:cubicBezTo>
                      <a:pt x="326" y="518"/>
                      <a:pt x="326" y="518"/>
                      <a:pt x="326" y="518"/>
                    </a:cubicBezTo>
                    <a:cubicBezTo>
                      <a:pt x="327" y="518"/>
                      <a:pt x="327" y="518"/>
                      <a:pt x="327" y="518"/>
                    </a:cubicBezTo>
                    <a:cubicBezTo>
                      <a:pt x="330" y="519"/>
                      <a:pt x="330" y="519"/>
                      <a:pt x="330" y="519"/>
                    </a:cubicBezTo>
                    <a:cubicBezTo>
                      <a:pt x="331" y="517"/>
                      <a:pt x="331" y="517"/>
                      <a:pt x="331" y="517"/>
                    </a:cubicBezTo>
                    <a:cubicBezTo>
                      <a:pt x="332" y="520"/>
                      <a:pt x="332" y="520"/>
                      <a:pt x="332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lnTo>
                      <a:pt x="330" y="521"/>
                    </a:lnTo>
                    <a:close/>
                    <a:moveTo>
                      <a:pt x="419" y="509"/>
                    </a:moveTo>
                    <a:cubicBezTo>
                      <a:pt x="419" y="509"/>
                      <a:pt x="419" y="509"/>
                      <a:pt x="419" y="509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9" y="510"/>
                      <a:pt x="419" y="510"/>
                      <a:pt x="419" y="510"/>
                    </a:cubicBezTo>
                    <a:cubicBezTo>
                      <a:pt x="418" y="510"/>
                      <a:pt x="418" y="510"/>
                      <a:pt x="418" y="510"/>
                    </a:cubicBezTo>
                    <a:cubicBezTo>
                      <a:pt x="418" y="512"/>
                      <a:pt x="418" y="512"/>
                      <a:pt x="418" y="512"/>
                    </a:cubicBezTo>
                    <a:cubicBezTo>
                      <a:pt x="416" y="513"/>
                      <a:pt x="416" y="513"/>
                      <a:pt x="416" y="513"/>
                    </a:cubicBezTo>
                    <a:cubicBezTo>
                      <a:pt x="413" y="514"/>
                      <a:pt x="413" y="514"/>
                      <a:pt x="413" y="514"/>
                    </a:cubicBezTo>
                    <a:cubicBezTo>
                      <a:pt x="413" y="515"/>
                      <a:pt x="413" y="515"/>
                      <a:pt x="413" y="515"/>
                    </a:cubicBezTo>
                    <a:cubicBezTo>
                      <a:pt x="411" y="515"/>
                      <a:pt x="411" y="515"/>
                      <a:pt x="411" y="515"/>
                    </a:cubicBezTo>
                    <a:cubicBezTo>
                      <a:pt x="410" y="516"/>
                      <a:pt x="410" y="516"/>
                      <a:pt x="410" y="516"/>
                    </a:cubicBezTo>
                    <a:cubicBezTo>
                      <a:pt x="407" y="515"/>
                      <a:pt x="407" y="515"/>
                      <a:pt x="407" y="515"/>
                    </a:cubicBezTo>
                    <a:cubicBezTo>
                      <a:pt x="406" y="515"/>
                      <a:pt x="406" y="515"/>
                      <a:pt x="406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5" y="515"/>
                      <a:pt x="405" y="515"/>
                      <a:pt x="405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5"/>
                      <a:pt x="400" y="515"/>
                      <a:pt x="400" y="515"/>
                    </a:cubicBezTo>
                    <a:cubicBezTo>
                      <a:pt x="397" y="516"/>
                      <a:pt x="397" y="516"/>
                      <a:pt x="397" y="516"/>
                    </a:cubicBezTo>
                    <a:cubicBezTo>
                      <a:pt x="395" y="516"/>
                      <a:pt x="395" y="516"/>
                      <a:pt x="395" y="516"/>
                    </a:cubicBezTo>
                    <a:cubicBezTo>
                      <a:pt x="393" y="515"/>
                      <a:pt x="393" y="515"/>
                      <a:pt x="393" y="515"/>
                    </a:cubicBezTo>
                    <a:cubicBezTo>
                      <a:pt x="392" y="515"/>
                      <a:pt x="392" y="515"/>
                      <a:pt x="392" y="515"/>
                    </a:cubicBezTo>
                    <a:cubicBezTo>
                      <a:pt x="390" y="514"/>
                      <a:pt x="390" y="514"/>
                      <a:pt x="390" y="514"/>
                    </a:cubicBezTo>
                    <a:cubicBezTo>
                      <a:pt x="388" y="514"/>
                      <a:pt x="388" y="514"/>
                      <a:pt x="388" y="514"/>
                    </a:cubicBezTo>
                    <a:cubicBezTo>
                      <a:pt x="385" y="512"/>
                      <a:pt x="385" y="512"/>
                      <a:pt x="385" y="512"/>
                    </a:cubicBezTo>
                    <a:cubicBezTo>
                      <a:pt x="384" y="512"/>
                      <a:pt x="384" y="512"/>
                      <a:pt x="384" y="512"/>
                    </a:cubicBezTo>
                    <a:cubicBezTo>
                      <a:pt x="384" y="513"/>
                      <a:pt x="384" y="513"/>
                      <a:pt x="384" y="513"/>
                    </a:cubicBezTo>
                    <a:cubicBezTo>
                      <a:pt x="383" y="513"/>
                      <a:pt x="383" y="513"/>
                      <a:pt x="383" y="513"/>
                    </a:cubicBezTo>
                    <a:cubicBezTo>
                      <a:pt x="382" y="511"/>
                      <a:pt x="382" y="511"/>
                      <a:pt x="382" y="511"/>
                    </a:cubicBezTo>
                    <a:cubicBezTo>
                      <a:pt x="381" y="510"/>
                      <a:pt x="381" y="510"/>
                      <a:pt x="381" y="510"/>
                    </a:cubicBezTo>
                    <a:cubicBezTo>
                      <a:pt x="380" y="508"/>
                      <a:pt x="380" y="508"/>
                      <a:pt x="380" y="508"/>
                    </a:cubicBezTo>
                    <a:cubicBezTo>
                      <a:pt x="379" y="509"/>
                      <a:pt x="379" y="509"/>
                      <a:pt x="379" y="509"/>
                    </a:cubicBezTo>
                    <a:cubicBezTo>
                      <a:pt x="377" y="510"/>
                      <a:pt x="377" y="510"/>
                      <a:pt x="377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6" y="510"/>
                      <a:pt x="376" y="510"/>
                      <a:pt x="376" y="510"/>
                    </a:cubicBezTo>
                    <a:cubicBezTo>
                      <a:pt x="374" y="508"/>
                      <a:pt x="374" y="508"/>
                      <a:pt x="374" y="508"/>
                    </a:cubicBezTo>
                    <a:cubicBezTo>
                      <a:pt x="373" y="507"/>
                      <a:pt x="373" y="507"/>
                      <a:pt x="373" y="507"/>
                    </a:cubicBezTo>
                    <a:cubicBezTo>
                      <a:pt x="372" y="506"/>
                      <a:pt x="372" y="506"/>
                      <a:pt x="372" y="506"/>
                    </a:cubicBezTo>
                    <a:cubicBezTo>
                      <a:pt x="370" y="507"/>
                      <a:pt x="370" y="507"/>
                      <a:pt x="370" y="507"/>
                    </a:cubicBezTo>
                    <a:cubicBezTo>
                      <a:pt x="368" y="507"/>
                      <a:pt x="368" y="507"/>
                      <a:pt x="368" y="507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6" y="507"/>
                      <a:pt x="366" y="507"/>
                      <a:pt x="366" y="507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60" y="508"/>
                      <a:pt x="360" y="508"/>
                      <a:pt x="360" y="508"/>
                    </a:cubicBezTo>
                    <a:cubicBezTo>
                      <a:pt x="357" y="509"/>
                      <a:pt x="357" y="509"/>
                      <a:pt x="357" y="509"/>
                    </a:cubicBezTo>
                    <a:cubicBezTo>
                      <a:pt x="355" y="509"/>
                      <a:pt x="355" y="509"/>
                      <a:pt x="355" y="509"/>
                    </a:cubicBezTo>
                    <a:cubicBezTo>
                      <a:pt x="352" y="510"/>
                      <a:pt x="352" y="510"/>
                      <a:pt x="352" y="510"/>
                    </a:cubicBezTo>
                    <a:cubicBezTo>
                      <a:pt x="351" y="511"/>
                      <a:pt x="351" y="511"/>
                      <a:pt x="351" y="511"/>
                    </a:cubicBezTo>
                    <a:cubicBezTo>
                      <a:pt x="350" y="511"/>
                      <a:pt x="350" y="511"/>
                      <a:pt x="350" y="511"/>
                    </a:cubicBezTo>
                    <a:cubicBezTo>
                      <a:pt x="349" y="512"/>
                      <a:pt x="349" y="512"/>
                      <a:pt x="349" y="512"/>
                    </a:cubicBezTo>
                    <a:cubicBezTo>
                      <a:pt x="348" y="513"/>
                      <a:pt x="348" y="513"/>
                      <a:pt x="348" y="513"/>
                    </a:cubicBezTo>
                    <a:cubicBezTo>
                      <a:pt x="347" y="515"/>
                      <a:pt x="347" y="515"/>
                      <a:pt x="347" y="515"/>
                    </a:cubicBezTo>
                    <a:cubicBezTo>
                      <a:pt x="346" y="515"/>
                      <a:pt x="346" y="515"/>
                      <a:pt x="346" y="515"/>
                    </a:cubicBezTo>
                    <a:cubicBezTo>
                      <a:pt x="346" y="516"/>
                      <a:pt x="346" y="516"/>
                      <a:pt x="346" y="516"/>
                    </a:cubicBezTo>
                    <a:cubicBezTo>
                      <a:pt x="345" y="516"/>
                      <a:pt x="345" y="516"/>
                      <a:pt x="345" y="516"/>
                    </a:cubicBezTo>
                    <a:cubicBezTo>
                      <a:pt x="341" y="514"/>
                      <a:pt x="341" y="514"/>
                      <a:pt x="341" y="514"/>
                    </a:cubicBezTo>
                    <a:cubicBezTo>
                      <a:pt x="339" y="514"/>
                      <a:pt x="339" y="514"/>
                      <a:pt x="339" y="514"/>
                    </a:cubicBezTo>
                    <a:cubicBezTo>
                      <a:pt x="338" y="515"/>
                      <a:pt x="338" y="515"/>
                      <a:pt x="338" y="515"/>
                    </a:cubicBezTo>
                    <a:cubicBezTo>
                      <a:pt x="337" y="515"/>
                      <a:pt x="337" y="515"/>
                      <a:pt x="337" y="515"/>
                    </a:cubicBezTo>
                    <a:cubicBezTo>
                      <a:pt x="335" y="515"/>
                      <a:pt x="335" y="515"/>
                      <a:pt x="335" y="515"/>
                    </a:cubicBezTo>
                    <a:cubicBezTo>
                      <a:pt x="333" y="515"/>
                      <a:pt x="333" y="515"/>
                      <a:pt x="333" y="515"/>
                    </a:cubicBezTo>
                    <a:cubicBezTo>
                      <a:pt x="331" y="515"/>
                      <a:pt x="331" y="515"/>
                      <a:pt x="331" y="515"/>
                    </a:cubicBezTo>
                    <a:cubicBezTo>
                      <a:pt x="329" y="514"/>
                      <a:pt x="329" y="514"/>
                      <a:pt x="329" y="514"/>
                    </a:cubicBezTo>
                    <a:cubicBezTo>
                      <a:pt x="328" y="513"/>
                      <a:pt x="328" y="513"/>
                      <a:pt x="328" y="513"/>
                    </a:cubicBezTo>
                    <a:cubicBezTo>
                      <a:pt x="326" y="512"/>
                      <a:pt x="326" y="512"/>
                      <a:pt x="326" y="512"/>
                    </a:cubicBezTo>
                    <a:cubicBezTo>
                      <a:pt x="324" y="511"/>
                      <a:pt x="324" y="511"/>
                      <a:pt x="324" y="511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4" y="508"/>
                      <a:pt x="324" y="508"/>
                      <a:pt x="324" y="508"/>
                    </a:cubicBezTo>
                    <a:cubicBezTo>
                      <a:pt x="323" y="506"/>
                      <a:pt x="323" y="506"/>
                      <a:pt x="323" y="506"/>
                    </a:cubicBezTo>
                    <a:cubicBezTo>
                      <a:pt x="321" y="504"/>
                      <a:pt x="321" y="504"/>
                      <a:pt x="321" y="504"/>
                    </a:cubicBezTo>
                    <a:cubicBezTo>
                      <a:pt x="320" y="504"/>
                      <a:pt x="320" y="504"/>
                      <a:pt x="320" y="504"/>
                    </a:cubicBezTo>
                    <a:cubicBezTo>
                      <a:pt x="322" y="502"/>
                      <a:pt x="322" y="502"/>
                      <a:pt x="322" y="502"/>
                    </a:cubicBezTo>
                    <a:cubicBezTo>
                      <a:pt x="322" y="501"/>
                      <a:pt x="322" y="501"/>
                      <a:pt x="322" y="501"/>
                    </a:cubicBezTo>
                    <a:cubicBezTo>
                      <a:pt x="322" y="498"/>
                      <a:pt x="322" y="498"/>
                      <a:pt x="322" y="498"/>
                    </a:cubicBezTo>
                    <a:cubicBezTo>
                      <a:pt x="324" y="496"/>
                      <a:pt x="324" y="496"/>
                      <a:pt x="324" y="496"/>
                    </a:cubicBezTo>
                    <a:cubicBezTo>
                      <a:pt x="325" y="497"/>
                      <a:pt x="325" y="497"/>
                      <a:pt x="325" y="497"/>
                    </a:cubicBezTo>
                    <a:cubicBezTo>
                      <a:pt x="326" y="495"/>
                      <a:pt x="326" y="495"/>
                      <a:pt x="326" y="495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3"/>
                      <a:pt x="327" y="493"/>
                      <a:pt x="327" y="493"/>
                    </a:cubicBezTo>
                    <a:cubicBezTo>
                      <a:pt x="327" y="492"/>
                      <a:pt x="327" y="492"/>
                      <a:pt x="327" y="492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1"/>
                      <a:pt x="326" y="491"/>
                      <a:pt x="326" y="491"/>
                    </a:cubicBezTo>
                    <a:cubicBezTo>
                      <a:pt x="326" y="490"/>
                      <a:pt x="326" y="490"/>
                      <a:pt x="326" y="490"/>
                    </a:cubicBezTo>
                    <a:cubicBezTo>
                      <a:pt x="327" y="489"/>
                      <a:pt x="327" y="489"/>
                      <a:pt x="327" y="489"/>
                    </a:cubicBezTo>
                    <a:cubicBezTo>
                      <a:pt x="327" y="487"/>
                      <a:pt x="327" y="487"/>
                      <a:pt x="327" y="487"/>
                    </a:cubicBezTo>
                    <a:cubicBezTo>
                      <a:pt x="327" y="486"/>
                      <a:pt x="327" y="486"/>
                      <a:pt x="327" y="486"/>
                    </a:cubicBezTo>
                    <a:cubicBezTo>
                      <a:pt x="327" y="485"/>
                      <a:pt x="327" y="485"/>
                      <a:pt x="327" y="485"/>
                    </a:cubicBezTo>
                    <a:cubicBezTo>
                      <a:pt x="328" y="484"/>
                      <a:pt x="328" y="484"/>
                      <a:pt x="328" y="484"/>
                    </a:cubicBezTo>
                    <a:cubicBezTo>
                      <a:pt x="330" y="484"/>
                      <a:pt x="330" y="484"/>
                      <a:pt x="330" y="484"/>
                    </a:cubicBezTo>
                    <a:cubicBezTo>
                      <a:pt x="332" y="483"/>
                      <a:pt x="332" y="483"/>
                      <a:pt x="332" y="483"/>
                    </a:cubicBezTo>
                    <a:cubicBezTo>
                      <a:pt x="333" y="481"/>
                      <a:pt x="333" y="481"/>
                      <a:pt x="333" y="481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2" y="479"/>
                      <a:pt x="332" y="479"/>
                      <a:pt x="332" y="479"/>
                    </a:cubicBezTo>
                    <a:cubicBezTo>
                      <a:pt x="333" y="479"/>
                      <a:pt x="333" y="479"/>
                      <a:pt x="333" y="479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8"/>
                      <a:pt x="333" y="478"/>
                      <a:pt x="333" y="478"/>
                    </a:cubicBezTo>
                    <a:cubicBezTo>
                      <a:pt x="333" y="477"/>
                      <a:pt x="333" y="477"/>
                      <a:pt x="333" y="477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3" y="476"/>
                      <a:pt x="333" y="476"/>
                      <a:pt x="333" y="476"/>
                    </a:cubicBezTo>
                    <a:cubicBezTo>
                      <a:pt x="334" y="476"/>
                      <a:pt x="334" y="476"/>
                      <a:pt x="334" y="476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7" y="472"/>
                      <a:pt x="337" y="472"/>
                      <a:pt x="337" y="472"/>
                    </a:cubicBezTo>
                    <a:cubicBezTo>
                      <a:pt x="339" y="469"/>
                      <a:pt x="339" y="469"/>
                      <a:pt x="339" y="469"/>
                    </a:cubicBezTo>
                    <a:cubicBezTo>
                      <a:pt x="339" y="468"/>
                      <a:pt x="339" y="468"/>
                      <a:pt x="339" y="468"/>
                    </a:cubicBezTo>
                    <a:cubicBezTo>
                      <a:pt x="340" y="467"/>
                      <a:pt x="340" y="467"/>
                      <a:pt x="340" y="467"/>
                    </a:cubicBezTo>
                    <a:cubicBezTo>
                      <a:pt x="341" y="467"/>
                      <a:pt x="341" y="467"/>
                      <a:pt x="341" y="467"/>
                    </a:cubicBezTo>
                    <a:cubicBezTo>
                      <a:pt x="342" y="466"/>
                      <a:pt x="342" y="466"/>
                      <a:pt x="342" y="466"/>
                    </a:cubicBezTo>
                    <a:cubicBezTo>
                      <a:pt x="343" y="468"/>
                      <a:pt x="343" y="468"/>
                      <a:pt x="343" y="468"/>
                    </a:cubicBezTo>
                    <a:cubicBezTo>
                      <a:pt x="346" y="468"/>
                      <a:pt x="346" y="468"/>
                      <a:pt x="346" y="468"/>
                    </a:cubicBezTo>
                    <a:cubicBezTo>
                      <a:pt x="347" y="468"/>
                      <a:pt x="347" y="468"/>
                      <a:pt x="347" y="468"/>
                    </a:cubicBezTo>
                    <a:cubicBezTo>
                      <a:pt x="346" y="469"/>
                      <a:pt x="346" y="469"/>
                      <a:pt x="346" y="469"/>
                    </a:cubicBezTo>
                    <a:cubicBezTo>
                      <a:pt x="348" y="471"/>
                      <a:pt x="348" y="471"/>
                      <a:pt x="348" y="471"/>
                    </a:cubicBezTo>
                    <a:cubicBezTo>
                      <a:pt x="349" y="471"/>
                      <a:pt x="349" y="471"/>
                      <a:pt x="349" y="471"/>
                    </a:cubicBezTo>
                    <a:cubicBezTo>
                      <a:pt x="351" y="472"/>
                      <a:pt x="351" y="472"/>
                      <a:pt x="351" y="472"/>
                    </a:cubicBezTo>
                    <a:cubicBezTo>
                      <a:pt x="352" y="471"/>
                      <a:pt x="352" y="471"/>
                      <a:pt x="352" y="471"/>
                    </a:cubicBezTo>
                    <a:cubicBezTo>
                      <a:pt x="354" y="471"/>
                      <a:pt x="354" y="471"/>
                      <a:pt x="354" y="471"/>
                    </a:cubicBezTo>
                    <a:cubicBezTo>
                      <a:pt x="355" y="471"/>
                      <a:pt x="355" y="471"/>
                      <a:pt x="355" y="471"/>
                    </a:cubicBezTo>
                    <a:cubicBezTo>
                      <a:pt x="357" y="472"/>
                      <a:pt x="357" y="472"/>
                      <a:pt x="357" y="472"/>
                    </a:cubicBezTo>
                    <a:cubicBezTo>
                      <a:pt x="358" y="471"/>
                      <a:pt x="358" y="471"/>
                      <a:pt x="358" y="471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8" y="473"/>
                      <a:pt x="358" y="473"/>
                      <a:pt x="358" y="473"/>
                    </a:cubicBezTo>
                    <a:cubicBezTo>
                      <a:pt x="356" y="474"/>
                      <a:pt x="356" y="474"/>
                      <a:pt x="356" y="474"/>
                    </a:cubicBezTo>
                    <a:cubicBezTo>
                      <a:pt x="353" y="475"/>
                      <a:pt x="353" y="475"/>
                      <a:pt x="353" y="475"/>
                    </a:cubicBezTo>
                    <a:cubicBezTo>
                      <a:pt x="351" y="478"/>
                      <a:pt x="351" y="478"/>
                      <a:pt x="351" y="478"/>
                    </a:cubicBezTo>
                    <a:cubicBezTo>
                      <a:pt x="354" y="479"/>
                      <a:pt x="354" y="479"/>
                      <a:pt x="354" y="479"/>
                    </a:cubicBezTo>
                    <a:cubicBezTo>
                      <a:pt x="355" y="478"/>
                      <a:pt x="355" y="478"/>
                      <a:pt x="355" y="478"/>
                    </a:cubicBezTo>
                    <a:cubicBezTo>
                      <a:pt x="356" y="479"/>
                      <a:pt x="356" y="479"/>
                      <a:pt x="356" y="479"/>
                    </a:cubicBezTo>
                    <a:cubicBezTo>
                      <a:pt x="357" y="479"/>
                      <a:pt x="357" y="479"/>
                      <a:pt x="357" y="479"/>
                    </a:cubicBezTo>
                    <a:cubicBezTo>
                      <a:pt x="359" y="480"/>
                      <a:pt x="359" y="480"/>
                      <a:pt x="359" y="480"/>
                    </a:cubicBezTo>
                    <a:cubicBezTo>
                      <a:pt x="359" y="481"/>
                      <a:pt x="359" y="481"/>
                      <a:pt x="359" y="481"/>
                    </a:cubicBezTo>
                    <a:cubicBezTo>
                      <a:pt x="358" y="483"/>
                      <a:pt x="358" y="483"/>
                      <a:pt x="358" y="483"/>
                    </a:cubicBezTo>
                    <a:cubicBezTo>
                      <a:pt x="357" y="484"/>
                      <a:pt x="357" y="484"/>
                      <a:pt x="357" y="484"/>
                    </a:cubicBezTo>
                    <a:cubicBezTo>
                      <a:pt x="359" y="486"/>
                      <a:pt x="359" y="486"/>
                      <a:pt x="359" y="486"/>
                    </a:cubicBezTo>
                    <a:cubicBezTo>
                      <a:pt x="362" y="486"/>
                      <a:pt x="362" y="486"/>
                      <a:pt x="362" y="486"/>
                    </a:cubicBezTo>
                    <a:cubicBezTo>
                      <a:pt x="365" y="485"/>
                      <a:pt x="365" y="485"/>
                      <a:pt x="365" y="485"/>
                    </a:cubicBezTo>
                    <a:cubicBezTo>
                      <a:pt x="368" y="482"/>
                      <a:pt x="368" y="482"/>
                      <a:pt x="368" y="482"/>
                    </a:cubicBezTo>
                    <a:cubicBezTo>
                      <a:pt x="371" y="482"/>
                      <a:pt x="371" y="482"/>
                      <a:pt x="371" y="482"/>
                    </a:cubicBezTo>
                    <a:cubicBezTo>
                      <a:pt x="372" y="480"/>
                      <a:pt x="372" y="480"/>
                      <a:pt x="372" y="480"/>
                    </a:cubicBezTo>
                    <a:cubicBezTo>
                      <a:pt x="374" y="480"/>
                      <a:pt x="374" y="480"/>
                      <a:pt x="374" y="480"/>
                    </a:cubicBezTo>
                    <a:cubicBezTo>
                      <a:pt x="376" y="480"/>
                      <a:pt x="376" y="480"/>
                      <a:pt x="376" y="480"/>
                    </a:cubicBezTo>
                    <a:cubicBezTo>
                      <a:pt x="377" y="480"/>
                      <a:pt x="377" y="480"/>
                      <a:pt x="377" y="480"/>
                    </a:cubicBezTo>
                    <a:cubicBezTo>
                      <a:pt x="379" y="480"/>
                      <a:pt x="379" y="480"/>
                      <a:pt x="379" y="480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82"/>
                      <a:pt x="385" y="482"/>
                      <a:pt x="385" y="482"/>
                    </a:cubicBezTo>
                    <a:cubicBezTo>
                      <a:pt x="387" y="484"/>
                      <a:pt x="387" y="484"/>
                      <a:pt x="387" y="484"/>
                    </a:cubicBezTo>
                    <a:cubicBezTo>
                      <a:pt x="390" y="484"/>
                      <a:pt x="390" y="484"/>
                      <a:pt x="390" y="484"/>
                    </a:cubicBezTo>
                    <a:cubicBezTo>
                      <a:pt x="393" y="485"/>
                      <a:pt x="393" y="485"/>
                      <a:pt x="393" y="485"/>
                    </a:cubicBezTo>
                    <a:cubicBezTo>
                      <a:pt x="395" y="486"/>
                      <a:pt x="395" y="486"/>
                      <a:pt x="395" y="486"/>
                    </a:cubicBezTo>
                    <a:cubicBezTo>
                      <a:pt x="399" y="489"/>
                      <a:pt x="399" y="489"/>
                      <a:pt x="399" y="489"/>
                    </a:cubicBezTo>
                    <a:cubicBezTo>
                      <a:pt x="400" y="491"/>
                      <a:pt x="400" y="491"/>
                      <a:pt x="400" y="491"/>
                    </a:cubicBezTo>
                    <a:cubicBezTo>
                      <a:pt x="402" y="491"/>
                      <a:pt x="402" y="491"/>
                      <a:pt x="402" y="491"/>
                    </a:cubicBezTo>
                    <a:cubicBezTo>
                      <a:pt x="402" y="492"/>
                      <a:pt x="402" y="492"/>
                      <a:pt x="402" y="492"/>
                    </a:cubicBezTo>
                    <a:cubicBezTo>
                      <a:pt x="403" y="493"/>
                      <a:pt x="403" y="493"/>
                      <a:pt x="403" y="493"/>
                    </a:cubicBezTo>
                    <a:cubicBezTo>
                      <a:pt x="404" y="493"/>
                      <a:pt x="404" y="493"/>
                      <a:pt x="404" y="493"/>
                    </a:cubicBezTo>
                    <a:cubicBezTo>
                      <a:pt x="405" y="494"/>
                      <a:pt x="405" y="494"/>
                      <a:pt x="405" y="494"/>
                    </a:cubicBezTo>
                    <a:cubicBezTo>
                      <a:pt x="406" y="495"/>
                      <a:pt x="406" y="495"/>
                      <a:pt x="406" y="495"/>
                    </a:cubicBezTo>
                    <a:cubicBezTo>
                      <a:pt x="407" y="495"/>
                      <a:pt x="407" y="495"/>
                      <a:pt x="407" y="495"/>
                    </a:cubicBezTo>
                    <a:cubicBezTo>
                      <a:pt x="408" y="497"/>
                      <a:pt x="408" y="497"/>
                      <a:pt x="408" y="497"/>
                    </a:cubicBezTo>
                    <a:cubicBezTo>
                      <a:pt x="410" y="497"/>
                      <a:pt x="410" y="497"/>
                      <a:pt x="410" y="497"/>
                    </a:cubicBezTo>
                    <a:cubicBezTo>
                      <a:pt x="411" y="497"/>
                      <a:pt x="411" y="497"/>
                      <a:pt x="411" y="497"/>
                    </a:cubicBezTo>
                    <a:cubicBezTo>
                      <a:pt x="412" y="497"/>
                      <a:pt x="412" y="497"/>
                      <a:pt x="412" y="497"/>
                    </a:cubicBezTo>
                    <a:cubicBezTo>
                      <a:pt x="413" y="498"/>
                      <a:pt x="413" y="498"/>
                      <a:pt x="413" y="498"/>
                    </a:cubicBezTo>
                    <a:cubicBezTo>
                      <a:pt x="413" y="499"/>
                      <a:pt x="413" y="499"/>
                      <a:pt x="413" y="499"/>
                    </a:cubicBezTo>
                    <a:cubicBezTo>
                      <a:pt x="415" y="499"/>
                      <a:pt x="415" y="499"/>
                      <a:pt x="415" y="499"/>
                    </a:cubicBezTo>
                    <a:cubicBezTo>
                      <a:pt x="417" y="502"/>
                      <a:pt x="417" y="502"/>
                      <a:pt x="417" y="502"/>
                    </a:cubicBezTo>
                    <a:cubicBezTo>
                      <a:pt x="417" y="503"/>
                      <a:pt x="417" y="503"/>
                      <a:pt x="417" y="503"/>
                    </a:cubicBezTo>
                    <a:cubicBezTo>
                      <a:pt x="418" y="505"/>
                      <a:pt x="418" y="505"/>
                      <a:pt x="418" y="505"/>
                    </a:cubicBezTo>
                    <a:cubicBezTo>
                      <a:pt x="419" y="508"/>
                      <a:pt x="419" y="508"/>
                      <a:pt x="419" y="508"/>
                    </a:cubicBezTo>
                    <a:cubicBezTo>
                      <a:pt x="418" y="508"/>
                      <a:pt x="418" y="508"/>
                      <a:pt x="418" y="508"/>
                    </a:cubicBezTo>
                    <a:lnTo>
                      <a:pt x="419" y="509"/>
                    </a:lnTo>
                    <a:close/>
                    <a:moveTo>
                      <a:pt x="427" y="217"/>
                    </a:moveTo>
                    <a:cubicBezTo>
                      <a:pt x="427" y="217"/>
                      <a:pt x="427" y="217"/>
                      <a:pt x="427" y="217"/>
                    </a:cubicBezTo>
                    <a:cubicBezTo>
                      <a:pt x="428" y="216"/>
                      <a:pt x="428" y="216"/>
                      <a:pt x="428" y="216"/>
                    </a:cubicBezTo>
                    <a:lnTo>
                      <a:pt x="427" y="217"/>
                    </a:lnTo>
                    <a:close/>
                    <a:moveTo>
                      <a:pt x="429" y="216"/>
                    </a:moveTo>
                    <a:cubicBezTo>
                      <a:pt x="429" y="216"/>
                      <a:pt x="429" y="216"/>
                      <a:pt x="429" y="216"/>
                    </a:cubicBezTo>
                    <a:cubicBezTo>
                      <a:pt x="429" y="216"/>
                      <a:pt x="429" y="216"/>
                      <a:pt x="429" y="216"/>
                    </a:cubicBezTo>
                    <a:close/>
                    <a:moveTo>
                      <a:pt x="435" y="216"/>
                    </a:move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7"/>
                      <a:pt x="434" y="217"/>
                      <a:pt x="434" y="217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4" y="215"/>
                      <a:pt x="434" y="215"/>
                      <a:pt x="434" y="215"/>
                    </a:cubicBezTo>
                    <a:cubicBezTo>
                      <a:pt x="433" y="214"/>
                      <a:pt x="433" y="214"/>
                      <a:pt x="433" y="214"/>
                    </a:cubicBezTo>
                    <a:cubicBezTo>
                      <a:pt x="435" y="216"/>
                      <a:pt x="435" y="216"/>
                      <a:pt x="435" y="216"/>
                    </a:cubicBezTo>
                    <a:cubicBezTo>
                      <a:pt x="435" y="216"/>
                      <a:pt x="435" y="216"/>
                      <a:pt x="435" y="216"/>
                    </a:cubicBezTo>
                    <a:close/>
                    <a:moveTo>
                      <a:pt x="438" y="213"/>
                    </a:moveTo>
                    <a:cubicBezTo>
                      <a:pt x="438" y="213"/>
                      <a:pt x="438" y="213"/>
                      <a:pt x="438" y="213"/>
                    </a:cubicBezTo>
                    <a:cubicBezTo>
                      <a:pt x="437" y="213"/>
                      <a:pt x="437" y="213"/>
                      <a:pt x="437" y="213"/>
                    </a:cubicBezTo>
                    <a:cubicBezTo>
                      <a:pt x="437" y="212"/>
                      <a:pt x="437" y="212"/>
                      <a:pt x="437" y="212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1"/>
                      <a:pt x="438" y="211"/>
                      <a:pt x="438" y="211"/>
                    </a:cubicBezTo>
                    <a:cubicBezTo>
                      <a:pt x="438" y="212"/>
                      <a:pt x="438" y="212"/>
                      <a:pt x="438" y="212"/>
                    </a:cubicBezTo>
                    <a:cubicBezTo>
                      <a:pt x="439" y="213"/>
                      <a:pt x="439" y="213"/>
                      <a:pt x="439" y="213"/>
                    </a:cubicBezTo>
                    <a:lnTo>
                      <a:pt x="438" y="213"/>
                    </a:lnTo>
                    <a:close/>
                    <a:moveTo>
                      <a:pt x="444" y="217"/>
                    </a:move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2" y="218"/>
                      <a:pt x="442" y="218"/>
                      <a:pt x="442" y="218"/>
                    </a:cubicBezTo>
                    <a:cubicBezTo>
                      <a:pt x="442" y="217"/>
                      <a:pt x="442" y="217"/>
                      <a:pt x="442" y="217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43" y="216"/>
                      <a:pt x="443" y="216"/>
                      <a:pt x="443" y="216"/>
                    </a:cubicBezTo>
                    <a:cubicBezTo>
                      <a:pt x="444" y="216"/>
                      <a:pt x="444" y="216"/>
                      <a:pt x="444" y="216"/>
                    </a:cubicBez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5" y="217"/>
                      <a:pt x="445" y="217"/>
                      <a:pt x="445" y="217"/>
                    </a:cubicBezTo>
                    <a:lnTo>
                      <a:pt x="444" y="217"/>
                    </a:lnTo>
                    <a:close/>
                    <a:moveTo>
                      <a:pt x="447" y="217"/>
                    </a:moveTo>
                    <a:cubicBezTo>
                      <a:pt x="446" y="217"/>
                      <a:pt x="446" y="217"/>
                      <a:pt x="446" y="217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6" y="216"/>
                      <a:pt x="446" y="216"/>
                      <a:pt x="446" y="216"/>
                    </a:cubicBezTo>
                    <a:cubicBezTo>
                      <a:pt x="447" y="217"/>
                      <a:pt x="447" y="217"/>
                      <a:pt x="447" y="217"/>
                    </a:cubicBezTo>
                    <a:close/>
                    <a:moveTo>
                      <a:pt x="466" y="208"/>
                    </a:moveTo>
                    <a:cubicBezTo>
                      <a:pt x="466" y="208"/>
                      <a:pt x="466" y="208"/>
                      <a:pt x="466" y="208"/>
                    </a:cubicBezTo>
                    <a:cubicBezTo>
                      <a:pt x="466" y="208"/>
                      <a:pt x="466" y="208"/>
                      <a:pt x="466" y="208"/>
                    </a:cubicBezTo>
                    <a:close/>
                    <a:moveTo>
                      <a:pt x="540" y="228"/>
                    </a:move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40" y="229"/>
                      <a:pt x="540" y="229"/>
                      <a:pt x="540" y="229"/>
                    </a:cubicBezTo>
                    <a:cubicBezTo>
                      <a:pt x="539" y="229"/>
                      <a:pt x="539" y="229"/>
                      <a:pt x="539" y="229"/>
                    </a:cubicBezTo>
                    <a:cubicBezTo>
                      <a:pt x="540" y="228"/>
                      <a:pt x="540" y="228"/>
                      <a:pt x="540" y="228"/>
                    </a:cubicBezTo>
                    <a:cubicBezTo>
                      <a:pt x="542" y="228"/>
                      <a:pt x="542" y="228"/>
                      <a:pt x="542" y="228"/>
                    </a:cubicBezTo>
                    <a:cubicBezTo>
                      <a:pt x="542" y="227"/>
                      <a:pt x="542" y="227"/>
                      <a:pt x="542" y="227"/>
                    </a:cubicBezTo>
                    <a:lnTo>
                      <a:pt x="540" y="228"/>
                    </a:lnTo>
                    <a:close/>
                    <a:moveTo>
                      <a:pt x="544" y="227"/>
                    </a:moveTo>
                    <a:cubicBezTo>
                      <a:pt x="544" y="227"/>
                      <a:pt x="544" y="227"/>
                      <a:pt x="544" y="227"/>
                    </a:cubicBezTo>
                    <a:cubicBezTo>
                      <a:pt x="544" y="227"/>
                      <a:pt x="544" y="227"/>
                      <a:pt x="544" y="227"/>
                    </a:cubicBezTo>
                    <a:close/>
                    <a:moveTo>
                      <a:pt x="544" y="229"/>
                    </a:moveTo>
                    <a:cubicBezTo>
                      <a:pt x="544" y="229"/>
                      <a:pt x="544" y="229"/>
                      <a:pt x="544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cubicBezTo>
                      <a:pt x="545" y="229"/>
                      <a:pt x="545" y="229"/>
                      <a:pt x="545" y="229"/>
                    </a:cubicBezTo>
                    <a:lnTo>
                      <a:pt x="544" y="229"/>
                    </a:lnTo>
                    <a:close/>
                    <a:moveTo>
                      <a:pt x="546" y="227"/>
                    </a:moveTo>
                    <a:cubicBezTo>
                      <a:pt x="547" y="226"/>
                      <a:pt x="547" y="226"/>
                      <a:pt x="547" y="226"/>
                    </a:cubicBezTo>
                    <a:cubicBezTo>
                      <a:pt x="548" y="227"/>
                      <a:pt x="548" y="227"/>
                      <a:pt x="548" y="227"/>
                    </a:cubicBezTo>
                    <a:cubicBezTo>
                      <a:pt x="547" y="227"/>
                      <a:pt x="547" y="227"/>
                      <a:pt x="547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ubicBezTo>
                      <a:pt x="546" y="227"/>
                      <a:pt x="546" y="227"/>
                      <a:pt x="546" y="227"/>
                    </a:cubicBezTo>
                    <a:close/>
                    <a:moveTo>
                      <a:pt x="546" y="231"/>
                    </a:moveTo>
                    <a:cubicBezTo>
                      <a:pt x="545" y="230"/>
                      <a:pt x="545" y="230"/>
                      <a:pt x="545" y="230"/>
                    </a:cubicBezTo>
                    <a:cubicBezTo>
                      <a:pt x="547" y="231"/>
                      <a:pt x="547" y="231"/>
                      <a:pt x="547" y="231"/>
                    </a:cubicBezTo>
                    <a:lnTo>
                      <a:pt x="546" y="231"/>
                    </a:lnTo>
                    <a:close/>
                    <a:moveTo>
                      <a:pt x="591" y="209"/>
                    </a:moveTo>
                    <a:cubicBezTo>
                      <a:pt x="589" y="208"/>
                      <a:pt x="589" y="208"/>
                      <a:pt x="589" y="208"/>
                    </a:cubicBezTo>
                    <a:cubicBezTo>
                      <a:pt x="587" y="207"/>
                      <a:pt x="587" y="207"/>
                      <a:pt x="587" y="207"/>
                    </a:cubicBezTo>
                    <a:cubicBezTo>
                      <a:pt x="586" y="207"/>
                      <a:pt x="586" y="207"/>
                      <a:pt x="586" y="207"/>
                    </a:cubicBezTo>
                    <a:cubicBezTo>
                      <a:pt x="587" y="206"/>
                      <a:pt x="587" y="206"/>
                      <a:pt x="587" y="206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4"/>
                      <a:pt x="587" y="204"/>
                      <a:pt x="587" y="204"/>
                    </a:cubicBezTo>
                    <a:cubicBezTo>
                      <a:pt x="587" y="205"/>
                      <a:pt x="587" y="205"/>
                      <a:pt x="587" y="205"/>
                    </a:cubicBezTo>
                    <a:cubicBezTo>
                      <a:pt x="588" y="207"/>
                      <a:pt x="588" y="207"/>
                      <a:pt x="588" y="207"/>
                    </a:cubicBezTo>
                    <a:cubicBezTo>
                      <a:pt x="590" y="207"/>
                      <a:pt x="590" y="207"/>
                      <a:pt x="590" y="207"/>
                    </a:cubicBezTo>
                    <a:cubicBezTo>
                      <a:pt x="591" y="209"/>
                      <a:pt x="591" y="209"/>
                      <a:pt x="591" y="209"/>
                    </a:cubicBezTo>
                    <a:cubicBezTo>
                      <a:pt x="592" y="209"/>
                      <a:pt x="592" y="209"/>
                      <a:pt x="592" y="209"/>
                    </a:cubicBezTo>
                    <a:lnTo>
                      <a:pt x="591" y="209"/>
                    </a:lnTo>
                    <a:close/>
                    <a:moveTo>
                      <a:pt x="596" y="208"/>
                    </a:moveTo>
                    <a:cubicBezTo>
                      <a:pt x="594" y="208"/>
                      <a:pt x="594" y="208"/>
                      <a:pt x="594" y="208"/>
                    </a:cubicBezTo>
                    <a:cubicBezTo>
                      <a:pt x="594" y="207"/>
                      <a:pt x="594" y="207"/>
                      <a:pt x="594" y="207"/>
                    </a:cubicBezTo>
                    <a:cubicBezTo>
                      <a:pt x="595" y="208"/>
                      <a:pt x="595" y="208"/>
                      <a:pt x="595" y="208"/>
                    </a:cubicBezTo>
                    <a:cubicBezTo>
                      <a:pt x="596" y="208"/>
                      <a:pt x="596" y="208"/>
                      <a:pt x="596" y="208"/>
                    </a:cubicBezTo>
                    <a:close/>
                    <a:moveTo>
                      <a:pt x="604" y="154"/>
                    </a:move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6" y="156"/>
                      <a:pt x="606" y="156"/>
                      <a:pt x="606" y="156"/>
                    </a:cubicBezTo>
                    <a:cubicBezTo>
                      <a:pt x="605" y="155"/>
                      <a:pt x="605" y="155"/>
                      <a:pt x="605" y="155"/>
                    </a:cubicBezTo>
                    <a:cubicBezTo>
                      <a:pt x="604" y="155"/>
                      <a:pt x="604" y="155"/>
                      <a:pt x="604" y="155"/>
                    </a:cubicBezTo>
                    <a:lnTo>
                      <a:pt x="604" y="154"/>
                    </a:lnTo>
                    <a:close/>
                    <a:moveTo>
                      <a:pt x="605" y="163"/>
                    </a:moveTo>
                    <a:cubicBezTo>
                      <a:pt x="605" y="163"/>
                      <a:pt x="605" y="163"/>
                      <a:pt x="605" y="163"/>
                    </a:cubicBezTo>
                    <a:cubicBezTo>
                      <a:pt x="605" y="163"/>
                      <a:pt x="605" y="163"/>
                      <a:pt x="605" y="163"/>
                    </a:cubicBezTo>
                    <a:close/>
                    <a:moveTo>
                      <a:pt x="603" y="155"/>
                    </a:moveTo>
                    <a:cubicBezTo>
                      <a:pt x="604" y="156"/>
                      <a:pt x="604" y="156"/>
                      <a:pt x="604" y="156"/>
                    </a:cubicBezTo>
                    <a:cubicBezTo>
                      <a:pt x="604" y="156"/>
                      <a:pt x="604" y="156"/>
                      <a:pt x="604" y="156"/>
                    </a:cubicBezTo>
                    <a:lnTo>
                      <a:pt x="603" y="155"/>
                    </a:lnTo>
                    <a:close/>
                    <a:moveTo>
                      <a:pt x="605" y="167"/>
                    </a:moveTo>
                    <a:cubicBezTo>
                      <a:pt x="604" y="166"/>
                      <a:pt x="604" y="166"/>
                      <a:pt x="604" y="166"/>
                    </a:cubicBezTo>
                    <a:cubicBezTo>
                      <a:pt x="604" y="165"/>
                      <a:pt x="604" y="165"/>
                      <a:pt x="604" y="165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4" y="164"/>
                      <a:pt x="604" y="164"/>
                      <a:pt x="604" y="164"/>
                    </a:cubicBezTo>
                    <a:cubicBezTo>
                      <a:pt x="606" y="167"/>
                      <a:pt x="606" y="167"/>
                      <a:pt x="606" y="167"/>
                    </a:cubicBezTo>
                    <a:lnTo>
                      <a:pt x="605" y="167"/>
                    </a:lnTo>
                    <a:close/>
                    <a:moveTo>
                      <a:pt x="607" y="164"/>
                    </a:moveTo>
                    <a:cubicBezTo>
                      <a:pt x="607" y="164"/>
                      <a:pt x="607" y="164"/>
                      <a:pt x="607" y="164"/>
                    </a:cubicBezTo>
                    <a:cubicBezTo>
                      <a:pt x="605" y="164"/>
                      <a:pt x="605" y="164"/>
                      <a:pt x="605" y="164"/>
                    </a:cubicBezTo>
                    <a:cubicBezTo>
                      <a:pt x="606" y="162"/>
                      <a:pt x="606" y="162"/>
                      <a:pt x="606" y="162"/>
                    </a:cubicBezTo>
                    <a:cubicBezTo>
                      <a:pt x="607" y="162"/>
                      <a:pt x="607" y="162"/>
                      <a:pt x="607" y="162"/>
                    </a:cubicBezTo>
                    <a:cubicBezTo>
                      <a:pt x="608" y="163"/>
                      <a:pt x="608" y="163"/>
                      <a:pt x="608" y="163"/>
                    </a:cubicBezTo>
                    <a:lnTo>
                      <a:pt x="607" y="164"/>
                    </a:lnTo>
                    <a:close/>
                    <a:moveTo>
                      <a:pt x="606" y="159"/>
                    </a:moveTo>
                    <a:cubicBezTo>
                      <a:pt x="606" y="160"/>
                      <a:pt x="606" y="160"/>
                      <a:pt x="606" y="160"/>
                    </a:cubicBezTo>
                    <a:cubicBezTo>
                      <a:pt x="606" y="159"/>
                      <a:pt x="606" y="159"/>
                      <a:pt x="606" y="159"/>
                    </a:cubicBezTo>
                    <a:cubicBezTo>
                      <a:pt x="608" y="160"/>
                      <a:pt x="608" y="160"/>
                      <a:pt x="608" y="160"/>
                    </a:cubicBezTo>
                    <a:lnTo>
                      <a:pt x="606" y="159"/>
                    </a:lnTo>
                    <a:close/>
                    <a:moveTo>
                      <a:pt x="613" y="172"/>
                    </a:moveTo>
                    <a:cubicBezTo>
                      <a:pt x="612" y="171"/>
                      <a:pt x="612" y="171"/>
                      <a:pt x="612" y="171"/>
                    </a:cubicBezTo>
                    <a:cubicBezTo>
                      <a:pt x="612" y="170"/>
                      <a:pt x="612" y="170"/>
                      <a:pt x="612" y="170"/>
                    </a:cubicBezTo>
                    <a:cubicBezTo>
                      <a:pt x="613" y="171"/>
                      <a:pt x="613" y="171"/>
                      <a:pt x="613" y="171"/>
                    </a:cubicBezTo>
                    <a:cubicBezTo>
                      <a:pt x="616" y="172"/>
                      <a:pt x="616" y="172"/>
                      <a:pt x="616" y="172"/>
                    </a:cubicBezTo>
                    <a:lnTo>
                      <a:pt x="613" y="172"/>
                    </a:lnTo>
                    <a:close/>
                    <a:moveTo>
                      <a:pt x="618" y="172"/>
                    </a:moveTo>
                    <a:cubicBezTo>
                      <a:pt x="618" y="174"/>
                      <a:pt x="618" y="174"/>
                      <a:pt x="618" y="174"/>
                    </a:cubicBezTo>
                    <a:cubicBezTo>
                      <a:pt x="616" y="172"/>
                      <a:pt x="616" y="172"/>
                      <a:pt x="616" y="172"/>
                    </a:cubicBezTo>
                    <a:cubicBezTo>
                      <a:pt x="617" y="172"/>
                      <a:pt x="617" y="172"/>
                      <a:pt x="617" y="172"/>
                    </a:cubicBezTo>
                    <a:cubicBezTo>
                      <a:pt x="618" y="172"/>
                      <a:pt x="618" y="172"/>
                      <a:pt x="618" y="172"/>
                    </a:cubicBezTo>
                    <a:cubicBezTo>
                      <a:pt x="619" y="172"/>
                      <a:pt x="619" y="172"/>
                      <a:pt x="619" y="172"/>
                    </a:cubicBezTo>
                    <a:lnTo>
                      <a:pt x="618" y="172"/>
                    </a:lnTo>
                    <a:close/>
                    <a:moveTo>
                      <a:pt x="643" y="43"/>
                    </a:moveTo>
                    <a:cubicBezTo>
                      <a:pt x="642" y="42"/>
                      <a:pt x="642" y="42"/>
                      <a:pt x="642" y="42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2" y="41"/>
                      <a:pt x="642" y="41"/>
                      <a:pt x="642" y="41"/>
                    </a:cubicBezTo>
                    <a:cubicBezTo>
                      <a:pt x="643" y="40"/>
                      <a:pt x="643" y="40"/>
                      <a:pt x="643" y="40"/>
                    </a:cubicBezTo>
                    <a:cubicBezTo>
                      <a:pt x="644" y="42"/>
                      <a:pt x="644" y="42"/>
                      <a:pt x="644" y="42"/>
                    </a:cubicBezTo>
                    <a:cubicBezTo>
                      <a:pt x="645" y="43"/>
                      <a:pt x="645" y="43"/>
                      <a:pt x="645" y="43"/>
                    </a:cubicBezTo>
                    <a:lnTo>
                      <a:pt x="643" y="43"/>
                    </a:lnTo>
                    <a:close/>
                    <a:moveTo>
                      <a:pt x="646" y="48"/>
                    </a:moveTo>
                    <a:cubicBezTo>
                      <a:pt x="645" y="48"/>
                      <a:pt x="645" y="48"/>
                      <a:pt x="645" y="48"/>
                    </a:cubicBezTo>
                    <a:cubicBezTo>
                      <a:pt x="646" y="46"/>
                      <a:pt x="646" y="46"/>
                      <a:pt x="646" y="46"/>
                    </a:cubicBezTo>
                    <a:cubicBezTo>
                      <a:pt x="645" y="45"/>
                      <a:pt x="645" y="45"/>
                      <a:pt x="645" y="45"/>
                    </a:cubicBezTo>
                    <a:cubicBezTo>
                      <a:pt x="645" y="43"/>
                      <a:pt x="645" y="43"/>
                      <a:pt x="645" y="43"/>
                    </a:cubicBezTo>
                    <a:cubicBezTo>
                      <a:pt x="646" y="43"/>
                      <a:pt x="646" y="43"/>
                      <a:pt x="646" y="43"/>
                    </a:cubicBezTo>
                    <a:cubicBezTo>
                      <a:pt x="647" y="46"/>
                      <a:pt x="647" y="46"/>
                      <a:pt x="647" y="46"/>
                    </a:cubicBezTo>
                    <a:lnTo>
                      <a:pt x="646" y="48"/>
                    </a:lnTo>
                    <a:close/>
                    <a:moveTo>
                      <a:pt x="713" y="92"/>
                    </a:moveTo>
                    <a:cubicBezTo>
                      <a:pt x="713" y="93"/>
                      <a:pt x="713" y="93"/>
                      <a:pt x="713" y="93"/>
                    </a:cubicBezTo>
                    <a:cubicBezTo>
                      <a:pt x="713" y="94"/>
                      <a:pt x="713" y="94"/>
                      <a:pt x="713" y="94"/>
                    </a:cubicBezTo>
                    <a:cubicBezTo>
                      <a:pt x="713" y="95"/>
                      <a:pt x="713" y="95"/>
                      <a:pt x="713" y="95"/>
                    </a:cubicBezTo>
                    <a:cubicBezTo>
                      <a:pt x="712" y="96"/>
                      <a:pt x="712" y="96"/>
                      <a:pt x="712" y="96"/>
                    </a:cubicBezTo>
                    <a:cubicBezTo>
                      <a:pt x="713" y="91"/>
                      <a:pt x="713" y="91"/>
                      <a:pt x="713" y="91"/>
                    </a:cubicBezTo>
                    <a:cubicBezTo>
                      <a:pt x="712" y="91"/>
                      <a:pt x="712" y="91"/>
                      <a:pt x="712" y="91"/>
                    </a:cubicBezTo>
                    <a:cubicBezTo>
                      <a:pt x="712" y="90"/>
                      <a:pt x="712" y="90"/>
                      <a:pt x="712" y="90"/>
                    </a:cubicBezTo>
                    <a:cubicBezTo>
                      <a:pt x="712" y="89"/>
                      <a:pt x="712" y="89"/>
                      <a:pt x="712" y="89"/>
                    </a:cubicBezTo>
                    <a:cubicBezTo>
                      <a:pt x="712" y="88"/>
                      <a:pt x="712" y="88"/>
                      <a:pt x="712" y="88"/>
                    </a:cubicBezTo>
                    <a:cubicBezTo>
                      <a:pt x="713" y="89"/>
                      <a:pt x="713" y="89"/>
                      <a:pt x="713" y="89"/>
                    </a:cubicBezTo>
                    <a:cubicBezTo>
                      <a:pt x="715" y="92"/>
                      <a:pt x="715" y="92"/>
                      <a:pt x="715" y="92"/>
                    </a:cubicBezTo>
                    <a:lnTo>
                      <a:pt x="713" y="92"/>
                    </a:lnTo>
                    <a:close/>
                    <a:moveTo>
                      <a:pt x="797" y="662"/>
                    </a:move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7" y="662"/>
                      <a:pt x="797" y="662"/>
                      <a:pt x="797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2"/>
                      <a:pt x="798" y="662"/>
                      <a:pt x="798" y="662"/>
                    </a:cubicBezTo>
                    <a:lnTo>
                      <a:pt x="797" y="662"/>
                    </a:lnTo>
                    <a:close/>
                    <a:moveTo>
                      <a:pt x="798" y="662"/>
                    </a:moveTo>
                    <a:cubicBezTo>
                      <a:pt x="798" y="662"/>
                      <a:pt x="798" y="662"/>
                      <a:pt x="798" y="662"/>
                    </a:cubicBezTo>
                    <a:cubicBezTo>
                      <a:pt x="798" y="663"/>
                      <a:pt x="798" y="663"/>
                      <a:pt x="798" y="663"/>
                    </a:cubicBezTo>
                    <a:lnTo>
                      <a:pt x="798" y="662"/>
                    </a:lnTo>
                    <a:close/>
                    <a:moveTo>
                      <a:pt x="799" y="665"/>
                    </a:moveTo>
                    <a:cubicBezTo>
                      <a:pt x="799" y="665"/>
                      <a:pt x="799" y="665"/>
                      <a:pt x="799" y="665"/>
                    </a:cubicBezTo>
                    <a:cubicBezTo>
                      <a:pt x="799" y="665"/>
                      <a:pt x="799" y="665"/>
                      <a:pt x="799" y="665"/>
                    </a:cubicBezTo>
                    <a:close/>
                    <a:moveTo>
                      <a:pt x="803" y="663"/>
                    </a:move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4"/>
                      <a:pt x="801" y="664"/>
                      <a:pt x="801" y="664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1" y="663"/>
                      <a:pt x="801" y="663"/>
                      <a:pt x="801" y="663"/>
                    </a:cubicBezTo>
                    <a:cubicBezTo>
                      <a:pt x="802" y="663"/>
                      <a:pt x="802" y="663"/>
                      <a:pt x="802" y="663"/>
                    </a:cubicBezTo>
                    <a:cubicBezTo>
                      <a:pt x="803" y="663"/>
                      <a:pt x="803" y="663"/>
                      <a:pt x="803" y="663"/>
                    </a:cubicBezTo>
                    <a:cubicBezTo>
                      <a:pt x="803" y="664"/>
                      <a:pt x="803" y="664"/>
                      <a:pt x="803" y="664"/>
                    </a:cubicBezTo>
                    <a:lnTo>
                      <a:pt x="803" y="66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1" name="Freeform 6310">
                <a:extLst>
                  <a:ext uri="{FF2B5EF4-FFF2-40B4-BE49-F238E27FC236}">
                    <a16:creationId xmlns:a16="http://schemas.microsoft.com/office/drawing/2014/main" id="{F6210053-378C-4D9E-BEC3-564A3D08F7F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662" y="2730"/>
                <a:ext cx="36" cy="57"/>
              </a:xfrm>
              <a:custGeom>
                <a:avLst/>
                <a:gdLst>
                  <a:gd name="T0" fmla="*/ 34 w 36"/>
                  <a:gd name="T1" fmla="*/ 37 h 57"/>
                  <a:gd name="T2" fmla="*/ 34 w 36"/>
                  <a:gd name="T3" fmla="*/ 35 h 57"/>
                  <a:gd name="T4" fmla="*/ 34 w 36"/>
                  <a:gd name="T5" fmla="*/ 33 h 57"/>
                  <a:gd name="T6" fmla="*/ 32 w 36"/>
                  <a:gd name="T7" fmla="*/ 31 h 57"/>
                  <a:gd name="T8" fmla="*/ 30 w 36"/>
                  <a:gd name="T9" fmla="*/ 26 h 57"/>
                  <a:gd name="T10" fmla="*/ 28 w 36"/>
                  <a:gd name="T11" fmla="*/ 20 h 57"/>
                  <a:gd name="T12" fmla="*/ 26 w 36"/>
                  <a:gd name="T13" fmla="*/ 20 h 57"/>
                  <a:gd name="T14" fmla="*/ 26 w 36"/>
                  <a:gd name="T15" fmla="*/ 20 h 57"/>
                  <a:gd name="T16" fmla="*/ 26 w 36"/>
                  <a:gd name="T17" fmla="*/ 18 h 57"/>
                  <a:gd name="T18" fmla="*/ 24 w 36"/>
                  <a:gd name="T19" fmla="*/ 16 h 57"/>
                  <a:gd name="T20" fmla="*/ 23 w 36"/>
                  <a:gd name="T21" fmla="*/ 13 h 57"/>
                  <a:gd name="T22" fmla="*/ 21 w 36"/>
                  <a:gd name="T23" fmla="*/ 13 h 57"/>
                  <a:gd name="T24" fmla="*/ 21 w 36"/>
                  <a:gd name="T25" fmla="*/ 11 h 57"/>
                  <a:gd name="T26" fmla="*/ 21 w 36"/>
                  <a:gd name="T27" fmla="*/ 13 h 57"/>
                  <a:gd name="T28" fmla="*/ 19 w 36"/>
                  <a:gd name="T29" fmla="*/ 9 h 57"/>
                  <a:gd name="T30" fmla="*/ 19 w 36"/>
                  <a:gd name="T31" fmla="*/ 9 h 57"/>
                  <a:gd name="T32" fmla="*/ 19 w 36"/>
                  <a:gd name="T33" fmla="*/ 9 h 57"/>
                  <a:gd name="T34" fmla="*/ 19 w 36"/>
                  <a:gd name="T35" fmla="*/ 7 h 57"/>
                  <a:gd name="T36" fmla="*/ 15 w 36"/>
                  <a:gd name="T37" fmla="*/ 5 h 57"/>
                  <a:gd name="T38" fmla="*/ 15 w 36"/>
                  <a:gd name="T39" fmla="*/ 2 h 57"/>
                  <a:gd name="T40" fmla="*/ 11 w 36"/>
                  <a:gd name="T41" fmla="*/ 2 h 57"/>
                  <a:gd name="T42" fmla="*/ 11 w 36"/>
                  <a:gd name="T43" fmla="*/ 2 h 57"/>
                  <a:gd name="T44" fmla="*/ 10 w 36"/>
                  <a:gd name="T45" fmla="*/ 0 h 57"/>
                  <a:gd name="T46" fmla="*/ 4 w 36"/>
                  <a:gd name="T47" fmla="*/ 2 h 57"/>
                  <a:gd name="T48" fmla="*/ 4 w 36"/>
                  <a:gd name="T49" fmla="*/ 3 h 57"/>
                  <a:gd name="T50" fmla="*/ 8 w 36"/>
                  <a:gd name="T51" fmla="*/ 7 h 57"/>
                  <a:gd name="T52" fmla="*/ 8 w 36"/>
                  <a:gd name="T53" fmla="*/ 7 h 57"/>
                  <a:gd name="T54" fmla="*/ 8 w 36"/>
                  <a:gd name="T55" fmla="*/ 7 h 57"/>
                  <a:gd name="T56" fmla="*/ 8 w 36"/>
                  <a:gd name="T57" fmla="*/ 9 h 57"/>
                  <a:gd name="T58" fmla="*/ 8 w 36"/>
                  <a:gd name="T59" fmla="*/ 11 h 57"/>
                  <a:gd name="T60" fmla="*/ 8 w 36"/>
                  <a:gd name="T61" fmla="*/ 11 h 57"/>
                  <a:gd name="T62" fmla="*/ 8 w 36"/>
                  <a:gd name="T63" fmla="*/ 13 h 57"/>
                  <a:gd name="T64" fmla="*/ 6 w 36"/>
                  <a:gd name="T65" fmla="*/ 11 h 57"/>
                  <a:gd name="T66" fmla="*/ 2 w 36"/>
                  <a:gd name="T67" fmla="*/ 11 h 57"/>
                  <a:gd name="T68" fmla="*/ 2 w 36"/>
                  <a:gd name="T69" fmla="*/ 13 h 57"/>
                  <a:gd name="T70" fmla="*/ 4 w 36"/>
                  <a:gd name="T71" fmla="*/ 15 h 57"/>
                  <a:gd name="T72" fmla="*/ 4 w 36"/>
                  <a:gd name="T73" fmla="*/ 15 h 57"/>
                  <a:gd name="T74" fmla="*/ 4 w 36"/>
                  <a:gd name="T75" fmla="*/ 15 h 57"/>
                  <a:gd name="T76" fmla="*/ 6 w 36"/>
                  <a:gd name="T77" fmla="*/ 18 h 57"/>
                  <a:gd name="T78" fmla="*/ 6 w 36"/>
                  <a:gd name="T79" fmla="*/ 22 h 57"/>
                  <a:gd name="T80" fmla="*/ 2 w 36"/>
                  <a:gd name="T81" fmla="*/ 22 h 57"/>
                  <a:gd name="T82" fmla="*/ 2 w 36"/>
                  <a:gd name="T83" fmla="*/ 26 h 57"/>
                  <a:gd name="T84" fmla="*/ 0 w 36"/>
                  <a:gd name="T85" fmla="*/ 35 h 57"/>
                  <a:gd name="T86" fmla="*/ 2 w 36"/>
                  <a:gd name="T87" fmla="*/ 31 h 57"/>
                  <a:gd name="T88" fmla="*/ 4 w 36"/>
                  <a:gd name="T89" fmla="*/ 37 h 57"/>
                  <a:gd name="T90" fmla="*/ 4 w 36"/>
                  <a:gd name="T91" fmla="*/ 39 h 57"/>
                  <a:gd name="T92" fmla="*/ 8 w 36"/>
                  <a:gd name="T93" fmla="*/ 52 h 57"/>
                  <a:gd name="T94" fmla="*/ 10 w 36"/>
                  <a:gd name="T95" fmla="*/ 56 h 57"/>
                  <a:gd name="T96" fmla="*/ 13 w 36"/>
                  <a:gd name="T97" fmla="*/ 57 h 57"/>
                  <a:gd name="T98" fmla="*/ 17 w 36"/>
                  <a:gd name="T99" fmla="*/ 57 h 57"/>
                  <a:gd name="T100" fmla="*/ 23 w 36"/>
                  <a:gd name="T101" fmla="*/ 57 h 57"/>
                  <a:gd name="T102" fmla="*/ 26 w 36"/>
                  <a:gd name="T103" fmla="*/ 56 h 57"/>
                  <a:gd name="T104" fmla="*/ 32 w 36"/>
                  <a:gd name="T105" fmla="*/ 50 h 57"/>
                  <a:gd name="T106" fmla="*/ 34 w 36"/>
                  <a:gd name="T107" fmla="*/ 46 h 57"/>
                  <a:gd name="T108" fmla="*/ 34 w 36"/>
                  <a:gd name="T109" fmla="*/ 44 h 57"/>
                  <a:gd name="T110" fmla="*/ 34 w 36"/>
                  <a:gd name="T111" fmla="*/ 43 h 57"/>
                  <a:gd name="T112" fmla="*/ 36 w 36"/>
                  <a:gd name="T113" fmla="*/ 41 h 57"/>
                  <a:gd name="T114" fmla="*/ 34 w 36"/>
                  <a:gd name="T115" fmla="*/ 37 h 57"/>
                  <a:gd name="T116" fmla="*/ 4 w 36"/>
                  <a:gd name="T117" fmla="*/ 31 h 57"/>
                  <a:gd name="T118" fmla="*/ 4 w 36"/>
                  <a:gd name="T119" fmla="*/ 30 h 57"/>
                  <a:gd name="T120" fmla="*/ 4 w 36"/>
                  <a:gd name="T121" fmla="*/ 31 h 57"/>
                  <a:gd name="T122" fmla="*/ 4 w 36"/>
                  <a:gd name="T123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" h="57">
                    <a:moveTo>
                      <a:pt x="34" y="37"/>
                    </a:moveTo>
                    <a:lnTo>
                      <a:pt x="34" y="35"/>
                    </a:lnTo>
                    <a:lnTo>
                      <a:pt x="34" y="33"/>
                    </a:lnTo>
                    <a:lnTo>
                      <a:pt x="32" y="31"/>
                    </a:lnTo>
                    <a:lnTo>
                      <a:pt x="30" y="26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4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6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4" y="37"/>
                    </a:lnTo>
                    <a:lnTo>
                      <a:pt x="4" y="39"/>
                    </a:lnTo>
                    <a:lnTo>
                      <a:pt x="8" y="52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23" y="57"/>
                    </a:lnTo>
                    <a:lnTo>
                      <a:pt x="26" y="56"/>
                    </a:lnTo>
                    <a:lnTo>
                      <a:pt x="32" y="50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4" y="43"/>
                    </a:lnTo>
                    <a:lnTo>
                      <a:pt x="36" y="41"/>
                    </a:lnTo>
                    <a:lnTo>
                      <a:pt x="34" y="37"/>
                    </a:lnTo>
                    <a:close/>
                    <a:moveTo>
                      <a:pt x="4" y="31"/>
                    </a:moveTo>
                    <a:lnTo>
                      <a:pt x="4" y="30"/>
                    </a:lnTo>
                    <a:lnTo>
                      <a:pt x="4" y="31"/>
                    </a:lnTo>
                    <a:lnTo>
                      <a:pt x="4" y="3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2" name="Freeform 6311">
                <a:extLst>
                  <a:ext uri="{FF2B5EF4-FFF2-40B4-BE49-F238E27FC236}">
                    <a16:creationId xmlns:a16="http://schemas.microsoft.com/office/drawing/2014/main" id="{F3F6086B-2D8D-46AF-BD39-821F61C0FC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0" y="2023"/>
                <a:ext cx="9" cy="11"/>
              </a:xfrm>
              <a:custGeom>
                <a:avLst/>
                <a:gdLst>
                  <a:gd name="T0" fmla="*/ 1 w 9"/>
                  <a:gd name="T1" fmla="*/ 0 h 11"/>
                  <a:gd name="T2" fmla="*/ 0 w 9"/>
                  <a:gd name="T3" fmla="*/ 6 h 11"/>
                  <a:gd name="T4" fmla="*/ 1 w 9"/>
                  <a:gd name="T5" fmla="*/ 9 h 11"/>
                  <a:gd name="T6" fmla="*/ 7 w 9"/>
                  <a:gd name="T7" fmla="*/ 11 h 11"/>
                  <a:gd name="T8" fmla="*/ 9 w 9"/>
                  <a:gd name="T9" fmla="*/ 8 h 11"/>
                  <a:gd name="T10" fmla="*/ 5 w 9"/>
                  <a:gd name="T11" fmla="*/ 4 h 11"/>
                  <a:gd name="T12" fmla="*/ 1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lnTo>
                      <a:pt x="0" y="6"/>
                    </a:lnTo>
                    <a:lnTo>
                      <a:pt x="1" y="9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3" name="Freeform 6312">
                <a:extLst>
                  <a:ext uri="{FF2B5EF4-FFF2-40B4-BE49-F238E27FC236}">
                    <a16:creationId xmlns:a16="http://schemas.microsoft.com/office/drawing/2014/main" id="{2245DE49-0FBD-4079-A704-F93E854E5B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1986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2 w 9"/>
                  <a:gd name="T3" fmla="*/ 0 h 4"/>
                  <a:gd name="T4" fmla="*/ 0 w 9"/>
                  <a:gd name="T5" fmla="*/ 4 h 4"/>
                  <a:gd name="T6" fmla="*/ 4 w 9"/>
                  <a:gd name="T7" fmla="*/ 4 h 4"/>
                  <a:gd name="T8" fmla="*/ 9 w 9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4" name="Freeform 6313">
                <a:extLst>
                  <a:ext uri="{FF2B5EF4-FFF2-40B4-BE49-F238E27FC236}">
                    <a16:creationId xmlns:a16="http://schemas.microsoft.com/office/drawing/2014/main" id="{DEC339E8-1DA7-453C-8B99-9517D401E3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3" y="1803"/>
                <a:ext cx="6" cy="8"/>
              </a:xfrm>
              <a:custGeom>
                <a:avLst/>
                <a:gdLst>
                  <a:gd name="T0" fmla="*/ 4 w 6"/>
                  <a:gd name="T1" fmla="*/ 8 h 8"/>
                  <a:gd name="T2" fmla="*/ 6 w 6"/>
                  <a:gd name="T3" fmla="*/ 4 h 8"/>
                  <a:gd name="T4" fmla="*/ 6 w 6"/>
                  <a:gd name="T5" fmla="*/ 2 h 8"/>
                  <a:gd name="T6" fmla="*/ 4 w 6"/>
                  <a:gd name="T7" fmla="*/ 0 h 8"/>
                  <a:gd name="T8" fmla="*/ 0 w 6"/>
                  <a:gd name="T9" fmla="*/ 4 h 8"/>
                  <a:gd name="T10" fmla="*/ 4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4" y="8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5" name="Freeform 6314">
                <a:extLst>
                  <a:ext uri="{FF2B5EF4-FFF2-40B4-BE49-F238E27FC236}">
                    <a16:creationId xmlns:a16="http://schemas.microsoft.com/office/drawing/2014/main" id="{8B23E699-83FA-4D0B-973D-1CA7C0213E2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36" y="1857"/>
                <a:ext cx="8" cy="6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1 h 3"/>
                  <a:gd name="T6" fmla="*/ 4 w 4"/>
                  <a:gd name="T7" fmla="*/ 0 h 3"/>
                  <a:gd name="T8" fmla="*/ 0 w 4"/>
                  <a:gd name="T9" fmla="*/ 0 h 3"/>
                  <a:gd name="T10" fmla="*/ 3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6" name="Freeform 6315">
                <a:extLst>
                  <a:ext uri="{FF2B5EF4-FFF2-40B4-BE49-F238E27FC236}">
                    <a16:creationId xmlns:a16="http://schemas.microsoft.com/office/drawing/2014/main" id="{0DD5A43A-B242-4E30-91EB-B459C3D0C45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0" y="166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0 h 5"/>
                  <a:gd name="T6" fmla="*/ 1 w 5"/>
                  <a:gd name="T7" fmla="*/ 0 h 5"/>
                  <a:gd name="T8" fmla="*/ 0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7" name="Freeform 6316">
                <a:extLst>
                  <a:ext uri="{FF2B5EF4-FFF2-40B4-BE49-F238E27FC236}">
                    <a16:creationId xmlns:a16="http://schemas.microsoft.com/office/drawing/2014/main" id="{3A460D22-57E6-4484-B284-4B56C01812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69" y="1973"/>
                <a:ext cx="20" cy="26"/>
              </a:xfrm>
              <a:custGeom>
                <a:avLst/>
                <a:gdLst>
                  <a:gd name="T0" fmla="*/ 15 w 20"/>
                  <a:gd name="T1" fmla="*/ 0 h 26"/>
                  <a:gd name="T2" fmla="*/ 11 w 20"/>
                  <a:gd name="T3" fmla="*/ 4 h 26"/>
                  <a:gd name="T4" fmla="*/ 11 w 20"/>
                  <a:gd name="T5" fmla="*/ 2 h 26"/>
                  <a:gd name="T6" fmla="*/ 9 w 20"/>
                  <a:gd name="T7" fmla="*/ 4 h 26"/>
                  <a:gd name="T8" fmla="*/ 7 w 20"/>
                  <a:gd name="T9" fmla="*/ 4 h 26"/>
                  <a:gd name="T10" fmla="*/ 3 w 20"/>
                  <a:gd name="T11" fmla="*/ 7 h 26"/>
                  <a:gd name="T12" fmla="*/ 3 w 20"/>
                  <a:gd name="T13" fmla="*/ 9 h 26"/>
                  <a:gd name="T14" fmla="*/ 0 w 20"/>
                  <a:gd name="T15" fmla="*/ 11 h 26"/>
                  <a:gd name="T16" fmla="*/ 2 w 20"/>
                  <a:gd name="T17" fmla="*/ 15 h 26"/>
                  <a:gd name="T18" fmla="*/ 0 w 20"/>
                  <a:gd name="T19" fmla="*/ 15 h 26"/>
                  <a:gd name="T20" fmla="*/ 3 w 20"/>
                  <a:gd name="T21" fmla="*/ 20 h 26"/>
                  <a:gd name="T22" fmla="*/ 2 w 20"/>
                  <a:gd name="T23" fmla="*/ 22 h 26"/>
                  <a:gd name="T24" fmla="*/ 3 w 20"/>
                  <a:gd name="T25" fmla="*/ 26 h 26"/>
                  <a:gd name="T26" fmla="*/ 7 w 20"/>
                  <a:gd name="T27" fmla="*/ 24 h 26"/>
                  <a:gd name="T28" fmla="*/ 9 w 20"/>
                  <a:gd name="T29" fmla="*/ 20 h 26"/>
                  <a:gd name="T30" fmla="*/ 7 w 20"/>
                  <a:gd name="T31" fmla="*/ 20 h 26"/>
                  <a:gd name="T32" fmla="*/ 7 w 20"/>
                  <a:gd name="T33" fmla="*/ 20 h 26"/>
                  <a:gd name="T34" fmla="*/ 11 w 20"/>
                  <a:gd name="T35" fmla="*/ 17 h 26"/>
                  <a:gd name="T36" fmla="*/ 11 w 20"/>
                  <a:gd name="T37" fmla="*/ 15 h 26"/>
                  <a:gd name="T38" fmla="*/ 15 w 20"/>
                  <a:gd name="T39" fmla="*/ 13 h 26"/>
                  <a:gd name="T40" fmla="*/ 13 w 20"/>
                  <a:gd name="T41" fmla="*/ 11 h 26"/>
                  <a:gd name="T42" fmla="*/ 11 w 20"/>
                  <a:gd name="T43" fmla="*/ 9 h 26"/>
                  <a:gd name="T44" fmla="*/ 13 w 20"/>
                  <a:gd name="T45" fmla="*/ 7 h 26"/>
                  <a:gd name="T46" fmla="*/ 13 w 20"/>
                  <a:gd name="T47" fmla="*/ 5 h 26"/>
                  <a:gd name="T48" fmla="*/ 13 w 20"/>
                  <a:gd name="T49" fmla="*/ 5 h 26"/>
                  <a:gd name="T50" fmla="*/ 15 w 20"/>
                  <a:gd name="T51" fmla="*/ 5 h 26"/>
                  <a:gd name="T52" fmla="*/ 16 w 20"/>
                  <a:gd name="T53" fmla="*/ 4 h 26"/>
                  <a:gd name="T54" fmla="*/ 20 w 20"/>
                  <a:gd name="T55" fmla="*/ 4 h 26"/>
                  <a:gd name="T56" fmla="*/ 18 w 20"/>
                  <a:gd name="T57" fmla="*/ 0 h 26"/>
                  <a:gd name="T58" fmla="*/ 15 w 20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26">
                    <a:moveTo>
                      <a:pt x="15" y="0"/>
                    </a:moveTo>
                    <a:lnTo>
                      <a:pt x="11" y="4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3" y="26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20" y="4"/>
                    </a:lnTo>
                    <a:lnTo>
                      <a:pt x="18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8" name="Freeform 6317">
                <a:extLst>
                  <a:ext uri="{FF2B5EF4-FFF2-40B4-BE49-F238E27FC236}">
                    <a16:creationId xmlns:a16="http://schemas.microsoft.com/office/drawing/2014/main" id="{8271B4C2-F932-47F6-8AA5-7C0B4EBFB4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62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2 w 5"/>
                  <a:gd name="T3" fmla="*/ 0 h 5"/>
                  <a:gd name="T4" fmla="*/ 0 w 5"/>
                  <a:gd name="T5" fmla="*/ 1 h 5"/>
                  <a:gd name="T6" fmla="*/ 2 w 5"/>
                  <a:gd name="T7" fmla="*/ 5 h 5"/>
                  <a:gd name="T8" fmla="*/ 5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79" name="Freeform 6318">
                <a:extLst>
                  <a:ext uri="{FF2B5EF4-FFF2-40B4-BE49-F238E27FC236}">
                    <a16:creationId xmlns:a16="http://schemas.microsoft.com/office/drawing/2014/main" id="{D46D1E5B-55EC-4FCB-89C7-4CA2B515DF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7" y="1924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0" name="Freeform 6319">
                <a:extLst>
                  <a:ext uri="{FF2B5EF4-FFF2-40B4-BE49-F238E27FC236}">
                    <a16:creationId xmlns:a16="http://schemas.microsoft.com/office/drawing/2014/main" id="{AD3F5CA0-C6D4-40C8-8D67-885599CCD1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80" y="1917"/>
                <a:ext cx="13" cy="15"/>
              </a:xfrm>
              <a:custGeom>
                <a:avLst/>
                <a:gdLst>
                  <a:gd name="T0" fmla="*/ 11 w 13"/>
                  <a:gd name="T1" fmla="*/ 9 h 15"/>
                  <a:gd name="T2" fmla="*/ 9 w 13"/>
                  <a:gd name="T3" fmla="*/ 7 h 15"/>
                  <a:gd name="T4" fmla="*/ 13 w 13"/>
                  <a:gd name="T5" fmla="*/ 7 h 15"/>
                  <a:gd name="T6" fmla="*/ 11 w 13"/>
                  <a:gd name="T7" fmla="*/ 4 h 15"/>
                  <a:gd name="T8" fmla="*/ 7 w 13"/>
                  <a:gd name="T9" fmla="*/ 0 h 15"/>
                  <a:gd name="T10" fmla="*/ 4 w 13"/>
                  <a:gd name="T11" fmla="*/ 2 h 15"/>
                  <a:gd name="T12" fmla="*/ 4 w 13"/>
                  <a:gd name="T13" fmla="*/ 5 h 15"/>
                  <a:gd name="T14" fmla="*/ 4 w 13"/>
                  <a:gd name="T15" fmla="*/ 4 h 15"/>
                  <a:gd name="T16" fmla="*/ 0 w 13"/>
                  <a:gd name="T17" fmla="*/ 7 h 15"/>
                  <a:gd name="T18" fmla="*/ 4 w 13"/>
                  <a:gd name="T19" fmla="*/ 9 h 15"/>
                  <a:gd name="T20" fmla="*/ 5 w 13"/>
                  <a:gd name="T21" fmla="*/ 11 h 15"/>
                  <a:gd name="T22" fmla="*/ 7 w 13"/>
                  <a:gd name="T23" fmla="*/ 11 h 15"/>
                  <a:gd name="T24" fmla="*/ 11 w 13"/>
                  <a:gd name="T25" fmla="*/ 15 h 15"/>
                  <a:gd name="T26" fmla="*/ 13 w 13"/>
                  <a:gd name="T27" fmla="*/ 13 h 15"/>
                  <a:gd name="T28" fmla="*/ 13 w 13"/>
                  <a:gd name="T29" fmla="*/ 7 h 15"/>
                  <a:gd name="T30" fmla="*/ 11 w 13"/>
                  <a:gd name="T3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5">
                    <a:moveTo>
                      <a:pt x="11" y="9"/>
                    </a:moveTo>
                    <a:lnTo>
                      <a:pt x="9" y="7"/>
                    </a:lnTo>
                    <a:lnTo>
                      <a:pt x="13" y="7"/>
                    </a:lnTo>
                    <a:lnTo>
                      <a:pt x="11" y="4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1" name="Freeform 6320">
                <a:extLst>
                  <a:ext uri="{FF2B5EF4-FFF2-40B4-BE49-F238E27FC236}">
                    <a16:creationId xmlns:a16="http://schemas.microsoft.com/office/drawing/2014/main" id="{CB849A37-B412-477F-A16A-89668CE1519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71" y="1896"/>
                <a:ext cx="7" cy="15"/>
              </a:xfrm>
              <a:custGeom>
                <a:avLst/>
                <a:gdLst>
                  <a:gd name="T0" fmla="*/ 0 w 7"/>
                  <a:gd name="T1" fmla="*/ 0 h 15"/>
                  <a:gd name="T2" fmla="*/ 7 w 7"/>
                  <a:gd name="T3" fmla="*/ 15 h 15"/>
                  <a:gd name="T4" fmla="*/ 5 w 7"/>
                  <a:gd name="T5" fmla="*/ 4 h 15"/>
                  <a:gd name="T6" fmla="*/ 7 w 7"/>
                  <a:gd name="T7" fmla="*/ 2 h 15"/>
                  <a:gd name="T8" fmla="*/ 0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lnTo>
                      <a:pt x="7" y="1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2" name="Freeform 6321">
                <a:extLst>
                  <a:ext uri="{FF2B5EF4-FFF2-40B4-BE49-F238E27FC236}">
                    <a16:creationId xmlns:a16="http://schemas.microsoft.com/office/drawing/2014/main" id="{C383A768-7080-4BBE-A6CD-C83E51A04C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7" y="1880"/>
                <a:ext cx="15" cy="18"/>
              </a:xfrm>
              <a:custGeom>
                <a:avLst/>
                <a:gdLst>
                  <a:gd name="T0" fmla="*/ 1 w 8"/>
                  <a:gd name="T1" fmla="*/ 4 h 10"/>
                  <a:gd name="T2" fmla="*/ 4 w 8"/>
                  <a:gd name="T3" fmla="*/ 5 h 10"/>
                  <a:gd name="T4" fmla="*/ 4 w 8"/>
                  <a:gd name="T5" fmla="*/ 6 h 10"/>
                  <a:gd name="T6" fmla="*/ 4 w 8"/>
                  <a:gd name="T7" fmla="*/ 6 h 10"/>
                  <a:gd name="T8" fmla="*/ 3 w 8"/>
                  <a:gd name="T9" fmla="*/ 7 h 10"/>
                  <a:gd name="T10" fmla="*/ 5 w 8"/>
                  <a:gd name="T11" fmla="*/ 10 h 10"/>
                  <a:gd name="T12" fmla="*/ 6 w 8"/>
                  <a:gd name="T13" fmla="*/ 7 h 10"/>
                  <a:gd name="T14" fmla="*/ 5 w 8"/>
                  <a:gd name="T15" fmla="*/ 6 h 10"/>
                  <a:gd name="T16" fmla="*/ 8 w 8"/>
                  <a:gd name="T17" fmla="*/ 6 h 10"/>
                  <a:gd name="T18" fmla="*/ 5 w 8"/>
                  <a:gd name="T19" fmla="*/ 4 h 10"/>
                  <a:gd name="T20" fmla="*/ 5 w 8"/>
                  <a:gd name="T21" fmla="*/ 4 h 10"/>
                  <a:gd name="T22" fmla="*/ 6 w 8"/>
                  <a:gd name="T23" fmla="*/ 4 h 10"/>
                  <a:gd name="T24" fmla="*/ 6 w 8"/>
                  <a:gd name="T25" fmla="*/ 3 h 10"/>
                  <a:gd name="T26" fmla="*/ 8 w 8"/>
                  <a:gd name="T27" fmla="*/ 4 h 10"/>
                  <a:gd name="T28" fmla="*/ 6 w 8"/>
                  <a:gd name="T29" fmla="*/ 1 h 10"/>
                  <a:gd name="T30" fmla="*/ 4 w 8"/>
                  <a:gd name="T31" fmla="*/ 0 h 10"/>
                  <a:gd name="T32" fmla="*/ 4 w 8"/>
                  <a:gd name="T33" fmla="*/ 1 h 10"/>
                  <a:gd name="T34" fmla="*/ 4 w 8"/>
                  <a:gd name="T35" fmla="*/ 1 h 10"/>
                  <a:gd name="T36" fmla="*/ 4 w 8"/>
                  <a:gd name="T37" fmla="*/ 1 h 10"/>
                  <a:gd name="T38" fmla="*/ 3 w 8"/>
                  <a:gd name="T39" fmla="*/ 1 h 10"/>
                  <a:gd name="T40" fmla="*/ 3 w 8"/>
                  <a:gd name="T41" fmla="*/ 0 h 10"/>
                  <a:gd name="T42" fmla="*/ 1 w 8"/>
                  <a:gd name="T43" fmla="*/ 2 h 10"/>
                  <a:gd name="T44" fmla="*/ 2 w 8"/>
                  <a:gd name="T45" fmla="*/ 2 h 10"/>
                  <a:gd name="T46" fmla="*/ 0 w 8"/>
                  <a:gd name="T47" fmla="*/ 1 h 10"/>
                  <a:gd name="T48" fmla="*/ 1 w 8"/>
                  <a:gd name="T4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" h="10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3" name="Freeform 6322">
                <a:extLst>
                  <a:ext uri="{FF2B5EF4-FFF2-40B4-BE49-F238E27FC236}">
                    <a16:creationId xmlns:a16="http://schemas.microsoft.com/office/drawing/2014/main" id="{94078663-179D-41FE-9F0F-0B3BB014C7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24" y="2019"/>
                <a:ext cx="65" cy="79"/>
              </a:xfrm>
              <a:custGeom>
                <a:avLst/>
                <a:gdLst>
                  <a:gd name="T0" fmla="*/ 30 w 65"/>
                  <a:gd name="T1" fmla="*/ 8 h 79"/>
                  <a:gd name="T2" fmla="*/ 30 w 65"/>
                  <a:gd name="T3" fmla="*/ 10 h 79"/>
                  <a:gd name="T4" fmla="*/ 28 w 65"/>
                  <a:gd name="T5" fmla="*/ 13 h 79"/>
                  <a:gd name="T6" fmla="*/ 28 w 65"/>
                  <a:gd name="T7" fmla="*/ 15 h 79"/>
                  <a:gd name="T8" fmla="*/ 26 w 65"/>
                  <a:gd name="T9" fmla="*/ 21 h 79"/>
                  <a:gd name="T10" fmla="*/ 26 w 65"/>
                  <a:gd name="T11" fmla="*/ 23 h 79"/>
                  <a:gd name="T12" fmla="*/ 30 w 65"/>
                  <a:gd name="T13" fmla="*/ 21 h 79"/>
                  <a:gd name="T14" fmla="*/ 26 w 65"/>
                  <a:gd name="T15" fmla="*/ 25 h 79"/>
                  <a:gd name="T16" fmla="*/ 23 w 65"/>
                  <a:gd name="T17" fmla="*/ 23 h 79"/>
                  <a:gd name="T18" fmla="*/ 21 w 65"/>
                  <a:gd name="T19" fmla="*/ 23 h 79"/>
                  <a:gd name="T20" fmla="*/ 11 w 65"/>
                  <a:gd name="T21" fmla="*/ 23 h 79"/>
                  <a:gd name="T22" fmla="*/ 8 w 65"/>
                  <a:gd name="T23" fmla="*/ 28 h 79"/>
                  <a:gd name="T24" fmla="*/ 11 w 65"/>
                  <a:gd name="T25" fmla="*/ 34 h 79"/>
                  <a:gd name="T26" fmla="*/ 10 w 65"/>
                  <a:gd name="T27" fmla="*/ 36 h 79"/>
                  <a:gd name="T28" fmla="*/ 6 w 65"/>
                  <a:gd name="T29" fmla="*/ 36 h 79"/>
                  <a:gd name="T30" fmla="*/ 6 w 65"/>
                  <a:gd name="T31" fmla="*/ 40 h 79"/>
                  <a:gd name="T32" fmla="*/ 8 w 65"/>
                  <a:gd name="T33" fmla="*/ 43 h 79"/>
                  <a:gd name="T34" fmla="*/ 13 w 65"/>
                  <a:gd name="T35" fmla="*/ 45 h 79"/>
                  <a:gd name="T36" fmla="*/ 13 w 65"/>
                  <a:gd name="T37" fmla="*/ 53 h 79"/>
                  <a:gd name="T38" fmla="*/ 13 w 65"/>
                  <a:gd name="T39" fmla="*/ 53 h 79"/>
                  <a:gd name="T40" fmla="*/ 11 w 65"/>
                  <a:gd name="T41" fmla="*/ 58 h 79"/>
                  <a:gd name="T42" fmla="*/ 10 w 65"/>
                  <a:gd name="T43" fmla="*/ 62 h 79"/>
                  <a:gd name="T44" fmla="*/ 6 w 65"/>
                  <a:gd name="T45" fmla="*/ 60 h 79"/>
                  <a:gd name="T46" fmla="*/ 6 w 65"/>
                  <a:gd name="T47" fmla="*/ 60 h 79"/>
                  <a:gd name="T48" fmla="*/ 0 w 65"/>
                  <a:gd name="T49" fmla="*/ 66 h 79"/>
                  <a:gd name="T50" fmla="*/ 4 w 65"/>
                  <a:gd name="T51" fmla="*/ 66 h 79"/>
                  <a:gd name="T52" fmla="*/ 4 w 65"/>
                  <a:gd name="T53" fmla="*/ 71 h 79"/>
                  <a:gd name="T54" fmla="*/ 6 w 65"/>
                  <a:gd name="T55" fmla="*/ 73 h 79"/>
                  <a:gd name="T56" fmla="*/ 6 w 65"/>
                  <a:gd name="T57" fmla="*/ 75 h 79"/>
                  <a:gd name="T58" fmla="*/ 10 w 65"/>
                  <a:gd name="T59" fmla="*/ 77 h 79"/>
                  <a:gd name="T60" fmla="*/ 13 w 65"/>
                  <a:gd name="T61" fmla="*/ 77 h 79"/>
                  <a:gd name="T62" fmla="*/ 21 w 65"/>
                  <a:gd name="T63" fmla="*/ 77 h 79"/>
                  <a:gd name="T64" fmla="*/ 30 w 65"/>
                  <a:gd name="T65" fmla="*/ 73 h 79"/>
                  <a:gd name="T66" fmla="*/ 32 w 65"/>
                  <a:gd name="T67" fmla="*/ 73 h 79"/>
                  <a:gd name="T68" fmla="*/ 37 w 65"/>
                  <a:gd name="T69" fmla="*/ 71 h 79"/>
                  <a:gd name="T70" fmla="*/ 45 w 65"/>
                  <a:gd name="T71" fmla="*/ 67 h 79"/>
                  <a:gd name="T72" fmla="*/ 47 w 65"/>
                  <a:gd name="T73" fmla="*/ 67 h 79"/>
                  <a:gd name="T74" fmla="*/ 49 w 65"/>
                  <a:gd name="T75" fmla="*/ 67 h 79"/>
                  <a:gd name="T76" fmla="*/ 52 w 65"/>
                  <a:gd name="T77" fmla="*/ 62 h 79"/>
                  <a:gd name="T78" fmla="*/ 56 w 65"/>
                  <a:gd name="T79" fmla="*/ 60 h 79"/>
                  <a:gd name="T80" fmla="*/ 58 w 65"/>
                  <a:gd name="T81" fmla="*/ 54 h 79"/>
                  <a:gd name="T82" fmla="*/ 58 w 65"/>
                  <a:gd name="T83" fmla="*/ 45 h 79"/>
                  <a:gd name="T84" fmla="*/ 58 w 65"/>
                  <a:gd name="T85" fmla="*/ 43 h 79"/>
                  <a:gd name="T86" fmla="*/ 56 w 65"/>
                  <a:gd name="T87" fmla="*/ 38 h 79"/>
                  <a:gd name="T88" fmla="*/ 54 w 65"/>
                  <a:gd name="T89" fmla="*/ 34 h 79"/>
                  <a:gd name="T90" fmla="*/ 58 w 65"/>
                  <a:gd name="T91" fmla="*/ 34 h 79"/>
                  <a:gd name="T92" fmla="*/ 58 w 65"/>
                  <a:gd name="T93" fmla="*/ 34 h 79"/>
                  <a:gd name="T94" fmla="*/ 58 w 65"/>
                  <a:gd name="T95" fmla="*/ 32 h 79"/>
                  <a:gd name="T96" fmla="*/ 58 w 65"/>
                  <a:gd name="T97" fmla="*/ 32 h 79"/>
                  <a:gd name="T98" fmla="*/ 62 w 65"/>
                  <a:gd name="T99" fmla="*/ 28 h 79"/>
                  <a:gd name="T100" fmla="*/ 65 w 65"/>
                  <a:gd name="T101" fmla="*/ 26 h 79"/>
                  <a:gd name="T102" fmla="*/ 65 w 65"/>
                  <a:gd name="T103" fmla="*/ 19 h 79"/>
                  <a:gd name="T104" fmla="*/ 64 w 65"/>
                  <a:gd name="T105" fmla="*/ 19 h 79"/>
                  <a:gd name="T106" fmla="*/ 58 w 65"/>
                  <a:gd name="T107" fmla="*/ 10 h 79"/>
                  <a:gd name="T108" fmla="*/ 51 w 65"/>
                  <a:gd name="T109" fmla="*/ 8 h 79"/>
                  <a:gd name="T110" fmla="*/ 45 w 65"/>
                  <a:gd name="T111" fmla="*/ 6 h 79"/>
                  <a:gd name="T112" fmla="*/ 41 w 65"/>
                  <a:gd name="T113" fmla="*/ 6 h 79"/>
                  <a:gd name="T114" fmla="*/ 39 w 65"/>
                  <a:gd name="T115" fmla="*/ 6 h 79"/>
                  <a:gd name="T116" fmla="*/ 36 w 65"/>
                  <a:gd name="T117" fmla="*/ 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79">
                    <a:moveTo>
                      <a:pt x="36" y="8"/>
                    </a:move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4" y="15"/>
                    </a:lnTo>
                    <a:lnTo>
                      <a:pt x="26" y="21"/>
                    </a:lnTo>
                    <a:lnTo>
                      <a:pt x="28" y="21"/>
                    </a:lnTo>
                    <a:lnTo>
                      <a:pt x="26" y="23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4" y="23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3" y="23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8"/>
                    </a:lnTo>
                    <a:lnTo>
                      <a:pt x="4" y="28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6" y="40"/>
                    </a:lnTo>
                    <a:lnTo>
                      <a:pt x="10" y="41"/>
                    </a:lnTo>
                    <a:lnTo>
                      <a:pt x="8" y="43"/>
                    </a:lnTo>
                    <a:lnTo>
                      <a:pt x="13" y="43"/>
                    </a:lnTo>
                    <a:lnTo>
                      <a:pt x="13" y="45"/>
                    </a:lnTo>
                    <a:lnTo>
                      <a:pt x="17" y="45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6" y="58"/>
                    </a:lnTo>
                    <a:lnTo>
                      <a:pt x="11" y="58"/>
                    </a:lnTo>
                    <a:lnTo>
                      <a:pt x="8" y="58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71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6" y="73"/>
                    </a:lnTo>
                    <a:lnTo>
                      <a:pt x="2" y="75"/>
                    </a:lnTo>
                    <a:lnTo>
                      <a:pt x="6" y="75"/>
                    </a:lnTo>
                    <a:lnTo>
                      <a:pt x="4" y="77"/>
                    </a:lnTo>
                    <a:lnTo>
                      <a:pt x="10" y="77"/>
                    </a:lnTo>
                    <a:lnTo>
                      <a:pt x="8" y="79"/>
                    </a:lnTo>
                    <a:lnTo>
                      <a:pt x="13" y="77"/>
                    </a:lnTo>
                    <a:lnTo>
                      <a:pt x="15" y="79"/>
                    </a:lnTo>
                    <a:lnTo>
                      <a:pt x="21" y="77"/>
                    </a:lnTo>
                    <a:lnTo>
                      <a:pt x="24" y="77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2" y="73"/>
                    </a:lnTo>
                    <a:lnTo>
                      <a:pt x="34" y="71"/>
                    </a:lnTo>
                    <a:lnTo>
                      <a:pt x="37" y="71"/>
                    </a:lnTo>
                    <a:lnTo>
                      <a:pt x="37" y="67"/>
                    </a:lnTo>
                    <a:lnTo>
                      <a:pt x="45" y="67"/>
                    </a:lnTo>
                    <a:lnTo>
                      <a:pt x="45" y="67"/>
                    </a:lnTo>
                    <a:lnTo>
                      <a:pt x="47" y="67"/>
                    </a:lnTo>
                    <a:lnTo>
                      <a:pt x="49" y="66"/>
                    </a:lnTo>
                    <a:lnTo>
                      <a:pt x="49" y="67"/>
                    </a:lnTo>
                    <a:lnTo>
                      <a:pt x="56" y="67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6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8" y="43"/>
                    </a:lnTo>
                    <a:lnTo>
                      <a:pt x="58" y="40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60" y="30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5" y="26"/>
                    </a:lnTo>
                    <a:lnTo>
                      <a:pt x="65" y="26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0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41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6" y="8"/>
                    </a:lnTo>
                    <a:lnTo>
                      <a:pt x="3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4" name="Freeform 6323">
                <a:extLst>
                  <a:ext uri="{FF2B5EF4-FFF2-40B4-BE49-F238E27FC236}">
                    <a16:creationId xmlns:a16="http://schemas.microsoft.com/office/drawing/2014/main" id="{246BF70E-211A-4FDF-B60E-D66C2792F92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471" y="1950"/>
                <a:ext cx="108" cy="179"/>
              </a:xfrm>
              <a:custGeom>
                <a:avLst/>
                <a:gdLst>
                  <a:gd name="T0" fmla="*/ 3 w 58"/>
                  <a:gd name="T1" fmla="*/ 21 h 96"/>
                  <a:gd name="T2" fmla="*/ 3 w 58"/>
                  <a:gd name="T3" fmla="*/ 28 h 96"/>
                  <a:gd name="T4" fmla="*/ 5 w 58"/>
                  <a:gd name="T5" fmla="*/ 31 h 96"/>
                  <a:gd name="T6" fmla="*/ 7 w 58"/>
                  <a:gd name="T7" fmla="*/ 37 h 96"/>
                  <a:gd name="T8" fmla="*/ 8 w 58"/>
                  <a:gd name="T9" fmla="*/ 39 h 96"/>
                  <a:gd name="T10" fmla="*/ 12 w 58"/>
                  <a:gd name="T11" fmla="*/ 41 h 96"/>
                  <a:gd name="T12" fmla="*/ 13 w 58"/>
                  <a:gd name="T13" fmla="*/ 40 h 96"/>
                  <a:gd name="T14" fmla="*/ 14 w 58"/>
                  <a:gd name="T15" fmla="*/ 46 h 96"/>
                  <a:gd name="T16" fmla="*/ 22 w 58"/>
                  <a:gd name="T17" fmla="*/ 45 h 96"/>
                  <a:gd name="T18" fmla="*/ 26 w 58"/>
                  <a:gd name="T19" fmla="*/ 53 h 96"/>
                  <a:gd name="T20" fmla="*/ 23 w 58"/>
                  <a:gd name="T21" fmla="*/ 60 h 96"/>
                  <a:gd name="T22" fmla="*/ 17 w 58"/>
                  <a:gd name="T23" fmla="*/ 59 h 96"/>
                  <a:gd name="T24" fmla="*/ 14 w 58"/>
                  <a:gd name="T25" fmla="*/ 65 h 96"/>
                  <a:gd name="T26" fmla="*/ 18 w 58"/>
                  <a:gd name="T27" fmla="*/ 67 h 96"/>
                  <a:gd name="T28" fmla="*/ 15 w 58"/>
                  <a:gd name="T29" fmla="*/ 73 h 96"/>
                  <a:gd name="T30" fmla="*/ 11 w 58"/>
                  <a:gd name="T31" fmla="*/ 78 h 96"/>
                  <a:gd name="T32" fmla="*/ 17 w 58"/>
                  <a:gd name="T33" fmla="*/ 78 h 96"/>
                  <a:gd name="T34" fmla="*/ 26 w 58"/>
                  <a:gd name="T35" fmla="*/ 80 h 96"/>
                  <a:gd name="T36" fmla="*/ 20 w 58"/>
                  <a:gd name="T37" fmla="*/ 82 h 96"/>
                  <a:gd name="T38" fmla="*/ 13 w 58"/>
                  <a:gd name="T39" fmla="*/ 88 h 96"/>
                  <a:gd name="T40" fmla="*/ 7 w 58"/>
                  <a:gd name="T41" fmla="*/ 93 h 96"/>
                  <a:gd name="T42" fmla="*/ 12 w 58"/>
                  <a:gd name="T43" fmla="*/ 94 h 96"/>
                  <a:gd name="T44" fmla="*/ 17 w 58"/>
                  <a:gd name="T45" fmla="*/ 92 h 96"/>
                  <a:gd name="T46" fmla="*/ 22 w 58"/>
                  <a:gd name="T47" fmla="*/ 92 h 96"/>
                  <a:gd name="T48" fmla="*/ 27 w 58"/>
                  <a:gd name="T49" fmla="*/ 88 h 96"/>
                  <a:gd name="T50" fmla="*/ 34 w 58"/>
                  <a:gd name="T51" fmla="*/ 88 h 96"/>
                  <a:gd name="T52" fmla="*/ 43 w 58"/>
                  <a:gd name="T53" fmla="*/ 87 h 96"/>
                  <a:gd name="T54" fmla="*/ 52 w 58"/>
                  <a:gd name="T55" fmla="*/ 85 h 96"/>
                  <a:gd name="T56" fmla="*/ 57 w 58"/>
                  <a:gd name="T57" fmla="*/ 80 h 96"/>
                  <a:gd name="T58" fmla="*/ 52 w 58"/>
                  <a:gd name="T59" fmla="*/ 79 h 96"/>
                  <a:gd name="T60" fmla="*/ 56 w 58"/>
                  <a:gd name="T61" fmla="*/ 73 h 96"/>
                  <a:gd name="T62" fmla="*/ 51 w 58"/>
                  <a:gd name="T63" fmla="*/ 63 h 96"/>
                  <a:gd name="T64" fmla="*/ 48 w 58"/>
                  <a:gd name="T65" fmla="*/ 61 h 96"/>
                  <a:gd name="T66" fmla="*/ 44 w 58"/>
                  <a:gd name="T67" fmla="*/ 53 h 96"/>
                  <a:gd name="T68" fmla="*/ 37 w 58"/>
                  <a:gd name="T69" fmla="*/ 47 h 96"/>
                  <a:gd name="T70" fmla="*/ 33 w 58"/>
                  <a:gd name="T71" fmla="*/ 37 h 96"/>
                  <a:gd name="T72" fmla="*/ 24 w 58"/>
                  <a:gd name="T73" fmla="*/ 34 h 96"/>
                  <a:gd name="T74" fmla="*/ 28 w 58"/>
                  <a:gd name="T75" fmla="*/ 28 h 96"/>
                  <a:gd name="T76" fmla="*/ 31 w 58"/>
                  <a:gd name="T77" fmla="*/ 22 h 96"/>
                  <a:gd name="T78" fmla="*/ 25 w 58"/>
                  <a:gd name="T79" fmla="*/ 16 h 96"/>
                  <a:gd name="T80" fmla="*/ 19 w 58"/>
                  <a:gd name="T81" fmla="*/ 17 h 96"/>
                  <a:gd name="T82" fmla="*/ 25 w 58"/>
                  <a:gd name="T83" fmla="*/ 9 h 96"/>
                  <a:gd name="T84" fmla="*/ 24 w 58"/>
                  <a:gd name="T85" fmla="*/ 5 h 96"/>
                  <a:gd name="T86" fmla="*/ 23 w 58"/>
                  <a:gd name="T87" fmla="*/ 0 h 96"/>
                  <a:gd name="T88" fmla="*/ 21 w 58"/>
                  <a:gd name="T89" fmla="*/ 4 h 96"/>
                  <a:gd name="T90" fmla="*/ 17 w 58"/>
                  <a:gd name="T91" fmla="*/ 8 h 96"/>
                  <a:gd name="T92" fmla="*/ 11 w 58"/>
                  <a:gd name="T93" fmla="*/ 8 h 96"/>
                  <a:gd name="T94" fmla="*/ 9 w 58"/>
                  <a:gd name="T95" fmla="*/ 13 h 96"/>
                  <a:gd name="T96" fmla="*/ 8 w 58"/>
                  <a:gd name="T97" fmla="*/ 17 h 96"/>
                  <a:gd name="T98" fmla="*/ 6 w 58"/>
                  <a:gd name="T99" fmla="*/ 16 h 96"/>
                  <a:gd name="T100" fmla="*/ 4 w 58"/>
                  <a:gd name="T101" fmla="*/ 27 h 96"/>
                  <a:gd name="T102" fmla="*/ 6 w 58"/>
                  <a:gd name="T103" fmla="*/ 22 h 96"/>
                  <a:gd name="T104" fmla="*/ 10 w 58"/>
                  <a:gd name="T105" fmla="*/ 29 h 96"/>
                  <a:gd name="T106" fmla="*/ 6 w 58"/>
                  <a:gd name="T107" fmla="*/ 34 h 96"/>
                  <a:gd name="T108" fmla="*/ 7 w 58"/>
                  <a:gd name="T109" fmla="*/ 24 h 96"/>
                  <a:gd name="T110" fmla="*/ 6 w 58"/>
                  <a:gd name="T111" fmla="*/ 2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" h="96">
                    <a:moveTo>
                      <a:pt x="6" y="16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4" y="61"/>
                      <a:pt x="14" y="61"/>
                      <a:pt x="14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81"/>
                      <a:pt x="25" y="81"/>
                      <a:pt x="25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lnTo>
                      <a:pt x="6" y="16"/>
                    </a:lnTo>
                    <a:close/>
                    <a:moveTo>
                      <a:pt x="5" y="25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lnTo>
                      <a:pt x="5" y="25"/>
                    </a:lnTo>
                    <a:close/>
                    <a:moveTo>
                      <a:pt x="4" y="28"/>
                    </a:moveTo>
                    <a:cubicBezTo>
                      <a:pt x="4" y="27"/>
                      <a:pt x="4" y="27"/>
                      <a:pt x="4" y="27"/>
                    </a:cubicBezTo>
                    <a:cubicBezTo>
                      <a:pt x="5" y="27"/>
                      <a:pt x="5" y="27"/>
                      <a:pt x="5" y="27"/>
                    </a:cubicBezTo>
                    <a:lnTo>
                      <a:pt x="4" y="28"/>
                    </a:lnTo>
                    <a:close/>
                    <a:moveTo>
                      <a:pt x="11" y="36"/>
                    </a:move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lose/>
                    <a:moveTo>
                      <a:pt x="6" y="22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3"/>
                      <a:pt x="5" y="23"/>
                    </a:cubicBezTo>
                    <a:lnTo>
                      <a:pt x="6" y="22"/>
                    </a:lnTo>
                    <a:close/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29"/>
                      <a:pt x="9" y="29"/>
                      <a:pt x="9" y="29"/>
                    </a:cubicBezTo>
                    <a:close/>
                    <a:moveTo>
                      <a:pt x="9" y="30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2"/>
                      <a:pt x="7" y="32"/>
                      <a:pt x="7" y="32"/>
                    </a:cubicBezTo>
                    <a:lnTo>
                      <a:pt x="9" y="30"/>
                    </a:lnTo>
                    <a:close/>
                    <a:moveTo>
                      <a:pt x="7" y="24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lose/>
                    <a:moveTo>
                      <a:pt x="7" y="24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lnTo>
                      <a:pt x="7" y="2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5" name="Freeform 6324">
                <a:extLst>
                  <a:ext uri="{FF2B5EF4-FFF2-40B4-BE49-F238E27FC236}">
                    <a16:creationId xmlns:a16="http://schemas.microsoft.com/office/drawing/2014/main" id="{3DA679B3-5D3A-4965-85F2-51019E1DE90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532" y="1909"/>
                <a:ext cx="15" cy="28"/>
              </a:xfrm>
              <a:custGeom>
                <a:avLst/>
                <a:gdLst>
                  <a:gd name="T0" fmla="*/ 0 w 8"/>
                  <a:gd name="T1" fmla="*/ 8 h 15"/>
                  <a:gd name="T2" fmla="*/ 1 w 8"/>
                  <a:gd name="T3" fmla="*/ 10 h 15"/>
                  <a:gd name="T4" fmla="*/ 3 w 8"/>
                  <a:gd name="T5" fmla="*/ 10 h 15"/>
                  <a:gd name="T6" fmla="*/ 3 w 8"/>
                  <a:gd name="T7" fmla="*/ 11 h 15"/>
                  <a:gd name="T8" fmla="*/ 1 w 8"/>
                  <a:gd name="T9" fmla="*/ 15 h 15"/>
                  <a:gd name="T10" fmla="*/ 5 w 8"/>
                  <a:gd name="T11" fmla="*/ 12 h 15"/>
                  <a:gd name="T12" fmla="*/ 5 w 8"/>
                  <a:gd name="T13" fmla="*/ 12 h 15"/>
                  <a:gd name="T14" fmla="*/ 5 w 8"/>
                  <a:gd name="T15" fmla="*/ 12 h 15"/>
                  <a:gd name="T16" fmla="*/ 5 w 8"/>
                  <a:gd name="T17" fmla="*/ 10 h 15"/>
                  <a:gd name="T18" fmla="*/ 6 w 8"/>
                  <a:gd name="T19" fmla="*/ 9 h 15"/>
                  <a:gd name="T20" fmla="*/ 5 w 8"/>
                  <a:gd name="T21" fmla="*/ 8 h 15"/>
                  <a:gd name="T22" fmla="*/ 6 w 8"/>
                  <a:gd name="T23" fmla="*/ 7 h 15"/>
                  <a:gd name="T24" fmla="*/ 5 w 8"/>
                  <a:gd name="T25" fmla="*/ 7 h 15"/>
                  <a:gd name="T26" fmla="*/ 6 w 8"/>
                  <a:gd name="T27" fmla="*/ 6 h 15"/>
                  <a:gd name="T28" fmla="*/ 6 w 8"/>
                  <a:gd name="T29" fmla="*/ 4 h 15"/>
                  <a:gd name="T30" fmla="*/ 6 w 8"/>
                  <a:gd name="T31" fmla="*/ 5 h 15"/>
                  <a:gd name="T32" fmla="*/ 8 w 8"/>
                  <a:gd name="T33" fmla="*/ 0 h 15"/>
                  <a:gd name="T34" fmla="*/ 5 w 8"/>
                  <a:gd name="T35" fmla="*/ 3 h 15"/>
                  <a:gd name="T36" fmla="*/ 5 w 8"/>
                  <a:gd name="T37" fmla="*/ 3 h 15"/>
                  <a:gd name="T38" fmla="*/ 4 w 8"/>
                  <a:gd name="T39" fmla="*/ 3 h 15"/>
                  <a:gd name="T40" fmla="*/ 4 w 8"/>
                  <a:gd name="T41" fmla="*/ 4 h 15"/>
                  <a:gd name="T42" fmla="*/ 3 w 8"/>
                  <a:gd name="T43" fmla="*/ 5 h 15"/>
                  <a:gd name="T44" fmla="*/ 2 w 8"/>
                  <a:gd name="T45" fmla="*/ 5 h 15"/>
                  <a:gd name="T46" fmla="*/ 1 w 8"/>
                  <a:gd name="T47" fmla="*/ 7 h 15"/>
                  <a:gd name="T48" fmla="*/ 1 w 8"/>
                  <a:gd name="T49" fmla="*/ 7 h 15"/>
                  <a:gd name="T50" fmla="*/ 2 w 8"/>
                  <a:gd name="T51" fmla="*/ 8 h 15"/>
                  <a:gd name="T52" fmla="*/ 2 w 8"/>
                  <a:gd name="T53" fmla="*/ 8 h 15"/>
                  <a:gd name="T54" fmla="*/ 0 w 8"/>
                  <a:gd name="T55" fmla="*/ 8 h 15"/>
                  <a:gd name="T56" fmla="*/ 4 w 8"/>
                  <a:gd name="T57" fmla="*/ 6 h 15"/>
                  <a:gd name="T58" fmla="*/ 4 w 8"/>
                  <a:gd name="T59" fmla="*/ 6 h 15"/>
                  <a:gd name="T60" fmla="*/ 4 w 8"/>
                  <a:gd name="T6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" h="15">
                    <a:moveTo>
                      <a:pt x="0" y="8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0" y="8"/>
                    </a:ln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6" name="Freeform 6325">
                <a:extLst>
                  <a:ext uri="{FF2B5EF4-FFF2-40B4-BE49-F238E27FC236}">
                    <a16:creationId xmlns:a16="http://schemas.microsoft.com/office/drawing/2014/main" id="{52209098-A6E2-4155-AF83-08D96D1CE9C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95" y="2040"/>
                <a:ext cx="9" cy="11"/>
              </a:xfrm>
              <a:custGeom>
                <a:avLst/>
                <a:gdLst>
                  <a:gd name="T0" fmla="*/ 2 w 9"/>
                  <a:gd name="T1" fmla="*/ 5 h 11"/>
                  <a:gd name="T2" fmla="*/ 0 w 9"/>
                  <a:gd name="T3" fmla="*/ 11 h 11"/>
                  <a:gd name="T4" fmla="*/ 4 w 9"/>
                  <a:gd name="T5" fmla="*/ 11 h 11"/>
                  <a:gd name="T6" fmla="*/ 7 w 9"/>
                  <a:gd name="T7" fmla="*/ 7 h 11"/>
                  <a:gd name="T8" fmla="*/ 7 w 9"/>
                  <a:gd name="T9" fmla="*/ 5 h 11"/>
                  <a:gd name="T10" fmla="*/ 9 w 9"/>
                  <a:gd name="T11" fmla="*/ 0 h 11"/>
                  <a:gd name="T12" fmla="*/ 2 w 9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2" y="5"/>
                    </a:moveTo>
                    <a:lnTo>
                      <a:pt x="0" y="11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7" name="Freeform 6326">
                <a:extLst>
                  <a:ext uri="{FF2B5EF4-FFF2-40B4-BE49-F238E27FC236}">
                    <a16:creationId xmlns:a16="http://schemas.microsoft.com/office/drawing/2014/main" id="{1A6720A2-A8B0-4968-8F45-8895CEAB66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65" y="1963"/>
                <a:ext cx="19" cy="34"/>
              </a:xfrm>
              <a:custGeom>
                <a:avLst/>
                <a:gdLst>
                  <a:gd name="T0" fmla="*/ 0 w 19"/>
                  <a:gd name="T1" fmla="*/ 34 h 34"/>
                  <a:gd name="T2" fmla="*/ 4 w 19"/>
                  <a:gd name="T3" fmla="*/ 32 h 34"/>
                  <a:gd name="T4" fmla="*/ 4 w 19"/>
                  <a:gd name="T5" fmla="*/ 30 h 34"/>
                  <a:gd name="T6" fmla="*/ 6 w 19"/>
                  <a:gd name="T7" fmla="*/ 30 h 34"/>
                  <a:gd name="T8" fmla="*/ 6 w 19"/>
                  <a:gd name="T9" fmla="*/ 27 h 34"/>
                  <a:gd name="T10" fmla="*/ 6 w 19"/>
                  <a:gd name="T11" fmla="*/ 27 h 34"/>
                  <a:gd name="T12" fmla="*/ 6 w 19"/>
                  <a:gd name="T13" fmla="*/ 25 h 34"/>
                  <a:gd name="T14" fmla="*/ 8 w 19"/>
                  <a:gd name="T15" fmla="*/ 21 h 34"/>
                  <a:gd name="T16" fmla="*/ 8 w 19"/>
                  <a:gd name="T17" fmla="*/ 21 h 34"/>
                  <a:gd name="T18" fmla="*/ 8 w 19"/>
                  <a:gd name="T19" fmla="*/ 17 h 34"/>
                  <a:gd name="T20" fmla="*/ 8 w 19"/>
                  <a:gd name="T21" fmla="*/ 19 h 34"/>
                  <a:gd name="T22" fmla="*/ 13 w 19"/>
                  <a:gd name="T23" fmla="*/ 15 h 34"/>
                  <a:gd name="T24" fmla="*/ 13 w 19"/>
                  <a:gd name="T25" fmla="*/ 15 h 34"/>
                  <a:gd name="T26" fmla="*/ 17 w 19"/>
                  <a:gd name="T27" fmla="*/ 12 h 34"/>
                  <a:gd name="T28" fmla="*/ 15 w 19"/>
                  <a:gd name="T29" fmla="*/ 10 h 34"/>
                  <a:gd name="T30" fmla="*/ 15 w 19"/>
                  <a:gd name="T31" fmla="*/ 10 h 34"/>
                  <a:gd name="T32" fmla="*/ 19 w 19"/>
                  <a:gd name="T33" fmla="*/ 6 h 34"/>
                  <a:gd name="T34" fmla="*/ 17 w 19"/>
                  <a:gd name="T35" fmla="*/ 0 h 34"/>
                  <a:gd name="T36" fmla="*/ 10 w 19"/>
                  <a:gd name="T37" fmla="*/ 6 h 34"/>
                  <a:gd name="T38" fmla="*/ 10 w 19"/>
                  <a:gd name="T39" fmla="*/ 8 h 34"/>
                  <a:gd name="T40" fmla="*/ 8 w 19"/>
                  <a:gd name="T41" fmla="*/ 6 h 34"/>
                  <a:gd name="T42" fmla="*/ 6 w 19"/>
                  <a:gd name="T43" fmla="*/ 10 h 34"/>
                  <a:gd name="T44" fmla="*/ 6 w 19"/>
                  <a:gd name="T45" fmla="*/ 12 h 34"/>
                  <a:gd name="T46" fmla="*/ 6 w 19"/>
                  <a:gd name="T47" fmla="*/ 12 h 34"/>
                  <a:gd name="T48" fmla="*/ 8 w 19"/>
                  <a:gd name="T49" fmla="*/ 14 h 34"/>
                  <a:gd name="T50" fmla="*/ 8 w 19"/>
                  <a:gd name="T51" fmla="*/ 15 h 34"/>
                  <a:gd name="T52" fmla="*/ 4 w 19"/>
                  <a:gd name="T53" fmla="*/ 15 h 34"/>
                  <a:gd name="T54" fmla="*/ 8 w 19"/>
                  <a:gd name="T55" fmla="*/ 17 h 34"/>
                  <a:gd name="T56" fmla="*/ 2 w 19"/>
                  <a:gd name="T57" fmla="*/ 17 h 34"/>
                  <a:gd name="T58" fmla="*/ 0 w 19"/>
                  <a:gd name="T59" fmla="*/ 19 h 34"/>
                  <a:gd name="T60" fmla="*/ 2 w 19"/>
                  <a:gd name="T61" fmla="*/ 21 h 34"/>
                  <a:gd name="T62" fmla="*/ 2 w 19"/>
                  <a:gd name="T63" fmla="*/ 21 h 34"/>
                  <a:gd name="T64" fmla="*/ 2 w 19"/>
                  <a:gd name="T65" fmla="*/ 23 h 34"/>
                  <a:gd name="T66" fmla="*/ 2 w 19"/>
                  <a:gd name="T67" fmla="*/ 23 h 34"/>
                  <a:gd name="T68" fmla="*/ 2 w 19"/>
                  <a:gd name="T69" fmla="*/ 25 h 34"/>
                  <a:gd name="T70" fmla="*/ 2 w 19"/>
                  <a:gd name="T71" fmla="*/ 27 h 34"/>
                  <a:gd name="T72" fmla="*/ 2 w 19"/>
                  <a:gd name="T73" fmla="*/ 28 h 34"/>
                  <a:gd name="T74" fmla="*/ 0 w 19"/>
                  <a:gd name="T75" fmla="*/ 30 h 34"/>
                  <a:gd name="T76" fmla="*/ 0 w 19"/>
                  <a:gd name="T7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4">
                    <a:moveTo>
                      <a:pt x="0" y="34"/>
                    </a:moveTo>
                    <a:lnTo>
                      <a:pt x="4" y="32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7" y="12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9" y="6"/>
                    </a:lnTo>
                    <a:lnTo>
                      <a:pt x="17" y="0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8" y="17"/>
                    </a:lnTo>
                    <a:lnTo>
                      <a:pt x="2" y="17"/>
                    </a:lnTo>
                    <a:lnTo>
                      <a:pt x="0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3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8" name="Freeform 6327">
                <a:extLst>
                  <a:ext uri="{FF2B5EF4-FFF2-40B4-BE49-F238E27FC236}">
                    <a16:creationId xmlns:a16="http://schemas.microsoft.com/office/drawing/2014/main" id="{B3B7794D-3CD1-4E63-8E42-1D1D202C6D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63" y="2239"/>
                <a:ext cx="16" cy="30"/>
              </a:xfrm>
              <a:custGeom>
                <a:avLst/>
                <a:gdLst>
                  <a:gd name="T0" fmla="*/ 0 w 16"/>
                  <a:gd name="T1" fmla="*/ 19 h 30"/>
                  <a:gd name="T2" fmla="*/ 1 w 16"/>
                  <a:gd name="T3" fmla="*/ 19 h 30"/>
                  <a:gd name="T4" fmla="*/ 0 w 16"/>
                  <a:gd name="T5" fmla="*/ 19 h 30"/>
                  <a:gd name="T6" fmla="*/ 1 w 16"/>
                  <a:gd name="T7" fmla="*/ 23 h 30"/>
                  <a:gd name="T8" fmla="*/ 3 w 16"/>
                  <a:gd name="T9" fmla="*/ 23 h 30"/>
                  <a:gd name="T10" fmla="*/ 3 w 16"/>
                  <a:gd name="T11" fmla="*/ 26 h 30"/>
                  <a:gd name="T12" fmla="*/ 3 w 16"/>
                  <a:gd name="T13" fmla="*/ 26 h 30"/>
                  <a:gd name="T14" fmla="*/ 3 w 16"/>
                  <a:gd name="T15" fmla="*/ 26 h 30"/>
                  <a:gd name="T16" fmla="*/ 3 w 16"/>
                  <a:gd name="T17" fmla="*/ 28 h 30"/>
                  <a:gd name="T18" fmla="*/ 9 w 16"/>
                  <a:gd name="T19" fmla="*/ 30 h 30"/>
                  <a:gd name="T20" fmla="*/ 13 w 16"/>
                  <a:gd name="T21" fmla="*/ 30 h 30"/>
                  <a:gd name="T22" fmla="*/ 14 w 16"/>
                  <a:gd name="T23" fmla="*/ 25 h 30"/>
                  <a:gd name="T24" fmla="*/ 14 w 16"/>
                  <a:gd name="T25" fmla="*/ 21 h 30"/>
                  <a:gd name="T26" fmla="*/ 16 w 16"/>
                  <a:gd name="T27" fmla="*/ 15 h 30"/>
                  <a:gd name="T28" fmla="*/ 14 w 16"/>
                  <a:gd name="T29" fmla="*/ 10 h 30"/>
                  <a:gd name="T30" fmla="*/ 14 w 16"/>
                  <a:gd name="T31" fmla="*/ 6 h 30"/>
                  <a:gd name="T32" fmla="*/ 13 w 16"/>
                  <a:gd name="T33" fmla="*/ 0 h 30"/>
                  <a:gd name="T34" fmla="*/ 11 w 16"/>
                  <a:gd name="T35" fmla="*/ 0 h 30"/>
                  <a:gd name="T36" fmla="*/ 9 w 16"/>
                  <a:gd name="T37" fmla="*/ 4 h 30"/>
                  <a:gd name="T38" fmla="*/ 11 w 16"/>
                  <a:gd name="T39" fmla="*/ 6 h 30"/>
                  <a:gd name="T40" fmla="*/ 11 w 16"/>
                  <a:gd name="T41" fmla="*/ 8 h 30"/>
                  <a:gd name="T42" fmla="*/ 9 w 16"/>
                  <a:gd name="T43" fmla="*/ 6 h 30"/>
                  <a:gd name="T44" fmla="*/ 7 w 16"/>
                  <a:gd name="T45" fmla="*/ 8 h 30"/>
                  <a:gd name="T46" fmla="*/ 1 w 16"/>
                  <a:gd name="T47" fmla="*/ 10 h 30"/>
                  <a:gd name="T48" fmla="*/ 0 w 16"/>
                  <a:gd name="T49" fmla="*/ 13 h 30"/>
                  <a:gd name="T50" fmla="*/ 1 w 16"/>
                  <a:gd name="T51" fmla="*/ 15 h 30"/>
                  <a:gd name="T52" fmla="*/ 0 w 16"/>
                  <a:gd name="T53" fmla="*/ 15 h 30"/>
                  <a:gd name="T54" fmla="*/ 0 w 16"/>
                  <a:gd name="T55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30">
                    <a:moveTo>
                      <a:pt x="0" y="19"/>
                    </a:moveTo>
                    <a:lnTo>
                      <a:pt x="1" y="19"/>
                    </a:lnTo>
                    <a:lnTo>
                      <a:pt x="0" y="19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89" name="Freeform 6328">
                <a:extLst>
                  <a:ext uri="{FF2B5EF4-FFF2-40B4-BE49-F238E27FC236}">
                    <a16:creationId xmlns:a16="http://schemas.microsoft.com/office/drawing/2014/main" id="{597970E0-03D4-4D82-8643-1A135F28AB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43" y="2357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0 h 7"/>
                  <a:gd name="T4" fmla="*/ 1 w 7"/>
                  <a:gd name="T5" fmla="*/ 0 h 7"/>
                  <a:gd name="T6" fmla="*/ 0 w 7"/>
                  <a:gd name="T7" fmla="*/ 4 h 7"/>
                  <a:gd name="T8" fmla="*/ 5 w 7"/>
                  <a:gd name="T9" fmla="*/ 7 h 7"/>
                  <a:gd name="T10" fmla="*/ 7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5" y="7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0" name="Freeform 6329">
                <a:extLst>
                  <a:ext uri="{FF2B5EF4-FFF2-40B4-BE49-F238E27FC236}">
                    <a16:creationId xmlns:a16="http://schemas.microsoft.com/office/drawing/2014/main" id="{CF66BBF8-029A-4FF1-B926-B3EB63E1E1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59" y="2269"/>
                <a:ext cx="22" cy="43"/>
              </a:xfrm>
              <a:custGeom>
                <a:avLst/>
                <a:gdLst>
                  <a:gd name="T0" fmla="*/ 0 w 22"/>
                  <a:gd name="T1" fmla="*/ 10 h 43"/>
                  <a:gd name="T2" fmla="*/ 0 w 22"/>
                  <a:gd name="T3" fmla="*/ 13 h 43"/>
                  <a:gd name="T4" fmla="*/ 2 w 22"/>
                  <a:gd name="T5" fmla="*/ 15 h 43"/>
                  <a:gd name="T6" fmla="*/ 2 w 22"/>
                  <a:gd name="T7" fmla="*/ 17 h 43"/>
                  <a:gd name="T8" fmla="*/ 4 w 22"/>
                  <a:gd name="T9" fmla="*/ 19 h 43"/>
                  <a:gd name="T10" fmla="*/ 4 w 22"/>
                  <a:gd name="T11" fmla="*/ 21 h 43"/>
                  <a:gd name="T12" fmla="*/ 2 w 22"/>
                  <a:gd name="T13" fmla="*/ 23 h 43"/>
                  <a:gd name="T14" fmla="*/ 4 w 22"/>
                  <a:gd name="T15" fmla="*/ 26 h 43"/>
                  <a:gd name="T16" fmla="*/ 5 w 22"/>
                  <a:gd name="T17" fmla="*/ 26 h 43"/>
                  <a:gd name="T18" fmla="*/ 4 w 22"/>
                  <a:gd name="T19" fmla="*/ 26 h 43"/>
                  <a:gd name="T20" fmla="*/ 4 w 22"/>
                  <a:gd name="T21" fmla="*/ 34 h 43"/>
                  <a:gd name="T22" fmla="*/ 4 w 22"/>
                  <a:gd name="T23" fmla="*/ 36 h 43"/>
                  <a:gd name="T24" fmla="*/ 5 w 22"/>
                  <a:gd name="T25" fmla="*/ 41 h 43"/>
                  <a:gd name="T26" fmla="*/ 9 w 22"/>
                  <a:gd name="T27" fmla="*/ 43 h 43"/>
                  <a:gd name="T28" fmla="*/ 9 w 22"/>
                  <a:gd name="T29" fmla="*/ 43 h 43"/>
                  <a:gd name="T30" fmla="*/ 11 w 22"/>
                  <a:gd name="T31" fmla="*/ 43 h 43"/>
                  <a:gd name="T32" fmla="*/ 15 w 22"/>
                  <a:gd name="T33" fmla="*/ 41 h 43"/>
                  <a:gd name="T34" fmla="*/ 15 w 22"/>
                  <a:gd name="T35" fmla="*/ 39 h 43"/>
                  <a:gd name="T36" fmla="*/ 15 w 22"/>
                  <a:gd name="T37" fmla="*/ 37 h 43"/>
                  <a:gd name="T38" fmla="*/ 17 w 22"/>
                  <a:gd name="T39" fmla="*/ 37 h 43"/>
                  <a:gd name="T40" fmla="*/ 18 w 22"/>
                  <a:gd name="T41" fmla="*/ 39 h 43"/>
                  <a:gd name="T42" fmla="*/ 20 w 22"/>
                  <a:gd name="T43" fmla="*/ 39 h 43"/>
                  <a:gd name="T44" fmla="*/ 22 w 22"/>
                  <a:gd name="T45" fmla="*/ 37 h 43"/>
                  <a:gd name="T46" fmla="*/ 22 w 22"/>
                  <a:gd name="T47" fmla="*/ 32 h 43"/>
                  <a:gd name="T48" fmla="*/ 22 w 22"/>
                  <a:gd name="T49" fmla="*/ 30 h 43"/>
                  <a:gd name="T50" fmla="*/ 22 w 22"/>
                  <a:gd name="T51" fmla="*/ 24 h 43"/>
                  <a:gd name="T52" fmla="*/ 22 w 22"/>
                  <a:gd name="T53" fmla="*/ 19 h 43"/>
                  <a:gd name="T54" fmla="*/ 20 w 22"/>
                  <a:gd name="T55" fmla="*/ 17 h 43"/>
                  <a:gd name="T56" fmla="*/ 22 w 22"/>
                  <a:gd name="T57" fmla="*/ 15 h 43"/>
                  <a:gd name="T58" fmla="*/ 22 w 22"/>
                  <a:gd name="T59" fmla="*/ 13 h 43"/>
                  <a:gd name="T60" fmla="*/ 22 w 22"/>
                  <a:gd name="T61" fmla="*/ 10 h 43"/>
                  <a:gd name="T62" fmla="*/ 20 w 22"/>
                  <a:gd name="T63" fmla="*/ 6 h 43"/>
                  <a:gd name="T64" fmla="*/ 17 w 22"/>
                  <a:gd name="T65" fmla="*/ 2 h 43"/>
                  <a:gd name="T66" fmla="*/ 17 w 22"/>
                  <a:gd name="T67" fmla="*/ 4 h 43"/>
                  <a:gd name="T68" fmla="*/ 15 w 22"/>
                  <a:gd name="T69" fmla="*/ 2 h 43"/>
                  <a:gd name="T70" fmla="*/ 11 w 22"/>
                  <a:gd name="T71" fmla="*/ 2 h 43"/>
                  <a:gd name="T72" fmla="*/ 5 w 22"/>
                  <a:gd name="T73" fmla="*/ 8 h 43"/>
                  <a:gd name="T74" fmla="*/ 5 w 22"/>
                  <a:gd name="T75" fmla="*/ 8 h 43"/>
                  <a:gd name="T76" fmla="*/ 2 w 22"/>
                  <a:gd name="T77" fmla="*/ 6 h 43"/>
                  <a:gd name="T78" fmla="*/ 4 w 22"/>
                  <a:gd name="T79" fmla="*/ 6 h 43"/>
                  <a:gd name="T80" fmla="*/ 4 w 22"/>
                  <a:gd name="T81" fmla="*/ 4 h 43"/>
                  <a:gd name="T82" fmla="*/ 5 w 22"/>
                  <a:gd name="T83" fmla="*/ 2 h 43"/>
                  <a:gd name="T84" fmla="*/ 2 w 22"/>
                  <a:gd name="T85" fmla="*/ 0 h 43"/>
                  <a:gd name="T86" fmla="*/ 2 w 22"/>
                  <a:gd name="T87" fmla="*/ 2 h 43"/>
                  <a:gd name="T88" fmla="*/ 0 w 22"/>
                  <a:gd name="T89" fmla="*/ 4 h 43"/>
                  <a:gd name="T90" fmla="*/ 0 w 22"/>
                  <a:gd name="T91" fmla="*/ 6 h 43"/>
                  <a:gd name="T92" fmla="*/ 0 w 22"/>
                  <a:gd name="T93" fmla="*/ 6 h 43"/>
                  <a:gd name="T94" fmla="*/ 0 w 22"/>
                  <a:gd name="T95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43">
                    <a:moveTo>
                      <a:pt x="0" y="10"/>
                    </a:moveTo>
                    <a:lnTo>
                      <a:pt x="0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2" y="23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4" y="26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5" y="41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11" y="43"/>
                    </a:lnTo>
                    <a:lnTo>
                      <a:pt x="15" y="41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17" y="37"/>
                    </a:lnTo>
                    <a:lnTo>
                      <a:pt x="18" y="39"/>
                    </a:lnTo>
                    <a:lnTo>
                      <a:pt x="20" y="39"/>
                    </a:lnTo>
                    <a:lnTo>
                      <a:pt x="22" y="37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24"/>
                    </a:lnTo>
                    <a:lnTo>
                      <a:pt x="22" y="19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1" name="Freeform 6330">
                <a:extLst>
                  <a:ext uri="{FF2B5EF4-FFF2-40B4-BE49-F238E27FC236}">
                    <a16:creationId xmlns:a16="http://schemas.microsoft.com/office/drawing/2014/main" id="{4B050053-71F1-4767-BE78-B4DAE7B5E9D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81" y="2241"/>
                <a:ext cx="9" cy="8"/>
              </a:xfrm>
              <a:custGeom>
                <a:avLst/>
                <a:gdLst>
                  <a:gd name="T0" fmla="*/ 8 w 9"/>
                  <a:gd name="T1" fmla="*/ 6 h 8"/>
                  <a:gd name="T2" fmla="*/ 9 w 9"/>
                  <a:gd name="T3" fmla="*/ 6 h 8"/>
                  <a:gd name="T4" fmla="*/ 9 w 9"/>
                  <a:gd name="T5" fmla="*/ 4 h 8"/>
                  <a:gd name="T6" fmla="*/ 8 w 9"/>
                  <a:gd name="T7" fmla="*/ 0 h 8"/>
                  <a:gd name="T8" fmla="*/ 6 w 9"/>
                  <a:gd name="T9" fmla="*/ 2 h 8"/>
                  <a:gd name="T10" fmla="*/ 4 w 9"/>
                  <a:gd name="T11" fmla="*/ 2 h 8"/>
                  <a:gd name="T12" fmla="*/ 0 w 9"/>
                  <a:gd name="T13" fmla="*/ 6 h 8"/>
                  <a:gd name="T14" fmla="*/ 4 w 9"/>
                  <a:gd name="T15" fmla="*/ 8 h 8"/>
                  <a:gd name="T16" fmla="*/ 8 w 9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2" name="Freeform 6331">
                <a:extLst>
                  <a:ext uri="{FF2B5EF4-FFF2-40B4-BE49-F238E27FC236}">
                    <a16:creationId xmlns:a16="http://schemas.microsoft.com/office/drawing/2014/main" id="{4B1EAF3A-D21F-44D6-9F3F-4A61B91BA2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92" y="2251"/>
                <a:ext cx="8" cy="5"/>
              </a:xfrm>
              <a:custGeom>
                <a:avLst/>
                <a:gdLst>
                  <a:gd name="T0" fmla="*/ 6 w 8"/>
                  <a:gd name="T1" fmla="*/ 0 h 5"/>
                  <a:gd name="T2" fmla="*/ 0 w 8"/>
                  <a:gd name="T3" fmla="*/ 1 h 5"/>
                  <a:gd name="T4" fmla="*/ 8 w 8"/>
                  <a:gd name="T5" fmla="*/ 5 h 5"/>
                  <a:gd name="T6" fmla="*/ 6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lnTo>
                      <a:pt x="0" y="1"/>
                    </a:lnTo>
                    <a:lnTo>
                      <a:pt x="8" y="5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3" name="Freeform 6332">
                <a:extLst>
                  <a:ext uri="{FF2B5EF4-FFF2-40B4-BE49-F238E27FC236}">
                    <a16:creationId xmlns:a16="http://schemas.microsoft.com/office/drawing/2014/main" id="{E02978F2-642C-4239-82B2-51E6E4BEA9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75" y="2306"/>
                <a:ext cx="7" cy="8"/>
              </a:xfrm>
              <a:custGeom>
                <a:avLst/>
                <a:gdLst>
                  <a:gd name="T0" fmla="*/ 6 w 7"/>
                  <a:gd name="T1" fmla="*/ 6 h 8"/>
                  <a:gd name="T2" fmla="*/ 7 w 7"/>
                  <a:gd name="T3" fmla="*/ 2 h 8"/>
                  <a:gd name="T4" fmla="*/ 6 w 7"/>
                  <a:gd name="T5" fmla="*/ 0 h 8"/>
                  <a:gd name="T6" fmla="*/ 0 w 7"/>
                  <a:gd name="T7" fmla="*/ 2 h 8"/>
                  <a:gd name="T8" fmla="*/ 0 w 7"/>
                  <a:gd name="T9" fmla="*/ 6 h 8"/>
                  <a:gd name="T10" fmla="*/ 2 w 7"/>
                  <a:gd name="T11" fmla="*/ 8 h 8"/>
                  <a:gd name="T12" fmla="*/ 6 w 7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lnTo>
                      <a:pt x="7" y="2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4" name="Freeform 6333">
                <a:extLst>
                  <a:ext uri="{FF2B5EF4-FFF2-40B4-BE49-F238E27FC236}">
                    <a16:creationId xmlns:a16="http://schemas.microsoft.com/office/drawing/2014/main" id="{84A8B260-6D3B-4A6F-87F9-58321C23E2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01" y="2292"/>
                <a:ext cx="9" cy="5"/>
              </a:xfrm>
              <a:custGeom>
                <a:avLst/>
                <a:gdLst>
                  <a:gd name="T0" fmla="*/ 9 w 9"/>
                  <a:gd name="T1" fmla="*/ 5 h 5"/>
                  <a:gd name="T2" fmla="*/ 9 w 9"/>
                  <a:gd name="T3" fmla="*/ 3 h 5"/>
                  <a:gd name="T4" fmla="*/ 6 w 9"/>
                  <a:gd name="T5" fmla="*/ 0 h 5"/>
                  <a:gd name="T6" fmla="*/ 2 w 9"/>
                  <a:gd name="T7" fmla="*/ 0 h 5"/>
                  <a:gd name="T8" fmla="*/ 0 w 9"/>
                  <a:gd name="T9" fmla="*/ 3 h 5"/>
                  <a:gd name="T10" fmla="*/ 6 w 9"/>
                  <a:gd name="T11" fmla="*/ 3 h 5"/>
                  <a:gd name="T12" fmla="*/ 9 w 9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9" y="3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5" name="Freeform 6334">
                <a:extLst>
                  <a:ext uri="{FF2B5EF4-FFF2-40B4-BE49-F238E27FC236}">
                    <a16:creationId xmlns:a16="http://schemas.microsoft.com/office/drawing/2014/main" id="{DB4DAB7E-4C40-4644-BF73-11B1A5194B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88" y="2295"/>
                <a:ext cx="13" cy="11"/>
              </a:xfrm>
              <a:custGeom>
                <a:avLst/>
                <a:gdLst>
                  <a:gd name="T0" fmla="*/ 4 w 13"/>
                  <a:gd name="T1" fmla="*/ 0 h 11"/>
                  <a:gd name="T2" fmla="*/ 2 w 13"/>
                  <a:gd name="T3" fmla="*/ 2 h 11"/>
                  <a:gd name="T4" fmla="*/ 0 w 13"/>
                  <a:gd name="T5" fmla="*/ 6 h 11"/>
                  <a:gd name="T6" fmla="*/ 4 w 13"/>
                  <a:gd name="T7" fmla="*/ 8 h 11"/>
                  <a:gd name="T8" fmla="*/ 8 w 13"/>
                  <a:gd name="T9" fmla="*/ 11 h 11"/>
                  <a:gd name="T10" fmla="*/ 9 w 13"/>
                  <a:gd name="T11" fmla="*/ 6 h 11"/>
                  <a:gd name="T12" fmla="*/ 13 w 13"/>
                  <a:gd name="T13" fmla="*/ 2 h 11"/>
                  <a:gd name="T14" fmla="*/ 8 w 13"/>
                  <a:gd name="T15" fmla="*/ 0 h 11"/>
                  <a:gd name="T16" fmla="*/ 4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8" y="11"/>
                    </a:lnTo>
                    <a:lnTo>
                      <a:pt x="9" y="6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6" name="Freeform 6335">
                <a:extLst>
                  <a:ext uri="{FF2B5EF4-FFF2-40B4-BE49-F238E27FC236}">
                    <a16:creationId xmlns:a16="http://schemas.microsoft.com/office/drawing/2014/main" id="{0003ED77-7B70-4CD1-BFB2-CDF005C8DB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3" y="2346"/>
                <a:ext cx="7" cy="5"/>
              </a:xfrm>
              <a:custGeom>
                <a:avLst/>
                <a:gdLst>
                  <a:gd name="T0" fmla="*/ 2 w 4"/>
                  <a:gd name="T1" fmla="*/ 2 h 3"/>
                  <a:gd name="T2" fmla="*/ 2 w 4"/>
                  <a:gd name="T3" fmla="*/ 2 h 3"/>
                  <a:gd name="T4" fmla="*/ 3 w 4"/>
                  <a:gd name="T5" fmla="*/ 2 h 3"/>
                  <a:gd name="T6" fmla="*/ 4 w 4"/>
                  <a:gd name="T7" fmla="*/ 0 h 3"/>
                  <a:gd name="T8" fmla="*/ 2 w 4"/>
                  <a:gd name="T9" fmla="*/ 0 h 3"/>
                  <a:gd name="T10" fmla="*/ 1 w 4"/>
                  <a:gd name="T11" fmla="*/ 0 h 3"/>
                  <a:gd name="T12" fmla="*/ 0 w 4"/>
                  <a:gd name="T13" fmla="*/ 1 h 3"/>
                  <a:gd name="T14" fmla="*/ 2 w 4"/>
                  <a:gd name="T15" fmla="*/ 3 h 3"/>
                  <a:gd name="T16" fmla="*/ 2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7" name="Freeform 6336">
                <a:extLst>
                  <a:ext uri="{FF2B5EF4-FFF2-40B4-BE49-F238E27FC236}">
                    <a16:creationId xmlns:a16="http://schemas.microsoft.com/office/drawing/2014/main" id="{EA86D95B-07DD-4E87-B611-00FDAD51B69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4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3 w 7"/>
                  <a:gd name="T3" fmla="*/ 3 h 3"/>
                  <a:gd name="T4" fmla="*/ 5 w 7"/>
                  <a:gd name="T5" fmla="*/ 3 h 3"/>
                  <a:gd name="T6" fmla="*/ 7 w 7"/>
                  <a:gd name="T7" fmla="*/ 0 h 3"/>
                  <a:gd name="T8" fmla="*/ 3 w 7"/>
                  <a:gd name="T9" fmla="*/ 0 h 3"/>
                  <a:gd name="T10" fmla="*/ 0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8" name="Freeform 6337">
                <a:extLst>
                  <a:ext uri="{FF2B5EF4-FFF2-40B4-BE49-F238E27FC236}">
                    <a16:creationId xmlns:a16="http://schemas.microsoft.com/office/drawing/2014/main" id="{74F2E884-2B2B-4A67-9926-B5BCE628E0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5" y="2331"/>
                <a:ext cx="5" cy="11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1 w 3"/>
                  <a:gd name="T5" fmla="*/ 3 h 6"/>
                  <a:gd name="T6" fmla="*/ 1 w 3"/>
                  <a:gd name="T7" fmla="*/ 2 h 6"/>
                  <a:gd name="T8" fmla="*/ 1 w 3"/>
                  <a:gd name="T9" fmla="*/ 4 h 6"/>
                  <a:gd name="T10" fmla="*/ 2 w 3"/>
                  <a:gd name="T11" fmla="*/ 4 h 6"/>
                  <a:gd name="T12" fmla="*/ 2 w 3"/>
                  <a:gd name="T13" fmla="*/ 4 h 6"/>
                  <a:gd name="T14" fmla="*/ 1 w 3"/>
                  <a:gd name="T15" fmla="*/ 5 h 6"/>
                  <a:gd name="T16" fmla="*/ 3 w 3"/>
                  <a:gd name="T17" fmla="*/ 6 h 6"/>
                  <a:gd name="T18" fmla="*/ 3 w 3"/>
                  <a:gd name="T19" fmla="*/ 3 h 6"/>
                  <a:gd name="T20" fmla="*/ 3 w 3"/>
                  <a:gd name="T21" fmla="*/ 3 h 6"/>
                  <a:gd name="T22" fmla="*/ 3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1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199" name="Freeform 6338">
                <a:extLst>
                  <a:ext uri="{FF2B5EF4-FFF2-40B4-BE49-F238E27FC236}">
                    <a16:creationId xmlns:a16="http://schemas.microsoft.com/office/drawing/2014/main" id="{CB7EEFA3-7D5F-4577-89C3-6A7A1CE93D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1" y="2348"/>
                <a:ext cx="11" cy="11"/>
              </a:xfrm>
              <a:custGeom>
                <a:avLst/>
                <a:gdLst>
                  <a:gd name="T0" fmla="*/ 2 w 11"/>
                  <a:gd name="T1" fmla="*/ 11 h 11"/>
                  <a:gd name="T2" fmla="*/ 4 w 11"/>
                  <a:gd name="T3" fmla="*/ 11 h 11"/>
                  <a:gd name="T4" fmla="*/ 6 w 11"/>
                  <a:gd name="T5" fmla="*/ 9 h 11"/>
                  <a:gd name="T6" fmla="*/ 8 w 11"/>
                  <a:gd name="T7" fmla="*/ 7 h 11"/>
                  <a:gd name="T8" fmla="*/ 10 w 11"/>
                  <a:gd name="T9" fmla="*/ 7 h 11"/>
                  <a:gd name="T10" fmla="*/ 10 w 11"/>
                  <a:gd name="T11" fmla="*/ 7 h 11"/>
                  <a:gd name="T12" fmla="*/ 10 w 11"/>
                  <a:gd name="T13" fmla="*/ 5 h 11"/>
                  <a:gd name="T14" fmla="*/ 10 w 11"/>
                  <a:gd name="T15" fmla="*/ 3 h 11"/>
                  <a:gd name="T16" fmla="*/ 11 w 11"/>
                  <a:gd name="T17" fmla="*/ 3 h 11"/>
                  <a:gd name="T18" fmla="*/ 11 w 11"/>
                  <a:gd name="T19" fmla="*/ 0 h 11"/>
                  <a:gd name="T20" fmla="*/ 4 w 11"/>
                  <a:gd name="T21" fmla="*/ 1 h 11"/>
                  <a:gd name="T22" fmla="*/ 0 w 11"/>
                  <a:gd name="T23" fmla="*/ 5 h 11"/>
                  <a:gd name="T24" fmla="*/ 0 w 11"/>
                  <a:gd name="T25" fmla="*/ 7 h 11"/>
                  <a:gd name="T26" fmla="*/ 0 w 11"/>
                  <a:gd name="T27" fmla="*/ 7 h 11"/>
                  <a:gd name="T28" fmla="*/ 0 w 11"/>
                  <a:gd name="T29" fmla="*/ 9 h 11"/>
                  <a:gd name="T30" fmla="*/ 2 w 11"/>
                  <a:gd name="T3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2" y="11"/>
                    </a:moveTo>
                    <a:lnTo>
                      <a:pt x="4" y="11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0" name="Freeform 6339">
                <a:extLst>
                  <a:ext uri="{FF2B5EF4-FFF2-40B4-BE49-F238E27FC236}">
                    <a16:creationId xmlns:a16="http://schemas.microsoft.com/office/drawing/2014/main" id="{D08E36FE-0749-4B56-8AB0-1C374D80B5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14" y="2353"/>
                <a:ext cx="5" cy="15"/>
              </a:xfrm>
              <a:custGeom>
                <a:avLst/>
                <a:gdLst>
                  <a:gd name="T0" fmla="*/ 2 w 5"/>
                  <a:gd name="T1" fmla="*/ 11 h 15"/>
                  <a:gd name="T2" fmla="*/ 2 w 5"/>
                  <a:gd name="T3" fmla="*/ 15 h 15"/>
                  <a:gd name="T4" fmla="*/ 4 w 5"/>
                  <a:gd name="T5" fmla="*/ 13 h 15"/>
                  <a:gd name="T6" fmla="*/ 5 w 5"/>
                  <a:gd name="T7" fmla="*/ 9 h 15"/>
                  <a:gd name="T8" fmla="*/ 4 w 5"/>
                  <a:gd name="T9" fmla="*/ 8 h 15"/>
                  <a:gd name="T10" fmla="*/ 4 w 5"/>
                  <a:gd name="T11" fmla="*/ 8 h 15"/>
                  <a:gd name="T12" fmla="*/ 4 w 5"/>
                  <a:gd name="T13" fmla="*/ 6 h 15"/>
                  <a:gd name="T14" fmla="*/ 4 w 5"/>
                  <a:gd name="T15" fmla="*/ 0 h 15"/>
                  <a:gd name="T16" fmla="*/ 2 w 5"/>
                  <a:gd name="T17" fmla="*/ 6 h 15"/>
                  <a:gd name="T18" fmla="*/ 2 w 5"/>
                  <a:gd name="T19" fmla="*/ 6 h 15"/>
                  <a:gd name="T20" fmla="*/ 0 w 5"/>
                  <a:gd name="T21" fmla="*/ 8 h 15"/>
                  <a:gd name="T22" fmla="*/ 2 w 5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5">
                    <a:moveTo>
                      <a:pt x="2" y="11"/>
                    </a:moveTo>
                    <a:lnTo>
                      <a:pt x="2" y="15"/>
                    </a:lnTo>
                    <a:lnTo>
                      <a:pt x="4" y="13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1" name="Freeform 6340">
                <a:extLst>
                  <a:ext uri="{FF2B5EF4-FFF2-40B4-BE49-F238E27FC236}">
                    <a16:creationId xmlns:a16="http://schemas.microsoft.com/office/drawing/2014/main" id="{3ACB5EC5-17AE-414A-8F85-3A21B323F6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2336"/>
                <a:ext cx="9" cy="8"/>
              </a:xfrm>
              <a:custGeom>
                <a:avLst/>
                <a:gdLst>
                  <a:gd name="T0" fmla="*/ 6 w 9"/>
                  <a:gd name="T1" fmla="*/ 6 h 8"/>
                  <a:gd name="T2" fmla="*/ 7 w 9"/>
                  <a:gd name="T3" fmla="*/ 6 h 8"/>
                  <a:gd name="T4" fmla="*/ 9 w 9"/>
                  <a:gd name="T5" fmla="*/ 4 h 8"/>
                  <a:gd name="T6" fmla="*/ 9 w 9"/>
                  <a:gd name="T7" fmla="*/ 2 h 8"/>
                  <a:gd name="T8" fmla="*/ 7 w 9"/>
                  <a:gd name="T9" fmla="*/ 0 h 8"/>
                  <a:gd name="T10" fmla="*/ 6 w 9"/>
                  <a:gd name="T11" fmla="*/ 2 h 8"/>
                  <a:gd name="T12" fmla="*/ 4 w 9"/>
                  <a:gd name="T13" fmla="*/ 2 h 8"/>
                  <a:gd name="T14" fmla="*/ 2 w 9"/>
                  <a:gd name="T15" fmla="*/ 2 h 8"/>
                  <a:gd name="T16" fmla="*/ 0 w 9"/>
                  <a:gd name="T17" fmla="*/ 6 h 8"/>
                  <a:gd name="T18" fmla="*/ 4 w 9"/>
                  <a:gd name="T19" fmla="*/ 8 h 8"/>
                  <a:gd name="T20" fmla="*/ 6 w 9"/>
                  <a:gd name="T21" fmla="*/ 6 h 8"/>
                  <a:gd name="T22" fmla="*/ 6 w 9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6" y="6"/>
                    </a:moveTo>
                    <a:lnTo>
                      <a:pt x="7" y="6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2" name="Freeform 6341">
                <a:extLst>
                  <a:ext uri="{FF2B5EF4-FFF2-40B4-BE49-F238E27FC236}">
                    <a16:creationId xmlns:a16="http://schemas.microsoft.com/office/drawing/2014/main" id="{DA03AB29-B269-4A3E-9C91-5655F0E0A9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2" y="2288"/>
                <a:ext cx="10" cy="7"/>
              </a:xfrm>
              <a:custGeom>
                <a:avLst/>
                <a:gdLst>
                  <a:gd name="T0" fmla="*/ 2 w 10"/>
                  <a:gd name="T1" fmla="*/ 7 h 7"/>
                  <a:gd name="T2" fmla="*/ 4 w 10"/>
                  <a:gd name="T3" fmla="*/ 7 h 7"/>
                  <a:gd name="T4" fmla="*/ 6 w 10"/>
                  <a:gd name="T5" fmla="*/ 7 h 7"/>
                  <a:gd name="T6" fmla="*/ 8 w 10"/>
                  <a:gd name="T7" fmla="*/ 5 h 7"/>
                  <a:gd name="T8" fmla="*/ 10 w 10"/>
                  <a:gd name="T9" fmla="*/ 2 h 7"/>
                  <a:gd name="T10" fmla="*/ 6 w 10"/>
                  <a:gd name="T11" fmla="*/ 0 h 7"/>
                  <a:gd name="T12" fmla="*/ 4 w 10"/>
                  <a:gd name="T13" fmla="*/ 2 h 7"/>
                  <a:gd name="T14" fmla="*/ 4 w 10"/>
                  <a:gd name="T15" fmla="*/ 2 h 7"/>
                  <a:gd name="T16" fmla="*/ 0 w 10"/>
                  <a:gd name="T17" fmla="*/ 2 h 7"/>
                  <a:gd name="T18" fmla="*/ 0 w 10"/>
                  <a:gd name="T19" fmla="*/ 4 h 7"/>
                  <a:gd name="T20" fmla="*/ 0 w 10"/>
                  <a:gd name="T21" fmla="*/ 5 h 7"/>
                  <a:gd name="T22" fmla="*/ 2 w 10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2" y="7"/>
                    </a:moveTo>
                    <a:lnTo>
                      <a:pt x="4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3" name="Freeform 6342">
                <a:extLst>
                  <a:ext uri="{FF2B5EF4-FFF2-40B4-BE49-F238E27FC236}">
                    <a16:creationId xmlns:a16="http://schemas.microsoft.com/office/drawing/2014/main" id="{7C47A7EE-8A1A-483B-870A-E7AEB859F59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7" y="2306"/>
                <a:ext cx="5" cy="8"/>
              </a:xfrm>
              <a:custGeom>
                <a:avLst/>
                <a:gdLst>
                  <a:gd name="T0" fmla="*/ 1 w 5"/>
                  <a:gd name="T1" fmla="*/ 0 h 8"/>
                  <a:gd name="T2" fmla="*/ 0 w 5"/>
                  <a:gd name="T3" fmla="*/ 2 h 8"/>
                  <a:gd name="T4" fmla="*/ 1 w 5"/>
                  <a:gd name="T5" fmla="*/ 6 h 8"/>
                  <a:gd name="T6" fmla="*/ 1 w 5"/>
                  <a:gd name="T7" fmla="*/ 6 h 8"/>
                  <a:gd name="T8" fmla="*/ 3 w 5"/>
                  <a:gd name="T9" fmla="*/ 8 h 8"/>
                  <a:gd name="T10" fmla="*/ 5 w 5"/>
                  <a:gd name="T11" fmla="*/ 8 h 8"/>
                  <a:gd name="T12" fmla="*/ 5 w 5"/>
                  <a:gd name="T13" fmla="*/ 2 h 8"/>
                  <a:gd name="T14" fmla="*/ 3 w 5"/>
                  <a:gd name="T15" fmla="*/ 2 h 8"/>
                  <a:gd name="T16" fmla="*/ 1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4" name="Freeform 6343">
                <a:extLst>
                  <a:ext uri="{FF2B5EF4-FFF2-40B4-BE49-F238E27FC236}">
                    <a16:creationId xmlns:a16="http://schemas.microsoft.com/office/drawing/2014/main" id="{E1513DD1-9496-4C90-8980-95BCCF5B52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2359"/>
                <a:ext cx="39" cy="15"/>
              </a:xfrm>
              <a:custGeom>
                <a:avLst/>
                <a:gdLst>
                  <a:gd name="T0" fmla="*/ 2 w 39"/>
                  <a:gd name="T1" fmla="*/ 3 h 15"/>
                  <a:gd name="T2" fmla="*/ 2 w 39"/>
                  <a:gd name="T3" fmla="*/ 0 h 15"/>
                  <a:gd name="T4" fmla="*/ 0 w 39"/>
                  <a:gd name="T5" fmla="*/ 5 h 15"/>
                  <a:gd name="T6" fmla="*/ 0 w 39"/>
                  <a:gd name="T7" fmla="*/ 7 h 15"/>
                  <a:gd name="T8" fmla="*/ 0 w 39"/>
                  <a:gd name="T9" fmla="*/ 11 h 15"/>
                  <a:gd name="T10" fmla="*/ 4 w 39"/>
                  <a:gd name="T11" fmla="*/ 11 h 15"/>
                  <a:gd name="T12" fmla="*/ 8 w 39"/>
                  <a:gd name="T13" fmla="*/ 11 h 15"/>
                  <a:gd name="T14" fmla="*/ 10 w 39"/>
                  <a:gd name="T15" fmla="*/ 11 h 15"/>
                  <a:gd name="T16" fmla="*/ 11 w 39"/>
                  <a:gd name="T17" fmla="*/ 11 h 15"/>
                  <a:gd name="T18" fmla="*/ 13 w 39"/>
                  <a:gd name="T19" fmla="*/ 11 h 15"/>
                  <a:gd name="T20" fmla="*/ 17 w 39"/>
                  <a:gd name="T21" fmla="*/ 13 h 15"/>
                  <a:gd name="T22" fmla="*/ 17 w 39"/>
                  <a:gd name="T23" fmla="*/ 15 h 15"/>
                  <a:gd name="T24" fmla="*/ 23 w 39"/>
                  <a:gd name="T25" fmla="*/ 15 h 15"/>
                  <a:gd name="T26" fmla="*/ 25 w 39"/>
                  <a:gd name="T27" fmla="*/ 13 h 15"/>
                  <a:gd name="T28" fmla="*/ 28 w 39"/>
                  <a:gd name="T29" fmla="*/ 13 h 15"/>
                  <a:gd name="T30" fmla="*/ 32 w 39"/>
                  <a:gd name="T31" fmla="*/ 13 h 15"/>
                  <a:gd name="T32" fmla="*/ 36 w 39"/>
                  <a:gd name="T33" fmla="*/ 13 h 15"/>
                  <a:gd name="T34" fmla="*/ 39 w 39"/>
                  <a:gd name="T35" fmla="*/ 11 h 15"/>
                  <a:gd name="T36" fmla="*/ 39 w 39"/>
                  <a:gd name="T37" fmla="*/ 9 h 15"/>
                  <a:gd name="T38" fmla="*/ 39 w 39"/>
                  <a:gd name="T39" fmla="*/ 7 h 15"/>
                  <a:gd name="T40" fmla="*/ 39 w 39"/>
                  <a:gd name="T41" fmla="*/ 2 h 15"/>
                  <a:gd name="T42" fmla="*/ 38 w 39"/>
                  <a:gd name="T43" fmla="*/ 7 h 15"/>
                  <a:gd name="T44" fmla="*/ 38 w 39"/>
                  <a:gd name="T45" fmla="*/ 7 h 15"/>
                  <a:gd name="T46" fmla="*/ 36 w 39"/>
                  <a:gd name="T47" fmla="*/ 9 h 15"/>
                  <a:gd name="T48" fmla="*/ 36 w 39"/>
                  <a:gd name="T49" fmla="*/ 7 h 15"/>
                  <a:gd name="T50" fmla="*/ 34 w 39"/>
                  <a:gd name="T51" fmla="*/ 7 h 15"/>
                  <a:gd name="T52" fmla="*/ 34 w 39"/>
                  <a:gd name="T53" fmla="*/ 7 h 15"/>
                  <a:gd name="T54" fmla="*/ 32 w 39"/>
                  <a:gd name="T55" fmla="*/ 5 h 15"/>
                  <a:gd name="T56" fmla="*/ 30 w 39"/>
                  <a:gd name="T57" fmla="*/ 5 h 15"/>
                  <a:gd name="T58" fmla="*/ 26 w 39"/>
                  <a:gd name="T59" fmla="*/ 5 h 15"/>
                  <a:gd name="T60" fmla="*/ 25 w 39"/>
                  <a:gd name="T61" fmla="*/ 3 h 15"/>
                  <a:gd name="T62" fmla="*/ 19 w 39"/>
                  <a:gd name="T63" fmla="*/ 3 h 15"/>
                  <a:gd name="T64" fmla="*/ 15 w 39"/>
                  <a:gd name="T65" fmla="*/ 5 h 15"/>
                  <a:gd name="T66" fmla="*/ 13 w 39"/>
                  <a:gd name="T67" fmla="*/ 5 h 15"/>
                  <a:gd name="T68" fmla="*/ 13 w 39"/>
                  <a:gd name="T69" fmla="*/ 5 h 15"/>
                  <a:gd name="T70" fmla="*/ 11 w 39"/>
                  <a:gd name="T71" fmla="*/ 3 h 15"/>
                  <a:gd name="T72" fmla="*/ 10 w 39"/>
                  <a:gd name="T73" fmla="*/ 2 h 15"/>
                  <a:gd name="T74" fmla="*/ 6 w 39"/>
                  <a:gd name="T75" fmla="*/ 2 h 15"/>
                  <a:gd name="T76" fmla="*/ 6 w 39"/>
                  <a:gd name="T77" fmla="*/ 2 h 15"/>
                  <a:gd name="T78" fmla="*/ 4 w 39"/>
                  <a:gd name="T79" fmla="*/ 2 h 15"/>
                  <a:gd name="T80" fmla="*/ 2 w 39"/>
                  <a:gd name="T8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15">
                    <a:moveTo>
                      <a:pt x="2" y="3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5" y="13"/>
                    </a:lnTo>
                    <a:lnTo>
                      <a:pt x="28" y="13"/>
                    </a:lnTo>
                    <a:lnTo>
                      <a:pt x="32" y="13"/>
                    </a:lnTo>
                    <a:lnTo>
                      <a:pt x="36" y="13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39" y="2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6" y="5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5" name="Freeform 6344">
                <a:extLst>
                  <a:ext uri="{FF2B5EF4-FFF2-40B4-BE49-F238E27FC236}">
                    <a16:creationId xmlns:a16="http://schemas.microsoft.com/office/drawing/2014/main" id="{6D765977-E545-4C76-9507-B5C4D415CC7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888" y="2280"/>
                <a:ext cx="11" cy="10"/>
              </a:xfrm>
              <a:custGeom>
                <a:avLst/>
                <a:gdLst>
                  <a:gd name="T0" fmla="*/ 9 w 11"/>
                  <a:gd name="T1" fmla="*/ 8 h 10"/>
                  <a:gd name="T2" fmla="*/ 11 w 11"/>
                  <a:gd name="T3" fmla="*/ 6 h 10"/>
                  <a:gd name="T4" fmla="*/ 7 w 11"/>
                  <a:gd name="T5" fmla="*/ 4 h 10"/>
                  <a:gd name="T6" fmla="*/ 7 w 11"/>
                  <a:gd name="T7" fmla="*/ 4 h 10"/>
                  <a:gd name="T8" fmla="*/ 7 w 11"/>
                  <a:gd name="T9" fmla="*/ 2 h 10"/>
                  <a:gd name="T10" fmla="*/ 4 w 11"/>
                  <a:gd name="T11" fmla="*/ 0 h 10"/>
                  <a:gd name="T12" fmla="*/ 2 w 11"/>
                  <a:gd name="T13" fmla="*/ 0 h 10"/>
                  <a:gd name="T14" fmla="*/ 0 w 11"/>
                  <a:gd name="T15" fmla="*/ 4 h 10"/>
                  <a:gd name="T16" fmla="*/ 4 w 11"/>
                  <a:gd name="T17" fmla="*/ 4 h 10"/>
                  <a:gd name="T18" fmla="*/ 2 w 11"/>
                  <a:gd name="T19" fmla="*/ 8 h 10"/>
                  <a:gd name="T20" fmla="*/ 5 w 11"/>
                  <a:gd name="T21" fmla="*/ 10 h 10"/>
                  <a:gd name="T22" fmla="*/ 9 w 11"/>
                  <a:gd name="T23" fmla="*/ 8 h 10"/>
                  <a:gd name="T24" fmla="*/ 7 w 11"/>
                  <a:gd name="T25" fmla="*/ 4 h 10"/>
                  <a:gd name="T26" fmla="*/ 5 w 11"/>
                  <a:gd name="T27" fmla="*/ 4 h 10"/>
                  <a:gd name="T28" fmla="*/ 5 w 11"/>
                  <a:gd name="T29" fmla="*/ 4 h 10"/>
                  <a:gd name="T30" fmla="*/ 7 w 11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0">
                    <a:moveTo>
                      <a:pt x="9" y="8"/>
                    </a:moveTo>
                    <a:lnTo>
                      <a:pt x="11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9" y="8"/>
                    </a:lnTo>
                    <a:close/>
                    <a:moveTo>
                      <a:pt x="7" y="4"/>
                    </a:move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6" name="Freeform 6345">
                <a:extLst>
                  <a:ext uri="{FF2B5EF4-FFF2-40B4-BE49-F238E27FC236}">
                    <a16:creationId xmlns:a16="http://schemas.microsoft.com/office/drawing/2014/main" id="{9158ED62-D073-4A46-8987-65F3CB82BA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85" y="2359"/>
                <a:ext cx="33" cy="20"/>
              </a:xfrm>
              <a:custGeom>
                <a:avLst/>
                <a:gdLst>
                  <a:gd name="T0" fmla="*/ 31 w 33"/>
                  <a:gd name="T1" fmla="*/ 3 h 20"/>
                  <a:gd name="T2" fmla="*/ 33 w 33"/>
                  <a:gd name="T3" fmla="*/ 2 h 20"/>
                  <a:gd name="T4" fmla="*/ 31 w 33"/>
                  <a:gd name="T5" fmla="*/ 0 h 20"/>
                  <a:gd name="T6" fmla="*/ 29 w 33"/>
                  <a:gd name="T7" fmla="*/ 0 h 20"/>
                  <a:gd name="T8" fmla="*/ 26 w 33"/>
                  <a:gd name="T9" fmla="*/ 3 h 20"/>
                  <a:gd name="T10" fmla="*/ 20 w 33"/>
                  <a:gd name="T11" fmla="*/ 5 h 20"/>
                  <a:gd name="T12" fmla="*/ 16 w 33"/>
                  <a:gd name="T13" fmla="*/ 5 h 20"/>
                  <a:gd name="T14" fmla="*/ 13 w 33"/>
                  <a:gd name="T15" fmla="*/ 3 h 20"/>
                  <a:gd name="T16" fmla="*/ 9 w 33"/>
                  <a:gd name="T17" fmla="*/ 3 h 20"/>
                  <a:gd name="T18" fmla="*/ 9 w 33"/>
                  <a:gd name="T19" fmla="*/ 7 h 20"/>
                  <a:gd name="T20" fmla="*/ 9 w 33"/>
                  <a:gd name="T21" fmla="*/ 7 h 20"/>
                  <a:gd name="T22" fmla="*/ 7 w 33"/>
                  <a:gd name="T23" fmla="*/ 7 h 20"/>
                  <a:gd name="T24" fmla="*/ 5 w 33"/>
                  <a:gd name="T25" fmla="*/ 7 h 20"/>
                  <a:gd name="T26" fmla="*/ 3 w 33"/>
                  <a:gd name="T27" fmla="*/ 9 h 20"/>
                  <a:gd name="T28" fmla="*/ 0 w 33"/>
                  <a:gd name="T29" fmla="*/ 9 h 20"/>
                  <a:gd name="T30" fmla="*/ 0 w 33"/>
                  <a:gd name="T31" fmla="*/ 13 h 20"/>
                  <a:gd name="T32" fmla="*/ 3 w 33"/>
                  <a:gd name="T33" fmla="*/ 16 h 20"/>
                  <a:gd name="T34" fmla="*/ 7 w 33"/>
                  <a:gd name="T35" fmla="*/ 18 h 20"/>
                  <a:gd name="T36" fmla="*/ 11 w 33"/>
                  <a:gd name="T37" fmla="*/ 18 h 20"/>
                  <a:gd name="T38" fmla="*/ 13 w 33"/>
                  <a:gd name="T39" fmla="*/ 20 h 20"/>
                  <a:gd name="T40" fmla="*/ 15 w 33"/>
                  <a:gd name="T41" fmla="*/ 18 h 20"/>
                  <a:gd name="T42" fmla="*/ 16 w 33"/>
                  <a:gd name="T43" fmla="*/ 16 h 20"/>
                  <a:gd name="T44" fmla="*/ 20 w 33"/>
                  <a:gd name="T45" fmla="*/ 15 h 20"/>
                  <a:gd name="T46" fmla="*/ 22 w 33"/>
                  <a:gd name="T47" fmla="*/ 15 h 20"/>
                  <a:gd name="T48" fmla="*/ 26 w 33"/>
                  <a:gd name="T49" fmla="*/ 15 h 20"/>
                  <a:gd name="T50" fmla="*/ 28 w 33"/>
                  <a:gd name="T51" fmla="*/ 11 h 20"/>
                  <a:gd name="T52" fmla="*/ 26 w 33"/>
                  <a:gd name="T53" fmla="*/ 9 h 20"/>
                  <a:gd name="T54" fmla="*/ 28 w 33"/>
                  <a:gd name="T55" fmla="*/ 5 h 20"/>
                  <a:gd name="T56" fmla="*/ 31 w 33"/>
                  <a:gd name="T5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3" h="20">
                    <a:moveTo>
                      <a:pt x="31" y="3"/>
                    </a:moveTo>
                    <a:lnTo>
                      <a:pt x="33" y="2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3"/>
                    </a:lnTo>
                    <a:lnTo>
                      <a:pt x="9" y="3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7" y="18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6" y="16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6" y="15"/>
                    </a:lnTo>
                    <a:lnTo>
                      <a:pt x="28" y="11"/>
                    </a:lnTo>
                    <a:lnTo>
                      <a:pt x="26" y="9"/>
                    </a:lnTo>
                    <a:lnTo>
                      <a:pt x="28" y="5"/>
                    </a:lnTo>
                    <a:lnTo>
                      <a:pt x="3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7" name="Freeform 6346">
                <a:extLst>
                  <a:ext uri="{FF2B5EF4-FFF2-40B4-BE49-F238E27FC236}">
                    <a16:creationId xmlns:a16="http://schemas.microsoft.com/office/drawing/2014/main" id="{D9B5A2EF-599D-44AD-831A-4600843FE3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6" y="2323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0 w 7"/>
                  <a:gd name="T3" fmla="*/ 2 h 6"/>
                  <a:gd name="T4" fmla="*/ 0 w 7"/>
                  <a:gd name="T5" fmla="*/ 4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8" name="Freeform 6347">
                <a:extLst>
                  <a:ext uri="{FF2B5EF4-FFF2-40B4-BE49-F238E27FC236}">
                    <a16:creationId xmlns:a16="http://schemas.microsoft.com/office/drawing/2014/main" id="{21313286-3A30-4D15-B58D-7E1C1836DCA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2" y="230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6 w 10"/>
                  <a:gd name="T5" fmla="*/ 0 h 8"/>
                  <a:gd name="T6" fmla="*/ 0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10" y="8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09" name="Freeform 6348">
                <a:extLst>
                  <a:ext uri="{FF2B5EF4-FFF2-40B4-BE49-F238E27FC236}">
                    <a16:creationId xmlns:a16="http://schemas.microsoft.com/office/drawing/2014/main" id="{29AB8B56-CCF9-4609-AFDC-16DE7BD2C0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80" y="2310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6 h 6"/>
                  <a:gd name="T4" fmla="*/ 4 w 8"/>
                  <a:gd name="T5" fmla="*/ 6 h 6"/>
                  <a:gd name="T6" fmla="*/ 8 w 8"/>
                  <a:gd name="T7" fmla="*/ 6 h 6"/>
                  <a:gd name="T8" fmla="*/ 4 w 8"/>
                  <a:gd name="T9" fmla="*/ 2 h 6"/>
                  <a:gd name="T10" fmla="*/ 0 w 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0" name="Freeform 6349">
                <a:extLst>
                  <a:ext uri="{FF2B5EF4-FFF2-40B4-BE49-F238E27FC236}">
                    <a16:creationId xmlns:a16="http://schemas.microsoft.com/office/drawing/2014/main" id="{9D3FCC0E-255E-40C6-8424-CB4BD866D0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95" y="2308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6 w 6"/>
                  <a:gd name="T3" fmla="*/ 6 h 6"/>
                  <a:gd name="T4" fmla="*/ 6 w 6"/>
                  <a:gd name="T5" fmla="*/ 2 h 6"/>
                  <a:gd name="T6" fmla="*/ 4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6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1" name="Freeform 6350">
                <a:extLst>
                  <a:ext uri="{FF2B5EF4-FFF2-40B4-BE49-F238E27FC236}">
                    <a16:creationId xmlns:a16="http://schemas.microsoft.com/office/drawing/2014/main" id="{F58FA523-A23D-4968-8926-5086286397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03"/>
                <a:ext cx="10" cy="4"/>
              </a:xfrm>
              <a:custGeom>
                <a:avLst/>
                <a:gdLst>
                  <a:gd name="T0" fmla="*/ 3 w 5"/>
                  <a:gd name="T1" fmla="*/ 2 h 2"/>
                  <a:gd name="T2" fmla="*/ 3 w 5"/>
                  <a:gd name="T3" fmla="*/ 2 h 2"/>
                  <a:gd name="T4" fmla="*/ 4 w 5"/>
                  <a:gd name="T5" fmla="*/ 2 h 2"/>
                  <a:gd name="T6" fmla="*/ 5 w 5"/>
                  <a:gd name="T7" fmla="*/ 2 h 2"/>
                  <a:gd name="T8" fmla="*/ 3 w 5"/>
                  <a:gd name="T9" fmla="*/ 0 h 2"/>
                  <a:gd name="T10" fmla="*/ 0 w 5"/>
                  <a:gd name="T11" fmla="*/ 0 h 2"/>
                  <a:gd name="T12" fmla="*/ 1 w 5"/>
                  <a:gd name="T13" fmla="*/ 2 h 2"/>
                  <a:gd name="T14" fmla="*/ 3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3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2" name="Freeform 6351">
                <a:extLst>
                  <a:ext uri="{FF2B5EF4-FFF2-40B4-BE49-F238E27FC236}">
                    <a16:creationId xmlns:a16="http://schemas.microsoft.com/office/drawing/2014/main" id="{0E9F474E-38A1-4492-9965-254507CA70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3" y="2467"/>
                <a:ext cx="9" cy="9"/>
              </a:xfrm>
              <a:custGeom>
                <a:avLst/>
                <a:gdLst>
                  <a:gd name="T0" fmla="*/ 4 w 9"/>
                  <a:gd name="T1" fmla="*/ 4 h 9"/>
                  <a:gd name="T2" fmla="*/ 0 w 9"/>
                  <a:gd name="T3" fmla="*/ 9 h 9"/>
                  <a:gd name="T4" fmla="*/ 4 w 9"/>
                  <a:gd name="T5" fmla="*/ 9 h 9"/>
                  <a:gd name="T6" fmla="*/ 7 w 9"/>
                  <a:gd name="T7" fmla="*/ 9 h 9"/>
                  <a:gd name="T8" fmla="*/ 9 w 9"/>
                  <a:gd name="T9" fmla="*/ 4 h 9"/>
                  <a:gd name="T10" fmla="*/ 9 w 9"/>
                  <a:gd name="T11" fmla="*/ 0 h 9"/>
                  <a:gd name="T12" fmla="*/ 4 w 9"/>
                  <a:gd name="T13" fmla="*/ 2 h 9"/>
                  <a:gd name="T14" fmla="*/ 4 w 9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4" y="4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3" name="Freeform 6352">
                <a:extLst>
                  <a:ext uri="{FF2B5EF4-FFF2-40B4-BE49-F238E27FC236}">
                    <a16:creationId xmlns:a16="http://schemas.microsoft.com/office/drawing/2014/main" id="{F4561CA0-AF74-4522-8FC6-794BD383BB9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6" y="2463"/>
                <a:ext cx="6" cy="8"/>
              </a:xfrm>
              <a:custGeom>
                <a:avLst/>
                <a:gdLst>
                  <a:gd name="T0" fmla="*/ 1 w 3"/>
                  <a:gd name="T1" fmla="*/ 1 h 4"/>
                  <a:gd name="T2" fmla="*/ 0 w 3"/>
                  <a:gd name="T3" fmla="*/ 1 h 4"/>
                  <a:gd name="T4" fmla="*/ 1 w 3"/>
                  <a:gd name="T5" fmla="*/ 2 h 4"/>
                  <a:gd name="T6" fmla="*/ 1 w 3"/>
                  <a:gd name="T7" fmla="*/ 4 h 4"/>
                  <a:gd name="T8" fmla="*/ 2 w 3"/>
                  <a:gd name="T9" fmla="*/ 4 h 4"/>
                  <a:gd name="T10" fmla="*/ 3 w 3"/>
                  <a:gd name="T11" fmla="*/ 4 h 4"/>
                  <a:gd name="T12" fmla="*/ 3 w 3"/>
                  <a:gd name="T13" fmla="*/ 3 h 4"/>
                  <a:gd name="T14" fmla="*/ 3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  <a:gd name="T20" fmla="*/ 1 w 3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4" name="Freeform 6353">
                <a:extLst>
                  <a:ext uri="{FF2B5EF4-FFF2-40B4-BE49-F238E27FC236}">
                    <a16:creationId xmlns:a16="http://schemas.microsoft.com/office/drawing/2014/main" id="{2DA51CC4-17E3-47B8-8FE7-1F57AAE814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4" y="2472"/>
                <a:ext cx="10" cy="10"/>
              </a:xfrm>
              <a:custGeom>
                <a:avLst/>
                <a:gdLst>
                  <a:gd name="T0" fmla="*/ 6 w 10"/>
                  <a:gd name="T1" fmla="*/ 0 h 10"/>
                  <a:gd name="T2" fmla="*/ 2 w 10"/>
                  <a:gd name="T3" fmla="*/ 0 h 10"/>
                  <a:gd name="T4" fmla="*/ 0 w 10"/>
                  <a:gd name="T5" fmla="*/ 6 h 10"/>
                  <a:gd name="T6" fmla="*/ 4 w 10"/>
                  <a:gd name="T7" fmla="*/ 10 h 10"/>
                  <a:gd name="T8" fmla="*/ 6 w 10"/>
                  <a:gd name="T9" fmla="*/ 8 h 10"/>
                  <a:gd name="T10" fmla="*/ 10 w 10"/>
                  <a:gd name="T11" fmla="*/ 6 h 10"/>
                  <a:gd name="T12" fmla="*/ 8 w 10"/>
                  <a:gd name="T13" fmla="*/ 2 h 10"/>
                  <a:gd name="T14" fmla="*/ 6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5" name="Freeform 6354">
                <a:extLst>
                  <a:ext uri="{FF2B5EF4-FFF2-40B4-BE49-F238E27FC236}">
                    <a16:creationId xmlns:a16="http://schemas.microsoft.com/office/drawing/2014/main" id="{B582E0CC-7491-4211-B670-90D9BC28E4F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0" y="2459"/>
                <a:ext cx="11" cy="8"/>
              </a:xfrm>
              <a:custGeom>
                <a:avLst/>
                <a:gdLst>
                  <a:gd name="T0" fmla="*/ 11 w 11"/>
                  <a:gd name="T1" fmla="*/ 4 h 8"/>
                  <a:gd name="T2" fmla="*/ 6 w 11"/>
                  <a:gd name="T3" fmla="*/ 0 h 8"/>
                  <a:gd name="T4" fmla="*/ 2 w 11"/>
                  <a:gd name="T5" fmla="*/ 0 h 8"/>
                  <a:gd name="T6" fmla="*/ 0 w 11"/>
                  <a:gd name="T7" fmla="*/ 8 h 8"/>
                  <a:gd name="T8" fmla="*/ 6 w 11"/>
                  <a:gd name="T9" fmla="*/ 4 h 8"/>
                  <a:gd name="T10" fmla="*/ 11 w 11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1" y="4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6" y="4"/>
                    </a:lnTo>
                    <a:lnTo>
                      <a:pt x="11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6" name="Freeform 6355">
                <a:extLst>
                  <a:ext uri="{FF2B5EF4-FFF2-40B4-BE49-F238E27FC236}">
                    <a16:creationId xmlns:a16="http://schemas.microsoft.com/office/drawing/2014/main" id="{1BF36A5D-ADA7-42FD-A83C-6FFEE08235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7" y="2469"/>
                <a:ext cx="15" cy="9"/>
              </a:xfrm>
              <a:custGeom>
                <a:avLst/>
                <a:gdLst>
                  <a:gd name="T0" fmla="*/ 15 w 15"/>
                  <a:gd name="T1" fmla="*/ 5 h 9"/>
                  <a:gd name="T2" fmla="*/ 15 w 15"/>
                  <a:gd name="T3" fmla="*/ 0 h 9"/>
                  <a:gd name="T4" fmla="*/ 12 w 15"/>
                  <a:gd name="T5" fmla="*/ 0 h 9"/>
                  <a:gd name="T6" fmla="*/ 10 w 15"/>
                  <a:gd name="T7" fmla="*/ 2 h 9"/>
                  <a:gd name="T8" fmla="*/ 8 w 15"/>
                  <a:gd name="T9" fmla="*/ 2 h 9"/>
                  <a:gd name="T10" fmla="*/ 4 w 15"/>
                  <a:gd name="T11" fmla="*/ 2 h 9"/>
                  <a:gd name="T12" fmla="*/ 0 w 15"/>
                  <a:gd name="T13" fmla="*/ 3 h 9"/>
                  <a:gd name="T14" fmla="*/ 4 w 15"/>
                  <a:gd name="T15" fmla="*/ 7 h 9"/>
                  <a:gd name="T16" fmla="*/ 6 w 15"/>
                  <a:gd name="T17" fmla="*/ 9 h 9"/>
                  <a:gd name="T18" fmla="*/ 12 w 15"/>
                  <a:gd name="T19" fmla="*/ 5 h 9"/>
                  <a:gd name="T20" fmla="*/ 15 w 15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9">
                    <a:moveTo>
                      <a:pt x="15" y="5"/>
                    </a:moveTo>
                    <a:lnTo>
                      <a:pt x="15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12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7" name="Freeform 6356">
                <a:extLst>
                  <a:ext uri="{FF2B5EF4-FFF2-40B4-BE49-F238E27FC236}">
                    <a16:creationId xmlns:a16="http://schemas.microsoft.com/office/drawing/2014/main" id="{0B430665-4C4B-4585-8A86-62D05538FC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14" y="2478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2 h 6"/>
                  <a:gd name="T6" fmla="*/ 2 w 6"/>
                  <a:gd name="T7" fmla="*/ 4 h 6"/>
                  <a:gd name="T8" fmla="*/ 4 w 6"/>
                  <a:gd name="T9" fmla="*/ 6 h 6"/>
                  <a:gd name="T10" fmla="*/ 6 w 6"/>
                  <a:gd name="T11" fmla="*/ 4 h 6"/>
                  <a:gd name="T12" fmla="*/ 6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8" name="Freeform 6357">
                <a:extLst>
                  <a:ext uri="{FF2B5EF4-FFF2-40B4-BE49-F238E27FC236}">
                    <a16:creationId xmlns:a16="http://schemas.microsoft.com/office/drawing/2014/main" id="{F04F6EC8-7810-45FD-9755-42539CE7EE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4" y="2472"/>
                <a:ext cx="9" cy="10"/>
              </a:xfrm>
              <a:custGeom>
                <a:avLst/>
                <a:gdLst>
                  <a:gd name="T0" fmla="*/ 0 w 9"/>
                  <a:gd name="T1" fmla="*/ 4 h 10"/>
                  <a:gd name="T2" fmla="*/ 2 w 9"/>
                  <a:gd name="T3" fmla="*/ 4 h 10"/>
                  <a:gd name="T4" fmla="*/ 2 w 9"/>
                  <a:gd name="T5" fmla="*/ 4 h 10"/>
                  <a:gd name="T6" fmla="*/ 9 w 9"/>
                  <a:gd name="T7" fmla="*/ 10 h 10"/>
                  <a:gd name="T8" fmla="*/ 5 w 9"/>
                  <a:gd name="T9" fmla="*/ 4 h 10"/>
                  <a:gd name="T10" fmla="*/ 5 w 9"/>
                  <a:gd name="T11" fmla="*/ 4 h 10"/>
                  <a:gd name="T12" fmla="*/ 3 w 9"/>
                  <a:gd name="T13" fmla="*/ 2 h 10"/>
                  <a:gd name="T14" fmla="*/ 2 w 9"/>
                  <a:gd name="T15" fmla="*/ 0 h 10"/>
                  <a:gd name="T16" fmla="*/ 0 w 9"/>
                  <a:gd name="T1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19" name="Freeform 6358">
                <a:extLst>
                  <a:ext uri="{FF2B5EF4-FFF2-40B4-BE49-F238E27FC236}">
                    <a16:creationId xmlns:a16="http://schemas.microsoft.com/office/drawing/2014/main" id="{A3C3414F-2AF0-45A7-A337-2E99A9296D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10" y="2627"/>
                <a:ext cx="11" cy="11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2 w 6"/>
                  <a:gd name="T5" fmla="*/ 0 h 6"/>
                  <a:gd name="T6" fmla="*/ 0 w 6"/>
                  <a:gd name="T7" fmla="*/ 1 h 6"/>
                  <a:gd name="T8" fmla="*/ 1 w 6"/>
                  <a:gd name="T9" fmla="*/ 3 h 6"/>
                  <a:gd name="T10" fmla="*/ 1 w 6"/>
                  <a:gd name="T11" fmla="*/ 3 h 6"/>
                  <a:gd name="T12" fmla="*/ 2 w 6"/>
                  <a:gd name="T13" fmla="*/ 3 h 6"/>
                  <a:gd name="T14" fmla="*/ 3 w 6"/>
                  <a:gd name="T15" fmla="*/ 3 h 6"/>
                  <a:gd name="T16" fmla="*/ 3 w 6"/>
                  <a:gd name="T17" fmla="*/ 2 h 6"/>
                  <a:gd name="T18" fmla="*/ 3 w 6"/>
                  <a:gd name="T19" fmla="*/ 3 h 6"/>
                  <a:gd name="T20" fmla="*/ 5 w 6"/>
                  <a:gd name="T21" fmla="*/ 6 h 6"/>
                  <a:gd name="T22" fmla="*/ 5 w 6"/>
                  <a:gd name="T23" fmla="*/ 4 h 6"/>
                  <a:gd name="T24" fmla="*/ 6 w 6"/>
                  <a:gd name="T25" fmla="*/ 4 h 6"/>
                  <a:gd name="T26" fmla="*/ 6 w 6"/>
                  <a:gd name="T27" fmla="*/ 3 h 6"/>
                  <a:gd name="T28" fmla="*/ 6 w 6"/>
                  <a:gd name="T29" fmla="*/ 2 h 6"/>
                  <a:gd name="T30" fmla="*/ 5 w 6"/>
                  <a:gd name="T31" fmla="*/ 1 h 6"/>
                  <a:gd name="T32" fmla="*/ 4 w 6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0" name="Freeform 6359">
                <a:extLst>
                  <a:ext uri="{FF2B5EF4-FFF2-40B4-BE49-F238E27FC236}">
                    <a16:creationId xmlns:a16="http://schemas.microsoft.com/office/drawing/2014/main" id="{1D325C2D-FDA9-41A4-A48D-33FF12730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4" y="2629"/>
                <a:ext cx="3" cy="9"/>
              </a:xfrm>
              <a:custGeom>
                <a:avLst/>
                <a:gdLst>
                  <a:gd name="T0" fmla="*/ 3 w 3"/>
                  <a:gd name="T1" fmla="*/ 6 h 9"/>
                  <a:gd name="T2" fmla="*/ 3 w 3"/>
                  <a:gd name="T3" fmla="*/ 0 h 9"/>
                  <a:gd name="T4" fmla="*/ 0 w 3"/>
                  <a:gd name="T5" fmla="*/ 4 h 9"/>
                  <a:gd name="T6" fmla="*/ 2 w 3"/>
                  <a:gd name="T7" fmla="*/ 9 h 9"/>
                  <a:gd name="T8" fmla="*/ 3 w 3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6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1" name="Freeform 6360">
                <a:extLst>
                  <a:ext uri="{FF2B5EF4-FFF2-40B4-BE49-F238E27FC236}">
                    <a16:creationId xmlns:a16="http://schemas.microsoft.com/office/drawing/2014/main" id="{626A1A91-8D5A-4D2A-8AD9-CF78901D34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2" y="2640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2 h 6"/>
                  <a:gd name="T4" fmla="*/ 2 w 7"/>
                  <a:gd name="T5" fmla="*/ 6 h 6"/>
                  <a:gd name="T6" fmla="*/ 5 w 7"/>
                  <a:gd name="T7" fmla="*/ 6 h 6"/>
                  <a:gd name="T8" fmla="*/ 7 w 7"/>
                  <a:gd name="T9" fmla="*/ 4 h 6"/>
                  <a:gd name="T10" fmla="*/ 5 w 7"/>
                  <a:gd name="T11" fmla="*/ 0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2" name="Freeform 6361">
                <a:extLst>
                  <a:ext uri="{FF2B5EF4-FFF2-40B4-BE49-F238E27FC236}">
                    <a16:creationId xmlns:a16="http://schemas.microsoft.com/office/drawing/2014/main" id="{A1829C19-B04C-4D13-BB26-D32FF9E556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0" y="2653"/>
                <a:ext cx="6" cy="6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6 h 6"/>
                  <a:gd name="T4" fmla="*/ 6 w 6"/>
                  <a:gd name="T5" fmla="*/ 4 h 6"/>
                  <a:gd name="T6" fmla="*/ 2 w 6"/>
                  <a:gd name="T7" fmla="*/ 0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3" name="Freeform 6362">
                <a:extLst>
                  <a:ext uri="{FF2B5EF4-FFF2-40B4-BE49-F238E27FC236}">
                    <a16:creationId xmlns:a16="http://schemas.microsoft.com/office/drawing/2014/main" id="{19A6DEE5-3F5C-4A91-B16E-FAB62F4FD4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31" y="2653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3 w 9"/>
                  <a:gd name="T3" fmla="*/ 4 h 10"/>
                  <a:gd name="T4" fmla="*/ 3 w 9"/>
                  <a:gd name="T5" fmla="*/ 8 h 10"/>
                  <a:gd name="T6" fmla="*/ 7 w 9"/>
                  <a:gd name="T7" fmla="*/ 10 h 10"/>
                  <a:gd name="T8" fmla="*/ 9 w 9"/>
                  <a:gd name="T9" fmla="*/ 6 h 10"/>
                  <a:gd name="T10" fmla="*/ 5 w 9"/>
                  <a:gd name="T11" fmla="*/ 2 h 10"/>
                  <a:gd name="T12" fmla="*/ 0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lnTo>
                      <a:pt x="3" y="4"/>
                    </a:lnTo>
                    <a:lnTo>
                      <a:pt x="3" y="8"/>
                    </a:lnTo>
                    <a:lnTo>
                      <a:pt x="7" y="10"/>
                    </a:lnTo>
                    <a:lnTo>
                      <a:pt x="9" y="6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4" name="Freeform 6363">
                <a:extLst>
                  <a:ext uri="{FF2B5EF4-FFF2-40B4-BE49-F238E27FC236}">
                    <a16:creationId xmlns:a16="http://schemas.microsoft.com/office/drawing/2014/main" id="{28B03331-5E55-4BA9-8724-9A6A575991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5" y="2633"/>
                <a:ext cx="11" cy="5"/>
              </a:xfrm>
              <a:custGeom>
                <a:avLst/>
                <a:gdLst>
                  <a:gd name="T0" fmla="*/ 11 w 11"/>
                  <a:gd name="T1" fmla="*/ 3 h 5"/>
                  <a:gd name="T2" fmla="*/ 7 w 11"/>
                  <a:gd name="T3" fmla="*/ 0 h 5"/>
                  <a:gd name="T4" fmla="*/ 6 w 11"/>
                  <a:gd name="T5" fmla="*/ 2 h 5"/>
                  <a:gd name="T6" fmla="*/ 4 w 11"/>
                  <a:gd name="T7" fmla="*/ 2 h 5"/>
                  <a:gd name="T8" fmla="*/ 0 w 11"/>
                  <a:gd name="T9" fmla="*/ 2 h 5"/>
                  <a:gd name="T10" fmla="*/ 0 w 11"/>
                  <a:gd name="T11" fmla="*/ 3 h 5"/>
                  <a:gd name="T12" fmla="*/ 2 w 11"/>
                  <a:gd name="T13" fmla="*/ 5 h 5"/>
                  <a:gd name="T14" fmla="*/ 4 w 11"/>
                  <a:gd name="T15" fmla="*/ 5 h 5"/>
                  <a:gd name="T16" fmla="*/ 6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5 h 5"/>
                  <a:gd name="T24" fmla="*/ 11 w 1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5" name="Freeform 6364">
                <a:extLst>
                  <a:ext uri="{FF2B5EF4-FFF2-40B4-BE49-F238E27FC236}">
                    <a16:creationId xmlns:a16="http://schemas.microsoft.com/office/drawing/2014/main" id="{B416E9D4-FF91-4A6F-A955-F9DCCEB616D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94" y="2691"/>
                <a:ext cx="20" cy="9"/>
              </a:xfrm>
              <a:custGeom>
                <a:avLst/>
                <a:gdLst>
                  <a:gd name="T0" fmla="*/ 16 w 20"/>
                  <a:gd name="T1" fmla="*/ 1 h 9"/>
                  <a:gd name="T2" fmla="*/ 15 w 20"/>
                  <a:gd name="T3" fmla="*/ 0 h 9"/>
                  <a:gd name="T4" fmla="*/ 11 w 20"/>
                  <a:gd name="T5" fmla="*/ 1 h 9"/>
                  <a:gd name="T6" fmla="*/ 9 w 20"/>
                  <a:gd name="T7" fmla="*/ 1 h 9"/>
                  <a:gd name="T8" fmla="*/ 9 w 20"/>
                  <a:gd name="T9" fmla="*/ 1 h 9"/>
                  <a:gd name="T10" fmla="*/ 7 w 20"/>
                  <a:gd name="T11" fmla="*/ 0 h 9"/>
                  <a:gd name="T12" fmla="*/ 5 w 20"/>
                  <a:gd name="T13" fmla="*/ 0 h 9"/>
                  <a:gd name="T14" fmla="*/ 3 w 20"/>
                  <a:gd name="T15" fmla="*/ 1 h 9"/>
                  <a:gd name="T16" fmla="*/ 2 w 20"/>
                  <a:gd name="T17" fmla="*/ 3 h 9"/>
                  <a:gd name="T18" fmla="*/ 0 w 20"/>
                  <a:gd name="T19" fmla="*/ 5 h 9"/>
                  <a:gd name="T20" fmla="*/ 3 w 20"/>
                  <a:gd name="T21" fmla="*/ 7 h 9"/>
                  <a:gd name="T22" fmla="*/ 5 w 20"/>
                  <a:gd name="T23" fmla="*/ 9 h 9"/>
                  <a:gd name="T24" fmla="*/ 9 w 20"/>
                  <a:gd name="T25" fmla="*/ 9 h 9"/>
                  <a:gd name="T26" fmla="*/ 13 w 20"/>
                  <a:gd name="T27" fmla="*/ 9 h 9"/>
                  <a:gd name="T28" fmla="*/ 16 w 20"/>
                  <a:gd name="T29" fmla="*/ 7 h 9"/>
                  <a:gd name="T30" fmla="*/ 18 w 20"/>
                  <a:gd name="T31" fmla="*/ 7 h 9"/>
                  <a:gd name="T32" fmla="*/ 20 w 20"/>
                  <a:gd name="T33" fmla="*/ 3 h 9"/>
                  <a:gd name="T34" fmla="*/ 20 w 20"/>
                  <a:gd name="T35" fmla="*/ 1 h 9"/>
                  <a:gd name="T36" fmla="*/ 16 w 20"/>
                  <a:gd name="T3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9">
                    <a:moveTo>
                      <a:pt x="16" y="1"/>
                    </a:moveTo>
                    <a:lnTo>
                      <a:pt x="15" y="0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9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6" name="Freeform 6365">
                <a:extLst>
                  <a:ext uri="{FF2B5EF4-FFF2-40B4-BE49-F238E27FC236}">
                    <a16:creationId xmlns:a16="http://schemas.microsoft.com/office/drawing/2014/main" id="{736C8A9D-C9F2-477D-A310-DE340DE7307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73" y="2698"/>
                <a:ext cx="17" cy="4"/>
              </a:xfrm>
              <a:custGeom>
                <a:avLst/>
                <a:gdLst>
                  <a:gd name="T0" fmla="*/ 0 w 17"/>
                  <a:gd name="T1" fmla="*/ 2 h 4"/>
                  <a:gd name="T2" fmla="*/ 9 w 17"/>
                  <a:gd name="T3" fmla="*/ 4 h 4"/>
                  <a:gd name="T4" fmla="*/ 17 w 17"/>
                  <a:gd name="T5" fmla="*/ 2 h 4"/>
                  <a:gd name="T6" fmla="*/ 8 w 17"/>
                  <a:gd name="T7" fmla="*/ 0 h 4"/>
                  <a:gd name="T8" fmla="*/ 0 w 1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0" y="2"/>
                    </a:moveTo>
                    <a:lnTo>
                      <a:pt x="9" y="4"/>
                    </a:lnTo>
                    <a:lnTo>
                      <a:pt x="17" y="2"/>
                    </a:lnTo>
                    <a:lnTo>
                      <a:pt x="8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7" name="Freeform 6366">
                <a:extLst>
                  <a:ext uri="{FF2B5EF4-FFF2-40B4-BE49-F238E27FC236}">
                    <a16:creationId xmlns:a16="http://schemas.microsoft.com/office/drawing/2014/main" id="{D107DDD8-6D07-4EB0-B4FD-585203B517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44" y="2860"/>
                <a:ext cx="7" cy="8"/>
              </a:xfrm>
              <a:custGeom>
                <a:avLst/>
                <a:gdLst>
                  <a:gd name="T0" fmla="*/ 0 w 7"/>
                  <a:gd name="T1" fmla="*/ 4 h 8"/>
                  <a:gd name="T2" fmla="*/ 2 w 7"/>
                  <a:gd name="T3" fmla="*/ 8 h 8"/>
                  <a:gd name="T4" fmla="*/ 4 w 7"/>
                  <a:gd name="T5" fmla="*/ 8 h 8"/>
                  <a:gd name="T6" fmla="*/ 6 w 7"/>
                  <a:gd name="T7" fmla="*/ 6 h 8"/>
                  <a:gd name="T8" fmla="*/ 7 w 7"/>
                  <a:gd name="T9" fmla="*/ 2 h 8"/>
                  <a:gd name="T10" fmla="*/ 4 w 7"/>
                  <a:gd name="T11" fmla="*/ 0 h 8"/>
                  <a:gd name="T12" fmla="*/ 0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lnTo>
                      <a:pt x="2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8" name="Freeform 6367">
                <a:extLst>
                  <a:ext uri="{FF2B5EF4-FFF2-40B4-BE49-F238E27FC236}">
                    <a16:creationId xmlns:a16="http://schemas.microsoft.com/office/drawing/2014/main" id="{3824EF18-2DD6-44E8-9778-0DB84A0B0E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72" y="2812"/>
                <a:ext cx="9" cy="13"/>
              </a:xfrm>
              <a:custGeom>
                <a:avLst/>
                <a:gdLst>
                  <a:gd name="T0" fmla="*/ 9 w 9"/>
                  <a:gd name="T1" fmla="*/ 7 h 13"/>
                  <a:gd name="T2" fmla="*/ 7 w 9"/>
                  <a:gd name="T3" fmla="*/ 2 h 13"/>
                  <a:gd name="T4" fmla="*/ 5 w 9"/>
                  <a:gd name="T5" fmla="*/ 0 h 13"/>
                  <a:gd name="T6" fmla="*/ 2 w 9"/>
                  <a:gd name="T7" fmla="*/ 3 h 13"/>
                  <a:gd name="T8" fmla="*/ 2 w 9"/>
                  <a:gd name="T9" fmla="*/ 7 h 13"/>
                  <a:gd name="T10" fmla="*/ 0 w 9"/>
                  <a:gd name="T11" fmla="*/ 7 h 13"/>
                  <a:gd name="T12" fmla="*/ 0 w 9"/>
                  <a:gd name="T13" fmla="*/ 11 h 13"/>
                  <a:gd name="T14" fmla="*/ 2 w 9"/>
                  <a:gd name="T15" fmla="*/ 13 h 13"/>
                  <a:gd name="T16" fmla="*/ 5 w 9"/>
                  <a:gd name="T17" fmla="*/ 13 h 13"/>
                  <a:gd name="T18" fmla="*/ 9 w 9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9" y="7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29" name="Freeform 6368">
                <a:extLst>
                  <a:ext uri="{FF2B5EF4-FFF2-40B4-BE49-F238E27FC236}">
                    <a16:creationId xmlns:a16="http://schemas.microsoft.com/office/drawing/2014/main" id="{EC14E90E-9287-4FA8-AE1A-B4954C13375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52" y="3173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0 h 8"/>
                  <a:gd name="T4" fmla="*/ 4 w 7"/>
                  <a:gd name="T5" fmla="*/ 0 h 8"/>
                  <a:gd name="T6" fmla="*/ 4 w 7"/>
                  <a:gd name="T7" fmla="*/ 4 h 8"/>
                  <a:gd name="T8" fmla="*/ 0 w 7"/>
                  <a:gd name="T9" fmla="*/ 8 h 8"/>
                  <a:gd name="T10" fmla="*/ 5 w 7"/>
                  <a:gd name="T11" fmla="*/ 8 h 8"/>
                  <a:gd name="T12" fmla="*/ 7 w 7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0" name="Freeform 6369">
                <a:extLst>
                  <a:ext uri="{FF2B5EF4-FFF2-40B4-BE49-F238E27FC236}">
                    <a16:creationId xmlns:a16="http://schemas.microsoft.com/office/drawing/2014/main" id="{E36AF71F-8965-4BFD-8519-01C9D92539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61" y="3177"/>
                <a:ext cx="10" cy="11"/>
              </a:xfrm>
              <a:custGeom>
                <a:avLst/>
                <a:gdLst>
                  <a:gd name="T0" fmla="*/ 2 w 10"/>
                  <a:gd name="T1" fmla="*/ 9 h 11"/>
                  <a:gd name="T2" fmla="*/ 6 w 10"/>
                  <a:gd name="T3" fmla="*/ 11 h 11"/>
                  <a:gd name="T4" fmla="*/ 10 w 10"/>
                  <a:gd name="T5" fmla="*/ 9 h 11"/>
                  <a:gd name="T6" fmla="*/ 6 w 10"/>
                  <a:gd name="T7" fmla="*/ 8 h 11"/>
                  <a:gd name="T8" fmla="*/ 8 w 10"/>
                  <a:gd name="T9" fmla="*/ 6 h 11"/>
                  <a:gd name="T10" fmla="*/ 8 w 10"/>
                  <a:gd name="T11" fmla="*/ 2 h 11"/>
                  <a:gd name="T12" fmla="*/ 4 w 10"/>
                  <a:gd name="T13" fmla="*/ 0 h 11"/>
                  <a:gd name="T14" fmla="*/ 0 w 10"/>
                  <a:gd name="T15" fmla="*/ 4 h 11"/>
                  <a:gd name="T16" fmla="*/ 2 w 10"/>
                  <a:gd name="T17" fmla="*/ 6 h 11"/>
                  <a:gd name="T18" fmla="*/ 0 w 10"/>
                  <a:gd name="T19" fmla="*/ 6 h 11"/>
                  <a:gd name="T20" fmla="*/ 2 w 10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1">
                    <a:moveTo>
                      <a:pt x="2" y="9"/>
                    </a:moveTo>
                    <a:lnTo>
                      <a:pt x="6" y="11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1" name="Freeform 6370">
                <a:extLst>
                  <a:ext uri="{FF2B5EF4-FFF2-40B4-BE49-F238E27FC236}">
                    <a16:creationId xmlns:a16="http://schemas.microsoft.com/office/drawing/2014/main" id="{3B7822B5-919C-448A-82BC-AB26F579071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20" y="3166"/>
                <a:ext cx="39" cy="45"/>
              </a:xfrm>
              <a:custGeom>
                <a:avLst/>
                <a:gdLst>
                  <a:gd name="T0" fmla="*/ 2 w 39"/>
                  <a:gd name="T1" fmla="*/ 9 h 45"/>
                  <a:gd name="T2" fmla="*/ 6 w 39"/>
                  <a:gd name="T3" fmla="*/ 17 h 45"/>
                  <a:gd name="T4" fmla="*/ 10 w 39"/>
                  <a:gd name="T5" fmla="*/ 19 h 45"/>
                  <a:gd name="T6" fmla="*/ 10 w 39"/>
                  <a:gd name="T7" fmla="*/ 20 h 45"/>
                  <a:gd name="T8" fmla="*/ 11 w 39"/>
                  <a:gd name="T9" fmla="*/ 24 h 45"/>
                  <a:gd name="T10" fmla="*/ 13 w 39"/>
                  <a:gd name="T11" fmla="*/ 24 h 45"/>
                  <a:gd name="T12" fmla="*/ 13 w 39"/>
                  <a:gd name="T13" fmla="*/ 26 h 45"/>
                  <a:gd name="T14" fmla="*/ 17 w 39"/>
                  <a:gd name="T15" fmla="*/ 28 h 45"/>
                  <a:gd name="T16" fmla="*/ 19 w 39"/>
                  <a:gd name="T17" fmla="*/ 33 h 45"/>
                  <a:gd name="T18" fmla="*/ 21 w 39"/>
                  <a:gd name="T19" fmla="*/ 32 h 45"/>
                  <a:gd name="T20" fmla="*/ 21 w 39"/>
                  <a:gd name="T21" fmla="*/ 32 h 45"/>
                  <a:gd name="T22" fmla="*/ 23 w 39"/>
                  <a:gd name="T23" fmla="*/ 35 h 45"/>
                  <a:gd name="T24" fmla="*/ 26 w 39"/>
                  <a:gd name="T25" fmla="*/ 35 h 45"/>
                  <a:gd name="T26" fmla="*/ 26 w 39"/>
                  <a:gd name="T27" fmla="*/ 39 h 45"/>
                  <a:gd name="T28" fmla="*/ 30 w 39"/>
                  <a:gd name="T29" fmla="*/ 41 h 45"/>
                  <a:gd name="T30" fmla="*/ 32 w 39"/>
                  <a:gd name="T31" fmla="*/ 41 h 45"/>
                  <a:gd name="T32" fmla="*/ 36 w 39"/>
                  <a:gd name="T33" fmla="*/ 43 h 45"/>
                  <a:gd name="T34" fmla="*/ 36 w 39"/>
                  <a:gd name="T35" fmla="*/ 41 h 45"/>
                  <a:gd name="T36" fmla="*/ 39 w 39"/>
                  <a:gd name="T37" fmla="*/ 45 h 45"/>
                  <a:gd name="T38" fmla="*/ 39 w 39"/>
                  <a:gd name="T39" fmla="*/ 37 h 45"/>
                  <a:gd name="T40" fmla="*/ 37 w 39"/>
                  <a:gd name="T41" fmla="*/ 35 h 45"/>
                  <a:gd name="T42" fmla="*/ 32 w 39"/>
                  <a:gd name="T43" fmla="*/ 33 h 45"/>
                  <a:gd name="T44" fmla="*/ 30 w 39"/>
                  <a:gd name="T45" fmla="*/ 28 h 45"/>
                  <a:gd name="T46" fmla="*/ 26 w 39"/>
                  <a:gd name="T47" fmla="*/ 24 h 45"/>
                  <a:gd name="T48" fmla="*/ 24 w 39"/>
                  <a:gd name="T49" fmla="*/ 26 h 45"/>
                  <a:gd name="T50" fmla="*/ 23 w 39"/>
                  <a:gd name="T51" fmla="*/ 20 h 45"/>
                  <a:gd name="T52" fmla="*/ 17 w 39"/>
                  <a:gd name="T53" fmla="*/ 13 h 45"/>
                  <a:gd name="T54" fmla="*/ 15 w 39"/>
                  <a:gd name="T55" fmla="*/ 13 h 45"/>
                  <a:gd name="T56" fmla="*/ 13 w 39"/>
                  <a:gd name="T57" fmla="*/ 11 h 45"/>
                  <a:gd name="T58" fmla="*/ 10 w 39"/>
                  <a:gd name="T59" fmla="*/ 9 h 45"/>
                  <a:gd name="T60" fmla="*/ 10 w 39"/>
                  <a:gd name="T61" fmla="*/ 7 h 45"/>
                  <a:gd name="T62" fmla="*/ 8 w 39"/>
                  <a:gd name="T63" fmla="*/ 4 h 45"/>
                  <a:gd name="T64" fmla="*/ 6 w 39"/>
                  <a:gd name="T65" fmla="*/ 6 h 45"/>
                  <a:gd name="T66" fmla="*/ 2 w 39"/>
                  <a:gd name="T67" fmla="*/ 0 h 45"/>
                  <a:gd name="T68" fmla="*/ 0 w 39"/>
                  <a:gd name="T69" fmla="*/ 6 h 45"/>
                  <a:gd name="T70" fmla="*/ 2 w 39"/>
                  <a:gd name="T71" fmla="*/ 7 h 45"/>
                  <a:gd name="T72" fmla="*/ 2 w 39"/>
                  <a:gd name="T73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45">
                    <a:moveTo>
                      <a:pt x="2" y="9"/>
                    </a:moveTo>
                    <a:lnTo>
                      <a:pt x="6" y="17"/>
                    </a:lnTo>
                    <a:lnTo>
                      <a:pt x="10" y="19"/>
                    </a:lnTo>
                    <a:lnTo>
                      <a:pt x="10" y="20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7" y="28"/>
                    </a:lnTo>
                    <a:lnTo>
                      <a:pt x="19" y="33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26" y="39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6" y="43"/>
                    </a:lnTo>
                    <a:lnTo>
                      <a:pt x="36" y="41"/>
                    </a:lnTo>
                    <a:lnTo>
                      <a:pt x="39" y="45"/>
                    </a:lnTo>
                    <a:lnTo>
                      <a:pt x="39" y="37"/>
                    </a:lnTo>
                    <a:lnTo>
                      <a:pt x="37" y="35"/>
                    </a:lnTo>
                    <a:lnTo>
                      <a:pt x="32" y="33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4" y="26"/>
                    </a:lnTo>
                    <a:lnTo>
                      <a:pt x="23" y="20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2" name="Freeform 6371">
                <a:extLst>
                  <a:ext uri="{FF2B5EF4-FFF2-40B4-BE49-F238E27FC236}">
                    <a16:creationId xmlns:a16="http://schemas.microsoft.com/office/drawing/2014/main" id="{1F5D306D-85BE-49A5-8879-0F9FBC5488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871" y="3190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8 h 9"/>
                  <a:gd name="T4" fmla="*/ 7 w 7"/>
                  <a:gd name="T5" fmla="*/ 8 h 9"/>
                  <a:gd name="T6" fmla="*/ 7 w 7"/>
                  <a:gd name="T7" fmla="*/ 2 h 9"/>
                  <a:gd name="T8" fmla="*/ 3 w 7"/>
                  <a:gd name="T9" fmla="*/ 0 h 9"/>
                  <a:gd name="T10" fmla="*/ 0 w 7"/>
                  <a:gd name="T11" fmla="*/ 2 h 9"/>
                  <a:gd name="T12" fmla="*/ 0 w 7"/>
                  <a:gd name="T13" fmla="*/ 6 h 9"/>
                  <a:gd name="T14" fmla="*/ 3 w 7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lnTo>
                      <a:pt x="5" y="8"/>
                    </a:lnTo>
                    <a:lnTo>
                      <a:pt x="7" y="8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3" name="Freeform 6372">
                <a:extLst>
                  <a:ext uri="{FF2B5EF4-FFF2-40B4-BE49-F238E27FC236}">
                    <a16:creationId xmlns:a16="http://schemas.microsoft.com/office/drawing/2014/main" id="{CF0D250C-CAE6-46AD-9391-BFAF608B91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65" y="3695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2 h 8"/>
                  <a:gd name="T4" fmla="*/ 0 w 7"/>
                  <a:gd name="T5" fmla="*/ 4 h 8"/>
                  <a:gd name="T6" fmla="*/ 0 w 7"/>
                  <a:gd name="T7" fmla="*/ 8 h 8"/>
                  <a:gd name="T8" fmla="*/ 4 w 7"/>
                  <a:gd name="T9" fmla="*/ 8 h 8"/>
                  <a:gd name="T10" fmla="*/ 4 w 7"/>
                  <a:gd name="T11" fmla="*/ 8 h 8"/>
                  <a:gd name="T12" fmla="*/ 7 w 7"/>
                  <a:gd name="T13" fmla="*/ 8 h 8"/>
                  <a:gd name="T14" fmla="*/ 4 w 7"/>
                  <a:gd name="T15" fmla="*/ 2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4" name="Freeform 6373">
                <a:extLst>
                  <a:ext uri="{FF2B5EF4-FFF2-40B4-BE49-F238E27FC236}">
                    <a16:creationId xmlns:a16="http://schemas.microsoft.com/office/drawing/2014/main" id="{F9281791-E1C8-48C4-B802-7587A20D09A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424" y="3610"/>
                <a:ext cx="24" cy="20"/>
              </a:xfrm>
              <a:custGeom>
                <a:avLst/>
                <a:gdLst>
                  <a:gd name="T0" fmla="*/ 20 w 24"/>
                  <a:gd name="T1" fmla="*/ 9 h 20"/>
                  <a:gd name="T2" fmla="*/ 19 w 24"/>
                  <a:gd name="T3" fmla="*/ 9 h 20"/>
                  <a:gd name="T4" fmla="*/ 17 w 24"/>
                  <a:gd name="T5" fmla="*/ 11 h 20"/>
                  <a:gd name="T6" fmla="*/ 15 w 24"/>
                  <a:gd name="T7" fmla="*/ 11 h 20"/>
                  <a:gd name="T8" fmla="*/ 15 w 24"/>
                  <a:gd name="T9" fmla="*/ 11 h 20"/>
                  <a:gd name="T10" fmla="*/ 17 w 24"/>
                  <a:gd name="T11" fmla="*/ 9 h 20"/>
                  <a:gd name="T12" fmla="*/ 17 w 24"/>
                  <a:gd name="T13" fmla="*/ 3 h 20"/>
                  <a:gd name="T14" fmla="*/ 13 w 24"/>
                  <a:gd name="T15" fmla="*/ 5 h 20"/>
                  <a:gd name="T16" fmla="*/ 13 w 24"/>
                  <a:gd name="T17" fmla="*/ 3 h 20"/>
                  <a:gd name="T18" fmla="*/ 9 w 24"/>
                  <a:gd name="T19" fmla="*/ 5 h 20"/>
                  <a:gd name="T20" fmla="*/ 7 w 24"/>
                  <a:gd name="T21" fmla="*/ 7 h 20"/>
                  <a:gd name="T22" fmla="*/ 7 w 24"/>
                  <a:gd name="T23" fmla="*/ 7 h 20"/>
                  <a:gd name="T24" fmla="*/ 7 w 24"/>
                  <a:gd name="T25" fmla="*/ 7 h 20"/>
                  <a:gd name="T26" fmla="*/ 7 w 24"/>
                  <a:gd name="T27" fmla="*/ 5 h 20"/>
                  <a:gd name="T28" fmla="*/ 7 w 24"/>
                  <a:gd name="T29" fmla="*/ 3 h 20"/>
                  <a:gd name="T30" fmla="*/ 7 w 24"/>
                  <a:gd name="T31" fmla="*/ 3 h 20"/>
                  <a:gd name="T32" fmla="*/ 7 w 24"/>
                  <a:gd name="T33" fmla="*/ 0 h 20"/>
                  <a:gd name="T34" fmla="*/ 4 w 24"/>
                  <a:gd name="T35" fmla="*/ 3 h 20"/>
                  <a:gd name="T36" fmla="*/ 2 w 24"/>
                  <a:gd name="T37" fmla="*/ 5 h 20"/>
                  <a:gd name="T38" fmla="*/ 4 w 24"/>
                  <a:gd name="T39" fmla="*/ 7 h 20"/>
                  <a:gd name="T40" fmla="*/ 4 w 24"/>
                  <a:gd name="T41" fmla="*/ 11 h 20"/>
                  <a:gd name="T42" fmla="*/ 4 w 24"/>
                  <a:gd name="T43" fmla="*/ 11 h 20"/>
                  <a:gd name="T44" fmla="*/ 2 w 24"/>
                  <a:gd name="T45" fmla="*/ 13 h 20"/>
                  <a:gd name="T46" fmla="*/ 0 w 24"/>
                  <a:gd name="T47" fmla="*/ 16 h 20"/>
                  <a:gd name="T48" fmla="*/ 0 w 24"/>
                  <a:gd name="T49" fmla="*/ 20 h 20"/>
                  <a:gd name="T50" fmla="*/ 4 w 24"/>
                  <a:gd name="T51" fmla="*/ 18 h 20"/>
                  <a:gd name="T52" fmla="*/ 6 w 24"/>
                  <a:gd name="T53" fmla="*/ 16 h 20"/>
                  <a:gd name="T54" fmla="*/ 7 w 24"/>
                  <a:gd name="T55" fmla="*/ 16 h 20"/>
                  <a:gd name="T56" fmla="*/ 7 w 24"/>
                  <a:gd name="T57" fmla="*/ 16 h 20"/>
                  <a:gd name="T58" fmla="*/ 11 w 24"/>
                  <a:gd name="T59" fmla="*/ 20 h 20"/>
                  <a:gd name="T60" fmla="*/ 13 w 24"/>
                  <a:gd name="T61" fmla="*/ 20 h 20"/>
                  <a:gd name="T62" fmla="*/ 13 w 24"/>
                  <a:gd name="T63" fmla="*/ 18 h 20"/>
                  <a:gd name="T64" fmla="*/ 13 w 24"/>
                  <a:gd name="T65" fmla="*/ 20 h 20"/>
                  <a:gd name="T66" fmla="*/ 17 w 24"/>
                  <a:gd name="T67" fmla="*/ 20 h 20"/>
                  <a:gd name="T68" fmla="*/ 19 w 24"/>
                  <a:gd name="T69" fmla="*/ 20 h 20"/>
                  <a:gd name="T70" fmla="*/ 22 w 24"/>
                  <a:gd name="T71" fmla="*/ 18 h 20"/>
                  <a:gd name="T72" fmla="*/ 22 w 24"/>
                  <a:gd name="T73" fmla="*/ 16 h 20"/>
                  <a:gd name="T74" fmla="*/ 19 w 24"/>
                  <a:gd name="T75" fmla="*/ 16 h 20"/>
                  <a:gd name="T76" fmla="*/ 19 w 24"/>
                  <a:gd name="T77" fmla="*/ 16 h 20"/>
                  <a:gd name="T78" fmla="*/ 19 w 24"/>
                  <a:gd name="T79" fmla="*/ 15 h 20"/>
                  <a:gd name="T80" fmla="*/ 20 w 24"/>
                  <a:gd name="T81" fmla="*/ 15 h 20"/>
                  <a:gd name="T82" fmla="*/ 22 w 24"/>
                  <a:gd name="T83" fmla="*/ 15 h 20"/>
                  <a:gd name="T84" fmla="*/ 24 w 24"/>
                  <a:gd name="T85" fmla="*/ 13 h 20"/>
                  <a:gd name="T86" fmla="*/ 22 w 24"/>
                  <a:gd name="T87" fmla="*/ 9 h 20"/>
                  <a:gd name="T88" fmla="*/ 20 w 24"/>
                  <a:gd name="T89" fmla="*/ 9 h 20"/>
                  <a:gd name="T90" fmla="*/ 11 w 24"/>
                  <a:gd name="T91" fmla="*/ 9 h 20"/>
                  <a:gd name="T92" fmla="*/ 11 w 24"/>
                  <a:gd name="T93" fmla="*/ 9 h 20"/>
                  <a:gd name="T94" fmla="*/ 11 w 24"/>
                  <a:gd name="T95" fmla="*/ 9 h 20"/>
                  <a:gd name="T96" fmla="*/ 11 w 24"/>
                  <a:gd name="T97" fmla="*/ 9 h 20"/>
                  <a:gd name="T98" fmla="*/ 11 w 24"/>
                  <a:gd name="T99" fmla="*/ 7 h 20"/>
                  <a:gd name="T100" fmla="*/ 11 w 24"/>
                  <a:gd name="T10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20">
                    <a:moveTo>
                      <a:pt x="20" y="9"/>
                    </a:moveTo>
                    <a:lnTo>
                      <a:pt x="19" y="9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9"/>
                    </a:lnTo>
                    <a:lnTo>
                      <a:pt x="17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7" y="20"/>
                    </a:lnTo>
                    <a:lnTo>
                      <a:pt x="19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4" y="13"/>
                    </a:lnTo>
                    <a:lnTo>
                      <a:pt x="22" y="9"/>
                    </a:lnTo>
                    <a:lnTo>
                      <a:pt x="20" y="9"/>
                    </a:lnTo>
                    <a:close/>
                    <a:moveTo>
                      <a:pt x="11" y="9"/>
                    </a:move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5" name="Freeform 6374">
                <a:extLst>
                  <a:ext uri="{FF2B5EF4-FFF2-40B4-BE49-F238E27FC236}">
                    <a16:creationId xmlns:a16="http://schemas.microsoft.com/office/drawing/2014/main" id="{341EE6AC-4803-4D80-AAF6-22F0847680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42" y="3142"/>
                <a:ext cx="11" cy="13"/>
              </a:xfrm>
              <a:custGeom>
                <a:avLst/>
                <a:gdLst>
                  <a:gd name="T0" fmla="*/ 9 w 11"/>
                  <a:gd name="T1" fmla="*/ 2 h 13"/>
                  <a:gd name="T2" fmla="*/ 8 w 11"/>
                  <a:gd name="T3" fmla="*/ 0 h 13"/>
                  <a:gd name="T4" fmla="*/ 6 w 11"/>
                  <a:gd name="T5" fmla="*/ 2 h 13"/>
                  <a:gd name="T6" fmla="*/ 2 w 11"/>
                  <a:gd name="T7" fmla="*/ 2 h 13"/>
                  <a:gd name="T8" fmla="*/ 2 w 11"/>
                  <a:gd name="T9" fmla="*/ 5 h 13"/>
                  <a:gd name="T10" fmla="*/ 0 w 11"/>
                  <a:gd name="T11" fmla="*/ 7 h 13"/>
                  <a:gd name="T12" fmla="*/ 6 w 11"/>
                  <a:gd name="T13" fmla="*/ 13 h 13"/>
                  <a:gd name="T14" fmla="*/ 9 w 11"/>
                  <a:gd name="T15" fmla="*/ 9 h 13"/>
                  <a:gd name="T16" fmla="*/ 9 w 11"/>
                  <a:gd name="T17" fmla="*/ 7 h 13"/>
                  <a:gd name="T18" fmla="*/ 11 w 11"/>
                  <a:gd name="T19" fmla="*/ 5 h 13"/>
                  <a:gd name="T20" fmla="*/ 9 w 11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3">
                    <a:moveTo>
                      <a:pt x="9" y="2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6" name="Freeform 6375">
                <a:extLst>
                  <a:ext uri="{FF2B5EF4-FFF2-40B4-BE49-F238E27FC236}">
                    <a16:creationId xmlns:a16="http://schemas.microsoft.com/office/drawing/2014/main" id="{015F745C-EF47-4B88-974E-BD434A963E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314" y="3153"/>
                <a:ext cx="11" cy="11"/>
              </a:xfrm>
              <a:custGeom>
                <a:avLst/>
                <a:gdLst>
                  <a:gd name="T0" fmla="*/ 8 w 11"/>
                  <a:gd name="T1" fmla="*/ 2 h 11"/>
                  <a:gd name="T2" fmla="*/ 4 w 11"/>
                  <a:gd name="T3" fmla="*/ 0 h 11"/>
                  <a:gd name="T4" fmla="*/ 0 w 11"/>
                  <a:gd name="T5" fmla="*/ 2 h 11"/>
                  <a:gd name="T6" fmla="*/ 0 w 11"/>
                  <a:gd name="T7" fmla="*/ 5 h 11"/>
                  <a:gd name="T8" fmla="*/ 4 w 11"/>
                  <a:gd name="T9" fmla="*/ 11 h 11"/>
                  <a:gd name="T10" fmla="*/ 6 w 11"/>
                  <a:gd name="T11" fmla="*/ 11 h 11"/>
                  <a:gd name="T12" fmla="*/ 11 w 11"/>
                  <a:gd name="T13" fmla="*/ 7 h 11"/>
                  <a:gd name="T14" fmla="*/ 9 w 11"/>
                  <a:gd name="T15" fmla="*/ 5 h 11"/>
                  <a:gd name="T16" fmla="*/ 8 w 11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7" name="Freeform 6376">
                <a:extLst>
                  <a:ext uri="{FF2B5EF4-FFF2-40B4-BE49-F238E27FC236}">
                    <a16:creationId xmlns:a16="http://schemas.microsoft.com/office/drawing/2014/main" id="{89B5DC45-31DD-4EEC-ACA9-6441B77159FF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4143" y="3028"/>
                <a:ext cx="108" cy="196"/>
              </a:xfrm>
              <a:custGeom>
                <a:avLst/>
                <a:gdLst>
                  <a:gd name="T0" fmla="*/ 106 w 108"/>
                  <a:gd name="T1" fmla="*/ 37 h 196"/>
                  <a:gd name="T2" fmla="*/ 104 w 108"/>
                  <a:gd name="T3" fmla="*/ 22 h 196"/>
                  <a:gd name="T4" fmla="*/ 99 w 108"/>
                  <a:gd name="T5" fmla="*/ 11 h 196"/>
                  <a:gd name="T6" fmla="*/ 97 w 108"/>
                  <a:gd name="T7" fmla="*/ 0 h 196"/>
                  <a:gd name="T8" fmla="*/ 87 w 108"/>
                  <a:gd name="T9" fmla="*/ 7 h 196"/>
                  <a:gd name="T10" fmla="*/ 84 w 108"/>
                  <a:gd name="T11" fmla="*/ 19 h 196"/>
                  <a:gd name="T12" fmla="*/ 78 w 108"/>
                  <a:gd name="T13" fmla="*/ 20 h 196"/>
                  <a:gd name="T14" fmla="*/ 80 w 108"/>
                  <a:gd name="T15" fmla="*/ 26 h 196"/>
                  <a:gd name="T16" fmla="*/ 78 w 108"/>
                  <a:gd name="T17" fmla="*/ 26 h 196"/>
                  <a:gd name="T18" fmla="*/ 76 w 108"/>
                  <a:gd name="T19" fmla="*/ 34 h 196"/>
                  <a:gd name="T20" fmla="*/ 72 w 108"/>
                  <a:gd name="T21" fmla="*/ 39 h 196"/>
                  <a:gd name="T22" fmla="*/ 69 w 108"/>
                  <a:gd name="T23" fmla="*/ 43 h 196"/>
                  <a:gd name="T24" fmla="*/ 63 w 108"/>
                  <a:gd name="T25" fmla="*/ 43 h 196"/>
                  <a:gd name="T26" fmla="*/ 59 w 108"/>
                  <a:gd name="T27" fmla="*/ 47 h 196"/>
                  <a:gd name="T28" fmla="*/ 54 w 108"/>
                  <a:gd name="T29" fmla="*/ 58 h 196"/>
                  <a:gd name="T30" fmla="*/ 48 w 108"/>
                  <a:gd name="T31" fmla="*/ 52 h 196"/>
                  <a:gd name="T32" fmla="*/ 39 w 108"/>
                  <a:gd name="T33" fmla="*/ 56 h 196"/>
                  <a:gd name="T34" fmla="*/ 35 w 108"/>
                  <a:gd name="T35" fmla="*/ 56 h 196"/>
                  <a:gd name="T36" fmla="*/ 24 w 108"/>
                  <a:gd name="T37" fmla="*/ 60 h 196"/>
                  <a:gd name="T38" fmla="*/ 18 w 108"/>
                  <a:gd name="T39" fmla="*/ 75 h 196"/>
                  <a:gd name="T40" fmla="*/ 15 w 108"/>
                  <a:gd name="T41" fmla="*/ 86 h 196"/>
                  <a:gd name="T42" fmla="*/ 18 w 108"/>
                  <a:gd name="T43" fmla="*/ 103 h 196"/>
                  <a:gd name="T44" fmla="*/ 20 w 108"/>
                  <a:gd name="T45" fmla="*/ 108 h 196"/>
                  <a:gd name="T46" fmla="*/ 15 w 108"/>
                  <a:gd name="T47" fmla="*/ 119 h 196"/>
                  <a:gd name="T48" fmla="*/ 9 w 108"/>
                  <a:gd name="T49" fmla="*/ 130 h 196"/>
                  <a:gd name="T50" fmla="*/ 2 w 108"/>
                  <a:gd name="T51" fmla="*/ 142 h 196"/>
                  <a:gd name="T52" fmla="*/ 2 w 108"/>
                  <a:gd name="T53" fmla="*/ 153 h 196"/>
                  <a:gd name="T54" fmla="*/ 5 w 108"/>
                  <a:gd name="T55" fmla="*/ 164 h 196"/>
                  <a:gd name="T56" fmla="*/ 5 w 108"/>
                  <a:gd name="T57" fmla="*/ 179 h 196"/>
                  <a:gd name="T58" fmla="*/ 11 w 108"/>
                  <a:gd name="T59" fmla="*/ 186 h 196"/>
                  <a:gd name="T60" fmla="*/ 17 w 108"/>
                  <a:gd name="T61" fmla="*/ 190 h 196"/>
                  <a:gd name="T62" fmla="*/ 22 w 108"/>
                  <a:gd name="T63" fmla="*/ 194 h 196"/>
                  <a:gd name="T64" fmla="*/ 33 w 108"/>
                  <a:gd name="T65" fmla="*/ 194 h 196"/>
                  <a:gd name="T66" fmla="*/ 52 w 108"/>
                  <a:gd name="T67" fmla="*/ 188 h 196"/>
                  <a:gd name="T68" fmla="*/ 59 w 108"/>
                  <a:gd name="T69" fmla="*/ 177 h 196"/>
                  <a:gd name="T70" fmla="*/ 63 w 108"/>
                  <a:gd name="T71" fmla="*/ 168 h 196"/>
                  <a:gd name="T72" fmla="*/ 69 w 108"/>
                  <a:gd name="T73" fmla="*/ 149 h 196"/>
                  <a:gd name="T74" fmla="*/ 78 w 108"/>
                  <a:gd name="T75" fmla="*/ 130 h 196"/>
                  <a:gd name="T76" fmla="*/ 85 w 108"/>
                  <a:gd name="T77" fmla="*/ 104 h 196"/>
                  <a:gd name="T78" fmla="*/ 93 w 108"/>
                  <a:gd name="T79" fmla="*/ 86 h 196"/>
                  <a:gd name="T80" fmla="*/ 95 w 108"/>
                  <a:gd name="T81" fmla="*/ 75 h 196"/>
                  <a:gd name="T82" fmla="*/ 100 w 108"/>
                  <a:gd name="T83" fmla="*/ 73 h 196"/>
                  <a:gd name="T84" fmla="*/ 99 w 108"/>
                  <a:gd name="T85" fmla="*/ 69 h 196"/>
                  <a:gd name="T86" fmla="*/ 99 w 108"/>
                  <a:gd name="T87" fmla="*/ 62 h 196"/>
                  <a:gd name="T88" fmla="*/ 97 w 108"/>
                  <a:gd name="T89" fmla="*/ 54 h 196"/>
                  <a:gd name="T90" fmla="*/ 99 w 108"/>
                  <a:gd name="T91" fmla="*/ 56 h 196"/>
                  <a:gd name="T92" fmla="*/ 106 w 108"/>
                  <a:gd name="T93" fmla="*/ 54 h 196"/>
                  <a:gd name="T94" fmla="*/ 108 w 108"/>
                  <a:gd name="T95" fmla="*/ 47 h 196"/>
                  <a:gd name="T96" fmla="*/ 84 w 108"/>
                  <a:gd name="T97" fmla="*/ 24 h 196"/>
                  <a:gd name="T98" fmla="*/ 85 w 108"/>
                  <a:gd name="T99" fmla="*/ 22 h 196"/>
                  <a:gd name="T100" fmla="*/ 87 w 108"/>
                  <a:gd name="T101" fmla="*/ 15 h 196"/>
                  <a:gd name="T102" fmla="*/ 89 w 108"/>
                  <a:gd name="T103" fmla="*/ 1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8" h="196">
                    <a:moveTo>
                      <a:pt x="106" y="43"/>
                    </a:moveTo>
                    <a:lnTo>
                      <a:pt x="104" y="41"/>
                    </a:lnTo>
                    <a:lnTo>
                      <a:pt x="106" y="41"/>
                    </a:lnTo>
                    <a:lnTo>
                      <a:pt x="106" y="37"/>
                    </a:lnTo>
                    <a:lnTo>
                      <a:pt x="104" y="34"/>
                    </a:lnTo>
                    <a:lnTo>
                      <a:pt x="106" y="34"/>
                    </a:lnTo>
                    <a:lnTo>
                      <a:pt x="106" y="24"/>
                    </a:lnTo>
                    <a:lnTo>
                      <a:pt x="104" y="22"/>
                    </a:lnTo>
                    <a:lnTo>
                      <a:pt x="104" y="17"/>
                    </a:lnTo>
                    <a:lnTo>
                      <a:pt x="102" y="13"/>
                    </a:lnTo>
                    <a:lnTo>
                      <a:pt x="100" y="13"/>
                    </a:lnTo>
                    <a:lnTo>
                      <a:pt x="99" y="11"/>
                    </a:lnTo>
                    <a:lnTo>
                      <a:pt x="99" y="9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7" y="0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87" y="7"/>
                    </a:lnTo>
                    <a:lnTo>
                      <a:pt x="84" y="7"/>
                    </a:lnTo>
                    <a:lnTo>
                      <a:pt x="87" y="11"/>
                    </a:lnTo>
                    <a:lnTo>
                      <a:pt x="82" y="15"/>
                    </a:lnTo>
                    <a:lnTo>
                      <a:pt x="84" y="19"/>
                    </a:lnTo>
                    <a:lnTo>
                      <a:pt x="82" y="20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78" y="20"/>
                    </a:lnTo>
                    <a:lnTo>
                      <a:pt x="76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78" y="26"/>
                    </a:lnTo>
                    <a:lnTo>
                      <a:pt x="76" y="24"/>
                    </a:lnTo>
                    <a:lnTo>
                      <a:pt x="74" y="26"/>
                    </a:lnTo>
                    <a:lnTo>
                      <a:pt x="74" y="30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1" y="34"/>
                    </a:lnTo>
                    <a:lnTo>
                      <a:pt x="72" y="39"/>
                    </a:lnTo>
                    <a:lnTo>
                      <a:pt x="74" y="39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7" y="39"/>
                    </a:lnTo>
                    <a:lnTo>
                      <a:pt x="63" y="43"/>
                    </a:lnTo>
                    <a:lnTo>
                      <a:pt x="65" y="45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59" y="47"/>
                    </a:lnTo>
                    <a:lnTo>
                      <a:pt x="54" y="52"/>
                    </a:lnTo>
                    <a:lnTo>
                      <a:pt x="52" y="56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2" y="58"/>
                    </a:lnTo>
                    <a:lnTo>
                      <a:pt x="52" y="58"/>
                    </a:lnTo>
                    <a:lnTo>
                      <a:pt x="52" y="54"/>
                    </a:lnTo>
                    <a:lnTo>
                      <a:pt x="48" y="52"/>
                    </a:lnTo>
                    <a:lnTo>
                      <a:pt x="46" y="56"/>
                    </a:lnTo>
                    <a:lnTo>
                      <a:pt x="43" y="54"/>
                    </a:lnTo>
                    <a:lnTo>
                      <a:pt x="41" y="54"/>
                    </a:lnTo>
                    <a:lnTo>
                      <a:pt x="39" y="56"/>
                    </a:lnTo>
                    <a:lnTo>
                      <a:pt x="39" y="58"/>
                    </a:lnTo>
                    <a:lnTo>
                      <a:pt x="37" y="56"/>
                    </a:lnTo>
                    <a:lnTo>
                      <a:pt x="37" y="58"/>
                    </a:lnTo>
                    <a:lnTo>
                      <a:pt x="35" y="56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24" y="60"/>
                    </a:lnTo>
                    <a:lnTo>
                      <a:pt x="22" y="63"/>
                    </a:lnTo>
                    <a:lnTo>
                      <a:pt x="22" y="67"/>
                    </a:lnTo>
                    <a:lnTo>
                      <a:pt x="18" y="73"/>
                    </a:lnTo>
                    <a:lnTo>
                      <a:pt x="18" y="75"/>
                    </a:lnTo>
                    <a:lnTo>
                      <a:pt x="15" y="78"/>
                    </a:lnTo>
                    <a:lnTo>
                      <a:pt x="15" y="82"/>
                    </a:lnTo>
                    <a:lnTo>
                      <a:pt x="17" y="82"/>
                    </a:lnTo>
                    <a:lnTo>
                      <a:pt x="15" y="86"/>
                    </a:lnTo>
                    <a:lnTo>
                      <a:pt x="17" y="89"/>
                    </a:lnTo>
                    <a:lnTo>
                      <a:pt x="17" y="93"/>
                    </a:lnTo>
                    <a:lnTo>
                      <a:pt x="20" y="99"/>
                    </a:lnTo>
                    <a:lnTo>
                      <a:pt x="18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0" y="106"/>
                    </a:lnTo>
                    <a:lnTo>
                      <a:pt x="20" y="108"/>
                    </a:lnTo>
                    <a:lnTo>
                      <a:pt x="18" y="114"/>
                    </a:lnTo>
                    <a:lnTo>
                      <a:pt x="17" y="116"/>
                    </a:lnTo>
                    <a:lnTo>
                      <a:pt x="17" y="119"/>
                    </a:lnTo>
                    <a:lnTo>
                      <a:pt x="15" y="119"/>
                    </a:lnTo>
                    <a:lnTo>
                      <a:pt x="13" y="123"/>
                    </a:lnTo>
                    <a:lnTo>
                      <a:pt x="11" y="125"/>
                    </a:lnTo>
                    <a:lnTo>
                      <a:pt x="11" y="129"/>
                    </a:lnTo>
                    <a:lnTo>
                      <a:pt x="9" y="130"/>
                    </a:lnTo>
                    <a:lnTo>
                      <a:pt x="5" y="132"/>
                    </a:lnTo>
                    <a:lnTo>
                      <a:pt x="4" y="134"/>
                    </a:lnTo>
                    <a:lnTo>
                      <a:pt x="4" y="138"/>
                    </a:lnTo>
                    <a:lnTo>
                      <a:pt x="2" y="142"/>
                    </a:lnTo>
                    <a:lnTo>
                      <a:pt x="2" y="145"/>
                    </a:lnTo>
                    <a:lnTo>
                      <a:pt x="0" y="147"/>
                    </a:lnTo>
                    <a:lnTo>
                      <a:pt x="2" y="149"/>
                    </a:lnTo>
                    <a:lnTo>
                      <a:pt x="2" y="153"/>
                    </a:lnTo>
                    <a:lnTo>
                      <a:pt x="5" y="158"/>
                    </a:lnTo>
                    <a:lnTo>
                      <a:pt x="4" y="160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4" y="164"/>
                    </a:lnTo>
                    <a:lnTo>
                      <a:pt x="5" y="171"/>
                    </a:lnTo>
                    <a:lnTo>
                      <a:pt x="4" y="177"/>
                    </a:lnTo>
                    <a:lnTo>
                      <a:pt x="5" y="179"/>
                    </a:lnTo>
                    <a:lnTo>
                      <a:pt x="5" y="181"/>
                    </a:lnTo>
                    <a:lnTo>
                      <a:pt x="7" y="183"/>
                    </a:lnTo>
                    <a:lnTo>
                      <a:pt x="9" y="185"/>
                    </a:lnTo>
                    <a:lnTo>
                      <a:pt x="11" y="186"/>
                    </a:lnTo>
                    <a:lnTo>
                      <a:pt x="11" y="188"/>
                    </a:lnTo>
                    <a:lnTo>
                      <a:pt x="15" y="190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8" y="190"/>
                    </a:lnTo>
                    <a:lnTo>
                      <a:pt x="20" y="194"/>
                    </a:lnTo>
                    <a:lnTo>
                      <a:pt x="22" y="194"/>
                    </a:lnTo>
                    <a:lnTo>
                      <a:pt x="22" y="194"/>
                    </a:lnTo>
                    <a:lnTo>
                      <a:pt x="24" y="196"/>
                    </a:lnTo>
                    <a:lnTo>
                      <a:pt x="26" y="196"/>
                    </a:lnTo>
                    <a:lnTo>
                      <a:pt x="30" y="196"/>
                    </a:lnTo>
                    <a:lnTo>
                      <a:pt x="33" y="194"/>
                    </a:lnTo>
                    <a:lnTo>
                      <a:pt x="35" y="190"/>
                    </a:lnTo>
                    <a:lnTo>
                      <a:pt x="43" y="190"/>
                    </a:lnTo>
                    <a:lnTo>
                      <a:pt x="46" y="190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6" y="185"/>
                    </a:lnTo>
                    <a:lnTo>
                      <a:pt x="56" y="181"/>
                    </a:lnTo>
                    <a:lnTo>
                      <a:pt x="59" y="177"/>
                    </a:lnTo>
                    <a:lnTo>
                      <a:pt x="59" y="175"/>
                    </a:lnTo>
                    <a:lnTo>
                      <a:pt x="61" y="173"/>
                    </a:lnTo>
                    <a:lnTo>
                      <a:pt x="61" y="168"/>
                    </a:lnTo>
                    <a:lnTo>
                      <a:pt x="63" y="168"/>
                    </a:lnTo>
                    <a:lnTo>
                      <a:pt x="63" y="162"/>
                    </a:lnTo>
                    <a:lnTo>
                      <a:pt x="63" y="162"/>
                    </a:lnTo>
                    <a:lnTo>
                      <a:pt x="67" y="158"/>
                    </a:lnTo>
                    <a:lnTo>
                      <a:pt x="69" y="149"/>
                    </a:lnTo>
                    <a:lnTo>
                      <a:pt x="71" y="144"/>
                    </a:lnTo>
                    <a:lnTo>
                      <a:pt x="72" y="142"/>
                    </a:lnTo>
                    <a:lnTo>
                      <a:pt x="74" y="136"/>
                    </a:lnTo>
                    <a:lnTo>
                      <a:pt x="78" y="130"/>
                    </a:lnTo>
                    <a:lnTo>
                      <a:pt x="82" y="119"/>
                    </a:lnTo>
                    <a:lnTo>
                      <a:pt x="84" y="116"/>
                    </a:lnTo>
                    <a:lnTo>
                      <a:pt x="84" y="110"/>
                    </a:lnTo>
                    <a:lnTo>
                      <a:pt x="85" y="104"/>
                    </a:lnTo>
                    <a:lnTo>
                      <a:pt x="87" y="103"/>
                    </a:lnTo>
                    <a:lnTo>
                      <a:pt x="89" y="99"/>
                    </a:lnTo>
                    <a:lnTo>
                      <a:pt x="91" y="91"/>
                    </a:lnTo>
                    <a:lnTo>
                      <a:pt x="93" y="86"/>
                    </a:lnTo>
                    <a:lnTo>
                      <a:pt x="95" y="84"/>
                    </a:lnTo>
                    <a:lnTo>
                      <a:pt x="95" y="80"/>
                    </a:lnTo>
                    <a:lnTo>
                      <a:pt x="93" y="76"/>
                    </a:lnTo>
                    <a:lnTo>
                      <a:pt x="95" y="75"/>
                    </a:lnTo>
                    <a:lnTo>
                      <a:pt x="97" y="71"/>
                    </a:lnTo>
                    <a:lnTo>
                      <a:pt x="97" y="73"/>
                    </a:lnTo>
                    <a:lnTo>
                      <a:pt x="97" y="78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4" y="62"/>
                    </a:lnTo>
                    <a:lnTo>
                      <a:pt x="99" y="69"/>
                    </a:lnTo>
                    <a:lnTo>
                      <a:pt x="99" y="69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9" y="67"/>
                    </a:lnTo>
                    <a:lnTo>
                      <a:pt x="99" y="62"/>
                    </a:lnTo>
                    <a:lnTo>
                      <a:pt x="99" y="62"/>
                    </a:lnTo>
                    <a:lnTo>
                      <a:pt x="99" y="60"/>
                    </a:lnTo>
                    <a:lnTo>
                      <a:pt x="99" y="56"/>
                    </a:lnTo>
                    <a:lnTo>
                      <a:pt x="97" y="54"/>
                    </a:lnTo>
                    <a:lnTo>
                      <a:pt x="97" y="5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6"/>
                    </a:lnTo>
                    <a:lnTo>
                      <a:pt x="102" y="60"/>
                    </a:lnTo>
                    <a:lnTo>
                      <a:pt x="104" y="60"/>
                    </a:lnTo>
                    <a:lnTo>
                      <a:pt x="106" y="58"/>
                    </a:lnTo>
                    <a:lnTo>
                      <a:pt x="106" y="54"/>
                    </a:lnTo>
                    <a:lnTo>
                      <a:pt x="108" y="54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8" y="47"/>
                    </a:lnTo>
                    <a:lnTo>
                      <a:pt x="106" y="43"/>
                    </a:lnTo>
                    <a:close/>
                    <a:moveTo>
                      <a:pt x="82" y="24"/>
                    </a:moveTo>
                    <a:lnTo>
                      <a:pt x="82" y="22"/>
                    </a:lnTo>
                    <a:lnTo>
                      <a:pt x="84" y="24"/>
                    </a:lnTo>
                    <a:lnTo>
                      <a:pt x="82" y="24"/>
                    </a:lnTo>
                    <a:close/>
                    <a:moveTo>
                      <a:pt x="87" y="17"/>
                    </a:moveTo>
                    <a:lnTo>
                      <a:pt x="87" y="20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4" y="19"/>
                    </a:lnTo>
                    <a:lnTo>
                      <a:pt x="87" y="15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3"/>
                    </a:lnTo>
                    <a:lnTo>
                      <a:pt x="89" y="15"/>
                    </a:lnTo>
                    <a:lnTo>
                      <a:pt x="87" y="1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8" name="Freeform 6377">
                <a:extLst>
                  <a:ext uri="{FF2B5EF4-FFF2-40B4-BE49-F238E27FC236}">
                    <a16:creationId xmlns:a16="http://schemas.microsoft.com/office/drawing/2014/main" id="{4ECBE2F6-EAFC-4946-91A0-6EFEDE399D2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2" y="3520"/>
                <a:ext cx="10" cy="23"/>
              </a:xfrm>
              <a:custGeom>
                <a:avLst/>
                <a:gdLst>
                  <a:gd name="T0" fmla="*/ 4 w 10"/>
                  <a:gd name="T1" fmla="*/ 11 h 23"/>
                  <a:gd name="T2" fmla="*/ 10 w 10"/>
                  <a:gd name="T3" fmla="*/ 9 h 23"/>
                  <a:gd name="T4" fmla="*/ 10 w 10"/>
                  <a:gd name="T5" fmla="*/ 6 h 23"/>
                  <a:gd name="T6" fmla="*/ 4 w 10"/>
                  <a:gd name="T7" fmla="*/ 0 h 23"/>
                  <a:gd name="T8" fmla="*/ 0 w 10"/>
                  <a:gd name="T9" fmla="*/ 2 h 23"/>
                  <a:gd name="T10" fmla="*/ 2 w 10"/>
                  <a:gd name="T11" fmla="*/ 4 h 23"/>
                  <a:gd name="T12" fmla="*/ 0 w 10"/>
                  <a:gd name="T13" fmla="*/ 8 h 23"/>
                  <a:gd name="T14" fmla="*/ 2 w 10"/>
                  <a:gd name="T15" fmla="*/ 9 h 23"/>
                  <a:gd name="T16" fmla="*/ 2 w 10"/>
                  <a:gd name="T17" fmla="*/ 11 h 23"/>
                  <a:gd name="T18" fmla="*/ 2 w 10"/>
                  <a:gd name="T19" fmla="*/ 11 h 23"/>
                  <a:gd name="T20" fmla="*/ 0 w 10"/>
                  <a:gd name="T21" fmla="*/ 13 h 23"/>
                  <a:gd name="T22" fmla="*/ 0 w 10"/>
                  <a:gd name="T23" fmla="*/ 17 h 23"/>
                  <a:gd name="T24" fmla="*/ 4 w 10"/>
                  <a:gd name="T25" fmla="*/ 17 h 23"/>
                  <a:gd name="T26" fmla="*/ 0 w 10"/>
                  <a:gd name="T27" fmla="*/ 19 h 23"/>
                  <a:gd name="T28" fmla="*/ 4 w 10"/>
                  <a:gd name="T29" fmla="*/ 23 h 23"/>
                  <a:gd name="T30" fmla="*/ 6 w 10"/>
                  <a:gd name="T31" fmla="*/ 17 h 23"/>
                  <a:gd name="T32" fmla="*/ 6 w 10"/>
                  <a:gd name="T33" fmla="*/ 17 h 23"/>
                  <a:gd name="T34" fmla="*/ 10 w 10"/>
                  <a:gd name="T35" fmla="*/ 19 h 23"/>
                  <a:gd name="T36" fmla="*/ 10 w 10"/>
                  <a:gd name="T37" fmla="*/ 15 h 23"/>
                  <a:gd name="T38" fmla="*/ 6 w 10"/>
                  <a:gd name="T39" fmla="*/ 11 h 23"/>
                  <a:gd name="T40" fmla="*/ 4 w 10"/>
                  <a:gd name="T41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23">
                    <a:moveTo>
                      <a:pt x="4" y="11"/>
                    </a:moveTo>
                    <a:lnTo>
                      <a:pt x="10" y="9"/>
                    </a:lnTo>
                    <a:lnTo>
                      <a:pt x="10" y="6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17"/>
                    </a:lnTo>
                    <a:lnTo>
                      <a:pt x="0" y="19"/>
                    </a:lnTo>
                    <a:lnTo>
                      <a:pt x="4" y="23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0" y="15"/>
                    </a:lnTo>
                    <a:lnTo>
                      <a:pt x="6" y="11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39" name="Freeform 6378">
                <a:extLst>
                  <a:ext uri="{FF2B5EF4-FFF2-40B4-BE49-F238E27FC236}">
                    <a16:creationId xmlns:a16="http://schemas.microsoft.com/office/drawing/2014/main" id="{9139CC5D-3FBE-45EE-8C57-D9B0B2AFA1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44" y="3024"/>
                <a:ext cx="13" cy="13"/>
              </a:xfrm>
              <a:custGeom>
                <a:avLst/>
                <a:gdLst>
                  <a:gd name="T0" fmla="*/ 11 w 13"/>
                  <a:gd name="T1" fmla="*/ 6 h 13"/>
                  <a:gd name="T2" fmla="*/ 13 w 13"/>
                  <a:gd name="T3" fmla="*/ 4 h 13"/>
                  <a:gd name="T4" fmla="*/ 11 w 13"/>
                  <a:gd name="T5" fmla="*/ 0 h 13"/>
                  <a:gd name="T6" fmla="*/ 8 w 13"/>
                  <a:gd name="T7" fmla="*/ 4 h 13"/>
                  <a:gd name="T8" fmla="*/ 6 w 13"/>
                  <a:gd name="T9" fmla="*/ 8 h 13"/>
                  <a:gd name="T10" fmla="*/ 2 w 13"/>
                  <a:gd name="T11" fmla="*/ 10 h 13"/>
                  <a:gd name="T12" fmla="*/ 0 w 13"/>
                  <a:gd name="T13" fmla="*/ 10 h 13"/>
                  <a:gd name="T14" fmla="*/ 4 w 13"/>
                  <a:gd name="T15" fmla="*/ 13 h 13"/>
                  <a:gd name="T16" fmla="*/ 6 w 13"/>
                  <a:gd name="T17" fmla="*/ 11 h 13"/>
                  <a:gd name="T18" fmla="*/ 8 w 13"/>
                  <a:gd name="T19" fmla="*/ 11 h 13"/>
                  <a:gd name="T20" fmla="*/ 8 w 13"/>
                  <a:gd name="T21" fmla="*/ 8 h 13"/>
                  <a:gd name="T22" fmla="*/ 9 w 13"/>
                  <a:gd name="T23" fmla="*/ 10 h 13"/>
                  <a:gd name="T24" fmla="*/ 11 w 13"/>
                  <a:gd name="T2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11" y="6"/>
                    </a:move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0" name="Freeform 6379">
                <a:extLst>
                  <a:ext uri="{FF2B5EF4-FFF2-40B4-BE49-F238E27FC236}">
                    <a16:creationId xmlns:a16="http://schemas.microsoft.com/office/drawing/2014/main" id="{F5CB2520-2FD1-435B-88F4-85D1E6AAAC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5" y="3114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0 w 6"/>
                  <a:gd name="T7" fmla="*/ 2 h 5"/>
                  <a:gd name="T8" fmla="*/ 2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1" name="Freeform 6380">
                <a:extLst>
                  <a:ext uri="{FF2B5EF4-FFF2-40B4-BE49-F238E27FC236}">
                    <a16:creationId xmlns:a16="http://schemas.microsoft.com/office/drawing/2014/main" id="{C298F615-502D-4488-AF5E-CE10E914202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81" y="3106"/>
                <a:ext cx="12" cy="8"/>
              </a:xfrm>
              <a:custGeom>
                <a:avLst/>
                <a:gdLst>
                  <a:gd name="T0" fmla="*/ 6 w 6"/>
                  <a:gd name="T1" fmla="*/ 1 h 4"/>
                  <a:gd name="T2" fmla="*/ 3 w 6"/>
                  <a:gd name="T3" fmla="*/ 0 h 4"/>
                  <a:gd name="T4" fmla="*/ 1 w 6"/>
                  <a:gd name="T5" fmla="*/ 1 h 4"/>
                  <a:gd name="T6" fmla="*/ 1 w 6"/>
                  <a:gd name="T7" fmla="*/ 1 h 4"/>
                  <a:gd name="T8" fmla="*/ 1 w 6"/>
                  <a:gd name="T9" fmla="*/ 3 h 4"/>
                  <a:gd name="T10" fmla="*/ 2 w 6"/>
                  <a:gd name="T11" fmla="*/ 4 h 4"/>
                  <a:gd name="T12" fmla="*/ 3 w 6"/>
                  <a:gd name="T13" fmla="*/ 3 h 4"/>
                  <a:gd name="T14" fmla="*/ 4 w 6"/>
                  <a:gd name="T15" fmla="*/ 2 h 4"/>
                  <a:gd name="T16" fmla="*/ 6 w 6"/>
                  <a:gd name="T17" fmla="*/ 2 h 4"/>
                  <a:gd name="T18" fmla="*/ 6 w 6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6" y="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2" name="Freeform 6381">
                <a:extLst>
                  <a:ext uri="{FF2B5EF4-FFF2-40B4-BE49-F238E27FC236}">
                    <a16:creationId xmlns:a16="http://schemas.microsoft.com/office/drawing/2014/main" id="{592BC5CF-76E3-406B-8D8A-DFDB5E2169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0" y="301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4 w 5"/>
                  <a:gd name="T3" fmla="*/ 3 h 5"/>
                  <a:gd name="T4" fmla="*/ 5 w 5"/>
                  <a:gd name="T5" fmla="*/ 3 h 5"/>
                  <a:gd name="T6" fmla="*/ 4 w 5"/>
                  <a:gd name="T7" fmla="*/ 0 h 5"/>
                  <a:gd name="T8" fmla="*/ 0 w 5"/>
                  <a:gd name="T9" fmla="*/ 0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3" name="Freeform 6382">
                <a:extLst>
                  <a:ext uri="{FF2B5EF4-FFF2-40B4-BE49-F238E27FC236}">
                    <a16:creationId xmlns:a16="http://schemas.microsoft.com/office/drawing/2014/main" id="{CCDE2CEB-B134-40AE-B41C-9EB01791AC9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72" y="3528"/>
                <a:ext cx="54" cy="74"/>
              </a:xfrm>
              <a:custGeom>
                <a:avLst/>
                <a:gdLst>
                  <a:gd name="T0" fmla="*/ 25 w 29"/>
                  <a:gd name="T1" fmla="*/ 9 h 40"/>
                  <a:gd name="T2" fmla="*/ 23 w 29"/>
                  <a:gd name="T3" fmla="*/ 9 h 40"/>
                  <a:gd name="T4" fmla="*/ 18 w 29"/>
                  <a:gd name="T5" fmla="*/ 10 h 40"/>
                  <a:gd name="T6" fmla="*/ 16 w 29"/>
                  <a:gd name="T7" fmla="*/ 11 h 40"/>
                  <a:gd name="T8" fmla="*/ 14 w 29"/>
                  <a:gd name="T9" fmla="*/ 11 h 40"/>
                  <a:gd name="T10" fmla="*/ 12 w 29"/>
                  <a:gd name="T11" fmla="*/ 10 h 40"/>
                  <a:gd name="T12" fmla="*/ 8 w 29"/>
                  <a:gd name="T13" fmla="*/ 7 h 40"/>
                  <a:gd name="T14" fmla="*/ 7 w 29"/>
                  <a:gd name="T15" fmla="*/ 5 h 40"/>
                  <a:gd name="T16" fmla="*/ 5 w 29"/>
                  <a:gd name="T17" fmla="*/ 4 h 40"/>
                  <a:gd name="T18" fmla="*/ 7 w 29"/>
                  <a:gd name="T19" fmla="*/ 3 h 40"/>
                  <a:gd name="T20" fmla="*/ 5 w 29"/>
                  <a:gd name="T21" fmla="*/ 1 h 40"/>
                  <a:gd name="T22" fmla="*/ 3 w 29"/>
                  <a:gd name="T23" fmla="*/ 1 h 40"/>
                  <a:gd name="T24" fmla="*/ 4 w 29"/>
                  <a:gd name="T25" fmla="*/ 4 h 40"/>
                  <a:gd name="T26" fmla="*/ 2 w 29"/>
                  <a:gd name="T27" fmla="*/ 4 h 40"/>
                  <a:gd name="T28" fmla="*/ 1 w 29"/>
                  <a:gd name="T29" fmla="*/ 6 h 40"/>
                  <a:gd name="T30" fmla="*/ 1 w 29"/>
                  <a:gd name="T31" fmla="*/ 9 h 40"/>
                  <a:gd name="T32" fmla="*/ 1 w 29"/>
                  <a:gd name="T33" fmla="*/ 13 h 40"/>
                  <a:gd name="T34" fmla="*/ 1 w 29"/>
                  <a:gd name="T35" fmla="*/ 19 h 40"/>
                  <a:gd name="T36" fmla="*/ 2 w 29"/>
                  <a:gd name="T37" fmla="*/ 22 h 40"/>
                  <a:gd name="T38" fmla="*/ 1 w 29"/>
                  <a:gd name="T39" fmla="*/ 21 h 40"/>
                  <a:gd name="T40" fmla="*/ 0 w 29"/>
                  <a:gd name="T41" fmla="*/ 27 h 40"/>
                  <a:gd name="T42" fmla="*/ 0 w 29"/>
                  <a:gd name="T43" fmla="*/ 28 h 40"/>
                  <a:gd name="T44" fmla="*/ 1 w 29"/>
                  <a:gd name="T45" fmla="*/ 33 h 40"/>
                  <a:gd name="T46" fmla="*/ 1 w 29"/>
                  <a:gd name="T47" fmla="*/ 35 h 40"/>
                  <a:gd name="T48" fmla="*/ 2 w 29"/>
                  <a:gd name="T49" fmla="*/ 36 h 40"/>
                  <a:gd name="T50" fmla="*/ 2 w 29"/>
                  <a:gd name="T51" fmla="*/ 38 h 40"/>
                  <a:gd name="T52" fmla="*/ 3 w 29"/>
                  <a:gd name="T53" fmla="*/ 39 h 40"/>
                  <a:gd name="T54" fmla="*/ 6 w 29"/>
                  <a:gd name="T55" fmla="*/ 40 h 40"/>
                  <a:gd name="T56" fmla="*/ 7 w 29"/>
                  <a:gd name="T57" fmla="*/ 40 h 40"/>
                  <a:gd name="T58" fmla="*/ 10 w 29"/>
                  <a:gd name="T59" fmla="*/ 38 h 40"/>
                  <a:gd name="T60" fmla="*/ 11 w 29"/>
                  <a:gd name="T61" fmla="*/ 35 h 40"/>
                  <a:gd name="T62" fmla="*/ 12 w 29"/>
                  <a:gd name="T63" fmla="*/ 36 h 40"/>
                  <a:gd name="T64" fmla="*/ 13 w 29"/>
                  <a:gd name="T65" fmla="*/ 40 h 40"/>
                  <a:gd name="T66" fmla="*/ 14 w 29"/>
                  <a:gd name="T67" fmla="*/ 36 h 40"/>
                  <a:gd name="T68" fmla="*/ 14 w 29"/>
                  <a:gd name="T69" fmla="*/ 34 h 40"/>
                  <a:gd name="T70" fmla="*/ 16 w 29"/>
                  <a:gd name="T71" fmla="*/ 34 h 40"/>
                  <a:gd name="T72" fmla="*/ 18 w 29"/>
                  <a:gd name="T73" fmla="*/ 36 h 40"/>
                  <a:gd name="T74" fmla="*/ 21 w 29"/>
                  <a:gd name="T75" fmla="*/ 33 h 40"/>
                  <a:gd name="T76" fmla="*/ 20 w 29"/>
                  <a:gd name="T77" fmla="*/ 31 h 40"/>
                  <a:gd name="T78" fmla="*/ 20 w 29"/>
                  <a:gd name="T79" fmla="*/ 31 h 40"/>
                  <a:gd name="T80" fmla="*/ 21 w 29"/>
                  <a:gd name="T81" fmla="*/ 29 h 40"/>
                  <a:gd name="T82" fmla="*/ 22 w 29"/>
                  <a:gd name="T83" fmla="*/ 25 h 40"/>
                  <a:gd name="T84" fmla="*/ 23 w 29"/>
                  <a:gd name="T85" fmla="*/ 24 h 40"/>
                  <a:gd name="T86" fmla="*/ 26 w 29"/>
                  <a:gd name="T87" fmla="*/ 24 h 40"/>
                  <a:gd name="T88" fmla="*/ 26 w 29"/>
                  <a:gd name="T89" fmla="*/ 22 h 40"/>
                  <a:gd name="T90" fmla="*/ 27 w 29"/>
                  <a:gd name="T91" fmla="*/ 19 h 40"/>
                  <a:gd name="T92" fmla="*/ 28 w 29"/>
                  <a:gd name="T93" fmla="*/ 15 h 40"/>
                  <a:gd name="T94" fmla="*/ 29 w 29"/>
                  <a:gd name="T95" fmla="*/ 9 h 40"/>
                  <a:gd name="T96" fmla="*/ 26 w 29"/>
                  <a:gd name="T97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" h="40">
                    <a:moveTo>
                      <a:pt x="26" y="8"/>
                    </a:moveTo>
                    <a:cubicBezTo>
                      <a:pt x="25" y="9"/>
                      <a:pt x="25" y="9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8"/>
                      <a:pt x="27" y="8"/>
                      <a:pt x="27" y="8"/>
                    </a:cubicBezTo>
                    <a:lnTo>
                      <a:pt x="26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4" name="Freeform 6383">
                <a:extLst>
                  <a:ext uri="{FF2B5EF4-FFF2-40B4-BE49-F238E27FC236}">
                    <a16:creationId xmlns:a16="http://schemas.microsoft.com/office/drawing/2014/main" id="{51B9A9C1-1BC3-4A7C-8ED0-FA4536C1576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68" y="3511"/>
                <a:ext cx="10" cy="15"/>
              </a:xfrm>
              <a:custGeom>
                <a:avLst/>
                <a:gdLst>
                  <a:gd name="T0" fmla="*/ 4 w 10"/>
                  <a:gd name="T1" fmla="*/ 15 h 15"/>
                  <a:gd name="T2" fmla="*/ 8 w 10"/>
                  <a:gd name="T3" fmla="*/ 13 h 15"/>
                  <a:gd name="T4" fmla="*/ 8 w 10"/>
                  <a:gd name="T5" fmla="*/ 11 h 15"/>
                  <a:gd name="T6" fmla="*/ 10 w 10"/>
                  <a:gd name="T7" fmla="*/ 7 h 15"/>
                  <a:gd name="T8" fmla="*/ 10 w 10"/>
                  <a:gd name="T9" fmla="*/ 5 h 15"/>
                  <a:gd name="T10" fmla="*/ 10 w 10"/>
                  <a:gd name="T11" fmla="*/ 2 h 15"/>
                  <a:gd name="T12" fmla="*/ 8 w 10"/>
                  <a:gd name="T13" fmla="*/ 0 h 15"/>
                  <a:gd name="T14" fmla="*/ 4 w 10"/>
                  <a:gd name="T15" fmla="*/ 2 h 15"/>
                  <a:gd name="T16" fmla="*/ 2 w 10"/>
                  <a:gd name="T17" fmla="*/ 4 h 15"/>
                  <a:gd name="T18" fmla="*/ 2 w 10"/>
                  <a:gd name="T19" fmla="*/ 5 h 15"/>
                  <a:gd name="T20" fmla="*/ 0 w 10"/>
                  <a:gd name="T21" fmla="*/ 9 h 15"/>
                  <a:gd name="T22" fmla="*/ 2 w 10"/>
                  <a:gd name="T23" fmla="*/ 11 h 15"/>
                  <a:gd name="T24" fmla="*/ 2 w 10"/>
                  <a:gd name="T25" fmla="*/ 13 h 15"/>
                  <a:gd name="T26" fmla="*/ 4 w 10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4" y="15"/>
                    </a:moveTo>
                    <a:lnTo>
                      <a:pt x="8" y="13"/>
                    </a:lnTo>
                    <a:lnTo>
                      <a:pt x="8" y="11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5" name="Freeform 6384">
                <a:extLst>
                  <a:ext uri="{FF2B5EF4-FFF2-40B4-BE49-F238E27FC236}">
                    <a16:creationId xmlns:a16="http://schemas.microsoft.com/office/drawing/2014/main" id="{BD75227A-73BB-4762-960C-8DDBFC8D6FE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100" y="3022"/>
                <a:ext cx="564" cy="487"/>
              </a:xfrm>
              <a:custGeom>
                <a:avLst/>
                <a:gdLst>
                  <a:gd name="T0" fmla="*/ 292 w 303"/>
                  <a:gd name="T1" fmla="*/ 111 h 261"/>
                  <a:gd name="T2" fmla="*/ 287 w 303"/>
                  <a:gd name="T3" fmla="*/ 102 h 261"/>
                  <a:gd name="T4" fmla="*/ 280 w 303"/>
                  <a:gd name="T5" fmla="*/ 96 h 261"/>
                  <a:gd name="T6" fmla="*/ 275 w 303"/>
                  <a:gd name="T7" fmla="*/ 81 h 261"/>
                  <a:gd name="T8" fmla="*/ 264 w 303"/>
                  <a:gd name="T9" fmla="*/ 70 h 261"/>
                  <a:gd name="T10" fmla="*/ 258 w 303"/>
                  <a:gd name="T11" fmla="*/ 56 h 261"/>
                  <a:gd name="T12" fmla="*/ 254 w 303"/>
                  <a:gd name="T13" fmla="*/ 34 h 261"/>
                  <a:gd name="T14" fmla="*/ 242 w 303"/>
                  <a:gd name="T15" fmla="*/ 17 h 261"/>
                  <a:gd name="T16" fmla="*/ 237 w 303"/>
                  <a:gd name="T17" fmla="*/ 2 h 261"/>
                  <a:gd name="T18" fmla="*/ 229 w 303"/>
                  <a:gd name="T19" fmla="*/ 16 h 261"/>
                  <a:gd name="T20" fmla="*/ 225 w 303"/>
                  <a:gd name="T21" fmla="*/ 37 h 261"/>
                  <a:gd name="T22" fmla="*/ 207 w 303"/>
                  <a:gd name="T23" fmla="*/ 51 h 261"/>
                  <a:gd name="T24" fmla="*/ 191 w 303"/>
                  <a:gd name="T25" fmla="*/ 37 h 261"/>
                  <a:gd name="T26" fmla="*/ 184 w 303"/>
                  <a:gd name="T27" fmla="*/ 27 h 261"/>
                  <a:gd name="T28" fmla="*/ 192 w 303"/>
                  <a:gd name="T29" fmla="*/ 25 h 261"/>
                  <a:gd name="T30" fmla="*/ 184 w 303"/>
                  <a:gd name="T31" fmla="*/ 20 h 261"/>
                  <a:gd name="T32" fmla="*/ 190 w 303"/>
                  <a:gd name="T33" fmla="*/ 11 h 261"/>
                  <a:gd name="T34" fmla="*/ 185 w 303"/>
                  <a:gd name="T35" fmla="*/ 7 h 261"/>
                  <a:gd name="T36" fmla="*/ 175 w 303"/>
                  <a:gd name="T37" fmla="*/ 8 h 261"/>
                  <a:gd name="T38" fmla="*/ 161 w 303"/>
                  <a:gd name="T39" fmla="*/ 5 h 261"/>
                  <a:gd name="T40" fmla="*/ 157 w 303"/>
                  <a:gd name="T41" fmla="*/ 6 h 261"/>
                  <a:gd name="T42" fmla="*/ 146 w 303"/>
                  <a:gd name="T43" fmla="*/ 12 h 261"/>
                  <a:gd name="T44" fmla="*/ 135 w 303"/>
                  <a:gd name="T45" fmla="*/ 25 h 261"/>
                  <a:gd name="T46" fmla="*/ 124 w 303"/>
                  <a:gd name="T47" fmla="*/ 33 h 261"/>
                  <a:gd name="T48" fmla="*/ 109 w 303"/>
                  <a:gd name="T49" fmla="*/ 24 h 261"/>
                  <a:gd name="T50" fmla="*/ 103 w 303"/>
                  <a:gd name="T51" fmla="*/ 28 h 261"/>
                  <a:gd name="T52" fmla="*/ 95 w 303"/>
                  <a:gd name="T53" fmla="*/ 36 h 261"/>
                  <a:gd name="T54" fmla="*/ 87 w 303"/>
                  <a:gd name="T55" fmla="*/ 43 h 261"/>
                  <a:gd name="T56" fmla="*/ 84 w 303"/>
                  <a:gd name="T57" fmla="*/ 44 h 261"/>
                  <a:gd name="T58" fmla="*/ 74 w 303"/>
                  <a:gd name="T59" fmla="*/ 60 h 261"/>
                  <a:gd name="T60" fmla="*/ 50 w 303"/>
                  <a:gd name="T61" fmla="*/ 74 h 261"/>
                  <a:gd name="T62" fmla="*/ 25 w 303"/>
                  <a:gd name="T63" fmla="*/ 82 h 261"/>
                  <a:gd name="T64" fmla="*/ 11 w 303"/>
                  <a:gd name="T65" fmla="*/ 95 h 261"/>
                  <a:gd name="T66" fmla="*/ 8 w 303"/>
                  <a:gd name="T67" fmla="*/ 121 h 261"/>
                  <a:gd name="T68" fmla="*/ 2 w 303"/>
                  <a:gd name="T69" fmla="*/ 109 h 261"/>
                  <a:gd name="T70" fmla="*/ 10 w 303"/>
                  <a:gd name="T71" fmla="*/ 154 h 261"/>
                  <a:gd name="T72" fmla="*/ 8 w 303"/>
                  <a:gd name="T73" fmla="*/ 185 h 261"/>
                  <a:gd name="T74" fmla="*/ 15 w 303"/>
                  <a:gd name="T75" fmla="*/ 203 h 261"/>
                  <a:gd name="T76" fmla="*/ 31 w 303"/>
                  <a:gd name="T77" fmla="*/ 199 h 261"/>
                  <a:gd name="T78" fmla="*/ 52 w 303"/>
                  <a:gd name="T79" fmla="*/ 194 h 261"/>
                  <a:gd name="T80" fmla="*/ 69 w 303"/>
                  <a:gd name="T81" fmla="*/ 192 h 261"/>
                  <a:gd name="T82" fmla="*/ 94 w 303"/>
                  <a:gd name="T83" fmla="*/ 181 h 261"/>
                  <a:gd name="T84" fmla="*/ 133 w 303"/>
                  <a:gd name="T85" fmla="*/ 180 h 261"/>
                  <a:gd name="T86" fmla="*/ 148 w 303"/>
                  <a:gd name="T87" fmla="*/ 187 h 261"/>
                  <a:gd name="T88" fmla="*/ 150 w 303"/>
                  <a:gd name="T89" fmla="*/ 205 h 261"/>
                  <a:gd name="T90" fmla="*/ 162 w 303"/>
                  <a:gd name="T91" fmla="*/ 200 h 261"/>
                  <a:gd name="T92" fmla="*/ 168 w 303"/>
                  <a:gd name="T93" fmla="*/ 201 h 261"/>
                  <a:gd name="T94" fmla="*/ 173 w 303"/>
                  <a:gd name="T95" fmla="*/ 204 h 261"/>
                  <a:gd name="T96" fmla="*/ 178 w 303"/>
                  <a:gd name="T97" fmla="*/ 217 h 261"/>
                  <a:gd name="T98" fmla="*/ 183 w 303"/>
                  <a:gd name="T99" fmla="*/ 245 h 261"/>
                  <a:gd name="T100" fmla="*/ 202 w 303"/>
                  <a:gd name="T101" fmla="*/ 255 h 261"/>
                  <a:gd name="T102" fmla="*/ 217 w 303"/>
                  <a:gd name="T103" fmla="*/ 258 h 261"/>
                  <a:gd name="T104" fmla="*/ 234 w 303"/>
                  <a:gd name="T105" fmla="*/ 249 h 261"/>
                  <a:gd name="T106" fmla="*/ 257 w 303"/>
                  <a:gd name="T107" fmla="*/ 226 h 261"/>
                  <a:gd name="T108" fmla="*/ 275 w 303"/>
                  <a:gd name="T109" fmla="*/ 199 h 261"/>
                  <a:gd name="T110" fmla="*/ 290 w 303"/>
                  <a:gd name="T111" fmla="*/ 179 h 261"/>
                  <a:gd name="T112" fmla="*/ 299 w 303"/>
                  <a:gd name="T113" fmla="*/ 146 h 261"/>
                  <a:gd name="T114" fmla="*/ 300 w 303"/>
                  <a:gd name="T115" fmla="*/ 128 h 261"/>
                  <a:gd name="T116" fmla="*/ 215 w 303"/>
                  <a:gd name="T117" fmla="*/ 248 h 261"/>
                  <a:gd name="T118" fmla="*/ 217 w 303"/>
                  <a:gd name="T119" fmla="*/ 25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3" h="261">
                    <a:moveTo>
                      <a:pt x="301" y="117"/>
                    </a:moveTo>
                    <a:cubicBezTo>
                      <a:pt x="301" y="118"/>
                      <a:pt x="301" y="118"/>
                      <a:pt x="301" y="118"/>
                    </a:cubicBezTo>
                    <a:cubicBezTo>
                      <a:pt x="301" y="119"/>
                      <a:pt x="301" y="119"/>
                      <a:pt x="301" y="119"/>
                    </a:cubicBezTo>
                    <a:cubicBezTo>
                      <a:pt x="301" y="121"/>
                      <a:pt x="301" y="121"/>
                      <a:pt x="301" y="121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9" y="122"/>
                      <a:pt x="299" y="122"/>
                      <a:pt x="299" y="122"/>
                    </a:cubicBezTo>
                    <a:cubicBezTo>
                      <a:pt x="298" y="122"/>
                      <a:pt x="298" y="122"/>
                      <a:pt x="298" y="122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8" y="119"/>
                      <a:pt x="298" y="119"/>
                      <a:pt x="298" y="119"/>
                    </a:cubicBezTo>
                    <a:cubicBezTo>
                      <a:pt x="296" y="117"/>
                      <a:pt x="296" y="117"/>
                      <a:pt x="296" y="117"/>
                    </a:cubicBezTo>
                    <a:cubicBezTo>
                      <a:pt x="295" y="116"/>
                      <a:pt x="295" y="116"/>
                      <a:pt x="295" y="116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11"/>
                      <a:pt x="292" y="111"/>
                      <a:pt x="292" y="111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0" y="111"/>
                      <a:pt x="290" y="111"/>
                      <a:pt x="290" y="111"/>
                    </a:cubicBezTo>
                    <a:cubicBezTo>
                      <a:pt x="290" y="110"/>
                      <a:pt x="290" y="110"/>
                      <a:pt x="290" y="110"/>
                    </a:cubicBezTo>
                    <a:cubicBezTo>
                      <a:pt x="291" y="108"/>
                      <a:pt x="291" y="108"/>
                      <a:pt x="291" y="108"/>
                    </a:cubicBezTo>
                    <a:cubicBezTo>
                      <a:pt x="290" y="107"/>
                      <a:pt x="290" y="107"/>
                      <a:pt x="290" y="107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89" y="105"/>
                      <a:pt x="289" y="105"/>
                      <a:pt x="289" y="105"/>
                    </a:cubicBezTo>
                    <a:cubicBezTo>
                      <a:pt x="288" y="105"/>
                      <a:pt x="288" y="105"/>
                      <a:pt x="288" y="105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6"/>
                      <a:pt x="287" y="106"/>
                      <a:pt x="287" y="106"/>
                    </a:cubicBezTo>
                    <a:cubicBezTo>
                      <a:pt x="287" y="105"/>
                      <a:pt x="287" y="105"/>
                      <a:pt x="287" y="105"/>
                    </a:cubicBezTo>
                    <a:cubicBezTo>
                      <a:pt x="286" y="103"/>
                      <a:pt x="286" y="103"/>
                      <a:pt x="286" y="103"/>
                    </a:cubicBezTo>
                    <a:cubicBezTo>
                      <a:pt x="287" y="102"/>
                      <a:pt x="287" y="102"/>
                      <a:pt x="287" y="102"/>
                    </a:cubicBezTo>
                    <a:cubicBezTo>
                      <a:pt x="288" y="99"/>
                      <a:pt x="288" y="99"/>
                      <a:pt x="288" y="99"/>
                    </a:cubicBezTo>
                    <a:cubicBezTo>
                      <a:pt x="287" y="98"/>
                      <a:pt x="287" y="98"/>
                      <a:pt x="287" y="98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6" y="96"/>
                      <a:pt x="286" y="96"/>
                      <a:pt x="286" y="96"/>
                    </a:cubicBezTo>
                    <a:cubicBezTo>
                      <a:pt x="286" y="94"/>
                      <a:pt x="286" y="94"/>
                      <a:pt x="286" y="94"/>
                    </a:cubicBezTo>
                    <a:cubicBezTo>
                      <a:pt x="284" y="96"/>
                      <a:pt x="284" y="96"/>
                      <a:pt x="284" y="96"/>
                    </a:cubicBezTo>
                    <a:cubicBezTo>
                      <a:pt x="285" y="96"/>
                      <a:pt x="285" y="96"/>
                      <a:pt x="285" y="96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5" y="97"/>
                      <a:pt x="285" y="97"/>
                      <a:pt x="285" y="97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2" y="93"/>
                      <a:pt x="282" y="93"/>
                      <a:pt x="282" y="93"/>
                    </a:cubicBezTo>
                    <a:cubicBezTo>
                      <a:pt x="280" y="94"/>
                      <a:pt x="280" y="94"/>
                      <a:pt x="280" y="94"/>
                    </a:cubicBezTo>
                    <a:cubicBezTo>
                      <a:pt x="280" y="95"/>
                      <a:pt x="280" y="95"/>
                      <a:pt x="280" y="95"/>
                    </a:cubicBezTo>
                    <a:cubicBezTo>
                      <a:pt x="280" y="96"/>
                      <a:pt x="280" y="96"/>
                      <a:pt x="280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9" y="96"/>
                      <a:pt x="279" y="96"/>
                      <a:pt x="279" y="96"/>
                    </a:cubicBezTo>
                    <a:cubicBezTo>
                      <a:pt x="279" y="95"/>
                      <a:pt x="279" y="95"/>
                      <a:pt x="279" y="95"/>
                    </a:cubicBezTo>
                    <a:cubicBezTo>
                      <a:pt x="278" y="91"/>
                      <a:pt x="278" y="91"/>
                      <a:pt x="278" y="91"/>
                    </a:cubicBezTo>
                    <a:cubicBezTo>
                      <a:pt x="279" y="91"/>
                      <a:pt x="279" y="91"/>
                      <a:pt x="279" y="91"/>
                    </a:cubicBezTo>
                    <a:cubicBezTo>
                      <a:pt x="279" y="89"/>
                      <a:pt x="279" y="89"/>
                      <a:pt x="279" y="89"/>
                    </a:cubicBezTo>
                    <a:cubicBezTo>
                      <a:pt x="278" y="88"/>
                      <a:pt x="278" y="88"/>
                      <a:pt x="278" y="88"/>
                    </a:cubicBezTo>
                    <a:cubicBezTo>
                      <a:pt x="278" y="87"/>
                      <a:pt x="278" y="87"/>
                      <a:pt x="278" y="87"/>
                    </a:cubicBezTo>
                    <a:cubicBezTo>
                      <a:pt x="277" y="86"/>
                      <a:pt x="277" y="86"/>
                      <a:pt x="277" y="86"/>
                    </a:cubicBezTo>
                    <a:cubicBezTo>
                      <a:pt x="277" y="85"/>
                      <a:pt x="277" y="85"/>
                      <a:pt x="277" y="85"/>
                    </a:cubicBezTo>
                    <a:cubicBezTo>
                      <a:pt x="275" y="83"/>
                      <a:pt x="275" y="83"/>
                      <a:pt x="275" y="83"/>
                    </a:cubicBezTo>
                    <a:cubicBezTo>
                      <a:pt x="274" y="82"/>
                      <a:pt x="274" y="82"/>
                      <a:pt x="274" y="82"/>
                    </a:cubicBezTo>
                    <a:cubicBezTo>
                      <a:pt x="274" y="81"/>
                      <a:pt x="274" y="81"/>
                      <a:pt x="274" y="81"/>
                    </a:cubicBezTo>
                    <a:cubicBezTo>
                      <a:pt x="275" y="81"/>
                      <a:pt x="275" y="81"/>
                      <a:pt x="275" y="81"/>
                    </a:cubicBezTo>
                    <a:cubicBezTo>
                      <a:pt x="275" y="79"/>
                      <a:pt x="275" y="79"/>
                      <a:pt x="275" y="79"/>
                    </a:cubicBezTo>
                    <a:cubicBezTo>
                      <a:pt x="274" y="76"/>
                      <a:pt x="274" y="76"/>
                      <a:pt x="274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2" y="76"/>
                      <a:pt x="272" y="76"/>
                      <a:pt x="272" y="76"/>
                    </a:cubicBezTo>
                    <a:cubicBezTo>
                      <a:pt x="271" y="74"/>
                      <a:pt x="271" y="74"/>
                      <a:pt x="271" y="74"/>
                    </a:cubicBezTo>
                    <a:cubicBezTo>
                      <a:pt x="269" y="74"/>
                      <a:pt x="269" y="74"/>
                      <a:pt x="269" y="74"/>
                    </a:cubicBezTo>
                    <a:cubicBezTo>
                      <a:pt x="268" y="73"/>
                      <a:pt x="268" y="73"/>
                      <a:pt x="268" y="73"/>
                    </a:cubicBezTo>
                    <a:cubicBezTo>
                      <a:pt x="267" y="74"/>
                      <a:pt x="267" y="74"/>
                      <a:pt x="267" y="74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6" y="73"/>
                      <a:pt x="266" y="73"/>
                      <a:pt x="266" y="73"/>
                    </a:cubicBezTo>
                    <a:cubicBezTo>
                      <a:pt x="267" y="73"/>
                      <a:pt x="267" y="73"/>
                      <a:pt x="267" y="73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70"/>
                      <a:pt x="264" y="70"/>
                      <a:pt x="264" y="70"/>
                    </a:cubicBezTo>
                    <a:cubicBezTo>
                      <a:pt x="263" y="70"/>
                      <a:pt x="263" y="70"/>
                      <a:pt x="263" y="70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59" y="68"/>
                      <a:pt x="259" y="68"/>
                      <a:pt x="259" y="68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5"/>
                      <a:pt x="258" y="65"/>
                      <a:pt x="258" y="65"/>
                    </a:cubicBezTo>
                    <a:cubicBezTo>
                      <a:pt x="258" y="66"/>
                      <a:pt x="258" y="66"/>
                      <a:pt x="258" y="66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61"/>
                      <a:pt x="257" y="61"/>
                      <a:pt x="257" y="61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7" y="60"/>
                      <a:pt x="257" y="60"/>
                      <a:pt x="257" y="60"/>
                    </a:cubicBezTo>
                    <a:cubicBezTo>
                      <a:pt x="258" y="56"/>
                      <a:pt x="258" y="56"/>
                      <a:pt x="258" y="56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6" y="51"/>
                      <a:pt x="256" y="51"/>
                      <a:pt x="256" y="51"/>
                    </a:cubicBezTo>
                    <a:cubicBezTo>
                      <a:pt x="257" y="51"/>
                      <a:pt x="257" y="51"/>
                      <a:pt x="257" y="51"/>
                    </a:cubicBezTo>
                    <a:cubicBezTo>
                      <a:pt x="256" y="49"/>
                      <a:pt x="256" y="49"/>
                      <a:pt x="256" y="49"/>
                    </a:cubicBezTo>
                    <a:cubicBezTo>
                      <a:pt x="255" y="49"/>
                      <a:pt x="255" y="49"/>
                      <a:pt x="255" y="49"/>
                    </a:cubicBezTo>
                    <a:cubicBezTo>
                      <a:pt x="254" y="47"/>
                      <a:pt x="254" y="47"/>
                      <a:pt x="254" y="47"/>
                    </a:cubicBezTo>
                    <a:cubicBezTo>
                      <a:pt x="253" y="44"/>
                      <a:pt x="253" y="44"/>
                      <a:pt x="253" y="44"/>
                    </a:cubicBezTo>
                    <a:cubicBezTo>
                      <a:pt x="254" y="43"/>
                      <a:pt x="254" y="43"/>
                      <a:pt x="254" y="43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1"/>
                      <a:pt x="253" y="41"/>
                      <a:pt x="253" y="41"/>
                    </a:cubicBezTo>
                    <a:cubicBezTo>
                      <a:pt x="253" y="37"/>
                      <a:pt x="253" y="37"/>
                      <a:pt x="253" y="37"/>
                    </a:cubicBezTo>
                    <a:cubicBezTo>
                      <a:pt x="253" y="36"/>
                      <a:pt x="253" y="36"/>
                      <a:pt x="253" y="36"/>
                    </a:cubicBezTo>
                    <a:cubicBezTo>
                      <a:pt x="253" y="34"/>
                      <a:pt x="253" y="34"/>
                      <a:pt x="253" y="34"/>
                    </a:cubicBezTo>
                    <a:cubicBezTo>
                      <a:pt x="254" y="34"/>
                      <a:pt x="254" y="34"/>
                      <a:pt x="254" y="34"/>
                    </a:cubicBezTo>
                    <a:cubicBezTo>
                      <a:pt x="254" y="32"/>
                      <a:pt x="254" y="32"/>
                      <a:pt x="254" y="32"/>
                    </a:cubicBezTo>
                    <a:cubicBezTo>
                      <a:pt x="251" y="30"/>
                      <a:pt x="251" y="30"/>
                      <a:pt x="251" y="30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48" y="26"/>
                      <a:pt x="248" y="26"/>
                      <a:pt x="248" y="26"/>
                    </a:cubicBezTo>
                    <a:cubicBezTo>
                      <a:pt x="246" y="27"/>
                      <a:pt x="246" y="27"/>
                      <a:pt x="246" y="27"/>
                    </a:cubicBezTo>
                    <a:cubicBezTo>
                      <a:pt x="245" y="27"/>
                      <a:pt x="245" y="27"/>
                      <a:pt x="245" y="27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4" y="28"/>
                      <a:pt x="244" y="28"/>
                      <a:pt x="244" y="28"/>
                    </a:cubicBezTo>
                    <a:cubicBezTo>
                      <a:pt x="243" y="27"/>
                      <a:pt x="243" y="27"/>
                      <a:pt x="243" y="27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42" y="24"/>
                      <a:pt x="242" y="24"/>
                      <a:pt x="242" y="24"/>
                    </a:cubicBezTo>
                    <a:cubicBezTo>
                      <a:pt x="242" y="21"/>
                      <a:pt x="242" y="21"/>
                      <a:pt x="242" y="21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5"/>
                      <a:pt x="242" y="15"/>
                      <a:pt x="242" y="15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40" y="12"/>
                      <a:pt x="240" y="12"/>
                      <a:pt x="240" y="12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39" y="11"/>
                      <a:pt x="239" y="11"/>
                      <a:pt x="239" y="11"/>
                    </a:cubicBezTo>
                    <a:cubicBezTo>
                      <a:pt x="241" y="9"/>
                      <a:pt x="241" y="9"/>
                      <a:pt x="241" y="9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8" y="9"/>
                      <a:pt x="238" y="9"/>
                      <a:pt x="238" y="9"/>
                    </a:cubicBezTo>
                    <a:cubicBezTo>
                      <a:pt x="237" y="8"/>
                      <a:pt x="237" y="8"/>
                      <a:pt x="237" y="8"/>
                    </a:cubicBezTo>
                    <a:cubicBezTo>
                      <a:pt x="238" y="5"/>
                      <a:pt x="238" y="5"/>
                      <a:pt x="238" y="5"/>
                    </a:cubicBezTo>
                    <a:cubicBezTo>
                      <a:pt x="237" y="4"/>
                      <a:pt x="237" y="4"/>
                      <a:pt x="237" y="4"/>
                    </a:cubicBezTo>
                    <a:cubicBezTo>
                      <a:pt x="237" y="2"/>
                      <a:pt x="237" y="2"/>
                      <a:pt x="237" y="2"/>
                    </a:cubicBezTo>
                    <a:cubicBezTo>
                      <a:pt x="235" y="1"/>
                      <a:pt x="235" y="1"/>
                      <a:pt x="235" y="1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2" y="5"/>
                      <a:pt x="232" y="5"/>
                      <a:pt x="232" y="5"/>
                    </a:cubicBezTo>
                    <a:cubicBezTo>
                      <a:pt x="231" y="7"/>
                      <a:pt x="231" y="7"/>
                      <a:pt x="231" y="7"/>
                    </a:cubicBezTo>
                    <a:cubicBezTo>
                      <a:pt x="231" y="8"/>
                      <a:pt x="231" y="8"/>
                      <a:pt x="231" y="8"/>
                    </a:cubicBezTo>
                    <a:cubicBezTo>
                      <a:pt x="231" y="9"/>
                      <a:pt x="231" y="9"/>
                      <a:pt x="231" y="9"/>
                    </a:cubicBezTo>
                    <a:cubicBezTo>
                      <a:pt x="230" y="9"/>
                      <a:pt x="230" y="9"/>
                      <a:pt x="230" y="9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7" y="14"/>
                      <a:pt x="227" y="14"/>
                      <a:pt x="227" y="14"/>
                    </a:cubicBezTo>
                    <a:cubicBezTo>
                      <a:pt x="229" y="15"/>
                      <a:pt x="229" y="15"/>
                      <a:pt x="229" y="15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8" y="15"/>
                      <a:pt x="228" y="15"/>
                      <a:pt x="228" y="15"/>
                    </a:cubicBezTo>
                    <a:cubicBezTo>
                      <a:pt x="227" y="17"/>
                      <a:pt x="227" y="17"/>
                      <a:pt x="227" y="17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6" y="22"/>
                      <a:pt x="226" y="22"/>
                      <a:pt x="226" y="22"/>
                    </a:cubicBezTo>
                    <a:cubicBezTo>
                      <a:pt x="225" y="26"/>
                      <a:pt x="225" y="26"/>
                      <a:pt x="225" y="26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25" y="31"/>
                      <a:pt x="225" y="31"/>
                      <a:pt x="225" y="31"/>
                    </a:cubicBezTo>
                    <a:cubicBezTo>
                      <a:pt x="226" y="33"/>
                      <a:pt x="226" y="33"/>
                      <a:pt x="226" y="33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5" y="36"/>
                      <a:pt x="225" y="36"/>
                      <a:pt x="225" y="36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3" y="40"/>
                      <a:pt x="223" y="40"/>
                      <a:pt x="223" y="40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1" y="45"/>
                      <a:pt x="221" y="45"/>
                      <a:pt x="221" y="45"/>
                    </a:cubicBezTo>
                    <a:cubicBezTo>
                      <a:pt x="222" y="47"/>
                      <a:pt x="222" y="47"/>
                      <a:pt x="222" y="47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0" y="55"/>
                      <a:pt x="210" y="55"/>
                      <a:pt x="210" y="55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04" y="49"/>
                      <a:pt x="204" y="49"/>
                      <a:pt x="204" y="49"/>
                    </a:cubicBezTo>
                    <a:cubicBezTo>
                      <a:pt x="202" y="48"/>
                      <a:pt x="202" y="48"/>
                      <a:pt x="202" y="48"/>
                    </a:cubicBezTo>
                    <a:cubicBezTo>
                      <a:pt x="200" y="48"/>
                      <a:pt x="200" y="48"/>
                      <a:pt x="200" y="48"/>
                    </a:cubicBezTo>
                    <a:cubicBezTo>
                      <a:pt x="198" y="47"/>
                      <a:pt x="198" y="47"/>
                      <a:pt x="198" y="47"/>
                    </a:cubicBezTo>
                    <a:cubicBezTo>
                      <a:pt x="198" y="46"/>
                      <a:pt x="198" y="46"/>
                      <a:pt x="198" y="46"/>
                    </a:cubicBezTo>
                    <a:cubicBezTo>
                      <a:pt x="196" y="43"/>
                      <a:pt x="196" y="43"/>
                      <a:pt x="196" y="43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92" y="41"/>
                      <a:pt x="192" y="41"/>
                      <a:pt x="192" y="41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192" y="40"/>
                      <a:pt x="192" y="40"/>
                      <a:pt x="192" y="40"/>
                    </a:cubicBezTo>
                    <a:cubicBezTo>
                      <a:pt x="191" y="37"/>
                      <a:pt x="191" y="37"/>
                      <a:pt x="191" y="37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6" y="38"/>
                      <a:pt x="186" y="38"/>
                      <a:pt x="186" y="38"/>
                    </a:cubicBezTo>
                    <a:cubicBezTo>
                      <a:pt x="186" y="37"/>
                      <a:pt x="186" y="37"/>
                      <a:pt x="186" y="37"/>
                    </a:cubicBezTo>
                    <a:cubicBezTo>
                      <a:pt x="184" y="35"/>
                      <a:pt x="184" y="35"/>
                      <a:pt x="184" y="35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2" y="29"/>
                      <a:pt x="182" y="29"/>
                      <a:pt x="182" y="29"/>
                    </a:cubicBezTo>
                    <a:cubicBezTo>
                      <a:pt x="183" y="28"/>
                      <a:pt x="183" y="28"/>
                      <a:pt x="183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6"/>
                      <a:pt x="185" y="26"/>
                      <a:pt x="185" y="26"/>
                    </a:cubicBezTo>
                    <a:cubicBezTo>
                      <a:pt x="186" y="25"/>
                      <a:pt x="186" y="25"/>
                      <a:pt x="186" y="25"/>
                    </a:cubicBezTo>
                    <a:cubicBezTo>
                      <a:pt x="186" y="26"/>
                      <a:pt x="186" y="26"/>
                      <a:pt x="186" y="26"/>
                    </a:cubicBezTo>
                    <a:cubicBezTo>
                      <a:pt x="187" y="25"/>
                      <a:pt x="187" y="25"/>
                      <a:pt x="187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8"/>
                      <a:pt x="186" y="28"/>
                      <a:pt x="186" y="28"/>
                    </a:cubicBezTo>
                    <a:cubicBezTo>
                      <a:pt x="188" y="28"/>
                      <a:pt x="188" y="28"/>
                      <a:pt x="188" y="28"/>
                    </a:cubicBezTo>
                    <a:cubicBezTo>
                      <a:pt x="189" y="28"/>
                      <a:pt x="189" y="28"/>
                      <a:pt x="189" y="28"/>
                    </a:cubicBezTo>
                    <a:cubicBezTo>
                      <a:pt x="191" y="28"/>
                      <a:pt x="191" y="28"/>
                      <a:pt x="191" y="28"/>
                    </a:cubicBezTo>
                    <a:cubicBezTo>
                      <a:pt x="192" y="26"/>
                      <a:pt x="192" y="26"/>
                      <a:pt x="192" y="26"/>
                    </a:cubicBezTo>
                    <a:cubicBezTo>
                      <a:pt x="191" y="25"/>
                      <a:pt x="191" y="25"/>
                      <a:pt x="191" y="25"/>
                    </a:cubicBezTo>
                    <a:cubicBezTo>
                      <a:pt x="192" y="25"/>
                      <a:pt x="192" y="25"/>
                      <a:pt x="192" y="25"/>
                    </a:cubicBezTo>
                    <a:cubicBezTo>
                      <a:pt x="191" y="24"/>
                      <a:pt x="191" y="24"/>
                      <a:pt x="191" y="24"/>
                    </a:cubicBezTo>
                    <a:cubicBezTo>
                      <a:pt x="190" y="24"/>
                      <a:pt x="190" y="24"/>
                      <a:pt x="190" y="24"/>
                    </a:cubicBezTo>
                    <a:cubicBezTo>
                      <a:pt x="190" y="23"/>
                      <a:pt x="190" y="23"/>
                      <a:pt x="190" y="23"/>
                    </a:cubicBezTo>
                    <a:cubicBezTo>
                      <a:pt x="188" y="23"/>
                      <a:pt x="188" y="23"/>
                      <a:pt x="188" y="23"/>
                    </a:cubicBezTo>
                    <a:cubicBezTo>
                      <a:pt x="188" y="24"/>
                      <a:pt x="188" y="24"/>
                      <a:pt x="188" y="24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6" y="22"/>
                      <a:pt x="186" y="22"/>
                      <a:pt x="186" y="22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6" y="21"/>
                      <a:pt x="186" y="21"/>
                      <a:pt x="186" y="21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7" y="21"/>
                      <a:pt x="187" y="21"/>
                      <a:pt x="187" y="21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90" y="17"/>
                      <a:pt x="190" y="17"/>
                      <a:pt x="190" y="17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2" y="14"/>
                      <a:pt x="192" y="14"/>
                      <a:pt x="192" y="14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8"/>
                      <a:pt x="190" y="8"/>
                      <a:pt x="190" y="8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7" y="12"/>
                      <a:pt x="187" y="12"/>
                      <a:pt x="187" y="12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5" y="12"/>
                      <a:pt x="185" y="12"/>
                      <a:pt x="185" y="12"/>
                    </a:cubicBezTo>
                    <a:cubicBezTo>
                      <a:pt x="185" y="11"/>
                      <a:pt x="185" y="11"/>
                      <a:pt x="185" y="11"/>
                    </a:cubicBezTo>
                    <a:cubicBezTo>
                      <a:pt x="184" y="10"/>
                      <a:pt x="184" y="10"/>
                      <a:pt x="184" y="10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2" y="8"/>
                      <a:pt x="182" y="8"/>
                      <a:pt x="182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80" y="11"/>
                      <a:pt x="180" y="11"/>
                      <a:pt x="180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0" y="6"/>
                      <a:pt x="170" y="6"/>
                      <a:pt x="170" y="6"/>
                    </a:cubicBezTo>
                    <a:cubicBezTo>
                      <a:pt x="168" y="7"/>
                      <a:pt x="168" y="7"/>
                      <a:pt x="168" y="7"/>
                    </a:cubicBezTo>
                    <a:cubicBezTo>
                      <a:pt x="166" y="7"/>
                      <a:pt x="166" y="7"/>
                      <a:pt x="166" y="7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4" y="4"/>
                      <a:pt x="164" y="4"/>
                      <a:pt x="164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5"/>
                      <a:pt x="162" y="5"/>
                      <a:pt x="162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2" y="1"/>
                      <a:pt x="162" y="1"/>
                      <a:pt x="162" y="1"/>
                    </a:cubicBezTo>
                    <a:cubicBezTo>
                      <a:pt x="159" y="1"/>
                      <a:pt x="159" y="1"/>
                      <a:pt x="159" y="1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9" y="4"/>
                      <a:pt x="159" y="4"/>
                      <a:pt x="159" y="4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6" y="3"/>
                      <a:pt x="156" y="3"/>
                      <a:pt x="156" y="3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5" y="5"/>
                      <a:pt x="155" y="5"/>
                      <a:pt x="155" y="5"/>
                    </a:cubicBezTo>
                    <a:cubicBezTo>
                      <a:pt x="154" y="5"/>
                      <a:pt x="154" y="5"/>
                      <a:pt x="154" y="5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58" y="6"/>
                      <a:pt x="158" y="6"/>
                      <a:pt x="158" y="6"/>
                    </a:cubicBezTo>
                    <a:cubicBezTo>
                      <a:pt x="160" y="7"/>
                      <a:pt x="160" y="7"/>
                      <a:pt x="160" y="7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10"/>
                      <a:pt x="149" y="10"/>
                      <a:pt x="149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5"/>
                      <a:pt x="144" y="15"/>
                      <a:pt x="144" y="15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40" y="19"/>
                      <a:pt x="140" y="19"/>
                      <a:pt x="140" y="19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5" y="25"/>
                      <a:pt x="135" y="25"/>
                      <a:pt x="135" y="25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2" y="32"/>
                      <a:pt x="132" y="32"/>
                      <a:pt x="132" y="32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4" y="30"/>
                      <a:pt x="124" y="30"/>
                      <a:pt x="124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9" y="44"/>
                      <a:pt x="89" y="44"/>
                      <a:pt x="89" y="44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3" y="76"/>
                      <a:pt x="43" y="76"/>
                      <a:pt x="43" y="76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7" y="77"/>
                      <a:pt x="37" y="77"/>
                      <a:pt x="37" y="77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0" y="97"/>
                      <a:pt x="10" y="97"/>
                      <a:pt x="10" y="97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7" y="111"/>
                      <a:pt x="7" y="111"/>
                      <a:pt x="7" y="111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9" y="125"/>
                      <a:pt x="9" y="125"/>
                      <a:pt x="9" y="125"/>
                    </a:cubicBezTo>
                    <a:cubicBezTo>
                      <a:pt x="8" y="121"/>
                      <a:pt x="8" y="121"/>
                      <a:pt x="8" y="121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3" y="123"/>
                      <a:pt x="3" y="123"/>
                      <a:pt x="3" y="123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" y="117"/>
                      <a:pt x="3" y="116"/>
                      <a:pt x="3" y="116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4"/>
                      <a:pt x="2" y="124"/>
                    </a:cubicBezTo>
                    <a:cubicBezTo>
                      <a:pt x="3" y="127"/>
                      <a:pt x="3" y="127"/>
                      <a:pt x="3" y="127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8" y="143"/>
                      <a:pt x="8" y="143"/>
                      <a:pt x="8" y="143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1" y="168"/>
                      <a:pt x="11" y="168"/>
                      <a:pt x="11" y="168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1" y="174"/>
                      <a:pt x="11" y="174"/>
                      <a:pt x="11" y="174"/>
                    </a:cubicBezTo>
                    <a:cubicBezTo>
                      <a:pt x="12" y="175"/>
                      <a:pt x="12" y="175"/>
                      <a:pt x="12" y="175"/>
                    </a:cubicBezTo>
                    <a:cubicBezTo>
                      <a:pt x="11" y="177"/>
                      <a:pt x="11" y="177"/>
                      <a:pt x="11" y="177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10" y="184"/>
                      <a:pt x="10" y="184"/>
                      <a:pt x="10" y="184"/>
                    </a:cubicBezTo>
                    <a:cubicBezTo>
                      <a:pt x="8" y="185"/>
                      <a:pt x="8" y="185"/>
                      <a:pt x="8" y="185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91"/>
                      <a:pt x="3" y="191"/>
                      <a:pt x="3" y="191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1"/>
                      <a:pt x="9" y="201"/>
                      <a:pt x="9" y="201"/>
                    </a:cubicBezTo>
                    <a:cubicBezTo>
                      <a:pt x="9" y="202"/>
                      <a:pt x="9" y="202"/>
                      <a:pt x="9" y="202"/>
                    </a:cubicBezTo>
                    <a:cubicBezTo>
                      <a:pt x="11" y="202"/>
                      <a:pt x="11" y="202"/>
                      <a:pt x="11" y="202"/>
                    </a:cubicBezTo>
                    <a:cubicBezTo>
                      <a:pt x="12" y="203"/>
                      <a:pt x="12" y="203"/>
                      <a:pt x="12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5" y="203"/>
                      <a:pt x="15" y="203"/>
                      <a:pt x="15" y="203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9" y="204"/>
                      <a:pt x="19" y="204"/>
                      <a:pt x="19" y="204"/>
                    </a:cubicBezTo>
                    <a:cubicBezTo>
                      <a:pt x="19" y="205"/>
                      <a:pt x="19" y="205"/>
                      <a:pt x="19" y="205"/>
                    </a:cubicBezTo>
                    <a:cubicBezTo>
                      <a:pt x="20" y="204"/>
                      <a:pt x="20" y="204"/>
                      <a:pt x="20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5" y="204"/>
                      <a:pt x="25" y="204"/>
                      <a:pt x="25" y="204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2"/>
                      <a:pt x="27" y="202"/>
                      <a:pt x="27" y="202"/>
                    </a:cubicBezTo>
                    <a:cubicBezTo>
                      <a:pt x="28" y="201"/>
                      <a:pt x="28" y="201"/>
                      <a:pt x="28" y="201"/>
                    </a:cubicBezTo>
                    <a:cubicBezTo>
                      <a:pt x="30" y="201"/>
                      <a:pt x="30" y="201"/>
                      <a:pt x="30" y="201"/>
                    </a:cubicBezTo>
                    <a:cubicBezTo>
                      <a:pt x="30" y="199"/>
                      <a:pt x="30" y="199"/>
                      <a:pt x="30" y="199"/>
                    </a:cubicBezTo>
                    <a:cubicBezTo>
                      <a:pt x="31" y="199"/>
                      <a:pt x="31" y="199"/>
                      <a:pt x="31" y="199"/>
                    </a:cubicBezTo>
                    <a:cubicBezTo>
                      <a:pt x="32" y="199"/>
                      <a:pt x="32" y="199"/>
                      <a:pt x="32" y="19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40" y="194"/>
                      <a:pt x="40" y="194"/>
                      <a:pt x="40" y="194"/>
                    </a:cubicBezTo>
                    <a:cubicBezTo>
                      <a:pt x="42" y="194"/>
                      <a:pt x="42" y="194"/>
                      <a:pt x="42" y="194"/>
                    </a:cubicBezTo>
                    <a:cubicBezTo>
                      <a:pt x="43" y="195"/>
                      <a:pt x="43" y="195"/>
                      <a:pt x="43" y="195"/>
                    </a:cubicBezTo>
                    <a:cubicBezTo>
                      <a:pt x="44" y="194"/>
                      <a:pt x="44" y="194"/>
                      <a:pt x="44" y="194"/>
                    </a:cubicBezTo>
                    <a:cubicBezTo>
                      <a:pt x="48" y="193"/>
                      <a:pt x="48" y="193"/>
                      <a:pt x="48" y="193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53" y="194"/>
                      <a:pt x="53" y="194"/>
                      <a:pt x="53" y="194"/>
                    </a:cubicBezTo>
                    <a:cubicBezTo>
                      <a:pt x="54" y="194"/>
                      <a:pt x="54" y="194"/>
                      <a:pt x="54" y="194"/>
                    </a:cubicBezTo>
                    <a:cubicBezTo>
                      <a:pt x="55" y="195"/>
                      <a:pt x="55" y="195"/>
                      <a:pt x="55" y="195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5"/>
                      <a:pt x="58" y="195"/>
                      <a:pt x="58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63" y="196"/>
                      <a:pt x="63" y="196"/>
                      <a:pt x="63" y="196"/>
                    </a:cubicBezTo>
                    <a:cubicBezTo>
                      <a:pt x="64" y="194"/>
                      <a:pt x="64" y="194"/>
                      <a:pt x="64" y="194"/>
                    </a:cubicBezTo>
                    <a:cubicBezTo>
                      <a:pt x="66" y="195"/>
                      <a:pt x="66" y="195"/>
                      <a:pt x="66" y="195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69" y="192"/>
                      <a:pt x="69" y="192"/>
                      <a:pt x="69" y="192"/>
                    </a:cubicBezTo>
                    <a:cubicBezTo>
                      <a:pt x="71" y="190"/>
                      <a:pt x="71" y="190"/>
                      <a:pt x="71" y="190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4" y="186"/>
                      <a:pt x="74" y="186"/>
                      <a:pt x="74" y="186"/>
                    </a:cubicBezTo>
                    <a:cubicBezTo>
                      <a:pt x="75" y="186"/>
                      <a:pt x="75" y="186"/>
                      <a:pt x="75" y="186"/>
                    </a:cubicBezTo>
                    <a:cubicBezTo>
                      <a:pt x="76" y="186"/>
                      <a:pt x="76" y="186"/>
                      <a:pt x="76" y="186"/>
                    </a:cubicBezTo>
                    <a:cubicBezTo>
                      <a:pt x="80" y="185"/>
                      <a:pt x="80" y="185"/>
                      <a:pt x="80" y="185"/>
                    </a:cubicBezTo>
                    <a:cubicBezTo>
                      <a:pt x="84" y="182"/>
                      <a:pt x="84" y="182"/>
                      <a:pt x="84" y="182"/>
                    </a:cubicBezTo>
                    <a:cubicBezTo>
                      <a:pt x="86" y="180"/>
                      <a:pt x="86" y="180"/>
                      <a:pt x="86" y="180"/>
                    </a:cubicBezTo>
                    <a:cubicBezTo>
                      <a:pt x="87" y="180"/>
                      <a:pt x="87" y="180"/>
                      <a:pt x="87" y="180"/>
                    </a:cubicBezTo>
                    <a:cubicBezTo>
                      <a:pt x="88" y="180"/>
                      <a:pt x="88" y="180"/>
                      <a:pt x="88" y="180"/>
                    </a:cubicBezTo>
                    <a:cubicBezTo>
                      <a:pt x="89" y="180"/>
                      <a:pt x="89" y="180"/>
                      <a:pt x="89" y="180"/>
                    </a:cubicBezTo>
                    <a:cubicBezTo>
                      <a:pt x="91" y="181"/>
                      <a:pt x="91" y="181"/>
                      <a:pt x="91" y="181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5" y="180"/>
                      <a:pt x="95" y="180"/>
                      <a:pt x="95" y="180"/>
                    </a:cubicBezTo>
                    <a:cubicBezTo>
                      <a:pt x="98" y="181"/>
                      <a:pt x="98" y="181"/>
                      <a:pt x="98" y="181"/>
                    </a:cubicBezTo>
                    <a:cubicBezTo>
                      <a:pt x="102" y="179"/>
                      <a:pt x="102" y="179"/>
                      <a:pt x="102" y="179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06" y="177"/>
                      <a:pt x="106" y="177"/>
                      <a:pt x="106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10" y="176"/>
                      <a:pt x="110" y="176"/>
                      <a:pt x="110" y="176"/>
                    </a:cubicBezTo>
                    <a:cubicBezTo>
                      <a:pt x="121" y="175"/>
                      <a:pt x="121" y="175"/>
                      <a:pt x="121" y="17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5" y="176"/>
                      <a:pt x="125" y="176"/>
                      <a:pt x="125" y="176"/>
                    </a:cubicBezTo>
                    <a:cubicBezTo>
                      <a:pt x="127" y="175"/>
                      <a:pt x="127" y="175"/>
                      <a:pt x="127" y="175"/>
                    </a:cubicBezTo>
                    <a:cubicBezTo>
                      <a:pt x="129" y="175"/>
                      <a:pt x="129" y="175"/>
                      <a:pt x="129" y="175"/>
                    </a:cubicBezTo>
                    <a:cubicBezTo>
                      <a:pt x="131" y="177"/>
                      <a:pt x="131" y="177"/>
                      <a:pt x="131" y="177"/>
                    </a:cubicBezTo>
                    <a:cubicBezTo>
                      <a:pt x="133" y="180"/>
                      <a:pt x="133" y="180"/>
                      <a:pt x="133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7" y="180"/>
                      <a:pt x="137" y="180"/>
                      <a:pt x="137" y="180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9" y="180"/>
                      <a:pt x="139" y="180"/>
                      <a:pt x="139" y="180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3" y="183"/>
                      <a:pt x="143" y="183"/>
                      <a:pt x="143" y="183"/>
                    </a:cubicBezTo>
                    <a:cubicBezTo>
                      <a:pt x="144" y="182"/>
                      <a:pt x="144" y="182"/>
                      <a:pt x="144" y="182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6"/>
                      <a:pt x="146" y="186"/>
                      <a:pt x="146" y="186"/>
                    </a:cubicBezTo>
                    <a:cubicBezTo>
                      <a:pt x="147" y="186"/>
                      <a:pt x="147" y="186"/>
                      <a:pt x="147" y="186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48" y="187"/>
                      <a:pt x="148" y="187"/>
                      <a:pt x="148" y="187"/>
                    </a:cubicBezTo>
                    <a:cubicBezTo>
                      <a:pt x="147" y="187"/>
                      <a:pt x="147" y="187"/>
                      <a:pt x="147" y="187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8" y="192"/>
                      <a:pt x="148" y="192"/>
                      <a:pt x="148" y="192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51" y="195"/>
                      <a:pt x="151" y="195"/>
                      <a:pt x="151" y="195"/>
                    </a:cubicBezTo>
                    <a:cubicBezTo>
                      <a:pt x="150" y="196"/>
                      <a:pt x="150" y="196"/>
                      <a:pt x="150" y="196"/>
                    </a:cubicBezTo>
                    <a:cubicBezTo>
                      <a:pt x="152" y="200"/>
                      <a:pt x="152" y="200"/>
                      <a:pt x="152" y="200"/>
                    </a:cubicBezTo>
                    <a:cubicBezTo>
                      <a:pt x="151" y="202"/>
                      <a:pt x="151" y="202"/>
                      <a:pt x="151" y="202"/>
                    </a:cubicBezTo>
                    <a:cubicBezTo>
                      <a:pt x="152" y="202"/>
                      <a:pt x="152" y="202"/>
                      <a:pt x="152" y="202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2" y="204"/>
                      <a:pt x="152" y="204"/>
                      <a:pt x="152" y="204"/>
                    </a:cubicBezTo>
                    <a:cubicBezTo>
                      <a:pt x="151" y="204"/>
                      <a:pt x="151" y="204"/>
                      <a:pt x="151" y="204"/>
                    </a:cubicBezTo>
                    <a:cubicBezTo>
                      <a:pt x="150" y="205"/>
                      <a:pt x="150" y="205"/>
                      <a:pt x="150" y="205"/>
                    </a:cubicBezTo>
                    <a:cubicBezTo>
                      <a:pt x="151" y="207"/>
                      <a:pt x="151" y="207"/>
                      <a:pt x="151" y="207"/>
                    </a:cubicBezTo>
                    <a:cubicBezTo>
                      <a:pt x="152" y="208"/>
                      <a:pt x="152" y="208"/>
                      <a:pt x="152" y="208"/>
                    </a:cubicBezTo>
                    <a:cubicBezTo>
                      <a:pt x="153" y="209"/>
                      <a:pt x="153" y="209"/>
                      <a:pt x="153" y="209"/>
                    </a:cubicBezTo>
                    <a:cubicBezTo>
                      <a:pt x="155" y="209"/>
                      <a:pt x="155" y="209"/>
                      <a:pt x="155" y="209"/>
                    </a:cubicBezTo>
                    <a:cubicBezTo>
                      <a:pt x="157" y="210"/>
                      <a:pt x="157" y="210"/>
                      <a:pt x="157" y="210"/>
                    </a:cubicBezTo>
                    <a:cubicBezTo>
                      <a:pt x="157" y="208"/>
                      <a:pt x="157" y="208"/>
                      <a:pt x="157" y="208"/>
                    </a:cubicBezTo>
                    <a:cubicBezTo>
                      <a:pt x="156" y="207"/>
                      <a:pt x="156" y="207"/>
                      <a:pt x="156" y="207"/>
                    </a:cubicBezTo>
                    <a:cubicBezTo>
                      <a:pt x="157" y="206"/>
                      <a:pt x="157" y="206"/>
                      <a:pt x="157" y="206"/>
                    </a:cubicBezTo>
                    <a:cubicBezTo>
                      <a:pt x="157" y="205"/>
                      <a:pt x="157" y="205"/>
                      <a:pt x="157" y="205"/>
                    </a:cubicBezTo>
                    <a:cubicBezTo>
                      <a:pt x="158" y="205"/>
                      <a:pt x="158" y="205"/>
                      <a:pt x="158" y="205"/>
                    </a:cubicBezTo>
                    <a:cubicBezTo>
                      <a:pt x="159" y="204"/>
                      <a:pt x="159" y="204"/>
                      <a:pt x="159" y="204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1" y="202"/>
                      <a:pt x="161" y="202"/>
                      <a:pt x="161" y="202"/>
                    </a:cubicBezTo>
                    <a:cubicBezTo>
                      <a:pt x="162" y="200"/>
                      <a:pt x="162" y="200"/>
                      <a:pt x="162" y="200"/>
                    </a:cubicBezTo>
                    <a:cubicBezTo>
                      <a:pt x="165" y="199"/>
                      <a:pt x="165" y="199"/>
                      <a:pt x="165" y="199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6" y="198"/>
                      <a:pt x="166" y="198"/>
                      <a:pt x="166" y="198"/>
                    </a:cubicBezTo>
                    <a:cubicBezTo>
                      <a:pt x="169" y="196"/>
                      <a:pt x="169" y="196"/>
                      <a:pt x="169" y="196"/>
                    </a:cubicBezTo>
                    <a:cubicBezTo>
                      <a:pt x="170" y="194"/>
                      <a:pt x="170" y="194"/>
                      <a:pt x="170" y="194"/>
                    </a:cubicBezTo>
                    <a:cubicBezTo>
                      <a:pt x="171" y="192"/>
                      <a:pt x="171" y="192"/>
                      <a:pt x="171" y="192"/>
                    </a:cubicBezTo>
                    <a:cubicBezTo>
                      <a:pt x="173" y="191"/>
                      <a:pt x="173" y="191"/>
                      <a:pt x="173" y="191"/>
                    </a:cubicBezTo>
                    <a:cubicBezTo>
                      <a:pt x="174" y="190"/>
                      <a:pt x="174" y="190"/>
                      <a:pt x="174" y="190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73" y="196"/>
                      <a:pt x="173" y="196"/>
                      <a:pt x="173" y="196"/>
                    </a:cubicBezTo>
                    <a:cubicBezTo>
                      <a:pt x="170" y="198"/>
                      <a:pt x="170" y="198"/>
                      <a:pt x="170" y="198"/>
                    </a:cubicBezTo>
                    <a:cubicBezTo>
                      <a:pt x="169" y="200"/>
                      <a:pt x="169" y="200"/>
                      <a:pt x="169" y="200"/>
                    </a:cubicBezTo>
                    <a:cubicBezTo>
                      <a:pt x="168" y="201"/>
                      <a:pt x="168" y="201"/>
                      <a:pt x="168" y="201"/>
                    </a:cubicBezTo>
                    <a:cubicBezTo>
                      <a:pt x="168" y="203"/>
                      <a:pt x="168" y="203"/>
                      <a:pt x="168" y="203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67" y="206"/>
                      <a:pt x="167" y="206"/>
                      <a:pt x="167" y="206"/>
                    </a:cubicBezTo>
                    <a:cubicBezTo>
                      <a:pt x="166" y="209"/>
                      <a:pt x="166" y="209"/>
                      <a:pt x="166" y="209"/>
                    </a:cubicBezTo>
                    <a:cubicBezTo>
                      <a:pt x="162" y="209"/>
                      <a:pt x="162" y="209"/>
                      <a:pt x="162" y="209"/>
                    </a:cubicBezTo>
                    <a:cubicBezTo>
                      <a:pt x="162" y="211"/>
                      <a:pt x="162" y="211"/>
                      <a:pt x="162" y="211"/>
                    </a:cubicBezTo>
                    <a:cubicBezTo>
                      <a:pt x="161" y="213"/>
                      <a:pt x="161" y="213"/>
                      <a:pt x="161" y="213"/>
                    </a:cubicBezTo>
                    <a:cubicBezTo>
                      <a:pt x="161" y="214"/>
                      <a:pt x="161" y="214"/>
                      <a:pt x="161" y="214"/>
                    </a:cubicBezTo>
                    <a:cubicBezTo>
                      <a:pt x="164" y="213"/>
                      <a:pt x="164" y="213"/>
                      <a:pt x="164" y="213"/>
                    </a:cubicBezTo>
                    <a:cubicBezTo>
                      <a:pt x="166" y="212"/>
                      <a:pt x="166" y="212"/>
                      <a:pt x="166" y="212"/>
                    </a:cubicBezTo>
                    <a:cubicBezTo>
                      <a:pt x="168" y="213"/>
                      <a:pt x="168" y="213"/>
                      <a:pt x="168" y="213"/>
                    </a:cubicBezTo>
                    <a:cubicBezTo>
                      <a:pt x="171" y="209"/>
                      <a:pt x="171" y="209"/>
                      <a:pt x="171" y="209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3" y="204"/>
                      <a:pt x="173" y="204"/>
                      <a:pt x="173" y="204"/>
                    </a:cubicBezTo>
                    <a:cubicBezTo>
                      <a:pt x="173" y="207"/>
                      <a:pt x="173" y="207"/>
                      <a:pt x="173" y="207"/>
                    </a:cubicBezTo>
                    <a:cubicBezTo>
                      <a:pt x="174" y="209"/>
                      <a:pt x="174" y="209"/>
                      <a:pt x="174" y="209"/>
                    </a:cubicBezTo>
                    <a:cubicBezTo>
                      <a:pt x="173" y="209"/>
                      <a:pt x="173" y="209"/>
                      <a:pt x="173" y="209"/>
                    </a:cubicBezTo>
                    <a:cubicBezTo>
                      <a:pt x="174" y="212"/>
                      <a:pt x="174" y="212"/>
                      <a:pt x="174" y="212"/>
                    </a:cubicBezTo>
                    <a:cubicBezTo>
                      <a:pt x="172" y="215"/>
                      <a:pt x="172" y="215"/>
                      <a:pt x="172" y="215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2" y="218"/>
                      <a:pt x="172" y="218"/>
                      <a:pt x="172" y="218"/>
                    </a:cubicBezTo>
                    <a:cubicBezTo>
                      <a:pt x="174" y="218"/>
                      <a:pt x="174" y="218"/>
                      <a:pt x="174" y="218"/>
                    </a:cubicBezTo>
                    <a:cubicBezTo>
                      <a:pt x="175" y="217"/>
                      <a:pt x="175" y="217"/>
                      <a:pt x="175" y="217"/>
                    </a:cubicBezTo>
                    <a:cubicBezTo>
                      <a:pt x="176" y="217"/>
                      <a:pt x="176" y="217"/>
                      <a:pt x="176" y="217"/>
                    </a:cubicBezTo>
                    <a:cubicBezTo>
                      <a:pt x="178" y="216"/>
                      <a:pt x="178" y="216"/>
                      <a:pt x="178" y="216"/>
                    </a:cubicBezTo>
                    <a:cubicBezTo>
                      <a:pt x="179" y="216"/>
                      <a:pt x="179" y="216"/>
                      <a:pt x="179" y="216"/>
                    </a:cubicBezTo>
                    <a:cubicBezTo>
                      <a:pt x="178" y="217"/>
                      <a:pt x="178" y="217"/>
                      <a:pt x="178" y="217"/>
                    </a:cubicBezTo>
                    <a:cubicBezTo>
                      <a:pt x="177" y="217"/>
                      <a:pt x="177" y="217"/>
                      <a:pt x="177" y="217"/>
                    </a:cubicBezTo>
                    <a:cubicBezTo>
                      <a:pt x="176" y="218"/>
                      <a:pt x="176" y="218"/>
                      <a:pt x="176" y="218"/>
                    </a:cubicBezTo>
                    <a:cubicBezTo>
                      <a:pt x="178" y="221"/>
                      <a:pt x="178" y="221"/>
                      <a:pt x="178" y="221"/>
                    </a:cubicBezTo>
                    <a:cubicBezTo>
                      <a:pt x="178" y="222"/>
                      <a:pt x="178" y="222"/>
                      <a:pt x="178" y="222"/>
                    </a:cubicBezTo>
                    <a:cubicBezTo>
                      <a:pt x="179" y="224"/>
                      <a:pt x="179" y="224"/>
                      <a:pt x="179" y="224"/>
                    </a:cubicBezTo>
                    <a:cubicBezTo>
                      <a:pt x="179" y="227"/>
                      <a:pt x="179" y="227"/>
                      <a:pt x="179" y="227"/>
                    </a:cubicBezTo>
                    <a:cubicBezTo>
                      <a:pt x="179" y="230"/>
                      <a:pt x="179" y="230"/>
                      <a:pt x="179" y="230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7" y="233"/>
                      <a:pt x="177" y="233"/>
                      <a:pt x="177" y="233"/>
                    </a:cubicBezTo>
                    <a:cubicBezTo>
                      <a:pt x="177" y="236"/>
                      <a:pt x="177" y="236"/>
                      <a:pt x="177" y="236"/>
                    </a:cubicBezTo>
                    <a:cubicBezTo>
                      <a:pt x="178" y="237"/>
                      <a:pt x="178" y="237"/>
                      <a:pt x="178" y="237"/>
                    </a:cubicBezTo>
                    <a:cubicBezTo>
                      <a:pt x="179" y="239"/>
                      <a:pt x="179" y="239"/>
                      <a:pt x="179" y="239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5" y="245"/>
                      <a:pt x="185" y="245"/>
                      <a:pt x="185" y="245"/>
                    </a:cubicBezTo>
                    <a:cubicBezTo>
                      <a:pt x="186" y="246"/>
                      <a:pt x="186" y="246"/>
                      <a:pt x="186" y="246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89" y="248"/>
                      <a:pt x="189" y="248"/>
                      <a:pt x="189" y="248"/>
                    </a:cubicBezTo>
                    <a:cubicBezTo>
                      <a:pt x="190" y="247"/>
                      <a:pt x="190" y="247"/>
                      <a:pt x="190" y="247"/>
                    </a:cubicBezTo>
                    <a:cubicBezTo>
                      <a:pt x="192" y="248"/>
                      <a:pt x="192" y="248"/>
                      <a:pt x="192" y="248"/>
                    </a:cubicBezTo>
                    <a:cubicBezTo>
                      <a:pt x="193" y="250"/>
                      <a:pt x="193" y="250"/>
                      <a:pt x="193" y="250"/>
                    </a:cubicBezTo>
                    <a:cubicBezTo>
                      <a:pt x="195" y="250"/>
                      <a:pt x="195" y="250"/>
                      <a:pt x="195" y="250"/>
                    </a:cubicBezTo>
                    <a:cubicBezTo>
                      <a:pt x="196" y="251"/>
                      <a:pt x="196" y="251"/>
                      <a:pt x="196" y="251"/>
                    </a:cubicBezTo>
                    <a:cubicBezTo>
                      <a:pt x="197" y="253"/>
                      <a:pt x="197" y="253"/>
                      <a:pt x="197" y="253"/>
                    </a:cubicBezTo>
                    <a:cubicBezTo>
                      <a:pt x="198" y="254"/>
                      <a:pt x="198" y="254"/>
                      <a:pt x="198" y="254"/>
                    </a:cubicBezTo>
                    <a:cubicBezTo>
                      <a:pt x="200" y="255"/>
                      <a:pt x="200" y="255"/>
                      <a:pt x="200" y="255"/>
                    </a:cubicBezTo>
                    <a:cubicBezTo>
                      <a:pt x="202" y="255"/>
                      <a:pt x="202" y="255"/>
                      <a:pt x="202" y="255"/>
                    </a:cubicBezTo>
                    <a:cubicBezTo>
                      <a:pt x="202" y="254"/>
                      <a:pt x="202" y="254"/>
                      <a:pt x="202" y="254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6" y="252"/>
                      <a:pt x="206" y="252"/>
                      <a:pt x="206" y="252"/>
                    </a:cubicBezTo>
                    <a:cubicBezTo>
                      <a:pt x="208" y="252"/>
                      <a:pt x="208" y="252"/>
                      <a:pt x="208" y="252"/>
                    </a:cubicBezTo>
                    <a:cubicBezTo>
                      <a:pt x="209" y="250"/>
                      <a:pt x="209" y="250"/>
                      <a:pt x="209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1" y="250"/>
                      <a:pt x="211" y="250"/>
                      <a:pt x="211" y="250"/>
                    </a:cubicBezTo>
                    <a:cubicBezTo>
                      <a:pt x="212" y="252"/>
                      <a:pt x="212" y="252"/>
                      <a:pt x="212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4" y="252"/>
                      <a:pt x="214" y="252"/>
                      <a:pt x="214" y="252"/>
                    </a:cubicBezTo>
                    <a:cubicBezTo>
                      <a:pt x="215" y="252"/>
                      <a:pt x="215" y="252"/>
                      <a:pt x="215" y="252"/>
                    </a:cubicBezTo>
                    <a:cubicBezTo>
                      <a:pt x="214" y="253"/>
                      <a:pt x="214" y="253"/>
                      <a:pt x="214" y="253"/>
                    </a:cubicBezTo>
                    <a:cubicBezTo>
                      <a:pt x="217" y="255"/>
                      <a:pt x="217" y="255"/>
                      <a:pt x="217" y="255"/>
                    </a:cubicBezTo>
                    <a:cubicBezTo>
                      <a:pt x="217" y="258"/>
                      <a:pt x="217" y="258"/>
                      <a:pt x="217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9" y="259"/>
                      <a:pt x="219" y="259"/>
                      <a:pt x="219" y="259"/>
                    </a:cubicBezTo>
                    <a:cubicBezTo>
                      <a:pt x="221" y="261"/>
                      <a:pt x="221" y="261"/>
                      <a:pt x="221" y="261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3" y="257"/>
                      <a:pt x="223" y="257"/>
                      <a:pt x="223" y="257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5" y="257"/>
                      <a:pt x="225" y="257"/>
                      <a:pt x="225" y="257"/>
                    </a:cubicBezTo>
                    <a:cubicBezTo>
                      <a:pt x="226" y="256"/>
                      <a:pt x="226" y="256"/>
                      <a:pt x="226" y="256"/>
                    </a:cubicBezTo>
                    <a:cubicBezTo>
                      <a:pt x="228" y="253"/>
                      <a:pt x="228" y="253"/>
                      <a:pt x="228" y="253"/>
                    </a:cubicBezTo>
                    <a:cubicBezTo>
                      <a:pt x="232" y="251"/>
                      <a:pt x="232" y="251"/>
                      <a:pt x="232" y="251"/>
                    </a:cubicBezTo>
                    <a:cubicBezTo>
                      <a:pt x="234" y="249"/>
                      <a:pt x="234" y="249"/>
                      <a:pt x="234" y="249"/>
                    </a:cubicBezTo>
                    <a:cubicBezTo>
                      <a:pt x="237" y="248"/>
                      <a:pt x="237" y="248"/>
                      <a:pt x="237" y="248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7" y="248"/>
                      <a:pt x="247" y="248"/>
                      <a:pt x="247" y="248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2" y="244"/>
                      <a:pt x="252" y="244"/>
                      <a:pt x="252" y="244"/>
                    </a:cubicBezTo>
                    <a:cubicBezTo>
                      <a:pt x="254" y="241"/>
                      <a:pt x="254" y="241"/>
                      <a:pt x="254" y="241"/>
                    </a:cubicBezTo>
                    <a:cubicBezTo>
                      <a:pt x="253" y="239"/>
                      <a:pt x="253" y="239"/>
                      <a:pt x="253" y="239"/>
                    </a:cubicBezTo>
                    <a:cubicBezTo>
                      <a:pt x="253" y="237"/>
                      <a:pt x="253" y="237"/>
                      <a:pt x="253" y="237"/>
                    </a:cubicBezTo>
                    <a:cubicBezTo>
                      <a:pt x="255" y="235"/>
                      <a:pt x="255" y="235"/>
                      <a:pt x="255" y="235"/>
                    </a:cubicBezTo>
                    <a:cubicBezTo>
                      <a:pt x="255" y="230"/>
                      <a:pt x="255" y="230"/>
                      <a:pt x="255" y="230"/>
                    </a:cubicBezTo>
                    <a:cubicBezTo>
                      <a:pt x="257" y="229"/>
                      <a:pt x="257" y="229"/>
                      <a:pt x="257" y="229"/>
                    </a:cubicBezTo>
                    <a:cubicBezTo>
                      <a:pt x="257" y="226"/>
                      <a:pt x="257" y="226"/>
                      <a:pt x="257" y="226"/>
                    </a:cubicBezTo>
                    <a:cubicBezTo>
                      <a:pt x="259" y="225"/>
                      <a:pt x="259" y="225"/>
                      <a:pt x="259" y="225"/>
                    </a:cubicBezTo>
                    <a:cubicBezTo>
                      <a:pt x="259" y="224"/>
                      <a:pt x="259" y="224"/>
                      <a:pt x="259" y="224"/>
                    </a:cubicBezTo>
                    <a:cubicBezTo>
                      <a:pt x="263" y="219"/>
                      <a:pt x="263" y="219"/>
                      <a:pt x="263" y="219"/>
                    </a:cubicBezTo>
                    <a:cubicBezTo>
                      <a:pt x="264" y="218"/>
                      <a:pt x="264" y="218"/>
                      <a:pt x="264" y="218"/>
                    </a:cubicBezTo>
                    <a:cubicBezTo>
                      <a:pt x="265" y="215"/>
                      <a:pt x="265" y="215"/>
                      <a:pt x="265" y="215"/>
                    </a:cubicBezTo>
                    <a:cubicBezTo>
                      <a:pt x="267" y="213"/>
                      <a:pt x="267" y="213"/>
                      <a:pt x="267" y="213"/>
                    </a:cubicBezTo>
                    <a:cubicBezTo>
                      <a:pt x="268" y="210"/>
                      <a:pt x="268" y="210"/>
                      <a:pt x="268" y="210"/>
                    </a:cubicBezTo>
                    <a:cubicBezTo>
                      <a:pt x="270" y="208"/>
                      <a:pt x="270" y="208"/>
                      <a:pt x="270" y="208"/>
                    </a:cubicBezTo>
                    <a:cubicBezTo>
                      <a:pt x="270" y="207"/>
                      <a:pt x="270" y="207"/>
                      <a:pt x="270" y="207"/>
                    </a:cubicBezTo>
                    <a:cubicBezTo>
                      <a:pt x="271" y="206"/>
                      <a:pt x="271" y="206"/>
                      <a:pt x="271" y="206"/>
                    </a:cubicBezTo>
                    <a:cubicBezTo>
                      <a:pt x="272" y="203"/>
                      <a:pt x="272" y="203"/>
                      <a:pt x="272" y="203"/>
                    </a:cubicBezTo>
                    <a:cubicBezTo>
                      <a:pt x="272" y="202"/>
                      <a:pt x="272" y="202"/>
                      <a:pt x="272" y="202"/>
                    </a:cubicBezTo>
                    <a:cubicBezTo>
                      <a:pt x="273" y="201"/>
                      <a:pt x="273" y="201"/>
                      <a:pt x="273" y="201"/>
                    </a:cubicBezTo>
                    <a:cubicBezTo>
                      <a:pt x="275" y="199"/>
                      <a:pt x="275" y="199"/>
                      <a:pt x="275" y="199"/>
                    </a:cubicBezTo>
                    <a:cubicBezTo>
                      <a:pt x="276" y="198"/>
                      <a:pt x="276" y="198"/>
                      <a:pt x="276" y="198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83" y="193"/>
                      <a:pt x="283" y="193"/>
                      <a:pt x="283" y="193"/>
                    </a:cubicBezTo>
                    <a:cubicBezTo>
                      <a:pt x="282" y="193"/>
                      <a:pt x="282" y="193"/>
                      <a:pt x="282" y="193"/>
                    </a:cubicBezTo>
                    <a:cubicBezTo>
                      <a:pt x="284" y="192"/>
                      <a:pt x="284" y="192"/>
                      <a:pt x="284" y="192"/>
                    </a:cubicBezTo>
                    <a:cubicBezTo>
                      <a:pt x="284" y="190"/>
                      <a:pt x="284" y="190"/>
                      <a:pt x="284" y="190"/>
                    </a:cubicBezTo>
                    <a:cubicBezTo>
                      <a:pt x="284" y="189"/>
                      <a:pt x="284" y="189"/>
                      <a:pt x="284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7" y="186"/>
                      <a:pt x="287" y="186"/>
                      <a:pt x="287" y="186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90" y="181"/>
                      <a:pt x="290" y="181"/>
                      <a:pt x="290" y="181"/>
                    </a:cubicBezTo>
                    <a:cubicBezTo>
                      <a:pt x="290" y="179"/>
                      <a:pt x="290" y="179"/>
                      <a:pt x="290" y="179"/>
                    </a:cubicBezTo>
                    <a:cubicBezTo>
                      <a:pt x="291" y="177"/>
                      <a:pt x="291" y="177"/>
                      <a:pt x="291" y="177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0" y="176"/>
                      <a:pt x="290" y="176"/>
                      <a:pt x="290" y="176"/>
                    </a:cubicBezTo>
                    <a:cubicBezTo>
                      <a:pt x="293" y="171"/>
                      <a:pt x="293" y="171"/>
                      <a:pt x="293" y="171"/>
                    </a:cubicBezTo>
                    <a:cubicBezTo>
                      <a:pt x="293" y="168"/>
                      <a:pt x="293" y="168"/>
                      <a:pt x="293" y="168"/>
                    </a:cubicBezTo>
                    <a:cubicBezTo>
                      <a:pt x="296" y="163"/>
                      <a:pt x="296" y="163"/>
                      <a:pt x="296" y="163"/>
                    </a:cubicBezTo>
                    <a:cubicBezTo>
                      <a:pt x="296" y="162"/>
                      <a:pt x="296" y="162"/>
                      <a:pt x="296" y="162"/>
                    </a:cubicBezTo>
                    <a:cubicBezTo>
                      <a:pt x="297" y="159"/>
                      <a:pt x="297" y="159"/>
                      <a:pt x="297" y="159"/>
                    </a:cubicBezTo>
                    <a:cubicBezTo>
                      <a:pt x="299" y="157"/>
                      <a:pt x="299" y="157"/>
                      <a:pt x="299" y="157"/>
                    </a:cubicBezTo>
                    <a:cubicBezTo>
                      <a:pt x="300" y="155"/>
                      <a:pt x="300" y="155"/>
                      <a:pt x="300" y="155"/>
                    </a:cubicBezTo>
                    <a:cubicBezTo>
                      <a:pt x="299" y="153"/>
                      <a:pt x="299" y="153"/>
                      <a:pt x="299" y="153"/>
                    </a:cubicBezTo>
                    <a:cubicBezTo>
                      <a:pt x="301" y="151"/>
                      <a:pt x="301" y="151"/>
                      <a:pt x="301" y="151"/>
                    </a:cubicBezTo>
                    <a:cubicBezTo>
                      <a:pt x="299" y="148"/>
                      <a:pt x="299" y="148"/>
                      <a:pt x="299" y="148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301" y="145"/>
                      <a:pt x="301" y="145"/>
                      <a:pt x="301" y="145"/>
                    </a:cubicBezTo>
                    <a:cubicBezTo>
                      <a:pt x="300" y="140"/>
                      <a:pt x="300" y="140"/>
                      <a:pt x="300" y="140"/>
                    </a:cubicBezTo>
                    <a:cubicBezTo>
                      <a:pt x="299" y="144"/>
                      <a:pt x="299" y="144"/>
                      <a:pt x="299" y="144"/>
                    </a:cubicBezTo>
                    <a:cubicBezTo>
                      <a:pt x="298" y="143"/>
                      <a:pt x="298" y="143"/>
                      <a:pt x="298" y="143"/>
                    </a:cubicBezTo>
                    <a:cubicBezTo>
                      <a:pt x="298" y="142"/>
                      <a:pt x="298" y="142"/>
                      <a:pt x="298" y="142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40"/>
                      <a:pt x="298" y="140"/>
                      <a:pt x="298" y="140"/>
                    </a:cubicBezTo>
                    <a:cubicBezTo>
                      <a:pt x="299" y="139"/>
                      <a:pt x="299" y="139"/>
                      <a:pt x="299" y="139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6"/>
                      <a:pt x="300" y="136"/>
                      <a:pt x="300" y="136"/>
                    </a:cubicBezTo>
                    <a:cubicBezTo>
                      <a:pt x="300" y="132"/>
                      <a:pt x="300" y="132"/>
                      <a:pt x="300" y="132"/>
                    </a:cubicBezTo>
                    <a:cubicBezTo>
                      <a:pt x="301" y="130"/>
                      <a:pt x="301" y="130"/>
                      <a:pt x="301" y="130"/>
                    </a:cubicBezTo>
                    <a:cubicBezTo>
                      <a:pt x="300" y="129"/>
                      <a:pt x="300" y="129"/>
                      <a:pt x="300" y="129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2" y="129"/>
                      <a:pt x="302" y="129"/>
                      <a:pt x="302" y="129"/>
                    </a:cubicBezTo>
                    <a:cubicBezTo>
                      <a:pt x="301" y="126"/>
                      <a:pt x="301" y="126"/>
                      <a:pt x="301" y="126"/>
                    </a:cubicBezTo>
                    <a:cubicBezTo>
                      <a:pt x="301" y="124"/>
                      <a:pt x="301" y="124"/>
                      <a:pt x="301" y="124"/>
                    </a:cubicBezTo>
                    <a:cubicBezTo>
                      <a:pt x="303" y="122"/>
                      <a:pt x="303" y="122"/>
                      <a:pt x="303" y="122"/>
                    </a:cubicBezTo>
                    <a:cubicBezTo>
                      <a:pt x="303" y="119"/>
                      <a:pt x="303" y="119"/>
                      <a:pt x="303" y="119"/>
                    </a:cubicBezTo>
                    <a:cubicBezTo>
                      <a:pt x="303" y="117"/>
                      <a:pt x="303" y="117"/>
                      <a:pt x="303" y="117"/>
                    </a:cubicBezTo>
                    <a:lnTo>
                      <a:pt x="301" y="117"/>
                    </a:lnTo>
                    <a:close/>
                    <a:moveTo>
                      <a:pt x="6" y="127"/>
                    </a:moveTo>
                    <a:cubicBezTo>
                      <a:pt x="5" y="125"/>
                      <a:pt x="5" y="125"/>
                      <a:pt x="5" y="125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7" y="127"/>
                      <a:pt x="7" y="127"/>
                      <a:pt x="7" y="127"/>
                    </a:cubicBezTo>
                    <a:lnTo>
                      <a:pt x="6" y="127"/>
                    </a:lnTo>
                    <a:close/>
                    <a:moveTo>
                      <a:pt x="215" y="248"/>
                    </a:move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0" y="247"/>
                      <a:pt x="210" y="247"/>
                      <a:pt x="210" y="247"/>
                    </a:cubicBezTo>
                    <a:cubicBezTo>
                      <a:pt x="213" y="246"/>
                      <a:pt x="213" y="246"/>
                      <a:pt x="213" y="246"/>
                    </a:cubicBezTo>
                    <a:cubicBezTo>
                      <a:pt x="215" y="247"/>
                      <a:pt x="215" y="247"/>
                      <a:pt x="215" y="247"/>
                    </a:cubicBezTo>
                    <a:lnTo>
                      <a:pt x="215" y="248"/>
                    </a:lnTo>
                    <a:close/>
                    <a:moveTo>
                      <a:pt x="217" y="251"/>
                    </a:move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lnTo>
                      <a:pt x="217" y="25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6" name="Freeform 6385">
                <a:extLst>
                  <a:ext uri="{FF2B5EF4-FFF2-40B4-BE49-F238E27FC236}">
                    <a16:creationId xmlns:a16="http://schemas.microsoft.com/office/drawing/2014/main" id="{120A9F1B-0424-42EE-BC33-219F30918A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2" y="3011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6 h 6"/>
                  <a:gd name="T4" fmla="*/ 5 w 5"/>
                  <a:gd name="T5" fmla="*/ 0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6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7" name="Freeform 6386">
                <a:extLst>
                  <a:ext uri="{FF2B5EF4-FFF2-40B4-BE49-F238E27FC236}">
                    <a16:creationId xmlns:a16="http://schemas.microsoft.com/office/drawing/2014/main" id="{C2808EDF-820C-444C-9921-87D1F87147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43" y="3162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3 w 3"/>
                  <a:gd name="T3" fmla="*/ 8 h 10"/>
                  <a:gd name="T4" fmla="*/ 3 w 3"/>
                  <a:gd name="T5" fmla="*/ 0 h 10"/>
                  <a:gd name="T6" fmla="*/ 0 w 3"/>
                  <a:gd name="T7" fmla="*/ 8 h 10"/>
                  <a:gd name="T8" fmla="*/ 1 w 3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3" y="8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8" name="Freeform 6387">
                <a:extLst>
                  <a:ext uri="{FF2B5EF4-FFF2-40B4-BE49-F238E27FC236}">
                    <a16:creationId xmlns:a16="http://schemas.microsoft.com/office/drawing/2014/main" id="{86BD9818-5E7A-4CF6-B7A2-EE0104C2B8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92" y="3425"/>
                <a:ext cx="26" cy="11"/>
              </a:xfrm>
              <a:custGeom>
                <a:avLst/>
                <a:gdLst>
                  <a:gd name="T0" fmla="*/ 21 w 26"/>
                  <a:gd name="T1" fmla="*/ 6 h 11"/>
                  <a:gd name="T2" fmla="*/ 22 w 26"/>
                  <a:gd name="T3" fmla="*/ 4 h 11"/>
                  <a:gd name="T4" fmla="*/ 19 w 26"/>
                  <a:gd name="T5" fmla="*/ 4 h 11"/>
                  <a:gd name="T6" fmla="*/ 19 w 26"/>
                  <a:gd name="T7" fmla="*/ 4 h 11"/>
                  <a:gd name="T8" fmla="*/ 19 w 26"/>
                  <a:gd name="T9" fmla="*/ 0 h 11"/>
                  <a:gd name="T10" fmla="*/ 15 w 26"/>
                  <a:gd name="T11" fmla="*/ 0 h 11"/>
                  <a:gd name="T12" fmla="*/ 13 w 26"/>
                  <a:gd name="T13" fmla="*/ 0 h 11"/>
                  <a:gd name="T14" fmla="*/ 6 w 26"/>
                  <a:gd name="T15" fmla="*/ 2 h 11"/>
                  <a:gd name="T16" fmla="*/ 0 w 26"/>
                  <a:gd name="T17" fmla="*/ 4 h 11"/>
                  <a:gd name="T18" fmla="*/ 0 w 26"/>
                  <a:gd name="T19" fmla="*/ 8 h 11"/>
                  <a:gd name="T20" fmla="*/ 4 w 26"/>
                  <a:gd name="T21" fmla="*/ 9 h 11"/>
                  <a:gd name="T22" fmla="*/ 7 w 26"/>
                  <a:gd name="T23" fmla="*/ 9 h 11"/>
                  <a:gd name="T24" fmla="*/ 7 w 26"/>
                  <a:gd name="T25" fmla="*/ 9 h 11"/>
                  <a:gd name="T26" fmla="*/ 11 w 26"/>
                  <a:gd name="T27" fmla="*/ 9 h 11"/>
                  <a:gd name="T28" fmla="*/ 11 w 26"/>
                  <a:gd name="T29" fmla="*/ 9 h 11"/>
                  <a:gd name="T30" fmla="*/ 13 w 26"/>
                  <a:gd name="T31" fmla="*/ 11 h 11"/>
                  <a:gd name="T32" fmla="*/ 15 w 26"/>
                  <a:gd name="T33" fmla="*/ 11 h 11"/>
                  <a:gd name="T34" fmla="*/ 15 w 26"/>
                  <a:gd name="T35" fmla="*/ 9 h 11"/>
                  <a:gd name="T36" fmla="*/ 17 w 26"/>
                  <a:gd name="T37" fmla="*/ 9 h 11"/>
                  <a:gd name="T38" fmla="*/ 19 w 26"/>
                  <a:gd name="T39" fmla="*/ 8 h 11"/>
                  <a:gd name="T40" fmla="*/ 22 w 26"/>
                  <a:gd name="T41" fmla="*/ 9 h 11"/>
                  <a:gd name="T42" fmla="*/ 26 w 26"/>
                  <a:gd name="T43" fmla="*/ 6 h 11"/>
                  <a:gd name="T44" fmla="*/ 22 w 26"/>
                  <a:gd name="T45" fmla="*/ 4 h 11"/>
                  <a:gd name="T46" fmla="*/ 21 w 26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21" y="6"/>
                    </a:moveTo>
                    <a:lnTo>
                      <a:pt x="22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6" y="6"/>
                    </a:lnTo>
                    <a:lnTo>
                      <a:pt x="22" y="4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49" name="Freeform 6388">
                <a:extLst>
                  <a:ext uri="{FF2B5EF4-FFF2-40B4-BE49-F238E27FC236}">
                    <a16:creationId xmlns:a16="http://schemas.microsoft.com/office/drawing/2014/main" id="{6132E794-D5B5-447E-8480-925B47FB84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62" y="3028"/>
                <a:ext cx="23" cy="13"/>
              </a:xfrm>
              <a:custGeom>
                <a:avLst/>
                <a:gdLst>
                  <a:gd name="T0" fmla="*/ 6 w 23"/>
                  <a:gd name="T1" fmla="*/ 9 h 13"/>
                  <a:gd name="T2" fmla="*/ 10 w 23"/>
                  <a:gd name="T3" fmla="*/ 9 h 13"/>
                  <a:gd name="T4" fmla="*/ 10 w 23"/>
                  <a:gd name="T5" fmla="*/ 11 h 13"/>
                  <a:gd name="T6" fmla="*/ 15 w 23"/>
                  <a:gd name="T7" fmla="*/ 13 h 13"/>
                  <a:gd name="T8" fmla="*/ 19 w 23"/>
                  <a:gd name="T9" fmla="*/ 7 h 13"/>
                  <a:gd name="T10" fmla="*/ 21 w 23"/>
                  <a:gd name="T11" fmla="*/ 7 h 13"/>
                  <a:gd name="T12" fmla="*/ 21 w 23"/>
                  <a:gd name="T13" fmla="*/ 6 h 13"/>
                  <a:gd name="T14" fmla="*/ 23 w 23"/>
                  <a:gd name="T15" fmla="*/ 4 h 13"/>
                  <a:gd name="T16" fmla="*/ 21 w 23"/>
                  <a:gd name="T17" fmla="*/ 2 h 13"/>
                  <a:gd name="T18" fmla="*/ 21 w 23"/>
                  <a:gd name="T19" fmla="*/ 0 h 13"/>
                  <a:gd name="T20" fmla="*/ 19 w 23"/>
                  <a:gd name="T21" fmla="*/ 0 h 13"/>
                  <a:gd name="T22" fmla="*/ 17 w 23"/>
                  <a:gd name="T23" fmla="*/ 2 h 13"/>
                  <a:gd name="T24" fmla="*/ 13 w 23"/>
                  <a:gd name="T25" fmla="*/ 2 h 13"/>
                  <a:gd name="T26" fmla="*/ 11 w 23"/>
                  <a:gd name="T27" fmla="*/ 2 h 13"/>
                  <a:gd name="T28" fmla="*/ 11 w 23"/>
                  <a:gd name="T29" fmla="*/ 2 h 13"/>
                  <a:gd name="T30" fmla="*/ 10 w 23"/>
                  <a:gd name="T31" fmla="*/ 2 h 13"/>
                  <a:gd name="T32" fmla="*/ 8 w 23"/>
                  <a:gd name="T33" fmla="*/ 2 h 13"/>
                  <a:gd name="T34" fmla="*/ 6 w 23"/>
                  <a:gd name="T35" fmla="*/ 0 h 13"/>
                  <a:gd name="T36" fmla="*/ 4 w 23"/>
                  <a:gd name="T37" fmla="*/ 0 h 13"/>
                  <a:gd name="T38" fmla="*/ 4 w 23"/>
                  <a:gd name="T39" fmla="*/ 0 h 13"/>
                  <a:gd name="T40" fmla="*/ 0 w 23"/>
                  <a:gd name="T41" fmla="*/ 2 h 13"/>
                  <a:gd name="T42" fmla="*/ 2 w 23"/>
                  <a:gd name="T43" fmla="*/ 4 h 13"/>
                  <a:gd name="T44" fmla="*/ 2 w 23"/>
                  <a:gd name="T45" fmla="*/ 4 h 13"/>
                  <a:gd name="T46" fmla="*/ 0 w 23"/>
                  <a:gd name="T47" fmla="*/ 4 h 13"/>
                  <a:gd name="T48" fmla="*/ 0 w 23"/>
                  <a:gd name="T49" fmla="*/ 7 h 13"/>
                  <a:gd name="T50" fmla="*/ 4 w 23"/>
                  <a:gd name="T51" fmla="*/ 9 h 13"/>
                  <a:gd name="T52" fmla="*/ 6 w 23"/>
                  <a:gd name="T5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13">
                    <a:moveTo>
                      <a:pt x="6" y="9"/>
                    </a:moveTo>
                    <a:lnTo>
                      <a:pt x="10" y="9"/>
                    </a:lnTo>
                    <a:lnTo>
                      <a:pt x="10" y="11"/>
                    </a:lnTo>
                    <a:lnTo>
                      <a:pt x="15" y="13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4" y="9"/>
                    </a:lnTo>
                    <a:lnTo>
                      <a:pt x="6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0" name="Freeform 6389">
                <a:extLst>
                  <a:ext uri="{FF2B5EF4-FFF2-40B4-BE49-F238E27FC236}">
                    <a16:creationId xmlns:a16="http://schemas.microsoft.com/office/drawing/2014/main" id="{72A222E9-470F-4458-B35E-AAD2004428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29" y="3570"/>
                <a:ext cx="145" cy="148"/>
              </a:xfrm>
              <a:custGeom>
                <a:avLst/>
                <a:gdLst>
                  <a:gd name="T0" fmla="*/ 140 w 145"/>
                  <a:gd name="T1" fmla="*/ 23 h 148"/>
                  <a:gd name="T2" fmla="*/ 145 w 145"/>
                  <a:gd name="T3" fmla="*/ 14 h 148"/>
                  <a:gd name="T4" fmla="*/ 142 w 145"/>
                  <a:gd name="T5" fmla="*/ 10 h 148"/>
                  <a:gd name="T6" fmla="*/ 140 w 145"/>
                  <a:gd name="T7" fmla="*/ 12 h 148"/>
                  <a:gd name="T8" fmla="*/ 138 w 145"/>
                  <a:gd name="T9" fmla="*/ 4 h 148"/>
                  <a:gd name="T10" fmla="*/ 128 w 145"/>
                  <a:gd name="T11" fmla="*/ 15 h 148"/>
                  <a:gd name="T12" fmla="*/ 128 w 145"/>
                  <a:gd name="T13" fmla="*/ 14 h 148"/>
                  <a:gd name="T14" fmla="*/ 130 w 145"/>
                  <a:gd name="T15" fmla="*/ 8 h 148"/>
                  <a:gd name="T16" fmla="*/ 127 w 145"/>
                  <a:gd name="T17" fmla="*/ 6 h 148"/>
                  <a:gd name="T18" fmla="*/ 121 w 145"/>
                  <a:gd name="T19" fmla="*/ 4 h 148"/>
                  <a:gd name="T20" fmla="*/ 112 w 145"/>
                  <a:gd name="T21" fmla="*/ 15 h 148"/>
                  <a:gd name="T22" fmla="*/ 104 w 145"/>
                  <a:gd name="T23" fmla="*/ 25 h 148"/>
                  <a:gd name="T24" fmla="*/ 97 w 145"/>
                  <a:gd name="T25" fmla="*/ 30 h 148"/>
                  <a:gd name="T26" fmla="*/ 93 w 145"/>
                  <a:gd name="T27" fmla="*/ 40 h 148"/>
                  <a:gd name="T28" fmla="*/ 82 w 145"/>
                  <a:gd name="T29" fmla="*/ 53 h 148"/>
                  <a:gd name="T30" fmla="*/ 73 w 145"/>
                  <a:gd name="T31" fmla="*/ 56 h 148"/>
                  <a:gd name="T32" fmla="*/ 54 w 145"/>
                  <a:gd name="T33" fmla="*/ 66 h 148"/>
                  <a:gd name="T34" fmla="*/ 48 w 145"/>
                  <a:gd name="T35" fmla="*/ 71 h 148"/>
                  <a:gd name="T36" fmla="*/ 37 w 145"/>
                  <a:gd name="T37" fmla="*/ 77 h 148"/>
                  <a:gd name="T38" fmla="*/ 30 w 145"/>
                  <a:gd name="T39" fmla="*/ 84 h 148"/>
                  <a:gd name="T40" fmla="*/ 24 w 145"/>
                  <a:gd name="T41" fmla="*/ 90 h 148"/>
                  <a:gd name="T42" fmla="*/ 17 w 145"/>
                  <a:gd name="T43" fmla="*/ 94 h 148"/>
                  <a:gd name="T44" fmla="*/ 13 w 145"/>
                  <a:gd name="T45" fmla="*/ 97 h 148"/>
                  <a:gd name="T46" fmla="*/ 7 w 145"/>
                  <a:gd name="T47" fmla="*/ 107 h 148"/>
                  <a:gd name="T48" fmla="*/ 6 w 145"/>
                  <a:gd name="T49" fmla="*/ 110 h 148"/>
                  <a:gd name="T50" fmla="*/ 11 w 145"/>
                  <a:gd name="T51" fmla="*/ 110 h 148"/>
                  <a:gd name="T52" fmla="*/ 4 w 145"/>
                  <a:gd name="T53" fmla="*/ 116 h 148"/>
                  <a:gd name="T54" fmla="*/ 9 w 145"/>
                  <a:gd name="T55" fmla="*/ 124 h 148"/>
                  <a:gd name="T56" fmla="*/ 13 w 145"/>
                  <a:gd name="T57" fmla="*/ 122 h 148"/>
                  <a:gd name="T58" fmla="*/ 17 w 145"/>
                  <a:gd name="T59" fmla="*/ 127 h 148"/>
                  <a:gd name="T60" fmla="*/ 22 w 145"/>
                  <a:gd name="T61" fmla="*/ 133 h 148"/>
                  <a:gd name="T62" fmla="*/ 19 w 145"/>
                  <a:gd name="T63" fmla="*/ 138 h 148"/>
                  <a:gd name="T64" fmla="*/ 9 w 145"/>
                  <a:gd name="T65" fmla="*/ 131 h 148"/>
                  <a:gd name="T66" fmla="*/ 6 w 145"/>
                  <a:gd name="T67" fmla="*/ 138 h 148"/>
                  <a:gd name="T68" fmla="*/ 4 w 145"/>
                  <a:gd name="T69" fmla="*/ 148 h 148"/>
                  <a:gd name="T70" fmla="*/ 9 w 145"/>
                  <a:gd name="T71" fmla="*/ 146 h 148"/>
                  <a:gd name="T72" fmla="*/ 17 w 145"/>
                  <a:gd name="T73" fmla="*/ 144 h 148"/>
                  <a:gd name="T74" fmla="*/ 19 w 145"/>
                  <a:gd name="T75" fmla="*/ 140 h 148"/>
                  <a:gd name="T76" fmla="*/ 24 w 145"/>
                  <a:gd name="T77" fmla="*/ 137 h 148"/>
                  <a:gd name="T78" fmla="*/ 34 w 145"/>
                  <a:gd name="T79" fmla="*/ 137 h 148"/>
                  <a:gd name="T80" fmla="*/ 50 w 145"/>
                  <a:gd name="T81" fmla="*/ 125 h 148"/>
                  <a:gd name="T82" fmla="*/ 61 w 145"/>
                  <a:gd name="T83" fmla="*/ 120 h 148"/>
                  <a:gd name="T84" fmla="*/ 63 w 145"/>
                  <a:gd name="T85" fmla="*/ 114 h 148"/>
                  <a:gd name="T86" fmla="*/ 73 w 145"/>
                  <a:gd name="T87" fmla="*/ 99 h 148"/>
                  <a:gd name="T88" fmla="*/ 80 w 145"/>
                  <a:gd name="T89" fmla="*/ 88 h 148"/>
                  <a:gd name="T90" fmla="*/ 86 w 145"/>
                  <a:gd name="T91" fmla="*/ 81 h 148"/>
                  <a:gd name="T92" fmla="*/ 91 w 145"/>
                  <a:gd name="T93" fmla="*/ 79 h 148"/>
                  <a:gd name="T94" fmla="*/ 97 w 145"/>
                  <a:gd name="T95" fmla="*/ 77 h 148"/>
                  <a:gd name="T96" fmla="*/ 106 w 145"/>
                  <a:gd name="T97" fmla="*/ 77 h 148"/>
                  <a:gd name="T98" fmla="*/ 108 w 145"/>
                  <a:gd name="T99" fmla="*/ 69 h 148"/>
                  <a:gd name="T100" fmla="*/ 114 w 145"/>
                  <a:gd name="T101" fmla="*/ 60 h 148"/>
                  <a:gd name="T102" fmla="*/ 123 w 145"/>
                  <a:gd name="T103" fmla="*/ 49 h 148"/>
                  <a:gd name="T104" fmla="*/ 132 w 145"/>
                  <a:gd name="T105" fmla="*/ 42 h 148"/>
                  <a:gd name="T106" fmla="*/ 140 w 145"/>
                  <a:gd name="T107" fmla="*/ 3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148">
                    <a:moveTo>
                      <a:pt x="140" y="28"/>
                    </a:moveTo>
                    <a:lnTo>
                      <a:pt x="140" y="25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5" y="15"/>
                    </a:lnTo>
                    <a:lnTo>
                      <a:pt x="143" y="15"/>
                    </a:lnTo>
                    <a:lnTo>
                      <a:pt x="145" y="14"/>
                    </a:lnTo>
                    <a:lnTo>
                      <a:pt x="143" y="14"/>
                    </a:lnTo>
                    <a:lnTo>
                      <a:pt x="143" y="12"/>
                    </a:lnTo>
                    <a:lnTo>
                      <a:pt x="142" y="12"/>
                    </a:lnTo>
                    <a:lnTo>
                      <a:pt x="142" y="10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40" y="12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3" y="6"/>
                    </a:lnTo>
                    <a:lnTo>
                      <a:pt x="138" y="4"/>
                    </a:lnTo>
                    <a:lnTo>
                      <a:pt x="136" y="8"/>
                    </a:lnTo>
                    <a:lnTo>
                      <a:pt x="136" y="10"/>
                    </a:lnTo>
                    <a:lnTo>
                      <a:pt x="136" y="12"/>
                    </a:lnTo>
                    <a:lnTo>
                      <a:pt x="128" y="15"/>
                    </a:lnTo>
                    <a:lnTo>
                      <a:pt x="130" y="15"/>
                    </a:lnTo>
                    <a:lnTo>
                      <a:pt x="130" y="17"/>
                    </a:lnTo>
                    <a:lnTo>
                      <a:pt x="128" y="17"/>
                    </a:lnTo>
                    <a:lnTo>
                      <a:pt x="128" y="14"/>
                    </a:lnTo>
                    <a:lnTo>
                      <a:pt x="128" y="14"/>
                    </a:lnTo>
                    <a:lnTo>
                      <a:pt x="130" y="12"/>
                    </a:lnTo>
                    <a:lnTo>
                      <a:pt x="130" y="10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28" y="6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8" y="2"/>
                    </a:lnTo>
                    <a:lnTo>
                      <a:pt x="125" y="0"/>
                    </a:lnTo>
                    <a:lnTo>
                      <a:pt x="121" y="4"/>
                    </a:lnTo>
                    <a:lnTo>
                      <a:pt x="119" y="4"/>
                    </a:lnTo>
                    <a:lnTo>
                      <a:pt x="115" y="6"/>
                    </a:lnTo>
                    <a:lnTo>
                      <a:pt x="115" y="10"/>
                    </a:lnTo>
                    <a:lnTo>
                      <a:pt x="112" y="15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06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1" y="27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5" y="34"/>
                    </a:lnTo>
                    <a:lnTo>
                      <a:pt x="93" y="36"/>
                    </a:lnTo>
                    <a:lnTo>
                      <a:pt x="93" y="40"/>
                    </a:lnTo>
                    <a:lnTo>
                      <a:pt x="91" y="42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2" y="53"/>
                    </a:lnTo>
                    <a:lnTo>
                      <a:pt x="78" y="53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73" y="56"/>
                    </a:lnTo>
                    <a:lnTo>
                      <a:pt x="67" y="58"/>
                    </a:lnTo>
                    <a:lnTo>
                      <a:pt x="61" y="62"/>
                    </a:lnTo>
                    <a:lnTo>
                      <a:pt x="60" y="64"/>
                    </a:lnTo>
                    <a:lnTo>
                      <a:pt x="54" y="66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2" y="69"/>
                    </a:lnTo>
                    <a:lnTo>
                      <a:pt x="48" y="71"/>
                    </a:lnTo>
                    <a:lnTo>
                      <a:pt x="47" y="69"/>
                    </a:lnTo>
                    <a:lnTo>
                      <a:pt x="45" y="71"/>
                    </a:lnTo>
                    <a:lnTo>
                      <a:pt x="39" y="75"/>
                    </a:lnTo>
                    <a:lnTo>
                      <a:pt x="37" y="77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0" y="83"/>
                    </a:lnTo>
                    <a:lnTo>
                      <a:pt x="30" y="84"/>
                    </a:lnTo>
                    <a:lnTo>
                      <a:pt x="28" y="83"/>
                    </a:lnTo>
                    <a:lnTo>
                      <a:pt x="26" y="84"/>
                    </a:lnTo>
                    <a:lnTo>
                      <a:pt x="24" y="86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2" y="88"/>
                    </a:lnTo>
                    <a:lnTo>
                      <a:pt x="19" y="94"/>
                    </a:lnTo>
                    <a:lnTo>
                      <a:pt x="17" y="94"/>
                    </a:lnTo>
                    <a:lnTo>
                      <a:pt x="15" y="96"/>
                    </a:lnTo>
                    <a:lnTo>
                      <a:pt x="15" y="99"/>
                    </a:lnTo>
                    <a:lnTo>
                      <a:pt x="15" y="99"/>
                    </a:lnTo>
                    <a:lnTo>
                      <a:pt x="13" y="97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7" y="105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2" y="109"/>
                    </a:lnTo>
                    <a:lnTo>
                      <a:pt x="4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7" y="109"/>
                    </a:lnTo>
                    <a:lnTo>
                      <a:pt x="9" y="110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6" y="110"/>
                    </a:lnTo>
                    <a:lnTo>
                      <a:pt x="0" y="116"/>
                    </a:lnTo>
                    <a:lnTo>
                      <a:pt x="4" y="116"/>
                    </a:lnTo>
                    <a:lnTo>
                      <a:pt x="2" y="120"/>
                    </a:lnTo>
                    <a:lnTo>
                      <a:pt x="4" y="122"/>
                    </a:lnTo>
                    <a:lnTo>
                      <a:pt x="6" y="124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13" y="124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5" y="124"/>
                    </a:lnTo>
                    <a:lnTo>
                      <a:pt x="15" y="124"/>
                    </a:lnTo>
                    <a:lnTo>
                      <a:pt x="15" y="125"/>
                    </a:lnTo>
                    <a:lnTo>
                      <a:pt x="17" y="127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31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7" y="135"/>
                    </a:lnTo>
                    <a:lnTo>
                      <a:pt x="13" y="131"/>
                    </a:lnTo>
                    <a:lnTo>
                      <a:pt x="9" y="131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6" y="138"/>
                    </a:lnTo>
                    <a:lnTo>
                      <a:pt x="6" y="140"/>
                    </a:lnTo>
                    <a:lnTo>
                      <a:pt x="6" y="142"/>
                    </a:lnTo>
                    <a:lnTo>
                      <a:pt x="2" y="144"/>
                    </a:lnTo>
                    <a:lnTo>
                      <a:pt x="4" y="148"/>
                    </a:lnTo>
                    <a:lnTo>
                      <a:pt x="6" y="148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9" y="146"/>
                    </a:lnTo>
                    <a:lnTo>
                      <a:pt x="11" y="146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7" y="144"/>
                    </a:lnTo>
                    <a:lnTo>
                      <a:pt x="19" y="142"/>
                    </a:lnTo>
                    <a:lnTo>
                      <a:pt x="19" y="140"/>
                    </a:lnTo>
                    <a:lnTo>
                      <a:pt x="17" y="140"/>
                    </a:lnTo>
                    <a:lnTo>
                      <a:pt x="19" y="140"/>
                    </a:lnTo>
                    <a:lnTo>
                      <a:pt x="19" y="138"/>
                    </a:lnTo>
                    <a:lnTo>
                      <a:pt x="22" y="140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6" y="137"/>
                    </a:lnTo>
                    <a:lnTo>
                      <a:pt x="26" y="137"/>
                    </a:lnTo>
                    <a:lnTo>
                      <a:pt x="30" y="137"/>
                    </a:lnTo>
                    <a:lnTo>
                      <a:pt x="34" y="137"/>
                    </a:lnTo>
                    <a:lnTo>
                      <a:pt x="39" y="135"/>
                    </a:lnTo>
                    <a:lnTo>
                      <a:pt x="43" y="131"/>
                    </a:lnTo>
                    <a:lnTo>
                      <a:pt x="48" y="129"/>
                    </a:lnTo>
                    <a:lnTo>
                      <a:pt x="50" y="125"/>
                    </a:lnTo>
                    <a:lnTo>
                      <a:pt x="52" y="124"/>
                    </a:lnTo>
                    <a:lnTo>
                      <a:pt x="56" y="122"/>
                    </a:lnTo>
                    <a:lnTo>
                      <a:pt x="60" y="122"/>
                    </a:lnTo>
                    <a:lnTo>
                      <a:pt x="61" y="120"/>
                    </a:lnTo>
                    <a:lnTo>
                      <a:pt x="60" y="118"/>
                    </a:lnTo>
                    <a:lnTo>
                      <a:pt x="61" y="116"/>
                    </a:lnTo>
                    <a:lnTo>
                      <a:pt x="60" y="116"/>
                    </a:lnTo>
                    <a:lnTo>
                      <a:pt x="63" y="114"/>
                    </a:lnTo>
                    <a:lnTo>
                      <a:pt x="65" y="110"/>
                    </a:lnTo>
                    <a:lnTo>
                      <a:pt x="65" y="107"/>
                    </a:lnTo>
                    <a:lnTo>
                      <a:pt x="67" y="105"/>
                    </a:lnTo>
                    <a:lnTo>
                      <a:pt x="73" y="99"/>
                    </a:lnTo>
                    <a:lnTo>
                      <a:pt x="74" y="97"/>
                    </a:lnTo>
                    <a:lnTo>
                      <a:pt x="76" y="94"/>
                    </a:lnTo>
                    <a:lnTo>
                      <a:pt x="78" y="90"/>
                    </a:lnTo>
                    <a:lnTo>
                      <a:pt x="80" y="88"/>
                    </a:lnTo>
                    <a:lnTo>
                      <a:pt x="80" y="86"/>
                    </a:lnTo>
                    <a:lnTo>
                      <a:pt x="82" y="83"/>
                    </a:lnTo>
                    <a:lnTo>
                      <a:pt x="84" y="83"/>
                    </a:lnTo>
                    <a:lnTo>
                      <a:pt x="86" y="81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79"/>
                    </a:lnTo>
                    <a:lnTo>
                      <a:pt x="91" y="79"/>
                    </a:lnTo>
                    <a:lnTo>
                      <a:pt x="93" y="79"/>
                    </a:lnTo>
                    <a:lnTo>
                      <a:pt x="95" y="77"/>
                    </a:lnTo>
                    <a:lnTo>
                      <a:pt x="97" y="77"/>
                    </a:lnTo>
                    <a:lnTo>
                      <a:pt x="97" y="77"/>
                    </a:lnTo>
                    <a:lnTo>
                      <a:pt x="102" y="77"/>
                    </a:lnTo>
                    <a:lnTo>
                      <a:pt x="104" y="77"/>
                    </a:lnTo>
                    <a:lnTo>
                      <a:pt x="106" y="77"/>
                    </a:lnTo>
                    <a:lnTo>
                      <a:pt x="106" y="77"/>
                    </a:lnTo>
                    <a:lnTo>
                      <a:pt x="110" y="77"/>
                    </a:lnTo>
                    <a:lnTo>
                      <a:pt x="110" y="71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6"/>
                    </a:lnTo>
                    <a:lnTo>
                      <a:pt x="108" y="62"/>
                    </a:lnTo>
                    <a:lnTo>
                      <a:pt x="114" y="60"/>
                    </a:lnTo>
                    <a:lnTo>
                      <a:pt x="117" y="56"/>
                    </a:lnTo>
                    <a:lnTo>
                      <a:pt x="119" y="56"/>
                    </a:lnTo>
                    <a:lnTo>
                      <a:pt x="121" y="53"/>
                    </a:lnTo>
                    <a:lnTo>
                      <a:pt x="123" y="49"/>
                    </a:lnTo>
                    <a:lnTo>
                      <a:pt x="125" y="47"/>
                    </a:lnTo>
                    <a:lnTo>
                      <a:pt x="128" y="47"/>
                    </a:lnTo>
                    <a:lnTo>
                      <a:pt x="127" y="45"/>
                    </a:lnTo>
                    <a:lnTo>
                      <a:pt x="132" y="42"/>
                    </a:lnTo>
                    <a:lnTo>
                      <a:pt x="132" y="40"/>
                    </a:lnTo>
                    <a:lnTo>
                      <a:pt x="140" y="34"/>
                    </a:lnTo>
                    <a:lnTo>
                      <a:pt x="143" y="30"/>
                    </a:lnTo>
                    <a:lnTo>
                      <a:pt x="140" y="30"/>
                    </a:lnTo>
                    <a:lnTo>
                      <a:pt x="140" y="2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1" name="Freeform 6390">
                <a:extLst>
                  <a:ext uri="{FF2B5EF4-FFF2-40B4-BE49-F238E27FC236}">
                    <a16:creationId xmlns:a16="http://schemas.microsoft.com/office/drawing/2014/main" id="{DDD5E52C-1644-4AB9-85C6-9974E3DBF700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5874" y="3434"/>
                <a:ext cx="82" cy="164"/>
              </a:xfrm>
              <a:custGeom>
                <a:avLst/>
                <a:gdLst>
                  <a:gd name="T0" fmla="*/ 73 w 82"/>
                  <a:gd name="T1" fmla="*/ 77 h 164"/>
                  <a:gd name="T2" fmla="*/ 60 w 82"/>
                  <a:gd name="T3" fmla="*/ 86 h 164"/>
                  <a:gd name="T4" fmla="*/ 50 w 82"/>
                  <a:gd name="T5" fmla="*/ 77 h 164"/>
                  <a:gd name="T6" fmla="*/ 49 w 82"/>
                  <a:gd name="T7" fmla="*/ 66 h 164"/>
                  <a:gd name="T8" fmla="*/ 49 w 82"/>
                  <a:gd name="T9" fmla="*/ 58 h 164"/>
                  <a:gd name="T10" fmla="*/ 47 w 82"/>
                  <a:gd name="T11" fmla="*/ 53 h 164"/>
                  <a:gd name="T12" fmla="*/ 47 w 82"/>
                  <a:gd name="T13" fmla="*/ 47 h 164"/>
                  <a:gd name="T14" fmla="*/ 45 w 82"/>
                  <a:gd name="T15" fmla="*/ 53 h 164"/>
                  <a:gd name="T16" fmla="*/ 41 w 82"/>
                  <a:gd name="T17" fmla="*/ 53 h 164"/>
                  <a:gd name="T18" fmla="*/ 43 w 82"/>
                  <a:gd name="T19" fmla="*/ 60 h 164"/>
                  <a:gd name="T20" fmla="*/ 36 w 82"/>
                  <a:gd name="T21" fmla="*/ 60 h 164"/>
                  <a:gd name="T22" fmla="*/ 34 w 82"/>
                  <a:gd name="T23" fmla="*/ 54 h 164"/>
                  <a:gd name="T24" fmla="*/ 37 w 82"/>
                  <a:gd name="T25" fmla="*/ 47 h 164"/>
                  <a:gd name="T26" fmla="*/ 36 w 82"/>
                  <a:gd name="T27" fmla="*/ 40 h 164"/>
                  <a:gd name="T28" fmla="*/ 41 w 82"/>
                  <a:gd name="T29" fmla="*/ 30 h 164"/>
                  <a:gd name="T30" fmla="*/ 34 w 82"/>
                  <a:gd name="T31" fmla="*/ 23 h 164"/>
                  <a:gd name="T32" fmla="*/ 34 w 82"/>
                  <a:gd name="T33" fmla="*/ 15 h 164"/>
                  <a:gd name="T34" fmla="*/ 30 w 82"/>
                  <a:gd name="T35" fmla="*/ 10 h 164"/>
                  <a:gd name="T36" fmla="*/ 24 w 82"/>
                  <a:gd name="T37" fmla="*/ 10 h 164"/>
                  <a:gd name="T38" fmla="*/ 23 w 82"/>
                  <a:gd name="T39" fmla="*/ 0 h 164"/>
                  <a:gd name="T40" fmla="*/ 17 w 82"/>
                  <a:gd name="T41" fmla="*/ 6 h 164"/>
                  <a:gd name="T42" fmla="*/ 21 w 82"/>
                  <a:gd name="T43" fmla="*/ 19 h 164"/>
                  <a:gd name="T44" fmla="*/ 21 w 82"/>
                  <a:gd name="T45" fmla="*/ 30 h 164"/>
                  <a:gd name="T46" fmla="*/ 24 w 82"/>
                  <a:gd name="T47" fmla="*/ 43 h 164"/>
                  <a:gd name="T48" fmla="*/ 24 w 82"/>
                  <a:gd name="T49" fmla="*/ 58 h 164"/>
                  <a:gd name="T50" fmla="*/ 30 w 82"/>
                  <a:gd name="T51" fmla="*/ 64 h 164"/>
                  <a:gd name="T52" fmla="*/ 28 w 82"/>
                  <a:gd name="T53" fmla="*/ 69 h 164"/>
                  <a:gd name="T54" fmla="*/ 26 w 82"/>
                  <a:gd name="T55" fmla="*/ 79 h 164"/>
                  <a:gd name="T56" fmla="*/ 24 w 82"/>
                  <a:gd name="T57" fmla="*/ 86 h 164"/>
                  <a:gd name="T58" fmla="*/ 19 w 82"/>
                  <a:gd name="T59" fmla="*/ 101 h 164"/>
                  <a:gd name="T60" fmla="*/ 13 w 82"/>
                  <a:gd name="T61" fmla="*/ 103 h 164"/>
                  <a:gd name="T62" fmla="*/ 2 w 82"/>
                  <a:gd name="T63" fmla="*/ 112 h 164"/>
                  <a:gd name="T64" fmla="*/ 11 w 82"/>
                  <a:gd name="T65" fmla="*/ 125 h 164"/>
                  <a:gd name="T66" fmla="*/ 17 w 82"/>
                  <a:gd name="T67" fmla="*/ 133 h 164"/>
                  <a:gd name="T68" fmla="*/ 10 w 82"/>
                  <a:gd name="T69" fmla="*/ 146 h 164"/>
                  <a:gd name="T70" fmla="*/ 0 w 82"/>
                  <a:gd name="T71" fmla="*/ 157 h 164"/>
                  <a:gd name="T72" fmla="*/ 8 w 82"/>
                  <a:gd name="T73" fmla="*/ 161 h 164"/>
                  <a:gd name="T74" fmla="*/ 11 w 82"/>
                  <a:gd name="T75" fmla="*/ 164 h 164"/>
                  <a:gd name="T76" fmla="*/ 30 w 82"/>
                  <a:gd name="T77" fmla="*/ 148 h 164"/>
                  <a:gd name="T78" fmla="*/ 39 w 82"/>
                  <a:gd name="T79" fmla="*/ 138 h 164"/>
                  <a:gd name="T80" fmla="*/ 45 w 82"/>
                  <a:gd name="T81" fmla="*/ 129 h 164"/>
                  <a:gd name="T82" fmla="*/ 47 w 82"/>
                  <a:gd name="T83" fmla="*/ 120 h 164"/>
                  <a:gd name="T84" fmla="*/ 60 w 82"/>
                  <a:gd name="T85" fmla="*/ 112 h 164"/>
                  <a:gd name="T86" fmla="*/ 64 w 82"/>
                  <a:gd name="T87" fmla="*/ 114 h 164"/>
                  <a:gd name="T88" fmla="*/ 65 w 82"/>
                  <a:gd name="T89" fmla="*/ 105 h 164"/>
                  <a:gd name="T90" fmla="*/ 71 w 82"/>
                  <a:gd name="T91" fmla="*/ 103 h 164"/>
                  <a:gd name="T92" fmla="*/ 78 w 82"/>
                  <a:gd name="T93" fmla="*/ 86 h 164"/>
                  <a:gd name="T94" fmla="*/ 28 w 82"/>
                  <a:gd name="T95" fmla="*/ 51 h 164"/>
                  <a:gd name="T96" fmla="*/ 28 w 82"/>
                  <a:gd name="T97" fmla="*/ 51 h 164"/>
                  <a:gd name="T98" fmla="*/ 43 w 82"/>
                  <a:gd name="T99" fmla="*/ 66 h 164"/>
                  <a:gd name="T100" fmla="*/ 41 w 82"/>
                  <a:gd name="T101" fmla="*/ 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2" h="164">
                    <a:moveTo>
                      <a:pt x="77" y="81"/>
                    </a:moveTo>
                    <a:lnTo>
                      <a:pt x="77" y="81"/>
                    </a:lnTo>
                    <a:lnTo>
                      <a:pt x="78" y="79"/>
                    </a:lnTo>
                    <a:lnTo>
                      <a:pt x="73" y="77"/>
                    </a:lnTo>
                    <a:lnTo>
                      <a:pt x="69" y="79"/>
                    </a:lnTo>
                    <a:lnTo>
                      <a:pt x="65" y="84"/>
                    </a:lnTo>
                    <a:lnTo>
                      <a:pt x="62" y="84"/>
                    </a:lnTo>
                    <a:lnTo>
                      <a:pt x="60" y="86"/>
                    </a:lnTo>
                    <a:lnTo>
                      <a:pt x="58" y="84"/>
                    </a:lnTo>
                    <a:lnTo>
                      <a:pt x="52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0" y="71"/>
                    </a:lnTo>
                    <a:lnTo>
                      <a:pt x="49" y="66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9" y="60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47" y="53"/>
                    </a:lnTo>
                    <a:lnTo>
                      <a:pt x="49" y="51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7" y="47"/>
                    </a:lnTo>
                    <a:lnTo>
                      <a:pt x="47" y="41"/>
                    </a:lnTo>
                    <a:lnTo>
                      <a:pt x="43" y="49"/>
                    </a:lnTo>
                    <a:lnTo>
                      <a:pt x="45" y="53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5" y="47"/>
                    </a:lnTo>
                    <a:lnTo>
                      <a:pt x="39" y="49"/>
                    </a:lnTo>
                    <a:lnTo>
                      <a:pt x="41" y="53"/>
                    </a:lnTo>
                    <a:lnTo>
                      <a:pt x="39" y="54"/>
                    </a:lnTo>
                    <a:lnTo>
                      <a:pt x="43" y="56"/>
                    </a:lnTo>
                    <a:lnTo>
                      <a:pt x="43" y="58"/>
                    </a:lnTo>
                    <a:lnTo>
                      <a:pt x="43" y="60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56"/>
                    </a:lnTo>
                    <a:lnTo>
                      <a:pt x="34" y="54"/>
                    </a:lnTo>
                    <a:lnTo>
                      <a:pt x="36" y="53"/>
                    </a:lnTo>
                    <a:lnTo>
                      <a:pt x="37" y="53"/>
                    </a:lnTo>
                    <a:lnTo>
                      <a:pt x="39" y="49"/>
                    </a:lnTo>
                    <a:lnTo>
                      <a:pt x="37" y="47"/>
                    </a:lnTo>
                    <a:lnTo>
                      <a:pt x="37" y="45"/>
                    </a:lnTo>
                    <a:lnTo>
                      <a:pt x="37" y="43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1" y="34"/>
                    </a:lnTo>
                    <a:lnTo>
                      <a:pt x="41" y="30"/>
                    </a:lnTo>
                    <a:lnTo>
                      <a:pt x="39" y="27"/>
                    </a:lnTo>
                    <a:lnTo>
                      <a:pt x="39" y="23"/>
                    </a:lnTo>
                    <a:lnTo>
                      <a:pt x="34" y="25"/>
                    </a:lnTo>
                    <a:lnTo>
                      <a:pt x="34" y="23"/>
                    </a:lnTo>
                    <a:lnTo>
                      <a:pt x="36" y="23"/>
                    </a:lnTo>
                    <a:lnTo>
                      <a:pt x="32" y="21"/>
                    </a:lnTo>
                    <a:lnTo>
                      <a:pt x="36" y="19"/>
                    </a:lnTo>
                    <a:lnTo>
                      <a:pt x="34" y="15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3" y="8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7" y="6"/>
                    </a:lnTo>
                    <a:lnTo>
                      <a:pt x="21" y="13"/>
                    </a:lnTo>
                    <a:lnTo>
                      <a:pt x="21" y="15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9" y="28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3" y="34"/>
                    </a:lnTo>
                    <a:lnTo>
                      <a:pt x="24" y="38"/>
                    </a:lnTo>
                    <a:lnTo>
                      <a:pt x="24" y="43"/>
                    </a:lnTo>
                    <a:lnTo>
                      <a:pt x="24" y="47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8"/>
                    </a:lnTo>
                    <a:lnTo>
                      <a:pt x="26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28" y="68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26" y="77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8" y="81"/>
                    </a:lnTo>
                    <a:lnTo>
                      <a:pt x="26" y="81"/>
                    </a:lnTo>
                    <a:lnTo>
                      <a:pt x="24" y="84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3" y="86"/>
                    </a:lnTo>
                    <a:lnTo>
                      <a:pt x="21" y="90"/>
                    </a:lnTo>
                    <a:lnTo>
                      <a:pt x="19" y="101"/>
                    </a:lnTo>
                    <a:lnTo>
                      <a:pt x="19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3" y="103"/>
                    </a:lnTo>
                    <a:lnTo>
                      <a:pt x="11" y="103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2"/>
                    </a:lnTo>
                    <a:lnTo>
                      <a:pt x="2" y="116"/>
                    </a:lnTo>
                    <a:lnTo>
                      <a:pt x="6" y="120"/>
                    </a:lnTo>
                    <a:lnTo>
                      <a:pt x="10" y="122"/>
                    </a:lnTo>
                    <a:lnTo>
                      <a:pt x="11" y="125"/>
                    </a:lnTo>
                    <a:lnTo>
                      <a:pt x="15" y="125"/>
                    </a:lnTo>
                    <a:lnTo>
                      <a:pt x="15" y="127"/>
                    </a:lnTo>
                    <a:lnTo>
                      <a:pt x="17" y="133"/>
                    </a:lnTo>
                    <a:lnTo>
                      <a:pt x="17" y="133"/>
                    </a:lnTo>
                    <a:lnTo>
                      <a:pt x="15" y="133"/>
                    </a:lnTo>
                    <a:lnTo>
                      <a:pt x="15" y="136"/>
                    </a:lnTo>
                    <a:lnTo>
                      <a:pt x="15" y="138"/>
                    </a:lnTo>
                    <a:lnTo>
                      <a:pt x="10" y="146"/>
                    </a:lnTo>
                    <a:lnTo>
                      <a:pt x="6" y="150"/>
                    </a:lnTo>
                    <a:lnTo>
                      <a:pt x="2" y="153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4" y="159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8" y="163"/>
                    </a:lnTo>
                    <a:lnTo>
                      <a:pt x="8" y="164"/>
                    </a:lnTo>
                    <a:lnTo>
                      <a:pt x="11" y="164"/>
                    </a:lnTo>
                    <a:lnTo>
                      <a:pt x="17" y="161"/>
                    </a:lnTo>
                    <a:lnTo>
                      <a:pt x="21" y="157"/>
                    </a:lnTo>
                    <a:lnTo>
                      <a:pt x="26" y="153"/>
                    </a:lnTo>
                    <a:lnTo>
                      <a:pt x="30" y="148"/>
                    </a:lnTo>
                    <a:lnTo>
                      <a:pt x="34" y="142"/>
                    </a:lnTo>
                    <a:lnTo>
                      <a:pt x="36" y="140"/>
                    </a:lnTo>
                    <a:lnTo>
                      <a:pt x="37" y="140"/>
                    </a:lnTo>
                    <a:lnTo>
                      <a:pt x="39" y="138"/>
                    </a:lnTo>
                    <a:lnTo>
                      <a:pt x="39" y="136"/>
                    </a:lnTo>
                    <a:lnTo>
                      <a:pt x="41" y="136"/>
                    </a:lnTo>
                    <a:lnTo>
                      <a:pt x="43" y="135"/>
                    </a:lnTo>
                    <a:lnTo>
                      <a:pt x="45" y="129"/>
                    </a:lnTo>
                    <a:lnTo>
                      <a:pt x="49" y="125"/>
                    </a:lnTo>
                    <a:lnTo>
                      <a:pt x="49" y="123"/>
                    </a:lnTo>
                    <a:lnTo>
                      <a:pt x="50" y="122"/>
                    </a:lnTo>
                    <a:lnTo>
                      <a:pt x="47" y="120"/>
                    </a:lnTo>
                    <a:lnTo>
                      <a:pt x="47" y="120"/>
                    </a:lnTo>
                    <a:lnTo>
                      <a:pt x="52" y="112"/>
                    </a:lnTo>
                    <a:lnTo>
                      <a:pt x="54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0" y="118"/>
                    </a:lnTo>
                    <a:lnTo>
                      <a:pt x="64" y="114"/>
                    </a:lnTo>
                    <a:lnTo>
                      <a:pt x="67" y="112"/>
                    </a:lnTo>
                    <a:lnTo>
                      <a:pt x="64" y="110"/>
                    </a:lnTo>
                    <a:lnTo>
                      <a:pt x="64" y="109"/>
                    </a:lnTo>
                    <a:lnTo>
                      <a:pt x="65" y="105"/>
                    </a:lnTo>
                    <a:lnTo>
                      <a:pt x="65" y="103"/>
                    </a:lnTo>
                    <a:lnTo>
                      <a:pt x="67" y="103"/>
                    </a:lnTo>
                    <a:lnTo>
                      <a:pt x="69" y="105"/>
                    </a:lnTo>
                    <a:lnTo>
                      <a:pt x="71" y="103"/>
                    </a:lnTo>
                    <a:lnTo>
                      <a:pt x="77" y="94"/>
                    </a:lnTo>
                    <a:lnTo>
                      <a:pt x="77" y="90"/>
                    </a:lnTo>
                    <a:lnTo>
                      <a:pt x="77" y="88"/>
                    </a:lnTo>
                    <a:lnTo>
                      <a:pt x="78" y="86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7" y="81"/>
                    </a:lnTo>
                    <a:close/>
                    <a:moveTo>
                      <a:pt x="28" y="51"/>
                    </a:moveTo>
                    <a:lnTo>
                      <a:pt x="28" y="53"/>
                    </a:lnTo>
                    <a:lnTo>
                      <a:pt x="26" y="53"/>
                    </a:lnTo>
                    <a:lnTo>
                      <a:pt x="24" y="53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49"/>
                    </a:lnTo>
                    <a:lnTo>
                      <a:pt x="28" y="51"/>
                    </a:lnTo>
                    <a:close/>
                    <a:moveTo>
                      <a:pt x="43" y="66"/>
                    </a:moveTo>
                    <a:lnTo>
                      <a:pt x="41" y="68"/>
                    </a:lnTo>
                    <a:lnTo>
                      <a:pt x="41" y="66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6"/>
                    </a:lnTo>
                    <a:lnTo>
                      <a:pt x="43" y="6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2" name="Freeform 6391">
                <a:extLst>
                  <a:ext uri="{FF2B5EF4-FFF2-40B4-BE49-F238E27FC236}">
                    <a16:creationId xmlns:a16="http://schemas.microsoft.com/office/drawing/2014/main" id="{F1A8B17D-06F2-4CC5-8BA9-4D75D08144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73" y="3792"/>
                <a:ext cx="11" cy="12"/>
              </a:xfrm>
              <a:custGeom>
                <a:avLst/>
                <a:gdLst>
                  <a:gd name="T0" fmla="*/ 0 w 11"/>
                  <a:gd name="T1" fmla="*/ 8 h 12"/>
                  <a:gd name="T2" fmla="*/ 2 w 11"/>
                  <a:gd name="T3" fmla="*/ 12 h 12"/>
                  <a:gd name="T4" fmla="*/ 6 w 11"/>
                  <a:gd name="T5" fmla="*/ 10 h 12"/>
                  <a:gd name="T6" fmla="*/ 8 w 11"/>
                  <a:gd name="T7" fmla="*/ 12 h 12"/>
                  <a:gd name="T8" fmla="*/ 9 w 11"/>
                  <a:gd name="T9" fmla="*/ 8 h 12"/>
                  <a:gd name="T10" fmla="*/ 8 w 11"/>
                  <a:gd name="T11" fmla="*/ 6 h 12"/>
                  <a:gd name="T12" fmla="*/ 9 w 11"/>
                  <a:gd name="T13" fmla="*/ 4 h 12"/>
                  <a:gd name="T14" fmla="*/ 11 w 11"/>
                  <a:gd name="T15" fmla="*/ 0 h 12"/>
                  <a:gd name="T16" fmla="*/ 8 w 11"/>
                  <a:gd name="T17" fmla="*/ 0 h 12"/>
                  <a:gd name="T18" fmla="*/ 0 w 11"/>
                  <a:gd name="T1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2">
                    <a:moveTo>
                      <a:pt x="0" y="8"/>
                    </a:moveTo>
                    <a:lnTo>
                      <a:pt x="2" y="12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3" name="Freeform 6392">
                <a:extLst>
                  <a:ext uri="{FF2B5EF4-FFF2-40B4-BE49-F238E27FC236}">
                    <a16:creationId xmlns:a16="http://schemas.microsoft.com/office/drawing/2014/main" id="{7B34DAB9-22EF-47A3-BC24-E86D1DE59B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92" y="3846"/>
                <a:ext cx="9" cy="8"/>
              </a:xfrm>
              <a:custGeom>
                <a:avLst/>
                <a:gdLst>
                  <a:gd name="T0" fmla="*/ 4 w 9"/>
                  <a:gd name="T1" fmla="*/ 4 h 8"/>
                  <a:gd name="T2" fmla="*/ 2 w 9"/>
                  <a:gd name="T3" fmla="*/ 4 h 8"/>
                  <a:gd name="T4" fmla="*/ 0 w 9"/>
                  <a:gd name="T5" fmla="*/ 6 h 8"/>
                  <a:gd name="T6" fmla="*/ 4 w 9"/>
                  <a:gd name="T7" fmla="*/ 8 h 8"/>
                  <a:gd name="T8" fmla="*/ 7 w 9"/>
                  <a:gd name="T9" fmla="*/ 8 h 8"/>
                  <a:gd name="T10" fmla="*/ 9 w 9"/>
                  <a:gd name="T11" fmla="*/ 4 h 8"/>
                  <a:gd name="T12" fmla="*/ 5 w 9"/>
                  <a:gd name="T13" fmla="*/ 0 h 8"/>
                  <a:gd name="T14" fmla="*/ 4 w 9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4" y="4"/>
                    </a:moveTo>
                    <a:lnTo>
                      <a:pt x="2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4" name="Freeform 6393">
                <a:extLst>
                  <a:ext uri="{FF2B5EF4-FFF2-40B4-BE49-F238E27FC236}">
                    <a16:creationId xmlns:a16="http://schemas.microsoft.com/office/drawing/2014/main" id="{571AB878-57A2-48CA-A6B0-2B0870EE510A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3277" y="1781"/>
                <a:ext cx="125" cy="78"/>
              </a:xfrm>
              <a:custGeom>
                <a:avLst/>
                <a:gdLst>
                  <a:gd name="T0" fmla="*/ 45 w 125"/>
                  <a:gd name="T1" fmla="*/ 72 h 78"/>
                  <a:gd name="T2" fmla="*/ 47 w 125"/>
                  <a:gd name="T3" fmla="*/ 76 h 78"/>
                  <a:gd name="T4" fmla="*/ 54 w 125"/>
                  <a:gd name="T5" fmla="*/ 74 h 78"/>
                  <a:gd name="T6" fmla="*/ 67 w 125"/>
                  <a:gd name="T7" fmla="*/ 72 h 78"/>
                  <a:gd name="T8" fmla="*/ 78 w 125"/>
                  <a:gd name="T9" fmla="*/ 69 h 78"/>
                  <a:gd name="T10" fmla="*/ 84 w 125"/>
                  <a:gd name="T11" fmla="*/ 65 h 78"/>
                  <a:gd name="T12" fmla="*/ 90 w 125"/>
                  <a:gd name="T13" fmla="*/ 65 h 78"/>
                  <a:gd name="T14" fmla="*/ 106 w 125"/>
                  <a:gd name="T15" fmla="*/ 54 h 78"/>
                  <a:gd name="T16" fmla="*/ 114 w 125"/>
                  <a:gd name="T17" fmla="*/ 48 h 78"/>
                  <a:gd name="T18" fmla="*/ 114 w 125"/>
                  <a:gd name="T19" fmla="*/ 43 h 78"/>
                  <a:gd name="T20" fmla="*/ 121 w 125"/>
                  <a:gd name="T21" fmla="*/ 43 h 78"/>
                  <a:gd name="T22" fmla="*/ 119 w 125"/>
                  <a:gd name="T23" fmla="*/ 33 h 78"/>
                  <a:gd name="T24" fmla="*/ 125 w 125"/>
                  <a:gd name="T25" fmla="*/ 28 h 78"/>
                  <a:gd name="T26" fmla="*/ 112 w 125"/>
                  <a:gd name="T27" fmla="*/ 20 h 78"/>
                  <a:gd name="T28" fmla="*/ 116 w 125"/>
                  <a:gd name="T29" fmla="*/ 13 h 78"/>
                  <a:gd name="T30" fmla="*/ 110 w 125"/>
                  <a:gd name="T31" fmla="*/ 11 h 78"/>
                  <a:gd name="T32" fmla="*/ 117 w 125"/>
                  <a:gd name="T33" fmla="*/ 5 h 78"/>
                  <a:gd name="T34" fmla="*/ 103 w 125"/>
                  <a:gd name="T35" fmla="*/ 11 h 78"/>
                  <a:gd name="T36" fmla="*/ 101 w 125"/>
                  <a:gd name="T37" fmla="*/ 5 h 78"/>
                  <a:gd name="T38" fmla="*/ 93 w 125"/>
                  <a:gd name="T39" fmla="*/ 2 h 78"/>
                  <a:gd name="T40" fmla="*/ 90 w 125"/>
                  <a:gd name="T41" fmla="*/ 9 h 78"/>
                  <a:gd name="T42" fmla="*/ 82 w 125"/>
                  <a:gd name="T43" fmla="*/ 11 h 78"/>
                  <a:gd name="T44" fmla="*/ 75 w 125"/>
                  <a:gd name="T45" fmla="*/ 9 h 78"/>
                  <a:gd name="T46" fmla="*/ 69 w 125"/>
                  <a:gd name="T47" fmla="*/ 13 h 78"/>
                  <a:gd name="T48" fmla="*/ 58 w 125"/>
                  <a:gd name="T49" fmla="*/ 15 h 78"/>
                  <a:gd name="T50" fmla="*/ 56 w 125"/>
                  <a:gd name="T51" fmla="*/ 15 h 78"/>
                  <a:gd name="T52" fmla="*/ 47 w 125"/>
                  <a:gd name="T53" fmla="*/ 11 h 78"/>
                  <a:gd name="T54" fmla="*/ 47 w 125"/>
                  <a:gd name="T55" fmla="*/ 24 h 78"/>
                  <a:gd name="T56" fmla="*/ 41 w 125"/>
                  <a:gd name="T57" fmla="*/ 26 h 78"/>
                  <a:gd name="T58" fmla="*/ 37 w 125"/>
                  <a:gd name="T59" fmla="*/ 26 h 78"/>
                  <a:gd name="T60" fmla="*/ 37 w 125"/>
                  <a:gd name="T61" fmla="*/ 20 h 78"/>
                  <a:gd name="T62" fmla="*/ 37 w 125"/>
                  <a:gd name="T63" fmla="*/ 13 h 78"/>
                  <a:gd name="T64" fmla="*/ 34 w 125"/>
                  <a:gd name="T65" fmla="*/ 7 h 78"/>
                  <a:gd name="T66" fmla="*/ 26 w 125"/>
                  <a:gd name="T67" fmla="*/ 2 h 78"/>
                  <a:gd name="T68" fmla="*/ 19 w 125"/>
                  <a:gd name="T69" fmla="*/ 5 h 78"/>
                  <a:gd name="T70" fmla="*/ 26 w 125"/>
                  <a:gd name="T71" fmla="*/ 11 h 78"/>
                  <a:gd name="T72" fmla="*/ 19 w 125"/>
                  <a:gd name="T73" fmla="*/ 5 h 78"/>
                  <a:gd name="T74" fmla="*/ 11 w 125"/>
                  <a:gd name="T75" fmla="*/ 7 h 78"/>
                  <a:gd name="T76" fmla="*/ 9 w 125"/>
                  <a:gd name="T77" fmla="*/ 17 h 78"/>
                  <a:gd name="T78" fmla="*/ 6 w 125"/>
                  <a:gd name="T79" fmla="*/ 18 h 78"/>
                  <a:gd name="T80" fmla="*/ 6 w 125"/>
                  <a:gd name="T81" fmla="*/ 26 h 78"/>
                  <a:gd name="T82" fmla="*/ 15 w 125"/>
                  <a:gd name="T83" fmla="*/ 22 h 78"/>
                  <a:gd name="T84" fmla="*/ 21 w 125"/>
                  <a:gd name="T85" fmla="*/ 26 h 78"/>
                  <a:gd name="T86" fmla="*/ 26 w 125"/>
                  <a:gd name="T87" fmla="*/ 26 h 78"/>
                  <a:gd name="T88" fmla="*/ 26 w 125"/>
                  <a:gd name="T89" fmla="*/ 28 h 78"/>
                  <a:gd name="T90" fmla="*/ 26 w 125"/>
                  <a:gd name="T91" fmla="*/ 33 h 78"/>
                  <a:gd name="T92" fmla="*/ 21 w 125"/>
                  <a:gd name="T93" fmla="*/ 31 h 78"/>
                  <a:gd name="T94" fmla="*/ 17 w 125"/>
                  <a:gd name="T95" fmla="*/ 33 h 78"/>
                  <a:gd name="T96" fmla="*/ 8 w 125"/>
                  <a:gd name="T97" fmla="*/ 33 h 78"/>
                  <a:gd name="T98" fmla="*/ 6 w 125"/>
                  <a:gd name="T99" fmla="*/ 43 h 78"/>
                  <a:gd name="T100" fmla="*/ 21 w 125"/>
                  <a:gd name="T101" fmla="*/ 43 h 78"/>
                  <a:gd name="T102" fmla="*/ 23 w 125"/>
                  <a:gd name="T103" fmla="*/ 48 h 78"/>
                  <a:gd name="T104" fmla="*/ 24 w 125"/>
                  <a:gd name="T105" fmla="*/ 52 h 78"/>
                  <a:gd name="T106" fmla="*/ 23 w 125"/>
                  <a:gd name="T107" fmla="*/ 56 h 78"/>
                  <a:gd name="T108" fmla="*/ 17 w 125"/>
                  <a:gd name="T109" fmla="*/ 54 h 78"/>
                  <a:gd name="T110" fmla="*/ 15 w 125"/>
                  <a:gd name="T111" fmla="*/ 65 h 78"/>
                  <a:gd name="T112" fmla="*/ 28 w 125"/>
                  <a:gd name="T113" fmla="*/ 67 h 78"/>
                  <a:gd name="T114" fmla="*/ 36 w 125"/>
                  <a:gd name="T115" fmla="*/ 65 h 78"/>
                  <a:gd name="T116" fmla="*/ 73 w 125"/>
                  <a:gd name="T117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5" h="78">
                    <a:moveTo>
                      <a:pt x="39" y="65"/>
                    </a:moveTo>
                    <a:lnTo>
                      <a:pt x="39" y="67"/>
                    </a:lnTo>
                    <a:lnTo>
                      <a:pt x="43" y="7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4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7" y="72"/>
                    </a:lnTo>
                    <a:lnTo>
                      <a:pt x="49" y="71"/>
                    </a:lnTo>
                    <a:lnTo>
                      <a:pt x="50" y="71"/>
                    </a:lnTo>
                    <a:lnTo>
                      <a:pt x="54" y="74"/>
                    </a:lnTo>
                    <a:lnTo>
                      <a:pt x="62" y="74"/>
                    </a:lnTo>
                    <a:lnTo>
                      <a:pt x="63" y="76"/>
                    </a:lnTo>
                    <a:lnTo>
                      <a:pt x="69" y="74"/>
                    </a:lnTo>
                    <a:lnTo>
                      <a:pt x="67" y="72"/>
                    </a:lnTo>
                    <a:lnTo>
                      <a:pt x="71" y="72"/>
                    </a:lnTo>
                    <a:lnTo>
                      <a:pt x="75" y="69"/>
                    </a:lnTo>
                    <a:lnTo>
                      <a:pt x="75" y="67"/>
                    </a:lnTo>
                    <a:lnTo>
                      <a:pt x="78" y="69"/>
                    </a:lnTo>
                    <a:lnTo>
                      <a:pt x="80" y="67"/>
                    </a:lnTo>
                    <a:lnTo>
                      <a:pt x="82" y="67"/>
                    </a:lnTo>
                    <a:lnTo>
                      <a:pt x="84" y="65"/>
                    </a:lnTo>
                    <a:lnTo>
                      <a:pt x="84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6" y="67"/>
                    </a:lnTo>
                    <a:lnTo>
                      <a:pt x="90" y="65"/>
                    </a:lnTo>
                    <a:lnTo>
                      <a:pt x="95" y="59"/>
                    </a:lnTo>
                    <a:lnTo>
                      <a:pt x="97" y="58"/>
                    </a:lnTo>
                    <a:lnTo>
                      <a:pt x="104" y="56"/>
                    </a:lnTo>
                    <a:lnTo>
                      <a:pt x="106" y="54"/>
                    </a:lnTo>
                    <a:lnTo>
                      <a:pt x="110" y="54"/>
                    </a:lnTo>
                    <a:lnTo>
                      <a:pt x="114" y="52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6" y="46"/>
                    </a:lnTo>
                    <a:lnTo>
                      <a:pt x="114" y="43"/>
                    </a:lnTo>
                    <a:lnTo>
                      <a:pt x="114" y="43"/>
                    </a:lnTo>
                    <a:lnTo>
                      <a:pt x="116" y="44"/>
                    </a:lnTo>
                    <a:lnTo>
                      <a:pt x="116" y="46"/>
                    </a:lnTo>
                    <a:lnTo>
                      <a:pt x="119" y="46"/>
                    </a:lnTo>
                    <a:lnTo>
                      <a:pt x="121" y="43"/>
                    </a:lnTo>
                    <a:lnTo>
                      <a:pt x="121" y="39"/>
                    </a:lnTo>
                    <a:lnTo>
                      <a:pt x="117" y="37"/>
                    </a:lnTo>
                    <a:lnTo>
                      <a:pt x="117" y="35"/>
                    </a:lnTo>
                    <a:lnTo>
                      <a:pt x="119" y="33"/>
                    </a:lnTo>
                    <a:lnTo>
                      <a:pt x="119" y="31"/>
                    </a:lnTo>
                    <a:lnTo>
                      <a:pt x="121" y="30"/>
                    </a:lnTo>
                    <a:lnTo>
                      <a:pt x="123" y="30"/>
                    </a:lnTo>
                    <a:lnTo>
                      <a:pt x="125" y="28"/>
                    </a:lnTo>
                    <a:lnTo>
                      <a:pt x="123" y="24"/>
                    </a:lnTo>
                    <a:lnTo>
                      <a:pt x="117" y="24"/>
                    </a:lnTo>
                    <a:lnTo>
                      <a:pt x="116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4" y="18"/>
                    </a:lnTo>
                    <a:lnTo>
                      <a:pt x="116" y="17"/>
                    </a:lnTo>
                    <a:lnTo>
                      <a:pt x="116" y="13"/>
                    </a:lnTo>
                    <a:lnTo>
                      <a:pt x="112" y="11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10" y="11"/>
                    </a:lnTo>
                    <a:lnTo>
                      <a:pt x="112" y="11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7" y="5"/>
                    </a:lnTo>
                    <a:lnTo>
                      <a:pt x="112" y="3"/>
                    </a:lnTo>
                    <a:lnTo>
                      <a:pt x="108" y="3"/>
                    </a:lnTo>
                    <a:lnTo>
                      <a:pt x="104" y="9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3" y="9"/>
                    </a:lnTo>
                    <a:lnTo>
                      <a:pt x="103" y="7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2"/>
                    </a:lnTo>
                    <a:lnTo>
                      <a:pt x="91" y="5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6" y="7"/>
                    </a:lnTo>
                    <a:lnTo>
                      <a:pt x="82" y="11"/>
                    </a:lnTo>
                    <a:lnTo>
                      <a:pt x="82" y="13"/>
                    </a:lnTo>
                    <a:lnTo>
                      <a:pt x="80" y="13"/>
                    </a:lnTo>
                    <a:lnTo>
                      <a:pt x="78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1" y="9"/>
                    </a:lnTo>
                    <a:lnTo>
                      <a:pt x="71" y="13"/>
                    </a:lnTo>
                    <a:lnTo>
                      <a:pt x="69" y="13"/>
                    </a:lnTo>
                    <a:lnTo>
                      <a:pt x="69" y="9"/>
                    </a:lnTo>
                    <a:lnTo>
                      <a:pt x="65" y="7"/>
                    </a:lnTo>
                    <a:lnTo>
                      <a:pt x="60" y="11"/>
                    </a:lnTo>
                    <a:lnTo>
                      <a:pt x="58" y="15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6" y="18"/>
                    </a:lnTo>
                    <a:lnTo>
                      <a:pt x="56" y="15"/>
                    </a:lnTo>
                    <a:lnTo>
                      <a:pt x="54" y="15"/>
                    </a:lnTo>
                    <a:lnTo>
                      <a:pt x="54" y="9"/>
                    </a:lnTo>
                    <a:lnTo>
                      <a:pt x="50" y="7"/>
                    </a:lnTo>
                    <a:lnTo>
                      <a:pt x="47" y="11"/>
                    </a:lnTo>
                    <a:lnTo>
                      <a:pt x="47" y="18"/>
                    </a:lnTo>
                    <a:lnTo>
                      <a:pt x="49" y="20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1" y="24"/>
                    </a:lnTo>
                    <a:lnTo>
                      <a:pt x="41" y="26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7" y="28"/>
                    </a:lnTo>
                    <a:lnTo>
                      <a:pt x="37" y="26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41" y="17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9" y="11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6" y="2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19" y="5"/>
                    </a:lnTo>
                    <a:lnTo>
                      <a:pt x="15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1" y="28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6"/>
                    </a:lnTo>
                    <a:lnTo>
                      <a:pt x="23" y="26"/>
                    </a:lnTo>
                    <a:lnTo>
                      <a:pt x="24" y="24"/>
                    </a:lnTo>
                    <a:lnTo>
                      <a:pt x="24" y="26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6" y="26"/>
                    </a:lnTo>
                    <a:lnTo>
                      <a:pt x="28" y="28"/>
                    </a:lnTo>
                    <a:lnTo>
                      <a:pt x="26" y="28"/>
                    </a:lnTo>
                    <a:lnTo>
                      <a:pt x="23" y="30"/>
                    </a:lnTo>
                    <a:lnTo>
                      <a:pt x="21" y="31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3" y="35"/>
                    </a:lnTo>
                    <a:lnTo>
                      <a:pt x="21" y="33"/>
                    </a:lnTo>
                    <a:lnTo>
                      <a:pt x="21" y="31"/>
                    </a:lnTo>
                    <a:lnTo>
                      <a:pt x="19" y="31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2" y="33"/>
                    </a:lnTo>
                    <a:lnTo>
                      <a:pt x="6" y="39"/>
                    </a:lnTo>
                    <a:lnTo>
                      <a:pt x="6" y="43"/>
                    </a:lnTo>
                    <a:lnTo>
                      <a:pt x="11" y="43"/>
                    </a:lnTo>
                    <a:lnTo>
                      <a:pt x="11" y="41"/>
                    </a:lnTo>
                    <a:lnTo>
                      <a:pt x="15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6"/>
                    </a:lnTo>
                    <a:lnTo>
                      <a:pt x="23" y="48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56"/>
                    </a:lnTo>
                    <a:lnTo>
                      <a:pt x="23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5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3" y="65"/>
                    </a:lnTo>
                    <a:lnTo>
                      <a:pt x="28" y="67"/>
                    </a:lnTo>
                    <a:lnTo>
                      <a:pt x="32" y="65"/>
                    </a:lnTo>
                    <a:lnTo>
                      <a:pt x="34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7" y="67"/>
                    </a:lnTo>
                    <a:lnTo>
                      <a:pt x="39" y="65"/>
                    </a:lnTo>
                    <a:close/>
                    <a:moveTo>
                      <a:pt x="71" y="15"/>
                    </a:moveTo>
                    <a:lnTo>
                      <a:pt x="73" y="18"/>
                    </a:lnTo>
                    <a:lnTo>
                      <a:pt x="71" y="15"/>
                    </a:lnTo>
                    <a:lnTo>
                      <a:pt x="71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5" name="Freeform 6394">
                <a:extLst>
                  <a:ext uri="{FF2B5EF4-FFF2-40B4-BE49-F238E27FC236}">
                    <a16:creationId xmlns:a16="http://schemas.microsoft.com/office/drawing/2014/main" id="{7D9060CD-600A-499D-855E-EE44437FBA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70" y="2618"/>
                <a:ext cx="11" cy="4"/>
              </a:xfrm>
              <a:custGeom>
                <a:avLst/>
                <a:gdLst>
                  <a:gd name="T0" fmla="*/ 8 w 11"/>
                  <a:gd name="T1" fmla="*/ 0 h 4"/>
                  <a:gd name="T2" fmla="*/ 0 w 11"/>
                  <a:gd name="T3" fmla="*/ 4 h 4"/>
                  <a:gd name="T4" fmla="*/ 11 w 11"/>
                  <a:gd name="T5" fmla="*/ 4 h 4"/>
                  <a:gd name="T6" fmla="*/ 8 w 1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8" y="0"/>
                    </a:moveTo>
                    <a:lnTo>
                      <a:pt x="0" y="4"/>
                    </a:lnTo>
                    <a:lnTo>
                      <a:pt x="11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6" name="Freeform 6395">
                <a:extLst>
                  <a:ext uri="{FF2B5EF4-FFF2-40B4-BE49-F238E27FC236}">
                    <a16:creationId xmlns:a16="http://schemas.microsoft.com/office/drawing/2014/main" id="{551350CC-D419-4484-A5FA-C22B5003B5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16"/>
                <a:ext cx="8" cy="9"/>
              </a:xfrm>
              <a:custGeom>
                <a:avLst/>
                <a:gdLst>
                  <a:gd name="T0" fmla="*/ 8 w 8"/>
                  <a:gd name="T1" fmla="*/ 6 h 9"/>
                  <a:gd name="T2" fmla="*/ 4 w 8"/>
                  <a:gd name="T3" fmla="*/ 0 h 9"/>
                  <a:gd name="T4" fmla="*/ 0 w 8"/>
                  <a:gd name="T5" fmla="*/ 6 h 9"/>
                  <a:gd name="T6" fmla="*/ 6 w 8"/>
                  <a:gd name="T7" fmla="*/ 9 h 9"/>
                  <a:gd name="T8" fmla="*/ 8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6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6" y="9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7" name="Freeform 6396">
                <a:extLst>
                  <a:ext uri="{FF2B5EF4-FFF2-40B4-BE49-F238E27FC236}">
                    <a16:creationId xmlns:a16="http://schemas.microsoft.com/office/drawing/2014/main" id="{72FF9A2C-0A61-44C4-8C96-71D8BFC11D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8" y="2622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4 w 9"/>
                  <a:gd name="T3" fmla="*/ 0 h 7"/>
                  <a:gd name="T4" fmla="*/ 0 w 9"/>
                  <a:gd name="T5" fmla="*/ 1 h 7"/>
                  <a:gd name="T6" fmla="*/ 2 w 9"/>
                  <a:gd name="T7" fmla="*/ 5 h 7"/>
                  <a:gd name="T8" fmla="*/ 9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8" name="Freeform 6397">
                <a:extLst>
                  <a:ext uri="{FF2B5EF4-FFF2-40B4-BE49-F238E27FC236}">
                    <a16:creationId xmlns:a16="http://schemas.microsoft.com/office/drawing/2014/main" id="{0A7CB745-A52D-47B8-A3FC-47004CAAF1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11" y="2625"/>
                <a:ext cx="10" cy="6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0 h 6"/>
                  <a:gd name="T4" fmla="*/ 0 w 10"/>
                  <a:gd name="T5" fmla="*/ 4 h 6"/>
                  <a:gd name="T6" fmla="*/ 4 w 10"/>
                  <a:gd name="T7" fmla="*/ 6 h 6"/>
                  <a:gd name="T8" fmla="*/ 10 w 10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59" name="Freeform 6398">
                <a:extLst>
                  <a:ext uri="{FF2B5EF4-FFF2-40B4-BE49-F238E27FC236}">
                    <a16:creationId xmlns:a16="http://schemas.microsoft.com/office/drawing/2014/main" id="{D019D4D3-4B76-4767-ACF1-C4EC6657D3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4" y="2612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4 w 10"/>
                  <a:gd name="T3" fmla="*/ 0 h 8"/>
                  <a:gd name="T4" fmla="*/ 0 w 10"/>
                  <a:gd name="T5" fmla="*/ 2 h 8"/>
                  <a:gd name="T6" fmla="*/ 0 w 10"/>
                  <a:gd name="T7" fmla="*/ 4 h 8"/>
                  <a:gd name="T8" fmla="*/ 6 w 10"/>
                  <a:gd name="T9" fmla="*/ 8 h 8"/>
                  <a:gd name="T10" fmla="*/ 6 w 10"/>
                  <a:gd name="T11" fmla="*/ 4 h 8"/>
                  <a:gd name="T12" fmla="*/ 10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0" name="Freeform 6399">
                <a:extLst>
                  <a:ext uri="{FF2B5EF4-FFF2-40B4-BE49-F238E27FC236}">
                    <a16:creationId xmlns:a16="http://schemas.microsoft.com/office/drawing/2014/main" id="{E8C81CF1-9521-45DF-9392-CAD045F27F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63" y="2614"/>
                <a:ext cx="11" cy="4"/>
              </a:xfrm>
              <a:custGeom>
                <a:avLst/>
                <a:gdLst>
                  <a:gd name="T0" fmla="*/ 11 w 11"/>
                  <a:gd name="T1" fmla="*/ 2 h 4"/>
                  <a:gd name="T2" fmla="*/ 4 w 11"/>
                  <a:gd name="T3" fmla="*/ 0 h 4"/>
                  <a:gd name="T4" fmla="*/ 0 w 11"/>
                  <a:gd name="T5" fmla="*/ 4 h 4"/>
                  <a:gd name="T6" fmla="*/ 7 w 11"/>
                  <a:gd name="T7" fmla="*/ 4 h 4"/>
                  <a:gd name="T8" fmla="*/ 11 w 1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11" y="2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7" y="4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1" name="Freeform 6400">
                <a:extLst>
                  <a:ext uri="{FF2B5EF4-FFF2-40B4-BE49-F238E27FC236}">
                    <a16:creationId xmlns:a16="http://schemas.microsoft.com/office/drawing/2014/main" id="{975E6474-ABA8-491D-819E-352A3C9144C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0" y="2609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8 w 28"/>
                  <a:gd name="T3" fmla="*/ 11 h 11"/>
                  <a:gd name="T4" fmla="*/ 10 w 28"/>
                  <a:gd name="T5" fmla="*/ 11 h 11"/>
                  <a:gd name="T6" fmla="*/ 15 w 28"/>
                  <a:gd name="T7" fmla="*/ 11 h 11"/>
                  <a:gd name="T8" fmla="*/ 17 w 28"/>
                  <a:gd name="T9" fmla="*/ 11 h 11"/>
                  <a:gd name="T10" fmla="*/ 23 w 28"/>
                  <a:gd name="T11" fmla="*/ 9 h 11"/>
                  <a:gd name="T12" fmla="*/ 28 w 28"/>
                  <a:gd name="T13" fmla="*/ 3 h 11"/>
                  <a:gd name="T14" fmla="*/ 23 w 28"/>
                  <a:gd name="T15" fmla="*/ 1 h 11"/>
                  <a:gd name="T16" fmla="*/ 23 w 28"/>
                  <a:gd name="T17" fmla="*/ 1 h 11"/>
                  <a:gd name="T18" fmla="*/ 21 w 28"/>
                  <a:gd name="T19" fmla="*/ 0 h 11"/>
                  <a:gd name="T20" fmla="*/ 15 w 28"/>
                  <a:gd name="T21" fmla="*/ 0 h 11"/>
                  <a:gd name="T22" fmla="*/ 4 w 28"/>
                  <a:gd name="T23" fmla="*/ 0 h 11"/>
                  <a:gd name="T24" fmla="*/ 2 w 28"/>
                  <a:gd name="T25" fmla="*/ 1 h 11"/>
                  <a:gd name="T26" fmla="*/ 0 w 28"/>
                  <a:gd name="T27" fmla="*/ 3 h 11"/>
                  <a:gd name="T28" fmla="*/ 0 w 28"/>
                  <a:gd name="T29" fmla="*/ 5 h 11"/>
                  <a:gd name="T30" fmla="*/ 0 w 28"/>
                  <a:gd name="T31" fmla="*/ 7 h 11"/>
                  <a:gd name="T32" fmla="*/ 2 w 28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1">
                    <a:moveTo>
                      <a:pt x="2" y="11"/>
                    </a:moveTo>
                    <a:lnTo>
                      <a:pt x="8" y="11"/>
                    </a:lnTo>
                    <a:lnTo>
                      <a:pt x="10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23" y="9"/>
                    </a:lnTo>
                    <a:lnTo>
                      <a:pt x="28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2" name="Freeform 6401">
                <a:extLst>
                  <a:ext uri="{FF2B5EF4-FFF2-40B4-BE49-F238E27FC236}">
                    <a16:creationId xmlns:a16="http://schemas.microsoft.com/office/drawing/2014/main" id="{7A6E21D2-7ECA-49EB-B096-00DBA3F1BC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2" y="2584"/>
                <a:ext cx="87" cy="41"/>
              </a:xfrm>
              <a:custGeom>
                <a:avLst/>
                <a:gdLst>
                  <a:gd name="T0" fmla="*/ 46 w 47"/>
                  <a:gd name="T1" fmla="*/ 15 h 22"/>
                  <a:gd name="T2" fmla="*/ 47 w 47"/>
                  <a:gd name="T3" fmla="*/ 11 h 22"/>
                  <a:gd name="T4" fmla="*/ 42 w 47"/>
                  <a:gd name="T5" fmla="*/ 9 h 22"/>
                  <a:gd name="T6" fmla="*/ 39 w 47"/>
                  <a:gd name="T7" fmla="*/ 9 h 22"/>
                  <a:gd name="T8" fmla="*/ 40 w 47"/>
                  <a:gd name="T9" fmla="*/ 8 h 22"/>
                  <a:gd name="T10" fmla="*/ 40 w 47"/>
                  <a:gd name="T11" fmla="*/ 6 h 22"/>
                  <a:gd name="T12" fmla="*/ 37 w 47"/>
                  <a:gd name="T13" fmla="*/ 6 h 22"/>
                  <a:gd name="T14" fmla="*/ 34 w 47"/>
                  <a:gd name="T15" fmla="*/ 4 h 22"/>
                  <a:gd name="T16" fmla="*/ 33 w 47"/>
                  <a:gd name="T17" fmla="*/ 3 h 22"/>
                  <a:gd name="T18" fmla="*/ 26 w 47"/>
                  <a:gd name="T19" fmla="*/ 2 h 22"/>
                  <a:gd name="T20" fmla="*/ 22 w 47"/>
                  <a:gd name="T21" fmla="*/ 2 h 22"/>
                  <a:gd name="T22" fmla="*/ 21 w 47"/>
                  <a:gd name="T23" fmla="*/ 3 h 22"/>
                  <a:gd name="T24" fmla="*/ 20 w 47"/>
                  <a:gd name="T25" fmla="*/ 3 h 22"/>
                  <a:gd name="T26" fmla="*/ 17 w 47"/>
                  <a:gd name="T27" fmla="*/ 2 h 22"/>
                  <a:gd name="T28" fmla="*/ 19 w 47"/>
                  <a:gd name="T29" fmla="*/ 2 h 22"/>
                  <a:gd name="T30" fmla="*/ 11 w 47"/>
                  <a:gd name="T31" fmla="*/ 1 h 22"/>
                  <a:gd name="T32" fmla="*/ 13 w 47"/>
                  <a:gd name="T33" fmla="*/ 2 h 22"/>
                  <a:gd name="T34" fmla="*/ 9 w 47"/>
                  <a:gd name="T35" fmla="*/ 2 h 22"/>
                  <a:gd name="T36" fmla="*/ 8 w 47"/>
                  <a:gd name="T37" fmla="*/ 4 h 22"/>
                  <a:gd name="T38" fmla="*/ 13 w 47"/>
                  <a:gd name="T39" fmla="*/ 6 h 22"/>
                  <a:gd name="T40" fmla="*/ 14 w 47"/>
                  <a:gd name="T41" fmla="*/ 8 h 22"/>
                  <a:gd name="T42" fmla="*/ 14 w 47"/>
                  <a:gd name="T43" fmla="*/ 11 h 22"/>
                  <a:gd name="T44" fmla="*/ 17 w 47"/>
                  <a:gd name="T45" fmla="*/ 13 h 22"/>
                  <a:gd name="T46" fmla="*/ 14 w 47"/>
                  <a:gd name="T47" fmla="*/ 13 h 22"/>
                  <a:gd name="T48" fmla="*/ 12 w 47"/>
                  <a:gd name="T49" fmla="*/ 13 h 22"/>
                  <a:gd name="T50" fmla="*/ 9 w 47"/>
                  <a:gd name="T51" fmla="*/ 12 h 22"/>
                  <a:gd name="T52" fmla="*/ 7 w 47"/>
                  <a:gd name="T53" fmla="*/ 12 h 22"/>
                  <a:gd name="T54" fmla="*/ 4 w 47"/>
                  <a:gd name="T55" fmla="*/ 12 h 22"/>
                  <a:gd name="T56" fmla="*/ 1 w 47"/>
                  <a:gd name="T57" fmla="*/ 12 h 22"/>
                  <a:gd name="T58" fmla="*/ 1 w 47"/>
                  <a:gd name="T59" fmla="*/ 15 h 22"/>
                  <a:gd name="T60" fmla="*/ 4 w 47"/>
                  <a:gd name="T61" fmla="*/ 18 h 22"/>
                  <a:gd name="T62" fmla="*/ 6 w 47"/>
                  <a:gd name="T63" fmla="*/ 16 h 22"/>
                  <a:gd name="T64" fmla="*/ 9 w 47"/>
                  <a:gd name="T65" fmla="*/ 16 h 22"/>
                  <a:gd name="T66" fmla="*/ 15 w 47"/>
                  <a:gd name="T67" fmla="*/ 17 h 22"/>
                  <a:gd name="T68" fmla="*/ 17 w 47"/>
                  <a:gd name="T69" fmla="*/ 17 h 22"/>
                  <a:gd name="T70" fmla="*/ 18 w 47"/>
                  <a:gd name="T71" fmla="*/ 17 h 22"/>
                  <a:gd name="T72" fmla="*/ 19 w 47"/>
                  <a:gd name="T73" fmla="*/ 18 h 22"/>
                  <a:gd name="T74" fmla="*/ 20 w 47"/>
                  <a:gd name="T75" fmla="*/ 20 h 22"/>
                  <a:gd name="T76" fmla="*/ 22 w 47"/>
                  <a:gd name="T77" fmla="*/ 22 h 22"/>
                  <a:gd name="T78" fmla="*/ 25 w 47"/>
                  <a:gd name="T79" fmla="*/ 17 h 22"/>
                  <a:gd name="T80" fmla="*/ 25 w 47"/>
                  <a:gd name="T81" fmla="*/ 16 h 22"/>
                  <a:gd name="T82" fmla="*/ 27 w 47"/>
                  <a:gd name="T83" fmla="*/ 16 h 22"/>
                  <a:gd name="T84" fmla="*/ 28 w 47"/>
                  <a:gd name="T85" fmla="*/ 15 h 22"/>
                  <a:gd name="T86" fmla="*/ 30 w 47"/>
                  <a:gd name="T87" fmla="*/ 17 h 22"/>
                  <a:gd name="T88" fmla="*/ 34 w 47"/>
                  <a:gd name="T89" fmla="*/ 15 h 22"/>
                  <a:gd name="T90" fmla="*/ 38 w 47"/>
                  <a:gd name="T91" fmla="*/ 15 h 22"/>
                  <a:gd name="T92" fmla="*/ 41 w 47"/>
                  <a:gd name="T93" fmla="*/ 15 h 22"/>
                  <a:gd name="T94" fmla="*/ 43 w 47"/>
                  <a:gd name="T95" fmla="*/ 15 h 22"/>
                  <a:gd name="T96" fmla="*/ 43 w 47"/>
                  <a:gd name="T97" fmla="*/ 17 h 22"/>
                  <a:gd name="T98" fmla="*/ 47 w 47"/>
                  <a:gd name="T99" fmla="*/ 16 h 22"/>
                  <a:gd name="T100" fmla="*/ 45 w 47"/>
                  <a:gd name="T101" fmla="*/ 16 h 22"/>
                  <a:gd name="T102" fmla="*/ 46 w 47"/>
                  <a:gd name="T10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" h="22">
                    <a:moveTo>
                      <a:pt x="46" y="15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lnTo>
                      <a:pt x="46" y="1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3" name="Freeform 6402">
                <a:extLst>
                  <a:ext uri="{FF2B5EF4-FFF2-40B4-BE49-F238E27FC236}">
                    <a16:creationId xmlns:a16="http://schemas.microsoft.com/office/drawing/2014/main" id="{7A875C5F-774D-449C-9EC3-174E6FB53E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5" y="1257"/>
                <a:ext cx="10" cy="9"/>
              </a:xfrm>
              <a:custGeom>
                <a:avLst/>
                <a:gdLst>
                  <a:gd name="T0" fmla="*/ 0 w 10"/>
                  <a:gd name="T1" fmla="*/ 4 h 9"/>
                  <a:gd name="T2" fmla="*/ 0 w 10"/>
                  <a:gd name="T3" fmla="*/ 5 h 9"/>
                  <a:gd name="T4" fmla="*/ 2 w 10"/>
                  <a:gd name="T5" fmla="*/ 9 h 9"/>
                  <a:gd name="T6" fmla="*/ 4 w 10"/>
                  <a:gd name="T7" fmla="*/ 9 h 9"/>
                  <a:gd name="T8" fmla="*/ 10 w 10"/>
                  <a:gd name="T9" fmla="*/ 9 h 9"/>
                  <a:gd name="T10" fmla="*/ 10 w 10"/>
                  <a:gd name="T11" fmla="*/ 7 h 9"/>
                  <a:gd name="T12" fmla="*/ 10 w 10"/>
                  <a:gd name="T13" fmla="*/ 4 h 9"/>
                  <a:gd name="T14" fmla="*/ 8 w 10"/>
                  <a:gd name="T15" fmla="*/ 2 h 9"/>
                  <a:gd name="T16" fmla="*/ 8 w 10"/>
                  <a:gd name="T17" fmla="*/ 0 h 9"/>
                  <a:gd name="T18" fmla="*/ 6 w 10"/>
                  <a:gd name="T19" fmla="*/ 0 h 9"/>
                  <a:gd name="T20" fmla="*/ 2 w 10"/>
                  <a:gd name="T21" fmla="*/ 0 h 9"/>
                  <a:gd name="T22" fmla="*/ 0 w 10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4" name="Freeform 6403">
                <a:extLst>
                  <a:ext uri="{FF2B5EF4-FFF2-40B4-BE49-F238E27FC236}">
                    <a16:creationId xmlns:a16="http://schemas.microsoft.com/office/drawing/2014/main" id="{50DAA33D-3023-4518-891A-52FF05A2D8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73" y="1210"/>
                <a:ext cx="9" cy="10"/>
              </a:xfrm>
              <a:custGeom>
                <a:avLst/>
                <a:gdLst>
                  <a:gd name="T0" fmla="*/ 4 w 9"/>
                  <a:gd name="T1" fmla="*/ 8 h 10"/>
                  <a:gd name="T2" fmla="*/ 6 w 9"/>
                  <a:gd name="T3" fmla="*/ 10 h 10"/>
                  <a:gd name="T4" fmla="*/ 9 w 9"/>
                  <a:gd name="T5" fmla="*/ 10 h 10"/>
                  <a:gd name="T6" fmla="*/ 9 w 9"/>
                  <a:gd name="T7" fmla="*/ 6 h 10"/>
                  <a:gd name="T8" fmla="*/ 7 w 9"/>
                  <a:gd name="T9" fmla="*/ 4 h 10"/>
                  <a:gd name="T10" fmla="*/ 6 w 9"/>
                  <a:gd name="T11" fmla="*/ 4 h 10"/>
                  <a:gd name="T12" fmla="*/ 6 w 9"/>
                  <a:gd name="T13" fmla="*/ 2 h 10"/>
                  <a:gd name="T14" fmla="*/ 4 w 9"/>
                  <a:gd name="T15" fmla="*/ 0 h 10"/>
                  <a:gd name="T16" fmla="*/ 0 w 9"/>
                  <a:gd name="T17" fmla="*/ 2 h 10"/>
                  <a:gd name="T18" fmla="*/ 0 w 9"/>
                  <a:gd name="T19" fmla="*/ 4 h 10"/>
                  <a:gd name="T20" fmla="*/ 2 w 9"/>
                  <a:gd name="T21" fmla="*/ 8 h 10"/>
                  <a:gd name="T22" fmla="*/ 4 w 9"/>
                  <a:gd name="T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4" y="8"/>
                    </a:moveTo>
                    <a:lnTo>
                      <a:pt x="6" y="10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5" name="Freeform 6404">
                <a:extLst>
                  <a:ext uri="{FF2B5EF4-FFF2-40B4-BE49-F238E27FC236}">
                    <a16:creationId xmlns:a16="http://schemas.microsoft.com/office/drawing/2014/main" id="{2E8475E8-B8D3-4517-AAC9-9CF187646D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7" y="1188"/>
                <a:ext cx="8" cy="13"/>
              </a:xfrm>
              <a:custGeom>
                <a:avLst/>
                <a:gdLst>
                  <a:gd name="T0" fmla="*/ 4 w 8"/>
                  <a:gd name="T1" fmla="*/ 7 h 13"/>
                  <a:gd name="T2" fmla="*/ 2 w 8"/>
                  <a:gd name="T3" fmla="*/ 9 h 13"/>
                  <a:gd name="T4" fmla="*/ 2 w 8"/>
                  <a:gd name="T5" fmla="*/ 11 h 13"/>
                  <a:gd name="T6" fmla="*/ 4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8 w 8"/>
                  <a:gd name="T13" fmla="*/ 7 h 13"/>
                  <a:gd name="T14" fmla="*/ 6 w 8"/>
                  <a:gd name="T15" fmla="*/ 7 h 13"/>
                  <a:gd name="T16" fmla="*/ 6 w 8"/>
                  <a:gd name="T17" fmla="*/ 7 h 13"/>
                  <a:gd name="T18" fmla="*/ 6 w 8"/>
                  <a:gd name="T19" fmla="*/ 5 h 13"/>
                  <a:gd name="T20" fmla="*/ 6 w 8"/>
                  <a:gd name="T21" fmla="*/ 4 h 13"/>
                  <a:gd name="T22" fmla="*/ 6 w 8"/>
                  <a:gd name="T23" fmla="*/ 0 h 13"/>
                  <a:gd name="T24" fmla="*/ 2 w 8"/>
                  <a:gd name="T25" fmla="*/ 0 h 13"/>
                  <a:gd name="T26" fmla="*/ 0 w 8"/>
                  <a:gd name="T27" fmla="*/ 4 h 13"/>
                  <a:gd name="T28" fmla="*/ 2 w 8"/>
                  <a:gd name="T29" fmla="*/ 7 h 13"/>
                  <a:gd name="T30" fmla="*/ 4 w 8"/>
                  <a:gd name="T3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4" y="7"/>
                    </a:moveTo>
                    <a:lnTo>
                      <a:pt x="2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6" name="Freeform 6405">
                <a:extLst>
                  <a:ext uri="{FF2B5EF4-FFF2-40B4-BE49-F238E27FC236}">
                    <a16:creationId xmlns:a16="http://schemas.microsoft.com/office/drawing/2014/main" id="{2EE1797B-A29B-455B-80D2-5A9E65B06C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94" y="1283"/>
                <a:ext cx="8" cy="13"/>
              </a:xfrm>
              <a:custGeom>
                <a:avLst/>
                <a:gdLst>
                  <a:gd name="T0" fmla="*/ 0 w 8"/>
                  <a:gd name="T1" fmla="*/ 11 h 13"/>
                  <a:gd name="T2" fmla="*/ 2 w 8"/>
                  <a:gd name="T3" fmla="*/ 13 h 13"/>
                  <a:gd name="T4" fmla="*/ 6 w 8"/>
                  <a:gd name="T5" fmla="*/ 11 h 13"/>
                  <a:gd name="T6" fmla="*/ 6 w 8"/>
                  <a:gd name="T7" fmla="*/ 7 h 13"/>
                  <a:gd name="T8" fmla="*/ 6 w 8"/>
                  <a:gd name="T9" fmla="*/ 6 h 13"/>
                  <a:gd name="T10" fmla="*/ 8 w 8"/>
                  <a:gd name="T11" fmla="*/ 2 h 13"/>
                  <a:gd name="T12" fmla="*/ 4 w 8"/>
                  <a:gd name="T13" fmla="*/ 0 h 13"/>
                  <a:gd name="T14" fmla="*/ 2 w 8"/>
                  <a:gd name="T15" fmla="*/ 2 h 13"/>
                  <a:gd name="T16" fmla="*/ 0 w 8"/>
                  <a:gd name="T17" fmla="*/ 6 h 13"/>
                  <a:gd name="T18" fmla="*/ 0 w 8"/>
                  <a:gd name="T19" fmla="*/ 7 h 13"/>
                  <a:gd name="T20" fmla="*/ 0 w 8"/>
                  <a:gd name="T2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3">
                    <a:moveTo>
                      <a:pt x="0" y="11"/>
                    </a:moveTo>
                    <a:lnTo>
                      <a:pt x="2" y="13"/>
                    </a:lnTo>
                    <a:lnTo>
                      <a:pt x="6" y="11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7" name="Freeform 6406">
                <a:extLst>
                  <a:ext uri="{FF2B5EF4-FFF2-40B4-BE49-F238E27FC236}">
                    <a16:creationId xmlns:a16="http://schemas.microsoft.com/office/drawing/2014/main" id="{AFC217DA-B9C0-4B73-8DE3-552B76AB988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62" y="1229"/>
                <a:ext cx="9" cy="13"/>
              </a:xfrm>
              <a:custGeom>
                <a:avLst/>
                <a:gdLst>
                  <a:gd name="T0" fmla="*/ 2 w 9"/>
                  <a:gd name="T1" fmla="*/ 9 h 13"/>
                  <a:gd name="T2" fmla="*/ 3 w 9"/>
                  <a:gd name="T3" fmla="*/ 11 h 13"/>
                  <a:gd name="T4" fmla="*/ 5 w 9"/>
                  <a:gd name="T5" fmla="*/ 13 h 13"/>
                  <a:gd name="T6" fmla="*/ 7 w 9"/>
                  <a:gd name="T7" fmla="*/ 11 h 13"/>
                  <a:gd name="T8" fmla="*/ 9 w 9"/>
                  <a:gd name="T9" fmla="*/ 9 h 13"/>
                  <a:gd name="T10" fmla="*/ 7 w 9"/>
                  <a:gd name="T11" fmla="*/ 6 h 13"/>
                  <a:gd name="T12" fmla="*/ 5 w 9"/>
                  <a:gd name="T13" fmla="*/ 2 h 13"/>
                  <a:gd name="T14" fmla="*/ 3 w 9"/>
                  <a:gd name="T15" fmla="*/ 0 h 13"/>
                  <a:gd name="T16" fmla="*/ 0 w 9"/>
                  <a:gd name="T17" fmla="*/ 0 h 13"/>
                  <a:gd name="T18" fmla="*/ 0 w 9"/>
                  <a:gd name="T19" fmla="*/ 4 h 13"/>
                  <a:gd name="T20" fmla="*/ 2 w 9"/>
                  <a:gd name="T21" fmla="*/ 6 h 13"/>
                  <a:gd name="T22" fmla="*/ 2 w 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3">
                    <a:moveTo>
                      <a:pt x="2" y="9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8" name="Freeform 6407">
                <a:extLst>
                  <a:ext uri="{FF2B5EF4-FFF2-40B4-BE49-F238E27FC236}">
                    <a16:creationId xmlns:a16="http://schemas.microsoft.com/office/drawing/2014/main" id="{83B81E2A-2E54-4C73-9836-BA7FCD92AD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28" y="1236"/>
                <a:ext cx="6" cy="8"/>
              </a:xfrm>
              <a:custGeom>
                <a:avLst/>
                <a:gdLst>
                  <a:gd name="T0" fmla="*/ 6 w 6"/>
                  <a:gd name="T1" fmla="*/ 6 h 8"/>
                  <a:gd name="T2" fmla="*/ 4 w 6"/>
                  <a:gd name="T3" fmla="*/ 4 h 8"/>
                  <a:gd name="T4" fmla="*/ 4 w 6"/>
                  <a:gd name="T5" fmla="*/ 2 h 8"/>
                  <a:gd name="T6" fmla="*/ 4 w 6"/>
                  <a:gd name="T7" fmla="*/ 0 h 8"/>
                  <a:gd name="T8" fmla="*/ 0 w 6"/>
                  <a:gd name="T9" fmla="*/ 2 h 8"/>
                  <a:gd name="T10" fmla="*/ 0 w 6"/>
                  <a:gd name="T11" fmla="*/ 4 h 8"/>
                  <a:gd name="T12" fmla="*/ 4 w 6"/>
                  <a:gd name="T13" fmla="*/ 8 h 8"/>
                  <a:gd name="T14" fmla="*/ 6 w 6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6" y="6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69" name="Freeform 6408">
                <a:extLst>
                  <a:ext uri="{FF2B5EF4-FFF2-40B4-BE49-F238E27FC236}">
                    <a16:creationId xmlns:a16="http://schemas.microsoft.com/office/drawing/2014/main" id="{EDE6C348-1DD4-4A7E-BB90-93B121B146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64" y="1647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3 h 5"/>
                  <a:gd name="T4" fmla="*/ 4 w 6"/>
                  <a:gd name="T5" fmla="*/ 0 h 5"/>
                  <a:gd name="T6" fmla="*/ 2 w 6"/>
                  <a:gd name="T7" fmla="*/ 0 h 5"/>
                  <a:gd name="T8" fmla="*/ 0 w 6"/>
                  <a:gd name="T9" fmla="*/ 1 h 5"/>
                  <a:gd name="T10" fmla="*/ 2 w 6"/>
                  <a:gd name="T11" fmla="*/ 5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0" name="Freeform 6409">
                <a:extLst>
                  <a:ext uri="{FF2B5EF4-FFF2-40B4-BE49-F238E27FC236}">
                    <a16:creationId xmlns:a16="http://schemas.microsoft.com/office/drawing/2014/main" id="{FC784188-8BD5-4264-8BB6-03B28190B2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50" y="1747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1 w 5"/>
                  <a:gd name="T5" fmla="*/ 0 h 4"/>
                  <a:gd name="T6" fmla="*/ 0 w 5"/>
                  <a:gd name="T7" fmla="*/ 0 h 4"/>
                  <a:gd name="T8" fmla="*/ 1 w 5"/>
                  <a:gd name="T9" fmla="*/ 4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1" name="Freeform 6410">
                <a:extLst>
                  <a:ext uri="{FF2B5EF4-FFF2-40B4-BE49-F238E27FC236}">
                    <a16:creationId xmlns:a16="http://schemas.microsoft.com/office/drawing/2014/main" id="{8A2665B3-FFCC-4EF8-A05C-BC51CDDBFA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25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3 w 5"/>
                  <a:gd name="T3" fmla="*/ 0 h 4"/>
                  <a:gd name="T4" fmla="*/ 0 w 5"/>
                  <a:gd name="T5" fmla="*/ 2 h 4"/>
                  <a:gd name="T6" fmla="*/ 1 w 5"/>
                  <a:gd name="T7" fmla="*/ 4 h 4"/>
                  <a:gd name="T8" fmla="*/ 5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2" name="Freeform 6411">
                <a:extLst>
                  <a:ext uri="{FF2B5EF4-FFF2-40B4-BE49-F238E27FC236}">
                    <a16:creationId xmlns:a16="http://schemas.microsoft.com/office/drawing/2014/main" id="{2C1F5796-DC0A-413F-B265-510C16A733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68" y="1397"/>
                <a:ext cx="14" cy="9"/>
              </a:xfrm>
              <a:custGeom>
                <a:avLst/>
                <a:gdLst>
                  <a:gd name="T0" fmla="*/ 5 w 14"/>
                  <a:gd name="T1" fmla="*/ 0 h 9"/>
                  <a:gd name="T2" fmla="*/ 1 w 14"/>
                  <a:gd name="T3" fmla="*/ 0 h 9"/>
                  <a:gd name="T4" fmla="*/ 0 w 14"/>
                  <a:gd name="T5" fmla="*/ 3 h 9"/>
                  <a:gd name="T6" fmla="*/ 1 w 14"/>
                  <a:gd name="T7" fmla="*/ 7 h 9"/>
                  <a:gd name="T8" fmla="*/ 5 w 14"/>
                  <a:gd name="T9" fmla="*/ 7 h 9"/>
                  <a:gd name="T10" fmla="*/ 9 w 14"/>
                  <a:gd name="T11" fmla="*/ 9 h 9"/>
                  <a:gd name="T12" fmla="*/ 14 w 14"/>
                  <a:gd name="T13" fmla="*/ 5 h 9"/>
                  <a:gd name="T14" fmla="*/ 9 w 14"/>
                  <a:gd name="T15" fmla="*/ 2 h 9"/>
                  <a:gd name="T16" fmla="*/ 5 w 1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9" y="9"/>
                    </a:lnTo>
                    <a:lnTo>
                      <a:pt x="14" y="5"/>
                    </a:lnTo>
                    <a:lnTo>
                      <a:pt x="9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3" name="Freeform 6412">
                <a:extLst>
                  <a:ext uri="{FF2B5EF4-FFF2-40B4-BE49-F238E27FC236}">
                    <a16:creationId xmlns:a16="http://schemas.microsoft.com/office/drawing/2014/main" id="{9CE806C8-31A3-4AEB-9E53-157A658C92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81" y="1626"/>
                <a:ext cx="8" cy="11"/>
              </a:xfrm>
              <a:custGeom>
                <a:avLst/>
                <a:gdLst>
                  <a:gd name="T0" fmla="*/ 2 w 8"/>
                  <a:gd name="T1" fmla="*/ 4 h 11"/>
                  <a:gd name="T2" fmla="*/ 0 w 8"/>
                  <a:gd name="T3" fmla="*/ 6 h 11"/>
                  <a:gd name="T4" fmla="*/ 0 w 8"/>
                  <a:gd name="T5" fmla="*/ 9 h 11"/>
                  <a:gd name="T6" fmla="*/ 4 w 8"/>
                  <a:gd name="T7" fmla="*/ 11 h 11"/>
                  <a:gd name="T8" fmla="*/ 8 w 8"/>
                  <a:gd name="T9" fmla="*/ 7 h 11"/>
                  <a:gd name="T10" fmla="*/ 8 w 8"/>
                  <a:gd name="T11" fmla="*/ 6 h 11"/>
                  <a:gd name="T12" fmla="*/ 8 w 8"/>
                  <a:gd name="T13" fmla="*/ 0 h 11"/>
                  <a:gd name="T14" fmla="*/ 2 w 8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2" y="4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4" name="Freeform 6413">
                <a:extLst>
                  <a:ext uri="{FF2B5EF4-FFF2-40B4-BE49-F238E27FC236}">
                    <a16:creationId xmlns:a16="http://schemas.microsoft.com/office/drawing/2014/main" id="{DB0997E6-4FF6-40FF-87A6-F5383E8DB2D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875" y="1184"/>
                <a:ext cx="581" cy="733"/>
              </a:xfrm>
              <a:custGeom>
                <a:avLst/>
                <a:gdLst>
                  <a:gd name="T0" fmla="*/ 217 w 312"/>
                  <a:gd name="T1" fmla="*/ 268 h 393"/>
                  <a:gd name="T2" fmla="*/ 238 w 312"/>
                  <a:gd name="T3" fmla="*/ 267 h 393"/>
                  <a:gd name="T4" fmla="*/ 228 w 312"/>
                  <a:gd name="T5" fmla="*/ 235 h 393"/>
                  <a:gd name="T6" fmla="*/ 244 w 312"/>
                  <a:gd name="T7" fmla="*/ 229 h 393"/>
                  <a:gd name="T8" fmla="*/ 253 w 312"/>
                  <a:gd name="T9" fmla="*/ 218 h 393"/>
                  <a:gd name="T10" fmla="*/ 264 w 312"/>
                  <a:gd name="T11" fmla="*/ 200 h 393"/>
                  <a:gd name="T12" fmla="*/ 259 w 312"/>
                  <a:gd name="T13" fmla="*/ 177 h 393"/>
                  <a:gd name="T14" fmla="*/ 265 w 312"/>
                  <a:gd name="T15" fmla="*/ 164 h 393"/>
                  <a:gd name="T16" fmla="*/ 263 w 312"/>
                  <a:gd name="T17" fmla="*/ 152 h 393"/>
                  <a:gd name="T18" fmla="*/ 272 w 312"/>
                  <a:gd name="T19" fmla="*/ 119 h 393"/>
                  <a:gd name="T20" fmla="*/ 286 w 312"/>
                  <a:gd name="T21" fmla="*/ 86 h 393"/>
                  <a:gd name="T22" fmla="*/ 289 w 312"/>
                  <a:gd name="T23" fmla="*/ 60 h 393"/>
                  <a:gd name="T24" fmla="*/ 272 w 312"/>
                  <a:gd name="T25" fmla="*/ 68 h 393"/>
                  <a:gd name="T26" fmla="*/ 267 w 312"/>
                  <a:gd name="T27" fmla="*/ 52 h 393"/>
                  <a:gd name="T28" fmla="*/ 232 w 312"/>
                  <a:gd name="T29" fmla="*/ 48 h 393"/>
                  <a:gd name="T30" fmla="*/ 241 w 312"/>
                  <a:gd name="T31" fmla="*/ 46 h 393"/>
                  <a:gd name="T32" fmla="*/ 267 w 312"/>
                  <a:gd name="T33" fmla="*/ 29 h 393"/>
                  <a:gd name="T34" fmla="*/ 225 w 312"/>
                  <a:gd name="T35" fmla="*/ 19 h 393"/>
                  <a:gd name="T36" fmla="*/ 249 w 312"/>
                  <a:gd name="T37" fmla="*/ 18 h 393"/>
                  <a:gd name="T38" fmla="*/ 212 w 312"/>
                  <a:gd name="T39" fmla="*/ 2 h 393"/>
                  <a:gd name="T40" fmla="*/ 189 w 312"/>
                  <a:gd name="T41" fmla="*/ 9 h 393"/>
                  <a:gd name="T42" fmla="*/ 172 w 312"/>
                  <a:gd name="T43" fmla="*/ 26 h 393"/>
                  <a:gd name="T44" fmla="*/ 162 w 312"/>
                  <a:gd name="T45" fmla="*/ 46 h 393"/>
                  <a:gd name="T46" fmla="*/ 137 w 312"/>
                  <a:gd name="T47" fmla="*/ 41 h 393"/>
                  <a:gd name="T48" fmla="*/ 122 w 312"/>
                  <a:gd name="T49" fmla="*/ 47 h 393"/>
                  <a:gd name="T50" fmla="*/ 98 w 312"/>
                  <a:gd name="T51" fmla="*/ 36 h 393"/>
                  <a:gd name="T52" fmla="*/ 74 w 312"/>
                  <a:gd name="T53" fmla="*/ 45 h 393"/>
                  <a:gd name="T54" fmla="*/ 54 w 312"/>
                  <a:gd name="T55" fmla="*/ 69 h 393"/>
                  <a:gd name="T56" fmla="*/ 17 w 312"/>
                  <a:gd name="T57" fmla="*/ 89 h 393"/>
                  <a:gd name="T58" fmla="*/ 14 w 312"/>
                  <a:gd name="T59" fmla="*/ 117 h 393"/>
                  <a:gd name="T60" fmla="*/ 8 w 312"/>
                  <a:gd name="T61" fmla="*/ 133 h 393"/>
                  <a:gd name="T62" fmla="*/ 25 w 312"/>
                  <a:gd name="T63" fmla="*/ 148 h 393"/>
                  <a:gd name="T64" fmla="*/ 55 w 312"/>
                  <a:gd name="T65" fmla="*/ 167 h 393"/>
                  <a:gd name="T66" fmla="*/ 56 w 312"/>
                  <a:gd name="T67" fmla="*/ 192 h 393"/>
                  <a:gd name="T68" fmla="*/ 60 w 312"/>
                  <a:gd name="T69" fmla="*/ 212 h 393"/>
                  <a:gd name="T70" fmla="*/ 55 w 312"/>
                  <a:gd name="T71" fmla="*/ 223 h 393"/>
                  <a:gd name="T72" fmla="*/ 66 w 312"/>
                  <a:gd name="T73" fmla="*/ 235 h 393"/>
                  <a:gd name="T74" fmla="*/ 56 w 312"/>
                  <a:gd name="T75" fmla="*/ 244 h 393"/>
                  <a:gd name="T76" fmla="*/ 64 w 312"/>
                  <a:gd name="T77" fmla="*/ 260 h 393"/>
                  <a:gd name="T78" fmla="*/ 63 w 312"/>
                  <a:gd name="T79" fmla="*/ 279 h 393"/>
                  <a:gd name="T80" fmla="*/ 53 w 312"/>
                  <a:gd name="T81" fmla="*/ 285 h 393"/>
                  <a:gd name="T82" fmla="*/ 41 w 312"/>
                  <a:gd name="T83" fmla="*/ 313 h 393"/>
                  <a:gd name="T84" fmla="*/ 48 w 312"/>
                  <a:gd name="T85" fmla="*/ 336 h 393"/>
                  <a:gd name="T86" fmla="*/ 54 w 312"/>
                  <a:gd name="T87" fmla="*/ 364 h 393"/>
                  <a:gd name="T88" fmla="*/ 65 w 312"/>
                  <a:gd name="T89" fmla="*/ 380 h 393"/>
                  <a:gd name="T90" fmla="*/ 79 w 312"/>
                  <a:gd name="T91" fmla="*/ 391 h 393"/>
                  <a:gd name="T92" fmla="*/ 97 w 312"/>
                  <a:gd name="T93" fmla="*/ 374 h 393"/>
                  <a:gd name="T94" fmla="*/ 109 w 312"/>
                  <a:gd name="T95" fmla="*/ 354 h 393"/>
                  <a:gd name="T96" fmla="*/ 118 w 312"/>
                  <a:gd name="T97" fmla="*/ 332 h 393"/>
                  <a:gd name="T98" fmla="*/ 136 w 312"/>
                  <a:gd name="T99" fmla="*/ 322 h 393"/>
                  <a:gd name="T100" fmla="*/ 162 w 312"/>
                  <a:gd name="T101" fmla="*/ 311 h 393"/>
                  <a:gd name="T102" fmla="*/ 190 w 312"/>
                  <a:gd name="T103" fmla="*/ 295 h 393"/>
                  <a:gd name="T104" fmla="*/ 236 w 312"/>
                  <a:gd name="T105" fmla="*/ 229 h 393"/>
                  <a:gd name="T106" fmla="*/ 270 w 312"/>
                  <a:gd name="T107" fmla="*/ 99 h 393"/>
                  <a:gd name="T108" fmla="*/ 220 w 312"/>
                  <a:gd name="T109" fmla="*/ 256 h 393"/>
                  <a:gd name="T110" fmla="*/ 214 w 312"/>
                  <a:gd name="T111" fmla="*/ 258 h 393"/>
                  <a:gd name="T112" fmla="*/ 56 w 312"/>
                  <a:gd name="T113" fmla="*/ 221 h 393"/>
                  <a:gd name="T114" fmla="*/ 44 w 312"/>
                  <a:gd name="T115" fmla="*/ 319 h 393"/>
                  <a:gd name="T116" fmla="*/ 52 w 312"/>
                  <a:gd name="T117" fmla="*/ 298 h 393"/>
                  <a:gd name="T118" fmla="*/ 75 w 312"/>
                  <a:gd name="T119" fmla="*/ 376 h 393"/>
                  <a:gd name="T120" fmla="*/ 182 w 312"/>
                  <a:gd name="T121" fmla="*/ 23 h 393"/>
                  <a:gd name="T122" fmla="*/ 204 w 312"/>
                  <a:gd name="T123" fmla="*/ 262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2" h="393">
                    <a:moveTo>
                      <a:pt x="216" y="286"/>
                    </a:move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6" y="285"/>
                      <a:pt x="216" y="285"/>
                      <a:pt x="216" y="285"/>
                    </a:cubicBezTo>
                    <a:cubicBezTo>
                      <a:pt x="217" y="286"/>
                      <a:pt x="217" y="286"/>
                      <a:pt x="217" y="286"/>
                    </a:cubicBezTo>
                    <a:cubicBezTo>
                      <a:pt x="218" y="286"/>
                      <a:pt x="218" y="286"/>
                      <a:pt x="218" y="286"/>
                    </a:cubicBezTo>
                    <a:cubicBezTo>
                      <a:pt x="220" y="285"/>
                      <a:pt x="220" y="285"/>
                      <a:pt x="220" y="285"/>
                    </a:cubicBezTo>
                    <a:cubicBezTo>
                      <a:pt x="220" y="284"/>
                      <a:pt x="220" y="284"/>
                      <a:pt x="220" y="284"/>
                    </a:cubicBezTo>
                    <a:cubicBezTo>
                      <a:pt x="221" y="284"/>
                      <a:pt x="221" y="284"/>
                      <a:pt x="221" y="284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3" y="282"/>
                      <a:pt x="223" y="282"/>
                      <a:pt x="223" y="282"/>
                    </a:cubicBezTo>
                    <a:cubicBezTo>
                      <a:pt x="224" y="281"/>
                      <a:pt x="224" y="281"/>
                      <a:pt x="224" y="281"/>
                    </a:cubicBezTo>
                    <a:cubicBezTo>
                      <a:pt x="225" y="281"/>
                      <a:pt x="225" y="281"/>
                      <a:pt x="225" y="281"/>
                    </a:cubicBezTo>
                    <a:cubicBezTo>
                      <a:pt x="226" y="281"/>
                      <a:pt x="226" y="281"/>
                      <a:pt x="226" y="281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28" y="280"/>
                      <a:pt x="228" y="280"/>
                      <a:pt x="228" y="280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30" y="279"/>
                      <a:pt x="230" y="279"/>
                      <a:pt x="230" y="279"/>
                    </a:cubicBezTo>
                    <a:cubicBezTo>
                      <a:pt x="232" y="278"/>
                      <a:pt x="232" y="278"/>
                      <a:pt x="232" y="278"/>
                    </a:cubicBez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7"/>
                      <a:pt x="231" y="277"/>
                      <a:pt x="231" y="277"/>
                    </a:cubicBezTo>
                    <a:cubicBezTo>
                      <a:pt x="233" y="277"/>
                      <a:pt x="233" y="277"/>
                      <a:pt x="233" y="277"/>
                    </a:cubicBezTo>
                    <a:cubicBezTo>
                      <a:pt x="234" y="276"/>
                      <a:pt x="234" y="276"/>
                      <a:pt x="234" y="276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34" y="274"/>
                      <a:pt x="234" y="274"/>
                      <a:pt x="234" y="274"/>
                    </a:cubicBezTo>
                    <a:cubicBezTo>
                      <a:pt x="235" y="274"/>
                      <a:pt x="235" y="274"/>
                      <a:pt x="235" y="274"/>
                    </a:cubicBezTo>
                    <a:cubicBezTo>
                      <a:pt x="237" y="273"/>
                      <a:pt x="237" y="273"/>
                      <a:pt x="237" y="273"/>
                    </a:cubicBezTo>
                    <a:cubicBezTo>
                      <a:pt x="238" y="271"/>
                      <a:pt x="238" y="271"/>
                      <a:pt x="238" y="271"/>
                    </a:cubicBezTo>
                    <a:cubicBezTo>
                      <a:pt x="238" y="270"/>
                      <a:pt x="238" y="270"/>
                      <a:pt x="238" y="270"/>
                    </a:cubicBezTo>
                    <a:cubicBezTo>
                      <a:pt x="235" y="271"/>
                      <a:pt x="235" y="271"/>
                      <a:pt x="235" y="271"/>
                    </a:cubicBezTo>
                    <a:cubicBezTo>
                      <a:pt x="234" y="271"/>
                      <a:pt x="234" y="271"/>
                      <a:pt x="234" y="271"/>
                    </a:cubicBezTo>
                    <a:cubicBezTo>
                      <a:pt x="234" y="270"/>
                      <a:pt x="234" y="270"/>
                      <a:pt x="234" y="270"/>
                    </a:cubicBezTo>
                    <a:cubicBezTo>
                      <a:pt x="231" y="270"/>
                      <a:pt x="231" y="270"/>
                      <a:pt x="231" y="270"/>
                    </a:cubicBezTo>
                    <a:cubicBezTo>
                      <a:pt x="230" y="270"/>
                      <a:pt x="230" y="270"/>
                      <a:pt x="230" y="270"/>
                    </a:cubicBezTo>
                    <a:cubicBezTo>
                      <a:pt x="229" y="270"/>
                      <a:pt x="229" y="270"/>
                      <a:pt x="229" y="270"/>
                    </a:cubicBezTo>
                    <a:cubicBezTo>
                      <a:pt x="227" y="269"/>
                      <a:pt x="227" y="269"/>
                      <a:pt x="227" y="269"/>
                    </a:cubicBezTo>
                    <a:cubicBezTo>
                      <a:pt x="225" y="269"/>
                      <a:pt x="225" y="269"/>
                      <a:pt x="225" y="269"/>
                    </a:cubicBezTo>
                    <a:cubicBezTo>
                      <a:pt x="223" y="268"/>
                      <a:pt x="223" y="268"/>
                      <a:pt x="223" y="268"/>
                    </a:cubicBezTo>
                    <a:cubicBezTo>
                      <a:pt x="222" y="267"/>
                      <a:pt x="222" y="267"/>
                      <a:pt x="222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7"/>
                      <a:pt x="221" y="267"/>
                      <a:pt x="221" y="267"/>
                    </a:cubicBezTo>
                    <a:cubicBezTo>
                      <a:pt x="221" y="266"/>
                      <a:pt x="221" y="266"/>
                      <a:pt x="221" y="266"/>
                    </a:cubicBezTo>
                    <a:cubicBezTo>
                      <a:pt x="219" y="267"/>
                      <a:pt x="219" y="267"/>
                      <a:pt x="219" y="267"/>
                    </a:cubicBezTo>
                    <a:cubicBezTo>
                      <a:pt x="217" y="268"/>
                      <a:pt x="217" y="268"/>
                      <a:pt x="217" y="268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5" y="269"/>
                      <a:pt x="215" y="269"/>
                      <a:pt x="215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4" y="269"/>
                      <a:pt x="214" y="269"/>
                      <a:pt x="214" y="269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4" y="266"/>
                      <a:pt x="214" y="266"/>
                      <a:pt x="214" y="266"/>
                    </a:cubicBezTo>
                    <a:cubicBezTo>
                      <a:pt x="215" y="267"/>
                      <a:pt x="215" y="267"/>
                      <a:pt x="215" y="267"/>
                    </a:cubicBezTo>
                    <a:cubicBezTo>
                      <a:pt x="216" y="266"/>
                      <a:pt x="216" y="266"/>
                      <a:pt x="216" y="266"/>
                    </a:cubicBezTo>
                    <a:cubicBezTo>
                      <a:pt x="216" y="265"/>
                      <a:pt x="216" y="265"/>
                      <a:pt x="216" y="265"/>
                    </a:cubicBezTo>
                    <a:cubicBezTo>
                      <a:pt x="217" y="265"/>
                      <a:pt x="217" y="265"/>
                      <a:pt x="217" y="265"/>
                    </a:cubicBezTo>
                    <a:cubicBezTo>
                      <a:pt x="219" y="265"/>
                      <a:pt x="219" y="265"/>
                      <a:pt x="219" y="265"/>
                    </a:cubicBezTo>
                    <a:cubicBezTo>
                      <a:pt x="220" y="265"/>
                      <a:pt x="220" y="265"/>
                      <a:pt x="220" y="265"/>
                    </a:cubicBezTo>
                    <a:cubicBezTo>
                      <a:pt x="222" y="263"/>
                      <a:pt x="222" y="263"/>
                      <a:pt x="222" y="263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2" y="258"/>
                      <a:pt x="222" y="258"/>
                      <a:pt x="222" y="258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2" y="256"/>
                      <a:pt x="222" y="256"/>
                      <a:pt x="222" y="256"/>
                    </a:cubicBez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1" y="252"/>
                      <a:pt x="221" y="252"/>
                      <a:pt x="221" y="252"/>
                    </a:cubicBezTo>
                    <a:cubicBezTo>
                      <a:pt x="220" y="252"/>
                      <a:pt x="220" y="252"/>
                      <a:pt x="220" y="252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223" y="254"/>
                      <a:pt x="223" y="254"/>
                      <a:pt x="223" y="254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5" y="253"/>
                      <a:pt x="225" y="253"/>
                      <a:pt x="225" y="253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4" y="255"/>
                      <a:pt x="224" y="255"/>
                      <a:pt x="224" y="255"/>
                    </a:cubicBezTo>
                    <a:cubicBezTo>
                      <a:pt x="224" y="257"/>
                      <a:pt x="224" y="257"/>
                      <a:pt x="224" y="257"/>
                    </a:cubicBezTo>
                    <a:cubicBezTo>
                      <a:pt x="225" y="258"/>
                      <a:pt x="225" y="258"/>
                      <a:pt x="225" y="258"/>
                    </a:cubicBezTo>
                    <a:cubicBezTo>
                      <a:pt x="226" y="259"/>
                      <a:pt x="226" y="259"/>
                      <a:pt x="226" y="259"/>
                    </a:cubicBezTo>
                    <a:cubicBezTo>
                      <a:pt x="226" y="261"/>
                      <a:pt x="226" y="261"/>
                      <a:pt x="226" y="261"/>
                    </a:cubicBezTo>
                    <a:cubicBezTo>
                      <a:pt x="228" y="263"/>
                      <a:pt x="228" y="263"/>
                      <a:pt x="228" y="263"/>
                    </a:cubicBezTo>
                    <a:cubicBezTo>
                      <a:pt x="229" y="265"/>
                      <a:pt x="229" y="265"/>
                      <a:pt x="229" y="265"/>
                    </a:cubicBezTo>
                    <a:cubicBezTo>
                      <a:pt x="231" y="267"/>
                      <a:pt x="231" y="267"/>
                      <a:pt x="231" y="267"/>
                    </a:cubicBezTo>
                    <a:cubicBezTo>
                      <a:pt x="232" y="268"/>
                      <a:pt x="232" y="268"/>
                      <a:pt x="232" y="268"/>
                    </a:cubicBezTo>
                    <a:cubicBezTo>
                      <a:pt x="233" y="267"/>
                      <a:pt x="233" y="267"/>
                      <a:pt x="233" y="267"/>
                    </a:cubicBezTo>
                    <a:cubicBezTo>
                      <a:pt x="234" y="267"/>
                      <a:pt x="234" y="267"/>
                      <a:pt x="234" y="267"/>
                    </a:cubicBezTo>
                    <a:cubicBezTo>
                      <a:pt x="235" y="267"/>
                      <a:pt x="235" y="267"/>
                      <a:pt x="235" y="267"/>
                    </a:cubicBezTo>
                    <a:cubicBezTo>
                      <a:pt x="236" y="267"/>
                      <a:pt x="236" y="267"/>
                      <a:pt x="236" y="267"/>
                    </a:cubicBezTo>
                    <a:cubicBezTo>
                      <a:pt x="236" y="266"/>
                      <a:pt x="236" y="266"/>
                      <a:pt x="236" y="266"/>
                    </a:cubicBezTo>
                    <a:cubicBezTo>
                      <a:pt x="237" y="267"/>
                      <a:pt x="237" y="267"/>
                      <a:pt x="237" y="267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8" y="266"/>
                      <a:pt x="238" y="266"/>
                      <a:pt x="238" y="266"/>
                    </a:cubicBezTo>
                    <a:cubicBezTo>
                      <a:pt x="239" y="266"/>
                      <a:pt x="239" y="266"/>
                      <a:pt x="239" y="266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38" y="267"/>
                      <a:pt x="238" y="267"/>
                      <a:pt x="238" y="267"/>
                    </a:cubicBezTo>
                    <a:cubicBezTo>
                      <a:pt x="239" y="268"/>
                      <a:pt x="239" y="268"/>
                      <a:pt x="239" y="268"/>
                    </a:cubicBezTo>
                    <a:cubicBezTo>
                      <a:pt x="240" y="268"/>
                      <a:pt x="240" y="268"/>
                      <a:pt x="240" y="268"/>
                    </a:cubicBezTo>
                    <a:cubicBezTo>
                      <a:pt x="241" y="268"/>
                      <a:pt x="241" y="268"/>
                      <a:pt x="241" y="268"/>
                    </a:cubicBezTo>
                    <a:cubicBezTo>
                      <a:pt x="242" y="267"/>
                      <a:pt x="242" y="267"/>
                      <a:pt x="242" y="267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2" y="265"/>
                      <a:pt x="242" y="265"/>
                      <a:pt x="242" y="265"/>
                    </a:cubicBezTo>
                    <a:cubicBezTo>
                      <a:pt x="242" y="263"/>
                      <a:pt x="242" y="263"/>
                      <a:pt x="242" y="263"/>
                    </a:cubicBezTo>
                    <a:cubicBezTo>
                      <a:pt x="242" y="262"/>
                      <a:pt x="242" y="262"/>
                      <a:pt x="242" y="262"/>
                    </a:cubicBezTo>
                    <a:cubicBezTo>
                      <a:pt x="242" y="261"/>
                      <a:pt x="242" y="261"/>
                      <a:pt x="242" y="261"/>
                    </a:cubicBezTo>
                    <a:cubicBezTo>
                      <a:pt x="243" y="260"/>
                      <a:pt x="243" y="260"/>
                      <a:pt x="243" y="260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9"/>
                      <a:pt x="242" y="259"/>
                      <a:pt x="242" y="259"/>
                    </a:cubicBezTo>
                    <a:cubicBezTo>
                      <a:pt x="242" y="258"/>
                      <a:pt x="242" y="258"/>
                      <a:pt x="242" y="258"/>
                    </a:cubicBezTo>
                    <a:cubicBezTo>
                      <a:pt x="242" y="257"/>
                      <a:pt x="242" y="257"/>
                      <a:pt x="242" y="257"/>
                    </a:cubicBezTo>
                    <a:cubicBezTo>
                      <a:pt x="243" y="256"/>
                      <a:pt x="243" y="256"/>
                      <a:pt x="243" y="256"/>
                    </a:cubicBezTo>
                    <a:cubicBezTo>
                      <a:pt x="243" y="254"/>
                      <a:pt x="243" y="254"/>
                      <a:pt x="243" y="254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2" y="253"/>
                      <a:pt x="242" y="253"/>
                      <a:pt x="242" y="253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3" y="250"/>
                      <a:pt x="243" y="250"/>
                      <a:pt x="243" y="250"/>
                    </a:cubicBezTo>
                    <a:cubicBezTo>
                      <a:pt x="241" y="250"/>
                      <a:pt x="241" y="250"/>
                      <a:pt x="241" y="250"/>
                    </a:cubicBezTo>
                    <a:cubicBezTo>
                      <a:pt x="240" y="251"/>
                      <a:pt x="240" y="251"/>
                      <a:pt x="240" y="251"/>
                    </a:cubicBezTo>
                    <a:cubicBezTo>
                      <a:pt x="239" y="252"/>
                      <a:pt x="239" y="252"/>
                      <a:pt x="239" y="252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1"/>
                      <a:pt x="239" y="251"/>
                      <a:pt x="239" y="251"/>
                    </a:cubicBezTo>
                    <a:cubicBezTo>
                      <a:pt x="239" y="250"/>
                      <a:pt x="239" y="250"/>
                      <a:pt x="239" y="250"/>
                    </a:cubicBezTo>
                    <a:cubicBezTo>
                      <a:pt x="240" y="250"/>
                      <a:pt x="240" y="250"/>
                      <a:pt x="240" y="250"/>
                    </a:cubicBezTo>
                    <a:cubicBezTo>
                      <a:pt x="241" y="249"/>
                      <a:pt x="241" y="249"/>
                      <a:pt x="241" y="249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41" y="246"/>
                      <a:pt x="241" y="246"/>
                      <a:pt x="241" y="246"/>
                    </a:cubicBezTo>
                    <a:cubicBezTo>
                      <a:pt x="240" y="246"/>
                      <a:pt x="240" y="246"/>
                      <a:pt x="240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8" y="246"/>
                      <a:pt x="238" y="246"/>
                      <a:pt x="238" y="246"/>
                    </a:cubicBezTo>
                    <a:cubicBezTo>
                      <a:pt x="239" y="245"/>
                      <a:pt x="239" y="245"/>
                      <a:pt x="239" y="245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8" y="243"/>
                      <a:pt x="238" y="243"/>
                      <a:pt x="238" y="243"/>
                    </a:cubicBezTo>
                    <a:cubicBezTo>
                      <a:pt x="238" y="242"/>
                      <a:pt x="238" y="242"/>
                      <a:pt x="238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36" y="241"/>
                      <a:pt x="236" y="241"/>
                      <a:pt x="236" y="241"/>
                    </a:cubicBezTo>
                    <a:cubicBezTo>
                      <a:pt x="235" y="240"/>
                      <a:pt x="235" y="240"/>
                      <a:pt x="235" y="240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4" y="239"/>
                      <a:pt x="234" y="239"/>
                      <a:pt x="234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32" y="238"/>
                      <a:pt x="232" y="238"/>
                      <a:pt x="232" y="238"/>
                    </a:cubicBezTo>
                    <a:cubicBezTo>
                      <a:pt x="230" y="236"/>
                      <a:pt x="230" y="236"/>
                      <a:pt x="230" y="236"/>
                    </a:cubicBezTo>
                    <a:cubicBezTo>
                      <a:pt x="229" y="236"/>
                      <a:pt x="229" y="236"/>
                      <a:pt x="229" y="236"/>
                    </a:cubicBezTo>
                    <a:cubicBezTo>
                      <a:pt x="228" y="235"/>
                      <a:pt x="228" y="235"/>
                      <a:pt x="228" y="235"/>
                    </a:cubicBezTo>
                    <a:cubicBezTo>
                      <a:pt x="227" y="235"/>
                      <a:pt x="227" y="235"/>
                      <a:pt x="227" y="235"/>
                    </a:cubicBezTo>
                    <a:cubicBezTo>
                      <a:pt x="228" y="234"/>
                      <a:pt x="228" y="234"/>
                      <a:pt x="228" y="234"/>
                    </a:cubicBezTo>
                    <a:cubicBezTo>
                      <a:pt x="228" y="231"/>
                      <a:pt x="228" y="231"/>
                      <a:pt x="228" y="231"/>
                    </a:cubicBezTo>
                    <a:cubicBezTo>
                      <a:pt x="228" y="230"/>
                      <a:pt x="228" y="230"/>
                      <a:pt x="228" y="230"/>
                    </a:cubicBezTo>
                    <a:cubicBezTo>
                      <a:pt x="227" y="230"/>
                      <a:pt x="227" y="230"/>
                      <a:pt x="227" y="230"/>
                    </a:cubicBezTo>
                    <a:cubicBezTo>
                      <a:pt x="228" y="229"/>
                      <a:pt x="228" y="229"/>
                      <a:pt x="228" y="229"/>
                    </a:cubicBezTo>
                    <a:cubicBezTo>
                      <a:pt x="228" y="228"/>
                      <a:pt x="228" y="228"/>
                      <a:pt x="228" y="228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7"/>
                      <a:pt x="229" y="227"/>
                    </a:cubicBezTo>
                    <a:cubicBezTo>
                      <a:pt x="229" y="227"/>
                      <a:pt x="229" y="227"/>
                      <a:pt x="229" y="227"/>
                    </a:cubicBezTo>
                    <a:cubicBezTo>
                      <a:pt x="230" y="228"/>
                      <a:pt x="230" y="228"/>
                      <a:pt x="230" y="228"/>
                    </a:cubicBezTo>
                    <a:cubicBezTo>
                      <a:pt x="229" y="228"/>
                      <a:pt x="229" y="228"/>
                      <a:pt x="229" y="228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9" y="231"/>
                      <a:pt x="229" y="231"/>
                      <a:pt x="229" y="231"/>
                    </a:cubicBezTo>
                    <a:cubicBezTo>
                      <a:pt x="230" y="233"/>
                      <a:pt x="230" y="233"/>
                      <a:pt x="230" y="233"/>
                    </a:cubicBezTo>
                    <a:cubicBezTo>
                      <a:pt x="231" y="235"/>
                      <a:pt x="231" y="235"/>
                      <a:pt x="231" y="235"/>
                    </a:cubicBezTo>
                    <a:cubicBezTo>
                      <a:pt x="233" y="235"/>
                      <a:pt x="233" y="235"/>
                      <a:pt x="233" y="235"/>
                    </a:cubicBezTo>
                    <a:cubicBezTo>
                      <a:pt x="235" y="237"/>
                      <a:pt x="235" y="237"/>
                      <a:pt x="235" y="237"/>
                    </a:cubicBezTo>
                    <a:cubicBezTo>
                      <a:pt x="236" y="238"/>
                      <a:pt x="236" y="238"/>
                      <a:pt x="236" y="238"/>
                    </a:cubicBezTo>
                    <a:cubicBezTo>
                      <a:pt x="237" y="239"/>
                      <a:pt x="237" y="239"/>
                      <a:pt x="237" y="239"/>
                    </a:cubicBezTo>
                    <a:cubicBezTo>
                      <a:pt x="238" y="239"/>
                      <a:pt x="238" y="239"/>
                      <a:pt x="238" y="239"/>
                    </a:cubicBezTo>
                    <a:cubicBezTo>
                      <a:pt x="238" y="240"/>
                      <a:pt x="238" y="240"/>
                      <a:pt x="238" y="240"/>
                    </a:cubicBezTo>
                    <a:cubicBezTo>
                      <a:pt x="241" y="241"/>
                      <a:pt x="241" y="241"/>
                      <a:pt x="241" y="241"/>
                    </a:cubicBezTo>
                    <a:cubicBezTo>
                      <a:pt x="241" y="240"/>
                      <a:pt x="241" y="240"/>
                      <a:pt x="241" y="240"/>
                    </a:cubicBezTo>
                    <a:cubicBezTo>
                      <a:pt x="241" y="239"/>
                      <a:pt x="241" y="239"/>
                      <a:pt x="241" y="239"/>
                    </a:cubicBezTo>
                    <a:cubicBezTo>
                      <a:pt x="242" y="238"/>
                      <a:pt x="242" y="238"/>
                      <a:pt x="242" y="238"/>
                    </a:cubicBezTo>
                    <a:cubicBezTo>
                      <a:pt x="241" y="236"/>
                      <a:pt x="241" y="236"/>
                      <a:pt x="241" y="236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8" y="235"/>
                      <a:pt x="238" y="235"/>
                      <a:pt x="238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39" y="235"/>
                      <a:pt x="239" y="235"/>
                      <a:pt x="239" y="235"/>
                    </a:cubicBezTo>
                    <a:cubicBezTo>
                      <a:pt x="240" y="236"/>
                      <a:pt x="240" y="236"/>
                      <a:pt x="240" y="236"/>
                    </a:cubicBezTo>
                    <a:cubicBezTo>
                      <a:pt x="242" y="236"/>
                      <a:pt x="242" y="236"/>
                      <a:pt x="242" y="236"/>
                    </a:cubicBezTo>
                    <a:cubicBezTo>
                      <a:pt x="243" y="236"/>
                      <a:pt x="243" y="236"/>
                      <a:pt x="243" y="236"/>
                    </a:cubicBezTo>
                    <a:cubicBezTo>
                      <a:pt x="244" y="235"/>
                      <a:pt x="244" y="235"/>
                      <a:pt x="244" y="235"/>
                    </a:cubicBezTo>
                    <a:cubicBezTo>
                      <a:pt x="243" y="233"/>
                      <a:pt x="243" y="233"/>
                      <a:pt x="243" y="233"/>
                    </a:cubicBezTo>
                    <a:cubicBezTo>
                      <a:pt x="239" y="232"/>
                      <a:pt x="239" y="232"/>
                      <a:pt x="239" y="232"/>
                    </a:cubicBezTo>
                    <a:cubicBezTo>
                      <a:pt x="238" y="230"/>
                      <a:pt x="238" y="230"/>
                      <a:pt x="238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0"/>
                      <a:pt x="239" y="230"/>
                      <a:pt x="239" y="230"/>
                    </a:cubicBezTo>
                    <a:cubicBezTo>
                      <a:pt x="239" y="231"/>
                      <a:pt x="239" y="231"/>
                      <a:pt x="239" y="231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32"/>
                      <a:pt x="242" y="232"/>
                      <a:pt x="242" y="232"/>
                    </a:cubicBezTo>
                    <a:cubicBezTo>
                      <a:pt x="243" y="232"/>
                      <a:pt x="243" y="232"/>
                      <a:pt x="243" y="232"/>
                    </a:cubicBezTo>
                    <a:cubicBezTo>
                      <a:pt x="244" y="231"/>
                      <a:pt x="244" y="231"/>
                      <a:pt x="244" y="231"/>
                    </a:cubicBezTo>
                    <a:cubicBezTo>
                      <a:pt x="244" y="230"/>
                      <a:pt x="244" y="230"/>
                      <a:pt x="244" y="230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4" y="229"/>
                      <a:pt x="244" y="229"/>
                      <a:pt x="244" y="229"/>
                    </a:cubicBezTo>
                    <a:cubicBezTo>
                      <a:pt x="245" y="228"/>
                      <a:pt x="245" y="228"/>
                      <a:pt x="245" y="228"/>
                    </a:cubicBezTo>
                    <a:cubicBezTo>
                      <a:pt x="243" y="227"/>
                      <a:pt x="243" y="227"/>
                      <a:pt x="243" y="227"/>
                    </a:cubicBezTo>
                    <a:cubicBezTo>
                      <a:pt x="241" y="226"/>
                      <a:pt x="241" y="226"/>
                      <a:pt x="241" y="226"/>
                    </a:cubicBezTo>
                    <a:cubicBezTo>
                      <a:pt x="240" y="225"/>
                      <a:pt x="240" y="225"/>
                      <a:pt x="240" y="225"/>
                    </a:cubicBezTo>
                    <a:cubicBezTo>
                      <a:pt x="240" y="224"/>
                      <a:pt x="240" y="224"/>
                      <a:pt x="240" y="224"/>
                    </a:cubicBezTo>
                    <a:cubicBezTo>
                      <a:pt x="238" y="223"/>
                      <a:pt x="238" y="223"/>
                      <a:pt x="238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7" y="223"/>
                      <a:pt x="237" y="223"/>
                      <a:pt x="237" y="223"/>
                    </a:cubicBezTo>
                    <a:cubicBezTo>
                      <a:pt x="236" y="222"/>
                      <a:pt x="236" y="222"/>
                      <a:pt x="236" y="222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28" y="219"/>
                      <a:pt x="228" y="219"/>
                      <a:pt x="228" y="219"/>
                    </a:cubicBezTo>
                    <a:cubicBezTo>
                      <a:pt x="228" y="218"/>
                      <a:pt x="228" y="218"/>
                      <a:pt x="228" y="218"/>
                    </a:cubicBezTo>
                    <a:cubicBezTo>
                      <a:pt x="229" y="218"/>
                      <a:pt x="229" y="218"/>
                      <a:pt x="229" y="218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30" y="218"/>
                      <a:pt x="230" y="218"/>
                      <a:pt x="230" y="218"/>
                    </a:cubicBezTo>
                    <a:cubicBezTo>
                      <a:pt x="231" y="219"/>
                      <a:pt x="231" y="219"/>
                      <a:pt x="231" y="219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3" y="217"/>
                      <a:pt x="233" y="217"/>
                      <a:pt x="233" y="217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7" y="222"/>
                      <a:pt x="237" y="222"/>
                      <a:pt x="237" y="222"/>
                    </a:cubicBezTo>
                    <a:cubicBezTo>
                      <a:pt x="239" y="223"/>
                      <a:pt x="239" y="223"/>
                      <a:pt x="239" y="223"/>
                    </a:cubicBezTo>
                    <a:cubicBezTo>
                      <a:pt x="241" y="224"/>
                      <a:pt x="241" y="224"/>
                      <a:pt x="241" y="224"/>
                    </a:cubicBezTo>
                    <a:cubicBezTo>
                      <a:pt x="242" y="224"/>
                      <a:pt x="242" y="224"/>
                      <a:pt x="242" y="224"/>
                    </a:cubicBezTo>
                    <a:cubicBezTo>
                      <a:pt x="243" y="224"/>
                      <a:pt x="243" y="224"/>
                      <a:pt x="243" y="224"/>
                    </a:cubicBezTo>
                    <a:cubicBezTo>
                      <a:pt x="243" y="223"/>
                      <a:pt x="243" y="223"/>
                      <a:pt x="243" y="223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4" y="222"/>
                      <a:pt x="244" y="222"/>
                      <a:pt x="244" y="222"/>
                    </a:cubicBezTo>
                    <a:cubicBezTo>
                      <a:pt x="245" y="222"/>
                      <a:pt x="245" y="222"/>
                      <a:pt x="245" y="222"/>
                    </a:cubicBezTo>
                    <a:cubicBezTo>
                      <a:pt x="246" y="221"/>
                      <a:pt x="246" y="221"/>
                      <a:pt x="246" y="221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49" y="221"/>
                      <a:pt x="249" y="221"/>
                      <a:pt x="249" y="221"/>
                    </a:cubicBezTo>
                    <a:cubicBezTo>
                      <a:pt x="251" y="220"/>
                      <a:pt x="251" y="220"/>
                      <a:pt x="251" y="220"/>
                    </a:cubicBezTo>
                    <a:cubicBezTo>
                      <a:pt x="252" y="220"/>
                      <a:pt x="252" y="220"/>
                      <a:pt x="252" y="220"/>
                    </a:cubicBezTo>
                    <a:cubicBezTo>
                      <a:pt x="253" y="220"/>
                      <a:pt x="253" y="220"/>
                      <a:pt x="253" y="220"/>
                    </a:cubicBezTo>
                    <a:cubicBezTo>
                      <a:pt x="253" y="218"/>
                      <a:pt x="253" y="218"/>
                      <a:pt x="253" y="218"/>
                    </a:cubicBezTo>
                    <a:cubicBezTo>
                      <a:pt x="253" y="216"/>
                      <a:pt x="253" y="216"/>
                      <a:pt x="253" y="216"/>
                    </a:cubicBezTo>
                    <a:cubicBezTo>
                      <a:pt x="255" y="214"/>
                      <a:pt x="255" y="214"/>
                      <a:pt x="255" y="214"/>
                    </a:cubicBezTo>
                    <a:cubicBezTo>
                      <a:pt x="255" y="213"/>
                      <a:pt x="255" y="213"/>
                      <a:pt x="255" y="213"/>
                    </a:cubicBezTo>
                    <a:cubicBezTo>
                      <a:pt x="254" y="212"/>
                      <a:pt x="254" y="212"/>
                      <a:pt x="254" y="212"/>
                    </a:cubicBezTo>
                    <a:cubicBezTo>
                      <a:pt x="253" y="211"/>
                      <a:pt x="253" y="211"/>
                      <a:pt x="253" y="211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1" y="212"/>
                      <a:pt x="251" y="212"/>
                      <a:pt x="251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49" y="212"/>
                      <a:pt x="249" y="212"/>
                      <a:pt x="249" y="212"/>
                    </a:cubicBezTo>
                    <a:cubicBezTo>
                      <a:pt x="249" y="211"/>
                      <a:pt x="249" y="211"/>
                      <a:pt x="249" y="211"/>
                    </a:cubicBezTo>
                    <a:cubicBezTo>
                      <a:pt x="248" y="210"/>
                      <a:pt x="248" y="210"/>
                      <a:pt x="248" y="210"/>
                    </a:cubicBezTo>
                    <a:cubicBezTo>
                      <a:pt x="247" y="209"/>
                      <a:pt x="247" y="209"/>
                      <a:pt x="247" y="209"/>
                    </a:cubicBezTo>
                    <a:cubicBezTo>
                      <a:pt x="246" y="209"/>
                      <a:pt x="246" y="209"/>
                      <a:pt x="246" y="209"/>
                    </a:cubicBezTo>
                    <a:cubicBezTo>
                      <a:pt x="245" y="210"/>
                      <a:pt x="245" y="210"/>
                      <a:pt x="245" y="210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11"/>
                      <a:pt x="245" y="211"/>
                      <a:pt x="245" y="211"/>
                    </a:cubicBezTo>
                    <a:cubicBezTo>
                      <a:pt x="245" y="209"/>
                      <a:pt x="245" y="209"/>
                      <a:pt x="245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9"/>
                      <a:pt x="244" y="209"/>
                      <a:pt x="244" y="209"/>
                    </a:cubicBezTo>
                    <a:cubicBezTo>
                      <a:pt x="244" y="208"/>
                      <a:pt x="244" y="208"/>
                      <a:pt x="244" y="208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5" y="205"/>
                      <a:pt x="245" y="205"/>
                      <a:pt x="245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7" y="205"/>
                      <a:pt x="247" y="205"/>
                      <a:pt x="247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6" y="207"/>
                      <a:pt x="246" y="207"/>
                      <a:pt x="246" y="207"/>
                    </a:cubicBezTo>
                    <a:cubicBezTo>
                      <a:pt x="247" y="208"/>
                      <a:pt x="247" y="208"/>
                      <a:pt x="247" y="208"/>
                    </a:cubicBezTo>
                    <a:cubicBezTo>
                      <a:pt x="248" y="208"/>
                      <a:pt x="248" y="208"/>
                      <a:pt x="248" y="208"/>
                    </a:cubicBezTo>
                    <a:cubicBezTo>
                      <a:pt x="250" y="210"/>
                      <a:pt x="250" y="210"/>
                      <a:pt x="250" y="210"/>
                    </a:cubicBezTo>
                    <a:cubicBezTo>
                      <a:pt x="251" y="210"/>
                      <a:pt x="251" y="210"/>
                      <a:pt x="251" y="210"/>
                    </a:cubicBezTo>
                    <a:cubicBezTo>
                      <a:pt x="253" y="210"/>
                      <a:pt x="253" y="210"/>
                      <a:pt x="253" y="210"/>
                    </a:cubicBezTo>
                    <a:cubicBezTo>
                      <a:pt x="255" y="209"/>
                      <a:pt x="255" y="209"/>
                      <a:pt x="255" y="209"/>
                    </a:cubicBezTo>
                    <a:cubicBezTo>
                      <a:pt x="255" y="208"/>
                      <a:pt x="255" y="208"/>
                      <a:pt x="255" y="208"/>
                    </a:cubicBezTo>
                    <a:cubicBezTo>
                      <a:pt x="255" y="207"/>
                      <a:pt x="255" y="207"/>
                      <a:pt x="255" y="207"/>
                    </a:cubicBezTo>
                    <a:cubicBezTo>
                      <a:pt x="255" y="206"/>
                      <a:pt x="255" y="206"/>
                      <a:pt x="255" y="206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6" y="207"/>
                      <a:pt x="256" y="207"/>
                      <a:pt x="256" y="207"/>
                    </a:cubicBezTo>
                    <a:cubicBezTo>
                      <a:pt x="257" y="208"/>
                      <a:pt x="257" y="208"/>
                      <a:pt x="257" y="208"/>
                    </a:cubicBezTo>
                    <a:cubicBezTo>
                      <a:pt x="258" y="208"/>
                      <a:pt x="258" y="208"/>
                      <a:pt x="258" y="208"/>
                    </a:cubicBezTo>
                    <a:cubicBezTo>
                      <a:pt x="260" y="207"/>
                      <a:pt x="260" y="207"/>
                      <a:pt x="260" y="207"/>
                    </a:cubicBezTo>
                    <a:cubicBezTo>
                      <a:pt x="261" y="205"/>
                      <a:pt x="261" y="205"/>
                      <a:pt x="261" y="205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61" y="203"/>
                      <a:pt x="261" y="203"/>
                      <a:pt x="261" y="203"/>
                    </a:cubicBezTo>
                    <a:cubicBezTo>
                      <a:pt x="263" y="203"/>
                      <a:pt x="263" y="203"/>
                      <a:pt x="263" y="203"/>
                    </a:cubicBezTo>
                    <a:cubicBezTo>
                      <a:pt x="264" y="202"/>
                      <a:pt x="264" y="202"/>
                      <a:pt x="264" y="202"/>
                    </a:cubicBezTo>
                    <a:cubicBezTo>
                      <a:pt x="264" y="200"/>
                      <a:pt x="264" y="200"/>
                      <a:pt x="264" y="200"/>
                    </a:cubicBezTo>
                    <a:cubicBezTo>
                      <a:pt x="263" y="200"/>
                      <a:pt x="263" y="200"/>
                      <a:pt x="263" y="200"/>
                    </a:cubicBezTo>
                    <a:cubicBezTo>
                      <a:pt x="262" y="201"/>
                      <a:pt x="262" y="201"/>
                      <a:pt x="262" y="201"/>
                    </a:cubicBezTo>
                    <a:cubicBezTo>
                      <a:pt x="261" y="200"/>
                      <a:pt x="261" y="200"/>
                      <a:pt x="261" y="200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0"/>
                      <a:pt x="258" y="200"/>
                      <a:pt x="258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58" y="199"/>
                      <a:pt x="258" y="199"/>
                      <a:pt x="258" y="199"/>
                    </a:cubicBezTo>
                    <a:cubicBezTo>
                      <a:pt x="258" y="198"/>
                      <a:pt x="258" y="198"/>
                      <a:pt x="258" y="198"/>
                    </a:cubicBezTo>
                    <a:cubicBezTo>
                      <a:pt x="259" y="197"/>
                      <a:pt x="259" y="197"/>
                      <a:pt x="259" y="197"/>
                    </a:cubicBezTo>
                    <a:cubicBezTo>
                      <a:pt x="259" y="195"/>
                      <a:pt x="259" y="195"/>
                      <a:pt x="259" y="195"/>
                    </a:cubicBezTo>
                    <a:cubicBezTo>
                      <a:pt x="257" y="194"/>
                      <a:pt x="257" y="194"/>
                      <a:pt x="257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4"/>
                      <a:pt x="255" y="194"/>
                      <a:pt x="255" y="194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4" y="193"/>
                      <a:pt x="254" y="193"/>
                      <a:pt x="254" y="193"/>
                    </a:cubicBezTo>
                    <a:cubicBezTo>
                      <a:pt x="255" y="193"/>
                      <a:pt x="255" y="193"/>
                      <a:pt x="255" y="193"/>
                    </a:cubicBezTo>
                    <a:cubicBezTo>
                      <a:pt x="256" y="192"/>
                      <a:pt x="256" y="192"/>
                      <a:pt x="256" y="192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3"/>
                      <a:pt x="257" y="193"/>
                      <a:pt x="257" y="193"/>
                    </a:cubicBezTo>
                    <a:cubicBezTo>
                      <a:pt x="258" y="194"/>
                      <a:pt x="258" y="194"/>
                      <a:pt x="258" y="194"/>
                    </a:cubicBezTo>
                    <a:cubicBezTo>
                      <a:pt x="259" y="194"/>
                      <a:pt x="259" y="194"/>
                      <a:pt x="259" y="194"/>
                    </a:cubicBezTo>
                    <a:cubicBezTo>
                      <a:pt x="260" y="193"/>
                      <a:pt x="260" y="193"/>
                      <a:pt x="260" y="193"/>
                    </a:cubicBezTo>
                    <a:cubicBezTo>
                      <a:pt x="261" y="190"/>
                      <a:pt x="261" y="190"/>
                      <a:pt x="261" y="190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9"/>
                      <a:pt x="262" y="189"/>
                      <a:pt x="262" y="189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3" y="182"/>
                      <a:pt x="263" y="182"/>
                      <a:pt x="263" y="182"/>
                    </a:cubicBezTo>
                    <a:cubicBezTo>
                      <a:pt x="262" y="181"/>
                      <a:pt x="262" y="181"/>
                      <a:pt x="262" y="181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0" y="179"/>
                      <a:pt x="260" y="179"/>
                      <a:pt x="260" y="179"/>
                    </a:cubicBezTo>
                    <a:cubicBezTo>
                      <a:pt x="259" y="179"/>
                      <a:pt x="259" y="179"/>
                      <a:pt x="259" y="179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58" y="178"/>
                      <a:pt x="258" y="178"/>
                      <a:pt x="258" y="178"/>
                    </a:cubicBezTo>
                    <a:cubicBezTo>
                      <a:pt x="257" y="178"/>
                      <a:pt x="257" y="178"/>
                      <a:pt x="257" y="178"/>
                    </a:cubicBezTo>
                    <a:cubicBezTo>
                      <a:pt x="258" y="177"/>
                      <a:pt x="258" y="177"/>
                      <a:pt x="258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59" y="177"/>
                      <a:pt x="259" y="177"/>
                      <a:pt x="259" y="177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3"/>
                      <a:pt x="262" y="173"/>
                      <a:pt x="262" y="173"/>
                    </a:cubicBezTo>
                    <a:cubicBezTo>
                      <a:pt x="260" y="172"/>
                      <a:pt x="260" y="172"/>
                      <a:pt x="260" y="172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9" y="173"/>
                      <a:pt x="259" y="173"/>
                      <a:pt x="259" y="173"/>
                    </a:cubicBezTo>
                    <a:cubicBezTo>
                      <a:pt x="258" y="173"/>
                      <a:pt x="258" y="173"/>
                      <a:pt x="258" y="173"/>
                    </a:cubicBezTo>
                    <a:cubicBezTo>
                      <a:pt x="256" y="173"/>
                      <a:pt x="256" y="173"/>
                      <a:pt x="256" y="173"/>
                    </a:cubicBezTo>
                    <a:cubicBezTo>
                      <a:pt x="256" y="172"/>
                      <a:pt x="256" y="172"/>
                      <a:pt x="256" y="172"/>
                    </a:cubicBezTo>
                    <a:cubicBezTo>
                      <a:pt x="254" y="172"/>
                      <a:pt x="254" y="172"/>
                      <a:pt x="254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2"/>
                      <a:pt x="253" y="172"/>
                      <a:pt x="253" y="172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70"/>
                      <a:pt x="252" y="170"/>
                      <a:pt x="252" y="170"/>
                    </a:cubicBezTo>
                    <a:cubicBezTo>
                      <a:pt x="252" y="169"/>
                      <a:pt x="252" y="169"/>
                      <a:pt x="252" y="169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8"/>
                      <a:pt x="252" y="168"/>
                      <a:pt x="252" y="168"/>
                    </a:cubicBezTo>
                    <a:cubicBezTo>
                      <a:pt x="252" y="167"/>
                      <a:pt x="252" y="167"/>
                      <a:pt x="252" y="167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2" y="166"/>
                      <a:pt x="252" y="166"/>
                      <a:pt x="252" y="166"/>
                    </a:cubicBezTo>
                    <a:cubicBezTo>
                      <a:pt x="253" y="166"/>
                      <a:pt x="253" y="166"/>
                      <a:pt x="253" y="166"/>
                    </a:cubicBezTo>
                    <a:cubicBezTo>
                      <a:pt x="253" y="167"/>
                      <a:pt x="253" y="167"/>
                      <a:pt x="253" y="167"/>
                    </a:cubicBezTo>
                    <a:cubicBezTo>
                      <a:pt x="254" y="169"/>
                      <a:pt x="254" y="169"/>
                      <a:pt x="254" y="169"/>
                    </a:cubicBezTo>
                    <a:cubicBezTo>
                      <a:pt x="256" y="168"/>
                      <a:pt x="256" y="168"/>
                      <a:pt x="256" y="168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4" y="166"/>
                      <a:pt x="254" y="166"/>
                      <a:pt x="254" y="166"/>
                    </a:cubicBezTo>
                    <a:cubicBezTo>
                      <a:pt x="255" y="165"/>
                      <a:pt x="255" y="165"/>
                      <a:pt x="255" y="165"/>
                    </a:cubicBezTo>
                    <a:cubicBezTo>
                      <a:pt x="256" y="164"/>
                      <a:pt x="256" y="164"/>
                      <a:pt x="256" y="164"/>
                    </a:cubicBezTo>
                    <a:cubicBezTo>
                      <a:pt x="258" y="163"/>
                      <a:pt x="258" y="163"/>
                      <a:pt x="258" y="163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8" y="162"/>
                      <a:pt x="258" y="162"/>
                      <a:pt x="258" y="162"/>
                    </a:cubicBezTo>
                    <a:cubicBezTo>
                      <a:pt x="259" y="162"/>
                      <a:pt x="259" y="162"/>
                      <a:pt x="259" y="162"/>
                    </a:cubicBezTo>
                    <a:cubicBezTo>
                      <a:pt x="258" y="161"/>
                      <a:pt x="258" y="161"/>
                      <a:pt x="258" y="161"/>
                    </a:cubicBezTo>
                    <a:cubicBezTo>
                      <a:pt x="259" y="161"/>
                      <a:pt x="259" y="161"/>
                      <a:pt x="259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0" y="161"/>
                      <a:pt x="260" y="161"/>
                      <a:pt x="260" y="161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2" y="162"/>
                      <a:pt x="262" y="162"/>
                      <a:pt x="262" y="162"/>
                    </a:cubicBezTo>
                    <a:cubicBezTo>
                      <a:pt x="263" y="162"/>
                      <a:pt x="263" y="162"/>
                      <a:pt x="263" y="162"/>
                    </a:cubicBezTo>
                    <a:cubicBezTo>
                      <a:pt x="263" y="163"/>
                      <a:pt x="263" y="163"/>
                      <a:pt x="263" y="163"/>
                    </a:cubicBezTo>
                    <a:cubicBezTo>
                      <a:pt x="263" y="164"/>
                      <a:pt x="263" y="164"/>
                      <a:pt x="263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5" y="164"/>
                      <a:pt x="265" y="164"/>
                      <a:pt x="265" y="164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65" y="166"/>
                      <a:pt x="265" y="166"/>
                      <a:pt x="265" y="166"/>
                    </a:cubicBezTo>
                    <a:cubicBezTo>
                      <a:pt x="265" y="167"/>
                      <a:pt x="265" y="167"/>
                      <a:pt x="265" y="167"/>
                    </a:cubicBezTo>
                    <a:cubicBezTo>
                      <a:pt x="266" y="168"/>
                      <a:pt x="266" y="168"/>
                      <a:pt x="266" y="168"/>
                    </a:cubicBezTo>
                    <a:cubicBezTo>
                      <a:pt x="266" y="169"/>
                      <a:pt x="266" y="169"/>
                      <a:pt x="266" y="169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5" y="171"/>
                      <a:pt x="265" y="171"/>
                      <a:pt x="265" y="171"/>
                    </a:cubicBezTo>
                    <a:cubicBezTo>
                      <a:pt x="266" y="173"/>
                      <a:pt x="266" y="173"/>
                      <a:pt x="266" y="173"/>
                    </a:cubicBezTo>
                    <a:cubicBezTo>
                      <a:pt x="266" y="175"/>
                      <a:pt x="266" y="175"/>
                      <a:pt x="266" y="175"/>
                    </a:cubicBezTo>
                    <a:cubicBezTo>
                      <a:pt x="266" y="177"/>
                      <a:pt x="266" y="177"/>
                      <a:pt x="266" y="177"/>
                    </a:cubicBezTo>
                    <a:cubicBezTo>
                      <a:pt x="266" y="179"/>
                      <a:pt x="266" y="179"/>
                      <a:pt x="266" y="179"/>
                    </a:cubicBezTo>
                    <a:cubicBezTo>
                      <a:pt x="267" y="180"/>
                      <a:pt x="267" y="180"/>
                      <a:pt x="267" y="180"/>
                    </a:cubicBezTo>
                    <a:cubicBezTo>
                      <a:pt x="268" y="178"/>
                      <a:pt x="268" y="178"/>
                      <a:pt x="268" y="178"/>
                    </a:cubicBezTo>
                    <a:cubicBezTo>
                      <a:pt x="268" y="176"/>
                      <a:pt x="268" y="176"/>
                      <a:pt x="268" y="176"/>
                    </a:cubicBezTo>
                    <a:cubicBezTo>
                      <a:pt x="269" y="176"/>
                      <a:pt x="269" y="176"/>
                      <a:pt x="269" y="176"/>
                    </a:cubicBezTo>
                    <a:cubicBezTo>
                      <a:pt x="269" y="173"/>
                      <a:pt x="269" y="173"/>
                      <a:pt x="269" y="173"/>
                    </a:cubicBezTo>
                    <a:cubicBezTo>
                      <a:pt x="268" y="172"/>
                      <a:pt x="268" y="172"/>
                      <a:pt x="268" y="172"/>
                    </a:cubicBezTo>
                    <a:cubicBezTo>
                      <a:pt x="268" y="169"/>
                      <a:pt x="268" y="169"/>
                      <a:pt x="268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7" y="166"/>
                      <a:pt x="267" y="166"/>
                      <a:pt x="267" y="166"/>
                    </a:cubicBezTo>
                    <a:cubicBezTo>
                      <a:pt x="268" y="166"/>
                      <a:pt x="268" y="166"/>
                      <a:pt x="268" y="166"/>
                    </a:cubicBezTo>
                    <a:cubicBezTo>
                      <a:pt x="268" y="167"/>
                      <a:pt x="268" y="167"/>
                      <a:pt x="268" y="167"/>
                    </a:cubicBezTo>
                    <a:cubicBezTo>
                      <a:pt x="269" y="168"/>
                      <a:pt x="269" y="168"/>
                      <a:pt x="269" y="168"/>
                    </a:cubicBezTo>
                    <a:cubicBezTo>
                      <a:pt x="270" y="166"/>
                      <a:pt x="270" y="166"/>
                      <a:pt x="270" y="166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71" y="164"/>
                      <a:pt x="271" y="164"/>
                      <a:pt x="271" y="164"/>
                    </a:cubicBezTo>
                    <a:cubicBezTo>
                      <a:pt x="272" y="162"/>
                      <a:pt x="272" y="162"/>
                      <a:pt x="272" y="162"/>
                    </a:cubicBezTo>
                    <a:cubicBezTo>
                      <a:pt x="271" y="161"/>
                      <a:pt x="271" y="161"/>
                      <a:pt x="271" y="161"/>
                    </a:cubicBezTo>
                    <a:cubicBezTo>
                      <a:pt x="272" y="160"/>
                      <a:pt x="272" y="160"/>
                      <a:pt x="272" y="160"/>
                    </a:cubicBezTo>
                    <a:cubicBezTo>
                      <a:pt x="272" y="158"/>
                      <a:pt x="272" y="158"/>
                      <a:pt x="272" y="158"/>
                    </a:cubicBezTo>
                    <a:cubicBezTo>
                      <a:pt x="272" y="157"/>
                      <a:pt x="272" y="157"/>
                      <a:pt x="272" y="157"/>
                    </a:cubicBezTo>
                    <a:cubicBezTo>
                      <a:pt x="272" y="156"/>
                      <a:pt x="272" y="156"/>
                      <a:pt x="272" y="156"/>
                    </a:cubicBezTo>
                    <a:cubicBezTo>
                      <a:pt x="272" y="155"/>
                      <a:pt x="272" y="155"/>
                      <a:pt x="272" y="155"/>
                    </a:cubicBezTo>
                    <a:cubicBezTo>
                      <a:pt x="271" y="154"/>
                      <a:pt x="271" y="154"/>
                      <a:pt x="271" y="154"/>
                    </a:cubicBezTo>
                    <a:cubicBezTo>
                      <a:pt x="270" y="153"/>
                      <a:pt x="270" y="153"/>
                      <a:pt x="270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3"/>
                      <a:pt x="269" y="153"/>
                      <a:pt x="269" y="153"/>
                    </a:cubicBezTo>
                    <a:cubicBezTo>
                      <a:pt x="269" y="152"/>
                      <a:pt x="269" y="152"/>
                      <a:pt x="269" y="152"/>
                    </a:cubicBezTo>
                    <a:cubicBezTo>
                      <a:pt x="267" y="153"/>
                      <a:pt x="267" y="153"/>
                      <a:pt x="267" y="153"/>
                    </a:cubicBezTo>
                    <a:cubicBezTo>
                      <a:pt x="267" y="154"/>
                      <a:pt x="267" y="154"/>
                      <a:pt x="267" y="154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5" y="155"/>
                      <a:pt x="265" y="155"/>
                      <a:pt x="265" y="155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2"/>
                      <a:pt x="265" y="152"/>
                      <a:pt x="265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2"/>
                      <a:pt x="263" y="152"/>
                      <a:pt x="263" y="152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2" y="151"/>
                      <a:pt x="262" y="151"/>
                      <a:pt x="262" y="151"/>
                    </a:cubicBezTo>
                    <a:cubicBezTo>
                      <a:pt x="263" y="151"/>
                      <a:pt x="263" y="151"/>
                      <a:pt x="263" y="151"/>
                    </a:cubicBezTo>
                    <a:cubicBezTo>
                      <a:pt x="263" y="149"/>
                      <a:pt x="263" y="149"/>
                      <a:pt x="263" y="149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3" y="148"/>
                      <a:pt x="263" y="148"/>
                      <a:pt x="263" y="148"/>
                    </a:cubicBezTo>
                    <a:cubicBezTo>
                      <a:pt x="265" y="150"/>
                      <a:pt x="265" y="150"/>
                      <a:pt x="265" y="150"/>
                    </a:cubicBezTo>
                    <a:cubicBezTo>
                      <a:pt x="266" y="151"/>
                      <a:pt x="266" y="151"/>
                      <a:pt x="266" y="151"/>
                    </a:cubicBezTo>
                    <a:cubicBezTo>
                      <a:pt x="268" y="151"/>
                      <a:pt x="268" y="151"/>
                      <a:pt x="268" y="151"/>
                    </a:cubicBezTo>
                    <a:cubicBezTo>
                      <a:pt x="269" y="149"/>
                      <a:pt x="269" y="149"/>
                      <a:pt x="269" y="149"/>
                    </a:cubicBezTo>
                    <a:cubicBezTo>
                      <a:pt x="268" y="147"/>
                      <a:pt x="268" y="147"/>
                      <a:pt x="268" y="147"/>
                    </a:cubicBezTo>
                    <a:cubicBezTo>
                      <a:pt x="266" y="146"/>
                      <a:pt x="266" y="146"/>
                      <a:pt x="266" y="146"/>
                    </a:cubicBezTo>
                    <a:cubicBezTo>
                      <a:pt x="267" y="146"/>
                      <a:pt x="267" y="146"/>
                      <a:pt x="267" y="146"/>
                    </a:cubicBezTo>
                    <a:cubicBezTo>
                      <a:pt x="267" y="144"/>
                      <a:pt x="267" y="144"/>
                      <a:pt x="267" y="144"/>
                    </a:cubicBezTo>
                    <a:cubicBezTo>
                      <a:pt x="266" y="144"/>
                      <a:pt x="266" y="144"/>
                      <a:pt x="266" y="144"/>
                    </a:cubicBezTo>
                    <a:cubicBezTo>
                      <a:pt x="265" y="142"/>
                      <a:pt x="265" y="142"/>
                      <a:pt x="265" y="142"/>
                    </a:cubicBezTo>
                    <a:cubicBezTo>
                      <a:pt x="263" y="142"/>
                      <a:pt x="263" y="142"/>
                      <a:pt x="263" y="142"/>
                    </a:cubicBezTo>
                    <a:cubicBezTo>
                      <a:pt x="263" y="143"/>
                      <a:pt x="263" y="143"/>
                      <a:pt x="263" y="143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1" y="141"/>
                      <a:pt x="261" y="141"/>
                      <a:pt x="261" y="141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1" y="140"/>
                      <a:pt x="261" y="140"/>
                      <a:pt x="261" y="140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9"/>
                      <a:pt x="262" y="139"/>
                      <a:pt x="262" y="139"/>
                    </a:cubicBezTo>
                    <a:cubicBezTo>
                      <a:pt x="263" y="139"/>
                      <a:pt x="263" y="139"/>
                      <a:pt x="263" y="139"/>
                    </a:cubicBezTo>
                    <a:cubicBezTo>
                      <a:pt x="263" y="140"/>
                      <a:pt x="263" y="140"/>
                      <a:pt x="263" y="140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65" y="141"/>
                      <a:pt x="265" y="141"/>
                      <a:pt x="265" y="141"/>
                    </a:cubicBezTo>
                    <a:cubicBezTo>
                      <a:pt x="267" y="140"/>
                      <a:pt x="267" y="140"/>
                      <a:pt x="267" y="140"/>
                    </a:cubicBezTo>
                    <a:cubicBezTo>
                      <a:pt x="267" y="138"/>
                      <a:pt x="267" y="138"/>
                      <a:pt x="267" y="138"/>
                    </a:cubicBezTo>
                    <a:cubicBezTo>
                      <a:pt x="267" y="137"/>
                      <a:pt x="267" y="137"/>
                      <a:pt x="267" y="137"/>
                    </a:cubicBezTo>
                    <a:cubicBezTo>
                      <a:pt x="268" y="136"/>
                      <a:pt x="268" y="136"/>
                      <a:pt x="268" y="136"/>
                    </a:cubicBezTo>
                    <a:cubicBezTo>
                      <a:pt x="268" y="135"/>
                      <a:pt x="268" y="135"/>
                      <a:pt x="268" y="135"/>
                    </a:cubicBezTo>
                    <a:cubicBezTo>
                      <a:pt x="268" y="133"/>
                      <a:pt x="268" y="133"/>
                      <a:pt x="268" y="133"/>
                    </a:cubicBezTo>
                    <a:cubicBezTo>
                      <a:pt x="269" y="133"/>
                      <a:pt x="269" y="133"/>
                      <a:pt x="269" y="133"/>
                    </a:cubicBezTo>
                    <a:cubicBezTo>
                      <a:pt x="270" y="132"/>
                      <a:pt x="270" y="132"/>
                      <a:pt x="270" y="132"/>
                    </a:cubicBezTo>
                    <a:cubicBezTo>
                      <a:pt x="270" y="129"/>
                      <a:pt x="270" y="129"/>
                      <a:pt x="270" y="129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70" y="127"/>
                      <a:pt x="270" y="127"/>
                      <a:pt x="270" y="127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1" y="123"/>
                      <a:pt x="271" y="123"/>
                      <a:pt x="271" y="123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2" y="120"/>
                      <a:pt x="272" y="120"/>
                      <a:pt x="272" y="120"/>
                    </a:cubicBezTo>
                    <a:cubicBezTo>
                      <a:pt x="272" y="119"/>
                      <a:pt x="272" y="119"/>
                      <a:pt x="272" y="119"/>
                    </a:cubicBezTo>
                    <a:cubicBezTo>
                      <a:pt x="272" y="117"/>
                      <a:pt x="272" y="117"/>
                      <a:pt x="272" y="117"/>
                    </a:cubicBezTo>
                    <a:cubicBezTo>
                      <a:pt x="272" y="115"/>
                      <a:pt x="272" y="115"/>
                      <a:pt x="272" y="115"/>
                    </a:cubicBezTo>
                    <a:cubicBezTo>
                      <a:pt x="273" y="115"/>
                      <a:pt x="273" y="115"/>
                      <a:pt x="273" y="115"/>
                    </a:cubicBezTo>
                    <a:cubicBezTo>
                      <a:pt x="274" y="113"/>
                      <a:pt x="274" y="113"/>
                      <a:pt x="274" y="113"/>
                    </a:cubicBezTo>
                    <a:cubicBezTo>
                      <a:pt x="277" y="110"/>
                      <a:pt x="277" y="110"/>
                      <a:pt x="277" y="110"/>
                    </a:cubicBezTo>
                    <a:cubicBezTo>
                      <a:pt x="278" y="108"/>
                      <a:pt x="278" y="108"/>
                      <a:pt x="278" y="108"/>
                    </a:cubicBezTo>
                    <a:cubicBezTo>
                      <a:pt x="280" y="106"/>
                      <a:pt x="280" y="106"/>
                      <a:pt x="280" y="106"/>
                    </a:cubicBezTo>
                    <a:cubicBezTo>
                      <a:pt x="280" y="105"/>
                      <a:pt x="280" y="105"/>
                      <a:pt x="280" y="105"/>
                    </a:cubicBezTo>
                    <a:cubicBezTo>
                      <a:pt x="281" y="104"/>
                      <a:pt x="281" y="104"/>
                      <a:pt x="281" y="104"/>
                    </a:cubicBezTo>
                    <a:cubicBezTo>
                      <a:pt x="282" y="102"/>
                      <a:pt x="282" y="102"/>
                      <a:pt x="282" y="102"/>
                    </a:cubicBezTo>
                    <a:cubicBezTo>
                      <a:pt x="284" y="101"/>
                      <a:pt x="284" y="101"/>
                      <a:pt x="284" y="101"/>
                    </a:cubicBezTo>
                    <a:cubicBezTo>
                      <a:pt x="285" y="100"/>
                      <a:pt x="285" y="100"/>
                      <a:pt x="285" y="100"/>
                    </a:cubicBezTo>
                    <a:cubicBezTo>
                      <a:pt x="284" y="99"/>
                      <a:pt x="284" y="99"/>
                      <a:pt x="284" y="99"/>
                    </a:cubicBezTo>
                    <a:cubicBezTo>
                      <a:pt x="283" y="98"/>
                      <a:pt x="283" y="98"/>
                      <a:pt x="283" y="98"/>
                    </a:cubicBezTo>
                    <a:cubicBezTo>
                      <a:pt x="282" y="98"/>
                      <a:pt x="282" y="98"/>
                      <a:pt x="282" y="98"/>
                    </a:cubicBezTo>
                    <a:cubicBezTo>
                      <a:pt x="281" y="97"/>
                      <a:pt x="281" y="97"/>
                      <a:pt x="281" y="97"/>
                    </a:cubicBezTo>
                    <a:cubicBezTo>
                      <a:pt x="282" y="97"/>
                      <a:pt x="282" y="97"/>
                      <a:pt x="282" y="97"/>
                    </a:cubicBezTo>
                    <a:cubicBezTo>
                      <a:pt x="283" y="97"/>
                      <a:pt x="283" y="97"/>
                      <a:pt x="283" y="97"/>
                    </a:cubicBezTo>
                    <a:cubicBezTo>
                      <a:pt x="284" y="97"/>
                      <a:pt x="284" y="97"/>
                      <a:pt x="284" y="97"/>
                    </a:cubicBezTo>
                    <a:cubicBezTo>
                      <a:pt x="287" y="96"/>
                      <a:pt x="287" y="96"/>
                      <a:pt x="287" y="96"/>
                    </a:cubicBezTo>
                    <a:cubicBezTo>
                      <a:pt x="289" y="95"/>
                      <a:pt x="289" y="95"/>
                      <a:pt x="289" y="95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2" y="92"/>
                      <a:pt x="292" y="92"/>
                      <a:pt x="292" y="92"/>
                    </a:cubicBezTo>
                    <a:cubicBezTo>
                      <a:pt x="291" y="91"/>
                      <a:pt x="291" y="91"/>
                      <a:pt x="291" y="91"/>
                    </a:cubicBezTo>
                    <a:cubicBezTo>
                      <a:pt x="291" y="89"/>
                      <a:pt x="291" y="89"/>
                      <a:pt x="291" y="89"/>
                    </a:cubicBezTo>
                    <a:cubicBezTo>
                      <a:pt x="289" y="89"/>
                      <a:pt x="289" y="89"/>
                      <a:pt x="289" y="89"/>
                    </a:cubicBezTo>
                    <a:cubicBezTo>
                      <a:pt x="289" y="88"/>
                      <a:pt x="289" y="88"/>
                      <a:pt x="289" y="88"/>
                    </a:cubicBezTo>
                    <a:cubicBezTo>
                      <a:pt x="288" y="88"/>
                      <a:pt x="288" y="88"/>
                      <a:pt x="288" y="88"/>
                    </a:cubicBezTo>
                    <a:cubicBezTo>
                      <a:pt x="286" y="88"/>
                      <a:pt x="286" y="88"/>
                      <a:pt x="286" y="88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5" y="89"/>
                      <a:pt x="285" y="89"/>
                      <a:pt x="285" y="89"/>
                    </a:cubicBezTo>
                    <a:cubicBezTo>
                      <a:pt x="284" y="88"/>
                      <a:pt x="284" y="88"/>
                      <a:pt x="284" y="88"/>
                    </a:cubicBezTo>
                    <a:cubicBezTo>
                      <a:pt x="281" y="88"/>
                      <a:pt x="281" y="88"/>
                      <a:pt x="281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79" y="88"/>
                      <a:pt x="279" y="88"/>
                      <a:pt x="279" y="88"/>
                    </a:cubicBezTo>
                    <a:cubicBezTo>
                      <a:pt x="280" y="87"/>
                      <a:pt x="280" y="87"/>
                      <a:pt x="280" y="87"/>
                    </a:cubicBezTo>
                    <a:cubicBezTo>
                      <a:pt x="281" y="87"/>
                      <a:pt x="281" y="87"/>
                      <a:pt x="281" y="87"/>
                    </a:cubicBezTo>
                    <a:cubicBezTo>
                      <a:pt x="282" y="87"/>
                      <a:pt x="282" y="87"/>
                      <a:pt x="282" y="87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3" y="86"/>
                      <a:pt x="283" y="86"/>
                      <a:pt x="283" y="86"/>
                    </a:cubicBezTo>
                    <a:cubicBezTo>
                      <a:pt x="284" y="86"/>
                      <a:pt x="284" y="86"/>
                      <a:pt x="284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5" y="86"/>
                      <a:pt x="285" y="86"/>
                      <a:pt x="285" y="86"/>
                    </a:cubicBezTo>
                    <a:cubicBezTo>
                      <a:pt x="286" y="86"/>
                      <a:pt x="286" y="86"/>
                      <a:pt x="286" y="86"/>
                    </a:cubicBezTo>
                    <a:cubicBezTo>
                      <a:pt x="287" y="86"/>
                      <a:pt x="287" y="86"/>
                      <a:pt x="287" y="86"/>
                    </a:cubicBezTo>
                    <a:cubicBezTo>
                      <a:pt x="288" y="87"/>
                      <a:pt x="288" y="87"/>
                      <a:pt x="288" y="87"/>
                    </a:cubicBezTo>
                    <a:cubicBezTo>
                      <a:pt x="289" y="87"/>
                      <a:pt x="289" y="87"/>
                      <a:pt x="289" y="87"/>
                    </a:cubicBezTo>
                    <a:cubicBezTo>
                      <a:pt x="290" y="88"/>
                      <a:pt x="290" y="88"/>
                      <a:pt x="290" y="88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3" y="88"/>
                      <a:pt x="293" y="88"/>
                      <a:pt x="293" y="88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6" y="85"/>
                      <a:pt x="296" y="85"/>
                      <a:pt x="296" y="85"/>
                    </a:cubicBezTo>
                    <a:cubicBezTo>
                      <a:pt x="297" y="85"/>
                      <a:pt x="297" y="85"/>
                      <a:pt x="297" y="85"/>
                    </a:cubicBezTo>
                    <a:cubicBezTo>
                      <a:pt x="299" y="85"/>
                      <a:pt x="299" y="85"/>
                      <a:pt x="299" y="85"/>
                    </a:cubicBezTo>
                    <a:cubicBezTo>
                      <a:pt x="299" y="84"/>
                      <a:pt x="299" y="84"/>
                      <a:pt x="299" y="84"/>
                    </a:cubicBezTo>
                    <a:cubicBezTo>
                      <a:pt x="299" y="83"/>
                      <a:pt x="299" y="83"/>
                      <a:pt x="299" y="83"/>
                    </a:cubicBezTo>
                    <a:cubicBezTo>
                      <a:pt x="299" y="82"/>
                      <a:pt x="299" y="82"/>
                      <a:pt x="299" y="82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8" y="81"/>
                      <a:pt x="298" y="81"/>
                      <a:pt x="298" y="81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7" y="80"/>
                      <a:pt x="297" y="80"/>
                      <a:pt x="297" y="80"/>
                    </a:cubicBezTo>
                    <a:cubicBezTo>
                      <a:pt x="298" y="79"/>
                      <a:pt x="298" y="79"/>
                      <a:pt x="298" y="79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299" y="78"/>
                      <a:pt x="299" y="78"/>
                      <a:pt x="299" y="78"/>
                    </a:cubicBezTo>
                    <a:cubicBezTo>
                      <a:pt x="301" y="80"/>
                      <a:pt x="301" y="80"/>
                      <a:pt x="301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6" y="77"/>
                      <a:pt x="306" y="77"/>
                      <a:pt x="306" y="77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09" y="74"/>
                      <a:pt x="309" y="74"/>
                      <a:pt x="309" y="74"/>
                    </a:cubicBezTo>
                    <a:cubicBezTo>
                      <a:pt x="311" y="73"/>
                      <a:pt x="311" y="73"/>
                      <a:pt x="311" y="73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0"/>
                      <a:pt x="312" y="70"/>
                      <a:pt x="312" y="70"/>
                    </a:cubicBezTo>
                    <a:cubicBezTo>
                      <a:pt x="311" y="68"/>
                      <a:pt x="311" y="68"/>
                      <a:pt x="311" y="68"/>
                    </a:cubicBezTo>
                    <a:cubicBezTo>
                      <a:pt x="310" y="67"/>
                      <a:pt x="310" y="67"/>
                      <a:pt x="310" y="67"/>
                    </a:cubicBezTo>
                    <a:cubicBezTo>
                      <a:pt x="310" y="66"/>
                      <a:pt x="310" y="66"/>
                      <a:pt x="310" y="66"/>
                    </a:cubicBezTo>
                    <a:cubicBezTo>
                      <a:pt x="308" y="64"/>
                      <a:pt x="308" y="64"/>
                      <a:pt x="308" y="64"/>
                    </a:cubicBezTo>
                    <a:cubicBezTo>
                      <a:pt x="307" y="64"/>
                      <a:pt x="307" y="64"/>
                      <a:pt x="307" y="64"/>
                    </a:cubicBezTo>
                    <a:cubicBezTo>
                      <a:pt x="307" y="62"/>
                      <a:pt x="307" y="62"/>
                      <a:pt x="307" y="62"/>
                    </a:cubicBezTo>
                    <a:cubicBezTo>
                      <a:pt x="305" y="62"/>
                      <a:pt x="305" y="62"/>
                      <a:pt x="305" y="62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4" y="61"/>
                      <a:pt x="304" y="61"/>
                      <a:pt x="304" y="61"/>
                    </a:cubicBezTo>
                    <a:cubicBezTo>
                      <a:pt x="302" y="60"/>
                      <a:pt x="302" y="60"/>
                      <a:pt x="302" y="60"/>
                    </a:cubicBezTo>
                    <a:cubicBezTo>
                      <a:pt x="301" y="60"/>
                      <a:pt x="301" y="60"/>
                      <a:pt x="301" y="60"/>
                    </a:cubicBezTo>
                    <a:cubicBezTo>
                      <a:pt x="299" y="59"/>
                      <a:pt x="299" y="59"/>
                      <a:pt x="299" y="59"/>
                    </a:cubicBezTo>
                    <a:cubicBezTo>
                      <a:pt x="297" y="58"/>
                      <a:pt x="297" y="58"/>
                      <a:pt x="297" y="58"/>
                    </a:cubicBezTo>
                    <a:cubicBezTo>
                      <a:pt x="295" y="58"/>
                      <a:pt x="295" y="58"/>
                      <a:pt x="295" y="58"/>
                    </a:cubicBezTo>
                    <a:cubicBezTo>
                      <a:pt x="294" y="58"/>
                      <a:pt x="294" y="58"/>
                      <a:pt x="294" y="58"/>
                    </a:cubicBezTo>
                    <a:cubicBezTo>
                      <a:pt x="292" y="58"/>
                      <a:pt x="292" y="58"/>
                      <a:pt x="292" y="58"/>
                    </a:cubicBezTo>
                    <a:cubicBezTo>
                      <a:pt x="290" y="59"/>
                      <a:pt x="290" y="59"/>
                      <a:pt x="290" y="59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88" y="60"/>
                      <a:pt x="288" y="60"/>
                      <a:pt x="288" y="60"/>
                    </a:cubicBezTo>
                    <a:cubicBezTo>
                      <a:pt x="287" y="60"/>
                      <a:pt x="287" y="60"/>
                      <a:pt x="287" y="60"/>
                    </a:cubicBezTo>
                    <a:cubicBezTo>
                      <a:pt x="287" y="59"/>
                      <a:pt x="287" y="59"/>
                      <a:pt x="287" y="59"/>
                    </a:cubicBezTo>
                    <a:cubicBezTo>
                      <a:pt x="288" y="58"/>
                      <a:pt x="288" y="58"/>
                      <a:pt x="288" y="58"/>
                    </a:cubicBezTo>
                    <a:cubicBezTo>
                      <a:pt x="288" y="56"/>
                      <a:pt x="288" y="56"/>
                      <a:pt x="288" y="56"/>
                    </a:cubicBezTo>
                    <a:cubicBezTo>
                      <a:pt x="288" y="54"/>
                      <a:pt x="288" y="54"/>
                      <a:pt x="288" y="54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6" y="52"/>
                      <a:pt x="286" y="52"/>
                      <a:pt x="286" y="52"/>
                    </a:cubicBezTo>
                    <a:cubicBezTo>
                      <a:pt x="285" y="53"/>
                      <a:pt x="285" y="53"/>
                      <a:pt x="285" y="53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5"/>
                      <a:pt x="286" y="55"/>
                      <a:pt x="286" y="55"/>
                    </a:cubicBezTo>
                    <a:cubicBezTo>
                      <a:pt x="285" y="56"/>
                      <a:pt x="285" y="56"/>
                      <a:pt x="285" y="56"/>
                    </a:cubicBezTo>
                    <a:cubicBezTo>
                      <a:pt x="286" y="59"/>
                      <a:pt x="286" y="59"/>
                      <a:pt x="286" y="59"/>
                    </a:cubicBezTo>
                    <a:cubicBezTo>
                      <a:pt x="285" y="59"/>
                      <a:pt x="285" y="59"/>
                      <a:pt x="285" y="59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5" y="62"/>
                      <a:pt x="285" y="62"/>
                      <a:pt x="285" y="62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4" y="63"/>
                      <a:pt x="284" y="63"/>
                      <a:pt x="284" y="63"/>
                    </a:cubicBezTo>
                    <a:cubicBezTo>
                      <a:pt x="283" y="63"/>
                      <a:pt x="283" y="63"/>
                      <a:pt x="283" y="63"/>
                    </a:cubicBezTo>
                    <a:cubicBezTo>
                      <a:pt x="284" y="62"/>
                      <a:pt x="284" y="62"/>
                      <a:pt x="284" y="62"/>
                    </a:cubicBezTo>
                    <a:cubicBezTo>
                      <a:pt x="284" y="59"/>
                      <a:pt x="284" y="59"/>
                      <a:pt x="284" y="59"/>
                    </a:cubicBezTo>
                    <a:cubicBezTo>
                      <a:pt x="283" y="58"/>
                      <a:pt x="283" y="58"/>
                      <a:pt x="283" y="58"/>
                    </a:cubicBezTo>
                    <a:cubicBezTo>
                      <a:pt x="281" y="59"/>
                      <a:pt x="281" y="59"/>
                      <a:pt x="281" y="59"/>
                    </a:cubicBezTo>
                    <a:cubicBezTo>
                      <a:pt x="281" y="61"/>
                      <a:pt x="281" y="61"/>
                      <a:pt x="281" y="61"/>
                    </a:cubicBezTo>
                    <a:cubicBezTo>
                      <a:pt x="282" y="63"/>
                      <a:pt x="282" y="63"/>
                      <a:pt x="282" y="63"/>
                    </a:cubicBezTo>
                    <a:cubicBezTo>
                      <a:pt x="281" y="63"/>
                      <a:pt x="281" y="63"/>
                      <a:pt x="281" y="63"/>
                    </a:cubicBezTo>
                    <a:cubicBezTo>
                      <a:pt x="283" y="64"/>
                      <a:pt x="283" y="64"/>
                      <a:pt x="283" y="64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6"/>
                      <a:pt x="283" y="66"/>
                      <a:pt x="283" y="66"/>
                    </a:cubicBezTo>
                    <a:cubicBezTo>
                      <a:pt x="282" y="66"/>
                      <a:pt x="282" y="66"/>
                      <a:pt x="282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6"/>
                      <a:pt x="281" y="66"/>
                      <a:pt x="281" y="66"/>
                    </a:cubicBezTo>
                    <a:cubicBezTo>
                      <a:pt x="281" y="65"/>
                      <a:pt x="281" y="65"/>
                      <a:pt x="281" y="65"/>
                    </a:cubicBezTo>
                    <a:cubicBezTo>
                      <a:pt x="279" y="64"/>
                      <a:pt x="279" y="64"/>
                      <a:pt x="279" y="64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8" y="65"/>
                      <a:pt x="278" y="65"/>
                      <a:pt x="278" y="65"/>
                    </a:cubicBezTo>
                    <a:cubicBezTo>
                      <a:pt x="278" y="64"/>
                      <a:pt x="278" y="64"/>
                      <a:pt x="278" y="64"/>
                    </a:cubicBezTo>
                    <a:cubicBezTo>
                      <a:pt x="278" y="63"/>
                      <a:pt x="278" y="63"/>
                      <a:pt x="278" y="63"/>
                    </a:cubicBezTo>
                    <a:cubicBezTo>
                      <a:pt x="278" y="61"/>
                      <a:pt x="278" y="61"/>
                      <a:pt x="278" y="61"/>
                    </a:cubicBezTo>
                    <a:cubicBezTo>
                      <a:pt x="276" y="62"/>
                      <a:pt x="276" y="62"/>
                      <a:pt x="276" y="62"/>
                    </a:cubicBezTo>
                    <a:cubicBezTo>
                      <a:pt x="275" y="63"/>
                      <a:pt x="275" y="63"/>
                      <a:pt x="275" y="63"/>
                    </a:cubicBezTo>
                    <a:cubicBezTo>
                      <a:pt x="274" y="64"/>
                      <a:pt x="274" y="64"/>
                      <a:pt x="274" y="64"/>
                    </a:cubicBezTo>
                    <a:cubicBezTo>
                      <a:pt x="274" y="65"/>
                      <a:pt x="274" y="65"/>
                      <a:pt x="274" y="65"/>
                    </a:cubicBezTo>
                    <a:cubicBezTo>
                      <a:pt x="274" y="66"/>
                      <a:pt x="274" y="66"/>
                      <a:pt x="274" y="66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1" y="69"/>
                      <a:pt x="271" y="69"/>
                      <a:pt x="271" y="69"/>
                    </a:cubicBezTo>
                    <a:cubicBezTo>
                      <a:pt x="270" y="69"/>
                      <a:pt x="270" y="69"/>
                      <a:pt x="270" y="69"/>
                    </a:cubicBezTo>
                    <a:cubicBezTo>
                      <a:pt x="269" y="70"/>
                      <a:pt x="269" y="70"/>
                      <a:pt x="269" y="70"/>
                    </a:cubicBezTo>
                    <a:cubicBezTo>
                      <a:pt x="268" y="71"/>
                      <a:pt x="268" y="71"/>
                      <a:pt x="268" y="71"/>
                    </a:cubicBezTo>
                    <a:cubicBezTo>
                      <a:pt x="267" y="71"/>
                      <a:pt x="267" y="71"/>
                      <a:pt x="267" y="71"/>
                    </a:cubicBezTo>
                    <a:cubicBezTo>
                      <a:pt x="266" y="72"/>
                      <a:pt x="266" y="72"/>
                      <a:pt x="266" y="72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0" y="73"/>
                      <a:pt x="260" y="73"/>
                      <a:pt x="260" y="73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9" y="74"/>
                      <a:pt x="259" y="74"/>
                      <a:pt x="259" y="74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6" y="75"/>
                      <a:pt x="256" y="75"/>
                      <a:pt x="256" y="75"/>
                    </a:cubicBezTo>
                    <a:cubicBezTo>
                      <a:pt x="254" y="77"/>
                      <a:pt x="254" y="77"/>
                      <a:pt x="254" y="77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51" y="80"/>
                      <a:pt x="251" y="80"/>
                      <a:pt x="251" y="80"/>
                    </a:cubicBezTo>
                    <a:cubicBezTo>
                      <a:pt x="248" y="82"/>
                      <a:pt x="248" y="82"/>
                      <a:pt x="248" y="82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7" y="83"/>
                      <a:pt x="247" y="83"/>
                      <a:pt x="247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50" y="79"/>
                      <a:pt x="250" y="79"/>
                      <a:pt x="250" y="79"/>
                    </a:cubicBezTo>
                    <a:cubicBezTo>
                      <a:pt x="251" y="79"/>
                      <a:pt x="251" y="79"/>
                      <a:pt x="251" y="79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4"/>
                      <a:pt x="254" y="74"/>
                      <a:pt x="254" y="74"/>
                    </a:cubicBezTo>
                    <a:cubicBezTo>
                      <a:pt x="255" y="74"/>
                      <a:pt x="255" y="74"/>
                      <a:pt x="255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7" y="72"/>
                      <a:pt x="257" y="72"/>
                      <a:pt x="257" y="72"/>
                    </a:cubicBezTo>
                    <a:cubicBezTo>
                      <a:pt x="257" y="71"/>
                      <a:pt x="257" y="71"/>
                      <a:pt x="257" y="71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8" y="70"/>
                      <a:pt x="258" y="70"/>
                      <a:pt x="258" y="70"/>
                    </a:cubicBezTo>
                    <a:cubicBezTo>
                      <a:pt x="259" y="70"/>
                      <a:pt x="259" y="70"/>
                      <a:pt x="259" y="70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1" y="69"/>
                      <a:pt x="261" y="69"/>
                      <a:pt x="261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63" y="69"/>
                      <a:pt x="263" y="69"/>
                      <a:pt x="263" y="69"/>
                    </a:cubicBezTo>
                    <a:cubicBezTo>
                      <a:pt x="267" y="65"/>
                      <a:pt x="267" y="65"/>
                      <a:pt x="267" y="65"/>
                    </a:cubicBezTo>
                    <a:cubicBezTo>
                      <a:pt x="268" y="64"/>
                      <a:pt x="268" y="64"/>
                      <a:pt x="268" y="64"/>
                    </a:cubicBezTo>
                    <a:cubicBezTo>
                      <a:pt x="268" y="62"/>
                      <a:pt x="268" y="62"/>
                      <a:pt x="268" y="62"/>
                    </a:cubicBezTo>
                    <a:cubicBezTo>
                      <a:pt x="269" y="60"/>
                      <a:pt x="269" y="60"/>
                      <a:pt x="269" y="60"/>
                    </a:cubicBezTo>
                    <a:cubicBezTo>
                      <a:pt x="271" y="58"/>
                      <a:pt x="271" y="58"/>
                      <a:pt x="271" y="58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4"/>
                      <a:pt x="271" y="54"/>
                      <a:pt x="271" y="54"/>
                    </a:cubicBezTo>
                    <a:cubicBezTo>
                      <a:pt x="270" y="52"/>
                      <a:pt x="270" y="52"/>
                      <a:pt x="270" y="52"/>
                    </a:cubicBezTo>
                    <a:cubicBezTo>
                      <a:pt x="269" y="52"/>
                      <a:pt x="269" y="52"/>
                      <a:pt x="269" y="52"/>
                    </a:cubicBezTo>
                    <a:cubicBezTo>
                      <a:pt x="267" y="52"/>
                      <a:pt x="267" y="52"/>
                      <a:pt x="267" y="52"/>
                    </a:cubicBezTo>
                    <a:cubicBezTo>
                      <a:pt x="266" y="52"/>
                      <a:pt x="266" y="52"/>
                      <a:pt x="266" y="52"/>
                    </a:cubicBezTo>
                    <a:cubicBezTo>
                      <a:pt x="264" y="52"/>
                      <a:pt x="264" y="52"/>
                      <a:pt x="264" y="52"/>
                    </a:cubicBezTo>
                    <a:cubicBezTo>
                      <a:pt x="262" y="51"/>
                      <a:pt x="262" y="51"/>
                      <a:pt x="262" y="51"/>
                    </a:cubicBezTo>
                    <a:cubicBezTo>
                      <a:pt x="261" y="52"/>
                      <a:pt x="261" y="52"/>
                      <a:pt x="261" y="52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7"/>
                      <a:pt x="260" y="57"/>
                      <a:pt x="260" y="57"/>
                    </a:cubicBezTo>
                    <a:cubicBezTo>
                      <a:pt x="260" y="59"/>
                      <a:pt x="260" y="59"/>
                      <a:pt x="260" y="59"/>
                    </a:cubicBezTo>
                    <a:cubicBezTo>
                      <a:pt x="259" y="60"/>
                      <a:pt x="259" y="60"/>
                      <a:pt x="259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51" y="59"/>
                      <a:pt x="251" y="59"/>
                      <a:pt x="249" y="59"/>
                    </a:cubicBezTo>
                    <a:cubicBezTo>
                      <a:pt x="247" y="60"/>
                      <a:pt x="247" y="60"/>
                      <a:pt x="247" y="60"/>
                    </a:cubicBezTo>
                    <a:cubicBezTo>
                      <a:pt x="245" y="60"/>
                      <a:pt x="245" y="60"/>
                      <a:pt x="245" y="60"/>
                    </a:cubicBezTo>
                    <a:cubicBezTo>
                      <a:pt x="244" y="61"/>
                      <a:pt x="244" y="61"/>
                      <a:pt x="244" y="61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44" y="59"/>
                      <a:pt x="244" y="59"/>
                      <a:pt x="244" y="59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4" y="58"/>
                      <a:pt x="244" y="58"/>
                      <a:pt x="244" y="58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50" y="57"/>
                      <a:pt x="250" y="57"/>
                      <a:pt x="250" y="57"/>
                    </a:cubicBezTo>
                    <a:cubicBezTo>
                      <a:pt x="252" y="56"/>
                      <a:pt x="252" y="56"/>
                      <a:pt x="252" y="56"/>
                    </a:cubicBezTo>
                    <a:cubicBezTo>
                      <a:pt x="252" y="55"/>
                      <a:pt x="252" y="55"/>
                      <a:pt x="252" y="55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4" y="53"/>
                      <a:pt x="254" y="53"/>
                      <a:pt x="254" y="53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3" y="51"/>
                      <a:pt x="253" y="51"/>
                      <a:pt x="253" y="51"/>
                    </a:cubicBezTo>
                    <a:cubicBezTo>
                      <a:pt x="253" y="50"/>
                      <a:pt x="253" y="50"/>
                      <a:pt x="253" y="50"/>
                    </a:cubicBezTo>
                    <a:cubicBezTo>
                      <a:pt x="252" y="50"/>
                      <a:pt x="252" y="50"/>
                      <a:pt x="252" y="50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247" y="50"/>
                      <a:pt x="247" y="50"/>
                      <a:pt x="247" y="50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1" y="49"/>
                      <a:pt x="241" y="49"/>
                      <a:pt x="241" y="49"/>
                    </a:cubicBezTo>
                    <a:cubicBezTo>
                      <a:pt x="239" y="49"/>
                      <a:pt x="239" y="49"/>
                      <a:pt x="239" y="49"/>
                    </a:cubicBezTo>
                    <a:cubicBezTo>
                      <a:pt x="238" y="48"/>
                      <a:pt x="238" y="48"/>
                      <a:pt x="238" y="48"/>
                    </a:cubicBezTo>
                    <a:cubicBezTo>
                      <a:pt x="236" y="48"/>
                      <a:pt x="236" y="48"/>
                      <a:pt x="236" y="48"/>
                    </a:cubicBezTo>
                    <a:cubicBezTo>
                      <a:pt x="234" y="48"/>
                      <a:pt x="234" y="48"/>
                      <a:pt x="234" y="48"/>
                    </a:cubicBezTo>
                    <a:cubicBezTo>
                      <a:pt x="233" y="48"/>
                      <a:pt x="233" y="48"/>
                      <a:pt x="233" y="48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8"/>
                      <a:pt x="231" y="48"/>
                      <a:pt x="231" y="48"/>
                    </a:cubicBezTo>
                    <a:cubicBezTo>
                      <a:pt x="230" y="50"/>
                      <a:pt x="230" y="50"/>
                      <a:pt x="230" y="50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5" y="51"/>
                      <a:pt x="225" y="51"/>
                      <a:pt x="225" y="51"/>
                    </a:cubicBezTo>
                    <a:cubicBezTo>
                      <a:pt x="223" y="51"/>
                      <a:pt x="223" y="51"/>
                      <a:pt x="223" y="51"/>
                    </a:cubicBezTo>
                    <a:cubicBezTo>
                      <a:pt x="222" y="52"/>
                      <a:pt x="222" y="52"/>
                      <a:pt x="222" y="52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19" y="53"/>
                      <a:pt x="219" y="53"/>
                      <a:pt x="219" y="53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6"/>
                      <a:pt x="215" y="56"/>
                      <a:pt x="215" y="56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5" y="57"/>
                      <a:pt x="215" y="57"/>
                      <a:pt x="215" y="57"/>
                    </a:cubicBezTo>
                    <a:cubicBezTo>
                      <a:pt x="214" y="56"/>
                      <a:pt x="214" y="56"/>
                      <a:pt x="214" y="56"/>
                    </a:cubicBezTo>
                    <a:cubicBezTo>
                      <a:pt x="214" y="55"/>
                      <a:pt x="214" y="55"/>
                      <a:pt x="214" y="55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3" y="53"/>
                      <a:pt x="213" y="53"/>
                      <a:pt x="213" y="53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6" y="51"/>
                      <a:pt x="216" y="51"/>
                      <a:pt x="216" y="51"/>
                    </a:cubicBezTo>
                    <a:cubicBezTo>
                      <a:pt x="217" y="51"/>
                      <a:pt x="217" y="51"/>
                      <a:pt x="217" y="51"/>
                    </a:cubicBezTo>
                    <a:cubicBezTo>
                      <a:pt x="219" y="51"/>
                      <a:pt x="219" y="51"/>
                      <a:pt x="219" y="51"/>
                    </a:cubicBezTo>
                    <a:cubicBezTo>
                      <a:pt x="219" y="50"/>
                      <a:pt x="219" y="50"/>
                      <a:pt x="219" y="50"/>
                    </a:cubicBezTo>
                    <a:cubicBezTo>
                      <a:pt x="220" y="50"/>
                      <a:pt x="220" y="50"/>
                      <a:pt x="220" y="50"/>
                    </a:cubicBezTo>
                    <a:cubicBezTo>
                      <a:pt x="222" y="50"/>
                      <a:pt x="222" y="50"/>
                      <a:pt x="222" y="50"/>
                    </a:cubicBezTo>
                    <a:cubicBezTo>
                      <a:pt x="224" y="49"/>
                      <a:pt x="224" y="49"/>
                      <a:pt x="224" y="49"/>
                    </a:cubicBezTo>
                    <a:cubicBezTo>
                      <a:pt x="225" y="48"/>
                      <a:pt x="225" y="48"/>
                      <a:pt x="225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8" y="48"/>
                      <a:pt x="228" y="48"/>
                      <a:pt x="228" y="48"/>
                    </a:cubicBezTo>
                    <a:cubicBezTo>
                      <a:pt x="228" y="47"/>
                      <a:pt x="228" y="47"/>
                      <a:pt x="228" y="47"/>
                    </a:cubicBezTo>
                    <a:cubicBezTo>
                      <a:pt x="229" y="47"/>
                      <a:pt x="229" y="47"/>
                      <a:pt x="229" y="47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0" y="46"/>
                      <a:pt x="230" y="46"/>
                      <a:pt x="230" y="46"/>
                    </a:cubicBezTo>
                    <a:cubicBezTo>
                      <a:pt x="232" y="46"/>
                      <a:pt x="232" y="46"/>
                      <a:pt x="232" y="46"/>
                    </a:cubicBezTo>
                    <a:cubicBezTo>
                      <a:pt x="233" y="46"/>
                      <a:pt x="233" y="46"/>
                      <a:pt x="233" y="46"/>
                    </a:cubicBezTo>
                    <a:cubicBezTo>
                      <a:pt x="234" y="45"/>
                      <a:pt x="234" y="45"/>
                      <a:pt x="234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6" y="45"/>
                      <a:pt x="236" y="45"/>
                      <a:pt x="236" y="45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40" y="45"/>
                      <a:pt x="240" y="45"/>
                      <a:pt x="240" y="45"/>
                    </a:cubicBezTo>
                    <a:cubicBezTo>
                      <a:pt x="241" y="46"/>
                      <a:pt x="241" y="46"/>
                      <a:pt x="241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3" y="46"/>
                      <a:pt x="243" y="46"/>
                      <a:pt x="243" y="46"/>
                    </a:cubicBezTo>
                    <a:cubicBezTo>
                      <a:pt x="244" y="46"/>
                      <a:pt x="244" y="46"/>
                      <a:pt x="244" y="46"/>
                    </a:cubicBezTo>
                    <a:cubicBezTo>
                      <a:pt x="245" y="47"/>
                      <a:pt x="245" y="47"/>
                      <a:pt x="245" y="47"/>
                    </a:cubicBezTo>
                    <a:cubicBezTo>
                      <a:pt x="247" y="47"/>
                      <a:pt x="247" y="47"/>
                      <a:pt x="247" y="47"/>
                    </a:cubicBezTo>
                    <a:cubicBezTo>
                      <a:pt x="248" y="47"/>
                      <a:pt x="248" y="47"/>
                      <a:pt x="248" y="47"/>
                    </a:cubicBezTo>
                    <a:cubicBezTo>
                      <a:pt x="249" y="47"/>
                      <a:pt x="249" y="47"/>
                      <a:pt x="249" y="47"/>
                    </a:cubicBezTo>
                    <a:cubicBezTo>
                      <a:pt x="250" y="47"/>
                      <a:pt x="250" y="47"/>
                      <a:pt x="250" y="47"/>
                    </a:cubicBezTo>
                    <a:cubicBezTo>
                      <a:pt x="251" y="47"/>
                      <a:pt x="251" y="47"/>
                      <a:pt x="251" y="47"/>
                    </a:cubicBezTo>
                    <a:cubicBezTo>
                      <a:pt x="252" y="47"/>
                      <a:pt x="252" y="47"/>
                      <a:pt x="252" y="47"/>
                    </a:cubicBezTo>
                    <a:cubicBezTo>
                      <a:pt x="253" y="48"/>
                      <a:pt x="253" y="48"/>
                      <a:pt x="253" y="48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6" y="47"/>
                      <a:pt x="256" y="47"/>
                      <a:pt x="256" y="47"/>
                    </a:cubicBezTo>
                    <a:cubicBezTo>
                      <a:pt x="257" y="46"/>
                      <a:pt x="257" y="46"/>
                      <a:pt x="257" y="46"/>
                    </a:cubicBezTo>
                    <a:cubicBezTo>
                      <a:pt x="258" y="46"/>
                      <a:pt x="258" y="46"/>
                      <a:pt x="258" y="46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60" y="47"/>
                      <a:pt x="260" y="47"/>
                      <a:pt x="260" y="47"/>
                    </a:cubicBezTo>
                    <a:cubicBezTo>
                      <a:pt x="261" y="46"/>
                      <a:pt x="261" y="46"/>
                      <a:pt x="261" y="46"/>
                    </a:cubicBezTo>
                    <a:cubicBezTo>
                      <a:pt x="262" y="46"/>
                      <a:pt x="262" y="46"/>
                      <a:pt x="262" y="46"/>
                    </a:cubicBezTo>
                    <a:cubicBezTo>
                      <a:pt x="264" y="47"/>
                      <a:pt x="264" y="47"/>
                      <a:pt x="264" y="47"/>
                    </a:cubicBezTo>
                    <a:cubicBezTo>
                      <a:pt x="264" y="46"/>
                      <a:pt x="264" y="46"/>
                      <a:pt x="264" y="46"/>
                    </a:cubicBezTo>
                    <a:cubicBezTo>
                      <a:pt x="265" y="46"/>
                      <a:pt x="265" y="46"/>
                      <a:pt x="265" y="46"/>
                    </a:cubicBezTo>
                    <a:cubicBezTo>
                      <a:pt x="266" y="46"/>
                      <a:pt x="266" y="46"/>
                      <a:pt x="266" y="46"/>
                    </a:cubicBezTo>
                    <a:cubicBezTo>
                      <a:pt x="267" y="46"/>
                      <a:pt x="267" y="46"/>
                      <a:pt x="267" y="46"/>
                    </a:cubicBezTo>
                    <a:cubicBezTo>
                      <a:pt x="268" y="46"/>
                      <a:pt x="268" y="46"/>
                      <a:pt x="268" y="46"/>
                    </a:cubicBezTo>
                    <a:cubicBezTo>
                      <a:pt x="271" y="44"/>
                      <a:pt x="271" y="44"/>
                      <a:pt x="271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4" y="43"/>
                      <a:pt x="274" y="43"/>
                      <a:pt x="274" y="43"/>
                    </a:cubicBezTo>
                    <a:cubicBezTo>
                      <a:pt x="275" y="42"/>
                      <a:pt x="275" y="42"/>
                      <a:pt x="275" y="42"/>
                    </a:cubicBezTo>
                    <a:cubicBezTo>
                      <a:pt x="276" y="41"/>
                      <a:pt x="276" y="41"/>
                      <a:pt x="276" y="41"/>
                    </a:cubicBezTo>
                    <a:cubicBezTo>
                      <a:pt x="278" y="41"/>
                      <a:pt x="278" y="41"/>
                      <a:pt x="278" y="41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8"/>
                      <a:pt x="278" y="38"/>
                      <a:pt x="278" y="38"/>
                    </a:cubicBezTo>
                    <a:cubicBezTo>
                      <a:pt x="278" y="37"/>
                      <a:pt x="278" y="37"/>
                      <a:pt x="278" y="37"/>
                    </a:cubicBezTo>
                    <a:cubicBezTo>
                      <a:pt x="278" y="36"/>
                      <a:pt x="278" y="36"/>
                      <a:pt x="278" y="36"/>
                    </a:cubicBezTo>
                    <a:cubicBezTo>
                      <a:pt x="277" y="34"/>
                      <a:pt x="277" y="34"/>
                      <a:pt x="277" y="34"/>
                    </a:cubicBezTo>
                    <a:cubicBezTo>
                      <a:pt x="275" y="34"/>
                      <a:pt x="275" y="34"/>
                      <a:pt x="275" y="34"/>
                    </a:cubicBezTo>
                    <a:cubicBezTo>
                      <a:pt x="274" y="33"/>
                      <a:pt x="274" y="33"/>
                      <a:pt x="274" y="33"/>
                    </a:cubicBezTo>
                    <a:cubicBezTo>
                      <a:pt x="273" y="32"/>
                      <a:pt x="273" y="32"/>
                      <a:pt x="273" y="32"/>
                    </a:cubicBezTo>
                    <a:cubicBezTo>
                      <a:pt x="272" y="31"/>
                      <a:pt x="272" y="31"/>
                      <a:pt x="272" y="31"/>
                    </a:cubicBezTo>
                    <a:cubicBezTo>
                      <a:pt x="270" y="31"/>
                      <a:pt x="270" y="31"/>
                      <a:pt x="270" y="31"/>
                    </a:cubicBezTo>
                    <a:cubicBezTo>
                      <a:pt x="270" y="30"/>
                      <a:pt x="270" y="30"/>
                      <a:pt x="270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8"/>
                      <a:pt x="267" y="28"/>
                      <a:pt x="267" y="28"/>
                    </a:cubicBezTo>
                    <a:cubicBezTo>
                      <a:pt x="265" y="27"/>
                      <a:pt x="265" y="27"/>
                      <a:pt x="265" y="27"/>
                    </a:cubicBezTo>
                    <a:cubicBezTo>
                      <a:pt x="262" y="27"/>
                      <a:pt x="262" y="27"/>
                      <a:pt x="262" y="27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60" y="28"/>
                      <a:pt x="260" y="28"/>
                      <a:pt x="260" y="28"/>
                    </a:cubicBezTo>
                    <a:cubicBezTo>
                      <a:pt x="257" y="30"/>
                      <a:pt x="257" y="30"/>
                      <a:pt x="257" y="30"/>
                    </a:cubicBezTo>
                    <a:cubicBezTo>
                      <a:pt x="256" y="30"/>
                      <a:pt x="256" y="30"/>
                      <a:pt x="256" y="30"/>
                    </a:cubicBezTo>
                    <a:cubicBezTo>
                      <a:pt x="255" y="29"/>
                      <a:pt x="255" y="29"/>
                      <a:pt x="255" y="29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5" y="27"/>
                      <a:pt x="255" y="27"/>
                      <a:pt x="255" y="27"/>
                    </a:cubicBezTo>
                    <a:cubicBezTo>
                      <a:pt x="256" y="27"/>
                      <a:pt x="256" y="27"/>
                      <a:pt x="256" y="27"/>
                    </a:cubicBezTo>
                    <a:cubicBezTo>
                      <a:pt x="257" y="28"/>
                      <a:pt x="257" y="28"/>
                      <a:pt x="257" y="28"/>
                    </a:cubicBezTo>
                    <a:cubicBezTo>
                      <a:pt x="259" y="27"/>
                      <a:pt x="259" y="27"/>
                      <a:pt x="259" y="27"/>
                    </a:cubicBezTo>
                    <a:cubicBezTo>
                      <a:pt x="262" y="25"/>
                      <a:pt x="262" y="25"/>
                      <a:pt x="262" y="25"/>
                    </a:cubicBezTo>
                    <a:cubicBezTo>
                      <a:pt x="262" y="24"/>
                      <a:pt x="262" y="24"/>
                      <a:pt x="262" y="24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3"/>
                      <a:pt x="261" y="23"/>
                      <a:pt x="261" y="23"/>
                    </a:cubicBezTo>
                    <a:cubicBezTo>
                      <a:pt x="261" y="22"/>
                      <a:pt x="261" y="22"/>
                      <a:pt x="261" y="22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0" y="20"/>
                      <a:pt x="260" y="20"/>
                      <a:pt x="260" y="20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8"/>
                      <a:pt x="257" y="18"/>
                    </a:cubicBezTo>
                    <a:cubicBezTo>
                      <a:pt x="256" y="19"/>
                      <a:pt x="256" y="19"/>
                      <a:pt x="256" y="19"/>
                    </a:cubicBezTo>
                    <a:cubicBezTo>
                      <a:pt x="254" y="20"/>
                      <a:pt x="254" y="20"/>
                      <a:pt x="254" y="20"/>
                    </a:cubicBezTo>
                    <a:cubicBezTo>
                      <a:pt x="253" y="20"/>
                      <a:pt x="253" y="20"/>
                      <a:pt x="253" y="20"/>
                    </a:cubicBezTo>
                    <a:cubicBezTo>
                      <a:pt x="252" y="20"/>
                      <a:pt x="252" y="20"/>
                      <a:pt x="252" y="20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50" y="21"/>
                      <a:pt x="250" y="21"/>
                      <a:pt x="250" y="21"/>
                    </a:cubicBezTo>
                    <a:cubicBezTo>
                      <a:pt x="249" y="20"/>
                      <a:pt x="249" y="20"/>
                      <a:pt x="249" y="20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7" y="21"/>
                      <a:pt x="247" y="21"/>
                      <a:pt x="247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5" y="20"/>
                      <a:pt x="245" y="20"/>
                      <a:pt x="245" y="20"/>
                    </a:cubicBezTo>
                    <a:cubicBezTo>
                      <a:pt x="244" y="20"/>
                      <a:pt x="244" y="20"/>
                      <a:pt x="244" y="20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1" y="19"/>
                      <a:pt x="241" y="19"/>
                      <a:pt x="241" y="19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5" y="18"/>
                      <a:pt x="235" y="18"/>
                      <a:pt x="235" y="18"/>
                    </a:cubicBezTo>
                    <a:cubicBezTo>
                      <a:pt x="231" y="19"/>
                      <a:pt x="231" y="19"/>
                      <a:pt x="231" y="19"/>
                    </a:cubicBezTo>
                    <a:cubicBezTo>
                      <a:pt x="230" y="19"/>
                      <a:pt x="230" y="19"/>
                      <a:pt x="230" y="19"/>
                    </a:cubicBezTo>
                    <a:cubicBezTo>
                      <a:pt x="228" y="19"/>
                      <a:pt x="228" y="19"/>
                      <a:pt x="228" y="19"/>
                    </a:cubicBezTo>
                    <a:cubicBezTo>
                      <a:pt x="227" y="19"/>
                      <a:pt x="227" y="19"/>
                      <a:pt x="227" y="19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1" y="19"/>
                      <a:pt x="221" y="19"/>
                      <a:pt x="221" y="19"/>
                    </a:cubicBezTo>
                    <a:cubicBezTo>
                      <a:pt x="218" y="20"/>
                      <a:pt x="218" y="20"/>
                      <a:pt x="218" y="20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7" y="20"/>
                      <a:pt x="217" y="20"/>
                      <a:pt x="217" y="20"/>
                    </a:cubicBezTo>
                    <a:cubicBezTo>
                      <a:pt x="215" y="20"/>
                      <a:pt x="215" y="20"/>
                      <a:pt x="215" y="21"/>
                    </a:cubicBezTo>
                    <a:cubicBezTo>
                      <a:pt x="215" y="21"/>
                      <a:pt x="214" y="22"/>
                      <a:pt x="214" y="22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1" y="22"/>
                      <a:pt x="211" y="22"/>
                      <a:pt x="211" y="22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3"/>
                      <a:pt x="209" y="23"/>
                      <a:pt x="209" y="23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10" y="21"/>
                      <a:pt x="210" y="21"/>
                      <a:pt x="210" y="21"/>
                    </a:cubicBezTo>
                    <a:cubicBezTo>
                      <a:pt x="212" y="20"/>
                      <a:pt x="212" y="20"/>
                      <a:pt x="212" y="20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5" y="19"/>
                      <a:pt x="215" y="19"/>
                      <a:pt x="215" y="19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4" y="18"/>
                      <a:pt x="224" y="18"/>
                      <a:pt x="224" y="18"/>
                    </a:cubicBezTo>
                    <a:cubicBezTo>
                      <a:pt x="224" y="17"/>
                      <a:pt x="224" y="17"/>
                      <a:pt x="224" y="17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27" y="18"/>
                      <a:pt x="227" y="18"/>
                      <a:pt x="227" y="18"/>
                    </a:cubicBezTo>
                    <a:cubicBezTo>
                      <a:pt x="229" y="17"/>
                      <a:pt x="229" y="17"/>
                      <a:pt x="229" y="17"/>
                    </a:cubicBezTo>
                    <a:cubicBezTo>
                      <a:pt x="230" y="17"/>
                      <a:pt x="230" y="17"/>
                      <a:pt x="230" y="17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35" y="16"/>
                      <a:pt x="235" y="16"/>
                      <a:pt x="235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8" y="16"/>
                      <a:pt x="238" y="16"/>
                      <a:pt x="238" y="16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1" y="17"/>
                      <a:pt x="241" y="17"/>
                      <a:pt x="241" y="17"/>
                    </a:cubicBezTo>
                    <a:cubicBezTo>
                      <a:pt x="242" y="16"/>
                      <a:pt x="242" y="16"/>
                      <a:pt x="242" y="16"/>
                    </a:cubicBezTo>
                    <a:cubicBezTo>
                      <a:pt x="243" y="17"/>
                      <a:pt x="243" y="17"/>
                      <a:pt x="243" y="17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49" y="18"/>
                      <a:pt x="249" y="18"/>
                      <a:pt x="249" y="18"/>
                    </a:cubicBezTo>
                    <a:cubicBezTo>
                      <a:pt x="251" y="18"/>
                      <a:pt x="251" y="18"/>
                      <a:pt x="251" y="18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5" y="17"/>
                      <a:pt x="255" y="17"/>
                      <a:pt x="255" y="17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7" y="14"/>
                      <a:pt x="257" y="14"/>
                      <a:pt x="257" y="14"/>
                    </a:cubicBezTo>
                    <a:cubicBezTo>
                      <a:pt x="254" y="13"/>
                      <a:pt x="254" y="13"/>
                      <a:pt x="254" y="13"/>
                    </a:cubicBezTo>
                    <a:cubicBezTo>
                      <a:pt x="253" y="12"/>
                      <a:pt x="253" y="12"/>
                      <a:pt x="253" y="12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1" y="10"/>
                      <a:pt x="251" y="10"/>
                      <a:pt x="251" y="10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7" y="8"/>
                      <a:pt x="247" y="8"/>
                      <a:pt x="247" y="8"/>
                    </a:cubicBezTo>
                    <a:cubicBezTo>
                      <a:pt x="246" y="8"/>
                      <a:pt x="246" y="8"/>
                      <a:pt x="246" y="8"/>
                    </a:cubicBezTo>
                    <a:cubicBezTo>
                      <a:pt x="245" y="8"/>
                      <a:pt x="245" y="8"/>
                      <a:pt x="245" y="8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2" y="7"/>
                      <a:pt x="242" y="7"/>
                      <a:pt x="242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8" y="6"/>
                      <a:pt x="238" y="6"/>
                      <a:pt x="238" y="6"/>
                    </a:cubicBezTo>
                    <a:cubicBezTo>
                      <a:pt x="237" y="5"/>
                      <a:pt x="237" y="5"/>
                      <a:pt x="237" y="5"/>
                    </a:cubicBezTo>
                    <a:cubicBezTo>
                      <a:pt x="236" y="5"/>
                      <a:pt x="236" y="5"/>
                      <a:pt x="236" y="5"/>
                    </a:cubicBezTo>
                    <a:cubicBezTo>
                      <a:pt x="233" y="3"/>
                      <a:pt x="233" y="3"/>
                      <a:pt x="233" y="3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2" y="4"/>
                      <a:pt x="232" y="4"/>
                      <a:pt x="232" y="4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2"/>
                      <a:pt x="230" y="2"/>
                      <a:pt x="230" y="2"/>
                    </a:cubicBezTo>
                    <a:cubicBezTo>
                      <a:pt x="229" y="2"/>
                      <a:pt x="229" y="2"/>
                      <a:pt x="229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7" y="2"/>
                      <a:pt x="227" y="2"/>
                      <a:pt x="227" y="2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214" y="1"/>
                      <a:pt x="214" y="1"/>
                      <a:pt x="214" y="1"/>
                    </a:cubicBezTo>
                    <a:cubicBezTo>
                      <a:pt x="213" y="2"/>
                      <a:pt x="213" y="2"/>
                      <a:pt x="213" y="2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2" y="3"/>
                      <a:pt x="212" y="3"/>
                      <a:pt x="212" y="3"/>
                    </a:cubicBezTo>
                    <a:cubicBezTo>
                      <a:pt x="212" y="2"/>
                      <a:pt x="212" y="2"/>
                      <a:pt x="212" y="2"/>
                    </a:cubicBezTo>
                    <a:cubicBezTo>
                      <a:pt x="211" y="1"/>
                      <a:pt x="211" y="1"/>
                      <a:pt x="211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09" y="1"/>
                      <a:pt x="209" y="1"/>
                      <a:pt x="209" y="1"/>
                    </a:cubicBezTo>
                    <a:cubicBezTo>
                      <a:pt x="208" y="2"/>
                      <a:pt x="208" y="2"/>
                      <a:pt x="208" y="2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8" y="3"/>
                      <a:pt x="208" y="3"/>
                      <a:pt x="208" y="3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4" y="9"/>
                      <a:pt x="204" y="9"/>
                      <a:pt x="204" y="9"/>
                    </a:cubicBezTo>
                    <a:cubicBezTo>
                      <a:pt x="204" y="10"/>
                      <a:pt x="204" y="10"/>
                      <a:pt x="204" y="10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2" y="10"/>
                      <a:pt x="202" y="10"/>
                      <a:pt x="202" y="10"/>
                    </a:cubicBezTo>
                    <a:cubicBezTo>
                      <a:pt x="200" y="10"/>
                      <a:pt x="200" y="10"/>
                      <a:pt x="200" y="10"/>
                    </a:cubicBezTo>
                    <a:cubicBezTo>
                      <a:pt x="199" y="10"/>
                      <a:pt x="199" y="10"/>
                      <a:pt x="199" y="10"/>
                    </a:cubicBezTo>
                    <a:cubicBezTo>
                      <a:pt x="200" y="9"/>
                      <a:pt x="200" y="9"/>
                      <a:pt x="200" y="9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6"/>
                      <a:pt x="198" y="6"/>
                      <a:pt x="198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95" y="7"/>
                      <a:pt x="195" y="7"/>
                      <a:pt x="195" y="7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6" y="10"/>
                      <a:pt x="196" y="10"/>
                      <a:pt x="196" y="10"/>
                    </a:cubicBezTo>
                    <a:cubicBezTo>
                      <a:pt x="196" y="11"/>
                      <a:pt x="196" y="11"/>
                      <a:pt x="196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1"/>
                      <a:pt x="198" y="11"/>
                      <a:pt x="198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8" y="14"/>
                      <a:pt x="198" y="14"/>
                      <a:pt x="198" y="14"/>
                    </a:cubicBezTo>
                    <a:cubicBezTo>
                      <a:pt x="199" y="16"/>
                      <a:pt x="199" y="16"/>
                      <a:pt x="199" y="16"/>
                    </a:cubicBezTo>
                    <a:cubicBezTo>
                      <a:pt x="198" y="15"/>
                      <a:pt x="198" y="15"/>
                      <a:pt x="198" y="15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4" y="11"/>
                      <a:pt x="194" y="11"/>
                      <a:pt x="194" y="11"/>
                    </a:cubicBezTo>
                    <a:cubicBezTo>
                      <a:pt x="194" y="10"/>
                      <a:pt x="194" y="10"/>
                      <a:pt x="194" y="10"/>
                    </a:cubicBezTo>
                    <a:cubicBezTo>
                      <a:pt x="192" y="8"/>
                      <a:pt x="192" y="8"/>
                      <a:pt x="192" y="8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0" y="10"/>
                      <a:pt x="190" y="10"/>
                      <a:pt x="190" y="10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89" y="10"/>
                      <a:pt x="189" y="10"/>
                      <a:pt x="189" y="10"/>
                    </a:cubicBezTo>
                    <a:cubicBezTo>
                      <a:pt x="189" y="9"/>
                      <a:pt x="189" y="9"/>
                      <a:pt x="189" y="9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6" y="8"/>
                      <a:pt x="186" y="8"/>
                      <a:pt x="186" y="8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4" y="7"/>
                      <a:pt x="184" y="7"/>
                      <a:pt x="184" y="7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9"/>
                      <a:pt x="183" y="9"/>
                      <a:pt x="183" y="9"/>
                    </a:cubicBezTo>
                    <a:cubicBezTo>
                      <a:pt x="182" y="10"/>
                      <a:pt x="182" y="10"/>
                      <a:pt x="182" y="10"/>
                    </a:cubicBezTo>
                    <a:cubicBezTo>
                      <a:pt x="180" y="10"/>
                      <a:pt x="180" y="10"/>
                      <a:pt x="180" y="10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0" y="13"/>
                      <a:pt x="170" y="13"/>
                      <a:pt x="170" y="13"/>
                    </a:cubicBezTo>
                    <a:cubicBezTo>
                      <a:pt x="171" y="15"/>
                      <a:pt x="171" y="15"/>
                      <a:pt x="171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69" y="16"/>
                      <a:pt x="169" y="16"/>
                      <a:pt x="169" y="16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17"/>
                      <a:pt x="170" y="17"/>
                      <a:pt x="170" y="17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73" y="20"/>
                      <a:pt x="173" y="20"/>
                      <a:pt x="173" y="20"/>
                    </a:cubicBezTo>
                    <a:cubicBezTo>
                      <a:pt x="174" y="20"/>
                      <a:pt x="174" y="20"/>
                      <a:pt x="174" y="20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4"/>
                      <a:pt x="175" y="14"/>
                      <a:pt x="175" y="14"/>
                    </a:cubicBezTo>
                    <a:cubicBezTo>
                      <a:pt x="177" y="16"/>
                      <a:pt x="177" y="16"/>
                      <a:pt x="177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8"/>
                      <a:pt x="175" y="18"/>
                      <a:pt x="175" y="18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6" y="21"/>
                      <a:pt x="176" y="21"/>
                      <a:pt x="176" y="21"/>
                    </a:cubicBezTo>
                    <a:cubicBezTo>
                      <a:pt x="175" y="21"/>
                      <a:pt x="175" y="21"/>
                      <a:pt x="175" y="21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2" y="25"/>
                      <a:pt x="172" y="25"/>
                      <a:pt x="172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23"/>
                      <a:pt x="161" y="23"/>
                      <a:pt x="161" y="23"/>
                    </a:cubicBezTo>
                    <a:cubicBezTo>
                      <a:pt x="161" y="24"/>
                      <a:pt x="161" y="24"/>
                      <a:pt x="161" y="24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7"/>
                      <a:pt x="161" y="27"/>
                      <a:pt x="161" y="27"/>
                    </a:cubicBezTo>
                    <a:cubicBezTo>
                      <a:pt x="162" y="29"/>
                      <a:pt x="162" y="29"/>
                      <a:pt x="162" y="29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3" y="35"/>
                      <a:pt x="163" y="35"/>
                      <a:pt x="163" y="35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5" y="39"/>
                      <a:pt x="165" y="39"/>
                      <a:pt x="165" y="39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2"/>
                      <a:pt x="164" y="42"/>
                      <a:pt x="164" y="42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6" y="45"/>
                      <a:pt x="166" y="45"/>
                      <a:pt x="166" y="45"/>
                    </a:cubicBezTo>
                    <a:cubicBezTo>
                      <a:pt x="166" y="46"/>
                      <a:pt x="166" y="46"/>
                      <a:pt x="166" y="46"/>
                    </a:cubicBezTo>
                    <a:cubicBezTo>
                      <a:pt x="167" y="47"/>
                      <a:pt x="167" y="47"/>
                      <a:pt x="167" y="47"/>
                    </a:cubicBezTo>
                    <a:cubicBezTo>
                      <a:pt x="168" y="48"/>
                      <a:pt x="168" y="48"/>
                      <a:pt x="168" y="48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1" y="53"/>
                      <a:pt x="171" y="53"/>
                      <a:pt x="171" y="53"/>
                    </a:cubicBezTo>
                    <a:cubicBezTo>
                      <a:pt x="170" y="53"/>
                      <a:pt x="170" y="53"/>
                      <a:pt x="170" y="53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69" y="53"/>
                      <a:pt x="169" y="53"/>
                      <a:pt x="169" y="53"/>
                    </a:cubicBezTo>
                    <a:cubicBezTo>
                      <a:pt x="169" y="52"/>
                      <a:pt x="169" y="52"/>
                      <a:pt x="169" y="52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8" y="50"/>
                      <a:pt x="168" y="50"/>
                      <a:pt x="168" y="50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5" y="47"/>
                      <a:pt x="165" y="47"/>
                      <a:pt x="165" y="47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62" y="50"/>
                      <a:pt x="162" y="50"/>
                      <a:pt x="162" y="50"/>
                    </a:cubicBezTo>
                    <a:cubicBezTo>
                      <a:pt x="162" y="46"/>
                      <a:pt x="162" y="46"/>
                      <a:pt x="162" y="46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5"/>
                      <a:pt x="158" y="45"/>
                      <a:pt x="158" y="45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7"/>
                      <a:pt x="158" y="47"/>
                      <a:pt x="158" y="47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8" y="50"/>
                      <a:pt x="158" y="50"/>
                      <a:pt x="158" y="50"/>
                    </a:cubicBezTo>
                    <a:cubicBezTo>
                      <a:pt x="157" y="49"/>
                      <a:pt x="157" y="49"/>
                      <a:pt x="157" y="49"/>
                    </a:cubicBezTo>
                    <a:cubicBezTo>
                      <a:pt x="157" y="48"/>
                      <a:pt x="157" y="48"/>
                      <a:pt x="157" y="48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7" y="44"/>
                      <a:pt x="157" y="44"/>
                      <a:pt x="157" y="44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2"/>
                      <a:pt x="156" y="42"/>
                      <a:pt x="156" y="42"/>
                    </a:cubicBezTo>
                    <a:cubicBezTo>
                      <a:pt x="156" y="41"/>
                      <a:pt x="156" y="41"/>
                      <a:pt x="156" y="41"/>
                    </a:cubicBezTo>
                    <a:cubicBezTo>
                      <a:pt x="156" y="40"/>
                      <a:pt x="156" y="40"/>
                      <a:pt x="156" y="40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2" y="26"/>
                      <a:pt x="152" y="26"/>
                      <a:pt x="152" y="26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49" y="24"/>
                      <a:pt x="149" y="24"/>
                      <a:pt x="149" y="24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47" y="23"/>
                      <a:pt x="147" y="23"/>
                      <a:pt x="147" y="23"/>
                    </a:cubicBezTo>
                    <a:cubicBezTo>
                      <a:pt x="146" y="24"/>
                      <a:pt x="146" y="24"/>
                      <a:pt x="146" y="24"/>
                    </a:cubicBezTo>
                    <a:cubicBezTo>
                      <a:pt x="144" y="25"/>
                      <a:pt x="144" y="25"/>
                      <a:pt x="144" y="25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7"/>
                      <a:pt x="144" y="27"/>
                      <a:pt x="144" y="27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5"/>
                      <a:pt x="143" y="35"/>
                      <a:pt x="143" y="35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4" y="43"/>
                      <a:pt x="144" y="43"/>
                      <a:pt x="144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40" y="42"/>
                      <a:pt x="140" y="42"/>
                      <a:pt x="140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7" y="41"/>
                      <a:pt x="137" y="41"/>
                      <a:pt x="137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2"/>
                      <a:pt x="136" y="42"/>
                      <a:pt x="136" y="42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5" y="42"/>
                      <a:pt x="135" y="42"/>
                      <a:pt x="135" y="42"/>
                    </a:cubicBezTo>
                    <a:cubicBezTo>
                      <a:pt x="136" y="39"/>
                      <a:pt x="136" y="39"/>
                      <a:pt x="136" y="39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4" y="34"/>
                      <a:pt x="134" y="34"/>
                      <a:pt x="134" y="34"/>
                    </a:cubicBezTo>
                    <a:cubicBezTo>
                      <a:pt x="135" y="32"/>
                      <a:pt x="135" y="32"/>
                      <a:pt x="135" y="32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6"/>
                      <a:pt x="132" y="36"/>
                      <a:pt x="132" y="36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26" y="41"/>
                      <a:pt x="126" y="41"/>
                      <a:pt x="126" y="41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2" y="47"/>
                      <a:pt x="122" y="47"/>
                      <a:pt x="122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6" y="37"/>
                      <a:pt x="126" y="37"/>
                      <a:pt x="126" y="37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3"/>
                      <a:pt x="125" y="23"/>
                      <a:pt x="125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29"/>
                      <a:pt x="98" y="29"/>
                      <a:pt x="98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5"/>
                      <a:pt x="88" y="35"/>
                      <a:pt x="88" y="35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2"/>
                      <a:pt x="52" y="82"/>
                      <a:pt x="52" y="82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7" y="89"/>
                      <a:pt x="17" y="89"/>
                      <a:pt x="17" y="89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4" y="94"/>
                      <a:pt x="4" y="94"/>
                      <a:pt x="4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" y="100"/>
                      <a:pt x="1" y="100"/>
                      <a:pt x="1" y="100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18" y="119"/>
                      <a:pt x="18" y="119"/>
                      <a:pt x="18" y="119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5" y="128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10" y="134"/>
                      <a:pt x="10" y="134"/>
                      <a:pt x="10" y="134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7"/>
                      <a:pt x="3" y="137"/>
                      <a:pt x="3" y="137"/>
                    </a:cubicBezTo>
                    <a:cubicBezTo>
                      <a:pt x="2" y="139"/>
                      <a:pt x="2" y="139"/>
                      <a:pt x="2" y="139"/>
                    </a:cubicBezTo>
                    <a:cubicBezTo>
                      <a:pt x="4" y="140"/>
                      <a:pt x="4" y="140"/>
                      <a:pt x="4" y="140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5"/>
                      <a:pt x="6" y="145"/>
                      <a:pt x="6" y="145"/>
                    </a:cubicBezTo>
                    <a:cubicBezTo>
                      <a:pt x="8" y="145"/>
                      <a:pt x="8" y="145"/>
                      <a:pt x="8" y="145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0" y="148"/>
                      <a:pt x="10" y="148"/>
                      <a:pt x="10" y="148"/>
                    </a:cubicBez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4" y="151"/>
                      <a:pt x="14" y="151"/>
                      <a:pt x="14" y="151"/>
                    </a:cubicBezTo>
                    <a:cubicBezTo>
                      <a:pt x="15" y="150"/>
                      <a:pt x="15" y="150"/>
                      <a:pt x="15" y="150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6" y="145"/>
                      <a:pt x="16" y="145"/>
                      <a:pt x="16" y="145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18" y="147"/>
                      <a:pt x="18" y="147"/>
                      <a:pt x="18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7"/>
                      <a:pt x="20" y="147"/>
                      <a:pt x="20" y="147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2" y="150"/>
                      <a:pt x="22" y="150"/>
                      <a:pt x="22" y="150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7"/>
                      <a:pt x="29" y="147"/>
                      <a:pt x="29" y="147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7"/>
                      <a:pt x="32" y="147"/>
                      <a:pt x="32" y="147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40" y="150"/>
                      <a:pt x="40" y="150"/>
                      <a:pt x="40" y="150"/>
                    </a:cubicBezTo>
                    <a:cubicBezTo>
                      <a:pt x="42" y="150"/>
                      <a:pt x="42" y="150"/>
                      <a:pt x="42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3" y="150"/>
                      <a:pt x="43" y="150"/>
                      <a:pt x="43" y="150"/>
                    </a:cubicBezTo>
                    <a:cubicBezTo>
                      <a:pt x="44" y="151"/>
                      <a:pt x="44" y="151"/>
                      <a:pt x="44" y="151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4" y="159"/>
                      <a:pt x="54" y="159"/>
                      <a:pt x="54" y="159"/>
                    </a:cubicBezTo>
                    <a:cubicBezTo>
                      <a:pt x="55" y="161"/>
                      <a:pt x="55" y="161"/>
                      <a:pt x="55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1"/>
                      <a:pt x="56" y="161"/>
                      <a:pt x="56" y="161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5" y="165"/>
                      <a:pt x="55" y="165"/>
                      <a:pt x="55" y="165"/>
                    </a:cubicBezTo>
                    <a:cubicBezTo>
                      <a:pt x="54" y="165"/>
                      <a:pt x="54" y="165"/>
                      <a:pt x="54" y="165"/>
                    </a:cubicBezTo>
                    <a:cubicBezTo>
                      <a:pt x="54" y="167"/>
                      <a:pt x="54" y="167"/>
                      <a:pt x="54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5" y="167"/>
                      <a:pt x="55" y="167"/>
                      <a:pt x="55" y="167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2" y="169"/>
                      <a:pt x="52" y="169"/>
                      <a:pt x="52" y="169"/>
                    </a:cubicBezTo>
                    <a:cubicBezTo>
                      <a:pt x="52" y="170"/>
                      <a:pt x="52" y="170"/>
                      <a:pt x="52" y="170"/>
                    </a:cubicBezTo>
                    <a:cubicBezTo>
                      <a:pt x="53" y="171"/>
                      <a:pt x="53" y="171"/>
                      <a:pt x="53" y="171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6" y="174"/>
                      <a:pt x="56" y="174"/>
                      <a:pt x="56" y="174"/>
                    </a:cubicBezTo>
                    <a:cubicBezTo>
                      <a:pt x="57" y="175"/>
                      <a:pt x="57" y="175"/>
                      <a:pt x="57" y="175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7" y="179"/>
                      <a:pt x="57" y="179"/>
                      <a:pt x="57" y="179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7" y="181"/>
                      <a:pt x="57" y="181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4" y="180"/>
                      <a:pt x="54" y="180"/>
                      <a:pt x="54" y="180"/>
                    </a:cubicBezTo>
                    <a:cubicBezTo>
                      <a:pt x="52" y="181"/>
                      <a:pt x="52" y="181"/>
                      <a:pt x="52" y="181"/>
                    </a:cubicBezTo>
                    <a:cubicBezTo>
                      <a:pt x="53" y="183"/>
                      <a:pt x="53" y="183"/>
                      <a:pt x="53" y="183"/>
                    </a:cubicBezTo>
                    <a:cubicBezTo>
                      <a:pt x="54" y="183"/>
                      <a:pt x="54" y="183"/>
                      <a:pt x="54" y="183"/>
                    </a:cubicBezTo>
                    <a:cubicBezTo>
                      <a:pt x="55" y="183"/>
                      <a:pt x="55" y="183"/>
                      <a:pt x="55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8" y="183"/>
                      <a:pt x="58" y="183"/>
                      <a:pt x="58" y="183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8"/>
                      <a:pt x="57" y="188"/>
                      <a:pt x="57" y="188"/>
                    </a:cubicBezTo>
                    <a:cubicBezTo>
                      <a:pt x="56" y="188"/>
                      <a:pt x="56" y="188"/>
                      <a:pt x="56" y="188"/>
                    </a:cubicBezTo>
                    <a:cubicBezTo>
                      <a:pt x="55" y="189"/>
                      <a:pt x="55" y="189"/>
                      <a:pt x="55" y="189"/>
                    </a:cubicBezTo>
                    <a:cubicBezTo>
                      <a:pt x="54" y="190"/>
                      <a:pt x="54" y="190"/>
                      <a:pt x="54" y="190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57" y="190"/>
                      <a:pt x="57" y="190"/>
                      <a:pt x="57" y="190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8"/>
                      <a:pt x="59" y="188"/>
                      <a:pt x="59" y="188"/>
                    </a:cubicBezTo>
                    <a:cubicBezTo>
                      <a:pt x="59" y="189"/>
                      <a:pt x="59" y="189"/>
                      <a:pt x="59" y="189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59" y="191"/>
                      <a:pt x="59" y="191"/>
                      <a:pt x="59" y="191"/>
                    </a:cubicBezTo>
                    <a:cubicBezTo>
                      <a:pt x="59" y="192"/>
                      <a:pt x="59" y="192"/>
                      <a:pt x="59" y="192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9" y="194"/>
                      <a:pt x="59" y="194"/>
                      <a:pt x="59" y="194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3"/>
                      <a:pt x="59" y="193"/>
                      <a:pt x="59" y="193"/>
                    </a:cubicBezTo>
                    <a:cubicBezTo>
                      <a:pt x="57" y="192"/>
                      <a:pt x="57" y="192"/>
                      <a:pt x="57" y="192"/>
                    </a:cubicBezTo>
                    <a:cubicBezTo>
                      <a:pt x="56" y="192"/>
                      <a:pt x="56" y="192"/>
                      <a:pt x="56" y="192"/>
                    </a:cubicBezTo>
                    <a:cubicBezTo>
                      <a:pt x="55" y="193"/>
                      <a:pt x="55" y="193"/>
                      <a:pt x="55" y="193"/>
                    </a:cubicBezTo>
                    <a:cubicBezTo>
                      <a:pt x="56" y="195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59" y="196"/>
                      <a:pt x="59" y="196"/>
                      <a:pt x="59" y="196"/>
                    </a:cubicBezTo>
                    <a:cubicBezTo>
                      <a:pt x="58" y="197"/>
                      <a:pt x="58" y="197"/>
                      <a:pt x="58" y="197"/>
                    </a:cubicBezTo>
                    <a:cubicBezTo>
                      <a:pt x="58" y="199"/>
                      <a:pt x="58" y="199"/>
                      <a:pt x="58" y="199"/>
                    </a:cubicBezTo>
                    <a:cubicBezTo>
                      <a:pt x="59" y="200"/>
                      <a:pt x="59" y="200"/>
                      <a:pt x="59" y="200"/>
                    </a:cubicBezTo>
                    <a:cubicBezTo>
                      <a:pt x="58" y="201"/>
                      <a:pt x="58" y="201"/>
                      <a:pt x="58" y="201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59" y="204"/>
                      <a:pt x="59" y="204"/>
                      <a:pt x="59" y="204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2"/>
                      <a:pt x="58" y="202"/>
                      <a:pt x="58" y="202"/>
                    </a:cubicBezTo>
                    <a:cubicBezTo>
                      <a:pt x="57" y="201"/>
                      <a:pt x="57" y="201"/>
                      <a:pt x="57" y="201"/>
                    </a:cubicBezTo>
                    <a:cubicBezTo>
                      <a:pt x="56" y="199"/>
                      <a:pt x="56" y="199"/>
                      <a:pt x="56" y="199"/>
                    </a:cubicBezTo>
                    <a:cubicBezTo>
                      <a:pt x="56" y="201"/>
                      <a:pt x="56" y="201"/>
                      <a:pt x="56" y="201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7" y="203"/>
                      <a:pt x="57" y="203"/>
                      <a:pt x="57" y="203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6" y="205"/>
                      <a:pt x="56" y="205"/>
                      <a:pt x="56" y="205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6" y="207"/>
                      <a:pt x="56" y="207"/>
                      <a:pt x="56" y="207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6" y="208"/>
                      <a:pt x="56" y="208"/>
                      <a:pt x="56" y="208"/>
                    </a:cubicBezTo>
                    <a:cubicBezTo>
                      <a:pt x="54" y="208"/>
                      <a:pt x="54" y="208"/>
                      <a:pt x="54" y="208"/>
                    </a:cubicBezTo>
                    <a:cubicBezTo>
                      <a:pt x="55" y="210"/>
                      <a:pt x="55" y="210"/>
                      <a:pt x="55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7" y="211"/>
                      <a:pt x="57" y="211"/>
                      <a:pt x="57" y="211"/>
                    </a:cubicBezTo>
                    <a:cubicBezTo>
                      <a:pt x="57" y="211"/>
                      <a:pt x="58" y="211"/>
                      <a:pt x="58" y="211"/>
                    </a:cubicBezTo>
                    <a:cubicBezTo>
                      <a:pt x="59" y="211"/>
                      <a:pt x="59" y="211"/>
                      <a:pt x="59" y="211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59" y="210"/>
                      <a:pt x="59" y="210"/>
                      <a:pt x="59" y="210"/>
                    </a:cubicBezTo>
                    <a:cubicBezTo>
                      <a:pt x="60" y="210"/>
                      <a:pt x="60" y="210"/>
                      <a:pt x="60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0" y="212"/>
                      <a:pt x="60" y="212"/>
                      <a:pt x="60" y="212"/>
                    </a:cubicBezTo>
                    <a:cubicBezTo>
                      <a:pt x="61" y="213"/>
                      <a:pt x="61" y="213"/>
                      <a:pt x="61" y="213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60" y="216"/>
                      <a:pt x="60" y="216"/>
                      <a:pt x="60" y="216"/>
                    </a:cubicBezTo>
                    <a:cubicBezTo>
                      <a:pt x="59" y="217"/>
                      <a:pt x="59" y="217"/>
                      <a:pt x="59" y="217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7" y="218"/>
                      <a:pt x="57" y="218"/>
                      <a:pt x="57" y="218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8" y="216"/>
                      <a:pt x="58" y="216"/>
                      <a:pt x="58" y="216"/>
                    </a:cubicBezTo>
                    <a:cubicBezTo>
                      <a:pt x="59" y="216"/>
                      <a:pt x="59" y="216"/>
                      <a:pt x="59" y="216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4"/>
                      <a:pt x="59" y="214"/>
                      <a:pt x="59" y="214"/>
                    </a:cubicBezTo>
                    <a:cubicBezTo>
                      <a:pt x="59" y="212"/>
                      <a:pt x="59" y="212"/>
                      <a:pt x="59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3"/>
                      <a:pt x="56" y="213"/>
                      <a:pt x="56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3"/>
                      <a:pt x="55" y="213"/>
                      <a:pt x="55" y="213"/>
                    </a:cubicBezTo>
                    <a:cubicBezTo>
                      <a:pt x="55" y="212"/>
                      <a:pt x="55" y="212"/>
                      <a:pt x="55" y="212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1" y="213"/>
                      <a:pt x="51" y="213"/>
                      <a:pt x="51" y="213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5" y="214"/>
                      <a:pt x="55" y="214"/>
                      <a:pt x="55" y="214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4" y="215"/>
                      <a:pt x="54" y="215"/>
                      <a:pt x="54" y="215"/>
                    </a:cubicBezTo>
                    <a:cubicBezTo>
                      <a:pt x="54" y="216"/>
                      <a:pt x="54" y="216"/>
                      <a:pt x="54" y="216"/>
                    </a:cubicBezTo>
                    <a:cubicBezTo>
                      <a:pt x="54" y="217"/>
                      <a:pt x="54" y="217"/>
                      <a:pt x="54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8"/>
                      <a:pt x="53" y="218"/>
                      <a:pt x="53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4" y="218"/>
                      <a:pt x="54" y="218"/>
                      <a:pt x="54" y="218"/>
                    </a:cubicBezTo>
                    <a:cubicBezTo>
                      <a:pt x="53" y="220"/>
                      <a:pt x="53" y="220"/>
                      <a:pt x="53" y="220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4" y="221"/>
                      <a:pt x="54" y="221"/>
                      <a:pt x="54" y="221"/>
                    </a:cubicBezTo>
                    <a:cubicBezTo>
                      <a:pt x="53" y="221"/>
                      <a:pt x="53" y="221"/>
                      <a:pt x="53" y="221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2" y="222"/>
                      <a:pt x="52" y="222"/>
                      <a:pt x="52" y="222"/>
                    </a:cubicBezTo>
                    <a:cubicBezTo>
                      <a:pt x="51" y="221"/>
                      <a:pt x="51" y="221"/>
                      <a:pt x="51" y="221"/>
                    </a:cubicBezTo>
                    <a:cubicBezTo>
                      <a:pt x="51" y="225"/>
                      <a:pt x="51" y="225"/>
                      <a:pt x="51" y="225"/>
                    </a:cubicBezTo>
                    <a:cubicBezTo>
                      <a:pt x="53" y="224"/>
                      <a:pt x="53" y="224"/>
                      <a:pt x="53" y="224"/>
                    </a:cubicBezTo>
                    <a:cubicBezTo>
                      <a:pt x="54" y="223"/>
                      <a:pt x="54" y="223"/>
                      <a:pt x="54" y="223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6" y="222"/>
                      <a:pt x="56" y="222"/>
                      <a:pt x="56" y="222"/>
                    </a:cubicBezTo>
                    <a:cubicBezTo>
                      <a:pt x="56" y="223"/>
                      <a:pt x="56" y="223"/>
                      <a:pt x="56" y="223"/>
                    </a:cubicBezTo>
                    <a:cubicBezTo>
                      <a:pt x="55" y="223"/>
                      <a:pt x="55" y="223"/>
                      <a:pt x="55" y="223"/>
                    </a:cubicBezTo>
                    <a:cubicBezTo>
                      <a:pt x="54" y="224"/>
                      <a:pt x="54" y="224"/>
                      <a:pt x="54" y="224"/>
                    </a:cubicBezTo>
                    <a:cubicBezTo>
                      <a:pt x="52" y="225"/>
                      <a:pt x="52" y="225"/>
                      <a:pt x="52" y="225"/>
                    </a:cubicBezTo>
                    <a:cubicBezTo>
                      <a:pt x="52" y="227"/>
                      <a:pt x="52" y="227"/>
                      <a:pt x="52" y="227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5" y="228"/>
                      <a:pt x="55" y="228"/>
                      <a:pt x="55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3" y="229"/>
                      <a:pt x="53" y="229"/>
                      <a:pt x="53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0" y="227"/>
                      <a:pt x="50" y="227"/>
                      <a:pt x="50" y="227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52" y="229"/>
                      <a:pt x="52" y="229"/>
                      <a:pt x="52" y="229"/>
                    </a:cubicBezTo>
                    <a:cubicBezTo>
                      <a:pt x="51" y="229"/>
                      <a:pt x="51" y="229"/>
                      <a:pt x="51" y="229"/>
                    </a:cubicBezTo>
                    <a:cubicBezTo>
                      <a:pt x="49" y="230"/>
                      <a:pt x="49" y="230"/>
                      <a:pt x="49" y="230"/>
                    </a:cubicBezTo>
                    <a:cubicBezTo>
                      <a:pt x="49" y="231"/>
                      <a:pt x="49" y="231"/>
                      <a:pt x="49" y="231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2"/>
                      <a:pt x="50" y="232"/>
                      <a:pt x="50" y="232"/>
                    </a:cubicBezTo>
                    <a:cubicBezTo>
                      <a:pt x="50" y="233"/>
                      <a:pt x="50" y="233"/>
                      <a:pt x="50" y="233"/>
                    </a:cubicBezTo>
                    <a:cubicBezTo>
                      <a:pt x="50" y="236"/>
                      <a:pt x="50" y="236"/>
                      <a:pt x="50" y="236"/>
                    </a:cubicBezTo>
                    <a:cubicBezTo>
                      <a:pt x="52" y="236"/>
                      <a:pt x="52" y="236"/>
                      <a:pt x="52" y="236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2" y="235"/>
                      <a:pt x="52" y="235"/>
                      <a:pt x="52" y="235"/>
                    </a:cubicBezTo>
                    <a:cubicBezTo>
                      <a:pt x="53" y="236"/>
                      <a:pt x="53" y="236"/>
                      <a:pt x="53" y="236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3" y="238"/>
                      <a:pt x="53" y="238"/>
                      <a:pt x="53" y="238"/>
                    </a:cubicBezTo>
                    <a:cubicBezTo>
                      <a:pt x="56" y="238"/>
                      <a:pt x="56" y="238"/>
                      <a:pt x="56" y="238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7" y="237"/>
                      <a:pt x="57" y="237"/>
                      <a:pt x="57" y="237"/>
                    </a:cubicBezTo>
                    <a:cubicBezTo>
                      <a:pt x="58" y="237"/>
                      <a:pt x="58" y="237"/>
                      <a:pt x="58" y="237"/>
                    </a:cubicBezTo>
                    <a:cubicBezTo>
                      <a:pt x="59" y="237"/>
                      <a:pt x="59" y="237"/>
                      <a:pt x="59" y="237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0" y="233"/>
                      <a:pt x="60" y="233"/>
                      <a:pt x="60" y="233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1" y="232"/>
                      <a:pt x="61" y="232"/>
                      <a:pt x="61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3" y="232"/>
                      <a:pt x="63" y="232"/>
                      <a:pt x="63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5"/>
                      <a:pt x="62" y="235"/>
                      <a:pt x="62" y="235"/>
                    </a:cubicBezTo>
                    <a:cubicBezTo>
                      <a:pt x="62" y="236"/>
                      <a:pt x="62" y="236"/>
                      <a:pt x="62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6" y="233"/>
                      <a:pt x="66" y="233"/>
                      <a:pt x="66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7" y="233"/>
                      <a:pt x="67" y="233"/>
                      <a:pt x="67" y="233"/>
                    </a:cubicBezTo>
                    <a:cubicBezTo>
                      <a:pt x="68" y="234"/>
                      <a:pt x="68" y="234"/>
                      <a:pt x="68" y="234"/>
                    </a:cubicBezTo>
                    <a:cubicBezTo>
                      <a:pt x="69" y="235"/>
                      <a:pt x="69" y="235"/>
                      <a:pt x="69" y="235"/>
                    </a:cubicBezTo>
                    <a:cubicBezTo>
                      <a:pt x="66" y="235"/>
                      <a:pt x="66" y="235"/>
                      <a:pt x="66" y="235"/>
                    </a:cubicBezTo>
                    <a:cubicBezTo>
                      <a:pt x="65" y="236"/>
                      <a:pt x="65" y="236"/>
                      <a:pt x="65" y="236"/>
                    </a:cubicBezTo>
                    <a:cubicBezTo>
                      <a:pt x="64" y="236"/>
                      <a:pt x="64" y="236"/>
                      <a:pt x="64" y="236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5" y="238"/>
                      <a:pt x="65" y="238"/>
                      <a:pt x="65" y="238"/>
                    </a:cubicBezTo>
                    <a:cubicBezTo>
                      <a:pt x="64" y="238"/>
                      <a:pt x="64" y="238"/>
                      <a:pt x="64" y="238"/>
                    </a:cubicBezTo>
                    <a:cubicBezTo>
                      <a:pt x="63" y="238"/>
                      <a:pt x="63" y="238"/>
                      <a:pt x="63" y="238"/>
                    </a:cubicBezTo>
                    <a:cubicBezTo>
                      <a:pt x="62" y="241"/>
                      <a:pt x="62" y="241"/>
                      <a:pt x="62" y="241"/>
                    </a:cubicBezTo>
                    <a:cubicBezTo>
                      <a:pt x="63" y="242"/>
                      <a:pt x="63" y="242"/>
                      <a:pt x="63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43"/>
                      <a:pt x="65" y="243"/>
                      <a:pt x="65" y="243"/>
                    </a:cubicBezTo>
                    <a:cubicBezTo>
                      <a:pt x="67" y="243"/>
                      <a:pt x="67" y="243"/>
                      <a:pt x="67" y="243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7" y="242"/>
                      <a:pt x="67" y="242"/>
                      <a:pt x="67" y="242"/>
                    </a:cubicBezTo>
                    <a:cubicBezTo>
                      <a:pt x="68" y="243"/>
                      <a:pt x="68" y="243"/>
                      <a:pt x="68" y="243"/>
                    </a:cubicBezTo>
                    <a:cubicBezTo>
                      <a:pt x="67" y="244"/>
                      <a:pt x="67" y="244"/>
                      <a:pt x="67" y="244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7" y="245"/>
                      <a:pt x="67" y="245"/>
                      <a:pt x="67" y="245"/>
                    </a:cubicBezTo>
                    <a:cubicBezTo>
                      <a:pt x="66" y="245"/>
                      <a:pt x="66" y="245"/>
                      <a:pt x="66" y="245"/>
                    </a:cubicBezTo>
                    <a:cubicBezTo>
                      <a:pt x="65" y="246"/>
                      <a:pt x="65" y="246"/>
                      <a:pt x="65" y="246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8"/>
                      <a:pt x="69" y="248"/>
                      <a:pt x="69" y="248"/>
                    </a:cubicBezTo>
                    <a:cubicBezTo>
                      <a:pt x="68" y="248"/>
                      <a:pt x="68" y="248"/>
                      <a:pt x="68" y="248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9" y="249"/>
                      <a:pt x="69" y="249"/>
                      <a:pt x="69" y="249"/>
                    </a:cubicBezTo>
                    <a:cubicBezTo>
                      <a:pt x="67" y="248"/>
                      <a:pt x="67" y="248"/>
                      <a:pt x="67" y="248"/>
                    </a:cubicBezTo>
                    <a:cubicBezTo>
                      <a:pt x="67" y="250"/>
                      <a:pt x="67" y="250"/>
                      <a:pt x="67" y="250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70" y="254"/>
                      <a:pt x="70" y="254"/>
                      <a:pt x="70" y="254"/>
                    </a:cubicBezTo>
                    <a:cubicBezTo>
                      <a:pt x="69" y="253"/>
                      <a:pt x="69" y="253"/>
                      <a:pt x="69" y="253"/>
                    </a:cubicBezTo>
                    <a:cubicBezTo>
                      <a:pt x="68" y="252"/>
                      <a:pt x="68" y="252"/>
                      <a:pt x="68" y="252"/>
                    </a:cubicBezTo>
                    <a:cubicBezTo>
                      <a:pt x="67" y="249"/>
                      <a:pt x="67" y="249"/>
                      <a:pt x="67" y="249"/>
                    </a:cubicBezTo>
                    <a:cubicBezTo>
                      <a:pt x="66" y="248"/>
                      <a:pt x="66" y="248"/>
                      <a:pt x="66" y="248"/>
                    </a:cubicBezTo>
                    <a:cubicBezTo>
                      <a:pt x="65" y="248"/>
                      <a:pt x="65" y="248"/>
                      <a:pt x="65" y="248"/>
                    </a:cubicBezTo>
                    <a:cubicBezTo>
                      <a:pt x="64" y="247"/>
                      <a:pt x="64" y="247"/>
                      <a:pt x="64" y="247"/>
                    </a:cubicBezTo>
                    <a:cubicBezTo>
                      <a:pt x="63" y="247"/>
                      <a:pt x="63" y="247"/>
                      <a:pt x="63" y="247"/>
                    </a:cubicBezTo>
                    <a:cubicBezTo>
                      <a:pt x="62" y="247"/>
                      <a:pt x="62" y="247"/>
                      <a:pt x="62" y="247"/>
                    </a:cubicBezTo>
                    <a:cubicBezTo>
                      <a:pt x="61" y="246"/>
                      <a:pt x="61" y="246"/>
                      <a:pt x="61" y="246"/>
                    </a:cubicBezTo>
                    <a:cubicBezTo>
                      <a:pt x="59" y="246"/>
                      <a:pt x="59" y="246"/>
                      <a:pt x="59" y="246"/>
                    </a:cubicBezTo>
                    <a:cubicBezTo>
                      <a:pt x="57" y="245"/>
                      <a:pt x="57" y="245"/>
                      <a:pt x="57" y="245"/>
                    </a:cubicBezTo>
                    <a:cubicBezTo>
                      <a:pt x="56" y="244"/>
                      <a:pt x="56" y="244"/>
                      <a:pt x="56" y="244"/>
                    </a:cubicBezTo>
                    <a:cubicBezTo>
                      <a:pt x="55" y="244"/>
                      <a:pt x="55" y="244"/>
                      <a:pt x="55" y="244"/>
                    </a:cubicBezTo>
                    <a:cubicBezTo>
                      <a:pt x="54" y="244"/>
                      <a:pt x="54" y="244"/>
                      <a:pt x="54" y="244"/>
                    </a:cubicBezTo>
                    <a:cubicBezTo>
                      <a:pt x="52" y="245"/>
                      <a:pt x="52" y="245"/>
                      <a:pt x="52" y="245"/>
                    </a:cubicBezTo>
                    <a:cubicBezTo>
                      <a:pt x="50" y="246"/>
                      <a:pt x="50" y="246"/>
                      <a:pt x="50" y="246"/>
                    </a:cubicBezTo>
                    <a:cubicBezTo>
                      <a:pt x="50" y="247"/>
                      <a:pt x="50" y="247"/>
                      <a:pt x="50" y="247"/>
                    </a:cubicBezTo>
                    <a:cubicBezTo>
                      <a:pt x="51" y="248"/>
                      <a:pt x="51" y="248"/>
                      <a:pt x="51" y="248"/>
                    </a:cubicBezTo>
                    <a:cubicBezTo>
                      <a:pt x="52" y="249"/>
                      <a:pt x="52" y="249"/>
                      <a:pt x="52" y="249"/>
                    </a:cubicBezTo>
                    <a:cubicBezTo>
                      <a:pt x="53" y="251"/>
                      <a:pt x="53" y="251"/>
                      <a:pt x="53" y="251"/>
                    </a:cubicBezTo>
                    <a:cubicBezTo>
                      <a:pt x="52" y="252"/>
                      <a:pt x="52" y="252"/>
                      <a:pt x="52" y="252"/>
                    </a:cubicBezTo>
                    <a:cubicBezTo>
                      <a:pt x="53" y="252"/>
                      <a:pt x="53" y="252"/>
                      <a:pt x="53" y="252"/>
                    </a:cubicBezTo>
                    <a:cubicBezTo>
                      <a:pt x="51" y="252"/>
                      <a:pt x="51" y="252"/>
                      <a:pt x="51" y="252"/>
                    </a:cubicBezTo>
                    <a:cubicBezTo>
                      <a:pt x="49" y="251"/>
                      <a:pt x="49" y="251"/>
                      <a:pt x="49" y="251"/>
                    </a:cubicBezTo>
                    <a:cubicBezTo>
                      <a:pt x="49" y="253"/>
                      <a:pt x="49" y="253"/>
                      <a:pt x="49" y="253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47" y="257"/>
                      <a:pt x="47" y="257"/>
                      <a:pt x="47" y="257"/>
                    </a:cubicBezTo>
                    <a:cubicBezTo>
                      <a:pt x="48" y="257"/>
                      <a:pt x="48" y="257"/>
                      <a:pt x="48" y="257"/>
                    </a:cubicBezTo>
                    <a:cubicBezTo>
                      <a:pt x="47" y="258"/>
                      <a:pt x="47" y="258"/>
                      <a:pt x="47" y="258"/>
                    </a:cubicBezTo>
                    <a:cubicBezTo>
                      <a:pt x="47" y="259"/>
                      <a:pt x="47" y="259"/>
                      <a:pt x="47" y="25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47" y="261"/>
                      <a:pt x="47" y="261"/>
                      <a:pt x="47" y="261"/>
                    </a:cubicBezTo>
                    <a:cubicBezTo>
                      <a:pt x="46" y="262"/>
                      <a:pt x="46" y="262"/>
                      <a:pt x="46" y="262"/>
                    </a:cubicBezTo>
                    <a:cubicBezTo>
                      <a:pt x="47" y="264"/>
                      <a:pt x="47" y="264"/>
                      <a:pt x="47" y="264"/>
                    </a:cubicBezTo>
                    <a:cubicBezTo>
                      <a:pt x="50" y="265"/>
                      <a:pt x="50" y="265"/>
                      <a:pt x="50" y="265"/>
                    </a:cubicBezTo>
                    <a:cubicBezTo>
                      <a:pt x="48" y="265"/>
                      <a:pt x="48" y="265"/>
                      <a:pt x="48" y="265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9" y="268"/>
                      <a:pt x="49" y="268"/>
                      <a:pt x="49" y="268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54" y="270"/>
                      <a:pt x="54" y="270"/>
                      <a:pt x="54" y="270"/>
                    </a:cubicBezTo>
                    <a:cubicBezTo>
                      <a:pt x="55" y="269"/>
                      <a:pt x="55" y="269"/>
                      <a:pt x="55" y="269"/>
                    </a:cubicBezTo>
                    <a:cubicBezTo>
                      <a:pt x="58" y="268"/>
                      <a:pt x="58" y="268"/>
                      <a:pt x="58" y="268"/>
                    </a:cubicBezTo>
                    <a:cubicBezTo>
                      <a:pt x="61" y="268"/>
                      <a:pt x="61" y="268"/>
                      <a:pt x="61" y="268"/>
                    </a:cubicBezTo>
                    <a:cubicBezTo>
                      <a:pt x="64" y="266"/>
                      <a:pt x="64" y="266"/>
                      <a:pt x="64" y="266"/>
                    </a:cubicBezTo>
                    <a:cubicBezTo>
                      <a:pt x="63" y="263"/>
                      <a:pt x="63" y="263"/>
                      <a:pt x="63" y="263"/>
                    </a:cubicBezTo>
                    <a:cubicBezTo>
                      <a:pt x="62" y="261"/>
                      <a:pt x="62" y="261"/>
                      <a:pt x="62" y="261"/>
                    </a:cubicBezTo>
                    <a:cubicBezTo>
                      <a:pt x="61" y="261"/>
                      <a:pt x="61" y="261"/>
                      <a:pt x="61" y="261"/>
                    </a:cubicBezTo>
                    <a:cubicBezTo>
                      <a:pt x="60" y="260"/>
                      <a:pt x="60" y="260"/>
                      <a:pt x="60" y="260"/>
                    </a:cubicBezTo>
                    <a:cubicBezTo>
                      <a:pt x="59" y="257"/>
                      <a:pt x="59" y="257"/>
                      <a:pt x="59" y="257"/>
                    </a:cubicBezTo>
                    <a:cubicBezTo>
                      <a:pt x="57" y="254"/>
                      <a:pt x="57" y="254"/>
                      <a:pt x="57" y="254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4" y="253"/>
                      <a:pt x="54" y="253"/>
                      <a:pt x="54" y="253"/>
                    </a:cubicBezTo>
                    <a:cubicBezTo>
                      <a:pt x="56" y="254"/>
                      <a:pt x="56" y="254"/>
                      <a:pt x="56" y="254"/>
                    </a:cubicBezTo>
                    <a:cubicBezTo>
                      <a:pt x="59" y="255"/>
                      <a:pt x="59" y="255"/>
                      <a:pt x="59" y="255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61" y="257"/>
                      <a:pt x="61" y="257"/>
                      <a:pt x="61" y="257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9"/>
                      <a:pt x="62" y="259"/>
                      <a:pt x="62" y="259"/>
                    </a:cubicBezTo>
                    <a:cubicBezTo>
                      <a:pt x="63" y="259"/>
                      <a:pt x="63" y="259"/>
                      <a:pt x="63" y="259"/>
                    </a:cubicBezTo>
                    <a:cubicBezTo>
                      <a:pt x="64" y="260"/>
                      <a:pt x="64" y="260"/>
                      <a:pt x="64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6" y="260"/>
                      <a:pt x="66" y="260"/>
                      <a:pt x="66" y="260"/>
                    </a:cubicBezTo>
                    <a:cubicBezTo>
                      <a:pt x="67" y="260"/>
                      <a:pt x="67" y="260"/>
                      <a:pt x="67" y="260"/>
                    </a:cubicBezTo>
                    <a:cubicBezTo>
                      <a:pt x="68" y="260"/>
                      <a:pt x="68" y="260"/>
                      <a:pt x="68" y="260"/>
                    </a:cubicBezTo>
                    <a:cubicBezTo>
                      <a:pt x="69" y="260"/>
                      <a:pt x="69" y="260"/>
                      <a:pt x="69" y="260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9" y="261"/>
                      <a:pt x="69" y="261"/>
                      <a:pt x="69" y="261"/>
                    </a:cubicBezTo>
                    <a:cubicBezTo>
                      <a:pt x="67" y="261"/>
                      <a:pt x="67" y="261"/>
                      <a:pt x="67" y="261"/>
                    </a:cubicBezTo>
                    <a:cubicBezTo>
                      <a:pt x="66" y="262"/>
                      <a:pt x="66" y="262"/>
                      <a:pt x="66" y="262"/>
                    </a:cubicBezTo>
                    <a:cubicBezTo>
                      <a:pt x="66" y="263"/>
                      <a:pt x="66" y="263"/>
                      <a:pt x="66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6" y="265"/>
                      <a:pt x="66" y="265"/>
                      <a:pt x="66" y="265"/>
                    </a:cubicBezTo>
                    <a:cubicBezTo>
                      <a:pt x="67" y="266"/>
                      <a:pt x="67" y="266"/>
                      <a:pt x="67" y="266"/>
                    </a:cubicBezTo>
                    <a:cubicBezTo>
                      <a:pt x="69" y="265"/>
                      <a:pt x="69" y="265"/>
                      <a:pt x="69" y="265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70" y="261"/>
                      <a:pt x="70" y="261"/>
                      <a:pt x="70" y="261"/>
                    </a:cubicBez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0"/>
                      <a:pt x="72" y="260"/>
                      <a:pt x="72" y="260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3" y="262"/>
                      <a:pt x="73" y="262"/>
                      <a:pt x="73" y="262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71" y="264"/>
                      <a:pt x="71" y="264"/>
                      <a:pt x="71" y="264"/>
                    </a:cubicBezTo>
                    <a:cubicBezTo>
                      <a:pt x="70" y="264"/>
                      <a:pt x="70" y="264"/>
                      <a:pt x="70" y="264"/>
                    </a:cubicBezTo>
                    <a:cubicBezTo>
                      <a:pt x="69" y="266"/>
                      <a:pt x="69" y="266"/>
                      <a:pt x="69" y="266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8" y="269"/>
                      <a:pt x="68" y="269"/>
                      <a:pt x="68" y="269"/>
                    </a:cubicBezTo>
                    <a:cubicBezTo>
                      <a:pt x="67" y="269"/>
                      <a:pt x="67" y="269"/>
                      <a:pt x="67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6" y="271"/>
                      <a:pt x="66" y="271"/>
                      <a:pt x="66" y="271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4" y="271"/>
                      <a:pt x="64" y="271"/>
                      <a:pt x="64" y="271"/>
                    </a:cubicBezTo>
                    <a:cubicBezTo>
                      <a:pt x="65" y="273"/>
                      <a:pt x="65" y="273"/>
                      <a:pt x="65" y="273"/>
                    </a:cubicBezTo>
                    <a:cubicBezTo>
                      <a:pt x="64" y="275"/>
                      <a:pt x="64" y="275"/>
                      <a:pt x="64" y="275"/>
                    </a:cubicBezTo>
                    <a:cubicBezTo>
                      <a:pt x="63" y="277"/>
                      <a:pt x="63" y="277"/>
                      <a:pt x="63" y="277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4" y="278"/>
                      <a:pt x="64" y="278"/>
                      <a:pt x="64" y="278"/>
                    </a:cubicBezTo>
                    <a:cubicBezTo>
                      <a:pt x="63" y="278"/>
                      <a:pt x="63" y="278"/>
                      <a:pt x="63" y="278"/>
                    </a:cubicBezTo>
                    <a:cubicBezTo>
                      <a:pt x="63" y="279"/>
                      <a:pt x="63" y="279"/>
                      <a:pt x="63" y="279"/>
                    </a:cubicBezTo>
                    <a:cubicBezTo>
                      <a:pt x="62" y="279"/>
                      <a:pt x="62" y="279"/>
                      <a:pt x="62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0" y="279"/>
                      <a:pt x="60" y="279"/>
                      <a:pt x="60" y="279"/>
                    </a:cubicBezTo>
                    <a:cubicBezTo>
                      <a:pt x="62" y="278"/>
                      <a:pt x="62" y="278"/>
                      <a:pt x="62" y="278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8" y="276"/>
                      <a:pt x="58" y="276"/>
                      <a:pt x="58" y="276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54" y="276"/>
                      <a:pt x="54" y="276"/>
                      <a:pt x="54" y="276"/>
                    </a:cubicBezTo>
                    <a:cubicBezTo>
                      <a:pt x="54" y="277"/>
                      <a:pt x="54" y="277"/>
                      <a:pt x="54" y="277"/>
                    </a:cubicBezTo>
                    <a:cubicBezTo>
                      <a:pt x="56" y="278"/>
                      <a:pt x="56" y="278"/>
                      <a:pt x="56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56" y="279"/>
                      <a:pt x="56" y="279"/>
                      <a:pt x="56" y="279"/>
                    </a:cubicBezTo>
                    <a:cubicBezTo>
                      <a:pt x="55" y="279"/>
                      <a:pt x="55" y="279"/>
                      <a:pt x="55" y="279"/>
                    </a:cubicBezTo>
                    <a:cubicBezTo>
                      <a:pt x="55" y="278"/>
                      <a:pt x="55" y="278"/>
                      <a:pt x="55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52" y="278"/>
                      <a:pt x="52" y="278"/>
                      <a:pt x="52" y="278"/>
                    </a:cubicBezTo>
                    <a:cubicBezTo>
                      <a:pt x="51" y="279"/>
                      <a:pt x="51" y="279"/>
                      <a:pt x="51" y="279"/>
                    </a:cubicBezTo>
                    <a:cubicBezTo>
                      <a:pt x="52" y="280"/>
                      <a:pt x="52" y="280"/>
                      <a:pt x="52" y="280"/>
                    </a:cubicBezTo>
                    <a:cubicBezTo>
                      <a:pt x="54" y="280"/>
                      <a:pt x="54" y="280"/>
                      <a:pt x="54" y="280"/>
                    </a:cubicBezTo>
                    <a:cubicBezTo>
                      <a:pt x="51" y="281"/>
                      <a:pt x="51" y="281"/>
                      <a:pt x="51" y="281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3" y="282"/>
                      <a:pt x="53" y="282"/>
                      <a:pt x="53" y="282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5" y="283"/>
                      <a:pt x="55" y="283"/>
                      <a:pt x="55" y="283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6" y="284"/>
                      <a:pt x="56" y="284"/>
                      <a:pt x="56" y="284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60" y="286"/>
                      <a:pt x="60" y="286"/>
                      <a:pt x="60" y="286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0" y="285"/>
                      <a:pt x="60" y="285"/>
                      <a:pt x="60" y="285"/>
                    </a:cubicBezTo>
                    <a:cubicBezTo>
                      <a:pt x="61" y="285"/>
                      <a:pt x="61" y="285"/>
                      <a:pt x="61" y="285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1" y="286"/>
                      <a:pt x="61" y="286"/>
                      <a:pt x="61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7"/>
                      <a:pt x="58" y="287"/>
                      <a:pt x="58" y="287"/>
                    </a:cubicBezTo>
                    <a:cubicBezTo>
                      <a:pt x="56" y="285"/>
                      <a:pt x="56" y="285"/>
                      <a:pt x="56" y="285"/>
                    </a:cubicBezTo>
                    <a:cubicBezTo>
                      <a:pt x="55" y="285"/>
                      <a:pt x="55" y="285"/>
                      <a:pt x="55" y="285"/>
                    </a:cubicBezTo>
                    <a:cubicBezTo>
                      <a:pt x="54" y="283"/>
                      <a:pt x="54" y="283"/>
                      <a:pt x="54" y="283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2" y="283"/>
                      <a:pt x="52" y="283"/>
                      <a:pt x="52" y="283"/>
                    </a:cubicBezTo>
                    <a:cubicBezTo>
                      <a:pt x="50" y="282"/>
                      <a:pt x="50" y="282"/>
                      <a:pt x="50" y="282"/>
                    </a:cubicBezTo>
                    <a:cubicBezTo>
                      <a:pt x="49" y="283"/>
                      <a:pt x="49" y="283"/>
                      <a:pt x="49" y="283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0" y="285"/>
                      <a:pt x="50" y="285"/>
                      <a:pt x="50" y="285"/>
                    </a:cubicBezTo>
                    <a:cubicBezTo>
                      <a:pt x="51" y="286"/>
                      <a:pt x="51" y="286"/>
                      <a:pt x="51" y="286"/>
                    </a:cubicBezTo>
                    <a:cubicBezTo>
                      <a:pt x="50" y="286"/>
                      <a:pt x="50" y="286"/>
                      <a:pt x="50" y="286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9" y="288"/>
                      <a:pt x="49" y="288"/>
                      <a:pt x="49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8"/>
                      <a:pt x="48" y="288"/>
                      <a:pt x="48" y="288"/>
                    </a:cubicBezTo>
                    <a:cubicBezTo>
                      <a:pt x="48" y="289"/>
                      <a:pt x="48" y="289"/>
                      <a:pt x="48" y="289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90"/>
                      <a:pt x="44" y="290"/>
                      <a:pt x="44" y="290"/>
                    </a:cubicBezTo>
                    <a:cubicBezTo>
                      <a:pt x="44" y="291"/>
                      <a:pt x="44" y="291"/>
                      <a:pt x="44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1"/>
                      <a:pt x="45" y="291"/>
                      <a:pt x="45" y="291"/>
                    </a:cubicBezTo>
                    <a:cubicBezTo>
                      <a:pt x="45" y="292"/>
                      <a:pt x="45" y="292"/>
                      <a:pt x="45" y="292"/>
                    </a:cubicBezTo>
                    <a:cubicBezTo>
                      <a:pt x="45" y="293"/>
                      <a:pt x="45" y="293"/>
                      <a:pt x="45" y="293"/>
                    </a:cubicBezTo>
                    <a:cubicBezTo>
                      <a:pt x="46" y="294"/>
                      <a:pt x="46" y="294"/>
                      <a:pt x="46" y="294"/>
                    </a:cubicBezTo>
                    <a:cubicBezTo>
                      <a:pt x="45" y="294"/>
                      <a:pt x="45" y="294"/>
                      <a:pt x="45" y="294"/>
                    </a:cubicBezTo>
                    <a:cubicBezTo>
                      <a:pt x="44" y="295"/>
                      <a:pt x="44" y="295"/>
                      <a:pt x="44" y="295"/>
                    </a:cubicBezTo>
                    <a:cubicBezTo>
                      <a:pt x="43" y="296"/>
                      <a:pt x="43" y="296"/>
                      <a:pt x="43" y="296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3" y="298"/>
                      <a:pt x="43" y="298"/>
                      <a:pt x="43" y="298"/>
                    </a:cubicBezTo>
                    <a:cubicBezTo>
                      <a:pt x="42" y="298"/>
                      <a:pt x="42" y="298"/>
                      <a:pt x="42" y="298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2" y="299"/>
                      <a:pt x="42" y="299"/>
                      <a:pt x="42" y="299"/>
                    </a:cubicBezTo>
                    <a:cubicBezTo>
                      <a:pt x="41" y="299"/>
                      <a:pt x="41" y="299"/>
                      <a:pt x="41" y="299"/>
                    </a:cubicBezTo>
                    <a:cubicBezTo>
                      <a:pt x="41" y="301"/>
                      <a:pt x="41" y="301"/>
                      <a:pt x="41" y="301"/>
                    </a:cubicBezTo>
                    <a:cubicBezTo>
                      <a:pt x="42" y="302"/>
                      <a:pt x="42" y="302"/>
                      <a:pt x="42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4" y="302"/>
                      <a:pt x="44" y="302"/>
                      <a:pt x="44" y="302"/>
                    </a:cubicBezTo>
                    <a:cubicBezTo>
                      <a:pt x="43" y="302"/>
                      <a:pt x="43" y="302"/>
                      <a:pt x="43" y="302"/>
                    </a:cubicBezTo>
                    <a:cubicBezTo>
                      <a:pt x="43" y="303"/>
                      <a:pt x="43" y="303"/>
                      <a:pt x="43" y="303"/>
                    </a:cubicBezTo>
                    <a:cubicBezTo>
                      <a:pt x="43" y="304"/>
                      <a:pt x="43" y="304"/>
                      <a:pt x="43" y="304"/>
                    </a:cubicBezTo>
                    <a:cubicBezTo>
                      <a:pt x="41" y="305"/>
                      <a:pt x="41" y="305"/>
                      <a:pt x="41" y="305"/>
                    </a:cubicBezTo>
                    <a:cubicBezTo>
                      <a:pt x="43" y="305"/>
                      <a:pt x="43" y="305"/>
                      <a:pt x="43" y="305"/>
                    </a:cubicBezTo>
                    <a:cubicBezTo>
                      <a:pt x="43" y="306"/>
                      <a:pt x="43" y="306"/>
                      <a:pt x="43" y="306"/>
                    </a:cubicBezTo>
                    <a:cubicBezTo>
                      <a:pt x="43" y="307"/>
                      <a:pt x="43" y="307"/>
                      <a:pt x="43" y="307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41" y="311"/>
                      <a:pt x="41" y="311"/>
                      <a:pt x="41" y="311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5" y="312"/>
                      <a:pt x="45" y="312"/>
                      <a:pt x="45" y="312"/>
                    </a:cubicBezTo>
                    <a:cubicBezTo>
                      <a:pt x="44" y="312"/>
                      <a:pt x="44" y="312"/>
                      <a:pt x="44" y="312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3" y="316"/>
                      <a:pt x="43" y="316"/>
                      <a:pt x="43" y="316"/>
                    </a:cubicBezTo>
                    <a:cubicBezTo>
                      <a:pt x="42" y="316"/>
                      <a:pt x="42" y="316"/>
                      <a:pt x="42" y="316"/>
                    </a:cubicBezTo>
                    <a:cubicBezTo>
                      <a:pt x="42" y="317"/>
                      <a:pt x="42" y="317"/>
                      <a:pt x="42" y="317"/>
                    </a:cubicBezTo>
                    <a:cubicBezTo>
                      <a:pt x="43" y="318"/>
                      <a:pt x="43" y="318"/>
                      <a:pt x="43" y="318"/>
                    </a:cubicBezTo>
                    <a:cubicBezTo>
                      <a:pt x="41" y="318"/>
                      <a:pt x="41" y="318"/>
                      <a:pt x="41" y="318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2" y="320"/>
                      <a:pt x="42" y="320"/>
                      <a:pt x="42" y="320"/>
                    </a:cubicBezTo>
                    <a:cubicBezTo>
                      <a:pt x="41" y="322"/>
                      <a:pt x="41" y="322"/>
                      <a:pt x="41" y="322"/>
                    </a:cubicBezTo>
                    <a:cubicBezTo>
                      <a:pt x="43" y="322"/>
                      <a:pt x="43" y="322"/>
                      <a:pt x="43" y="322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4" y="321"/>
                      <a:pt x="44" y="321"/>
                      <a:pt x="44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1"/>
                      <a:pt x="45" y="321"/>
                      <a:pt x="45" y="321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3" y="323"/>
                      <a:pt x="43" y="323"/>
                      <a:pt x="43" y="323"/>
                    </a:cubicBezTo>
                    <a:cubicBezTo>
                      <a:pt x="44" y="325"/>
                      <a:pt x="44" y="325"/>
                      <a:pt x="44" y="325"/>
                    </a:cubicBezTo>
                    <a:cubicBezTo>
                      <a:pt x="45" y="325"/>
                      <a:pt x="45" y="325"/>
                      <a:pt x="45" y="325"/>
                    </a:cubicBezTo>
                    <a:cubicBezTo>
                      <a:pt x="46" y="324"/>
                      <a:pt x="46" y="324"/>
                      <a:pt x="46" y="324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6" y="325"/>
                      <a:pt x="46" y="325"/>
                      <a:pt x="46" y="325"/>
                    </a:cubicBezTo>
                    <a:cubicBezTo>
                      <a:pt x="45" y="326"/>
                      <a:pt x="45" y="326"/>
                      <a:pt x="45" y="326"/>
                    </a:cubicBezTo>
                    <a:cubicBezTo>
                      <a:pt x="45" y="328"/>
                      <a:pt x="45" y="328"/>
                      <a:pt x="45" y="328"/>
                    </a:cubicBezTo>
                    <a:cubicBezTo>
                      <a:pt x="46" y="330"/>
                      <a:pt x="46" y="330"/>
                      <a:pt x="46" y="330"/>
                    </a:cubicBezTo>
                    <a:cubicBezTo>
                      <a:pt x="45" y="330"/>
                      <a:pt x="45" y="330"/>
                      <a:pt x="45" y="330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5" y="332"/>
                      <a:pt x="45" y="332"/>
                      <a:pt x="45" y="332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3"/>
                      <a:pt x="45" y="333"/>
                      <a:pt x="45" y="333"/>
                    </a:cubicBezTo>
                    <a:cubicBezTo>
                      <a:pt x="45" y="335"/>
                      <a:pt x="45" y="335"/>
                      <a:pt x="45" y="335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9" y="335"/>
                      <a:pt x="49" y="335"/>
                      <a:pt x="49" y="335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48" y="335"/>
                      <a:pt x="48" y="336"/>
                      <a:pt x="48" y="336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48" y="337"/>
                      <a:pt x="48" y="337"/>
                      <a:pt x="48" y="337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7" y="339"/>
                      <a:pt x="47" y="339"/>
                      <a:pt x="47" y="339"/>
                    </a:cubicBezTo>
                    <a:cubicBezTo>
                      <a:pt x="46" y="340"/>
                      <a:pt x="46" y="340"/>
                      <a:pt x="46" y="340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7" y="342"/>
                      <a:pt x="47" y="342"/>
                      <a:pt x="47" y="342"/>
                    </a:cubicBezTo>
                    <a:cubicBezTo>
                      <a:pt x="46" y="343"/>
                      <a:pt x="46" y="343"/>
                      <a:pt x="46" y="343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8" y="346"/>
                      <a:pt x="48" y="346"/>
                      <a:pt x="48" y="346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8" y="348"/>
                      <a:pt x="48" y="348"/>
                      <a:pt x="48" y="348"/>
                    </a:cubicBezTo>
                    <a:cubicBezTo>
                      <a:pt x="47" y="350"/>
                      <a:pt x="47" y="350"/>
                      <a:pt x="47" y="350"/>
                    </a:cubicBezTo>
                    <a:cubicBezTo>
                      <a:pt x="48" y="351"/>
                      <a:pt x="48" y="351"/>
                      <a:pt x="48" y="351"/>
                    </a:cubicBezTo>
                    <a:cubicBezTo>
                      <a:pt x="49" y="351"/>
                      <a:pt x="49" y="351"/>
                      <a:pt x="49" y="351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1" y="350"/>
                      <a:pt x="51" y="350"/>
                      <a:pt x="51" y="350"/>
                    </a:cubicBezTo>
                    <a:cubicBezTo>
                      <a:pt x="52" y="350"/>
                      <a:pt x="52" y="350"/>
                      <a:pt x="52" y="350"/>
                    </a:cubicBezTo>
                    <a:cubicBezTo>
                      <a:pt x="50" y="351"/>
                      <a:pt x="50" y="351"/>
                      <a:pt x="50" y="351"/>
                    </a:cubicBezTo>
                    <a:cubicBezTo>
                      <a:pt x="50" y="352"/>
                      <a:pt x="50" y="352"/>
                      <a:pt x="50" y="352"/>
                    </a:cubicBezTo>
                    <a:cubicBezTo>
                      <a:pt x="50" y="354"/>
                      <a:pt x="50" y="354"/>
                      <a:pt x="50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2" y="354"/>
                      <a:pt x="52" y="354"/>
                      <a:pt x="52" y="354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3" y="355"/>
                      <a:pt x="53" y="355"/>
                      <a:pt x="53" y="355"/>
                    </a:cubicBezTo>
                    <a:cubicBezTo>
                      <a:pt x="54" y="356"/>
                      <a:pt x="54" y="356"/>
                      <a:pt x="54" y="356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1" y="358"/>
                      <a:pt x="51" y="358"/>
                      <a:pt x="51" y="358"/>
                    </a:cubicBezTo>
                    <a:cubicBezTo>
                      <a:pt x="51" y="359"/>
                      <a:pt x="51" y="359"/>
                      <a:pt x="51" y="359"/>
                    </a:cubicBezTo>
                    <a:cubicBezTo>
                      <a:pt x="51" y="360"/>
                      <a:pt x="51" y="360"/>
                      <a:pt x="51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3" y="361"/>
                      <a:pt x="53" y="361"/>
                      <a:pt x="53" y="361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4" y="362"/>
                      <a:pt x="54" y="362"/>
                      <a:pt x="54" y="362"/>
                    </a:cubicBezTo>
                    <a:cubicBezTo>
                      <a:pt x="55" y="362"/>
                      <a:pt x="55" y="362"/>
                      <a:pt x="55" y="362"/>
                    </a:cubicBezTo>
                    <a:cubicBezTo>
                      <a:pt x="54" y="363"/>
                      <a:pt x="54" y="363"/>
                      <a:pt x="54" y="363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2" y="366"/>
                      <a:pt x="52" y="366"/>
                      <a:pt x="52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5"/>
                      <a:pt x="57" y="365"/>
                      <a:pt x="57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5" y="366"/>
                      <a:pt x="55" y="366"/>
                      <a:pt x="55" y="366"/>
                    </a:cubicBezTo>
                    <a:cubicBezTo>
                      <a:pt x="54" y="366"/>
                      <a:pt x="54" y="366"/>
                      <a:pt x="54" y="366"/>
                    </a:cubicBezTo>
                    <a:cubicBezTo>
                      <a:pt x="53" y="367"/>
                      <a:pt x="53" y="367"/>
                      <a:pt x="53" y="367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6" y="368"/>
                      <a:pt x="56" y="368"/>
                      <a:pt x="56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5" y="369"/>
                      <a:pt x="55" y="369"/>
                      <a:pt x="55" y="369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4" y="371"/>
                      <a:pt x="54" y="371"/>
                      <a:pt x="54" y="371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7" y="373"/>
                      <a:pt x="57" y="373"/>
                      <a:pt x="57" y="373"/>
                    </a:cubicBezTo>
                    <a:cubicBezTo>
                      <a:pt x="56" y="374"/>
                      <a:pt x="56" y="374"/>
                      <a:pt x="56" y="374"/>
                    </a:cubicBezTo>
                    <a:cubicBezTo>
                      <a:pt x="58" y="374"/>
                      <a:pt x="58" y="374"/>
                      <a:pt x="58" y="374"/>
                    </a:cubicBezTo>
                    <a:cubicBezTo>
                      <a:pt x="57" y="375"/>
                      <a:pt x="57" y="375"/>
                      <a:pt x="57" y="375"/>
                    </a:cubicBezTo>
                    <a:cubicBezTo>
                      <a:pt x="57" y="376"/>
                      <a:pt x="57" y="376"/>
                      <a:pt x="57" y="376"/>
                    </a:cubicBezTo>
                    <a:cubicBezTo>
                      <a:pt x="59" y="377"/>
                      <a:pt x="59" y="377"/>
                      <a:pt x="59" y="377"/>
                    </a:cubicBezTo>
                    <a:cubicBezTo>
                      <a:pt x="61" y="376"/>
                      <a:pt x="61" y="376"/>
                      <a:pt x="61" y="376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2" y="376"/>
                      <a:pt x="62" y="376"/>
                      <a:pt x="62" y="376"/>
                    </a:cubicBezTo>
                    <a:cubicBezTo>
                      <a:pt x="62" y="378"/>
                      <a:pt x="62" y="378"/>
                      <a:pt x="62" y="378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3" y="379"/>
                      <a:pt x="63" y="379"/>
                      <a:pt x="63" y="379"/>
                    </a:cubicBezTo>
                    <a:cubicBezTo>
                      <a:pt x="62" y="379"/>
                      <a:pt x="62" y="379"/>
                      <a:pt x="62" y="379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0" y="380"/>
                      <a:pt x="60" y="380"/>
                      <a:pt x="60" y="380"/>
                    </a:cubicBezTo>
                    <a:cubicBezTo>
                      <a:pt x="59" y="381"/>
                      <a:pt x="59" y="381"/>
                      <a:pt x="59" y="381"/>
                    </a:cubicBezTo>
                    <a:cubicBezTo>
                      <a:pt x="59" y="382"/>
                      <a:pt x="59" y="382"/>
                      <a:pt x="59" y="382"/>
                    </a:cubicBezTo>
                    <a:cubicBezTo>
                      <a:pt x="60" y="382"/>
                      <a:pt x="60" y="382"/>
                      <a:pt x="60" y="382"/>
                    </a:cubicBezTo>
                    <a:cubicBezTo>
                      <a:pt x="60" y="383"/>
                      <a:pt x="60" y="383"/>
                      <a:pt x="60" y="383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2" y="382"/>
                      <a:pt x="62" y="382"/>
                      <a:pt x="62" y="382"/>
                    </a:cubicBezTo>
                    <a:cubicBezTo>
                      <a:pt x="64" y="382"/>
                      <a:pt x="64" y="382"/>
                      <a:pt x="64" y="382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6" y="381"/>
                      <a:pt x="66" y="381"/>
                      <a:pt x="66" y="381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0"/>
                      <a:pt x="67" y="380"/>
                      <a:pt x="67" y="380"/>
                    </a:cubicBezTo>
                    <a:cubicBezTo>
                      <a:pt x="67" y="382"/>
                      <a:pt x="67" y="382"/>
                      <a:pt x="67" y="382"/>
                    </a:cubicBezTo>
                    <a:cubicBezTo>
                      <a:pt x="69" y="382"/>
                      <a:pt x="69" y="382"/>
                      <a:pt x="69" y="382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69" y="380"/>
                      <a:pt x="69" y="380"/>
                      <a:pt x="69" y="380"/>
                    </a:cubicBezTo>
                    <a:cubicBezTo>
                      <a:pt x="70" y="380"/>
                      <a:pt x="70" y="380"/>
                      <a:pt x="70" y="380"/>
                    </a:cubicBezTo>
                    <a:cubicBezTo>
                      <a:pt x="69" y="381"/>
                      <a:pt x="69" y="381"/>
                      <a:pt x="69" y="381"/>
                    </a:cubicBezTo>
                    <a:cubicBezTo>
                      <a:pt x="70" y="382"/>
                      <a:pt x="70" y="382"/>
                      <a:pt x="70" y="382"/>
                    </a:cubicBezTo>
                    <a:cubicBezTo>
                      <a:pt x="71" y="382"/>
                      <a:pt x="71" y="382"/>
                      <a:pt x="71" y="382"/>
                    </a:cubicBezTo>
                    <a:cubicBezTo>
                      <a:pt x="73" y="381"/>
                      <a:pt x="73" y="381"/>
                      <a:pt x="73" y="381"/>
                    </a:cubicBezTo>
                    <a:cubicBezTo>
                      <a:pt x="73" y="379"/>
                      <a:pt x="73" y="379"/>
                      <a:pt x="73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80"/>
                      <a:pt x="71" y="380"/>
                      <a:pt x="71" y="380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1" y="379"/>
                      <a:pt x="71" y="379"/>
                      <a:pt x="71" y="379"/>
                    </a:cubicBezTo>
                    <a:cubicBezTo>
                      <a:pt x="72" y="379"/>
                      <a:pt x="72" y="379"/>
                      <a:pt x="72" y="379"/>
                    </a:cubicBezTo>
                    <a:cubicBezTo>
                      <a:pt x="73" y="378"/>
                      <a:pt x="73" y="378"/>
                      <a:pt x="73" y="378"/>
                    </a:cubicBezTo>
                    <a:cubicBezTo>
                      <a:pt x="74" y="379"/>
                      <a:pt x="74" y="379"/>
                      <a:pt x="74" y="379"/>
                    </a:cubicBezTo>
                    <a:cubicBezTo>
                      <a:pt x="73" y="380"/>
                      <a:pt x="73" y="380"/>
                      <a:pt x="73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0"/>
                      <a:pt x="75" y="380"/>
                      <a:pt x="75" y="380"/>
                    </a:cubicBezTo>
                    <a:cubicBezTo>
                      <a:pt x="74" y="381"/>
                      <a:pt x="74" y="381"/>
                      <a:pt x="74" y="381"/>
                    </a:cubicBezTo>
                    <a:cubicBezTo>
                      <a:pt x="75" y="382"/>
                      <a:pt x="75" y="382"/>
                      <a:pt x="75" y="382"/>
                    </a:cubicBezTo>
                    <a:cubicBezTo>
                      <a:pt x="76" y="382"/>
                      <a:pt x="76" y="382"/>
                      <a:pt x="76" y="382"/>
                    </a:cubicBezTo>
                    <a:cubicBezTo>
                      <a:pt x="75" y="383"/>
                      <a:pt x="75" y="383"/>
                      <a:pt x="75" y="383"/>
                    </a:cubicBezTo>
                    <a:cubicBezTo>
                      <a:pt x="73" y="384"/>
                      <a:pt x="73" y="384"/>
                      <a:pt x="73" y="384"/>
                    </a:cubicBezTo>
                    <a:cubicBezTo>
                      <a:pt x="73" y="386"/>
                      <a:pt x="73" y="386"/>
                      <a:pt x="73" y="386"/>
                    </a:cubicBezTo>
                    <a:cubicBezTo>
                      <a:pt x="75" y="386"/>
                      <a:pt x="75" y="386"/>
                      <a:pt x="75" y="386"/>
                    </a:cubicBezTo>
                    <a:cubicBezTo>
                      <a:pt x="75" y="385"/>
                      <a:pt x="75" y="385"/>
                      <a:pt x="75" y="385"/>
                    </a:cubicBezTo>
                    <a:cubicBezTo>
                      <a:pt x="76" y="387"/>
                      <a:pt x="76" y="387"/>
                      <a:pt x="76" y="387"/>
                    </a:cubicBezTo>
                    <a:cubicBezTo>
                      <a:pt x="76" y="388"/>
                      <a:pt x="76" y="388"/>
                      <a:pt x="76" y="388"/>
                    </a:cubicBezTo>
                    <a:cubicBezTo>
                      <a:pt x="75" y="389"/>
                      <a:pt x="75" y="389"/>
                      <a:pt x="75" y="389"/>
                    </a:cubicBezTo>
                    <a:cubicBezTo>
                      <a:pt x="75" y="391"/>
                      <a:pt x="75" y="391"/>
                      <a:pt x="75" y="391"/>
                    </a:cubicBezTo>
                    <a:cubicBezTo>
                      <a:pt x="77" y="391"/>
                      <a:pt x="77" y="391"/>
                      <a:pt x="77" y="391"/>
                    </a:cubicBezTo>
                    <a:cubicBezTo>
                      <a:pt x="77" y="390"/>
                      <a:pt x="77" y="390"/>
                      <a:pt x="77" y="390"/>
                    </a:cubicBezTo>
                    <a:cubicBezTo>
                      <a:pt x="78" y="389"/>
                      <a:pt x="78" y="389"/>
                      <a:pt x="78" y="389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8" y="387"/>
                      <a:pt x="78" y="387"/>
                      <a:pt x="78" y="387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9" y="386"/>
                      <a:pt x="79" y="386"/>
                      <a:pt x="79" y="386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8"/>
                      <a:pt x="78" y="388"/>
                      <a:pt x="78" y="388"/>
                    </a:cubicBezTo>
                    <a:cubicBezTo>
                      <a:pt x="78" y="390"/>
                      <a:pt x="78" y="390"/>
                      <a:pt x="78" y="390"/>
                    </a:cubicBezTo>
                    <a:cubicBezTo>
                      <a:pt x="79" y="391"/>
                      <a:pt x="79" y="391"/>
                      <a:pt x="79" y="391"/>
                    </a:cubicBezTo>
                    <a:cubicBezTo>
                      <a:pt x="80" y="390"/>
                      <a:pt x="80" y="390"/>
                      <a:pt x="80" y="390"/>
                    </a:cubicBezTo>
                    <a:cubicBezTo>
                      <a:pt x="79" y="392"/>
                      <a:pt x="79" y="392"/>
                      <a:pt x="79" y="392"/>
                    </a:cubicBezTo>
                    <a:cubicBezTo>
                      <a:pt x="81" y="392"/>
                      <a:pt x="81" y="392"/>
                      <a:pt x="81" y="392"/>
                    </a:cubicBezTo>
                    <a:cubicBezTo>
                      <a:pt x="82" y="391"/>
                      <a:pt x="82" y="391"/>
                      <a:pt x="82" y="391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2" y="390"/>
                      <a:pt x="82" y="390"/>
                      <a:pt x="82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8"/>
                      <a:pt x="84" y="388"/>
                      <a:pt x="84" y="388"/>
                    </a:cubicBezTo>
                    <a:cubicBezTo>
                      <a:pt x="84" y="389"/>
                      <a:pt x="84" y="389"/>
                      <a:pt x="84" y="389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0"/>
                      <a:pt x="84" y="390"/>
                      <a:pt x="84" y="390"/>
                    </a:cubicBezTo>
                    <a:cubicBezTo>
                      <a:pt x="84" y="391"/>
                      <a:pt x="84" y="391"/>
                      <a:pt x="84" y="391"/>
                    </a:cubicBezTo>
                    <a:cubicBezTo>
                      <a:pt x="86" y="393"/>
                      <a:pt x="86" y="393"/>
                      <a:pt x="86" y="393"/>
                    </a:cubicBezTo>
                    <a:cubicBezTo>
                      <a:pt x="87" y="393"/>
                      <a:pt x="87" y="393"/>
                      <a:pt x="87" y="393"/>
                    </a:cubicBezTo>
                    <a:cubicBezTo>
                      <a:pt x="89" y="392"/>
                      <a:pt x="89" y="392"/>
                      <a:pt x="89" y="392"/>
                    </a:cubicBezTo>
                    <a:cubicBezTo>
                      <a:pt x="90" y="392"/>
                      <a:pt x="90" y="392"/>
                      <a:pt x="90" y="392"/>
                    </a:cubicBezTo>
                    <a:cubicBezTo>
                      <a:pt x="91" y="392"/>
                      <a:pt x="91" y="392"/>
                      <a:pt x="91" y="392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2" y="390"/>
                      <a:pt x="92" y="390"/>
                      <a:pt x="92" y="390"/>
                    </a:cubicBezTo>
                    <a:cubicBezTo>
                      <a:pt x="92" y="389"/>
                      <a:pt x="92" y="389"/>
                      <a:pt x="92" y="389"/>
                    </a:cubicBezTo>
                    <a:cubicBezTo>
                      <a:pt x="91" y="389"/>
                      <a:pt x="91" y="389"/>
                      <a:pt x="91" y="389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0" y="387"/>
                      <a:pt x="90" y="387"/>
                      <a:pt x="90" y="387"/>
                    </a:cubicBezTo>
                    <a:cubicBezTo>
                      <a:pt x="90" y="388"/>
                      <a:pt x="90" y="388"/>
                      <a:pt x="90" y="388"/>
                    </a:cubicBezTo>
                    <a:cubicBezTo>
                      <a:pt x="91" y="388"/>
                      <a:pt x="91" y="388"/>
                      <a:pt x="91" y="388"/>
                    </a:cubicBezTo>
                    <a:cubicBezTo>
                      <a:pt x="93" y="387"/>
                      <a:pt x="93" y="387"/>
                      <a:pt x="93" y="387"/>
                    </a:cubicBezTo>
                    <a:cubicBezTo>
                      <a:pt x="94" y="386"/>
                      <a:pt x="94" y="386"/>
                      <a:pt x="94" y="386"/>
                    </a:cubicBezTo>
                    <a:cubicBezTo>
                      <a:pt x="95" y="385"/>
                      <a:pt x="95" y="385"/>
                      <a:pt x="95" y="385"/>
                    </a:cubicBezTo>
                    <a:cubicBezTo>
                      <a:pt x="94" y="385"/>
                      <a:pt x="94" y="385"/>
                      <a:pt x="94" y="385"/>
                    </a:cubicBezTo>
                    <a:cubicBezTo>
                      <a:pt x="94" y="384"/>
                      <a:pt x="94" y="384"/>
                      <a:pt x="94" y="384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4" y="383"/>
                      <a:pt x="94" y="383"/>
                      <a:pt x="94" y="383"/>
                    </a:cubicBezTo>
                    <a:cubicBezTo>
                      <a:pt x="96" y="383"/>
                      <a:pt x="96" y="383"/>
                      <a:pt x="96" y="383"/>
                    </a:cubicBezTo>
                    <a:cubicBezTo>
                      <a:pt x="95" y="381"/>
                      <a:pt x="95" y="381"/>
                      <a:pt x="95" y="381"/>
                    </a:cubicBezTo>
                    <a:cubicBezTo>
                      <a:pt x="96" y="381"/>
                      <a:pt x="96" y="381"/>
                      <a:pt x="96" y="381"/>
                    </a:cubicBezTo>
                    <a:cubicBezTo>
                      <a:pt x="96" y="380"/>
                      <a:pt x="96" y="380"/>
                      <a:pt x="96" y="380"/>
                    </a:cubicBezTo>
                    <a:cubicBezTo>
                      <a:pt x="96" y="379"/>
                      <a:pt x="96" y="379"/>
                      <a:pt x="96" y="379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5" y="378"/>
                      <a:pt x="95" y="378"/>
                      <a:pt x="95" y="378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97" y="375"/>
                      <a:pt x="97" y="375"/>
                      <a:pt x="97" y="375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7" y="374"/>
                      <a:pt x="97" y="374"/>
                      <a:pt x="97" y="374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9" y="372"/>
                      <a:pt x="99" y="372"/>
                      <a:pt x="99" y="372"/>
                    </a:cubicBezTo>
                    <a:cubicBezTo>
                      <a:pt x="100" y="371"/>
                      <a:pt x="100" y="371"/>
                      <a:pt x="100" y="371"/>
                    </a:cubicBezTo>
                    <a:cubicBezTo>
                      <a:pt x="100" y="370"/>
                      <a:pt x="100" y="370"/>
                      <a:pt x="100" y="370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1" y="369"/>
                      <a:pt x="101" y="369"/>
                      <a:pt x="101" y="369"/>
                    </a:cubicBezTo>
                    <a:cubicBezTo>
                      <a:pt x="102" y="367"/>
                      <a:pt x="102" y="367"/>
                      <a:pt x="102" y="367"/>
                    </a:cubicBezTo>
                    <a:cubicBezTo>
                      <a:pt x="102" y="366"/>
                      <a:pt x="102" y="366"/>
                      <a:pt x="102" y="366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2" y="365"/>
                      <a:pt x="102" y="365"/>
                      <a:pt x="102" y="365"/>
                    </a:cubicBezTo>
                    <a:cubicBezTo>
                      <a:pt x="102" y="364"/>
                      <a:pt x="102" y="364"/>
                      <a:pt x="102" y="364"/>
                    </a:cubicBezTo>
                    <a:cubicBezTo>
                      <a:pt x="103" y="364"/>
                      <a:pt x="103" y="364"/>
                      <a:pt x="103" y="364"/>
                    </a:cubicBezTo>
                    <a:cubicBezTo>
                      <a:pt x="104" y="362"/>
                      <a:pt x="104" y="362"/>
                      <a:pt x="104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2" y="363"/>
                      <a:pt x="102" y="363"/>
                      <a:pt x="102" y="363"/>
                    </a:cubicBezTo>
                    <a:cubicBezTo>
                      <a:pt x="101" y="361"/>
                      <a:pt x="101" y="361"/>
                      <a:pt x="101" y="361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2" y="362"/>
                      <a:pt x="102" y="362"/>
                      <a:pt x="102" y="362"/>
                    </a:cubicBezTo>
                    <a:cubicBezTo>
                      <a:pt x="105" y="362"/>
                      <a:pt x="105" y="362"/>
                      <a:pt x="105" y="362"/>
                    </a:cubicBezTo>
                    <a:cubicBezTo>
                      <a:pt x="105" y="361"/>
                      <a:pt x="105" y="361"/>
                      <a:pt x="105" y="361"/>
                    </a:cubicBezTo>
                    <a:cubicBezTo>
                      <a:pt x="104" y="360"/>
                      <a:pt x="104" y="360"/>
                      <a:pt x="104" y="360"/>
                    </a:cubicBezTo>
                    <a:cubicBezTo>
                      <a:pt x="105" y="360"/>
                      <a:pt x="105" y="360"/>
                      <a:pt x="105" y="360"/>
                    </a:cubicBezTo>
                    <a:cubicBezTo>
                      <a:pt x="106" y="360"/>
                      <a:pt x="106" y="360"/>
                      <a:pt x="106" y="360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59"/>
                      <a:pt x="107" y="359"/>
                      <a:pt x="107" y="359"/>
                    </a:cubicBezTo>
                    <a:cubicBezTo>
                      <a:pt x="107" y="361"/>
                      <a:pt x="107" y="361"/>
                      <a:pt x="107" y="361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8" y="356"/>
                      <a:pt x="108" y="356"/>
                      <a:pt x="108" y="356"/>
                    </a:cubicBezTo>
                    <a:cubicBezTo>
                      <a:pt x="107" y="358"/>
                      <a:pt x="107" y="358"/>
                      <a:pt x="107" y="358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6" y="357"/>
                      <a:pt x="106" y="357"/>
                      <a:pt x="106" y="357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4" y="356"/>
                      <a:pt x="104" y="356"/>
                      <a:pt x="104" y="356"/>
                    </a:cubicBezTo>
                    <a:cubicBezTo>
                      <a:pt x="103" y="355"/>
                      <a:pt x="103" y="355"/>
                      <a:pt x="103" y="355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3" y="354"/>
                      <a:pt x="103" y="354"/>
                      <a:pt x="103" y="354"/>
                    </a:cubicBezTo>
                    <a:cubicBezTo>
                      <a:pt x="104" y="355"/>
                      <a:pt x="104" y="355"/>
                      <a:pt x="104" y="355"/>
                    </a:cubicBezTo>
                    <a:cubicBezTo>
                      <a:pt x="105" y="356"/>
                      <a:pt x="105" y="356"/>
                      <a:pt x="105" y="356"/>
                    </a:cubicBezTo>
                    <a:cubicBezTo>
                      <a:pt x="107" y="357"/>
                      <a:pt x="107" y="357"/>
                      <a:pt x="107" y="357"/>
                    </a:cubicBezTo>
                    <a:cubicBezTo>
                      <a:pt x="107" y="356"/>
                      <a:pt x="107" y="356"/>
                      <a:pt x="107" y="356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7" y="355"/>
                      <a:pt x="107" y="355"/>
                      <a:pt x="107" y="355"/>
                    </a:cubicBezTo>
                    <a:cubicBezTo>
                      <a:pt x="108" y="355"/>
                      <a:pt x="108" y="355"/>
                      <a:pt x="108" y="355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09" y="354"/>
                      <a:pt x="109" y="354"/>
                      <a:pt x="109" y="354"/>
                    </a:cubicBezTo>
                    <a:cubicBezTo>
                      <a:pt x="111" y="353"/>
                      <a:pt x="111" y="353"/>
                      <a:pt x="111" y="353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0" y="352"/>
                      <a:pt x="110" y="352"/>
                      <a:pt x="110" y="352"/>
                    </a:cubicBezTo>
                    <a:cubicBezTo>
                      <a:pt x="111" y="351"/>
                      <a:pt x="111" y="351"/>
                      <a:pt x="111" y="351"/>
                    </a:cubicBezTo>
                    <a:cubicBezTo>
                      <a:pt x="112" y="351"/>
                      <a:pt x="112" y="351"/>
                      <a:pt x="112" y="351"/>
                    </a:cubicBezTo>
                    <a:cubicBezTo>
                      <a:pt x="113" y="351"/>
                      <a:pt x="113" y="351"/>
                      <a:pt x="113" y="351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4" y="349"/>
                      <a:pt x="114" y="349"/>
                      <a:pt x="114" y="349"/>
                    </a:cubicBezTo>
                    <a:cubicBezTo>
                      <a:pt x="115" y="348"/>
                      <a:pt x="115" y="348"/>
                      <a:pt x="115" y="348"/>
                    </a:cubicBezTo>
                    <a:cubicBezTo>
                      <a:pt x="115" y="346"/>
                      <a:pt x="115" y="346"/>
                      <a:pt x="115" y="346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4" y="345"/>
                      <a:pt x="114" y="345"/>
                      <a:pt x="114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6" y="343"/>
                      <a:pt x="116" y="343"/>
                      <a:pt x="116" y="343"/>
                    </a:cubicBezTo>
                    <a:cubicBezTo>
                      <a:pt x="116" y="342"/>
                      <a:pt x="116" y="342"/>
                      <a:pt x="116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4" y="342"/>
                      <a:pt x="114" y="342"/>
                      <a:pt x="114" y="342"/>
                    </a:cubicBezTo>
                    <a:cubicBezTo>
                      <a:pt x="113" y="341"/>
                      <a:pt x="113" y="341"/>
                      <a:pt x="113" y="341"/>
                    </a:cubicBezTo>
                    <a:cubicBezTo>
                      <a:pt x="112" y="341"/>
                      <a:pt x="112" y="341"/>
                      <a:pt x="112" y="341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1" y="340"/>
                      <a:pt x="111" y="340"/>
                      <a:pt x="111" y="340"/>
                    </a:cubicBezTo>
                    <a:cubicBezTo>
                      <a:pt x="113" y="340"/>
                      <a:pt x="113" y="340"/>
                      <a:pt x="113" y="340"/>
                    </a:cubicBezTo>
                    <a:cubicBezTo>
                      <a:pt x="114" y="340"/>
                      <a:pt x="114" y="340"/>
                      <a:pt x="114" y="340"/>
                    </a:cubicBezTo>
                    <a:cubicBezTo>
                      <a:pt x="115" y="339"/>
                      <a:pt x="115" y="339"/>
                      <a:pt x="115" y="339"/>
                    </a:cubicBezTo>
                    <a:cubicBezTo>
                      <a:pt x="116" y="340"/>
                      <a:pt x="116" y="340"/>
                      <a:pt x="116" y="340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7" y="339"/>
                      <a:pt x="117" y="339"/>
                      <a:pt x="117" y="339"/>
                    </a:cubicBezTo>
                    <a:cubicBezTo>
                      <a:pt x="119" y="340"/>
                      <a:pt x="119" y="340"/>
                      <a:pt x="119" y="340"/>
                    </a:cubicBezTo>
                    <a:cubicBezTo>
                      <a:pt x="118" y="337"/>
                      <a:pt x="118" y="337"/>
                      <a:pt x="118" y="337"/>
                    </a:cubicBezTo>
                    <a:cubicBezTo>
                      <a:pt x="119" y="336"/>
                      <a:pt x="119" y="336"/>
                      <a:pt x="119" y="336"/>
                    </a:cubicBezTo>
                    <a:cubicBezTo>
                      <a:pt x="118" y="335"/>
                      <a:pt x="118" y="335"/>
                      <a:pt x="118" y="335"/>
                    </a:cubicBezTo>
                    <a:cubicBezTo>
                      <a:pt x="117" y="334"/>
                      <a:pt x="117" y="334"/>
                      <a:pt x="117" y="334"/>
                    </a:cubicBezTo>
                    <a:cubicBezTo>
                      <a:pt x="116" y="332"/>
                      <a:pt x="116" y="332"/>
                      <a:pt x="116" y="332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4"/>
                      <a:pt x="115" y="334"/>
                      <a:pt x="115" y="334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3"/>
                      <a:pt x="115" y="333"/>
                      <a:pt x="115" y="333"/>
                    </a:cubicBezTo>
                    <a:cubicBezTo>
                      <a:pt x="115" y="332"/>
                      <a:pt x="115" y="332"/>
                      <a:pt x="115" y="332"/>
                    </a:cubicBezTo>
                    <a:cubicBezTo>
                      <a:pt x="115" y="331"/>
                      <a:pt x="115" y="331"/>
                      <a:pt x="115" y="331"/>
                    </a:cubicBezTo>
                    <a:cubicBezTo>
                      <a:pt x="117" y="332"/>
                      <a:pt x="117" y="332"/>
                      <a:pt x="117" y="332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8" y="331"/>
                      <a:pt x="118" y="331"/>
                      <a:pt x="118" y="331"/>
                    </a:cubicBezTo>
                    <a:cubicBezTo>
                      <a:pt x="118" y="332"/>
                      <a:pt x="118" y="332"/>
                      <a:pt x="118" y="332"/>
                    </a:cubicBezTo>
                    <a:cubicBezTo>
                      <a:pt x="119" y="333"/>
                      <a:pt x="119" y="333"/>
                      <a:pt x="119" y="333"/>
                    </a:cubicBezTo>
                    <a:cubicBezTo>
                      <a:pt x="120" y="333"/>
                      <a:pt x="120" y="333"/>
                      <a:pt x="120" y="333"/>
                    </a:cubicBezTo>
                    <a:cubicBezTo>
                      <a:pt x="122" y="331"/>
                      <a:pt x="122" y="331"/>
                      <a:pt x="122" y="331"/>
                    </a:cubicBezTo>
                    <a:cubicBezTo>
                      <a:pt x="122" y="330"/>
                      <a:pt x="122" y="330"/>
                      <a:pt x="122" y="330"/>
                    </a:cubicBezTo>
                    <a:cubicBezTo>
                      <a:pt x="123" y="330"/>
                      <a:pt x="123" y="330"/>
                      <a:pt x="123" y="330"/>
                    </a:cubicBezTo>
                    <a:cubicBezTo>
                      <a:pt x="124" y="331"/>
                      <a:pt x="124" y="331"/>
                      <a:pt x="124" y="331"/>
                    </a:cubicBezTo>
                    <a:cubicBezTo>
                      <a:pt x="125" y="330"/>
                      <a:pt x="125" y="330"/>
                      <a:pt x="125" y="330"/>
                    </a:cubicBez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3" y="329"/>
                      <a:pt x="123" y="329"/>
                      <a:pt x="123" y="329"/>
                    </a:cubicBezTo>
                    <a:cubicBezTo>
                      <a:pt x="123" y="328"/>
                      <a:pt x="123" y="328"/>
                      <a:pt x="123" y="328"/>
                    </a:cubicBezTo>
                    <a:cubicBezTo>
                      <a:pt x="122" y="326"/>
                      <a:pt x="122" y="326"/>
                      <a:pt x="122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3" y="326"/>
                      <a:pt x="123" y="326"/>
                      <a:pt x="123" y="326"/>
                    </a:cubicBezTo>
                    <a:cubicBezTo>
                      <a:pt x="124" y="327"/>
                      <a:pt x="124" y="327"/>
                      <a:pt x="124" y="327"/>
                    </a:cubicBezTo>
                    <a:cubicBezTo>
                      <a:pt x="125" y="327"/>
                      <a:pt x="125" y="327"/>
                      <a:pt x="125" y="327"/>
                    </a:cubicBezTo>
                    <a:cubicBezTo>
                      <a:pt x="124" y="328"/>
                      <a:pt x="124" y="328"/>
                      <a:pt x="124" y="328"/>
                    </a:cubicBezTo>
                    <a:cubicBezTo>
                      <a:pt x="126" y="330"/>
                      <a:pt x="126" y="330"/>
                      <a:pt x="126" y="330"/>
                    </a:cubicBezTo>
                    <a:cubicBezTo>
                      <a:pt x="126" y="328"/>
                      <a:pt x="126" y="328"/>
                      <a:pt x="126" y="328"/>
                    </a:cubicBezTo>
                    <a:cubicBezTo>
                      <a:pt x="126" y="327"/>
                      <a:pt x="126" y="327"/>
                      <a:pt x="126" y="327"/>
                    </a:cubicBezTo>
                    <a:cubicBezTo>
                      <a:pt x="127" y="326"/>
                      <a:pt x="127" y="326"/>
                      <a:pt x="127" y="326"/>
                    </a:cubicBezTo>
                    <a:cubicBezTo>
                      <a:pt x="127" y="327"/>
                      <a:pt x="127" y="327"/>
                      <a:pt x="127" y="327"/>
                    </a:cubicBezTo>
                    <a:cubicBezTo>
                      <a:pt x="128" y="328"/>
                      <a:pt x="128" y="328"/>
                      <a:pt x="128" y="328"/>
                    </a:cubicBezTo>
                    <a:cubicBezTo>
                      <a:pt x="130" y="327"/>
                      <a:pt x="130" y="327"/>
                      <a:pt x="130" y="327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0" y="326"/>
                      <a:pt x="130" y="326"/>
                      <a:pt x="130" y="326"/>
                    </a:cubicBezTo>
                    <a:cubicBezTo>
                      <a:pt x="131" y="327"/>
                      <a:pt x="131" y="327"/>
                      <a:pt x="131" y="327"/>
                    </a:cubicBezTo>
                    <a:cubicBezTo>
                      <a:pt x="132" y="327"/>
                      <a:pt x="132" y="327"/>
                      <a:pt x="132" y="327"/>
                    </a:cubicBezTo>
                    <a:cubicBezTo>
                      <a:pt x="134" y="326"/>
                      <a:pt x="134" y="326"/>
                      <a:pt x="134" y="326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3"/>
                      <a:pt x="134" y="323"/>
                      <a:pt x="134" y="323"/>
                    </a:cubicBezTo>
                    <a:cubicBezTo>
                      <a:pt x="133" y="322"/>
                      <a:pt x="133" y="322"/>
                      <a:pt x="133" y="322"/>
                    </a:cubicBezTo>
                    <a:cubicBezTo>
                      <a:pt x="135" y="322"/>
                      <a:pt x="135" y="322"/>
                      <a:pt x="135" y="322"/>
                    </a:cubicBezTo>
                    <a:cubicBezTo>
                      <a:pt x="136" y="321"/>
                      <a:pt x="136" y="321"/>
                      <a:pt x="136" y="321"/>
                    </a:cubicBezTo>
                    <a:cubicBezTo>
                      <a:pt x="136" y="320"/>
                      <a:pt x="136" y="320"/>
                      <a:pt x="136" y="320"/>
                    </a:cubicBezTo>
                    <a:cubicBezTo>
                      <a:pt x="137" y="319"/>
                      <a:pt x="137" y="319"/>
                      <a:pt x="137" y="319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6" y="316"/>
                      <a:pt x="136" y="316"/>
                      <a:pt x="136" y="316"/>
                    </a:cubicBezTo>
                    <a:cubicBezTo>
                      <a:pt x="137" y="317"/>
                      <a:pt x="137" y="317"/>
                      <a:pt x="137" y="317"/>
                    </a:cubicBezTo>
                    <a:cubicBezTo>
                      <a:pt x="138" y="317"/>
                      <a:pt x="138" y="317"/>
                      <a:pt x="138" y="317"/>
                    </a:cubicBezTo>
                    <a:cubicBezTo>
                      <a:pt x="137" y="318"/>
                      <a:pt x="137" y="318"/>
                      <a:pt x="137" y="318"/>
                    </a:cubicBezTo>
                    <a:cubicBezTo>
                      <a:pt x="137" y="320"/>
                      <a:pt x="137" y="320"/>
                      <a:pt x="137" y="320"/>
                    </a:cubicBezTo>
                    <a:cubicBezTo>
                      <a:pt x="137" y="321"/>
                      <a:pt x="137" y="321"/>
                      <a:pt x="137" y="321"/>
                    </a:cubicBezTo>
                    <a:cubicBezTo>
                      <a:pt x="137" y="322"/>
                      <a:pt x="137" y="322"/>
                      <a:pt x="137" y="322"/>
                    </a:cubicBezTo>
                    <a:cubicBezTo>
                      <a:pt x="136" y="322"/>
                      <a:pt x="136" y="322"/>
                      <a:pt x="136" y="322"/>
                    </a:cubicBezTo>
                    <a:cubicBezTo>
                      <a:pt x="135" y="323"/>
                      <a:pt x="135" y="323"/>
                      <a:pt x="135" y="323"/>
                    </a:cubicBezTo>
                    <a:cubicBezTo>
                      <a:pt x="135" y="324"/>
                      <a:pt x="135" y="324"/>
                      <a:pt x="135" y="324"/>
                    </a:cubicBezTo>
                    <a:cubicBezTo>
                      <a:pt x="134" y="325"/>
                      <a:pt x="134" y="325"/>
                      <a:pt x="134" y="325"/>
                    </a:cubicBezTo>
                    <a:cubicBezTo>
                      <a:pt x="135" y="326"/>
                      <a:pt x="135" y="326"/>
                      <a:pt x="135" y="326"/>
                    </a:cubicBezTo>
                    <a:cubicBezTo>
                      <a:pt x="136" y="327"/>
                      <a:pt x="136" y="327"/>
                      <a:pt x="136" y="327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38" y="327"/>
                      <a:pt x="138" y="327"/>
                      <a:pt x="138" y="327"/>
                    </a:cubicBezTo>
                    <a:cubicBezTo>
                      <a:pt x="139" y="327"/>
                      <a:pt x="139" y="327"/>
                      <a:pt x="139" y="327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39" y="324"/>
                      <a:pt x="139" y="324"/>
                      <a:pt x="139" y="324"/>
                    </a:cubicBezTo>
                    <a:cubicBezTo>
                      <a:pt x="140" y="324"/>
                      <a:pt x="140" y="324"/>
                      <a:pt x="140" y="324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0" y="323"/>
                      <a:pt x="140" y="323"/>
                      <a:pt x="140" y="323"/>
                    </a:cubicBezTo>
                    <a:cubicBezTo>
                      <a:pt x="141" y="323"/>
                      <a:pt x="141" y="323"/>
                      <a:pt x="141" y="323"/>
                    </a:cubicBezTo>
                    <a:cubicBezTo>
                      <a:pt x="141" y="324"/>
                      <a:pt x="141" y="324"/>
                      <a:pt x="141" y="324"/>
                    </a:cubicBezTo>
                    <a:cubicBezTo>
                      <a:pt x="140" y="325"/>
                      <a:pt x="140" y="325"/>
                      <a:pt x="140" y="325"/>
                    </a:cubicBezTo>
                    <a:cubicBezTo>
                      <a:pt x="140" y="326"/>
                      <a:pt x="140" y="326"/>
                      <a:pt x="140" y="326"/>
                    </a:cubicBezTo>
                    <a:cubicBezTo>
                      <a:pt x="141" y="327"/>
                      <a:pt x="141" y="327"/>
                      <a:pt x="141" y="327"/>
                    </a:cubicBezTo>
                    <a:cubicBezTo>
                      <a:pt x="142" y="326"/>
                      <a:pt x="142" y="326"/>
                      <a:pt x="142" y="326"/>
                    </a:cubicBezTo>
                    <a:cubicBezTo>
                      <a:pt x="142" y="325"/>
                      <a:pt x="142" y="325"/>
                      <a:pt x="142" y="325"/>
                    </a:cubicBezTo>
                    <a:cubicBezTo>
                      <a:pt x="143" y="324"/>
                      <a:pt x="143" y="324"/>
                      <a:pt x="143" y="324"/>
                    </a:cubicBezTo>
                    <a:cubicBezTo>
                      <a:pt x="143" y="323"/>
                      <a:pt x="143" y="323"/>
                      <a:pt x="143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5" y="323"/>
                      <a:pt x="145" y="323"/>
                      <a:pt x="145" y="323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2"/>
                      <a:pt x="148" y="322"/>
                      <a:pt x="148" y="322"/>
                    </a:cubicBezTo>
                    <a:cubicBezTo>
                      <a:pt x="150" y="321"/>
                      <a:pt x="150" y="321"/>
                      <a:pt x="150" y="321"/>
                    </a:cubicBezTo>
                    <a:cubicBezTo>
                      <a:pt x="151" y="321"/>
                      <a:pt x="151" y="321"/>
                      <a:pt x="151" y="321"/>
                    </a:cubicBezTo>
                    <a:cubicBezTo>
                      <a:pt x="152" y="320"/>
                      <a:pt x="152" y="320"/>
                      <a:pt x="152" y="320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2" y="318"/>
                      <a:pt x="152" y="318"/>
                      <a:pt x="152" y="318"/>
                    </a:cubicBezTo>
                    <a:cubicBezTo>
                      <a:pt x="152" y="319"/>
                      <a:pt x="152" y="319"/>
                      <a:pt x="152" y="319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3" y="318"/>
                      <a:pt x="153" y="318"/>
                      <a:pt x="153" y="318"/>
                    </a:cubicBezTo>
                    <a:cubicBezTo>
                      <a:pt x="153" y="319"/>
                      <a:pt x="153" y="319"/>
                      <a:pt x="153" y="319"/>
                    </a:cubicBezTo>
                    <a:cubicBezTo>
                      <a:pt x="154" y="319"/>
                      <a:pt x="154" y="319"/>
                      <a:pt x="154" y="319"/>
                    </a:cubicBezTo>
                    <a:cubicBezTo>
                      <a:pt x="155" y="319"/>
                      <a:pt x="155" y="319"/>
                      <a:pt x="155" y="319"/>
                    </a:cubicBezTo>
                    <a:cubicBezTo>
                      <a:pt x="157" y="317"/>
                      <a:pt x="157" y="317"/>
                      <a:pt x="157" y="317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6"/>
                      <a:pt x="158" y="316"/>
                      <a:pt x="158" y="316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8" y="315"/>
                      <a:pt x="158" y="315"/>
                      <a:pt x="158" y="315"/>
                    </a:cubicBezTo>
                    <a:cubicBezTo>
                      <a:pt x="159" y="316"/>
                      <a:pt x="159" y="316"/>
                      <a:pt x="159" y="316"/>
                    </a:cubicBezTo>
                    <a:cubicBezTo>
                      <a:pt x="160" y="315"/>
                      <a:pt x="160" y="315"/>
                      <a:pt x="160" y="315"/>
                    </a:cubicBezTo>
                    <a:cubicBezTo>
                      <a:pt x="161" y="314"/>
                      <a:pt x="161" y="314"/>
                      <a:pt x="161" y="314"/>
                    </a:cubicBezTo>
                    <a:cubicBezTo>
                      <a:pt x="162" y="313"/>
                      <a:pt x="162" y="313"/>
                      <a:pt x="162" y="313"/>
                    </a:cubicBezTo>
                    <a:cubicBezTo>
                      <a:pt x="161" y="312"/>
                      <a:pt x="161" y="312"/>
                      <a:pt x="161" y="312"/>
                    </a:cubicBezTo>
                    <a:cubicBezTo>
                      <a:pt x="162" y="311"/>
                      <a:pt x="162" y="311"/>
                      <a:pt x="162" y="311"/>
                    </a:cubicBezTo>
                    <a:cubicBezTo>
                      <a:pt x="163" y="310"/>
                      <a:pt x="163" y="310"/>
                      <a:pt x="163" y="310"/>
                    </a:cubicBezTo>
                    <a:cubicBezTo>
                      <a:pt x="164" y="309"/>
                      <a:pt x="164" y="309"/>
                      <a:pt x="164" y="309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5" y="307"/>
                      <a:pt x="165" y="307"/>
                      <a:pt x="165" y="307"/>
                    </a:cubicBezTo>
                    <a:cubicBezTo>
                      <a:pt x="165" y="308"/>
                      <a:pt x="165" y="308"/>
                      <a:pt x="165" y="308"/>
                    </a:cubicBezTo>
                    <a:cubicBezTo>
                      <a:pt x="166" y="307"/>
                      <a:pt x="166" y="307"/>
                      <a:pt x="166" y="307"/>
                    </a:cubicBezTo>
                    <a:cubicBezTo>
                      <a:pt x="167" y="306"/>
                      <a:pt x="167" y="306"/>
                      <a:pt x="167" y="306"/>
                    </a:cubicBezTo>
                    <a:cubicBezTo>
                      <a:pt x="167" y="307"/>
                      <a:pt x="167" y="307"/>
                      <a:pt x="167" y="307"/>
                    </a:cubicBezTo>
                    <a:cubicBezTo>
                      <a:pt x="168" y="305"/>
                      <a:pt x="168" y="305"/>
                      <a:pt x="168" y="305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68" y="304"/>
                      <a:pt x="168" y="304"/>
                      <a:pt x="168" y="304"/>
                    </a:cubicBezTo>
                    <a:cubicBezTo>
                      <a:pt x="170" y="303"/>
                      <a:pt x="170" y="303"/>
                      <a:pt x="170" y="303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1" y="301"/>
                      <a:pt x="171" y="301"/>
                      <a:pt x="171" y="301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3" y="300"/>
                      <a:pt x="173" y="300"/>
                      <a:pt x="173" y="300"/>
                    </a:cubicBezTo>
                    <a:cubicBezTo>
                      <a:pt x="174" y="300"/>
                      <a:pt x="174" y="300"/>
                      <a:pt x="174" y="300"/>
                    </a:cubicBezTo>
                    <a:cubicBezTo>
                      <a:pt x="175" y="300"/>
                      <a:pt x="175" y="300"/>
                      <a:pt x="175" y="300"/>
                    </a:cubicBezTo>
                    <a:cubicBezTo>
                      <a:pt x="176" y="299"/>
                      <a:pt x="176" y="299"/>
                      <a:pt x="176" y="299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6" y="294"/>
                      <a:pt x="176" y="294"/>
                      <a:pt x="176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6" y="293"/>
                      <a:pt x="176" y="293"/>
                      <a:pt x="176" y="293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7" y="294"/>
                      <a:pt x="177" y="294"/>
                      <a:pt x="177" y="294"/>
                    </a:cubicBezTo>
                    <a:cubicBezTo>
                      <a:pt x="176" y="295"/>
                      <a:pt x="176" y="295"/>
                      <a:pt x="176" y="295"/>
                    </a:cubicBez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8" y="297"/>
                      <a:pt x="178" y="297"/>
                      <a:pt x="178" y="297"/>
                    </a:cubicBezTo>
                    <a:cubicBezTo>
                      <a:pt x="180" y="297"/>
                      <a:pt x="180" y="297"/>
                      <a:pt x="180" y="297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81" y="297"/>
                      <a:pt x="181" y="297"/>
                      <a:pt x="181" y="297"/>
                    </a:cubicBezTo>
                    <a:cubicBezTo>
                      <a:pt x="183" y="297"/>
                      <a:pt x="183" y="297"/>
                      <a:pt x="183" y="297"/>
                    </a:cubicBezTo>
                    <a:cubicBezTo>
                      <a:pt x="184" y="297"/>
                      <a:pt x="184" y="297"/>
                      <a:pt x="184" y="297"/>
                    </a:cubicBezTo>
                    <a:cubicBezTo>
                      <a:pt x="184" y="296"/>
                      <a:pt x="184" y="296"/>
                      <a:pt x="184" y="296"/>
                    </a:cubicBezTo>
                    <a:cubicBezTo>
                      <a:pt x="186" y="296"/>
                      <a:pt x="186" y="296"/>
                      <a:pt x="186" y="296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7" y="295"/>
                      <a:pt x="187" y="295"/>
                      <a:pt x="187" y="295"/>
                    </a:cubicBezTo>
                    <a:cubicBezTo>
                      <a:pt x="188" y="295"/>
                      <a:pt x="188" y="295"/>
                      <a:pt x="188" y="295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88" y="294"/>
                      <a:pt x="188" y="294"/>
                      <a:pt x="188" y="294"/>
                    </a:cubicBezTo>
                    <a:cubicBezTo>
                      <a:pt x="190" y="295"/>
                      <a:pt x="190" y="295"/>
                      <a:pt x="190" y="295"/>
                    </a:cubicBezTo>
                    <a:cubicBezTo>
                      <a:pt x="190" y="296"/>
                      <a:pt x="190" y="296"/>
                      <a:pt x="190" y="296"/>
                    </a:cubicBezTo>
                    <a:cubicBezTo>
                      <a:pt x="191" y="296"/>
                      <a:pt x="191" y="296"/>
                      <a:pt x="191" y="296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3" y="295"/>
                      <a:pt x="193" y="295"/>
                      <a:pt x="193" y="295"/>
                    </a:cubicBezTo>
                    <a:cubicBezTo>
                      <a:pt x="194" y="295"/>
                      <a:pt x="194" y="295"/>
                      <a:pt x="194" y="295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5" y="294"/>
                      <a:pt x="195" y="294"/>
                      <a:pt x="195" y="294"/>
                    </a:cubicBezTo>
                    <a:cubicBezTo>
                      <a:pt x="196" y="294"/>
                      <a:pt x="196" y="294"/>
                      <a:pt x="196" y="294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7" y="293"/>
                      <a:pt x="197" y="293"/>
                      <a:pt x="197" y="293"/>
                    </a:cubicBezTo>
                    <a:cubicBezTo>
                      <a:pt x="198" y="293"/>
                      <a:pt x="198" y="293"/>
                      <a:pt x="198" y="293"/>
                    </a:cubicBezTo>
                    <a:cubicBezTo>
                      <a:pt x="199" y="292"/>
                      <a:pt x="199" y="292"/>
                      <a:pt x="199" y="292"/>
                    </a:cubicBezTo>
                    <a:cubicBezTo>
                      <a:pt x="200" y="293"/>
                      <a:pt x="200" y="293"/>
                      <a:pt x="200" y="293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1" y="291"/>
                      <a:pt x="201" y="291"/>
                      <a:pt x="201" y="291"/>
                    </a:cubicBezTo>
                    <a:cubicBezTo>
                      <a:pt x="201" y="292"/>
                      <a:pt x="201" y="292"/>
                      <a:pt x="201" y="292"/>
                    </a:cubicBezTo>
                    <a:cubicBezTo>
                      <a:pt x="203" y="293"/>
                      <a:pt x="203" y="293"/>
                      <a:pt x="203" y="293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5" y="292"/>
                      <a:pt x="205" y="292"/>
                      <a:pt x="205" y="292"/>
                    </a:cubicBezTo>
                    <a:cubicBezTo>
                      <a:pt x="206" y="292"/>
                      <a:pt x="206" y="292"/>
                      <a:pt x="206" y="292"/>
                    </a:cubicBezTo>
                    <a:cubicBezTo>
                      <a:pt x="206" y="291"/>
                      <a:pt x="206" y="291"/>
                      <a:pt x="206" y="291"/>
                    </a:cubicBezTo>
                    <a:cubicBezTo>
                      <a:pt x="207" y="290"/>
                      <a:pt x="207" y="290"/>
                      <a:pt x="207" y="290"/>
                    </a:cubicBezTo>
                    <a:cubicBezTo>
                      <a:pt x="208" y="290"/>
                      <a:pt x="208" y="290"/>
                      <a:pt x="208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09" y="290"/>
                      <a:pt x="209" y="290"/>
                      <a:pt x="209" y="290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1" y="291"/>
                      <a:pt x="211" y="291"/>
                      <a:pt x="211" y="291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2" y="289"/>
                      <a:pt x="212" y="289"/>
                      <a:pt x="212" y="289"/>
                    </a:cubicBezTo>
                    <a:cubicBezTo>
                      <a:pt x="214" y="289"/>
                      <a:pt x="214" y="289"/>
                      <a:pt x="214" y="289"/>
                    </a:cubicBezTo>
                    <a:cubicBezTo>
                      <a:pt x="214" y="288"/>
                      <a:pt x="214" y="288"/>
                      <a:pt x="214" y="288"/>
                    </a:cubicBezTo>
                    <a:cubicBezTo>
                      <a:pt x="215" y="288"/>
                      <a:pt x="215" y="288"/>
                      <a:pt x="215" y="288"/>
                    </a:cubicBezTo>
                    <a:cubicBezTo>
                      <a:pt x="216" y="287"/>
                      <a:pt x="216" y="287"/>
                      <a:pt x="216" y="287"/>
                    </a:cubicBezTo>
                    <a:lnTo>
                      <a:pt x="216" y="286"/>
                    </a:lnTo>
                    <a:close/>
                    <a:moveTo>
                      <a:pt x="231" y="276"/>
                    </a:moveTo>
                    <a:cubicBezTo>
                      <a:pt x="231" y="276"/>
                      <a:pt x="231" y="276"/>
                      <a:pt x="231" y="276"/>
                    </a:cubicBezTo>
                    <a:cubicBezTo>
                      <a:pt x="231" y="276"/>
                      <a:pt x="231" y="276"/>
                      <a:pt x="231" y="276"/>
                    </a:cubicBezTo>
                    <a:close/>
                    <a:moveTo>
                      <a:pt x="229" y="277"/>
                    </a:move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9" y="278"/>
                      <a:pt x="229" y="278"/>
                      <a:pt x="229" y="278"/>
                    </a:cubicBezTo>
                    <a:cubicBezTo>
                      <a:pt x="229" y="277"/>
                      <a:pt x="229" y="277"/>
                      <a:pt x="229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cubicBezTo>
                      <a:pt x="228" y="277"/>
                      <a:pt x="228" y="277"/>
                      <a:pt x="228" y="277"/>
                    </a:cubicBezTo>
                    <a:lnTo>
                      <a:pt x="229" y="277"/>
                    </a:lnTo>
                    <a:close/>
                    <a:moveTo>
                      <a:pt x="236" y="229"/>
                    </a:move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lose/>
                    <a:moveTo>
                      <a:pt x="261" y="202"/>
                    </a:moveTo>
                    <a:cubicBezTo>
                      <a:pt x="261" y="202"/>
                      <a:pt x="261" y="202"/>
                      <a:pt x="261" y="202"/>
                    </a:cubicBezTo>
                    <a:cubicBezTo>
                      <a:pt x="261" y="202"/>
                      <a:pt x="261" y="202"/>
                      <a:pt x="261" y="202"/>
                    </a:cubicBezTo>
                    <a:close/>
                    <a:moveTo>
                      <a:pt x="254" y="198"/>
                    </a:move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4" y="197"/>
                      <a:pt x="254" y="197"/>
                      <a:pt x="254" y="197"/>
                    </a:cubicBezTo>
                    <a:cubicBezTo>
                      <a:pt x="255" y="199"/>
                      <a:pt x="255" y="199"/>
                      <a:pt x="255" y="199"/>
                    </a:cubicBezTo>
                    <a:cubicBezTo>
                      <a:pt x="254" y="198"/>
                      <a:pt x="254" y="198"/>
                      <a:pt x="254" y="198"/>
                    </a:cubicBezTo>
                    <a:close/>
                    <a:moveTo>
                      <a:pt x="275" y="94"/>
                    </a:moveTo>
                    <a:cubicBezTo>
                      <a:pt x="275" y="94"/>
                      <a:pt x="275" y="94"/>
                      <a:pt x="275" y="94"/>
                    </a:cubicBezTo>
                    <a:cubicBezTo>
                      <a:pt x="278" y="96"/>
                      <a:pt x="278" y="96"/>
                      <a:pt x="278" y="96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80" y="97"/>
                      <a:pt x="280" y="97"/>
                      <a:pt x="280" y="97"/>
                    </a:cubicBezTo>
                    <a:cubicBezTo>
                      <a:pt x="279" y="97"/>
                      <a:pt x="279" y="97"/>
                      <a:pt x="279" y="97"/>
                    </a:cubicBezTo>
                    <a:cubicBezTo>
                      <a:pt x="277" y="98"/>
                      <a:pt x="277" y="98"/>
                      <a:pt x="277" y="98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76" y="97"/>
                      <a:pt x="276" y="97"/>
                      <a:pt x="276" y="97"/>
                    </a:cubicBezTo>
                    <a:cubicBezTo>
                      <a:pt x="276" y="95"/>
                      <a:pt x="276" y="95"/>
                      <a:pt x="276" y="95"/>
                    </a:cubicBezTo>
                    <a:lnTo>
                      <a:pt x="275" y="94"/>
                    </a:lnTo>
                    <a:close/>
                    <a:moveTo>
                      <a:pt x="272" y="94"/>
                    </a:moveTo>
                    <a:cubicBezTo>
                      <a:pt x="273" y="94"/>
                      <a:pt x="273" y="94"/>
                      <a:pt x="273" y="94"/>
                    </a:cubicBezTo>
                    <a:cubicBezTo>
                      <a:pt x="273" y="94"/>
                      <a:pt x="273" y="94"/>
                      <a:pt x="273" y="94"/>
                    </a:cubicBezTo>
                    <a:cubicBezTo>
                      <a:pt x="274" y="94"/>
                      <a:pt x="274" y="94"/>
                      <a:pt x="274" y="94"/>
                    </a:cubicBezTo>
                    <a:cubicBezTo>
                      <a:pt x="272" y="95"/>
                      <a:pt x="272" y="95"/>
                      <a:pt x="272" y="95"/>
                    </a:cubicBezTo>
                    <a:lnTo>
                      <a:pt x="272" y="94"/>
                    </a:lnTo>
                    <a:close/>
                    <a:moveTo>
                      <a:pt x="270" y="99"/>
                    </a:moveTo>
                    <a:cubicBezTo>
                      <a:pt x="269" y="98"/>
                      <a:pt x="269" y="98"/>
                      <a:pt x="269" y="98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69" y="97"/>
                      <a:pt x="269" y="97"/>
                      <a:pt x="269" y="97"/>
                    </a:cubicBezTo>
                    <a:cubicBezTo>
                      <a:pt x="271" y="96"/>
                      <a:pt x="271" y="96"/>
                      <a:pt x="271" y="96"/>
                    </a:cubicBezTo>
                    <a:cubicBezTo>
                      <a:pt x="271" y="95"/>
                      <a:pt x="271" y="95"/>
                      <a:pt x="271" y="95"/>
                    </a:cubicBezTo>
                    <a:cubicBezTo>
                      <a:pt x="271" y="97"/>
                      <a:pt x="271" y="97"/>
                      <a:pt x="271" y="97"/>
                    </a:cubicBezTo>
                    <a:cubicBezTo>
                      <a:pt x="271" y="99"/>
                      <a:pt x="271" y="99"/>
                      <a:pt x="271" y="99"/>
                    </a:cubicBezTo>
                    <a:cubicBezTo>
                      <a:pt x="272" y="99"/>
                      <a:pt x="272" y="99"/>
                      <a:pt x="272" y="99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74" y="98"/>
                      <a:pt x="274" y="98"/>
                      <a:pt x="274" y="98"/>
                    </a:cubicBezTo>
                    <a:cubicBezTo>
                      <a:pt x="273" y="99"/>
                      <a:pt x="273" y="99"/>
                      <a:pt x="273" y="99"/>
                    </a:cubicBezTo>
                    <a:cubicBezTo>
                      <a:pt x="272" y="100"/>
                      <a:pt x="272" y="100"/>
                      <a:pt x="272" y="100"/>
                    </a:cubicBezTo>
                    <a:cubicBezTo>
                      <a:pt x="270" y="101"/>
                      <a:pt x="270" y="101"/>
                      <a:pt x="270" y="101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70" y="102"/>
                      <a:pt x="270" y="102"/>
                      <a:pt x="270" y="102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68" y="101"/>
                      <a:pt x="268" y="101"/>
                      <a:pt x="268" y="101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70" y="100"/>
                      <a:pt x="270" y="100"/>
                      <a:pt x="270" y="100"/>
                    </a:cubicBezTo>
                    <a:lnTo>
                      <a:pt x="270" y="99"/>
                    </a:lnTo>
                    <a:close/>
                    <a:moveTo>
                      <a:pt x="260" y="138"/>
                    </a:move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2" y="137"/>
                      <a:pt x="262" y="137"/>
                      <a:pt x="262" y="137"/>
                    </a:cubicBezTo>
                    <a:cubicBezTo>
                      <a:pt x="261" y="138"/>
                      <a:pt x="261" y="138"/>
                      <a:pt x="261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ubicBezTo>
                      <a:pt x="260" y="138"/>
                      <a:pt x="260" y="138"/>
                      <a:pt x="260" y="138"/>
                    </a:cubicBezTo>
                    <a:close/>
                    <a:moveTo>
                      <a:pt x="251" y="202"/>
                    </a:moveTo>
                    <a:cubicBezTo>
                      <a:pt x="251" y="202"/>
                      <a:pt x="251" y="202"/>
                      <a:pt x="251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lnTo>
                      <a:pt x="251" y="202"/>
                    </a:lnTo>
                    <a:close/>
                    <a:moveTo>
                      <a:pt x="250" y="184"/>
                    </a:move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1" y="186"/>
                      <a:pt x="251" y="186"/>
                      <a:pt x="251" y="186"/>
                    </a:cubicBezTo>
                    <a:cubicBezTo>
                      <a:pt x="250" y="186"/>
                      <a:pt x="250" y="186"/>
                      <a:pt x="250" y="186"/>
                    </a:cubicBezTo>
                    <a:cubicBezTo>
                      <a:pt x="250" y="185"/>
                      <a:pt x="250" y="185"/>
                      <a:pt x="250" y="185"/>
                    </a:cubicBezTo>
                    <a:lnTo>
                      <a:pt x="250" y="184"/>
                    </a:lnTo>
                    <a:close/>
                    <a:moveTo>
                      <a:pt x="248" y="202"/>
                    </a:move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7" y="202"/>
                      <a:pt x="247" y="202"/>
                      <a:pt x="247" y="202"/>
                    </a:cubicBezTo>
                    <a:lnTo>
                      <a:pt x="248" y="202"/>
                    </a:lnTo>
                    <a:close/>
                    <a:moveTo>
                      <a:pt x="243" y="85"/>
                    </a:moveTo>
                    <a:cubicBezTo>
                      <a:pt x="244" y="84"/>
                      <a:pt x="244" y="84"/>
                      <a:pt x="244" y="84"/>
                    </a:cubicBezTo>
                    <a:cubicBezTo>
                      <a:pt x="245" y="83"/>
                      <a:pt x="245" y="83"/>
                      <a:pt x="245" y="83"/>
                    </a:cubicBezTo>
                    <a:cubicBezTo>
                      <a:pt x="246" y="83"/>
                      <a:pt x="246" y="83"/>
                      <a:pt x="246" y="83"/>
                    </a:cubicBezTo>
                    <a:cubicBezTo>
                      <a:pt x="244" y="84"/>
                      <a:pt x="244" y="84"/>
                      <a:pt x="244" y="84"/>
                    </a:cubicBezTo>
                    <a:cubicBezTo>
                      <a:pt x="243" y="85"/>
                      <a:pt x="243" y="85"/>
                      <a:pt x="243" y="85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2" y="85"/>
                      <a:pt x="242" y="85"/>
                      <a:pt x="242" y="85"/>
                    </a:cubicBezTo>
                    <a:lnTo>
                      <a:pt x="243" y="85"/>
                    </a:lnTo>
                    <a:close/>
                    <a:moveTo>
                      <a:pt x="230" y="226"/>
                    </a:moveTo>
                    <a:cubicBezTo>
                      <a:pt x="230" y="226"/>
                      <a:pt x="230" y="226"/>
                      <a:pt x="230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lnTo>
                      <a:pt x="230" y="226"/>
                    </a:lnTo>
                    <a:close/>
                    <a:moveTo>
                      <a:pt x="226" y="227"/>
                    </a:move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lose/>
                    <a:moveTo>
                      <a:pt x="215" y="264"/>
                    </a:moveTo>
                    <a:cubicBezTo>
                      <a:pt x="215" y="264"/>
                      <a:pt x="215" y="264"/>
                      <a:pt x="215" y="264"/>
                    </a:cubicBezTo>
                    <a:cubicBezTo>
                      <a:pt x="215" y="264"/>
                      <a:pt x="215" y="264"/>
                      <a:pt x="215" y="264"/>
                    </a:cubicBezTo>
                    <a:close/>
                    <a:moveTo>
                      <a:pt x="221" y="255"/>
                    </a:moveTo>
                    <a:cubicBezTo>
                      <a:pt x="221" y="255"/>
                      <a:pt x="221" y="255"/>
                      <a:pt x="221" y="255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19" y="256"/>
                      <a:pt x="219" y="256"/>
                      <a:pt x="219" y="256"/>
                    </a:cubicBezTo>
                    <a:cubicBezTo>
                      <a:pt x="219" y="255"/>
                      <a:pt x="219" y="255"/>
                      <a:pt x="219" y="255"/>
                    </a:cubicBezTo>
                    <a:lnTo>
                      <a:pt x="221" y="255"/>
                    </a:lnTo>
                    <a:close/>
                    <a:moveTo>
                      <a:pt x="224" y="227"/>
                    </a:move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9"/>
                      <a:pt x="225" y="229"/>
                      <a:pt x="225" y="229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3" y="228"/>
                      <a:pt x="223" y="228"/>
                      <a:pt x="223" y="228"/>
                    </a:cubicBezTo>
                    <a:lnTo>
                      <a:pt x="224" y="227"/>
                    </a:lnTo>
                    <a:close/>
                    <a:moveTo>
                      <a:pt x="223" y="221"/>
                    </a:move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3" y="221"/>
                      <a:pt x="223" y="221"/>
                      <a:pt x="223" y="221"/>
                    </a:cubicBezTo>
                    <a:close/>
                    <a:moveTo>
                      <a:pt x="220" y="221"/>
                    </a:moveTo>
                    <a:cubicBezTo>
                      <a:pt x="221" y="221"/>
                      <a:pt x="221" y="221"/>
                      <a:pt x="221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0"/>
                      <a:pt x="219" y="220"/>
                      <a:pt x="219" y="220"/>
                    </a:cubicBezTo>
                    <a:lnTo>
                      <a:pt x="220" y="221"/>
                    </a:lnTo>
                    <a:close/>
                    <a:moveTo>
                      <a:pt x="219" y="228"/>
                    </a:move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2" y="228"/>
                      <a:pt x="222" y="228"/>
                      <a:pt x="222" y="228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0" y="229"/>
                      <a:pt x="220" y="229"/>
                      <a:pt x="220" y="229"/>
                    </a:cubicBezTo>
                    <a:cubicBezTo>
                      <a:pt x="219" y="230"/>
                      <a:pt x="219" y="230"/>
                      <a:pt x="219" y="230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9" y="229"/>
                      <a:pt x="219" y="229"/>
                      <a:pt x="219" y="229"/>
                    </a:cubicBezTo>
                    <a:lnTo>
                      <a:pt x="219" y="228"/>
                    </a:lnTo>
                    <a:close/>
                    <a:moveTo>
                      <a:pt x="215" y="248"/>
                    </a:moveTo>
                    <a:cubicBezTo>
                      <a:pt x="216" y="249"/>
                      <a:pt x="216" y="249"/>
                      <a:pt x="216" y="249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8" y="248"/>
                      <a:pt x="218" y="248"/>
                      <a:pt x="218" y="248"/>
                    </a:cubicBezTo>
                    <a:cubicBezTo>
                      <a:pt x="219" y="248"/>
                      <a:pt x="219" y="248"/>
                      <a:pt x="219" y="248"/>
                    </a:cubicBezTo>
                    <a:cubicBezTo>
                      <a:pt x="219" y="249"/>
                      <a:pt x="219" y="249"/>
                      <a:pt x="219" y="249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8" y="250"/>
                      <a:pt x="218" y="250"/>
                      <a:pt x="218" y="250"/>
                    </a:cubicBezTo>
                    <a:cubicBezTo>
                      <a:pt x="214" y="249"/>
                      <a:pt x="214" y="249"/>
                      <a:pt x="214" y="249"/>
                    </a:cubicBezTo>
                    <a:cubicBezTo>
                      <a:pt x="214" y="249"/>
                      <a:pt x="214" y="249"/>
                      <a:pt x="214" y="249"/>
                    </a:cubicBezTo>
                    <a:lnTo>
                      <a:pt x="215" y="248"/>
                    </a:lnTo>
                    <a:close/>
                    <a:moveTo>
                      <a:pt x="217" y="257"/>
                    </a:moveTo>
                    <a:cubicBezTo>
                      <a:pt x="217" y="257"/>
                      <a:pt x="217" y="257"/>
                      <a:pt x="217" y="257"/>
                    </a:cubicBezTo>
                    <a:cubicBezTo>
                      <a:pt x="214" y="258"/>
                      <a:pt x="214" y="258"/>
                      <a:pt x="214" y="258"/>
                    </a:cubicBezTo>
                    <a:cubicBezTo>
                      <a:pt x="214" y="258"/>
                      <a:pt x="214" y="258"/>
                      <a:pt x="214" y="258"/>
                    </a:cubicBezTo>
                    <a:lnTo>
                      <a:pt x="217" y="257"/>
                    </a:lnTo>
                    <a:close/>
                    <a:moveTo>
                      <a:pt x="224" y="14"/>
                    </a:moveTo>
                    <a:cubicBezTo>
                      <a:pt x="224" y="13"/>
                      <a:pt x="224" y="13"/>
                      <a:pt x="224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5" y="14"/>
                      <a:pt x="225" y="14"/>
                      <a:pt x="225" y="14"/>
                    </a:cubicBezTo>
                    <a:cubicBezTo>
                      <a:pt x="224" y="14"/>
                      <a:pt x="224" y="14"/>
                      <a:pt x="224" y="14"/>
                    </a:cubicBezTo>
                    <a:cubicBezTo>
                      <a:pt x="224" y="16"/>
                      <a:pt x="224" y="16"/>
                      <a:pt x="224" y="16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3" y="14"/>
                      <a:pt x="223" y="14"/>
                      <a:pt x="223" y="14"/>
                    </a:cubicBezTo>
                    <a:lnTo>
                      <a:pt x="224" y="14"/>
                    </a:lnTo>
                    <a:close/>
                    <a:moveTo>
                      <a:pt x="18" y="123"/>
                    </a:moveTo>
                    <a:cubicBezTo>
                      <a:pt x="16" y="122"/>
                      <a:pt x="16" y="122"/>
                      <a:pt x="16" y="122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9" y="123"/>
                      <a:pt x="19" y="123"/>
                      <a:pt x="19" y="123"/>
                    </a:cubicBezTo>
                    <a:lnTo>
                      <a:pt x="18" y="123"/>
                    </a:lnTo>
                    <a:close/>
                    <a:moveTo>
                      <a:pt x="57" y="209"/>
                    </a:moveTo>
                    <a:cubicBezTo>
                      <a:pt x="57" y="209"/>
                      <a:pt x="57" y="209"/>
                      <a:pt x="57" y="209"/>
                    </a:cubicBezTo>
                    <a:cubicBezTo>
                      <a:pt x="57" y="209"/>
                      <a:pt x="57" y="209"/>
                      <a:pt x="57" y="209"/>
                    </a:cubicBezTo>
                    <a:close/>
                    <a:moveTo>
                      <a:pt x="59" y="206"/>
                    </a:moveTo>
                    <a:cubicBezTo>
                      <a:pt x="59" y="206"/>
                      <a:pt x="59" y="206"/>
                      <a:pt x="59" y="206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57" y="206"/>
                      <a:pt x="57" y="206"/>
                      <a:pt x="57" y="206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8" y="205"/>
                      <a:pt x="58" y="205"/>
                      <a:pt x="58" y="205"/>
                    </a:cubicBezTo>
                    <a:cubicBezTo>
                      <a:pt x="59" y="205"/>
                      <a:pt x="59" y="205"/>
                      <a:pt x="59" y="205"/>
                    </a:cubicBezTo>
                    <a:lnTo>
                      <a:pt x="59" y="206"/>
                    </a:lnTo>
                    <a:close/>
                    <a:moveTo>
                      <a:pt x="60" y="184"/>
                    </a:moveTo>
                    <a:cubicBezTo>
                      <a:pt x="59" y="185"/>
                      <a:pt x="59" y="185"/>
                      <a:pt x="59" y="185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4"/>
                      <a:pt x="60" y="184"/>
                      <a:pt x="60" y="184"/>
                    </a:cubicBezTo>
                    <a:close/>
                    <a:moveTo>
                      <a:pt x="55" y="217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7"/>
                      <a:pt x="56" y="217"/>
                      <a:pt x="56" y="217"/>
                    </a:cubicBezTo>
                    <a:lnTo>
                      <a:pt x="55" y="217"/>
                    </a:lnTo>
                    <a:close/>
                    <a:moveTo>
                      <a:pt x="56" y="216"/>
                    </a:move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ubicBezTo>
                      <a:pt x="56" y="216"/>
                      <a:pt x="56" y="216"/>
                      <a:pt x="56" y="216"/>
                    </a:cubicBezTo>
                    <a:close/>
                    <a:moveTo>
                      <a:pt x="57" y="221"/>
                    </a:move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6" y="221"/>
                      <a:pt x="56" y="221"/>
                      <a:pt x="56" y="221"/>
                    </a:cubicBezTo>
                    <a:cubicBezTo>
                      <a:pt x="57" y="221"/>
                      <a:pt x="57" y="221"/>
                      <a:pt x="57" y="221"/>
                    </a:cubicBezTo>
                    <a:cubicBezTo>
                      <a:pt x="57" y="220"/>
                      <a:pt x="57" y="220"/>
                      <a:pt x="57" y="220"/>
                    </a:cubicBezTo>
                    <a:cubicBezTo>
                      <a:pt x="58" y="221"/>
                      <a:pt x="58" y="221"/>
                      <a:pt x="58" y="221"/>
                    </a:cubicBezTo>
                    <a:cubicBezTo>
                      <a:pt x="58" y="221"/>
                      <a:pt x="58" y="221"/>
                      <a:pt x="58" y="221"/>
                    </a:cubicBezTo>
                    <a:lnTo>
                      <a:pt x="57" y="221"/>
                    </a:lnTo>
                    <a:close/>
                    <a:moveTo>
                      <a:pt x="65" y="233"/>
                    </a:moveTo>
                    <a:cubicBezTo>
                      <a:pt x="64" y="232"/>
                      <a:pt x="64" y="232"/>
                      <a:pt x="64" y="232"/>
                    </a:cubicBezTo>
                    <a:cubicBezTo>
                      <a:pt x="64" y="232"/>
                      <a:pt x="64" y="232"/>
                      <a:pt x="64" y="232"/>
                    </a:cubicBezTo>
                    <a:cubicBezTo>
                      <a:pt x="65" y="232"/>
                      <a:pt x="65" y="232"/>
                      <a:pt x="65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3"/>
                      <a:pt x="66" y="233"/>
                      <a:pt x="66" y="233"/>
                    </a:cubicBezTo>
                    <a:lnTo>
                      <a:pt x="65" y="233"/>
                    </a:lnTo>
                    <a:close/>
                    <a:moveTo>
                      <a:pt x="66" y="239"/>
                    </a:moveTo>
                    <a:cubicBezTo>
                      <a:pt x="66" y="240"/>
                      <a:pt x="66" y="240"/>
                      <a:pt x="66" y="240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6" y="238"/>
                      <a:pt x="66" y="238"/>
                      <a:pt x="66" y="238"/>
                    </a:cubicBezTo>
                    <a:cubicBezTo>
                      <a:pt x="67" y="238"/>
                      <a:pt x="67" y="238"/>
                      <a:pt x="67" y="238"/>
                    </a:cubicBezTo>
                    <a:cubicBezTo>
                      <a:pt x="67" y="238"/>
                      <a:pt x="67" y="238"/>
                      <a:pt x="67" y="238"/>
                    </a:cubicBezTo>
                    <a:lnTo>
                      <a:pt x="66" y="239"/>
                    </a:lnTo>
                    <a:close/>
                    <a:moveTo>
                      <a:pt x="69" y="246"/>
                    </a:moveTo>
                    <a:cubicBezTo>
                      <a:pt x="69" y="246"/>
                      <a:pt x="69" y="246"/>
                      <a:pt x="69" y="246"/>
                    </a:cubicBezTo>
                    <a:cubicBezTo>
                      <a:pt x="69" y="247"/>
                      <a:pt x="69" y="247"/>
                      <a:pt x="69" y="247"/>
                    </a:cubicBezTo>
                    <a:cubicBezTo>
                      <a:pt x="69" y="247"/>
                      <a:pt x="69" y="247"/>
                      <a:pt x="69" y="247"/>
                    </a:cubicBezTo>
                    <a:lnTo>
                      <a:pt x="69" y="246"/>
                    </a:lnTo>
                    <a:close/>
                    <a:moveTo>
                      <a:pt x="71" y="251"/>
                    </a:moveTo>
                    <a:cubicBezTo>
                      <a:pt x="71" y="252"/>
                      <a:pt x="71" y="252"/>
                      <a:pt x="71" y="252"/>
                    </a:cubicBezTo>
                    <a:cubicBezTo>
                      <a:pt x="70" y="251"/>
                      <a:pt x="70" y="251"/>
                      <a:pt x="70" y="251"/>
                    </a:cubicBezTo>
                    <a:cubicBezTo>
                      <a:pt x="69" y="251"/>
                      <a:pt x="69" y="251"/>
                      <a:pt x="69" y="251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0" y="250"/>
                      <a:pt x="70" y="250"/>
                      <a:pt x="70" y="250"/>
                    </a:cubicBezTo>
                    <a:cubicBezTo>
                      <a:pt x="71" y="251"/>
                      <a:pt x="71" y="251"/>
                      <a:pt x="71" y="251"/>
                    </a:cubicBezTo>
                    <a:cubicBezTo>
                      <a:pt x="72" y="251"/>
                      <a:pt x="72" y="251"/>
                      <a:pt x="72" y="251"/>
                    </a:cubicBezTo>
                    <a:lnTo>
                      <a:pt x="71" y="251"/>
                    </a:lnTo>
                    <a:close/>
                    <a:moveTo>
                      <a:pt x="73" y="244"/>
                    </a:moveTo>
                    <a:cubicBezTo>
                      <a:pt x="72" y="245"/>
                      <a:pt x="72" y="245"/>
                      <a:pt x="72" y="245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71" y="244"/>
                      <a:pt x="71" y="244"/>
                      <a:pt x="71" y="244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3" y="244"/>
                      <a:pt x="73" y="244"/>
                      <a:pt x="73" y="244"/>
                    </a:cubicBezTo>
                    <a:close/>
                    <a:moveTo>
                      <a:pt x="62" y="282"/>
                    </a:move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2"/>
                      <a:pt x="60" y="282"/>
                      <a:pt x="60" y="282"/>
                    </a:cubicBezTo>
                    <a:cubicBezTo>
                      <a:pt x="62" y="282"/>
                      <a:pt x="62" y="282"/>
                      <a:pt x="62" y="282"/>
                    </a:cubicBezTo>
                    <a:cubicBezTo>
                      <a:pt x="63" y="282"/>
                      <a:pt x="63" y="282"/>
                      <a:pt x="63" y="282"/>
                    </a:cubicBezTo>
                    <a:lnTo>
                      <a:pt x="62" y="282"/>
                    </a:lnTo>
                    <a:close/>
                    <a:moveTo>
                      <a:pt x="44" y="319"/>
                    </a:moveTo>
                    <a:cubicBezTo>
                      <a:pt x="44" y="319"/>
                      <a:pt x="44" y="319"/>
                      <a:pt x="44" y="319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4" y="318"/>
                      <a:pt x="44" y="318"/>
                      <a:pt x="44" y="318"/>
                    </a:cubicBezTo>
                    <a:cubicBezTo>
                      <a:pt x="45" y="319"/>
                      <a:pt x="45" y="319"/>
                      <a:pt x="45" y="319"/>
                    </a:cubicBezTo>
                    <a:lnTo>
                      <a:pt x="44" y="319"/>
                    </a:lnTo>
                    <a:close/>
                    <a:moveTo>
                      <a:pt x="52" y="291"/>
                    </a:move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2" y="291"/>
                      <a:pt x="52" y="291"/>
                      <a:pt x="52" y="291"/>
                    </a:cubicBezTo>
                    <a:cubicBezTo>
                      <a:pt x="51" y="291"/>
                      <a:pt x="51" y="291"/>
                      <a:pt x="51" y="291"/>
                    </a:cubicBezTo>
                    <a:cubicBezTo>
                      <a:pt x="51" y="291"/>
                      <a:pt x="51" y="291"/>
                      <a:pt x="51" y="291"/>
                    </a:cubicBezTo>
                    <a:lnTo>
                      <a:pt x="52" y="291"/>
                    </a:lnTo>
                    <a:close/>
                    <a:moveTo>
                      <a:pt x="46" y="304"/>
                    </a:move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4"/>
                      <a:pt x="46" y="304"/>
                      <a:pt x="46" y="304"/>
                    </a:cubicBezTo>
                    <a:close/>
                    <a:moveTo>
                      <a:pt x="46" y="306"/>
                    </a:move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4"/>
                      <a:pt x="46" y="304"/>
                      <a:pt x="46" y="304"/>
                    </a:cubicBezTo>
                    <a:cubicBezTo>
                      <a:pt x="46" y="305"/>
                      <a:pt x="46" y="305"/>
                      <a:pt x="46" y="305"/>
                    </a:cubicBezTo>
                    <a:cubicBezTo>
                      <a:pt x="46" y="306"/>
                      <a:pt x="46" y="306"/>
                      <a:pt x="46" y="306"/>
                    </a:cubicBezTo>
                    <a:close/>
                    <a:moveTo>
                      <a:pt x="48" y="303"/>
                    </a:moveTo>
                    <a:cubicBezTo>
                      <a:pt x="48" y="303"/>
                      <a:pt x="48" y="303"/>
                      <a:pt x="48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7" y="303"/>
                      <a:pt x="47" y="303"/>
                      <a:pt x="47" y="303"/>
                    </a:cubicBezTo>
                    <a:cubicBezTo>
                      <a:pt x="48" y="303"/>
                      <a:pt x="48" y="303"/>
                      <a:pt x="48" y="303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2"/>
                      <a:pt x="49" y="302"/>
                      <a:pt x="49" y="302"/>
                    </a:cubicBezTo>
                    <a:cubicBezTo>
                      <a:pt x="49" y="303"/>
                      <a:pt x="49" y="303"/>
                      <a:pt x="49" y="303"/>
                    </a:cubicBezTo>
                    <a:cubicBezTo>
                      <a:pt x="49" y="303"/>
                      <a:pt x="49" y="303"/>
                      <a:pt x="49" y="303"/>
                    </a:cubicBezTo>
                    <a:lnTo>
                      <a:pt x="48" y="303"/>
                    </a:lnTo>
                    <a:close/>
                    <a:moveTo>
                      <a:pt x="51" y="337"/>
                    </a:moveTo>
                    <a:cubicBezTo>
                      <a:pt x="50" y="337"/>
                      <a:pt x="50" y="337"/>
                      <a:pt x="50" y="337"/>
                    </a:cubicBezTo>
                    <a:cubicBezTo>
                      <a:pt x="49" y="337"/>
                      <a:pt x="49" y="337"/>
                      <a:pt x="49" y="337"/>
                    </a:cubicBezTo>
                    <a:cubicBezTo>
                      <a:pt x="50" y="337"/>
                      <a:pt x="50" y="337"/>
                      <a:pt x="50" y="337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1" y="336"/>
                      <a:pt x="51" y="336"/>
                      <a:pt x="51" y="336"/>
                    </a:cubicBezTo>
                    <a:lnTo>
                      <a:pt x="51" y="337"/>
                    </a:lnTo>
                    <a:close/>
                    <a:moveTo>
                      <a:pt x="50" y="333"/>
                    </a:move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3"/>
                      <a:pt x="51" y="333"/>
                      <a:pt x="51" y="333"/>
                    </a:cubicBezTo>
                    <a:cubicBezTo>
                      <a:pt x="51" y="334"/>
                      <a:pt x="51" y="334"/>
                      <a:pt x="51" y="334"/>
                    </a:cubicBezTo>
                    <a:lnTo>
                      <a:pt x="50" y="333"/>
                    </a:lnTo>
                    <a:close/>
                    <a:moveTo>
                      <a:pt x="52" y="334"/>
                    </a:move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4"/>
                    </a:cubicBezTo>
                    <a:close/>
                    <a:moveTo>
                      <a:pt x="52" y="298"/>
                    </a:moveTo>
                    <a:cubicBezTo>
                      <a:pt x="49" y="298"/>
                      <a:pt x="49" y="298"/>
                      <a:pt x="49" y="298"/>
                    </a:cubicBezTo>
                    <a:cubicBezTo>
                      <a:pt x="51" y="297"/>
                      <a:pt x="51" y="297"/>
                      <a:pt x="51" y="297"/>
                    </a:cubicBezTo>
                    <a:cubicBezTo>
                      <a:pt x="53" y="297"/>
                      <a:pt x="53" y="297"/>
                      <a:pt x="53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3" y="297"/>
                      <a:pt x="53" y="297"/>
                      <a:pt x="53" y="297"/>
                    </a:cubicBezTo>
                    <a:lnTo>
                      <a:pt x="52" y="298"/>
                    </a:lnTo>
                    <a:close/>
                    <a:moveTo>
                      <a:pt x="52" y="335"/>
                    </a:moveTo>
                    <a:cubicBezTo>
                      <a:pt x="53" y="334"/>
                      <a:pt x="53" y="334"/>
                      <a:pt x="53" y="334"/>
                    </a:cubicBezTo>
                    <a:cubicBezTo>
                      <a:pt x="53" y="335"/>
                      <a:pt x="53" y="335"/>
                      <a:pt x="53" y="335"/>
                    </a:cubicBezTo>
                    <a:lnTo>
                      <a:pt x="52" y="335"/>
                    </a:lnTo>
                    <a:close/>
                    <a:moveTo>
                      <a:pt x="56" y="333"/>
                    </a:moveTo>
                    <a:cubicBezTo>
                      <a:pt x="55" y="332"/>
                      <a:pt x="55" y="332"/>
                      <a:pt x="55" y="332"/>
                    </a:cubicBezTo>
                    <a:cubicBezTo>
                      <a:pt x="54" y="333"/>
                      <a:pt x="54" y="333"/>
                      <a:pt x="54" y="333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6" y="332"/>
                      <a:pt x="56" y="332"/>
                      <a:pt x="56" y="332"/>
                    </a:cubicBezTo>
                    <a:cubicBezTo>
                      <a:pt x="57" y="334"/>
                      <a:pt x="57" y="334"/>
                      <a:pt x="57" y="334"/>
                    </a:cubicBezTo>
                    <a:lnTo>
                      <a:pt x="56" y="333"/>
                    </a:lnTo>
                    <a:close/>
                    <a:moveTo>
                      <a:pt x="61" y="294"/>
                    </a:moveTo>
                    <a:cubicBezTo>
                      <a:pt x="60" y="293"/>
                      <a:pt x="60" y="293"/>
                      <a:pt x="60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8" y="293"/>
                      <a:pt x="58" y="293"/>
                      <a:pt x="58" y="293"/>
                    </a:cubicBezTo>
                    <a:cubicBezTo>
                      <a:pt x="59" y="292"/>
                      <a:pt x="59" y="292"/>
                      <a:pt x="59" y="292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0" y="291"/>
                      <a:pt x="60" y="291"/>
                      <a:pt x="60" y="291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60" y="292"/>
                      <a:pt x="60" y="292"/>
                      <a:pt x="60" y="292"/>
                    </a:cubicBezTo>
                    <a:cubicBezTo>
                      <a:pt x="60" y="293"/>
                      <a:pt x="60" y="293"/>
                      <a:pt x="60" y="293"/>
                    </a:cubicBezTo>
                    <a:lnTo>
                      <a:pt x="61" y="294"/>
                    </a:lnTo>
                    <a:close/>
                    <a:moveTo>
                      <a:pt x="68" y="272"/>
                    </a:moveTo>
                    <a:cubicBezTo>
                      <a:pt x="68" y="273"/>
                      <a:pt x="68" y="273"/>
                      <a:pt x="68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8" y="273"/>
                      <a:pt x="68" y="273"/>
                      <a:pt x="68" y="273"/>
                    </a:cubicBezTo>
                    <a:cubicBezTo>
                      <a:pt x="67" y="271"/>
                      <a:pt x="67" y="271"/>
                      <a:pt x="67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69" y="271"/>
                      <a:pt x="69" y="271"/>
                      <a:pt x="69" y="271"/>
                    </a:cubicBezTo>
                    <a:cubicBezTo>
                      <a:pt x="70" y="272"/>
                      <a:pt x="70" y="272"/>
                      <a:pt x="70" y="272"/>
                    </a:cubicBezTo>
                    <a:lnTo>
                      <a:pt x="68" y="272"/>
                    </a:lnTo>
                    <a:close/>
                    <a:moveTo>
                      <a:pt x="76" y="378"/>
                    </a:moveTo>
                    <a:cubicBezTo>
                      <a:pt x="75" y="378"/>
                      <a:pt x="75" y="378"/>
                      <a:pt x="75" y="378"/>
                    </a:cubicBezTo>
                    <a:cubicBezTo>
                      <a:pt x="75" y="379"/>
                      <a:pt x="75" y="379"/>
                      <a:pt x="75" y="379"/>
                    </a:cubicBezTo>
                    <a:cubicBezTo>
                      <a:pt x="75" y="378"/>
                      <a:pt x="75" y="378"/>
                      <a:pt x="75" y="378"/>
                    </a:cubicBezTo>
                    <a:cubicBezTo>
                      <a:pt x="76" y="377"/>
                      <a:pt x="76" y="377"/>
                      <a:pt x="76" y="377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5" y="376"/>
                      <a:pt x="75" y="376"/>
                      <a:pt x="75" y="376"/>
                    </a:cubicBezTo>
                    <a:cubicBezTo>
                      <a:pt x="76" y="377"/>
                      <a:pt x="76" y="377"/>
                      <a:pt x="76" y="377"/>
                    </a:cubicBezTo>
                    <a:lnTo>
                      <a:pt x="76" y="378"/>
                    </a:lnTo>
                    <a:close/>
                    <a:moveTo>
                      <a:pt x="76" y="387"/>
                    </a:moveTo>
                    <a:cubicBezTo>
                      <a:pt x="77" y="386"/>
                      <a:pt x="77" y="386"/>
                      <a:pt x="77" y="386"/>
                    </a:cubicBezTo>
                    <a:cubicBezTo>
                      <a:pt x="77" y="387"/>
                      <a:pt x="77" y="387"/>
                      <a:pt x="77" y="387"/>
                    </a:cubicBezTo>
                    <a:lnTo>
                      <a:pt x="76" y="387"/>
                    </a:lnTo>
                    <a:close/>
                    <a:moveTo>
                      <a:pt x="80" y="378"/>
                    </a:moveTo>
                    <a:cubicBezTo>
                      <a:pt x="79" y="378"/>
                      <a:pt x="79" y="378"/>
                      <a:pt x="79" y="378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7" y="380"/>
                      <a:pt x="77" y="380"/>
                      <a:pt x="77" y="380"/>
                    </a:cubicBezTo>
                    <a:cubicBezTo>
                      <a:pt x="76" y="380"/>
                      <a:pt x="76" y="380"/>
                      <a:pt x="76" y="380"/>
                    </a:cubicBezTo>
                    <a:cubicBezTo>
                      <a:pt x="78" y="379"/>
                      <a:pt x="78" y="379"/>
                      <a:pt x="78" y="379"/>
                    </a:cubicBezTo>
                    <a:cubicBezTo>
                      <a:pt x="79" y="377"/>
                      <a:pt x="79" y="377"/>
                      <a:pt x="79" y="377"/>
                    </a:cubicBezTo>
                    <a:cubicBezTo>
                      <a:pt x="80" y="378"/>
                      <a:pt x="80" y="378"/>
                      <a:pt x="80" y="378"/>
                    </a:cubicBezTo>
                    <a:close/>
                    <a:moveTo>
                      <a:pt x="92" y="382"/>
                    </a:moveTo>
                    <a:cubicBezTo>
                      <a:pt x="93" y="382"/>
                      <a:pt x="93" y="382"/>
                      <a:pt x="93" y="382"/>
                    </a:cubicBezTo>
                    <a:cubicBezTo>
                      <a:pt x="94" y="383"/>
                      <a:pt x="94" y="383"/>
                      <a:pt x="94" y="383"/>
                    </a:cubicBezTo>
                    <a:lnTo>
                      <a:pt x="92" y="382"/>
                    </a:lnTo>
                    <a:close/>
                    <a:moveTo>
                      <a:pt x="99" y="361"/>
                    </a:moveTo>
                    <a:cubicBezTo>
                      <a:pt x="99" y="361"/>
                      <a:pt x="99" y="361"/>
                      <a:pt x="99" y="361"/>
                    </a:cubicBezTo>
                    <a:cubicBezTo>
                      <a:pt x="100" y="361"/>
                      <a:pt x="100" y="361"/>
                      <a:pt x="100" y="361"/>
                    </a:cubicBezTo>
                    <a:cubicBezTo>
                      <a:pt x="100" y="360"/>
                      <a:pt x="100" y="360"/>
                      <a:pt x="100" y="360"/>
                    </a:cubicBezTo>
                    <a:cubicBezTo>
                      <a:pt x="101" y="361"/>
                      <a:pt x="101" y="361"/>
                      <a:pt x="101" y="361"/>
                    </a:cubicBezTo>
                    <a:lnTo>
                      <a:pt x="99" y="361"/>
                    </a:lnTo>
                    <a:close/>
                    <a:moveTo>
                      <a:pt x="101" y="366"/>
                    </a:moveTo>
                    <a:cubicBezTo>
                      <a:pt x="101" y="365"/>
                      <a:pt x="101" y="365"/>
                      <a:pt x="101" y="365"/>
                    </a:cubicBezTo>
                    <a:cubicBezTo>
                      <a:pt x="101" y="365"/>
                      <a:pt x="101" y="365"/>
                      <a:pt x="101" y="365"/>
                    </a:cubicBezTo>
                    <a:lnTo>
                      <a:pt x="101" y="366"/>
                    </a:lnTo>
                    <a:close/>
                    <a:moveTo>
                      <a:pt x="100" y="360"/>
                    </a:move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cubicBezTo>
                      <a:pt x="101" y="359"/>
                      <a:pt x="101" y="359"/>
                      <a:pt x="101" y="359"/>
                    </a:cubicBezTo>
                    <a:lnTo>
                      <a:pt x="100" y="360"/>
                    </a:lnTo>
                    <a:close/>
                    <a:moveTo>
                      <a:pt x="107" y="350"/>
                    </a:move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07" y="350"/>
                      <a:pt x="107" y="350"/>
                      <a:pt x="107" y="350"/>
                    </a:cubicBezTo>
                    <a:close/>
                    <a:moveTo>
                      <a:pt x="175" y="291"/>
                    </a:move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4" y="290"/>
                      <a:pt x="174" y="290"/>
                      <a:pt x="174" y="290"/>
                    </a:cubicBezTo>
                    <a:cubicBezTo>
                      <a:pt x="175" y="291"/>
                      <a:pt x="175" y="291"/>
                      <a:pt x="175" y="291"/>
                    </a:cubicBezTo>
                    <a:close/>
                    <a:moveTo>
                      <a:pt x="183" y="25"/>
                    </a:moveTo>
                    <a:cubicBezTo>
                      <a:pt x="182" y="23"/>
                      <a:pt x="182" y="23"/>
                      <a:pt x="182" y="23"/>
                    </a:cubicBezTo>
                    <a:cubicBezTo>
                      <a:pt x="181" y="22"/>
                      <a:pt x="181" y="22"/>
                      <a:pt x="181" y="22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80" y="20"/>
                      <a:pt x="180" y="20"/>
                      <a:pt x="180" y="20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2" y="20"/>
                      <a:pt x="182" y="20"/>
                      <a:pt x="182" y="20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4"/>
                      <a:pt x="185" y="24"/>
                      <a:pt x="185" y="24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85" y="27"/>
                      <a:pt x="185" y="27"/>
                      <a:pt x="185" y="27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6"/>
                      <a:pt x="183" y="26"/>
                    </a:cubicBezTo>
                    <a:lnTo>
                      <a:pt x="183" y="25"/>
                    </a:lnTo>
                    <a:close/>
                    <a:moveTo>
                      <a:pt x="186" y="35"/>
                    </a:move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185" y="31"/>
                      <a:pt x="185" y="31"/>
                      <a:pt x="185" y="31"/>
                    </a:cubicBezTo>
                    <a:cubicBezTo>
                      <a:pt x="185" y="33"/>
                      <a:pt x="185" y="33"/>
                      <a:pt x="185" y="33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7" y="35"/>
                      <a:pt x="187" y="35"/>
                      <a:pt x="187" y="35"/>
                    </a:cubicBezTo>
                    <a:lnTo>
                      <a:pt x="186" y="35"/>
                    </a:lnTo>
                    <a:close/>
                    <a:moveTo>
                      <a:pt x="207" y="258"/>
                    </a:move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8" y="258"/>
                      <a:pt x="208" y="258"/>
                      <a:pt x="208" y="258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6" y="258"/>
                      <a:pt x="206" y="258"/>
                      <a:pt x="206" y="258"/>
                    </a:cubicBezTo>
                    <a:lnTo>
                      <a:pt x="207" y="258"/>
                    </a:lnTo>
                    <a:close/>
                    <a:moveTo>
                      <a:pt x="206" y="262"/>
                    </a:move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4" y="265"/>
                      <a:pt x="204" y="265"/>
                      <a:pt x="204" y="265"/>
                    </a:cubicBezTo>
                    <a:cubicBezTo>
                      <a:pt x="203" y="265"/>
                      <a:pt x="203" y="265"/>
                      <a:pt x="203" y="265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3" y="264"/>
                      <a:pt x="203" y="264"/>
                      <a:pt x="203" y="264"/>
                    </a:cubicBezTo>
                    <a:cubicBezTo>
                      <a:pt x="204" y="263"/>
                      <a:pt x="204" y="263"/>
                      <a:pt x="204" y="263"/>
                    </a:cubicBezTo>
                    <a:cubicBezTo>
                      <a:pt x="204" y="262"/>
                      <a:pt x="204" y="262"/>
                      <a:pt x="204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206" y="261"/>
                      <a:pt x="206" y="261"/>
                      <a:pt x="206" y="261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8" y="260"/>
                      <a:pt x="208" y="260"/>
                      <a:pt x="208" y="260"/>
                    </a:cubicBezTo>
                    <a:cubicBezTo>
                      <a:pt x="207" y="261"/>
                      <a:pt x="207" y="261"/>
                      <a:pt x="207" y="261"/>
                    </a:cubicBezTo>
                    <a:lnTo>
                      <a:pt x="206" y="262"/>
                    </a:lnTo>
                    <a:close/>
                    <a:moveTo>
                      <a:pt x="208" y="270"/>
                    </a:moveTo>
                    <a:cubicBezTo>
                      <a:pt x="208" y="271"/>
                      <a:pt x="208" y="271"/>
                      <a:pt x="208" y="271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9" y="270"/>
                      <a:pt x="209" y="270"/>
                      <a:pt x="209" y="270"/>
                    </a:cubicBezTo>
                    <a:lnTo>
                      <a:pt x="208" y="270"/>
                    </a:lnTo>
                    <a:close/>
                    <a:moveTo>
                      <a:pt x="211" y="266"/>
                    </a:move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09" y="265"/>
                      <a:pt x="209" y="265"/>
                      <a:pt x="209" y="265"/>
                    </a:cubicBezTo>
                    <a:cubicBezTo>
                      <a:pt x="210" y="265"/>
                      <a:pt x="210" y="265"/>
                      <a:pt x="210" y="265"/>
                    </a:cubicBezTo>
                    <a:cubicBezTo>
                      <a:pt x="212" y="265"/>
                      <a:pt x="212" y="265"/>
                      <a:pt x="212" y="265"/>
                    </a:cubicBezTo>
                    <a:lnTo>
                      <a:pt x="211" y="266"/>
                    </a:lnTo>
                    <a:close/>
                    <a:moveTo>
                      <a:pt x="212" y="249"/>
                    </a:moveTo>
                    <a:cubicBezTo>
                      <a:pt x="212" y="248"/>
                      <a:pt x="212" y="248"/>
                      <a:pt x="212" y="248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1" y="248"/>
                      <a:pt x="211" y="248"/>
                      <a:pt x="211" y="248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09" y="245"/>
                      <a:pt x="209" y="245"/>
                      <a:pt x="209" y="245"/>
                    </a:cubicBezTo>
                    <a:cubicBezTo>
                      <a:pt x="208" y="244"/>
                      <a:pt x="208" y="244"/>
                      <a:pt x="208" y="244"/>
                    </a:cubicBezTo>
                    <a:cubicBezTo>
                      <a:pt x="209" y="244"/>
                      <a:pt x="209" y="244"/>
                      <a:pt x="209" y="244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09" y="242"/>
                      <a:pt x="209" y="242"/>
                      <a:pt x="209" y="242"/>
                    </a:cubicBezTo>
                    <a:cubicBezTo>
                      <a:pt x="209" y="243"/>
                      <a:pt x="209" y="243"/>
                      <a:pt x="209" y="243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0" y="245"/>
                      <a:pt x="210" y="245"/>
                      <a:pt x="210" y="245"/>
                    </a:cubicBezTo>
                    <a:cubicBezTo>
                      <a:pt x="212" y="246"/>
                      <a:pt x="212" y="246"/>
                      <a:pt x="212" y="246"/>
                    </a:cubicBezTo>
                    <a:cubicBezTo>
                      <a:pt x="212" y="247"/>
                      <a:pt x="212" y="247"/>
                      <a:pt x="212" y="247"/>
                    </a:cubicBezTo>
                    <a:cubicBezTo>
                      <a:pt x="213" y="248"/>
                      <a:pt x="213" y="248"/>
                      <a:pt x="213" y="248"/>
                    </a:cubicBezTo>
                    <a:cubicBezTo>
                      <a:pt x="213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9"/>
                    </a:cubicBezTo>
                    <a:close/>
                    <a:moveTo>
                      <a:pt x="213" y="266"/>
                    </a:move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5" name="Freeform 6414">
                <a:extLst>
                  <a:ext uri="{FF2B5EF4-FFF2-40B4-BE49-F238E27FC236}">
                    <a16:creationId xmlns:a16="http://schemas.microsoft.com/office/drawing/2014/main" id="{7C8962D9-3841-41D9-B699-4538C12F29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30" y="1917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5 w 7"/>
                  <a:gd name="T5" fmla="*/ 0 h 5"/>
                  <a:gd name="T6" fmla="*/ 1 w 7"/>
                  <a:gd name="T7" fmla="*/ 0 h 5"/>
                  <a:gd name="T8" fmla="*/ 0 w 7"/>
                  <a:gd name="T9" fmla="*/ 4 h 5"/>
                  <a:gd name="T10" fmla="*/ 1 w 7"/>
                  <a:gd name="T11" fmla="*/ 5 h 5"/>
                  <a:gd name="T12" fmla="*/ 3 w 7"/>
                  <a:gd name="T13" fmla="*/ 4 h 5"/>
                  <a:gd name="T14" fmla="*/ 5 w 7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6" name="Freeform 6415">
                <a:extLst>
                  <a:ext uri="{FF2B5EF4-FFF2-40B4-BE49-F238E27FC236}">
                    <a16:creationId xmlns:a16="http://schemas.microsoft.com/office/drawing/2014/main" id="{D61D6766-9EA9-431D-B7D5-C74CC8C334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48" y="1497"/>
                <a:ext cx="9" cy="6"/>
              </a:xfrm>
              <a:custGeom>
                <a:avLst/>
                <a:gdLst>
                  <a:gd name="T0" fmla="*/ 4 w 9"/>
                  <a:gd name="T1" fmla="*/ 0 h 6"/>
                  <a:gd name="T2" fmla="*/ 2 w 9"/>
                  <a:gd name="T3" fmla="*/ 2 h 6"/>
                  <a:gd name="T4" fmla="*/ 0 w 9"/>
                  <a:gd name="T5" fmla="*/ 4 h 6"/>
                  <a:gd name="T6" fmla="*/ 2 w 9"/>
                  <a:gd name="T7" fmla="*/ 6 h 6"/>
                  <a:gd name="T8" fmla="*/ 6 w 9"/>
                  <a:gd name="T9" fmla="*/ 6 h 6"/>
                  <a:gd name="T10" fmla="*/ 9 w 9"/>
                  <a:gd name="T11" fmla="*/ 4 h 6"/>
                  <a:gd name="T12" fmla="*/ 6 w 9"/>
                  <a:gd name="T13" fmla="*/ 0 h 6"/>
                  <a:gd name="T14" fmla="*/ 4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7" name="Freeform 6416">
                <a:extLst>
                  <a:ext uri="{FF2B5EF4-FFF2-40B4-BE49-F238E27FC236}">
                    <a16:creationId xmlns:a16="http://schemas.microsoft.com/office/drawing/2014/main" id="{5C6ED3A1-2A28-4E2A-83E1-70F946215F0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3" y="1602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2 w 6"/>
                  <a:gd name="T3" fmla="*/ 4 h 4"/>
                  <a:gd name="T4" fmla="*/ 6 w 6"/>
                  <a:gd name="T5" fmla="*/ 4 h 4"/>
                  <a:gd name="T6" fmla="*/ 4 w 6"/>
                  <a:gd name="T7" fmla="*/ 0 h 4"/>
                  <a:gd name="T8" fmla="*/ 0 w 6"/>
                  <a:gd name="T9" fmla="*/ 0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2" y="4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8" name="Freeform 6417">
                <a:extLst>
                  <a:ext uri="{FF2B5EF4-FFF2-40B4-BE49-F238E27FC236}">
                    <a16:creationId xmlns:a16="http://schemas.microsoft.com/office/drawing/2014/main" id="{F9DF02BC-14A9-4F3B-BFFB-361A084737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34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2 w 6"/>
                  <a:gd name="T3" fmla="*/ 0 h 6"/>
                  <a:gd name="T4" fmla="*/ 0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79" name="Freeform 6418">
                <a:extLst>
                  <a:ext uri="{FF2B5EF4-FFF2-40B4-BE49-F238E27FC236}">
                    <a16:creationId xmlns:a16="http://schemas.microsoft.com/office/drawing/2014/main" id="{0C2B9D73-94DB-459F-BEBE-BB9B4668FF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65" y="1533"/>
                <a:ext cx="18" cy="18"/>
              </a:xfrm>
              <a:custGeom>
                <a:avLst/>
                <a:gdLst>
                  <a:gd name="T0" fmla="*/ 13 w 18"/>
                  <a:gd name="T1" fmla="*/ 5 h 18"/>
                  <a:gd name="T2" fmla="*/ 13 w 18"/>
                  <a:gd name="T3" fmla="*/ 0 h 18"/>
                  <a:gd name="T4" fmla="*/ 11 w 18"/>
                  <a:gd name="T5" fmla="*/ 0 h 18"/>
                  <a:gd name="T6" fmla="*/ 7 w 18"/>
                  <a:gd name="T7" fmla="*/ 2 h 18"/>
                  <a:gd name="T8" fmla="*/ 5 w 18"/>
                  <a:gd name="T9" fmla="*/ 2 h 18"/>
                  <a:gd name="T10" fmla="*/ 5 w 18"/>
                  <a:gd name="T11" fmla="*/ 2 h 18"/>
                  <a:gd name="T12" fmla="*/ 2 w 18"/>
                  <a:gd name="T13" fmla="*/ 2 h 18"/>
                  <a:gd name="T14" fmla="*/ 2 w 18"/>
                  <a:gd name="T15" fmla="*/ 9 h 18"/>
                  <a:gd name="T16" fmla="*/ 0 w 18"/>
                  <a:gd name="T17" fmla="*/ 11 h 18"/>
                  <a:gd name="T18" fmla="*/ 2 w 18"/>
                  <a:gd name="T19" fmla="*/ 15 h 18"/>
                  <a:gd name="T20" fmla="*/ 5 w 18"/>
                  <a:gd name="T21" fmla="*/ 17 h 18"/>
                  <a:gd name="T22" fmla="*/ 7 w 18"/>
                  <a:gd name="T23" fmla="*/ 17 h 18"/>
                  <a:gd name="T24" fmla="*/ 11 w 18"/>
                  <a:gd name="T25" fmla="*/ 17 h 18"/>
                  <a:gd name="T26" fmla="*/ 11 w 18"/>
                  <a:gd name="T27" fmla="*/ 17 h 18"/>
                  <a:gd name="T28" fmla="*/ 11 w 18"/>
                  <a:gd name="T29" fmla="*/ 17 h 18"/>
                  <a:gd name="T30" fmla="*/ 15 w 18"/>
                  <a:gd name="T31" fmla="*/ 18 h 18"/>
                  <a:gd name="T32" fmla="*/ 16 w 18"/>
                  <a:gd name="T33" fmla="*/ 15 h 18"/>
                  <a:gd name="T34" fmla="*/ 18 w 18"/>
                  <a:gd name="T35" fmla="*/ 15 h 18"/>
                  <a:gd name="T36" fmla="*/ 18 w 18"/>
                  <a:gd name="T37" fmla="*/ 9 h 18"/>
                  <a:gd name="T38" fmla="*/ 15 w 18"/>
                  <a:gd name="T39" fmla="*/ 7 h 18"/>
                  <a:gd name="T40" fmla="*/ 13 w 18"/>
                  <a:gd name="T41" fmla="*/ 9 h 18"/>
                  <a:gd name="T42" fmla="*/ 13 w 18"/>
                  <a:gd name="T43" fmla="*/ 9 h 18"/>
                  <a:gd name="T44" fmla="*/ 13 w 18"/>
                  <a:gd name="T45" fmla="*/ 7 h 18"/>
                  <a:gd name="T46" fmla="*/ 13 w 18"/>
                  <a:gd name="T47" fmla="*/ 7 h 18"/>
                  <a:gd name="T48" fmla="*/ 11 w 18"/>
                  <a:gd name="T49" fmla="*/ 5 h 18"/>
                  <a:gd name="T50" fmla="*/ 11 w 18"/>
                  <a:gd name="T51" fmla="*/ 5 h 18"/>
                  <a:gd name="T52" fmla="*/ 13 w 18"/>
                  <a:gd name="T5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13" y="5"/>
                    </a:moveTo>
                    <a:lnTo>
                      <a:pt x="13" y="0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5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0" name="Freeform 6419">
                <a:extLst>
                  <a:ext uri="{FF2B5EF4-FFF2-40B4-BE49-F238E27FC236}">
                    <a16:creationId xmlns:a16="http://schemas.microsoft.com/office/drawing/2014/main" id="{B94D7432-678D-4DD0-96FB-DDA285CD06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74" y="1440"/>
                <a:ext cx="4" cy="7"/>
              </a:xfrm>
              <a:custGeom>
                <a:avLst/>
                <a:gdLst>
                  <a:gd name="T0" fmla="*/ 0 w 4"/>
                  <a:gd name="T1" fmla="*/ 5 h 7"/>
                  <a:gd name="T2" fmla="*/ 2 w 4"/>
                  <a:gd name="T3" fmla="*/ 7 h 7"/>
                  <a:gd name="T4" fmla="*/ 4 w 4"/>
                  <a:gd name="T5" fmla="*/ 7 h 7"/>
                  <a:gd name="T6" fmla="*/ 4 w 4"/>
                  <a:gd name="T7" fmla="*/ 3 h 7"/>
                  <a:gd name="T8" fmla="*/ 4 w 4"/>
                  <a:gd name="T9" fmla="*/ 0 h 7"/>
                  <a:gd name="T10" fmla="*/ 2 w 4"/>
                  <a:gd name="T11" fmla="*/ 1 h 7"/>
                  <a:gd name="T12" fmla="*/ 0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5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1" name="Freeform 6420">
                <a:extLst>
                  <a:ext uri="{FF2B5EF4-FFF2-40B4-BE49-F238E27FC236}">
                    <a16:creationId xmlns:a16="http://schemas.microsoft.com/office/drawing/2014/main" id="{2B7FB749-945B-4064-9B44-D42B3FAEB5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1" y="1449"/>
                <a:ext cx="8" cy="15"/>
              </a:xfrm>
              <a:custGeom>
                <a:avLst/>
                <a:gdLst>
                  <a:gd name="T0" fmla="*/ 4 w 4"/>
                  <a:gd name="T1" fmla="*/ 4 h 8"/>
                  <a:gd name="T2" fmla="*/ 4 w 4"/>
                  <a:gd name="T3" fmla="*/ 0 h 8"/>
                  <a:gd name="T4" fmla="*/ 1 w 4"/>
                  <a:gd name="T5" fmla="*/ 4 h 8"/>
                  <a:gd name="T6" fmla="*/ 1 w 4"/>
                  <a:gd name="T7" fmla="*/ 5 h 8"/>
                  <a:gd name="T8" fmla="*/ 0 w 4"/>
                  <a:gd name="T9" fmla="*/ 6 h 8"/>
                  <a:gd name="T10" fmla="*/ 0 w 4"/>
                  <a:gd name="T11" fmla="*/ 8 h 8"/>
                  <a:gd name="T12" fmla="*/ 1 w 4"/>
                  <a:gd name="T13" fmla="*/ 8 h 8"/>
                  <a:gd name="T14" fmla="*/ 2 w 4"/>
                  <a:gd name="T15" fmla="*/ 8 h 8"/>
                  <a:gd name="T16" fmla="*/ 3 w 4"/>
                  <a:gd name="T17" fmla="*/ 7 h 8"/>
                  <a:gd name="T18" fmla="*/ 3 w 4"/>
                  <a:gd name="T19" fmla="*/ 6 h 8"/>
                  <a:gd name="T20" fmla="*/ 3 w 4"/>
                  <a:gd name="T21" fmla="*/ 5 h 8"/>
                  <a:gd name="T22" fmla="*/ 4 w 4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4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2" name="Freeform 6421">
                <a:extLst>
                  <a:ext uri="{FF2B5EF4-FFF2-40B4-BE49-F238E27FC236}">
                    <a16:creationId xmlns:a16="http://schemas.microsoft.com/office/drawing/2014/main" id="{0EBEBA08-A074-4796-A371-B051D1FB6D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6" y="1550"/>
                <a:ext cx="7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1 w 7"/>
                  <a:gd name="T5" fmla="*/ 0 h 3"/>
                  <a:gd name="T6" fmla="*/ 0 w 7"/>
                  <a:gd name="T7" fmla="*/ 0 h 3"/>
                  <a:gd name="T8" fmla="*/ 0 w 7"/>
                  <a:gd name="T9" fmla="*/ 1 h 3"/>
                  <a:gd name="T10" fmla="*/ 0 w 7"/>
                  <a:gd name="T11" fmla="*/ 3 h 3"/>
                  <a:gd name="T12" fmla="*/ 3 w 7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lnTo>
                      <a:pt x="7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3" name="Freeform 6422">
                <a:extLst>
                  <a:ext uri="{FF2B5EF4-FFF2-40B4-BE49-F238E27FC236}">
                    <a16:creationId xmlns:a16="http://schemas.microsoft.com/office/drawing/2014/main" id="{3022E243-12DF-42B1-B6D9-8C0EECA0F1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4" y="1563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4" name="Freeform 6423">
                <a:extLst>
                  <a:ext uri="{FF2B5EF4-FFF2-40B4-BE49-F238E27FC236}">
                    <a16:creationId xmlns:a16="http://schemas.microsoft.com/office/drawing/2014/main" id="{78EAF2A7-A873-42EB-9E4B-889A665620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7" y="1399"/>
                <a:ext cx="7" cy="13"/>
              </a:xfrm>
              <a:custGeom>
                <a:avLst/>
                <a:gdLst>
                  <a:gd name="T0" fmla="*/ 6 w 7"/>
                  <a:gd name="T1" fmla="*/ 0 h 13"/>
                  <a:gd name="T2" fmla="*/ 4 w 7"/>
                  <a:gd name="T3" fmla="*/ 1 h 13"/>
                  <a:gd name="T4" fmla="*/ 2 w 7"/>
                  <a:gd name="T5" fmla="*/ 3 h 13"/>
                  <a:gd name="T6" fmla="*/ 0 w 7"/>
                  <a:gd name="T7" fmla="*/ 9 h 13"/>
                  <a:gd name="T8" fmla="*/ 2 w 7"/>
                  <a:gd name="T9" fmla="*/ 11 h 13"/>
                  <a:gd name="T10" fmla="*/ 2 w 7"/>
                  <a:gd name="T11" fmla="*/ 13 h 13"/>
                  <a:gd name="T12" fmla="*/ 6 w 7"/>
                  <a:gd name="T13" fmla="*/ 11 h 13"/>
                  <a:gd name="T14" fmla="*/ 7 w 7"/>
                  <a:gd name="T15" fmla="*/ 7 h 13"/>
                  <a:gd name="T16" fmla="*/ 7 w 7"/>
                  <a:gd name="T17" fmla="*/ 3 h 13"/>
                  <a:gd name="T18" fmla="*/ 7 w 7"/>
                  <a:gd name="T19" fmla="*/ 1 h 13"/>
                  <a:gd name="T20" fmla="*/ 6 w 7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6" y="11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5" name="Freeform 6424">
                <a:extLst>
                  <a:ext uri="{FF2B5EF4-FFF2-40B4-BE49-F238E27FC236}">
                    <a16:creationId xmlns:a16="http://schemas.microsoft.com/office/drawing/2014/main" id="{FB7833E7-0FE1-42BA-8A37-E4EB07BF1E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1" y="1397"/>
                <a:ext cx="13" cy="7"/>
              </a:xfrm>
              <a:custGeom>
                <a:avLst/>
                <a:gdLst>
                  <a:gd name="T0" fmla="*/ 5 w 13"/>
                  <a:gd name="T1" fmla="*/ 5 h 7"/>
                  <a:gd name="T2" fmla="*/ 7 w 13"/>
                  <a:gd name="T3" fmla="*/ 7 h 7"/>
                  <a:gd name="T4" fmla="*/ 13 w 13"/>
                  <a:gd name="T5" fmla="*/ 7 h 7"/>
                  <a:gd name="T6" fmla="*/ 9 w 13"/>
                  <a:gd name="T7" fmla="*/ 2 h 7"/>
                  <a:gd name="T8" fmla="*/ 7 w 13"/>
                  <a:gd name="T9" fmla="*/ 2 h 7"/>
                  <a:gd name="T10" fmla="*/ 5 w 13"/>
                  <a:gd name="T11" fmla="*/ 0 h 7"/>
                  <a:gd name="T12" fmla="*/ 3 w 13"/>
                  <a:gd name="T13" fmla="*/ 0 h 7"/>
                  <a:gd name="T14" fmla="*/ 0 w 13"/>
                  <a:gd name="T15" fmla="*/ 0 h 7"/>
                  <a:gd name="T16" fmla="*/ 0 w 13"/>
                  <a:gd name="T17" fmla="*/ 2 h 7"/>
                  <a:gd name="T18" fmla="*/ 1 w 13"/>
                  <a:gd name="T19" fmla="*/ 5 h 7"/>
                  <a:gd name="T20" fmla="*/ 5 w 13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5" y="5"/>
                    </a:moveTo>
                    <a:lnTo>
                      <a:pt x="7" y="7"/>
                    </a:lnTo>
                    <a:lnTo>
                      <a:pt x="13" y="7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6" name="Freeform 6425">
                <a:extLst>
                  <a:ext uri="{FF2B5EF4-FFF2-40B4-BE49-F238E27FC236}">
                    <a16:creationId xmlns:a16="http://schemas.microsoft.com/office/drawing/2014/main" id="{EA912DFB-208B-4CE6-B845-21F25CFCBA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72" y="1510"/>
                <a:ext cx="5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0 h 6"/>
                  <a:gd name="T4" fmla="*/ 2 w 5"/>
                  <a:gd name="T5" fmla="*/ 0 h 6"/>
                  <a:gd name="T6" fmla="*/ 0 w 5"/>
                  <a:gd name="T7" fmla="*/ 4 h 6"/>
                  <a:gd name="T8" fmla="*/ 4 w 5"/>
                  <a:gd name="T9" fmla="*/ 6 h 6"/>
                  <a:gd name="T10" fmla="*/ 5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7" name="Freeform 6426">
                <a:extLst>
                  <a:ext uri="{FF2B5EF4-FFF2-40B4-BE49-F238E27FC236}">
                    <a16:creationId xmlns:a16="http://schemas.microsoft.com/office/drawing/2014/main" id="{49544DC7-C68D-440C-AA86-D2EC72279C4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596" y="1492"/>
                <a:ext cx="273" cy="361"/>
              </a:xfrm>
              <a:custGeom>
                <a:avLst/>
                <a:gdLst>
                  <a:gd name="T0" fmla="*/ 138 w 147"/>
                  <a:gd name="T1" fmla="*/ 128 h 194"/>
                  <a:gd name="T2" fmla="*/ 134 w 147"/>
                  <a:gd name="T3" fmla="*/ 124 h 194"/>
                  <a:gd name="T4" fmla="*/ 129 w 147"/>
                  <a:gd name="T5" fmla="*/ 116 h 194"/>
                  <a:gd name="T6" fmla="*/ 124 w 147"/>
                  <a:gd name="T7" fmla="*/ 111 h 194"/>
                  <a:gd name="T8" fmla="*/ 118 w 147"/>
                  <a:gd name="T9" fmla="*/ 104 h 194"/>
                  <a:gd name="T10" fmla="*/ 120 w 147"/>
                  <a:gd name="T11" fmla="*/ 96 h 194"/>
                  <a:gd name="T12" fmla="*/ 122 w 147"/>
                  <a:gd name="T13" fmla="*/ 87 h 194"/>
                  <a:gd name="T14" fmla="*/ 117 w 147"/>
                  <a:gd name="T15" fmla="*/ 68 h 194"/>
                  <a:gd name="T16" fmla="*/ 110 w 147"/>
                  <a:gd name="T17" fmla="*/ 62 h 194"/>
                  <a:gd name="T18" fmla="*/ 96 w 147"/>
                  <a:gd name="T19" fmla="*/ 50 h 194"/>
                  <a:gd name="T20" fmla="*/ 94 w 147"/>
                  <a:gd name="T21" fmla="*/ 36 h 194"/>
                  <a:gd name="T22" fmla="*/ 72 w 147"/>
                  <a:gd name="T23" fmla="*/ 31 h 194"/>
                  <a:gd name="T24" fmla="*/ 64 w 147"/>
                  <a:gd name="T25" fmla="*/ 29 h 194"/>
                  <a:gd name="T26" fmla="*/ 67 w 147"/>
                  <a:gd name="T27" fmla="*/ 7 h 194"/>
                  <a:gd name="T28" fmla="*/ 40 w 147"/>
                  <a:gd name="T29" fmla="*/ 15 h 194"/>
                  <a:gd name="T30" fmla="*/ 37 w 147"/>
                  <a:gd name="T31" fmla="*/ 28 h 194"/>
                  <a:gd name="T32" fmla="*/ 32 w 147"/>
                  <a:gd name="T33" fmla="*/ 43 h 194"/>
                  <a:gd name="T34" fmla="*/ 31 w 147"/>
                  <a:gd name="T35" fmla="*/ 23 h 194"/>
                  <a:gd name="T36" fmla="*/ 41 w 147"/>
                  <a:gd name="T37" fmla="*/ 0 h 194"/>
                  <a:gd name="T38" fmla="*/ 14 w 147"/>
                  <a:gd name="T39" fmla="*/ 17 h 194"/>
                  <a:gd name="T40" fmla="*/ 6 w 147"/>
                  <a:gd name="T41" fmla="*/ 42 h 194"/>
                  <a:gd name="T42" fmla="*/ 2 w 147"/>
                  <a:gd name="T43" fmla="*/ 47 h 194"/>
                  <a:gd name="T44" fmla="*/ 12 w 147"/>
                  <a:gd name="T45" fmla="*/ 61 h 194"/>
                  <a:gd name="T46" fmla="*/ 34 w 147"/>
                  <a:gd name="T47" fmla="*/ 71 h 194"/>
                  <a:gd name="T48" fmla="*/ 47 w 147"/>
                  <a:gd name="T49" fmla="*/ 78 h 194"/>
                  <a:gd name="T50" fmla="*/ 50 w 147"/>
                  <a:gd name="T51" fmla="*/ 73 h 194"/>
                  <a:gd name="T52" fmla="*/ 59 w 147"/>
                  <a:gd name="T53" fmla="*/ 65 h 194"/>
                  <a:gd name="T54" fmla="*/ 62 w 147"/>
                  <a:gd name="T55" fmla="*/ 79 h 194"/>
                  <a:gd name="T56" fmla="*/ 70 w 147"/>
                  <a:gd name="T57" fmla="*/ 87 h 194"/>
                  <a:gd name="T58" fmla="*/ 71 w 147"/>
                  <a:gd name="T59" fmla="*/ 93 h 194"/>
                  <a:gd name="T60" fmla="*/ 74 w 147"/>
                  <a:gd name="T61" fmla="*/ 100 h 194"/>
                  <a:gd name="T62" fmla="*/ 79 w 147"/>
                  <a:gd name="T63" fmla="*/ 104 h 194"/>
                  <a:gd name="T64" fmla="*/ 80 w 147"/>
                  <a:gd name="T65" fmla="*/ 121 h 194"/>
                  <a:gd name="T66" fmla="*/ 64 w 147"/>
                  <a:gd name="T67" fmla="*/ 142 h 194"/>
                  <a:gd name="T68" fmla="*/ 47 w 147"/>
                  <a:gd name="T69" fmla="*/ 141 h 194"/>
                  <a:gd name="T70" fmla="*/ 34 w 147"/>
                  <a:gd name="T71" fmla="*/ 152 h 194"/>
                  <a:gd name="T72" fmla="*/ 54 w 147"/>
                  <a:gd name="T73" fmla="*/ 156 h 194"/>
                  <a:gd name="T74" fmla="*/ 63 w 147"/>
                  <a:gd name="T75" fmla="*/ 158 h 194"/>
                  <a:gd name="T76" fmla="*/ 69 w 147"/>
                  <a:gd name="T77" fmla="*/ 174 h 194"/>
                  <a:gd name="T78" fmla="*/ 84 w 147"/>
                  <a:gd name="T79" fmla="*/ 187 h 194"/>
                  <a:gd name="T80" fmla="*/ 102 w 147"/>
                  <a:gd name="T81" fmla="*/ 189 h 194"/>
                  <a:gd name="T82" fmla="*/ 90 w 147"/>
                  <a:gd name="T83" fmla="*/ 175 h 194"/>
                  <a:gd name="T84" fmla="*/ 96 w 147"/>
                  <a:gd name="T85" fmla="*/ 175 h 194"/>
                  <a:gd name="T86" fmla="*/ 109 w 147"/>
                  <a:gd name="T87" fmla="*/ 187 h 194"/>
                  <a:gd name="T88" fmla="*/ 112 w 147"/>
                  <a:gd name="T89" fmla="*/ 179 h 194"/>
                  <a:gd name="T90" fmla="*/ 114 w 147"/>
                  <a:gd name="T91" fmla="*/ 162 h 194"/>
                  <a:gd name="T92" fmla="*/ 106 w 147"/>
                  <a:gd name="T93" fmla="*/ 152 h 194"/>
                  <a:gd name="T94" fmla="*/ 101 w 147"/>
                  <a:gd name="T95" fmla="*/ 140 h 194"/>
                  <a:gd name="T96" fmla="*/ 109 w 147"/>
                  <a:gd name="T97" fmla="*/ 136 h 194"/>
                  <a:gd name="T98" fmla="*/ 114 w 147"/>
                  <a:gd name="T99" fmla="*/ 141 h 194"/>
                  <a:gd name="T100" fmla="*/ 119 w 147"/>
                  <a:gd name="T101" fmla="*/ 149 h 194"/>
                  <a:gd name="T102" fmla="*/ 126 w 147"/>
                  <a:gd name="T103" fmla="*/ 157 h 194"/>
                  <a:gd name="T104" fmla="*/ 135 w 147"/>
                  <a:gd name="T105" fmla="*/ 147 h 194"/>
                  <a:gd name="T106" fmla="*/ 147 w 147"/>
                  <a:gd name="T107" fmla="*/ 137 h 194"/>
                  <a:gd name="T108" fmla="*/ 118 w 147"/>
                  <a:gd name="T109" fmla="*/ 78 h 194"/>
                  <a:gd name="T110" fmla="*/ 116 w 147"/>
                  <a:gd name="T111" fmla="*/ 79 h 194"/>
                  <a:gd name="T112" fmla="*/ 29 w 147"/>
                  <a:gd name="T113" fmla="*/ 46 h 194"/>
                  <a:gd name="T114" fmla="*/ 60 w 147"/>
                  <a:gd name="T115" fmla="*/ 37 h 194"/>
                  <a:gd name="T116" fmla="*/ 68 w 147"/>
                  <a:gd name="T117" fmla="*/ 40 h 194"/>
                  <a:gd name="T118" fmla="*/ 111 w 147"/>
                  <a:gd name="T119" fmla="*/ 161 h 194"/>
                  <a:gd name="T120" fmla="*/ 98 w 147"/>
                  <a:gd name="T121" fmla="*/ 52 h 194"/>
                  <a:gd name="T122" fmla="*/ 102 w 147"/>
                  <a:gd name="T123" fmla="*/ 67 h 194"/>
                  <a:gd name="T124" fmla="*/ 114 w 147"/>
                  <a:gd name="T125" fmla="*/ 10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194">
                    <a:moveTo>
                      <a:pt x="147" y="137"/>
                    </a:move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5"/>
                      <a:pt x="147" y="135"/>
                      <a:pt x="147" y="135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3"/>
                      <a:pt x="146" y="133"/>
                      <a:pt x="146" y="133"/>
                    </a:cubicBezTo>
                    <a:cubicBezTo>
                      <a:pt x="145" y="132"/>
                      <a:pt x="145" y="132"/>
                      <a:pt x="145" y="132"/>
                    </a:cubicBezTo>
                    <a:cubicBezTo>
                      <a:pt x="144" y="132"/>
                      <a:pt x="144" y="132"/>
                      <a:pt x="144" y="132"/>
                    </a:cubicBezTo>
                    <a:cubicBezTo>
                      <a:pt x="145" y="131"/>
                      <a:pt x="145" y="131"/>
                      <a:pt x="145" y="131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0"/>
                      <a:pt x="143" y="130"/>
                      <a:pt x="143" y="130"/>
                    </a:cubicBezTo>
                    <a:cubicBezTo>
                      <a:pt x="143" y="129"/>
                      <a:pt x="143" y="129"/>
                      <a:pt x="143" y="129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0" y="129"/>
                      <a:pt x="140" y="129"/>
                      <a:pt x="140" y="129"/>
                    </a:cubicBezTo>
                    <a:cubicBezTo>
                      <a:pt x="139" y="130"/>
                      <a:pt x="139" y="130"/>
                      <a:pt x="139" y="130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9" y="129"/>
                      <a:pt x="139" y="128"/>
                      <a:pt x="139" y="128"/>
                    </a:cubicBezTo>
                    <a:cubicBezTo>
                      <a:pt x="140" y="128"/>
                      <a:pt x="140" y="128"/>
                      <a:pt x="140" y="128"/>
                    </a:cubicBezTo>
                    <a:cubicBezTo>
                      <a:pt x="142" y="126"/>
                      <a:pt x="142" y="126"/>
                      <a:pt x="142" y="126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8" y="127"/>
                      <a:pt x="138" y="127"/>
                      <a:pt x="138" y="127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7" y="127"/>
                      <a:pt x="137" y="127"/>
                      <a:pt x="137" y="127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7" y="124"/>
                      <a:pt x="137" y="124"/>
                      <a:pt x="137" y="124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33" y="124"/>
                      <a:pt x="133" y="124"/>
                      <a:pt x="133" y="124"/>
                    </a:cubicBez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3" y="123"/>
                      <a:pt x="133" y="123"/>
                      <a:pt x="133" y="123"/>
                    </a:cubicBezTo>
                    <a:cubicBezTo>
                      <a:pt x="131" y="121"/>
                      <a:pt x="131" y="121"/>
                      <a:pt x="131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1"/>
                      <a:pt x="132" y="121"/>
                      <a:pt x="132" y="121"/>
                    </a:cubicBezTo>
                    <a:cubicBezTo>
                      <a:pt x="132" y="122"/>
                      <a:pt x="132" y="122"/>
                      <a:pt x="132" y="122"/>
                    </a:cubicBezTo>
                    <a:cubicBezTo>
                      <a:pt x="133" y="122"/>
                      <a:pt x="133" y="122"/>
                      <a:pt x="133" y="122"/>
                    </a:cubicBezTo>
                    <a:cubicBezTo>
                      <a:pt x="135" y="121"/>
                      <a:pt x="135" y="121"/>
                      <a:pt x="135" y="121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3" y="118"/>
                      <a:pt x="133" y="118"/>
                      <a:pt x="133" y="118"/>
                    </a:cubicBezTo>
                    <a:cubicBezTo>
                      <a:pt x="132" y="119"/>
                      <a:pt x="132" y="119"/>
                      <a:pt x="132" y="119"/>
                    </a:cubicBezTo>
                    <a:cubicBezTo>
                      <a:pt x="132" y="118"/>
                      <a:pt x="132" y="118"/>
                      <a:pt x="132" y="118"/>
                    </a:cubicBezTo>
                    <a:cubicBezTo>
                      <a:pt x="131" y="117"/>
                      <a:pt x="131" y="117"/>
                      <a:pt x="131" y="117"/>
                    </a:cubicBezTo>
                    <a:cubicBezTo>
                      <a:pt x="129" y="117"/>
                      <a:pt x="129" y="117"/>
                      <a:pt x="129" y="117"/>
                    </a:cubicBezTo>
                    <a:cubicBezTo>
                      <a:pt x="128" y="118"/>
                      <a:pt x="128" y="118"/>
                      <a:pt x="128" y="118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29" y="116"/>
                      <a:pt x="129" y="116"/>
                      <a:pt x="129" y="116"/>
                    </a:cubicBezTo>
                    <a:cubicBezTo>
                      <a:pt x="130" y="115"/>
                      <a:pt x="130" y="115"/>
                      <a:pt x="130" y="115"/>
                    </a:cubicBezTo>
                    <a:cubicBezTo>
                      <a:pt x="130" y="113"/>
                      <a:pt x="130" y="113"/>
                      <a:pt x="130" y="113"/>
                    </a:cubicBezTo>
                    <a:cubicBezTo>
                      <a:pt x="129" y="112"/>
                      <a:pt x="129" y="112"/>
                      <a:pt x="129" y="112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7" y="113"/>
                      <a:pt x="127" y="113"/>
                      <a:pt x="127" y="113"/>
                    </a:cubicBezTo>
                    <a:cubicBezTo>
                      <a:pt x="126" y="112"/>
                      <a:pt x="126" y="112"/>
                      <a:pt x="126" y="112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4" y="115"/>
                      <a:pt x="124" y="115"/>
                      <a:pt x="124" y="115"/>
                    </a:cubicBezTo>
                    <a:cubicBezTo>
                      <a:pt x="123" y="115"/>
                      <a:pt x="123" y="115"/>
                      <a:pt x="123" y="115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3" y="112"/>
                      <a:pt x="123" y="112"/>
                      <a:pt x="123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2" y="112"/>
                      <a:pt x="122" y="112"/>
                      <a:pt x="122" y="112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3" y="109"/>
                      <a:pt x="123" y="109"/>
                      <a:pt x="123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1" y="109"/>
                      <a:pt x="120" y="109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19" y="108"/>
                      <a:pt x="119" y="108"/>
                      <a:pt x="119" y="108"/>
                    </a:cubicBezTo>
                    <a:cubicBezTo>
                      <a:pt x="121" y="109"/>
                      <a:pt x="121" y="109"/>
                      <a:pt x="121" y="109"/>
                    </a:cubicBezTo>
                    <a:cubicBezTo>
                      <a:pt x="122" y="106"/>
                      <a:pt x="122" y="106"/>
                      <a:pt x="122" y="106"/>
                    </a:cubicBez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19" y="106"/>
                      <a:pt x="119" y="106"/>
                      <a:pt x="119" y="106"/>
                    </a:cubicBezTo>
                    <a:cubicBezTo>
                      <a:pt x="117" y="105"/>
                      <a:pt x="117" y="105"/>
                      <a:pt x="117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8" y="104"/>
                      <a:pt x="118" y="104"/>
                      <a:pt x="118" y="104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4" y="102"/>
                      <a:pt x="114" y="102"/>
                      <a:pt x="114" y="102"/>
                    </a:cubicBezTo>
                    <a:cubicBezTo>
                      <a:pt x="113" y="101"/>
                      <a:pt x="113" y="101"/>
                      <a:pt x="113" y="101"/>
                    </a:cubicBezTo>
                    <a:cubicBezTo>
                      <a:pt x="114" y="101"/>
                      <a:pt x="114" y="101"/>
                      <a:pt x="114" y="101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8" y="102"/>
                      <a:pt x="118" y="102"/>
                      <a:pt x="118" y="102"/>
                    </a:cubicBezTo>
                    <a:cubicBezTo>
                      <a:pt x="117" y="100"/>
                      <a:pt x="117" y="100"/>
                      <a:pt x="117" y="100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9"/>
                      <a:pt x="117" y="99"/>
                      <a:pt x="117" y="99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8" y="98"/>
                      <a:pt x="118" y="98"/>
                      <a:pt x="118" y="98"/>
                    </a:cubicBezTo>
                    <a:cubicBezTo>
                      <a:pt x="119" y="98"/>
                      <a:pt x="119" y="98"/>
                      <a:pt x="119" y="98"/>
                    </a:cubicBezTo>
                    <a:cubicBezTo>
                      <a:pt x="119" y="97"/>
                      <a:pt x="119" y="97"/>
                      <a:pt x="119" y="97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7" y="95"/>
                      <a:pt x="117" y="95"/>
                      <a:pt x="117" y="95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20" y="96"/>
                      <a:pt x="120" y="96"/>
                      <a:pt x="120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1" y="96"/>
                      <a:pt x="121" y="96"/>
                      <a:pt x="121" y="96"/>
                    </a:cubicBezTo>
                    <a:cubicBezTo>
                      <a:pt x="122" y="96"/>
                      <a:pt x="122" y="96"/>
                      <a:pt x="122" y="96"/>
                    </a:cubicBezTo>
                    <a:cubicBezTo>
                      <a:pt x="123" y="97"/>
                      <a:pt x="123" y="97"/>
                      <a:pt x="123" y="97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24" y="97"/>
                      <a:pt x="124" y="97"/>
                      <a:pt x="124" y="97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4" y="91"/>
                      <a:pt x="124" y="91"/>
                      <a:pt x="124" y="91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4" y="79"/>
                      <a:pt x="124" y="79"/>
                      <a:pt x="124" y="79"/>
                    </a:cubicBezTo>
                    <a:cubicBezTo>
                      <a:pt x="123" y="77"/>
                      <a:pt x="123" y="77"/>
                      <a:pt x="123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3" y="75"/>
                      <a:pt x="123" y="75"/>
                      <a:pt x="123" y="75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8"/>
                      <a:pt x="116" y="68"/>
                      <a:pt x="116" y="68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4" y="69"/>
                      <a:pt x="114" y="69"/>
                      <a:pt x="114" y="69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3" y="67"/>
                      <a:pt x="113" y="67"/>
                      <a:pt x="113" y="67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5" y="75"/>
                      <a:pt x="45" y="75"/>
                      <a:pt x="45" y="76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4" y="80"/>
                      <a:pt x="64" y="80"/>
                      <a:pt x="64" y="80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0" y="87"/>
                      <a:pt x="70" y="87"/>
                      <a:pt x="70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0" y="90"/>
                      <a:pt x="70" y="90"/>
                      <a:pt x="70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1" y="102"/>
                      <a:pt x="71" y="102"/>
                      <a:pt x="71" y="102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99"/>
                      <a:pt x="73" y="99"/>
                      <a:pt x="73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5" y="100"/>
                      <a:pt x="75" y="100"/>
                      <a:pt x="75" y="100"/>
                    </a:cubicBezTo>
                    <a:cubicBezTo>
                      <a:pt x="75" y="99"/>
                      <a:pt x="75" y="99"/>
                      <a:pt x="75" y="99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80" y="97"/>
                      <a:pt x="80" y="97"/>
                      <a:pt x="80" y="97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80" y="100"/>
                      <a:pt x="80" y="100"/>
                      <a:pt x="80" y="100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2"/>
                      <a:pt x="78" y="102"/>
                      <a:pt x="78" y="102"/>
                    </a:cubicBezTo>
                    <a:cubicBezTo>
                      <a:pt x="79" y="104"/>
                      <a:pt x="79" y="104"/>
                      <a:pt x="79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6"/>
                      <a:pt x="82" y="106"/>
                      <a:pt x="82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10"/>
                      <a:pt x="82" y="110"/>
                      <a:pt x="82" y="110"/>
                    </a:cubicBezTo>
                    <a:cubicBezTo>
                      <a:pt x="83" y="110"/>
                      <a:pt x="83" y="110"/>
                      <a:pt x="83" y="110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1" y="118"/>
                      <a:pt x="81" y="118"/>
                      <a:pt x="81" y="118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0" y="121"/>
                      <a:pt x="80" y="121"/>
                      <a:pt x="80" y="121"/>
                    </a:cubicBezTo>
                    <a:cubicBezTo>
                      <a:pt x="78" y="120"/>
                      <a:pt x="78" y="120"/>
                      <a:pt x="78" y="120"/>
                    </a:cubicBezTo>
                    <a:cubicBezTo>
                      <a:pt x="77" y="121"/>
                      <a:pt x="77" y="121"/>
                      <a:pt x="77" y="121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4" y="126"/>
                      <a:pt x="74" y="126"/>
                      <a:pt x="74" y="126"/>
                    </a:cubicBezTo>
                    <a:cubicBezTo>
                      <a:pt x="73" y="126"/>
                      <a:pt x="73" y="126"/>
                      <a:pt x="73" y="126"/>
                    </a:cubicBezTo>
                    <a:cubicBezTo>
                      <a:pt x="71" y="128"/>
                      <a:pt x="71" y="128"/>
                      <a:pt x="71" y="128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3" y="132"/>
                      <a:pt x="63" y="132"/>
                      <a:pt x="63" y="132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6" y="142"/>
                      <a:pt x="66" y="142"/>
                      <a:pt x="66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1"/>
                      <a:pt x="64" y="141"/>
                      <a:pt x="64" y="141"/>
                    </a:cubicBezTo>
                    <a:cubicBezTo>
                      <a:pt x="63" y="140"/>
                      <a:pt x="63" y="140"/>
                      <a:pt x="63" y="140"/>
                    </a:cubicBezTo>
                    <a:cubicBezTo>
                      <a:pt x="61" y="141"/>
                      <a:pt x="61" y="141"/>
                      <a:pt x="61" y="141"/>
                    </a:cubicBezTo>
                    <a:cubicBezTo>
                      <a:pt x="60" y="142"/>
                      <a:pt x="60" y="142"/>
                      <a:pt x="60" y="142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9" y="141"/>
                      <a:pt x="59" y="141"/>
                      <a:pt x="59" y="141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2" y="143"/>
                      <a:pt x="52" y="143"/>
                      <a:pt x="52" y="143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8" y="143"/>
                      <a:pt x="48" y="143"/>
                      <a:pt x="48" y="143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5" y="140"/>
                      <a:pt x="45" y="140"/>
                      <a:pt x="45" y="140"/>
                    </a:cubicBezTo>
                    <a:cubicBezTo>
                      <a:pt x="44" y="140"/>
                      <a:pt x="44" y="140"/>
                      <a:pt x="44" y="14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40" y="141"/>
                      <a:pt x="40" y="141"/>
                      <a:pt x="40" y="141"/>
                    </a:cubicBezTo>
                    <a:cubicBezTo>
                      <a:pt x="40" y="142"/>
                      <a:pt x="40" y="142"/>
                      <a:pt x="40" y="142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40" y="143"/>
                      <a:pt x="40" y="143"/>
                      <a:pt x="40" y="143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3" y="147"/>
                      <a:pt x="33" y="147"/>
                      <a:pt x="33" y="147"/>
                    </a:cubicBezTo>
                    <a:cubicBezTo>
                      <a:pt x="33" y="149"/>
                      <a:pt x="33" y="149"/>
                      <a:pt x="33" y="149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6" y="154"/>
                      <a:pt x="36" y="154"/>
                      <a:pt x="36" y="154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6" y="155"/>
                      <a:pt x="46" y="155"/>
                      <a:pt x="46" y="155"/>
                    </a:cubicBezTo>
                    <a:cubicBezTo>
                      <a:pt x="47" y="156"/>
                      <a:pt x="47" y="156"/>
                      <a:pt x="47" y="15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1" y="155"/>
                      <a:pt x="51" y="155"/>
                      <a:pt x="51" y="155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6" y="154"/>
                      <a:pt x="56" y="154"/>
                      <a:pt x="56" y="154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4"/>
                      <a:pt x="58" y="154"/>
                      <a:pt x="58" y="154"/>
                    </a:cubicBezTo>
                    <a:cubicBezTo>
                      <a:pt x="57" y="155"/>
                      <a:pt x="57" y="155"/>
                      <a:pt x="57" y="155"/>
                    </a:cubicBezTo>
                    <a:cubicBezTo>
                      <a:pt x="57" y="158"/>
                      <a:pt x="57" y="158"/>
                      <a:pt x="57" y="158"/>
                    </a:cubicBezTo>
                    <a:cubicBezTo>
                      <a:pt x="59" y="157"/>
                      <a:pt x="59" y="157"/>
                      <a:pt x="59" y="157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0" y="155"/>
                      <a:pt x="60" y="155"/>
                      <a:pt x="60" y="155"/>
                    </a:cubicBezTo>
                    <a:cubicBezTo>
                      <a:pt x="61" y="154"/>
                      <a:pt x="61" y="154"/>
                      <a:pt x="61" y="154"/>
                    </a:cubicBezTo>
                    <a:cubicBezTo>
                      <a:pt x="61" y="155"/>
                      <a:pt x="61" y="155"/>
                      <a:pt x="61" y="155"/>
                    </a:cubicBezTo>
                    <a:cubicBezTo>
                      <a:pt x="60" y="156"/>
                      <a:pt x="60" y="156"/>
                      <a:pt x="60" y="156"/>
                    </a:cubicBezTo>
                    <a:cubicBezTo>
                      <a:pt x="62" y="159"/>
                      <a:pt x="62" y="159"/>
                      <a:pt x="62" y="159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6"/>
                      <a:pt x="62" y="156"/>
                      <a:pt x="62" y="156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64" y="159"/>
                      <a:pt x="64" y="159"/>
                      <a:pt x="64" y="159"/>
                    </a:cubicBezTo>
                    <a:cubicBezTo>
                      <a:pt x="64" y="161"/>
                      <a:pt x="64" y="161"/>
                      <a:pt x="64" y="161"/>
                    </a:cubicBezTo>
                    <a:cubicBezTo>
                      <a:pt x="64" y="162"/>
                      <a:pt x="64" y="162"/>
                      <a:pt x="64" y="162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4"/>
                      <a:pt x="66" y="164"/>
                      <a:pt x="66" y="164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8" y="168"/>
                      <a:pt x="68" y="168"/>
                      <a:pt x="68" y="168"/>
                    </a:cubicBezTo>
                    <a:cubicBezTo>
                      <a:pt x="68" y="166"/>
                      <a:pt x="68" y="166"/>
                      <a:pt x="68" y="166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69" y="166"/>
                      <a:pt x="69" y="166"/>
                      <a:pt x="69" y="166"/>
                    </a:cubicBezTo>
                    <a:cubicBezTo>
                      <a:pt x="70" y="168"/>
                      <a:pt x="70" y="168"/>
                      <a:pt x="70" y="168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69" y="169"/>
                      <a:pt x="69" y="169"/>
                      <a:pt x="69" y="169"/>
                    </a:cubicBezTo>
                    <a:cubicBezTo>
                      <a:pt x="67" y="169"/>
                      <a:pt x="67" y="169"/>
                      <a:pt x="67" y="169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68" y="171"/>
                      <a:pt x="68" y="171"/>
                      <a:pt x="68" y="171"/>
                    </a:cubicBezTo>
                    <a:cubicBezTo>
                      <a:pt x="68" y="173"/>
                      <a:pt x="68" y="173"/>
                      <a:pt x="68" y="173"/>
                    </a:cubicBezTo>
                    <a:cubicBezTo>
                      <a:pt x="69" y="174"/>
                      <a:pt x="69" y="174"/>
                      <a:pt x="69" y="174"/>
                    </a:cubicBezTo>
                    <a:cubicBezTo>
                      <a:pt x="70" y="175"/>
                      <a:pt x="70" y="175"/>
                      <a:pt x="70" y="175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0" y="176"/>
                      <a:pt x="70" y="176"/>
                      <a:pt x="70" y="176"/>
                    </a:cubicBezTo>
                    <a:cubicBezTo>
                      <a:pt x="72" y="177"/>
                      <a:pt x="72" y="177"/>
                      <a:pt x="72" y="177"/>
                    </a:cubicBezTo>
                    <a:cubicBezTo>
                      <a:pt x="73" y="178"/>
                      <a:pt x="73" y="178"/>
                      <a:pt x="73" y="178"/>
                    </a:cubicBezTo>
                    <a:cubicBezTo>
                      <a:pt x="74" y="178"/>
                      <a:pt x="74" y="178"/>
                      <a:pt x="74" y="178"/>
                    </a:cubicBezTo>
                    <a:cubicBezTo>
                      <a:pt x="76" y="180"/>
                      <a:pt x="76" y="180"/>
                      <a:pt x="76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79" y="182"/>
                      <a:pt x="79" y="182"/>
                      <a:pt x="79" y="182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3"/>
                      <a:pt x="81" y="183"/>
                      <a:pt x="81" y="183"/>
                    </a:cubicBezTo>
                    <a:cubicBezTo>
                      <a:pt x="81" y="184"/>
                      <a:pt x="81" y="184"/>
                      <a:pt x="81" y="184"/>
                    </a:cubicBezTo>
                    <a:cubicBezTo>
                      <a:pt x="83" y="186"/>
                      <a:pt x="83" y="186"/>
                      <a:pt x="83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4" y="187"/>
                      <a:pt x="84" y="187"/>
                      <a:pt x="84" y="187"/>
                    </a:cubicBezTo>
                    <a:cubicBezTo>
                      <a:pt x="87" y="188"/>
                      <a:pt x="87" y="188"/>
                      <a:pt x="87" y="188"/>
                    </a:cubicBezTo>
                    <a:cubicBezTo>
                      <a:pt x="88" y="188"/>
                      <a:pt x="88" y="188"/>
                      <a:pt x="88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3" y="191"/>
                      <a:pt x="93" y="191"/>
                      <a:pt x="93" y="191"/>
                    </a:cubicBezTo>
                    <a:cubicBezTo>
                      <a:pt x="94" y="191"/>
                      <a:pt x="94" y="191"/>
                      <a:pt x="94" y="191"/>
                    </a:cubicBezTo>
                    <a:cubicBezTo>
                      <a:pt x="95" y="192"/>
                      <a:pt x="95" y="192"/>
                      <a:pt x="95" y="192"/>
                    </a:cubicBezTo>
                    <a:cubicBezTo>
                      <a:pt x="97" y="193"/>
                      <a:pt x="97" y="193"/>
                      <a:pt x="97" y="193"/>
                    </a:cubicBezTo>
                    <a:cubicBezTo>
                      <a:pt x="98" y="194"/>
                      <a:pt x="98" y="194"/>
                      <a:pt x="98" y="194"/>
                    </a:cubicBezTo>
                    <a:cubicBezTo>
                      <a:pt x="100" y="194"/>
                      <a:pt x="100" y="194"/>
                      <a:pt x="100" y="194"/>
                    </a:cubicBezTo>
                    <a:cubicBezTo>
                      <a:pt x="101" y="193"/>
                      <a:pt x="101" y="193"/>
                      <a:pt x="101" y="193"/>
                    </a:cubicBezTo>
                    <a:cubicBezTo>
                      <a:pt x="101" y="192"/>
                      <a:pt x="101" y="192"/>
                      <a:pt x="101" y="192"/>
                    </a:cubicBezTo>
                    <a:cubicBezTo>
                      <a:pt x="100" y="191"/>
                      <a:pt x="100" y="191"/>
                      <a:pt x="100" y="191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0" y="190"/>
                      <a:pt x="100" y="190"/>
                      <a:pt x="100" y="190"/>
                    </a:cubicBezTo>
                    <a:cubicBezTo>
                      <a:pt x="101" y="190"/>
                      <a:pt x="101" y="190"/>
                      <a:pt x="101" y="190"/>
                    </a:cubicBezTo>
                    <a:cubicBezTo>
                      <a:pt x="102" y="189"/>
                      <a:pt x="102" y="189"/>
                      <a:pt x="102" y="189"/>
                    </a:cubicBezTo>
                    <a:cubicBezTo>
                      <a:pt x="101" y="187"/>
                      <a:pt x="101" y="187"/>
                      <a:pt x="101" y="187"/>
                    </a:cubicBezTo>
                    <a:cubicBezTo>
                      <a:pt x="100" y="188"/>
                      <a:pt x="100" y="188"/>
                      <a:pt x="100" y="188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99" y="185"/>
                      <a:pt x="99" y="185"/>
                      <a:pt x="99" y="185"/>
                    </a:cubicBezTo>
                    <a:cubicBezTo>
                      <a:pt x="98" y="186"/>
                      <a:pt x="98" y="186"/>
                      <a:pt x="98" y="186"/>
                    </a:cubicBezTo>
                    <a:cubicBezTo>
                      <a:pt x="98" y="185"/>
                      <a:pt x="98" y="185"/>
                      <a:pt x="98" y="185"/>
                    </a:cubicBezTo>
                    <a:cubicBezTo>
                      <a:pt x="99" y="184"/>
                      <a:pt x="99" y="184"/>
                      <a:pt x="99" y="184"/>
                    </a:cubicBezTo>
                    <a:cubicBezTo>
                      <a:pt x="98" y="182"/>
                      <a:pt x="98" y="182"/>
                      <a:pt x="98" y="182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6" y="182"/>
                      <a:pt x="96" y="182"/>
                      <a:pt x="96" y="182"/>
                    </a:cubicBezTo>
                    <a:cubicBezTo>
                      <a:pt x="97" y="181"/>
                      <a:pt x="97" y="181"/>
                      <a:pt x="97" y="181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4" y="177"/>
                      <a:pt x="94" y="177"/>
                      <a:pt x="94" y="177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0" y="174"/>
                      <a:pt x="90" y="174"/>
                      <a:pt x="90" y="174"/>
                    </a:cubicBezTo>
                    <a:cubicBezTo>
                      <a:pt x="90" y="173"/>
                      <a:pt x="90" y="173"/>
                      <a:pt x="90" y="173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88" y="170"/>
                      <a:pt x="88" y="170"/>
                      <a:pt x="88" y="170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8" y="168"/>
                      <a:pt x="88" y="168"/>
                      <a:pt x="88" y="168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89" y="168"/>
                      <a:pt x="89" y="168"/>
                      <a:pt x="89" y="168"/>
                    </a:cubicBezTo>
                    <a:cubicBezTo>
                      <a:pt x="90" y="168"/>
                      <a:pt x="90" y="168"/>
                      <a:pt x="90" y="168"/>
                    </a:cubicBezTo>
                    <a:cubicBezTo>
                      <a:pt x="90" y="169"/>
                      <a:pt x="90" y="169"/>
                      <a:pt x="90" y="169"/>
                    </a:cubicBezTo>
                    <a:cubicBezTo>
                      <a:pt x="91" y="171"/>
                      <a:pt x="91" y="171"/>
                      <a:pt x="91" y="171"/>
                    </a:cubicBezTo>
                    <a:cubicBezTo>
                      <a:pt x="92" y="172"/>
                      <a:pt x="92" y="172"/>
                      <a:pt x="92" y="172"/>
                    </a:cubicBezTo>
                    <a:cubicBezTo>
                      <a:pt x="93" y="172"/>
                      <a:pt x="93" y="172"/>
                      <a:pt x="93" y="172"/>
                    </a:cubicBezTo>
                    <a:cubicBezTo>
                      <a:pt x="93" y="173"/>
                      <a:pt x="93" y="173"/>
                      <a:pt x="93" y="173"/>
                    </a:cubicBezTo>
                    <a:cubicBezTo>
                      <a:pt x="95" y="175"/>
                      <a:pt x="95" y="175"/>
                      <a:pt x="95" y="175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96" y="175"/>
                      <a:pt x="96" y="175"/>
                      <a:pt x="96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7" y="175"/>
                      <a:pt x="97" y="175"/>
                      <a:pt x="97" y="175"/>
                    </a:cubicBezTo>
                    <a:cubicBezTo>
                      <a:pt x="98" y="177"/>
                      <a:pt x="98" y="177"/>
                      <a:pt x="98" y="177"/>
                    </a:cubicBezTo>
                    <a:cubicBezTo>
                      <a:pt x="99" y="180"/>
                      <a:pt x="99" y="180"/>
                      <a:pt x="99" y="180"/>
                    </a:cubicBezTo>
                    <a:cubicBezTo>
                      <a:pt x="100" y="178"/>
                      <a:pt x="100" y="178"/>
                      <a:pt x="100" y="178"/>
                    </a:cubicBezTo>
                    <a:cubicBezTo>
                      <a:pt x="100" y="179"/>
                      <a:pt x="100" y="179"/>
                      <a:pt x="100" y="179"/>
                    </a:cubicBezTo>
                    <a:cubicBezTo>
                      <a:pt x="101" y="179"/>
                      <a:pt x="101" y="179"/>
                      <a:pt x="101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3" y="179"/>
                      <a:pt x="103" y="179"/>
                      <a:pt x="103" y="179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5" y="181"/>
                      <a:pt x="105" y="181"/>
                      <a:pt x="105" y="181"/>
                    </a:cubicBez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07" y="182"/>
                      <a:pt x="107" y="182"/>
                      <a:pt x="107" y="182"/>
                    </a:cubicBezTo>
                    <a:cubicBezTo>
                      <a:pt x="106" y="183"/>
                      <a:pt x="106" y="183"/>
                      <a:pt x="106" y="183"/>
                    </a:cubicBezTo>
                    <a:cubicBezTo>
                      <a:pt x="107" y="185"/>
                      <a:pt x="107" y="185"/>
                      <a:pt x="107" y="185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109" y="186"/>
                      <a:pt x="109" y="186"/>
                      <a:pt x="109" y="186"/>
                    </a:cubicBezTo>
                    <a:cubicBezTo>
                      <a:pt x="109" y="187"/>
                      <a:pt x="109" y="187"/>
                      <a:pt x="109" y="187"/>
                    </a:cubicBezTo>
                    <a:cubicBezTo>
                      <a:pt x="107" y="188"/>
                      <a:pt x="107" y="188"/>
                      <a:pt x="107" y="188"/>
                    </a:cubicBezTo>
                    <a:cubicBezTo>
                      <a:pt x="108" y="189"/>
                      <a:pt x="108" y="189"/>
                      <a:pt x="108" y="189"/>
                    </a:cubicBezTo>
                    <a:cubicBezTo>
                      <a:pt x="109" y="189"/>
                      <a:pt x="109" y="189"/>
                      <a:pt x="109" y="189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2" y="189"/>
                      <a:pt x="112" y="189"/>
                      <a:pt x="112" y="189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8"/>
                      <a:pt x="112" y="188"/>
                      <a:pt x="112" y="188"/>
                    </a:cubicBezTo>
                    <a:cubicBezTo>
                      <a:pt x="112" y="186"/>
                      <a:pt x="112" y="186"/>
                      <a:pt x="112" y="186"/>
                    </a:cubicBezTo>
                    <a:cubicBezTo>
                      <a:pt x="111" y="186"/>
                      <a:pt x="111" y="186"/>
                      <a:pt x="111" y="186"/>
                    </a:cubicBezTo>
                    <a:cubicBezTo>
                      <a:pt x="110" y="186"/>
                      <a:pt x="110" y="186"/>
                      <a:pt x="110" y="186"/>
                    </a:cubicBezTo>
                    <a:cubicBezTo>
                      <a:pt x="110" y="185"/>
                      <a:pt x="110" y="185"/>
                      <a:pt x="110" y="185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10" y="183"/>
                      <a:pt x="110" y="183"/>
                      <a:pt x="110" y="183"/>
                    </a:cubicBezTo>
                    <a:cubicBezTo>
                      <a:pt x="109" y="181"/>
                      <a:pt x="109" y="181"/>
                      <a:pt x="109" y="181"/>
                    </a:cubicBezTo>
                    <a:cubicBezTo>
                      <a:pt x="110" y="182"/>
                      <a:pt x="110" y="182"/>
                      <a:pt x="110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3" y="181"/>
                      <a:pt x="113" y="181"/>
                      <a:pt x="113" y="181"/>
                    </a:cubicBezTo>
                    <a:cubicBezTo>
                      <a:pt x="112" y="180"/>
                      <a:pt x="112" y="180"/>
                      <a:pt x="112" y="180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2" y="176"/>
                      <a:pt x="112" y="176"/>
                      <a:pt x="112" y="176"/>
                    </a:cubicBezTo>
                    <a:cubicBezTo>
                      <a:pt x="114" y="178"/>
                      <a:pt x="114" y="178"/>
                      <a:pt x="114" y="178"/>
                    </a:cubicBezTo>
                    <a:cubicBezTo>
                      <a:pt x="115" y="177"/>
                      <a:pt x="115" y="177"/>
                      <a:pt x="115" y="177"/>
                    </a:cubicBezTo>
                    <a:cubicBezTo>
                      <a:pt x="115" y="178"/>
                      <a:pt x="115" y="178"/>
                      <a:pt x="115" y="178"/>
                    </a:cubicBezTo>
                    <a:cubicBezTo>
                      <a:pt x="117" y="177"/>
                      <a:pt x="117" y="177"/>
                      <a:pt x="117" y="177"/>
                    </a:cubicBezTo>
                    <a:cubicBezTo>
                      <a:pt x="116" y="176"/>
                      <a:pt x="116" y="176"/>
                      <a:pt x="116" y="176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7" y="171"/>
                      <a:pt x="117" y="171"/>
                      <a:pt x="117" y="171"/>
                    </a:cubicBezTo>
                    <a:cubicBezTo>
                      <a:pt x="116" y="170"/>
                      <a:pt x="116" y="170"/>
                      <a:pt x="116" y="170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4" y="166"/>
                      <a:pt x="114" y="166"/>
                      <a:pt x="114" y="166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14" y="165"/>
                      <a:pt x="114" y="165"/>
                      <a:pt x="114" y="165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2" y="163"/>
                      <a:pt x="112" y="163"/>
                      <a:pt x="112" y="163"/>
                    </a:cubicBez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5" y="161"/>
                      <a:pt x="115" y="161"/>
                      <a:pt x="115" y="161"/>
                    </a:cubicBezTo>
                    <a:cubicBezTo>
                      <a:pt x="114" y="160"/>
                      <a:pt x="114" y="160"/>
                      <a:pt x="114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4" y="157"/>
                      <a:pt x="114" y="157"/>
                      <a:pt x="114" y="157"/>
                    </a:cubicBezTo>
                    <a:cubicBezTo>
                      <a:pt x="113" y="158"/>
                      <a:pt x="113" y="158"/>
                      <a:pt x="113" y="158"/>
                    </a:cubicBezTo>
                    <a:cubicBezTo>
                      <a:pt x="113" y="157"/>
                      <a:pt x="113" y="157"/>
                      <a:pt x="113" y="157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0" y="155"/>
                      <a:pt x="110" y="155"/>
                      <a:pt x="110" y="155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09" y="157"/>
                      <a:pt x="109" y="157"/>
                      <a:pt x="109" y="157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3"/>
                      <a:pt x="109" y="153"/>
                      <a:pt x="109" y="153"/>
                    </a:cubicBezTo>
                    <a:cubicBezTo>
                      <a:pt x="107" y="152"/>
                      <a:pt x="107" y="152"/>
                      <a:pt x="107" y="152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6" y="152"/>
                      <a:pt x="106" y="152"/>
                      <a:pt x="106" y="152"/>
                    </a:cubicBezTo>
                    <a:cubicBezTo>
                      <a:pt x="105" y="152"/>
                      <a:pt x="105" y="152"/>
                      <a:pt x="105" y="152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105" y="151"/>
                      <a:pt x="105" y="151"/>
                      <a:pt x="105" y="151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7" y="148"/>
                      <a:pt x="107" y="148"/>
                      <a:pt x="107" y="148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6" y="146"/>
                      <a:pt x="106" y="146"/>
                      <a:pt x="106" y="146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05" y="144"/>
                      <a:pt x="105" y="144"/>
                      <a:pt x="105" y="144"/>
                    </a:cubicBezTo>
                    <a:cubicBezTo>
                      <a:pt x="103" y="144"/>
                      <a:pt x="103" y="144"/>
                      <a:pt x="103" y="144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7"/>
                      <a:pt x="102" y="137"/>
                      <a:pt x="102" y="137"/>
                    </a:cubicBezTo>
                    <a:cubicBezTo>
                      <a:pt x="102" y="138"/>
                      <a:pt x="102" y="138"/>
                      <a:pt x="102" y="138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2" y="140"/>
                      <a:pt x="102" y="140"/>
                      <a:pt x="102" y="140"/>
                    </a:cubicBezTo>
                    <a:cubicBezTo>
                      <a:pt x="104" y="142"/>
                      <a:pt x="104" y="142"/>
                      <a:pt x="104" y="142"/>
                    </a:cubicBezTo>
                    <a:cubicBezTo>
                      <a:pt x="105" y="142"/>
                      <a:pt x="105" y="142"/>
                      <a:pt x="105" y="142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07" y="142"/>
                      <a:pt x="107" y="142"/>
                      <a:pt x="107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9" y="140"/>
                      <a:pt x="109" y="140"/>
                      <a:pt x="109" y="140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9"/>
                      <a:pt x="108" y="139"/>
                      <a:pt x="108" y="139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07" y="137"/>
                      <a:pt x="107" y="137"/>
                      <a:pt x="107" y="137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09" y="136"/>
                      <a:pt x="109" y="136"/>
                      <a:pt x="109" y="136"/>
                    </a:cubicBezTo>
                    <a:cubicBezTo>
                      <a:pt x="110" y="136"/>
                      <a:pt x="110" y="136"/>
                      <a:pt x="110" y="136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0" y="135"/>
                      <a:pt x="110" y="135"/>
                      <a:pt x="110" y="135"/>
                    </a:cubicBezTo>
                    <a:cubicBezTo>
                      <a:pt x="111" y="135"/>
                      <a:pt x="111" y="135"/>
                      <a:pt x="111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1" y="136"/>
                      <a:pt x="111" y="136"/>
                      <a:pt x="111" y="136"/>
                    </a:cubicBezTo>
                    <a:cubicBezTo>
                      <a:pt x="110" y="137"/>
                      <a:pt x="110" y="137"/>
                      <a:pt x="110" y="137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2" y="138"/>
                      <a:pt x="112" y="138"/>
                      <a:pt x="112" y="138"/>
                    </a:cubicBezTo>
                    <a:cubicBezTo>
                      <a:pt x="113" y="139"/>
                      <a:pt x="113" y="139"/>
                      <a:pt x="113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5" y="139"/>
                      <a:pt x="115" y="139"/>
                      <a:pt x="115" y="139"/>
                    </a:cubicBezTo>
                    <a:cubicBezTo>
                      <a:pt x="114" y="140"/>
                      <a:pt x="114" y="140"/>
                      <a:pt x="114" y="140"/>
                    </a:cubicBezTo>
                    <a:cubicBezTo>
                      <a:pt x="114" y="141"/>
                      <a:pt x="114" y="141"/>
                      <a:pt x="114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7" y="142"/>
                      <a:pt x="117" y="142"/>
                      <a:pt x="117" y="142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21" y="140"/>
                      <a:pt x="121" y="140"/>
                      <a:pt x="121" y="140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18" y="141"/>
                      <a:pt x="118" y="141"/>
                      <a:pt x="118" y="141"/>
                    </a:cubicBezTo>
                    <a:cubicBezTo>
                      <a:pt x="117" y="143"/>
                      <a:pt x="117" y="143"/>
                      <a:pt x="117" y="143"/>
                    </a:cubicBezTo>
                    <a:cubicBezTo>
                      <a:pt x="116" y="144"/>
                      <a:pt x="116" y="144"/>
                      <a:pt x="116" y="144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5"/>
                      <a:pt x="117" y="145"/>
                      <a:pt x="117" y="145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6"/>
                      <a:pt x="117" y="146"/>
                      <a:pt x="117" y="146"/>
                    </a:cubicBezTo>
                    <a:cubicBezTo>
                      <a:pt x="117" y="147"/>
                      <a:pt x="117" y="147"/>
                      <a:pt x="117" y="147"/>
                    </a:cubicBezTo>
                    <a:cubicBezTo>
                      <a:pt x="117" y="148"/>
                      <a:pt x="117" y="148"/>
                      <a:pt x="117" y="148"/>
                    </a:cubicBezTo>
                    <a:cubicBezTo>
                      <a:pt x="117" y="149"/>
                      <a:pt x="117" y="149"/>
                      <a:pt x="117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9" y="149"/>
                      <a:pt x="119" y="149"/>
                      <a:pt x="119" y="149"/>
                    </a:cubicBezTo>
                    <a:cubicBezTo>
                      <a:pt x="118" y="149"/>
                      <a:pt x="118" y="149"/>
                      <a:pt x="118" y="149"/>
                    </a:cubicBezTo>
                    <a:cubicBezTo>
                      <a:pt x="117" y="150"/>
                      <a:pt x="117" y="150"/>
                      <a:pt x="117" y="150"/>
                    </a:cubicBez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8" y="152"/>
                      <a:pt x="118" y="152"/>
                      <a:pt x="118" y="152"/>
                    </a:cubicBezTo>
                    <a:cubicBezTo>
                      <a:pt x="118" y="153"/>
                      <a:pt x="118" y="153"/>
                      <a:pt x="118" y="153"/>
                    </a:cubicBezTo>
                    <a:cubicBezTo>
                      <a:pt x="119" y="154"/>
                      <a:pt x="119" y="154"/>
                      <a:pt x="119" y="154"/>
                    </a:cubicBezTo>
                    <a:cubicBezTo>
                      <a:pt x="120" y="153"/>
                      <a:pt x="120" y="153"/>
                      <a:pt x="120" y="153"/>
                    </a:cubicBezTo>
                    <a:cubicBezTo>
                      <a:pt x="121" y="153"/>
                      <a:pt x="121" y="153"/>
                      <a:pt x="121" y="153"/>
                    </a:cubicBezTo>
                    <a:cubicBezTo>
                      <a:pt x="120" y="154"/>
                      <a:pt x="120" y="154"/>
                      <a:pt x="120" y="154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22" y="155"/>
                      <a:pt x="122" y="155"/>
                      <a:pt x="122" y="155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6"/>
                      <a:pt x="123" y="156"/>
                      <a:pt x="123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6" y="158"/>
                      <a:pt x="126" y="158"/>
                      <a:pt x="126" y="158"/>
                    </a:cubicBezTo>
                    <a:cubicBezTo>
                      <a:pt x="126" y="157"/>
                      <a:pt x="126" y="157"/>
                      <a:pt x="126" y="157"/>
                    </a:cubicBezTo>
                    <a:cubicBezTo>
                      <a:pt x="128" y="157"/>
                      <a:pt x="128" y="157"/>
                      <a:pt x="128" y="157"/>
                    </a:cubicBezTo>
                    <a:cubicBezTo>
                      <a:pt x="128" y="155"/>
                      <a:pt x="128" y="155"/>
                      <a:pt x="128" y="155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8" y="153"/>
                      <a:pt x="128" y="153"/>
                      <a:pt x="128" y="153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1"/>
                      <a:pt x="128" y="151"/>
                      <a:pt x="128" y="151"/>
                    </a:cubicBezTo>
                    <a:cubicBezTo>
                      <a:pt x="129" y="150"/>
                      <a:pt x="129" y="150"/>
                      <a:pt x="129" y="150"/>
                    </a:cubicBezTo>
                    <a:cubicBezTo>
                      <a:pt x="128" y="149"/>
                      <a:pt x="128" y="149"/>
                      <a:pt x="128" y="149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29" y="148"/>
                      <a:pt x="129" y="148"/>
                      <a:pt x="129" y="148"/>
                    </a:cubicBez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31" y="148"/>
                      <a:pt x="131" y="148"/>
                      <a:pt x="131" y="148"/>
                    </a:cubicBezTo>
                    <a:cubicBezTo>
                      <a:pt x="132" y="149"/>
                      <a:pt x="132" y="149"/>
                      <a:pt x="132" y="149"/>
                    </a:cubicBezTo>
                    <a:cubicBezTo>
                      <a:pt x="133" y="149"/>
                      <a:pt x="133" y="149"/>
                      <a:pt x="133" y="149"/>
                    </a:cubicBezTo>
                    <a:cubicBezTo>
                      <a:pt x="134" y="148"/>
                      <a:pt x="134" y="148"/>
                      <a:pt x="134" y="148"/>
                    </a:cubicBezTo>
                    <a:cubicBezTo>
                      <a:pt x="134" y="145"/>
                      <a:pt x="134" y="145"/>
                      <a:pt x="134" y="145"/>
                    </a:cubicBezTo>
                    <a:cubicBezTo>
                      <a:pt x="135" y="147"/>
                      <a:pt x="135" y="147"/>
                      <a:pt x="135" y="147"/>
                    </a:cubicBezTo>
                    <a:cubicBezTo>
                      <a:pt x="136" y="147"/>
                      <a:pt x="136" y="147"/>
                      <a:pt x="136" y="147"/>
                    </a:cubicBezTo>
                    <a:cubicBezTo>
                      <a:pt x="137" y="145"/>
                      <a:pt x="137" y="145"/>
                      <a:pt x="137" y="145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9" y="144"/>
                      <a:pt x="139" y="144"/>
                      <a:pt x="139" y="144"/>
                    </a:cubicBezTo>
                    <a:cubicBezTo>
                      <a:pt x="140" y="142"/>
                      <a:pt x="140" y="142"/>
                      <a:pt x="140" y="142"/>
                    </a:cubicBezTo>
                    <a:cubicBezTo>
                      <a:pt x="139" y="141"/>
                      <a:pt x="139" y="141"/>
                      <a:pt x="139" y="141"/>
                    </a:cubicBezTo>
                    <a:cubicBezTo>
                      <a:pt x="138" y="141"/>
                      <a:pt x="138" y="141"/>
                      <a:pt x="138" y="141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41" y="141"/>
                      <a:pt x="141" y="141"/>
                      <a:pt x="141" y="141"/>
                    </a:cubicBezTo>
                    <a:cubicBezTo>
                      <a:pt x="142" y="140"/>
                      <a:pt x="142" y="140"/>
                      <a:pt x="142" y="140"/>
                    </a:cubicBezTo>
                    <a:cubicBezTo>
                      <a:pt x="144" y="140"/>
                      <a:pt x="144" y="140"/>
                      <a:pt x="144" y="14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8"/>
                      <a:pt x="144" y="138"/>
                      <a:pt x="144" y="138"/>
                    </a:cubicBezTo>
                    <a:cubicBezTo>
                      <a:pt x="144" y="137"/>
                      <a:pt x="144" y="137"/>
                      <a:pt x="144" y="137"/>
                    </a:cubicBezTo>
                    <a:cubicBezTo>
                      <a:pt x="146" y="137"/>
                      <a:pt x="146" y="137"/>
                      <a:pt x="146" y="137"/>
                    </a:cubicBezTo>
                    <a:lnTo>
                      <a:pt x="147" y="137"/>
                    </a:lnTo>
                    <a:close/>
                    <a:moveTo>
                      <a:pt x="121" y="89"/>
                    </a:moveTo>
                    <a:cubicBezTo>
                      <a:pt x="122" y="90"/>
                      <a:pt x="122" y="90"/>
                      <a:pt x="122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90"/>
                      <a:pt x="119" y="90"/>
                      <a:pt x="119" y="90"/>
                    </a:cubicBezTo>
                    <a:cubicBezTo>
                      <a:pt x="121" y="89"/>
                      <a:pt x="121" y="89"/>
                      <a:pt x="121" y="89"/>
                    </a:cubicBezTo>
                    <a:close/>
                    <a:moveTo>
                      <a:pt x="120" y="87"/>
                    </a:moveTo>
                    <a:cubicBezTo>
                      <a:pt x="120" y="87"/>
                      <a:pt x="120" y="87"/>
                      <a:pt x="120" y="87"/>
                    </a:cubicBezTo>
                    <a:cubicBezTo>
                      <a:pt x="121" y="87"/>
                      <a:pt x="121" y="87"/>
                      <a:pt x="121" y="87"/>
                    </a:cubicBezTo>
                    <a:cubicBezTo>
                      <a:pt x="121" y="87"/>
                      <a:pt x="121" y="87"/>
                      <a:pt x="121" y="87"/>
                    </a:cubicBezTo>
                    <a:lnTo>
                      <a:pt x="120" y="87"/>
                    </a:lnTo>
                    <a:close/>
                    <a:moveTo>
                      <a:pt x="116" y="78"/>
                    </a:moveTo>
                    <a:cubicBezTo>
                      <a:pt x="118" y="78"/>
                      <a:pt x="118" y="78"/>
                      <a:pt x="118" y="78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6"/>
                      <a:pt x="120" y="76"/>
                      <a:pt x="120" y="76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8"/>
                      <a:pt x="120" y="78"/>
                      <a:pt x="120" y="78"/>
                    </a:cubicBezTo>
                    <a:cubicBezTo>
                      <a:pt x="119" y="80"/>
                      <a:pt x="119" y="80"/>
                      <a:pt x="119" y="80"/>
                    </a:cubicBezTo>
                    <a:cubicBezTo>
                      <a:pt x="120" y="80"/>
                      <a:pt x="120" y="80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8" y="82"/>
                      <a:pt x="118" y="82"/>
                      <a:pt x="118" y="82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8" y="81"/>
                      <a:pt x="118" y="81"/>
                      <a:pt x="118" y="81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8"/>
                      <a:pt x="118" y="78"/>
                      <a:pt x="118" y="78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6" y="79"/>
                      <a:pt x="116" y="79"/>
                      <a:pt x="116" y="79"/>
                    </a:cubicBezTo>
                    <a:cubicBezTo>
                      <a:pt x="115" y="78"/>
                      <a:pt x="115" y="78"/>
                      <a:pt x="115" y="78"/>
                    </a:cubicBezTo>
                    <a:lnTo>
                      <a:pt x="116" y="78"/>
                    </a:lnTo>
                    <a:close/>
                    <a:moveTo>
                      <a:pt x="29" y="51"/>
                    </a:moveTo>
                    <a:cubicBezTo>
                      <a:pt x="28" y="51"/>
                      <a:pt x="28" y="51"/>
                      <a:pt x="28" y="51"/>
                    </a:cubicBezTo>
                    <a:cubicBezTo>
                      <a:pt x="29" y="51"/>
                      <a:pt x="29" y="51"/>
                      <a:pt x="29" y="51"/>
                    </a:cubicBezTo>
                    <a:close/>
                    <a:moveTo>
                      <a:pt x="29" y="50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lnTo>
                      <a:pt x="29" y="50"/>
                    </a:lnTo>
                    <a:close/>
                    <a:moveTo>
                      <a:pt x="31" y="47"/>
                    </a:move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5"/>
                      <a:pt x="31" y="45"/>
                      <a:pt x="31" y="45"/>
                    </a:cubicBezTo>
                    <a:lnTo>
                      <a:pt x="31" y="47"/>
                    </a:lnTo>
                    <a:close/>
                    <a:moveTo>
                      <a:pt x="60" y="62"/>
                    </a:move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0" y="62"/>
                      <a:pt x="60" y="62"/>
                    </a:cubicBezTo>
                    <a:close/>
                    <a:moveTo>
                      <a:pt x="65" y="32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2"/>
                      <a:pt x="66" y="32"/>
                      <a:pt x="66" y="32"/>
                    </a:cubicBezTo>
                    <a:lnTo>
                      <a:pt x="65" y="32"/>
                    </a:lnTo>
                    <a:close/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8" y="34"/>
                      <a:pt x="68" y="34"/>
                      <a:pt x="68" y="34"/>
                    </a:cubicBezTo>
                    <a:lnTo>
                      <a:pt x="68" y="33"/>
                    </a:lnTo>
                    <a:close/>
                    <a:moveTo>
                      <a:pt x="70" y="41"/>
                    </a:move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69" y="40"/>
                      <a:pt x="69" y="40"/>
                      <a:pt x="69" y="40"/>
                    </a:cubicBezTo>
                    <a:lnTo>
                      <a:pt x="70" y="41"/>
                    </a:lnTo>
                    <a:close/>
                    <a:moveTo>
                      <a:pt x="74" y="95"/>
                    </a:moveTo>
                    <a:cubicBezTo>
                      <a:pt x="74" y="95"/>
                      <a:pt x="74" y="95"/>
                      <a:pt x="74" y="95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75" y="95"/>
                      <a:pt x="75" y="95"/>
                      <a:pt x="75" y="95"/>
                    </a:cubicBezTo>
                    <a:lnTo>
                      <a:pt x="74" y="95"/>
                    </a:lnTo>
                    <a:close/>
                    <a:moveTo>
                      <a:pt x="79" y="38"/>
                    </a:moveTo>
                    <a:cubicBezTo>
                      <a:pt x="79" y="38"/>
                      <a:pt x="79" y="38"/>
                      <a:pt x="79" y="38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lose/>
                    <a:moveTo>
                      <a:pt x="111" y="160"/>
                    </a:moveTo>
                    <a:cubicBezTo>
                      <a:pt x="112" y="161"/>
                      <a:pt x="112" y="161"/>
                      <a:pt x="112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cubicBezTo>
                      <a:pt x="111" y="161"/>
                      <a:pt x="111" y="161"/>
                      <a:pt x="111" y="161"/>
                    </a:cubicBezTo>
                    <a:lnTo>
                      <a:pt x="111" y="160"/>
                    </a:lnTo>
                    <a:close/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lnTo>
                      <a:pt x="102" y="53"/>
                    </a:lnTo>
                    <a:close/>
                    <a:moveTo>
                      <a:pt x="102" y="64"/>
                    </a:moveTo>
                    <a:cubicBezTo>
                      <a:pt x="102" y="64"/>
                      <a:pt x="102" y="64"/>
                      <a:pt x="102" y="64"/>
                    </a:cubicBezTo>
                    <a:cubicBezTo>
                      <a:pt x="102" y="64"/>
                      <a:pt x="102" y="64"/>
                      <a:pt x="102" y="64"/>
                    </a:cubicBezTo>
                    <a:close/>
                    <a:moveTo>
                      <a:pt x="99" y="56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8" y="56"/>
                      <a:pt x="98" y="56"/>
                      <a:pt x="98" y="56"/>
                    </a:cubicBezTo>
                    <a:lnTo>
                      <a:pt x="99" y="56"/>
                    </a:lnTo>
                    <a:close/>
                    <a:moveTo>
                      <a:pt x="99" y="53"/>
                    </a:move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100" y="52"/>
                      <a:pt x="100" y="52"/>
                      <a:pt x="100" y="52"/>
                    </a:cubicBezTo>
                    <a:lnTo>
                      <a:pt x="99" y="53"/>
                    </a:lnTo>
                    <a:close/>
                    <a:moveTo>
                      <a:pt x="100" y="58"/>
                    </a:move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lnTo>
                      <a:pt x="100" y="58"/>
                    </a:lnTo>
                    <a:close/>
                    <a:moveTo>
                      <a:pt x="101" y="53"/>
                    </a:moveTo>
                    <a:cubicBezTo>
                      <a:pt x="100" y="52"/>
                      <a:pt x="100" y="52"/>
                      <a:pt x="100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lose/>
                    <a:moveTo>
                      <a:pt x="101" y="56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lnTo>
                      <a:pt x="101" y="56"/>
                    </a:lnTo>
                    <a:close/>
                    <a:moveTo>
                      <a:pt x="102" y="67"/>
                    </a:move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lnTo>
                      <a:pt x="102" y="67"/>
                    </a:lnTo>
                    <a:close/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lose/>
                    <a:moveTo>
                      <a:pt x="104" y="66"/>
                    </a:move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6"/>
                    </a:cubicBezTo>
                    <a:lnTo>
                      <a:pt x="104" y="66"/>
                    </a:lnTo>
                    <a:close/>
                    <a:moveTo>
                      <a:pt x="105" y="62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2"/>
                      <a:pt x="105" y="62"/>
                      <a:pt x="105" y="62"/>
                    </a:cubicBezTo>
                    <a:close/>
                    <a:moveTo>
                      <a:pt x="108" y="66"/>
                    </a:moveTo>
                    <a:cubicBezTo>
                      <a:pt x="107" y="66"/>
                      <a:pt x="107" y="66"/>
                      <a:pt x="107" y="66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6"/>
                      <a:pt x="108" y="66"/>
                      <a:pt x="108" y="66"/>
                    </a:cubicBezTo>
                    <a:close/>
                    <a:moveTo>
                      <a:pt x="114" y="104"/>
                    </a:move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5" y="104"/>
                      <a:pt x="115" y="104"/>
                      <a:pt x="115" y="104"/>
                    </a:cubicBezTo>
                    <a:lnTo>
                      <a:pt x="114" y="104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8" name="Freeform 6427">
                <a:extLst>
                  <a:ext uri="{FF2B5EF4-FFF2-40B4-BE49-F238E27FC236}">
                    <a16:creationId xmlns:a16="http://schemas.microsoft.com/office/drawing/2014/main" id="{D9894DAE-2D71-46D1-9C5C-6ACF06E8C9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48" y="1333"/>
                <a:ext cx="37" cy="21"/>
              </a:xfrm>
              <a:custGeom>
                <a:avLst/>
                <a:gdLst>
                  <a:gd name="T0" fmla="*/ 26 w 37"/>
                  <a:gd name="T1" fmla="*/ 6 h 21"/>
                  <a:gd name="T2" fmla="*/ 24 w 37"/>
                  <a:gd name="T3" fmla="*/ 4 h 21"/>
                  <a:gd name="T4" fmla="*/ 22 w 37"/>
                  <a:gd name="T5" fmla="*/ 2 h 21"/>
                  <a:gd name="T6" fmla="*/ 19 w 37"/>
                  <a:gd name="T7" fmla="*/ 2 h 21"/>
                  <a:gd name="T8" fmla="*/ 17 w 37"/>
                  <a:gd name="T9" fmla="*/ 2 h 21"/>
                  <a:gd name="T10" fmla="*/ 17 w 37"/>
                  <a:gd name="T11" fmla="*/ 2 h 21"/>
                  <a:gd name="T12" fmla="*/ 17 w 37"/>
                  <a:gd name="T13" fmla="*/ 0 h 21"/>
                  <a:gd name="T14" fmla="*/ 13 w 37"/>
                  <a:gd name="T15" fmla="*/ 0 h 21"/>
                  <a:gd name="T16" fmla="*/ 11 w 37"/>
                  <a:gd name="T17" fmla="*/ 0 h 21"/>
                  <a:gd name="T18" fmla="*/ 9 w 37"/>
                  <a:gd name="T19" fmla="*/ 0 h 21"/>
                  <a:gd name="T20" fmla="*/ 7 w 37"/>
                  <a:gd name="T21" fmla="*/ 0 h 21"/>
                  <a:gd name="T22" fmla="*/ 4 w 37"/>
                  <a:gd name="T23" fmla="*/ 0 h 21"/>
                  <a:gd name="T24" fmla="*/ 2 w 37"/>
                  <a:gd name="T25" fmla="*/ 2 h 21"/>
                  <a:gd name="T26" fmla="*/ 0 w 37"/>
                  <a:gd name="T27" fmla="*/ 8 h 21"/>
                  <a:gd name="T28" fmla="*/ 0 w 37"/>
                  <a:gd name="T29" fmla="*/ 13 h 21"/>
                  <a:gd name="T30" fmla="*/ 4 w 37"/>
                  <a:gd name="T31" fmla="*/ 13 h 21"/>
                  <a:gd name="T32" fmla="*/ 6 w 37"/>
                  <a:gd name="T33" fmla="*/ 13 h 21"/>
                  <a:gd name="T34" fmla="*/ 7 w 37"/>
                  <a:gd name="T35" fmla="*/ 15 h 21"/>
                  <a:gd name="T36" fmla="*/ 11 w 37"/>
                  <a:gd name="T37" fmla="*/ 17 h 21"/>
                  <a:gd name="T38" fmla="*/ 13 w 37"/>
                  <a:gd name="T39" fmla="*/ 17 h 21"/>
                  <a:gd name="T40" fmla="*/ 17 w 37"/>
                  <a:gd name="T41" fmla="*/ 19 h 21"/>
                  <a:gd name="T42" fmla="*/ 22 w 37"/>
                  <a:gd name="T43" fmla="*/ 19 h 21"/>
                  <a:gd name="T44" fmla="*/ 24 w 37"/>
                  <a:gd name="T45" fmla="*/ 21 h 21"/>
                  <a:gd name="T46" fmla="*/ 28 w 37"/>
                  <a:gd name="T47" fmla="*/ 21 h 21"/>
                  <a:gd name="T48" fmla="*/ 32 w 37"/>
                  <a:gd name="T49" fmla="*/ 17 h 21"/>
                  <a:gd name="T50" fmla="*/ 33 w 37"/>
                  <a:gd name="T51" fmla="*/ 19 h 21"/>
                  <a:gd name="T52" fmla="*/ 37 w 37"/>
                  <a:gd name="T53" fmla="*/ 17 h 21"/>
                  <a:gd name="T54" fmla="*/ 35 w 37"/>
                  <a:gd name="T55" fmla="*/ 15 h 21"/>
                  <a:gd name="T56" fmla="*/ 35 w 37"/>
                  <a:gd name="T57" fmla="*/ 13 h 21"/>
                  <a:gd name="T58" fmla="*/ 33 w 37"/>
                  <a:gd name="T59" fmla="*/ 11 h 21"/>
                  <a:gd name="T60" fmla="*/ 32 w 37"/>
                  <a:gd name="T61" fmla="*/ 8 h 21"/>
                  <a:gd name="T62" fmla="*/ 30 w 37"/>
                  <a:gd name="T63" fmla="*/ 10 h 21"/>
                  <a:gd name="T64" fmla="*/ 28 w 37"/>
                  <a:gd name="T65" fmla="*/ 10 h 21"/>
                  <a:gd name="T66" fmla="*/ 30 w 37"/>
                  <a:gd name="T67" fmla="*/ 8 h 21"/>
                  <a:gd name="T68" fmla="*/ 26 w 37"/>
                  <a:gd name="T6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1">
                    <a:moveTo>
                      <a:pt x="26" y="6"/>
                    </a:moveTo>
                    <a:lnTo>
                      <a:pt x="24" y="4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7" y="15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7" y="19"/>
                    </a:lnTo>
                    <a:lnTo>
                      <a:pt x="22" y="19"/>
                    </a:lnTo>
                    <a:lnTo>
                      <a:pt x="24" y="21"/>
                    </a:lnTo>
                    <a:lnTo>
                      <a:pt x="28" y="21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7" y="17"/>
                    </a:lnTo>
                    <a:lnTo>
                      <a:pt x="35" y="15"/>
                    </a:lnTo>
                    <a:lnTo>
                      <a:pt x="35" y="13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30" y="8"/>
                    </a:lnTo>
                    <a:lnTo>
                      <a:pt x="26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89" name="Freeform 6428">
                <a:extLst>
                  <a:ext uri="{FF2B5EF4-FFF2-40B4-BE49-F238E27FC236}">
                    <a16:creationId xmlns:a16="http://schemas.microsoft.com/office/drawing/2014/main" id="{2F8C609F-0CBB-4F47-B213-81D6E4087802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627" y="1356"/>
                <a:ext cx="142" cy="126"/>
              </a:xfrm>
              <a:custGeom>
                <a:avLst/>
                <a:gdLst>
                  <a:gd name="T0" fmla="*/ 7 w 76"/>
                  <a:gd name="T1" fmla="*/ 53 h 68"/>
                  <a:gd name="T2" fmla="*/ 10 w 76"/>
                  <a:gd name="T3" fmla="*/ 51 h 68"/>
                  <a:gd name="T4" fmla="*/ 13 w 76"/>
                  <a:gd name="T5" fmla="*/ 56 h 68"/>
                  <a:gd name="T6" fmla="*/ 19 w 76"/>
                  <a:gd name="T7" fmla="*/ 53 h 68"/>
                  <a:gd name="T8" fmla="*/ 22 w 76"/>
                  <a:gd name="T9" fmla="*/ 53 h 68"/>
                  <a:gd name="T10" fmla="*/ 19 w 76"/>
                  <a:gd name="T11" fmla="*/ 59 h 68"/>
                  <a:gd name="T12" fmla="*/ 26 w 76"/>
                  <a:gd name="T13" fmla="*/ 61 h 68"/>
                  <a:gd name="T14" fmla="*/ 28 w 76"/>
                  <a:gd name="T15" fmla="*/ 62 h 68"/>
                  <a:gd name="T16" fmla="*/ 33 w 76"/>
                  <a:gd name="T17" fmla="*/ 62 h 68"/>
                  <a:gd name="T18" fmla="*/ 39 w 76"/>
                  <a:gd name="T19" fmla="*/ 63 h 68"/>
                  <a:gd name="T20" fmla="*/ 45 w 76"/>
                  <a:gd name="T21" fmla="*/ 65 h 68"/>
                  <a:gd name="T22" fmla="*/ 50 w 76"/>
                  <a:gd name="T23" fmla="*/ 63 h 68"/>
                  <a:gd name="T24" fmla="*/ 53 w 76"/>
                  <a:gd name="T25" fmla="*/ 67 h 68"/>
                  <a:gd name="T26" fmla="*/ 59 w 76"/>
                  <a:gd name="T27" fmla="*/ 67 h 68"/>
                  <a:gd name="T28" fmla="*/ 66 w 76"/>
                  <a:gd name="T29" fmla="*/ 67 h 68"/>
                  <a:gd name="T30" fmla="*/ 69 w 76"/>
                  <a:gd name="T31" fmla="*/ 65 h 68"/>
                  <a:gd name="T32" fmla="*/ 73 w 76"/>
                  <a:gd name="T33" fmla="*/ 62 h 68"/>
                  <a:gd name="T34" fmla="*/ 69 w 76"/>
                  <a:gd name="T35" fmla="*/ 59 h 68"/>
                  <a:gd name="T36" fmla="*/ 75 w 76"/>
                  <a:gd name="T37" fmla="*/ 56 h 68"/>
                  <a:gd name="T38" fmla="*/ 76 w 76"/>
                  <a:gd name="T39" fmla="*/ 51 h 68"/>
                  <a:gd name="T40" fmla="*/ 70 w 76"/>
                  <a:gd name="T41" fmla="*/ 47 h 68"/>
                  <a:gd name="T42" fmla="*/ 67 w 76"/>
                  <a:gd name="T43" fmla="*/ 42 h 68"/>
                  <a:gd name="T44" fmla="*/ 59 w 76"/>
                  <a:gd name="T45" fmla="*/ 42 h 68"/>
                  <a:gd name="T46" fmla="*/ 54 w 76"/>
                  <a:gd name="T47" fmla="*/ 41 h 68"/>
                  <a:gd name="T48" fmla="*/ 46 w 76"/>
                  <a:gd name="T49" fmla="*/ 42 h 68"/>
                  <a:gd name="T50" fmla="*/ 39 w 76"/>
                  <a:gd name="T51" fmla="*/ 43 h 68"/>
                  <a:gd name="T52" fmla="*/ 39 w 76"/>
                  <a:gd name="T53" fmla="*/ 42 h 68"/>
                  <a:gd name="T54" fmla="*/ 34 w 76"/>
                  <a:gd name="T55" fmla="*/ 40 h 68"/>
                  <a:gd name="T56" fmla="*/ 31 w 76"/>
                  <a:gd name="T57" fmla="*/ 38 h 68"/>
                  <a:gd name="T58" fmla="*/ 28 w 76"/>
                  <a:gd name="T59" fmla="*/ 35 h 68"/>
                  <a:gd name="T60" fmla="*/ 25 w 76"/>
                  <a:gd name="T61" fmla="*/ 30 h 68"/>
                  <a:gd name="T62" fmla="*/ 25 w 76"/>
                  <a:gd name="T63" fmla="*/ 28 h 68"/>
                  <a:gd name="T64" fmla="*/ 27 w 76"/>
                  <a:gd name="T65" fmla="*/ 28 h 68"/>
                  <a:gd name="T66" fmla="*/ 33 w 76"/>
                  <a:gd name="T67" fmla="*/ 26 h 68"/>
                  <a:gd name="T68" fmla="*/ 30 w 76"/>
                  <a:gd name="T69" fmla="*/ 19 h 68"/>
                  <a:gd name="T70" fmla="*/ 24 w 76"/>
                  <a:gd name="T71" fmla="*/ 14 h 68"/>
                  <a:gd name="T72" fmla="*/ 18 w 76"/>
                  <a:gd name="T73" fmla="*/ 13 h 68"/>
                  <a:gd name="T74" fmla="*/ 18 w 76"/>
                  <a:gd name="T75" fmla="*/ 7 h 68"/>
                  <a:gd name="T76" fmla="*/ 14 w 76"/>
                  <a:gd name="T77" fmla="*/ 4 h 68"/>
                  <a:gd name="T78" fmla="*/ 6 w 76"/>
                  <a:gd name="T79" fmla="*/ 0 h 68"/>
                  <a:gd name="T80" fmla="*/ 1 w 76"/>
                  <a:gd name="T81" fmla="*/ 3 h 68"/>
                  <a:gd name="T82" fmla="*/ 3 w 76"/>
                  <a:gd name="T83" fmla="*/ 10 h 68"/>
                  <a:gd name="T84" fmla="*/ 2 w 76"/>
                  <a:gd name="T85" fmla="*/ 15 h 68"/>
                  <a:gd name="T86" fmla="*/ 7 w 76"/>
                  <a:gd name="T87" fmla="*/ 17 h 68"/>
                  <a:gd name="T88" fmla="*/ 12 w 76"/>
                  <a:gd name="T89" fmla="*/ 21 h 68"/>
                  <a:gd name="T90" fmla="*/ 15 w 76"/>
                  <a:gd name="T91" fmla="*/ 20 h 68"/>
                  <a:gd name="T92" fmla="*/ 14 w 76"/>
                  <a:gd name="T93" fmla="*/ 29 h 68"/>
                  <a:gd name="T94" fmla="*/ 10 w 76"/>
                  <a:gd name="T95" fmla="*/ 34 h 68"/>
                  <a:gd name="T96" fmla="*/ 6 w 76"/>
                  <a:gd name="T97" fmla="*/ 41 h 68"/>
                  <a:gd name="T98" fmla="*/ 5 w 76"/>
                  <a:gd name="T99" fmla="*/ 46 h 68"/>
                  <a:gd name="T100" fmla="*/ 21 w 76"/>
                  <a:gd name="T101" fmla="*/ 28 h 68"/>
                  <a:gd name="T102" fmla="*/ 20 w 76"/>
                  <a:gd name="T10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6" h="68">
                    <a:moveTo>
                      <a:pt x="4" y="49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1"/>
                      <a:pt x="76" y="51"/>
                      <a:pt x="76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lnTo>
                      <a:pt x="4" y="49"/>
                    </a:lnTo>
                    <a:close/>
                    <a:moveTo>
                      <a:pt x="21" y="29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lnTo>
                      <a:pt x="21" y="2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0" name="Freeform 6429">
                <a:extLst>
                  <a:ext uri="{FF2B5EF4-FFF2-40B4-BE49-F238E27FC236}">
                    <a16:creationId xmlns:a16="http://schemas.microsoft.com/office/drawing/2014/main" id="{BD5E3E06-63B2-42E4-BA50-71160C5A0A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81" y="1317"/>
                <a:ext cx="6" cy="9"/>
              </a:xfrm>
              <a:custGeom>
                <a:avLst/>
                <a:gdLst>
                  <a:gd name="T0" fmla="*/ 4 w 6"/>
                  <a:gd name="T1" fmla="*/ 7 h 9"/>
                  <a:gd name="T2" fmla="*/ 6 w 6"/>
                  <a:gd name="T3" fmla="*/ 5 h 9"/>
                  <a:gd name="T4" fmla="*/ 4 w 6"/>
                  <a:gd name="T5" fmla="*/ 0 h 9"/>
                  <a:gd name="T6" fmla="*/ 2 w 6"/>
                  <a:gd name="T7" fmla="*/ 0 h 9"/>
                  <a:gd name="T8" fmla="*/ 0 w 6"/>
                  <a:gd name="T9" fmla="*/ 1 h 9"/>
                  <a:gd name="T10" fmla="*/ 0 w 6"/>
                  <a:gd name="T11" fmla="*/ 5 h 9"/>
                  <a:gd name="T12" fmla="*/ 2 w 6"/>
                  <a:gd name="T13" fmla="*/ 9 h 9"/>
                  <a:gd name="T14" fmla="*/ 4 w 6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4" y="7"/>
                    </a:moveTo>
                    <a:lnTo>
                      <a:pt x="6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1" name="Freeform 6430">
                <a:extLst>
                  <a:ext uri="{FF2B5EF4-FFF2-40B4-BE49-F238E27FC236}">
                    <a16:creationId xmlns:a16="http://schemas.microsoft.com/office/drawing/2014/main" id="{D90F128C-EBDF-4330-9710-504C517384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00"/>
                <a:ext cx="15" cy="17"/>
              </a:xfrm>
              <a:custGeom>
                <a:avLst/>
                <a:gdLst>
                  <a:gd name="T0" fmla="*/ 0 w 15"/>
                  <a:gd name="T1" fmla="*/ 12 h 17"/>
                  <a:gd name="T2" fmla="*/ 2 w 15"/>
                  <a:gd name="T3" fmla="*/ 15 h 17"/>
                  <a:gd name="T4" fmla="*/ 4 w 15"/>
                  <a:gd name="T5" fmla="*/ 17 h 17"/>
                  <a:gd name="T6" fmla="*/ 6 w 15"/>
                  <a:gd name="T7" fmla="*/ 17 h 17"/>
                  <a:gd name="T8" fmla="*/ 6 w 15"/>
                  <a:gd name="T9" fmla="*/ 15 h 17"/>
                  <a:gd name="T10" fmla="*/ 9 w 15"/>
                  <a:gd name="T11" fmla="*/ 15 h 17"/>
                  <a:gd name="T12" fmla="*/ 9 w 15"/>
                  <a:gd name="T13" fmla="*/ 15 h 17"/>
                  <a:gd name="T14" fmla="*/ 11 w 15"/>
                  <a:gd name="T15" fmla="*/ 13 h 17"/>
                  <a:gd name="T16" fmla="*/ 15 w 15"/>
                  <a:gd name="T17" fmla="*/ 12 h 17"/>
                  <a:gd name="T18" fmla="*/ 13 w 15"/>
                  <a:gd name="T19" fmla="*/ 10 h 17"/>
                  <a:gd name="T20" fmla="*/ 11 w 15"/>
                  <a:gd name="T21" fmla="*/ 8 h 17"/>
                  <a:gd name="T22" fmla="*/ 9 w 15"/>
                  <a:gd name="T23" fmla="*/ 8 h 17"/>
                  <a:gd name="T24" fmla="*/ 7 w 15"/>
                  <a:gd name="T25" fmla="*/ 10 h 17"/>
                  <a:gd name="T26" fmla="*/ 7 w 15"/>
                  <a:gd name="T27" fmla="*/ 10 h 17"/>
                  <a:gd name="T28" fmla="*/ 6 w 15"/>
                  <a:gd name="T29" fmla="*/ 8 h 17"/>
                  <a:gd name="T30" fmla="*/ 7 w 15"/>
                  <a:gd name="T31" fmla="*/ 8 h 17"/>
                  <a:gd name="T32" fmla="*/ 9 w 15"/>
                  <a:gd name="T33" fmla="*/ 4 h 17"/>
                  <a:gd name="T34" fmla="*/ 9 w 15"/>
                  <a:gd name="T35" fmla="*/ 6 h 17"/>
                  <a:gd name="T36" fmla="*/ 13 w 15"/>
                  <a:gd name="T37" fmla="*/ 4 h 17"/>
                  <a:gd name="T38" fmla="*/ 13 w 15"/>
                  <a:gd name="T39" fmla="*/ 4 h 17"/>
                  <a:gd name="T40" fmla="*/ 15 w 15"/>
                  <a:gd name="T41" fmla="*/ 2 h 17"/>
                  <a:gd name="T42" fmla="*/ 15 w 15"/>
                  <a:gd name="T43" fmla="*/ 0 h 17"/>
                  <a:gd name="T44" fmla="*/ 9 w 15"/>
                  <a:gd name="T45" fmla="*/ 0 h 17"/>
                  <a:gd name="T46" fmla="*/ 7 w 15"/>
                  <a:gd name="T47" fmla="*/ 2 h 17"/>
                  <a:gd name="T48" fmla="*/ 9 w 15"/>
                  <a:gd name="T49" fmla="*/ 4 h 17"/>
                  <a:gd name="T50" fmla="*/ 6 w 15"/>
                  <a:gd name="T51" fmla="*/ 4 h 17"/>
                  <a:gd name="T52" fmla="*/ 4 w 15"/>
                  <a:gd name="T53" fmla="*/ 6 h 17"/>
                  <a:gd name="T54" fmla="*/ 6 w 15"/>
                  <a:gd name="T55" fmla="*/ 8 h 17"/>
                  <a:gd name="T56" fmla="*/ 4 w 15"/>
                  <a:gd name="T57" fmla="*/ 8 h 17"/>
                  <a:gd name="T58" fmla="*/ 0 w 15"/>
                  <a:gd name="T5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17">
                    <a:moveTo>
                      <a:pt x="0" y="12"/>
                    </a:moveTo>
                    <a:lnTo>
                      <a:pt x="2" y="15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5" y="12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2" name="Freeform 6431">
                <a:extLst>
                  <a:ext uri="{FF2B5EF4-FFF2-40B4-BE49-F238E27FC236}">
                    <a16:creationId xmlns:a16="http://schemas.microsoft.com/office/drawing/2014/main" id="{26F6D234-F71C-488E-80CE-EB3836D0E8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2" y="1412"/>
                <a:ext cx="35" cy="37"/>
              </a:xfrm>
              <a:custGeom>
                <a:avLst/>
                <a:gdLst>
                  <a:gd name="T0" fmla="*/ 32 w 35"/>
                  <a:gd name="T1" fmla="*/ 22 h 37"/>
                  <a:gd name="T2" fmla="*/ 34 w 35"/>
                  <a:gd name="T3" fmla="*/ 16 h 37"/>
                  <a:gd name="T4" fmla="*/ 34 w 35"/>
                  <a:gd name="T5" fmla="*/ 15 h 37"/>
                  <a:gd name="T6" fmla="*/ 35 w 35"/>
                  <a:gd name="T7" fmla="*/ 13 h 37"/>
                  <a:gd name="T8" fmla="*/ 34 w 35"/>
                  <a:gd name="T9" fmla="*/ 9 h 37"/>
                  <a:gd name="T10" fmla="*/ 32 w 35"/>
                  <a:gd name="T11" fmla="*/ 7 h 37"/>
                  <a:gd name="T12" fmla="*/ 32 w 35"/>
                  <a:gd name="T13" fmla="*/ 5 h 37"/>
                  <a:gd name="T14" fmla="*/ 32 w 35"/>
                  <a:gd name="T15" fmla="*/ 3 h 37"/>
                  <a:gd name="T16" fmla="*/ 30 w 35"/>
                  <a:gd name="T17" fmla="*/ 1 h 37"/>
                  <a:gd name="T18" fmla="*/ 26 w 35"/>
                  <a:gd name="T19" fmla="*/ 0 h 37"/>
                  <a:gd name="T20" fmla="*/ 22 w 35"/>
                  <a:gd name="T21" fmla="*/ 0 h 37"/>
                  <a:gd name="T22" fmla="*/ 21 w 35"/>
                  <a:gd name="T23" fmla="*/ 0 h 37"/>
                  <a:gd name="T24" fmla="*/ 17 w 35"/>
                  <a:gd name="T25" fmla="*/ 0 h 37"/>
                  <a:gd name="T26" fmla="*/ 15 w 35"/>
                  <a:gd name="T27" fmla="*/ 1 h 37"/>
                  <a:gd name="T28" fmla="*/ 15 w 35"/>
                  <a:gd name="T29" fmla="*/ 3 h 37"/>
                  <a:gd name="T30" fmla="*/ 15 w 35"/>
                  <a:gd name="T31" fmla="*/ 3 h 37"/>
                  <a:gd name="T32" fmla="*/ 11 w 35"/>
                  <a:gd name="T33" fmla="*/ 1 h 37"/>
                  <a:gd name="T34" fmla="*/ 9 w 35"/>
                  <a:gd name="T35" fmla="*/ 5 h 37"/>
                  <a:gd name="T36" fmla="*/ 13 w 35"/>
                  <a:gd name="T37" fmla="*/ 7 h 37"/>
                  <a:gd name="T38" fmla="*/ 13 w 35"/>
                  <a:gd name="T39" fmla="*/ 7 h 37"/>
                  <a:gd name="T40" fmla="*/ 11 w 35"/>
                  <a:gd name="T41" fmla="*/ 7 h 37"/>
                  <a:gd name="T42" fmla="*/ 9 w 35"/>
                  <a:gd name="T43" fmla="*/ 7 h 37"/>
                  <a:gd name="T44" fmla="*/ 9 w 35"/>
                  <a:gd name="T45" fmla="*/ 11 h 37"/>
                  <a:gd name="T46" fmla="*/ 9 w 35"/>
                  <a:gd name="T47" fmla="*/ 11 h 37"/>
                  <a:gd name="T48" fmla="*/ 6 w 35"/>
                  <a:gd name="T49" fmla="*/ 11 h 37"/>
                  <a:gd name="T50" fmla="*/ 2 w 35"/>
                  <a:gd name="T51" fmla="*/ 13 h 37"/>
                  <a:gd name="T52" fmla="*/ 2 w 35"/>
                  <a:gd name="T53" fmla="*/ 16 h 37"/>
                  <a:gd name="T54" fmla="*/ 0 w 35"/>
                  <a:gd name="T55" fmla="*/ 18 h 37"/>
                  <a:gd name="T56" fmla="*/ 2 w 35"/>
                  <a:gd name="T57" fmla="*/ 18 h 37"/>
                  <a:gd name="T58" fmla="*/ 2 w 35"/>
                  <a:gd name="T59" fmla="*/ 20 h 37"/>
                  <a:gd name="T60" fmla="*/ 2 w 35"/>
                  <a:gd name="T61" fmla="*/ 22 h 37"/>
                  <a:gd name="T62" fmla="*/ 4 w 35"/>
                  <a:gd name="T63" fmla="*/ 22 h 37"/>
                  <a:gd name="T64" fmla="*/ 4 w 35"/>
                  <a:gd name="T65" fmla="*/ 24 h 37"/>
                  <a:gd name="T66" fmla="*/ 8 w 35"/>
                  <a:gd name="T67" fmla="*/ 26 h 37"/>
                  <a:gd name="T68" fmla="*/ 8 w 35"/>
                  <a:gd name="T69" fmla="*/ 26 h 37"/>
                  <a:gd name="T70" fmla="*/ 8 w 35"/>
                  <a:gd name="T71" fmla="*/ 29 h 37"/>
                  <a:gd name="T72" fmla="*/ 11 w 35"/>
                  <a:gd name="T73" fmla="*/ 28 h 37"/>
                  <a:gd name="T74" fmla="*/ 11 w 35"/>
                  <a:gd name="T75" fmla="*/ 28 h 37"/>
                  <a:gd name="T76" fmla="*/ 11 w 35"/>
                  <a:gd name="T77" fmla="*/ 28 h 37"/>
                  <a:gd name="T78" fmla="*/ 11 w 35"/>
                  <a:gd name="T79" fmla="*/ 29 h 37"/>
                  <a:gd name="T80" fmla="*/ 13 w 35"/>
                  <a:gd name="T81" fmla="*/ 33 h 37"/>
                  <a:gd name="T82" fmla="*/ 15 w 35"/>
                  <a:gd name="T83" fmla="*/ 31 h 37"/>
                  <a:gd name="T84" fmla="*/ 15 w 35"/>
                  <a:gd name="T85" fmla="*/ 35 h 37"/>
                  <a:gd name="T86" fmla="*/ 19 w 35"/>
                  <a:gd name="T87" fmla="*/ 35 h 37"/>
                  <a:gd name="T88" fmla="*/ 22 w 35"/>
                  <a:gd name="T89" fmla="*/ 37 h 37"/>
                  <a:gd name="T90" fmla="*/ 24 w 35"/>
                  <a:gd name="T91" fmla="*/ 37 h 37"/>
                  <a:gd name="T92" fmla="*/ 26 w 35"/>
                  <a:gd name="T93" fmla="*/ 37 h 37"/>
                  <a:gd name="T94" fmla="*/ 28 w 35"/>
                  <a:gd name="T95" fmla="*/ 35 h 37"/>
                  <a:gd name="T96" fmla="*/ 28 w 35"/>
                  <a:gd name="T97" fmla="*/ 33 h 37"/>
                  <a:gd name="T98" fmla="*/ 28 w 35"/>
                  <a:gd name="T99" fmla="*/ 33 h 37"/>
                  <a:gd name="T100" fmla="*/ 30 w 35"/>
                  <a:gd name="T101" fmla="*/ 29 h 37"/>
                  <a:gd name="T102" fmla="*/ 30 w 35"/>
                  <a:gd name="T103" fmla="*/ 26 h 37"/>
                  <a:gd name="T104" fmla="*/ 32 w 35"/>
                  <a:gd name="T105" fmla="*/ 24 h 37"/>
                  <a:gd name="T106" fmla="*/ 32 w 35"/>
                  <a:gd name="T107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37">
                    <a:moveTo>
                      <a:pt x="32" y="22"/>
                    </a:moveTo>
                    <a:lnTo>
                      <a:pt x="34" y="16"/>
                    </a:lnTo>
                    <a:lnTo>
                      <a:pt x="34" y="15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1" y="1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13" y="33"/>
                    </a:lnTo>
                    <a:lnTo>
                      <a:pt x="15" y="31"/>
                    </a:lnTo>
                    <a:lnTo>
                      <a:pt x="15" y="35"/>
                    </a:lnTo>
                    <a:lnTo>
                      <a:pt x="19" y="35"/>
                    </a:lnTo>
                    <a:lnTo>
                      <a:pt x="22" y="37"/>
                    </a:lnTo>
                    <a:lnTo>
                      <a:pt x="24" y="37"/>
                    </a:lnTo>
                    <a:lnTo>
                      <a:pt x="26" y="37"/>
                    </a:lnTo>
                    <a:lnTo>
                      <a:pt x="28" y="35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30" y="29"/>
                    </a:lnTo>
                    <a:lnTo>
                      <a:pt x="30" y="26"/>
                    </a:lnTo>
                    <a:lnTo>
                      <a:pt x="32" y="24"/>
                    </a:lnTo>
                    <a:lnTo>
                      <a:pt x="32" y="2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3" name="Freeform 6432">
                <a:extLst>
                  <a:ext uri="{FF2B5EF4-FFF2-40B4-BE49-F238E27FC236}">
                    <a16:creationId xmlns:a16="http://schemas.microsoft.com/office/drawing/2014/main" id="{EAAF330C-6A4F-485B-A543-8281A76D1C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22" y="1505"/>
                <a:ext cx="47" cy="45"/>
              </a:xfrm>
              <a:custGeom>
                <a:avLst/>
                <a:gdLst>
                  <a:gd name="T0" fmla="*/ 2 w 47"/>
                  <a:gd name="T1" fmla="*/ 32 h 45"/>
                  <a:gd name="T2" fmla="*/ 2 w 47"/>
                  <a:gd name="T3" fmla="*/ 35 h 45"/>
                  <a:gd name="T4" fmla="*/ 4 w 47"/>
                  <a:gd name="T5" fmla="*/ 35 h 45"/>
                  <a:gd name="T6" fmla="*/ 6 w 47"/>
                  <a:gd name="T7" fmla="*/ 39 h 45"/>
                  <a:gd name="T8" fmla="*/ 10 w 47"/>
                  <a:gd name="T9" fmla="*/ 39 h 45"/>
                  <a:gd name="T10" fmla="*/ 13 w 47"/>
                  <a:gd name="T11" fmla="*/ 43 h 45"/>
                  <a:gd name="T12" fmla="*/ 15 w 47"/>
                  <a:gd name="T13" fmla="*/ 41 h 45"/>
                  <a:gd name="T14" fmla="*/ 17 w 47"/>
                  <a:gd name="T15" fmla="*/ 39 h 45"/>
                  <a:gd name="T16" fmla="*/ 21 w 47"/>
                  <a:gd name="T17" fmla="*/ 39 h 45"/>
                  <a:gd name="T18" fmla="*/ 25 w 47"/>
                  <a:gd name="T19" fmla="*/ 37 h 45"/>
                  <a:gd name="T20" fmla="*/ 26 w 47"/>
                  <a:gd name="T21" fmla="*/ 39 h 45"/>
                  <a:gd name="T22" fmla="*/ 26 w 47"/>
                  <a:gd name="T23" fmla="*/ 39 h 45"/>
                  <a:gd name="T24" fmla="*/ 30 w 47"/>
                  <a:gd name="T25" fmla="*/ 39 h 45"/>
                  <a:gd name="T26" fmla="*/ 32 w 47"/>
                  <a:gd name="T27" fmla="*/ 41 h 45"/>
                  <a:gd name="T28" fmla="*/ 38 w 47"/>
                  <a:gd name="T29" fmla="*/ 43 h 45"/>
                  <a:gd name="T30" fmla="*/ 38 w 47"/>
                  <a:gd name="T31" fmla="*/ 43 h 45"/>
                  <a:gd name="T32" fmla="*/ 45 w 47"/>
                  <a:gd name="T33" fmla="*/ 45 h 45"/>
                  <a:gd name="T34" fmla="*/ 45 w 47"/>
                  <a:gd name="T35" fmla="*/ 43 h 45"/>
                  <a:gd name="T36" fmla="*/ 47 w 47"/>
                  <a:gd name="T37" fmla="*/ 41 h 45"/>
                  <a:gd name="T38" fmla="*/ 47 w 47"/>
                  <a:gd name="T39" fmla="*/ 39 h 45"/>
                  <a:gd name="T40" fmla="*/ 45 w 47"/>
                  <a:gd name="T41" fmla="*/ 37 h 45"/>
                  <a:gd name="T42" fmla="*/ 45 w 47"/>
                  <a:gd name="T43" fmla="*/ 37 h 45"/>
                  <a:gd name="T44" fmla="*/ 45 w 47"/>
                  <a:gd name="T45" fmla="*/ 33 h 45"/>
                  <a:gd name="T46" fmla="*/ 45 w 47"/>
                  <a:gd name="T47" fmla="*/ 32 h 45"/>
                  <a:gd name="T48" fmla="*/ 45 w 47"/>
                  <a:gd name="T49" fmla="*/ 30 h 45"/>
                  <a:gd name="T50" fmla="*/ 43 w 47"/>
                  <a:gd name="T51" fmla="*/ 28 h 45"/>
                  <a:gd name="T52" fmla="*/ 45 w 47"/>
                  <a:gd name="T53" fmla="*/ 26 h 45"/>
                  <a:gd name="T54" fmla="*/ 41 w 47"/>
                  <a:gd name="T55" fmla="*/ 24 h 45"/>
                  <a:gd name="T56" fmla="*/ 41 w 47"/>
                  <a:gd name="T57" fmla="*/ 22 h 45"/>
                  <a:gd name="T58" fmla="*/ 43 w 47"/>
                  <a:gd name="T59" fmla="*/ 20 h 45"/>
                  <a:gd name="T60" fmla="*/ 41 w 47"/>
                  <a:gd name="T61" fmla="*/ 17 h 45"/>
                  <a:gd name="T62" fmla="*/ 38 w 47"/>
                  <a:gd name="T63" fmla="*/ 13 h 45"/>
                  <a:gd name="T64" fmla="*/ 38 w 47"/>
                  <a:gd name="T65" fmla="*/ 11 h 45"/>
                  <a:gd name="T66" fmla="*/ 36 w 47"/>
                  <a:gd name="T67" fmla="*/ 9 h 45"/>
                  <a:gd name="T68" fmla="*/ 30 w 47"/>
                  <a:gd name="T69" fmla="*/ 9 h 45"/>
                  <a:gd name="T70" fmla="*/ 25 w 47"/>
                  <a:gd name="T71" fmla="*/ 7 h 45"/>
                  <a:gd name="T72" fmla="*/ 25 w 47"/>
                  <a:gd name="T73" fmla="*/ 9 h 45"/>
                  <a:gd name="T74" fmla="*/ 23 w 47"/>
                  <a:gd name="T75" fmla="*/ 9 h 45"/>
                  <a:gd name="T76" fmla="*/ 21 w 47"/>
                  <a:gd name="T77" fmla="*/ 7 h 45"/>
                  <a:gd name="T78" fmla="*/ 15 w 47"/>
                  <a:gd name="T79" fmla="*/ 5 h 45"/>
                  <a:gd name="T80" fmla="*/ 15 w 47"/>
                  <a:gd name="T81" fmla="*/ 4 h 45"/>
                  <a:gd name="T82" fmla="*/ 12 w 47"/>
                  <a:gd name="T83" fmla="*/ 0 h 45"/>
                  <a:gd name="T84" fmla="*/ 8 w 47"/>
                  <a:gd name="T85" fmla="*/ 2 h 45"/>
                  <a:gd name="T86" fmla="*/ 8 w 47"/>
                  <a:gd name="T87" fmla="*/ 5 h 45"/>
                  <a:gd name="T88" fmla="*/ 6 w 47"/>
                  <a:gd name="T89" fmla="*/ 7 h 45"/>
                  <a:gd name="T90" fmla="*/ 6 w 47"/>
                  <a:gd name="T91" fmla="*/ 11 h 45"/>
                  <a:gd name="T92" fmla="*/ 6 w 47"/>
                  <a:gd name="T93" fmla="*/ 11 h 45"/>
                  <a:gd name="T94" fmla="*/ 4 w 47"/>
                  <a:gd name="T95" fmla="*/ 11 h 45"/>
                  <a:gd name="T96" fmla="*/ 0 w 47"/>
                  <a:gd name="T97" fmla="*/ 18 h 45"/>
                  <a:gd name="T98" fmla="*/ 4 w 47"/>
                  <a:gd name="T99" fmla="*/ 20 h 45"/>
                  <a:gd name="T100" fmla="*/ 6 w 47"/>
                  <a:gd name="T101" fmla="*/ 20 h 45"/>
                  <a:gd name="T102" fmla="*/ 6 w 47"/>
                  <a:gd name="T103" fmla="*/ 22 h 45"/>
                  <a:gd name="T104" fmla="*/ 4 w 47"/>
                  <a:gd name="T105" fmla="*/ 24 h 45"/>
                  <a:gd name="T106" fmla="*/ 6 w 47"/>
                  <a:gd name="T107" fmla="*/ 26 h 45"/>
                  <a:gd name="T108" fmla="*/ 2 w 47"/>
                  <a:gd name="T109" fmla="*/ 28 h 45"/>
                  <a:gd name="T110" fmla="*/ 2 w 47"/>
                  <a:gd name="T1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" h="45">
                    <a:moveTo>
                      <a:pt x="2" y="32"/>
                    </a:moveTo>
                    <a:lnTo>
                      <a:pt x="2" y="35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10" y="39"/>
                    </a:lnTo>
                    <a:lnTo>
                      <a:pt x="13" y="43"/>
                    </a:lnTo>
                    <a:lnTo>
                      <a:pt x="15" y="41"/>
                    </a:lnTo>
                    <a:lnTo>
                      <a:pt x="17" y="39"/>
                    </a:lnTo>
                    <a:lnTo>
                      <a:pt x="21" y="39"/>
                    </a:lnTo>
                    <a:lnTo>
                      <a:pt x="25" y="37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30" y="39"/>
                    </a:lnTo>
                    <a:lnTo>
                      <a:pt x="32" y="41"/>
                    </a:lnTo>
                    <a:lnTo>
                      <a:pt x="38" y="43"/>
                    </a:lnTo>
                    <a:lnTo>
                      <a:pt x="38" y="43"/>
                    </a:lnTo>
                    <a:lnTo>
                      <a:pt x="45" y="45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47" y="39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3"/>
                    </a:lnTo>
                    <a:lnTo>
                      <a:pt x="45" y="32"/>
                    </a:lnTo>
                    <a:lnTo>
                      <a:pt x="45" y="30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41" y="24"/>
                    </a:lnTo>
                    <a:lnTo>
                      <a:pt x="41" y="22"/>
                    </a:lnTo>
                    <a:lnTo>
                      <a:pt x="43" y="20"/>
                    </a:lnTo>
                    <a:lnTo>
                      <a:pt x="41" y="17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6" y="9"/>
                    </a:lnTo>
                    <a:lnTo>
                      <a:pt x="30" y="9"/>
                    </a:lnTo>
                    <a:lnTo>
                      <a:pt x="25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2" y="28"/>
                    </a:lnTo>
                    <a:lnTo>
                      <a:pt x="2" y="32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4" name="Freeform 6433">
                <a:extLst>
                  <a:ext uri="{FF2B5EF4-FFF2-40B4-BE49-F238E27FC236}">
                    <a16:creationId xmlns:a16="http://schemas.microsoft.com/office/drawing/2014/main" id="{1209E32F-A73F-416B-A217-2D7B9A0CCB2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23" y="1613"/>
                <a:ext cx="7" cy="9"/>
              </a:xfrm>
              <a:custGeom>
                <a:avLst/>
                <a:gdLst>
                  <a:gd name="T0" fmla="*/ 7 w 7"/>
                  <a:gd name="T1" fmla="*/ 0 h 9"/>
                  <a:gd name="T2" fmla="*/ 3 w 7"/>
                  <a:gd name="T3" fmla="*/ 2 h 9"/>
                  <a:gd name="T4" fmla="*/ 3 w 7"/>
                  <a:gd name="T5" fmla="*/ 2 h 9"/>
                  <a:gd name="T6" fmla="*/ 0 w 7"/>
                  <a:gd name="T7" fmla="*/ 2 h 9"/>
                  <a:gd name="T8" fmla="*/ 0 w 7"/>
                  <a:gd name="T9" fmla="*/ 6 h 9"/>
                  <a:gd name="T10" fmla="*/ 2 w 7"/>
                  <a:gd name="T11" fmla="*/ 7 h 9"/>
                  <a:gd name="T12" fmla="*/ 3 w 7"/>
                  <a:gd name="T13" fmla="*/ 9 h 9"/>
                  <a:gd name="T14" fmla="*/ 7 w 7"/>
                  <a:gd name="T15" fmla="*/ 7 h 9"/>
                  <a:gd name="T16" fmla="*/ 7 w 7"/>
                  <a:gd name="T17" fmla="*/ 6 h 9"/>
                  <a:gd name="T18" fmla="*/ 7 w 7"/>
                  <a:gd name="T19" fmla="*/ 4 h 9"/>
                  <a:gd name="T20" fmla="*/ 7 w 7"/>
                  <a:gd name="T21" fmla="*/ 2 h 9"/>
                  <a:gd name="T22" fmla="*/ 7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5" name="Freeform 6434">
                <a:extLst>
                  <a:ext uri="{FF2B5EF4-FFF2-40B4-BE49-F238E27FC236}">
                    <a16:creationId xmlns:a16="http://schemas.microsoft.com/office/drawing/2014/main" id="{F3D9100B-75BE-42D6-A466-F9DD80A5FD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18" y="1365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6 w 8"/>
                  <a:gd name="T3" fmla="*/ 9 h 9"/>
                  <a:gd name="T4" fmla="*/ 8 w 8"/>
                  <a:gd name="T5" fmla="*/ 7 h 9"/>
                  <a:gd name="T6" fmla="*/ 8 w 8"/>
                  <a:gd name="T7" fmla="*/ 0 h 9"/>
                  <a:gd name="T8" fmla="*/ 4 w 8"/>
                  <a:gd name="T9" fmla="*/ 6 h 9"/>
                  <a:gd name="T10" fmla="*/ 0 w 8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6" y="9"/>
                    </a:lnTo>
                    <a:lnTo>
                      <a:pt x="8" y="7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6" name="Freeform 6435">
                <a:extLst>
                  <a:ext uri="{FF2B5EF4-FFF2-40B4-BE49-F238E27FC236}">
                    <a16:creationId xmlns:a16="http://schemas.microsoft.com/office/drawing/2014/main" id="{7548A23E-0C7A-4BD7-91BE-2D5887A4B3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94" y="1441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2 h 8"/>
                  <a:gd name="T4" fmla="*/ 0 w 6"/>
                  <a:gd name="T5" fmla="*/ 6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4 h 8"/>
                  <a:gd name="T12" fmla="*/ 4 w 6"/>
                  <a:gd name="T13" fmla="*/ 0 h 8"/>
                  <a:gd name="T14" fmla="*/ 2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7" name="Freeform 6436">
                <a:extLst>
                  <a:ext uri="{FF2B5EF4-FFF2-40B4-BE49-F238E27FC236}">
                    <a16:creationId xmlns:a16="http://schemas.microsoft.com/office/drawing/2014/main" id="{4AC148C9-0F0E-412C-8150-DEA7A1C62A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2" y="1400"/>
                <a:ext cx="7" cy="10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2 h 5"/>
                  <a:gd name="T6" fmla="*/ 0 w 4"/>
                  <a:gd name="T7" fmla="*/ 3 h 5"/>
                  <a:gd name="T8" fmla="*/ 0 w 4"/>
                  <a:gd name="T9" fmla="*/ 4 h 5"/>
                  <a:gd name="T10" fmla="*/ 0 w 4"/>
                  <a:gd name="T11" fmla="*/ 4 h 5"/>
                  <a:gd name="T12" fmla="*/ 0 w 4"/>
                  <a:gd name="T13" fmla="*/ 5 h 5"/>
                  <a:gd name="T14" fmla="*/ 0 w 4"/>
                  <a:gd name="T15" fmla="*/ 5 h 5"/>
                  <a:gd name="T16" fmla="*/ 1 w 4"/>
                  <a:gd name="T17" fmla="*/ 5 h 5"/>
                  <a:gd name="T18" fmla="*/ 1 w 4"/>
                  <a:gd name="T19" fmla="*/ 5 h 5"/>
                  <a:gd name="T20" fmla="*/ 2 w 4"/>
                  <a:gd name="T21" fmla="*/ 5 h 5"/>
                  <a:gd name="T22" fmla="*/ 3 w 4"/>
                  <a:gd name="T23" fmla="*/ 3 h 5"/>
                  <a:gd name="T24" fmla="*/ 4 w 4"/>
                  <a:gd name="T25" fmla="*/ 0 h 5"/>
                  <a:gd name="T26" fmla="*/ 1 w 4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8" name="Freeform 6437">
                <a:extLst>
                  <a:ext uri="{FF2B5EF4-FFF2-40B4-BE49-F238E27FC236}">
                    <a16:creationId xmlns:a16="http://schemas.microsoft.com/office/drawing/2014/main" id="{3FC26E0A-FB31-411C-964A-61B4E39D8AF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39" y="1475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7 w 7"/>
                  <a:gd name="T3" fmla="*/ 4 h 6"/>
                  <a:gd name="T4" fmla="*/ 5 w 7"/>
                  <a:gd name="T5" fmla="*/ 0 h 6"/>
                  <a:gd name="T6" fmla="*/ 1 w 7"/>
                  <a:gd name="T7" fmla="*/ 0 h 6"/>
                  <a:gd name="T8" fmla="*/ 0 w 7"/>
                  <a:gd name="T9" fmla="*/ 2 h 6"/>
                  <a:gd name="T10" fmla="*/ 1 w 7"/>
                  <a:gd name="T11" fmla="*/ 4 h 6"/>
                  <a:gd name="T12" fmla="*/ 3 w 7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7" y="4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299" name="Freeform 6438">
                <a:extLst>
                  <a:ext uri="{FF2B5EF4-FFF2-40B4-BE49-F238E27FC236}">
                    <a16:creationId xmlns:a16="http://schemas.microsoft.com/office/drawing/2014/main" id="{124CB490-C664-4D39-8CDE-480321B375D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93"/>
                <a:ext cx="5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3 w 3"/>
                  <a:gd name="T9" fmla="*/ 1 h 2"/>
                  <a:gd name="T10" fmla="*/ 3 w 3"/>
                  <a:gd name="T11" fmla="*/ 0 h 2"/>
                  <a:gd name="T12" fmla="*/ 1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0" name="Freeform 6439">
                <a:extLst>
                  <a:ext uri="{FF2B5EF4-FFF2-40B4-BE49-F238E27FC236}">
                    <a16:creationId xmlns:a16="http://schemas.microsoft.com/office/drawing/2014/main" id="{973C199B-7620-4FEF-A914-E42D0E07AF0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24" y="1352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2 h 6"/>
                  <a:gd name="T4" fmla="*/ 2 w 5"/>
                  <a:gd name="T5" fmla="*/ 0 h 6"/>
                  <a:gd name="T6" fmla="*/ 0 w 5"/>
                  <a:gd name="T7" fmla="*/ 4 h 6"/>
                  <a:gd name="T8" fmla="*/ 2 w 5"/>
                  <a:gd name="T9" fmla="*/ 6 h 6"/>
                  <a:gd name="T10" fmla="*/ 5 w 5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1" name="Freeform 6440">
                <a:extLst>
                  <a:ext uri="{FF2B5EF4-FFF2-40B4-BE49-F238E27FC236}">
                    <a16:creationId xmlns:a16="http://schemas.microsoft.com/office/drawing/2014/main" id="{026FF96A-CBF4-42D8-AC26-07DF002B97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0" y="1330"/>
                <a:ext cx="35" cy="20"/>
              </a:xfrm>
              <a:custGeom>
                <a:avLst/>
                <a:gdLst>
                  <a:gd name="T0" fmla="*/ 4 w 35"/>
                  <a:gd name="T1" fmla="*/ 18 h 20"/>
                  <a:gd name="T2" fmla="*/ 5 w 35"/>
                  <a:gd name="T3" fmla="*/ 18 h 20"/>
                  <a:gd name="T4" fmla="*/ 5 w 35"/>
                  <a:gd name="T5" fmla="*/ 20 h 20"/>
                  <a:gd name="T6" fmla="*/ 9 w 35"/>
                  <a:gd name="T7" fmla="*/ 20 h 20"/>
                  <a:gd name="T8" fmla="*/ 9 w 35"/>
                  <a:gd name="T9" fmla="*/ 18 h 20"/>
                  <a:gd name="T10" fmla="*/ 11 w 35"/>
                  <a:gd name="T11" fmla="*/ 18 h 20"/>
                  <a:gd name="T12" fmla="*/ 13 w 35"/>
                  <a:gd name="T13" fmla="*/ 18 h 20"/>
                  <a:gd name="T14" fmla="*/ 17 w 35"/>
                  <a:gd name="T15" fmla="*/ 14 h 20"/>
                  <a:gd name="T16" fmla="*/ 24 w 35"/>
                  <a:gd name="T17" fmla="*/ 9 h 20"/>
                  <a:gd name="T18" fmla="*/ 28 w 35"/>
                  <a:gd name="T19" fmla="*/ 5 h 20"/>
                  <a:gd name="T20" fmla="*/ 33 w 35"/>
                  <a:gd name="T21" fmla="*/ 3 h 20"/>
                  <a:gd name="T22" fmla="*/ 35 w 35"/>
                  <a:gd name="T23" fmla="*/ 0 h 20"/>
                  <a:gd name="T24" fmla="*/ 31 w 35"/>
                  <a:gd name="T25" fmla="*/ 0 h 20"/>
                  <a:gd name="T26" fmla="*/ 28 w 35"/>
                  <a:gd name="T27" fmla="*/ 0 h 20"/>
                  <a:gd name="T28" fmla="*/ 26 w 35"/>
                  <a:gd name="T29" fmla="*/ 0 h 20"/>
                  <a:gd name="T30" fmla="*/ 22 w 35"/>
                  <a:gd name="T31" fmla="*/ 1 h 20"/>
                  <a:gd name="T32" fmla="*/ 18 w 35"/>
                  <a:gd name="T33" fmla="*/ 1 h 20"/>
                  <a:gd name="T34" fmla="*/ 15 w 35"/>
                  <a:gd name="T35" fmla="*/ 3 h 20"/>
                  <a:gd name="T36" fmla="*/ 13 w 35"/>
                  <a:gd name="T37" fmla="*/ 5 h 20"/>
                  <a:gd name="T38" fmla="*/ 11 w 35"/>
                  <a:gd name="T39" fmla="*/ 7 h 20"/>
                  <a:gd name="T40" fmla="*/ 7 w 35"/>
                  <a:gd name="T41" fmla="*/ 7 h 20"/>
                  <a:gd name="T42" fmla="*/ 2 w 35"/>
                  <a:gd name="T43" fmla="*/ 13 h 20"/>
                  <a:gd name="T44" fmla="*/ 0 w 35"/>
                  <a:gd name="T45" fmla="*/ 16 h 20"/>
                  <a:gd name="T46" fmla="*/ 2 w 35"/>
                  <a:gd name="T47" fmla="*/ 18 h 20"/>
                  <a:gd name="T48" fmla="*/ 4 w 35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20">
                    <a:moveTo>
                      <a:pt x="4" y="18"/>
                    </a:moveTo>
                    <a:lnTo>
                      <a:pt x="5" y="18"/>
                    </a:lnTo>
                    <a:lnTo>
                      <a:pt x="5" y="20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7" y="14"/>
                    </a:lnTo>
                    <a:lnTo>
                      <a:pt x="24" y="9"/>
                    </a:lnTo>
                    <a:lnTo>
                      <a:pt x="28" y="5"/>
                    </a:lnTo>
                    <a:lnTo>
                      <a:pt x="33" y="3"/>
                    </a:lnTo>
                    <a:lnTo>
                      <a:pt x="35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7" y="7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2" name="Freeform 6441">
                <a:extLst>
                  <a:ext uri="{FF2B5EF4-FFF2-40B4-BE49-F238E27FC236}">
                    <a16:creationId xmlns:a16="http://schemas.microsoft.com/office/drawing/2014/main" id="{521892B2-A935-4968-AF10-D324A1E26AA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35" y="1622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2 w 6"/>
                  <a:gd name="T3" fmla="*/ 2 h 8"/>
                  <a:gd name="T4" fmla="*/ 2 w 6"/>
                  <a:gd name="T5" fmla="*/ 0 h 8"/>
                  <a:gd name="T6" fmla="*/ 0 w 6"/>
                  <a:gd name="T7" fmla="*/ 4 h 8"/>
                  <a:gd name="T8" fmla="*/ 0 w 6"/>
                  <a:gd name="T9" fmla="*/ 6 h 8"/>
                  <a:gd name="T10" fmla="*/ 6 w 6"/>
                  <a:gd name="T11" fmla="*/ 8 h 8"/>
                  <a:gd name="T12" fmla="*/ 4 w 6"/>
                  <a:gd name="T13" fmla="*/ 6 h 8"/>
                  <a:gd name="T14" fmla="*/ 6 w 6"/>
                  <a:gd name="T15" fmla="*/ 6 h 8"/>
                  <a:gd name="T16" fmla="*/ 4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3" name="Freeform 6442">
                <a:extLst>
                  <a:ext uri="{FF2B5EF4-FFF2-40B4-BE49-F238E27FC236}">
                    <a16:creationId xmlns:a16="http://schemas.microsoft.com/office/drawing/2014/main" id="{9CC770DD-FB2B-487B-AB9E-CBD39337C2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3" y="1559"/>
                <a:ext cx="7" cy="9"/>
              </a:xfrm>
              <a:custGeom>
                <a:avLst/>
                <a:gdLst>
                  <a:gd name="T0" fmla="*/ 4 w 7"/>
                  <a:gd name="T1" fmla="*/ 0 h 9"/>
                  <a:gd name="T2" fmla="*/ 2 w 7"/>
                  <a:gd name="T3" fmla="*/ 0 h 9"/>
                  <a:gd name="T4" fmla="*/ 0 w 7"/>
                  <a:gd name="T5" fmla="*/ 5 h 9"/>
                  <a:gd name="T6" fmla="*/ 2 w 7"/>
                  <a:gd name="T7" fmla="*/ 5 h 9"/>
                  <a:gd name="T8" fmla="*/ 2 w 7"/>
                  <a:gd name="T9" fmla="*/ 9 h 9"/>
                  <a:gd name="T10" fmla="*/ 6 w 7"/>
                  <a:gd name="T11" fmla="*/ 9 h 9"/>
                  <a:gd name="T12" fmla="*/ 6 w 7"/>
                  <a:gd name="T13" fmla="*/ 7 h 9"/>
                  <a:gd name="T14" fmla="*/ 7 w 7"/>
                  <a:gd name="T15" fmla="*/ 4 h 9"/>
                  <a:gd name="T16" fmla="*/ 6 w 7"/>
                  <a:gd name="T17" fmla="*/ 2 h 9"/>
                  <a:gd name="T18" fmla="*/ 6 w 7"/>
                  <a:gd name="T19" fmla="*/ 2 h 9"/>
                  <a:gd name="T20" fmla="*/ 4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4" name="Freeform 6443">
                <a:extLst>
                  <a:ext uri="{FF2B5EF4-FFF2-40B4-BE49-F238E27FC236}">
                    <a16:creationId xmlns:a16="http://schemas.microsoft.com/office/drawing/2014/main" id="{17F7A49F-B6BE-4C1A-9DBF-CE772073A7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56" y="1443"/>
                <a:ext cx="32" cy="38"/>
              </a:xfrm>
              <a:custGeom>
                <a:avLst/>
                <a:gdLst>
                  <a:gd name="T0" fmla="*/ 32 w 32"/>
                  <a:gd name="T1" fmla="*/ 8 h 38"/>
                  <a:gd name="T2" fmla="*/ 28 w 32"/>
                  <a:gd name="T3" fmla="*/ 4 h 38"/>
                  <a:gd name="T4" fmla="*/ 26 w 32"/>
                  <a:gd name="T5" fmla="*/ 4 h 38"/>
                  <a:gd name="T6" fmla="*/ 24 w 32"/>
                  <a:gd name="T7" fmla="*/ 4 h 38"/>
                  <a:gd name="T8" fmla="*/ 23 w 32"/>
                  <a:gd name="T9" fmla="*/ 4 h 38"/>
                  <a:gd name="T10" fmla="*/ 21 w 32"/>
                  <a:gd name="T11" fmla="*/ 4 h 38"/>
                  <a:gd name="T12" fmla="*/ 19 w 32"/>
                  <a:gd name="T13" fmla="*/ 2 h 38"/>
                  <a:gd name="T14" fmla="*/ 17 w 32"/>
                  <a:gd name="T15" fmla="*/ 2 h 38"/>
                  <a:gd name="T16" fmla="*/ 13 w 32"/>
                  <a:gd name="T17" fmla="*/ 0 h 38"/>
                  <a:gd name="T18" fmla="*/ 9 w 32"/>
                  <a:gd name="T19" fmla="*/ 0 h 38"/>
                  <a:gd name="T20" fmla="*/ 8 w 32"/>
                  <a:gd name="T21" fmla="*/ 4 h 38"/>
                  <a:gd name="T22" fmla="*/ 4 w 32"/>
                  <a:gd name="T23" fmla="*/ 4 h 38"/>
                  <a:gd name="T24" fmla="*/ 0 w 32"/>
                  <a:gd name="T25" fmla="*/ 8 h 38"/>
                  <a:gd name="T26" fmla="*/ 0 w 32"/>
                  <a:gd name="T27" fmla="*/ 11 h 38"/>
                  <a:gd name="T28" fmla="*/ 2 w 32"/>
                  <a:gd name="T29" fmla="*/ 13 h 38"/>
                  <a:gd name="T30" fmla="*/ 4 w 32"/>
                  <a:gd name="T31" fmla="*/ 15 h 38"/>
                  <a:gd name="T32" fmla="*/ 4 w 32"/>
                  <a:gd name="T33" fmla="*/ 19 h 38"/>
                  <a:gd name="T34" fmla="*/ 6 w 32"/>
                  <a:gd name="T35" fmla="*/ 21 h 38"/>
                  <a:gd name="T36" fmla="*/ 4 w 32"/>
                  <a:gd name="T37" fmla="*/ 23 h 38"/>
                  <a:gd name="T38" fmla="*/ 4 w 32"/>
                  <a:gd name="T39" fmla="*/ 26 h 38"/>
                  <a:gd name="T40" fmla="*/ 6 w 32"/>
                  <a:gd name="T41" fmla="*/ 28 h 38"/>
                  <a:gd name="T42" fmla="*/ 6 w 32"/>
                  <a:gd name="T43" fmla="*/ 34 h 38"/>
                  <a:gd name="T44" fmla="*/ 9 w 32"/>
                  <a:gd name="T45" fmla="*/ 38 h 38"/>
                  <a:gd name="T46" fmla="*/ 11 w 32"/>
                  <a:gd name="T47" fmla="*/ 36 h 38"/>
                  <a:gd name="T48" fmla="*/ 11 w 32"/>
                  <a:gd name="T49" fmla="*/ 34 h 38"/>
                  <a:gd name="T50" fmla="*/ 13 w 32"/>
                  <a:gd name="T51" fmla="*/ 34 h 38"/>
                  <a:gd name="T52" fmla="*/ 15 w 32"/>
                  <a:gd name="T53" fmla="*/ 34 h 38"/>
                  <a:gd name="T54" fmla="*/ 19 w 32"/>
                  <a:gd name="T55" fmla="*/ 28 h 38"/>
                  <a:gd name="T56" fmla="*/ 23 w 32"/>
                  <a:gd name="T57" fmla="*/ 26 h 38"/>
                  <a:gd name="T58" fmla="*/ 26 w 32"/>
                  <a:gd name="T59" fmla="*/ 23 h 38"/>
                  <a:gd name="T60" fmla="*/ 26 w 32"/>
                  <a:gd name="T61" fmla="*/ 23 h 38"/>
                  <a:gd name="T62" fmla="*/ 32 w 32"/>
                  <a:gd name="T63" fmla="*/ 19 h 38"/>
                  <a:gd name="T64" fmla="*/ 32 w 32"/>
                  <a:gd name="T65" fmla="*/ 17 h 38"/>
                  <a:gd name="T66" fmla="*/ 32 w 32"/>
                  <a:gd name="T67" fmla="*/ 17 h 38"/>
                  <a:gd name="T68" fmla="*/ 32 w 32"/>
                  <a:gd name="T69" fmla="*/ 13 h 38"/>
                  <a:gd name="T70" fmla="*/ 30 w 32"/>
                  <a:gd name="T71" fmla="*/ 11 h 38"/>
                  <a:gd name="T72" fmla="*/ 32 w 32"/>
                  <a:gd name="T73" fmla="*/ 11 h 38"/>
                  <a:gd name="T74" fmla="*/ 32 w 32"/>
                  <a:gd name="T75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8">
                    <a:moveTo>
                      <a:pt x="32" y="8"/>
                    </a:move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4" y="19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5" y="34"/>
                    </a:lnTo>
                    <a:lnTo>
                      <a:pt x="19" y="28"/>
                    </a:lnTo>
                    <a:lnTo>
                      <a:pt x="23" y="26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2" y="8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5" name="Freeform 6444">
                <a:extLst>
                  <a:ext uri="{FF2B5EF4-FFF2-40B4-BE49-F238E27FC236}">
                    <a16:creationId xmlns:a16="http://schemas.microsoft.com/office/drawing/2014/main" id="{863BD44F-A118-4987-84BA-132DA506FBF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7" y="1443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5 w 7"/>
                  <a:gd name="T3" fmla="*/ 6 h 6"/>
                  <a:gd name="T4" fmla="*/ 7 w 7"/>
                  <a:gd name="T5" fmla="*/ 4 h 6"/>
                  <a:gd name="T6" fmla="*/ 5 w 7"/>
                  <a:gd name="T7" fmla="*/ 0 h 6"/>
                  <a:gd name="T8" fmla="*/ 2 w 7"/>
                  <a:gd name="T9" fmla="*/ 0 h 6"/>
                  <a:gd name="T10" fmla="*/ 0 w 7"/>
                  <a:gd name="T11" fmla="*/ 2 h 6"/>
                  <a:gd name="T12" fmla="*/ 0 w 7"/>
                  <a:gd name="T13" fmla="*/ 4 h 6"/>
                  <a:gd name="T14" fmla="*/ 2 w 7"/>
                  <a:gd name="T15" fmla="*/ 6 h 6"/>
                  <a:gd name="T16" fmla="*/ 4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lnTo>
                      <a:pt x="5" y="6"/>
                    </a:lnTo>
                    <a:lnTo>
                      <a:pt x="7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  <p:sp>
            <p:nvSpPr>
              <p:cNvPr id="306" name="Freeform 6445">
                <a:extLst>
                  <a:ext uri="{FF2B5EF4-FFF2-40B4-BE49-F238E27FC236}">
                    <a16:creationId xmlns:a16="http://schemas.microsoft.com/office/drawing/2014/main" id="{F16E312E-B803-4905-87ED-6CAF4D13D4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41" y="1632"/>
                <a:ext cx="9" cy="7"/>
              </a:xfrm>
              <a:custGeom>
                <a:avLst/>
                <a:gdLst>
                  <a:gd name="T0" fmla="*/ 3 w 9"/>
                  <a:gd name="T1" fmla="*/ 0 h 7"/>
                  <a:gd name="T2" fmla="*/ 3 w 9"/>
                  <a:gd name="T3" fmla="*/ 0 h 7"/>
                  <a:gd name="T4" fmla="*/ 3 w 9"/>
                  <a:gd name="T5" fmla="*/ 0 h 7"/>
                  <a:gd name="T6" fmla="*/ 0 w 9"/>
                  <a:gd name="T7" fmla="*/ 1 h 7"/>
                  <a:gd name="T8" fmla="*/ 2 w 9"/>
                  <a:gd name="T9" fmla="*/ 5 h 7"/>
                  <a:gd name="T10" fmla="*/ 3 w 9"/>
                  <a:gd name="T11" fmla="*/ 7 h 7"/>
                  <a:gd name="T12" fmla="*/ 7 w 9"/>
                  <a:gd name="T13" fmla="*/ 3 h 7"/>
                  <a:gd name="T14" fmla="*/ 7 w 9"/>
                  <a:gd name="T15" fmla="*/ 1 h 7"/>
                  <a:gd name="T16" fmla="*/ 9 w 9"/>
                  <a:gd name="T17" fmla="*/ 0 h 7"/>
                  <a:gd name="T18" fmla="*/ 3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b" anchorCtr="0"/>
              <a:lstStyle/>
              <a:p>
                <a:pPr algn="ctr" defTabSz="914332">
                  <a:lnSpc>
                    <a:spcPct val="90000"/>
                  </a:lnSpc>
                  <a:spcAft>
                    <a:spcPts val="1600"/>
                  </a:spcAft>
                </a:pPr>
                <a:endParaRPr lang="en-US" sz="2667" b="1">
                  <a:solidFill>
                    <a:schemeClr val="tx2"/>
                  </a:solidFill>
                  <a:latin typeface="Arial"/>
                </a:endParaRPr>
              </a:p>
            </p:txBody>
          </p:sp>
        </p:grpSp>
        <p:sp>
          <p:nvSpPr>
            <p:cNvPr id="10" name="Freeform 6447">
              <a:extLst>
                <a:ext uri="{FF2B5EF4-FFF2-40B4-BE49-F238E27FC236}">
                  <a16:creationId xmlns:a16="http://schemas.microsoft.com/office/drawing/2014/main" id="{6CB7EB08-9E17-4CCF-BFC3-AF27282F8938}"/>
                </a:ext>
              </a:extLst>
            </p:cNvPr>
            <p:cNvSpPr>
              <a:spLocks/>
            </p:cNvSpPr>
            <p:nvPr/>
          </p:nvSpPr>
          <p:spPr bwMode="gray">
            <a:xfrm>
              <a:off x="2341" y="1609"/>
              <a:ext cx="9" cy="6"/>
            </a:xfrm>
            <a:custGeom>
              <a:avLst/>
              <a:gdLst>
                <a:gd name="T0" fmla="*/ 2 w 5"/>
                <a:gd name="T1" fmla="*/ 0 h 3"/>
                <a:gd name="T2" fmla="*/ 0 w 5"/>
                <a:gd name="T3" fmla="*/ 3 h 3"/>
                <a:gd name="T4" fmla="*/ 1 w 5"/>
                <a:gd name="T5" fmla="*/ 2 h 3"/>
                <a:gd name="T6" fmla="*/ 2 w 5"/>
                <a:gd name="T7" fmla="*/ 2 h 3"/>
                <a:gd name="T8" fmla="*/ 2 w 5"/>
                <a:gd name="T9" fmla="*/ 2 h 3"/>
                <a:gd name="T10" fmla="*/ 5 w 5"/>
                <a:gd name="T11" fmla="*/ 0 h 3"/>
                <a:gd name="T12" fmla="*/ 2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1" name="Freeform 6448">
              <a:extLst>
                <a:ext uri="{FF2B5EF4-FFF2-40B4-BE49-F238E27FC236}">
                  <a16:creationId xmlns:a16="http://schemas.microsoft.com/office/drawing/2014/main" id="{E179F33E-5B1F-4CC3-8B7A-3C6D4906ADA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41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2 w 6"/>
                <a:gd name="T5" fmla="*/ 6 h 6"/>
                <a:gd name="T6" fmla="*/ 4 w 6"/>
                <a:gd name="T7" fmla="*/ 4 h 6"/>
                <a:gd name="T8" fmla="*/ 6 w 6"/>
                <a:gd name="T9" fmla="*/ 2 h 6"/>
                <a:gd name="T10" fmla="*/ 4 w 6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2" name="Freeform 6449">
              <a:extLst>
                <a:ext uri="{FF2B5EF4-FFF2-40B4-BE49-F238E27FC236}">
                  <a16:creationId xmlns:a16="http://schemas.microsoft.com/office/drawing/2014/main" id="{34EAF603-F2B6-467F-B579-D6184973B1D7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8" y="1438"/>
              <a:ext cx="9" cy="5"/>
            </a:xfrm>
            <a:custGeom>
              <a:avLst/>
              <a:gdLst>
                <a:gd name="T0" fmla="*/ 5 w 9"/>
                <a:gd name="T1" fmla="*/ 5 h 5"/>
                <a:gd name="T2" fmla="*/ 7 w 9"/>
                <a:gd name="T3" fmla="*/ 5 h 5"/>
                <a:gd name="T4" fmla="*/ 9 w 9"/>
                <a:gd name="T5" fmla="*/ 2 h 5"/>
                <a:gd name="T6" fmla="*/ 5 w 9"/>
                <a:gd name="T7" fmla="*/ 0 h 5"/>
                <a:gd name="T8" fmla="*/ 2 w 9"/>
                <a:gd name="T9" fmla="*/ 2 h 5"/>
                <a:gd name="T10" fmla="*/ 0 w 9"/>
                <a:gd name="T11" fmla="*/ 5 h 5"/>
                <a:gd name="T12" fmla="*/ 4 w 9"/>
                <a:gd name="T13" fmla="*/ 5 h 5"/>
                <a:gd name="T14" fmla="*/ 5 w 9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lnTo>
                    <a:pt x="7" y="5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3" name="Freeform 6450">
              <a:extLst>
                <a:ext uri="{FF2B5EF4-FFF2-40B4-BE49-F238E27FC236}">
                  <a16:creationId xmlns:a16="http://schemas.microsoft.com/office/drawing/2014/main" id="{1F88B58F-D46B-4E5D-96BE-B67F2B05BD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391"/>
              <a:ext cx="15" cy="15"/>
            </a:xfrm>
            <a:custGeom>
              <a:avLst/>
              <a:gdLst>
                <a:gd name="T0" fmla="*/ 2 w 15"/>
                <a:gd name="T1" fmla="*/ 13 h 15"/>
                <a:gd name="T2" fmla="*/ 4 w 15"/>
                <a:gd name="T3" fmla="*/ 15 h 15"/>
                <a:gd name="T4" fmla="*/ 7 w 15"/>
                <a:gd name="T5" fmla="*/ 15 h 15"/>
                <a:gd name="T6" fmla="*/ 7 w 15"/>
                <a:gd name="T7" fmla="*/ 15 h 15"/>
                <a:gd name="T8" fmla="*/ 11 w 15"/>
                <a:gd name="T9" fmla="*/ 15 h 15"/>
                <a:gd name="T10" fmla="*/ 13 w 15"/>
                <a:gd name="T11" fmla="*/ 11 h 15"/>
                <a:gd name="T12" fmla="*/ 15 w 15"/>
                <a:gd name="T13" fmla="*/ 9 h 15"/>
                <a:gd name="T14" fmla="*/ 15 w 15"/>
                <a:gd name="T15" fmla="*/ 6 h 15"/>
                <a:gd name="T16" fmla="*/ 15 w 15"/>
                <a:gd name="T17" fmla="*/ 4 h 15"/>
                <a:gd name="T18" fmla="*/ 15 w 15"/>
                <a:gd name="T19" fmla="*/ 0 h 15"/>
                <a:gd name="T20" fmla="*/ 9 w 15"/>
                <a:gd name="T21" fmla="*/ 0 h 15"/>
                <a:gd name="T22" fmla="*/ 9 w 15"/>
                <a:gd name="T23" fmla="*/ 2 h 15"/>
                <a:gd name="T24" fmla="*/ 4 w 15"/>
                <a:gd name="T25" fmla="*/ 4 h 15"/>
                <a:gd name="T26" fmla="*/ 4 w 15"/>
                <a:gd name="T27" fmla="*/ 6 h 15"/>
                <a:gd name="T28" fmla="*/ 4 w 15"/>
                <a:gd name="T29" fmla="*/ 8 h 15"/>
                <a:gd name="T30" fmla="*/ 2 w 15"/>
                <a:gd name="T31" fmla="*/ 8 h 15"/>
                <a:gd name="T32" fmla="*/ 0 w 15"/>
                <a:gd name="T33" fmla="*/ 9 h 15"/>
                <a:gd name="T34" fmla="*/ 0 w 15"/>
                <a:gd name="T35" fmla="*/ 11 h 15"/>
                <a:gd name="T36" fmla="*/ 2 w 15"/>
                <a:gd name="T3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15">
                  <a:moveTo>
                    <a:pt x="2" y="13"/>
                  </a:moveTo>
                  <a:lnTo>
                    <a:pt x="4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4" name="Freeform 6451">
              <a:extLst>
                <a:ext uri="{FF2B5EF4-FFF2-40B4-BE49-F238E27FC236}">
                  <a16:creationId xmlns:a16="http://schemas.microsoft.com/office/drawing/2014/main" id="{84805E55-ADBC-4817-AAA8-AECC97DD6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88" y="1453"/>
              <a:ext cx="80" cy="97"/>
            </a:xfrm>
            <a:custGeom>
              <a:avLst/>
              <a:gdLst>
                <a:gd name="T0" fmla="*/ 43 w 43"/>
                <a:gd name="T1" fmla="*/ 4 h 52"/>
                <a:gd name="T2" fmla="*/ 38 w 43"/>
                <a:gd name="T3" fmla="*/ 1 h 52"/>
                <a:gd name="T4" fmla="*/ 32 w 43"/>
                <a:gd name="T5" fmla="*/ 2 h 52"/>
                <a:gd name="T6" fmla="*/ 26 w 43"/>
                <a:gd name="T7" fmla="*/ 1 h 52"/>
                <a:gd name="T8" fmla="*/ 22 w 43"/>
                <a:gd name="T9" fmla="*/ 3 h 52"/>
                <a:gd name="T10" fmla="*/ 18 w 43"/>
                <a:gd name="T11" fmla="*/ 5 h 52"/>
                <a:gd name="T12" fmla="*/ 17 w 43"/>
                <a:gd name="T13" fmla="*/ 7 h 52"/>
                <a:gd name="T14" fmla="*/ 14 w 43"/>
                <a:gd name="T15" fmla="*/ 11 h 52"/>
                <a:gd name="T16" fmla="*/ 17 w 43"/>
                <a:gd name="T17" fmla="*/ 16 h 52"/>
                <a:gd name="T18" fmla="*/ 16 w 43"/>
                <a:gd name="T19" fmla="*/ 20 h 52"/>
                <a:gd name="T20" fmla="*/ 14 w 43"/>
                <a:gd name="T21" fmla="*/ 24 h 52"/>
                <a:gd name="T22" fmla="*/ 13 w 43"/>
                <a:gd name="T23" fmla="*/ 22 h 52"/>
                <a:gd name="T24" fmla="*/ 10 w 43"/>
                <a:gd name="T25" fmla="*/ 18 h 52"/>
                <a:gd name="T26" fmla="*/ 6 w 43"/>
                <a:gd name="T27" fmla="*/ 15 h 52"/>
                <a:gd name="T28" fmla="*/ 3 w 43"/>
                <a:gd name="T29" fmla="*/ 16 h 52"/>
                <a:gd name="T30" fmla="*/ 1 w 43"/>
                <a:gd name="T31" fmla="*/ 23 h 52"/>
                <a:gd name="T32" fmla="*/ 0 w 43"/>
                <a:gd name="T33" fmla="*/ 29 h 52"/>
                <a:gd name="T34" fmla="*/ 4 w 43"/>
                <a:gd name="T35" fmla="*/ 30 h 52"/>
                <a:gd name="T36" fmla="*/ 5 w 43"/>
                <a:gd name="T37" fmla="*/ 32 h 52"/>
                <a:gd name="T38" fmla="*/ 7 w 43"/>
                <a:gd name="T39" fmla="*/ 38 h 52"/>
                <a:gd name="T40" fmla="*/ 9 w 43"/>
                <a:gd name="T41" fmla="*/ 43 h 52"/>
                <a:gd name="T42" fmla="*/ 9 w 43"/>
                <a:gd name="T43" fmla="*/ 49 h 52"/>
                <a:gd name="T44" fmla="*/ 12 w 43"/>
                <a:gd name="T45" fmla="*/ 52 h 52"/>
                <a:gd name="T46" fmla="*/ 15 w 43"/>
                <a:gd name="T47" fmla="*/ 50 h 52"/>
                <a:gd name="T48" fmla="*/ 18 w 43"/>
                <a:gd name="T49" fmla="*/ 47 h 52"/>
                <a:gd name="T50" fmla="*/ 24 w 43"/>
                <a:gd name="T51" fmla="*/ 45 h 52"/>
                <a:gd name="T52" fmla="*/ 28 w 43"/>
                <a:gd name="T53" fmla="*/ 45 h 52"/>
                <a:gd name="T54" fmla="*/ 31 w 43"/>
                <a:gd name="T55" fmla="*/ 40 h 52"/>
                <a:gd name="T56" fmla="*/ 32 w 43"/>
                <a:gd name="T57" fmla="*/ 36 h 52"/>
                <a:gd name="T58" fmla="*/ 36 w 43"/>
                <a:gd name="T59" fmla="*/ 33 h 52"/>
                <a:gd name="T60" fmla="*/ 37 w 43"/>
                <a:gd name="T61" fmla="*/ 27 h 52"/>
                <a:gd name="T62" fmla="*/ 39 w 43"/>
                <a:gd name="T63" fmla="*/ 21 h 52"/>
                <a:gd name="T64" fmla="*/ 39 w 43"/>
                <a:gd name="T65" fmla="*/ 18 h 52"/>
                <a:gd name="T66" fmla="*/ 39 w 43"/>
                <a:gd name="T67" fmla="*/ 14 h 52"/>
                <a:gd name="T68" fmla="*/ 38 w 43"/>
                <a:gd name="T69" fmla="*/ 12 h 52"/>
                <a:gd name="T70" fmla="*/ 43 w 43"/>
                <a:gd name="T71" fmla="*/ 9 h 52"/>
                <a:gd name="T72" fmla="*/ 40 w 43"/>
                <a:gd name="T73" fmla="*/ 6 h 52"/>
                <a:gd name="T74" fmla="*/ 39 w 43"/>
                <a:gd name="T75" fmla="*/ 5 h 52"/>
                <a:gd name="T76" fmla="*/ 20 w 43"/>
                <a:gd name="T77" fmla="*/ 9 h 52"/>
                <a:gd name="T78" fmla="*/ 34 w 43"/>
                <a:gd name="T79" fmla="*/ 6 h 52"/>
                <a:gd name="T80" fmla="*/ 30 w 43"/>
                <a:gd name="T81" fmla="*/ 4 h 52"/>
                <a:gd name="T82" fmla="*/ 31 w 43"/>
                <a:gd name="T83" fmla="*/ 5 h 52"/>
                <a:gd name="T84" fmla="*/ 28 w 43"/>
                <a:gd name="T85" fmla="*/ 4 h 52"/>
                <a:gd name="T86" fmla="*/ 34 w 43"/>
                <a:gd name="T87" fmla="*/ 27 h 52"/>
                <a:gd name="T88" fmla="*/ 37 w 43"/>
                <a:gd name="T89" fmla="*/ 17 h 52"/>
                <a:gd name="T90" fmla="*/ 36 w 43"/>
                <a:gd name="T91" fmla="*/ 21 h 52"/>
                <a:gd name="T92" fmla="*/ 35 w 43"/>
                <a:gd name="T93" fmla="*/ 24 h 52"/>
                <a:gd name="T94" fmla="*/ 34 w 43"/>
                <a:gd name="T95" fmla="*/ 22 h 52"/>
                <a:gd name="T96" fmla="*/ 27 w 43"/>
                <a:gd name="T97" fmla="*/ 22 h 52"/>
                <a:gd name="T98" fmla="*/ 29 w 43"/>
                <a:gd name="T99" fmla="*/ 20 h 52"/>
                <a:gd name="T100" fmla="*/ 35 w 43"/>
                <a:gd name="T101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52">
                  <a:moveTo>
                    <a:pt x="39" y="5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4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8" y="5"/>
                    <a:pt x="38" y="5"/>
                    <a:pt x="38" y="5"/>
                  </a:cubicBezTo>
                  <a:lnTo>
                    <a:pt x="39" y="5"/>
                  </a:lnTo>
                  <a:close/>
                  <a:moveTo>
                    <a:pt x="20" y="10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lnTo>
                    <a:pt x="35" y="5"/>
                  </a:lnTo>
                  <a:close/>
                  <a:moveTo>
                    <a:pt x="29" y="3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lnTo>
                    <a:pt x="29" y="3"/>
                  </a:lnTo>
                  <a:close/>
                  <a:moveTo>
                    <a:pt x="34" y="28"/>
                  </a:move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7"/>
                    <a:pt x="35" y="27"/>
                  </a:cubicBezTo>
                  <a:lnTo>
                    <a:pt x="34" y="28"/>
                  </a:lnTo>
                  <a:close/>
                  <a:moveTo>
                    <a:pt x="36" y="17"/>
                  </a:moveTo>
                  <a:cubicBezTo>
                    <a:pt x="37" y="17"/>
                    <a:pt x="37" y="17"/>
                    <a:pt x="37" y="17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lnTo>
                    <a:pt x="36" y="1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5" name="Freeform 6452">
              <a:extLst>
                <a:ext uri="{FF2B5EF4-FFF2-40B4-BE49-F238E27FC236}">
                  <a16:creationId xmlns:a16="http://schemas.microsoft.com/office/drawing/2014/main" id="{A9691408-46BE-42B2-BD93-558506B99EF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75" y="1428"/>
              <a:ext cx="16" cy="15"/>
            </a:xfrm>
            <a:custGeom>
              <a:avLst/>
              <a:gdLst>
                <a:gd name="T0" fmla="*/ 13 w 16"/>
                <a:gd name="T1" fmla="*/ 6 h 15"/>
                <a:gd name="T2" fmla="*/ 16 w 16"/>
                <a:gd name="T3" fmla="*/ 0 h 15"/>
                <a:gd name="T4" fmla="*/ 11 w 16"/>
                <a:gd name="T5" fmla="*/ 2 h 15"/>
                <a:gd name="T6" fmla="*/ 3 w 16"/>
                <a:gd name="T7" fmla="*/ 6 h 15"/>
                <a:gd name="T8" fmla="*/ 1 w 16"/>
                <a:gd name="T9" fmla="*/ 10 h 15"/>
                <a:gd name="T10" fmla="*/ 0 w 16"/>
                <a:gd name="T11" fmla="*/ 10 h 15"/>
                <a:gd name="T12" fmla="*/ 1 w 16"/>
                <a:gd name="T13" fmla="*/ 15 h 15"/>
                <a:gd name="T14" fmla="*/ 3 w 16"/>
                <a:gd name="T15" fmla="*/ 15 h 15"/>
                <a:gd name="T16" fmla="*/ 5 w 16"/>
                <a:gd name="T17" fmla="*/ 13 h 15"/>
                <a:gd name="T18" fmla="*/ 5 w 16"/>
                <a:gd name="T19" fmla="*/ 13 h 15"/>
                <a:gd name="T20" fmla="*/ 5 w 16"/>
                <a:gd name="T21" fmla="*/ 13 h 15"/>
                <a:gd name="T22" fmla="*/ 9 w 16"/>
                <a:gd name="T23" fmla="*/ 15 h 15"/>
                <a:gd name="T24" fmla="*/ 9 w 16"/>
                <a:gd name="T25" fmla="*/ 12 h 15"/>
                <a:gd name="T26" fmla="*/ 9 w 16"/>
                <a:gd name="T27" fmla="*/ 10 h 15"/>
                <a:gd name="T28" fmla="*/ 9 w 16"/>
                <a:gd name="T29" fmla="*/ 10 h 15"/>
                <a:gd name="T30" fmla="*/ 13 w 16"/>
                <a:gd name="T3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5">
                  <a:moveTo>
                    <a:pt x="13" y="6"/>
                  </a:moveTo>
                  <a:lnTo>
                    <a:pt x="16" y="0"/>
                  </a:lnTo>
                  <a:lnTo>
                    <a:pt x="11" y="2"/>
                  </a:lnTo>
                  <a:lnTo>
                    <a:pt x="3" y="6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9" y="15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6" name="Freeform 6453">
              <a:extLst>
                <a:ext uri="{FF2B5EF4-FFF2-40B4-BE49-F238E27FC236}">
                  <a16:creationId xmlns:a16="http://schemas.microsoft.com/office/drawing/2014/main" id="{FD52F7C1-B073-435B-84A6-4E57E81BA21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40" y="1346"/>
              <a:ext cx="74" cy="79"/>
            </a:xfrm>
            <a:custGeom>
              <a:avLst/>
              <a:gdLst>
                <a:gd name="T0" fmla="*/ 5 w 40"/>
                <a:gd name="T1" fmla="*/ 4 h 42"/>
                <a:gd name="T2" fmla="*/ 6 w 40"/>
                <a:gd name="T3" fmla="*/ 9 h 42"/>
                <a:gd name="T4" fmla="*/ 6 w 40"/>
                <a:gd name="T5" fmla="*/ 9 h 42"/>
                <a:gd name="T6" fmla="*/ 1 w 40"/>
                <a:gd name="T7" fmla="*/ 10 h 42"/>
                <a:gd name="T8" fmla="*/ 2 w 40"/>
                <a:gd name="T9" fmla="*/ 14 h 42"/>
                <a:gd name="T10" fmla="*/ 6 w 40"/>
                <a:gd name="T11" fmla="*/ 15 h 42"/>
                <a:gd name="T12" fmla="*/ 0 w 40"/>
                <a:gd name="T13" fmla="*/ 15 h 42"/>
                <a:gd name="T14" fmla="*/ 3 w 40"/>
                <a:gd name="T15" fmla="*/ 19 h 42"/>
                <a:gd name="T16" fmla="*/ 1 w 40"/>
                <a:gd name="T17" fmla="*/ 22 h 42"/>
                <a:gd name="T18" fmla="*/ 6 w 40"/>
                <a:gd name="T19" fmla="*/ 21 h 42"/>
                <a:gd name="T20" fmla="*/ 6 w 40"/>
                <a:gd name="T21" fmla="*/ 22 h 42"/>
                <a:gd name="T22" fmla="*/ 3 w 40"/>
                <a:gd name="T23" fmla="*/ 23 h 42"/>
                <a:gd name="T24" fmla="*/ 6 w 40"/>
                <a:gd name="T25" fmla="*/ 26 h 42"/>
                <a:gd name="T26" fmla="*/ 7 w 40"/>
                <a:gd name="T27" fmla="*/ 27 h 42"/>
                <a:gd name="T28" fmla="*/ 9 w 40"/>
                <a:gd name="T29" fmla="*/ 26 h 42"/>
                <a:gd name="T30" fmla="*/ 14 w 40"/>
                <a:gd name="T31" fmla="*/ 27 h 42"/>
                <a:gd name="T32" fmla="*/ 21 w 40"/>
                <a:gd name="T33" fmla="*/ 28 h 42"/>
                <a:gd name="T34" fmla="*/ 14 w 40"/>
                <a:gd name="T35" fmla="*/ 29 h 42"/>
                <a:gd name="T36" fmla="*/ 9 w 40"/>
                <a:gd name="T37" fmla="*/ 30 h 42"/>
                <a:gd name="T38" fmla="*/ 10 w 40"/>
                <a:gd name="T39" fmla="*/ 31 h 42"/>
                <a:gd name="T40" fmla="*/ 10 w 40"/>
                <a:gd name="T41" fmla="*/ 34 h 42"/>
                <a:gd name="T42" fmla="*/ 9 w 40"/>
                <a:gd name="T43" fmla="*/ 36 h 42"/>
                <a:gd name="T44" fmla="*/ 10 w 40"/>
                <a:gd name="T45" fmla="*/ 40 h 42"/>
                <a:gd name="T46" fmla="*/ 13 w 40"/>
                <a:gd name="T47" fmla="*/ 40 h 42"/>
                <a:gd name="T48" fmla="*/ 16 w 40"/>
                <a:gd name="T49" fmla="*/ 42 h 42"/>
                <a:gd name="T50" fmla="*/ 24 w 40"/>
                <a:gd name="T51" fmla="*/ 40 h 42"/>
                <a:gd name="T52" fmla="*/ 26 w 40"/>
                <a:gd name="T53" fmla="*/ 36 h 42"/>
                <a:gd name="T54" fmla="*/ 25 w 40"/>
                <a:gd name="T55" fmla="*/ 35 h 42"/>
                <a:gd name="T56" fmla="*/ 27 w 40"/>
                <a:gd name="T57" fmla="*/ 33 h 42"/>
                <a:gd name="T58" fmla="*/ 31 w 40"/>
                <a:gd name="T59" fmla="*/ 30 h 42"/>
                <a:gd name="T60" fmla="*/ 32 w 40"/>
                <a:gd name="T61" fmla="*/ 29 h 42"/>
                <a:gd name="T62" fmla="*/ 34 w 40"/>
                <a:gd name="T63" fmla="*/ 24 h 42"/>
                <a:gd name="T64" fmla="*/ 37 w 40"/>
                <a:gd name="T65" fmla="*/ 19 h 42"/>
                <a:gd name="T66" fmla="*/ 40 w 40"/>
                <a:gd name="T67" fmla="*/ 13 h 42"/>
                <a:gd name="T68" fmla="*/ 39 w 40"/>
                <a:gd name="T69" fmla="*/ 11 h 42"/>
                <a:gd name="T70" fmla="*/ 36 w 40"/>
                <a:gd name="T71" fmla="*/ 7 h 42"/>
                <a:gd name="T72" fmla="*/ 35 w 40"/>
                <a:gd name="T73" fmla="*/ 9 h 42"/>
                <a:gd name="T74" fmla="*/ 32 w 40"/>
                <a:gd name="T75" fmla="*/ 12 h 42"/>
                <a:gd name="T76" fmla="*/ 33 w 40"/>
                <a:gd name="T77" fmla="*/ 9 h 42"/>
                <a:gd name="T78" fmla="*/ 32 w 40"/>
                <a:gd name="T79" fmla="*/ 4 h 42"/>
                <a:gd name="T80" fmla="*/ 32 w 40"/>
                <a:gd name="T81" fmla="*/ 7 h 42"/>
                <a:gd name="T82" fmla="*/ 29 w 40"/>
                <a:gd name="T83" fmla="*/ 6 h 42"/>
                <a:gd name="T84" fmla="*/ 25 w 40"/>
                <a:gd name="T85" fmla="*/ 7 h 42"/>
                <a:gd name="T86" fmla="*/ 22 w 40"/>
                <a:gd name="T87" fmla="*/ 11 h 42"/>
                <a:gd name="T88" fmla="*/ 21 w 40"/>
                <a:gd name="T89" fmla="*/ 14 h 42"/>
                <a:gd name="T90" fmla="*/ 22 w 40"/>
                <a:gd name="T91" fmla="*/ 18 h 42"/>
                <a:gd name="T92" fmla="*/ 20 w 40"/>
                <a:gd name="T93" fmla="*/ 22 h 42"/>
                <a:gd name="T94" fmla="*/ 19 w 40"/>
                <a:gd name="T95" fmla="*/ 15 h 42"/>
                <a:gd name="T96" fmla="*/ 19 w 40"/>
                <a:gd name="T97" fmla="*/ 11 h 42"/>
                <a:gd name="T98" fmla="*/ 15 w 40"/>
                <a:gd name="T99" fmla="*/ 11 h 42"/>
                <a:gd name="T100" fmla="*/ 15 w 40"/>
                <a:gd name="T101" fmla="*/ 14 h 42"/>
                <a:gd name="T102" fmla="*/ 12 w 40"/>
                <a:gd name="T103" fmla="*/ 16 h 42"/>
                <a:gd name="T104" fmla="*/ 11 w 40"/>
                <a:gd name="T105" fmla="*/ 21 h 42"/>
                <a:gd name="T106" fmla="*/ 11 w 40"/>
                <a:gd name="T107" fmla="*/ 17 h 42"/>
                <a:gd name="T108" fmla="*/ 10 w 40"/>
                <a:gd name="T109" fmla="*/ 15 h 42"/>
                <a:gd name="T110" fmla="*/ 9 w 40"/>
                <a:gd name="T111" fmla="*/ 10 h 42"/>
                <a:gd name="T112" fmla="*/ 11 w 40"/>
                <a:gd name="T113" fmla="*/ 6 h 42"/>
                <a:gd name="T114" fmla="*/ 9 w 40"/>
                <a:gd name="T115" fmla="*/ 3 h 42"/>
                <a:gd name="T116" fmla="*/ 6 w 40"/>
                <a:gd name="T117" fmla="*/ 0 h 42"/>
                <a:gd name="T118" fmla="*/ 7 w 40"/>
                <a:gd name="T11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42">
                  <a:moveTo>
                    <a:pt x="6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6" y="0"/>
                  </a:lnTo>
                  <a:close/>
                  <a:moveTo>
                    <a:pt x="5" y="18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lnTo>
                    <a:pt x="5" y="1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7" name="Freeform 6454">
              <a:extLst>
                <a:ext uri="{FF2B5EF4-FFF2-40B4-BE49-F238E27FC236}">
                  <a16:creationId xmlns:a16="http://schemas.microsoft.com/office/drawing/2014/main" id="{C3DD2C48-9711-44FC-9278-D001E8F910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1302"/>
              <a:ext cx="14" cy="33"/>
            </a:xfrm>
            <a:custGeom>
              <a:avLst/>
              <a:gdLst>
                <a:gd name="T0" fmla="*/ 5 w 14"/>
                <a:gd name="T1" fmla="*/ 29 h 33"/>
                <a:gd name="T2" fmla="*/ 1 w 14"/>
                <a:gd name="T3" fmla="*/ 31 h 33"/>
                <a:gd name="T4" fmla="*/ 5 w 14"/>
                <a:gd name="T5" fmla="*/ 33 h 33"/>
                <a:gd name="T6" fmla="*/ 9 w 14"/>
                <a:gd name="T7" fmla="*/ 33 h 33"/>
                <a:gd name="T8" fmla="*/ 13 w 14"/>
                <a:gd name="T9" fmla="*/ 29 h 33"/>
                <a:gd name="T10" fmla="*/ 7 w 14"/>
                <a:gd name="T11" fmla="*/ 29 h 33"/>
                <a:gd name="T12" fmla="*/ 9 w 14"/>
                <a:gd name="T13" fmla="*/ 28 h 33"/>
                <a:gd name="T14" fmla="*/ 13 w 14"/>
                <a:gd name="T15" fmla="*/ 20 h 33"/>
                <a:gd name="T16" fmla="*/ 11 w 14"/>
                <a:gd name="T17" fmla="*/ 18 h 33"/>
                <a:gd name="T18" fmla="*/ 13 w 14"/>
                <a:gd name="T19" fmla="*/ 16 h 33"/>
                <a:gd name="T20" fmla="*/ 13 w 14"/>
                <a:gd name="T21" fmla="*/ 13 h 33"/>
                <a:gd name="T22" fmla="*/ 14 w 14"/>
                <a:gd name="T23" fmla="*/ 7 h 33"/>
                <a:gd name="T24" fmla="*/ 13 w 14"/>
                <a:gd name="T25" fmla="*/ 5 h 33"/>
                <a:gd name="T26" fmla="*/ 13 w 14"/>
                <a:gd name="T27" fmla="*/ 1 h 33"/>
                <a:gd name="T28" fmla="*/ 9 w 14"/>
                <a:gd name="T29" fmla="*/ 0 h 33"/>
                <a:gd name="T30" fmla="*/ 7 w 14"/>
                <a:gd name="T31" fmla="*/ 1 h 33"/>
                <a:gd name="T32" fmla="*/ 7 w 14"/>
                <a:gd name="T33" fmla="*/ 5 h 33"/>
                <a:gd name="T34" fmla="*/ 5 w 14"/>
                <a:gd name="T35" fmla="*/ 9 h 33"/>
                <a:gd name="T36" fmla="*/ 5 w 14"/>
                <a:gd name="T37" fmla="*/ 11 h 33"/>
                <a:gd name="T38" fmla="*/ 5 w 14"/>
                <a:gd name="T39" fmla="*/ 11 h 33"/>
                <a:gd name="T40" fmla="*/ 5 w 14"/>
                <a:gd name="T41" fmla="*/ 13 h 33"/>
                <a:gd name="T42" fmla="*/ 1 w 14"/>
                <a:gd name="T43" fmla="*/ 15 h 33"/>
                <a:gd name="T44" fmla="*/ 1 w 14"/>
                <a:gd name="T45" fmla="*/ 18 h 33"/>
                <a:gd name="T46" fmla="*/ 1 w 14"/>
                <a:gd name="T47" fmla="*/ 22 h 33"/>
                <a:gd name="T48" fmla="*/ 0 w 14"/>
                <a:gd name="T49" fmla="*/ 24 h 33"/>
                <a:gd name="T50" fmla="*/ 1 w 14"/>
                <a:gd name="T51" fmla="*/ 29 h 33"/>
                <a:gd name="T52" fmla="*/ 5 w 14"/>
                <a:gd name="T53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33">
                  <a:moveTo>
                    <a:pt x="5" y="29"/>
                  </a:moveTo>
                  <a:lnTo>
                    <a:pt x="1" y="31"/>
                  </a:lnTo>
                  <a:lnTo>
                    <a:pt x="5" y="33"/>
                  </a:lnTo>
                  <a:lnTo>
                    <a:pt x="9" y="33"/>
                  </a:lnTo>
                  <a:lnTo>
                    <a:pt x="13" y="29"/>
                  </a:lnTo>
                  <a:lnTo>
                    <a:pt x="7" y="29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1" y="18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4" y="7"/>
                  </a:lnTo>
                  <a:lnTo>
                    <a:pt x="13" y="5"/>
                  </a:lnTo>
                  <a:lnTo>
                    <a:pt x="13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5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1" y="29"/>
                  </a:lnTo>
                  <a:lnTo>
                    <a:pt x="5" y="2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8" name="Freeform 6455">
              <a:extLst>
                <a:ext uri="{FF2B5EF4-FFF2-40B4-BE49-F238E27FC236}">
                  <a16:creationId xmlns:a16="http://schemas.microsoft.com/office/drawing/2014/main" id="{E4F832CA-E56B-4334-9FA4-8ECDAC88012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" y="1248"/>
              <a:ext cx="43" cy="28"/>
            </a:xfrm>
            <a:custGeom>
              <a:avLst/>
              <a:gdLst>
                <a:gd name="T0" fmla="*/ 4 w 43"/>
                <a:gd name="T1" fmla="*/ 13 h 28"/>
                <a:gd name="T2" fmla="*/ 7 w 43"/>
                <a:gd name="T3" fmla="*/ 13 h 28"/>
                <a:gd name="T4" fmla="*/ 9 w 43"/>
                <a:gd name="T5" fmla="*/ 13 h 28"/>
                <a:gd name="T6" fmla="*/ 9 w 43"/>
                <a:gd name="T7" fmla="*/ 13 h 28"/>
                <a:gd name="T8" fmla="*/ 13 w 43"/>
                <a:gd name="T9" fmla="*/ 13 h 28"/>
                <a:gd name="T10" fmla="*/ 13 w 43"/>
                <a:gd name="T11" fmla="*/ 13 h 28"/>
                <a:gd name="T12" fmla="*/ 11 w 43"/>
                <a:gd name="T13" fmla="*/ 14 h 28"/>
                <a:gd name="T14" fmla="*/ 13 w 43"/>
                <a:gd name="T15" fmla="*/ 18 h 28"/>
                <a:gd name="T16" fmla="*/ 15 w 43"/>
                <a:gd name="T17" fmla="*/ 22 h 28"/>
                <a:gd name="T18" fmla="*/ 18 w 43"/>
                <a:gd name="T19" fmla="*/ 18 h 28"/>
                <a:gd name="T20" fmla="*/ 18 w 43"/>
                <a:gd name="T21" fmla="*/ 16 h 28"/>
                <a:gd name="T22" fmla="*/ 20 w 43"/>
                <a:gd name="T23" fmla="*/ 18 h 28"/>
                <a:gd name="T24" fmla="*/ 20 w 43"/>
                <a:gd name="T25" fmla="*/ 22 h 28"/>
                <a:gd name="T26" fmla="*/ 24 w 43"/>
                <a:gd name="T27" fmla="*/ 26 h 28"/>
                <a:gd name="T28" fmla="*/ 26 w 43"/>
                <a:gd name="T29" fmla="*/ 26 h 28"/>
                <a:gd name="T30" fmla="*/ 28 w 43"/>
                <a:gd name="T31" fmla="*/ 28 h 28"/>
                <a:gd name="T32" fmla="*/ 32 w 43"/>
                <a:gd name="T33" fmla="*/ 26 h 28"/>
                <a:gd name="T34" fmla="*/ 33 w 43"/>
                <a:gd name="T35" fmla="*/ 28 h 28"/>
                <a:gd name="T36" fmla="*/ 37 w 43"/>
                <a:gd name="T37" fmla="*/ 24 h 28"/>
                <a:gd name="T38" fmla="*/ 39 w 43"/>
                <a:gd name="T39" fmla="*/ 22 h 28"/>
                <a:gd name="T40" fmla="*/ 43 w 43"/>
                <a:gd name="T41" fmla="*/ 16 h 28"/>
                <a:gd name="T42" fmla="*/ 41 w 43"/>
                <a:gd name="T43" fmla="*/ 13 h 28"/>
                <a:gd name="T44" fmla="*/ 43 w 43"/>
                <a:gd name="T45" fmla="*/ 9 h 28"/>
                <a:gd name="T46" fmla="*/ 43 w 43"/>
                <a:gd name="T47" fmla="*/ 7 h 28"/>
                <a:gd name="T48" fmla="*/ 41 w 43"/>
                <a:gd name="T49" fmla="*/ 3 h 28"/>
                <a:gd name="T50" fmla="*/ 41 w 43"/>
                <a:gd name="T51" fmla="*/ 1 h 28"/>
                <a:gd name="T52" fmla="*/ 37 w 43"/>
                <a:gd name="T53" fmla="*/ 0 h 28"/>
                <a:gd name="T54" fmla="*/ 37 w 43"/>
                <a:gd name="T55" fmla="*/ 1 h 28"/>
                <a:gd name="T56" fmla="*/ 35 w 43"/>
                <a:gd name="T57" fmla="*/ 1 h 28"/>
                <a:gd name="T58" fmla="*/ 30 w 43"/>
                <a:gd name="T59" fmla="*/ 1 h 28"/>
                <a:gd name="T60" fmla="*/ 28 w 43"/>
                <a:gd name="T61" fmla="*/ 3 h 28"/>
                <a:gd name="T62" fmla="*/ 24 w 43"/>
                <a:gd name="T63" fmla="*/ 3 h 28"/>
                <a:gd name="T64" fmla="*/ 22 w 43"/>
                <a:gd name="T65" fmla="*/ 3 h 28"/>
                <a:gd name="T66" fmla="*/ 20 w 43"/>
                <a:gd name="T67" fmla="*/ 3 h 28"/>
                <a:gd name="T68" fmla="*/ 18 w 43"/>
                <a:gd name="T69" fmla="*/ 1 h 28"/>
                <a:gd name="T70" fmla="*/ 9 w 43"/>
                <a:gd name="T71" fmla="*/ 5 h 28"/>
                <a:gd name="T72" fmla="*/ 7 w 43"/>
                <a:gd name="T73" fmla="*/ 5 h 28"/>
                <a:gd name="T74" fmla="*/ 4 w 43"/>
                <a:gd name="T75" fmla="*/ 5 h 28"/>
                <a:gd name="T76" fmla="*/ 2 w 43"/>
                <a:gd name="T77" fmla="*/ 7 h 28"/>
                <a:gd name="T78" fmla="*/ 0 w 43"/>
                <a:gd name="T79" fmla="*/ 9 h 28"/>
                <a:gd name="T80" fmla="*/ 0 w 43"/>
                <a:gd name="T81" fmla="*/ 14 h 28"/>
                <a:gd name="T82" fmla="*/ 4 w 43"/>
                <a:gd name="T8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3" h="28">
                  <a:moveTo>
                    <a:pt x="4" y="13"/>
                  </a:moveTo>
                  <a:lnTo>
                    <a:pt x="7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13" y="18"/>
                  </a:lnTo>
                  <a:lnTo>
                    <a:pt x="15" y="22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2" y="26"/>
                  </a:lnTo>
                  <a:lnTo>
                    <a:pt x="33" y="28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43" y="16"/>
                  </a:lnTo>
                  <a:lnTo>
                    <a:pt x="41" y="13"/>
                  </a:lnTo>
                  <a:lnTo>
                    <a:pt x="43" y="9"/>
                  </a:lnTo>
                  <a:lnTo>
                    <a:pt x="43" y="7"/>
                  </a:lnTo>
                  <a:lnTo>
                    <a:pt x="41" y="3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0" y="1"/>
                  </a:lnTo>
                  <a:lnTo>
                    <a:pt x="28" y="3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8" y="1"/>
                  </a:lnTo>
                  <a:lnTo>
                    <a:pt x="9" y="5"/>
                  </a:lnTo>
                  <a:lnTo>
                    <a:pt x="7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0" y="9"/>
                  </a:lnTo>
                  <a:lnTo>
                    <a:pt x="0" y="14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9" name="Freeform 6456">
              <a:extLst>
                <a:ext uri="{FF2B5EF4-FFF2-40B4-BE49-F238E27FC236}">
                  <a16:creationId xmlns:a16="http://schemas.microsoft.com/office/drawing/2014/main" id="{104B3DC4-C377-497F-929D-3C1DE0A7EA01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" y="1926"/>
              <a:ext cx="25" cy="52"/>
            </a:xfrm>
            <a:custGeom>
              <a:avLst/>
              <a:gdLst>
                <a:gd name="T0" fmla="*/ 21 w 25"/>
                <a:gd name="T1" fmla="*/ 4 h 52"/>
                <a:gd name="T2" fmla="*/ 17 w 25"/>
                <a:gd name="T3" fmla="*/ 6 h 52"/>
                <a:gd name="T4" fmla="*/ 15 w 25"/>
                <a:gd name="T5" fmla="*/ 6 h 52"/>
                <a:gd name="T6" fmla="*/ 15 w 25"/>
                <a:gd name="T7" fmla="*/ 6 h 52"/>
                <a:gd name="T8" fmla="*/ 15 w 25"/>
                <a:gd name="T9" fmla="*/ 4 h 52"/>
                <a:gd name="T10" fmla="*/ 13 w 25"/>
                <a:gd name="T11" fmla="*/ 2 h 52"/>
                <a:gd name="T12" fmla="*/ 12 w 25"/>
                <a:gd name="T13" fmla="*/ 4 h 52"/>
                <a:gd name="T14" fmla="*/ 12 w 25"/>
                <a:gd name="T15" fmla="*/ 0 h 52"/>
                <a:gd name="T16" fmla="*/ 6 w 25"/>
                <a:gd name="T17" fmla="*/ 0 h 52"/>
                <a:gd name="T18" fmla="*/ 0 w 25"/>
                <a:gd name="T19" fmla="*/ 8 h 52"/>
                <a:gd name="T20" fmla="*/ 0 w 25"/>
                <a:gd name="T21" fmla="*/ 11 h 52"/>
                <a:gd name="T22" fmla="*/ 0 w 25"/>
                <a:gd name="T23" fmla="*/ 15 h 52"/>
                <a:gd name="T24" fmla="*/ 0 w 25"/>
                <a:gd name="T25" fmla="*/ 19 h 52"/>
                <a:gd name="T26" fmla="*/ 2 w 25"/>
                <a:gd name="T27" fmla="*/ 19 h 52"/>
                <a:gd name="T28" fmla="*/ 4 w 25"/>
                <a:gd name="T29" fmla="*/ 21 h 52"/>
                <a:gd name="T30" fmla="*/ 4 w 25"/>
                <a:gd name="T31" fmla="*/ 21 h 52"/>
                <a:gd name="T32" fmla="*/ 0 w 25"/>
                <a:gd name="T33" fmla="*/ 21 h 52"/>
                <a:gd name="T34" fmla="*/ 0 w 25"/>
                <a:gd name="T35" fmla="*/ 23 h 52"/>
                <a:gd name="T36" fmla="*/ 2 w 25"/>
                <a:gd name="T37" fmla="*/ 24 h 52"/>
                <a:gd name="T38" fmla="*/ 0 w 25"/>
                <a:gd name="T39" fmla="*/ 28 h 52"/>
                <a:gd name="T40" fmla="*/ 2 w 25"/>
                <a:gd name="T41" fmla="*/ 30 h 52"/>
                <a:gd name="T42" fmla="*/ 2 w 25"/>
                <a:gd name="T43" fmla="*/ 30 h 52"/>
                <a:gd name="T44" fmla="*/ 2 w 25"/>
                <a:gd name="T45" fmla="*/ 30 h 52"/>
                <a:gd name="T46" fmla="*/ 0 w 25"/>
                <a:gd name="T47" fmla="*/ 34 h 52"/>
                <a:gd name="T48" fmla="*/ 2 w 25"/>
                <a:gd name="T49" fmla="*/ 36 h 52"/>
                <a:gd name="T50" fmla="*/ 4 w 25"/>
                <a:gd name="T51" fmla="*/ 37 h 52"/>
                <a:gd name="T52" fmla="*/ 4 w 25"/>
                <a:gd name="T53" fmla="*/ 37 h 52"/>
                <a:gd name="T54" fmla="*/ 4 w 25"/>
                <a:gd name="T55" fmla="*/ 41 h 52"/>
                <a:gd name="T56" fmla="*/ 8 w 25"/>
                <a:gd name="T57" fmla="*/ 51 h 52"/>
                <a:gd name="T58" fmla="*/ 13 w 25"/>
                <a:gd name="T59" fmla="*/ 52 h 52"/>
                <a:gd name="T60" fmla="*/ 15 w 25"/>
                <a:gd name="T61" fmla="*/ 49 h 52"/>
                <a:gd name="T62" fmla="*/ 13 w 25"/>
                <a:gd name="T63" fmla="*/ 47 h 52"/>
                <a:gd name="T64" fmla="*/ 12 w 25"/>
                <a:gd name="T65" fmla="*/ 47 h 52"/>
                <a:gd name="T66" fmla="*/ 12 w 25"/>
                <a:gd name="T67" fmla="*/ 43 h 52"/>
                <a:gd name="T68" fmla="*/ 10 w 25"/>
                <a:gd name="T69" fmla="*/ 39 h 52"/>
                <a:gd name="T70" fmla="*/ 10 w 25"/>
                <a:gd name="T71" fmla="*/ 36 h 52"/>
                <a:gd name="T72" fmla="*/ 10 w 25"/>
                <a:gd name="T73" fmla="*/ 32 h 52"/>
                <a:gd name="T74" fmla="*/ 12 w 25"/>
                <a:gd name="T75" fmla="*/ 30 h 52"/>
                <a:gd name="T76" fmla="*/ 15 w 25"/>
                <a:gd name="T77" fmla="*/ 30 h 52"/>
                <a:gd name="T78" fmla="*/ 15 w 25"/>
                <a:gd name="T79" fmla="*/ 24 h 52"/>
                <a:gd name="T80" fmla="*/ 12 w 25"/>
                <a:gd name="T81" fmla="*/ 24 h 52"/>
                <a:gd name="T82" fmla="*/ 15 w 25"/>
                <a:gd name="T83" fmla="*/ 23 h 52"/>
                <a:gd name="T84" fmla="*/ 15 w 25"/>
                <a:gd name="T85" fmla="*/ 19 h 52"/>
                <a:gd name="T86" fmla="*/ 17 w 25"/>
                <a:gd name="T87" fmla="*/ 15 h 52"/>
                <a:gd name="T88" fmla="*/ 19 w 25"/>
                <a:gd name="T89" fmla="*/ 11 h 52"/>
                <a:gd name="T90" fmla="*/ 25 w 25"/>
                <a:gd name="T91" fmla="*/ 4 h 52"/>
                <a:gd name="T92" fmla="*/ 21 w 25"/>
                <a:gd name="T93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" h="52">
                  <a:moveTo>
                    <a:pt x="21" y="4"/>
                  </a:moveTo>
                  <a:lnTo>
                    <a:pt x="17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8" y="51"/>
                  </a:lnTo>
                  <a:lnTo>
                    <a:pt x="13" y="52"/>
                  </a:lnTo>
                  <a:lnTo>
                    <a:pt x="15" y="49"/>
                  </a:lnTo>
                  <a:lnTo>
                    <a:pt x="13" y="47"/>
                  </a:lnTo>
                  <a:lnTo>
                    <a:pt x="12" y="47"/>
                  </a:lnTo>
                  <a:lnTo>
                    <a:pt x="12" y="43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2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5" y="24"/>
                  </a:lnTo>
                  <a:lnTo>
                    <a:pt x="12" y="24"/>
                  </a:lnTo>
                  <a:lnTo>
                    <a:pt x="15" y="23"/>
                  </a:lnTo>
                  <a:lnTo>
                    <a:pt x="15" y="19"/>
                  </a:lnTo>
                  <a:lnTo>
                    <a:pt x="17" y="15"/>
                  </a:lnTo>
                  <a:lnTo>
                    <a:pt x="19" y="11"/>
                  </a:lnTo>
                  <a:lnTo>
                    <a:pt x="25" y="4"/>
                  </a:lnTo>
                  <a:lnTo>
                    <a:pt x="21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0" name="Freeform 6457">
              <a:extLst>
                <a:ext uri="{FF2B5EF4-FFF2-40B4-BE49-F238E27FC236}">
                  <a16:creationId xmlns:a16="http://schemas.microsoft.com/office/drawing/2014/main" id="{CE8DB980-727E-4F6F-B7F8-4AD1D6589C5B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5" y="1378"/>
              <a:ext cx="139" cy="108"/>
            </a:xfrm>
            <a:custGeom>
              <a:avLst/>
              <a:gdLst>
                <a:gd name="T0" fmla="*/ 7 w 139"/>
                <a:gd name="T1" fmla="*/ 76 h 108"/>
                <a:gd name="T2" fmla="*/ 11 w 139"/>
                <a:gd name="T3" fmla="*/ 86 h 108"/>
                <a:gd name="T4" fmla="*/ 9 w 139"/>
                <a:gd name="T5" fmla="*/ 91 h 108"/>
                <a:gd name="T6" fmla="*/ 7 w 139"/>
                <a:gd name="T7" fmla="*/ 99 h 108"/>
                <a:gd name="T8" fmla="*/ 7 w 139"/>
                <a:gd name="T9" fmla="*/ 106 h 108"/>
                <a:gd name="T10" fmla="*/ 13 w 139"/>
                <a:gd name="T11" fmla="*/ 108 h 108"/>
                <a:gd name="T12" fmla="*/ 16 w 139"/>
                <a:gd name="T13" fmla="*/ 104 h 108"/>
                <a:gd name="T14" fmla="*/ 24 w 139"/>
                <a:gd name="T15" fmla="*/ 104 h 108"/>
                <a:gd name="T16" fmla="*/ 29 w 139"/>
                <a:gd name="T17" fmla="*/ 99 h 108"/>
                <a:gd name="T18" fmla="*/ 31 w 139"/>
                <a:gd name="T19" fmla="*/ 97 h 108"/>
                <a:gd name="T20" fmla="*/ 31 w 139"/>
                <a:gd name="T21" fmla="*/ 101 h 108"/>
                <a:gd name="T22" fmla="*/ 31 w 139"/>
                <a:gd name="T23" fmla="*/ 106 h 108"/>
                <a:gd name="T24" fmla="*/ 39 w 139"/>
                <a:gd name="T25" fmla="*/ 104 h 108"/>
                <a:gd name="T26" fmla="*/ 46 w 139"/>
                <a:gd name="T27" fmla="*/ 101 h 108"/>
                <a:gd name="T28" fmla="*/ 50 w 139"/>
                <a:gd name="T29" fmla="*/ 95 h 108"/>
                <a:gd name="T30" fmla="*/ 54 w 139"/>
                <a:gd name="T31" fmla="*/ 90 h 108"/>
                <a:gd name="T32" fmla="*/ 59 w 139"/>
                <a:gd name="T33" fmla="*/ 86 h 108"/>
                <a:gd name="T34" fmla="*/ 61 w 139"/>
                <a:gd name="T35" fmla="*/ 80 h 108"/>
                <a:gd name="T36" fmla="*/ 67 w 139"/>
                <a:gd name="T37" fmla="*/ 84 h 108"/>
                <a:gd name="T38" fmla="*/ 74 w 139"/>
                <a:gd name="T39" fmla="*/ 80 h 108"/>
                <a:gd name="T40" fmla="*/ 76 w 139"/>
                <a:gd name="T41" fmla="*/ 76 h 108"/>
                <a:gd name="T42" fmla="*/ 82 w 139"/>
                <a:gd name="T43" fmla="*/ 69 h 108"/>
                <a:gd name="T44" fmla="*/ 85 w 139"/>
                <a:gd name="T45" fmla="*/ 69 h 108"/>
                <a:gd name="T46" fmla="*/ 91 w 139"/>
                <a:gd name="T47" fmla="*/ 69 h 108"/>
                <a:gd name="T48" fmla="*/ 98 w 139"/>
                <a:gd name="T49" fmla="*/ 65 h 108"/>
                <a:gd name="T50" fmla="*/ 106 w 139"/>
                <a:gd name="T51" fmla="*/ 63 h 108"/>
                <a:gd name="T52" fmla="*/ 119 w 139"/>
                <a:gd name="T53" fmla="*/ 60 h 108"/>
                <a:gd name="T54" fmla="*/ 128 w 139"/>
                <a:gd name="T55" fmla="*/ 60 h 108"/>
                <a:gd name="T56" fmla="*/ 136 w 139"/>
                <a:gd name="T57" fmla="*/ 56 h 108"/>
                <a:gd name="T58" fmla="*/ 139 w 139"/>
                <a:gd name="T59" fmla="*/ 50 h 108"/>
                <a:gd name="T60" fmla="*/ 137 w 139"/>
                <a:gd name="T61" fmla="*/ 45 h 108"/>
                <a:gd name="T62" fmla="*/ 137 w 139"/>
                <a:gd name="T63" fmla="*/ 39 h 108"/>
                <a:gd name="T64" fmla="*/ 137 w 139"/>
                <a:gd name="T65" fmla="*/ 34 h 108"/>
                <a:gd name="T66" fmla="*/ 132 w 139"/>
                <a:gd name="T67" fmla="*/ 21 h 108"/>
                <a:gd name="T68" fmla="*/ 128 w 139"/>
                <a:gd name="T69" fmla="*/ 17 h 108"/>
                <a:gd name="T70" fmla="*/ 121 w 139"/>
                <a:gd name="T71" fmla="*/ 17 h 108"/>
                <a:gd name="T72" fmla="*/ 119 w 139"/>
                <a:gd name="T73" fmla="*/ 17 h 108"/>
                <a:gd name="T74" fmla="*/ 113 w 139"/>
                <a:gd name="T75" fmla="*/ 17 h 108"/>
                <a:gd name="T76" fmla="*/ 106 w 139"/>
                <a:gd name="T77" fmla="*/ 9 h 108"/>
                <a:gd name="T78" fmla="*/ 102 w 139"/>
                <a:gd name="T79" fmla="*/ 6 h 108"/>
                <a:gd name="T80" fmla="*/ 95 w 139"/>
                <a:gd name="T81" fmla="*/ 0 h 108"/>
                <a:gd name="T82" fmla="*/ 80 w 139"/>
                <a:gd name="T83" fmla="*/ 2 h 108"/>
                <a:gd name="T84" fmla="*/ 69 w 139"/>
                <a:gd name="T85" fmla="*/ 2 h 108"/>
                <a:gd name="T86" fmla="*/ 61 w 139"/>
                <a:gd name="T87" fmla="*/ 4 h 108"/>
                <a:gd name="T88" fmla="*/ 61 w 139"/>
                <a:gd name="T89" fmla="*/ 8 h 108"/>
                <a:gd name="T90" fmla="*/ 59 w 139"/>
                <a:gd name="T91" fmla="*/ 13 h 108"/>
                <a:gd name="T92" fmla="*/ 61 w 139"/>
                <a:gd name="T93" fmla="*/ 22 h 108"/>
                <a:gd name="T94" fmla="*/ 57 w 139"/>
                <a:gd name="T95" fmla="*/ 22 h 108"/>
                <a:gd name="T96" fmla="*/ 52 w 139"/>
                <a:gd name="T97" fmla="*/ 28 h 108"/>
                <a:gd name="T98" fmla="*/ 42 w 139"/>
                <a:gd name="T99" fmla="*/ 35 h 108"/>
                <a:gd name="T100" fmla="*/ 33 w 139"/>
                <a:gd name="T101" fmla="*/ 39 h 108"/>
                <a:gd name="T102" fmla="*/ 35 w 139"/>
                <a:gd name="T103" fmla="*/ 47 h 108"/>
                <a:gd name="T104" fmla="*/ 29 w 139"/>
                <a:gd name="T105" fmla="*/ 49 h 108"/>
                <a:gd name="T106" fmla="*/ 26 w 139"/>
                <a:gd name="T107" fmla="*/ 52 h 108"/>
                <a:gd name="T108" fmla="*/ 22 w 139"/>
                <a:gd name="T109" fmla="*/ 56 h 108"/>
                <a:gd name="T110" fmla="*/ 16 w 139"/>
                <a:gd name="T111" fmla="*/ 58 h 108"/>
                <a:gd name="T112" fmla="*/ 13 w 139"/>
                <a:gd name="T113" fmla="*/ 62 h 108"/>
                <a:gd name="T114" fmla="*/ 9 w 139"/>
                <a:gd name="T115" fmla="*/ 65 h 108"/>
                <a:gd name="T116" fmla="*/ 5 w 139"/>
                <a:gd name="T117" fmla="*/ 69 h 108"/>
                <a:gd name="T118" fmla="*/ 0 w 139"/>
                <a:gd name="T119" fmla="*/ 69 h 108"/>
                <a:gd name="T120" fmla="*/ 5 w 139"/>
                <a:gd name="T121" fmla="*/ 7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108">
                  <a:moveTo>
                    <a:pt x="5" y="76"/>
                  </a:moveTo>
                  <a:lnTo>
                    <a:pt x="7" y="76"/>
                  </a:lnTo>
                  <a:lnTo>
                    <a:pt x="9" y="84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9" y="91"/>
                  </a:lnTo>
                  <a:lnTo>
                    <a:pt x="11" y="95"/>
                  </a:lnTo>
                  <a:lnTo>
                    <a:pt x="7" y="99"/>
                  </a:lnTo>
                  <a:lnTo>
                    <a:pt x="7" y="104"/>
                  </a:lnTo>
                  <a:lnTo>
                    <a:pt x="7" y="106"/>
                  </a:lnTo>
                  <a:lnTo>
                    <a:pt x="11" y="106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4" y="104"/>
                  </a:lnTo>
                  <a:lnTo>
                    <a:pt x="28" y="101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1" y="101"/>
                  </a:lnTo>
                  <a:lnTo>
                    <a:pt x="29" y="103"/>
                  </a:lnTo>
                  <a:lnTo>
                    <a:pt x="31" y="106"/>
                  </a:lnTo>
                  <a:lnTo>
                    <a:pt x="35" y="106"/>
                  </a:lnTo>
                  <a:lnTo>
                    <a:pt x="39" y="104"/>
                  </a:lnTo>
                  <a:lnTo>
                    <a:pt x="42" y="104"/>
                  </a:lnTo>
                  <a:lnTo>
                    <a:pt x="46" y="101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52" y="91"/>
                  </a:lnTo>
                  <a:lnTo>
                    <a:pt x="54" y="90"/>
                  </a:lnTo>
                  <a:lnTo>
                    <a:pt x="55" y="86"/>
                  </a:lnTo>
                  <a:lnTo>
                    <a:pt x="59" y="86"/>
                  </a:lnTo>
                  <a:lnTo>
                    <a:pt x="61" y="82"/>
                  </a:lnTo>
                  <a:lnTo>
                    <a:pt x="61" y="80"/>
                  </a:lnTo>
                  <a:lnTo>
                    <a:pt x="63" y="82"/>
                  </a:lnTo>
                  <a:lnTo>
                    <a:pt x="67" y="84"/>
                  </a:lnTo>
                  <a:lnTo>
                    <a:pt x="70" y="80"/>
                  </a:lnTo>
                  <a:lnTo>
                    <a:pt x="74" y="80"/>
                  </a:lnTo>
                  <a:lnTo>
                    <a:pt x="76" y="76"/>
                  </a:lnTo>
                  <a:lnTo>
                    <a:pt x="76" y="76"/>
                  </a:lnTo>
                  <a:lnTo>
                    <a:pt x="80" y="73"/>
                  </a:lnTo>
                  <a:lnTo>
                    <a:pt x="82" y="69"/>
                  </a:lnTo>
                  <a:lnTo>
                    <a:pt x="85" y="69"/>
                  </a:lnTo>
                  <a:lnTo>
                    <a:pt x="85" y="69"/>
                  </a:lnTo>
                  <a:lnTo>
                    <a:pt x="87" y="69"/>
                  </a:lnTo>
                  <a:lnTo>
                    <a:pt x="91" y="69"/>
                  </a:lnTo>
                  <a:lnTo>
                    <a:pt x="95" y="67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6" y="63"/>
                  </a:lnTo>
                  <a:lnTo>
                    <a:pt x="111" y="63"/>
                  </a:lnTo>
                  <a:lnTo>
                    <a:pt x="119" y="60"/>
                  </a:lnTo>
                  <a:lnTo>
                    <a:pt x="122" y="60"/>
                  </a:lnTo>
                  <a:lnTo>
                    <a:pt x="128" y="60"/>
                  </a:lnTo>
                  <a:lnTo>
                    <a:pt x="130" y="58"/>
                  </a:lnTo>
                  <a:lnTo>
                    <a:pt x="136" y="56"/>
                  </a:lnTo>
                  <a:lnTo>
                    <a:pt x="139" y="52"/>
                  </a:lnTo>
                  <a:lnTo>
                    <a:pt x="139" y="50"/>
                  </a:lnTo>
                  <a:lnTo>
                    <a:pt x="139" y="47"/>
                  </a:lnTo>
                  <a:lnTo>
                    <a:pt x="137" y="45"/>
                  </a:lnTo>
                  <a:lnTo>
                    <a:pt x="137" y="45"/>
                  </a:lnTo>
                  <a:lnTo>
                    <a:pt x="137" y="39"/>
                  </a:lnTo>
                  <a:lnTo>
                    <a:pt x="136" y="35"/>
                  </a:lnTo>
                  <a:lnTo>
                    <a:pt x="137" y="34"/>
                  </a:lnTo>
                  <a:lnTo>
                    <a:pt x="137" y="26"/>
                  </a:lnTo>
                  <a:lnTo>
                    <a:pt x="132" y="21"/>
                  </a:lnTo>
                  <a:lnTo>
                    <a:pt x="130" y="19"/>
                  </a:lnTo>
                  <a:lnTo>
                    <a:pt x="128" y="17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9"/>
                  </a:lnTo>
                  <a:lnTo>
                    <a:pt x="119" y="17"/>
                  </a:lnTo>
                  <a:lnTo>
                    <a:pt x="115" y="15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06" y="9"/>
                  </a:lnTo>
                  <a:lnTo>
                    <a:pt x="104" y="8"/>
                  </a:lnTo>
                  <a:lnTo>
                    <a:pt x="102" y="6"/>
                  </a:lnTo>
                  <a:lnTo>
                    <a:pt x="104" y="2"/>
                  </a:lnTo>
                  <a:lnTo>
                    <a:pt x="95" y="0"/>
                  </a:lnTo>
                  <a:lnTo>
                    <a:pt x="87" y="2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69" y="2"/>
                  </a:lnTo>
                  <a:lnTo>
                    <a:pt x="67" y="2"/>
                  </a:lnTo>
                  <a:lnTo>
                    <a:pt x="61" y="4"/>
                  </a:lnTo>
                  <a:lnTo>
                    <a:pt x="59" y="6"/>
                  </a:lnTo>
                  <a:lnTo>
                    <a:pt x="61" y="8"/>
                  </a:lnTo>
                  <a:lnTo>
                    <a:pt x="59" y="9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61" y="22"/>
                  </a:lnTo>
                  <a:lnTo>
                    <a:pt x="59" y="22"/>
                  </a:lnTo>
                  <a:lnTo>
                    <a:pt x="57" y="22"/>
                  </a:lnTo>
                  <a:lnTo>
                    <a:pt x="52" y="26"/>
                  </a:lnTo>
                  <a:lnTo>
                    <a:pt x="52" y="28"/>
                  </a:lnTo>
                  <a:lnTo>
                    <a:pt x="46" y="30"/>
                  </a:lnTo>
                  <a:lnTo>
                    <a:pt x="42" y="35"/>
                  </a:lnTo>
                  <a:lnTo>
                    <a:pt x="37" y="39"/>
                  </a:lnTo>
                  <a:lnTo>
                    <a:pt x="33" y="39"/>
                  </a:lnTo>
                  <a:lnTo>
                    <a:pt x="33" y="43"/>
                  </a:lnTo>
                  <a:lnTo>
                    <a:pt x="35" y="47"/>
                  </a:lnTo>
                  <a:lnTo>
                    <a:pt x="35" y="49"/>
                  </a:lnTo>
                  <a:lnTo>
                    <a:pt x="29" y="49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16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5" y="69"/>
                  </a:lnTo>
                  <a:lnTo>
                    <a:pt x="3" y="71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5" y="7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1" name="Freeform 6458">
              <a:extLst>
                <a:ext uri="{FF2B5EF4-FFF2-40B4-BE49-F238E27FC236}">
                  <a16:creationId xmlns:a16="http://schemas.microsoft.com/office/drawing/2014/main" id="{7E514772-EC32-4ECB-9F8F-31DD8BA38D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6" y="1307"/>
              <a:ext cx="17" cy="11"/>
            </a:xfrm>
            <a:custGeom>
              <a:avLst/>
              <a:gdLst>
                <a:gd name="T0" fmla="*/ 3 w 9"/>
                <a:gd name="T1" fmla="*/ 0 h 6"/>
                <a:gd name="T2" fmla="*/ 2 w 9"/>
                <a:gd name="T3" fmla="*/ 1 h 6"/>
                <a:gd name="T4" fmla="*/ 1 w 9"/>
                <a:gd name="T5" fmla="*/ 1 h 6"/>
                <a:gd name="T6" fmla="*/ 0 w 9"/>
                <a:gd name="T7" fmla="*/ 1 h 6"/>
                <a:gd name="T8" fmla="*/ 0 w 9"/>
                <a:gd name="T9" fmla="*/ 2 h 6"/>
                <a:gd name="T10" fmla="*/ 1 w 9"/>
                <a:gd name="T11" fmla="*/ 3 h 6"/>
                <a:gd name="T12" fmla="*/ 1 w 9"/>
                <a:gd name="T13" fmla="*/ 3 h 6"/>
                <a:gd name="T14" fmla="*/ 2 w 9"/>
                <a:gd name="T15" fmla="*/ 4 h 6"/>
                <a:gd name="T16" fmla="*/ 3 w 9"/>
                <a:gd name="T17" fmla="*/ 6 h 6"/>
                <a:gd name="T18" fmla="*/ 4 w 9"/>
                <a:gd name="T19" fmla="*/ 6 h 6"/>
                <a:gd name="T20" fmla="*/ 6 w 9"/>
                <a:gd name="T21" fmla="*/ 6 h 6"/>
                <a:gd name="T22" fmla="*/ 7 w 9"/>
                <a:gd name="T23" fmla="*/ 5 h 6"/>
                <a:gd name="T24" fmla="*/ 9 w 9"/>
                <a:gd name="T25" fmla="*/ 4 h 6"/>
                <a:gd name="T26" fmla="*/ 8 w 9"/>
                <a:gd name="T27" fmla="*/ 3 h 6"/>
                <a:gd name="T28" fmla="*/ 8 w 9"/>
                <a:gd name="T29" fmla="*/ 2 h 6"/>
                <a:gd name="T30" fmla="*/ 6 w 9"/>
                <a:gd name="T31" fmla="*/ 1 h 6"/>
                <a:gd name="T32" fmla="*/ 5 w 9"/>
                <a:gd name="T33" fmla="*/ 1 h 6"/>
                <a:gd name="T34" fmla="*/ 3 w 9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2" name="Freeform 6459">
              <a:extLst>
                <a:ext uri="{FF2B5EF4-FFF2-40B4-BE49-F238E27FC236}">
                  <a16:creationId xmlns:a16="http://schemas.microsoft.com/office/drawing/2014/main" id="{79B943C0-439C-475D-A68D-E6FDD7837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0" y="1274"/>
              <a:ext cx="50" cy="31"/>
            </a:xfrm>
            <a:custGeom>
              <a:avLst/>
              <a:gdLst>
                <a:gd name="T0" fmla="*/ 5 w 50"/>
                <a:gd name="T1" fmla="*/ 7 h 31"/>
                <a:gd name="T2" fmla="*/ 3 w 50"/>
                <a:gd name="T3" fmla="*/ 9 h 31"/>
                <a:gd name="T4" fmla="*/ 2 w 50"/>
                <a:gd name="T5" fmla="*/ 13 h 31"/>
                <a:gd name="T6" fmla="*/ 0 w 50"/>
                <a:gd name="T7" fmla="*/ 15 h 31"/>
                <a:gd name="T8" fmla="*/ 2 w 50"/>
                <a:gd name="T9" fmla="*/ 18 h 31"/>
                <a:gd name="T10" fmla="*/ 2 w 50"/>
                <a:gd name="T11" fmla="*/ 22 h 31"/>
                <a:gd name="T12" fmla="*/ 3 w 50"/>
                <a:gd name="T13" fmla="*/ 22 h 31"/>
                <a:gd name="T14" fmla="*/ 5 w 50"/>
                <a:gd name="T15" fmla="*/ 24 h 31"/>
                <a:gd name="T16" fmla="*/ 7 w 50"/>
                <a:gd name="T17" fmla="*/ 26 h 31"/>
                <a:gd name="T18" fmla="*/ 5 w 50"/>
                <a:gd name="T19" fmla="*/ 28 h 31"/>
                <a:gd name="T20" fmla="*/ 7 w 50"/>
                <a:gd name="T21" fmla="*/ 31 h 31"/>
                <a:gd name="T22" fmla="*/ 11 w 50"/>
                <a:gd name="T23" fmla="*/ 29 h 31"/>
                <a:gd name="T24" fmla="*/ 15 w 50"/>
                <a:gd name="T25" fmla="*/ 31 h 31"/>
                <a:gd name="T26" fmla="*/ 15 w 50"/>
                <a:gd name="T27" fmla="*/ 29 h 31"/>
                <a:gd name="T28" fmla="*/ 18 w 50"/>
                <a:gd name="T29" fmla="*/ 31 h 31"/>
                <a:gd name="T30" fmla="*/ 22 w 50"/>
                <a:gd name="T31" fmla="*/ 31 h 31"/>
                <a:gd name="T32" fmla="*/ 24 w 50"/>
                <a:gd name="T33" fmla="*/ 31 h 31"/>
                <a:gd name="T34" fmla="*/ 28 w 50"/>
                <a:gd name="T35" fmla="*/ 31 h 31"/>
                <a:gd name="T36" fmla="*/ 29 w 50"/>
                <a:gd name="T37" fmla="*/ 28 h 31"/>
                <a:gd name="T38" fmla="*/ 29 w 50"/>
                <a:gd name="T39" fmla="*/ 28 h 31"/>
                <a:gd name="T40" fmla="*/ 31 w 50"/>
                <a:gd name="T41" fmla="*/ 26 h 31"/>
                <a:gd name="T42" fmla="*/ 33 w 50"/>
                <a:gd name="T43" fmla="*/ 24 h 31"/>
                <a:gd name="T44" fmla="*/ 37 w 50"/>
                <a:gd name="T45" fmla="*/ 20 h 31"/>
                <a:gd name="T46" fmla="*/ 35 w 50"/>
                <a:gd name="T47" fmla="*/ 16 h 31"/>
                <a:gd name="T48" fmla="*/ 33 w 50"/>
                <a:gd name="T49" fmla="*/ 16 h 31"/>
                <a:gd name="T50" fmla="*/ 31 w 50"/>
                <a:gd name="T51" fmla="*/ 16 h 31"/>
                <a:gd name="T52" fmla="*/ 35 w 50"/>
                <a:gd name="T53" fmla="*/ 15 h 31"/>
                <a:gd name="T54" fmla="*/ 37 w 50"/>
                <a:gd name="T55" fmla="*/ 15 h 31"/>
                <a:gd name="T56" fmla="*/ 42 w 50"/>
                <a:gd name="T57" fmla="*/ 13 h 31"/>
                <a:gd name="T58" fmla="*/ 46 w 50"/>
                <a:gd name="T59" fmla="*/ 13 h 31"/>
                <a:gd name="T60" fmla="*/ 50 w 50"/>
                <a:gd name="T61" fmla="*/ 7 h 31"/>
                <a:gd name="T62" fmla="*/ 48 w 50"/>
                <a:gd name="T63" fmla="*/ 5 h 31"/>
                <a:gd name="T64" fmla="*/ 44 w 50"/>
                <a:gd name="T65" fmla="*/ 3 h 31"/>
                <a:gd name="T66" fmla="*/ 44 w 50"/>
                <a:gd name="T67" fmla="*/ 3 h 31"/>
                <a:gd name="T68" fmla="*/ 41 w 50"/>
                <a:gd name="T69" fmla="*/ 2 h 31"/>
                <a:gd name="T70" fmla="*/ 37 w 50"/>
                <a:gd name="T71" fmla="*/ 2 h 31"/>
                <a:gd name="T72" fmla="*/ 37 w 50"/>
                <a:gd name="T73" fmla="*/ 2 h 31"/>
                <a:gd name="T74" fmla="*/ 31 w 50"/>
                <a:gd name="T75" fmla="*/ 0 h 31"/>
                <a:gd name="T76" fmla="*/ 29 w 50"/>
                <a:gd name="T77" fmla="*/ 2 h 31"/>
                <a:gd name="T78" fmla="*/ 28 w 50"/>
                <a:gd name="T79" fmla="*/ 2 h 31"/>
                <a:gd name="T80" fmla="*/ 26 w 50"/>
                <a:gd name="T81" fmla="*/ 0 h 31"/>
                <a:gd name="T82" fmla="*/ 22 w 50"/>
                <a:gd name="T83" fmla="*/ 0 h 31"/>
                <a:gd name="T84" fmla="*/ 22 w 50"/>
                <a:gd name="T85" fmla="*/ 0 h 31"/>
                <a:gd name="T86" fmla="*/ 15 w 50"/>
                <a:gd name="T87" fmla="*/ 0 h 31"/>
                <a:gd name="T88" fmla="*/ 13 w 50"/>
                <a:gd name="T89" fmla="*/ 0 h 31"/>
                <a:gd name="T90" fmla="*/ 9 w 50"/>
                <a:gd name="T91" fmla="*/ 2 h 31"/>
                <a:gd name="T92" fmla="*/ 5 w 50"/>
                <a:gd name="T93" fmla="*/ 3 h 31"/>
                <a:gd name="T94" fmla="*/ 5 w 50"/>
                <a:gd name="T9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" h="31">
                  <a:moveTo>
                    <a:pt x="5" y="7"/>
                  </a:moveTo>
                  <a:lnTo>
                    <a:pt x="3" y="9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4"/>
                  </a:lnTo>
                  <a:lnTo>
                    <a:pt x="7" y="26"/>
                  </a:lnTo>
                  <a:lnTo>
                    <a:pt x="5" y="28"/>
                  </a:lnTo>
                  <a:lnTo>
                    <a:pt x="7" y="31"/>
                  </a:lnTo>
                  <a:lnTo>
                    <a:pt x="11" y="29"/>
                  </a:lnTo>
                  <a:lnTo>
                    <a:pt x="15" y="31"/>
                  </a:lnTo>
                  <a:lnTo>
                    <a:pt x="15" y="29"/>
                  </a:lnTo>
                  <a:lnTo>
                    <a:pt x="18" y="31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26"/>
                  </a:lnTo>
                  <a:lnTo>
                    <a:pt x="33" y="24"/>
                  </a:lnTo>
                  <a:lnTo>
                    <a:pt x="37" y="20"/>
                  </a:lnTo>
                  <a:lnTo>
                    <a:pt x="35" y="16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50" y="7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2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5" y="3"/>
                  </a:lnTo>
                  <a:lnTo>
                    <a:pt x="5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3" name="Freeform 6460">
              <a:extLst>
                <a:ext uri="{FF2B5EF4-FFF2-40B4-BE49-F238E27FC236}">
                  <a16:creationId xmlns:a16="http://schemas.microsoft.com/office/drawing/2014/main" id="{BFFD9AE5-08C8-45F6-84D2-07D1D10BBA6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3" y="1298"/>
              <a:ext cx="9" cy="5"/>
            </a:xfrm>
            <a:custGeom>
              <a:avLst/>
              <a:gdLst>
                <a:gd name="T0" fmla="*/ 6 w 9"/>
                <a:gd name="T1" fmla="*/ 5 h 5"/>
                <a:gd name="T2" fmla="*/ 9 w 9"/>
                <a:gd name="T3" fmla="*/ 0 h 5"/>
                <a:gd name="T4" fmla="*/ 2 w 9"/>
                <a:gd name="T5" fmla="*/ 2 h 5"/>
                <a:gd name="T6" fmla="*/ 0 w 9"/>
                <a:gd name="T7" fmla="*/ 4 h 5"/>
                <a:gd name="T8" fmla="*/ 4 w 9"/>
                <a:gd name="T9" fmla="*/ 5 h 5"/>
                <a:gd name="T10" fmla="*/ 6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lnTo>
                    <a:pt x="9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4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4" name="Freeform 6461">
              <a:extLst>
                <a:ext uri="{FF2B5EF4-FFF2-40B4-BE49-F238E27FC236}">
                  <a16:creationId xmlns:a16="http://schemas.microsoft.com/office/drawing/2014/main" id="{F08E8E5E-BE6E-42D0-B30E-7B43A66A79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4" y="1264"/>
              <a:ext cx="15" cy="17"/>
            </a:xfrm>
            <a:custGeom>
              <a:avLst/>
              <a:gdLst>
                <a:gd name="T0" fmla="*/ 4 w 15"/>
                <a:gd name="T1" fmla="*/ 15 h 17"/>
                <a:gd name="T2" fmla="*/ 6 w 15"/>
                <a:gd name="T3" fmla="*/ 17 h 17"/>
                <a:gd name="T4" fmla="*/ 9 w 15"/>
                <a:gd name="T5" fmla="*/ 15 h 17"/>
                <a:gd name="T6" fmla="*/ 13 w 15"/>
                <a:gd name="T7" fmla="*/ 13 h 17"/>
                <a:gd name="T8" fmla="*/ 13 w 15"/>
                <a:gd name="T9" fmla="*/ 10 h 17"/>
                <a:gd name="T10" fmla="*/ 13 w 15"/>
                <a:gd name="T11" fmla="*/ 8 h 17"/>
                <a:gd name="T12" fmla="*/ 13 w 15"/>
                <a:gd name="T13" fmla="*/ 6 h 17"/>
                <a:gd name="T14" fmla="*/ 15 w 15"/>
                <a:gd name="T15" fmla="*/ 0 h 17"/>
                <a:gd name="T16" fmla="*/ 9 w 15"/>
                <a:gd name="T17" fmla="*/ 2 h 17"/>
                <a:gd name="T18" fmla="*/ 9 w 15"/>
                <a:gd name="T19" fmla="*/ 2 h 17"/>
                <a:gd name="T20" fmla="*/ 6 w 15"/>
                <a:gd name="T21" fmla="*/ 0 h 17"/>
                <a:gd name="T22" fmla="*/ 4 w 15"/>
                <a:gd name="T23" fmla="*/ 2 h 17"/>
                <a:gd name="T24" fmla="*/ 2 w 15"/>
                <a:gd name="T25" fmla="*/ 2 h 17"/>
                <a:gd name="T26" fmla="*/ 0 w 15"/>
                <a:gd name="T27" fmla="*/ 6 h 17"/>
                <a:gd name="T28" fmla="*/ 2 w 15"/>
                <a:gd name="T29" fmla="*/ 8 h 17"/>
                <a:gd name="T30" fmla="*/ 0 w 15"/>
                <a:gd name="T31" fmla="*/ 12 h 17"/>
                <a:gd name="T32" fmla="*/ 4 w 15"/>
                <a:gd name="T3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7">
                  <a:moveTo>
                    <a:pt x="4" y="15"/>
                  </a:moveTo>
                  <a:lnTo>
                    <a:pt x="6" y="17"/>
                  </a:lnTo>
                  <a:lnTo>
                    <a:pt x="9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5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8"/>
                  </a:lnTo>
                  <a:lnTo>
                    <a:pt x="0" y="12"/>
                  </a:lnTo>
                  <a:lnTo>
                    <a:pt x="4" y="1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5" name="Freeform 6462">
              <a:extLst>
                <a:ext uri="{FF2B5EF4-FFF2-40B4-BE49-F238E27FC236}">
                  <a16:creationId xmlns:a16="http://schemas.microsoft.com/office/drawing/2014/main" id="{782CC1F7-8677-4A5B-ADE7-26F3E530B2E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89" y="1322"/>
              <a:ext cx="138" cy="86"/>
            </a:xfrm>
            <a:custGeom>
              <a:avLst/>
              <a:gdLst>
                <a:gd name="T0" fmla="*/ 75 w 138"/>
                <a:gd name="T1" fmla="*/ 49 h 86"/>
                <a:gd name="T2" fmla="*/ 75 w 138"/>
                <a:gd name="T3" fmla="*/ 45 h 86"/>
                <a:gd name="T4" fmla="*/ 75 w 138"/>
                <a:gd name="T5" fmla="*/ 34 h 86"/>
                <a:gd name="T6" fmla="*/ 75 w 138"/>
                <a:gd name="T7" fmla="*/ 22 h 86"/>
                <a:gd name="T8" fmla="*/ 71 w 138"/>
                <a:gd name="T9" fmla="*/ 15 h 86"/>
                <a:gd name="T10" fmla="*/ 62 w 138"/>
                <a:gd name="T11" fmla="*/ 15 h 86"/>
                <a:gd name="T12" fmla="*/ 63 w 138"/>
                <a:gd name="T13" fmla="*/ 4 h 86"/>
                <a:gd name="T14" fmla="*/ 45 w 138"/>
                <a:gd name="T15" fmla="*/ 2 h 86"/>
                <a:gd name="T16" fmla="*/ 43 w 138"/>
                <a:gd name="T17" fmla="*/ 9 h 86"/>
                <a:gd name="T18" fmla="*/ 34 w 138"/>
                <a:gd name="T19" fmla="*/ 9 h 86"/>
                <a:gd name="T20" fmla="*/ 28 w 138"/>
                <a:gd name="T21" fmla="*/ 19 h 86"/>
                <a:gd name="T22" fmla="*/ 24 w 138"/>
                <a:gd name="T23" fmla="*/ 21 h 86"/>
                <a:gd name="T24" fmla="*/ 15 w 138"/>
                <a:gd name="T25" fmla="*/ 32 h 86"/>
                <a:gd name="T26" fmla="*/ 28 w 138"/>
                <a:gd name="T27" fmla="*/ 34 h 86"/>
                <a:gd name="T28" fmla="*/ 26 w 138"/>
                <a:gd name="T29" fmla="*/ 36 h 86"/>
                <a:gd name="T30" fmla="*/ 13 w 138"/>
                <a:gd name="T31" fmla="*/ 36 h 86"/>
                <a:gd name="T32" fmla="*/ 2 w 138"/>
                <a:gd name="T33" fmla="*/ 41 h 86"/>
                <a:gd name="T34" fmla="*/ 4 w 138"/>
                <a:gd name="T35" fmla="*/ 49 h 86"/>
                <a:gd name="T36" fmla="*/ 13 w 138"/>
                <a:gd name="T37" fmla="*/ 54 h 86"/>
                <a:gd name="T38" fmla="*/ 19 w 138"/>
                <a:gd name="T39" fmla="*/ 56 h 86"/>
                <a:gd name="T40" fmla="*/ 26 w 138"/>
                <a:gd name="T41" fmla="*/ 62 h 86"/>
                <a:gd name="T42" fmla="*/ 34 w 138"/>
                <a:gd name="T43" fmla="*/ 56 h 86"/>
                <a:gd name="T44" fmla="*/ 41 w 138"/>
                <a:gd name="T45" fmla="*/ 62 h 86"/>
                <a:gd name="T46" fmla="*/ 50 w 138"/>
                <a:gd name="T47" fmla="*/ 60 h 86"/>
                <a:gd name="T48" fmla="*/ 58 w 138"/>
                <a:gd name="T49" fmla="*/ 64 h 86"/>
                <a:gd name="T50" fmla="*/ 54 w 138"/>
                <a:gd name="T51" fmla="*/ 65 h 86"/>
                <a:gd name="T52" fmla="*/ 41 w 138"/>
                <a:gd name="T53" fmla="*/ 64 h 86"/>
                <a:gd name="T54" fmla="*/ 28 w 138"/>
                <a:gd name="T55" fmla="*/ 65 h 86"/>
                <a:gd name="T56" fmla="*/ 19 w 138"/>
                <a:gd name="T57" fmla="*/ 73 h 86"/>
                <a:gd name="T58" fmla="*/ 28 w 138"/>
                <a:gd name="T59" fmla="*/ 84 h 86"/>
                <a:gd name="T60" fmla="*/ 43 w 138"/>
                <a:gd name="T61" fmla="*/ 84 h 86"/>
                <a:gd name="T62" fmla="*/ 50 w 138"/>
                <a:gd name="T63" fmla="*/ 84 h 86"/>
                <a:gd name="T64" fmla="*/ 60 w 138"/>
                <a:gd name="T65" fmla="*/ 80 h 86"/>
                <a:gd name="T66" fmla="*/ 65 w 138"/>
                <a:gd name="T67" fmla="*/ 77 h 86"/>
                <a:gd name="T68" fmla="*/ 75 w 138"/>
                <a:gd name="T69" fmla="*/ 78 h 86"/>
                <a:gd name="T70" fmla="*/ 84 w 138"/>
                <a:gd name="T71" fmla="*/ 75 h 86"/>
                <a:gd name="T72" fmla="*/ 84 w 138"/>
                <a:gd name="T73" fmla="*/ 78 h 86"/>
                <a:gd name="T74" fmla="*/ 93 w 138"/>
                <a:gd name="T75" fmla="*/ 77 h 86"/>
                <a:gd name="T76" fmla="*/ 97 w 138"/>
                <a:gd name="T77" fmla="*/ 82 h 86"/>
                <a:gd name="T78" fmla="*/ 110 w 138"/>
                <a:gd name="T79" fmla="*/ 80 h 86"/>
                <a:gd name="T80" fmla="*/ 116 w 138"/>
                <a:gd name="T81" fmla="*/ 78 h 86"/>
                <a:gd name="T82" fmla="*/ 121 w 138"/>
                <a:gd name="T83" fmla="*/ 73 h 86"/>
                <a:gd name="T84" fmla="*/ 127 w 138"/>
                <a:gd name="T85" fmla="*/ 65 h 86"/>
                <a:gd name="T86" fmla="*/ 138 w 138"/>
                <a:gd name="T87" fmla="*/ 54 h 86"/>
                <a:gd name="T88" fmla="*/ 132 w 138"/>
                <a:gd name="T89" fmla="*/ 41 h 86"/>
                <a:gd name="T90" fmla="*/ 121 w 138"/>
                <a:gd name="T91" fmla="*/ 50 h 86"/>
                <a:gd name="T92" fmla="*/ 121 w 138"/>
                <a:gd name="T93" fmla="*/ 50 h 86"/>
                <a:gd name="T94" fmla="*/ 116 w 138"/>
                <a:gd name="T95" fmla="*/ 45 h 86"/>
                <a:gd name="T96" fmla="*/ 116 w 138"/>
                <a:gd name="T97" fmla="*/ 43 h 86"/>
                <a:gd name="T98" fmla="*/ 112 w 138"/>
                <a:gd name="T99" fmla="*/ 37 h 86"/>
                <a:gd name="T100" fmla="*/ 119 w 138"/>
                <a:gd name="T101" fmla="*/ 24 h 86"/>
                <a:gd name="T102" fmla="*/ 119 w 138"/>
                <a:gd name="T103" fmla="*/ 15 h 86"/>
                <a:gd name="T104" fmla="*/ 123 w 138"/>
                <a:gd name="T105" fmla="*/ 9 h 86"/>
                <a:gd name="T106" fmla="*/ 110 w 138"/>
                <a:gd name="T107" fmla="*/ 11 h 86"/>
                <a:gd name="T108" fmla="*/ 104 w 138"/>
                <a:gd name="T109" fmla="*/ 15 h 86"/>
                <a:gd name="T110" fmla="*/ 97 w 138"/>
                <a:gd name="T111" fmla="*/ 24 h 86"/>
                <a:gd name="T112" fmla="*/ 99 w 138"/>
                <a:gd name="T113" fmla="*/ 36 h 86"/>
                <a:gd name="T114" fmla="*/ 90 w 138"/>
                <a:gd name="T115" fmla="*/ 39 h 86"/>
                <a:gd name="T116" fmla="*/ 93 w 138"/>
                <a:gd name="T117" fmla="*/ 50 h 86"/>
                <a:gd name="T118" fmla="*/ 82 w 138"/>
                <a:gd name="T119" fmla="*/ 5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" h="86">
                  <a:moveTo>
                    <a:pt x="80" y="50"/>
                  </a:moveTo>
                  <a:lnTo>
                    <a:pt x="80" y="49"/>
                  </a:lnTo>
                  <a:lnTo>
                    <a:pt x="76" y="47"/>
                  </a:lnTo>
                  <a:lnTo>
                    <a:pt x="75" y="49"/>
                  </a:lnTo>
                  <a:lnTo>
                    <a:pt x="73" y="50"/>
                  </a:lnTo>
                  <a:lnTo>
                    <a:pt x="73" y="49"/>
                  </a:lnTo>
                  <a:lnTo>
                    <a:pt x="73" y="45"/>
                  </a:lnTo>
                  <a:lnTo>
                    <a:pt x="75" y="45"/>
                  </a:lnTo>
                  <a:lnTo>
                    <a:pt x="76" y="37"/>
                  </a:lnTo>
                  <a:lnTo>
                    <a:pt x="73" y="37"/>
                  </a:lnTo>
                  <a:lnTo>
                    <a:pt x="73" y="36"/>
                  </a:lnTo>
                  <a:lnTo>
                    <a:pt x="75" y="34"/>
                  </a:lnTo>
                  <a:lnTo>
                    <a:pt x="75" y="28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5" y="22"/>
                  </a:lnTo>
                  <a:lnTo>
                    <a:pt x="75" y="21"/>
                  </a:lnTo>
                  <a:lnTo>
                    <a:pt x="73" y="19"/>
                  </a:lnTo>
                  <a:lnTo>
                    <a:pt x="73" y="17"/>
                  </a:lnTo>
                  <a:lnTo>
                    <a:pt x="71" y="15"/>
                  </a:lnTo>
                  <a:lnTo>
                    <a:pt x="69" y="15"/>
                  </a:lnTo>
                  <a:lnTo>
                    <a:pt x="67" y="13"/>
                  </a:lnTo>
                  <a:lnTo>
                    <a:pt x="65" y="15"/>
                  </a:lnTo>
                  <a:lnTo>
                    <a:pt x="62" y="15"/>
                  </a:lnTo>
                  <a:lnTo>
                    <a:pt x="60" y="13"/>
                  </a:lnTo>
                  <a:lnTo>
                    <a:pt x="62" y="11"/>
                  </a:lnTo>
                  <a:lnTo>
                    <a:pt x="65" y="9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45" y="2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5"/>
                  </a:lnTo>
                  <a:lnTo>
                    <a:pt x="28" y="19"/>
                  </a:lnTo>
                  <a:lnTo>
                    <a:pt x="34" y="21"/>
                  </a:lnTo>
                  <a:lnTo>
                    <a:pt x="32" y="21"/>
                  </a:lnTo>
                  <a:lnTo>
                    <a:pt x="26" y="22"/>
                  </a:lnTo>
                  <a:lnTo>
                    <a:pt x="24" y="21"/>
                  </a:lnTo>
                  <a:lnTo>
                    <a:pt x="22" y="22"/>
                  </a:lnTo>
                  <a:lnTo>
                    <a:pt x="19" y="26"/>
                  </a:lnTo>
                  <a:lnTo>
                    <a:pt x="13" y="30"/>
                  </a:lnTo>
                  <a:lnTo>
                    <a:pt x="15" y="32"/>
                  </a:lnTo>
                  <a:lnTo>
                    <a:pt x="19" y="32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24" y="37"/>
                  </a:lnTo>
                  <a:lnTo>
                    <a:pt x="21" y="37"/>
                  </a:lnTo>
                  <a:lnTo>
                    <a:pt x="17" y="36"/>
                  </a:lnTo>
                  <a:lnTo>
                    <a:pt x="13" y="36"/>
                  </a:lnTo>
                  <a:lnTo>
                    <a:pt x="11" y="34"/>
                  </a:lnTo>
                  <a:lnTo>
                    <a:pt x="8" y="36"/>
                  </a:lnTo>
                  <a:lnTo>
                    <a:pt x="0" y="39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4" y="49"/>
                  </a:lnTo>
                  <a:lnTo>
                    <a:pt x="8" y="52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3" y="54"/>
                  </a:lnTo>
                  <a:lnTo>
                    <a:pt x="13" y="58"/>
                  </a:lnTo>
                  <a:lnTo>
                    <a:pt x="17" y="60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19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8" y="60"/>
                  </a:lnTo>
                  <a:lnTo>
                    <a:pt x="32" y="58"/>
                  </a:lnTo>
                  <a:lnTo>
                    <a:pt x="34" y="54"/>
                  </a:lnTo>
                  <a:lnTo>
                    <a:pt x="34" y="56"/>
                  </a:lnTo>
                  <a:lnTo>
                    <a:pt x="34" y="60"/>
                  </a:lnTo>
                  <a:lnTo>
                    <a:pt x="37" y="62"/>
                  </a:lnTo>
                  <a:lnTo>
                    <a:pt x="41" y="62"/>
                  </a:lnTo>
                  <a:lnTo>
                    <a:pt x="41" y="62"/>
                  </a:lnTo>
                  <a:lnTo>
                    <a:pt x="45" y="62"/>
                  </a:lnTo>
                  <a:lnTo>
                    <a:pt x="49" y="62"/>
                  </a:lnTo>
                  <a:lnTo>
                    <a:pt x="49" y="60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2"/>
                  </a:lnTo>
                  <a:lnTo>
                    <a:pt x="58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56" y="64"/>
                  </a:lnTo>
                  <a:lnTo>
                    <a:pt x="54" y="65"/>
                  </a:lnTo>
                  <a:lnTo>
                    <a:pt x="52" y="65"/>
                  </a:lnTo>
                  <a:lnTo>
                    <a:pt x="49" y="65"/>
                  </a:lnTo>
                  <a:lnTo>
                    <a:pt x="45" y="64"/>
                  </a:lnTo>
                  <a:lnTo>
                    <a:pt x="41" y="64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4" y="65"/>
                  </a:lnTo>
                  <a:lnTo>
                    <a:pt x="19" y="65"/>
                  </a:lnTo>
                  <a:lnTo>
                    <a:pt x="19" y="71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1" y="80"/>
                  </a:lnTo>
                  <a:lnTo>
                    <a:pt x="24" y="82"/>
                  </a:lnTo>
                  <a:lnTo>
                    <a:pt x="28" y="84"/>
                  </a:lnTo>
                  <a:lnTo>
                    <a:pt x="32" y="86"/>
                  </a:lnTo>
                  <a:lnTo>
                    <a:pt x="36" y="86"/>
                  </a:lnTo>
                  <a:lnTo>
                    <a:pt x="39" y="84"/>
                  </a:lnTo>
                  <a:lnTo>
                    <a:pt x="43" y="84"/>
                  </a:lnTo>
                  <a:lnTo>
                    <a:pt x="43" y="86"/>
                  </a:lnTo>
                  <a:lnTo>
                    <a:pt x="47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4" y="84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3" y="78"/>
                  </a:lnTo>
                  <a:lnTo>
                    <a:pt x="65" y="77"/>
                  </a:lnTo>
                  <a:lnTo>
                    <a:pt x="65" y="78"/>
                  </a:lnTo>
                  <a:lnTo>
                    <a:pt x="69" y="78"/>
                  </a:lnTo>
                  <a:lnTo>
                    <a:pt x="71" y="78"/>
                  </a:lnTo>
                  <a:lnTo>
                    <a:pt x="75" y="78"/>
                  </a:lnTo>
                  <a:lnTo>
                    <a:pt x="76" y="77"/>
                  </a:lnTo>
                  <a:lnTo>
                    <a:pt x="80" y="75"/>
                  </a:lnTo>
                  <a:lnTo>
                    <a:pt x="82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8"/>
                  </a:lnTo>
                  <a:lnTo>
                    <a:pt x="88" y="80"/>
                  </a:lnTo>
                  <a:lnTo>
                    <a:pt x="91" y="78"/>
                  </a:lnTo>
                  <a:lnTo>
                    <a:pt x="91" y="77"/>
                  </a:lnTo>
                  <a:lnTo>
                    <a:pt x="93" y="77"/>
                  </a:lnTo>
                  <a:lnTo>
                    <a:pt x="93" y="77"/>
                  </a:lnTo>
                  <a:lnTo>
                    <a:pt x="91" y="78"/>
                  </a:lnTo>
                  <a:lnTo>
                    <a:pt x="93" y="82"/>
                  </a:lnTo>
                  <a:lnTo>
                    <a:pt x="97" y="82"/>
                  </a:lnTo>
                  <a:lnTo>
                    <a:pt x="103" y="82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0" y="80"/>
                  </a:lnTo>
                  <a:lnTo>
                    <a:pt x="112" y="82"/>
                  </a:lnTo>
                  <a:lnTo>
                    <a:pt x="116" y="80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7" y="78"/>
                  </a:lnTo>
                  <a:lnTo>
                    <a:pt x="119" y="77"/>
                  </a:lnTo>
                  <a:lnTo>
                    <a:pt x="119" y="75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7" y="67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27" y="65"/>
                  </a:lnTo>
                  <a:lnTo>
                    <a:pt x="130" y="64"/>
                  </a:lnTo>
                  <a:lnTo>
                    <a:pt x="134" y="62"/>
                  </a:lnTo>
                  <a:lnTo>
                    <a:pt x="138" y="54"/>
                  </a:lnTo>
                  <a:lnTo>
                    <a:pt x="138" y="50"/>
                  </a:lnTo>
                  <a:lnTo>
                    <a:pt x="138" y="49"/>
                  </a:lnTo>
                  <a:lnTo>
                    <a:pt x="136" y="43"/>
                  </a:lnTo>
                  <a:lnTo>
                    <a:pt x="132" y="41"/>
                  </a:lnTo>
                  <a:lnTo>
                    <a:pt x="129" y="41"/>
                  </a:lnTo>
                  <a:lnTo>
                    <a:pt x="125" y="45"/>
                  </a:lnTo>
                  <a:lnTo>
                    <a:pt x="123" y="47"/>
                  </a:lnTo>
                  <a:lnTo>
                    <a:pt x="121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45"/>
                  </a:lnTo>
                  <a:lnTo>
                    <a:pt x="117" y="43"/>
                  </a:lnTo>
                  <a:lnTo>
                    <a:pt x="116" y="45"/>
                  </a:lnTo>
                  <a:lnTo>
                    <a:pt x="112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6" y="43"/>
                  </a:lnTo>
                  <a:lnTo>
                    <a:pt x="119" y="39"/>
                  </a:lnTo>
                  <a:lnTo>
                    <a:pt x="117" y="36"/>
                  </a:lnTo>
                  <a:lnTo>
                    <a:pt x="112" y="36"/>
                  </a:lnTo>
                  <a:lnTo>
                    <a:pt x="112" y="37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9" y="32"/>
                  </a:lnTo>
                  <a:lnTo>
                    <a:pt x="119" y="24"/>
                  </a:lnTo>
                  <a:lnTo>
                    <a:pt x="117" y="22"/>
                  </a:lnTo>
                  <a:lnTo>
                    <a:pt x="117" y="21"/>
                  </a:lnTo>
                  <a:lnTo>
                    <a:pt x="119" y="17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23" y="15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3" y="8"/>
                  </a:lnTo>
                  <a:lnTo>
                    <a:pt x="119" y="6"/>
                  </a:lnTo>
                  <a:lnTo>
                    <a:pt x="116" y="6"/>
                  </a:lnTo>
                  <a:lnTo>
                    <a:pt x="110" y="11"/>
                  </a:lnTo>
                  <a:lnTo>
                    <a:pt x="106" y="11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3" y="15"/>
                  </a:lnTo>
                  <a:lnTo>
                    <a:pt x="99" y="17"/>
                  </a:lnTo>
                  <a:lnTo>
                    <a:pt x="97" y="21"/>
                  </a:lnTo>
                  <a:lnTo>
                    <a:pt x="97" y="24"/>
                  </a:lnTo>
                  <a:lnTo>
                    <a:pt x="97" y="28"/>
                  </a:lnTo>
                  <a:lnTo>
                    <a:pt x="99" y="30"/>
                  </a:lnTo>
                  <a:lnTo>
                    <a:pt x="101" y="32"/>
                  </a:lnTo>
                  <a:lnTo>
                    <a:pt x="99" y="36"/>
                  </a:lnTo>
                  <a:lnTo>
                    <a:pt x="97" y="36"/>
                  </a:lnTo>
                  <a:lnTo>
                    <a:pt x="93" y="36"/>
                  </a:lnTo>
                  <a:lnTo>
                    <a:pt x="91" y="36"/>
                  </a:lnTo>
                  <a:lnTo>
                    <a:pt x="90" y="39"/>
                  </a:lnTo>
                  <a:lnTo>
                    <a:pt x="91" y="41"/>
                  </a:lnTo>
                  <a:lnTo>
                    <a:pt x="91" y="43"/>
                  </a:lnTo>
                  <a:lnTo>
                    <a:pt x="93" y="47"/>
                  </a:lnTo>
                  <a:lnTo>
                    <a:pt x="93" y="50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5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6" name="Freeform 6463">
              <a:extLst>
                <a:ext uri="{FF2B5EF4-FFF2-40B4-BE49-F238E27FC236}">
                  <a16:creationId xmlns:a16="http://schemas.microsoft.com/office/drawing/2014/main" id="{1A9D3E99-C88A-405D-9A3A-2CC90A19F5A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56" y="1274"/>
              <a:ext cx="109" cy="59"/>
            </a:xfrm>
            <a:custGeom>
              <a:avLst/>
              <a:gdLst>
                <a:gd name="T0" fmla="*/ 3 w 109"/>
                <a:gd name="T1" fmla="*/ 46 h 59"/>
                <a:gd name="T2" fmla="*/ 11 w 109"/>
                <a:gd name="T3" fmla="*/ 44 h 59"/>
                <a:gd name="T4" fmla="*/ 16 w 109"/>
                <a:gd name="T5" fmla="*/ 48 h 59"/>
                <a:gd name="T6" fmla="*/ 13 w 109"/>
                <a:gd name="T7" fmla="*/ 54 h 59"/>
                <a:gd name="T8" fmla="*/ 18 w 109"/>
                <a:gd name="T9" fmla="*/ 52 h 59"/>
                <a:gd name="T10" fmla="*/ 22 w 109"/>
                <a:gd name="T11" fmla="*/ 48 h 59"/>
                <a:gd name="T12" fmla="*/ 24 w 109"/>
                <a:gd name="T13" fmla="*/ 44 h 59"/>
                <a:gd name="T14" fmla="*/ 28 w 109"/>
                <a:gd name="T15" fmla="*/ 44 h 59"/>
                <a:gd name="T16" fmla="*/ 24 w 109"/>
                <a:gd name="T17" fmla="*/ 52 h 59"/>
                <a:gd name="T18" fmla="*/ 24 w 109"/>
                <a:gd name="T19" fmla="*/ 59 h 59"/>
                <a:gd name="T20" fmla="*/ 28 w 109"/>
                <a:gd name="T21" fmla="*/ 57 h 59"/>
                <a:gd name="T22" fmla="*/ 35 w 109"/>
                <a:gd name="T23" fmla="*/ 54 h 59"/>
                <a:gd name="T24" fmla="*/ 39 w 109"/>
                <a:gd name="T25" fmla="*/ 48 h 59"/>
                <a:gd name="T26" fmla="*/ 42 w 109"/>
                <a:gd name="T27" fmla="*/ 46 h 59"/>
                <a:gd name="T28" fmla="*/ 46 w 109"/>
                <a:gd name="T29" fmla="*/ 52 h 59"/>
                <a:gd name="T30" fmla="*/ 50 w 109"/>
                <a:gd name="T31" fmla="*/ 46 h 59"/>
                <a:gd name="T32" fmla="*/ 55 w 109"/>
                <a:gd name="T33" fmla="*/ 37 h 59"/>
                <a:gd name="T34" fmla="*/ 55 w 109"/>
                <a:gd name="T35" fmla="*/ 37 h 59"/>
                <a:gd name="T36" fmla="*/ 65 w 109"/>
                <a:gd name="T37" fmla="*/ 28 h 59"/>
                <a:gd name="T38" fmla="*/ 69 w 109"/>
                <a:gd name="T39" fmla="*/ 28 h 59"/>
                <a:gd name="T40" fmla="*/ 67 w 109"/>
                <a:gd name="T41" fmla="*/ 33 h 59"/>
                <a:gd name="T42" fmla="*/ 65 w 109"/>
                <a:gd name="T43" fmla="*/ 39 h 59"/>
                <a:gd name="T44" fmla="*/ 57 w 109"/>
                <a:gd name="T45" fmla="*/ 46 h 59"/>
                <a:gd name="T46" fmla="*/ 61 w 109"/>
                <a:gd name="T47" fmla="*/ 54 h 59"/>
                <a:gd name="T48" fmla="*/ 70 w 109"/>
                <a:gd name="T49" fmla="*/ 52 h 59"/>
                <a:gd name="T50" fmla="*/ 72 w 109"/>
                <a:gd name="T51" fmla="*/ 44 h 59"/>
                <a:gd name="T52" fmla="*/ 76 w 109"/>
                <a:gd name="T53" fmla="*/ 43 h 59"/>
                <a:gd name="T54" fmla="*/ 82 w 109"/>
                <a:gd name="T55" fmla="*/ 43 h 59"/>
                <a:gd name="T56" fmla="*/ 89 w 109"/>
                <a:gd name="T57" fmla="*/ 35 h 59"/>
                <a:gd name="T58" fmla="*/ 93 w 109"/>
                <a:gd name="T59" fmla="*/ 29 h 59"/>
                <a:gd name="T60" fmla="*/ 98 w 109"/>
                <a:gd name="T61" fmla="*/ 26 h 59"/>
                <a:gd name="T62" fmla="*/ 98 w 109"/>
                <a:gd name="T63" fmla="*/ 20 h 59"/>
                <a:gd name="T64" fmla="*/ 104 w 109"/>
                <a:gd name="T65" fmla="*/ 18 h 59"/>
                <a:gd name="T66" fmla="*/ 109 w 109"/>
                <a:gd name="T67" fmla="*/ 13 h 59"/>
                <a:gd name="T68" fmla="*/ 109 w 109"/>
                <a:gd name="T69" fmla="*/ 3 h 59"/>
                <a:gd name="T70" fmla="*/ 100 w 109"/>
                <a:gd name="T71" fmla="*/ 2 h 59"/>
                <a:gd name="T72" fmla="*/ 100 w 109"/>
                <a:gd name="T73" fmla="*/ 9 h 59"/>
                <a:gd name="T74" fmla="*/ 96 w 109"/>
                <a:gd name="T75" fmla="*/ 7 h 59"/>
                <a:gd name="T76" fmla="*/ 95 w 109"/>
                <a:gd name="T77" fmla="*/ 3 h 59"/>
                <a:gd name="T78" fmla="*/ 89 w 109"/>
                <a:gd name="T79" fmla="*/ 2 h 59"/>
                <a:gd name="T80" fmla="*/ 82 w 109"/>
                <a:gd name="T81" fmla="*/ 2 h 59"/>
                <a:gd name="T82" fmla="*/ 70 w 109"/>
                <a:gd name="T83" fmla="*/ 5 h 59"/>
                <a:gd name="T84" fmla="*/ 67 w 109"/>
                <a:gd name="T85" fmla="*/ 5 h 59"/>
                <a:gd name="T86" fmla="*/ 55 w 109"/>
                <a:gd name="T87" fmla="*/ 13 h 59"/>
                <a:gd name="T88" fmla="*/ 46 w 109"/>
                <a:gd name="T89" fmla="*/ 18 h 59"/>
                <a:gd name="T90" fmla="*/ 41 w 109"/>
                <a:gd name="T91" fmla="*/ 20 h 59"/>
                <a:gd name="T92" fmla="*/ 35 w 109"/>
                <a:gd name="T93" fmla="*/ 20 h 59"/>
                <a:gd name="T94" fmla="*/ 26 w 109"/>
                <a:gd name="T95" fmla="*/ 26 h 59"/>
                <a:gd name="T96" fmla="*/ 13 w 109"/>
                <a:gd name="T97" fmla="*/ 31 h 59"/>
                <a:gd name="T98" fmla="*/ 3 w 109"/>
                <a:gd name="T99" fmla="*/ 37 h 59"/>
                <a:gd name="T100" fmla="*/ 1 w 109"/>
                <a:gd name="T101" fmla="*/ 37 h 59"/>
                <a:gd name="T102" fmla="*/ 3 w 109"/>
                <a:gd name="T103" fmla="*/ 43 h 59"/>
                <a:gd name="T104" fmla="*/ 7 w 109"/>
                <a:gd name="T105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" h="59">
                  <a:moveTo>
                    <a:pt x="3" y="43"/>
                  </a:moveTo>
                  <a:lnTo>
                    <a:pt x="3" y="43"/>
                  </a:lnTo>
                  <a:lnTo>
                    <a:pt x="3" y="46"/>
                  </a:lnTo>
                  <a:lnTo>
                    <a:pt x="7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5" y="44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2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20" y="52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6" y="44"/>
                  </a:lnTo>
                  <a:lnTo>
                    <a:pt x="24" y="50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2" y="56"/>
                  </a:lnTo>
                  <a:lnTo>
                    <a:pt x="24" y="59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7"/>
                  </a:lnTo>
                  <a:lnTo>
                    <a:pt x="29" y="59"/>
                  </a:lnTo>
                  <a:lnTo>
                    <a:pt x="33" y="56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9" y="50"/>
                  </a:lnTo>
                  <a:lnTo>
                    <a:pt x="39" y="48"/>
                  </a:lnTo>
                  <a:lnTo>
                    <a:pt x="41" y="48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8"/>
                  </a:lnTo>
                  <a:lnTo>
                    <a:pt x="42" y="52"/>
                  </a:lnTo>
                  <a:lnTo>
                    <a:pt x="46" y="52"/>
                  </a:lnTo>
                  <a:lnTo>
                    <a:pt x="48" y="50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2" y="44"/>
                  </a:lnTo>
                  <a:lnTo>
                    <a:pt x="54" y="41"/>
                  </a:lnTo>
                  <a:lnTo>
                    <a:pt x="55" y="37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7"/>
                  </a:lnTo>
                  <a:lnTo>
                    <a:pt x="63" y="33"/>
                  </a:lnTo>
                  <a:lnTo>
                    <a:pt x="63" y="29"/>
                  </a:lnTo>
                  <a:lnTo>
                    <a:pt x="65" y="28"/>
                  </a:lnTo>
                  <a:lnTo>
                    <a:pt x="67" y="28"/>
                  </a:lnTo>
                  <a:lnTo>
                    <a:pt x="67" y="26"/>
                  </a:lnTo>
                  <a:lnTo>
                    <a:pt x="69" y="28"/>
                  </a:lnTo>
                  <a:lnTo>
                    <a:pt x="70" y="26"/>
                  </a:lnTo>
                  <a:lnTo>
                    <a:pt x="70" y="29"/>
                  </a:lnTo>
                  <a:lnTo>
                    <a:pt x="67" y="33"/>
                  </a:lnTo>
                  <a:lnTo>
                    <a:pt x="67" y="35"/>
                  </a:lnTo>
                  <a:lnTo>
                    <a:pt x="65" y="37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61" y="54"/>
                  </a:lnTo>
                  <a:lnTo>
                    <a:pt x="65" y="56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70" y="48"/>
                  </a:lnTo>
                  <a:lnTo>
                    <a:pt x="70" y="46"/>
                  </a:lnTo>
                  <a:lnTo>
                    <a:pt x="72" y="44"/>
                  </a:lnTo>
                  <a:lnTo>
                    <a:pt x="74" y="43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78" y="43"/>
                  </a:lnTo>
                  <a:lnTo>
                    <a:pt x="80" y="43"/>
                  </a:lnTo>
                  <a:lnTo>
                    <a:pt x="82" y="43"/>
                  </a:lnTo>
                  <a:lnTo>
                    <a:pt x="87" y="43"/>
                  </a:lnTo>
                  <a:lnTo>
                    <a:pt x="89" y="39"/>
                  </a:lnTo>
                  <a:lnTo>
                    <a:pt x="89" y="35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6" y="31"/>
                  </a:lnTo>
                  <a:lnTo>
                    <a:pt x="98" y="29"/>
                  </a:lnTo>
                  <a:lnTo>
                    <a:pt x="98" y="2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8" y="20"/>
                  </a:lnTo>
                  <a:lnTo>
                    <a:pt x="100" y="20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8" y="18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0" y="2"/>
                  </a:lnTo>
                  <a:lnTo>
                    <a:pt x="100" y="5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8" y="7"/>
                  </a:lnTo>
                  <a:lnTo>
                    <a:pt x="96" y="7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5" y="3"/>
                  </a:lnTo>
                  <a:lnTo>
                    <a:pt x="91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5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67" y="5"/>
                  </a:lnTo>
                  <a:lnTo>
                    <a:pt x="59" y="11"/>
                  </a:lnTo>
                  <a:lnTo>
                    <a:pt x="57" y="13"/>
                  </a:lnTo>
                  <a:lnTo>
                    <a:pt x="55" y="13"/>
                  </a:lnTo>
                  <a:lnTo>
                    <a:pt x="52" y="15"/>
                  </a:lnTo>
                  <a:lnTo>
                    <a:pt x="50" y="16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2" y="18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7" y="20"/>
                  </a:lnTo>
                  <a:lnTo>
                    <a:pt x="35" y="20"/>
                  </a:lnTo>
                  <a:lnTo>
                    <a:pt x="31" y="24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15" y="28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7" y="33"/>
                  </a:lnTo>
                  <a:lnTo>
                    <a:pt x="3" y="37"/>
                  </a:lnTo>
                  <a:lnTo>
                    <a:pt x="7" y="37"/>
                  </a:lnTo>
                  <a:lnTo>
                    <a:pt x="5" y="39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3"/>
                  </a:lnTo>
                  <a:close/>
                  <a:moveTo>
                    <a:pt x="7" y="41"/>
                  </a:move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7" name="Freeform 6464">
              <a:extLst>
                <a:ext uri="{FF2B5EF4-FFF2-40B4-BE49-F238E27FC236}">
                  <a16:creationId xmlns:a16="http://schemas.microsoft.com/office/drawing/2014/main" id="{22B5850F-D1ED-4667-A923-898A464282A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64" y="2066"/>
              <a:ext cx="5" cy="7"/>
            </a:xfrm>
            <a:custGeom>
              <a:avLst/>
              <a:gdLst>
                <a:gd name="T0" fmla="*/ 0 w 3"/>
                <a:gd name="T1" fmla="*/ 3 h 4"/>
                <a:gd name="T2" fmla="*/ 0 w 3"/>
                <a:gd name="T3" fmla="*/ 3 h 4"/>
                <a:gd name="T4" fmla="*/ 1 w 3"/>
                <a:gd name="T5" fmla="*/ 4 h 4"/>
                <a:gd name="T6" fmla="*/ 1 w 3"/>
                <a:gd name="T7" fmla="*/ 4 h 4"/>
                <a:gd name="T8" fmla="*/ 2 w 3"/>
                <a:gd name="T9" fmla="*/ 3 h 4"/>
                <a:gd name="T10" fmla="*/ 3 w 3"/>
                <a:gd name="T11" fmla="*/ 2 h 4"/>
                <a:gd name="T12" fmla="*/ 3 w 3"/>
                <a:gd name="T13" fmla="*/ 0 h 4"/>
                <a:gd name="T14" fmla="*/ 1 w 3"/>
                <a:gd name="T15" fmla="*/ 1 h 4"/>
                <a:gd name="T16" fmla="*/ 0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8" name="Freeform 6465">
              <a:extLst>
                <a:ext uri="{FF2B5EF4-FFF2-40B4-BE49-F238E27FC236}">
                  <a16:creationId xmlns:a16="http://schemas.microsoft.com/office/drawing/2014/main" id="{87FF620F-E891-4687-BD6E-4C0E13A017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9" y="2075"/>
              <a:ext cx="89" cy="97"/>
            </a:xfrm>
            <a:custGeom>
              <a:avLst/>
              <a:gdLst>
                <a:gd name="T0" fmla="*/ 38 w 48"/>
                <a:gd name="T1" fmla="*/ 20 h 52"/>
                <a:gd name="T2" fmla="*/ 36 w 48"/>
                <a:gd name="T3" fmla="*/ 20 h 52"/>
                <a:gd name="T4" fmla="*/ 36 w 48"/>
                <a:gd name="T5" fmla="*/ 23 h 52"/>
                <a:gd name="T6" fmla="*/ 34 w 48"/>
                <a:gd name="T7" fmla="*/ 23 h 52"/>
                <a:gd name="T8" fmla="*/ 30 w 48"/>
                <a:gd name="T9" fmla="*/ 22 h 52"/>
                <a:gd name="T10" fmla="*/ 30 w 48"/>
                <a:gd name="T11" fmla="*/ 19 h 52"/>
                <a:gd name="T12" fmla="*/ 29 w 48"/>
                <a:gd name="T13" fmla="*/ 16 h 52"/>
                <a:gd name="T14" fmla="*/ 25 w 48"/>
                <a:gd name="T15" fmla="*/ 16 h 52"/>
                <a:gd name="T16" fmla="*/ 23 w 48"/>
                <a:gd name="T17" fmla="*/ 17 h 52"/>
                <a:gd name="T18" fmla="*/ 26 w 48"/>
                <a:gd name="T19" fmla="*/ 12 h 52"/>
                <a:gd name="T20" fmla="*/ 30 w 48"/>
                <a:gd name="T21" fmla="*/ 8 h 52"/>
                <a:gd name="T22" fmla="*/ 30 w 48"/>
                <a:gd name="T23" fmla="*/ 4 h 52"/>
                <a:gd name="T24" fmla="*/ 34 w 48"/>
                <a:gd name="T25" fmla="*/ 3 h 52"/>
                <a:gd name="T26" fmla="*/ 30 w 48"/>
                <a:gd name="T27" fmla="*/ 1 h 52"/>
                <a:gd name="T28" fmla="*/ 23 w 48"/>
                <a:gd name="T29" fmla="*/ 5 h 52"/>
                <a:gd name="T30" fmla="*/ 22 w 48"/>
                <a:gd name="T31" fmla="*/ 7 h 52"/>
                <a:gd name="T32" fmla="*/ 18 w 48"/>
                <a:gd name="T33" fmla="*/ 12 h 52"/>
                <a:gd name="T34" fmla="*/ 15 w 48"/>
                <a:gd name="T35" fmla="*/ 16 h 52"/>
                <a:gd name="T36" fmla="*/ 11 w 48"/>
                <a:gd name="T37" fmla="*/ 22 h 52"/>
                <a:gd name="T38" fmla="*/ 9 w 48"/>
                <a:gd name="T39" fmla="*/ 25 h 52"/>
                <a:gd name="T40" fmla="*/ 9 w 48"/>
                <a:gd name="T41" fmla="*/ 23 h 52"/>
                <a:gd name="T42" fmla="*/ 4 w 48"/>
                <a:gd name="T43" fmla="*/ 31 h 52"/>
                <a:gd name="T44" fmla="*/ 5 w 48"/>
                <a:gd name="T45" fmla="*/ 32 h 52"/>
                <a:gd name="T46" fmla="*/ 0 w 48"/>
                <a:gd name="T47" fmla="*/ 37 h 52"/>
                <a:gd name="T48" fmla="*/ 6 w 48"/>
                <a:gd name="T49" fmla="*/ 39 h 52"/>
                <a:gd name="T50" fmla="*/ 14 w 48"/>
                <a:gd name="T51" fmla="*/ 39 h 52"/>
                <a:gd name="T52" fmla="*/ 19 w 48"/>
                <a:gd name="T53" fmla="*/ 40 h 52"/>
                <a:gd name="T54" fmla="*/ 22 w 48"/>
                <a:gd name="T55" fmla="*/ 39 h 52"/>
                <a:gd name="T56" fmla="*/ 25 w 48"/>
                <a:gd name="T57" fmla="*/ 41 h 52"/>
                <a:gd name="T58" fmla="*/ 29 w 48"/>
                <a:gd name="T59" fmla="*/ 40 h 52"/>
                <a:gd name="T60" fmla="*/ 27 w 48"/>
                <a:gd name="T61" fmla="*/ 43 h 52"/>
                <a:gd name="T62" fmla="*/ 23 w 48"/>
                <a:gd name="T63" fmla="*/ 45 h 52"/>
                <a:gd name="T64" fmla="*/ 26 w 48"/>
                <a:gd name="T65" fmla="*/ 47 h 52"/>
                <a:gd name="T66" fmla="*/ 29 w 48"/>
                <a:gd name="T67" fmla="*/ 46 h 52"/>
                <a:gd name="T68" fmla="*/ 35 w 48"/>
                <a:gd name="T69" fmla="*/ 42 h 52"/>
                <a:gd name="T70" fmla="*/ 36 w 48"/>
                <a:gd name="T71" fmla="*/ 38 h 52"/>
                <a:gd name="T72" fmla="*/ 37 w 48"/>
                <a:gd name="T73" fmla="*/ 42 h 52"/>
                <a:gd name="T74" fmla="*/ 35 w 48"/>
                <a:gd name="T75" fmla="*/ 48 h 52"/>
                <a:gd name="T76" fmla="*/ 38 w 48"/>
                <a:gd name="T77" fmla="*/ 48 h 52"/>
                <a:gd name="T78" fmla="*/ 41 w 48"/>
                <a:gd name="T79" fmla="*/ 49 h 52"/>
                <a:gd name="T80" fmla="*/ 45 w 48"/>
                <a:gd name="T81" fmla="*/ 49 h 52"/>
                <a:gd name="T82" fmla="*/ 46 w 48"/>
                <a:gd name="T83" fmla="*/ 44 h 52"/>
                <a:gd name="T84" fmla="*/ 46 w 48"/>
                <a:gd name="T85" fmla="*/ 39 h 52"/>
                <a:gd name="T86" fmla="*/ 44 w 48"/>
                <a:gd name="T87" fmla="*/ 39 h 52"/>
                <a:gd name="T88" fmla="*/ 45 w 48"/>
                <a:gd name="T89" fmla="*/ 36 h 52"/>
                <a:gd name="T90" fmla="*/ 42 w 48"/>
                <a:gd name="T91" fmla="*/ 35 h 52"/>
                <a:gd name="T92" fmla="*/ 46 w 48"/>
                <a:gd name="T93" fmla="*/ 32 h 52"/>
                <a:gd name="T94" fmla="*/ 44 w 48"/>
                <a:gd name="T95" fmla="*/ 30 h 52"/>
                <a:gd name="T96" fmla="*/ 41 w 48"/>
                <a:gd name="T97" fmla="*/ 31 h 52"/>
                <a:gd name="T98" fmla="*/ 42 w 48"/>
                <a:gd name="T99" fmla="*/ 27 h 52"/>
                <a:gd name="T100" fmla="*/ 43 w 48"/>
                <a:gd name="T101" fmla="*/ 23 h 52"/>
                <a:gd name="T102" fmla="*/ 39 w 48"/>
                <a:gd name="T103" fmla="*/ 22 h 52"/>
                <a:gd name="T104" fmla="*/ 42 w 48"/>
                <a:gd name="T105" fmla="*/ 38 h 52"/>
                <a:gd name="T106" fmla="*/ 39 w 48"/>
                <a:gd name="T107" fmla="*/ 3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52">
                  <a:moveTo>
                    <a:pt x="41" y="19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lnTo>
                    <a:pt x="41" y="19"/>
                  </a:lnTo>
                  <a:close/>
                  <a:moveTo>
                    <a:pt x="39" y="22"/>
                  </a:moveTo>
                  <a:cubicBezTo>
                    <a:pt x="39" y="22"/>
                    <a:pt x="40" y="22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lose/>
                  <a:moveTo>
                    <a:pt x="41" y="37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40" y="38"/>
                    <a:pt x="40" y="38"/>
                    <a:pt x="40" y="38"/>
                  </a:cubicBezTo>
                  <a:lnTo>
                    <a:pt x="41" y="3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29" name="Freeform 6466">
              <a:extLst>
                <a:ext uri="{FF2B5EF4-FFF2-40B4-BE49-F238E27FC236}">
                  <a16:creationId xmlns:a16="http://schemas.microsoft.com/office/drawing/2014/main" id="{04F22314-31CF-46AC-BD6D-6EC01AF7158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1307"/>
              <a:ext cx="17" cy="15"/>
            </a:xfrm>
            <a:custGeom>
              <a:avLst/>
              <a:gdLst>
                <a:gd name="T0" fmla="*/ 13 w 17"/>
                <a:gd name="T1" fmla="*/ 0 h 15"/>
                <a:gd name="T2" fmla="*/ 7 w 17"/>
                <a:gd name="T3" fmla="*/ 0 h 15"/>
                <a:gd name="T4" fmla="*/ 2 w 17"/>
                <a:gd name="T5" fmla="*/ 0 h 15"/>
                <a:gd name="T6" fmla="*/ 2 w 17"/>
                <a:gd name="T7" fmla="*/ 4 h 15"/>
                <a:gd name="T8" fmla="*/ 0 w 17"/>
                <a:gd name="T9" fmla="*/ 8 h 15"/>
                <a:gd name="T10" fmla="*/ 4 w 17"/>
                <a:gd name="T11" fmla="*/ 10 h 15"/>
                <a:gd name="T12" fmla="*/ 5 w 17"/>
                <a:gd name="T13" fmla="*/ 13 h 15"/>
                <a:gd name="T14" fmla="*/ 9 w 17"/>
                <a:gd name="T15" fmla="*/ 13 h 15"/>
                <a:gd name="T16" fmla="*/ 11 w 17"/>
                <a:gd name="T17" fmla="*/ 13 h 15"/>
                <a:gd name="T18" fmla="*/ 13 w 17"/>
                <a:gd name="T19" fmla="*/ 15 h 15"/>
                <a:gd name="T20" fmla="*/ 17 w 17"/>
                <a:gd name="T21" fmla="*/ 13 h 15"/>
                <a:gd name="T22" fmla="*/ 17 w 17"/>
                <a:gd name="T23" fmla="*/ 10 h 15"/>
                <a:gd name="T24" fmla="*/ 17 w 17"/>
                <a:gd name="T25" fmla="*/ 6 h 15"/>
                <a:gd name="T26" fmla="*/ 13 w 17"/>
                <a:gd name="T2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3" y="0"/>
                  </a:moveTo>
                  <a:lnTo>
                    <a:pt x="7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3" y="15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7" y="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0" name="Freeform 6467">
              <a:extLst>
                <a:ext uri="{FF2B5EF4-FFF2-40B4-BE49-F238E27FC236}">
                  <a16:creationId xmlns:a16="http://schemas.microsoft.com/office/drawing/2014/main" id="{B0C4CB01-E0CD-44E9-8EC7-812492A3F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92" y="1238"/>
              <a:ext cx="62" cy="86"/>
            </a:xfrm>
            <a:custGeom>
              <a:avLst/>
              <a:gdLst>
                <a:gd name="T0" fmla="*/ 6 w 62"/>
                <a:gd name="T1" fmla="*/ 52 h 86"/>
                <a:gd name="T2" fmla="*/ 9 w 62"/>
                <a:gd name="T3" fmla="*/ 51 h 86"/>
                <a:gd name="T4" fmla="*/ 17 w 62"/>
                <a:gd name="T5" fmla="*/ 52 h 86"/>
                <a:gd name="T6" fmla="*/ 15 w 62"/>
                <a:gd name="T7" fmla="*/ 52 h 86"/>
                <a:gd name="T8" fmla="*/ 11 w 62"/>
                <a:gd name="T9" fmla="*/ 58 h 86"/>
                <a:gd name="T10" fmla="*/ 17 w 62"/>
                <a:gd name="T11" fmla="*/ 56 h 86"/>
                <a:gd name="T12" fmla="*/ 19 w 62"/>
                <a:gd name="T13" fmla="*/ 54 h 86"/>
                <a:gd name="T14" fmla="*/ 24 w 62"/>
                <a:gd name="T15" fmla="*/ 58 h 86"/>
                <a:gd name="T16" fmla="*/ 24 w 62"/>
                <a:gd name="T17" fmla="*/ 60 h 86"/>
                <a:gd name="T18" fmla="*/ 24 w 62"/>
                <a:gd name="T19" fmla="*/ 64 h 86"/>
                <a:gd name="T20" fmla="*/ 28 w 62"/>
                <a:gd name="T21" fmla="*/ 62 h 86"/>
                <a:gd name="T22" fmla="*/ 30 w 62"/>
                <a:gd name="T23" fmla="*/ 64 h 86"/>
                <a:gd name="T24" fmla="*/ 30 w 62"/>
                <a:gd name="T25" fmla="*/ 65 h 86"/>
                <a:gd name="T26" fmla="*/ 24 w 62"/>
                <a:gd name="T27" fmla="*/ 77 h 86"/>
                <a:gd name="T28" fmla="*/ 28 w 62"/>
                <a:gd name="T29" fmla="*/ 86 h 86"/>
                <a:gd name="T30" fmla="*/ 34 w 62"/>
                <a:gd name="T31" fmla="*/ 86 h 86"/>
                <a:gd name="T32" fmla="*/ 41 w 62"/>
                <a:gd name="T33" fmla="*/ 82 h 86"/>
                <a:gd name="T34" fmla="*/ 43 w 62"/>
                <a:gd name="T35" fmla="*/ 80 h 86"/>
                <a:gd name="T36" fmla="*/ 47 w 62"/>
                <a:gd name="T37" fmla="*/ 73 h 86"/>
                <a:gd name="T38" fmla="*/ 50 w 62"/>
                <a:gd name="T39" fmla="*/ 65 h 86"/>
                <a:gd name="T40" fmla="*/ 48 w 62"/>
                <a:gd name="T41" fmla="*/ 64 h 86"/>
                <a:gd name="T42" fmla="*/ 50 w 62"/>
                <a:gd name="T43" fmla="*/ 58 h 86"/>
                <a:gd name="T44" fmla="*/ 54 w 62"/>
                <a:gd name="T45" fmla="*/ 56 h 86"/>
                <a:gd name="T46" fmla="*/ 60 w 62"/>
                <a:gd name="T47" fmla="*/ 51 h 86"/>
                <a:gd name="T48" fmla="*/ 62 w 62"/>
                <a:gd name="T49" fmla="*/ 47 h 86"/>
                <a:gd name="T50" fmla="*/ 60 w 62"/>
                <a:gd name="T51" fmla="*/ 41 h 86"/>
                <a:gd name="T52" fmla="*/ 58 w 62"/>
                <a:gd name="T53" fmla="*/ 38 h 86"/>
                <a:gd name="T54" fmla="*/ 52 w 62"/>
                <a:gd name="T55" fmla="*/ 36 h 86"/>
                <a:gd name="T56" fmla="*/ 52 w 62"/>
                <a:gd name="T57" fmla="*/ 36 h 86"/>
                <a:gd name="T58" fmla="*/ 58 w 62"/>
                <a:gd name="T59" fmla="*/ 30 h 86"/>
                <a:gd name="T60" fmla="*/ 56 w 62"/>
                <a:gd name="T61" fmla="*/ 24 h 86"/>
                <a:gd name="T62" fmla="*/ 54 w 62"/>
                <a:gd name="T63" fmla="*/ 19 h 86"/>
                <a:gd name="T64" fmla="*/ 47 w 62"/>
                <a:gd name="T65" fmla="*/ 21 h 86"/>
                <a:gd name="T66" fmla="*/ 45 w 62"/>
                <a:gd name="T67" fmla="*/ 23 h 86"/>
                <a:gd name="T68" fmla="*/ 45 w 62"/>
                <a:gd name="T69" fmla="*/ 13 h 86"/>
                <a:gd name="T70" fmla="*/ 43 w 62"/>
                <a:gd name="T71" fmla="*/ 8 h 86"/>
                <a:gd name="T72" fmla="*/ 37 w 62"/>
                <a:gd name="T73" fmla="*/ 4 h 86"/>
                <a:gd name="T74" fmla="*/ 32 w 62"/>
                <a:gd name="T75" fmla="*/ 4 h 86"/>
                <a:gd name="T76" fmla="*/ 26 w 62"/>
                <a:gd name="T77" fmla="*/ 6 h 86"/>
                <a:gd name="T78" fmla="*/ 26 w 62"/>
                <a:gd name="T79" fmla="*/ 0 h 86"/>
                <a:gd name="T80" fmla="*/ 21 w 62"/>
                <a:gd name="T81" fmla="*/ 6 h 86"/>
                <a:gd name="T82" fmla="*/ 17 w 62"/>
                <a:gd name="T83" fmla="*/ 10 h 86"/>
                <a:gd name="T84" fmla="*/ 15 w 62"/>
                <a:gd name="T85" fmla="*/ 17 h 86"/>
                <a:gd name="T86" fmla="*/ 19 w 62"/>
                <a:gd name="T87" fmla="*/ 17 h 86"/>
                <a:gd name="T88" fmla="*/ 19 w 62"/>
                <a:gd name="T89" fmla="*/ 19 h 86"/>
                <a:gd name="T90" fmla="*/ 13 w 62"/>
                <a:gd name="T91" fmla="*/ 24 h 86"/>
                <a:gd name="T92" fmla="*/ 19 w 62"/>
                <a:gd name="T93" fmla="*/ 26 h 86"/>
                <a:gd name="T94" fmla="*/ 22 w 62"/>
                <a:gd name="T95" fmla="*/ 23 h 86"/>
                <a:gd name="T96" fmla="*/ 26 w 62"/>
                <a:gd name="T97" fmla="*/ 23 h 86"/>
                <a:gd name="T98" fmla="*/ 24 w 62"/>
                <a:gd name="T99" fmla="*/ 24 h 86"/>
                <a:gd name="T100" fmla="*/ 19 w 62"/>
                <a:gd name="T101" fmla="*/ 30 h 86"/>
                <a:gd name="T102" fmla="*/ 24 w 62"/>
                <a:gd name="T103" fmla="*/ 32 h 86"/>
                <a:gd name="T104" fmla="*/ 22 w 62"/>
                <a:gd name="T105" fmla="*/ 34 h 86"/>
                <a:gd name="T106" fmla="*/ 17 w 62"/>
                <a:gd name="T107" fmla="*/ 34 h 86"/>
                <a:gd name="T108" fmla="*/ 19 w 62"/>
                <a:gd name="T109" fmla="*/ 39 h 86"/>
                <a:gd name="T110" fmla="*/ 15 w 62"/>
                <a:gd name="T111" fmla="*/ 43 h 86"/>
                <a:gd name="T112" fmla="*/ 11 w 62"/>
                <a:gd name="T113" fmla="*/ 38 h 86"/>
                <a:gd name="T114" fmla="*/ 2 w 62"/>
                <a:gd name="T115" fmla="*/ 38 h 86"/>
                <a:gd name="T116" fmla="*/ 0 w 62"/>
                <a:gd name="T117" fmla="*/ 45 h 86"/>
                <a:gd name="T118" fmla="*/ 2 w 62"/>
                <a:gd name="T119" fmla="*/ 51 h 86"/>
                <a:gd name="T120" fmla="*/ 21 w 62"/>
                <a:gd name="T121" fmla="*/ 52 h 86"/>
                <a:gd name="T122" fmla="*/ 21 w 62"/>
                <a:gd name="T123" fmla="*/ 5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" h="86">
                  <a:moveTo>
                    <a:pt x="2" y="51"/>
                  </a:moveTo>
                  <a:lnTo>
                    <a:pt x="6" y="52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13" y="52"/>
                  </a:lnTo>
                  <a:lnTo>
                    <a:pt x="17" y="52"/>
                  </a:lnTo>
                  <a:lnTo>
                    <a:pt x="19" y="52"/>
                  </a:lnTo>
                  <a:lnTo>
                    <a:pt x="15" y="52"/>
                  </a:lnTo>
                  <a:lnTo>
                    <a:pt x="11" y="54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4"/>
                  </a:lnTo>
                  <a:lnTo>
                    <a:pt x="19" y="58"/>
                  </a:lnTo>
                  <a:lnTo>
                    <a:pt x="24" y="58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30" y="69"/>
                  </a:lnTo>
                  <a:lnTo>
                    <a:pt x="24" y="77"/>
                  </a:lnTo>
                  <a:lnTo>
                    <a:pt x="26" y="82"/>
                  </a:lnTo>
                  <a:lnTo>
                    <a:pt x="28" y="86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7" y="86"/>
                  </a:lnTo>
                  <a:lnTo>
                    <a:pt x="41" y="82"/>
                  </a:lnTo>
                  <a:lnTo>
                    <a:pt x="41" y="80"/>
                  </a:lnTo>
                  <a:lnTo>
                    <a:pt x="43" y="80"/>
                  </a:lnTo>
                  <a:lnTo>
                    <a:pt x="47" y="77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50" y="65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4" y="56"/>
                  </a:lnTo>
                  <a:lnTo>
                    <a:pt x="58" y="54"/>
                  </a:lnTo>
                  <a:lnTo>
                    <a:pt x="60" y="51"/>
                  </a:lnTo>
                  <a:lnTo>
                    <a:pt x="60" y="49"/>
                  </a:lnTo>
                  <a:lnTo>
                    <a:pt x="62" y="47"/>
                  </a:lnTo>
                  <a:lnTo>
                    <a:pt x="62" y="43"/>
                  </a:lnTo>
                  <a:lnTo>
                    <a:pt x="60" y="41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6" y="24"/>
                  </a:lnTo>
                  <a:lnTo>
                    <a:pt x="56" y="23"/>
                  </a:lnTo>
                  <a:lnTo>
                    <a:pt x="54" y="19"/>
                  </a:lnTo>
                  <a:lnTo>
                    <a:pt x="50" y="19"/>
                  </a:lnTo>
                  <a:lnTo>
                    <a:pt x="47" y="21"/>
                  </a:lnTo>
                  <a:lnTo>
                    <a:pt x="43" y="23"/>
                  </a:lnTo>
                  <a:lnTo>
                    <a:pt x="45" y="23"/>
                  </a:lnTo>
                  <a:lnTo>
                    <a:pt x="45" y="17"/>
                  </a:lnTo>
                  <a:lnTo>
                    <a:pt x="45" y="13"/>
                  </a:lnTo>
                  <a:lnTo>
                    <a:pt x="45" y="10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1" y="6"/>
                  </a:lnTo>
                  <a:lnTo>
                    <a:pt x="19" y="6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5" y="17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7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3" y="24"/>
                  </a:lnTo>
                  <a:lnTo>
                    <a:pt x="13" y="28"/>
                  </a:lnTo>
                  <a:lnTo>
                    <a:pt x="19" y="26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1" y="28"/>
                  </a:lnTo>
                  <a:lnTo>
                    <a:pt x="19" y="30"/>
                  </a:lnTo>
                  <a:lnTo>
                    <a:pt x="21" y="34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2" y="34"/>
                  </a:lnTo>
                  <a:lnTo>
                    <a:pt x="21" y="36"/>
                  </a:lnTo>
                  <a:lnTo>
                    <a:pt x="17" y="34"/>
                  </a:lnTo>
                  <a:lnTo>
                    <a:pt x="17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0" y="45"/>
                  </a:lnTo>
                  <a:lnTo>
                    <a:pt x="2" y="49"/>
                  </a:lnTo>
                  <a:lnTo>
                    <a:pt x="2" y="51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9" y="52"/>
                  </a:lnTo>
                  <a:lnTo>
                    <a:pt x="21" y="5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1" name="Freeform 6468">
              <a:extLst>
                <a:ext uri="{FF2B5EF4-FFF2-40B4-BE49-F238E27FC236}">
                  <a16:creationId xmlns:a16="http://schemas.microsoft.com/office/drawing/2014/main" id="{C14331E2-964C-4AEE-9DA2-0BE5C8A1414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7" y="1352"/>
              <a:ext cx="19" cy="9"/>
            </a:xfrm>
            <a:custGeom>
              <a:avLst/>
              <a:gdLst>
                <a:gd name="T0" fmla="*/ 2 w 10"/>
                <a:gd name="T1" fmla="*/ 4 h 5"/>
                <a:gd name="T2" fmla="*/ 3 w 10"/>
                <a:gd name="T3" fmla="*/ 3 h 5"/>
                <a:gd name="T4" fmla="*/ 4 w 10"/>
                <a:gd name="T5" fmla="*/ 4 h 5"/>
                <a:gd name="T6" fmla="*/ 7 w 10"/>
                <a:gd name="T7" fmla="*/ 2 h 5"/>
                <a:gd name="T8" fmla="*/ 8 w 10"/>
                <a:gd name="T9" fmla="*/ 2 h 5"/>
                <a:gd name="T10" fmla="*/ 10 w 10"/>
                <a:gd name="T11" fmla="*/ 1 h 5"/>
                <a:gd name="T12" fmla="*/ 9 w 10"/>
                <a:gd name="T13" fmla="*/ 0 h 5"/>
                <a:gd name="T14" fmla="*/ 6 w 10"/>
                <a:gd name="T15" fmla="*/ 0 h 5"/>
                <a:gd name="T16" fmla="*/ 5 w 10"/>
                <a:gd name="T17" fmla="*/ 0 h 5"/>
                <a:gd name="T18" fmla="*/ 4 w 10"/>
                <a:gd name="T19" fmla="*/ 0 h 5"/>
                <a:gd name="T20" fmla="*/ 3 w 10"/>
                <a:gd name="T21" fmla="*/ 1 h 5"/>
                <a:gd name="T22" fmla="*/ 2 w 10"/>
                <a:gd name="T23" fmla="*/ 1 h 5"/>
                <a:gd name="T24" fmla="*/ 2 w 10"/>
                <a:gd name="T25" fmla="*/ 1 h 5"/>
                <a:gd name="T26" fmla="*/ 1 w 10"/>
                <a:gd name="T27" fmla="*/ 1 h 5"/>
                <a:gd name="T28" fmla="*/ 0 w 10"/>
                <a:gd name="T29" fmla="*/ 2 h 5"/>
                <a:gd name="T30" fmla="*/ 0 w 10"/>
                <a:gd name="T31" fmla="*/ 3 h 5"/>
                <a:gd name="T32" fmla="*/ 1 w 10"/>
                <a:gd name="T33" fmla="*/ 5 h 5"/>
                <a:gd name="T34" fmla="*/ 2 w 10"/>
                <a:gd name="T3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5">
                  <a:moveTo>
                    <a:pt x="2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2" name="Freeform 6469">
              <a:extLst>
                <a:ext uri="{FF2B5EF4-FFF2-40B4-BE49-F238E27FC236}">
                  <a16:creationId xmlns:a16="http://schemas.microsoft.com/office/drawing/2014/main" id="{9330BBC2-7CA8-4EC1-9A12-43D9899A2F7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00" y="1186"/>
              <a:ext cx="95" cy="153"/>
            </a:xfrm>
            <a:custGeom>
              <a:avLst/>
              <a:gdLst>
                <a:gd name="T0" fmla="*/ 11 w 95"/>
                <a:gd name="T1" fmla="*/ 144 h 153"/>
                <a:gd name="T2" fmla="*/ 22 w 95"/>
                <a:gd name="T3" fmla="*/ 144 h 153"/>
                <a:gd name="T4" fmla="*/ 28 w 95"/>
                <a:gd name="T5" fmla="*/ 144 h 153"/>
                <a:gd name="T6" fmla="*/ 32 w 95"/>
                <a:gd name="T7" fmla="*/ 151 h 153"/>
                <a:gd name="T8" fmla="*/ 41 w 95"/>
                <a:gd name="T9" fmla="*/ 144 h 153"/>
                <a:gd name="T10" fmla="*/ 41 w 95"/>
                <a:gd name="T11" fmla="*/ 151 h 153"/>
                <a:gd name="T12" fmla="*/ 47 w 95"/>
                <a:gd name="T13" fmla="*/ 142 h 153"/>
                <a:gd name="T14" fmla="*/ 48 w 95"/>
                <a:gd name="T15" fmla="*/ 132 h 153"/>
                <a:gd name="T16" fmla="*/ 61 w 95"/>
                <a:gd name="T17" fmla="*/ 127 h 153"/>
                <a:gd name="T18" fmla="*/ 69 w 95"/>
                <a:gd name="T19" fmla="*/ 121 h 153"/>
                <a:gd name="T20" fmla="*/ 76 w 95"/>
                <a:gd name="T21" fmla="*/ 125 h 153"/>
                <a:gd name="T22" fmla="*/ 82 w 95"/>
                <a:gd name="T23" fmla="*/ 117 h 153"/>
                <a:gd name="T24" fmla="*/ 91 w 95"/>
                <a:gd name="T25" fmla="*/ 110 h 153"/>
                <a:gd name="T26" fmla="*/ 88 w 95"/>
                <a:gd name="T27" fmla="*/ 95 h 153"/>
                <a:gd name="T28" fmla="*/ 88 w 95"/>
                <a:gd name="T29" fmla="*/ 84 h 153"/>
                <a:gd name="T30" fmla="*/ 93 w 95"/>
                <a:gd name="T31" fmla="*/ 65 h 153"/>
                <a:gd name="T32" fmla="*/ 91 w 95"/>
                <a:gd name="T33" fmla="*/ 54 h 153"/>
                <a:gd name="T34" fmla="*/ 82 w 95"/>
                <a:gd name="T35" fmla="*/ 49 h 153"/>
                <a:gd name="T36" fmla="*/ 76 w 95"/>
                <a:gd name="T37" fmla="*/ 43 h 153"/>
                <a:gd name="T38" fmla="*/ 78 w 95"/>
                <a:gd name="T39" fmla="*/ 22 h 153"/>
                <a:gd name="T40" fmla="*/ 73 w 95"/>
                <a:gd name="T41" fmla="*/ 6 h 153"/>
                <a:gd name="T42" fmla="*/ 61 w 95"/>
                <a:gd name="T43" fmla="*/ 0 h 153"/>
                <a:gd name="T44" fmla="*/ 61 w 95"/>
                <a:gd name="T45" fmla="*/ 11 h 153"/>
                <a:gd name="T46" fmla="*/ 69 w 95"/>
                <a:gd name="T47" fmla="*/ 15 h 153"/>
                <a:gd name="T48" fmla="*/ 54 w 95"/>
                <a:gd name="T49" fmla="*/ 15 h 153"/>
                <a:gd name="T50" fmla="*/ 52 w 95"/>
                <a:gd name="T51" fmla="*/ 17 h 153"/>
                <a:gd name="T52" fmla="*/ 45 w 95"/>
                <a:gd name="T53" fmla="*/ 30 h 153"/>
                <a:gd name="T54" fmla="*/ 48 w 95"/>
                <a:gd name="T55" fmla="*/ 39 h 153"/>
                <a:gd name="T56" fmla="*/ 41 w 95"/>
                <a:gd name="T57" fmla="*/ 35 h 153"/>
                <a:gd name="T58" fmla="*/ 37 w 95"/>
                <a:gd name="T59" fmla="*/ 30 h 153"/>
                <a:gd name="T60" fmla="*/ 34 w 95"/>
                <a:gd name="T61" fmla="*/ 39 h 153"/>
                <a:gd name="T62" fmla="*/ 26 w 95"/>
                <a:gd name="T63" fmla="*/ 35 h 153"/>
                <a:gd name="T64" fmla="*/ 24 w 95"/>
                <a:gd name="T65" fmla="*/ 49 h 153"/>
                <a:gd name="T66" fmla="*/ 35 w 95"/>
                <a:gd name="T67" fmla="*/ 58 h 153"/>
                <a:gd name="T68" fmla="*/ 26 w 95"/>
                <a:gd name="T69" fmla="*/ 58 h 153"/>
                <a:gd name="T70" fmla="*/ 17 w 95"/>
                <a:gd name="T71" fmla="*/ 56 h 153"/>
                <a:gd name="T72" fmla="*/ 13 w 95"/>
                <a:gd name="T73" fmla="*/ 62 h 153"/>
                <a:gd name="T74" fmla="*/ 11 w 95"/>
                <a:gd name="T75" fmla="*/ 76 h 153"/>
                <a:gd name="T76" fmla="*/ 6 w 95"/>
                <a:gd name="T77" fmla="*/ 88 h 153"/>
                <a:gd name="T78" fmla="*/ 11 w 95"/>
                <a:gd name="T79" fmla="*/ 95 h 153"/>
                <a:gd name="T80" fmla="*/ 19 w 95"/>
                <a:gd name="T81" fmla="*/ 95 h 153"/>
                <a:gd name="T82" fmla="*/ 28 w 95"/>
                <a:gd name="T83" fmla="*/ 101 h 153"/>
                <a:gd name="T84" fmla="*/ 17 w 95"/>
                <a:gd name="T85" fmla="*/ 101 h 153"/>
                <a:gd name="T86" fmla="*/ 4 w 95"/>
                <a:gd name="T87" fmla="*/ 112 h 153"/>
                <a:gd name="T88" fmla="*/ 4 w 95"/>
                <a:gd name="T89" fmla="*/ 125 h 153"/>
                <a:gd name="T90" fmla="*/ 86 w 95"/>
                <a:gd name="T91" fmla="*/ 60 h 153"/>
                <a:gd name="T92" fmla="*/ 84 w 95"/>
                <a:gd name="T93" fmla="*/ 65 h 153"/>
                <a:gd name="T94" fmla="*/ 84 w 95"/>
                <a:gd name="T95" fmla="*/ 67 h 153"/>
                <a:gd name="T96" fmla="*/ 80 w 95"/>
                <a:gd name="T97" fmla="*/ 90 h 153"/>
                <a:gd name="T98" fmla="*/ 71 w 95"/>
                <a:gd name="T99" fmla="*/ 117 h 153"/>
                <a:gd name="T100" fmla="*/ 71 w 95"/>
                <a:gd name="T101" fmla="*/ 117 h 153"/>
                <a:gd name="T102" fmla="*/ 48 w 95"/>
                <a:gd name="T103" fmla="*/ 127 h 153"/>
                <a:gd name="T104" fmla="*/ 32 w 95"/>
                <a:gd name="T105" fmla="*/ 10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" h="153">
                  <a:moveTo>
                    <a:pt x="2" y="142"/>
                  </a:moveTo>
                  <a:lnTo>
                    <a:pt x="6" y="138"/>
                  </a:lnTo>
                  <a:lnTo>
                    <a:pt x="6" y="140"/>
                  </a:lnTo>
                  <a:lnTo>
                    <a:pt x="6" y="144"/>
                  </a:lnTo>
                  <a:lnTo>
                    <a:pt x="11" y="144"/>
                  </a:lnTo>
                  <a:lnTo>
                    <a:pt x="17" y="149"/>
                  </a:lnTo>
                  <a:lnTo>
                    <a:pt x="21" y="147"/>
                  </a:lnTo>
                  <a:lnTo>
                    <a:pt x="21" y="144"/>
                  </a:lnTo>
                  <a:lnTo>
                    <a:pt x="21" y="142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5"/>
                  </a:lnTo>
                  <a:lnTo>
                    <a:pt x="22" y="151"/>
                  </a:lnTo>
                  <a:lnTo>
                    <a:pt x="26" y="149"/>
                  </a:lnTo>
                  <a:lnTo>
                    <a:pt x="28" y="144"/>
                  </a:lnTo>
                  <a:lnTo>
                    <a:pt x="28" y="147"/>
                  </a:lnTo>
                  <a:lnTo>
                    <a:pt x="28" y="149"/>
                  </a:lnTo>
                  <a:lnTo>
                    <a:pt x="28" y="151"/>
                  </a:lnTo>
                  <a:lnTo>
                    <a:pt x="30" y="153"/>
                  </a:lnTo>
                  <a:lnTo>
                    <a:pt x="32" y="151"/>
                  </a:lnTo>
                  <a:lnTo>
                    <a:pt x="34" y="147"/>
                  </a:lnTo>
                  <a:lnTo>
                    <a:pt x="39" y="144"/>
                  </a:lnTo>
                  <a:lnTo>
                    <a:pt x="39" y="142"/>
                  </a:lnTo>
                  <a:lnTo>
                    <a:pt x="39" y="144"/>
                  </a:lnTo>
                  <a:lnTo>
                    <a:pt x="41" y="144"/>
                  </a:lnTo>
                  <a:lnTo>
                    <a:pt x="41" y="144"/>
                  </a:lnTo>
                  <a:lnTo>
                    <a:pt x="39" y="145"/>
                  </a:lnTo>
                  <a:lnTo>
                    <a:pt x="37" y="147"/>
                  </a:lnTo>
                  <a:lnTo>
                    <a:pt x="37" y="151"/>
                  </a:lnTo>
                  <a:lnTo>
                    <a:pt x="41" y="151"/>
                  </a:lnTo>
                  <a:lnTo>
                    <a:pt x="43" y="149"/>
                  </a:lnTo>
                  <a:lnTo>
                    <a:pt x="45" y="147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47" y="142"/>
                  </a:lnTo>
                  <a:lnTo>
                    <a:pt x="48" y="138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2"/>
                  </a:lnTo>
                  <a:lnTo>
                    <a:pt x="50" y="134"/>
                  </a:lnTo>
                  <a:lnTo>
                    <a:pt x="50" y="138"/>
                  </a:lnTo>
                  <a:lnTo>
                    <a:pt x="54" y="136"/>
                  </a:lnTo>
                  <a:lnTo>
                    <a:pt x="56" y="131"/>
                  </a:lnTo>
                  <a:lnTo>
                    <a:pt x="61" y="127"/>
                  </a:lnTo>
                  <a:lnTo>
                    <a:pt x="63" y="123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23"/>
                  </a:lnTo>
                  <a:lnTo>
                    <a:pt x="69" y="121"/>
                  </a:lnTo>
                  <a:lnTo>
                    <a:pt x="65" y="125"/>
                  </a:lnTo>
                  <a:lnTo>
                    <a:pt x="67" y="127"/>
                  </a:lnTo>
                  <a:lnTo>
                    <a:pt x="69" y="129"/>
                  </a:lnTo>
                  <a:lnTo>
                    <a:pt x="75" y="127"/>
                  </a:lnTo>
                  <a:lnTo>
                    <a:pt x="76" y="125"/>
                  </a:lnTo>
                  <a:lnTo>
                    <a:pt x="80" y="125"/>
                  </a:lnTo>
                  <a:lnTo>
                    <a:pt x="82" y="123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82" y="117"/>
                  </a:lnTo>
                  <a:lnTo>
                    <a:pt x="84" y="117"/>
                  </a:lnTo>
                  <a:lnTo>
                    <a:pt x="86" y="116"/>
                  </a:lnTo>
                  <a:lnTo>
                    <a:pt x="89" y="114"/>
                  </a:lnTo>
                  <a:lnTo>
                    <a:pt x="91" y="112"/>
                  </a:lnTo>
                  <a:lnTo>
                    <a:pt x="91" y="110"/>
                  </a:lnTo>
                  <a:lnTo>
                    <a:pt x="91" y="106"/>
                  </a:lnTo>
                  <a:lnTo>
                    <a:pt x="89" y="104"/>
                  </a:lnTo>
                  <a:lnTo>
                    <a:pt x="91" y="103"/>
                  </a:lnTo>
                  <a:lnTo>
                    <a:pt x="89" y="95"/>
                  </a:lnTo>
                  <a:lnTo>
                    <a:pt x="88" y="95"/>
                  </a:lnTo>
                  <a:lnTo>
                    <a:pt x="84" y="91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6" y="84"/>
                  </a:lnTo>
                  <a:lnTo>
                    <a:pt x="88" y="84"/>
                  </a:lnTo>
                  <a:lnTo>
                    <a:pt x="91" y="76"/>
                  </a:lnTo>
                  <a:lnTo>
                    <a:pt x="93" y="73"/>
                  </a:lnTo>
                  <a:lnTo>
                    <a:pt x="91" y="71"/>
                  </a:lnTo>
                  <a:lnTo>
                    <a:pt x="93" y="69"/>
                  </a:lnTo>
                  <a:lnTo>
                    <a:pt x="93" y="65"/>
                  </a:lnTo>
                  <a:lnTo>
                    <a:pt x="95" y="63"/>
                  </a:lnTo>
                  <a:lnTo>
                    <a:pt x="95" y="60"/>
                  </a:lnTo>
                  <a:lnTo>
                    <a:pt x="95" y="58"/>
                  </a:lnTo>
                  <a:lnTo>
                    <a:pt x="95" y="56"/>
                  </a:lnTo>
                  <a:lnTo>
                    <a:pt x="91" y="54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2"/>
                  </a:lnTo>
                  <a:lnTo>
                    <a:pt x="86" y="49"/>
                  </a:lnTo>
                  <a:lnTo>
                    <a:pt x="82" y="49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76" y="50"/>
                  </a:lnTo>
                  <a:lnTo>
                    <a:pt x="78" y="47"/>
                  </a:lnTo>
                  <a:lnTo>
                    <a:pt x="76" y="43"/>
                  </a:lnTo>
                  <a:lnTo>
                    <a:pt x="76" y="37"/>
                  </a:lnTo>
                  <a:lnTo>
                    <a:pt x="76" y="34"/>
                  </a:lnTo>
                  <a:lnTo>
                    <a:pt x="78" y="32"/>
                  </a:lnTo>
                  <a:lnTo>
                    <a:pt x="78" y="26"/>
                  </a:lnTo>
                  <a:lnTo>
                    <a:pt x="78" y="22"/>
                  </a:lnTo>
                  <a:lnTo>
                    <a:pt x="80" y="19"/>
                  </a:lnTo>
                  <a:lnTo>
                    <a:pt x="80" y="15"/>
                  </a:lnTo>
                  <a:lnTo>
                    <a:pt x="78" y="11"/>
                  </a:lnTo>
                  <a:lnTo>
                    <a:pt x="76" y="9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67" y="2"/>
                  </a:lnTo>
                  <a:lnTo>
                    <a:pt x="65" y="2"/>
                  </a:lnTo>
                  <a:lnTo>
                    <a:pt x="65" y="4"/>
                  </a:lnTo>
                  <a:lnTo>
                    <a:pt x="61" y="0"/>
                  </a:lnTo>
                  <a:lnTo>
                    <a:pt x="58" y="2"/>
                  </a:lnTo>
                  <a:lnTo>
                    <a:pt x="58" y="6"/>
                  </a:lnTo>
                  <a:lnTo>
                    <a:pt x="56" y="9"/>
                  </a:lnTo>
                  <a:lnTo>
                    <a:pt x="58" y="11"/>
                  </a:lnTo>
                  <a:lnTo>
                    <a:pt x="61" y="11"/>
                  </a:lnTo>
                  <a:lnTo>
                    <a:pt x="63" y="11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1" y="17"/>
                  </a:lnTo>
                  <a:lnTo>
                    <a:pt x="60" y="17"/>
                  </a:lnTo>
                  <a:lnTo>
                    <a:pt x="54" y="15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2"/>
                  </a:lnTo>
                  <a:lnTo>
                    <a:pt x="52" y="17"/>
                  </a:lnTo>
                  <a:lnTo>
                    <a:pt x="47" y="21"/>
                  </a:lnTo>
                  <a:lnTo>
                    <a:pt x="45" y="24"/>
                  </a:lnTo>
                  <a:lnTo>
                    <a:pt x="43" y="26"/>
                  </a:lnTo>
                  <a:lnTo>
                    <a:pt x="43" y="28"/>
                  </a:lnTo>
                  <a:lnTo>
                    <a:pt x="45" y="30"/>
                  </a:lnTo>
                  <a:lnTo>
                    <a:pt x="47" y="32"/>
                  </a:lnTo>
                  <a:lnTo>
                    <a:pt x="48" y="34"/>
                  </a:lnTo>
                  <a:lnTo>
                    <a:pt x="47" y="34"/>
                  </a:lnTo>
                  <a:lnTo>
                    <a:pt x="47" y="37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1" y="35"/>
                  </a:lnTo>
                  <a:lnTo>
                    <a:pt x="45" y="35"/>
                  </a:lnTo>
                  <a:lnTo>
                    <a:pt x="43" y="32"/>
                  </a:lnTo>
                  <a:lnTo>
                    <a:pt x="41" y="32"/>
                  </a:lnTo>
                  <a:lnTo>
                    <a:pt x="39" y="30"/>
                  </a:lnTo>
                  <a:lnTo>
                    <a:pt x="37" y="30"/>
                  </a:lnTo>
                  <a:lnTo>
                    <a:pt x="35" y="32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4" y="35"/>
                  </a:lnTo>
                  <a:lnTo>
                    <a:pt x="34" y="39"/>
                  </a:lnTo>
                  <a:lnTo>
                    <a:pt x="34" y="41"/>
                  </a:lnTo>
                  <a:lnTo>
                    <a:pt x="32" y="39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2" y="39"/>
                  </a:lnTo>
                  <a:lnTo>
                    <a:pt x="24" y="41"/>
                  </a:lnTo>
                  <a:lnTo>
                    <a:pt x="22" y="45"/>
                  </a:lnTo>
                  <a:lnTo>
                    <a:pt x="24" y="49"/>
                  </a:lnTo>
                  <a:lnTo>
                    <a:pt x="28" y="50"/>
                  </a:lnTo>
                  <a:lnTo>
                    <a:pt x="24" y="50"/>
                  </a:lnTo>
                  <a:lnTo>
                    <a:pt x="30" y="54"/>
                  </a:lnTo>
                  <a:lnTo>
                    <a:pt x="32" y="56"/>
                  </a:lnTo>
                  <a:lnTo>
                    <a:pt x="35" y="58"/>
                  </a:lnTo>
                  <a:lnTo>
                    <a:pt x="39" y="58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4" y="60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19" y="52"/>
                  </a:lnTo>
                  <a:lnTo>
                    <a:pt x="17" y="56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3" y="62"/>
                  </a:lnTo>
                  <a:lnTo>
                    <a:pt x="13" y="67"/>
                  </a:lnTo>
                  <a:lnTo>
                    <a:pt x="11" y="67"/>
                  </a:lnTo>
                  <a:lnTo>
                    <a:pt x="11" y="75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7" y="80"/>
                  </a:lnTo>
                  <a:lnTo>
                    <a:pt x="6" y="84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6" y="88"/>
                  </a:lnTo>
                  <a:lnTo>
                    <a:pt x="6" y="90"/>
                  </a:lnTo>
                  <a:lnTo>
                    <a:pt x="7" y="93"/>
                  </a:lnTo>
                  <a:lnTo>
                    <a:pt x="9" y="91"/>
                  </a:lnTo>
                  <a:lnTo>
                    <a:pt x="13" y="91"/>
                  </a:lnTo>
                  <a:lnTo>
                    <a:pt x="11" y="95"/>
                  </a:lnTo>
                  <a:lnTo>
                    <a:pt x="13" y="97"/>
                  </a:lnTo>
                  <a:lnTo>
                    <a:pt x="15" y="97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2" y="97"/>
                  </a:lnTo>
                  <a:lnTo>
                    <a:pt x="24" y="97"/>
                  </a:lnTo>
                  <a:lnTo>
                    <a:pt x="24" y="101"/>
                  </a:lnTo>
                  <a:lnTo>
                    <a:pt x="26" y="101"/>
                  </a:lnTo>
                  <a:lnTo>
                    <a:pt x="28" y="101"/>
                  </a:lnTo>
                  <a:lnTo>
                    <a:pt x="24" y="103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1" y="104"/>
                  </a:lnTo>
                  <a:lnTo>
                    <a:pt x="17" y="101"/>
                  </a:lnTo>
                  <a:lnTo>
                    <a:pt x="13" y="103"/>
                  </a:lnTo>
                  <a:lnTo>
                    <a:pt x="11" y="103"/>
                  </a:lnTo>
                  <a:lnTo>
                    <a:pt x="7" y="104"/>
                  </a:lnTo>
                  <a:lnTo>
                    <a:pt x="6" y="106"/>
                  </a:lnTo>
                  <a:lnTo>
                    <a:pt x="4" y="112"/>
                  </a:lnTo>
                  <a:lnTo>
                    <a:pt x="6" y="112"/>
                  </a:lnTo>
                  <a:lnTo>
                    <a:pt x="4" y="112"/>
                  </a:lnTo>
                  <a:lnTo>
                    <a:pt x="2" y="119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0" y="125"/>
                  </a:lnTo>
                  <a:lnTo>
                    <a:pt x="0" y="131"/>
                  </a:lnTo>
                  <a:lnTo>
                    <a:pt x="2" y="134"/>
                  </a:lnTo>
                  <a:lnTo>
                    <a:pt x="2" y="142"/>
                  </a:lnTo>
                  <a:close/>
                  <a:moveTo>
                    <a:pt x="86" y="60"/>
                  </a:moveTo>
                  <a:lnTo>
                    <a:pt x="86" y="58"/>
                  </a:lnTo>
                  <a:lnTo>
                    <a:pt x="86" y="58"/>
                  </a:lnTo>
                  <a:lnTo>
                    <a:pt x="88" y="58"/>
                  </a:lnTo>
                  <a:lnTo>
                    <a:pt x="86" y="62"/>
                  </a:lnTo>
                  <a:lnTo>
                    <a:pt x="84" y="65"/>
                  </a:lnTo>
                  <a:lnTo>
                    <a:pt x="86" y="67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65"/>
                  </a:lnTo>
                  <a:lnTo>
                    <a:pt x="86" y="60"/>
                  </a:lnTo>
                  <a:close/>
                  <a:moveTo>
                    <a:pt x="78" y="90"/>
                  </a:moveTo>
                  <a:lnTo>
                    <a:pt x="80" y="90"/>
                  </a:lnTo>
                  <a:lnTo>
                    <a:pt x="80" y="90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6" y="90"/>
                  </a:lnTo>
                  <a:lnTo>
                    <a:pt x="78" y="90"/>
                  </a:lnTo>
                  <a:close/>
                  <a:moveTo>
                    <a:pt x="71" y="117"/>
                  </a:moveTo>
                  <a:lnTo>
                    <a:pt x="73" y="117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71" y="119"/>
                  </a:lnTo>
                  <a:lnTo>
                    <a:pt x="71" y="117"/>
                  </a:lnTo>
                  <a:close/>
                  <a:moveTo>
                    <a:pt x="48" y="125"/>
                  </a:moveTo>
                  <a:lnTo>
                    <a:pt x="52" y="123"/>
                  </a:lnTo>
                  <a:lnTo>
                    <a:pt x="48" y="127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5"/>
                  </a:lnTo>
                  <a:close/>
                  <a:moveTo>
                    <a:pt x="30" y="101"/>
                  </a:moveTo>
                  <a:lnTo>
                    <a:pt x="32" y="103"/>
                  </a:lnTo>
                  <a:lnTo>
                    <a:pt x="34" y="103"/>
                  </a:lnTo>
                  <a:lnTo>
                    <a:pt x="32" y="103"/>
                  </a:lnTo>
                  <a:lnTo>
                    <a:pt x="28" y="101"/>
                  </a:lnTo>
                  <a:lnTo>
                    <a:pt x="30" y="10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3" name="Freeform 6470">
              <a:extLst>
                <a:ext uri="{FF2B5EF4-FFF2-40B4-BE49-F238E27FC236}">
                  <a16:creationId xmlns:a16="http://schemas.microsoft.com/office/drawing/2014/main" id="{2739CAC3-4DAB-4162-BA5E-A3B3ED2082F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1" y="1225"/>
              <a:ext cx="17" cy="24"/>
            </a:xfrm>
            <a:custGeom>
              <a:avLst/>
              <a:gdLst>
                <a:gd name="T0" fmla="*/ 4 w 17"/>
                <a:gd name="T1" fmla="*/ 13 h 24"/>
                <a:gd name="T2" fmla="*/ 6 w 17"/>
                <a:gd name="T3" fmla="*/ 13 h 24"/>
                <a:gd name="T4" fmla="*/ 6 w 17"/>
                <a:gd name="T5" fmla="*/ 13 h 24"/>
                <a:gd name="T6" fmla="*/ 4 w 17"/>
                <a:gd name="T7" fmla="*/ 17 h 24"/>
                <a:gd name="T8" fmla="*/ 4 w 17"/>
                <a:gd name="T9" fmla="*/ 19 h 24"/>
                <a:gd name="T10" fmla="*/ 4 w 17"/>
                <a:gd name="T11" fmla="*/ 21 h 24"/>
                <a:gd name="T12" fmla="*/ 6 w 17"/>
                <a:gd name="T13" fmla="*/ 24 h 24"/>
                <a:gd name="T14" fmla="*/ 10 w 17"/>
                <a:gd name="T15" fmla="*/ 21 h 24"/>
                <a:gd name="T16" fmla="*/ 12 w 17"/>
                <a:gd name="T17" fmla="*/ 15 h 24"/>
                <a:gd name="T18" fmla="*/ 13 w 17"/>
                <a:gd name="T19" fmla="*/ 13 h 24"/>
                <a:gd name="T20" fmla="*/ 15 w 17"/>
                <a:gd name="T21" fmla="*/ 11 h 24"/>
                <a:gd name="T22" fmla="*/ 17 w 17"/>
                <a:gd name="T23" fmla="*/ 8 h 24"/>
                <a:gd name="T24" fmla="*/ 17 w 17"/>
                <a:gd name="T25" fmla="*/ 4 h 24"/>
                <a:gd name="T26" fmla="*/ 13 w 17"/>
                <a:gd name="T27" fmla="*/ 4 h 24"/>
                <a:gd name="T28" fmla="*/ 12 w 17"/>
                <a:gd name="T29" fmla="*/ 4 h 24"/>
                <a:gd name="T30" fmla="*/ 13 w 17"/>
                <a:gd name="T31" fmla="*/ 0 h 24"/>
                <a:gd name="T32" fmla="*/ 10 w 17"/>
                <a:gd name="T33" fmla="*/ 0 h 24"/>
                <a:gd name="T34" fmla="*/ 8 w 17"/>
                <a:gd name="T35" fmla="*/ 4 h 24"/>
                <a:gd name="T36" fmla="*/ 2 w 17"/>
                <a:gd name="T37" fmla="*/ 6 h 24"/>
                <a:gd name="T38" fmla="*/ 2 w 17"/>
                <a:gd name="T39" fmla="*/ 8 h 24"/>
                <a:gd name="T40" fmla="*/ 0 w 17"/>
                <a:gd name="T41" fmla="*/ 10 h 24"/>
                <a:gd name="T42" fmla="*/ 0 w 17"/>
                <a:gd name="T43" fmla="*/ 13 h 24"/>
                <a:gd name="T44" fmla="*/ 4 w 17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4">
                  <a:moveTo>
                    <a:pt x="4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6" y="24"/>
                  </a:lnTo>
                  <a:lnTo>
                    <a:pt x="10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5" y="11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4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4" name="Freeform 6471">
              <a:extLst>
                <a:ext uri="{FF2B5EF4-FFF2-40B4-BE49-F238E27FC236}">
                  <a16:creationId xmlns:a16="http://schemas.microsoft.com/office/drawing/2014/main" id="{2E21C001-204C-487D-A071-14FD5C6D3DF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8" y="1283"/>
              <a:ext cx="37" cy="48"/>
            </a:xfrm>
            <a:custGeom>
              <a:avLst/>
              <a:gdLst>
                <a:gd name="T0" fmla="*/ 6 w 37"/>
                <a:gd name="T1" fmla="*/ 22 h 48"/>
                <a:gd name="T2" fmla="*/ 4 w 37"/>
                <a:gd name="T3" fmla="*/ 22 h 48"/>
                <a:gd name="T4" fmla="*/ 4 w 37"/>
                <a:gd name="T5" fmla="*/ 26 h 48"/>
                <a:gd name="T6" fmla="*/ 7 w 37"/>
                <a:gd name="T7" fmla="*/ 28 h 48"/>
                <a:gd name="T8" fmla="*/ 9 w 37"/>
                <a:gd name="T9" fmla="*/ 32 h 48"/>
                <a:gd name="T10" fmla="*/ 9 w 37"/>
                <a:gd name="T11" fmla="*/ 32 h 48"/>
                <a:gd name="T12" fmla="*/ 7 w 37"/>
                <a:gd name="T13" fmla="*/ 30 h 48"/>
                <a:gd name="T14" fmla="*/ 2 w 37"/>
                <a:gd name="T15" fmla="*/ 30 h 48"/>
                <a:gd name="T16" fmla="*/ 0 w 37"/>
                <a:gd name="T17" fmla="*/ 34 h 48"/>
                <a:gd name="T18" fmla="*/ 4 w 37"/>
                <a:gd name="T19" fmla="*/ 35 h 48"/>
                <a:gd name="T20" fmla="*/ 4 w 37"/>
                <a:gd name="T21" fmla="*/ 39 h 48"/>
                <a:gd name="T22" fmla="*/ 4 w 37"/>
                <a:gd name="T23" fmla="*/ 39 h 48"/>
                <a:gd name="T24" fmla="*/ 4 w 37"/>
                <a:gd name="T25" fmla="*/ 41 h 48"/>
                <a:gd name="T26" fmla="*/ 4 w 37"/>
                <a:gd name="T27" fmla="*/ 47 h 48"/>
                <a:gd name="T28" fmla="*/ 7 w 37"/>
                <a:gd name="T29" fmla="*/ 45 h 48"/>
                <a:gd name="T30" fmla="*/ 7 w 37"/>
                <a:gd name="T31" fmla="*/ 43 h 48"/>
                <a:gd name="T32" fmla="*/ 9 w 37"/>
                <a:gd name="T33" fmla="*/ 43 h 48"/>
                <a:gd name="T34" fmla="*/ 9 w 37"/>
                <a:gd name="T35" fmla="*/ 47 h 48"/>
                <a:gd name="T36" fmla="*/ 11 w 37"/>
                <a:gd name="T37" fmla="*/ 47 h 48"/>
                <a:gd name="T38" fmla="*/ 15 w 37"/>
                <a:gd name="T39" fmla="*/ 45 h 48"/>
                <a:gd name="T40" fmla="*/ 19 w 37"/>
                <a:gd name="T41" fmla="*/ 47 h 48"/>
                <a:gd name="T42" fmla="*/ 20 w 37"/>
                <a:gd name="T43" fmla="*/ 45 h 48"/>
                <a:gd name="T44" fmla="*/ 22 w 37"/>
                <a:gd name="T45" fmla="*/ 45 h 48"/>
                <a:gd name="T46" fmla="*/ 22 w 37"/>
                <a:gd name="T47" fmla="*/ 47 h 48"/>
                <a:gd name="T48" fmla="*/ 24 w 37"/>
                <a:gd name="T49" fmla="*/ 48 h 48"/>
                <a:gd name="T50" fmla="*/ 26 w 37"/>
                <a:gd name="T51" fmla="*/ 47 h 48"/>
                <a:gd name="T52" fmla="*/ 32 w 37"/>
                <a:gd name="T53" fmla="*/ 43 h 48"/>
                <a:gd name="T54" fmla="*/ 32 w 37"/>
                <a:gd name="T55" fmla="*/ 39 h 48"/>
                <a:gd name="T56" fmla="*/ 32 w 37"/>
                <a:gd name="T57" fmla="*/ 34 h 48"/>
                <a:gd name="T58" fmla="*/ 32 w 37"/>
                <a:gd name="T59" fmla="*/ 35 h 48"/>
                <a:gd name="T60" fmla="*/ 33 w 37"/>
                <a:gd name="T61" fmla="*/ 34 h 48"/>
                <a:gd name="T62" fmla="*/ 37 w 37"/>
                <a:gd name="T63" fmla="*/ 30 h 48"/>
                <a:gd name="T64" fmla="*/ 35 w 37"/>
                <a:gd name="T65" fmla="*/ 24 h 48"/>
                <a:gd name="T66" fmla="*/ 35 w 37"/>
                <a:gd name="T67" fmla="*/ 22 h 48"/>
                <a:gd name="T68" fmla="*/ 35 w 37"/>
                <a:gd name="T69" fmla="*/ 20 h 48"/>
                <a:gd name="T70" fmla="*/ 32 w 37"/>
                <a:gd name="T71" fmla="*/ 20 h 48"/>
                <a:gd name="T72" fmla="*/ 32 w 37"/>
                <a:gd name="T73" fmla="*/ 17 h 48"/>
                <a:gd name="T74" fmla="*/ 30 w 37"/>
                <a:gd name="T75" fmla="*/ 15 h 48"/>
                <a:gd name="T76" fmla="*/ 30 w 37"/>
                <a:gd name="T77" fmla="*/ 15 h 48"/>
                <a:gd name="T78" fmla="*/ 28 w 37"/>
                <a:gd name="T79" fmla="*/ 11 h 48"/>
                <a:gd name="T80" fmla="*/ 28 w 37"/>
                <a:gd name="T81" fmla="*/ 11 h 48"/>
                <a:gd name="T82" fmla="*/ 26 w 37"/>
                <a:gd name="T83" fmla="*/ 9 h 48"/>
                <a:gd name="T84" fmla="*/ 26 w 37"/>
                <a:gd name="T85" fmla="*/ 7 h 48"/>
                <a:gd name="T86" fmla="*/ 26 w 37"/>
                <a:gd name="T87" fmla="*/ 6 h 48"/>
                <a:gd name="T88" fmla="*/ 22 w 37"/>
                <a:gd name="T89" fmla="*/ 0 h 48"/>
                <a:gd name="T90" fmla="*/ 19 w 37"/>
                <a:gd name="T91" fmla="*/ 0 h 48"/>
                <a:gd name="T92" fmla="*/ 15 w 37"/>
                <a:gd name="T93" fmla="*/ 4 h 48"/>
                <a:gd name="T94" fmla="*/ 13 w 37"/>
                <a:gd name="T95" fmla="*/ 6 h 48"/>
                <a:gd name="T96" fmla="*/ 11 w 37"/>
                <a:gd name="T97" fmla="*/ 9 h 48"/>
                <a:gd name="T98" fmla="*/ 11 w 37"/>
                <a:gd name="T99" fmla="*/ 9 h 48"/>
                <a:gd name="T100" fmla="*/ 9 w 37"/>
                <a:gd name="T101" fmla="*/ 9 h 48"/>
                <a:gd name="T102" fmla="*/ 7 w 37"/>
                <a:gd name="T103" fmla="*/ 13 h 48"/>
                <a:gd name="T104" fmla="*/ 6 w 37"/>
                <a:gd name="T105" fmla="*/ 19 h 48"/>
                <a:gd name="T106" fmla="*/ 4 w 37"/>
                <a:gd name="T107" fmla="*/ 20 h 48"/>
                <a:gd name="T108" fmla="*/ 6 w 37"/>
                <a:gd name="T10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48">
                  <a:moveTo>
                    <a:pt x="6" y="22"/>
                  </a:moveTo>
                  <a:lnTo>
                    <a:pt x="4" y="22"/>
                  </a:lnTo>
                  <a:lnTo>
                    <a:pt x="4" y="26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7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47"/>
                  </a:lnTo>
                  <a:lnTo>
                    <a:pt x="7" y="45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9" y="47"/>
                  </a:lnTo>
                  <a:lnTo>
                    <a:pt x="11" y="47"/>
                  </a:lnTo>
                  <a:lnTo>
                    <a:pt x="15" y="45"/>
                  </a:lnTo>
                  <a:lnTo>
                    <a:pt x="19" y="47"/>
                  </a:lnTo>
                  <a:lnTo>
                    <a:pt x="20" y="45"/>
                  </a:lnTo>
                  <a:lnTo>
                    <a:pt x="22" y="45"/>
                  </a:lnTo>
                  <a:lnTo>
                    <a:pt x="22" y="47"/>
                  </a:lnTo>
                  <a:lnTo>
                    <a:pt x="24" y="48"/>
                  </a:lnTo>
                  <a:lnTo>
                    <a:pt x="26" y="47"/>
                  </a:lnTo>
                  <a:lnTo>
                    <a:pt x="32" y="43"/>
                  </a:lnTo>
                  <a:lnTo>
                    <a:pt x="32" y="39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7" y="30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2" y="20"/>
                  </a:lnTo>
                  <a:lnTo>
                    <a:pt x="32" y="17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7" y="13"/>
                  </a:lnTo>
                  <a:lnTo>
                    <a:pt x="6" y="19"/>
                  </a:lnTo>
                  <a:lnTo>
                    <a:pt x="4" y="20"/>
                  </a:lnTo>
                  <a:lnTo>
                    <a:pt x="6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5" name="Freeform 6472">
              <a:extLst>
                <a:ext uri="{FF2B5EF4-FFF2-40B4-BE49-F238E27FC236}">
                  <a16:creationId xmlns:a16="http://schemas.microsoft.com/office/drawing/2014/main" id="{0005409E-FAD5-4673-B248-CD04C893E8B9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9" y="1354"/>
              <a:ext cx="17" cy="18"/>
            </a:xfrm>
            <a:custGeom>
              <a:avLst/>
              <a:gdLst>
                <a:gd name="T0" fmla="*/ 5 w 17"/>
                <a:gd name="T1" fmla="*/ 2 h 18"/>
                <a:gd name="T2" fmla="*/ 4 w 17"/>
                <a:gd name="T3" fmla="*/ 5 h 18"/>
                <a:gd name="T4" fmla="*/ 4 w 17"/>
                <a:gd name="T5" fmla="*/ 7 h 18"/>
                <a:gd name="T6" fmla="*/ 4 w 17"/>
                <a:gd name="T7" fmla="*/ 11 h 18"/>
                <a:gd name="T8" fmla="*/ 4 w 17"/>
                <a:gd name="T9" fmla="*/ 13 h 18"/>
                <a:gd name="T10" fmla="*/ 4 w 17"/>
                <a:gd name="T11" fmla="*/ 13 h 18"/>
                <a:gd name="T12" fmla="*/ 4 w 17"/>
                <a:gd name="T13" fmla="*/ 9 h 18"/>
                <a:gd name="T14" fmla="*/ 0 w 17"/>
                <a:gd name="T15" fmla="*/ 11 h 18"/>
                <a:gd name="T16" fmla="*/ 0 w 17"/>
                <a:gd name="T17" fmla="*/ 13 h 18"/>
                <a:gd name="T18" fmla="*/ 0 w 17"/>
                <a:gd name="T19" fmla="*/ 17 h 18"/>
                <a:gd name="T20" fmla="*/ 4 w 17"/>
                <a:gd name="T21" fmla="*/ 18 h 18"/>
                <a:gd name="T22" fmla="*/ 5 w 17"/>
                <a:gd name="T23" fmla="*/ 17 h 18"/>
                <a:gd name="T24" fmla="*/ 5 w 17"/>
                <a:gd name="T25" fmla="*/ 15 h 18"/>
                <a:gd name="T26" fmla="*/ 7 w 17"/>
                <a:gd name="T27" fmla="*/ 17 h 18"/>
                <a:gd name="T28" fmla="*/ 11 w 17"/>
                <a:gd name="T29" fmla="*/ 17 h 18"/>
                <a:gd name="T30" fmla="*/ 15 w 17"/>
                <a:gd name="T31" fmla="*/ 15 h 18"/>
                <a:gd name="T32" fmla="*/ 17 w 17"/>
                <a:gd name="T33" fmla="*/ 9 h 18"/>
                <a:gd name="T34" fmla="*/ 17 w 17"/>
                <a:gd name="T35" fmla="*/ 7 h 18"/>
                <a:gd name="T36" fmla="*/ 17 w 17"/>
                <a:gd name="T37" fmla="*/ 5 h 18"/>
                <a:gd name="T38" fmla="*/ 17 w 17"/>
                <a:gd name="T39" fmla="*/ 5 h 18"/>
                <a:gd name="T40" fmla="*/ 15 w 17"/>
                <a:gd name="T41" fmla="*/ 2 h 18"/>
                <a:gd name="T42" fmla="*/ 13 w 17"/>
                <a:gd name="T43" fmla="*/ 2 h 18"/>
                <a:gd name="T44" fmla="*/ 11 w 17"/>
                <a:gd name="T45" fmla="*/ 0 h 18"/>
                <a:gd name="T46" fmla="*/ 7 w 17"/>
                <a:gd name="T47" fmla="*/ 0 h 18"/>
                <a:gd name="T48" fmla="*/ 5 w 17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" h="18">
                  <a:moveTo>
                    <a:pt x="5" y="2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5"/>
                  </a:lnTo>
                  <a:lnTo>
                    <a:pt x="7" y="17"/>
                  </a:lnTo>
                  <a:lnTo>
                    <a:pt x="11" y="17"/>
                  </a:lnTo>
                  <a:lnTo>
                    <a:pt x="15" y="15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6" name="Freeform 6473">
              <a:extLst>
                <a:ext uri="{FF2B5EF4-FFF2-40B4-BE49-F238E27FC236}">
                  <a16:creationId xmlns:a16="http://schemas.microsoft.com/office/drawing/2014/main" id="{0378991D-0E6D-4808-BE0E-FE441DB22D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784" y="1852"/>
              <a:ext cx="11" cy="16"/>
            </a:xfrm>
            <a:custGeom>
              <a:avLst/>
              <a:gdLst>
                <a:gd name="T0" fmla="*/ 2 w 11"/>
                <a:gd name="T1" fmla="*/ 7 h 16"/>
                <a:gd name="T2" fmla="*/ 0 w 11"/>
                <a:gd name="T3" fmla="*/ 7 h 16"/>
                <a:gd name="T4" fmla="*/ 0 w 11"/>
                <a:gd name="T5" fmla="*/ 11 h 16"/>
                <a:gd name="T6" fmla="*/ 2 w 11"/>
                <a:gd name="T7" fmla="*/ 13 h 16"/>
                <a:gd name="T8" fmla="*/ 4 w 11"/>
                <a:gd name="T9" fmla="*/ 13 h 16"/>
                <a:gd name="T10" fmla="*/ 5 w 11"/>
                <a:gd name="T11" fmla="*/ 15 h 16"/>
                <a:gd name="T12" fmla="*/ 5 w 11"/>
                <a:gd name="T13" fmla="*/ 15 h 16"/>
                <a:gd name="T14" fmla="*/ 7 w 11"/>
                <a:gd name="T15" fmla="*/ 16 h 16"/>
                <a:gd name="T16" fmla="*/ 9 w 11"/>
                <a:gd name="T17" fmla="*/ 16 h 16"/>
                <a:gd name="T18" fmla="*/ 9 w 11"/>
                <a:gd name="T19" fmla="*/ 15 h 16"/>
                <a:gd name="T20" fmla="*/ 11 w 11"/>
                <a:gd name="T21" fmla="*/ 15 h 16"/>
                <a:gd name="T22" fmla="*/ 11 w 11"/>
                <a:gd name="T23" fmla="*/ 13 h 16"/>
                <a:gd name="T24" fmla="*/ 11 w 11"/>
                <a:gd name="T25" fmla="*/ 11 h 16"/>
                <a:gd name="T26" fmla="*/ 11 w 11"/>
                <a:gd name="T27" fmla="*/ 9 h 16"/>
                <a:gd name="T28" fmla="*/ 11 w 11"/>
                <a:gd name="T29" fmla="*/ 9 h 16"/>
                <a:gd name="T30" fmla="*/ 11 w 11"/>
                <a:gd name="T31" fmla="*/ 7 h 16"/>
                <a:gd name="T32" fmla="*/ 11 w 11"/>
                <a:gd name="T33" fmla="*/ 5 h 16"/>
                <a:gd name="T34" fmla="*/ 9 w 11"/>
                <a:gd name="T35" fmla="*/ 3 h 16"/>
                <a:gd name="T36" fmla="*/ 9 w 11"/>
                <a:gd name="T37" fmla="*/ 1 h 16"/>
                <a:gd name="T38" fmla="*/ 7 w 11"/>
                <a:gd name="T39" fmla="*/ 0 h 16"/>
                <a:gd name="T40" fmla="*/ 5 w 11"/>
                <a:gd name="T41" fmla="*/ 1 h 16"/>
                <a:gd name="T42" fmla="*/ 5 w 11"/>
                <a:gd name="T43" fmla="*/ 3 h 16"/>
                <a:gd name="T44" fmla="*/ 5 w 11"/>
                <a:gd name="T45" fmla="*/ 5 h 16"/>
                <a:gd name="T46" fmla="*/ 5 w 11"/>
                <a:gd name="T47" fmla="*/ 5 h 16"/>
                <a:gd name="T48" fmla="*/ 7 w 11"/>
                <a:gd name="T49" fmla="*/ 7 h 16"/>
                <a:gd name="T50" fmla="*/ 4 w 11"/>
                <a:gd name="T51" fmla="*/ 7 h 16"/>
                <a:gd name="T52" fmla="*/ 2 w 11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" h="16">
                  <a:moveTo>
                    <a:pt x="2" y="7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9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4" y="7"/>
                  </a:lnTo>
                  <a:lnTo>
                    <a:pt x="2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7" name="Freeform 6474">
              <a:extLst>
                <a:ext uri="{FF2B5EF4-FFF2-40B4-BE49-F238E27FC236}">
                  <a16:creationId xmlns:a16="http://schemas.microsoft.com/office/drawing/2014/main" id="{39661C36-F4D2-486A-9A9D-219A20FA083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1878"/>
              <a:ext cx="11" cy="11"/>
            </a:xfrm>
            <a:custGeom>
              <a:avLst/>
              <a:gdLst>
                <a:gd name="T0" fmla="*/ 11 w 11"/>
                <a:gd name="T1" fmla="*/ 0 h 11"/>
                <a:gd name="T2" fmla="*/ 6 w 11"/>
                <a:gd name="T3" fmla="*/ 0 h 11"/>
                <a:gd name="T4" fmla="*/ 4 w 11"/>
                <a:gd name="T5" fmla="*/ 3 h 11"/>
                <a:gd name="T6" fmla="*/ 4 w 11"/>
                <a:gd name="T7" fmla="*/ 5 h 11"/>
                <a:gd name="T8" fmla="*/ 2 w 11"/>
                <a:gd name="T9" fmla="*/ 5 h 11"/>
                <a:gd name="T10" fmla="*/ 0 w 11"/>
                <a:gd name="T11" fmla="*/ 9 h 11"/>
                <a:gd name="T12" fmla="*/ 2 w 11"/>
                <a:gd name="T13" fmla="*/ 11 h 11"/>
                <a:gd name="T14" fmla="*/ 4 w 11"/>
                <a:gd name="T15" fmla="*/ 11 h 11"/>
                <a:gd name="T16" fmla="*/ 6 w 11"/>
                <a:gd name="T17" fmla="*/ 9 h 11"/>
                <a:gd name="T18" fmla="*/ 7 w 11"/>
                <a:gd name="T19" fmla="*/ 9 h 11"/>
                <a:gd name="T20" fmla="*/ 9 w 11"/>
                <a:gd name="T21" fmla="*/ 7 h 11"/>
                <a:gd name="T22" fmla="*/ 11 w 11"/>
                <a:gd name="T23" fmla="*/ 5 h 11"/>
                <a:gd name="T24" fmla="*/ 11 w 11"/>
                <a:gd name="T25" fmla="*/ 3 h 11"/>
                <a:gd name="T26" fmla="*/ 11 w 11"/>
                <a:gd name="T27" fmla="*/ 3 h 11"/>
                <a:gd name="T28" fmla="*/ 11 w 11"/>
                <a:gd name="T29" fmla="*/ 2 h 11"/>
                <a:gd name="T30" fmla="*/ 11 w 11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6" y="0"/>
                  </a:lnTo>
                  <a:lnTo>
                    <a:pt x="4" y="3"/>
                  </a:lnTo>
                  <a:lnTo>
                    <a:pt x="4" y="5"/>
                  </a:lnTo>
                  <a:lnTo>
                    <a:pt x="2" y="5"/>
                  </a:lnTo>
                  <a:lnTo>
                    <a:pt x="0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6" y="9"/>
                  </a:lnTo>
                  <a:lnTo>
                    <a:pt x="7" y="9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8" name="Freeform 6475">
              <a:extLst>
                <a:ext uri="{FF2B5EF4-FFF2-40B4-BE49-F238E27FC236}">
                  <a16:creationId xmlns:a16="http://schemas.microsoft.com/office/drawing/2014/main" id="{7AE1E259-49DB-4A4E-9979-A36ECA55CC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0" y="1820"/>
              <a:ext cx="14" cy="9"/>
            </a:xfrm>
            <a:custGeom>
              <a:avLst/>
              <a:gdLst>
                <a:gd name="T0" fmla="*/ 9 w 14"/>
                <a:gd name="T1" fmla="*/ 4 h 9"/>
                <a:gd name="T2" fmla="*/ 7 w 14"/>
                <a:gd name="T3" fmla="*/ 0 h 9"/>
                <a:gd name="T4" fmla="*/ 3 w 14"/>
                <a:gd name="T5" fmla="*/ 0 h 9"/>
                <a:gd name="T6" fmla="*/ 0 w 14"/>
                <a:gd name="T7" fmla="*/ 2 h 9"/>
                <a:gd name="T8" fmla="*/ 5 w 14"/>
                <a:gd name="T9" fmla="*/ 4 h 9"/>
                <a:gd name="T10" fmla="*/ 7 w 14"/>
                <a:gd name="T11" fmla="*/ 5 h 9"/>
                <a:gd name="T12" fmla="*/ 9 w 14"/>
                <a:gd name="T13" fmla="*/ 5 h 9"/>
                <a:gd name="T14" fmla="*/ 14 w 14"/>
                <a:gd name="T15" fmla="*/ 9 h 9"/>
                <a:gd name="T16" fmla="*/ 13 w 14"/>
                <a:gd name="T17" fmla="*/ 4 h 9"/>
                <a:gd name="T18" fmla="*/ 9 w 14"/>
                <a:gd name="T1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9">
                  <a:moveTo>
                    <a:pt x="9" y="4"/>
                  </a:moveTo>
                  <a:lnTo>
                    <a:pt x="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5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14" y="9"/>
                  </a:lnTo>
                  <a:lnTo>
                    <a:pt x="13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39" name="Freeform 6476">
              <a:extLst>
                <a:ext uri="{FF2B5EF4-FFF2-40B4-BE49-F238E27FC236}">
                  <a16:creationId xmlns:a16="http://schemas.microsoft.com/office/drawing/2014/main" id="{8D49BCD9-D267-4C55-AD0E-77E0ED2D9CF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4" y="1822"/>
              <a:ext cx="13" cy="11"/>
            </a:xfrm>
            <a:custGeom>
              <a:avLst/>
              <a:gdLst>
                <a:gd name="T0" fmla="*/ 6 w 13"/>
                <a:gd name="T1" fmla="*/ 9 h 11"/>
                <a:gd name="T2" fmla="*/ 8 w 13"/>
                <a:gd name="T3" fmla="*/ 9 h 11"/>
                <a:gd name="T4" fmla="*/ 10 w 13"/>
                <a:gd name="T5" fmla="*/ 11 h 11"/>
                <a:gd name="T6" fmla="*/ 11 w 13"/>
                <a:gd name="T7" fmla="*/ 9 h 11"/>
                <a:gd name="T8" fmla="*/ 11 w 13"/>
                <a:gd name="T9" fmla="*/ 9 h 11"/>
                <a:gd name="T10" fmla="*/ 13 w 13"/>
                <a:gd name="T11" fmla="*/ 9 h 11"/>
                <a:gd name="T12" fmla="*/ 13 w 13"/>
                <a:gd name="T13" fmla="*/ 5 h 11"/>
                <a:gd name="T14" fmla="*/ 11 w 13"/>
                <a:gd name="T15" fmla="*/ 3 h 11"/>
                <a:gd name="T16" fmla="*/ 10 w 13"/>
                <a:gd name="T17" fmla="*/ 3 h 11"/>
                <a:gd name="T18" fmla="*/ 8 w 13"/>
                <a:gd name="T19" fmla="*/ 2 h 11"/>
                <a:gd name="T20" fmla="*/ 6 w 13"/>
                <a:gd name="T21" fmla="*/ 2 h 11"/>
                <a:gd name="T22" fmla="*/ 4 w 13"/>
                <a:gd name="T23" fmla="*/ 0 h 11"/>
                <a:gd name="T24" fmla="*/ 0 w 13"/>
                <a:gd name="T25" fmla="*/ 2 h 11"/>
                <a:gd name="T26" fmla="*/ 2 w 13"/>
                <a:gd name="T27" fmla="*/ 3 h 11"/>
                <a:gd name="T28" fmla="*/ 6 w 13"/>
                <a:gd name="T29" fmla="*/ 5 h 11"/>
                <a:gd name="T30" fmla="*/ 6 w 13"/>
                <a:gd name="T31" fmla="*/ 5 h 11"/>
                <a:gd name="T32" fmla="*/ 6 w 13"/>
                <a:gd name="T33" fmla="*/ 5 h 11"/>
                <a:gd name="T34" fmla="*/ 6 w 13"/>
                <a:gd name="T3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11">
                  <a:moveTo>
                    <a:pt x="6" y="9"/>
                  </a:moveTo>
                  <a:lnTo>
                    <a:pt x="8" y="9"/>
                  </a:lnTo>
                  <a:lnTo>
                    <a:pt x="10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0" name="Freeform 6477">
              <a:extLst>
                <a:ext uri="{FF2B5EF4-FFF2-40B4-BE49-F238E27FC236}">
                  <a16:creationId xmlns:a16="http://schemas.microsoft.com/office/drawing/2014/main" id="{64CD1825-1FB5-48AC-A03C-011C8E5DC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2439" y="1583"/>
              <a:ext cx="4" cy="8"/>
            </a:xfrm>
            <a:custGeom>
              <a:avLst/>
              <a:gdLst>
                <a:gd name="T0" fmla="*/ 2 w 4"/>
                <a:gd name="T1" fmla="*/ 4 h 8"/>
                <a:gd name="T2" fmla="*/ 0 w 4"/>
                <a:gd name="T3" fmla="*/ 6 h 8"/>
                <a:gd name="T4" fmla="*/ 4 w 4"/>
                <a:gd name="T5" fmla="*/ 8 h 8"/>
                <a:gd name="T6" fmla="*/ 4 w 4"/>
                <a:gd name="T7" fmla="*/ 4 h 8"/>
                <a:gd name="T8" fmla="*/ 4 w 4"/>
                <a:gd name="T9" fmla="*/ 0 h 8"/>
                <a:gd name="T10" fmla="*/ 2 w 4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2" y="4"/>
                  </a:moveTo>
                  <a:lnTo>
                    <a:pt x="0" y="6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1" name="Freeform 6478">
              <a:extLst>
                <a:ext uri="{FF2B5EF4-FFF2-40B4-BE49-F238E27FC236}">
                  <a16:creationId xmlns:a16="http://schemas.microsoft.com/office/drawing/2014/main" id="{9761D162-193E-4544-945C-98A7B5C8D49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71"/>
              <a:ext cx="6" cy="9"/>
            </a:xfrm>
            <a:custGeom>
              <a:avLst/>
              <a:gdLst>
                <a:gd name="T0" fmla="*/ 2 w 6"/>
                <a:gd name="T1" fmla="*/ 9 h 9"/>
                <a:gd name="T2" fmla="*/ 4 w 6"/>
                <a:gd name="T3" fmla="*/ 7 h 9"/>
                <a:gd name="T4" fmla="*/ 4 w 6"/>
                <a:gd name="T5" fmla="*/ 5 h 9"/>
                <a:gd name="T6" fmla="*/ 6 w 6"/>
                <a:gd name="T7" fmla="*/ 5 h 9"/>
                <a:gd name="T8" fmla="*/ 6 w 6"/>
                <a:gd name="T9" fmla="*/ 2 h 9"/>
                <a:gd name="T10" fmla="*/ 4 w 6"/>
                <a:gd name="T11" fmla="*/ 2 h 9"/>
                <a:gd name="T12" fmla="*/ 2 w 6"/>
                <a:gd name="T13" fmla="*/ 0 h 9"/>
                <a:gd name="T14" fmla="*/ 0 w 6"/>
                <a:gd name="T15" fmla="*/ 3 h 9"/>
                <a:gd name="T16" fmla="*/ 2 w 6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2" name="Freeform 6479">
              <a:extLst>
                <a:ext uri="{FF2B5EF4-FFF2-40B4-BE49-F238E27FC236}">
                  <a16:creationId xmlns:a16="http://schemas.microsoft.com/office/drawing/2014/main" id="{9173E378-C3CD-4294-BF58-5B08BFBF23D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6" y="1684"/>
              <a:ext cx="17" cy="13"/>
            </a:xfrm>
            <a:custGeom>
              <a:avLst/>
              <a:gdLst>
                <a:gd name="T0" fmla="*/ 13 w 17"/>
                <a:gd name="T1" fmla="*/ 5 h 13"/>
                <a:gd name="T2" fmla="*/ 11 w 17"/>
                <a:gd name="T3" fmla="*/ 4 h 13"/>
                <a:gd name="T4" fmla="*/ 9 w 17"/>
                <a:gd name="T5" fmla="*/ 4 h 13"/>
                <a:gd name="T6" fmla="*/ 8 w 17"/>
                <a:gd name="T7" fmla="*/ 0 h 13"/>
                <a:gd name="T8" fmla="*/ 6 w 17"/>
                <a:gd name="T9" fmla="*/ 2 h 13"/>
                <a:gd name="T10" fmla="*/ 4 w 17"/>
                <a:gd name="T11" fmla="*/ 4 h 13"/>
                <a:gd name="T12" fmla="*/ 4 w 17"/>
                <a:gd name="T13" fmla="*/ 4 h 13"/>
                <a:gd name="T14" fmla="*/ 2 w 17"/>
                <a:gd name="T15" fmla="*/ 4 h 13"/>
                <a:gd name="T16" fmla="*/ 0 w 17"/>
                <a:gd name="T17" fmla="*/ 5 h 13"/>
                <a:gd name="T18" fmla="*/ 2 w 17"/>
                <a:gd name="T19" fmla="*/ 7 h 13"/>
                <a:gd name="T20" fmla="*/ 2 w 17"/>
                <a:gd name="T21" fmla="*/ 11 h 13"/>
                <a:gd name="T22" fmla="*/ 4 w 17"/>
                <a:gd name="T23" fmla="*/ 13 h 13"/>
                <a:gd name="T24" fmla="*/ 6 w 17"/>
                <a:gd name="T25" fmla="*/ 13 h 13"/>
                <a:gd name="T26" fmla="*/ 8 w 17"/>
                <a:gd name="T27" fmla="*/ 13 h 13"/>
                <a:gd name="T28" fmla="*/ 9 w 17"/>
                <a:gd name="T29" fmla="*/ 13 h 13"/>
                <a:gd name="T30" fmla="*/ 11 w 17"/>
                <a:gd name="T31" fmla="*/ 13 h 13"/>
                <a:gd name="T32" fmla="*/ 15 w 17"/>
                <a:gd name="T33" fmla="*/ 13 h 13"/>
                <a:gd name="T34" fmla="*/ 17 w 17"/>
                <a:gd name="T35" fmla="*/ 11 h 13"/>
                <a:gd name="T36" fmla="*/ 15 w 17"/>
                <a:gd name="T37" fmla="*/ 9 h 13"/>
                <a:gd name="T38" fmla="*/ 15 w 17"/>
                <a:gd name="T39" fmla="*/ 5 h 13"/>
                <a:gd name="T40" fmla="*/ 13 w 17"/>
                <a:gd name="T4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3">
                  <a:moveTo>
                    <a:pt x="13" y="5"/>
                  </a:moveTo>
                  <a:lnTo>
                    <a:pt x="11" y="4"/>
                  </a:lnTo>
                  <a:lnTo>
                    <a:pt x="9" y="4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1"/>
                  </a:lnTo>
                  <a:lnTo>
                    <a:pt x="15" y="9"/>
                  </a:lnTo>
                  <a:lnTo>
                    <a:pt x="15" y="5"/>
                  </a:lnTo>
                  <a:lnTo>
                    <a:pt x="13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3" name="Freeform 6480">
              <a:extLst>
                <a:ext uri="{FF2B5EF4-FFF2-40B4-BE49-F238E27FC236}">
                  <a16:creationId xmlns:a16="http://schemas.microsoft.com/office/drawing/2014/main" id="{FE3CB18F-99E4-466F-873C-9AEF27CADE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4" y="1784"/>
              <a:ext cx="7" cy="4"/>
            </a:xfrm>
            <a:custGeom>
              <a:avLst/>
              <a:gdLst>
                <a:gd name="T0" fmla="*/ 7 w 7"/>
                <a:gd name="T1" fmla="*/ 2 h 4"/>
                <a:gd name="T2" fmla="*/ 5 w 7"/>
                <a:gd name="T3" fmla="*/ 0 h 4"/>
                <a:gd name="T4" fmla="*/ 1 w 7"/>
                <a:gd name="T5" fmla="*/ 0 h 4"/>
                <a:gd name="T6" fmla="*/ 0 w 7"/>
                <a:gd name="T7" fmla="*/ 4 h 4"/>
                <a:gd name="T8" fmla="*/ 5 w 7"/>
                <a:gd name="T9" fmla="*/ 4 h 4"/>
                <a:gd name="T10" fmla="*/ 7 w 7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lnTo>
                    <a:pt x="5" y="0"/>
                  </a:lnTo>
                  <a:lnTo>
                    <a:pt x="1" y="0"/>
                  </a:lnTo>
                  <a:lnTo>
                    <a:pt x="0" y="4"/>
                  </a:lnTo>
                  <a:lnTo>
                    <a:pt x="5" y="4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4" name="Freeform 6481">
              <a:extLst>
                <a:ext uri="{FF2B5EF4-FFF2-40B4-BE49-F238E27FC236}">
                  <a16:creationId xmlns:a16="http://schemas.microsoft.com/office/drawing/2014/main" id="{6AD04FFB-45D1-47B8-BED6-95DD3330F5B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7" y="1663"/>
              <a:ext cx="6" cy="8"/>
            </a:xfrm>
            <a:custGeom>
              <a:avLst/>
              <a:gdLst>
                <a:gd name="T0" fmla="*/ 0 w 6"/>
                <a:gd name="T1" fmla="*/ 8 h 8"/>
                <a:gd name="T2" fmla="*/ 4 w 6"/>
                <a:gd name="T3" fmla="*/ 8 h 8"/>
                <a:gd name="T4" fmla="*/ 4 w 6"/>
                <a:gd name="T5" fmla="*/ 6 h 8"/>
                <a:gd name="T6" fmla="*/ 6 w 6"/>
                <a:gd name="T7" fmla="*/ 2 h 8"/>
                <a:gd name="T8" fmla="*/ 4 w 6"/>
                <a:gd name="T9" fmla="*/ 0 h 8"/>
                <a:gd name="T10" fmla="*/ 0 w 6"/>
                <a:gd name="T11" fmla="*/ 0 h 8"/>
                <a:gd name="T12" fmla="*/ 0 w 6"/>
                <a:gd name="T13" fmla="*/ 4 h 8"/>
                <a:gd name="T14" fmla="*/ 0 w 6"/>
                <a:gd name="T15" fmla="*/ 6 h 8"/>
                <a:gd name="T16" fmla="*/ 0 w 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4" y="8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5" name="Freeform 6482">
              <a:extLst>
                <a:ext uri="{FF2B5EF4-FFF2-40B4-BE49-F238E27FC236}">
                  <a16:creationId xmlns:a16="http://schemas.microsoft.com/office/drawing/2014/main" id="{3DE8368F-9616-45D1-95D0-EA2F247F2F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4" y="1676"/>
              <a:ext cx="32" cy="30"/>
            </a:xfrm>
            <a:custGeom>
              <a:avLst/>
              <a:gdLst>
                <a:gd name="T0" fmla="*/ 15 w 32"/>
                <a:gd name="T1" fmla="*/ 2 h 30"/>
                <a:gd name="T2" fmla="*/ 13 w 32"/>
                <a:gd name="T3" fmla="*/ 4 h 30"/>
                <a:gd name="T4" fmla="*/ 10 w 32"/>
                <a:gd name="T5" fmla="*/ 10 h 30"/>
                <a:gd name="T6" fmla="*/ 6 w 32"/>
                <a:gd name="T7" fmla="*/ 10 h 30"/>
                <a:gd name="T8" fmla="*/ 6 w 32"/>
                <a:gd name="T9" fmla="*/ 13 h 30"/>
                <a:gd name="T10" fmla="*/ 0 w 32"/>
                <a:gd name="T11" fmla="*/ 17 h 30"/>
                <a:gd name="T12" fmla="*/ 0 w 32"/>
                <a:gd name="T13" fmla="*/ 25 h 30"/>
                <a:gd name="T14" fmla="*/ 2 w 32"/>
                <a:gd name="T15" fmla="*/ 25 h 30"/>
                <a:gd name="T16" fmla="*/ 0 w 32"/>
                <a:gd name="T17" fmla="*/ 28 h 30"/>
                <a:gd name="T18" fmla="*/ 2 w 32"/>
                <a:gd name="T19" fmla="*/ 30 h 30"/>
                <a:gd name="T20" fmla="*/ 4 w 32"/>
                <a:gd name="T21" fmla="*/ 30 h 30"/>
                <a:gd name="T22" fmla="*/ 6 w 32"/>
                <a:gd name="T23" fmla="*/ 30 h 30"/>
                <a:gd name="T24" fmla="*/ 10 w 32"/>
                <a:gd name="T25" fmla="*/ 30 h 30"/>
                <a:gd name="T26" fmla="*/ 12 w 32"/>
                <a:gd name="T27" fmla="*/ 30 h 30"/>
                <a:gd name="T28" fmla="*/ 15 w 32"/>
                <a:gd name="T29" fmla="*/ 30 h 30"/>
                <a:gd name="T30" fmla="*/ 17 w 32"/>
                <a:gd name="T31" fmla="*/ 28 h 30"/>
                <a:gd name="T32" fmla="*/ 17 w 32"/>
                <a:gd name="T33" fmla="*/ 28 h 30"/>
                <a:gd name="T34" fmla="*/ 21 w 32"/>
                <a:gd name="T35" fmla="*/ 26 h 30"/>
                <a:gd name="T36" fmla="*/ 23 w 32"/>
                <a:gd name="T37" fmla="*/ 26 h 30"/>
                <a:gd name="T38" fmla="*/ 28 w 32"/>
                <a:gd name="T39" fmla="*/ 17 h 30"/>
                <a:gd name="T40" fmla="*/ 28 w 32"/>
                <a:gd name="T41" fmla="*/ 15 h 30"/>
                <a:gd name="T42" fmla="*/ 30 w 32"/>
                <a:gd name="T43" fmla="*/ 13 h 30"/>
                <a:gd name="T44" fmla="*/ 32 w 32"/>
                <a:gd name="T45" fmla="*/ 12 h 30"/>
                <a:gd name="T46" fmla="*/ 32 w 32"/>
                <a:gd name="T47" fmla="*/ 8 h 30"/>
                <a:gd name="T48" fmla="*/ 32 w 32"/>
                <a:gd name="T49" fmla="*/ 6 h 30"/>
                <a:gd name="T50" fmla="*/ 28 w 32"/>
                <a:gd name="T51" fmla="*/ 2 h 30"/>
                <a:gd name="T52" fmla="*/ 28 w 32"/>
                <a:gd name="T53" fmla="*/ 2 h 30"/>
                <a:gd name="T54" fmla="*/ 27 w 32"/>
                <a:gd name="T55" fmla="*/ 0 h 30"/>
                <a:gd name="T56" fmla="*/ 23 w 32"/>
                <a:gd name="T57" fmla="*/ 0 h 30"/>
                <a:gd name="T58" fmla="*/ 21 w 32"/>
                <a:gd name="T59" fmla="*/ 0 h 30"/>
                <a:gd name="T60" fmla="*/ 19 w 32"/>
                <a:gd name="T61" fmla="*/ 0 h 30"/>
                <a:gd name="T62" fmla="*/ 17 w 32"/>
                <a:gd name="T63" fmla="*/ 2 h 30"/>
                <a:gd name="T64" fmla="*/ 15 w 32"/>
                <a:gd name="T6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0">
                  <a:moveTo>
                    <a:pt x="15" y="2"/>
                  </a:moveTo>
                  <a:lnTo>
                    <a:pt x="13" y="4"/>
                  </a:lnTo>
                  <a:lnTo>
                    <a:pt x="10" y="10"/>
                  </a:lnTo>
                  <a:lnTo>
                    <a:pt x="6" y="10"/>
                  </a:lnTo>
                  <a:lnTo>
                    <a:pt x="6" y="13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30" y="13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6" name="Freeform 6483">
              <a:extLst>
                <a:ext uri="{FF2B5EF4-FFF2-40B4-BE49-F238E27FC236}">
                  <a16:creationId xmlns:a16="http://schemas.microsoft.com/office/drawing/2014/main" id="{9896E0A1-E419-4C82-8D4D-814803C612F5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1" y="1648"/>
              <a:ext cx="10" cy="10"/>
            </a:xfrm>
            <a:custGeom>
              <a:avLst/>
              <a:gdLst>
                <a:gd name="T0" fmla="*/ 8 w 10"/>
                <a:gd name="T1" fmla="*/ 8 h 10"/>
                <a:gd name="T2" fmla="*/ 10 w 10"/>
                <a:gd name="T3" fmla="*/ 8 h 10"/>
                <a:gd name="T4" fmla="*/ 10 w 10"/>
                <a:gd name="T5" fmla="*/ 4 h 10"/>
                <a:gd name="T6" fmla="*/ 10 w 10"/>
                <a:gd name="T7" fmla="*/ 0 h 10"/>
                <a:gd name="T8" fmla="*/ 6 w 10"/>
                <a:gd name="T9" fmla="*/ 0 h 10"/>
                <a:gd name="T10" fmla="*/ 4 w 10"/>
                <a:gd name="T11" fmla="*/ 0 h 10"/>
                <a:gd name="T12" fmla="*/ 2 w 10"/>
                <a:gd name="T13" fmla="*/ 2 h 10"/>
                <a:gd name="T14" fmla="*/ 0 w 10"/>
                <a:gd name="T15" fmla="*/ 4 h 10"/>
                <a:gd name="T16" fmla="*/ 2 w 10"/>
                <a:gd name="T17" fmla="*/ 10 h 10"/>
                <a:gd name="T18" fmla="*/ 6 w 10"/>
                <a:gd name="T19" fmla="*/ 10 h 10"/>
                <a:gd name="T20" fmla="*/ 8 w 10"/>
                <a:gd name="T2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0">
                  <a:moveTo>
                    <a:pt x="8" y="8"/>
                  </a:moveTo>
                  <a:lnTo>
                    <a:pt x="10" y="8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7" name="Freeform 6484">
              <a:extLst>
                <a:ext uri="{FF2B5EF4-FFF2-40B4-BE49-F238E27FC236}">
                  <a16:creationId xmlns:a16="http://schemas.microsoft.com/office/drawing/2014/main" id="{32219C80-2A58-417C-A841-2E39A8ACFFA5}"/>
                </a:ext>
              </a:extLst>
            </p:cNvPr>
            <p:cNvSpPr>
              <a:spLocks/>
            </p:cNvSpPr>
            <p:nvPr/>
          </p:nvSpPr>
          <p:spPr bwMode="gray">
            <a:xfrm>
              <a:off x="2683" y="1645"/>
              <a:ext cx="21" cy="16"/>
            </a:xfrm>
            <a:custGeom>
              <a:avLst/>
              <a:gdLst>
                <a:gd name="T0" fmla="*/ 11 w 21"/>
                <a:gd name="T1" fmla="*/ 5 h 16"/>
                <a:gd name="T2" fmla="*/ 10 w 21"/>
                <a:gd name="T3" fmla="*/ 5 h 16"/>
                <a:gd name="T4" fmla="*/ 6 w 21"/>
                <a:gd name="T5" fmla="*/ 5 h 16"/>
                <a:gd name="T6" fmla="*/ 4 w 21"/>
                <a:gd name="T7" fmla="*/ 7 h 16"/>
                <a:gd name="T8" fmla="*/ 2 w 21"/>
                <a:gd name="T9" fmla="*/ 9 h 16"/>
                <a:gd name="T10" fmla="*/ 0 w 21"/>
                <a:gd name="T11" fmla="*/ 11 h 16"/>
                <a:gd name="T12" fmla="*/ 2 w 21"/>
                <a:gd name="T13" fmla="*/ 16 h 16"/>
                <a:gd name="T14" fmla="*/ 4 w 21"/>
                <a:gd name="T15" fmla="*/ 15 h 16"/>
                <a:gd name="T16" fmla="*/ 6 w 21"/>
                <a:gd name="T17" fmla="*/ 15 h 16"/>
                <a:gd name="T18" fmla="*/ 8 w 21"/>
                <a:gd name="T19" fmla="*/ 15 h 16"/>
                <a:gd name="T20" fmla="*/ 13 w 21"/>
                <a:gd name="T21" fmla="*/ 11 h 16"/>
                <a:gd name="T22" fmla="*/ 15 w 21"/>
                <a:gd name="T23" fmla="*/ 9 h 16"/>
                <a:gd name="T24" fmla="*/ 17 w 21"/>
                <a:gd name="T25" fmla="*/ 9 h 16"/>
                <a:gd name="T26" fmla="*/ 19 w 21"/>
                <a:gd name="T27" fmla="*/ 7 h 16"/>
                <a:gd name="T28" fmla="*/ 21 w 21"/>
                <a:gd name="T29" fmla="*/ 5 h 16"/>
                <a:gd name="T30" fmla="*/ 21 w 21"/>
                <a:gd name="T31" fmla="*/ 2 h 16"/>
                <a:gd name="T32" fmla="*/ 19 w 21"/>
                <a:gd name="T33" fmla="*/ 0 h 16"/>
                <a:gd name="T34" fmla="*/ 15 w 21"/>
                <a:gd name="T35" fmla="*/ 0 h 16"/>
                <a:gd name="T36" fmla="*/ 15 w 21"/>
                <a:gd name="T37" fmla="*/ 2 h 16"/>
                <a:gd name="T38" fmla="*/ 15 w 21"/>
                <a:gd name="T39" fmla="*/ 2 h 16"/>
                <a:gd name="T40" fmla="*/ 11 w 21"/>
                <a:gd name="T4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6">
                  <a:moveTo>
                    <a:pt x="11" y="5"/>
                  </a:moveTo>
                  <a:lnTo>
                    <a:pt x="10" y="5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8" name="Freeform 6485">
              <a:extLst>
                <a:ext uri="{FF2B5EF4-FFF2-40B4-BE49-F238E27FC236}">
                  <a16:creationId xmlns:a16="http://schemas.microsoft.com/office/drawing/2014/main" id="{35D3B304-DE85-40EB-A1F3-6B6AB429148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98" y="1635"/>
              <a:ext cx="13" cy="10"/>
            </a:xfrm>
            <a:custGeom>
              <a:avLst/>
              <a:gdLst>
                <a:gd name="T0" fmla="*/ 9 w 13"/>
                <a:gd name="T1" fmla="*/ 0 h 10"/>
                <a:gd name="T2" fmla="*/ 8 w 13"/>
                <a:gd name="T3" fmla="*/ 2 h 10"/>
                <a:gd name="T4" fmla="*/ 6 w 13"/>
                <a:gd name="T5" fmla="*/ 2 h 10"/>
                <a:gd name="T6" fmla="*/ 4 w 13"/>
                <a:gd name="T7" fmla="*/ 6 h 10"/>
                <a:gd name="T8" fmla="*/ 0 w 13"/>
                <a:gd name="T9" fmla="*/ 10 h 10"/>
                <a:gd name="T10" fmla="*/ 4 w 13"/>
                <a:gd name="T11" fmla="*/ 8 h 10"/>
                <a:gd name="T12" fmla="*/ 8 w 13"/>
                <a:gd name="T13" fmla="*/ 8 h 10"/>
                <a:gd name="T14" fmla="*/ 9 w 13"/>
                <a:gd name="T15" fmla="*/ 6 h 10"/>
                <a:gd name="T16" fmla="*/ 13 w 13"/>
                <a:gd name="T17" fmla="*/ 6 h 10"/>
                <a:gd name="T18" fmla="*/ 13 w 13"/>
                <a:gd name="T19" fmla="*/ 2 h 10"/>
                <a:gd name="T20" fmla="*/ 11 w 13"/>
                <a:gd name="T21" fmla="*/ 0 h 10"/>
                <a:gd name="T22" fmla="*/ 9 w 13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0">
                  <a:moveTo>
                    <a:pt x="9" y="0"/>
                  </a:moveTo>
                  <a:lnTo>
                    <a:pt x="8" y="2"/>
                  </a:lnTo>
                  <a:lnTo>
                    <a:pt x="6" y="2"/>
                  </a:lnTo>
                  <a:lnTo>
                    <a:pt x="4" y="6"/>
                  </a:lnTo>
                  <a:lnTo>
                    <a:pt x="0" y="10"/>
                  </a:lnTo>
                  <a:lnTo>
                    <a:pt x="4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13" y="6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49" name="Freeform 6486">
              <a:extLst>
                <a:ext uri="{FF2B5EF4-FFF2-40B4-BE49-F238E27FC236}">
                  <a16:creationId xmlns:a16="http://schemas.microsoft.com/office/drawing/2014/main" id="{240FC546-FED7-49DA-B02F-9A6396794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6" y="2090"/>
              <a:ext cx="4" cy="4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2 w 4"/>
                <a:gd name="T5" fmla="*/ 4 h 4"/>
                <a:gd name="T6" fmla="*/ 2 w 4"/>
                <a:gd name="T7" fmla="*/ 4 h 4"/>
                <a:gd name="T8" fmla="*/ 4 w 4"/>
                <a:gd name="T9" fmla="*/ 4 h 4"/>
                <a:gd name="T10" fmla="*/ 4 w 4"/>
                <a:gd name="T11" fmla="*/ 0 h 4"/>
                <a:gd name="T12" fmla="*/ 2 w 4"/>
                <a:gd name="T13" fmla="*/ 0 h 4"/>
                <a:gd name="T14" fmla="*/ 0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0" name="Freeform 6487">
              <a:extLst>
                <a:ext uri="{FF2B5EF4-FFF2-40B4-BE49-F238E27FC236}">
                  <a16:creationId xmlns:a16="http://schemas.microsoft.com/office/drawing/2014/main" id="{7B166605-F6A0-4FCB-ABA0-106BA962D52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" y="1794"/>
              <a:ext cx="4" cy="5"/>
            </a:xfrm>
            <a:custGeom>
              <a:avLst/>
              <a:gdLst>
                <a:gd name="T0" fmla="*/ 2 w 4"/>
                <a:gd name="T1" fmla="*/ 5 h 5"/>
                <a:gd name="T2" fmla="*/ 4 w 4"/>
                <a:gd name="T3" fmla="*/ 5 h 5"/>
                <a:gd name="T4" fmla="*/ 4 w 4"/>
                <a:gd name="T5" fmla="*/ 2 h 5"/>
                <a:gd name="T6" fmla="*/ 2 w 4"/>
                <a:gd name="T7" fmla="*/ 0 h 5"/>
                <a:gd name="T8" fmla="*/ 0 w 4"/>
                <a:gd name="T9" fmla="*/ 4 h 5"/>
                <a:gd name="T10" fmla="*/ 2 w 4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lnTo>
                    <a:pt x="4" y="5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1" name="Freeform 6488">
              <a:extLst>
                <a:ext uri="{FF2B5EF4-FFF2-40B4-BE49-F238E27FC236}">
                  <a16:creationId xmlns:a16="http://schemas.microsoft.com/office/drawing/2014/main" id="{C972BC0C-614C-40CE-A4D8-6C32713176DA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4" y="2154"/>
              <a:ext cx="8" cy="16"/>
            </a:xfrm>
            <a:custGeom>
              <a:avLst/>
              <a:gdLst>
                <a:gd name="T0" fmla="*/ 6 w 8"/>
                <a:gd name="T1" fmla="*/ 16 h 16"/>
                <a:gd name="T2" fmla="*/ 8 w 8"/>
                <a:gd name="T3" fmla="*/ 13 h 16"/>
                <a:gd name="T4" fmla="*/ 8 w 8"/>
                <a:gd name="T5" fmla="*/ 9 h 16"/>
                <a:gd name="T6" fmla="*/ 4 w 8"/>
                <a:gd name="T7" fmla="*/ 11 h 16"/>
                <a:gd name="T8" fmla="*/ 6 w 8"/>
                <a:gd name="T9" fmla="*/ 9 h 16"/>
                <a:gd name="T10" fmla="*/ 4 w 8"/>
                <a:gd name="T11" fmla="*/ 9 h 16"/>
                <a:gd name="T12" fmla="*/ 4 w 8"/>
                <a:gd name="T13" fmla="*/ 7 h 16"/>
                <a:gd name="T14" fmla="*/ 4 w 8"/>
                <a:gd name="T15" fmla="*/ 7 h 16"/>
                <a:gd name="T16" fmla="*/ 4 w 8"/>
                <a:gd name="T17" fmla="*/ 7 h 16"/>
                <a:gd name="T18" fmla="*/ 4 w 8"/>
                <a:gd name="T19" fmla="*/ 3 h 16"/>
                <a:gd name="T20" fmla="*/ 4 w 8"/>
                <a:gd name="T21" fmla="*/ 3 h 16"/>
                <a:gd name="T22" fmla="*/ 4 w 8"/>
                <a:gd name="T23" fmla="*/ 0 h 16"/>
                <a:gd name="T24" fmla="*/ 0 w 8"/>
                <a:gd name="T25" fmla="*/ 3 h 16"/>
                <a:gd name="T26" fmla="*/ 0 w 8"/>
                <a:gd name="T27" fmla="*/ 3 h 16"/>
                <a:gd name="T28" fmla="*/ 0 w 8"/>
                <a:gd name="T29" fmla="*/ 7 h 16"/>
                <a:gd name="T30" fmla="*/ 0 w 8"/>
                <a:gd name="T31" fmla="*/ 9 h 16"/>
                <a:gd name="T32" fmla="*/ 0 w 8"/>
                <a:gd name="T33" fmla="*/ 11 h 16"/>
                <a:gd name="T34" fmla="*/ 2 w 8"/>
                <a:gd name="T35" fmla="*/ 13 h 16"/>
                <a:gd name="T36" fmla="*/ 4 w 8"/>
                <a:gd name="T37" fmla="*/ 13 h 16"/>
                <a:gd name="T38" fmla="*/ 4 w 8"/>
                <a:gd name="T39" fmla="*/ 13 h 16"/>
                <a:gd name="T40" fmla="*/ 6 w 8"/>
                <a:gd name="T4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lnTo>
                    <a:pt x="8" y="13"/>
                  </a:lnTo>
                  <a:lnTo>
                    <a:pt x="8" y="9"/>
                  </a:lnTo>
                  <a:lnTo>
                    <a:pt x="4" y="11"/>
                  </a:lnTo>
                  <a:lnTo>
                    <a:pt x="6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2" name="Freeform 6489">
              <a:extLst>
                <a:ext uri="{FF2B5EF4-FFF2-40B4-BE49-F238E27FC236}">
                  <a16:creationId xmlns:a16="http://schemas.microsoft.com/office/drawing/2014/main" id="{80AE21B3-F424-45F7-83FB-B4ACD981E5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681" y="1145"/>
              <a:ext cx="384" cy="287"/>
            </a:xfrm>
            <a:custGeom>
              <a:avLst/>
              <a:gdLst>
                <a:gd name="T0" fmla="*/ 63 w 206"/>
                <a:gd name="T1" fmla="*/ 26 h 154"/>
                <a:gd name="T2" fmla="*/ 63 w 206"/>
                <a:gd name="T3" fmla="*/ 38 h 154"/>
                <a:gd name="T4" fmla="*/ 63 w 206"/>
                <a:gd name="T5" fmla="*/ 48 h 154"/>
                <a:gd name="T6" fmla="*/ 73 w 206"/>
                <a:gd name="T7" fmla="*/ 56 h 154"/>
                <a:gd name="T8" fmla="*/ 96 w 206"/>
                <a:gd name="T9" fmla="*/ 61 h 154"/>
                <a:gd name="T10" fmla="*/ 108 w 206"/>
                <a:gd name="T11" fmla="*/ 59 h 154"/>
                <a:gd name="T12" fmla="*/ 100 w 206"/>
                <a:gd name="T13" fmla="*/ 64 h 154"/>
                <a:gd name="T14" fmla="*/ 80 w 206"/>
                <a:gd name="T15" fmla="*/ 74 h 154"/>
                <a:gd name="T16" fmla="*/ 70 w 206"/>
                <a:gd name="T17" fmla="*/ 58 h 154"/>
                <a:gd name="T18" fmla="*/ 61 w 206"/>
                <a:gd name="T19" fmla="*/ 74 h 154"/>
                <a:gd name="T20" fmla="*/ 57 w 206"/>
                <a:gd name="T21" fmla="*/ 92 h 154"/>
                <a:gd name="T22" fmla="*/ 35 w 206"/>
                <a:gd name="T23" fmla="*/ 99 h 154"/>
                <a:gd name="T24" fmla="*/ 45 w 206"/>
                <a:gd name="T25" fmla="*/ 108 h 154"/>
                <a:gd name="T26" fmla="*/ 40 w 206"/>
                <a:gd name="T27" fmla="*/ 118 h 154"/>
                <a:gd name="T28" fmla="*/ 28 w 206"/>
                <a:gd name="T29" fmla="*/ 110 h 154"/>
                <a:gd name="T30" fmla="*/ 27 w 206"/>
                <a:gd name="T31" fmla="*/ 124 h 154"/>
                <a:gd name="T32" fmla="*/ 10 w 206"/>
                <a:gd name="T33" fmla="*/ 127 h 154"/>
                <a:gd name="T34" fmla="*/ 1 w 206"/>
                <a:gd name="T35" fmla="*/ 130 h 154"/>
                <a:gd name="T36" fmla="*/ 12 w 206"/>
                <a:gd name="T37" fmla="*/ 140 h 154"/>
                <a:gd name="T38" fmla="*/ 23 w 206"/>
                <a:gd name="T39" fmla="*/ 146 h 154"/>
                <a:gd name="T40" fmla="*/ 33 w 206"/>
                <a:gd name="T41" fmla="*/ 141 h 154"/>
                <a:gd name="T42" fmla="*/ 44 w 206"/>
                <a:gd name="T43" fmla="*/ 144 h 154"/>
                <a:gd name="T44" fmla="*/ 47 w 206"/>
                <a:gd name="T45" fmla="*/ 152 h 154"/>
                <a:gd name="T46" fmla="*/ 60 w 206"/>
                <a:gd name="T47" fmla="*/ 150 h 154"/>
                <a:gd name="T48" fmla="*/ 62 w 206"/>
                <a:gd name="T49" fmla="*/ 139 h 154"/>
                <a:gd name="T50" fmla="*/ 78 w 206"/>
                <a:gd name="T51" fmla="*/ 126 h 154"/>
                <a:gd name="T52" fmla="*/ 88 w 206"/>
                <a:gd name="T53" fmla="*/ 121 h 154"/>
                <a:gd name="T54" fmla="*/ 96 w 206"/>
                <a:gd name="T55" fmla="*/ 116 h 154"/>
                <a:gd name="T56" fmla="*/ 105 w 206"/>
                <a:gd name="T57" fmla="*/ 105 h 154"/>
                <a:gd name="T58" fmla="*/ 102 w 206"/>
                <a:gd name="T59" fmla="*/ 99 h 154"/>
                <a:gd name="T60" fmla="*/ 100 w 206"/>
                <a:gd name="T61" fmla="*/ 93 h 154"/>
                <a:gd name="T62" fmla="*/ 108 w 206"/>
                <a:gd name="T63" fmla="*/ 92 h 154"/>
                <a:gd name="T64" fmla="*/ 120 w 206"/>
                <a:gd name="T65" fmla="*/ 90 h 154"/>
                <a:gd name="T66" fmla="*/ 136 w 206"/>
                <a:gd name="T67" fmla="*/ 82 h 154"/>
                <a:gd name="T68" fmla="*/ 155 w 206"/>
                <a:gd name="T69" fmla="*/ 71 h 154"/>
                <a:gd name="T70" fmla="*/ 179 w 206"/>
                <a:gd name="T71" fmla="*/ 56 h 154"/>
                <a:gd name="T72" fmla="*/ 171 w 206"/>
                <a:gd name="T73" fmla="*/ 52 h 154"/>
                <a:gd name="T74" fmla="*/ 197 w 206"/>
                <a:gd name="T75" fmla="*/ 47 h 154"/>
                <a:gd name="T76" fmla="*/ 198 w 206"/>
                <a:gd name="T77" fmla="*/ 34 h 154"/>
                <a:gd name="T78" fmla="*/ 197 w 206"/>
                <a:gd name="T79" fmla="*/ 22 h 154"/>
                <a:gd name="T80" fmla="*/ 185 w 206"/>
                <a:gd name="T81" fmla="*/ 24 h 154"/>
                <a:gd name="T82" fmla="*/ 183 w 206"/>
                <a:gd name="T83" fmla="*/ 15 h 154"/>
                <a:gd name="T84" fmla="*/ 177 w 206"/>
                <a:gd name="T85" fmla="*/ 8 h 154"/>
                <a:gd name="T86" fmla="*/ 159 w 206"/>
                <a:gd name="T87" fmla="*/ 6 h 154"/>
                <a:gd name="T88" fmla="*/ 145 w 206"/>
                <a:gd name="T89" fmla="*/ 1 h 154"/>
                <a:gd name="T90" fmla="*/ 140 w 206"/>
                <a:gd name="T91" fmla="*/ 3 h 154"/>
                <a:gd name="T92" fmla="*/ 128 w 206"/>
                <a:gd name="T93" fmla="*/ 1 h 154"/>
                <a:gd name="T94" fmla="*/ 125 w 206"/>
                <a:gd name="T95" fmla="*/ 10 h 154"/>
                <a:gd name="T96" fmla="*/ 120 w 206"/>
                <a:gd name="T97" fmla="*/ 15 h 154"/>
                <a:gd name="T98" fmla="*/ 113 w 206"/>
                <a:gd name="T99" fmla="*/ 10 h 154"/>
                <a:gd name="T100" fmla="*/ 105 w 206"/>
                <a:gd name="T101" fmla="*/ 12 h 154"/>
                <a:gd name="T102" fmla="*/ 93 w 206"/>
                <a:gd name="T103" fmla="*/ 11 h 154"/>
                <a:gd name="T104" fmla="*/ 88 w 206"/>
                <a:gd name="T105" fmla="*/ 16 h 154"/>
                <a:gd name="T106" fmla="*/ 76 w 206"/>
                <a:gd name="T107" fmla="*/ 18 h 154"/>
                <a:gd name="T108" fmla="*/ 60 w 206"/>
                <a:gd name="T109" fmla="*/ 20 h 154"/>
                <a:gd name="T110" fmla="*/ 41 w 206"/>
                <a:gd name="T111" fmla="*/ 120 h 154"/>
                <a:gd name="T112" fmla="*/ 48 w 206"/>
                <a:gd name="T113" fmla="*/ 122 h 154"/>
                <a:gd name="T114" fmla="*/ 56 w 206"/>
                <a:gd name="T115" fmla="*/ 128 h 154"/>
                <a:gd name="T116" fmla="*/ 70 w 206"/>
                <a:gd name="T117" fmla="*/ 95 h 154"/>
                <a:gd name="T118" fmla="*/ 115 w 206"/>
                <a:gd name="T119" fmla="*/ 84 h 154"/>
                <a:gd name="T120" fmla="*/ 132 w 206"/>
                <a:gd name="T121" fmla="*/ 81 h 154"/>
                <a:gd name="T122" fmla="*/ 80 w 206"/>
                <a:gd name="T123" fmla="*/ 39 h 154"/>
                <a:gd name="T124" fmla="*/ 74 w 206"/>
                <a:gd name="T125" fmla="*/ 4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154">
                  <a:moveTo>
                    <a:pt x="60" y="23"/>
                  </a:moveTo>
                  <a:cubicBezTo>
                    <a:pt x="60" y="24"/>
                    <a:pt x="60" y="24"/>
                    <a:pt x="60" y="24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7" y="57"/>
                    <a:pt x="107" y="57"/>
                    <a:pt x="107" y="57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68" y="57"/>
                    <a:pt x="68" y="57"/>
                    <a:pt x="68" y="57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1" y="91"/>
                    <a:pt x="51" y="91"/>
                    <a:pt x="51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2" y="111"/>
                    <a:pt x="42" y="111"/>
                    <a:pt x="42" y="111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9" y="120"/>
                    <a:pt x="39" y="120"/>
                    <a:pt x="39" y="120"/>
                  </a:cubicBezTo>
                  <a:cubicBezTo>
                    <a:pt x="39" y="121"/>
                    <a:pt x="39" y="121"/>
                    <a:pt x="39" y="121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19"/>
                    <a:pt x="37" y="119"/>
                    <a:pt x="37" y="119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8" y="147"/>
                    <a:pt x="28" y="147"/>
                    <a:pt x="28" y="147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7" y="146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8" y="149"/>
                    <a:pt x="48" y="149"/>
                    <a:pt x="48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3"/>
                    <a:pt x="43" y="153"/>
                    <a:pt x="44" y="153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3" y="150"/>
                    <a:pt x="63" y="150"/>
                    <a:pt x="63" y="150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5" y="148"/>
                    <a:pt x="65" y="148"/>
                    <a:pt x="65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9" y="131"/>
                    <a:pt x="69" y="131"/>
                    <a:pt x="69" y="131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3" y="131"/>
                    <a:pt x="73" y="131"/>
                    <a:pt x="73" y="131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8" y="126"/>
                    <a:pt x="78" y="126"/>
                    <a:pt x="78" y="126"/>
                  </a:cubicBezTo>
                  <a:cubicBezTo>
                    <a:pt x="78" y="124"/>
                    <a:pt x="78" y="124"/>
                    <a:pt x="78" y="124"/>
                  </a:cubicBezTo>
                  <a:cubicBezTo>
                    <a:pt x="77" y="124"/>
                    <a:pt x="77" y="124"/>
                    <a:pt x="77" y="124"/>
                  </a:cubicBezTo>
                  <a:cubicBezTo>
                    <a:pt x="77" y="123"/>
                    <a:pt x="77" y="123"/>
                    <a:pt x="77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3" y="122"/>
                    <a:pt x="83" y="122"/>
                    <a:pt x="83" y="122"/>
                  </a:cubicBezTo>
                  <a:cubicBezTo>
                    <a:pt x="86" y="122"/>
                    <a:pt x="86" y="122"/>
                    <a:pt x="86" y="122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1" y="118"/>
                    <a:pt x="91" y="118"/>
                    <a:pt x="91" y="118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7" y="116"/>
                    <a:pt x="97" y="116"/>
                    <a:pt x="97" y="116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100"/>
                    <a:pt x="101" y="100"/>
                    <a:pt x="101" y="10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7"/>
                    <a:pt x="109" y="97"/>
                    <a:pt x="109" y="97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4" y="94"/>
                    <a:pt x="104" y="94"/>
                    <a:pt x="104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5" y="92"/>
                    <a:pt x="105" y="92"/>
                    <a:pt x="105" y="92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1" y="91"/>
                    <a:pt x="111" y="91"/>
                    <a:pt x="111" y="91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8" y="91"/>
                    <a:pt x="118" y="91"/>
                    <a:pt x="118" y="91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8"/>
                    <a:pt x="119" y="88"/>
                    <a:pt x="119" y="88"/>
                  </a:cubicBezTo>
                  <a:cubicBezTo>
                    <a:pt x="120" y="90"/>
                    <a:pt x="120" y="90"/>
                    <a:pt x="120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5" y="85"/>
                    <a:pt x="135" y="85"/>
                    <a:pt x="135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8" y="82"/>
                    <a:pt x="138" y="82"/>
                    <a:pt x="138" y="82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4" y="78"/>
                    <a:pt x="144" y="78"/>
                    <a:pt x="144" y="78"/>
                  </a:cubicBezTo>
                  <a:cubicBezTo>
                    <a:pt x="145" y="77"/>
                    <a:pt x="145" y="77"/>
                    <a:pt x="145" y="77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60" y="68"/>
                    <a:pt x="160" y="68"/>
                    <a:pt x="160" y="68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8" y="65"/>
                    <a:pt x="168" y="65"/>
                    <a:pt x="168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78" y="59"/>
                    <a:pt x="178" y="59"/>
                    <a:pt x="178" y="59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5" y="58"/>
                    <a:pt x="165" y="58"/>
                    <a:pt x="165" y="58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3"/>
                    <a:pt x="182" y="53"/>
                    <a:pt x="182" y="53"/>
                  </a:cubicBezTo>
                  <a:cubicBezTo>
                    <a:pt x="183" y="52"/>
                    <a:pt x="183" y="52"/>
                    <a:pt x="183" y="52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6" y="53"/>
                    <a:pt x="186" y="53"/>
                    <a:pt x="186" y="53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9" y="51"/>
                    <a:pt x="189" y="51"/>
                    <a:pt x="189" y="51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7" y="46"/>
                    <a:pt x="197" y="46"/>
                    <a:pt x="197" y="46"/>
                  </a:cubicBezTo>
                  <a:cubicBezTo>
                    <a:pt x="198" y="46"/>
                    <a:pt x="198" y="46"/>
                    <a:pt x="198" y="46"/>
                  </a:cubicBezTo>
                  <a:cubicBezTo>
                    <a:pt x="199" y="47"/>
                    <a:pt x="199" y="47"/>
                    <a:pt x="199" y="47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4" y="33"/>
                    <a:pt x="204" y="33"/>
                    <a:pt x="204" y="33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1" y="31"/>
                    <a:pt x="201" y="31"/>
                    <a:pt x="201" y="31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200" y="31"/>
                    <a:pt x="200" y="31"/>
                    <a:pt x="200" y="31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3" y="23"/>
                    <a:pt x="183" y="23"/>
                    <a:pt x="183" y="23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2" y="17"/>
                    <a:pt x="192" y="17"/>
                    <a:pt x="192" y="17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7" y="15"/>
                    <a:pt x="187" y="15"/>
                    <a:pt x="187" y="15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3" y="15"/>
                    <a:pt x="183" y="15"/>
                    <a:pt x="183" y="15"/>
                  </a:cubicBezTo>
                  <a:cubicBezTo>
                    <a:pt x="183" y="14"/>
                    <a:pt x="183" y="14"/>
                    <a:pt x="183" y="14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7" y="8"/>
                    <a:pt x="177" y="8"/>
                    <a:pt x="177" y="8"/>
                  </a:cubicBezTo>
                  <a:cubicBezTo>
                    <a:pt x="175" y="7"/>
                    <a:pt x="175" y="7"/>
                    <a:pt x="175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6"/>
                    <a:pt x="167" y="6"/>
                    <a:pt x="167" y="6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4" y="5"/>
                    <a:pt x="164" y="5"/>
                    <a:pt x="164" y="5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59" y="9"/>
                    <a:pt x="159" y="9"/>
                    <a:pt x="159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4"/>
                    <a:pt x="158" y="4"/>
                    <a:pt x="158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7" y="4"/>
                    <a:pt x="157" y="4"/>
                    <a:pt x="157" y="4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30" y="11"/>
                    <a:pt x="130" y="11"/>
                    <a:pt x="130" y="11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9"/>
                    <a:pt x="113" y="9"/>
                    <a:pt x="113" y="9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10"/>
                    <a:pt x="112" y="10"/>
                    <a:pt x="112" y="10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8"/>
                    <a:pt x="86" y="18"/>
                    <a:pt x="86" y="18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3"/>
                    <a:pt x="60" y="23"/>
                    <a:pt x="60" y="23"/>
                  </a:cubicBezTo>
                  <a:close/>
                  <a:moveTo>
                    <a:pt x="66" y="30"/>
                  </a:moveTo>
                  <a:cubicBezTo>
                    <a:pt x="65" y="30"/>
                    <a:pt x="65" y="30"/>
                    <a:pt x="65" y="30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lnTo>
                    <a:pt x="66" y="30"/>
                  </a:lnTo>
                  <a:close/>
                  <a:moveTo>
                    <a:pt x="5" y="135"/>
                  </a:moveTo>
                  <a:cubicBezTo>
                    <a:pt x="5" y="134"/>
                    <a:pt x="5" y="134"/>
                    <a:pt x="5" y="134"/>
                  </a:cubicBezTo>
                  <a:cubicBezTo>
                    <a:pt x="5" y="135"/>
                    <a:pt x="5" y="135"/>
                    <a:pt x="5" y="135"/>
                  </a:cubicBezTo>
                  <a:close/>
                  <a:moveTo>
                    <a:pt x="41" y="119"/>
                  </a:moveTo>
                  <a:cubicBezTo>
                    <a:pt x="42" y="119"/>
                    <a:pt x="42" y="119"/>
                    <a:pt x="42" y="119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41" y="119"/>
                  </a:lnTo>
                  <a:close/>
                  <a:moveTo>
                    <a:pt x="46" y="123"/>
                  </a:moveTo>
                  <a:cubicBezTo>
                    <a:pt x="45" y="123"/>
                    <a:pt x="45" y="123"/>
                    <a:pt x="45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8" y="122"/>
                    <a:pt x="48" y="122"/>
                    <a:pt x="48" y="122"/>
                  </a:cubicBezTo>
                  <a:lnTo>
                    <a:pt x="46" y="123"/>
                  </a:lnTo>
                  <a:close/>
                  <a:moveTo>
                    <a:pt x="54" y="130"/>
                  </a:moveTo>
                  <a:cubicBezTo>
                    <a:pt x="53" y="130"/>
                    <a:pt x="53" y="130"/>
                    <a:pt x="53" y="130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30"/>
                    <a:pt x="54" y="130"/>
                  </a:cubicBezTo>
                  <a:close/>
                  <a:moveTo>
                    <a:pt x="56" y="129"/>
                  </a:moveTo>
                  <a:cubicBezTo>
                    <a:pt x="55" y="129"/>
                    <a:pt x="55" y="129"/>
                    <a:pt x="55" y="129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7" y="130"/>
                    <a:pt x="57" y="130"/>
                    <a:pt x="57" y="130"/>
                  </a:cubicBezTo>
                  <a:lnTo>
                    <a:pt x="56" y="129"/>
                  </a:lnTo>
                  <a:close/>
                  <a:moveTo>
                    <a:pt x="63" y="95"/>
                  </a:move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65" y="95"/>
                    <a:pt x="65" y="95"/>
                    <a:pt x="65" y="95"/>
                  </a:cubicBezTo>
                  <a:lnTo>
                    <a:pt x="63" y="95"/>
                  </a:lnTo>
                  <a:close/>
                  <a:moveTo>
                    <a:pt x="70" y="95"/>
                  </a:move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70" y="94"/>
                    <a:pt x="70" y="94"/>
                    <a:pt x="70" y="94"/>
                  </a:cubicBezTo>
                  <a:lnTo>
                    <a:pt x="70" y="95"/>
                  </a:lnTo>
                  <a:close/>
                  <a:moveTo>
                    <a:pt x="103" y="88"/>
                  </a:moveTo>
                  <a:cubicBezTo>
                    <a:pt x="101" y="88"/>
                    <a:pt x="101" y="88"/>
                    <a:pt x="101" y="88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89"/>
                    <a:pt x="104" y="89"/>
                    <a:pt x="104" y="89"/>
                  </a:cubicBezTo>
                  <a:lnTo>
                    <a:pt x="103" y="88"/>
                  </a:lnTo>
                  <a:close/>
                  <a:moveTo>
                    <a:pt x="116" y="85"/>
                  </a:moveTo>
                  <a:cubicBezTo>
                    <a:pt x="115" y="84"/>
                    <a:pt x="115" y="84"/>
                    <a:pt x="115" y="84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5"/>
                    <a:pt x="116" y="85"/>
                    <a:pt x="116" y="85"/>
                  </a:cubicBezTo>
                  <a:close/>
                  <a:moveTo>
                    <a:pt x="151" y="58"/>
                  </a:moveTo>
                  <a:cubicBezTo>
                    <a:pt x="152" y="58"/>
                    <a:pt x="152" y="58"/>
                    <a:pt x="152" y="58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1" y="59"/>
                    <a:pt x="151" y="59"/>
                    <a:pt x="151" y="59"/>
                  </a:cubicBezTo>
                  <a:lnTo>
                    <a:pt x="151" y="58"/>
                  </a:lnTo>
                  <a:close/>
                  <a:moveTo>
                    <a:pt x="132" y="81"/>
                  </a:moveTo>
                  <a:cubicBezTo>
                    <a:pt x="133" y="81"/>
                    <a:pt x="133" y="81"/>
                    <a:pt x="133" y="81"/>
                  </a:cubicBezTo>
                  <a:cubicBezTo>
                    <a:pt x="131" y="81"/>
                    <a:pt x="131" y="81"/>
                    <a:pt x="131" y="81"/>
                  </a:cubicBezTo>
                  <a:lnTo>
                    <a:pt x="132" y="81"/>
                  </a:lnTo>
                  <a:close/>
                  <a:moveTo>
                    <a:pt x="94" y="20"/>
                  </a:moveTo>
                  <a:cubicBezTo>
                    <a:pt x="95" y="20"/>
                    <a:pt x="95" y="20"/>
                    <a:pt x="95" y="20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19"/>
                    <a:pt x="94" y="19"/>
                    <a:pt x="94" y="19"/>
                  </a:cubicBezTo>
                  <a:lnTo>
                    <a:pt x="94" y="20"/>
                  </a:lnTo>
                  <a:close/>
                  <a:moveTo>
                    <a:pt x="80" y="39"/>
                  </a:moveTo>
                  <a:cubicBezTo>
                    <a:pt x="81" y="39"/>
                    <a:pt x="81" y="39"/>
                    <a:pt x="81" y="3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lnTo>
                    <a:pt x="80" y="39"/>
                  </a:lnTo>
                  <a:close/>
                  <a:moveTo>
                    <a:pt x="76" y="44"/>
                  </a:moveTo>
                  <a:cubicBezTo>
                    <a:pt x="77" y="43"/>
                    <a:pt x="77" y="43"/>
                    <a:pt x="77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5" y="45"/>
                    <a:pt x="75" y="45"/>
                    <a:pt x="75" y="45"/>
                  </a:cubicBezTo>
                  <a:lnTo>
                    <a:pt x="76" y="44"/>
                  </a:lnTo>
                  <a:close/>
                  <a:moveTo>
                    <a:pt x="73" y="41"/>
                  </a:moveTo>
                  <a:cubicBezTo>
                    <a:pt x="74" y="40"/>
                    <a:pt x="74" y="40"/>
                    <a:pt x="74" y="40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lose/>
                  <a:moveTo>
                    <a:pt x="69" y="28"/>
                  </a:move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8" y="28"/>
                    <a:pt x="68" y="28"/>
                    <a:pt x="68" y="28"/>
                  </a:cubicBezTo>
                  <a:lnTo>
                    <a:pt x="69" y="2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3" name="Freeform 6490">
              <a:extLst>
                <a:ext uri="{FF2B5EF4-FFF2-40B4-BE49-F238E27FC236}">
                  <a16:creationId xmlns:a16="http://schemas.microsoft.com/office/drawing/2014/main" id="{AADB2C46-F6D5-4F7E-9CC1-EF3ED5BEA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2" y="1919"/>
              <a:ext cx="4" cy="7"/>
            </a:xfrm>
            <a:custGeom>
              <a:avLst/>
              <a:gdLst>
                <a:gd name="T0" fmla="*/ 4 w 4"/>
                <a:gd name="T1" fmla="*/ 0 h 7"/>
                <a:gd name="T2" fmla="*/ 0 w 4"/>
                <a:gd name="T3" fmla="*/ 2 h 7"/>
                <a:gd name="T4" fmla="*/ 2 w 4"/>
                <a:gd name="T5" fmla="*/ 7 h 7"/>
                <a:gd name="T6" fmla="*/ 4 w 4"/>
                <a:gd name="T7" fmla="*/ 5 h 7"/>
                <a:gd name="T8" fmla="*/ 4 w 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lnTo>
                    <a:pt x="0" y="2"/>
                  </a:lnTo>
                  <a:lnTo>
                    <a:pt x="2" y="7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4" name="Freeform 6491">
              <a:extLst>
                <a:ext uri="{FF2B5EF4-FFF2-40B4-BE49-F238E27FC236}">
                  <a16:creationId xmlns:a16="http://schemas.microsoft.com/office/drawing/2014/main" id="{C4A57A15-A8A4-48C4-9FEB-4D1D45CDB57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5" y="1794"/>
              <a:ext cx="15" cy="11"/>
            </a:xfrm>
            <a:custGeom>
              <a:avLst/>
              <a:gdLst>
                <a:gd name="T0" fmla="*/ 4 w 15"/>
                <a:gd name="T1" fmla="*/ 5 h 11"/>
                <a:gd name="T2" fmla="*/ 4 w 15"/>
                <a:gd name="T3" fmla="*/ 5 h 11"/>
                <a:gd name="T4" fmla="*/ 4 w 15"/>
                <a:gd name="T5" fmla="*/ 7 h 11"/>
                <a:gd name="T6" fmla="*/ 6 w 15"/>
                <a:gd name="T7" fmla="*/ 7 h 11"/>
                <a:gd name="T8" fmla="*/ 6 w 15"/>
                <a:gd name="T9" fmla="*/ 9 h 11"/>
                <a:gd name="T10" fmla="*/ 8 w 15"/>
                <a:gd name="T11" fmla="*/ 11 h 11"/>
                <a:gd name="T12" fmla="*/ 10 w 15"/>
                <a:gd name="T13" fmla="*/ 11 h 11"/>
                <a:gd name="T14" fmla="*/ 10 w 15"/>
                <a:gd name="T15" fmla="*/ 11 h 11"/>
                <a:gd name="T16" fmla="*/ 13 w 15"/>
                <a:gd name="T17" fmla="*/ 11 h 11"/>
                <a:gd name="T18" fmla="*/ 13 w 15"/>
                <a:gd name="T19" fmla="*/ 9 h 11"/>
                <a:gd name="T20" fmla="*/ 13 w 15"/>
                <a:gd name="T21" fmla="*/ 9 h 11"/>
                <a:gd name="T22" fmla="*/ 15 w 15"/>
                <a:gd name="T23" fmla="*/ 7 h 11"/>
                <a:gd name="T24" fmla="*/ 13 w 15"/>
                <a:gd name="T25" fmla="*/ 7 h 11"/>
                <a:gd name="T26" fmla="*/ 13 w 15"/>
                <a:gd name="T27" fmla="*/ 7 h 11"/>
                <a:gd name="T28" fmla="*/ 13 w 15"/>
                <a:gd name="T29" fmla="*/ 5 h 11"/>
                <a:gd name="T30" fmla="*/ 12 w 15"/>
                <a:gd name="T31" fmla="*/ 2 h 11"/>
                <a:gd name="T32" fmla="*/ 10 w 15"/>
                <a:gd name="T33" fmla="*/ 2 h 11"/>
                <a:gd name="T34" fmla="*/ 8 w 15"/>
                <a:gd name="T35" fmla="*/ 0 h 11"/>
                <a:gd name="T36" fmla="*/ 6 w 15"/>
                <a:gd name="T37" fmla="*/ 0 h 11"/>
                <a:gd name="T38" fmla="*/ 6 w 15"/>
                <a:gd name="T39" fmla="*/ 0 h 11"/>
                <a:gd name="T40" fmla="*/ 2 w 15"/>
                <a:gd name="T41" fmla="*/ 0 h 11"/>
                <a:gd name="T42" fmla="*/ 0 w 15"/>
                <a:gd name="T43" fmla="*/ 2 h 11"/>
                <a:gd name="T44" fmla="*/ 2 w 15"/>
                <a:gd name="T45" fmla="*/ 5 h 11"/>
                <a:gd name="T46" fmla="*/ 4 w 15"/>
                <a:gd name="T4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" h="11">
                  <a:moveTo>
                    <a:pt x="4" y="5"/>
                  </a:moveTo>
                  <a:lnTo>
                    <a:pt x="4" y="5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5" name="Freeform 6492">
              <a:extLst>
                <a:ext uri="{FF2B5EF4-FFF2-40B4-BE49-F238E27FC236}">
                  <a16:creationId xmlns:a16="http://schemas.microsoft.com/office/drawing/2014/main" id="{3CC84C62-8B40-48B9-99FA-095CACA85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2640" y="1796"/>
              <a:ext cx="15" cy="15"/>
            </a:xfrm>
            <a:custGeom>
              <a:avLst/>
              <a:gdLst>
                <a:gd name="T0" fmla="*/ 15 w 15"/>
                <a:gd name="T1" fmla="*/ 5 h 15"/>
                <a:gd name="T2" fmla="*/ 14 w 15"/>
                <a:gd name="T3" fmla="*/ 3 h 15"/>
                <a:gd name="T4" fmla="*/ 10 w 15"/>
                <a:gd name="T5" fmla="*/ 3 h 15"/>
                <a:gd name="T6" fmla="*/ 6 w 15"/>
                <a:gd name="T7" fmla="*/ 0 h 15"/>
                <a:gd name="T8" fmla="*/ 6 w 15"/>
                <a:gd name="T9" fmla="*/ 2 h 15"/>
                <a:gd name="T10" fmla="*/ 4 w 15"/>
                <a:gd name="T11" fmla="*/ 2 h 15"/>
                <a:gd name="T12" fmla="*/ 2 w 15"/>
                <a:gd name="T13" fmla="*/ 0 h 15"/>
                <a:gd name="T14" fmla="*/ 0 w 15"/>
                <a:gd name="T15" fmla="*/ 3 h 15"/>
                <a:gd name="T16" fmla="*/ 0 w 15"/>
                <a:gd name="T17" fmla="*/ 7 h 15"/>
                <a:gd name="T18" fmla="*/ 4 w 15"/>
                <a:gd name="T19" fmla="*/ 7 h 15"/>
                <a:gd name="T20" fmla="*/ 4 w 15"/>
                <a:gd name="T21" fmla="*/ 11 h 15"/>
                <a:gd name="T22" fmla="*/ 6 w 15"/>
                <a:gd name="T23" fmla="*/ 11 h 15"/>
                <a:gd name="T24" fmla="*/ 6 w 15"/>
                <a:gd name="T25" fmla="*/ 13 h 15"/>
                <a:gd name="T26" fmla="*/ 8 w 15"/>
                <a:gd name="T27" fmla="*/ 15 h 15"/>
                <a:gd name="T28" fmla="*/ 10 w 15"/>
                <a:gd name="T29" fmla="*/ 15 h 15"/>
                <a:gd name="T30" fmla="*/ 12 w 15"/>
                <a:gd name="T31" fmla="*/ 13 h 15"/>
                <a:gd name="T32" fmla="*/ 14 w 15"/>
                <a:gd name="T33" fmla="*/ 13 h 15"/>
                <a:gd name="T34" fmla="*/ 15 w 15"/>
                <a:gd name="T35" fmla="*/ 13 h 15"/>
                <a:gd name="T36" fmla="*/ 15 w 15"/>
                <a:gd name="T37" fmla="*/ 11 h 15"/>
                <a:gd name="T38" fmla="*/ 15 w 15"/>
                <a:gd name="T39" fmla="*/ 9 h 15"/>
                <a:gd name="T40" fmla="*/ 15 w 15"/>
                <a:gd name="T4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15">
                  <a:moveTo>
                    <a:pt x="15" y="5"/>
                  </a:moveTo>
                  <a:lnTo>
                    <a:pt x="14" y="3"/>
                  </a:lnTo>
                  <a:lnTo>
                    <a:pt x="10" y="3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6" name="Freeform 6493">
              <a:extLst>
                <a:ext uri="{FF2B5EF4-FFF2-40B4-BE49-F238E27FC236}">
                  <a16:creationId xmlns:a16="http://schemas.microsoft.com/office/drawing/2014/main" id="{A7D13110-3E09-4AB1-B733-1C16FE5188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1606"/>
              <a:ext cx="7" cy="5"/>
            </a:xfrm>
            <a:custGeom>
              <a:avLst/>
              <a:gdLst>
                <a:gd name="T0" fmla="*/ 2 w 7"/>
                <a:gd name="T1" fmla="*/ 0 h 5"/>
                <a:gd name="T2" fmla="*/ 0 w 7"/>
                <a:gd name="T3" fmla="*/ 1 h 5"/>
                <a:gd name="T4" fmla="*/ 2 w 7"/>
                <a:gd name="T5" fmla="*/ 5 h 5"/>
                <a:gd name="T6" fmla="*/ 3 w 7"/>
                <a:gd name="T7" fmla="*/ 5 h 5"/>
                <a:gd name="T8" fmla="*/ 5 w 7"/>
                <a:gd name="T9" fmla="*/ 5 h 5"/>
                <a:gd name="T10" fmla="*/ 7 w 7"/>
                <a:gd name="T11" fmla="*/ 1 h 5"/>
                <a:gd name="T12" fmla="*/ 5 w 7"/>
                <a:gd name="T13" fmla="*/ 0 h 5"/>
                <a:gd name="T14" fmla="*/ 2 w 7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lnTo>
                    <a:pt x="0" y="1"/>
                  </a:lnTo>
                  <a:lnTo>
                    <a:pt x="2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7" y="1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7" name="Freeform 6494">
              <a:extLst>
                <a:ext uri="{FF2B5EF4-FFF2-40B4-BE49-F238E27FC236}">
                  <a16:creationId xmlns:a16="http://schemas.microsoft.com/office/drawing/2014/main" id="{4832B574-F6F2-4486-9D03-267CBA8B50B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7" y="1606"/>
              <a:ext cx="15" cy="13"/>
            </a:xfrm>
            <a:custGeom>
              <a:avLst/>
              <a:gdLst>
                <a:gd name="T0" fmla="*/ 7 w 8"/>
                <a:gd name="T1" fmla="*/ 5 h 7"/>
                <a:gd name="T2" fmla="*/ 8 w 8"/>
                <a:gd name="T3" fmla="*/ 4 h 7"/>
                <a:gd name="T4" fmla="*/ 8 w 8"/>
                <a:gd name="T5" fmla="*/ 2 h 7"/>
                <a:gd name="T6" fmla="*/ 6 w 8"/>
                <a:gd name="T7" fmla="*/ 2 h 7"/>
                <a:gd name="T8" fmla="*/ 5 w 8"/>
                <a:gd name="T9" fmla="*/ 0 h 7"/>
                <a:gd name="T10" fmla="*/ 3 w 8"/>
                <a:gd name="T11" fmla="*/ 0 h 7"/>
                <a:gd name="T12" fmla="*/ 3 w 8"/>
                <a:gd name="T13" fmla="*/ 1 h 7"/>
                <a:gd name="T14" fmla="*/ 0 w 8"/>
                <a:gd name="T15" fmla="*/ 1 h 7"/>
                <a:gd name="T16" fmla="*/ 2 w 8"/>
                <a:gd name="T17" fmla="*/ 3 h 7"/>
                <a:gd name="T18" fmla="*/ 2 w 8"/>
                <a:gd name="T19" fmla="*/ 4 h 7"/>
                <a:gd name="T20" fmla="*/ 4 w 8"/>
                <a:gd name="T21" fmla="*/ 4 h 7"/>
                <a:gd name="T22" fmla="*/ 4 w 8"/>
                <a:gd name="T23" fmla="*/ 4 h 7"/>
                <a:gd name="T24" fmla="*/ 4 w 8"/>
                <a:gd name="T25" fmla="*/ 4 h 7"/>
                <a:gd name="T26" fmla="*/ 5 w 8"/>
                <a:gd name="T27" fmla="*/ 5 h 7"/>
                <a:gd name="T28" fmla="*/ 7 w 8"/>
                <a:gd name="T29" fmla="*/ 7 h 7"/>
                <a:gd name="T30" fmla="*/ 7 w 8"/>
                <a:gd name="T31" fmla="*/ 5 h 7"/>
                <a:gd name="T32" fmla="*/ 7 w 8"/>
                <a:gd name="T3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8" name="Freeform 6495">
              <a:extLst>
                <a:ext uri="{FF2B5EF4-FFF2-40B4-BE49-F238E27FC236}">
                  <a16:creationId xmlns:a16="http://schemas.microsoft.com/office/drawing/2014/main" id="{6094FDFF-79D7-4710-8746-FB7F03E8AF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62" y="1589"/>
              <a:ext cx="56" cy="50"/>
            </a:xfrm>
            <a:custGeom>
              <a:avLst/>
              <a:gdLst>
                <a:gd name="T0" fmla="*/ 28 w 30"/>
                <a:gd name="T1" fmla="*/ 14 h 27"/>
                <a:gd name="T2" fmla="*/ 30 w 30"/>
                <a:gd name="T3" fmla="*/ 10 h 27"/>
                <a:gd name="T4" fmla="*/ 26 w 30"/>
                <a:gd name="T5" fmla="*/ 10 h 27"/>
                <a:gd name="T6" fmla="*/ 24 w 30"/>
                <a:gd name="T7" fmla="*/ 9 h 27"/>
                <a:gd name="T8" fmla="*/ 21 w 30"/>
                <a:gd name="T9" fmla="*/ 8 h 27"/>
                <a:gd name="T10" fmla="*/ 20 w 30"/>
                <a:gd name="T11" fmla="*/ 6 h 27"/>
                <a:gd name="T12" fmla="*/ 20 w 30"/>
                <a:gd name="T13" fmla="*/ 4 h 27"/>
                <a:gd name="T14" fmla="*/ 20 w 30"/>
                <a:gd name="T15" fmla="*/ 0 h 27"/>
                <a:gd name="T16" fmla="*/ 14 w 30"/>
                <a:gd name="T17" fmla="*/ 3 h 27"/>
                <a:gd name="T18" fmla="*/ 13 w 30"/>
                <a:gd name="T19" fmla="*/ 6 h 27"/>
                <a:gd name="T20" fmla="*/ 11 w 30"/>
                <a:gd name="T21" fmla="*/ 7 h 27"/>
                <a:gd name="T22" fmla="*/ 11 w 30"/>
                <a:gd name="T23" fmla="*/ 9 h 27"/>
                <a:gd name="T24" fmla="*/ 9 w 30"/>
                <a:gd name="T25" fmla="*/ 10 h 27"/>
                <a:gd name="T26" fmla="*/ 6 w 30"/>
                <a:gd name="T27" fmla="*/ 11 h 27"/>
                <a:gd name="T28" fmla="*/ 4 w 30"/>
                <a:gd name="T29" fmla="*/ 11 h 27"/>
                <a:gd name="T30" fmla="*/ 1 w 30"/>
                <a:gd name="T31" fmla="*/ 15 h 27"/>
                <a:gd name="T32" fmla="*/ 5 w 30"/>
                <a:gd name="T33" fmla="*/ 17 h 27"/>
                <a:gd name="T34" fmla="*/ 7 w 30"/>
                <a:gd name="T35" fmla="*/ 20 h 27"/>
                <a:gd name="T36" fmla="*/ 9 w 30"/>
                <a:gd name="T37" fmla="*/ 22 h 27"/>
                <a:gd name="T38" fmla="*/ 11 w 30"/>
                <a:gd name="T39" fmla="*/ 24 h 27"/>
                <a:gd name="T40" fmla="*/ 13 w 30"/>
                <a:gd name="T41" fmla="*/ 25 h 27"/>
                <a:gd name="T42" fmla="*/ 17 w 30"/>
                <a:gd name="T43" fmla="*/ 26 h 27"/>
                <a:gd name="T44" fmla="*/ 20 w 30"/>
                <a:gd name="T45" fmla="*/ 25 h 27"/>
                <a:gd name="T46" fmla="*/ 22 w 30"/>
                <a:gd name="T47" fmla="*/ 24 h 27"/>
                <a:gd name="T48" fmla="*/ 24 w 30"/>
                <a:gd name="T49" fmla="*/ 24 h 27"/>
                <a:gd name="T50" fmla="*/ 27 w 30"/>
                <a:gd name="T51" fmla="*/ 20 h 27"/>
                <a:gd name="T52" fmla="*/ 24 w 30"/>
                <a:gd name="T53" fmla="*/ 20 h 27"/>
                <a:gd name="T54" fmla="*/ 26 w 30"/>
                <a:gd name="T55" fmla="*/ 15 h 27"/>
                <a:gd name="T56" fmla="*/ 24 w 30"/>
                <a:gd name="T57" fmla="*/ 14 h 27"/>
                <a:gd name="T58" fmla="*/ 25 w 30"/>
                <a:gd name="T59" fmla="*/ 12 h 27"/>
                <a:gd name="T60" fmla="*/ 25 w 30"/>
                <a:gd name="T61" fmla="*/ 13 h 27"/>
                <a:gd name="T62" fmla="*/ 26 w 30"/>
                <a:gd name="T63" fmla="*/ 14 h 27"/>
                <a:gd name="T64" fmla="*/ 24 w 30"/>
                <a:gd name="T65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" h="27">
                  <a:moveTo>
                    <a:pt x="26" y="15"/>
                  </a:moveTo>
                  <a:cubicBezTo>
                    <a:pt x="28" y="14"/>
                    <a:pt x="28" y="14"/>
                    <a:pt x="28" y="14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6" y="18"/>
                    <a:pt x="26" y="18"/>
                    <a:pt x="26" y="18"/>
                  </a:cubicBezTo>
                  <a:lnTo>
                    <a:pt x="26" y="15"/>
                  </a:lnTo>
                  <a:close/>
                  <a:moveTo>
                    <a:pt x="24" y="16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4"/>
                    <a:pt x="25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5"/>
                    <a:pt x="26" y="15"/>
                    <a:pt x="26" y="15"/>
                  </a:cubicBezTo>
                  <a:lnTo>
                    <a:pt x="24" y="1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59" name="Freeform 6496">
              <a:extLst>
                <a:ext uri="{FF2B5EF4-FFF2-40B4-BE49-F238E27FC236}">
                  <a16:creationId xmlns:a16="http://schemas.microsoft.com/office/drawing/2014/main" id="{B197E285-9809-4863-9CFD-C38B8FD795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79" y="1436"/>
              <a:ext cx="186" cy="177"/>
            </a:xfrm>
            <a:custGeom>
              <a:avLst/>
              <a:gdLst>
                <a:gd name="T0" fmla="*/ 181 w 186"/>
                <a:gd name="T1" fmla="*/ 134 h 177"/>
                <a:gd name="T2" fmla="*/ 172 w 186"/>
                <a:gd name="T3" fmla="*/ 112 h 177"/>
                <a:gd name="T4" fmla="*/ 160 w 186"/>
                <a:gd name="T5" fmla="*/ 99 h 177"/>
                <a:gd name="T6" fmla="*/ 172 w 186"/>
                <a:gd name="T7" fmla="*/ 87 h 177"/>
                <a:gd name="T8" fmla="*/ 175 w 186"/>
                <a:gd name="T9" fmla="*/ 63 h 177"/>
                <a:gd name="T10" fmla="*/ 183 w 186"/>
                <a:gd name="T11" fmla="*/ 46 h 177"/>
                <a:gd name="T12" fmla="*/ 177 w 186"/>
                <a:gd name="T13" fmla="*/ 24 h 177"/>
                <a:gd name="T14" fmla="*/ 160 w 186"/>
                <a:gd name="T15" fmla="*/ 18 h 177"/>
                <a:gd name="T16" fmla="*/ 151 w 186"/>
                <a:gd name="T17" fmla="*/ 41 h 177"/>
                <a:gd name="T18" fmla="*/ 144 w 186"/>
                <a:gd name="T19" fmla="*/ 60 h 177"/>
                <a:gd name="T20" fmla="*/ 140 w 186"/>
                <a:gd name="T21" fmla="*/ 74 h 177"/>
                <a:gd name="T22" fmla="*/ 132 w 186"/>
                <a:gd name="T23" fmla="*/ 80 h 177"/>
                <a:gd name="T24" fmla="*/ 136 w 186"/>
                <a:gd name="T25" fmla="*/ 60 h 177"/>
                <a:gd name="T26" fmla="*/ 142 w 186"/>
                <a:gd name="T27" fmla="*/ 37 h 177"/>
                <a:gd name="T28" fmla="*/ 129 w 186"/>
                <a:gd name="T29" fmla="*/ 30 h 177"/>
                <a:gd name="T30" fmla="*/ 127 w 186"/>
                <a:gd name="T31" fmla="*/ 45 h 177"/>
                <a:gd name="T32" fmla="*/ 114 w 186"/>
                <a:gd name="T33" fmla="*/ 39 h 177"/>
                <a:gd name="T34" fmla="*/ 108 w 186"/>
                <a:gd name="T35" fmla="*/ 41 h 177"/>
                <a:gd name="T36" fmla="*/ 119 w 186"/>
                <a:gd name="T37" fmla="*/ 28 h 177"/>
                <a:gd name="T38" fmla="*/ 99 w 186"/>
                <a:gd name="T39" fmla="*/ 18 h 177"/>
                <a:gd name="T40" fmla="*/ 88 w 186"/>
                <a:gd name="T41" fmla="*/ 24 h 177"/>
                <a:gd name="T42" fmla="*/ 99 w 186"/>
                <a:gd name="T43" fmla="*/ 9 h 177"/>
                <a:gd name="T44" fmla="*/ 71 w 186"/>
                <a:gd name="T45" fmla="*/ 5 h 177"/>
                <a:gd name="T46" fmla="*/ 36 w 186"/>
                <a:gd name="T47" fmla="*/ 28 h 177"/>
                <a:gd name="T48" fmla="*/ 15 w 186"/>
                <a:gd name="T49" fmla="*/ 46 h 177"/>
                <a:gd name="T50" fmla="*/ 25 w 186"/>
                <a:gd name="T51" fmla="*/ 58 h 177"/>
                <a:gd name="T52" fmla="*/ 39 w 186"/>
                <a:gd name="T53" fmla="*/ 56 h 177"/>
                <a:gd name="T54" fmla="*/ 30 w 186"/>
                <a:gd name="T55" fmla="*/ 61 h 177"/>
                <a:gd name="T56" fmla="*/ 11 w 186"/>
                <a:gd name="T57" fmla="*/ 74 h 177"/>
                <a:gd name="T58" fmla="*/ 17 w 186"/>
                <a:gd name="T59" fmla="*/ 84 h 177"/>
                <a:gd name="T60" fmla="*/ 30 w 186"/>
                <a:gd name="T61" fmla="*/ 87 h 177"/>
                <a:gd name="T62" fmla="*/ 45 w 186"/>
                <a:gd name="T63" fmla="*/ 89 h 177"/>
                <a:gd name="T64" fmla="*/ 58 w 186"/>
                <a:gd name="T65" fmla="*/ 95 h 177"/>
                <a:gd name="T66" fmla="*/ 69 w 186"/>
                <a:gd name="T67" fmla="*/ 106 h 177"/>
                <a:gd name="T68" fmla="*/ 58 w 186"/>
                <a:gd name="T69" fmla="*/ 108 h 177"/>
                <a:gd name="T70" fmla="*/ 45 w 186"/>
                <a:gd name="T71" fmla="*/ 102 h 177"/>
                <a:gd name="T72" fmla="*/ 25 w 186"/>
                <a:gd name="T73" fmla="*/ 97 h 177"/>
                <a:gd name="T74" fmla="*/ 2 w 186"/>
                <a:gd name="T75" fmla="*/ 114 h 177"/>
                <a:gd name="T76" fmla="*/ 11 w 186"/>
                <a:gd name="T77" fmla="*/ 130 h 177"/>
                <a:gd name="T78" fmla="*/ 26 w 186"/>
                <a:gd name="T79" fmla="*/ 134 h 177"/>
                <a:gd name="T80" fmla="*/ 23 w 186"/>
                <a:gd name="T81" fmla="*/ 147 h 177"/>
                <a:gd name="T82" fmla="*/ 23 w 186"/>
                <a:gd name="T83" fmla="*/ 162 h 177"/>
                <a:gd name="T84" fmla="*/ 39 w 186"/>
                <a:gd name="T85" fmla="*/ 164 h 177"/>
                <a:gd name="T86" fmla="*/ 54 w 186"/>
                <a:gd name="T87" fmla="*/ 164 h 177"/>
                <a:gd name="T88" fmla="*/ 65 w 186"/>
                <a:gd name="T89" fmla="*/ 166 h 177"/>
                <a:gd name="T90" fmla="*/ 82 w 186"/>
                <a:gd name="T91" fmla="*/ 158 h 177"/>
                <a:gd name="T92" fmla="*/ 105 w 186"/>
                <a:gd name="T93" fmla="*/ 153 h 177"/>
                <a:gd name="T94" fmla="*/ 110 w 186"/>
                <a:gd name="T95" fmla="*/ 147 h 177"/>
                <a:gd name="T96" fmla="*/ 108 w 186"/>
                <a:gd name="T97" fmla="*/ 158 h 177"/>
                <a:gd name="T98" fmla="*/ 118 w 186"/>
                <a:gd name="T99" fmla="*/ 164 h 177"/>
                <a:gd name="T100" fmla="*/ 129 w 186"/>
                <a:gd name="T101" fmla="*/ 171 h 177"/>
                <a:gd name="T102" fmla="*/ 140 w 186"/>
                <a:gd name="T103" fmla="*/ 173 h 177"/>
                <a:gd name="T104" fmla="*/ 151 w 186"/>
                <a:gd name="T105" fmla="*/ 175 h 177"/>
                <a:gd name="T106" fmla="*/ 160 w 186"/>
                <a:gd name="T107" fmla="*/ 171 h 177"/>
                <a:gd name="T108" fmla="*/ 160 w 186"/>
                <a:gd name="T109" fmla="*/ 160 h 177"/>
                <a:gd name="T110" fmla="*/ 151 w 186"/>
                <a:gd name="T111" fmla="*/ 156 h 177"/>
                <a:gd name="T112" fmla="*/ 159 w 186"/>
                <a:gd name="T113" fmla="*/ 155 h 177"/>
                <a:gd name="T114" fmla="*/ 168 w 186"/>
                <a:gd name="T115" fmla="*/ 153 h 177"/>
                <a:gd name="T116" fmla="*/ 170 w 186"/>
                <a:gd name="T117" fmla="*/ 158 h 177"/>
                <a:gd name="T118" fmla="*/ 177 w 186"/>
                <a:gd name="T119" fmla="*/ 162 h 177"/>
                <a:gd name="T120" fmla="*/ 185 w 186"/>
                <a:gd name="T121" fmla="*/ 147 h 177"/>
                <a:gd name="T122" fmla="*/ 26 w 186"/>
                <a:gd name="T123" fmla="*/ 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6" h="177">
                  <a:moveTo>
                    <a:pt x="185" y="145"/>
                  </a:moveTo>
                  <a:lnTo>
                    <a:pt x="185" y="142"/>
                  </a:lnTo>
                  <a:lnTo>
                    <a:pt x="186" y="140"/>
                  </a:lnTo>
                  <a:lnTo>
                    <a:pt x="185" y="138"/>
                  </a:lnTo>
                  <a:lnTo>
                    <a:pt x="183" y="138"/>
                  </a:lnTo>
                  <a:lnTo>
                    <a:pt x="181" y="138"/>
                  </a:lnTo>
                  <a:lnTo>
                    <a:pt x="183" y="136"/>
                  </a:lnTo>
                  <a:lnTo>
                    <a:pt x="181" y="134"/>
                  </a:lnTo>
                  <a:lnTo>
                    <a:pt x="177" y="134"/>
                  </a:lnTo>
                  <a:lnTo>
                    <a:pt x="177" y="132"/>
                  </a:lnTo>
                  <a:lnTo>
                    <a:pt x="175" y="130"/>
                  </a:lnTo>
                  <a:lnTo>
                    <a:pt x="175" y="130"/>
                  </a:lnTo>
                  <a:lnTo>
                    <a:pt x="173" y="125"/>
                  </a:lnTo>
                  <a:lnTo>
                    <a:pt x="173" y="123"/>
                  </a:lnTo>
                  <a:lnTo>
                    <a:pt x="175" y="119"/>
                  </a:lnTo>
                  <a:lnTo>
                    <a:pt x="172" y="112"/>
                  </a:lnTo>
                  <a:lnTo>
                    <a:pt x="170" y="117"/>
                  </a:lnTo>
                  <a:lnTo>
                    <a:pt x="166" y="115"/>
                  </a:lnTo>
                  <a:lnTo>
                    <a:pt x="166" y="110"/>
                  </a:lnTo>
                  <a:lnTo>
                    <a:pt x="164" y="110"/>
                  </a:lnTo>
                  <a:lnTo>
                    <a:pt x="164" y="106"/>
                  </a:lnTo>
                  <a:lnTo>
                    <a:pt x="162" y="102"/>
                  </a:lnTo>
                  <a:lnTo>
                    <a:pt x="162" y="101"/>
                  </a:lnTo>
                  <a:lnTo>
                    <a:pt x="160" y="99"/>
                  </a:lnTo>
                  <a:lnTo>
                    <a:pt x="160" y="99"/>
                  </a:lnTo>
                  <a:lnTo>
                    <a:pt x="162" y="99"/>
                  </a:lnTo>
                  <a:lnTo>
                    <a:pt x="164" y="95"/>
                  </a:lnTo>
                  <a:lnTo>
                    <a:pt x="164" y="95"/>
                  </a:lnTo>
                  <a:lnTo>
                    <a:pt x="166" y="97"/>
                  </a:lnTo>
                  <a:lnTo>
                    <a:pt x="168" y="95"/>
                  </a:lnTo>
                  <a:lnTo>
                    <a:pt x="168" y="91"/>
                  </a:lnTo>
                  <a:lnTo>
                    <a:pt x="172" y="87"/>
                  </a:lnTo>
                  <a:lnTo>
                    <a:pt x="172" y="84"/>
                  </a:lnTo>
                  <a:lnTo>
                    <a:pt x="172" y="82"/>
                  </a:lnTo>
                  <a:lnTo>
                    <a:pt x="170" y="76"/>
                  </a:lnTo>
                  <a:lnTo>
                    <a:pt x="170" y="74"/>
                  </a:lnTo>
                  <a:lnTo>
                    <a:pt x="172" y="74"/>
                  </a:lnTo>
                  <a:lnTo>
                    <a:pt x="172" y="71"/>
                  </a:lnTo>
                  <a:lnTo>
                    <a:pt x="175" y="67"/>
                  </a:lnTo>
                  <a:lnTo>
                    <a:pt x="175" y="63"/>
                  </a:lnTo>
                  <a:lnTo>
                    <a:pt x="177" y="61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54"/>
                  </a:lnTo>
                  <a:lnTo>
                    <a:pt x="183" y="50"/>
                  </a:lnTo>
                  <a:lnTo>
                    <a:pt x="181" y="46"/>
                  </a:lnTo>
                  <a:lnTo>
                    <a:pt x="181" y="46"/>
                  </a:lnTo>
                  <a:lnTo>
                    <a:pt x="183" y="46"/>
                  </a:lnTo>
                  <a:lnTo>
                    <a:pt x="185" y="43"/>
                  </a:lnTo>
                  <a:lnTo>
                    <a:pt x="183" y="39"/>
                  </a:lnTo>
                  <a:lnTo>
                    <a:pt x="183" y="37"/>
                  </a:lnTo>
                  <a:lnTo>
                    <a:pt x="183" y="35"/>
                  </a:lnTo>
                  <a:lnTo>
                    <a:pt x="181" y="33"/>
                  </a:lnTo>
                  <a:lnTo>
                    <a:pt x="179" y="32"/>
                  </a:lnTo>
                  <a:lnTo>
                    <a:pt x="181" y="30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2" y="26"/>
                  </a:lnTo>
                  <a:lnTo>
                    <a:pt x="168" y="20"/>
                  </a:lnTo>
                  <a:lnTo>
                    <a:pt x="166" y="20"/>
                  </a:lnTo>
                  <a:lnTo>
                    <a:pt x="164" y="18"/>
                  </a:lnTo>
                  <a:lnTo>
                    <a:pt x="160" y="18"/>
                  </a:lnTo>
                  <a:lnTo>
                    <a:pt x="162" y="22"/>
                  </a:lnTo>
                  <a:lnTo>
                    <a:pt x="159" y="22"/>
                  </a:lnTo>
                  <a:lnTo>
                    <a:pt x="157" y="26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3" y="35"/>
                  </a:lnTo>
                  <a:lnTo>
                    <a:pt x="153" y="39"/>
                  </a:lnTo>
                  <a:lnTo>
                    <a:pt x="151" y="41"/>
                  </a:lnTo>
                  <a:lnTo>
                    <a:pt x="151" y="43"/>
                  </a:lnTo>
                  <a:lnTo>
                    <a:pt x="151" y="45"/>
                  </a:lnTo>
                  <a:lnTo>
                    <a:pt x="151" y="46"/>
                  </a:lnTo>
                  <a:lnTo>
                    <a:pt x="149" y="48"/>
                  </a:lnTo>
                  <a:lnTo>
                    <a:pt x="149" y="54"/>
                  </a:lnTo>
                  <a:lnTo>
                    <a:pt x="147" y="54"/>
                  </a:lnTo>
                  <a:lnTo>
                    <a:pt x="146" y="54"/>
                  </a:lnTo>
                  <a:lnTo>
                    <a:pt x="144" y="60"/>
                  </a:lnTo>
                  <a:lnTo>
                    <a:pt x="144" y="61"/>
                  </a:lnTo>
                  <a:lnTo>
                    <a:pt x="144" y="63"/>
                  </a:lnTo>
                  <a:lnTo>
                    <a:pt x="144" y="65"/>
                  </a:lnTo>
                  <a:lnTo>
                    <a:pt x="140" y="69"/>
                  </a:lnTo>
                  <a:lnTo>
                    <a:pt x="142" y="71"/>
                  </a:lnTo>
                  <a:lnTo>
                    <a:pt x="142" y="71"/>
                  </a:lnTo>
                  <a:lnTo>
                    <a:pt x="138" y="71"/>
                  </a:lnTo>
                  <a:lnTo>
                    <a:pt x="140" y="74"/>
                  </a:lnTo>
                  <a:lnTo>
                    <a:pt x="142" y="74"/>
                  </a:lnTo>
                  <a:lnTo>
                    <a:pt x="140" y="76"/>
                  </a:lnTo>
                  <a:lnTo>
                    <a:pt x="138" y="76"/>
                  </a:lnTo>
                  <a:lnTo>
                    <a:pt x="136" y="76"/>
                  </a:lnTo>
                  <a:lnTo>
                    <a:pt x="134" y="78"/>
                  </a:lnTo>
                  <a:lnTo>
                    <a:pt x="134" y="82"/>
                  </a:lnTo>
                  <a:lnTo>
                    <a:pt x="134" y="82"/>
                  </a:lnTo>
                  <a:lnTo>
                    <a:pt x="132" y="80"/>
                  </a:lnTo>
                  <a:lnTo>
                    <a:pt x="132" y="78"/>
                  </a:lnTo>
                  <a:lnTo>
                    <a:pt x="134" y="76"/>
                  </a:lnTo>
                  <a:lnTo>
                    <a:pt x="132" y="74"/>
                  </a:lnTo>
                  <a:lnTo>
                    <a:pt x="132" y="71"/>
                  </a:lnTo>
                  <a:lnTo>
                    <a:pt x="134" y="67"/>
                  </a:lnTo>
                  <a:lnTo>
                    <a:pt x="134" y="65"/>
                  </a:lnTo>
                  <a:lnTo>
                    <a:pt x="136" y="63"/>
                  </a:lnTo>
                  <a:lnTo>
                    <a:pt x="136" y="60"/>
                  </a:lnTo>
                  <a:lnTo>
                    <a:pt x="138" y="52"/>
                  </a:lnTo>
                  <a:lnTo>
                    <a:pt x="142" y="52"/>
                  </a:lnTo>
                  <a:lnTo>
                    <a:pt x="142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0" y="46"/>
                  </a:lnTo>
                  <a:lnTo>
                    <a:pt x="142" y="45"/>
                  </a:lnTo>
                  <a:lnTo>
                    <a:pt x="142" y="37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6" y="24"/>
                  </a:lnTo>
                  <a:lnTo>
                    <a:pt x="131" y="26"/>
                  </a:lnTo>
                  <a:lnTo>
                    <a:pt x="129" y="30"/>
                  </a:lnTo>
                  <a:lnTo>
                    <a:pt x="132" y="33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7" y="39"/>
                  </a:lnTo>
                  <a:lnTo>
                    <a:pt x="129" y="41"/>
                  </a:lnTo>
                  <a:lnTo>
                    <a:pt x="129" y="43"/>
                  </a:lnTo>
                  <a:lnTo>
                    <a:pt x="127" y="41"/>
                  </a:lnTo>
                  <a:lnTo>
                    <a:pt x="127" y="45"/>
                  </a:lnTo>
                  <a:lnTo>
                    <a:pt x="127" y="45"/>
                  </a:lnTo>
                  <a:lnTo>
                    <a:pt x="127" y="41"/>
                  </a:lnTo>
                  <a:lnTo>
                    <a:pt x="123" y="43"/>
                  </a:lnTo>
                  <a:lnTo>
                    <a:pt x="125" y="41"/>
                  </a:lnTo>
                  <a:lnTo>
                    <a:pt x="121" y="39"/>
                  </a:lnTo>
                  <a:lnTo>
                    <a:pt x="118" y="41"/>
                  </a:lnTo>
                  <a:lnTo>
                    <a:pt x="116" y="43"/>
                  </a:lnTo>
                  <a:lnTo>
                    <a:pt x="114" y="39"/>
                  </a:lnTo>
                  <a:lnTo>
                    <a:pt x="110" y="41"/>
                  </a:lnTo>
                  <a:lnTo>
                    <a:pt x="110" y="43"/>
                  </a:lnTo>
                  <a:lnTo>
                    <a:pt x="108" y="43"/>
                  </a:lnTo>
                  <a:lnTo>
                    <a:pt x="106" y="41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6" y="39"/>
                  </a:lnTo>
                  <a:lnTo>
                    <a:pt x="108" y="41"/>
                  </a:lnTo>
                  <a:lnTo>
                    <a:pt x="114" y="39"/>
                  </a:lnTo>
                  <a:lnTo>
                    <a:pt x="114" y="37"/>
                  </a:lnTo>
                  <a:lnTo>
                    <a:pt x="114" y="37"/>
                  </a:lnTo>
                  <a:lnTo>
                    <a:pt x="116" y="37"/>
                  </a:lnTo>
                  <a:lnTo>
                    <a:pt x="119" y="35"/>
                  </a:lnTo>
                  <a:lnTo>
                    <a:pt x="119" y="32"/>
                  </a:lnTo>
                  <a:lnTo>
                    <a:pt x="121" y="30"/>
                  </a:lnTo>
                  <a:lnTo>
                    <a:pt x="119" y="28"/>
                  </a:lnTo>
                  <a:lnTo>
                    <a:pt x="116" y="24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08" y="17"/>
                  </a:lnTo>
                  <a:lnTo>
                    <a:pt x="108" y="15"/>
                  </a:lnTo>
                  <a:lnTo>
                    <a:pt x="105" y="15"/>
                  </a:lnTo>
                  <a:lnTo>
                    <a:pt x="101" y="17"/>
                  </a:lnTo>
                  <a:lnTo>
                    <a:pt x="99" y="18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5" y="26"/>
                  </a:lnTo>
                  <a:lnTo>
                    <a:pt x="93" y="26"/>
                  </a:lnTo>
                  <a:lnTo>
                    <a:pt x="93" y="24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90" y="22"/>
                  </a:lnTo>
                  <a:lnTo>
                    <a:pt x="92" y="22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7" y="15"/>
                  </a:lnTo>
                  <a:lnTo>
                    <a:pt x="99" y="9"/>
                  </a:lnTo>
                  <a:lnTo>
                    <a:pt x="99" y="5"/>
                  </a:lnTo>
                  <a:lnTo>
                    <a:pt x="101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1" y="5"/>
                  </a:lnTo>
                  <a:lnTo>
                    <a:pt x="58" y="11"/>
                  </a:lnTo>
                  <a:lnTo>
                    <a:pt x="54" y="13"/>
                  </a:lnTo>
                  <a:lnTo>
                    <a:pt x="47" y="15"/>
                  </a:lnTo>
                  <a:lnTo>
                    <a:pt x="38" y="20"/>
                  </a:lnTo>
                  <a:lnTo>
                    <a:pt x="34" y="24"/>
                  </a:lnTo>
                  <a:lnTo>
                    <a:pt x="32" y="26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2" y="28"/>
                  </a:lnTo>
                  <a:lnTo>
                    <a:pt x="28" y="32"/>
                  </a:lnTo>
                  <a:lnTo>
                    <a:pt x="25" y="32"/>
                  </a:lnTo>
                  <a:lnTo>
                    <a:pt x="21" y="33"/>
                  </a:lnTo>
                  <a:lnTo>
                    <a:pt x="21" y="37"/>
                  </a:lnTo>
                  <a:lnTo>
                    <a:pt x="17" y="39"/>
                  </a:lnTo>
                  <a:lnTo>
                    <a:pt x="15" y="41"/>
                  </a:lnTo>
                  <a:lnTo>
                    <a:pt x="15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7" y="48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4"/>
                  </a:lnTo>
                  <a:lnTo>
                    <a:pt x="25" y="58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6" y="58"/>
                  </a:lnTo>
                  <a:lnTo>
                    <a:pt x="30" y="58"/>
                  </a:lnTo>
                  <a:lnTo>
                    <a:pt x="36" y="58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5" y="58"/>
                  </a:lnTo>
                  <a:lnTo>
                    <a:pt x="43" y="58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4" y="61"/>
                  </a:lnTo>
                  <a:lnTo>
                    <a:pt x="32" y="61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17" y="61"/>
                  </a:lnTo>
                  <a:lnTo>
                    <a:pt x="17" y="63"/>
                  </a:lnTo>
                  <a:lnTo>
                    <a:pt x="11" y="63"/>
                  </a:lnTo>
                  <a:lnTo>
                    <a:pt x="10" y="67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8"/>
                  </a:lnTo>
                  <a:lnTo>
                    <a:pt x="10" y="80"/>
                  </a:lnTo>
                  <a:lnTo>
                    <a:pt x="11" y="82"/>
                  </a:lnTo>
                  <a:lnTo>
                    <a:pt x="13" y="84"/>
                  </a:lnTo>
                  <a:lnTo>
                    <a:pt x="15" y="84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1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6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4" y="87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49" y="89"/>
                  </a:lnTo>
                  <a:lnTo>
                    <a:pt x="52" y="89"/>
                  </a:lnTo>
                  <a:lnTo>
                    <a:pt x="54" y="89"/>
                  </a:lnTo>
                  <a:lnTo>
                    <a:pt x="54" y="91"/>
                  </a:lnTo>
                  <a:lnTo>
                    <a:pt x="56" y="91"/>
                  </a:lnTo>
                  <a:lnTo>
                    <a:pt x="56" y="93"/>
                  </a:lnTo>
                  <a:lnTo>
                    <a:pt x="58" y="93"/>
                  </a:lnTo>
                  <a:lnTo>
                    <a:pt x="58" y="95"/>
                  </a:lnTo>
                  <a:lnTo>
                    <a:pt x="60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9"/>
                  </a:lnTo>
                  <a:lnTo>
                    <a:pt x="65" y="101"/>
                  </a:lnTo>
                  <a:lnTo>
                    <a:pt x="67" y="101"/>
                  </a:lnTo>
                  <a:lnTo>
                    <a:pt x="67" y="104"/>
                  </a:lnTo>
                  <a:lnTo>
                    <a:pt x="69" y="106"/>
                  </a:lnTo>
                  <a:lnTo>
                    <a:pt x="73" y="108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67" y="108"/>
                  </a:lnTo>
                  <a:lnTo>
                    <a:pt x="64" y="108"/>
                  </a:lnTo>
                  <a:lnTo>
                    <a:pt x="62" y="108"/>
                  </a:lnTo>
                  <a:lnTo>
                    <a:pt x="60" y="108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2" y="104"/>
                  </a:lnTo>
                  <a:lnTo>
                    <a:pt x="51" y="102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5" y="102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1" y="99"/>
                  </a:lnTo>
                  <a:lnTo>
                    <a:pt x="39" y="99"/>
                  </a:lnTo>
                  <a:lnTo>
                    <a:pt x="36" y="99"/>
                  </a:lnTo>
                  <a:lnTo>
                    <a:pt x="34" y="97"/>
                  </a:lnTo>
                  <a:lnTo>
                    <a:pt x="28" y="99"/>
                  </a:lnTo>
                  <a:lnTo>
                    <a:pt x="25" y="97"/>
                  </a:lnTo>
                  <a:lnTo>
                    <a:pt x="23" y="97"/>
                  </a:lnTo>
                  <a:lnTo>
                    <a:pt x="11" y="97"/>
                  </a:lnTo>
                  <a:lnTo>
                    <a:pt x="10" y="97"/>
                  </a:lnTo>
                  <a:lnTo>
                    <a:pt x="6" y="99"/>
                  </a:lnTo>
                  <a:lnTo>
                    <a:pt x="4" y="101"/>
                  </a:lnTo>
                  <a:lnTo>
                    <a:pt x="4" y="104"/>
                  </a:lnTo>
                  <a:lnTo>
                    <a:pt x="0" y="110"/>
                  </a:lnTo>
                  <a:lnTo>
                    <a:pt x="2" y="114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4" y="125"/>
                  </a:lnTo>
                  <a:lnTo>
                    <a:pt x="6" y="127"/>
                  </a:lnTo>
                  <a:lnTo>
                    <a:pt x="6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5" y="132"/>
                  </a:lnTo>
                  <a:lnTo>
                    <a:pt x="15" y="134"/>
                  </a:lnTo>
                  <a:lnTo>
                    <a:pt x="19" y="134"/>
                  </a:lnTo>
                  <a:lnTo>
                    <a:pt x="21" y="132"/>
                  </a:lnTo>
                  <a:lnTo>
                    <a:pt x="23" y="132"/>
                  </a:lnTo>
                  <a:lnTo>
                    <a:pt x="25" y="134"/>
                  </a:lnTo>
                  <a:lnTo>
                    <a:pt x="26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8" y="140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6" y="143"/>
                  </a:lnTo>
                  <a:lnTo>
                    <a:pt x="26" y="145"/>
                  </a:lnTo>
                  <a:lnTo>
                    <a:pt x="23" y="147"/>
                  </a:lnTo>
                  <a:lnTo>
                    <a:pt x="23" y="149"/>
                  </a:lnTo>
                  <a:lnTo>
                    <a:pt x="21" y="151"/>
                  </a:lnTo>
                  <a:lnTo>
                    <a:pt x="23" y="153"/>
                  </a:lnTo>
                  <a:lnTo>
                    <a:pt x="23" y="155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1" y="160"/>
                  </a:lnTo>
                  <a:lnTo>
                    <a:pt x="23" y="162"/>
                  </a:lnTo>
                  <a:lnTo>
                    <a:pt x="28" y="164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2" y="164"/>
                  </a:lnTo>
                  <a:lnTo>
                    <a:pt x="34" y="162"/>
                  </a:lnTo>
                  <a:lnTo>
                    <a:pt x="34" y="162"/>
                  </a:lnTo>
                  <a:lnTo>
                    <a:pt x="36" y="164"/>
                  </a:lnTo>
                  <a:lnTo>
                    <a:pt x="39" y="164"/>
                  </a:lnTo>
                  <a:lnTo>
                    <a:pt x="43" y="166"/>
                  </a:lnTo>
                  <a:lnTo>
                    <a:pt x="45" y="164"/>
                  </a:lnTo>
                  <a:lnTo>
                    <a:pt x="49" y="164"/>
                  </a:lnTo>
                  <a:lnTo>
                    <a:pt x="49" y="164"/>
                  </a:lnTo>
                  <a:lnTo>
                    <a:pt x="51" y="166"/>
                  </a:lnTo>
                  <a:lnTo>
                    <a:pt x="52" y="164"/>
                  </a:lnTo>
                  <a:lnTo>
                    <a:pt x="52" y="164"/>
                  </a:lnTo>
                  <a:lnTo>
                    <a:pt x="54" y="164"/>
                  </a:lnTo>
                  <a:lnTo>
                    <a:pt x="54" y="166"/>
                  </a:lnTo>
                  <a:lnTo>
                    <a:pt x="56" y="166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62" y="168"/>
                  </a:lnTo>
                  <a:lnTo>
                    <a:pt x="62" y="166"/>
                  </a:lnTo>
                  <a:lnTo>
                    <a:pt x="65" y="166"/>
                  </a:lnTo>
                  <a:lnTo>
                    <a:pt x="67" y="164"/>
                  </a:lnTo>
                  <a:lnTo>
                    <a:pt x="69" y="164"/>
                  </a:lnTo>
                  <a:lnTo>
                    <a:pt x="71" y="164"/>
                  </a:lnTo>
                  <a:lnTo>
                    <a:pt x="75" y="160"/>
                  </a:lnTo>
                  <a:lnTo>
                    <a:pt x="77" y="160"/>
                  </a:lnTo>
                  <a:lnTo>
                    <a:pt x="80" y="158"/>
                  </a:lnTo>
                  <a:lnTo>
                    <a:pt x="80" y="158"/>
                  </a:lnTo>
                  <a:lnTo>
                    <a:pt x="82" y="158"/>
                  </a:lnTo>
                  <a:lnTo>
                    <a:pt x="84" y="158"/>
                  </a:lnTo>
                  <a:lnTo>
                    <a:pt x="86" y="158"/>
                  </a:lnTo>
                  <a:lnTo>
                    <a:pt x="88" y="158"/>
                  </a:lnTo>
                  <a:lnTo>
                    <a:pt x="93" y="158"/>
                  </a:lnTo>
                  <a:lnTo>
                    <a:pt x="101" y="155"/>
                  </a:lnTo>
                  <a:lnTo>
                    <a:pt x="101" y="155"/>
                  </a:lnTo>
                  <a:lnTo>
                    <a:pt x="103" y="155"/>
                  </a:lnTo>
                  <a:lnTo>
                    <a:pt x="105" y="153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112" y="147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0" y="151"/>
                  </a:lnTo>
                  <a:lnTo>
                    <a:pt x="110" y="153"/>
                  </a:lnTo>
                  <a:lnTo>
                    <a:pt x="110" y="155"/>
                  </a:lnTo>
                  <a:lnTo>
                    <a:pt x="108" y="155"/>
                  </a:lnTo>
                  <a:lnTo>
                    <a:pt x="108" y="158"/>
                  </a:lnTo>
                  <a:lnTo>
                    <a:pt x="110" y="158"/>
                  </a:lnTo>
                  <a:lnTo>
                    <a:pt x="114" y="160"/>
                  </a:lnTo>
                  <a:lnTo>
                    <a:pt x="114" y="158"/>
                  </a:lnTo>
                  <a:lnTo>
                    <a:pt x="116" y="158"/>
                  </a:lnTo>
                  <a:lnTo>
                    <a:pt x="118" y="160"/>
                  </a:lnTo>
                  <a:lnTo>
                    <a:pt x="118" y="162"/>
                  </a:lnTo>
                  <a:lnTo>
                    <a:pt x="119" y="164"/>
                  </a:lnTo>
                  <a:lnTo>
                    <a:pt x="118" y="164"/>
                  </a:lnTo>
                  <a:lnTo>
                    <a:pt x="116" y="166"/>
                  </a:lnTo>
                  <a:lnTo>
                    <a:pt x="118" y="168"/>
                  </a:lnTo>
                  <a:lnTo>
                    <a:pt x="119" y="168"/>
                  </a:lnTo>
                  <a:lnTo>
                    <a:pt x="119" y="170"/>
                  </a:lnTo>
                  <a:lnTo>
                    <a:pt x="123" y="171"/>
                  </a:lnTo>
                  <a:lnTo>
                    <a:pt x="125" y="170"/>
                  </a:lnTo>
                  <a:lnTo>
                    <a:pt x="127" y="170"/>
                  </a:lnTo>
                  <a:lnTo>
                    <a:pt x="129" y="171"/>
                  </a:lnTo>
                  <a:lnTo>
                    <a:pt x="131" y="173"/>
                  </a:lnTo>
                  <a:lnTo>
                    <a:pt x="132" y="171"/>
                  </a:lnTo>
                  <a:lnTo>
                    <a:pt x="132" y="171"/>
                  </a:lnTo>
                  <a:lnTo>
                    <a:pt x="134" y="173"/>
                  </a:lnTo>
                  <a:lnTo>
                    <a:pt x="136" y="173"/>
                  </a:lnTo>
                  <a:lnTo>
                    <a:pt x="138" y="175"/>
                  </a:lnTo>
                  <a:lnTo>
                    <a:pt x="140" y="175"/>
                  </a:lnTo>
                  <a:lnTo>
                    <a:pt x="140" y="173"/>
                  </a:lnTo>
                  <a:lnTo>
                    <a:pt x="142" y="173"/>
                  </a:lnTo>
                  <a:lnTo>
                    <a:pt x="142" y="173"/>
                  </a:lnTo>
                  <a:lnTo>
                    <a:pt x="142" y="175"/>
                  </a:lnTo>
                  <a:lnTo>
                    <a:pt x="144" y="177"/>
                  </a:lnTo>
                  <a:lnTo>
                    <a:pt x="147" y="175"/>
                  </a:lnTo>
                  <a:lnTo>
                    <a:pt x="147" y="173"/>
                  </a:lnTo>
                  <a:lnTo>
                    <a:pt x="149" y="175"/>
                  </a:lnTo>
                  <a:lnTo>
                    <a:pt x="151" y="175"/>
                  </a:lnTo>
                  <a:lnTo>
                    <a:pt x="153" y="175"/>
                  </a:lnTo>
                  <a:lnTo>
                    <a:pt x="153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60" y="171"/>
                  </a:lnTo>
                  <a:lnTo>
                    <a:pt x="159" y="170"/>
                  </a:lnTo>
                  <a:lnTo>
                    <a:pt x="160" y="170"/>
                  </a:lnTo>
                  <a:lnTo>
                    <a:pt x="160" y="168"/>
                  </a:lnTo>
                  <a:lnTo>
                    <a:pt x="162" y="166"/>
                  </a:lnTo>
                  <a:lnTo>
                    <a:pt x="162" y="162"/>
                  </a:lnTo>
                  <a:lnTo>
                    <a:pt x="160" y="162"/>
                  </a:lnTo>
                  <a:lnTo>
                    <a:pt x="159" y="162"/>
                  </a:lnTo>
                  <a:lnTo>
                    <a:pt x="160" y="160"/>
                  </a:lnTo>
                  <a:lnTo>
                    <a:pt x="162" y="160"/>
                  </a:lnTo>
                  <a:lnTo>
                    <a:pt x="162" y="156"/>
                  </a:lnTo>
                  <a:lnTo>
                    <a:pt x="159" y="155"/>
                  </a:lnTo>
                  <a:lnTo>
                    <a:pt x="157" y="155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5" y="156"/>
                  </a:lnTo>
                  <a:lnTo>
                    <a:pt x="151" y="156"/>
                  </a:lnTo>
                  <a:lnTo>
                    <a:pt x="151" y="153"/>
                  </a:lnTo>
                  <a:lnTo>
                    <a:pt x="151" y="153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53"/>
                  </a:lnTo>
                  <a:lnTo>
                    <a:pt x="153" y="155"/>
                  </a:lnTo>
                  <a:lnTo>
                    <a:pt x="155" y="155"/>
                  </a:lnTo>
                  <a:lnTo>
                    <a:pt x="159" y="155"/>
                  </a:lnTo>
                  <a:lnTo>
                    <a:pt x="160" y="149"/>
                  </a:lnTo>
                  <a:lnTo>
                    <a:pt x="162" y="149"/>
                  </a:lnTo>
                  <a:lnTo>
                    <a:pt x="164" y="147"/>
                  </a:lnTo>
                  <a:lnTo>
                    <a:pt x="164" y="147"/>
                  </a:lnTo>
                  <a:lnTo>
                    <a:pt x="166" y="147"/>
                  </a:lnTo>
                  <a:lnTo>
                    <a:pt x="166" y="147"/>
                  </a:lnTo>
                  <a:lnTo>
                    <a:pt x="166" y="153"/>
                  </a:lnTo>
                  <a:lnTo>
                    <a:pt x="168" y="153"/>
                  </a:lnTo>
                  <a:lnTo>
                    <a:pt x="166" y="155"/>
                  </a:lnTo>
                  <a:lnTo>
                    <a:pt x="170" y="155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3" y="155"/>
                  </a:lnTo>
                  <a:lnTo>
                    <a:pt x="175" y="156"/>
                  </a:lnTo>
                  <a:lnTo>
                    <a:pt x="172" y="156"/>
                  </a:lnTo>
                  <a:lnTo>
                    <a:pt x="170" y="158"/>
                  </a:lnTo>
                  <a:lnTo>
                    <a:pt x="172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6"/>
                  </a:lnTo>
                  <a:lnTo>
                    <a:pt x="173" y="166"/>
                  </a:lnTo>
                  <a:lnTo>
                    <a:pt x="173" y="164"/>
                  </a:lnTo>
                  <a:lnTo>
                    <a:pt x="175" y="164"/>
                  </a:lnTo>
                  <a:lnTo>
                    <a:pt x="177" y="162"/>
                  </a:lnTo>
                  <a:lnTo>
                    <a:pt x="177" y="160"/>
                  </a:lnTo>
                  <a:lnTo>
                    <a:pt x="175" y="158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7" y="156"/>
                  </a:lnTo>
                  <a:lnTo>
                    <a:pt x="179" y="155"/>
                  </a:lnTo>
                  <a:lnTo>
                    <a:pt x="183" y="151"/>
                  </a:lnTo>
                  <a:lnTo>
                    <a:pt x="185" y="147"/>
                  </a:lnTo>
                  <a:lnTo>
                    <a:pt x="185" y="145"/>
                  </a:lnTo>
                  <a:close/>
                  <a:moveTo>
                    <a:pt x="26" y="50"/>
                  </a:moveTo>
                  <a:lnTo>
                    <a:pt x="25" y="50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50"/>
                  </a:lnTo>
                  <a:close/>
                  <a:moveTo>
                    <a:pt x="49" y="58"/>
                  </a:moveTo>
                  <a:lnTo>
                    <a:pt x="47" y="58"/>
                  </a:lnTo>
                  <a:lnTo>
                    <a:pt x="49" y="58"/>
                  </a:lnTo>
                  <a:lnTo>
                    <a:pt x="51" y="58"/>
                  </a:lnTo>
                  <a:lnTo>
                    <a:pt x="52" y="60"/>
                  </a:lnTo>
                  <a:lnTo>
                    <a:pt x="49" y="5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0" name="Freeform 6497">
              <a:extLst>
                <a:ext uri="{FF2B5EF4-FFF2-40B4-BE49-F238E27FC236}">
                  <a16:creationId xmlns:a16="http://schemas.microsoft.com/office/drawing/2014/main" id="{13DD203D-E2B2-47B0-89EE-210636E061C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47" y="1606"/>
              <a:ext cx="15" cy="16"/>
            </a:xfrm>
            <a:custGeom>
              <a:avLst/>
              <a:gdLst>
                <a:gd name="T0" fmla="*/ 0 w 8"/>
                <a:gd name="T1" fmla="*/ 7 h 9"/>
                <a:gd name="T2" fmla="*/ 2 w 8"/>
                <a:gd name="T3" fmla="*/ 9 h 9"/>
                <a:gd name="T4" fmla="*/ 3 w 8"/>
                <a:gd name="T5" fmla="*/ 8 h 9"/>
                <a:gd name="T6" fmla="*/ 3 w 8"/>
                <a:gd name="T7" fmla="*/ 7 h 9"/>
                <a:gd name="T8" fmla="*/ 5 w 8"/>
                <a:gd name="T9" fmla="*/ 6 h 9"/>
                <a:gd name="T10" fmla="*/ 6 w 8"/>
                <a:gd name="T11" fmla="*/ 4 h 9"/>
                <a:gd name="T12" fmla="*/ 6 w 8"/>
                <a:gd name="T13" fmla="*/ 5 h 9"/>
                <a:gd name="T14" fmla="*/ 7 w 8"/>
                <a:gd name="T15" fmla="*/ 4 h 9"/>
                <a:gd name="T16" fmla="*/ 7 w 8"/>
                <a:gd name="T17" fmla="*/ 4 h 9"/>
                <a:gd name="T18" fmla="*/ 7 w 8"/>
                <a:gd name="T19" fmla="*/ 3 h 9"/>
                <a:gd name="T20" fmla="*/ 8 w 8"/>
                <a:gd name="T21" fmla="*/ 2 h 9"/>
                <a:gd name="T22" fmla="*/ 7 w 8"/>
                <a:gd name="T23" fmla="*/ 0 h 9"/>
                <a:gd name="T24" fmla="*/ 6 w 8"/>
                <a:gd name="T25" fmla="*/ 0 h 9"/>
                <a:gd name="T26" fmla="*/ 4 w 8"/>
                <a:gd name="T27" fmla="*/ 2 h 9"/>
                <a:gd name="T28" fmla="*/ 4 w 8"/>
                <a:gd name="T29" fmla="*/ 2 h 9"/>
                <a:gd name="T30" fmla="*/ 3 w 8"/>
                <a:gd name="T31" fmla="*/ 1 h 9"/>
                <a:gd name="T32" fmla="*/ 2 w 8"/>
                <a:gd name="T33" fmla="*/ 3 h 9"/>
                <a:gd name="T34" fmla="*/ 2 w 8"/>
                <a:gd name="T35" fmla="*/ 4 h 9"/>
                <a:gd name="T36" fmla="*/ 0 w 8"/>
                <a:gd name="T37" fmla="*/ 6 h 9"/>
                <a:gd name="T38" fmla="*/ 0 w 8"/>
                <a:gd name="T39" fmla="*/ 7 h 9"/>
                <a:gd name="T40" fmla="*/ 5 w 8"/>
                <a:gd name="T41" fmla="*/ 3 h 9"/>
                <a:gd name="T42" fmla="*/ 5 w 8"/>
                <a:gd name="T43" fmla="*/ 4 h 9"/>
                <a:gd name="T44" fmla="*/ 5 w 8"/>
                <a:gd name="T45" fmla="*/ 3 h 9"/>
                <a:gd name="T46" fmla="*/ 4 w 8"/>
                <a:gd name="T47" fmla="*/ 3 h 9"/>
                <a:gd name="T48" fmla="*/ 5 w 8"/>
                <a:gd name="T4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0" y="7"/>
                  </a:lnTo>
                  <a:close/>
                  <a:moveTo>
                    <a:pt x="5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5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1" name="Freeform 6498">
              <a:extLst>
                <a:ext uri="{FF2B5EF4-FFF2-40B4-BE49-F238E27FC236}">
                  <a16:creationId xmlns:a16="http://schemas.microsoft.com/office/drawing/2014/main" id="{18FDD054-FC21-477E-93A4-A00287A384C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19"/>
              <a:ext cx="3" cy="8"/>
            </a:xfrm>
            <a:custGeom>
              <a:avLst/>
              <a:gdLst>
                <a:gd name="T0" fmla="*/ 3 w 3"/>
                <a:gd name="T1" fmla="*/ 6 h 8"/>
                <a:gd name="T2" fmla="*/ 3 w 3"/>
                <a:gd name="T3" fmla="*/ 0 h 8"/>
                <a:gd name="T4" fmla="*/ 2 w 3"/>
                <a:gd name="T5" fmla="*/ 0 h 8"/>
                <a:gd name="T6" fmla="*/ 0 w 3"/>
                <a:gd name="T7" fmla="*/ 2 h 8"/>
                <a:gd name="T8" fmla="*/ 0 w 3"/>
                <a:gd name="T9" fmla="*/ 6 h 8"/>
                <a:gd name="T10" fmla="*/ 3 w 3"/>
                <a:gd name="T11" fmla="*/ 8 h 8"/>
                <a:gd name="T12" fmla="*/ 3 w 3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3" y="6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8"/>
                  </a:lnTo>
                  <a:lnTo>
                    <a:pt x="3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2" name="Freeform 6499">
              <a:extLst>
                <a:ext uri="{FF2B5EF4-FFF2-40B4-BE49-F238E27FC236}">
                  <a16:creationId xmlns:a16="http://schemas.microsoft.com/office/drawing/2014/main" id="{A9B25695-BAF9-4789-841F-D7DC2910D94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1723"/>
              <a:ext cx="6" cy="15"/>
            </a:xfrm>
            <a:custGeom>
              <a:avLst/>
              <a:gdLst>
                <a:gd name="T0" fmla="*/ 6 w 6"/>
                <a:gd name="T1" fmla="*/ 0 h 15"/>
                <a:gd name="T2" fmla="*/ 2 w 6"/>
                <a:gd name="T3" fmla="*/ 0 h 15"/>
                <a:gd name="T4" fmla="*/ 0 w 6"/>
                <a:gd name="T5" fmla="*/ 2 h 15"/>
                <a:gd name="T6" fmla="*/ 0 w 6"/>
                <a:gd name="T7" fmla="*/ 7 h 15"/>
                <a:gd name="T8" fmla="*/ 0 w 6"/>
                <a:gd name="T9" fmla="*/ 9 h 15"/>
                <a:gd name="T10" fmla="*/ 0 w 6"/>
                <a:gd name="T11" fmla="*/ 9 h 15"/>
                <a:gd name="T12" fmla="*/ 0 w 6"/>
                <a:gd name="T13" fmla="*/ 15 h 15"/>
                <a:gd name="T14" fmla="*/ 4 w 6"/>
                <a:gd name="T15" fmla="*/ 13 h 15"/>
                <a:gd name="T16" fmla="*/ 6 w 6"/>
                <a:gd name="T17" fmla="*/ 7 h 15"/>
                <a:gd name="T18" fmla="*/ 6 w 6"/>
                <a:gd name="T19" fmla="*/ 6 h 15"/>
                <a:gd name="T20" fmla="*/ 6 w 6"/>
                <a:gd name="T21" fmla="*/ 4 h 15"/>
                <a:gd name="T22" fmla="*/ 6 w 6"/>
                <a:gd name="T23" fmla="*/ 4 h 15"/>
                <a:gd name="T24" fmla="*/ 6 w 6"/>
                <a:gd name="T2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3" name="Freeform 6500">
              <a:extLst>
                <a:ext uri="{FF2B5EF4-FFF2-40B4-BE49-F238E27FC236}">
                  <a16:creationId xmlns:a16="http://schemas.microsoft.com/office/drawing/2014/main" id="{7E52CEAB-8D43-495B-B35E-2B28A01663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7" y="2047"/>
              <a:ext cx="7" cy="6"/>
            </a:xfrm>
            <a:custGeom>
              <a:avLst/>
              <a:gdLst>
                <a:gd name="T0" fmla="*/ 2 w 7"/>
                <a:gd name="T1" fmla="*/ 6 h 6"/>
                <a:gd name="T2" fmla="*/ 7 w 7"/>
                <a:gd name="T3" fmla="*/ 4 h 6"/>
                <a:gd name="T4" fmla="*/ 5 w 7"/>
                <a:gd name="T5" fmla="*/ 0 h 6"/>
                <a:gd name="T6" fmla="*/ 3 w 7"/>
                <a:gd name="T7" fmla="*/ 2 h 6"/>
                <a:gd name="T8" fmla="*/ 2 w 7"/>
                <a:gd name="T9" fmla="*/ 2 h 6"/>
                <a:gd name="T10" fmla="*/ 0 w 7"/>
                <a:gd name="T11" fmla="*/ 6 h 6"/>
                <a:gd name="T12" fmla="*/ 2 w 7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lnTo>
                    <a:pt x="7" y="4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2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4" name="Freeform 6501">
              <a:extLst>
                <a:ext uri="{FF2B5EF4-FFF2-40B4-BE49-F238E27FC236}">
                  <a16:creationId xmlns:a16="http://schemas.microsoft.com/office/drawing/2014/main" id="{313F7757-65A0-4161-8A31-9B8F9FD6691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0" y="1805"/>
              <a:ext cx="31" cy="22"/>
            </a:xfrm>
            <a:custGeom>
              <a:avLst/>
              <a:gdLst>
                <a:gd name="T0" fmla="*/ 14 w 17"/>
                <a:gd name="T1" fmla="*/ 6 h 12"/>
                <a:gd name="T2" fmla="*/ 16 w 17"/>
                <a:gd name="T3" fmla="*/ 5 h 12"/>
                <a:gd name="T4" fmla="*/ 16 w 17"/>
                <a:gd name="T5" fmla="*/ 3 h 12"/>
                <a:gd name="T6" fmla="*/ 17 w 17"/>
                <a:gd name="T7" fmla="*/ 2 h 12"/>
                <a:gd name="T8" fmla="*/ 16 w 17"/>
                <a:gd name="T9" fmla="*/ 1 h 12"/>
                <a:gd name="T10" fmla="*/ 15 w 17"/>
                <a:gd name="T11" fmla="*/ 1 h 12"/>
                <a:gd name="T12" fmla="*/ 14 w 17"/>
                <a:gd name="T13" fmla="*/ 0 h 12"/>
                <a:gd name="T14" fmla="*/ 13 w 17"/>
                <a:gd name="T15" fmla="*/ 0 h 12"/>
                <a:gd name="T16" fmla="*/ 12 w 17"/>
                <a:gd name="T17" fmla="*/ 1 h 12"/>
                <a:gd name="T18" fmla="*/ 11 w 17"/>
                <a:gd name="T19" fmla="*/ 0 h 12"/>
                <a:gd name="T20" fmla="*/ 10 w 17"/>
                <a:gd name="T21" fmla="*/ 1 h 12"/>
                <a:gd name="T22" fmla="*/ 10 w 17"/>
                <a:gd name="T23" fmla="*/ 2 h 12"/>
                <a:gd name="T24" fmla="*/ 9 w 17"/>
                <a:gd name="T25" fmla="*/ 1 h 12"/>
                <a:gd name="T26" fmla="*/ 8 w 17"/>
                <a:gd name="T27" fmla="*/ 0 h 12"/>
                <a:gd name="T28" fmla="*/ 7 w 17"/>
                <a:gd name="T29" fmla="*/ 0 h 12"/>
                <a:gd name="T30" fmla="*/ 6 w 17"/>
                <a:gd name="T31" fmla="*/ 1 h 12"/>
                <a:gd name="T32" fmla="*/ 4 w 17"/>
                <a:gd name="T33" fmla="*/ 3 h 12"/>
                <a:gd name="T34" fmla="*/ 4 w 17"/>
                <a:gd name="T35" fmla="*/ 4 h 12"/>
                <a:gd name="T36" fmla="*/ 4 w 17"/>
                <a:gd name="T37" fmla="*/ 4 h 12"/>
                <a:gd name="T38" fmla="*/ 1 w 17"/>
                <a:gd name="T39" fmla="*/ 5 h 12"/>
                <a:gd name="T40" fmla="*/ 0 w 17"/>
                <a:gd name="T41" fmla="*/ 6 h 12"/>
                <a:gd name="T42" fmla="*/ 1 w 17"/>
                <a:gd name="T43" fmla="*/ 7 h 12"/>
                <a:gd name="T44" fmla="*/ 1 w 17"/>
                <a:gd name="T45" fmla="*/ 8 h 12"/>
                <a:gd name="T46" fmla="*/ 1 w 17"/>
                <a:gd name="T47" fmla="*/ 9 h 12"/>
                <a:gd name="T48" fmla="*/ 1 w 17"/>
                <a:gd name="T49" fmla="*/ 10 h 12"/>
                <a:gd name="T50" fmla="*/ 2 w 17"/>
                <a:gd name="T51" fmla="*/ 11 h 12"/>
                <a:gd name="T52" fmla="*/ 2 w 17"/>
                <a:gd name="T53" fmla="*/ 12 h 12"/>
                <a:gd name="T54" fmla="*/ 3 w 17"/>
                <a:gd name="T55" fmla="*/ 11 h 12"/>
                <a:gd name="T56" fmla="*/ 4 w 17"/>
                <a:gd name="T57" fmla="*/ 10 h 12"/>
                <a:gd name="T58" fmla="*/ 5 w 17"/>
                <a:gd name="T59" fmla="*/ 9 h 12"/>
                <a:gd name="T60" fmla="*/ 5 w 17"/>
                <a:gd name="T61" fmla="*/ 10 h 12"/>
                <a:gd name="T62" fmla="*/ 5 w 17"/>
                <a:gd name="T63" fmla="*/ 10 h 12"/>
                <a:gd name="T64" fmla="*/ 7 w 17"/>
                <a:gd name="T65" fmla="*/ 11 h 12"/>
                <a:gd name="T66" fmla="*/ 9 w 17"/>
                <a:gd name="T67" fmla="*/ 9 h 12"/>
                <a:gd name="T68" fmla="*/ 10 w 17"/>
                <a:gd name="T69" fmla="*/ 9 h 12"/>
                <a:gd name="T70" fmla="*/ 12 w 17"/>
                <a:gd name="T71" fmla="*/ 8 h 12"/>
                <a:gd name="T72" fmla="*/ 13 w 17"/>
                <a:gd name="T73" fmla="*/ 6 h 12"/>
                <a:gd name="T74" fmla="*/ 14 w 17"/>
                <a:gd name="T7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" h="12">
                  <a:moveTo>
                    <a:pt x="14" y="6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4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5" name="Freeform 6502">
              <a:extLst>
                <a:ext uri="{FF2B5EF4-FFF2-40B4-BE49-F238E27FC236}">
                  <a16:creationId xmlns:a16="http://schemas.microsoft.com/office/drawing/2014/main" id="{8593D7FB-2A31-474F-A6D3-B2BD4AC9506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" y="2101"/>
              <a:ext cx="35" cy="21"/>
            </a:xfrm>
            <a:custGeom>
              <a:avLst/>
              <a:gdLst>
                <a:gd name="T0" fmla="*/ 35 w 35"/>
                <a:gd name="T1" fmla="*/ 21 h 21"/>
                <a:gd name="T2" fmla="*/ 35 w 35"/>
                <a:gd name="T3" fmla="*/ 17 h 21"/>
                <a:gd name="T4" fmla="*/ 34 w 35"/>
                <a:gd name="T5" fmla="*/ 15 h 21"/>
                <a:gd name="T6" fmla="*/ 34 w 35"/>
                <a:gd name="T7" fmla="*/ 15 h 21"/>
                <a:gd name="T8" fmla="*/ 32 w 35"/>
                <a:gd name="T9" fmla="*/ 13 h 21"/>
                <a:gd name="T10" fmla="*/ 30 w 35"/>
                <a:gd name="T11" fmla="*/ 12 h 21"/>
                <a:gd name="T12" fmla="*/ 28 w 35"/>
                <a:gd name="T13" fmla="*/ 10 h 21"/>
                <a:gd name="T14" fmla="*/ 24 w 35"/>
                <a:gd name="T15" fmla="*/ 8 h 21"/>
                <a:gd name="T16" fmla="*/ 22 w 35"/>
                <a:gd name="T17" fmla="*/ 8 h 21"/>
                <a:gd name="T18" fmla="*/ 20 w 35"/>
                <a:gd name="T19" fmla="*/ 4 h 21"/>
                <a:gd name="T20" fmla="*/ 17 w 35"/>
                <a:gd name="T21" fmla="*/ 4 h 21"/>
                <a:gd name="T22" fmla="*/ 13 w 35"/>
                <a:gd name="T23" fmla="*/ 2 h 21"/>
                <a:gd name="T24" fmla="*/ 7 w 35"/>
                <a:gd name="T25" fmla="*/ 0 h 21"/>
                <a:gd name="T26" fmla="*/ 4 w 35"/>
                <a:gd name="T27" fmla="*/ 0 h 21"/>
                <a:gd name="T28" fmla="*/ 0 w 35"/>
                <a:gd name="T29" fmla="*/ 2 h 21"/>
                <a:gd name="T30" fmla="*/ 2 w 35"/>
                <a:gd name="T31" fmla="*/ 6 h 21"/>
                <a:gd name="T32" fmla="*/ 4 w 35"/>
                <a:gd name="T33" fmla="*/ 6 h 21"/>
                <a:gd name="T34" fmla="*/ 9 w 35"/>
                <a:gd name="T35" fmla="*/ 10 h 21"/>
                <a:gd name="T36" fmla="*/ 9 w 35"/>
                <a:gd name="T37" fmla="*/ 12 h 21"/>
                <a:gd name="T38" fmla="*/ 9 w 35"/>
                <a:gd name="T39" fmla="*/ 13 h 21"/>
                <a:gd name="T40" fmla="*/ 11 w 35"/>
                <a:gd name="T41" fmla="*/ 13 h 21"/>
                <a:gd name="T42" fmla="*/ 17 w 35"/>
                <a:gd name="T43" fmla="*/ 17 h 21"/>
                <a:gd name="T44" fmla="*/ 20 w 35"/>
                <a:gd name="T45" fmla="*/ 17 h 21"/>
                <a:gd name="T46" fmla="*/ 24 w 35"/>
                <a:gd name="T47" fmla="*/ 19 h 21"/>
                <a:gd name="T48" fmla="*/ 26 w 35"/>
                <a:gd name="T49" fmla="*/ 21 h 21"/>
                <a:gd name="T50" fmla="*/ 28 w 35"/>
                <a:gd name="T51" fmla="*/ 21 h 21"/>
                <a:gd name="T52" fmla="*/ 30 w 35"/>
                <a:gd name="T53" fmla="*/ 21 h 21"/>
                <a:gd name="T54" fmla="*/ 35 w 35"/>
                <a:gd name="T5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1">
                  <a:moveTo>
                    <a:pt x="35" y="21"/>
                  </a:moveTo>
                  <a:lnTo>
                    <a:pt x="35" y="17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2" y="13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2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6"/>
                  </a:lnTo>
                  <a:lnTo>
                    <a:pt x="4" y="6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4" y="19"/>
                  </a:lnTo>
                  <a:lnTo>
                    <a:pt x="26" y="21"/>
                  </a:lnTo>
                  <a:lnTo>
                    <a:pt x="28" y="21"/>
                  </a:lnTo>
                  <a:lnTo>
                    <a:pt x="30" y="21"/>
                  </a:lnTo>
                  <a:lnTo>
                    <a:pt x="35" y="2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6" name="Freeform 6503">
              <a:extLst>
                <a:ext uri="{FF2B5EF4-FFF2-40B4-BE49-F238E27FC236}">
                  <a16:creationId xmlns:a16="http://schemas.microsoft.com/office/drawing/2014/main" id="{F07D984D-93F2-43EB-ACE8-F49D2F7C670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1" y="2023"/>
              <a:ext cx="18" cy="15"/>
            </a:xfrm>
            <a:custGeom>
              <a:avLst/>
              <a:gdLst>
                <a:gd name="T0" fmla="*/ 9 w 18"/>
                <a:gd name="T1" fmla="*/ 9 h 15"/>
                <a:gd name="T2" fmla="*/ 11 w 18"/>
                <a:gd name="T3" fmla="*/ 11 h 15"/>
                <a:gd name="T4" fmla="*/ 18 w 18"/>
                <a:gd name="T5" fmla="*/ 13 h 15"/>
                <a:gd name="T6" fmla="*/ 18 w 18"/>
                <a:gd name="T7" fmla="*/ 9 h 15"/>
                <a:gd name="T8" fmla="*/ 18 w 18"/>
                <a:gd name="T9" fmla="*/ 8 h 15"/>
                <a:gd name="T10" fmla="*/ 18 w 18"/>
                <a:gd name="T11" fmla="*/ 4 h 15"/>
                <a:gd name="T12" fmla="*/ 15 w 18"/>
                <a:gd name="T13" fmla="*/ 2 h 15"/>
                <a:gd name="T14" fmla="*/ 13 w 18"/>
                <a:gd name="T15" fmla="*/ 2 h 15"/>
                <a:gd name="T16" fmla="*/ 11 w 18"/>
                <a:gd name="T17" fmla="*/ 0 h 15"/>
                <a:gd name="T18" fmla="*/ 7 w 18"/>
                <a:gd name="T19" fmla="*/ 0 h 15"/>
                <a:gd name="T20" fmla="*/ 5 w 18"/>
                <a:gd name="T21" fmla="*/ 2 h 15"/>
                <a:gd name="T22" fmla="*/ 5 w 18"/>
                <a:gd name="T23" fmla="*/ 4 h 15"/>
                <a:gd name="T24" fmla="*/ 3 w 18"/>
                <a:gd name="T25" fmla="*/ 4 h 15"/>
                <a:gd name="T26" fmla="*/ 0 w 18"/>
                <a:gd name="T27" fmla="*/ 8 h 15"/>
                <a:gd name="T28" fmla="*/ 1 w 18"/>
                <a:gd name="T29" fmla="*/ 9 h 15"/>
                <a:gd name="T30" fmla="*/ 3 w 18"/>
                <a:gd name="T31" fmla="*/ 9 h 15"/>
                <a:gd name="T32" fmla="*/ 3 w 18"/>
                <a:gd name="T33" fmla="*/ 9 h 15"/>
                <a:gd name="T34" fmla="*/ 9 w 18"/>
                <a:gd name="T35" fmla="*/ 15 h 15"/>
                <a:gd name="T36" fmla="*/ 7 w 18"/>
                <a:gd name="T37" fmla="*/ 9 h 15"/>
                <a:gd name="T38" fmla="*/ 7 w 18"/>
                <a:gd name="T39" fmla="*/ 9 h 15"/>
                <a:gd name="T40" fmla="*/ 9 w 18"/>
                <a:gd name="T4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15">
                  <a:moveTo>
                    <a:pt x="9" y="9"/>
                  </a:moveTo>
                  <a:lnTo>
                    <a:pt x="11" y="11"/>
                  </a:lnTo>
                  <a:lnTo>
                    <a:pt x="18" y="13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4"/>
                  </a:lnTo>
                  <a:lnTo>
                    <a:pt x="3" y="4"/>
                  </a:lnTo>
                  <a:lnTo>
                    <a:pt x="0" y="8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9" y="15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7" name="Freeform 6504">
              <a:extLst>
                <a:ext uri="{FF2B5EF4-FFF2-40B4-BE49-F238E27FC236}">
                  <a16:creationId xmlns:a16="http://schemas.microsoft.com/office/drawing/2014/main" id="{1AB22FC9-94FA-474C-B305-4EC42ACC1C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2146"/>
              <a:ext cx="8" cy="9"/>
            </a:xfrm>
            <a:custGeom>
              <a:avLst/>
              <a:gdLst>
                <a:gd name="T0" fmla="*/ 6 w 8"/>
                <a:gd name="T1" fmla="*/ 2 h 9"/>
                <a:gd name="T2" fmla="*/ 6 w 8"/>
                <a:gd name="T3" fmla="*/ 0 h 9"/>
                <a:gd name="T4" fmla="*/ 4 w 8"/>
                <a:gd name="T5" fmla="*/ 4 h 9"/>
                <a:gd name="T6" fmla="*/ 0 w 8"/>
                <a:gd name="T7" fmla="*/ 6 h 9"/>
                <a:gd name="T8" fmla="*/ 2 w 8"/>
                <a:gd name="T9" fmla="*/ 9 h 9"/>
                <a:gd name="T10" fmla="*/ 4 w 8"/>
                <a:gd name="T11" fmla="*/ 9 h 9"/>
                <a:gd name="T12" fmla="*/ 6 w 8"/>
                <a:gd name="T13" fmla="*/ 8 h 9"/>
                <a:gd name="T14" fmla="*/ 6 w 8"/>
                <a:gd name="T15" fmla="*/ 8 h 9"/>
                <a:gd name="T16" fmla="*/ 8 w 8"/>
                <a:gd name="T17" fmla="*/ 2 h 9"/>
                <a:gd name="T18" fmla="*/ 8 w 8"/>
                <a:gd name="T19" fmla="*/ 2 h 9"/>
                <a:gd name="T20" fmla="*/ 8 w 8"/>
                <a:gd name="T21" fmla="*/ 0 h 9"/>
                <a:gd name="T22" fmla="*/ 6 w 8"/>
                <a:gd name="T2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lnTo>
                    <a:pt x="6" y="0"/>
                  </a:lnTo>
                  <a:lnTo>
                    <a:pt x="4" y="4"/>
                  </a:lnTo>
                  <a:lnTo>
                    <a:pt x="0" y="6"/>
                  </a:lnTo>
                  <a:lnTo>
                    <a:pt x="2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8" name="Freeform 6505">
              <a:extLst>
                <a:ext uri="{FF2B5EF4-FFF2-40B4-BE49-F238E27FC236}">
                  <a16:creationId xmlns:a16="http://schemas.microsoft.com/office/drawing/2014/main" id="{3E41A885-9BB5-45BD-A98C-9DCFB10BFEA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9" y="1818"/>
              <a:ext cx="18" cy="26"/>
            </a:xfrm>
            <a:custGeom>
              <a:avLst/>
              <a:gdLst>
                <a:gd name="T0" fmla="*/ 18 w 18"/>
                <a:gd name="T1" fmla="*/ 7 h 26"/>
                <a:gd name="T2" fmla="*/ 17 w 18"/>
                <a:gd name="T3" fmla="*/ 6 h 26"/>
                <a:gd name="T4" fmla="*/ 17 w 18"/>
                <a:gd name="T5" fmla="*/ 4 h 26"/>
                <a:gd name="T6" fmla="*/ 15 w 18"/>
                <a:gd name="T7" fmla="*/ 2 h 26"/>
                <a:gd name="T8" fmla="*/ 13 w 18"/>
                <a:gd name="T9" fmla="*/ 2 h 26"/>
                <a:gd name="T10" fmla="*/ 13 w 18"/>
                <a:gd name="T11" fmla="*/ 2 h 26"/>
                <a:gd name="T12" fmla="*/ 13 w 18"/>
                <a:gd name="T13" fmla="*/ 2 h 26"/>
                <a:gd name="T14" fmla="*/ 9 w 18"/>
                <a:gd name="T15" fmla="*/ 0 h 26"/>
                <a:gd name="T16" fmla="*/ 9 w 18"/>
                <a:gd name="T17" fmla="*/ 2 h 26"/>
                <a:gd name="T18" fmla="*/ 5 w 18"/>
                <a:gd name="T19" fmla="*/ 6 h 26"/>
                <a:gd name="T20" fmla="*/ 5 w 18"/>
                <a:gd name="T21" fmla="*/ 6 h 26"/>
                <a:gd name="T22" fmla="*/ 4 w 18"/>
                <a:gd name="T23" fmla="*/ 7 h 26"/>
                <a:gd name="T24" fmla="*/ 2 w 18"/>
                <a:gd name="T25" fmla="*/ 9 h 26"/>
                <a:gd name="T26" fmla="*/ 4 w 18"/>
                <a:gd name="T27" fmla="*/ 11 h 26"/>
                <a:gd name="T28" fmla="*/ 2 w 18"/>
                <a:gd name="T29" fmla="*/ 13 h 26"/>
                <a:gd name="T30" fmla="*/ 0 w 18"/>
                <a:gd name="T31" fmla="*/ 15 h 26"/>
                <a:gd name="T32" fmla="*/ 2 w 18"/>
                <a:gd name="T33" fmla="*/ 17 h 26"/>
                <a:gd name="T34" fmla="*/ 0 w 18"/>
                <a:gd name="T35" fmla="*/ 19 h 26"/>
                <a:gd name="T36" fmla="*/ 2 w 18"/>
                <a:gd name="T37" fmla="*/ 21 h 26"/>
                <a:gd name="T38" fmla="*/ 4 w 18"/>
                <a:gd name="T39" fmla="*/ 21 h 26"/>
                <a:gd name="T40" fmla="*/ 4 w 18"/>
                <a:gd name="T41" fmla="*/ 22 h 26"/>
                <a:gd name="T42" fmla="*/ 4 w 18"/>
                <a:gd name="T43" fmla="*/ 22 h 26"/>
                <a:gd name="T44" fmla="*/ 5 w 18"/>
                <a:gd name="T45" fmla="*/ 26 h 26"/>
                <a:gd name="T46" fmla="*/ 7 w 18"/>
                <a:gd name="T47" fmla="*/ 26 h 26"/>
                <a:gd name="T48" fmla="*/ 9 w 18"/>
                <a:gd name="T49" fmla="*/ 24 h 26"/>
                <a:gd name="T50" fmla="*/ 9 w 18"/>
                <a:gd name="T51" fmla="*/ 22 h 26"/>
                <a:gd name="T52" fmla="*/ 9 w 18"/>
                <a:gd name="T53" fmla="*/ 22 h 26"/>
                <a:gd name="T54" fmla="*/ 9 w 18"/>
                <a:gd name="T55" fmla="*/ 19 h 26"/>
                <a:gd name="T56" fmla="*/ 9 w 18"/>
                <a:gd name="T57" fmla="*/ 19 h 26"/>
                <a:gd name="T58" fmla="*/ 11 w 18"/>
                <a:gd name="T59" fmla="*/ 17 h 26"/>
                <a:gd name="T60" fmla="*/ 13 w 18"/>
                <a:gd name="T61" fmla="*/ 15 h 26"/>
                <a:gd name="T62" fmla="*/ 15 w 18"/>
                <a:gd name="T63" fmla="*/ 15 h 26"/>
                <a:gd name="T64" fmla="*/ 17 w 18"/>
                <a:gd name="T65" fmla="*/ 13 h 26"/>
                <a:gd name="T66" fmla="*/ 15 w 18"/>
                <a:gd name="T67" fmla="*/ 11 h 26"/>
                <a:gd name="T68" fmla="*/ 17 w 18"/>
                <a:gd name="T69" fmla="*/ 9 h 26"/>
                <a:gd name="T70" fmla="*/ 18 w 18"/>
                <a:gd name="T71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6">
                  <a:moveTo>
                    <a:pt x="18" y="7"/>
                  </a:moveTo>
                  <a:lnTo>
                    <a:pt x="17" y="6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9" y="0"/>
                  </a:lnTo>
                  <a:lnTo>
                    <a:pt x="9" y="2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1" y="17"/>
                  </a:lnTo>
                  <a:lnTo>
                    <a:pt x="13" y="15"/>
                  </a:lnTo>
                  <a:lnTo>
                    <a:pt x="15" y="15"/>
                  </a:lnTo>
                  <a:lnTo>
                    <a:pt x="17" y="13"/>
                  </a:lnTo>
                  <a:lnTo>
                    <a:pt x="15" y="11"/>
                  </a:lnTo>
                  <a:lnTo>
                    <a:pt x="17" y="9"/>
                  </a:lnTo>
                  <a:lnTo>
                    <a:pt x="1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69" name="Freeform 6506">
              <a:extLst>
                <a:ext uri="{FF2B5EF4-FFF2-40B4-BE49-F238E27FC236}">
                  <a16:creationId xmlns:a16="http://schemas.microsoft.com/office/drawing/2014/main" id="{F6BFB71D-8939-45CE-873D-BDEDC7EA9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9" y="1725"/>
              <a:ext cx="78" cy="74"/>
            </a:xfrm>
            <a:custGeom>
              <a:avLst/>
              <a:gdLst>
                <a:gd name="T0" fmla="*/ 41 w 42"/>
                <a:gd name="T1" fmla="*/ 33 h 40"/>
                <a:gd name="T2" fmla="*/ 40 w 42"/>
                <a:gd name="T3" fmla="*/ 29 h 40"/>
                <a:gd name="T4" fmla="*/ 37 w 42"/>
                <a:gd name="T5" fmla="*/ 30 h 40"/>
                <a:gd name="T6" fmla="*/ 35 w 42"/>
                <a:gd name="T7" fmla="*/ 30 h 40"/>
                <a:gd name="T8" fmla="*/ 33 w 42"/>
                <a:gd name="T9" fmla="*/ 30 h 40"/>
                <a:gd name="T10" fmla="*/ 36 w 42"/>
                <a:gd name="T11" fmla="*/ 27 h 40"/>
                <a:gd name="T12" fmla="*/ 36 w 42"/>
                <a:gd name="T13" fmla="*/ 25 h 40"/>
                <a:gd name="T14" fmla="*/ 35 w 42"/>
                <a:gd name="T15" fmla="*/ 22 h 40"/>
                <a:gd name="T16" fmla="*/ 30 w 42"/>
                <a:gd name="T17" fmla="*/ 16 h 40"/>
                <a:gd name="T18" fmla="*/ 29 w 42"/>
                <a:gd name="T19" fmla="*/ 14 h 40"/>
                <a:gd name="T20" fmla="*/ 24 w 42"/>
                <a:gd name="T21" fmla="*/ 12 h 40"/>
                <a:gd name="T22" fmla="*/ 25 w 42"/>
                <a:gd name="T23" fmla="*/ 9 h 40"/>
                <a:gd name="T24" fmla="*/ 22 w 42"/>
                <a:gd name="T25" fmla="*/ 7 h 40"/>
                <a:gd name="T26" fmla="*/ 20 w 42"/>
                <a:gd name="T27" fmla="*/ 10 h 40"/>
                <a:gd name="T28" fmla="*/ 19 w 42"/>
                <a:gd name="T29" fmla="*/ 7 h 40"/>
                <a:gd name="T30" fmla="*/ 21 w 42"/>
                <a:gd name="T31" fmla="*/ 6 h 40"/>
                <a:gd name="T32" fmla="*/ 19 w 42"/>
                <a:gd name="T33" fmla="*/ 3 h 40"/>
                <a:gd name="T34" fmla="*/ 16 w 42"/>
                <a:gd name="T35" fmla="*/ 2 h 40"/>
                <a:gd name="T36" fmla="*/ 12 w 42"/>
                <a:gd name="T37" fmla="*/ 8 h 40"/>
                <a:gd name="T38" fmla="*/ 11 w 42"/>
                <a:gd name="T39" fmla="*/ 11 h 40"/>
                <a:gd name="T40" fmla="*/ 9 w 42"/>
                <a:gd name="T41" fmla="*/ 15 h 40"/>
                <a:gd name="T42" fmla="*/ 7 w 42"/>
                <a:gd name="T43" fmla="*/ 19 h 40"/>
                <a:gd name="T44" fmla="*/ 6 w 42"/>
                <a:gd name="T45" fmla="*/ 23 h 40"/>
                <a:gd name="T46" fmla="*/ 3 w 42"/>
                <a:gd name="T47" fmla="*/ 26 h 40"/>
                <a:gd name="T48" fmla="*/ 0 w 42"/>
                <a:gd name="T49" fmla="*/ 31 h 40"/>
                <a:gd name="T50" fmla="*/ 2 w 42"/>
                <a:gd name="T51" fmla="*/ 33 h 40"/>
                <a:gd name="T52" fmla="*/ 4 w 42"/>
                <a:gd name="T53" fmla="*/ 32 h 40"/>
                <a:gd name="T54" fmla="*/ 6 w 42"/>
                <a:gd name="T55" fmla="*/ 32 h 40"/>
                <a:gd name="T56" fmla="*/ 5 w 42"/>
                <a:gd name="T57" fmla="*/ 34 h 40"/>
                <a:gd name="T58" fmla="*/ 5 w 42"/>
                <a:gd name="T59" fmla="*/ 38 h 40"/>
                <a:gd name="T60" fmla="*/ 7 w 42"/>
                <a:gd name="T61" fmla="*/ 40 h 40"/>
                <a:gd name="T62" fmla="*/ 11 w 42"/>
                <a:gd name="T63" fmla="*/ 39 h 40"/>
                <a:gd name="T64" fmla="*/ 13 w 42"/>
                <a:gd name="T65" fmla="*/ 38 h 40"/>
                <a:gd name="T66" fmla="*/ 16 w 42"/>
                <a:gd name="T67" fmla="*/ 34 h 40"/>
                <a:gd name="T68" fmla="*/ 17 w 42"/>
                <a:gd name="T69" fmla="*/ 34 h 40"/>
                <a:gd name="T70" fmla="*/ 20 w 42"/>
                <a:gd name="T71" fmla="*/ 33 h 40"/>
                <a:gd name="T72" fmla="*/ 22 w 42"/>
                <a:gd name="T73" fmla="*/ 28 h 40"/>
                <a:gd name="T74" fmla="*/ 24 w 42"/>
                <a:gd name="T75" fmla="*/ 28 h 40"/>
                <a:gd name="T76" fmla="*/ 25 w 42"/>
                <a:gd name="T77" fmla="*/ 27 h 40"/>
                <a:gd name="T78" fmla="*/ 24 w 42"/>
                <a:gd name="T79" fmla="*/ 30 h 40"/>
                <a:gd name="T80" fmla="*/ 28 w 42"/>
                <a:gd name="T81" fmla="*/ 31 h 40"/>
                <a:gd name="T82" fmla="*/ 27 w 42"/>
                <a:gd name="T83" fmla="*/ 33 h 40"/>
                <a:gd name="T84" fmla="*/ 29 w 42"/>
                <a:gd name="T85" fmla="*/ 36 h 40"/>
                <a:gd name="T86" fmla="*/ 31 w 42"/>
                <a:gd name="T87" fmla="*/ 36 h 40"/>
                <a:gd name="T88" fmla="*/ 33 w 42"/>
                <a:gd name="T89" fmla="*/ 38 h 40"/>
                <a:gd name="T90" fmla="*/ 37 w 42"/>
                <a:gd name="T91" fmla="*/ 38 h 40"/>
                <a:gd name="T92" fmla="*/ 40 w 42"/>
                <a:gd name="T93" fmla="*/ 35 h 40"/>
                <a:gd name="T94" fmla="*/ 41 w 42"/>
                <a:gd name="T95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40">
                  <a:moveTo>
                    <a:pt x="41" y="33"/>
                  </a:move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" y="33"/>
                    <a:pt x="1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2" y="33"/>
                    <a:pt x="42" y="33"/>
                    <a:pt x="42" y="33"/>
                  </a:cubicBezTo>
                  <a:lnTo>
                    <a:pt x="41" y="3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0" name="Freeform 6507">
              <a:extLst>
                <a:ext uri="{FF2B5EF4-FFF2-40B4-BE49-F238E27FC236}">
                  <a16:creationId xmlns:a16="http://schemas.microsoft.com/office/drawing/2014/main" id="{95104D3A-4C99-4E01-843B-9EEC3EC3FEC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2" y="1954"/>
              <a:ext cx="22" cy="19"/>
            </a:xfrm>
            <a:custGeom>
              <a:avLst/>
              <a:gdLst>
                <a:gd name="T0" fmla="*/ 8 w 12"/>
                <a:gd name="T1" fmla="*/ 8 h 10"/>
                <a:gd name="T2" fmla="*/ 9 w 12"/>
                <a:gd name="T3" fmla="*/ 7 h 10"/>
                <a:gd name="T4" fmla="*/ 9 w 12"/>
                <a:gd name="T5" fmla="*/ 7 h 10"/>
                <a:gd name="T6" fmla="*/ 10 w 12"/>
                <a:gd name="T7" fmla="*/ 7 h 10"/>
                <a:gd name="T8" fmla="*/ 10 w 12"/>
                <a:gd name="T9" fmla="*/ 7 h 10"/>
                <a:gd name="T10" fmla="*/ 11 w 12"/>
                <a:gd name="T11" fmla="*/ 6 h 10"/>
                <a:gd name="T12" fmla="*/ 12 w 12"/>
                <a:gd name="T13" fmla="*/ 4 h 10"/>
                <a:gd name="T14" fmla="*/ 11 w 12"/>
                <a:gd name="T15" fmla="*/ 4 h 10"/>
                <a:gd name="T16" fmla="*/ 11 w 12"/>
                <a:gd name="T17" fmla="*/ 4 h 10"/>
                <a:gd name="T18" fmla="*/ 10 w 12"/>
                <a:gd name="T19" fmla="*/ 2 h 10"/>
                <a:gd name="T20" fmla="*/ 10 w 12"/>
                <a:gd name="T21" fmla="*/ 2 h 10"/>
                <a:gd name="T22" fmla="*/ 9 w 12"/>
                <a:gd name="T23" fmla="*/ 1 h 10"/>
                <a:gd name="T24" fmla="*/ 10 w 12"/>
                <a:gd name="T25" fmla="*/ 1 h 10"/>
                <a:gd name="T26" fmla="*/ 9 w 12"/>
                <a:gd name="T27" fmla="*/ 0 h 10"/>
                <a:gd name="T28" fmla="*/ 7 w 12"/>
                <a:gd name="T29" fmla="*/ 0 h 10"/>
                <a:gd name="T30" fmla="*/ 8 w 12"/>
                <a:gd name="T31" fmla="*/ 1 h 10"/>
                <a:gd name="T32" fmla="*/ 7 w 12"/>
                <a:gd name="T33" fmla="*/ 2 h 10"/>
                <a:gd name="T34" fmla="*/ 7 w 12"/>
                <a:gd name="T35" fmla="*/ 2 h 10"/>
                <a:gd name="T36" fmla="*/ 6 w 12"/>
                <a:gd name="T37" fmla="*/ 1 h 10"/>
                <a:gd name="T38" fmla="*/ 5 w 12"/>
                <a:gd name="T39" fmla="*/ 2 h 10"/>
                <a:gd name="T40" fmla="*/ 7 w 12"/>
                <a:gd name="T41" fmla="*/ 0 h 10"/>
                <a:gd name="T42" fmla="*/ 4 w 12"/>
                <a:gd name="T43" fmla="*/ 2 h 10"/>
                <a:gd name="T44" fmla="*/ 3 w 12"/>
                <a:gd name="T45" fmla="*/ 2 h 10"/>
                <a:gd name="T46" fmla="*/ 2 w 12"/>
                <a:gd name="T47" fmla="*/ 2 h 10"/>
                <a:gd name="T48" fmla="*/ 2 w 12"/>
                <a:gd name="T49" fmla="*/ 3 h 10"/>
                <a:gd name="T50" fmla="*/ 1 w 12"/>
                <a:gd name="T51" fmla="*/ 3 h 10"/>
                <a:gd name="T52" fmla="*/ 0 w 12"/>
                <a:gd name="T53" fmla="*/ 5 h 10"/>
                <a:gd name="T54" fmla="*/ 1 w 12"/>
                <a:gd name="T55" fmla="*/ 6 h 10"/>
                <a:gd name="T56" fmla="*/ 2 w 12"/>
                <a:gd name="T57" fmla="*/ 5 h 10"/>
                <a:gd name="T58" fmla="*/ 4 w 12"/>
                <a:gd name="T59" fmla="*/ 4 h 10"/>
                <a:gd name="T60" fmla="*/ 2 w 12"/>
                <a:gd name="T61" fmla="*/ 6 h 10"/>
                <a:gd name="T62" fmla="*/ 2 w 12"/>
                <a:gd name="T63" fmla="*/ 7 h 10"/>
                <a:gd name="T64" fmla="*/ 1 w 12"/>
                <a:gd name="T65" fmla="*/ 8 h 10"/>
                <a:gd name="T66" fmla="*/ 1 w 12"/>
                <a:gd name="T67" fmla="*/ 10 h 10"/>
                <a:gd name="T68" fmla="*/ 2 w 12"/>
                <a:gd name="T69" fmla="*/ 10 h 10"/>
                <a:gd name="T70" fmla="*/ 4 w 12"/>
                <a:gd name="T71" fmla="*/ 10 h 10"/>
                <a:gd name="T72" fmla="*/ 5 w 12"/>
                <a:gd name="T73" fmla="*/ 9 h 10"/>
                <a:gd name="T74" fmla="*/ 5 w 12"/>
                <a:gd name="T75" fmla="*/ 9 h 10"/>
                <a:gd name="T76" fmla="*/ 5 w 12"/>
                <a:gd name="T77" fmla="*/ 10 h 10"/>
                <a:gd name="T78" fmla="*/ 8 w 12"/>
                <a:gd name="T7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" h="10">
                  <a:moveTo>
                    <a:pt x="8" y="8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lnTo>
                    <a:pt x="8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1" name="Freeform 6508">
              <a:extLst>
                <a:ext uri="{FF2B5EF4-FFF2-40B4-BE49-F238E27FC236}">
                  <a16:creationId xmlns:a16="http://schemas.microsoft.com/office/drawing/2014/main" id="{5B5EB484-A92E-4256-9532-7D28D6E49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2445" y="2595"/>
              <a:ext cx="7" cy="6"/>
            </a:xfrm>
            <a:custGeom>
              <a:avLst/>
              <a:gdLst>
                <a:gd name="T0" fmla="*/ 0 w 7"/>
                <a:gd name="T1" fmla="*/ 6 h 6"/>
                <a:gd name="T2" fmla="*/ 6 w 7"/>
                <a:gd name="T3" fmla="*/ 4 h 6"/>
                <a:gd name="T4" fmla="*/ 7 w 7"/>
                <a:gd name="T5" fmla="*/ 0 h 6"/>
                <a:gd name="T6" fmla="*/ 2 w 7"/>
                <a:gd name="T7" fmla="*/ 0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lnTo>
                    <a:pt x="6" y="4"/>
                  </a:lnTo>
                  <a:lnTo>
                    <a:pt x="7" y="0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2" name="Freeform 6509">
              <a:extLst>
                <a:ext uri="{FF2B5EF4-FFF2-40B4-BE49-F238E27FC236}">
                  <a16:creationId xmlns:a16="http://schemas.microsoft.com/office/drawing/2014/main" id="{72393F64-E06D-473C-8C45-7CB6A78003E5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6" y="2609"/>
              <a:ext cx="33" cy="14"/>
            </a:xfrm>
            <a:custGeom>
              <a:avLst/>
              <a:gdLst>
                <a:gd name="T0" fmla="*/ 28 w 33"/>
                <a:gd name="T1" fmla="*/ 3 h 14"/>
                <a:gd name="T2" fmla="*/ 26 w 33"/>
                <a:gd name="T3" fmla="*/ 0 h 14"/>
                <a:gd name="T4" fmla="*/ 15 w 33"/>
                <a:gd name="T5" fmla="*/ 0 h 14"/>
                <a:gd name="T6" fmla="*/ 9 w 33"/>
                <a:gd name="T7" fmla="*/ 0 h 14"/>
                <a:gd name="T8" fmla="*/ 6 w 33"/>
                <a:gd name="T9" fmla="*/ 0 h 14"/>
                <a:gd name="T10" fmla="*/ 4 w 33"/>
                <a:gd name="T11" fmla="*/ 0 h 14"/>
                <a:gd name="T12" fmla="*/ 0 w 33"/>
                <a:gd name="T13" fmla="*/ 3 h 14"/>
                <a:gd name="T14" fmla="*/ 4 w 33"/>
                <a:gd name="T15" fmla="*/ 7 h 14"/>
                <a:gd name="T16" fmla="*/ 6 w 33"/>
                <a:gd name="T17" fmla="*/ 7 h 14"/>
                <a:gd name="T18" fmla="*/ 7 w 33"/>
                <a:gd name="T19" fmla="*/ 7 h 14"/>
                <a:gd name="T20" fmla="*/ 9 w 33"/>
                <a:gd name="T21" fmla="*/ 9 h 14"/>
                <a:gd name="T22" fmla="*/ 11 w 33"/>
                <a:gd name="T23" fmla="*/ 13 h 14"/>
                <a:gd name="T24" fmla="*/ 15 w 33"/>
                <a:gd name="T25" fmla="*/ 13 h 14"/>
                <a:gd name="T26" fmla="*/ 17 w 33"/>
                <a:gd name="T27" fmla="*/ 13 h 14"/>
                <a:gd name="T28" fmla="*/ 20 w 33"/>
                <a:gd name="T29" fmla="*/ 14 h 14"/>
                <a:gd name="T30" fmla="*/ 22 w 33"/>
                <a:gd name="T31" fmla="*/ 11 h 14"/>
                <a:gd name="T32" fmla="*/ 22 w 33"/>
                <a:gd name="T33" fmla="*/ 11 h 14"/>
                <a:gd name="T34" fmla="*/ 24 w 33"/>
                <a:gd name="T35" fmla="*/ 13 h 14"/>
                <a:gd name="T36" fmla="*/ 26 w 33"/>
                <a:gd name="T37" fmla="*/ 11 h 14"/>
                <a:gd name="T38" fmla="*/ 26 w 33"/>
                <a:gd name="T39" fmla="*/ 9 h 14"/>
                <a:gd name="T40" fmla="*/ 28 w 33"/>
                <a:gd name="T41" fmla="*/ 11 h 14"/>
                <a:gd name="T42" fmla="*/ 33 w 33"/>
                <a:gd name="T43" fmla="*/ 11 h 14"/>
                <a:gd name="T44" fmla="*/ 33 w 33"/>
                <a:gd name="T45" fmla="*/ 7 h 14"/>
                <a:gd name="T46" fmla="*/ 32 w 33"/>
                <a:gd name="T47" fmla="*/ 5 h 14"/>
                <a:gd name="T48" fmla="*/ 28 w 33"/>
                <a:gd name="T4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14">
                  <a:moveTo>
                    <a:pt x="28" y="3"/>
                  </a:moveTo>
                  <a:lnTo>
                    <a:pt x="26" y="0"/>
                  </a:lnTo>
                  <a:lnTo>
                    <a:pt x="15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3"/>
                  </a:lnTo>
                  <a:lnTo>
                    <a:pt x="4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20" y="14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8" y="11"/>
                  </a:lnTo>
                  <a:lnTo>
                    <a:pt x="33" y="11"/>
                  </a:lnTo>
                  <a:lnTo>
                    <a:pt x="33" y="7"/>
                  </a:lnTo>
                  <a:lnTo>
                    <a:pt x="32" y="5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3" name="Freeform 6510">
              <a:extLst>
                <a:ext uri="{FF2B5EF4-FFF2-40B4-BE49-F238E27FC236}">
                  <a16:creationId xmlns:a16="http://schemas.microsoft.com/office/drawing/2014/main" id="{E577C155-6AC5-4BB6-B06C-FF5DBE5F4E2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9" y="2601"/>
              <a:ext cx="9" cy="8"/>
            </a:xfrm>
            <a:custGeom>
              <a:avLst/>
              <a:gdLst>
                <a:gd name="T0" fmla="*/ 9 w 9"/>
                <a:gd name="T1" fmla="*/ 8 h 8"/>
                <a:gd name="T2" fmla="*/ 7 w 9"/>
                <a:gd name="T3" fmla="*/ 2 h 8"/>
                <a:gd name="T4" fmla="*/ 3 w 9"/>
                <a:gd name="T5" fmla="*/ 0 h 8"/>
                <a:gd name="T6" fmla="*/ 0 w 9"/>
                <a:gd name="T7" fmla="*/ 2 h 8"/>
                <a:gd name="T8" fmla="*/ 1 w 9"/>
                <a:gd name="T9" fmla="*/ 4 h 8"/>
                <a:gd name="T10" fmla="*/ 9 w 9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lnTo>
                    <a:pt x="7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1" y="4"/>
                  </a:lnTo>
                  <a:lnTo>
                    <a:pt x="9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4" name="Freeform 6511">
              <a:extLst>
                <a:ext uri="{FF2B5EF4-FFF2-40B4-BE49-F238E27FC236}">
                  <a16:creationId xmlns:a16="http://schemas.microsoft.com/office/drawing/2014/main" id="{E67A8E08-6A92-4848-8563-0B494B50E9E7}"/>
                </a:ext>
              </a:extLst>
            </p:cNvPr>
            <p:cNvSpPr>
              <a:spLocks/>
            </p:cNvSpPr>
            <p:nvPr/>
          </p:nvSpPr>
          <p:spPr bwMode="gray">
            <a:xfrm>
              <a:off x="2398" y="2538"/>
              <a:ext cx="151" cy="54"/>
            </a:xfrm>
            <a:custGeom>
              <a:avLst/>
              <a:gdLst>
                <a:gd name="T0" fmla="*/ 136 w 151"/>
                <a:gd name="T1" fmla="*/ 52 h 54"/>
                <a:gd name="T2" fmla="*/ 138 w 151"/>
                <a:gd name="T3" fmla="*/ 52 h 54"/>
                <a:gd name="T4" fmla="*/ 146 w 151"/>
                <a:gd name="T5" fmla="*/ 50 h 54"/>
                <a:gd name="T6" fmla="*/ 151 w 151"/>
                <a:gd name="T7" fmla="*/ 46 h 54"/>
                <a:gd name="T8" fmla="*/ 148 w 151"/>
                <a:gd name="T9" fmla="*/ 43 h 54"/>
                <a:gd name="T10" fmla="*/ 138 w 151"/>
                <a:gd name="T11" fmla="*/ 37 h 54"/>
                <a:gd name="T12" fmla="*/ 133 w 151"/>
                <a:gd name="T13" fmla="*/ 37 h 54"/>
                <a:gd name="T14" fmla="*/ 131 w 151"/>
                <a:gd name="T15" fmla="*/ 31 h 54"/>
                <a:gd name="T16" fmla="*/ 125 w 151"/>
                <a:gd name="T17" fmla="*/ 31 h 54"/>
                <a:gd name="T18" fmla="*/ 120 w 151"/>
                <a:gd name="T19" fmla="*/ 29 h 54"/>
                <a:gd name="T20" fmla="*/ 112 w 151"/>
                <a:gd name="T21" fmla="*/ 24 h 54"/>
                <a:gd name="T22" fmla="*/ 112 w 151"/>
                <a:gd name="T23" fmla="*/ 24 h 54"/>
                <a:gd name="T24" fmla="*/ 108 w 151"/>
                <a:gd name="T25" fmla="*/ 24 h 54"/>
                <a:gd name="T26" fmla="*/ 101 w 151"/>
                <a:gd name="T27" fmla="*/ 22 h 54"/>
                <a:gd name="T28" fmla="*/ 95 w 151"/>
                <a:gd name="T29" fmla="*/ 16 h 54"/>
                <a:gd name="T30" fmla="*/ 82 w 151"/>
                <a:gd name="T31" fmla="*/ 15 h 54"/>
                <a:gd name="T32" fmla="*/ 81 w 151"/>
                <a:gd name="T33" fmla="*/ 11 h 54"/>
                <a:gd name="T34" fmla="*/ 73 w 151"/>
                <a:gd name="T35" fmla="*/ 7 h 54"/>
                <a:gd name="T36" fmla="*/ 62 w 151"/>
                <a:gd name="T37" fmla="*/ 3 h 54"/>
                <a:gd name="T38" fmla="*/ 54 w 151"/>
                <a:gd name="T39" fmla="*/ 5 h 54"/>
                <a:gd name="T40" fmla="*/ 45 w 151"/>
                <a:gd name="T41" fmla="*/ 0 h 54"/>
                <a:gd name="T42" fmla="*/ 36 w 151"/>
                <a:gd name="T43" fmla="*/ 3 h 54"/>
                <a:gd name="T44" fmla="*/ 23 w 151"/>
                <a:gd name="T45" fmla="*/ 5 h 54"/>
                <a:gd name="T46" fmla="*/ 15 w 151"/>
                <a:gd name="T47" fmla="*/ 9 h 54"/>
                <a:gd name="T48" fmla="*/ 10 w 151"/>
                <a:gd name="T49" fmla="*/ 13 h 54"/>
                <a:gd name="T50" fmla="*/ 10 w 151"/>
                <a:gd name="T51" fmla="*/ 18 h 54"/>
                <a:gd name="T52" fmla="*/ 4 w 151"/>
                <a:gd name="T53" fmla="*/ 20 h 54"/>
                <a:gd name="T54" fmla="*/ 0 w 151"/>
                <a:gd name="T55" fmla="*/ 22 h 54"/>
                <a:gd name="T56" fmla="*/ 8 w 151"/>
                <a:gd name="T57" fmla="*/ 22 h 54"/>
                <a:gd name="T58" fmla="*/ 13 w 151"/>
                <a:gd name="T59" fmla="*/ 22 h 54"/>
                <a:gd name="T60" fmla="*/ 17 w 151"/>
                <a:gd name="T61" fmla="*/ 18 h 54"/>
                <a:gd name="T62" fmla="*/ 23 w 151"/>
                <a:gd name="T63" fmla="*/ 18 h 54"/>
                <a:gd name="T64" fmla="*/ 28 w 151"/>
                <a:gd name="T65" fmla="*/ 18 h 54"/>
                <a:gd name="T66" fmla="*/ 34 w 151"/>
                <a:gd name="T67" fmla="*/ 13 h 54"/>
                <a:gd name="T68" fmla="*/ 40 w 151"/>
                <a:gd name="T69" fmla="*/ 11 h 54"/>
                <a:gd name="T70" fmla="*/ 47 w 151"/>
                <a:gd name="T71" fmla="*/ 13 h 54"/>
                <a:gd name="T72" fmla="*/ 47 w 151"/>
                <a:gd name="T73" fmla="*/ 13 h 54"/>
                <a:gd name="T74" fmla="*/ 41 w 151"/>
                <a:gd name="T75" fmla="*/ 15 h 54"/>
                <a:gd name="T76" fmla="*/ 53 w 151"/>
                <a:gd name="T77" fmla="*/ 18 h 54"/>
                <a:gd name="T78" fmla="*/ 56 w 151"/>
                <a:gd name="T79" fmla="*/ 18 h 54"/>
                <a:gd name="T80" fmla="*/ 64 w 151"/>
                <a:gd name="T81" fmla="*/ 20 h 54"/>
                <a:gd name="T82" fmla="*/ 66 w 151"/>
                <a:gd name="T83" fmla="*/ 20 h 54"/>
                <a:gd name="T84" fmla="*/ 67 w 151"/>
                <a:gd name="T85" fmla="*/ 22 h 54"/>
                <a:gd name="T86" fmla="*/ 77 w 151"/>
                <a:gd name="T87" fmla="*/ 26 h 54"/>
                <a:gd name="T88" fmla="*/ 81 w 151"/>
                <a:gd name="T89" fmla="*/ 28 h 54"/>
                <a:gd name="T90" fmla="*/ 84 w 151"/>
                <a:gd name="T91" fmla="*/ 28 h 54"/>
                <a:gd name="T92" fmla="*/ 90 w 151"/>
                <a:gd name="T93" fmla="*/ 26 h 54"/>
                <a:gd name="T94" fmla="*/ 97 w 151"/>
                <a:gd name="T95" fmla="*/ 41 h 54"/>
                <a:gd name="T96" fmla="*/ 101 w 151"/>
                <a:gd name="T97" fmla="*/ 39 h 54"/>
                <a:gd name="T98" fmla="*/ 108 w 151"/>
                <a:gd name="T99" fmla="*/ 41 h 54"/>
                <a:gd name="T100" fmla="*/ 110 w 151"/>
                <a:gd name="T101" fmla="*/ 43 h 54"/>
                <a:gd name="T102" fmla="*/ 107 w 151"/>
                <a:gd name="T103" fmla="*/ 44 h 54"/>
                <a:gd name="T104" fmla="*/ 101 w 151"/>
                <a:gd name="T105" fmla="*/ 54 h 54"/>
                <a:gd name="T106" fmla="*/ 110 w 151"/>
                <a:gd name="T107" fmla="*/ 52 h 54"/>
                <a:gd name="T108" fmla="*/ 120 w 151"/>
                <a:gd name="T109" fmla="*/ 52 h 54"/>
                <a:gd name="T110" fmla="*/ 129 w 151"/>
                <a:gd name="T1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" h="54">
                  <a:moveTo>
                    <a:pt x="129" y="54"/>
                  </a:moveTo>
                  <a:lnTo>
                    <a:pt x="136" y="52"/>
                  </a:lnTo>
                  <a:lnTo>
                    <a:pt x="136" y="52"/>
                  </a:lnTo>
                  <a:lnTo>
                    <a:pt x="138" y="52"/>
                  </a:lnTo>
                  <a:lnTo>
                    <a:pt x="140" y="50"/>
                  </a:lnTo>
                  <a:lnTo>
                    <a:pt x="146" y="50"/>
                  </a:lnTo>
                  <a:lnTo>
                    <a:pt x="149" y="50"/>
                  </a:lnTo>
                  <a:lnTo>
                    <a:pt x="151" y="46"/>
                  </a:lnTo>
                  <a:lnTo>
                    <a:pt x="149" y="43"/>
                  </a:lnTo>
                  <a:lnTo>
                    <a:pt x="148" y="43"/>
                  </a:lnTo>
                  <a:lnTo>
                    <a:pt x="146" y="39"/>
                  </a:lnTo>
                  <a:lnTo>
                    <a:pt x="138" y="37"/>
                  </a:lnTo>
                  <a:lnTo>
                    <a:pt x="131" y="37"/>
                  </a:lnTo>
                  <a:lnTo>
                    <a:pt x="133" y="37"/>
                  </a:lnTo>
                  <a:lnTo>
                    <a:pt x="133" y="31"/>
                  </a:lnTo>
                  <a:lnTo>
                    <a:pt x="131" y="31"/>
                  </a:lnTo>
                  <a:lnTo>
                    <a:pt x="127" y="31"/>
                  </a:lnTo>
                  <a:lnTo>
                    <a:pt x="125" y="31"/>
                  </a:lnTo>
                  <a:lnTo>
                    <a:pt x="120" y="28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2" y="24"/>
                  </a:lnTo>
                  <a:lnTo>
                    <a:pt x="110" y="26"/>
                  </a:lnTo>
                  <a:lnTo>
                    <a:pt x="112" y="24"/>
                  </a:lnTo>
                  <a:lnTo>
                    <a:pt x="108" y="24"/>
                  </a:lnTo>
                  <a:lnTo>
                    <a:pt x="108" y="24"/>
                  </a:lnTo>
                  <a:lnTo>
                    <a:pt x="107" y="24"/>
                  </a:lnTo>
                  <a:lnTo>
                    <a:pt x="101" y="22"/>
                  </a:lnTo>
                  <a:lnTo>
                    <a:pt x="97" y="18"/>
                  </a:lnTo>
                  <a:lnTo>
                    <a:pt x="95" y="16"/>
                  </a:lnTo>
                  <a:lnTo>
                    <a:pt x="92" y="15"/>
                  </a:lnTo>
                  <a:lnTo>
                    <a:pt x="82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77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62" y="3"/>
                  </a:lnTo>
                  <a:lnTo>
                    <a:pt x="58" y="5"/>
                  </a:lnTo>
                  <a:lnTo>
                    <a:pt x="54" y="5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40" y="2"/>
                  </a:lnTo>
                  <a:lnTo>
                    <a:pt x="36" y="3"/>
                  </a:lnTo>
                  <a:lnTo>
                    <a:pt x="28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15" y="9"/>
                  </a:lnTo>
                  <a:lnTo>
                    <a:pt x="13" y="11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4" y="20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8" y="26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18"/>
                  </a:lnTo>
                  <a:lnTo>
                    <a:pt x="21" y="18"/>
                  </a:lnTo>
                  <a:lnTo>
                    <a:pt x="23" y="18"/>
                  </a:lnTo>
                  <a:lnTo>
                    <a:pt x="25" y="18"/>
                  </a:lnTo>
                  <a:lnTo>
                    <a:pt x="28" y="18"/>
                  </a:lnTo>
                  <a:lnTo>
                    <a:pt x="32" y="13"/>
                  </a:lnTo>
                  <a:lnTo>
                    <a:pt x="34" y="13"/>
                  </a:lnTo>
                  <a:lnTo>
                    <a:pt x="36" y="11"/>
                  </a:lnTo>
                  <a:lnTo>
                    <a:pt x="40" y="11"/>
                  </a:lnTo>
                  <a:lnTo>
                    <a:pt x="41" y="11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5" y="13"/>
                  </a:lnTo>
                  <a:lnTo>
                    <a:pt x="41" y="15"/>
                  </a:lnTo>
                  <a:lnTo>
                    <a:pt x="45" y="18"/>
                  </a:lnTo>
                  <a:lnTo>
                    <a:pt x="53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20"/>
                  </a:lnTo>
                  <a:lnTo>
                    <a:pt x="64" y="20"/>
                  </a:lnTo>
                  <a:lnTo>
                    <a:pt x="66" y="20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7" y="22"/>
                  </a:lnTo>
                  <a:lnTo>
                    <a:pt x="71" y="26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81" y="28"/>
                  </a:lnTo>
                  <a:lnTo>
                    <a:pt x="82" y="26"/>
                  </a:lnTo>
                  <a:lnTo>
                    <a:pt x="84" y="28"/>
                  </a:lnTo>
                  <a:lnTo>
                    <a:pt x="88" y="26"/>
                  </a:lnTo>
                  <a:lnTo>
                    <a:pt x="90" y="26"/>
                  </a:lnTo>
                  <a:lnTo>
                    <a:pt x="92" y="33"/>
                  </a:lnTo>
                  <a:lnTo>
                    <a:pt x="97" y="41"/>
                  </a:lnTo>
                  <a:lnTo>
                    <a:pt x="99" y="41"/>
                  </a:lnTo>
                  <a:lnTo>
                    <a:pt x="101" y="39"/>
                  </a:lnTo>
                  <a:lnTo>
                    <a:pt x="103" y="41"/>
                  </a:lnTo>
                  <a:lnTo>
                    <a:pt x="108" y="41"/>
                  </a:lnTo>
                  <a:lnTo>
                    <a:pt x="108" y="43"/>
                  </a:lnTo>
                  <a:lnTo>
                    <a:pt x="110" y="43"/>
                  </a:lnTo>
                  <a:lnTo>
                    <a:pt x="110" y="44"/>
                  </a:lnTo>
                  <a:lnTo>
                    <a:pt x="107" y="44"/>
                  </a:lnTo>
                  <a:lnTo>
                    <a:pt x="101" y="50"/>
                  </a:lnTo>
                  <a:lnTo>
                    <a:pt x="101" y="54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4"/>
                  </a:lnTo>
                  <a:lnTo>
                    <a:pt x="120" y="52"/>
                  </a:lnTo>
                  <a:lnTo>
                    <a:pt x="123" y="52"/>
                  </a:lnTo>
                  <a:lnTo>
                    <a:pt x="129" y="5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5" name="Freeform 6512">
              <a:extLst>
                <a:ext uri="{FF2B5EF4-FFF2-40B4-BE49-F238E27FC236}">
                  <a16:creationId xmlns:a16="http://schemas.microsoft.com/office/drawing/2014/main" id="{54680AB8-7760-41D2-B4DA-CD37AB66DD1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" y="2558"/>
              <a:ext cx="11" cy="9"/>
            </a:xfrm>
            <a:custGeom>
              <a:avLst/>
              <a:gdLst>
                <a:gd name="T0" fmla="*/ 1 w 11"/>
                <a:gd name="T1" fmla="*/ 8 h 9"/>
                <a:gd name="T2" fmla="*/ 5 w 11"/>
                <a:gd name="T3" fmla="*/ 9 h 9"/>
                <a:gd name="T4" fmla="*/ 9 w 11"/>
                <a:gd name="T5" fmla="*/ 8 h 9"/>
                <a:gd name="T6" fmla="*/ 11 w 11"/>
                <a:gd name="T7" fmla="*/ 4 h 9"/>
                <a:gd name="T8" fmla="*/ 7 w 11"/>
                <a:gd name="T9" fmla="*/ 0 h 9"/>
                <a:gd name="T10" fmla="*/ 3 w 11"/>
                <a:gd name="T11" fmla="*/ 0 h 9"/>
                <a:gd name="T12" fmla="*/ 1 w 11"/>
                <a:gd name="T13" fmla="*/ 2 h 9"/>
                <a:gd name="T14" fmla="*/ 3 w 11"/>
                <a:gd name="T15" fmla="*/ 6 h 9"/>
                <a:gd name="T16" fmla="*/ 0 w 11"/>
                <a:gd name="T17" fmla="*/ 2 h 9"/>
                <a:gd name="T18" fmla="*/ 1 w 11"/>
                <a:gd name="T1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1" y="8"/>
                  </a:moveTo>
                  <a:lnTo>
                    <a:pt x="5" y="9"/>
                  </a:lnTo>
                  <a:lnTo>
                    <a:pt x="9" y="8"/>
                  </a:lnTo>
                  <a:lnTo>
                    <a:pt x="11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8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6" name="Freeform 6513">
              <a:extLst>
                <a:ext uri="{FF2B5EF4-FFF2-40B4-BE49-F238E27FC236}">
                  <a16:creationId xmlns:a16="http://schemas.microsoft.com/office/drawing/2014/main" id="{B0E1C3D7-A5FD-47D1-A1E6-2DA6F720FFC1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41"/>
              <a:ext cx="11" cy="13"/>
            </a:xfrm>
            <a:custGeom>
              <a:avLst/>
              <a:gdLst>
                <a:gd name="T0" fmla="*/ 7 w 11"/>
                <a:gd name="T1" fmla="*/ 4 h 13"/>
                <a:gd name="T2" fmla="*/ 5 w 11"/>
                <a:gd name="T3" fmla="*/ 4 h 13"/>
                <a:gd name="T4" fmla="*/ 1 w 11"/>
                <a:gd name="T5" fmla="*/ 0 h 13"/>
                <a:gd name="T6" fmla="*/ 0 w 11"/>
                <a:gd name="T7" fmla="*/ 4 h 13"/>
                <a:gd name="T8" fmla="*/ 3 w 11"/>
                <a:gd name="T9" fmla="*/ 8 h 13"/>
                <a:gd name="T10" fmla="*/ 5 w 11"/>
                <a:gd name="T11" fmla="*/ 8 h 13"/>
                <a:gd name="T12" fmla="*/ 3 w 11"/>
                <a:gd name="T13" fmla="*/ 10 h 13"/>
                <a:gd name="T14" fmla="*/ 1 w 11"/>
                <a:gd name="T15" fmla="*/ 10 h 13"/>
                <a:gd name="T16" fmla="*/ 1 w 11"/>
                <a:gd name="T17" fmla="*/ 13 h 13"/>
                <a:gd name="T18" fmla="*/ 5 w 11"/>
                <a:gd name="T19" fmla="*/ 13 h 13"/>
                <a:gd name="T20" fmla="*/ 11 w 11"/>
                <a:gd name="T21" fmla="*/ 10 h 13"/>
                <a:gd name="T22" fmla="*/ 11 w 11"/>
                <a:gd name="T23" fmla="*/ 6 h 13"/>
                <a:gd name="T24" fmla="*/ 11 w 11"/>
                <a:gd name="T25" fmla="*/ 4 h 13"/>
                <a:gd name="T26" fmla="*/ 7 w 11"/>
                <a:gd name="T2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3">
                  <a:moveTo>
                    <a:pt x="7" y="4"/>
                  </a:moveTo>
                  <a:lnTo>
                    <a:pt x="5" y="4"/>
                  </a:lnTo>
                  <a:lnTo>
                    <a:pt x="1" y="0"/>
                  </a:lnTo>
                  <a:lnTo>
                    <a:pt x="0" y="4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7" name="Freeform 6514">
              <a:extLst>
                <a:ext uri="{FF2B5EF4-FFF2-40B4-BE49-F238E27FC236}">
                  <a16:creationId xmlns:a16="http://schemas.microsoft.com/office/drawing/2014/main" id="{D33FD54C-8FF8-4EFC-8C79-50C6FCE8AC3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32" y="2517"/>
              <a:ext cx="12" cy="30"/>
            </a:xfrm>
            <a:custGeom>
              <a:avLst/>
              <a:gdLst>
                <a:gd name="T0" fmla="*/ 8 w 12"/>
                <a:gd name="T1" fmla="*/ 11 h 30"/>
                <a:gd name="T2" fmla="*/ 6 w 12"/>
                <a:gd name="T3" fmla="*/ 6 h 30"/>
                <a:gd name="T4" fmla="*/ 4 w 12"/>
                <a:gd name="T5" fmla="*/ 4 h 30"/>
                <a:gd name="T6" fmla="*/ 0 w 12"/>
                <a:gd name="T7" fmla="*/ 0 h 30"/>
                <a:gd name="T8" fmla="*/ 0 w 12"/>
                <a:gd name="T9" fmla="*/ 4 h 30"/>
                <a:gd name="T10" fmla="*/ 2 w 12"/>
                <a:gd name="T11" fmla="*/ 6 h 30"/>
                <a:gd name="T12" fmla="*/ 2 w 12"/>
                <a:gd name="T13" fmla="*/ 9 h 30"/>
                <a:gd name="T14" fmla="*/ 0 w 12"/>
                <a:gd name="T15" fmla="*/ 11 h 30"/>
                <a:gd name="T16" fmla="*/ 2 w 12"/>
                <a:gd name="T17" fmla="*/ 13 h 30"/>
                <a:gd name="T18" fmla="*/ 4 w 12"/>
                <a:gd name="T19" fmla="*/ 13 h 30"/>
                <a:gd name="T20" fmla="*/ 4 w 12"/>
                <a:gd name="T21" fmla="*/ 19 h 30"/>
                <a:gd name="T22" fmla="*/ 4 w 12"/>
                <a:gd name="T23" fmla="*/ 21 h 30"/>
                <a:gd name="T24" fmla="*/ 2 w 12"/>
                <a:gd name="T25" fmla="*/ 23 h 30"/>
                <a:gd name="T26" fmla="*/ 6 w 12"/>
                <a:gd name="T27" fmla="*/ 26 h 30"/>
                <a:gd name="T28" fmla="*/ 8 w 12"/>
                <a:gd name="T29" fmla="*/ 30 h 30"/>
                <a:gd name="T30" fmla="*/ 12 w 12"/>
                <a:gd name="T31" fmla="*/ 30 h 30"/>
                <a:gd name="T32" fmla="*/ 10 w 12"/>
                <a:gd name="T33" fmla="*/ 24 h 30"/>
                <a:gd name="T34" fmla="*/ 8 w 12"/>
                <a:gd name="T35" fmla="*/ 21 h 30"/>
                <a:gd name="T36" fmla="*/ 4 w 12"/>
                <a:gd name="T37" fmla="*/ 13 h 30"/>
                <a:gd name="T38" fmla="*/ 8 w 12"/>
                <a:gd name="T39" fmla="*/ 13 h 30"/>
                <a:gd name="T40" fmla="*/ 8 w 12"/>
                <a:gd name="T41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30">
                  <a:moveTo>
                    <a:pt x="8" y="11"/>
                  </a:moveTo>
                  <a:lnTo>
                    <a:pt x="6" y="6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9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4" y="13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2" y="23"/>
                  </a:lnTo>
                  <a:lnTo>
                    <a:pt x="6" y="26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0" y="24"/>
                  </a:lnTo>
                  <a:lnTo>
                    <a:pt x="8" y="21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8" y="1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8" name="Freeform 6515">
              <a:extLst>
                <a:ext uri="{FF2B5EF4-FFF2-40B4-BE49-F238E27FC236}">
                  <a16:creationId xmlns:a16="http://schemas.microsoft.com/office/drawing/2014/main" id="{FEB343B9-EAB0-4B1F-A793-D2F76A89C0BB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5" y="2530"/>
              <a:ext cx="6" cy="6"/>
            </a:xfrm>
            <a:custGeom>
              <a:avLst/>
              <a:gdLst>
                <a:gd name="T0" fmla="*/ 0 w 6"/>
                <a:gd name="T1" fmla="*/ 6 h 6"/>
                <a:gd name="T2" fmla="*/ 6 w 6"/>
                <a:gd name="T3" fmla="*/ 6 h 6"/>
                <a:gd name="T4" fmla="*/ 2 w 6"/>
                <a:gd name="T5" fmla="*/ 0 h 6"/>
                <a:gd name="T6" fmla="*/ 0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6" y="6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79" name="Freeform 6516">
              <a:extLst>
                <a:ext uri="{FF2B5EF4-FFF2-40B4-BE49-F238E27FC236}">
                  <a16:creationId xmlns:a16="http://schemas.microsoft.com/office/drawing/2014/main" id="{DBD2C89A-0367-41B0-9545-EC0A009070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62" y="2551"/>
              <a:ext cx="10" cy="5"/>
            </a:xfrm>
            <a:custGeom>
              <a:avLst/>
              <a:gdLst>
                <a:gd name="T0" fmla="*/ 4 w 10"/>
                <a:gd name="T1" fmla="*/ 3 h 5"/>
                <a:gd name="T2" fmla="*/ 8 w 10"/>
                <a:gd name="T3" fmla="*/ 5 h 5"/>
                <a:gd name="T4" fmla="*/ 10 w 10"/>
                <a:gd name="T5" fmla="*/ 2 h 5"/>
                <a:gd name="T6" fmla="*/ 4 w 10"/>
                <a:gd name="T7" fmla="*/ 0 h 5"/>
                <a:gd name="T8" fmla="*/ 0 w 10"/>
                <a:gd name="T9" fmla="*/ 2 h 5"/>
                <a:gd name="T10" fmla="*/ 2 w 10"/>
                <a:gd name="T11" fmla="*/ 3 h 5"/>
                <a:gd name="T12" fmla="*/ 4 w 10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4" y="3"/>
                  </a:moveTo>
                  <a:lnTo>
                    <a:pt x="8" y="5"/>
                  </a:lnTo>
                  <a:lnTo>
                    <a:pt x="10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0" name="Freeform 6517">
              <a:extLst>
                <a:ext uri="{FF2B5EF4-FFF2-40B4-BE49-F238E27FC236}">
                  <a16:creationId xmlns:a16="http://schemas.microsoft.com/office/drawing/2014/main" id="{58B74E3F-90D2-4214-9EA7-DA0D78576665}"/>
                </a:ext>
              </a:extLst>
            </p:cNvPr>
            <p:cNvSpPr>
              <a:spLocks/>
            </p:cNvSpPr>
            <p:nvPr/>
          </p:nvSpPr>
          <p:spPr bwMode="gray">
            <a:xfrm>
              <a:off x="2546" y="2525"/>
              <a:ext cx="5" cy="7"/>
            </a:xfrm>
            <a:custGeom>
              <a:avLst/>
              <a:gdLst>
                <a:gd name="T0" fmla="*/ 0 w 5"/>
                <a:gd name="T1" fmla="*/ 5 h 7"/>
                <a:gd name="T2" fmla="*/ 3 w 5"/>
                <a:gd name="T3" fmla="*/ 7 h 7"/>
                <a:gd name="T4" fmla="*/ 5 w 5"/>
                <a:gd name="T5" fmla="*/ 3 h 7"/>
                <a:gd name="T6" fmla="*/ 3 w 5"/>
                <a:gd name="T7" fmla="*/ 0 h 7"/>
                <a:gd name="T8" fmla="*/ 0 w 5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0" y="5"/>
                  </a:moveTo>
                  <a:lnTo>
                    <a:pt x="3" y="7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1" name="Freeform 6518">
              <a:extLst>
                <a:ext uri="{FF2B5EF4-FFF2-40B4-BE49-F238E27FC236}">
                  <a16:creationId xmlns:a16="http://schemas.microsoft.com/office/drawing/2014/main" id="{FE17F8D2-ED15-430B-95B5-0C7B371CC8E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53" y="2562"/>
              <a:ext cx="15" cy="15"/>
            </a:xfrm>
            <a:custGeom>
              <a:avLst/>
              <a:gdLst>
                <a:gd name="T0" fmla="*/ 2 w 15"/>
                <a:gd name="T1" fmla="*/ 9 h 15"/>
                <a:gd name="T2" fmla="*/ 0 w 15"/>
                <a:gd name="T3" fmla="*/ 15 h 15"/>
                <a:gd name="T4" fmla="*/ 9 w 15"/>
                <a:gd name="T5" fmla="*/ 13 h 15"/>
                <a:gd name="T6" fmla="*/ 13 w 15"/>
                <a:gd name="T7" fmla="*/ 9 h 15"/>
                <a:gd name="T8" fmla="*/ 13 w 15"/>
                <a:gd name="T9" fmla="*/ 5 h 15"/>
                <a:gd name="T10" fmla="*/ 15 w 15"/>
                <a:gd name="T11" fmla="*/ 7 h 15"/>
                <a:gd name="T12" fmla="*/ 15 w 15"/>
                <a:gd name="T13" fmla="*/ 0 h 15"/>
                <a:gd name="T14" fmla="*/ 9 w 15"/>
                <a:gd name="T15" fmla="*/ 4 h 15"/>
                <a:gd name="T16" fmla="*/ 11 w 15"/>
                <a:gd name="T17" fmla="*/ 5 h 15"/>
                <a:gd name="T18" fmla="*/ 9 w 15"/>
                <a:gd name="T19" fmla="*/ 5 h 15"/>
                <a:gd name="T20" fmla="*/ 9 w 15"/>
                <a:gd name="T21" fmla="*/ 7 h 15"/>
                <a:gd name="T22" fmla="*/ 6 w 15"/>
                <a:gd name="T23" fmla="*/ 5 h 15"/>
                <a:gd name="T24" fmla="*/ 2 w 15"/>
                <a:gd name="T2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5">
                  <a:moveTo>
                    <a:pt x="2" y="9"/>
                  </a:moveTo>
                  <a:lnTo>
                    <a:pt x="0" y="15"/>
                  </a:lnTo>
                  <a:lnTo>
                    <a:pt x="9" y="13"/>
                  </a:lnTo>
                  <a:lnTo>
                    <a:pt x="13" y="9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5" y="0"/>
                  </a:lnTo>
                  <a:lnTo>
                    <a:pt x="9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6" y="5"/>
                  </a:lnTo>
                  <a:lnTo>
                    <a:pt x="2" y="9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2" name="Freeform 6519">
              <a:extLst>
                <a:ext uri="{FF2B5EF4-FFF2-40B4-BE49-F238E27FC236}">
                  <a16:creationId xmlns:a16="http://schemas.microsoft.com/office/drawing/2014/main" id="{4D25F280-DE8B-44C3-B209-9FFD28FA3B93}"/>
                </a:ext>
              </a:extLst>
            </p:cNvPr>
            <p:cNvSpPr>
              <a:spLocks/>
            </p:cNvSpPr>
            <p:nvPr/>
          </p:nvSpPr>
          <p:spPr bwMode="gray">
            <a:xfrm>
              <a:off x="2521" y="2506"/>
              <a:ext cx="10" cy="13"/>
            </a:xfrm>
            <a:custGeom>
              <a:avLst/>
              <a:gdLst>
                <a:gd name="T0" fmla="*/ 0 w 10"/>
                <a:gd name="T1" fmla="*/ 0 h 13"/>
                <a:gd name="T2" fmla="*/ 0 w 10"/>
                <a:gd name="T3" fmla="*/ 4 h 13"/>
                <a:gd name="T4" fmla="*/ 4 w 10"/>
                <a:gd name="T5" fmla="*/ 6 h 13"/>
                <a:gd name="T6" fmla="*/ 6 w 10"/>
                <a:gd name="T7" fmla="*/ 7 h 13"/>
                <a:gd name="T8" fmla="*/ 4 w 10"/>
                <a:gd name="T9" fmla="*/ 9 h 13"/>
                <a:gd name="T10" fmla="*/ 2 w 10"/>
                <a:gd name="T11" fmla="*/ 9 h 13"/>
                <a:gd name="T12" fmla="*/ 4 w 10"/>
                <a:gd name="T13" fmla="*/ 13 h 13"/>
                <a:gd name="T14" fmla="*/ 8 w 10"/>
                <a:gd name="T15" fmla="*/ 13 h 13"/>
                <a:gd name="T16" fmla="*/ 10 w 10"/>
                <a:gd name="T17" fmla="*/ 7 h 13"/>
                <a:gd name="T18" fmla="*/ 6 w 10"/>
                <a:gd name="T19" fmla="*/ 4 h 13"/>
                <a:gd name="T20" fmla="*/ 0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4" y="13"/>
                  </a:lnTo>
                  <a:lnTo>
                    <a:pt x="8" y="13"/>
                  </a:lnTo>
                  <a:lnTo>
                    <a:pt x="10" y="7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3" name="Freeform 6520">
              <a:extLst>
                <a:ext uri="{FF2B5EF4-FFF2-40B4-BE49-F238E27FC236}">
                  <a16:creationId xmlns:a16="http://schemas.microsoft.com/office/drawing/2014/main" id="{3A2F0937-1D23-4EBE-BBC3-F060BD18563B}"/>
                </a:ext>
              </a:extLst>
            </p:cNvPr>
            <p:cNvSpPr>
              <a:spLocks/>
            </p:cNvSpPr>
            <p:nvPr/>
          </p:nvSpPr>
          <p:spPr bwMode="gray">
            <a:xfrm>
              <a:off x="2495" y="2510"/>
              <a:ext cx="13" cy="24"/>
            </a:xfrm>
            <a:custGeom>
              <a:avLst/>
              <a:gdLst>
                <a:gd name="T0" fmla="*/ 8 w 13"/>
                <a:gd name="T1" fmla="*/ 13 h 24"/>
                <a:gd name="T2" fmla="*/ 11 w 13"/>
                <a:gd name="T3" fmla="*/ 11 h 24"/>
                <a:gd name="T4" fmla="*/ 10 w 13"/>
                <a:gd name="T5" fmla="*/ 5 h 24"/>
                <a:gd name="T6" fmla="*/ 8 w 13"/>
                <a:gd name="T7" fmla="*/ 2 h 24"/>
                <a:gd name="T8" fmla="*/ 6 w 13"/>
                <a:gd name="T9" fmla="*/ 0 h 24"/>
                <a:gd name="T10" fmla="*/ 4 w 13"/>
                <a:gd name="T11" fmla="*/ 5 h 24"/>
                <a:gd name="T12" fmla="*/ 0 w 13"/>
                <a:gd name="T13" fmla="*/ 9 h 24"/>
                <a:gd name="T14" fmla="*/ 4 w 13"/>
                <a:gd name="T15" fmla="*/ 13 h 24"/>
                <a:gd name="T16" fmla="*/ 6 w 13"/>
                <a:gd name="T17" fmla="*/ 11 h 24"/>
                <a:gd name="T18" fmla="*/ 6 w 13"/>
                <a:gd name="T19" fmla="*/ 15 h 24"/>
                <a:gd name="T20" fmla="*/ 8 w 13"/>
                <a:gd name="T21" fmla="*/ 15 h 24"/>
                <a:gd name="T22" fmla="*/ 8 w 13"/>
                <a:gd name="T23" fmla="*/ 15 h 24"/>
                <a:gd name="T24" fmla="*/ 4 w 13"/>
                <a:gd name="T25" fmla="*/ 16 h 24"/>
                <a:gd name="T26" fmla="*/ 6 w 13"/>
                <a:gd name="T27" fmla="*/ 16 h 24"/>
                <a:gd name="T28" fmla="*/ 6 w 13"/>
                <a:gd name="T29" fmla="*/ 20 h 24"/>
                <a:gd name="T30" fmla="*/ 8 w 13"/>
                <a:gd name="T31" fmla="*/ 24 h 24"/>
                <a:gd name="T32" fmla="*/ 11 w 13"/>
                <a:gd name="T33" fmla="*/ 24 h 24"/>
                <a:gd name="T34" fmla="*/ 13 w 13"/>
                <a:gd name="T35" fmla="*/ 20 h 24"/>
                <a:gd name="T36" fmla="*/ 13 w 13"/>
                <a:gd name="T37" fmla="*/ 18 h 24"/>
                <a:gd name="T38" fmla="*/ 13 w 13"/>
                <a:gd name="T39" fmla="*/ 16 h 24"/>
                <a:gd name="T40" fmla="*/ 11 w 13"/>
                <a:gd name="T41" fmla="*/ 15 h 24"/>
                <a:gd name="T42" fmla="*/ 13 w 13"/>
                <a:gd name="T43" fmla="*/ 11 h 24"/>
                <a:gd name="T44" fmla="*/ 8 w 13"/>
                <a:gd name="T45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24">
                  <a:moveTo>
                    <a:pt x="8" y="13"/>
                  </a:moveTo>
                  <a:lnTo>
                    <a:pt x="11" y="11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5"/>
                  </a:lnTo>
                  <a:lnTo>
                    <a:pt x="0" y="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1" y="15"/>
                  </a:lnTo>
                  <a:lnTo>
                    <a:pt x="13" y="11"/>
                  </a:lnTo>
                  <a:lnTo>
                    <a:pt x="8" y="1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4" name="Freeform 6521">
              <a:extLst>
                <a:ext uri="{FF2B5EF4-FFF2-40B4-BE49-F238E27FC236}">
                  <a16:creationId xmlns:a16="http://schemas.microsoft.com/office/drawing/2014/main" id="{E2D8D96C-A047-42C9-9338-1EF1B97DB6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6" y="2510"/>
              <a:ext cx="10" cy="5"/>
            </a:xfrm>
            <a:custGeom>
              <a:avLst/>
              <a:gdLst>
                <a:gd name="T0" fmla="*/ 8 w 10"/>
                <a:gd name="T1" fmla="*/ 5 h 5"/>
                <a:gd name="T2" fmla="*/ 10 w 10"/>
                <a:gd name="T3" fmla="*/ 2 h 5"/>
                <a:gd name="T4" fmla="*/ 6 w 10"/>
                <a:gd name="T5" fmla="*/ 0 h 5"/>
                <a:gd name="T6" fmla="*/ 0 w 10"/>
                <a:gd name="T7" fmla="*/ 3 h 5"/>
                <a:gd name="T8" fmla="*/ 4 w 10"/>
                <a:gd name="T9" fmla="*/ 5 h 5"/>
                <a:gd name="T10" fmla="*/ 8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lnTo>
                    <a:pt x="10" y="2"/>
                  </a:lnTo>
                  <a:lnTo>
                    <a:pt x="6" y="0"/>
                  </a:lnTo>
                  <a:lnTo>
                    <a:pt x="0" y="3"/>
                  </a:lnTo>
                  <a:lnTo>
                    <a:pt x="4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5" name="Freeform 6522">
              <a:extLst>
                <a:ext uri="{FF2B5EF4-FFF2-40B4-BE49-F238E27FC236}">
                  <a16:creationId xmlns:a16="http://schemas.microsoft.com/office/drawing/2014/main" id="{C1D6B7E2-0CE0-47AF-8373-3C13B5AA9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1" y="2484"/>
              <a:ext cx="18" cy="20"/>
            </a:xfrm>
            <a:custGeom>
              <a:avLst/>
              <a:gdLst>
                <a:gd name="T0" fmla="*/ 18 w 18"/>
                <a:gd name="T1" fmla="*/ 5 h 20"/>
                <a:gd name="T2" fmla="*/ 17 w 18"/>
                <a:gd name="T3" fmla="*/ 5 h 20"/>
                <a:gd name="T4" fmla="*/ 17 w 18"/>
                <a:gd name="T5" fmla="*/ 1 h 20"/>
                <a:gd name="T6" fmla="*/ 11 w 18"/>
                <a:gd name="T7" fmla="*/ 0 h 20"/>
                <a:gd name="T8" fmla="*/ 0 w 18"/>
                <a:gd name="T9" fmla="*/ 0 h 20"/>
                <a:gd name="T10" fmla="*/ 9 w 18"/>
                <a:gd name="T11" fmla="*/ 1 h 20"/>
                <a:gd name="T12" fmla="*/ 11 w 18"/>
                <a:gd name="T13" fmla="*/ 5 h 20"/>
                <a:gd name="T14" fmla="*/ 13 w 18"/>
                <a:gd name="T15" fmla="*/ 7 h 20"/>
                <a:gd name="T16" fmla="*/ 11 w 18"/>
                <a:gd name="T17" fmla="*/ 9 h 20"/>
                <a:gd name="T18" fmla="*/ 13 w 18"/>
                <a:gd name="T19" fmla="*/ 13 h 20"/>
                <a:gd name="T20" fmla="*/ 11 w 18"/>
                <a:gd name="T21" fmla="*/ 20 h 20"/>
                <a:gd name="T22" fmla="*/ 17 w 18"/>
                <a:gd name="T23" fmla="*/ 15 h 20"/>
                <a:gd name="T24" fmla="*/ 17 w 18"/>
                <a:gd name="T25" fmla="*/ 13 h 20"/>
                <a:gd name="T26" fmla="*/ 18 w 18"/>
                <a:gd name="T27" fmla="*/ 11 h 20"/>
                <a:gd name="T28" fmla="*/ 18 w 18"/>
                <a:gd name="T2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20">
                  <a:moveTo>
                    <a:pt x="18" y="5"/>
                  </a:moveTo>
                  <a:lnTo>
                    <a:pt x="17" y="5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9" y="1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13" y="13"/>
                  </a:lnTo>
                  <a:lnTo>
                    <a:pt x="11" y="20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8" y="11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6" name="Freeform 6523">
              <a:extLst>
                <a:ext uri="{FF2B5EF4-FFF2-40B4-BE49-F238E27FC236}">
                  <a16:creationId xmlns:a16="http://schemas.microsoft.com/office/drawing/2014/main" id="{CAF200D7-B81A-484A-84D5-FF7E0C48C861}"/>
                </a:ext>
              </a:extLst>
            </p:cNvPr>
            <p:cNvSpPr>
              <a:spLocks/>
            </p:cNvSpPr>
            <p:nvPr/>
          </p:nvSpPr>
          <p:spPr bwMode="gray">
            <a:xfrm>
              <a:off x="2488" y="2484"/>
              <a:ext cx="22" cy="9"/>
            </a:xfrm>
            <a:custGeom>
              <a:avLst/>
              <a:gdLst>
                <a:gd name="T0" fmla="*/ 9 w 22"/>
                <a:gd name="T1" fmla="*/ 3 h 9"/>
                <a:gd name="T2" fmla="*/ 7 w 22"/>
                <a:gd name="T3" fmla="*/ 1 h 9"/>
                <a:gd name="T4" fmla="*/ 0 w 22"/>
                <a:gd name="T5" fmla="*/ 1 h 9"/>
                <a:gd name="T6" fmla="*/ 5 w 22"/>
                <a:gd name="T7" fmla="*/ 7 h 9"/>
                <a:gd name="T8" fmla="*/ 9 w 22"/>
                <a:gd name="T9" fmla="*/ 9 h 9"/>
                <a:gd name="T10" fmla="*/ 15 w 22"/>
                <a:gd name="T11" fmla="*/ 5 h 9"/>
                <a:gd name="T12" fmla="*/ 17 w 22"/>
                <a:gd name="T13" fmla="*/ 5 h 9"/>
                <a:gd name="T14" fmla="*/ 22 w 22"/>
                <a:gd name="T15" fmla="*/ 5 h 9"/>
                <a:gd name="T16" fmla="*/ 17 w 22"/>
                <a:gd name="T17" fmla="*/ 0 h 9"/>
                <a:gd name="T18" fmla="*/ 13 w 22"/>
                <a:gd name="T19" fmla="*/ 0 h 9"/>
                <a:gd name="T20" fmla="*/ 9 w 22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9">
                  <a:moveTo>
                    <a:pt x="9" y="3"/>
                  </a:moveTo>
                  <a:lnTo>
                    <a:pt x="7" y="1"/>
                  </a:lnTo>
                  <a:lnTo>
                    <a:pt x="0" y="1"/>
                  </a:lnTo>
                  <a:lnTo>
                    <a:pt x="5" y="7"/>
                  </a:lnTo>
                  <a:lnTo>
                    <a:pt x="9" y="9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22" y="5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7" name="Freeform 6524">
              <a:extLst>
                <a:ext uri="{FF2B5EF4-FFF2-40B4-BE49-F238E27FC236}">
                  <a16:creationId xmlns:a16="http://schemas.microsoft.com/office/drawing/2014/main" id="{5D611C64-C5ED-4DC7-94BA-24BAF643F2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93" y="3651"/>
              <a:ext cx="28" cy="24"/>
            </a:xfrm>
            <a:custGeom>
              <a:avLst/>
              <a:gdLst>
                <a:gd name="T0" fmla="*/ 19 w 28"/>
                <a:gd name="T1" fmla="*/ 18 h 24"/>
                <a:gd name="T2" fmla="*/ 22 w 28"/>
                <a:gd name="T3" fmla="*/ 16 h 24"/>
                <a:gd name="T4" fmla="*/ 22 w 28"/>
                <a:gd name="T5" fmla="*/ 13 h 24"/>
                <a:gd name="T6" fmla="*/ 26 w 28"/>
                <a:gd name="T7" fmla="*/ 11 h 24"/>
                <a:gd name="T8" fmla="*/ 28 w 28"/>
                <a:gd name="T9" fmla="*/ 7 h 24"/>
                <a:gd name="T10" fmla="*/ 26 w 28"/>
                <a:gd name="T11" fmla="*/ 3 h 24"/>
                <a:gd name="T12" fmla="*/ 24 w 28"/>
                <a:gd name="T13" fmla="*/ 3 h 24"/>
                <a:gd name="T14" fmla="*/ 21 w 28"/>
                <a:gd name="T15" fmla="*/ 0 h 24"/>
                <a:gd name="T16" fmla="*/ 11 w 28"/>
                <a:gd name="T17" fmla="*/ 2 h 24"/>
                <a:gd name="T18" fmla="*/ 9 w 28"/>
                <a:gd name="T19" fmla="*/ 2 h 24"/>
                <a:gd name="T20" fmla="*/ 13 w 28"/>
                <a:gd name="T21" fmla="*/ 7 h 24"/>
                <a:gd name="T22" fmla="*/ 15 w 28"/>
                <a:gd name="T23" fmla="*/ 5 h 24"/>
                <a:gd name="T24" fmla="*/ 15 w 28"/>
                <a:gd name="T25" fmla="*/ 7 h 24"/>
                <a:gd name="T26" fmla="*/ 13 w 28"/>
                <a:gd name="T27" fmla="*/ 7 h 24"/>
                <a:gd name="T28" fmla="*/ 9 w 28"/>
                <a:gd name="T29" fmla="*/ 5 h 24"/>
                <a:gd name="T30" fmla="*/ 8 w 28"/>
                <a:gd name="T31" fmla="*/ 7 h 24"/>
                <a:gd name="T32" fmla="*/ 11 w 28"/>
                <a:gd name="T33" fmla="*/ 13 h 24"/>
                <a:gd name="T34" fmla="*/ 11 w 28"/>
                <a:gd name="T35" fmla="*/ 13 h 24"/>
                <a:gd name="T36" fmla="*/ 9 w 28"/>
                <a:gd name="T37" fmla="*/ 15 h 24"/>
                <a:gd name="T38" fmla="*/ 9 w 28"/>
                <a:gd name="T39" fmla="*/ 15 h 24"/>
                <a:gd name="T40" fmla="*/ 6 w 28"/>
                <a:gd name="T41" fmla="*/ 15 h 24"/>
                <a:gd name="T42" fmla="*/ 4 w 28"/>
                <a:gd name="T43" fmla="*/ 13 h 24"/>
                <a:gd name="T44" fmla="*/ 0 w 28"/>
                <a:gd name="T45" fmla="*/ 15 h 24"/>
                <a:gd name="T46" fmla="*/ 4 w 28"/>
                <a:gd name="T47" fmla="*/ 18 h 24"/>
                <a:gd name="T48" fmla="*/ 9 w 28"/>
                <a:gd name="T49" fmla="*/ 15 h 24"/>
                <a:gd name="T50" fmla="*/ 9 w 28"/>
                <a:gd name="T51" fmla="*/ 16 h 24"/>
                <a:gd name="T52" fmla="*/ 8 w 28"/>
                <a:gd name="T53" fmla="*/ 18 h 24"/>
                <a:gd name="T54" fmla="*/ 6 w 28"/>
                <a:gd name="T55" fmla="*/ 18 h 24"/>
                <a:gd name="T56" fmla="*/ 4 w 28"/>
                <a:gd name="T57" fmla="*/ 20 h 24"/>
                <a:gd name="T58" fmla="*/ 9 w 28"/>
                <a:gd name="T59" fmla="*/ 22 h 24"/>
                <a:gd name="T60" fmla="*/ 11 w 28"/>
                <a:gd name="T61" fmla="*/ 22 h 24"/>
                <a:gd name="T62" fmla="*/ 13 w 28"/>
                <a:gd name="T63" fmla="*/ 24 h 24"/>
                <a:gd name="T64" fmla="*/ 17 w 28"/>
                <a:gd name="T65" fmla="*/ 18 h 24"/>
                <a:gd name="T66" fmla="*/ 15 w 28"/>
                <a:gd name="T67" fmla="*/ 18 h 24"/>
                <a:gd name="T68" fmla="*/ 15 w 28"/>
                <a:gd name="T69" fmla="*/ 18 h 24"/>
                <a:gd name="T70" fmla="*/ 19 w 28"/>
                <a:gd name="T71" fmla="*/ 18 h 24"/>
                <a:gd name="T72" fmla="*/ 13 w 28"/>
                <a:gd name="T73" fmla="*/ 2 h 24"/>
                <a:gd name="T74" fmla="*/ 22 w 28"/>
                <a:gd name="T75" fmla="*/ 5 h 24"/>
                <a:gd name="T76" fmla="*/ 21 w 28"/>
                <a:gd name="T77" fmla="*/ 5 h 24"/>
                <a:gd name="T78" fmla="*/ 21 w 28"/>
                <a:gd name="T79" fmla="*/ 5 h 24"/>
                <a:gd name="T80" fmla="*/ 19 w 28"/>
                <a:gd name="T81" fmla="*/ 3 h 24"/>
                <a:gd name="T82" fmla="*/ 19 w 28"/>
                <a:gd name="T83" fmla="*/ 5 h 24"/>
                <a:gd name="T84" fmla="*/ 13 w 28"/>
                <a:gd name="T8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24">
                  <a:moveTo>
                    <a:pt x="19" y="18"/>
                  </a:moveTo>
                  <a:lnTo>
                    <a:pt x="22" y="16"/>
                  </a:lnTo>
                  <a:lnTo>
                    <a:pt x="22" y="13"/>
                  </a:lnTo>
                  <a:lnTo>
                    <a:pt x="26" y="11"/>
                  </a:lnTo>
                  <a:lnTo>
                    <a:pt x="28" y="7"/>
                  </a:lnTo>
                  <a:lnTo>
                    <a:pt x="26" y="3"/>
                  </a:lnTo>
                  <a:lnTo>
                    <a:pt x="24" y="3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9" y="5"/>
                  </a:lnTo>
                  <a:lnTo>
                    <a:pt x="8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0" y="15"/>
                  </a:lnTo>
                  <a:lnTo>
                    <a:pt x="4" y="18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3" y="24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9" y="18"/>
                  </a:lnTo>
                  <a:close/>
                  <a:moveTo>
                    <a:pt x="13" y="2"/>
                  </a:moveTo>
                  <a:lnTo>
                    <a:pt x="22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3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8" name="Freeform 6525">
              <a:extLst>
                <a:ext uri="{FF2B5EF4-FFF2-40B4-BE49-F238E27FC236}">
                  <a16:creationId xmlns:a16="http://schemas.microsoft.com/office/drawing/2014/main" id="{D4225B37-8FE0-472C-B99F-43DFAF307376}"/>
                </a:ext>
              </a:extLst>
            </p:cNvPr>
            <p:cNvSpPr>
              <a:spLocks/>
            </p:cNvSpPr>
            <p:nvPr/>
          </p:nvSpPr>
          <p:spPr bwMode="gray">
            <a:xfrm>
              <a:off x="3097" y="3695"/>
              <a:ext cx="20" cy="15"/>
            </a:xfrm>
            <a:custGeom>
              <a:avLst/>
              <a:gdLst>
                <a:gd name="T0" fmla="*/ 8 w 11"/>
                <a:gd name="T1" fmla="*/ 5 h 8"/>
                <a:gd name="T2" fmla="*/ 8 w 11"/>
                <a:gd name="T3" fmla="*/ 3 h 8"/>
                <a:gd name="T4" fmla="*/ 7 w 11"/>
                <a:gd name="T5" fmla="*/ 3 h 8"/>
                <a:gd name="T6" fmla="*/ 6 w 11"/>
                <a:gd name="T7" fmla="*/ 2 h 8"/>
                <a:gd name="T8" fmla="*/ 5 w 11"/>
                <a:gd name="T9" fmla="*/ 2 h 8"/>
                <a:gd name="T10" fmla="*/ 5 w 11"/>
                <a:gd name="T11" fmla="*/ 1 h 8"/>
                <a:gd name="T12" fmla="*/ 3 w 11"/>
                <a:gd name="T13" fmla="*/ 0 h 8"/>
                <a:gd name="T14" fmla="*/ 0 w 11"/>
                <a:gd name="T15" fmla="*/ 1 h 8"/>
                <a:gd name="T16" fmla="*/ 0 w 11"/>
                <a:gd name="T17" fmla="*/ 2 h 8"/>
                <a:gd name="T18" fmla="*/ 2 w 11"/>
                <a:gd name="T19" fmla="*/ 2 h 8"/>
                <a:gd name="T20" fmla="*/ 3 w 11"/>
                <a:gd name="T21" fmla="*/ 3 h 8"/>
                <a:gd name="T22" fmla="*/ 4 w 11"/>
                <a:gd name="T23" fmla="*/ 4 h 8"/>
                <a:gd name="T24" fmla="*/ 4 w 11"/>
                <a:gd name="T25" fmla="*/ 5 h 8"/>
                <a:gd name="T26" fmla="*/ 5 w 11"/>
                <a:gd name="T27" fmla="*/ 5 h 8"/>
                <a:gd name="T28" fmla="*/ 6 w 11"/>
                <a:gd name="T29" fmla="*/ 7 h 8"/>
                <a:gd name="T30" fmla="*/ 6 w 11"/>
                <a:gd name="T31" fmla="*/ 8 h 8"/>
                <a:gd name="T32" fmla="*/ 8 w 11"/>
                <a:gd name="T33" fmla="*/ 8 h 8"/>
                <a:gd name="T34" fmla="*/ 8 w 11"/>
                <a:gd name="T35" fmla="*/ 7 h 8"/>
                <a:gd name="T36" fmla="*/ 9 w 11"/>
                <a:gd name="T37" fmla="*/ 7 h 8"/>
                <a:gd name="T38" fmla="*/ 11 w 11"/>
                <a:gd name="T39" fmla="*/ 5 h 8"/>
                <a:gd name="T40" fmla="*/ 9 w 11"/>
                <a:gd name="T41" fmla="*/ 5 h 8"/>
                <a:gd name="T42" fmla="*/ 8 w 11"/>
                <a:gd name="T4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8">
                  <a:moveTo>
                    <a:pt x="8" y="5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5"/>
                    <a:pt x="9" y="5"/>
                    <a:pt x="9" y="5"/>
                  </a:cubicBezTo>
                  <a:lnTo>
                    <a:pt x="8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89" name="Freeform 6526">
              <a:extLst>
                <a:ext uri="{FF2B5EF4-FFF2-40B4-BE49-F238E27FC236}">
                  <a16:creationId xmlns:a16="http://schemas.microsoft.com/office/drawing/2014/main" id="{EFDF07BB-590D-4C6C-8A17-1688E2579C85}"/>
                </a:ext>
              </a:extLst>
            </p:cNvPr>
            <p:cNvSpPr>
              <a:spLocks/>
            </p:cNvSpPr>
            <p:nvPr/>
          </p:nvSpPr>
          <p:spPr bwMode="gray">
            <a:xfrm>
              <a:off x="2814" y="3653"/>
              <a:ext cx="26" cy="22"/>
            </a:xfrm>
            <a:custGeom>
              <a:avLst/>
              <a:gdLst>
                <a:gd name="T0" fmla="*/ 22 w 26"/>
                <a:gd name="T1" fmla="*/ 3 h 22"/>
                <a:gd name="T2" fmla="*/ 18 w 26"/>
                <a:gd name="T3" fmla="*/ 1 h 22"/>
                <a:gd name="T4" fmla="*/ 15 w 26"/>
                <a:gd name="T5" fmla="*/ 3 h 22"/>
                <a:gd name="T6" fmla="*/ 15 w 26"/>
                <a:gd name="T7" fmla="*/ 3 h 22"/>
                <a:gd name="T8" fmla="*/ 15 w 26"/>
                <a:gd name="T9" fmla="*/ 3 h 22"/>
                <a:gd name="T10" fmla="*/ 15 w 26"/>
                <a:gd name="T11" fmla="*/ 1 h 22"/>
                <a:gd name="T12" fmla="*/ 9 w 26"/>
                <a:gd name="T13" fmla="*/ 0 h 22"/>
                <a:gd name="T14" fmla="*/ 9 w 26"/>
                <a:gd name="T15" fmla="*/ 1 h 22"/>
                <a:gd name="T16" fmla="*/ 5 w 26"/>
                <a:gd name="T17" fmla="*/ 3 h 22"/>
                <a:gd name="T18" fmla="*/ 7 w 26"/>
                <a:gd name="T19" fmla="*/ 5 h 22"/>
                <a:gd name="T20" fmla="*/ 5 w 26"/>
                <a:gd name="T21" fmla="*/ 7 h 22"/>
                <a:gd name="T22" fmla="*/ 7 w 26"/>
                <a:gd name="T23" fmla="*/ 9 h 22"/>
                <a:gd name="T24" fmla="*/ 5 w 26"/>
                <a:gd name="T25" fmla="*/ 9 h 22"/>
                <a:gd name="T26" fmla="*/ 0 w 26"/>
                <a:gd name="T27" fmla="*/ 18 h 22"/>
                <a:gd name="T28" fmla="*/ 1 w 26"/>
                <a:gd name="T29" fmla="*/ 18 h 22"/>
                <a:gd name="T30" fmla="*/ 5 w 26"/>
                <a:gd name="T31" fmla="*/ 22 h 22"/>
                <a:gd name="T32" fmla="*/ 7 w 26"/>
                <a:gd name="T33" fmla="*/ 22 h 22"/>
                <a:gd name="T34" fmla="*/ 9 w 26"/>
                <a:gd name="T35" fmla="*/ 20 h 22"/>
                <a:gd name="T36" fmla="*/ 7 w 26"/>
                <a:gd name="T37" fmla="*/ 18 h 22"/>
                <a:gd name="T38" fmla="*/ 9 w 26"/>
                <a:gd name="T39" fmla="*/ 20 h 22"/>
                <a:gd name="T40" fmla="*/ 11 w 26"/>
                <a:gd name="T41" fmla="*/ 18 h 22"/>
                <a:gd name="T42" fmla="*/ 9 w 26"/>
                <a:gd name="T43" fmla="*/ 16 h 22"/>
                <a:gd name="T44" fmla="*/ 11 w 26"/>
                <a:gd name="T45" fmla="*/ 16 h 22"/>
                <a:gd name="T46" fmla="*/ 15 w 26"/>
                <a:gd name="T47" fmla="*/ 14 h 22"/>
                <a:gd name="T48" fmla="*/ 15 w 26"/>
                <a:gd name="T49" fmla="*/ 13 h 22"/>
                <a:gd name="T50" fmla="*/ 18 w 26"/>
                <a:gd name="T51" fmla="*/ 13 h 22"/>
                <a:gd name="T52" fmla="*/ 20 w 26"/>
                <a:gd name="T53" fmla="*/ 11 h 22"/>
                <a:gd name="T54" fmla="*/ 24 w 26"/>
                <a:gd name="T55" fmla="*/ 11 h 22"/>
                <a:gd name="T56" fmla="*/ 22 w 26"/>
                <a:gd name="T57" fmla="*/ 7 h 22"/>
                <a:gd name="T58" fmla="*/ 22 w 26"/>
                <a:gd name="T59" fmla="*/ 7 h 22"/>
                <a:gd name="T60" fmla="*/ 26 w 26"/>
                <a:gd name="T61" fmla="*/ 7 h 22"/>
                <a:gd name="T62" fmla="*/ 22 w 26"/>
                <a:gd name="T63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22">
                  <a:moveTo>
                    <a:pt x="22" y="3"/>
                  </a:moveTo>
                  <a:lnTo>
                    <a:pt x="18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5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7" y="9"/>
                  </a:lnTo>
                  <a:lnTo>
                    <a:pt x="5" y="9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9" y="20"/>
                  </a:lnTo>
                  <a:lnTo>
                    <a:pt x="7" y="18"/>
                  </a:lnTo>
                  <a:lnTo>
                    <a:pt x="9" y="20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8" y="13"/>
                  </a:lnTo>
                  <a:lnTo>
                    <a:pt x="20" y="11"/>
                  </a:lnTo>
                  <a:lnTo>
                    <a:pt x="24" y="11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0" name="Freeform 6527">
              <a:extLst>
                <a:ext uri="{FF2B5EF4-FFF2-40B4-BE49-F238E27FC236}">
                  <a16:creationId xmlns:a16="http://schemas.microsoft.com/office/drawing/2014/main" id="{526C1477-38A2-4BB0-8F81-7324A8BF08A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494" y="1361"/>
              <a:ext cx="1593" cy="2390"/>
            </a:xfrm>
            <a:custGeom>
              <a:avLst/>
              <a:gdLst>
                <a:gd name="T0" fmla="*/ 743 w 856"/>
                <a:gd name="T1" fmla="*/ 809 h 1282"/>
                <a:gd name="T2" fmla="*/ 662 w 856"/>
                <a:gd name="T3" fmla="*/ 741 h 1282"/>
                <a:gd name="T4" fmla="*/ 552 w 856"/>
                <a:gd name="T5" fmla="*/ 737 h 1282"/>
                <a:gd name="T6" fmla="*/ 457 w 856"/>
                <a:gd name="T7" fmla="*/ 689 h 1282"/>
                <a:gd name="T8" fmla="*/ 398 w 856"/>
                <a:gd name="T9" fmla="*/ 617 h 1282"/>
                <a:gd name="T10" fmla="*/ 492 w 856"/>
                <a:gd name="T11" fmla="*/ 580 h 1282"/>
                <a:gd name="T12" fmla="*/ 561 w 856"/>
                <a:gd name="T13" fmla="*/ 537 h 1282"/>
                <a:gd name="T14" fmla="*/ 609 w 856"/>
                <a:gd name="T15" fmla="*/ 478 h 1282"/>
                <a:gd name="T16" fmla="*/ 672 w 856"/>
                <a:gd name="T17" fmla="*/ 448 h 1282"/>
                <a:gd name="T18" fmla="*/ 660 w 856"/>
                <a:gd name="T19" fmla="*/ 418 h 1282"/>
                <a:gd name="T20" fmla="*/ 713 w 856"/>
                <a:gd name="T21" fmla="*/ 387 h 1282"/>
                <a:gd name="T22" fmla="*/ 708 w 856"/>
                <a:gd name="T23" fmla="*/ 326 h 1282"/>
                <a:gd name="T24" fmla="*/ 660 w 856"/>
                <a:gd name="T25" fmla="*/ 293 h 1282"/>
                <a:gd name="T26" fmla="*/ 600 w 856"/>
                <a:gd name="T27" fmla="*/ 292 h 1282"/>
                <a:gd name="T28" fmla="*/ 562 w 856"/>
                <a:gd name="T29" fmla="*/ 333 h 1282"/>
                <a:gd name="T30" fmla="*/ 526 w 856"/>
                <a:gd name="T31" fmla="*/ 227 h 1282"/>
                <a:gd name="T32" fmla="*/ 597 w 856"/>
                <a:gd name="T33" fmla="*/ 196 h 1282"/>
                <a:gd name="T34" fmla="*/ 611 w 856"/>
                <a:gd name="T35" fmla="*/ 139 h 1282"/>
                <a:gd name="T36" fmla="*/ 575 w 856"/>
                <a:gd name="T37" fmla="*/ 142 h 1282"/>
                <a:gd name="T38" fmla="*/ 609 w 856"/>
                <a:gd name="T39" fmla="*/ 71 h 1282"/>
                <a:gd name="T40" fmla="*/ 559 w 856"/>
                <a:gd name="T41" fmla="*/ 135 h 1282"/>
                <a:gd name="T42" fmla="*/ 513 w 856"/>
                <a:gd name="T43" fmla="*/ 155 h 1282"/>
                <a:gd name="T44" fmla="*/ 454 w 856"/>
                <a:gd name="T45" fmla="*/ 160 h 1282"/>
                <a:gd name="T46" fmla="*/ 392 w 856"/>
                <a:gd name="T47" fmla="*/ 91 h 1282"/>
                <a:gd name="T48" fmla="*/ 326 w 856"/>
                <a:gd name="T49" fmla="*/ 79 h 1282"/>
                <a:gd name="T50" fmla="*/ 261 w 856"/>
                <a:gd name="T51" fmla="*/ 44 h 1282"/>
                <a:gd name="T52" fmla="*/ 188 w 856"/>
                <a:gd name="T53" fmla="*/ 10 h 1282"/>
                <a:gd name="T54" fmla="*/ 95 w 856"/>
                <a:gd name="T55" fmla="*/ 76 h 1282"/>
                <a:gd name="T56" fmla="*/ 72 w 856"/>
                <a:gd name="T57" fmla="*/ 130 h 1282"/>
                <a:gd name="T58" fmla="*/ 60 w 856"/>
                <a:gd name="T59" fmla="*/ 203 h 1282"/>
                <a:gd name="T60" fmla="*/ 1 w 856"/>
                <a:gd name="T61" fmla="*/ 257 h 1282"/>
                <a:gd name="T62" fmla="*/ 65 w 856"/>
                <a:gd name="T63" fmla="*/ 240 h 1282"/>
                <a:gd name="T64" fmla="*/ 138 w 856"/>
                <a:gd name="T65" fmla="*/ 187 h 1282"/>
                <a:gd name="T66" fmla="*/ 174 w 856"/>
                <a:gd name="T67" fmla="*/ 203 h 1282"/>
                <a:gd name="T68" fmla="*/ 216 w 856"/>
                <a:gd name="T69" fmla="*/ 274 h 1282"/>
                <a:gd name="T70" fmla="*/ 235 w 856"/>
                <a:gd name="T71" fmla="*/ 298 h 1282"/>
                <a:gd name="T72" fmla="*/ 231 w 856"/>
                <a:gd name="T73" fmla="*/ 357 h 1282"/>
                <a:gd name="T74" fmla="*/ 245 w 856"/>
                <a:gd name="T75" fmla="*/ 404 h 1282"/>
                <a:gd name="T76" fmla="*/ 264 w 856"/>
                <a:gd name="T77" fmla="*/ 555 h 1282"/>
                <a:gd name="T78" fmla="*/ 297 w 856"/>
                <a:gd name="T79" fmla="*/ 601 h 1282"/>
                <a:gd name="T80" fmla="*/ 331 w 856"/>
                <a:gd name="T81" fmla="*/ 633 h 1282"/>
                <a:gd name="T82" fmla="*/ 467 w 856"/>
                <a:gd name="T83" fmla="*/ 716 h 1282"/>
                <a:gd name="T84" fmla="*/ 536 w 856"/>
                <a:gd name="T85" fmla="*/ 785 h 1282"/>
                <a:gd name="T86" fmla="*/ 554 w 856"/>
                <a:gd name="T87" fmla="*/ 920 h 1282"/>
                <a:gd name="T88" fmla="*/ 592 w 856"/>
                <a:gd name="T89" fmla="*/ 1088 h 1282"/>
                <a:gd name="T90" fmla="*/ 594 w 856"/>
                <a:gd name="T91" fmla="*/ 1165 h 1282"/>
                <a:gd name="T92" fmla="*/ 592 w 856"/>
                <a:gd name="T93" fmla="*/ 1207 h 1282"/>
                <a:gd name="T94" fmla="*/ 622 w 856"/>
                <a:gd name="T95" fmla="*/ 1256 h 1282"/>
                <a:gd name="T96" fmla="*/ 635 w 856"/>
                <a:gd name="T97" fmla="*/ 1270 h 1282"/>
                <a:gd name="T98" fmla="*/ 648 w 856"/>
                <a:gd name="T99" fmla="*/ 1239 h 1282"/>
                <a:gd name="T100" fmla="*/ 655 w 856"/>
                <a:gd name="T101" fmla="*/ 1142 h 1282"/>
                <a:gd name="T102" fmla="*/ 738 w 856"/>
                <a:gd name="T103" fmla="*/ 1053 h 1282"/>
                <a:gd name="T104" fmla="*/ 830 w 856"/>
                <a:gd name="T105" fmla="*/ 903 h 1282"/>
                <a:gd name="T106" fmla="*/ 624 w 856"/>
                <a:gd name="T107" fmla="*/ 143 h 1282"/>
                <a:gd name="T108" fmla="*/ 72 w 856"/>
                <a:gd name="T109" fmla="*/ 131 h 1282"/>
                <a:gd name="T110" fmla="*/ 220 w 856"/>
                <a:gd name="T111" fmla="*/ 263 h 1282"/>
                <a:gd name="T112" fmla="*/ 231 w 856"/>
                <a:gd name="T113" fmla="*/ 276 h 1282"/>
                <a:gd name="T114" fmla="*/ 238 w 856"/>
                <a:gd name="T115" fmla="*/ 284 h 1282"/>
                <a:gd name="T116" fmla="*/ 245 w 856"/>
                <a:gd name="T117" fmla="*/ 350 h 1282"/>
                <a:gd name="T118" fmla="*/ 344 w 856"/>
                <a:gd name="T119" fmla="*/ 82 h 1282"/>
                <a:gd name="T120" fmla="*/ 602 w 856"/>
                <a:gd name="T121" fmla="*/ 1167 h 1282"/>
                <a:gd name="T122" fmla="*/ 620 w 856"/>
                <a:gd name="T123" fmla="*/ 1241 h 1282"/>
                <a:gd name="T124" fmla="*/ 647 w 856"/>
                <a:gd name="T125" fmla="*/ 1259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56" h="1282">
                  <a:moveTo>
                    <a:pt x="856" y="863"/>
                  </a:moveTo>
                  <a:cubicBezTo>
                    <a:pt x="856" y="859"/>
                    <a:pt x="856" y="859"/>
                    <a:pt x="856" y="859"/>
                  </a:cubicBezTo>
                  <a:cubicBezTo>
                    <a:pt x="855" y="858"/>
                    <a:pt x="855" y="858"/>
                    <a:pt x="855" y="858"/>
                  </a:cubicBezTo>
                  <a:cubicBezTo>
                    <a:pt x="855" y="857"/>
                    <a:pt x="855" y="857"/>
                    <a:pt x="855" y="857"/>
                  </a:cubicBezTo>
                  <a:cubicBezTo>
                    <a:pt x="852" y="851"/>
                    <a:pt x="852" y="851"/>
                    <a:pt x="852" y="851"/>
                  </a:cubicBezTo>
                  <a:cubicBezTo>
                    <a:pt x="852" y="850"/>
                    <a:pt x="852" y="850"/>
                    <a:pt x="852" y="850"/>
                  </a:cubicBezTo>
                  <a:cubicBezTo>
                    <a:pt x="852" y="847"/>
                    <a:pt x="852" y="847"/>
                    <a:pt x="852" y="847"/>
                  </a:cubicBezTo>
                  <a:cubicBezTo>
                    <a:pt x="847" y="845"/>
                    <a:pt x="847" y="845"/>
                    <a:pt x="847" y="845"/>
                  </a:cubicBezTo>
                  <a:cubicBezTo>
                    <a:pt x="844" y="845"/>
                    <a:pt x="844" y="845"/>
                    <a:pt x="844" y="845"/>
                  </a:cubicBezTo>
                  <a:cubicBezTo>
                    <a:pt x="842" y="845"/>
                    <a:pt x="842" y="845"/>
                    <a:pt x="842" y="845"/>
                  </a:cubicBezTo>
                  <a:cubicBezTo>
                    <a:pt x="841" y="844"/>
                    <a:pt x="841" y="844"/>
                    <a:pt x="841" y="844"/>
                  </a:cubicBezTo>
                  <a:cubicBezTo>
                    <a:pt x="839" y="843"/>
                    <a:pt x="839" y="843"/>
                    <a:pt x="839" y="843"/>
                  </a:cubicBezTo>
                  <a:cubicBezTo>
                    <a:pt x="838" y="842"/>
                    <a:pt x="838" y="842"/>
                    <a:pt x="838" y="842"/>
                  </a:cubicBezTo>
                  <a:cubicBezTo>
                    <a:pt x="835" y="841"/>
                    <a:pt x="835" y="841"/>
                    <a:pt x="835" y="841"/>
                  </a:cubicBezTo>
                  <a:cubicBezTo>
                    <a:pt x="834" y="840"/>
                    <a:pt x="834" y="840"/>
                    <a:pt x="834" y="840"/>
                  </a:cubicBezTo>
                  <a:cubicBezTo>
                    <a:pt x="831" y="837"/>
                    <a:pt x="831" y="837"/>
                    <a:pt x="831" y="837"/>
                  </a:cubicBezTo>
                  <a:cubicBezTo>
                    <a:pt x="828" y="833"/>
                    <a:pt x="828" y="833"/>
                    <a:pt x="828" y="833"/>
                  </a:cubicBezTo>
                  <a:cubicBezTo>
                    <a:pt x="826" y="833"/>
                    <a:pt x="826" y="833"/>
                    <a:pt x="826" y="833"/>
                  </a:cubicBezTo>
                  <a:cubicBezTo>
                    <a:pt x="825" y="831"/>
                    <a:pt x="825" y="831"/>
                    <a:pt x="825" y="831"/>
                  </a:cubicBezTo>
                  <a:cubicBezTo>
                    <a:pt x="823" y="831"/>
                    <a:pt x="823" y="831"/>
                    <a:pt x="823" y="831"/>
                  </a:cubicBezTo>
                  <a:cubicBezTo>
                    <a:pt x="818" y="828"/>
                    <a:pt x="818" y="828"/>
                    <a:pt x="818" y="828"/>
                  </a:cubicBezTo>
                  <a:cubicBezTo>
                    <a:pt x="816" y="828"/>
                    <a:pt x="816" y="828"/>
                    <a:pt x="816" y="828"/>
                  </a:cubicBezTo>
                  <a:cubicBezTo>
                    <a:pt x="814" y="827"/>
                    <a:pt x="814" y="827"/>
                    <a:pt x="814" y="827"/>
                  </a:cubicBezTo>
                  <a:cubicBezTo>
                    <a:pt x="812" y="828"/>
                    <a:pt x="812" y="828"/>
                    <a:pt x="812" y="828"/>
                  </a:cubicBezTo>
                  <a:cubicBezTo>
                    <a:pt x="810" y="828"/>
                    <a:pt x="810" y="828"/>
                    <a:pt x="810" y="828"/>
                  </a:cubicBezTo>
                  <a:cubicBezTo>
                    <a:pt x="809" y="827"/>
                    <a:pt x="809" y="827"/>
                    <a:pt x="809" y="827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7" y="829"/>
                    <a:pt x="807" y="829"/>
                    <a:pt x="807" y="829"/>
                  </a:cubicBezTo>
                  <a:cubicBezTo>
                    <a:pt x="807" y="828"/>
                    <a:pt x="807" y="828"/>
                    <a:pt x="807" y="828"/>
                  </a:cubicBezTo>
                  <a:cubicBezTo>
                    <a:pt x="804" y="826"/>
                    <a:pt x="804" y="826"/>
                    <a:pt x="804" y="826"/>
                  </a:cubicBezTo>
                  <a:cubicBezTo>
                    <a:pt x="804" y="827"/>
                    <a:pt x="804" y="827"/>
                    <a:pt x="804" y="827"/>
                  </a:cubicBezTo>
                  <a:cubicBezTo>
                    <a:pt x="803" y="826"/>
                    <a:pt x="803" y="826"/>
                    <a:pt x="803" y="826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8"/>
                    <a:pt x="802" y="828"/>
                    <a:pt x="802" y="828"/>
                  </a:cubicBezTo>
                  <a:cubicBezTo>
                    <a:pt x="802" y="827"/>
                    <a:pt x="802" y="827"/>
                    <a:pt x="802" y="827"/>
                  </a:cubicBezTo>
                  <a:cubicBezTo>
                    <a:pt x="799" y="826"/>
                    <a:pt x="799" y="826"/>
                    <a:pt x="799" y="826"/>
                  </a:cubicBezTo>
                  <a:cubicBezTo>
                    <a:pt x="800" y="827"/>
                    <a:pt x="800" y="827"/>
                    <a:pt x="800" y="827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97" y="827"/>
                    <a:pt x="797" y="827"/>
                    <a:pt x="797" y="827"/>
                  </a:cubicBezTo>
                  <a:cubicBezTo>
                    <a:pt x="796" y="826"/>
                    <a:pt x="796" y="826"/>
                    <a:pt x="796" y="826"/>
                  </a:cubicBezTo>
                  <a:cubicBezTo>
                    <a:pt x="791" y="824"/>
                    <a:pt x="791" y="824"/>
                    <a:pt x="791" y="824"/>
                  </a:cubicBezTo>
                  <a:cubicBezTo>
                    <a:pt x="789" y="825"/>
                    <a:pt x="789" y="825"/>
                    <a:pt x="789" y="825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9" y="826"/>
                    <a:pt x="789" y="826"/>
                    <a:pt x="789" y="826"/>
                  </a:cubicBezTo>
                  <a:cubicBezTo>
                    <a:pt x="788" y="826"/>
                    <a:pt x="788" y="826"/>
                    <a:pt x="788" y="826"/>
                  </a:cubicBezTo>
                  <a:cubicBezTo>
                    <a:pt x="788" y="827"/>
                    <a:pt x="788" y="827"/>
                    <a:pt x="788" y="827"/>
                  </a:cubicBezTo>
                  <a:cubicBezTo>
                    <a:pt x="786" y="827"/>
                    <a:pt x="786" y="827"/>
                    <a:pt x="786" y="827"/>
                  </a:cubicBezTo>
                  <a:cubicBezTo>
                    <a:pt x="786" y="828"/>
                    <a:pt x="786" y="828"/>
                    <a:pt x="786" y="828"/>
                  </a:cubicBezTo>
                  <a:cubicBezTo>
                    <a:pt x="785" y="827"/>
                    <a:pt x="785" y="827"/>
                    <a:pt x="785" y="827"/>
                  </a:cubicBezTo>
                  <a:cubicBezTo>
                    <a:pt x="784" y="828"/>
                    <a:pt x="784" y="828"/>
                    <a:pt x="784" y="828"/>
                  </a:cubicBezTo>
                  <a:cubicBezTo>
                    <a:pt x="784" y="826"/>
                    <a:pt x="784" y="826"/>
                    <a:pt x="784" y="826"/>
                  </a:cubicBezTo>
                  <a:cubicBezTo>
                    <a:pt x="785" y="826"/>
                    <a:pt x="785" y="826"/>
                    <a:pt x="785" y="826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4" y="824"/>
                    <a:pt x="784" y="824"/>
                    <a:pt x="784" y="824"/>
                  </a:cubicBezTo>
                  <a:cubicBezTo>
                    <a:pt x="785" y="823"/>
                    <a:pt x="785" y="823"/>
                    <a:pt x="785" y="823"/>
                  </a:cubicBezTo>
                  <a:cubicBezTo>
                    <a:pt x="782" y="821"/>
                    <a:pt x="782" y="821"/>
                    <a:pt x="782" y="821"/>
                  </a:cubicBezTo>
                  <a:cubicBezTo>
                    <a:pt x="781" y="819"/>
                    <a:pt x="781" y="819"/>
                    <a:pt x="781" y="819"/>
                  </a:cubicBezTo>
                  <a:cubicBezTo>
                    <a:pt x="780" y="819"/>
                    <a:pt x="780" y="819"/>
                    <a:pt x="780" y="819"/>
                  </a:cubicBezTo>
                  <a:cubicBezTo>
                    <a:pt x="778" y="819"/>
                    <a:pt x="778" y="819"/>
                    <a:pt x="778" y="819"/>
                  </a:cubicBezTo>
                  <a:cubicBezTo>
                    <a:pt x="777" y="820"/>
                    <a:pt x="777" y="820"/>
                    <a:pt x="777" y="820"/>
                  </a:cubicBezTo>
                  <a:cubicBezTo>
                    <a:pt x="776" y="820"/>
                    <a:pt x="776" y="820"/>
                    <a:pt x="776" y="820"/>
                  </a:cubicBezTo>
                  <a:cubicBezTo>
                    <a:pt x="776" y="819"/>
                    <a:pt x="776" y="819"/>
                    <a:pt x="776" y="819"/>
                  </a:cubicBezTo>
                  <a:cubicBezTo>
                    <a:pt x="775" y="819"/>
                    <a:pt x="775" y="819"/>
                    <a:pt x="775" y="819"/>
                  </a:cubicBezTo>
                  <a:cubicBezTo>
                    <a:pt x="775" y="818"/>
                    <a:pt x="775" y="818"/>
                    <a:pt x="775" y="818"/>
                  </a:cubicBezTo>
                  <a:cubicBezTo>
                    <a:pt x="774" y="817"/>
                    <a:pt x="774" y="817"/>
                    <a:pt x="774" y="817"/>
                  </a:cubicBezTo>
                  <a:cubicBezTo>
                    <a:pt x="773" y="817"/>
                    <a:pt x="773" y="817"/>
                    <a:pt x="773" y="817"/>
                  </a:cubicBezTo>
                  <a:cubicBezTo>
                    <a:pt x="772" y="816"/>
                    <a:pt x="772" y="816"/>
                    <a:pt x="772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1" y="816"/>
                    <a:pt x="771" y="816"/>
                    <a:pt x="771" y="816"/>
                  </a:cubicBezTo>
                  <a:cubicBezTo>
                    <a:pt x="770" y="816"/>
                    <a:pt x="770" y="816"/>
                    <a:pt x="770" y="816"/>
                  </a:cubicBezTo>
                  <a:cubicBezTo>
                    <a:pt x="769" y="814"/>
                    <a:pt x="769" y="814"/>
                    <a:pt x="769" y="814"/>
                  </a:cubicBezTo>
                  <a:cubicBezTo>
                    <a:pt x="768" y="815"/>
                    <a:pt x="768" y="815"/>
                    <a:pt x="768" y="815"/>
                  </a:cubicBezTo>
                  <a:cubicBezTo>
                    <a:pt x="767" y="815"/>
                    <a:pt x="767" y="815"/>
                    <a:pt x="767" y="815"/>
                  </a:cubicBezTo>
                  <a:cubicBezTo>
                    <a:pt x="765" y="813"/>
                    <a:pt x="765" y="813"/>
                    <a:pt x="765" y="813"/>
                  </a:cubicBezTo>
                  <a:cubicBezTo>
                    <a:pt x="763" y="813"/>
                    <a:pt x="763" y="813"/>
                    <a:pt x="763" y="813"/>
                  </a:cubicBezTo>
                  <a:cubicBezTo>
                    <a:pt x="763" y="814"/>
                    <a:pt x="763" y="814"/>
                    <a:pt x="763" y="814"/>
                  </a:cubicBezTo>
                  <a:cubicBezTo>
                    <a:pt x="762" y="813"/>
                    <a:pt x="762" y="813"/>
                    <a:pt x="762" y="813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60" y="814"/>
                    <a:pt x="760" y="814"/>
                    <a:pt x="760" y="814"/>
                  </a:cubicBezTo>
                  <a:cubicBezTo>
                    <a:pt x="760" y="813"/>
                    <a:pt x="760" y="813"/>
                    <a:pt x="760" y="813"/>
                  </a:cubicBezTo>
                  <a:cubicBezTo>
                    <a:pt x="758" y="813"/>
                    <a:pt x="758" y="813"/>
                    <a:pt x="758" y="813"/>
                  </a:cubicBezTo>
                  <a:cubicBezTo>
                    <a:pt x="756" y="814"/>
                    <a:pt x="756" y="814"/>
                    <a:pt x="756" y="814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5" y="816"/>
                    <a:pt x="755" y="816"/>
                    <a:pt x="755" y="816"/>
                  </a:cubicBezTo>
                  <a:cubicBezTo>
                    <a:pt x="754" y="818"/>
                    <a:pt x="754" y="818"/>
                    <a:pt x="754" y="818"/>
                  </a:cubicBezTo>
                  <a:cubicBezTo>
                    <a:pt x="752" y="819"/>
                    <a:pt x="752" y="819"/>
                    <a:pt x="752" y="819"/>
                  </a:cubicBezTo>
                  <a:cubicBezTo>
                    <a:pt x="752" y="817"/>
                    <a:pt x="752" y="817"/>
                    <a:pt x="752" y="817"/>
                  </a:cubicBezTo>
                  <a:cubicBezTo>
                    <a:pt x="754" y="815"/>
                    <a:pt x="754" y="815"/>
                    <a:pt x="754" y="815"/>
                  </a:cubicBezTo>
                  <a:cubicBezTo>
                    <a:pt x="754" y="813"/>
                    <a:pt x="754" y="813"/>
                    <a:pt x="754" y="813"/>
                  </a:cubicBezTo>
                  <a:cubicBezTo>
                    <a:pt x="755" y="812"/>
                    <a:pt x="755" y="812"/>
                    <a:pt x="755" y="812"/>
                  </a:cubicBezTo>
                  <a:cubicBezTo>
                    <a:pt x="755" y="810"/>
                    <a:pt x="755" y="810"/>
                    <a:pt x="755" y="810"/>
                  </a:cubicBezTo>
                  <a:cubicBezTo>
                    <a:pt x="753" y="810"/>
                    <a:pt x="753" y="810"/>
                    <a:pt x="753" y="810"/>
                  </a:cubicBezTo>
                  <a:cubicBezTo>
                    <a:pt x="751" y="809"/>
                    <a:pt x="751" y="809"/>
                    <a:pt x="751" y="809"/>
                  </a:cubicBezTo>
                  <a:cubicBezTo>
                    <a:pt x="749" y="809"/>
                    <a:pt x="749" y="809"/>
                    <a:pt x="749" y="809"/>
                  </a:cubicBezTo>
                  <a:cubicBezTo>
                    <a:pt x="748" y="809"/>
                    <a:pt x="748" y="809"/>
                    <a:pt x="748" y="809"/>
                  </a:cubicBezTo>
                  <a:cubicBezTo>
                    <a:pt x="749" y="808"/>
                    <a:pt x="749" y="808"/>
                    <a:pt x="749" y="808"/>
                  </a:cubicBezTo>
                  <a:cubicBezTo>
                    <a:pt x="747" y="807"/>
                    <a:pt x="747" y="807"/>
                    <a:pt x="747" y="807"/>
                  </a:cubicBezTo>
                  <a:cubicBezTo>
                    <a:pt x="746" y="807"/>
                    <a:pt x="746" y="807"/>
                    <a:pt x="746" y="807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6" y="810"/>
                    <a:pt x="746" y="810"/>
                    <a:pt x="746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7" y="810"/>
                    <a:pt x="747" y="810"/>
                    <a:pt x="747" y="810"/>
                  </a:cubicBezTo>
                  <a:cubicBezTo>
                    <a:pt x="745" y="810"/>
                    <a:pt x="745" y="810"/>
                    <a:pt x="745" y="810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0" y="809"/>
                    <a:pt x="740" y="809"/>
                    <a:pt x="740" y="809"/>
                  </a:cubicBezTo>
                  <a:cubicBezTo>
                    <a:pt x="740" y="808"/>
                    <a:pt x="740" y="808"/>
                    <a:pt x="740" y="808"/>
                  </a:cubicBezTo>
                  <a:cubicBezTo>
                    <a:pt x="741" y="808"/>
                    <a:pt x="741" y="808"/>
                    <a:pt x="741" y="808"/>
                  </a:cubicBezTo>
                  <a:cubicBezTo>
                    <a:pt x="743" y="808"/>
                    <a:pt x="743" y="808"/>
                    <a:pt x="743" y="808"/>
                  </a:cubicBezTo>
                  <a:cubicBezTo>
                    <a:pt x="743" y="809"/>
                    <a:pt x="743" y="809"/>
                    <a:pt x="743" y="809"/>
                  </a:cubicBezTo>
                  <a:cubicBezTo>
                    <a:pt x="745" y="808"/>
                    <a:pt x="745" y="808"/>
                    <a:pt x="745" y="808"/>
                  </a:cubicBezTo>
                  <a:cubicBezTo>
                    <a:pt x="745" y="806"/>
                    <a:pt x="745" y="806"/>
                    <a:pt x="745" y="806"/>
                  </a:cubicBezTo>
                  <a:cubicBezTo>
                    <a:pt x="744" y="805"/>
                    <a:pt x="744" y="805"/>
                    <a:pt x="744" y="805"/>
                  </a:cubicBezTo>
                  <a:cubicBezTo>
                    <a:pt x="742" y="806"/>
                    <a:pt x="742" y="806"/>
                    <a:pt x="742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1" y="806"/>
                    <a:pt x="741" y="806"/>
                    <a:pt x="741" y="806"/>
                  </a:cubicBezTo>
                  <a:cubicBezTo>
                    <a:pt x="742" y="805"/>
                    <a:pt x="742" y="805"/>
                    <a:pt x="742" y="805"/>
                  </a:cubicBezTo>
                  <a:cubicBezTo>
                    <a:pt x="743" y="804"/>
                    <a:pt x="743" y="804"/>
                    <a:pt x="743" y="804"/>
                  </a:cubicBezTo>
                  <a:cubicBezTo>
                    <a:pt x="744" y="802"/>
                    <a:pt x="744" y="802"/>
                    <a:pt x="744" y="802"/>
                  </a:cubicBezTo>
                  <a:cubicBezTo>
                    <a:pt x="742" y="802"/>
                    <a:pt x="742" y="802"/>
                    <a:pt x="742" y="802"/>
                  </a:cubicBezTo>
                  <a:cubicBezTo>
                    <a:pt x="741" y="803"/>
                    <a:pt x="741" y="803"/>
                    <a:pt x="741" y="803"/>
                  </a:cubicBezTo>
                  <a:cubicBezTo>
                    <a:pt x="740" y="803"/>
                    <a:pt x="740" y="803"/>
                    <a:pt x="740" y="803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39" y="806"/>
                    <a:pt x="739" y="806"/>
                    <a:pt x="739" y="806"/>
                  </a:cubicBezTo>
                  <a:cubicBezTo>
                    <a:pt x="738" y="806"/>
                    <a:pt x="738" y="806"/>
                    <a:pt x="738" y="806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7" y="811"/>
                    <a:pt x="737" y="811"/>
                    <a:pt x="737" y="811"/>
                  </a:cubicBezTo>
                  <a:cubicBezTo>
                    <a:pt x="739" y="809"/>
                    <a:pt x="739" y="809"/>
                    <a:pt x="739" y="809"/>
                  </a:cubicBezTo>
                  <a:cubicBezTo>
                    <a:pt x="738" y="808"/>
                    <a:pt x="738" y="808"/>
                    <a:pt x="738" y="808"/>
                  </a:cubicBezTo>
                  <a:cubicBezTo>
                    <a:pt x="737" y="808"/>
                    <a:pt x="737" y="808"/>
                    <a:pt x="737" y="808"/>
                  </a:cubicBezTo>
                  <a:cubicBezTo>
                    <a:pt x="736" y="808"/>
                    <a:pt x="736" y="808"/>
                    <a:pt x="736" y="808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4" y="810"/>
                    <a:pt x="734" y="810"/>
                    <a:pt x="734" y="810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1" y="813"/>
                    <a:pt x="731" y="813"/>
                    <a:pt x="731" y="813"/>
                  </a:cubicBezTo>
                  <a:cubicBezTo>
                    <a:pt x="732" y="812"/>
                    <a:pt x="732" y="812"/>
                    <a:pt x="732" y="812"/>
                  </a:cubicBezTo>
                  <a:cubicBezTo>
                    <a:pt x="733" y="810"/>
                    <a:pt x="733" y="810"/>
                    <a:pt x="733" y="810"/>
                  </a:cubicBezTo>
                  <a:cubicBezTo>
                    <a:pt x="733" y="809"/>
                    <a:pt x="733" y="809"/>
                    <a:pt x="733" y="809"/>
                  </a:cubicBezTo>
                  <a:cubicBezTo>
                    <a:pt x="735" y="808"/>
                    <a:pt x="735" y="808"/>
                    <a:pt x="735" y="808"/>
                  </a:cubicBezTo>
                  <a:cubicBezTo>
                    <a:pt x="736" y="807"/>
                    <a:pt x="736" y="807"/>
                    <a:pt x="736" y="807"/>
                  </a:cubicBezTo>
                  <a:cubicBezTo>
                    <a:pt x="738" y="807"/>
                    <a:pt x="738" y="807"/>
                    <a:pt x="738" y="807"/>
                  </a:cubicBezTo>
                  <a:cubicBezTo>
                    <a:pt x="739" y="805"/>
                    <a:pt x="739" y="805"/>
                    <a:pt x="739" y="805"/>
                  </a:cubicBezTo>
                  <a:cubicBezTo>
                    <a:pt x="743" y="801"/>
                    <a:pt x="743" y="801"/>
                    <a:pt x="743" y="801"/>
                  </a:cubicBezTo>
                  <a:cubicBezTo>
                    <a:pt x="743" y="800"/>
                    <a:pt x="743" y="800"/>
                    <a:pt x="743" y="800"/>
                  </a:cubicBezTo>
                  <a:cubicBezTo>
                    <a:pt x="744" y="799"/>
                    <a:pt x="744" y="799"/>
                    <a:pt x="744" y="799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3" y="798"/>
                    <a:pt x="743" y="798"/>
                    <a:pt x="743" y="798"/>
                  </a:cubicBezTo>
                  <a:cubicBezTo>
                    <a:pt x="744" y="797"/>
                    <a:pt x="744" y="797"/>
                    <a:pt x="744" y="797"/>
                  </a:cubicBezTo>
                  <a:cubicBezTo>
                    <a:pt x="744" y="795"/>
                    <a:pt x="744" y="795"/>
                    <a:pt x="744" y="795"/>
                  </a:cubicBezTo>
                  <a:cubicBezTo>
                    <a:pt x="742" y="794"/>
                    <a:pt x="742" y="794"/>
                    <a:pt x="742" y="794"/>
                  </a:cubicBezTo>
                  <a:cubicBezTo>
                    <a:pt x="741" y="794"/>
                    <a:pt x="741" y="794"/>
                    <a:pt x="741" y="794"/>
                  </a:cubicBezTo>
                  <a:cubicBezTo>
                    <a:pt x="742" y="793"/>
                    <a:pt x="742" y="793"/>
                    <a:pt x="742" y="793"/>
                  </a:cubicBezTo>
                  <a:cubicBezTo>
                    <a:pt x="740" y="791"/>
                    <a:pt x="740" y="791"/>
                    <a:pt x="740" y="791"/>
                  </a:cubicBezTo>
                  <a:cubicBezTo>
                    <a:pt x="739" y="789"/>
                    <a:pt x="739" y="789"/>
                    <a:pt x="739" y="789"/>
                  </a:cubicBezTo>
                  <a:cubicBezTo>
                    <a:pt x="738" y="790"/>
                    <a:pt x="738" y="790"/>
                    <a:pt x="738" y="790"/>
                  </a:cubicBezTo>
                  <a:cubicBezTo>
                    <a:pt x="737" y="787"/>
                    <a:pt x="737" y="787"/>
                    <a:pt x="737" y="787"/>
                  </a:cubicBezTo>
                  <a:cubicBezTo>
                    <a:pt x="735" y="785"/>
                    <a:pt x="735" y="785"/>
                    <a:pt x="735" y="785"/>
                  </a:cubicBezTo>
                  <a:cubicBezTo>
                    <a:pt x="734" y="782"/>
                    <a:pt x="734" y="782"/>
                    <a:pt x="734" y="782"/>
                  </a:cubicBezTo>
                  <a:cubicBezTo>
                    <a:pt x="734" y="781"/>
                    <a:pt x="734" y="781"/>
                    <a:pt x="734" y="781"/>
                  </a:cubicBezTo>
                  <a:cubicBezTo>
                    <a:pt x="734" y="779"/>
                    <a:pt x="734" y="779"/>
                    <a:pt x="734" y="779"/>
                  </a:cubicBezTo>
                  <a:cubicBezTo>
                    <a:pt x="733" y="779"/>
                    <a:pt x="733" y="779"/>
                    <a:pt x="733" y="779"/>
                  </a:cubicBezTo>
                  <a:cubicBezTo>
                    <a:pt x="733" y="777"/>
                    <a:pt x="733" y="777"/>
                    <a:pt x="733" y="777"/>
                  </a:cubicBezTo>
                  <a:cubicBezTo>
                    <a:pt x="732" y="775"/>
                    <a:pt x="732" y="775"/>
                    <a:pt x="732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31" y="775"/>
                    <a:pt x="731" y="775"/>
                    <a:pt x="731" y="775"/>
                  </a:cubicBezTo>
                  <a:cubicBezTo>
                    <a:pt x="729" y="773"/>
                    <a:pt x="729" y="773"/>
                    <a:pt x="729" y="773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4"/>
                    <a:pt x="728" y="774"/>
                    <a:pt x="728" y="774"/>
                  </a:cubicBezTo>
                  <a:cubicBezTo>
                    <a:pt x="728" y="773"/>
                    <a:pt x="728" y="773"/>
                    <a:pt x="728" y="773"/>
                  </a:cubicBezTo>
                  <a:cubicBezTo>
                    <a:pt x="725" y="770"/>
                    <a:pt x="725" y="770"/>
                    <a:pt x="725" y="770"/>
                  </a:cubicBezTo>
                  <a:cubicBezTo>
                    <a:pt x="724" y="769"/>
                    <a:pt x="724" y="769"/>
                    <a:pt x="724" y="769"/>
                  </a:cubicBezTo>
                  <a:cubicBezTo>
                    <a:pt x="723" y="768"/>
                    <a:pt x="723" y="768"/>
                    <a:pt x="723" y="768"/>
                  </a:cubicBezTo>
                  <a:cubicBezTo>
                    <a:pt x="718" y="767"/>
                    <a:pt x="718" y="767"/>
                    <a:pt x="718" y="767"/>
                  </a:cubicBezTo>
                  <a:cubicBezTo>
                    <a:pt x="716" y="766"/>
                    <a:pt x="716" y="766"/>
                    <a:pt x="716" y="766"/>
                  </a:cubicBezTo>
                  <a:cubicBezTo>
                    <a:pt x="714" y="765"/>
                    <a:pt x="714" y="765"/>
                    <a:pt x="714" y="765"/>
                  </a:cubicBezTo>
                  <a:cubicBezTo>
                    <a:pt x="713" y="766"/>
                    <a:pt x="713" y="766"/>
                    <a:pt x="713" y="766"/>
                  </a:cubicBezTo>
                  <a:cubicBezTo>
                    <a:pt x="713" y="764"/>
                    <a:pt x="713" y="764"/>
                    <a:pt x="713" y="764"/>
                  </a:cubicBezTo>
                  <a:cubicBezTo>
                    <a:pt x="711" y="764"/>
                    <a:pt x="711" y="764"/>
                    <a:pt x="711" y="764"/>
                  </a:cubicBezTo>
                  <a:cubicBezTo>
                    <a:pt x="709" y="763"/>
                    <a:pt x="709" y="763"/>
                    <a:pt x="709" y="763"/>
                  </a:cubicBezTo>
                  <a:cubicBezTo>
                    <a:pt x="706" y="762"/>
                    <a:pt x="706" y="762"/>
                    <a:pt x="706" y="762"/>
                  </a:cubicBezTo>
                  <a:cubicBezTo>
                    <a:pt x="704" y="762"/>
                    <a:pt x="704" y="762"/>
                    <a:pt x="704" y="762"/>
                  </a:cubicBezTo>
                  <a:cubicBezTo>
                    <a:pt x="703" y="763"/>
                    <a:pt x="703" y="763"/>
                    <a:pt x="703" y="763"/>
                  </a:cubicBezTo>
                  <a:cubicBezTo>
                    <a:pt x="701" y="763"/>
                    <a:pt x="701" y="763"/>
                    <a:pt x="701" y="763"/>
                  </a:cubicBezTo>
                  <a:cubicBezTo>
                    <a:pt x="698" y="763"/>
                    <a:pt x="698" y="763"/>
                    <a:pt x="698" y="763"/>
                  </a:cubicBezTo>
                  <a:cubicBezTo>
                    <a:pt x="696" y="762"/>
                    <a:pt x="696" y="762"/>
                    <a:pt x="696" y="762"/>
                  </a:cubicBezTo>
                  <a:cubicBezTo>
                    <a:pt x="692" y="762"/>
                    <a:pt x="692" y="762"/>
                    <a:pt x="692" y="762"/>
                  </a:cubicBezTo>
                  <a:cubicBezTo>
                    <a:pt x="690" y="763"/>
                    <a:pt x="690" y="763"/>
                    <a:pt x="690" y="763"/>
                  </a:cubicBezTo>
                  <a:cubicBezTo>
                    <a:pt x="690" y="762"/>
                    <a:pt x="690" y="762"/>
                    <a:pt x="690" y="762"/>
                  </a:cubicBezTo>
                  <a:cubicBezTo>
                    <a:pt x="690" y="761"/>
                    <a:pt x="690" y="761"/>
                    <a:pt x="690" y="761"/>
                  </a:cubicBezTo>
                  <a:cubicBezTo>
                    <a:pt x="687" y="760"/>
                    <a:pt x="687" y="760"/>
                    <a:pt x="687" y="760"/>
                  </a:cubicBezTo>
                  <a:cubicBezTo>
                    <a:pt x="684" y="757"/>
                    <a:pt x="684" y="757"/>
                    <a:pt x="684" y="757"/>
                  </a:cubicBezTo>
                  <a:cubicBezTo>
                    <a:pt x="683" y="756"/>
                    <a:pt x="683" y="756"/>
                    <a:pt x="683" y="756"/>
                  </a:cubicBezTo>
                  <a:cubicBezTo>
                    <a:pt x="681" y="757"/>
                    <a:pt x="681" y="757"/>
                    <a:pt x="681" y="757"/>
                  </a:cubicBezTo>
                  <a:cubicBezTo>
                    <a:pt x="680" y="757"/>
                    <a:pt x="680" y="757"/>
                    <a:pt x="680" y="757"/>
                  </a:cubicBezTo>
                  <a:cubicBezTo>
                    <a:pt x="679" y="758"/>
                    <a:pt x="679" y="758"/>
                    <a:pt x="679" y="758"/>
                  </a:cubicBezTo>
                  <a:cubicBezTo>
                    <a:pt x="679" y="757"/>
                    <a:pt x="679" y="757"/>
                    <a:pt x="679" y="757"/>
                  </a:cubicBezTo>
                  <a:cubicBezTo>
                    <a:pt x="680" y="755"/>
                    <a:pt x="680" y="755"/>
                    <a:pt x="680" y="755"/>
                  </a:cubicBezTo>
                  <a:cubicBezTo>
                    <a:pt x="679" y="752"/>
                    <a:pt x="679" y="752"/>
                    <a:pt x="679" y="752"/>
                  </a:cubicBezTo>
                  <a:cubicBezTo>
                    <a:pt x="678" y="751"/>
                    <a:pt x="678" y="751"/>
                    <a:pt x="678" y="751"/>
                  </a:cubicBezTo>
                  <a:cubicBezTo>
                    <a:pt x="675" y="750"/>
                    <a:pt x="675" y="750"/>
                    <a:pt x="675" y="750"/>
                  </a:cubicBezTo>
                  <a:cubicBezTo>
                    <a:pt x="673" y="748"/>
                    <a:pt x="673" y="748"/>
                    <a:pt x="673" y="748"/>
                  </a:cubicBezTo>
                  <a:cubicBezTo>
                    <a:pt x="673" y="746"/>
                    <a:pt x="673" y="746"/>
                    <a:pt x="673" y="746"/>
                  </a:cubicBezTo>
                  <a:cubicBezTo>
                    <a:pt x="671" y="745"/>
                    <a:pt x="671" y="745"/>
                    <a:pt x="671" y="745"/>
                  </a:cubicBezTo>
                  <a:cubicBezTo>
                    <a:pt x="670" y="745"/>
                    <a:pt x="670" y="745"/>
                    <a:pt x="670" y="745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9" y="744"/>
                    <a:pt x="669" y="744"/>
                    <a:pt x="669" y="744"/>
                  </a:cubicBezTo>
                  <a:cubicBezTo>
                    <a:pt x="666" y="743"/>
                    <a:pt x="666" y="743"/>
                    <a:pt x="666" y="743"/>
                  </a:cubicBezTo>
                  <a:cubicBezTo>
                    <a:pt x="665" y="743"/>
                    <a:pt x="665" y="743"/>
                    <a:pt x="665" y="743"/>
                  </a:cubicBezTo>
                  <a:cubicBezTo>
                    <a:pt x="664" y="743"/>
                    <a:pt x="664" y="743"/>
                    <a:pt x="664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2" y="743"/>
                    <a:pt x="662" y="743"/>
                    <a:pt x="662" y="743"/>
                  </a:cubicBezTo>
                  <a:cubicBezTo>
                    <a:pt x="660" y="743"/>
                    <a:pt x="660" y="743"/>
                    <a:pt x="660" y="743"/>
                  </a:cubicBezTo>
                  <a:cubicBezTo>
                    <a:pt x="659" y="743"/>
                    <a:pt x="659" y="743"/>
                    <a:pt x="659" y="743"/>
                  </a:cubicBezTo>
                  <a:cubicBezTo>
                    <a:pt x="660" y="742"/>
                    <a:pt x="660" y="742"/>
                    <a:pt x="660" y="742"/>
                  </a:cubicBezTo>
                  <a:cubicBezTo>
                    <a:pt x="662" y="741"/>
                    <a:pt x="662" y="741"/>
                    <a:pt x="662" y="741"/>
                  </a:cubicBezTo>
                  <a:cubicBezTo>
                    <a:pt x="662" y="740"/>
                    <a:pt x="662" y="740"/>
                    <a:pt x="662" y="740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9"/>
                    <a:pt x="661" y="739"/>
                    <a:pt x="661" y="739"/>
                  </a:cubicBezTo>
                  <a:cubicBezTo>
                    <a:pt x="661" y="737"/>
                    <a:pt x="661" y="737"/>
                    <a:pt x="661" y="737"/>
                  </a:cubicBezTo>
                  <a:cubicBezTo>
                    <a:pt x="658" y="736"/>
                    <a:pt x="658" y="736"/>
                    <a:pt x="658" y="736"/>
                  </a:cubicBezTo>
                  <a:cubicBezTo>
                    <a:pt x="656" y="736"/>
                    <a:pt x="656" y="736"/>
                    <a:pt x="656" y="736"/>
                  </a:cubicBezTo>
                  <a:cubicBezTo>
                    <a:pt x="655" y="735"/>
                    <a:pt x="655" y="735"/>
                    <a:pt x="655" y="735"/>
                  </a:cubicBezTo>
                  <a:cubicBezTo>
                    <a:pt x="654" y="734"/>
                    <a:pt x="654" y="734"/>
                    <a:pt x="654" y="734"/>
                  </a:cubicBezTo>
                  <a:cubicBezTo>
                    <a:pt x="653" y="734"/>
                    <a:pt x="653" y="734"/>
                    <a:pt x="653" y="734"/>
                  </a:cubicBezTo>
                  <a:cubicBezTo>
                    <a:pt x="652" y="734"/>
                    <a:pt x="652" y="734"/>
                    <a:pt x="652" y="734"/>
                  </a:cubicBezTo>
                  <a:cubicBezTo>
                    <a:pt x="651" y="733"/>
                    <a:pt x="651" y="733"/>
                    <a:pt x="651" y="733"/>
                  </a:cubicBezTo>
                  <a:cubicBezTo>
                    <a:pt x="649" y="733"/>
                    <a:pt x="649" y="733"/>
                    <a:pt x="649" y="733"/>
                  </a:cubicBezTo>
                  <a:cubicBezTo>
                    <a:pt x="649" y="732"/>
                    <a:pt x="649" y="732"/>
                    <a:pt x="649" y="732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47" y="731"/>
                    <a:pt x="647" y="731"/>
                    <a:pt x="647" y="731"/>
                  </a:cubicBezTo>
                  <a:cubicBezTo>
                    <a:pt x="651" y="731"/>
                    <a:pt x="651" y="731"/>
                    <a:pt x="651" y="731"/>
                  </a:cubicBezTo>
                  <a:cubicBezTo>
                    <a:pt x="652" y="730"/>
                    <a:pt x="652" y="730"/>
                    <a:pt x="652" y="730"/>
                  </a:cubicBezTo>
                  <a:cubicBezTo>
                    <a:pt x="654" y="730"/>
                    <a:pt x="654" y="730"/>
                    <a:pt x="654" y="730"/>
                  </a:cubicBezTo>
                  <a:cubicBezTo>
                    <a:pt x="655" y="727"/>
                    <a:pt x="655" y="727"/>
                    <a:pt x="655" y="727"/>
                  </a:cubicBezTo>
                  <a:cubicBezTo>
                    <a:pt x="652" y="728"/>
                    <a:pt x="652" y="728"/>
                    <a:pt x="652" y="728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9" y="727"/>
                    <a:pt x="649" y="727"/>
                    <a:pt x="649" y="727"/>
                  </a:cubicBezTo>
                  <a:cubicBezTo>
                    <a:pt x="646" y="727"/>
                    <a:pt x="646" y="727"/>
                    <a:pt x="646" y="727"/>
                  </a:cubicBezTo>
                  <a:cubicBezTo>
                    <a:pt x="645" y="727"/>
                    <a:pt x="645" y="727"/>
                    <a:pt x="645" y="727"/>
                  </a:cubicBezTo>
                  <a:cubicBezTo>
                    <a:pt x="641" y="728"/>
                    <a:pt x="641" y="728"/>
                    <a:pt x="641" y="728"/>
                  </a:cubicBezTo>
                  <a:cubicBezTo>
                    <a:pt x="640" y="728"/>
                    <a:pt x="640" y="728"/>
                    <a:pt x="640" y="728"/>
                  </a:cubicBezTo>
                  <a:cubicBezTo>
                    <a:pt x="639" y="728"/>
                    <a:pt x="639" y="728"/>
                    <a:pt x="639" y="728"/>
                  </a:cubicBezTo>
                  <a:cubicBezTo>
                    <a:pt x="636" y="730"/>
                    <a:pt x="636" y="730"/>
                    <a:pt x="636" y="730"/>
                  </a:cubicBezTo>
                  <a:cubicBezTo>
                    <a:pt x="634" y="730"/>
                    <a:pt x="634" y="730"/>
                    <a:pt x="634" y="730"/>
                  </a:cubicBezTo>
                  <a:cubicBezTo>
                    <a:pt x="633" y="731"/>
                    <a:pt x="633" y="731"/>
                    <a:pt x="633" y="731"/>
                  </a:cubicBezTo>
                  <a:cubicBezTo>
                    <a:pt x="632" y="732"/>
                    <a:pt x="632" y="732"/>
                    <a:pt x="632" y="732"/>
                  </a:cubicBezTo>
                  <a:cubicBezTo>
                    <a:pt x="630" y="732"/>
                    <a:pt x="630" y="732"/>
                    <a:pt x="630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9" y="732"/>
                    <a:pt x="629" y="732"/>
                    <a:pt x="629" y="732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5" y="729"/>
                    <a:pt x="625" y="729"/>
                    <a:pt x="625" y="729"/>
                  </a:cubicBezTo>
                  <a:cubicBezTo>
                    <a:pt x="623" y="729"/>
                    <a:pt x="623" y="729"/>
                    <a:pt x="623" y="729"/>
                  </a:cubicBezTo>
                  <a:cubicBezTo>
                    <a:pt x="620" y="729"/>
                    <a:pt x="620" y="729"/>
                    <a:pt x="620" y="729"/>
                  </a:cubicBezTo>
                  <a:cubicBezTo>
                    <a:pt x="613" y="730"/>
                    <a:pt x="613" y="730"/>
                    <a:pt x="613" y="730"/>
                  </a:cubicBezTo>
                  <a:cubicBezTo>
                    <a:pt x="610" y="730"/>
                    <a:pt x="610" y="730"/>
                    <a:pt x="610" y="730"/>
                  </a:cubicBezTo>
                  <a:cubicBezTo>
                    <a:pt x="609" y="729"/>
                    <a:pt x="609" y="729"/>
                    <a:pt x="609" y="729"/>
                  </a:cubicBezTo>
                  <a:cubicBezTo>
                    <a:pt x="608" y="729"/>
                    <a:pt x="608" y="729"/>
                    <a:pt x="608" y="729"/>
                  </a:cubicBezTo>
                  <a:cubicBezTo>
                    <a:pt x="608" y="728"/>
                    <a:pt x="608" y="728"/>
                    <a:pt x="608" y="728"/>
                  </a:cubicBezTo>
                  <a:cubicBezTo>
                    <a:pt x="609" y="728"/>
                    <a:pt x="609" y="728"/>
                    <a:pt x="609" y="728"/>
                  </a:cubicBezTo>
                  <a:cubicBezTo>
                    <a:pt x="609" y="726"/>
                    <a:pt x="609" y="726"/>
                    <a:pt x="609" y="726"/>
                  </a:cubicBezTo>
                  <a:cubicBezTo>
                    <a:pt x="607" y="724"/>
                    <a:pt x="607" y="724"/>
                    <a:pt x="607" y="724"/>
                  </a:cubicBezTo>
                  <a:cubicBezTo>
                    <a:pt x="605" y="723"/>
                    <a:pt x="605" y="723"/>
                    <a:pt x="605" y="723"/>
                  </a:cubicBezTo>
                  <a:cubicBezTo>
                    <a:pt x="602" y="723"/>
                    <a:pt x="602" y="723"/>
                    <a:pt x="602" y="723"/>
                  </a:cubicBezTo>
                  <a:cubicBezTo>
                    <a:pt x="601" y="723"/>
                    <a:pt x="601" y="723"/>
                    <a:pt x="601" y="723"/>
                  </a:cubicBezTo>
                  <a:cubicBezTo>
                    <a:pt x="599" y="722"/>
                    <a:pt x="599" y="722"/>
                    <a:pt x="599" y="722"/>
                  </a:cubicBezTo>
                  <a:cubicBezTo>
                    <a:pt x="598" y="723"/>
                    <a:pt x="598" y="723"/>
                    <a:pt x="598" y="723"/>
                  </a:cubicBezTo>
                  <a:cubicBezTo>
                    <a:pt x="597" y="721"/>
                    <a:pt x="597" y="721"/>
                    <a:pt x="597" y="721"/>
                  </a:cubicBezTo>
                  <a:cubicBezTo>
                    <a:pt x="597" y="719"/>
                    <a:pt x="597" y="719"/>
                    <a:pt x="597" y="719"/>
                  </a:cubicBezTo>
                  <a:cubicBezTo>
                    <a:pt x="597" y="717"/>
                    <a:pt x="597" y="717"/>
                    <a:pt x="597" y="717"/>
                  </a:cubicBezTo>
                  <a:cubicBezTo>
                    <a:pt x="596" y="716"/>
                    <a:pt x="596" y="716"/>
                    <a:pt x="596" y="716"/>
                  </a:cubicBezTo>
                  <a:cubicBezTo>
                    <a:pt x="593" y="717"/>
                    <a:pt x="593" y="717"/>
                    <a:pt x="593" y="717"/>
                  </a:cubicBezTo>
                  <a:cubicBezTo>
                    <a:pt x="591" y="720"/>
                    <a:pt x="591" y="720"/>
                    <a:pt x="591" y="720"/>
                  </a:cubicBezTo>
                  <a:cubicBezTo>
                    <a:pt x="591" y="722"/>
                    <a:pt x="591" y="722"/>
                    <a:pt x="591" y="722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3"/>
                    <a:pt x="592" y="723"/>
                    <a:pt x="592" y="723"/>
                  </a:cubicBezTo>
                  <a:cubicBezTo>
                    <a:pt x="592" y="724"/>
                    <a:pt x="592" y="724"/>
                    <a:pt x="592" y="724"/>
                  </a:cubicBezTo>
                  <a:cubicBezTo>
                    <a:pt x="591" y="724"/>
                    <a:pt x="591" y="724"/>
                    <a:pt x="591" y="724"/>
                  </a:cubicBezTo>
                  <a:cubicBezTo>
                    <a:pt x="587" y="725"/>
                    <a:pt x="587" y="725"/>
                    <a:pt x="587" y="725"/>
                  </a:cubicBezTo>
                  <a:cubicBezTo>
                    <a:pt x="584" y="726"/>
                    <a:pt x="584" y="726"/>
                    <a:pt x="584" y="726"/>
                  </a:cubicBezTo>
                  <a:cubicBezTo>
                    <a:pt x="583" y="728"/>
                    <a:pt x="583" y="728"/>
                    <a:pt x="583" y="728"/>
                  </a:cubicBezTo>
                  <a:cubicBezTo>
                    <a:pt x="582" y="727"/>
                    <a:pt x="582" y="727"/>
                    <a:pt x="582" y="727"/>
                  </a:cubicBezTo>
                  <a:cubicBezTo>
                    <a:pt x="582" y="726"/>
                    <a:pt x="582" y="726"/>
                    <a:pt x="582" y="726"/>
                  </a:cubicBezTo>
                  <a:cubicBezTo>
                    <a:pt x="582" y="725"/>
                    <a:pt x="582" y="725"/>
                    <a:pt x="582" y="725"/>
                  </a:cubicBezTo>
                  <a:cubicBezTo>
                    <a:pt x="581" y="724"/>
                    <a:pt x="581" y="724"/>
                    <a:pt x="581" y="724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1" y="723"/>
                    <a:pt x="581" y="723"/>
                    <a:pt x="581" y="723"/>
                  </a:cubicBezTo>
                  <a:cubicBezTo>
                    <a:pt x="582" y="722"/>
                    <a:pt x="582" y="722"/>
                    <a:pt x="582" y="722"/>
                  </a:cubicBezTo>
                  <a:cubicBezTo>
                    <a:pt x="584" y="722"/>
                    <a:pt x="584" y="722"/>
                    <a:pt x="584" y="722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7" y="719"/>
                    <a:pt x="587" y="719"/>
                    <a:pt x="587" y="719"/>
                  </a:cubicBezTo>
                  <a:cubicBezTo>
                    <a:pt x="587" y="718"/>
                    <a:pt x="587" y="718"/>
                    <a:pt x="587" y="718"/>
                  </a:cubicBezTo>
                  <a:cubicBezTo>
                    <a:pt x="586" y="716"/>
                    <a:pt x="586" y="716"/>
                    <a:pt x="586" y="716"/>
                  </a:cubicBezTo>
                  <a:cubicBezTo>
                    <a:pt x="583" y="715"/>
                    <a:pt x="583" y="715"/>
                    <a:pt x="583" y="715"/>
                  </a:cubicBezTo>
                  <a:cubicBezTo>
                    <a:pt x="582" y="715"/>
                    <a:pt x="582" y="715"/>
                    <a:pt x="582" y="715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1" y="716"/>
                    <a:pt x="581" y="716"/>
                    <a:pt x="581" y="716"/>
                  </a:cubicBezTo>
                  <a:cubicBezTo>
                    <a:pt x="580" y="716"/>
                    <a:pt x="580" y="716"/>
                    <a:pt x="580" y="716"/>
                  </a:cubicBezTo>
                  <a:cubicBezTo>
                    <a:pt x="580" y="717"/>
                    <a:pt x="580" y="717"/>
                    <a:pt x="580" y="717"/>
                  </a:cubicBezTo>
                  <a:cubicBezTo>
                    <a:pt x="579" y="716"/>
                    <a:pt x="579" y="716"/>
                    <a:pt x="579" y="716"/>
                  </a:cubicBezTo>
                  <a:cubicBezTo>
                    <a:pt x="577" y="717"/>
                    <a:pt x="577" y="717"/>
                    <a:pt x="577" y="717"/>
                  </a:cubicBezTo>
                  <a:cubicBezTo>
                    <a:pt x="576" y="718"/>
                    <a:pt x="576" y="718"/>
                    <a:pt x="576" y="718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7" y="719"/>
                    <a:pt x="577" y="719"/>
                    <a:pt x="577" y="719"/>
                  </a:cubicBezTo>
                  <a:cubicBezTo>
                    <a:pt x="575" y="720"/>
                    <a:pt x="575" y="720"/>
                    <a:pt x="575" y="720"/>
                  </a:cubicBezTo>
                  <a:cubicBezTo>
                    <a:pt x="572" y="721"/>
                    <a:pt x="572" y="721"/>
                    <a:pt x="572" y="721"/>
                  </a:cubicBezTo>
                  <a:cubicBezTo>
                    <a:pt x="571" y="723"/>
                    <a:pt x="571" y="723"/>
                    <a:pt x="571" y="723"/>
                  </a:cubicBezTo>
                  <a:cubicBezTo>
                    <a:pt x="569" y="723"/>
                    <a:pt x="569" y="723"/>
                    <a:pt x="569" y="723"/>
                  </a:cubicBezTo>
                  <a:cubicBezTo>
                    <a:pt x="567" y="723"/>
                    <a:pt x="567" y="723"/>
                    <a:pt x="567" y="723"/>
                  </a:cubicBezTo>
                  <a:cubicBezTo>
                    <a:pt x="564" y="723"/>
                    <a:pt x="564" y="723"/>
                    <a:pt x="564" y="723"/>
                  </a:cubicBezTo>
                  <a:cubicBezTo>
                    <a:pt x="562" y="724"/>
                    <a:pt x="562" y="724"/>
                    <a:pt x="562" y="724"/>
                  </a:cubicBezTo>
                  <a:cubicBezTo>
                    <a:pt x="562" y="725"/>
                    <a:pt x="562" y="725"/>
                    <a:pt x="562" y="725"/>
                  </a:cubicBezTo>
                  <a:cubicBezTo>
                    <a:pt x="562" y="726"/>
                    <a:pt x="562" y="726"/>
                    <a:pt x="562" y="726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559" y="725"/>
                    <a:pt x="559" y="725"/>
                    <a:pt x="559" y="725"/>
                  </a:cubicBezTo>
                  <a:cubicBezTo>
                    <a:pt x="558" y="725"/>
                    <a:pt x="558" y="725"/>
                    <a:pt x="558" y="725"/>
                  </a:cubicBezTo>
                  <a:cubicBezTo>
                    <a:pt x="555" y="726"/>
                    <a:pt x="555" y="726"/>
                    <a:pt x="555" y="726"/>
                  </a:cubicBezTo>
                  <a:cubicBezTo>
                    <a:pt x="555" y="727"/>
                    <a:pt x="555" y="727"/>
                    <a:pt x="555" y="727"/>
                  </a:cubicBezTo>
                  <a:cubicBezTo>
                    <a:pt x="553" y="729"/>
                    <a:pt x="553" y="729"/>
                    <a:pt x="553" y="729"/>
                  </a:cubicBezTo>
                  <a:cubicBezTo>
                    <a:pt x="551" y="733"/>
                    <a:pt x="551" y="733"/>
                    <a:pt x="551" y="733"/>
                  </a:cubicBezTo>
                  <a:cubicBezTo>
                    <a:pt x="550" y="735"/>
                    <a:pt x="550" y="735"/>
                    <a:pt x="550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5"/>
                    <a:pt x="552" y="735"/>
                    <a:pt x="552" y="735"/>
                  </a:cubicBezTo>
                  <a:cubicBezTo>
                    <a:pt x="552" y="736"/>
                    <a:pt x="552" y="736"/>
                    <a:pt x="552" y="736"/>
                  </a:cubicBezTo>
                  <a:cubicBezTo>
                    <a:pt x="552" y="737"/>
                    <a:pt x="552" y="737"/>
                    <a:pt x="552" y="737"/>
                  </a:cubicBezTo>
                  <a:cubicBezTo>
                    <a:pt x="551" y="737"/>
                    <a:pt x="551" y="737"/>
                    <a:pt x="551" y="737"/>
                  </a:cubicBezTo>
                  <a:cubicBezTo>
                    <a:pt x="550" y="737"/>
                    <a:pt x="550" y="737"/>
                    <a:pt x="550" y="737"/>
                  </a:cubicBezTo>
                  <a:cubicBezTo>
                    <a:pt x="548" y="738"/>
                    <a:pt x="548" y="738"/>
                    <a:pt x="548" y="738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6" y="740"/>
                    <a:pt x="546" y="740"/>
                    <a:pt x="546" y="740"/>
                  </a:cubicBezTo>
                  <a:cubicBezTo>
                    <a:pt x="544" y="742"/>
                    <a:pt x="544" y="742"/>
                    <a:pt x="544" y="742"/>
                  </a:cubicBezTo>
                  <a:cubicBezTo>
                    <a:pt x="541" y="742"/>
                    <a:pt x="541" y="742"/>
                    <a:pt x="541" y="742"/>
                  </a:cubicBezTo>
                  <a:cubicBezTo>
                    <a:pt x="542" y="744"/>
                    <a:pt x="542" y="744"/>
                    <a:pt x="542" y="744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3" y="747"/>
                    <a:pt x="543" y="747"/>
                    <a:pt x="543" y="747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3" y="748"/>
                    <a:pt x="543" y="748"/>
                    <a:pt x="543" y="748"/>
                  </a:cubicBezTo>
                  <a:cubicBezTo>
                    <a:pt x="542" y="748"/>
                    <a:pt x="542" y="748"/>
                    <a:pt x="542" y="748"/>
                  </a:cubicBezTo>
                  <a:cubicBezTo>
                    <a:pt x="543" y="746"/>
                    <a:pt x="543" y="746"/>
                    <a:pt x="543" y="746"/>
                  </a:cubicBezTo>
                  <a:cubicBezTo>
                    <a:pt x="541" y="746"/>
                    <a:pt x="541" y="746"/>
                    <a:pt x="541" y="746"/>
                  </a:cubicBezTo>
                  <a:cubicBezTo>
                    <a:pt x="541" y="744"/>
                    <a:pt x="541" y="744"/>
                    <a:pt x="541" y="744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8" y="742"/>
                    <a:pt x="538" y="742"/>
                    <a:pt x="538" y="742"/>
                  </a:cubicBezTo>
                  <a:cubicBezTo>
                    <a:pt x="537" y="742"/>
                    <a:pt x="537" y="742"/>
                    <a:pt x="537" y="742"/>
                  </a:cubicBezTo>
                  <a:cubicBezTo>
                    <a:pt x="537" y="741"/>
                    <a:pt x="537" y="741"/>
                    <a:pt x="537" y="741"/>
                  </a:cubicBezTo>
                  <a:cubicBezTo>
                    <a:pt x="536" y="739"/>
                    <a:pt x="536" y="739"/>
                    <a:pt x="536" y="739"/>
                  </a:cubicBezTo>
                  <a:cubicBezTo>
                    <a:pt x="532" y="738"/>
                    <a:pt x="532" y="738"/>
                    <a:pt x="532" y="738"/>
                  </a:cubicBezTo>
                  <a:cubicBezTo>
                    <a:pt x="530" y="737"/>
                    <a:pt x="530" y="737"/>
                    <a:pt x="530" y="737"/>
                  </a:cubicBezTo>
                  <a:cubicBezTo>
                    <a:pt x="527" y="737"/>
                    <a:pt x="527" y="737"/>
                    <a:pt x="527" y="737"/>
                  </a:cubicBezTo>
                  <a:cubicBezTo>
                    <a:pt x="526" y="737"/>
                    <a:pt x="526" y="737"/>
                    <a:pt x="526" y="737"/>
                  </a:cubicBezTo>
                  <a:cubicBezTo>
                    <a:pt x="526" y="736"/>
                    <a:pt x="526" y="736"/>
                    <a:pt x="526" y="736"/>
                  </a:cubicBezTo>
                  <a:cubicBezTo>
                    <a:pt x="525" y="736"/>
                    <a:pt x="525" y="736"/>
                    <a:pt x="525" y="736"/>
                  </a:cubicBezTo>
                  <a:cubicBezTo>
                    <a:pt x="524" y="736"/>
                    <a:pt x="524" y="736"/>
                    <a:pt x="524" y="736"/>
                  </a:cubicBezTo>
                  <a:cubicBezTo>
                    <a:pt x="521" y="737"/>
                    <a:pt x="521" y="737"/>
                    <a:pt x="521" y="737"/>
                  </a:cubicBezTo>
                  <a:cubicBezTo>
                    <a:pt x="519" y="738"/>
                    <a:pt x="519" y="738"/>
                    <a:pt x="519" y="738"/>
                  </a:cubicBezTo>
                  <a:cubicBezTo>
                    <a:pt x="515" y="740"/>
                    <a:pt x="515" y="740"/>
                    <a:pt x="515" y="740"/>
                  </a:cubicBezTo>
                  <a:cubicBezTo>
                    <a:pt x="513" y="741"/>
                    <a:pt x="513" y="741"/>
                    <a:pt x="513" y="741"/>
                  </a:cubicBezTo>
                  <a:cubicBezTo>
                    <a:pt x="512" y="741"/>
                    <a:pt x="512" y="741"/>
                    <a:pt x="512" y="741"/>
                  </a:cubicBezTo>
                  <a:cubicBezTo>
                    <a:pt x="510" y="741"/>
                    <a:pt x="510" y="741"/>
                    <a:pt x="510" y="741"/>
                  </a:cubicBezTo>
                  <a:cubicBezTo>
                    <a:pt x="507" y="740"/>
                    <a:pt x="507" y="740"/>
                    <a:pt x="507" y="740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5" y="739"/>
                    <a:pt x="505" y="739"/>
                    <a:pt x="505" y="739"/>
                  </a:cubicBezTo>
                  <a:cubicBezTo>
                    <a:pt x="504" y="739"/>
                    <a:pt x="504" y="739"/>
                    <a:pt x="504" y="739"/>
                  </a:cubicBezTo>
                  <a:cubicBezTo>
                    <a:pt x="503" y="739"/>
                    <a:pt x="503" y="739"/>
                    <a:pt x="503" y="739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7"/>
                    <a:pt x="502" y="737"/>
                    <a:pt x="502" y="737"/>
                  </a:cubicBezTo>
                  <a:cubicBezTo>
                    <a:pt x="501" y="737"/>
                    <a:pt x="501" y="737"/>
                    <a:pt x="501" y="737"/>
                  </a:cubicBezTo>
                  <a:cubicBezTo>
                    <a:pt x="500" y="736"/>
                    <a:pt x="500" y="736"/>
                    <a:pt x="500" y="736"/>
                  </a:cubicBezTo>
                  <a:cubicBezTo>
                    <a:pt x="499" y="735"/>
                    <a:pt x="499" y="735"/>
                    <a:pt x="499" y="735"/>
                  </a:cubicBezTo>
                  <a:cubicBezTo>
                    <a:pt x="498" y="735"/>
                    <a:pt x="498" y="735"/>
                    <a:pt x="498" y="735"/>
                  </a:cubicBezTo>
                  <a:cubicBezTo>
                    <a:pt x="498" y="733"/>
                    <a:pt x="498" y="733"/>
                    <a:pt x="498" y="733"/>
                  </a:cubicBezTo>
                  <a:cubicBezTo>
                    <a:pt x="496" y="732"/>
                    <a:pt x="496" y="732"/>
                    <a:pt x="496" y="732"/>
                  </a:cubicBezTo>
                  <a:cubicBezTo>
                    <a:pt x="495" y="731"/>
                    <a:pt x="495" y="731"/>
                    <a:pt x="495" y="731"/>
                  </a:cubicBezTo>
                  <a:cubicBezTo>
                    <a:pt x="495" y="729"/>
                    <a:pt x="495" y="729"/>
                    <a:pt x="495" y="729"/>
                  </a:cubicBezTo>
                  <a:cubicBezTo>
                    <a:pt x="494" y="727"/>
                    <a:pt x="494" y="727"/>
                    <a:pt x="494" y="727"/>
                  </a:cubicBezTo>
                  <a:cubicBezTo>
                    <a:pt x="493" y="727"/>
                    <a:pt x="493" y="727"/>
                    <a:pt x="493" y="727"/>
                  </a:cubicBezTo>
                  <a:cubicBezTo>
                    <a:pt x="493" y="726"/>
                    <a:pt x="493" y="726"/>
                    <a:pt x="493" y="726"/>
                  </a:cubicBezTo>
                  <a:cubicBezTo>
                    <a:pt x="492" y="725"/>
                    <a:pt x="492" y="725"/>
                    <a:pt x="492" y="725"/>
                  </a:cubicBezTo>
                  <a:cubicBezTo>
                    <a:pt x="492" y="724"/>
                    <a:pt x="492" y="724"/>
                    <a:pt x="492" y="724"/>
                  </a:cubicBezTo>
                  <a:cubicBezTo>
                    <a:pt x="493" y="723"/>
                    <a:pt x="493" y="723"/>
                    <a:pt x="493" y="723"/>
                  </a:cubicBezTo>
                  <a:cubicBezTo>
                    <a:pt x="493" y="721"/>
                    <a:pt x="493" y="721"/>
                    <a:pt x="493" y="721"/>
                  </a:cubicBezTo>
                  <a:cubicBezTo>
                    <a:pt x="493" y="718"/>
                    <a:pt x="493" y="718"/>
                    <a:pt x="493" y="718"/>
                  </a:cubicBezTo>
                  <a:cubicBezTo>
                    <a:pt x="494" y="718"/>
                    <a:pt x="494" y="718"/>
                    <a:pt x="494" y="718"/>
                  </a:cubicBezTo>
                  <a:cubicBezTo>
                    <a:pt x="495" y="717"/>
                    <a:pt x="495" y="717"/>
                    <a:pt x="495" y="717"/>
                  </a:cubicBezTo>
                  <a:cubicBezTo>
                    <a:pt x="495" y="713"/>
                    <a:pt x="495" y="713"/>
                    <a:pt x="495" y="713"/>
                  </a:cubicBezTo>
                  <a:cubicBezTo>
                    <a:pt x="495" y="710"/>
                    <a:pt x="495" y="710"/>
                    <a:pt x="495" y="710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9"/>
                    <a:pt x="496" y="709"/>
                    <a:pt x="496" y="709"/>
                  </a:cubicBezTo>
                  <a:cubicBezTo>
                    <a:pt x="496" y="706"/>
                    <a:pt x="496" y="706"/>
                    <a:pt x="496" y="706"/>
                  </a:cubicBezTo>
                  <a:cubicBezTo>
                    <a:pt x="498" y="705"/>
                    <a:pt x="498" y="705"/>
                    <a:pt x="498" y="705"/>
                  </a:cubicBezTo>
                  <a:cubicBezTo>
                    <a:pt x="498" y="704"/>
                    <a:pt x="498" y="704"/>
                    <a:pt x="498" y="704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2"/>
                    <a:pt x="498" y="702"/>
                    <a:pt x="498" y="702"/>
                  </a:cubicBezTo>
                  <a:cubicBezTo>
                    <a:pt x="498" y="701"/>
                    <a:pt x="498" y="701"/>
                    <a:pt x="498" y="701"/>
                  </a:cubicBezTo>
                  <a:cubicBezTo>
                    <a:pt x="498" y="699"/>
                    <a:pt x="498" y="699"/>
                    <a:pt x="498" y="699"/>
                  </a:cubicBezTo>
                  <a:cubicBezTo>
                    <a:pt x="498" y="698"/>
                    <a:pt x="498" y="698"/>
                    <a:pt x="498" y="698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8" y="697"/>
                    <a:pt x="498" y="697"/>
                    <a:pt x="498" y="697"/>
                  </a:cubicBezTo>
                  <a:cubicBezTo>
                    <a:pt x="499" y="696"/>
                    <a:pt x="499" y="696"/>
                    <a:pt x="499" y="696"/>
                  </a:cubicBezTo>
                  <a:cubicBezTo>
                    <a:pt x="500" y="695"/>
                    <a:pt x="500" y="695"/>
                    <a:pt x="500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9" y="695"/>
                    <a:pt x="499" y="695"/>
                    <a:pt x="499" y="695"/>
                  </a:cubicBezTo>
                  <a:cubicBezTo>
                    <a:pt x="497" y="693"/>
                    <a:pt x="497" y="693"/>
                    <a:pt x="497" y="693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4" y="692"/>
                    <a:pt x="494" y="692"/>
                    <a:pt x="494" y="692"/>
                  </a:cubicBezTo>
                  <a:cubicBezTo>
                    <a:pt x="493" y="691"/>
                    <a:pt x="493" y="691"/>
                    <a:pt x="493" y="691"/>
                  </a:cubicBezTo>
                  <a:cubicBezTo>
                    <a:pt x="491" y="690"/>
                    <a:pt x="491" y="690"/>
                    <a:pt x="491" y="690"/>
                  </a:cubicBezTo>
                  <a:cubicBezTo>
                    <a:pt x="489" y="690"/>
                    <a:pt x="489" y="690"/>
                    <a:pt x="489" y="690"/>
                  </a:cubicBezTo>
                  <a:cubicBezTo>
                    <a:pt x="488" y="690"/>
                    <a:pt x="488" y="690"/>
                    <a:pt x="488" y="690"/>
                  </a:cubicBezTo>
                  <a:cubicBezTo>
                    <a:pt x="487" y="689"/>
                    <a:pt x="487" y="689"/>
                    <a:pt x="487" y="689"/>
                  </a:cubicBezTo>
                  <a:cubicBezTo>
                    <a:pt x="487" y="690"/>
                    <a:pt x="487" y="690"/>
                    <a:pt x="487" y="690"/>
                  </a:cubicBezTo>
                  <a:cubicBezTo>
                    <a:pt x="486" y="690"/>
                    <a:pt x="486" y="690"/>
                    <a:pt x="486" y="690"/>
                  </a:cubicBezTo>
                  <a:cubicBezTo>
                    <a:pt x="483" y="689"/>
                    <a:pt x="483" y="689"/>
                    <a:pt x="483" y="689"/>
                  </a:cubicBezTo>
                  <a:cubicBezTo>
                    <a:pt x="480" y="689"/>
                    <a:pt x="480" y="689"/>
                    <a:pt x="480" y="689"/>
                  </a:cubicBezTo>
                  <a:cubicBezTo>
                    <a:pt x="478" y="688"/>
                    <a:pt x="478" y="688"/>
                    <a:pt x="478" y="688"/>
                  </a:cubicBezTo>
                  <a:cubicBezTo>
                    <a:pt x="476" y="687"/>
                    <a:pt x="476" y="687"/>
                    <a:pt x="476" y="687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5" y="689"/>
                    <a:pt x="475" y="689"/>
                    <a:pt x="475" y="689"/>
                  </a:cubicBezTo>
                  <a:cubicBezTo>
                    <a:pt x="474" y="689"/>
                    <a:pt x="474" y="689"/>
                    <a:pt x="474" y="689"/>
                  </a:cubicBezTo>
                  <a:cubicBezTo>
                    <a:pt x="473" y="689"/>
                    <a:pt x="473" y="689"/>
                    <a:pt x="473" y="689"/>
                  </a:cubicBezTo>
                  <a:cubicBezTo>
                    <a:pt x="471" y="690"/>
                    <a:pt x="471" y="690"/>
                    <a:pt x="471" y="690"/>
                  </a:cubicBezTo>
                  <a:cubicBezTo>
                    <a:pt x="468" y="689"/>
                    <a:pt x="468" y="689"/>
                    <a:pt x="468" y="689"/>
                  </a:cubicBezTo>
                  <a:cubicBezTo>
                    <a:pt x="463" y="689"/>
                    <a:pt x="463" y="689"/>
                    <a:pt x="463" y="689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1" y="690"/>
                    <a:pt x="461" y="690"/>
                    <a:pt x="461" y="690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60" y="689"/>
                    <a:pt x="460" y="689"/>
                    <a:pt x="460" y="689"/>
                  </a:cubicBezTo>
                  <a:cubicBezTo>
                    <a:pt x="458" y="689"/>
                    <a:pt x="458" y="689"/>
                    <a:pt x="458" y="689"/>
                  </a:cubicBezTo>
                  <a:cubicBezTo>
                    <a:pt x="458" y="690"/>
                    <a:pt x="458" y="690"/>
                    <a:pt x="458" y="690"/>
                  </a:cubicBezTo>
                  <a:cubicBezTo>
                    <a:pt x="457" y="689"/>
                    <a:pt x="457" y="689"/>
                    <a:pt x="457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6" y="689"/>
                    <a:pt x="456" y="689"/>
                    <a:pt x="456" y="689"/>
                  </a:cubicBezTo>
                  <a:cubicBezTo>
                    <a:pt x="457" y="688"/>
                    <a:pt x="457" y="688"/>
                    <a:pt x="457" y="688"/>
                  </a:cubicBezTo>
                  <a:cubicBezTo>
                    <a:pt x="457" y="687"/>
                    <a:pt x="457" y="687"/>
                    <a:pt x="457" y="687"/>
                  </a:cubicBezTo>
                  <a:cubicBezTo>
                    <a:pt x="458" y="688"/>
                    <a:pt x="458" y="688"/>
                    <a:pt x="458" y="688"/>
                  </a:cubicBezTo>
                  <a:cubicBezTo>
                    <a:pt x="461" y="685"/>
                    <a:pt x="461" y="685"/>
                    <a:pt x="461" y="685"/>
                  </a:cubicBezTo>
                  <a:cubicBezTo>
                    <a:pt x="462" y="682"/>
                    <a:pt x="462" y="682"/>
                    <a:pt x="462" y="682"/>
                  </a:cubicBezTo>
                  <a:cubicBezTo>
                    <a:pt x="462" y="680"/>
                    <a:pt x="462" y="680"/>
                    <a:pt x="462" y="680"/>
                  </a:cubicBezTo>
                  <a:cubicBezTo>
                    <a:pt x="461" y="679"/>
                    <a:pt x="461" y="679"/>
                    <a:pt x="461" y="679"/>
                  </a:cubicBezTo>
                  <a:cubicBezTo>
                    <a:pt x="461" y="677"/>
                    <a:pt x="461" y="677"/>
                    <a:pt x="461" y="677"/>
                  </a:cubicBezTo>
                  <a:cubicBezTo>
                    <a:pt x="462" y="676"/>
                    <a:pt x="462" y="676"/>
                    <a:pt x="462" y="676"/>
                  </a:cubicBezTo>
                  <a:cubicBezTo>
                    <a:pt x="462" y="672"/>
                    <a:pt x="462" y="672"/>
                    <a:pt x="462" y="672"/>
                  </a:cubicBezTo>
                  <a:cubicBezTo>
                    <a:pt x="462" y="671"/>
                    <a:pt x="462" y="671"/>
                    <a:pt x="462" y="671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4" y="671"/>
                    <a:pt x="464" y="671"/>
                    <a:pt x="464" y="671"/>
                  </a:cubicBezTo>
                  <a:cubicBezTo>
                    <a:pt x="465" y="673"/>
                    <a:pt x="465" y="673"/>
                    <a:pt x="465" y="673"/>
                  </a:cubicBezTo>
                  <a:cubicBezTo>
                    <a:pt x="466" y="672"/>
                    <a:pt x="466" y="672"/>
                    <a:pt x="466" y="672"/>
                  </a:cubicBezTo>
                  <a:cubicBezTo>
                    <a:pt x="467" y="670"/>
                    <a:pt x="467" y="670"/>
                    <a:pt x="467" y="670"/>
                  </a:cubicBezTo>
                  <a:cubicBezTo>
                    <a:pt x="468" y="665"/>
                    <a:pt x="468" y="665"/>
                    <a:pt x="468" y="665"/>
                  </a:cubicBezTo>
                  <a:cubicBezTo>
                    <a:pt x="470" y="663"/>
                    <a:pt x="470" y="663"/>
                    <a:pt x="470" y="663"/>
                  </a:cubicBezTo>
                  <a:cubicBezTo>
                    <a:pt x="468" y="663"/>
                    <a:pt x="468" y="663"/>
                    <a:pt x="468" y="663"/>
                  </a:cubicBezTo>
                  <a:cubicBezTo>
                    <a:pt x="469" y="662"/>
                    <a:pt x="469" y="662"/>
                    <a:pt x="469" y="662"/>
                  </a:cubicBezTo>
                  <a:cubicBezTo>
                    <a:pt x="469" y="660"/>
                    <a:pt x="469" y="660"/>
                    <a:pt x="469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7" y="660"/>
                    <a:pt x="467" y="660"/>
                    <a:pt x="467" y="660"/>
                  </a:cubicBezTo>
                  <a:cubicBezTo>
                    <a:pt x="469" y="659"/>
                    <a:pt x="469" y="659"/>
                    <a:pt x="469" y="659"/>
                  </a:cubicBezTo>
                  <a:cubicBezTo>
                    <a:pt x="469" y="657"/>
                    <a:pt x="469" y="657"/>
                    <a:pt x="469" y="657"/>
                  </a:cubicBezTo>
                  <a:cubicBezTo>
                    <a:pt x="469" y="656"/>
                    <a:pt x="469" y="656"/>
                    <a:pt x="469" y="656"/>
                  </a:cubicBezTo>
                  <a:cubicBezTo>
                    <a:pt x="472" y="653"/>
                    <a:pt x="472" y="653"/>
                    <a:pt x="472" y="653"/>
                  </a:cubicBezTo>
                  <a:cubicBezTo>
                    <a:pt x="476" y="649"/>
                    <a:pt x="476" y="649"/>
                    <a:pt x="476" y="649"/>
                  </a:cubicBezTo>
                  <a:cubicBezTo>
                    <a:pt x="475" y="647"/>
                    <a:pt x="475" y="647"/>
                    <a:pt x="475" y="647"/>
                  </a:cubicBezTo>
                  <a:cubicBezTo>
                    <a:pt x="473" y="644"/>
                    <a:pt x="473" y="644"/>
                    <a:pt x="473" y="644"/>
                  </a:cubicBezTo>
                  <a:cubicBezTo>
                    <a:pt x="470" y="644"/>
                    <a:pt x="470" y="644"/>
                    <a:pt x="470" y="644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71" y="645"/>
                    <a:pt x="471" y="645"/>
                    <a:pt x="471" y="645"/>
                  </a:cubicBezTo>
                  <a:cubicBezTo>
                    <a:pt x="467" y="644"/>
                    <a:pt x="467" y="644"/>
                    <a:pt x="467" y="644"/>
                  </a:cubicBezTo>
                  <a:cubicBezTo>
                    <a:pt x="464" y="644"/>
                    <a:pt x="464" y="644"/>
                    <a:pt x="464" y="644"/>
                  </a:cubicBezTo>
                  <a:cubicBezTo>
                    <a:pt x="464" y="645"/>
                    <a:pt x="464" y="645"/>
                    <a:pt x="464" y="645"/>
                  </a:cubicBezTo>
                  <a:cubicBezTo>
                    <a:pt x="463" y="646"/>
                    <a:pt x="463" y="646"/>
                    <a:pt x="463" y="646"/>
                  </a:cubicBezTo>
                  <a:cubicBezTo>
                    <a:pt x="462" y="645"/>
                    <a:pt x="462" y="645"/>
                    <a:pt x="462" y="645"/>
                  </a:cubicBezTo>
                  <a:cubicBezTo>
                    <a:pt x="460" y="645"/>
                    <a:pt x="460" y="645"/>
                    <a:pt x="460" y="645"/>
                  </a:cubicBezTo>
                  <a:cubicBezTo>
                    <a:pt x="459" y="647"/>
                    <a:pt x="459" y="647"/>
                    <a:pt x="459" y="647"/>
                  </a:cubicBezTo>
                  <a:cubicBezTo>
                    <a:pt x="453" y="647"/>
                    <a:pt x="453" y="647"/>
                    <a:pt x="453" y="647"/>
                  </a:cubicBezTo>
                  <a:cubicBezTo>
                    <a:pt x="447" y="648"/>
                    <a:pt x="447" y="648"/>
                    <a:pt x="447" y="648"/>
                  </a:cubicBezTo>
                  <a:cubicBezTo>
                    <a:pt x="447" y="650"/>
                    <a:pt x="447" y="650"/>
                    <a:pt x="447" y="650"/>
                  </a:cubicBezTo>
                  <a:cubicBezTo>
                    <a:pt x="448" y="650"/>
                    <a:pt x="448" y="650"/>
                    <a:pt x="448" y="650"/>
                  </a:cubicBezTo>
                  <a:cubicBezTo>
                    <a:pt x="446" y="652"/>
                    <a:pt x="446" y="652"/>
                    <a:pt x="446" y="652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6" y="657"/>
                    <a:pt x="446" y="657"/>
                    <a:pt x="446" y="657"/>
                  </a:cubicBezTo>
                  <a:cubicBezTo>
                    <a:pt x="443" y="660"/>
                    <a:pt x="443" y="660"/>
                    <a:pt x="443" y="660"/>
                  </a:cubicBezTo>
                  <a:cubicBezTo>
                    <a:pt x="443" y="663"/>
                    <a:pt x="443" y="663"/>
                    <a:pt x="443" y="663"/>
                  </a:cubicBezTo>
                  <a:cubicBezTo>
                    <a:pt x="442" y="664"/>
                    <a:pt x="442" y="664"/>
                    <a:pt x="442" y="664"/>
                  </a:cubicBezTo>
                  <a:cubicBezTo>
                    <a:pt x="441" y="664"/>
                    <a:pt x="441" y="664"/>
                    <a:pt x="441" y="664"/>
                  </a:cubicBezTo>
                  <a:cubicBezTo>
                    <a:pt x="437" y="666"/>
                    <a:pt x="437" y="666"/>
                    <a:pt x="437" y="666"/>
                  </a:cubicBezTo>
                  <a:cubicBezTo>
                    <a:pt x="438" y="668"/>
                    <a:pt x="438" y="668"/>
                    <a:pt x="438" y="668"/>
                  </a:cubicBezTo>
                  <a:cubicBezTo>
                    <a:pt x="439" y="667"/>
                    <a:pt x="439" y="667"/>
                    <a:pt x="439" y="667"/>
                  </a:cubicBezTo>
                  <a:cubicBezTo>
                    <a:pt x="438" y="669"/>
                    <a:pt x="438" y="669"/>
                    <a:pt x="438" y="669"/>
                  </a:cubicBezTo>
                  <a:cubicBezTo>
                    <a:pt x="437" y="670"/>
                    <a:pt x="437" y="670"/>
                    <a:pt x="437" y="670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6" y="671"/>
                    <a:pt x="436" y="671"/>
                    <a:pt x="436" y="671"/>
                  </a:cubicBezTo>
                  <a:cubicBezTo>
                    <a:pt x="436" y="670"/>
                    <a:pt x="436" y="670"/>
                    <a:pt x="436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5" y="670"/>
                    <a:pt x="435" y="670"/>
                    <a:pt x="435" y="670"/>
                  </a:cubicBezTo>
                  <a:cubicBezTo>
                    <a:pt x="437" y="668"/>
                    <a:pt x="437" y="668"/>
                    <a:pt x="437" y="668"/>
                  </a:cubicBezTo>
                  <a:cubicBezTo>
                    <a:pt x="433" y="667"/>
                    <a:pt x="433" y="667"/>
                    <a:pt x="433" y="667"/>
                  </a:cubicBezTo>
                  <a:cubicBezTo>
                    <a:pt x="433" y="668"/>
                    <a:pt x="433" y="668"/>
                    <a:pt x="433" y="668"/>
                  </a:cubicBezTo>
                  <a:cubicBezTo>
                    <a:pt x="431" y="668"/>
                    <a:pt x="431" y="668"/>
                    <a:pt x="431" y="668"/>
                  </a:cubicBezTo>
                  <a:cubicBezTo>
                    <a:pt x="429" y="668"/>
                    <a:pt x="429" y="668"/>
                    <a:pt x="429" y="668"/>
                  </a:cubicBezTo>
                  <a:cubicBezTo>
                    <a:pt x="428" y="669"/>
                    <a:pt x="428" y="669"/>
                    <a:pt x="428" y="669"/>
                  </a:cubicBezTo>
                  <a:cubicBezTo>
                    <a:pt x="426" y="669"/>
                    <a:pt x="426" y="669"/>
                    <a:pt x="426" y="669"/>
                  </a:cubicBezTo>
                  <a:cubicBezTo>
                    <a:pt x="423" y="669"/>
                    <a:pt x="423" y="669"/>
                    <a:pt x="423" y="669"/>
                  </a:cubicBezTo>
                  <a:cubicBezTo>
                    <a:pt x="423" y="670"/>
                    <a:pt x="423" y="670"/>
                    <a:pt x="423" y="670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20" y="671"/>
                    <a:pt x="420" y="671"/>
                    <a:pt x="420" y="671"/>
                  </a:cubicBezTo>
                  <a:cubicBezTo>
                    <a:pt x="419" y="671"/>
                    <a:pt x="419" y="671"/>
                    <a:pt x="419" y="671"/>
                  </a:cubicBezTo>
                  <a:cubicBezTo>
                    <a:pt x="416" y="671"/>
                    <a:pt x="416" y="671"/>
                    <a:pt x="416" y="671"/>
                  </a:cubicBezTo>
                  <a:cubicBezTo>
                    <a:pt x="415" y="672"/>
                    <a:pt x="415" y="672"/>
                    <a:pt x="415" y="672"/>
                  </a:cubicBezTo>
                  <a:cubicBezTo>
                    <a:pt x="414" y="671"/>
                    <a:pt x="414" y="671"/>
                    <a:pt x="414" y="671"/>
                  </a:cubicBezTo>
                  <a:cubicBezTo>
                    <a:pt x="412" y="668"/>
                    <a:pt x="412" y="668"/>
                    <a:pt x="412" y="668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10" y="667"/>
                    <a:pt x="410" y="667"/>
                    <a:pt x="410" y="667"/>
                  </a:cubicBezTo>
                  <a:cubicBezTo>
                    <a:pt x="407" y="666"/>
                    <a:pt x="407" y="666"/>
                    <a:pt x="407" y="666"/>
                  </a:cubicBezTo>
                  <a:cubicBezTo>
                    <a:pt x="407" y="667"/>
                    <a:pt x="407" y="667"/>
                    <a:pt x="407" y="667"/>
                  </a:cubicBezTo>
                  <a:cubicBezTo>
                    <a:pt x="403" y="662"/>
                    <a:pt x="403" y="662"/>
                    <a:pt x="403" y="662"/>
                  </a:cubicBezTo>
                  <a:cubicBezTo>
                    <a:pt x="403" y="661"/>
                    <a:pt x="403" y="661"/>
                    <a:pt x="403" y="661"/>
                  </a:cubicBezTo>
                  <a:cubicBezTo>
                    <a:pt x="403" y="660"/>
                    <a:pt x="403" y="660"/>
                    <a:pt x="403" y="660"/>
                  </a:cubicBezTo>
                  <a:cubicBezTo>
                    <a:pt x="402" y="658"/>
                    <a:pt x="402" y="658"/>
                    <a:pt x="402" y="658"/>
                  </a:cubicBezTo>
                  <a:cubicBezTo>
                    <a:pt x="401" y="657"/>
                    <a:pt x="401" y="657"/>
                    <a:pt x="401" y="657"/>
                  </a:cubicBezTo>
                  <a:cubicBezTo>
                    <a:pt x="397" y="652"/>
                    <a:pt x="397" y="652"/>
                    <a:pt x="397" y="652"/>
                  </a:cubicBezTo>
                  <a:cubicBezTo>
                    <a:pt x="396" y="651"/>
                    <a:pt x="396" y="651"/>
                    <a:pt x="396" y="651"/>
                  </a:cubicBezTo>
                  <a:cubicBezTo>
                    <a:pt x="396" y="650"/>
                    <a:pt x="396" y="650"/>
                    <a:pt x="396" y="650"/>
                  </a:cubicBezTo>
                  <a:cubicBezTo>
                    <a:pt x="396" y="649"/>
                    <a:pt x="396" y="649"/>
                    <a:pt x="396" y="649"/>
                  </a:cubicBezTo>
                  <a:cubicBezTo>
                    <a:pt x="396" y="648"/>
                    <a:pt x="396" y="648"/>
                    <a:pt x="396" y="648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7"/>
                    <a:pt x="396" y="647"/>
                    <a:pt x="396" y="647"/>
                  </a:cubicBezTo>
                  <a:cubicBezTo>
                    <a:pt x="396" y="644"/>
                    <a:pt x="396" y="644"/>
                    <a:pt x="396" y="644"/>
                  </a:cubicBezTo>
                  <a:cubicBezTo>
                    <a:pt x="394" y="641"/>
                    <a:pt x="394" y="641"/>
                    <a:pt x="394" y="641"/>
                  </a:cubicBezTo>
                  <a:cubicBezTo>
                    <a:pt x="395" y="640"/>
                    <a:pt x="395" y="640"/>
                    <a:pt x="395" y="640"/>
                  </a:cubicBezTo>
                  <a:cubicBezTo>
                    <a:pt x="394" y="637"/>
                    <a:pt x="394" y="637"/>
                    <a:pt x="394" y="637"/>
                  </a:cubicBezTo>
                  <a:cubicBezTo>
                    <a:pt x="394" y="636"/>
                    <a:pt x="394" y="636"/>
                    <a:pt x="394" y="636"/>
                  </a:cubicBezTo>
                  <a:cubicBezTo>
                    <a:pt x="395" y="635"/>
                    <a:pt x="395" y="635"/>
                    <a:pt x="395" y="635"/>
                  </a:cubicBezTo>
                  <a:cubicBezTo>
                    <a:pt x="395" y="631"/>
                    <a:pt x="395" y="631"/>
                    <a:pt x="395" y="631"/>
                  </a:cubicBezTo>
                  <a:cubicBezTo>
                    <a:pt x="395" y="629"/>
                    <a:pt x="395" y="629"/>
                    <a:pt x="395" y="629"/>
                  </a:cubicBezTo>
                  <a:cubicBezTo>
                    <a:pt x="396" y="625"/>
                    <a:pt x="396" y="625"/>
                    <a:pt x="396" y="625"/>
                  </a:cubicBezTo>
                  <a:cubicBezTo>
                    <a:pt x="396" y="624"/>
                    <a:pt x="396" y="624"/>
                    <a:pt x="396" y="624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6" y="623"/>
                    <a:pt x="396" y="623"/>
                    <a:pt x="396" y="623"/>
                  </a:cubicBezTo>
                  <a:cubicBezTo>
                    <a:pt x="397" y="621"/>
                    <a:pt x="397" y="621"/>
                    <a:pt x="397" y="621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7" y="620"/>
                    <a:pt x="397" y="620"/>
                    <a:pt x="397" y="620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7"/>
                    <a:pt x="398" y="617"/>
                    <a:pt x="398" y="617"/>
                  </a:cubicBezTo>
                  <a:cubicBezTo>
                    <a:pt x="398" y="616"/>
                    <a:pt x="398" y="616"/>
                    <a:pt x="398" y="616"/>
                  </a:cubicBezTo>
                  <a:cubicBezTo>
                    <a:pt x="399" y="616"/>
                    <a:pt x="399" y="616"/>
                    <a:pt x="399" y="616"/>
                  </a:cubicBezTo>
                  <a:cubicBezTo>
                    <a:pt x="399" y="614"/>
                    <a:pt x="399" y="614"/>
                    <a:pt x="399" y="614"/>
                  </a:cubicBezTo>
                  <a:cubicBezTo>
                    <a:pt x="400" y="613"/>
                    <a:pt x="400" y="613"/>
                    <a:pt x="400" y="613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11"/>
                    <a:pt x="401" y="611"/>
                    <a:pt x="401" y="611"/>
                  </a:cubicBezTo>
                  <a:cubicBezTo>
                    <a:pt x="401" y="609"/>
                    <a:pt x="401" y="609"/>
                    <a:pt x="401" y="609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2" y="606"/>
                    <a:pt x="402" y="606"/>
                    <a:pt x="402" y="606"/>
                  </a:cubicBezTo>
                  <a:cubicBezTo>
                    <a:pt x="401" y="604"/>
                    <a:pt x="401" y="604"/>
                    <a:pt x="401" y="604"/>
                  </a:cubicBezTo>
                  <a:cubicBezTo>
                    <a:pt x="401" y="601"/>
                    <a:pt x="401" y="601"/>
                    <a:pt x="401" y="601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2" y="598"/>
                    <a:pt x="402" y="598"/>
                    <a:pt x="402" y="598"/>
                  </a:cubicBezTo>
                  <a:cubicBezTo>
                    <a:pt x="403" y="597"/>
                    <a:pt x="403" y="597"/>
                    <a:pt x="403" y="597"/>
                  </a:cubicBezTo>
                  <a:cubicBezTo>
                    <a:pt x="404" y="595"/>
                    <a:pt x="404" y="595"/>
                    <a:pt x="404" y="595"/>
                  </a:cubicBezTo>
                  <a:cubicBezTo>
                    <a:pt x="404" y="594"/>
                    <a:pt x="404" y="594"/>
                    <a:pt x="404" y="594"/>
                  </a:cubicBezTo>
                  <a:cubicBezTo>
                    <a:pt x="405" y="593"/>
                    <a:pt x="405" y="593"/>
                    <a:pt x="405" y="593"/>
                  </a:cubicBezTo>
                  <a:cubicBezTo>
                    <a:pt x="406" y="591"/>
                    <a:pt x="406" y="591"/>
                    <a:pt x="406" y="591"/>
                  </a:cubicBezTo>
                  <a:cubicBezTo>
                    <a:pt x="409" y="589"/>
                    <a:pt x="409" y="589"/>
                    <a:pt x="409" y="589"/>
                  </a:cubicBezTo>
                  <a:cubicBezTo>
                    <a:pt x="411" y="588"/>
                    <a:pt x="411" y="588"/>
                    <a:pt x="411" y="588"/>
                  </a:cubicBezTo>
                  <a:cubicBezTo>
                    <a:pt x="413" y="587"/>
                    <a:pt x="413" y="587"/>
                    <a:pt x="413" y="587"/>
                  </a:cubicBezTo>
                  <a:cubicBezTo>
                    <a:pt x="414" y="587"/>
                    <a:pt x="414" y="587"/>
                    <a:pt x="414" y="587"/>
                  </a:cubicBezTo>
                  <a:cubicBezTo>
                    <a:pt x="417" y="586"/>
                    <a:pt x="417" y="586"/>
                    <a:pt x="417" y="586"/>
                  </a:cubicBezTo>
                  <a:cubicBezTo>
                    <a:pt x="419" y="584"/>
                    <a:pt x="419" y="584"/>
                    <a:pt x="419" y="584"/>
                  </a:cubicBezTo>
                  <a:cubicBezTo>
                    <a:pt x="420" y="584"/>
                    <a:pt x="420" y="584"/>
                    <a:pt x="420" y="584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1" y="581"/>
                    <a:pt x="421" y="581"/>
                    <a:pt x="421" y="581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1" y="579"/>
                    <a:pt x="421" y="579"/>
                    <a:pt x="421" y="579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78"/>
                    <a:pt x="422" y="578"/>
                    <a:pt x="422" y="578"/>
                  </a:cubicBezTo>
                  <a:cubicBezTo>
                    <a:pt x="422" y="579"/>
                    <a:pt x="422" y="579"/>
                    <a:pt x="422" y="579"/>
                  </a:cubicBezTo>
                  <a:cubicBezTo>
                    <a:pt x="422" y="580"/>
                    <a:pt x="422" y="580"/>
                    <a:pt x="422" y="580"/>
                  </a:cubicBezTo>
                  <a:cubicBezTo>
                    <a:pt x="422" y="582"/>
                    <a:pt x="422" y="582"/>
                    <a:pt x="422" y="582"/>
                  </a:cubicBezTo>
                  <a:cubicBezTo>
                    <a:pt x="425" y="581"/>
                    <a:pt x="425" y="581"/>
                    <a:pt x="425" y="581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427" y="580"/>
                    <a:pt x="427" y="580"/>
                    <a:pt x="427" y="580"/>
                  </a:cubicBezTo>
                  <a:cubicBezTo>
                    <a:pt x="428" y="579"/>
                    <a:pt x="428" y="579"/>
                    <a:pt x="428" y="579"/>
                  </a:cubicBezTo>
                  <a:cubicBezTo>
                    <a:pt x="430" y="578"/>
                    <a:pt x="430" y="578"/>
                    <a:pt x="430" y="578"/>
                  </a:cubicBezTo>
                  <a:cubicBezTo>
                    <a:pt x="432" y="578"/>
                    <a:pt x="432" y="578"/>
                    <a:pt x="432" y="578"/>
                  </a:cubicBezTo>
                  <a:cubicBezTo>
                    <a:pt x="435" y="579"/>
                    <a:pt x="435" y="579"/>
                    <a:pt x="435" y="579"/>
                  </a:cubicBezTo>
                  <a:cubicBezTo>
                    <a:pt x="436" y="580"/>
                    <a:pt x="436" y="580"/>
                    <a:pt x="436" y="580"/>
                  </a:cubicBezTo>
                  <a:cubicBezTo>
                    <a:pt x="441" y="580"/>
                    <a:pt x="441" y="580"/>
                    <a:pt x="441" y="580"/>
                  </a:cubicBezTo>
                  <a:cubicBezTo>
                    <a:pt x="443" y="580"/>
                    <a:pt x="443" y="580"/>
                    <a:pt x="443" y="580"/>
                  </a:cubicBezTo>
                  <a:cubicBezTo>
                    <a:pt x="442" y="579"/>
                    <a:pt x="442" y="579"/>
                    <a:pt x="442" y="579"/>
                  </a:cubicBezTo>
                  <a:cubicBezTo>
                    <a:pt x="442" y="578"/>
                    <a:pt x="442" y="578"/>
                    <a:pt x="442" y="578"/>
                  </a:cubicBezTo>
                  <a:cubicBezTo>
                    <a:pt x="443" y="578"/>
                    <a:pt x="443" y="578"/>
                    <a:pt x="443" y="578"/>
                  </a:cubicBezTo>
                  <a:cubicBezTo>
                    <a:pt x="443" y="579"/>
                    <a:pt x="443" y="579"/>
                    <a:pt x="443" y="579"/>
                  </a:cubicBezTo>
                  <a:cubicBezTo>
                    <a:pt x="444" y="580"/>
                    <a:pt x="444" y="580"/>
                    <a:pt x="444" y="580"/>
                  </a:cubicBezTo>
                  <a:cubicBezTo>
                    <a:pt x="445" y="579"/>
                    <a:pt x="445" y="579"/>
                    <a:pt x="445" y="579"/>
                  </a:cubicBezTo>
                  <a:cubicBezTo>
                    <a:pt x="445" y="580"/>
                    <a:pt x="445" y="580"/>
                    <a:pt x="445" y="580"/>
                  </a:cubicBezTo>
                  <a:cubicBezTo>
                    <a:pt x="446" y="581"/>
                    <a:pt x="446" y="581"/>
                    <a:pt x="446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1"/>
                    <a:pt x="447" y="581"/>
                    <a:pt x="447" y="581"/>
                  </a:cubicBezTo>
                  <a:cubicBezTo>
                    <a:pt x="447" y="582"/>
                    <a:pt x="447" y="582"/>
                    <a:pt x="447" y="582"/>
                  </a:cubicBezTo>
                  <a:cubicBezTo>
                    <a:pt x="446" y="583"/>
                    <a:pt x="446" y="583"/>
                    <a:pt x="446" y="583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49" y="584"/>
                    <a:pt x="449" y="584"/>
                    <a:pt x="449" y="584"/>
                  </a:cubicBezTo>
                  <a:cubicBezTo>
                    <a:pt x="452" y="585"/>
                    <a:pt x="452" y="585"/>
                    <a:pt x="452" y="585"/>
                  </a:cubicBezTo>
                  <a:cubicBezTo>
                    <a:pt x="453" y="584"/>
                    <a:pt x="453" y="584"/>
                    <a:pt x="453" y="584"/>
                  </a:cubicBezTo>
                  <a:cubicBezTo>
                    <a:pt x="453" y="583"/>
                    <a:pt x="453" y="583"/>
                    <a:pt x="453" y="583"/>
                  </a:cubicBezTo>
                  <a:cubicBezTo>
                    <a:pt x="454" y="584"/>
                    <a:pt x="454" y="584"/>
                    <a:pt x="454" y="584"/>
                  </a:cubicBezTo>
                  <a:cubicBezTo>
                    <a:pt x="455" y="585"/>
                    <a:pt x="455" y="585"/>
                    <a:pt x="455" y="585"/>
                  </a:cubicBezTo>
                  <a:cubicBezTo>
                    <a:pt x="457" y="584"/>
                    <a:pt x="457" y="584"/>
                    <a:pt x="457" y="584"/>
                  </a:cubicBezTo>
                  <a:cubicBezTo>
                    <a:pt x="457" y="582"/>
                    <a:pt x="457" y="582"/>
                    <a:pt x="457" y="582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7" y="581"/>
                    <a:pt x="457" y="581"/>
                    <a:pt x="457" y="581"/>
                  </a:cubicBezTo>
                  <a:cubicBezTo>
                    <a:pt x="458" y="583"/>
                    <a:pt x="458" y="583"/>
                    <a:pt x="458" y="583"/>
                  </a:cubicBezTo>
                  <a:cubicBezTo>
                    <a:pt x="459" y="583"/>
                    <a:pt x="459" y="583"/>
                    <a:pt x="459" y="583"/>
                  </a:cubicBezTo>
                  <a:cubicBezTo>
                    <a:pt x="460" y="584"/>
                    <a:pt x="460" y="584"/>
                    <a:pt x="460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4"/>
                    <a:pt x="461" y="584"/>
                    <a:pt x="461" y="584"/>
                  </a:cubicBezTo>
                  <a:cubicBezTo>
                    <a:pt x="461" y="588"/>
                    <a:pt x="461" y="588"/>
                    <a:pt x="461" y="588"/>
                  </a:cubicBezTo>
                  <a:cubicBezTo>
                    <a:pt x="463" y="585"/>
                    <a:pt x="463" y="585"/>
                    <a:pt x="463" y="585"/>
                  </a:cubicBezTo>
                  <a:cubicBezTo>
                    <a:pt x="464" y="585"/>
                    <a:pt x="464" y="585"/>
                    <a:pt x="464" y="585"/>
                  </a:cubicBezTo>
                  <a:cubicBezTo>
                    <a:pt x="464" y="583"/>
                    <a:pt x="464" y="583"/>
                    <a:pt x="464" y="583"/>
                  </a:cubicBezTo>
                  <a:cubicBezTo>
                    <a:pt x="462" y="582"/>
                    <a:pt x="462" y="582"/>
                    <a:pt x="462" y="582"/>
                  </a:cubicBezTo>
                  <a:cubicBezTo>
                    <a:pt x="460" y="581"/>
                    <a:pt x="460" y="581"/>
                    <a:pt x="460" y="581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59" y="580"/>
                    <a:pt x="459" y="580"/>
                    <a:pt x="459" y="580"/>
                  </a:cubicBezTo>
                  <a:cubicBezTo>
                    <a:pt x="461" y="579"/>
                    <a:pt x="461" y="579"/>
                    <a:pt x="461" y="579"/>
                  </a:cubicBezTo>
                  <a:cubicBezTo>
                    <a:pt x="463" y="578"/>
                    <a:pt x="463" y="578"/>
                    <a:pt x="463" y="578"/>
                  </a:cubicBezTo>
                  <a:cubicBezTo>
                    <a:pt x="461" y="577"/>
                    <a:pt x="461" y="577"/>
                    <a:pt x="461" y="577"/>
                  </a:cubicBezTo>
                  <a:cubicBezTo>
                    <a:pt x="460" y="576"/>
                    <a:pt x="460" y="576"/>
                    <a:pt x="460" y="576"/>
                  </a:cubicBezTo>
                  <a:cubicBezTo>
                    <a:pt x="459" y="576"/>
                    <a:pt x="459" y="576"/>
                    <a:pt x="459" y="576"/>
                  </a:cubicBezTo>
                  <a:cubicBezTo>
                    <a:pt x="461" y="575"/>
                    <a:pt x="461" y="575"/>
                    <a:pt x="461" y="575"/>
                  </a:cubicBezTo>
                  <a:cubicBezTo>
                    <a:pt x="463" y="574"/>
                    <a:pt x="463" y="574"/>
                    <a:pt x="463" y="574"/>
                  </a:cubicBezTo>
                  <a:cubicBezTo>
                    <a:pt x="467" y="573"/>
                    <a:pt x="467" y="573"/>
                    <a:pt x="467" y="573"/>
                  </a:cubicBezTo>
                  <a:cubicBezTo>
                    <a:pt x="469" y="573"/>
                    <a:pt x="469" y="573"/>
                    <a:pt x="469" y="573"/>
                  </a:cubicBezTo>
                  <a:cubicBezTo>
                    <a:pt x="470" y="573"/>
                    <a:pt x="470" y="573"/>
                    <a:pt x="470" y="573"/>
                  </a:cubicBezTo>
                  <a:cubicBezTo>
                    <a:pt x="471" y="573"/>
                    <a:pt x="471" y="573"/>
                    <a:pt x="471" y="573"/>
                  </a:cubicBezTo>
                  <a:cubicBezTo>
                    <a:pt x="472" y="572"/>
                    <a:pt x="472" y="572"/>
                    <a:pt x="472" y="572"/>
                  </a:cubicBezTo>
                  <a:cubicBezTo>
                    <a:pt x="472" y="571"/>
                    <a:pt x="472" y="571"/>
                    <a:pt x="472" y="571"/>
                  </a:cubicBezTo>
                  <a:cubicBezTo>
                    <a:pt x="472" y="573"/>
                    <a:pt x="472" y="573"/>
                    <a:pt x="472" y="573"/>
                  </a:cubicBezTo>
                  <a:cubicBezTo>
                    <a:pt x="474" y="574"/>
                    <a:pt x="474" y="574"/>
                    <a:pt x="474" y="574"/>
                  </a:cubicBezTo>
                  <a:cubicBezTo>
                    <a:pt x="475" y="574"/>
                    <a:pt x="475" y="574"/>
                    <a:pt x="475" y="574"/>
                  </a:cubicBezTo>
                  <a:cubicBezTo>
                    <a:pt x="477" y="574"/>
                    <a:pt x="477" y="574"/>
                    <a:pt x="477" y="574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9" y="574"/>
                    <a:pt x="479" y="574"/>
                    <a:pt x="479" y="574"/>
                  </a:cubicBezTo>
                  <a:cubicBezTo>
                    <a:pt x="481" y="574"/>
                    <a:pt x="481" y="574"/>
                    <a:pt x="481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2" y="574"/>
                    <a:pt x="482" y="574"/>
                    <a:pt x="482" y="574"/>
                  </a:cubicBezTo>
                  <a:cubicBezTo>
                    <a:pt x="485" y="574"/>
                    <a:pt x="485" y="574"/>
                    <a:pt x="485" y="574"/>
                  </a:cubicBezTo>
                  <a:cubicBezTo>
                    <a:pt x="486" y="574"/>
                    <a:pt x="486" y="574"/>
                    <a:pt x="486" y="574"/>
                  </a:cubicBezTo>
                  <a:cubicBezTo>
                    <a:pt x="488" y="575"/>
                    <a:pt x="488" y="575"/>
                    <a:pt x="488" y="575"/>
                  </a:cubicBezTo>
                  <a:cubicBezTo>
                    <a:pt x="491" y="577"/>
                    <a:pt x="491" y="577"/>
                    <a:pt x="491" y="577"/>
                  </a:cubicBezTo>
                  <a:cubicBezTo>
                    <a:pt x="491" y="578"/>
                    <a:pt x="491" y="578"/>
                    <a:pt x="491" y="578"/>
                  </a:cubicBezTo>
                  <a:cubicBezTo>
                    <a:pt x="491" y="579"/>
                    <a:pt x="491" y="579"/>
                    <a:pt x="491" y="579"/>
                  </a:cubicBezTo>
                  <a:cubicBezTo>
                    <a:pt x="492" y="580"/>
                    <a:pt x="492" y="580"/>
                    <a:pt x="492" y="580"/>
                  </a:cubicBezTo>
                  <a:cubicBezTo>
                    <a:pt x="496" y="579"/>
                    <a:pt x="496" y="579"/>
                    <a:pt x="496" y="579"/>
                  </a:cubicBezTo>
                  <a:cubicBezTo>
                    <a:pt x="497" y="577"/>
                    <a:pt x="497" y="577"/>
                    <a:pt x="497" y="577"/>
                  </a:cubicBezTo>
                  <a:cubicBezTo>
                    <a:pt x="498" y="578"/>
                    <a:pt x="498" y="578"/>
                    <a:pt x="498" y="578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7"/>
                    <a:pt x="499" y="577"/>
                    <a:pt x="499" y="577"/>
                  </a:cubicBezTo>
                  <a:cubicBezTo>
                    <a:pt x="499" y="576"/>
                    <a:pt x="499" y="576"/>
                    <a:pt x="499" y="576"/>
                  </a:cubicBezTo>
                  <a:cubicBezTo>
                    <a:pt x="500" y="576"/>
                    <a:pt x="500" y="576"/>
                    <a:pt x="500" y="576"/>
                  </a:cubicBezTo>
                  <a:cubicBezTo>
                    <a:pt x="501" y="577"/>
                    <a:pt x="501" y="577"/>
                    <a:pt x="501" y="577"/>
                  </a:cubicBezTo>
                  <a:cubicBezTo>
                    <a:pt x="503" y="577"/>
                    <a:pt x="503" y="577"/>
                    <a:pt x="503" y="577"/>
                  </a:cubicBezTo>
                  <a:cubicBezTo>
                    <a:pt x="503" y="579"/>
                    <a:pt x="503" y="579"/>
                    <a:pt x="503" y="579"/>
                  </a:cubicBezTo>
                  <a:cubicBezTo>
                    <a:pt x="504" y="580"/>
                    <a:pt x="504" y="580"/>
                    <a:pt x="504" y="580"/>
                  </a:cubicBezTo>
                  <a:cubicBezTo>
                    <a:pt x="505" y="580"/>
                    <a:pt x="505" y="580"/>
                    <a:pt x="505" y="580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3"/>
                    <a:pt x="507" y="583"/>
                    <a:pt x="507" y="583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9" y="585"/>
                    <a:pt x="509" y="585"/>
                    <a:pt x="509" y="585"/>
                  </a:cubicBezTo>
                  <a:cubicBezTo>
                    <a:pt x="509" y="586"/>
                    <a:pt x="509" y="586"/>
                    <a:pt x="509" y="586"/>
                  </a:cubicBezTo>
                  <a:cubicBezTo>
                    <a:pt x="509" y="587"/>
                    <a:pt x="509" y="587"/>
                    <a:pt x="509" y="587"/>
                  </a:cubicBezTo>
                  <a:cubicBezTo>
                    <a:pt x="508" y="591"/>
                    <a:pt x="508" y="591"/>
                    <a:pt x="508" y="591"/>
                  </a:cubicBezTo>
                  <a:cubicBezTo>
                    <a:pt x="507" y="593"/>
                    <a:pt x="507" y="593"/>
                    <a:pt x="507" y="593"/>
                  </a:cubicBezTo>
                  <a:cubicBezTo>
                    <a:pt x="507" y="595"/>
                    <a:pt x="507" y="595"/>
                    <a:pt x="507" y="595"/>
                  </a:cubicBezTo>
                  <a:cubicBezTo>
                    <a:pt x="508" y="597"/>
                    <a:pt x="508" y="597"/>
                    <a:pt x="508" y="597"/>
                  </a:cubicBezTo>
                  <a:cubicBezTo>
                    <a:pt x="509" y="596"/>
                    <a:pt x="509" y="596"/>
                    <a:pt x="509" y="596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4"/>
                    <a:pt x="510" y="594"/>
                    <a:pt x="510" y="594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08" y="598"/>
                    <a:pt x="508" y="598"/>
                    <a:pt x="508" y="598"/>
                  </a:cubicBezTo>
                  <a:cubicBezTo>
                    <a:pt x="509" y="599"/>
                    <a:pt x="509" y="599"/>
                    <a:pt x="509" y="599"/>
                  </a:cubicBezTo>
                  <a:cubicBezTo>
                    <a:pt x="509" y="600"/>
                    <a:pt x="509" y="600"/>
                    <a:pt x="509" y="600"/>
                  </a:cubicBezTo>
                  <a:cubicBezTo>
                    <a:pt x="510" y="601"/>
                    <a:pt x="510" y="601"/>
                    <a:pt x="510" y="601"/>
                  </a:cubicBezTo>
                  <a:cubicBezTo>
                    <a:pt x="510" y="603"/>
                    <a:pt x="510" y="603"/>
                    <a:pt x="510" y="603"/>
                  </a:cubicBezTo>
                  <a:cubicBezTo>
                    <a:pt x="511" y="602"/>
                    <a:pt x="511" y="602"/>
                    <a:pt x="511" y="602"/>
                  </a:cubicBezTo>
                  <a:cubicBezTo>
                    <a:pt x="511" y="604"/>
                    <a:pt x="511" y="604"/>
                    <a:pt x="511" y="604"/>
                  </a:cubicBezTo>
                  <a:cubicBezTo>
                    <a:pt x="512" y="603"/>
                    <a:pt x="512" y="603"/>
                    <a:pt x="512" y="603"/>
                  </a:cubicBezTo>
                  <a:cubicBezTo>
                    <a:pt x="512" y="604"/>
                    <a:pt x="512" y="604"/>
                    <a:pt x="512" y="604"/>
                  </a:cubicBezTo>
                  <a:cubicBezTo>
                    <a:pt x="512" y="605"/>
                    <a:pt x="512" y="605"/>
                    <a:pt x="512" y="605"/>
                  </a:cubicBezTo>
                  <a:cubicBezTo>
                    <a:pt x="512" y="606"/>
                    <a:pt x="512" y="606"/>
                    <a:pt x="512" y="606"/>
                  </a:cubicBezTo>
                  <a:cubicBezTo>
                    <a:pt x="514" y="607"/>
                    <a:pt x="514" y="607"/>
                    <a:pt x="514" y="607"/>
                  </a:cubicBezTo>
                  <a:cubicBezTo>
                    <a:pt x="514" y="608"/>
                    <a:pt x="514" y="608"/>
                    <a:pt x="514" y="608"/>
                  </a:cubicBezTo>
                  <a:cubicBezTo>
                    <a:pt x="514" y="611"/>
                    <a:pt x="514" y="611"/>
                    <a:pt x="514" y="611"/>
                  </a:cubicBezTo>
                  <a:cubicBezTo>
                    <a:pt x="515" y="611"/>
                    <a:pt x="515" y="611"/>
                    <a:pt x="515" y="611"/>
                  </a:cubicBezTo>
                  <a:cubicBezTo>
                    <a:pt x="516" y="611"/>
                    <a:pt x="516" y="611"/>
                    <a:pt x="516" y="611"/>
                  </a:cubicBezTo>
                  <a:cubicBezTo>
                    <a:pt x="516" y="612"/>
                    <a:pt x="516" y="612"/>
                    <a:pt x="516" y="612"/>
                  </a:cubicBezTo>
                  <a:cubicBezTo>
                    <a:pt x="516" y="613"/>
                    <a:pt x="516" y="613"/>
                    <a:pt x="516" y="613"/>
                  </a:cubicBezTo>
                  <a:cubicBezTo>
                    <a:pt x="517" y="614"/>
                    <a:pt x="517" y="614"/>
                    <a:pt x="517" y="614"/>
                  </a:cubicBezTo>
                  <a:cubicBezTo>
                    <a:pt x="516" y="615"/>
                    <a:pt x="516" y="615"/>
                    <a:pt x="516" y="615"/>
                  </a:cubicBezTo>
                  <a:cubicBezTo>
                    <a:pt x="519" y="616"/>
                    <a:pt x="519" y="616"/>
                    <a:pt x="519" y="616"/>
                  </a:cubicBezTo>
                  <a:cubicBezTo>
                    <a:pt x="519" y="617"/>
                    <a:pt x="519" y="617"/>
                    <a:pt x="519" y="617"/>
                  </a:cubicBezTo>
                  <a:cubicBezTo>
                    <a:pt x="521" y="617"/>
                    <a:pt x="521" y="617"/>
                    <a:pt x="521" y="617"/>
                  </a:cubicBezTo>
                  <a:cubicBezTo>
                    <a:pt x="524" y="616"/>
                    <a:pt x="524" y="616"/>
                    <a:pt x="524" y="616"/>
                  </a:cubicBezTo>
                  <a:cubicBezTo>
                    <a:pt x="524" y="614"/>
                    <a:pt x="524" y="614"/>
                    <a:pt x="524" y="614"/>
                  </a:cubicBezTo>
                  <a:cubicBezTo>
                    <a:pt x="525" y="613"/>
                    <a:pt x="525" y="613"/>
                    <a:pt x="525" y="613"/>
                  </a:cubicBezTo>
                  <a:cubicBezTo>
                    <a:pt x="526" y="611"/>
                    <a:pt x="526" y="611"/>
                    <a:pt x="526" y="611"/>
                  </a:cubicBezTo>
                  <a:cubicBezTo>
                    <a:pt x="527" y="608"/>
                    <a:pt x="527" y="608"/>
                    <a:pt x="527" y="608"/>
                  </a:cubicBezTo>
                  <a:cubicBezTo>
                    <a:pt x="527" y="607"/>
                    <a:pt x="527" y="607"/>
                    <a:pt x="527" y="607"/>
                  </a:cubicBezTo>
                  <a:cubicBezTo>
                    <a:pt x="528" y="607"/>
                    <a:pt x="528" y="607"/>
                    <a:pt x="528" y="607"/>
                  </a:cubicBezTo>
                  <a:cubicBezTo>
                    <a:pt x="528" y="604"/>
                    <a:pt x="528" y="604"/>
                    <a:pt x="528" y="604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0"/>
                    <a:pt x="528" y="600"/>
                    <a:pt x="528" y="600"/>
                  </a:cubicBezTo>
                  <a:cubicBezTo>
                    <a:pt x="526" y="599"/>
                    <a:pt x="526" y="599"/>
                    <a:pt x="526" y="599"/>
                  </a:cubicBezTo>
                  <a:cubicBezTo>
                    <a:pt x="526" y="595"/>
                    <a:pt x="526" y="595"/>
                    <a:pt x="526" y="595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6" y="590"/>
                    <a:pt x="526" y="590"/>
                    <a:pt x="526" y="590"/>
                  </a:cubicBezTo>
                  <a:cubicBezTo>
                    <a:pt x="525" y="589"/>
                    <a:pt x="525" y="589"/>
                    <a:pt x="525" y="589"/>
                  </a:cubicBezTo>
                  <a:cubicBezTo>
                    <a:pt x="524" y="587"/>
                    <a:pt x="524" y="587"/>
                    <a:pt x="524" y="587"/>
                  </a:cubicBezTo>
                  <a:cubicBezTo>
                    <a:pt x="524" y="584"/>
                    <a:pt x="524" y="584"/>
                    <a:pt x="524" y="584"/>
                  </a:cubicBezTo>
                  <a:cubicBezTo>
                    <a:pt x="523" y="583"/>
                    <a:pt x="523" y="583"/>
                    <a:pt x="523" y="583"/>
                  </a:cubicBezTo>
                  <a:cubicBezTo>
                    <a:pt x="523" y="579"/>
                    <a:pt x="523" y="579"/>
                    <a:pt x="523" y="579"/>
                  </a:cubicBezTo>
                  <a:cubicBezTo>
                    <a:pt x="522" y="577"/>
                    <a:pt x="522" y="577"/>
                    <a:pt x="522" y="577"/>
                  </a:cubicBezTo>
                  <a:cubicBezTo>
                    <a:pt x="522" y="574"/>
                    <a:pt x="522" y="574"/>
                    <a:pt x="522" y="574"/>
                  </a:cubicBezTo>
                  <a:cubicBezTo>
                    <a:pt x="522" y="572"/>
                    <a:pt x="522" y="572"/>
                    <a:pt x="522" y="572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2" y="566"/>
                    <a:pt x="522" y="566"/>
                    <a:pt x="522" y="566"/>
                  </a:cubicBezTo>
                  <a:cubicBezTo>
                    <a:pt x="523" y="564"/>
                    <a:pt x="523" y="564"/>
                    <a:pt x="523" y="564"/>
                  </a:cubicBezTo>
                  <a:cubicBezTo>
                    <a:pt x="525" y="562"/>
                    <a:pt x="525" y="562"/>
                    <a:pt x="525" y="562"/>
                  </a:cubicBezTo>
                  <a:cubicBezTo>
                    <a:pt x="526" y="562"/>
                    <a:pt x="526" y="562"/>
                    <a:pt x="526" y="562"/>
                  </a:cubicBezTo>
                  <a:cubicBezTo>
                    <a:pt x="526" y="561"/>
                    <a:pt x="526" y="561"/>
                    <a:pt x="526" y="561"/>
                  </a:cubicBezTo>
                  <a:cubicBezTo>
                    <a:pt x="527" y="561"/>
                    <a:pt x="527" y="561"/>
                    <a:pt x="527" y="561"/>
                  </a:cubicBezTo>
                  <a:cubicBezTo>
                    <a:pt x="528" y="559"/>
                    <a:pt x="528" y="559"/>
                    <a:pt x="528" y="559"/>
                  </a:cubicBezTo>
                  <a:cubicBezTo>
                    <a:pt x="529" y="557"/>
                    <a:pt x="529" y="557"/>
                    <a:pt x="529" y="557"/>
                  </a:cubicBezTo>
                  <a:cubicBezTo>
                    <a:pt x="530" y="557"/>
                    <a:pt x="530" y="557"/>
                    <a:pt x="530" y="557"/>
                  </a:cubicBezTo>
                  <a:cubicBezTo>
                    <a:pt x="530" y="556"/>
                    <a:pt x="530" y="556"/>
                    <a:pt x="530" y="556"/>
                  </a:cubicBezTo>
                  <a:cubicBezTo>
                    <a:pt x="532" y="557"/>
                    <a:pt x="532" y="557"/>
                    <a:pt x="532" y="557"/>
                  </a:cubicBezTo>
                  <a:cubicBezTo>
                    <a:pt x="532" y="556"/>
                    <a:pt x="532" y="556"/>
                    <a:pt x="532" y="556"/>
                  </a:cubicBezTo>
                  <a:cubicBezTo>
                    <a:pt x="534" y="555"/>
                    <a:pt x="534" y="555"/>
                    <a:pt x="534" y="555"/>
                  </a:cubicBezTo>
                  <a:cubicBezTo>
                    <a:pt x="535" y="554"/>
                    <a:pt x="535" y="554"/>
                    <a:pt x="535" y="554"/>
                  </a:cubicBezTo>
                  <a:cubicBezTo>
                    <a:pt x="537" y="555"/>
                    <a:pt x="537" y="555"/>
                    <a:pt x="537" y="555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7" y="554"/>
                    <a:pt x="537" y="554"/>
                    <a:pt x="537" y="554"/>
                  </a:cubicBezTo>
                  <a:cubicBezTo>
                    <a:pt x="538" y="554"/>
                    <a:pt x="538" y="554"/>
                    <a:pt x="538" y="554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0" y="552"/>
                    <a:pt x="540" y="552"/>
                    <a:pt x="540" y="552"/>
                  </a:cubicBezTo>
                  <a:cubicBezTo>
                    <a:pt x="541" y="552"/>
                    <a:pt x="541" y="552"/>
                    <a:pt x="541" y="552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2" y="550"/>
                    <a:pt x="542" y="550"/>
                    <a:pt x="542" y="550"/>
                  </a:cubicBezTo>
                  <a:cubicBezTo>
                    <a:pt x="545" y="546"/>
                    <a:pt x="545" y="546"/>
                    <a:pt x="545" y="546"/>
                  </a:cubicBezTo>
                  <a:cubicBezTo>
                    <a:pt x="546" y="545"/>
                    <a:pt x="546" y="545"/>
                    <a:pt x="546" y="545"/>
                  </a:cubicBezTo>
                  <a:cubicBezTo>
                    <a:pt x="548" y="545"/>
                    <a:pt x="548" y="545"/>
                    <a:pt x="548" y="545"/>
                  </a:cubicBezTo>
                  <a:cubicBezTo>
                    <a:pt x="549" y="545"/>
                    <a:pt x="549" y="545"/>
                    <a:pt x="549" y="545"/>
                  </a:cubicBezTo>
                  <a:cubicBezTo>
                    <a:pt x="550" y="545"/>
                    <a:pt x="550" y="545"/>
                    <a:pt x="550" y="545"/>
                  </a:cubicBezTo>
                  <a:cubicBezTo>
                    <a:pt x="551" y="543"/>
                    <a:pt x="551" y="543"/>
                    <a:pt x="551" y="543"/>
                  </a:cubicBezTo>
                  <a:cubicBezTo>
                    <a:pt x="555" y="540"/>
                    <a:pt x="555" y="540"/>
                    <a:pt x="555" y="540"/>
                  </a:cubicBezTo>
                  <a:cubicBezTo>
                    <a:pt x="558" y="538"/>
                    <a:pt x="558" y="538"/>
                    <a:pt x="558" y="538"/>
                  </a:cubicBezTo>
                  <a:cubicBezTo>
                    <a:pt x="560" y="538"/>
                    <a:pt x="560" y="538"/>
                    <a:pt x="560" y="538"/>
                  </a:cubicBezTo>
                  <a:cubicBezTo>
                    <a:pt x="560" y="537"/>
                    <a:pt x="560" y="537"/>
                    <a:pt x="560" y="537"/>
                  </a:cubicBezTo>
                  <a:cubicBezTo>
                    <a:pt x="561" y="537"/>
                    <a:pt x="561" y="537"/>
                    <a:pt x="561" y="537"/>
                  </a:cubicBezTo>
                  <a:cubicBezTo>
                    <a:pt x="561" y="538"/>
                    <a:pt x="561" y="538"/>
                    <a:pt x="561" y="538"/>
                  </a:cubicBezTo>
                  <a:cubicBezTo>
                    <a:pt x="563" y="538"/>
                    <a:pt x="563" y="538"/>
                    <a:pt x="563" y="538"/>
                  </a:cubicBezTo>
                  <a:cubicBezTo>
                    <a:pt x="565" y="535"/>
                    <a:pt x="565" y="535"/>
                    <a:pt x="565" y="535"/>
                  </a:cubicBezTo>
                  <a:cubicBezTo>
                    <a:pt x="564" y="535"/>
                    <a:pt x="564" y="535"/>
                    <a:pt x="564" y="535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4"/>
                    <a:pt x="563" y="534"/>
                    <a:pt x="563" y="534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2" y="532"/>
                    <a:pt x="562" y="532"/>
                    <a:pt x="562" y="532"/>
                  </a:cubicBezTo>
                  <a:cubicBezTo>
                    <a:pt x="563" y="532"/>
                    <a:pt x="563" y="532"/>
                    <a:pt x="563" y="532"/>
                  </a:cubicBezTo>
                  <a:cubicBezTo>
                    <a:pt x="563" y="533"/>
                    <a:pt x="563" y="533"/>
                    <a:pt x="563" y="533"/>
                  </a:cubicBezTo>
                  <a:cubicBezTo>
                    <a:pt x="564" y="532"/>
                    <a:pt x="564" y="532"/>
                    <a:pt x="564" y="532"/>
                  </a:cubicBezTo>
                  <a:cubicBezTo>
                    <a:pt x="565" y="533"/>
                    <a:pt x="565" y="533"/>
                    <a:pt x="565" y="533"/>
                  </a:cubicBezTo>
                  <a:cubicBezTo>
                    <a:pt x="566" y="532"/>
                    <a:pt x="566" y="532"/>
                    <a:pt x="566" y="532"/>
                  </a:cubicBezTo>
                  <a:cubicBezTo>
                    <a:pt x="567" y="531"/>
                    <a:pt x="567" y="531"/>
                    <a:pt x="567" y="531"/>
                  </a:cubicBezTo>
                  <a:cubicBezTo>
                    <a:pt x="568" y="530"/>
                    <a:pt x="568" y="530"/>
                    <a:pt x="568" y="530"/>
                  </a:cubicBezTo>
                  <a:cubicBezTo>
                    <a:pt x="569" y="530"/>
                    <a:pt x="569" y="530"/>
                    <a:pt x="569" y="530"/>
                  </a:cubicBezTo>
                  <a:cubicBezTo>
                    <a:pt x="569" y="528"/>
                    <a:pt x="569" y="528"/>
                    <a:pt x="569" y="528"/>
                  </a:cubicBezTo>
                  <a:cubicBezTo>
                    <a:pt x="569" y="526"/>
                    <a:pt x="569" y="526"/>
                    <a:pt x="569" y="526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7" y="528"/>
                    <a:pt x="567" y="528"/>
                    <a:pt x="567" y="528"/>
                  </a:cubicBezTo>
                  <a:cubicBezTo>
                    <a:pt x="567" y="526"/>
                    <a:pt x="567" y="526"/>
                    <a:pt x="567" y="526"/>
                  </a:cubicBezTo>
                  <a:cubicBezTo>
                    <a:pt x="566" y="526"/>
                    <a:pt x="566" y="526"/>
                    <a:pt x="566" y="526"/>
                  </a:cubicBezTo>
                  <a:cubicBezTo>
                    <a:pt x="564" y="526"/>
                    <a:pt x="564" y="526"/>
                    <a:pt x="564" y="526"/>
                  </a:cubicBezTo>
                  <a:cubicBezTo>
                    <a:pt x="565" y="526"/>
                    <a:pt x="565" y="526"/>
                    <a:pt x="565" y="526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7" y="525"/>
                    <a:pt x="567" y="525"/>
                    <a:pt x="567" y="525"/>
                  </a:cubicBezTo>
                  <a:cubicBezTo>
                    <a:pt x="568" y="525"/>
                    <a:pt x="568" y="525"/>
                    <a:pt x="568" y="525"/>
                  </a:cubicBezTo>
                  <a:cubicBezTo>
                    <a:pt x="569" y="524"/>
                    <a:pt x="569" y="524"/>
                    <a:pt x="569" y="524"/>
                  </a:cubicBezTo>
                  <a:cubicBezTo>
                    <a:pt x="568" y="522"/>
                    <a:pt x="568" y="522"/>
                    <a:pt x="568" y="522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8"/>
                    <a:pt x="569" y="518"/>
                    <a:pt x="569" y="518"/>
                  </a:cubicBezTo>
                  <a:cubicBezTo>
                    <a:pt x="568" y="517"/>
                    <a:pt x="568" y="517"/>
                    <a:pt x="568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6" y="517"/>
                    <a:pt x="566" y="517"/>
                    <a:pt x="566" y="517"/>
                  </a:cubicBezTo>
                  <a:cubicBezTo>
                    <a:pt x="568" y="516"/>
                    <a:pt x="568" y="516"/>
                    <a:pt x="568" y="516"/>
                  </a:cubicBezTo>
                  <a:cubicBezTo>
                    <a:pt x="567" y="515"/>
                    <a:pt x="567" y="515"/>
                    <a:pt x="567" y="515"/>
                  </a:cubicBezTo>
                  <a:cubicBezTo>
                    <a:pt x="567" y="514"/>
                    <a:pt x="567" y="514"/>
                    <a:pt x="567" y="514"/>
                  </a:cubicBezTo>
                  <a:cubicBezTo>
                    <a:pt x="568" y="513"/>
                    <a:pt x="568" y="513"/>
                    <a:pt x="568" y="513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7" y="512"/>
                    <a:pt x="567" y="512"/>
                    <a:pt x="567" y="512"/>
                  </a:cubicBezTo>
                  <a:cubicBezTo>
                    <a:pt x="568" y="510"/>
                    <a:pt x="568" y="510"/>
                    <a:pt x="568" y="510"/>
                  </a:cubicBezTo>
                  <a:cubicBezTo>
                    <a:pt x="567" y="508"/>
                    <a:pt x="567" y="508"/>
                    <a:pt x="567" y="508"/>
                  </a:cubicBezTo>
                  <a:cubicBezTo>
                    <a:pt x="566" y="507"/>
                    <a:pt x="566" y="507"/>
                    <a:pt x="566" y="507"/>
                  </a:cubicBezTo>
                  <a:cubicBezTo>
                    <a:pt x="567" y="507"/>
                    <a:pt x="567" y="507"/>
                    <a:pt x="567" y="507"/>
                  </a:cubicBezTo>
                  <a:cubicBezTo>
                    <a:pt x="567" y="504"/>
                    <a:pt x="567" y="504"/>
                    <a:pt x="567" y="504"/>
                  </a:cubicBezTo>
                  <a:cubicBezTo>
                    <a:pt x="567" y="505"/>
                    <a:pt x="567" y="505"/>
                    <a:pt x="567" y="505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69" y="507"/>
                    <a:pt x="569" y="507"/>
                    <a:pt x="569" y="507"/>
                  </a:cubicBezTo>
                  <a:cubicBezTo>
                    <a:pt x="570" y="508"/>
                    <a:pt x="570" y="508"/>
                    <a:pt x="570" y="508"/>
                  </a:cubicBezTo>
                  <a:cubicBezTo>
                    <a:pt x="570" y="509"/>
                    <a:pt x="570" y="509"/>
                    <a:pt x="570" y="509"/>
                  </a:cubicBezTo>
                  <a:cubicBezTo>
                    <a:pt x="570" y="510"/>
                    <a:pt x="570" y="510"/>
                    <a:pt x="570" y="510"/>
                  </a:cubicBezTo>
                  <a:cubicBezTo>
                    <a:pt x="570" y="511"/>
                    <a:pt x="570" y="511"/>
                    <a:pt x="570" y="511"/>
                  </a:cubicBezTo>
                  <a:cubicBezTo>
                    <a:pt x="569" y="512"/>
                    <a:pt x="569" y="512"/>
                    <a:pt x="569" y="512"/>
                  </a:cubicBezTo>
                  <a:cubicBezTo>
                    <a:pt x="569" y="514"/>
                    <a:pt x="569" y="514"/>
                    <a:pt x="569" y="514"/>
                  </a:cubicBezTo>
                  <a:cubicBezTo>
                    <a:pt x="569" y="517"/>
                    <a:pt x="569" y="517"/>
                    <a:pt x="569" y="517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571" y="515"/>
                    <a:pt x="571" y="515"/>
                    <a:pt x="571" y="515"/>
                  </a:cubicBezTo>
                  <a:cubicBezTo>
                    <a:pt x="571" y="513"/>
                    <a:pt x="571" y="513"/>
                    <a:pt x="571" y="513"/>
                  </a:cubicBezTo>
                  <a:cubicBezTo>
                    <a:pt x="571" y="514"/>
                    <a:pt x="571" y="514"/>
                    <a:pt x="571" y="514"/>
                  </a:cubicBezTo>
                  <a:cubicBezTo>
                    <a:pt x="573" y="513"/>
                    <a:pt x="573" y="513"/>
                    <a:pt x="573" y="513"/>
                  </a:cubicBezTo>
                  <a:cubicBezTo>
                    <a:pt x="573" y="512"/>
                    <a:pt x="573" y="512"/>
                    <a:pt x="573" y="512"/>
                  </a:cubicBezTo>
                  <a:cubicBezTo>
                    <a:pt x="574" y="510"/>
                    <a:pt x="574" y="510"/>
                    <a:pt x="574" y="510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5" y="508"/>
                    <a:pt x="575" y="508"/>
                    <a:pt x="575" y="508"/>
                  </a:cubicBezTo>
                  <a:cubicBezTo>
                    <a:pt x="576" y="507"/>
                    <a:pt x="576" y="507"/>
                    <a:pt x="576" y="507"/>
                  </a:cubicBezTo>
                  <a:cubicBezTo>
                    <a:pt x="578" y="504"/>
                    <a:pt x="578" y="504"/>
                    <a:pt x="578" y="504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8" y="501"/>
                    <a:pt x="578" y="501"/>
                    <a:pt x="578" y="501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79" y="500"/>
                    <a:pt x="579" y="500"/>
                    <a:pt x="579" y="500"/>
                  </a:cubicBezTo>
                  <a:cubicBezTo>
                    <a:pt x="581" y="498"/>
                    <a:pt x="581" y="498"/>
                    <a:pt x="581" y="498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3" y="497"/>
                    <a:pt x="583" y="497"/>
                    <a:pt x="583" y="497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4" y="494"/>
                    <a:pt x="584" y="494"/>
                    <a:pt x="584" y="494"/>
                  </a:cubicBezTo>
                  <a:cubicBezTo>
                    <a:pt x="585" y="493"/>
                    <a:pt x="585" y="493"/>
                    <a:pt x="585" y="493"/>
                  </a:cubicBezTo>
                  <a:cubicBezTo>
                    <a:pt x="586" y="493"/>
                    <a:pt x="586" y="493"/>
                    <a:pt x="586" y="493"/>
                  </a:cubicBezTo>
                  <a:cubicBezTo>
                    <a:pt x="586" y="492"/>
                    <a:pt x="586" y="492"/>
                    <a:pt x="586" y="492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90"/>
                    <a:pt x="587" y="490"/>
                    <a:pt x="587" y="490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7" y="488"/>
                    <a:pt x="587" y="488"/>
                    <a:pt x="587" y="488"/>
                  </a:cubicBezTo>
                  <a:cubicBezTo>
                    <a:pt x="588" y="487"/>
                    <a:pt x="588" y="487"/>
                    <a:pt x="588" y="487"/>
                  </a:cubicBezTo>
                  <a:cubicBezTo>
                    <a:pt x="588" y="486"/>
                    <a:pt x="588" y="486"/>
                    <a:pt x="588" y="486"/>
                  </a:cubicBezTo>
                  <a:cubicBezTo>
                    <a:pt x="588" y="485"/>
                    <a:pt x="588" y="485"/>
                    <a:pt x="588" y="485"/>
                  </a:cubicBezTo>
                  <a:cubicBezTo>
                    <a:pt x="590" y="484"/>
                    <a:pt x="590" y="484"/>
                    <a:pt x="590" y="484"/>
                  </a:cubicBezTo>
                  <a:cubicBezTo>
                    <a:pt x="591" y="484"/>
                    <a:pt x="591" y="484"/>
                    <a:pt x="591" y="484"/>
                  </a:cubicBezTo>
                  <a:cubicBezTo>
                    <a:pt x="592" y="484"/>
                    <a:pt x="592" y="484"/>
                    <a:pt x="592" y="484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6" y="483"/>
                    <a:pt x="596" y="483"/>
                    <a:pt x="596" y="483"/>
                  </a:cubicBezTo>
                  <a:cubicBezTo>
                    <a:pt x="598" y="483"/>
                    <a:pt x="598" y="483"/>
                    <a:pt x="598" y="483"/>
                  </a:cubicBezTo>
                  <a:cubicBezTo>
                    <a:pt x="600" y="483"/>
                    <a:pt x="600" y="483"/>
                    <a:pt x="600" y="483"/>
                  </a:cubicBezTo>
                  <a:cubicBezTo>
                    <a:pt x="600" y="482"/>
                    <a:pt x="600" y="482"/>
                    <a:pt x="600" y="482"/>
                  </a:cubicBezTo>
                  <a:cubicBezTo>
                    <a:pt x="601" y="482"/>
                    <a:pt x="601" y="482"/>
                    <a:pt x="601" y="482"/>
                  </a:cubicBezTo>
                  <a:cubicBezTo>
                    <a:pt x="603" y="482"/>
                    <a:pt x="603" y="482"/>
                    <a:pt x="603" y="482"/>
                  </a:cubicBezTo>
                  <a:cubicBezTo>
                    <a:pt x="606" y="479"/>
                    <a:pt x="606" y="479"/>
                    <a:pt x="606" y="479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80"/>
                    <a:pt x="602" y="480"/>
                    <a:pt x="602" y="480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2" y="479"/>
                    <a:pt x="602" y="479"/>
                    <a:pt x="602" y="479"/>
                  </a:cubicBezTo>
                  <a:cubicBezTo>
                    <a:pt x="604" y="479"/>
                    <a:pt x="604" y="479"/>
                    <a:pt x="604" y="479"/>
                  </a:cubicBezTo>
                  <a:cubicBezTo>
                    <a:pt x="607" y="478"/>
                    <a:pt x="607" y="478"/>
                    <a:pt x="607" y="478"/>
                  </a:cubicBezTo>
                  <a:cubicBezTo>
                    <a:pt x="609" y="478"/>
                    <a:pt x="609" y="478"/>
                    <a:pt x="609" y="478"/>
                  </a:cubicBezTo>
                  <a:cubicBezTo>
                    <a:pt x="610" y="478"/>
                    <a:pt x="610" y="478"/>
                    <a:pt x="610" y="478"/>
                  </a:cubicBezTo>
                  <a:cubicBezTo>
                    <a:pt x="612" y="476"/>
                    <a:pt x="612" y="476"/>
                    <a:pt x="612" y="476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5"/>
                    <a:pt x="613" y="475"/>
                    <a:pt x="613" y="475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3" y="476"/>
                    <a:pt x="613" y="476"/>
                    <a:pt x="613" y="476"/>
                  </a:cubicBezTo>
                  <a:cubicBezTo>
                    <a:pt x="612" y="477"/>
                    <a:pt x="612" y="477"/>
                    <a:pt x="612" y="477"/>
                  </a:cubicBezTo>
                  <a:cubicBezTo>
                    <a:pt x="611" y="477"/>
                    <a:pt x="611" y="477"/>
                    <a:pt x="611" y="477"/>
                  </a:cubicBezTo>
                  <a:cubicBezTo>
                    <a:pt x="612" y="479"/>
                    <a:pt x="612" y="479"/>
                    <a:pt x="612" y="479"/>
                  </a:cubicBezTo>
                  <a:cubicBezTo>
                    <a:pt x="614" y="479"/>
                    <a:pt x="614" y="479"/>
                    <a:pt x="614" y="479"/>
                  </a:cubicBezTo>
                  <a:cubicBezTo>
                    <a:pt x="614" y="478"/>
                    <a:pt x="614" y="478"/>
                    <a:pt x="614" y="478"/>
                  </a:cubicBezTo>
                  <a:cubicBezTo>
                    <a:pt x="617" y="478"/>
                    <a:pt x="617" y="478"/>
                    <a:pt x="617" y="478"/>
                  </a:cubicBezTo>
                  <a:cubicBezTo>
                    <a:pt x="615" y="477"/>
                    <a:pt x="615" y="477"/>
                    <a:pt x="615" y="477"/>
                  </a:cubicBezTo>
                  <a:cubicBezTo>
                    <a:pt x="618" y="475"/>
                    <a:pt x="618" y="475"/>
                    <a:pt x="618" y="475"/>
                  </a:cubicBezTo>
                  <a:cubicBezTo>
                    <a:pt x="620" y="473"/>
                    <a:pt x="620" y="473"/>
                    <a:pt x="620" y="473"/>
                  </a:cubicBezTo>
                  <a:cubicBezTo>
                    <a:pt x="619" y="470"/>
                    <a:pt x="619" y="470"/>
                    <a:pt x="619" y="470"/>
                  </a:cubicBezTo>
                  <a:cubicBezTo>
                    <a:pt x="617" y="470"/>
                    <a:pt x="617" y="470"/>
                    <a:pt x="617" y="470"/>
                  </a:cubicBezTo>
                  <a:cubicBezTo>
                    <a:pt x="617" y="472"/>
                    <a:pt x="617" y="472"/>
                    <a:pt x="617" y="472"/>
                  </a:cubicBezTo>
                  <a:cubicBezTo>
                    <a:pt x="617" y="473"/>
                    <a:pt x="617" y="473"/>
                    <a:pt x="617" y="473"/>
                  </a:cubicBezTo>
                  <a:cubicBezTo>
                    <a:pt x="615" y="473"/>
                    <a:pt x="615" y="473"/>
                    <a:pt x="615" y="473"/>
                  </a:cubicBezTo>
                  <a:cubicBezTo>
                    <a:pt x="615" y="472"/>
                    <a:pt x="615" y="472"/>
                    <a:pt x="615" y="472"/>
                  </a:cubicBezTo>
                  <a:cubicBezTo>
                    <a:pt x="614" y="470"/>
                    <a:pt x="614" y="470"/>
                    <a:pt x="614" y="470"/>
                  </a:cubicBezTo>
                  <a:cubicBezTo>
                    <a:pt x="613" y="469"/>
                    <a:pt x="613" y="469"/>
                    <a:pt x="613" y="469"/>
                  </a:cubicBezTo>
                  <a:cubicBezTo>
                    <a:pt x="615" y="466"/>
                    <a:pt x="615" y="466"/>
                    <a:pt x="615" y="466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4" y="464"/>
                    <a:pt x="614" y="464"/>
                    <a:pt x="614" y="464"/>
                  </a:cubicBezTo>
                  <a:cubicBezTo>
                    <a:pt x="615" y="464"/>
                    <a:pt x="615" y="464"/>
                    <a:pt x="615" y="464"/>
                  </a:cubicBezTo>
                  <a:cubicBezTo>
                    <a:pt x="615" y="463"/>
                    <a:pt x="615" y="463"/>
                    <a:pt x="615" y="463"/>
                  </a:cubicBezTo>
                  <a:cubicBezTo>
                    <a:pt x="616" y="462"/>
                    <a:pt x="616" y="462"/>
                    <a:pt x="616" y="462"/>
                  </a:cubicBezTo>
                  <a:cubicBezTo>
                    <a:pt x="617" y="459"/>
                    <a:pt x="617" y="459"/>
                    <a:pt x="617" y="459"/>
                  </a:cubicBezTo>
                  <a:cubicBezTo>
                    <a:pt x="620" y="457"/>
                    <a:pt x="620" y="457"/>
                    <a:pt x="620" y="457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1" y="455"/>
                    <a:pt x="621" y="455"/>
                    <a:pt x="621" y="455"/>
                  </a:cubicBezTo>
                  <a:cubicBezTo>
                    <a:pt x="622" y="455"/>
                    <a:pt x="622" y="455"/>
                    <a:pt x="622" y="455"/>
                  </a:cubicBezTo>
                  <a:cubicBezTo>
                    <a:pt x="623" y="455"/>
                    <a:pt x="623" y="455"/>
                    <a:pt x="623" y="455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4" y="454"/>
                    <a:pt x="624" y="454"/>
                    <a:pt x="624" y="454"/>
                  </a:cubicBezTo>
                  <a:cubicBezTo>
                    <a:pt x="626" y="454"/>
                    <a:pt x="626" y="454"/>
                    <a:pt x="626" y="454"/>
                  </a:cubicBezTo>
                  <a:cubicBezTo>
                    <a:pt x="627" y="453"/>
                    <a:pt x="627" y="453"/>
                    <a:pt x="627" y="453"/>
                  </a:cubicBezTo>
                  <a:cubicBezTo>
                    <a:pt x="627" y="454"/>
                    <a:pt x="627" y="454"/>
                    <a:pt x="627" y="454"/>
                  </a:cubicBezTo>
                  <a:cubicBezTo>
                    <a:pt x="628" y="453"/>
                    <a:pt x="628" y="453"/>
                    <a:pt x="628" y="453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0" y="450"/>
                    <a:pt x="630" y="450"/>
                    <a:pt x="630" y="450"/>
                  </a:cubicBezTo>
                  <a:cubicBezTo>
                    <a:pt x="631" y="451"/>
                    <a:pt x="631" y="451"/>
                    <a:pt x="631" y="451"/>
                  </a:cubicBezTo>
                  <a:cubicBezTo>
                    <a:pt x="633" y="451"/>
                    <a:pt x="633" y="451"/>
                    <a:pt x="633" y="451"/>
                  </a:cubicBezTo>
                  <a:cubicBezTo>
                    <a:pt x="634" y="449"/>
                    <a:pt x="634" y="449"/>
                    <a:pt x="634" y="449"/>
                  </a:cubicBezTo>
                  <a:cubicBezTo>
                    <a:pt x="635" y="449"/>
                    <a:pt x="635" y="449"/>
                    <a:pt x="635" y="449"/>
                  </a:cubicBezTo>
                  <a:cubicBezTo>
                    <a:pt x="635" y="451"/>
                    <a:pt x="635" y="451"/>
                    <a:pt x="635" y="451"/>
                  </a:cubicBezTo>
                  <a:cubicBezTo>
                    <a:pt x="637" y="451"/>
                    <a:pt x="637" y="451"/>
                    <a:pt x="637" y="451"/>
                  </a:cubicBezTo>
                  <a:cubicBezTo>
                    <a:pt x="638" y="449"/>
                    <a:pt x="638" y="449"/>
                    <a:pt x="638" y="449"/>
                  </a:cubicBezTo>
                  <a:cubicBezTo>
                    <a:pt x="639" y="450"/>
                    <a:pt x="639" y="450"/>
                    <a:pt x="639" y="450"/>
                  </a:cubicBezTo>
                  <a:cubicBezTo>
                    <a:pt x="640" y="449"/>
                    <a:pt x="640" y="449"/>
                    <a:pt x="640" y="449"/>
                  </a:cubicBezTo>
                  <a:cubicBezTo>
                    <a:pt x="642" y="448"/>
                    <a:pt x="642" y="448"/>
                    <a:pt x="642" y="448"/>
                  </a:cubicBezTo>
                  <a:cubicBezTo>
                    <a:pt x="643" y="449"/>
                    <a:pt x="643" y="449"/>
                    <a:pt x="643" y="449"/>
                  </a:cubicBezTo>
                  <a:cubicBezTo>
                    <a:pt x="644" y="448"/>
                    <a:pt x="644" y="448"/>
                    <a:pt x="644" y="448"/>
                  </a:cubicBezTo>
                  <a:cubicBezTo>
                    <a:pt x="645" y="448"/>
                    <a:pt x="645" y="448"/>
                    <a:pt x="645" y="448"/>
                  </a:cubicBezTo>
                  <a:cubicBezTo>
                    <a:pt x="646" y="448"/>
                    <a:pt x="646" y="448"/>
                    <a:pt x="646" y="448"/>
                  </a:cubicBezTo>
                  <a:cubicBezTo>
                    <a:pt x="648" y="446"/>
                    <a:pt x="648" y="446"/>
                    <a:pt x="648" y="446"/>
                  </a:cubicBezTo>
                  <a:cubicBezTo>
                    <a:pt x="646" y="445"/>
                    <a:pt x="646" y="445"/>
                    <a:pt x="646" y="445"/>
                  </a:cubicBezTo>
                  <a:cubicBezTo>
                    <a:pt x="645" y="446"/>
                    <a:pt x="645" y="446"/>
                    <a:pt x="645" y="446"/>
                  </a:cubicBezTo>
                  <a:cubicBezTo>
                    <a:pt x="645" y="445"/>
                    <a:pt x="645" y="445"/>
                    <a:pt x="645" y="445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7" y="444"/>
                    <a:pt x="647" y="444"/>
                    <a:pt x="647" y="444"/>
                  </a:cubicBezTo>
                  <a:cubicBezTo>
                    <a:pt x="648" y="444"/>
                    <a:pt x="648" y="444"/>
                    <a:pt x="648" y="444"/>
                  </a:cubicBezTo>
                  <a:cubicBezTo>
                    <a:pt x="649" y="444"/>
                    <a:pt x="649" y="444"/>
                    <a:pt x="649" y="444"/>
                  </a:cubicBezTo>
                  <a:cubicBezTo>
                    <a:pt x="651" y="444"/>
                    <a:pt x="651" y="444"/>
                    <a:pt x="651" y="444"/>
                  </a:cubicBezTo>
                  <a:cubicBezTo>
                    <a:pt x="651" y="443"/>
                    <a:pt x="651" y="443"/>
                    <a:pt x="651" y="443"/>
                  </a:cubicBezTo>
                  <a:cubicBezTo>
                    <a:pt x="652" y="444"/>
                    <a:pt x="652" y="444"/>
                    <a:pt x="652" y="444"/>
                  </a:cubicBezTo>
                  <a:cubicBezTo>
                    <a:pt x="656" y="443"/>
                    <a:pt x="656" y="443"/>
                    <a:pt x="656" y="443"/>
                  </a:cubicBezTo>
                  <a:cubicBezTo>
                    <a:pt x="657" y="442"/>
                    <a:pt x="657" y="442"/>
                    <a:pt x="657" y="442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8" y="442"/>
                    <a:pt x="658" y="442"/>
                    <a:pt x="658" y="442"/>
                  </a:cubicBezTo>
                  <a:cubicBezTo>
                    <a:pt x="659" y="442"/>
                    <a:pt x="659" y="442"/>
                    <a:pt x="659" y="442"/>
                  </a:cubicBezTo>
                  <a:cubicBezTo>
                    <a:pt x="657" y="444"/>
                    <a:pt x="657" y="444"/>
                    <a:pt x="657" y="444"/>
                  </a:cubicBezTo>
                  <a:cubicBezTo>
                    <a:pt x="654" y="445"/>
                    <a:pt x="654" y="445"/>
                    <a:pt x="654" y="445"/>
                  </a:cubicBezTo>
                  <a:cubicBezTo>
                    <a:pt x="651" y="446"/>
                    <a:pt x="651" y="446"/>
                    <a:pt x="651" y="446"/>
                  </a:cubicBezTo>
                  <a:cubicBezTo>
                    <a:pt x="651" y="448"/>
                    <a:pt x="651" y="448"/>
                    <a:pt x="651" y="448"/>
                  </a:cubicBezTo>
                  <a:cubicBezTo>
                    <a:pt x="649" y="449"/>
                    <a:pt x="649" y="449"/>
                    <a:pt x="649" y="449"/>
                  </a:cubicBezTo>
                  <a:cubicBezTo>
                    <a:pt x="648" y="451"/>
                    <a:pt x="648" y="451"/>
                    <a:pt x="648" y="451"/>
                  </a:cubicBezTo>
                  <a:cubicBezTo>
                    <a:pt x="648" y="453"/>
                    <a:pt x="648" y="453"/>
                    <a:pt x="648" y="453"/>
                  </a:cubicBezTo>
                  <a:cubicBezTo>
                    <a:pt x="648" y="455"/>
                    <a:pt x="648" y="455"/>
                    <a:pt x="648" y="455"/>
                  </a:cubicBezTo>
                  <a:cubicBezTo>
                    <a:pt x="648" y="457"/>
                    <a:pt x="648" y="457"/>
                    <a:pt x="648" y="457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6"/>
                    <a:pt x="650" y="456"/>
                    <a:pt x="650" y="456"/>
                  </a:cubicBezTo>
                  <a:cubicBezTo>
                    <a:pt x="650" y="458"/>
                    <a:pt x="650" y="458"/>
                    <a:pt x="650" y="458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2" y="459"/>
                    <a:pt x="652" y="459"/>
                    <a:pt x="652" y="459"/>
                  </a:cubicBezTo>
                  <a:cubicBezTo>
                    <a:pt x="653" y="460"/>
                    <a:pt x="653" y="460"/>
                    <a:pt x="653" y="460"/>
                  </a:cubicBezTo>
                  <a:cubicBezTo>
                    <a:pt x="655" y="458"/>
                    <a:pt x="655" y="458"/>
                    <a:pt x="655" y="458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5" y="457"/>
                    <a:pt x="655" y="457"/>
                    <a:pt x="655" y="457"/>
                  </a:cubicBezTo>
                  <a:cubicBezTo>
                    <a:pt x="656" y="457"/>
                    <a:pt x="656" y="457"/>
                    <a:pt x="656" y="457"/>
                  </a:cubicBezTo>
                  <a:cubicBezTo>
                    <a:pt x="657" y="456"/>
                    <a:pt x="657" y="456"/>
                    <a:pt x="657" y="456"/>
                  </a:cubicBezTo>
                  <a:cubicBezTo>
                    <a:pt x="659" y="456"/>
                    <a:pt x="659" y="456"/>
                    <a:pt x="659" y="456"/>
                  </a:cubicBezTo>
                  <a:cubicBezTo>
                    <a:pt x="661" y="453"/>
                    <a:pt x="661" y="453"/>
                    <a:pt x="661" y="453"/>
                  </a:cubicBezTo>
                  <a:cubicBezTo>
                    <a:pt x="664" y="451"/>
                    <a:pt x="664" y="451"/>
                    <a:pt x="664" y="451"/>
                  </a:cubicBezTo>
                  <a:cubicBezTo>
                    <a:pt x="663" y="450"/>
                    <a:pt x="663" y="450"/>
                    <a:pt x="663" y="450"/>
                  </a:cubicBezTo>
                  <a:cubicBezTo>
                    <a:pt x="664" y="449"/>
                    <a:pt x="664" y="449"/>
                    <a:pt x="664" y="449"/>
                  </a:cubicBezTo>
                  <a:cubicBezTo>
                    <a:pt x="665" y="449"/>
                    <a:pt x="665" y="449"/>
                    <a:pt x="665" y="449"/>
                  </a:cubicBezTo>
                  <a:cubicBezTo>
                    <a:pt x="665" y="448"/>
                    <a:pt x="665" y="448"/>
                    <a:pt x="665" y="448"/>
                  </a:cubicBezTo>
                  <a:cubicBezTo>
                    <a:pt x="666" y="450"/>
                    <a:pt x="666" y="450"/>
                    <a:pt x="666" y="450"/>
                  </a:cubicBezTo>
                  <a:cubicBezTo>
                    <a:pt x="669" y="450"/>
                    <a:pt x="669" y="450"/>
                    <a:pt x="669" y="450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69" y="449"/>
                    <a:pt x="669" y="449"/>
                    <a:pt x="669" y="449"/>
                  </a:cubicBezTo>
                  <a:cubicBezTo>
                    <a:pt x="672" y="448"/>
                    <a:pt x="672" y="448"/>
                    <a:pt x="672" y="448"/>
                  </a:cubicBezTo>
                  <a:cubicBezTo>
                    <a:pt x="674" y="448"/>
                    <a:pt x="674" y="448"/>
                    <a:pt x="674" y="448"/>
                  </a:cubicBezTo>
                  <a:cubicBezTo>
                    <a:pt x="676" y="447"/>
                    <a:pt x="676" y="447"/>
                    <a:pt x="676" y="447"/>
                  </a:cubicBezTo>
                  <a:cubicBezTo>
                    <a:pt x="678" y="447"/>
                    <a:pt x="678" y="447"/>
                    <a:pt x="678" y="447"/>
                  </a:cubicBezTo>
                  <a:cubicBezTo>
                    <a:pt x="681" y="445"/>
                    <a:pt x="681" y="445"/>
                    <a:pt x="681" y="445"/>
                  </a:cubicBezTo>
                  <a:cubicBezTo>
                    <a:pt x="683" y="444"/>
                    <a:pt x="683" y="444"/>
                    <a:pt x="683" y="444"/>
                  </a:cubicBezTo>
                  <a:cubicBezTo>
                    <a:pt x="685" y="444"/>
                    <a:pt x="685" y="444"/>
                    <a:pt x="685" y="444"/>
                  </a:cubicBezTo>
                  <a:cubicBezTo>
                    <a:pt x="686" y="445"/>
                    <a:pt x="686" y="445"/>
                    <a:pt x="686" y="445"/>
                  </a:cubicBezTo>
                  <a:cubicBezTo>
                    <a:pt x="688" y="444"/>
                    <a:pt x="688" y="444"/>
                    <a:pt x="688" y="444"/>
                  </a:cubicBezTo>
                  <a:cubicBezTo>
                    <a:pt x="686" y="442"/>
                    <a:pt x="686" y="442"/>
                    <a:pt x="686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2"/>
                    <a:pt x="685" y="442"/>
                    <a:pt x="685" y="442"/>
                  </a:cubicBezTo>
                  <a:cubicBezTo>
                    <a:pt x="685" y="441"/>
                    <a:pt x="685" y="441"/>
                    <a:pt x="685" y="441"/>
                  </a:cubicBezTo>
                  <a:cubicBezTo>
                    <a:pt x="686" y="441"/>
                    <a:pt x="686" y="441"/>
                    <a:pt x="686" y="441"/>
                  </a:cubicBezTo>
                  <a:cubicBezTo>
                    <a:pt x="687" y="443"/>
                    <a:pt x="687" y="443"/>
                    <a:pt x="687" y="443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688" y="441"/>
                    <a:pt x="688" y="441"/>
                    <a:pt x="688" y="441"/>
                  </a:cubicBezTo>
                  <a:cubicBezTo>
                    <a:pt x="689" y="441"/>
                    <a:pt x="689" y="441"/>
                    <a:pt x="689" y="441"/>
                  </a:cubicBezTo>
                  <a:cubicBezTo>
                    <a:pt x="690" y="441"/>
                    <a:pt x="690" y="441"/>
                    <a:pt x="690" y="441"/>
                  </a:cubicBezTo>
                  <a:cubicBezTo>
                    <a:pt x="693" y="440"/>
                    <a:pt x="693" y="440"/>
                    <a:pt x="693" y="440"/>
                  </a:cubicBezTo>
                  <a:cubicBezTo>
                    <a:pt x="695" y="439"/>
                    <a:pt x="695" y="439"/>
                    <a:pt x="695" y="439"/>
                  </a:cubicBezTo>
                  <a:cubicBezTo>
                    <a:pt x="696" y="439"/>
                    <a:pt x="696" y="439"/>
                    <a:pt x="696" y="439"/>
                  </a:cubicBezTo>
                  <a:cubicBezTo>
                    <a:pt x="698" y="438"/>
                    <a:pt x="698" y="438"/>
                    <a:pt x="698" y="438"/>
                  </a:cubicBezTo>
                  <a:cubicBezTo>
                    <a:pt x="697" y="437"/>
                    <a:pt x="697" y="437"/>
                    <a:pt x="697" y="437"/>
                  </a:cubicBezTo>
                  <a:cubicBezTo>
                    <a:pt x="697" y="435"/>
                    <a:pt x="697" y="435"/>
                    <a:pt x="697" y="435"/>
                  </a:cubicBezTo>
                  <a:cubicBezTo>
                    <a:pt x="695" y="434"/>
                    <a:pt x="695" y="434"/>
                    <a:pt x="695" y="434"/>
                  </a:cubicBezTo>
                  <a:cubicBezTo>
                    <a:pt x="693" y="435"/>
                    <a:pt x="693" y="435"/>
                    <a:pt x="693" y="435"/>
                  </a:cubicBezTo>
                  <a:cubicBezTo>
                    <a:pt x="693" y="434"/>
                    <a:pt x="693" y="434"/>
                    <a:pt x="693" y="434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2" y="433"/>
                    <a:pt x="692" y="433"/>
                    <a:pt x="692" y="433"/>
                  </a:cubicBezTo>
                  <a:cubicBezTo>
                    <a:pt x="694" y="430"/>
                    <a:pt x="694" y="430"/>
                    <a:pt x="694" y="430"/>
                  </a:cubicBezTo>
                  <a:cubicBezTo>
                    <a:pt x="694" y="429"/>
                    <a:pt x="694" y="429"/>
                    <a:pt x="694" y="429"/>
                  </a:cubicBezTo>
                  <a:cubicBezTo>
                    <a:pt x="693" y="429"/>
                    <a:pt x="693" y="429"/>
                    <a:pt x="693" y="429"/>
                  </a:cubicBezTo>
                  <a:cubicBezTo>
                    <a:pt x="694" y="428"/>
                    <a:pt x="694" y="428"/>
                    <a:pt x="694" y="428"/>
                  </a:cubicBezTo>
                  <a:cubicBezTo>
                    <a:pt x="693" y="427"/>
                    <a:pt x="693" y="427"/>
                    <a:pt x="693" y="427"/>
                  </a:cubicBezTo>
                  <a:cubicBezTo>
                    <a:pt x="691" y="427"/>
                    <a:pt x="691" y="427"/>
                    <a:pt x="691" y="427"/>
                  </a:cubicBezTo>
                  <a:cubicBezTo>
                    <a:pt x="691" y="428"/>
                    <a:pt x="691" y="428"/>
                    <a:pt x="691" y="428"/>
                  </a:cubicBezTo>
                  <a:cubicBezTo>
                    <a:pt x="689" y="430"/>
                    <a:pt x="689" y="430"/>
                    <a:pt x="689" y="430"/>
                  </a:cubicBezTo>
                  <a:cubicBezTo>
                    <a:pt x="688" y="431"/>
                    <a:pt x="688" y="431"/>
                    <a:pt x="688" y="431"/>
                  </a:cubicBezTo>
                  <a:cubicBezTo>
                    <a:pt x="687" y="432"/>
                    <a:pt x="687" y="432"/>
                    <a:pt x="687" y="432"/>
                  </a:cubicBezTo>
                  <a:cubicBezTo>
                    <a:pt x="686" y="434"/>
                    <a:pt x="686" y="434"/>
                    <a:pt x="686" y="434"/>
                  </a:cubicBezTo>
                  <a:cubicBezTo>
                    <a:pt x="684" y="435"/>
                    <a:pt x="684" y="435"/>
                    <a:pt x="684" y="435"/>
                  </a:cubicBezTo>
                  <a:cubicBezTo>
                    <a:pt x="683" y="437"/>
                    <a:pt x="683" y="437"/>
                    <a:pt x="683" y="437"/>
                  </a:cubicBezTo>
                  <a:cubicBezTo>
                    <a:pt x="684" y="438"/>
                    <a:pt x="684" y="438"/>
                    <a:pt x="684" y="438"/>
                  </a:cubicBezTo>
                  <a:cubicBezTo>
                    <a:pt x="684" y="440"/>
                    <a:pt x="684" y="440"/>
                    <a:pt x="684" y="440"/>
                  </a:cubicBezTo>
                  <a:cubicBezTo>
                    <a:pt x="683" y="439"/>
                    <a:pt x="683" y="439"/>
                    <a:pt x="683" y="439"/>
                  </a:cubicBezTo>
                  <a:cubicBezTo>
                    <a:pt x="681" y="439"/>
                    <a:pt x="681" y="439"/>
                    <a:pt x="681" y="439"/>
                  </a:cubicBezTo>
                  <a:cubicBezTo>
                    <a:pt x="681" y="437"/>
                    <a:pt x="681" y="437"/>
                    <a:pt x="681" y="437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8" y="439"/>
                    <a:pt x="678" y="439"/>
                    <a:pt x="678" y="439"/>
                  </a:cubicBezTo>
                  <a:cubicBezTo>
                    <a:pt x="676" y="439"/>
                    <a:pt x="676" y="439"/>
                    <a:pt x="676" y="439"/>
                  </a:cubicBezTo>
                  <a:cubicBezTo>
                    <a:pt x="676" y="438"/>
                    <a:pt x="676" y="438"/>
                    <a:pt x="676" y="438"/>
                  </a:cubicBezTo>
                  <a:cubicBezTo>
                    <a:pt x="673" y="437"/>
                    <a:pt x="673" y="437"/>
                    <a:pt x="673" y="437"/>
                  </a:cubicBezTo>
                  <a:cubicBezTo>
                    <a:pt x="672" y="438"/>
                    <a:pt x="672" y="438"/>
                    <a:pt x="672" y="438"/>
                  </a:cubicBezTo>
                  <a:cubicBezTo>
                    <a:pt x="671" y="437"/>
                    <a:pt x="671" y="437"/>
                    <a:pt x="671" y="437"/>
                  </a:cubicBezTo>
                  <a:cubicBezTo>
                    <a:pt x="669" y="437"/>
                    <a:pt x="669" y="437"/>
                    <a:pt x="669" y="437"/>
                  </a:cubicBezTo>
                  <a:cubicBezTo>
                    <a:pt x="668" y="436"/>
                    <a:pt x="668" y="436"/>
                    <a:pt x="668" y="436"/>
                  </a:cubicBezTo>
                  <a:cubicBezTo>
                    <a:pt x="669" y="436"/>
                    <a:pt x="669" y="436"/>
                    <a:pt x="669" y="436"/>
                  </a:cubicBezTo>
                  <a:cubicBezTo>
                    <a:pt x="670" y="434"/>
                    <a:pt x="670" y="434"/>
                    <a:pt x="670" y="434"/>
                  </a:cubicBezTo>
                  <a:cubicBezTo>
                    <a:pt x="671" y="435"/>
                    <a:pt x="671" y="435"/>
                    <a:pt x="671" y="435"/>
                  </a:cubicBezTo>
                  <a:cubicBezTo>
                    <a:pt x="674" y="435"/>
                    <a:pt x="674" y="435"/>
                    <a:pt x="674" y="435"/>
                  </a:cubicBezTo>
                  <a:cubicBezTo>
                    <a:pt x="674" y="436"/>
                    <a:pt x="674" y="436"/>
                    <a:pt x="674" y="436"/>
                  </a:cubicBezTo>
                  <a:cubicBezTo>
                    <a:pt x="676" y="437"/>
                    <a:pt x="676" y="437"/>
                    <a:pt x="676" y="437"/>
                  </a:cubicBezTo>
                  <a:cubicBezTo>
                    <a:pt x="678" y="437"/>
                    <a:pt x="678" y="437"/>
                    <a:pt x="678" y="437"/>
                  </a:cubicBezTo>
                  <a:cubicBezTo>
                    <a:pt x="679" y="435"/>
                    <a:pt x="679" y="435"/>
                    <a:pt x="679" y="435"/>
                  </a:cubicBezTo>
                  <a:cubicBezTo>
                    <a:pt x="678" y="434"/>
                    <a:pt x="678" y="434"/>
                    <a:pt x="678" y="434"/>
                  </a:cubicBezTo>
                  <a:cubicBezTo>
                    <a:pt x="679" y="433"/>
                    <a:pt x="679" y="433"/>
                    <a:pt x="679" y="433"/>
                  </a:cubicBezTo>
                  <a:cubicBezTo>
                    <a:pt x="680" y="433"/>
                    <a:pt x="680" y="433"/>
                    <a:pt x="680" y="433"/>
                  </a:cubicBezTo>
                  <a:cubicBezTo>
                    <a:pt x="682" y="431"/>
                    <a:pt x="682" y="431"/>
                    <a:pt x="682" y="431"/>
                  </a:cubicBezTo>
                  <a:cubicBezTo>
                    <a:pt x="678" y="431"/>
                    <a:pt x="678" y="431"/>
                    <a:pt x="678" y="431"/>
                  </a:cubicBezTo>
                  <a:cubicBezTo>
                    <a:pt x="677" y="431"/>
                    <a:pt x="677" y="431"/>
                    <a:pt x="677" y="431"/>
                  </a:cubicBezTo>
                  <a:cubicBezTo>
                    <a:pt x="676" y="432"/>
                    <a:pt x="676" y="432"/>
                    <a:pt x="676" y="432"/>
                  </a:cubicBezTo>
                  <a:cubicBezTo>
                    <a:pt x="675" y="432"/>
                    <a:pt x="675" y="432"/>
                    <a:pt x="675" y="432"/>
                  </a:cubicBezTo>
                  <a:cubicBezTo>
                    <a:pt x="674" y="431"/>
                    <a:pt x="674" y="431"/>
                    <a:pt x="674" y="431"/>
                  </a:cubicBezTo>
                  <a:cubicBezTo>
                    <a:pt x="673" y="431"/>
                    <a:pt x="673" y="431"/>
                    <a:pt x="673" y="431"/>
                  </a:cubicBezTo>
                  <a:cubicBezTo>
                    <a:pt x="671" y="430"/>
                    <a:pt x="671" y="430"/>
                    <a:pt x="671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30"/>
                    <a:pt x="669" y="430"/>
                    <a:pt x="669" y="430"/>
                  </a:cubicBezTo>
                  <a:cubicBezTo>
                    <a:pt x="669" y="429"/>
                    <a:pt x="669" y="429"/>
                    <a:pt x="669" y="429"/>
                  </a:cubicBezTo>
                  <a:cubicBezTo>
                    <a:pt x="668" y="428"/>
                    <a:pt x="668" y="428"/>
                    <a:pt x="668" y="428"/>
                  </a:cubicBezTo>
                  <a:cubicBezTo>
                    <a:pt x="670" y="427"/>
                    <a:pt x="670" y="427"/>
                    <a:pt x="670" y="427"/>
                  </a:cubicBezTo>
                  <a:cubicBezTo>
                    <a:pt x="669" y="425"/>
                    <a:pt x="669" y="425"/>
                    <a:pt x="669" y="425"/>
                  </a:cubicBezTo>
                  <a:cubicBezTo>
                    <a:pt x="665" y="427"/>
                    <a:pt x="665" y="427"/>
                    <a:pt x="665" y="427"/>
                  </a:cubicBezTo>
                  <a:cubicBezTo>
                    <a:pt x="665" y="429"/>
                    <a:pt x="665" y="429"/>
                    <a:pt x="665" y="429"/>
                  </a:cubicBezTo>
                  <a:cubicBezTo>
                    <a:pt x="665" y="430"/>
                    <a:pt x="665" y="430"/>
                    <a:pt x="665" y="430"/>
                  </a:cubicBezTo>
                  <a:cubicBezTo>
                    <a:pt x="666" y="430"/>
                    <a:pt x="666" y="430"/>
                    <a:pt x="666" y="430"/>
                  </a:cubicBezTo>
                  <a:cubicBezTo>
                    <a:pt x="667" y="430"/>
                    <a:pt x="667" y="430"/>
                    <a:pt x="667" y="430"/>
                  </a:cubicBezTo>
                  <a:cubicBezTo>
                    <a:pt x="667" y="431"/>
                    <a:pt x="667" y="431"/>
                    <a:pt x="667" y="431"/>
                  </a:cubicBezTo>
                  <a:cubicBezTo>
                    <a:pt x="668" y="432"/>
                    <a:pt x="668" y="432"/>
                    <a:pt x="668" y="432"/>
                  </a:cubicBezTo>
                  <a:cubicBezTo>
                    <a:pt x="668" y="433"/>
                    <a:pt x="668" y="433"/>
                    <a:pt x="668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3"/>
                    <a:pt x="669" y="433"/>
                    <a:pt x="669" y="433"/>
                  </a:cubicBezTo>
                  <a:cubicBezTo>
                    <a:pt x="669" y="434"/>
                    <a:pt x="669" y="434"/>
                    <a:pt x="669" y="434"/>
                  </a:cubicBezTo>
                  <a:cubicBezTo>
                    <a:pt x="667" y="434"/>
                    <a:pt x="667" y="434"/>
                    <a:pt x="667" y="434"/>
                  </a:cubicBezTo>
                  <a:cubicBezTo>
                    <a:pt x="666" y="433"/>
                    <a:pt x="666" y="433"/>
                    <a:pt x="666" y="433"/>
                  </a:cubicBezTo>
                  <a:cubicBezTo>
                    <a:pt x="665" y="433"/>
                    <a:pt x="665" y="433"/>
                    <a:pt x="665" y="433"/>
                  </a:cubicBezTo>
                  <a:cubicBezTo>
                    <a:pt x="664" y="432"/>
                    <a:pt x="664" y="432"/>
                    <a:pt x="664" y="432"/>
                  </a:cubicBezTo>
                  <a:cubicBezTo>
                    <a:pt x="664" y="431"/>
                    <a:pt x="664" y="431"/>
                    <a:pt x="664" y="431"/>
                  </a:cubicBezTo>
                  <a:cubicBezTo>
                    <a:pt x="663" y="430"/>
                    <a:pt x="663" y="430"/>
                    <a:pt x="663" y="430"/>
                  </a:cubicBezTo>
                  <a:cubicBezTo>
                    <a:pt x="664" y="428"/>
                    <a:pt x="664" y="428"/>
                    <a:pt x="664" y="428"/>
                  </a:cubicBezTo>
                  <a:cubicBezTo>
                    <a:pt x="663" y="427"/>
                    <a:pt x="663" y="427"/>
                    <a:pt x="663" y="427"/>
                  </a:cubicBezTo>
                  <a:cubicBezTo>
                    <a:pt x="663" y="426"/>
                    <a:pt x="663" y="426"/>
                    <a:pt x="663" y="426"/>
                  </a:cubicBezTo>
                  <a:cubicBezTo>
                    <a:pt x="663" y="425"/>
                    <a:pt x="663" y="425"/>
                    <a:pt x="663" y="425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4" y="421"/>
                    <a:pt x="664" y="421"/>
                    <a:pt x="664" y="421"/>
                  </a:cubicBezTo>
                  <a:cubicBezTo>
                    <a:pt x="666" y="420"/>
                    <a:pt x="666" y="420"/>
                    <a:pt x="666" y="420"/>
                  </a:cubicBezTo>
                  <a:cubicBezTo>
                    <a:pt x="665" y="418"/>
                    <a:pt x="665" y="418"/>
                    <a:pt x="665" y="418"/>
                  </a:cubicBezTo>
                  <a:cubicBezTo>
                    <a:pt x="664" y="418"/>
                    <a:pt x="664" y="418"/>
                    <a:pt x="664" y="418"/>
                  </a:cubicBezTo>
                  <a:cubicBezTo>
                    <a:pt x="664" y="417"/>
                    <a:pt x="664" y="417"/>
                    <a:pt x="664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0" y="418"/>
                    <a:pt x="660" y="418"/>
                    <a:pt x="660" y="418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9" y="419"/>
                    <a:pt x="659" y="419"/>
                    <a:pt x="659" y="419"/>
                  </a:cubicBezTo>
                  <a:cubicBezTo>
                    <a:pt x="658" y="417"/>
                    <a:pt x="658" y="417"/>
                    <a:pt x="658" y="417"/>
                  </a:cubicBezTo>
                  <a:cubicBezTo>
                    <a:pt x="656" y="416"/>
                    <a:pt x="656" y="416"/>
                    <a:pt x="656" y="416"/>
                  </a:cubicBezTo>
                  <a:cubicBezTo>
                    <a:pt x="657" y="416"/>
                    <a:pt x="657" y="416"/>
                    <a:pt x="657" y="416"/>
                  </a:cubicBezTo>
                  <a:cubicBezTo>
                    <a:pt x="658" y="416"/>
                    <a:pt x="658" y="416"/>
                    <a:pt x="658" y="416"/>
                  </a:cubicBezTo>
                  <a:cubicBezTo>
                    <a:pt x="660" y="417"/>
                    <a:pt x="660" y="417"/>
                    <a:pt x="660" y="417"/>
                  </a:cubicBezTo>
                  <a:cubicBezTo>
                    <a:pt x="662" y="417"/>
                    <a:pt x="662" y="417"/>
                    <a:pt x="662" y="417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65" y="416"/>
                    <a:pt x="665" y="416"/>
                    <a:pt x="665" y="416"/>
                  </a:cubicBezTo>
                  <a:cubicBezTo>
                    <a:pt x="666" y="414"/>
                    <a:pt x="666" y="414"/>
                    <a:pt x="666" y="414"/>
                  </a:cubicBezTo>
                  <a:cubicBezTo>
                    <a:pt x="668" y="414"/>
                    <a:pt x="668" y="414"/>
                    <a:pt x="668" y="414"/>
                  </a:cubicBezTo>
                  <a:cubicBezTo>
                    <a:pt x="670" y="411"/>
                    <a:pt x="670" y="411"/>
                    <a:pt x="670" y="411"/>
                  </a:cubicBezTo>
                  <a:cubicBezTo>
                    <a:pt x="669" y="411"/>
                    <a:pt x="669" y="411"/>
                    <a:pt x="669" y="411"/>
                  </a:cubicBezTo>
                  <a:cubicBezTo>
                    <a:pt x="670" y="410"/>
                    <a:pt x="670" y="410"/>
                    <a:pt x="670" y="410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9"/>
                    <a:pt x="669" y="409"/>
                    <a:pt x="669" y="409"/>
                  </a:cubicBezTo>
                  <a:cubicBezTo>
                    <a:pt x="669" y="407"/>
                    <a:pt x="669" y="407"/>
                    <a:pt x="669" y="407"/>
                  </a:cubicBezTo>
                  <a:cubicBezTo>
                    <a:pt x="665" y="405"/>
                    <a:pt x="665" y="405"/>
                    <a:pt x="665" y="405"/>
                  </a:cubicBezTo>
                  <a:cubicBezTo>
                    <a:pt x="663" y="404"/>
                    <a:pt x="663" y="404"/>
                    <a:pt x="663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7" y="404"/>
                    <a:pt x="657" y="404"/>
                    <a:pt x="657" y="404"/>
                  </a:cubicBezTo>
                  <a:cubicBezTo>
                    <a:pt x="656" y="405"/>
                    <a:pt x="656" y="405"/>
                    <a:pt x="656" y="405"/>
                  </a:cubicBezTo>
                  <a:cubicBezTo>
                    <a:pt x="654" y="405"/>
                    <a:pt x="654" y="405"/>
                    <a:pt x="654" y="405"/>
                  </a:cubicBezTo>
                  <a:cubicBezTo>
                    <a:pt x="650" y="407"/>
                    <a:pt x="650" y="407"/>
                    <a:pt x="650" y="407"/>
                  </a:cubicBezTo>
                  <a:cubicBezTo>
                    <a:pt x="646" y="407"/>
                    <a:pt x="646" y="407"/>
                    <a:pt x="646" y="407"/>
                  </a:cubicBezTo>
                  <a:cubicBezTo>
                    <a:pt x="644" y="408"/>
                    <a:pt x="644" y="408"/>
                    <a:pt x="644" y="408"/>
                  </a:cubicBezTo>
                  <a:cubicBezTo>
                    <a:pt x="642" y="409"/>
                    <a:pt x="642" y="409"/>
                    <a:pt x="642" y="409"/>
                  </a:cubicBezTo>
                  <a:cubicBezTo>
                    <a:pt x="638" y="411"/>
                    <a:pt x="638" y="411"/>
                    <a:pt x="638" y="411"/>
                  </a:cubicBezTo>
                  <a:cubicBezTo>
                    <a:pt x="633" y="414"/>
                    <a:pt x="633" y="414"/>
                    <a:pt x="633" y="414"/>
                  </a:cubicBezTo>
                  <a:cubicBezTo>
                    <a:pt x="629" y="418"/>
                    <a:pt x="629" y="418"/>
                    <a:pt x="629" y="418"/>
                  </a:cubicBezTo>
                  <a:cubicBezTo>
                    <a:pt x="628" y="418"/>
                    <a:pt x="628" y="418"/>
                    <a:pt x="628" y="418"/>
                  </a:cubicBezTo>
                  <a:cubicBezTo>
                    <a:pt x="626" y="420"/>
                    <a:pt x="626" y="420"/>
                    <a:pt x="626" y="420"/>
                  </a:cubicBezTo>
                  <a:cubicBezTo>
                    <a:pt x="625" y="422"/>
                    <a:pt x="625" y="422"/>
                    <a:pt x="625" y="422"/>
                  </a:cubicBezTo>
                  <a:cubicBezTo>
                    <a:pt x="622" y="424"/>
                    <a:pt x="622" y="424"/>
                    <a:pt x="622" y="424"/>
                  </a:cubicBezTo>
                  <a:cubicBezTo>
                    <a:pt x="620" y="425"/>
                    <a:pt x="620" y="425"/>
                    <a:pt x="620" y="425"/>
                  </a:cubicBezTo>
                  <a:cubicBezTo>
                    <a:pt x="624" y="423"/>
                    <a:pt x="624" y="423"/>
                    <a:pt x="624" y="423"/>
                  </a:cubicBezTo>
                  <a:cubicBezTo>
                    <a:pt x="625" y="421"/>
                    <a:pt x="625" y="421"/>
                    <a:pt x="625" y="421"/>
                  </a:cubicBezTo>
                  <a:cubicBezTo>
                    <a:pt x="625" y="419"/>
                    <a:pt x="625" y="419"/>
                    <a:pt x="625" y="419"/>
                  </a:cubicBezTo>
                  <a:cubicBezTo>
                    <a:pt x="627" y="419"/>
                    <a:pt x="627" y="419"/>
                    <a:pt x="627" y="419"/>
                  </a:cubicBezTo>
                  <a:cubicBezTo>
                    <a:pt x="628" y="417"/>
                    <a:pt x="628" y="417"/>
                    <a:pt x="628" y="417"/>
                  </a:cubicBezTo>
                  <a:cubicBezTo>
                    <a:pt x="630" y="416"/>
                    <a:pt x="630" y="416"/>
                    <a:pt x="630" y="416"/>
                  </a:cubicBezTo>
                  <a:cubicBezTo>
                    <a:pt x="631" y="414"/>
                    <a:pt x="631" y="414"/>
                    <a:pt x="631" y="414"/>
                  </a:cubicBezTo>
                  <a:cubicBezTo>
                    <a:pt x="634" y="412"/>
                    <a:pt x="634" y="412"/>
                    <a:pt x="634" y="412"/>
                  </a:cubicBezTo>
                  <a:cubicBezTo>
                    <a:pt x="636" y="410"/>
                    <a:pt x="636" y="410"/>
                    <a:pt x="636" y="410"/>
                  </a:cubicBezTo>
                  <a:cubicBezTo>
                    <a:pt x="637" y="410"/>
                    <a:pt x="637" y="410"/>
                    <a:pt x="637" y="410"/>
                  </a:cubicBezTo>
                  <a:cubicBezTo>
                    <a:pt x="637" y="409"/>
                    <a:pt x="637" y="409"/>
                    <a:pt x="637" y="409"/>
                  </a:cubicBezTo>
                  <a:cubicBezTo>
                    <a:pt x="638" y="408"/>
                    <a:pt x="638" y="408"/>
                    <a:pt x="638" y="408"/>
                  </a:cubicBezTo>
                  <a:cubicBezTo>
                    <a:pt x="640" y="407"/>
                    <a:pt x="640" y="407"/>
                    <a:pt x="640" y="407"/>
                  </a:cubicBezTo>
                  <a:cubicBezTo>
                    <a:pt x="641" y="406"/>
                    <a:pt x="641" y="406"/>
                    <a:pt x="641" y="406"/>
                  </a:cubicBezTo>
                  <a:cubicBezTo>
                    <a:pt x="641" y="405"/>
                    <a:pt x="641" y="405"/>
                    <a:pt x="641" y="405"/>
                  </a:cubicBezTo>
                  <a:cubicBezTo>
                    <a:pt x="642" y="406"/>
                    <a:pt x="642" y="406"/>
                    <a:pt x="642" y="406"/>
                  </a:cubicBezTo>
                  <a:cubicBezTo>
                    <a:pt x="643" y="406"/>
                    <a:pt x="643" y="406"/>
                    <a:pt x="643" y="406"/>
                  </a:cubicBezTo>
                  <a:cubicBezTo>
                    <a:pt x="644" y="404"/>
                    <a:pt x="644" y="404"/>
                    <a:pt x="644" y="404"/>
                  </a:cubicBezTo>
                  <a:cubicBezTo>
                    <a:pt x="647" y="404"/>
                    <a:pt x="647" y="404"/>
                    <a:pt x="647" y="404"/>
                  </a:cubicBezTo>
                  <a:cubicBezTo>
                    <a:pt x="648" y="403"/>
                    <a:pt x="648" y="403"/>
                    <a:pt x="648" y="403"/>
                  </a:cubicBezTo>
                  <a:cubicBezTo>
                    <a:pt x="650" y="403"/>
                    <a:pt x="650" y="403"/>
                    <a:pt x="650" y="403"/>
                  </a:cubicBezTo>
                  <a:cubicBezTo>
                    <a:pt x="652" y="402"/>
                    <a:pt x="652" y="402"/>
                    <a:pt x="652" y="402"/>
                  </a:cubicBezTo>
                  <a:cubicBezTo>
                    <a:pt x="652" y="400"/>
                    <a:pt x="652" y="400"/>
                    <a:pt x="652" y="400"/>
                  </a:cubicBezTo>
                  <a:cubicBezTo>
                    <a:pt x="652" y="399"/>
                    <a:pt x="652" y="399"/>
                    <a:pt x="652" y="399"/>
                  </a:cubicBezTo>
                  <a:cubicBezTo>
                    <a:pt x="653" y="398"/>
                    <a:pt x="653" y="398"/>
                    <a:pt x="653" y="398"/>
                  </a:cubicBezTo>
                  <a:cubicBezTo>
                    <a:pt x="654" y="398"/>
                    <a:pt x="654" y="398"/>
                    <a:pt x="654" y="398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58" y="395"/>
                    <a:pt x="658" y="395"/>
                    <a:pt x="658" y="395"/>
                  </a:cubicBezTo>
                  <a:cubicBezTo>
                    <a:pt x="659" y="394"/>
                    <a:pt x="659" y="394"/>
                    <a:pt x="659" y="394"/>
                  </a:cubicBezTo>
                  <a:cubicBezTo>
                    <a:pt x="658" y="393"/>
                    <a:pt x="658" y="393"/>
                    <a:pt x="658" y="393"/>
                  </a:cubicBezTo>
                  <a:cubicBezTo>
                    <a:pt x="659" y="393"/>
                    <a:pt x="659" y="393"/>
                    <a:pt x="659" y="393"/>
                  </a:cubicBezTo>
                  <a:cubicBezTo>
                    <a:pt x="659" y="392"/>
                    <a:pt x="659" y="392"/>
                    <a:pt x="659" y="392"/>
                  </a:cubicBezTo>
                  <a:cubicBezTo>
                    <a:pt x="660" y="393"/>
                    <a:pt x="660" y="393"/>
                    <a:pt x="660" y="393"/>
                  </a:cubicBezTo>
                  <a:cubicBezTo>
                    <a:pt x="663" y="394"/>
                    <a:pt x="663" y="394"/>
                    <a:pt x="663" y="394"/>
                  </a:cubicBezTo>
                  <a:cubicBezTo>
                    <a:pt x="666" y="394"/>
                    <a:pt x="666" y="394"/>
                    <a:pt x="666" y="394"/>
                  </a:cubicBezTo>
                  <a:cubicBezTo>
                    <a:pt x="668" y="395"/>
                    <a:pt x="668" y="395"/>
                    <a:pt x="668" y="395"/>
                  </a:cubicBezTo>
                  <a:cubicBezTo>
                    <a:pt x="669" y="394"/>
                    <a:pt x="669" y="394"/>
                    <a:pt x="669" y="394"/>
                  </a:cubicBezTo>
                  <a:cubicBezTo>
                    <a:pt x="670" y="395"/>
                    <a:pt x="670" y="395"/>
                    <a:pt x="670" y="395"/>
                  </a:cubicBezTo>
                  <a:cubicBezTo>
                    <a:pt x="671" y="394"/>
                    <a:pt x="671" y="394"/>
                    <a:pt x="671" y="394"/>
                  </a:cubicBezTo>
                  <a:cubicBezTo>
                    <a:pt x="672" y="395"/>
                    <a:pt x="672" y="395"/>
                    <a:pt x="672" y="395"/>
                  </a:cubicBezTo>
                  <a:cubicBezTo>
                    <a:pt x="674" y="395"/>
                    <a:pt x="674" y="395"/>
                    <a:pt x="674" y="395"/>
                  </a:cubicBezTo>
                  <a:cubicBezTo>
                    <a:pt x="675" y="394"/>
                    <a:pt x="675" y="394"/>
                    <a:pt x="675" y="394"/>
                  </a:cubicBezTo>
                  <a:cubicBezTo>
                    <a:pt x="677" y="395"/>
                    <a:pt x="677" y="395"/>
                    <a:pt x="677" y="395"/>
                  </a:cubicBezTo>
                  <a:cubicBezTo>
                    <a:pt x="679" y="395"/>
                    <a:pt x="679" y="395"/>
                    <a:pt x="679" y="395"/>
                  </a:cubicBezTo>
                  <a:cubicBezTo>
                    <a:pt x="680" y="394"/>
                    <a:pt x="680" y="394"/>
                    <a:pt x="680" y="394"/>
                  </a:cubicBezTo>
                  <a:cubicBezTo>
                    <a:pt x="681" y="394"/>
                    <a:pt x="681" y="394"/>
                    <a:pt x="681" y="394"/>
                  </a:cubicBezTo>
                  <a:cubicBezTo>
                    <a:pt x="682" y="395"/>
                    <a:pt x="682" y="395"/>
                    <a:pt x="682" y="395"/>
                  </a:cubicBezTo>
                  <a:cubicBezTo>
                    <a:pt x="684" y="396"/>
                    <a:pt x="684" y="396"/>
                    <a:pt x="684" y="396"/>
                  </a:cubicBezTo>
                  <a:cubicBezTo>
                    <a:pt x="684" y="395"/>
                    <a:pt x="684" y="395"/>
                    <a:pt x="684" y="395"/>
                  </a:cubicBezTo>
                  <a:cubicBezTo>
                    <a:pt x="687" y="396"/>
                    <a:pt x="687" y="396"/>
                    <a:pt x="687" y="396"/>
                  </a:cubicBezTo>
                  <a:cubicBezTo>
                    <a:pt x="688" y="396"/>
                    <a:pt x="688" y="396"/>
                    <a:pt x="688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6"/>
                    <a:pt x="689" y="396"/>
                    <a:pt x="689" y="396"/>
                  </a:cubicBezTo>
                  <a:cubicBezTo>
                    <a:pt x="689" y="397"/>
                    <a:pt x="689" y="397"/>
                    <a:pt x="689" y="397"/>
                  </a:cubicBezTo>
                  <a:cubicBezTo>
                    <a:pt x="691" y="397"/>
                    <a:pt x="691" y="397"/>
                    <a:pt x="691" y="397"/>
                  </a:cubicBezTo>
                  <a:cubicBezTo>
                    <a:pt x="695" y="396"/>
                    <a:pt x="695" y="396"/>
                    <a:pt x="695" y="396"/>
                  </a:cubicBezTo>
                  <a:cubicBezTo>
                    <a:pt x="696" y="396"/>
                    <a:pt x="696" y="396"/>
                    <a:pt x="696" y="396"/>
                  </a:cubicBezTo>
                  <a:cubicBezTo>
                    <a:pt x="697" y="396"/>
                    <a:pt x="697" y="396"/>
                    <a:pt x="697" y="396"/>
                  </a:cubicBezTo>
                  <a:cubicBezTo>
                    <a:pt x="698" y="396"/>
                    <a:pt x="698" y="396"/>
                    <a:pt x="698" y="396"/>
                  </a:cubicBezTo>
                  <a:cubicBezTo>
                    <a:pt x="700" y="396"/>
                    <a:pt x="700" y="396"/>
                    <a:pt x="700" y="396"/>
                  </a:cubicBezTo>
                  <a:cubicBezTo>
                    <a:pt x="701" y="397"/>
                    <a:pt x="701" y="397"/>
                    <a:pt x="701" y="397"/>
                  </a:cubicBezTo>
                  <a:cubicBezTo>
                    <a:pt x="703" y="396"/>
                    <a:pt x="703" y="396"/>
                    <a:pt x="703" y="396"/>
                  </a:cubicBezTo>
                  <a:cubicBezTo>
                    <a:pt x="703" y="395"/>
                    <a:pt x="703" y="395"/>
                    <a:pt x="703" y="395"/>
                  </a:cubicBezTo>
                  <a:cubicBezTo>
                    <a:pt x="704" y="395"/>
                    <a:pt x="704" y="395"/>
                    <a:pt x="704" y="395"/>
                  </a:cubicBezTo>
                  <a:cubicBezTo>
                    <a:pt x="705" y="395"/>
                    <a:pt x="705" y="395"/>
                    <a:pt x="705" y="395"/>
                  </a:cubicBezTo>
                  <a:cubicBezTo>
                    <a:pt x="706" y="395"/>
                    <a:pt x="706" y="395"/>
                    <a:pt x="706" y="395"/>
                  </a:cubicBezTo>
                  <a:cubicBezTo>
                    <a:pt x="707" y="393"/>
                    <a:pt x="707" y="393"/>
                    <a:pt x="707" y="393"/>
                  </a:cubicBezTo>
                  <a:cubicBezTo>
                    <a:pt x="708" y="393"/>
                    <a:pt x="708" y="393"/>
                    <a:pt x="708" y="393"/>
                  </a:cubicBezTo>
                  <a:cubicBezTo>
                    <a:pt x="709" y="392"/>
                    <a:pt x="709" y="392"/>
                    <a:pt x="709" y="392"/>
                  </a:cubicBezTo>
                  <a:cubicBezTo>
                    <a:pt x="710" y="392"/>
                    <a:pt x="710" y="392"/>
                    <a:pt x="710" y="392"/>
                  </a:cubicBezTo>
                  <a:cubicBezTo>
                    <a:pt x="711" y="390"/>
                    <a:pt x="711" y="390"/>
                    <a:pt x="711" y="390"/>
                  </a:cubicBezTo>
                  <a:cubicBezTo>
                    <a:pt x="711" y="389"/>
                    <a:pt x="711" y="389"/>
                    <a:pt x="711" y="389"/>
                  </a:cubicBezTo>
                  <a:cubicBezTo>
                    <a:pt x="712" y="389"/>
                    <a:pt x="712" y="389"/>
                    <a:pt x="712" y="389"/>
                  </a:cubicBezTo>
                  <a:cubicBezTo>
                    <a:pt x="713" y="388"/>
                    <a:pt x="713" y="388"/>
                    <a:pt x="713" y="388"/>
                  </a:cubicBezTo>
                  <a:cubicBezTo>
                    <a:pt x="713" y="387"/>
                    <a:pt x="713" y="387"/>
                    <a:pt x="713" y="387"/>
                  </a:cubicBezTo>
                  <a:cubicBezTo>
                    <a:pt x="714" y="387"/>
                    <a:pt x="714" y="387"/>
                    <a:pt x="714" y="387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6" y="386"/>
                    <a:pt x="716" y="386"/>
                    <a:pt x="716" y="386"/>
                  </a:cubicBezTo>
                  <a:cubicBezTo>
                    <a:pt x="718" y="386"/>
                    <a:pt x="718" y="386"/>
                    <a:pt x="718" y="386"/>
                  </a:cubicBezTo>
                  <a:cubicBezTo>
                    <a:pt x="720" y="385"/>
                    <a:pt x="720" y="385"/>
                    <a:pt x="720" y="385"/>
                  </a:cubicBezTo>
                  <a:cubicBezTo>
                    <a:pt x="720" y="386"/>
                    <a:pt x="720" y="386"/>
                    <a:pt x="720" y="386"/>
                  </a:cubicBezTo>
                  <a:cubicBezTo>
                    <a:pt x="721" y="386"/>
                    <a:pt x="721" y="386"/>
                    <a:pt x="721" y="386"/>
                  </a:cubicBezTo>
                  <a:cubicBezTo>
                    <a:pt x="722" y="385"/>
                    <a:pt x="722" y="385"/>
                    <a:pt x="722" y="385"/>
                  </a:cubicBezTo>
                  <a:cubicBezTo>
                    <a:pt x="723" y="386"/>
                    <a:pt x="723" y="386"/>
                    <a:pt x="723" y="386"/>
                  </a:cubicBezTo>
                  <a:cubicBezTo>
                    <a:pt x="725" y="386"/>
                    <a:pt x="725" y="386"/>
                    <a:pt x="725" y="386"/>
                  </a:cubicBezTo>
                  <a:cubicBezTo>
                    <a:pt x="725" y="385"/>
                    <a:pt x="725" y="385"/>
                    <a:pt x="725" y="385"/>
                  </a:cubicBezTo>
                  <a:cubicBezTo>
                    <a:pt x="726" y="385"/>
                    <a:pt x="726" y="385"/>
                    <a:pt x="726" y="385"/>
                  </a:cubicBezTo>
                  <a:cubicBezTo>
                    <a:pt x="727" y="384"/>
                    <a:pt x="727" y="384"/>
                    <a:pt x="727" y="384"/>
                  </a:cubicBezTo>
                  <a:cubicBezTo>
                    <a:pt x="728" y="384"/>
                    <a:pt x="728" y="384"/>
                    <a:pt x="728" y="384"/>
                  </a:cubicBezTo>
                  <a:cubicBezTo>
                    <a:pt x="729" y="383"/>
                    <a:pt x="729" y="383"/>
                    <a:pt x="729" y="383"/>
                  </a:cubicBezTo>
                  <a:cubicBezTo>
                    <a:pt x="731" y="383"/>
                    <a:pt x="731" y="383"/>
                    <a:pt x="731" y="383"/>
                  </a:cubicBezTo>
                  <a:cubicBezTo>
                    <a:pt x="733" y="381"/>
                    <a:pt x="733" y="381"/>
                    <a:pt x="733" y="381"/>
                  </a:cubicBezTo>
                  <a:cubicBezTo>
                    <a:pt x="734" y="380"/>
                    <a:pt x="734" y="380"/>
                    <a:pt x="734" y="380"/>
                  </a:cubicBezTo>
                  <a:cubicBezTo>
                    <a:pt x="735" y="380"/>
                    <a:pt x="735" y="380"/>
                    <a:pt x="735" y="380"/>
                  </a:cubicBezTo>
                  <a:cubicBezTo>
                    <a:pt x="735" y="378"/>
                    <a:pt x="735" y="378"/>
                    <a:pt x="735" y="378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5" y="376"/>
                    <a:pt x="735" y="376"/>
                    <a:pt x="735" y="376"/>
                  </a:cubicBezTo>
                  <a:cubicBezTo>
                    <a:pt x="736" y="376"/>
                    <a:pt x="736" y="376"/>
                    <a:pt x="736" y="376"/>
                  </a:cubicBezTo>
                  <a:cubicBezTo>
                    <a:pt x="734" y="374"/>
                    <a:pt x="734" y="374"/>
                    <a:pt x="734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3" y="374"/>
                    <a:pt x="733" y="374"/>
                    <a:pt x="733" y="374"/>
                  </a:cubicBezTo>
                  <a:cubicBezTo>
                    <a:pt x="734" y="373"/>
                    <a:pt x="734" y="373"/>
                    <a:pt x="734" y="373"/>
                  </a:cubicBezTo>
                  <a:cubicBezTo>
                    <a:pt x="734" y="372"/>
                    <a:pt x="734" y="372"/>
                    <a:pt x="734" y="372"/>
                  </a:cubicBezTo>
                  <a:cubicBezTo>
                    <a:pt x="735" y="372"/>
                    <a:pt x="735" y="372"/>
                    <a:pt x="735" y="372"/>
                  </a:cubicBezTo>
                  <a:cubicBezTo>
                    <a:pt x="736" y="370"/>
                    <a:pt x="736" y="370"/>
                    <a:pt x="736" y="370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4" y="369"/>
                    <a:pt x="734" y="369"/>
                    <a:pt x="734" y="369"/>
                  </a:cubicBezTo>
                  <a:cubicBezTo>
                    <a:pt x="735" y="369"/>
                    <a:pt x="735" y="369"/>
                    <a:pt x="735" y="369"/>
                  </a:cubicBezTo>
                  <a:cubicBezTo>
                    <a:pt x="737" y="368"/>
                    <a:pt x="737" y="368"/>
                    <a:pt x="737" y="368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4" y="365"/>
                    <a:pt x="734" y="365"/>
                    <a:pt x="734" y="365"/>
                  </a:cubicBezTo>
                  <a:cubicBezTo>
                    <a:pt x="737" y="366"/>
                    <a:pt x="737" y="366"/>
                    <a:pt x="737" y="366"/>
                  </a:cubicBezTo>
                  <a:cubicBezTo>
                    <a:pt x="736" y="364"/>
                    <a:pt x="736" y="364"/>
                    <a:pt x="736" y="364"/>
                  </a:cubicBezTo>
                  <a:cubicBezTo>
                    <a:pt x="734" y="363"/>
                    <a:pt x="734" y="363"/>
                    <a:pt x="734" y="363"/>
                  </a:cubicBezTo>
                  <a:cubicBezTo>
                    <a:pt x="732" y="363"/>
                    <a:pt x="732" y="363"/>
                    <a:pt x="732" y="363"/>
                  </a:cubicBezTo>
                  <a:cubicBezTo>
                    <a:pt x="733" y="362"/>
                    <a:pt x="733" y="362"/>
                    <a:pt x="733" y="362"/>
                  </a:cubicBezTo>
                  <a:cubicBezTo>
                    <a:pt x="732" y="361"/>
                    <a:pt x="732" y="361"/>
                    <a:pt x="732" y="361"/>
                  </a:cubicBezTo>
                  <a:cubicBezTo>
                    <a:pt x="730" y="361"/>
                    <a:pt x="730" y="361"/>
                    <a:pt x="730" y="361"/>
                  </a:cubicBezTo>
                  <a:cubicBezTo>
                    <a:pt x="728" y="362"/>
                    <a:pt x="728" y="362"/>
                    <a:pt x="728" y="362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7" y="364"/>
                    <a:pt x="727" y="364"/>
                    <a:pt x="727" y="364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6" y="363"/>
                    <a:pt x="726" y="363"/>
                    <a:pt x="726" y="363"/>
                  </a:cubicBezTo>
                  <a:cubicBezTo>
                    <a:pt x="727" y="363"/>
                    <a:pt x="727" y="363"/>
                    <a:pt x="727" y="363"/>
                  </a:cubicBezTo>
                  <a:cubicBezTo>
                    <a:pt x="729" y="361"/>
                    <a:pt x="729" y="361"/>
                    <a:pt x="729" y="361"/>
                  </a:cubicBezTo>
                  <a:cubicBezTo>
                    <a:pt x="729" y="359"/>
                    <a:pt x="729" y="359"/>
                    <a:pt x="729" y="359"/>
                  </a:cubicBezTo>
                  <a:cubicBezTo>
                    <a:pt x="728" y="356"/>
                    <a:pt x="728" y="356"/>
                    <a:pt x="728" y="356"/>
                  </a:cubicBezTo>
                  <a:cubicBezTo>
                    <a:pt x="725" y="356"/>
                    <a:pt x="725" y="356"/>
                    <a:pt x="725" y="356"/>
                  </a:cubicBezTo>
                  <a:cubicBezTo>
                    <a:pt x="721" y="356"/>
                    <a:pt x="721" y="356"/>
                    <a:pt x="721" y="356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7"/>
                    <a:pt x="720" y="357"/>
                    <a:pt x="720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19" y="357"/>
                    <a:pt x="719" y="357"/>
                    <a:pt x="719" y="357"/>
                  </a:cubicBezTo>
                  <a:cubicBezTo>
                    <a:pt x="720" y="355"/>
                    <a:pt x="720" y="355"/>
                    <a:pt x="720" y="355"/>
                  </a:cubicBezTo>
                  <a:cubicBezTo>
                    <a:pt x="722" y="355"/>
                    <a:pt x="722" y="355"/>
                    <a:pt x="722" y="355"/>
                  </a:cubicBezTo>
                  <a:cubicBezTo>
                    <a:pt x="723" y="355"/>
                    <a:pt x="723" y="355"/>
                    <a:pt x="723" y="355"/>
                  </a:cubicBezTo>
                  <a:cubicBezTo>
                    <a:pt x="726" y="355"/>
                    <a:pt x="726" y="355"/>
                    <a:pt x="726" y="355"/>
                  </a:cubicBezTo>
                  <a:cubicBezTo>
                    <a:pt x="726" y="354"/>
                    <a:pt x="726" y="354"/>
                    <a:pt x="726" y="354"/>
                  </a:cubicBezTo>
                  <a:cubicBezTo>
                    <a:pt x="730" y="354"/>
                    <a:pt x="730" y="354"/>
                    <a:pt x="730" y="354"/>
                  </a:cubicBezTo>
                  <a:cubicBezTo>
                    <a:pt x="727" y="352"/>
                    <a:pt x="727" y="352"/>
                    <a:pt x="727" y="352"/>
                  </a:cubicBezTo>
                  <a:cubicBezTo>
                    <a:pt x="725" y="351"/>
                    <a:pt x="725" y="351"/>
                    <a:pt x="725" y="351"/>
                  </a:cubicBezTo>
                  <a:cubicBezTo>
                    <a:pt x="726" y="349"/>
                    <a:pt x="726" y="349"/>
                    <a:pt x="726" y="349"/>
                  </a:cubicBezTo>
                  <a:cubicBezTo>
                    <a:pt x="724" y="348"/>
                    <a:pt x="724" y="348"/>
                    <a:pt x="724" y="348"/>
                  </a:cubicBezTo>
                  <a:cubicBezTo>
                    <a:pt x="722" y="349"/>
                    <a:pt x="722" y="349"/>
                    <a:pt x="722" y="349"/>
                  </a:cubicBezTo>
                  <a:cubicBezTo>
                    <a:pt x="721" y="350"/>
                    <a:pt x="721" y="350"/>
                    <a:pt x="721" y="350"/>
                  </a:cubicBezTo>
                  <a:cubicBezTo>
                    <a:pt x="720" y="349"/>
                    <a:pt x="720" y="349"/>
                    <a:pt x="720" y="349"/>
                  </a:cubicBezTo>
                  <a:cubicBezTo>
                    <a:pt x="719" y="349"/>
                    <a:pt x="719" y="349"/>
                    <a:pt x="719" y="349"/>
                  </a:cubicBezTo>
                  <a:cubicBezTo>
                    <a:pt x="719" y="346"/>
                    <a:pt x="719" y="346"/>
                    <a:pt x="719" y="346"/>
                  </a:cubicBezTo>
                  <a:cubicBezTo>
                    <a:pt x="720" y="344"/>
                    <a:pt x="720" y="344"/>
                    <a:pt x="720" y="344"/>
                  </a:cubicBezTo>
                  <a:cubicBezTo>
                    <a:pt x="718" y="345"/>
                    <a:pt x="718" y="345"/>
                    <a:pt x="718" y="345"/>
                  </a:cubicBezTo>
                  <a:cubicBezTo>
                    <a:pt x="717" y="345"/>
                    <a:pt x="717" y="345"/>
                    <a:pt x="717" y="345"/>
                  </a:cubicBezTo>
                  <a:cubicBezTo>
                    <a:pt x="716" y="345"/>
                    <a:pt x="716" y="345"/>
                    <a:pt x="716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5"/>
                    <a:pt x="715" y="345"/>
                    <a:pt x="715" y="345"/>
                  </a:cubicBezTo>
                  <a:cubicBezTo>
                    <a:pt x="715" y="343"/>
                    <a:pt x="715" y="343"/>
                    <a:pt x="715" y="343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2" y="344"/>
                    <a:pt x="712" y="344"/>
                    <a:pt x="712" y="344"/>
                  </a:cubicBezTo>
                  <a:cubicBezTo>
                    <a:pt x="711" y="343"/>
                    <a:pt x="711" y="343"/>
                    <a:pt x="711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0" y="343"/>
                    <a:pt x="710" y="343"/>
                    <a:pt x="710" y="343"/>
                  </a:cubicBezTo>
                  <a:cubicBezTo>
                    <a:pt x="712" y="342"/>
                    <a:pt x="712" y="342"/>
                    <a:pt x="712" y="342"/>
                  </a:cubicBezTo>
                  <a:cubicBezTo>
                    <a:pt x="711" y="340"/>
                    <a:pt x="711" y="340"/>
                    <a:pt x="711" y="340"/>
                  </a:cubicBezTo>
                  <a:cubicBezTo>
                    <a:pt x="711" y="339"/>
                    <a:pt x="711" y="339"/>
                    <a:pt x="711" y="339"/>
                  </a:cubicBezTo>
                  <a:cubicBezTo>
                    <a:pt x="710" y="338"/>
                    <a:pt x="710" y="338"/>
                    <a:pt x="710" y="338"/>
                  </a:cubicBezTo>
                  <a:cubicBezTo>
                    <a:pt x="709" y="340"/>
                    <a:pt x="709" y="340"/>
                    <a:pt x="709" y="340"/>
                  </a:cubicBezTo>
                  <a:cubicBezTo>
                    <a:pt x="709" y="337"/>
                    <a:pt x="709" y="337"/>
                    <a:pt x="709" y="337"/>
                  </a:cubicBezTo>
                  <a:cubicBezTo>
                    <a:pt x="708" y="337"/>
                    <a:pt x="708" y="337"/>
                    <a:pt x="708" y="337"/>
                  </a:cubicBezTo>
                  <a:cubicBezTo>
                    <a:pt x="707" y="337"/>
                    <a:pt x="707" y="337"/>
                    <a:pt x="707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7"/>
                    <a:pt x="706" y="337"/>
                    <a:pt x="706" y="337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6" y="336"/>
                    <a:pt x="706" y="336"/>
                    <a:pt x="706" y="336"/>
                  </a:cubicBezTo>
                  <a:cubicBezTo>
                    <a:pt x="705" y="335"/>
                    <a:pt x="705" y="335"/>
                    <a:pt x="705" y="335"/>
                  </a:cubicBezTo>
                  <a:cubicBezTo>
                    <a:pt x="705" y="333"/>
                    <a:pt x="705" y="333"/>
                    <a:pt x="705" y="333"/>
                  </a:cubicBezTo>
                  <a:cubicBezTo>
                    <a:pt x="704" y="333"/>
                    <a:pt x="704" y="333"/>
                    <a:pt x="704" y="333"/>
                  </a:cubicBezTo>
                  <a:cubicBezTo>
                    <a:pt x="703" y="333"/>
                    <a:pt x="703" y="333"/>
                    <a:pt x="703" y="333"/>
                  </a:cubicBezTo>
                  <a:cubicBezTo>
                    <a:pt x="703" y="332"/>
                    <a:pt x="703" y="332"/>
                    <a:pt x="703" y="332"/>
                  </a:cubicBezTo>
                  <a:cubicBezTo>
                    <a:pt x="702" y="331"/>
                    <a:pt x="702" y="331"/>
                    <a:pt x="702" y="331"/>
                  </a:cubicBezTo>
                  <a:cubicBezTo>
                    <a:pt x="701" y="330"/>
                    <a:pt x="701" y="330"/>
                    <a:pt x="701" y="330"/>
                  </a:cubicBezTo>
                  <a:cubicBezTo>
                    <a:pt x="701" y="329"/>
                    <a:pt x="701" y="329"/>
                    <a:pt x="701" y="329"/>
                  </a:cubicBezTo>
                  <a:cubicBezTo>
                    <a:pt x="702" y="330"/>
                    <a:pt x="702" y="330"/>
                    <a:pt x="702" y="330"/>
                  </a:cubicBezTo>
                  <a:cubicBezTo>
                    <a:pt x="705" y="329"/>
                    <a:pt x="705" y="329"/>
                    <a:pt x="705" y="329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706" y="326"/>
                    <a:pt x="706" y="326"/>
                    <a:pt x="706" y="326"/>
                  </a:cubicBezTo>
                  <a:cubicBezTo>
                    <a:pt x="708" y="326"/>
                    <a:pt x="708" y="326"/>
                    <a:pt x="708" y="326"/>
                  </a:cubicBezTo>
                  <a:cubicBezTo>
                    <a:pt x="708" y="324"/>
                    <a:pt x="708" y="324"/>
                    <a:pt x="708" y="324"/>
                  </a:cubicBezTo>
                  <a:cubicBezTo>
                    <a:pt x="706" y="322"/>
                    <a:pt x="706" y="322"/>
                    <a:pt x="706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5" y="322"/>
                    <a:pt x="705" y="322"/>
                    <a:pt x="705" y="322"/>
                  </a:cubicBezTo>
                  <a:cubicBezTo>
                    <a:pt x="706" y="320"/>
                    <a:pt x="706" y="320"/>
                    <a:pt x="706" y="320"/>
                  </a:cubicBezTo>
                  <a:cubicBezTo>
                    <a:pt x="705" y="319"/>
                    <a:pt x="705" y="319"/>
                    <a:pt x="705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2" y="319"/>
                    <a:pt x="702" y="319"/>
                    <a:pt x="702" y="319"/>
                  </a:cubicBezTo>
                  <a:cubicBezTo>
                    <a:pt x="703" y="319"/>
                    <a:pt x="703" y="319"/>
                    <a:pt x="703" y="319"/>
                  </a:cubicBezTo>
                  <a:cubicBezTo>
                    <a:pt x="705" y="318"/>
                    <a:pt x="705" y="318"/>
                    <a:pt x="705" y="318"/>
                  </a:cubicBezTo>
                  <a:cubicBezTo>
                    <a:pt x="705" y="315"/>
                    <a:pt x="705" y="315"/>
                    <a:pt x="705" y="315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3"/>
                    <a:pt x="703" y="313"/>
                    <a:pt x="703" y="313"/>
                  </a:cubicBezTo>
                  <a:cubicBezTo>
                    <a:pt x="703" y="311"/>
                    <a:pt x="703" y="311"/>
                    <a:pt x="703" y="311"/>
                  </a:cubicBezTo>
                  <a:cubicBezTo>
                    <a:pt x="701" y="310"/>
                    <a:pt x="701" y="310"/>
                    <a:pt x="701" y="310"/>
                  </a:cubicBezTo>
                  <a:cubicBezTo>
                    <a:pt x="700" y="311"/>
                    <a:pt x="700" y="311"/>
                    <a:pt x="700" y="311"/>
                  </a:cubicBezTo>
                  <a:cubicBezTo>
                    <a:pt x="698" y="311"/>
                    <a:pt x="698" y="311"/>
                    <a:pt x="698" y="311"/>
                  </a:cubicBezTo>
                  <a:cubicBezTo>
                    <a:pt x="699" y="310"/>
                    <a:pt x="699" y="310"/>
                    <a:pt x="699" y="310"/>
                  </a:cubicBezTo>
                  <a:cubicBezTo>
                    <a:pt x="700" y="310"/>
                    <a:pt x="700" y="310"/>
                    <a:pt x="700" y="310"/>
                  </a:cubicBezTo>
                  <a:cubicBezTo>
                    <a:pt x="702" y="309"/>
                    <a:pt x="702" y="309"/>
                    <a:pt x="702" y="309"/>
                  </a:cubicBezTo>
                  <a:cubicBezTo>
                    <a:pt x="702" y="308"/>
                    <a:pt x="702" y="308"/>
                    <a:pt x="702" y="308"/>
                  </a:cubicBezTo>
                  <a:cubicBezTo>
                    <a:pt x="703" y="307"/>
                    <a:pt x="703" y="307"/>
                    <a:pt x="703" y="307"/>
                  </a:cubicBezTo>
                  <a:cubicBezTo>
                    <a:pt x="702" y="306"/>
                    <a:pt x="702" y="306"/>
                    <a:pt x="702" y="306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698" y="307"/>
                    <a:pt x="698" y="307"/>
                    <a:pt x="698" y="307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6"/>
                    <a:pt x="697" y="306"/>
                    <a:pt x="697" y="306"/>
                  </a:cubicBezTo>
                  <a:cubicBezTo>
                    <a:pt x="697" y="307"/>
                    <a:pt x="697" y="307"/>
                    <a:pt x="697" y="307"/>
                  </a:cubicBezTo>
                  <a:cubicBezTo>
                    <a:pt x="700" y="307"/>
                    <a:pt x="700" y="307"/>
                    <a:pt x="700" y="307"/>
                  </a:cubicBezTo>
                  <a:cubicBezTo>
                    <a:pt x="702" y="305"/>
                    <a:pt x="702" y="305"/>
                    <a:pt x="702" y="305"/>
                  </a:cubicBezTo>
                  <a:cubicBezTo>
                    <a:pt x="702" y="302"/>
                    <a:pt x="702" y="302"/>
                    <a:pt x="702" y="302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0" y="303"/>
                    <a:pt x="700" y="303"/>
                    <a:pt x="700" y="303"/>
                  </a:cubicBezTo>
                  <a:cubicBezTo>
                    <a:pt x="701" y="302"/>
                    <a:pt x="701" y="302"/>
                    <a:pt x="701" y="302"/>
                  </a:cubicBezTo>
                  <a:cubicBezTo>
                    <a:pt x="701" y="300"/>
                    <a:pt x="701" y="300"/>
                    <a:pt x="701" y="300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699" y="299"/>
                    <a:pt x="699" y="299"/>
                    <a:pt x="699" y="299"/>
                  </a:cubicBezTo>
                  <a:cubicBezTo>
                    <a:pt x="700" y="297"/>
                    <a:pt x="700" y="297"/>
                    <a:pt x="700" y="297"/>
                  </a:cubicBezTo>
                  <a:cubicBezTo>
                    <a:pt x="699" y="297"/>
                    <a:pt x="699" y="297"/>
                    <a:pt x="699" y="297"/>
                  </a:cubicBezTo>
                  <a:cubicBezTo>
                    <a:pt x="699" y="295"/>
                    <a:pt x="699" y="295"/>
                    <a:pt x="699" y="295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7" y="296"/>
                    <a:pt x="697" y="296"/>
                    <a:pt x="697" y="296"/>
                  </a:cubicBezTo>
                  <a:cubicBezTo>
                    <a:pt x="698" y="295"/>
                    <a:pt x="698" y="295"/>
                    <a:pt x="698" y="295"/>
                  </a:cubicBezTo>
                  <a:cubicBezTo>
                    <a:pt x="698" y="293"/>
                    <a:pt x="698" y="293"/>
                    <a:pt x="698" y="293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7" y="291"/>
                    <a:pt x="697" y="291"/>
                    <a:pt x="697" y="291"/>
                  </a:cubicBezTo>
                  <a:cubicBezTo>
                    <a:pt x="698" y="290"/>
                    <a:pt x="698" y="290"/>
                    <a:pt x="698" y="290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8"/>
                    <a:pt x="697" y="288"/>
                    <a:pt x="697" y="288"/>
                  </a:cubicBezTo>
                  <a:cubicBezTo>
                    <a:pt x="697" y="286"/>
                    <a:pt x="697" y="286"/>
                    <a:pt x="697" y="286"/>
                  </a:cubicBezTo>
                  <a:cubicBezTo>
                    <a:pt x="696" y="286"/>
                    <a:pt x="696" y="286"/>
                    <a:pt x="696" y="286"/>
                  </a:cubicBezTo>
                  <a:cubicBezTo>
                    <a:pt x="697" y="285"/>
                    <a:pt x="697" y="285"/>
                    <a:pt x="697" y="285"/>
                  </a:cubicBezTo>
                  <a:cubicBezTo>
                    <a:pt x="696" y="284"/>
                    <a:pt x="696" y="284"/>
                    <a:pt x="696" y="284"/>
                  </a:cubicBezTo>
                  <a:cubicBezTo>
                    <a:pt x="696" y="283"/>
                    <a:pt x="696" y="283"/>
                    <a:pt x="696" y="283"/>
                  </a:cubicBezTo>
                  <a:cubicBezTo>
                    <a:pt x="698" y="283"/>
                    <a:pt x="698" y="283"/>
                    <a:pt x="698" y="283"/>
                  </a:cubicBezTo>
                  <a:cubicBezTo>
                    <a:pt x="697" y="282"/>
                    <a:pt x="697" y="282"/>
                    <a:pt x="697" y="282"/>
                  </a:cubicBezTo>
                  <a:cubicBezTo>
                    <a:pt x="697" y="281"/>
                    <a:pt x="697" y="281"/>
                    <a:pt x="697" y="281"/>
                  </a:cubicBezTo>
                  <a:cubicBezTo>
                    <a:pt x="696" y="280"/>
                    <a:pt x="696" y="280"/>
                    <a:pt x="696" y="280"/>
                  </a:cubicBezTo>
                  <a:cubicBezTo>
                    <a:pt x="694" y="281"/>
                    <a:pt x="694" y="281"/>
                    <a:pt x="694" y="281"/>
                  </a:cubicBezTo>
                  <a:cubicBezTo>
                    <a:pt x="692" y="283"/>
                    <a:pt x="692" y="283"/>
                    <a:pt x="692" y="283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4"/>
                    <a:pt x="692" y="284"/>
                    <a:pt x="692" y="284"/>
                  </a:cubicBezTo>
                  <a:cubicBezTo>
                    <a:pt x="692" y="285"/>
                    <a:pt x="692" y="285"/>
                    <a:pt x="692" y="285"/>
                  </a:cubicBezTo>
                  <a:cubicBezTo>
                    <a:pt x="690" y="287"/>
                    <a:pt x="690" y="287"/>
                    <a:pt x="690" y="287"/>
                  </a:cubicBezTo>
                  <a:cubicBezTo>
                    <a:pt x="690" y="288"/>
                    <a:pt x="690" y="288"/>
                    <a:pt x="690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9" y="288"/>
                    <a:pt x="689" y="288"/>
                    <a:pt x="689" y="288"/>
                  </a:cubicBezTo>
                  <a:cubicBezTo>
                    <a:pt x="688" y="289"/>
                    <a:pt x="688" y="289"/>
                    <a:pt x="688" y="289"/>
                  </a:cubicBezTo>
                  <a:cubicBezTo>
                    <a:pt x="687" y="291"/>
                    <a:pt x="687" y="291"/>
                    <a:pt x="687" y="291"/>
                  </a:cubicBezTo>
                  <a:cubicBezTo>
                    <a:pt x="687" y="293"/>
                    <a:pt x="687" y="293"/>
                    <a:pt x="687" y="293"/>
                  </a:cubicBezTo>
                  <a:cubicBezTo>
                    <a:pt x="686" y="294"/>
                    <a:pt x="686" y="294"/>
                    <a:pt x="686" y="294"/>
                  </a:cubicBezTo>
                  <a:cubicBezTo>
                    <a:pt x="685" y="295"/>
                    <a:pt x="685" y="295"/>
                    <a:pt x="685" y="295"/>
                  </a:cubicBezTo>
                  <a:cubicBezTo>
                    <a:pt x="684" y="296"/>
                    <a:pt x="684" y="296"/>
                    <a:pt x="684" y="296"/>
                  </a:cubicBezTo>
                  <a:cubicBezTo>
                    <a:pt x="684" y="298"/>
                    <a:pt x="684" y="298"/>
                    <a:pt x="684" y="298"/>
                  </a:cubicBezTo>
                  <a:cubicBezTo>
                    <a:pt x="683" y="298"/>
                    <a:pt x="683" y="298"/>
                    <a:pt x="683" y="298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0"/>
                    <a:pt x="681" y="300"/>
                    <a:pt x="681" y="300"/>
                  </a:cubicBezTo>
                  <a:cubicBezTo>
                    <a:pt x="681" y="301"/>
                    <a:pt x="681" y="301"/>
                    <a:pt x="681" y="301"/>
                  </a:cubicBezTo>
                  <a:cubicBezTo>
                    <a:pt x="680" y="300"/>
                    <a:pt x="680" y="300"/>
                    <a:pt x="680" y="300"/>
                  </a:cubicBezTo>
                  <a:cubicBezTo>
                    <a:pt x="677" y="301"/>
                    <a:pt x="677" y="301"/>
                    <a:pt x="677" y="301"/>
                  </a:cubicBezTo>
                  <a:cubicBezTo>
                    <a:pt x="676" y="303"/>
                    <a:pt x="676" y="303"/>
                    <a:pt x="676" y="303"/>
                  </a:cubicBezTo>
                  <a:cubicBezTo>
                    <a:pt x="676" y="304"/>
                    <a:pt x="676" y="304"/>
                    <a:pt x="676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5" y="304"/>
                    <a:pt x="675" y="304"/>
                    <a:pt x="675" y="304"/>
                  </a:cubicBezTo>
                  <a:cubicBezTo>
                    <a:pt x="673" y="304"/>
                    <a:pt x="673" y="304"/>
                    <a:pt x="673" y="304"/>
                  </a:cubicBezTo>
                  <a:cubicBezTo>
                    <a:pt x="672" y="305"/>
                    <a:pt x="672" y="305"/>
                    <a:pt x="672" y="305"/>
                  </a:cubicBezTo>
                  <a:cubicBezTo>
                    <a:pt x="670" y="305"/>
                    <a:pt x="670" y="305"/>
                    <a:pt x="670" y="305"/>
                  </a:cubicBezTo>
                  <a:cubicBezTo>
                    <a:pt x="668" y="307"/>
                    <a:pt x="668" y="307"/>
                    <a:pt x="668" y="307"/>
                  </a:cubicBezTo>
                  <a:cubicBezTo>
                    <a:pt x="668" y="305"/>
                    <a:pt x="668" y="305"/>
                    <a:pt x="668" y="305"/>
                  </a:cubicBezTo>
                  <a:cubicBezTo>
                    <a:pt x="669" y="303"/>
                    <a:pt x="669" y="303"/>
                    <a:pt x="669" y="303"/>
                  </a:cubicBezTo>
                  <a:cubicBezTo>
                    <a:pt x="667" y="302"/>
                    <a:pt x="667" y="302"/>
                    <a:pt x="667" y="302"/>
                  </a:cubicBezTo>
                  <a:cubicBezTo>
                    <a:pt x="666" y="304"/>
                    <a:pt x="666" y="304"/>
                    <a:pt x="666" y="304"/>
                  </a:cubicBezTo>
                  <a:cubicBezTo>
                    <a:pt x="666" y="303"/>
                    <a:pt x="666" y="303"/>
                    <a:pt x="666" y="303"/>
                  </a:cubicBezTo>
                  <a:cubicBezTo>
                    <a:pt x="666" y="301"/>
                    <a:pt x="666" y="301"/>
                    <a:pt x="666" y="301"/>
                  </a:cubicBezTo>
                  <a:cubicBezTo>
                    <a:pt x="665" y="299"/>
                    <a:pt x="665" y="299"/>
                    <a:pt x="665" y="299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3" y="298"/>
                    <a:pt x="663" y="298"/>
                    <a:pt x="663" y="298"/>
                  </a:cubicBezTo>
                  <a:cubicBezTo>
                    <a:pt x="664" y="297"/>
                    <a:pt x="664" y="297"/>
                    <a:pt x="664" y="297"/>
                  </a:cubicBezTo>
                  <a:cubicBezTo>
                    <a:pt x="662" y="297"/>
                    <a:pt x="662" y="297"/>
                    <a:pt x="662" y="297"/>
                  </a:cubicBezTo>
                  <a:cubicBezTo>
                    <a:pt x="662" y="296"/>
                    <a:pt x="662" y="296"/>
                    <a:pt x="662" y="296"/>
                  </a:cubicBezTo>
                  <a:cubicBezTo>
                    <a:pt x="663" y="295"/>
                    <a:pt x="663" y="295"/>
                    <a:pt x="663" y="295"/>
                  </a:cubicBezTo>
                  <a:cubicBezTo>
                    <a:pt x="661" y="292"/>
                    <a:pt x="661" y="292"/>
                    <a:pt x="661" y="292"/>
                  </a:cubicBezTo>
                  <a:cubicBezTo>
                    <a:pt x="661" y="293"/>
                    <a:pt x="661" y="293"/>
                    <a:pt x="661" y="293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3"/>
                    <a:pt x="660" y="293"/>
                    <a:pt x="660" y="293"/>
                  </a:cubicBezTo>
                  <a:cubicBezTo>
                    <a:pt x="660" y="292"/>
                    <a:pt x="660" y="292"/>
                    <a:pt x="660" y="292"/>
                  </a:cubicBezTo>
                  <a:cubicBezTo>
                    <a:pt x="661" y="291"/>
                    <a:pt x="661" y="291"/>
                    <a:pt x="661" y="291"/>
                  </a:cubicBezTo>
                  <a:cubicBezTo>
                    <a:pt x="662" y="289"/>
                    <a:pt x="662" y="289"/>
                    <a:pt x="662" y="289"/>
                  </a:cubicBezTo>
                  <a:cubicBezTo>
                    <a:pt x="662" y="286"/>
                    <a:pt x="662" y="286"/>
                    <a:pt x="662" y="286"/>
                  </a:cubicBezTo>
                  <a:cubicBezTo>
                    <a:pt x="660" y="285"/>
                    <a:pt x="660" y="285"/>
                    <a:pt x="660" y="285"/>
                  </a:cubicBezTo>
                  <a:cubicBezTo>
                    <a:pt x="661" y="285"/>
                    <a:pt x="661" y="285"/>
                    <a:pt x="661" y="285"/>
                  </a:cubicBezTo>
                  <a:cubicBezTo>
                    <a:pt x="661" y="283"/>
                    <a:pt x="661" y="283"/>
                    <a:pt x="661" y="283"/>
                  </a:cubicBezTo>
                  <a:cubicBezTo>
                    <a:pt x="662" y="285"/>
                    <a:pt x="662" y="285"/>
                    <a:pt x="662" y="285"/>
                  </a:cubicBezTo>
                  <a:cubicBezTo>
                    <a:pt x="663" y="282"/>
                    <a:pt x="663" y="282"/>
                    <a:pt x="663" y="282"/>
                  </a:cubicBezTo>
                  <a:cubicBezTo>
                    <a:pt x="663" y="278"/>
                    <a:pt x="663" y="278"/>
                    <a:pt x="663" y="278"/>
                  </a:cubicBezTo>
                  <a:cubicBezTo>
                    <a:pt x="664" y="277"/>
                    <a:pt x="664" y="277"/>
                    <a:pt x="664" y="277"/>
                  </a:cubicBezTo>
                  <a:cubicBezTo>
                    <a:pt x="666" y="276"/>
                    <a:pt x="666" y="276"/>
                    <a:pt x="666" y="276"/>
                  </a:cubicBezTo>
                  <a:cubicBezTo>
                    <a:pt x="667" y="273"/>
                    <a:pt x="667" y="273"/>
                    <a:pt x="667" y="273"/>
                  </a:cubicBezTo>
                  <a:cubicBezTo>
                    <a:pt x="666" y="270"/>
                    <a:pt x="666" y="270"/>
                    <a:pt x="666" y="270"/>
                  </a:cubicBezTo>
                  <a:cubicBezTo>
                    <a:pt x="664" y="270"/>
                    <a:pt x="664" y="270"/>
                    <a:pt x="664" y="270"/>
                  </a:cubicBezTo>
                  <a:cubicBezTo>
                    <a:pt x="664" y="273"/>
                    <a:pt x="664" y="273"/>
                    <a:pt x="664" y="273"/>
                  </a:cubicBezTo>
                  <a:cubicBezTo>
                    <a:pt x="663" y="274"/>
                    <a:pt x="663" y="274"/>
                    <a:pt x="663" y="274"/>
                  </a:cubicBezTo>
                  <a:cubicBezTo>
                    <a:pt x="663" y="273"/>
                    <a:pt x="663" y="273"/>
                    <a:pt x="663" y="273"/>
                  </a:cubicBezTo>
                  <a:cubicBezTo>
                    <a:pt x="663" y="270"/>
                    <a:pt x="663" y="270"/>
                    <a:pt x="663" y="270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59" y="270"/>
                    <a:pt x="659" y="270"/>
                    <a:pt x="659" y="270"/>
                  </a:cubicBezTo>
                  <a:cubicBezTo>
                    <a:pt x="658" y="269"/>
                    <a:pt x="658" y="269"/>
                    <a:pt x="658" y="269"/>
                  </a:cubicBezTo>
                  <a:cubicBezTo>
                    <a:pt x="657" y="270"/>
                    <a:pt x="657" y="270"/>
                    <a:pt x="657" y="270"/>
                  </a:cubicBezTo>
                  <a:cubicBezTo>
                    <a:pt x="655" y="268"/>
                    <a:pt x="655" y="268"/>
                    <a:pt x="655" y="268"/>
                  </a:cubicBezTo>
                  <a:cubicBezTo>
                    <a:pt x="654" y="268"/>
                    <a:pt x="654" y="268"/>
                    <a:pt x="654" y="268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3" y="268"/>
                    <a:pt x="653" y="268"/>
                    <a:pt x="653" y="268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2" y="267"/>
                    <a:pt x="652" y="267"/>
                    <a:pt x="652" y="267"/>
                  </a:cubicBezTo>
                  <a:cubicBezTo>
                    <a:pt x="653" y="266"/>
                    <a:pt x="653" y="266"/>
                    <a:pt x="653" y="266"/>
                  </a:cubicBezTo>
                  <a:cubicBezTo>
                    <a:pt x="654" y="267"/>
                    <a:pt x="654" y="267"/>
                    <a:pt x="654" y="267"/>
                  </a:cubicBezTo>
                  <a:cubicBezTo>
                    <a:pt x="655" y="265"/>
                    <a:pt x="655" y="265"/>
                    <a:pt x="655" y="265"/>
                  </a:cubicBezTo>
                  <a:cubicBezTo>
                    <a:pt x="653" y="262"/>
                    <a:pt x="653" y="262"/>
                    <a:pt x="653" y="262"/>
                  </a:cubicBezTo>
                  <a:cubicBezTo>
                    <a:pt x="652" y="263"/>
                    <a:pt x="652" y="263"/>
                    <a:pt x="652" y="263"/>
                  </a:cubicBezTo>
                  <a:cubicBezTo>
                    <a:pt x="651" y="261"/>
                    <a:pt x="651" y="261"/>
                    <a:pt x="651" y="261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49" y="259"/>
                    <a:pt x="649" y="259"/>
                    <a:pt x="649" y="259"/>
                  </a:cubicBezTo>
                  <a:cubicBezTo>
                    <a:pt x="650" y="258"/>
                    <a:pt x="650" y="258"/>
                    <a:pt x="650" y="258"/>
                  </a:cubicBezTo>
                  <a:cubicBezTo>
                    <a:pt x="650" y="255"/>
                    <a:pt x="650" y="255"/>
                    <a:pt x="650" y="255"/>
                  </a:cubicBezTo>
                  <a:cubicBezTo>
                    <a:pt x="648" y="255"/>
                    <a:pt x="648" y="255"/>
                    <a:pt x="648" y="255"/>
                  </a:cubicBezTo>
                  <a:cubicBezTo>
                    <a:pt x="647" y="254"/>
                    <a:pt x="647" y="254"/>
                    <a:pt x="647" y="254"/>
                  </a:cubicBezTo>
                  <a:cubicBezTo>
                    <a:pt x="647" y="253"/>
                    <a:pt x="647" y="253"/>
                    <a:pt x="647" y="253"/>
                  </a:cubicBezTo>
                  <a:cubicBezTo>
                    <a:pt x="644" y="250"/>
                    <a:pt x="644" y="250"/>
                    <a:pt x="644" y="250"/>
                  </a:cubicBezTo>
                  <a:cubicBezTo>
                    <a:pt x="641" y="251"/>
                    <a:pt x="641" y="251"/>
                    <a:pt x="641" y="251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40" y="252"/>
                    <a:pt x="640" y="252"/>
                    <a:pt x="640" y="252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7" y="252"/>
                    <a:pt x="637" y="252"/>
                    <a:pt x="637" y="252"/>
                  </a:cubicBezTo>
                  <a:cubicBezTo>
                    <a:pt x="636" y="252"/>
                    <a:pt x="636" y="252"/>
                    <a:pt x="636" y="252"/>
                  </a:cubicBezTo>
                  <a:cubicBezTo>
                    <a:pt x="635" y="251"/>
                    <a:pt x="635" y="251"/>
                    <a:pt x="635" y="251"/>
                  </a:cubicBezTo>
                  <a:cubicBezTo>
                    <a:pt x="633" y="251"/>
                    <a:pt x="633" y="251"/>
                    <a:pt x="633" y="251"/>
                  </a:cubicBezTo>
                  <a:cubicBezTo>
                    <a:pt x="632" y="252"/>
                    <a:pt x="632" y="252"/>
                    <a:pt x="632" y="252"/>
                  </a:cubicBezTo>
                  <a:cubicBezTo>
                    <a:pt x="632" y="250"/>
                    <a:pt x="632" y="250"/>
                    <a:pt x="632" y="250"/>
                  </a:cubicBezTo>
                  <a:cubicBezTo>
                    <a:pt x="630" y="250"/>
                    <a:pt x="630" y="250"/>
                    <a:pt x="630" y="250"/>
                  </a:cubicBezTo>
                  <a:cubicBezTo>
                    <a:pt x="624" y="247"/>
                    <a:pt x="624" y="247"/>
                    <a:pt x="624" y="247"/>
                  </a:cubicBezTo>
                  <a:cubicBezTo>
                    <a:pt x="622" y="247"/>
                    <a:pt x="622" y="247"/>
                    <a:pt x="622" y="247"/>
                  </a:cubicBezTo>
                  <a:cubicBezTo>
                    <a:pt x="621" y="246"/>
                    <a:pt x="621" y="246"/>
                    <a:pt x="621" y="246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20" y="247"/>
                    <a:pt x="620" y="247"/>
                  </a:cubicBezTo>
                  <a:cubicBezTo>
                    <a:pt x="620" y="246"/>
                    <a:pt x="620" y="246"/>
                    <a:pt x="620" y="246"/>
                  </a:cubicBezTo>
                  <a:cubicBezTo>
                    <a:pt x="617" y="245"/>
                    <a:pt x="617" y="245"/>
                    <a:pt x="617" y="245"/>
                  </a:cubicBezTo>
                  <a:cubicBezTo>
                    <a:pt x="616" y="246"/>
                    <a:pt x="616" y="246"/>
                    <a:pt x="616" y="246"/>
                  </a:cubicBezTo>
                  <a:cubicBezTo>
                    <a:pt x="617" y="247"/>
                    <a:pt x="617" y="247"/>
                    <a:pt x="617" y="247"/>
                  </a:cubicBezTo>
                  <a:cubicBezTo>
                    <a:pt x="618" y="247"/>
                    <a:pt x="618" y="247"/>
                    <a:pt x="618" y="247"/>
                  </a:cubicBezTo>
                  <a:cubicBezTo>
                    <a:pt x="617" y="248"/>
                    <a:pt x="617" y="248"/>
                    <a:pt x="617" y="248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6" y="248"/>
                    <a:pt x="616" y="248"/>
                    <a:pt x="616" y="248"/>
                  </a:cubicBezTo>
                  <a:cubicBezTo>
                    <a:pt x="614" y="249"/>
                    <a:pt x="614" y="249"/>
                    <a:pt x="614" y="249"/>
                  </a:cubicBezTo>
                  <a:cubicBezTo>
                    <a:pt x="614" y="251"/>
                    <a:pt x="614" y="251"/>
                    <a:pt x="614" y="251"/>
                  </a:cubicBezTo>
                  <a:cubicBezTo>
                    <a:pt x="613" y="253"/>
                    <a:pt x="613" y="253"/>
                    <a:pt x="613" y="253"/>
                  </a:cubicBezTo>
                  <a:cubicBezTo>
                    <a:pt x="613" y="257"/>
                    <a:pt x="613" y="257"/>
                    <a:pt x="613" y="257"/>
                  </a:cubicBezTo>
                  <a:cubicBezTo>
                    <a:pt x="614" y="258"/>
                    <a:pt x="614" y="258"/>
                    <a:pt x="614" y="258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5" y="259"/>
                    <a:pt x="615" y="259"/>
                    <a:pt x="615" y="259"/>
                  </a:cubicBezTo>
                  <a:cubicBezTo>
                    <a:pt x="616" y="259"/>
                    <a:pt x="616" y="259"/>
                    <a:pt x="616" y="259"/>
                  </a:cubicBezTo>
                  <a:cubicBezTo>
                    <a:pt x="616" y="260"/>
                    <a:pt x="616" y="260"/>
                    <a:pt x="616" y="260"/>
                  </a:cubicBezTo>
                  <a:cubicBezTo>
                    <a:pt x="616" y="261"/>
                    <a:pt x="616" y="261"/>
                    <a:pt x="616" y="261"/>
                  </a:cubicBezTo>
                  <a:cubicBezTo>
                    <a:pt x="614" y="261"/>
                    <a:pt x="614" y="261"/>
                    <a:pt x="614" y="261"/>
                  </a:cubicBezTo>
                  <a:cubicBezTo>
                    <a:pt x="614" y="263"/>
                    <a:pt x="614" y="263"/>
                    <a:pt x="614" y="263"/>
                  </a:cubicBezTo>
                  <a:cubicBezTo>
                    <a:pt x="612" y="265"/>
                    <a:pt x="612" y="265"/>
                    <a:pt x="612" y="265"/>
                  </a:cubicBezTo>
                  <a:cubicBezTo>
                    <a:pt x="609" y="268"/>
                    <a:pt x="609" y="268"/>
                    <a:pt x="609" y="268"/>
                  </a:cubicBezTo>
                  <a:cubicBezTo>
                    <a:pt x="609" y="270"/>
                    <a:pt x="609" y="270"/>
                    <a:pt x="609" y="270"/>
                  </a:cubicBezTo>
                  <a:cubicBezTo>
                    <a:pt x="610" y="270"/>
                    <a:pt x="610" y="270"/>
                    <a:pt x="610" y="270"/>
                  </a:cubicBezTo>
                  <a:cubicBezTo>
                    <a:pt x="612" y="270"/>
                    <a:pt x="612" y="270"/>
                    <a:pt x="612" y="270"/>
                  </a:cubicBezTo>
                  <a:cubicBezTo>
                    <a:pt x="611" y="272"/>
                    <a:pt x="611" y="272"/>
                    <a:pt x="611" y="272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0" y="275"/>
                    <a:pt x="610" y="275"/>
                    <a:pt x="610" y="275"/>
                  </a:cubicBezTo>
                  <a:cubicBezTo>
                    <a:pt x="611" y="276"/>
                    <a:pt x="611" y="276"/>
                    <a:pt x="611" y="276"/>
                  </a:cubicBezTo>
                  <a:cubicBezTo>
                    <a:pt x="611" y="277"/>
                    <a:pt x="611" y="277"/>
                    <a:pt x="611" y="277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9"/>
                    <a:pt x="610" y="279"/>
                    <a:pt x="610" y="279"/>
                  </a:cubicBezTo>
                  <a:cubicBezTo>
                    <a:pt x="612" y="279"/>
                    <a:pt x="612" y="279"/>
                    <a:pt x="612" y="279"/>
                  </a:cubicBezTo>
                  <a:cubicBezTo>
                    <a:pt x="613" y="280"/>
                    <a:pt x="613" y="280"/>
                    <a:pt x="613" y="280"/>
                  </a:cubicBezTo>
                  <a:cubicBezTo>
                    <a:pt x="611" y="282"/>
                    <a:pt x="611" y="282"/>
                    <a:pt x="611" y="282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9" y="284"/>
                    <a:pt x="609" y="284"/>
                    <a:pt x="609" y="284"/>
                  </a:cubicBezTo>
                  <a:cubicBezTo>
                    <a:pt x="609" y="283"/>
                    <a:pt x="609" y="283"/>
                    <a:pt x="609" y="283"/>
                  </a:cubicBezTo>
                  <a:cubicBezTo>
                    <a:pt x="607" y="283"/>
                    <a:pt x="607" y="283"/>
                    <a:pt x="607" y="283"/>
                  </a:cubicBezTo>
                  <a:cubicBezTo>
                    <a:pt x="606" y="285"/>
                    <a:pt x="606" y="285"/>
                    <a:pt x="606" y="285"/>
                  </a:cubicBezTo>
                  <a:cubicBezTo>
                    <a:pt x="606" y="286"/>
                    <a:pt x="606" y="286"/>
                    <a:pt x="606" y="286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7"/>
                    <a:pt x="606" y="287"/>
                    <a:pt x="606" y="287"/>
                  </a:cubicBezTo>
                  <a:cubicBezTo>
                    <a:pt x="606" y="288"/>
                    <a:pt x="606" y="288"/>
                    <a:pt x="606" y="288"/>
                  </a:cubicBezTo>
                  <a:cubicBezTo>
                    <a:pt x="604" y="288"/>
                    <a:pt x="604" y="288"/>
                    <a:pt x="604" y="288"/>
                  </a:cubicBezTo>
                  <a:cubicBezTo>
                    <a:pt x="600" y="292"/>
                    <a:pt x="600" y="292"/>
                    <a:pt x="600" y="292"/>
                  </a:cubicBezTo>
                  <a:cubicBezTo>
                    <a:pt x="599" y="293"/>
                    <a:pt x="599" y="293"/>
                    <a:pt x="599" y="293"/>
                  </a:cubicBezTo>
                  <a:cubicBezTo>
                    <a:pt x="598" y="296"/>
                    <a:pt x="598" y="296"/>
                    <a:pt x="598" y="296"/>
                  </a:cubicBezTo>
                  <a:cubicBezTo>
                    <a:pt x="598" y="298"/>
                    <a:pt x="598" y="298"/>
                    <a:pt x="598" y="298"/>
                  </a:cubicBezTo>
                  <a:cubicBezTo>
                    <a:pt x="600" y="298"/>
                    <a:pt x="600" y="298"/>
                    <a:pt x="600" y="298"/>
                  </a:cubicBezTo>
                  <a:cubicBezTo>
                    <a:pt x="600" y="299"/>
                    <a:pt x="600" y="299"/>
                    <a:pt x="600" y="299"/>
                  </a:cubicBezTo>
                  <a:cubicBezTo>
                    <a:pt x="602" y="301"/>
                    <a:pt x="602" y="301"/>
                    <a:pt x="602" y="301"/>
                  </a:cubicBezTo>
                  <a:cubicBezTo>
                    <a:pt x="604" y="304"/>
                    <a:pt x="604" y="304"/>
                    <a:pt x="604" y="304"/>
                  </a:cubicBezTo>
                  <a:cubicBezTo>
                    <a:pt x="605" y="307"/>
                    <a:pt x="605" y="307"/>
                    <a:pt x="605" y="307"/>
                  </a:cubicBezTo>
                  <a:cubicBezTo>
                    <a:pt x="604" y="312"/>
                    <a:pt x="604" y="312"/>
                    <a:pt x="604" y="312"/>
                  </a:cubicBezTo>
                  <a:cubicBezTo>
                    <a:pt x="606" y="314"/>
                    <a:pt x="606" y="314"/>
                    <a:pt x="606" y="314"/>
                  </a:cubicBezTo>
                  <a:cubicBezTo>
                    <a:pt x="605" y="316"/>
                    <a:pt x="605" y="316"/>
                    <a:pt x="605" y="316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5" y="318"/>
                    <a:pt x="605" y="318"/>
                    <a:pt x="605" y="318"/>
                  </a:cubicBezTo>
                  <a:cubicBezTo>
                    <a:pt x="603" y="322"/>
                    <a:pt x="603" y="322"/>
                    <a:pt x="603" y="322"/>
                  </a:cubicBezTo>
                  <a:cubicBezTo>
                    <a:pt x="603" y="325"/>
                    <a:pt x="603" y="325"/>
                    <a:pt x="603" y="325"/>
                  </a:cubicBezTo>
                  <a:cubicBezTo>
                    <a:pt x="605" y="325"/>
                    <a:pt x="605" y="325"/>
                    <a:pt x="605" y="325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6" y="325"/>
                    <a:pt x="606" y="325"/>
                    <a:pt x="606" y="325"/>
                  </a:cubicBezTo>
                  <a:cubicBezTo>
                    <a:pt x="605" y="326"/>
                    <a:pt x="605" y="326"/>
                    <a:pt x="605" y="326"/>
                  </a:cubicBezTo>
                  <a:cubicBezTo>
                    <a:pt x="604" y="326"/>
                    <a:pt x="604" y="326"/>
                    <a:pt x="604" y="326"/>
                  </a:cubicBezTo>
                  <a:cubicBezTo>
                    <a:pt x="604" y="325"/>
                    <a:pt x="604" y="325"/>
                    <a:pt x="604" y="325"/>
                  </a:cubicBezTo>
                  <a:cubicBezTo>
                    <a:pt x="602" y="325"/>
                    <a:pt x="602" y="325"/>
                    <a:pt x="602" y="325"/>
                  </a:cubicBezTo>
                  <a:cubicBezTo>
                    <a:pt x="600" y="329"/>
                    <a:pt x="600" y="329"/>
                    <a:pt x="600" y="329"/>
                  </a:cubicBezTo>
                  <a:cubicBezTo>
                    <a:pt x="598" y="329"/>
                    <a:pt x="598" y="329"/>
                    <a:pt x="598" y="329"/>
                  </a:cubicBezTo>
                  <a:cubicBezTo>
                    <a:pt x="598" y="331"/>
                    <a:pt x="598" y="331"/>
                    <a:pt x="598" y="331"/>
                  </a:cubicBezTo>
                  <a:cubicBezTo>
                    <a:pt x="595" y="332"/>
                    <a:pt x="595" y="332"/>
                    <a:pt x="595" y="332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94" y="333"/>
                    <a:pt x="594" y="333"/>
                    <a:pt x="594" y="333"/>
                  </a:cubicBezTo>
                  <a:cubicBezTo>
                    <a:pt x="589" y="335"/>
                    <a:pt x="589" y="335"/>
                    <a:pt x="589" y="335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6" y="337"/>
                    <a:pt x="586" y="337"/>
                    <a:pt x="586" y="337"/>
                  </a:cubicBezTo>
                  <a:cubicBezTo>
                    <a:pt x="584" y="337"/>
                    <a:pt x="584" y="337"/>
                    <a:pt x="584" y="337"/>
                  </a:cubicBezTo>
                  <a:cubicBezTo>
                    <a:pt x="582" y="338"/>
                    <a:pt x="582" y="338"/>
                    <a:pt x="582" y="338"/>
                  </a:cubicBezTo>
                  <a:cubicBezTo>
                    <a:pt x="580" y="339"/>
                    <a:pt x="580" y="339"/>
                    <a:pt x="580" y="339"/>
                  </a:cubicBezTo>
                  <a:cubicBezTo>
                    <a:pt x="577" y="340"/>
                    <a:pt x="577" y="340"/>
                    <a:pt x="577" y="340"/>
                  </a:cubicBezTo>
                  <a:cubicBezTo>
                    <a:pt x="578" y="341"/>
                    <a:pt x="578" y="341"/>
                    <a:pt x="578" y="341"/>
                  </a:cubicBezTo>
                  <a:cubicBezTo>
                    <a:pt x="578" y="342"/>
                    <a:pt x="578" y="342"/>
                    <a:pt x="578" y="342"/>
                  </a:cubicBezTo>
                  <a:cubicBezTo>
                    <a:pt x="578" y="344"/>
                    <a:pt x="578" y="344"/>
                    <a:pt x="578" y="344"/>
                  </a:cubicBezTo>
                  <a:cubicBezTo>
                    <a:pt x="578" y="345"/>
                    <a:pt x="578" y="345"/>
                    <a:pt x="578" y="345"/>
                  </a:cubicBezTo>
                  <a:cubicBezTo>
                    <a:pt x="579" y="346"/>
                    <a:pt x="579" y="346"/>
                    <a:pt x="579" y="346"/>
                  </a:cubicBezTo>
                  <a:cubicBezTo>
                    <a:pt x="578" y="346"/>
                    <a:pt x="578" y="346"/>
                    <a:pt x="578" y="346"/>
                  </a:cubicBezTo>
                  <a:cubicBezTo>
                    <a:pt x="579" y="348"/>
                    <a:pt x="579" y="348"/>
                    <a:pt x="579" y="348"/>
                  </a:cubicBezTo>
                  <a:cubicBezTo>
                    <a:pt x="578" y="348"/>
                    <a:pt x="578" y="348"/>
                    <a:pt x="578" y="348"/>
                  </a:cubicBezTo>
                  <a:cubicBezTo>
                    <a:pt x="579" y="349"/>
                    <a:pt x="579" y="349"/>
                    <a:pt x="579" y="349"/>
                  </a:cubicBezTo>
                  <a:cubicBezTo>
                    <a:pt x="578" y="349"/>
                    <a:pt x="578" y="349"/>
                    <a:pt x="578" y="349"/>
                  </a:cubicBezTo>
                  <a:cubicBezTo>
                    <a:pt x="579" y="351"/>
                    <a:pt x="579" y="351"/>
                    <a:pt x="579" y="351"/>
                  </a:cubicBezTo>
                  <a:cubicBezTo>
                    <a:pt x="578" y="352"/>
                    <a:pt x="578" y="352"/>
                    <a:pt x="578" y="352"/>
                  </a:cubicBezTo>
                  <a:cubicBezTo>
                    <a:pt x="578" y="354"/>
                    <a:pt x="578" y="354"/>
                    <a:pt x="578" y="354"/>
                  </a:cubicBezTo>
                  <a:cubicBezTo>
                    <a:pt x="578" y="356"/>
                    <a:pt x="578" y="356"/>
                    <a:pt x="578" y="356"/>
                  </a:cubicBezTo>
                  <a:cubicBezTo>
                    <a:pt x="577" y="359"/>
                    <a:pt x="577" y="359"/>
                    <a:pt x="577" y="359"/>
                  </a:cubicBezTo>
                  <a:cubicBezTo>
                    <a:pt x="577" y="361"/>
                    <a:pt x="577" y="361"/>
                    <a:pt x="577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1"/>
                    <a:pt x="578" y="361"/>
                    <a:pt x="578" y="361"/>
                  </a:cubicBezTo>
                  <a:cubicBezTo>
                    <a:pt x="578" y="362"/>
                    <a:pt x="578" y="362"/>
                    <a:pt x="578" y="362"/>
                  </a:cubicBezTo>
                  <a:cubicBezTo>
                    <a:pt x="577" y="363"/>
                    <a:pt x="577" y="363"/>
                    <a:pt x="577" y="363"/>
                  </a:cubicBezTo>
                  <a:cubicBezTo>
                    <a:pt x="577" y="366"/>
                    <a:pt x="577" y="366"/>
                    <a:pt x="577" y="366"/>
                  </a:cubicBezTo>
                  <a:cubicBezTo>
                    <a:pt x="578" y="366"/>
                    <a:pt x="578" y="366"/>
                    <a:pt x="578" y="366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8" y="368"/>
                    <a:pt x="578" y="368"/>
                    <a:pt x="578" y="368"/>
                  </a:cubicBezTo>
                  <a:cubicBezTo>
                    <a:pt x="577" y="370"/>
                    <a:pt x="577" y="370"/>
                    <a:pt x="577" y="370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6" y="372"/>
                    <a:pt x="576" y="372"/>
                    <a:pt x="576" y="372"/>
                  </a:cubicBezTo>
                  <a:cubicBezTo>
                    <a:pt x="575" y="371"/>
                    <a:pt x="575" y="371"/>
                    <a:pt x="575" y="371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4"/>
                    <a:pt x="575" y="374"/>
                    <a:pt x="575" y="374"/>
                  </a:cubicBezTo>
                  <a:cubicBezTo>
                    <a:pt x="575" y="375"/>
                    <a:pt x="575" y="375"/>
                    <a:pt x="575" y="375"/>
                  </a:cubicBezTo>
                  <a:cubicBezTo>
                    <a:pt x="574" y="377"/>
                    <a:pt x="574" y="377"/>
                    <a:pt x="574" y="377"/>
                  </a:cubicBezTo>
                  <a:cubicBezTo>
                    <a:pt x="574" y="375"/>
                    <a:pt x="574" y="375"/>
                    <a:pt x="574" y="375"/>
                  </a:cubicBezTo>
                  <a:cubicBezTo>
                    <a:pt x="573" y="375"/>
                    <a:pt x="573" y="375"/>
                    <a:pt x="573" y="375"/>
                  </a:cubicBezTo>
                  <a:cubicBezTo>
                    <a:pt x="573" y="374"/>
                    <a:pt x="573" y="374"/>
                    <a:pt x="573" y="374"/>
                  </a:cubicBezTo>
                  <a:cubicBezTo>
                    <a:pt x="574" y="373"/>
                    <a:pt x="574" y="373"/>
                    <a:pt x="574" y="373"/>
                  </a:cubicBezTo>
                  <a:cubicBezTo>
                    <a:pt x="572" y="373"/>
                    <a:pt x="572" y="373"/>
                    <a:pt x="572" y="373"/>
                  </a:cubicBezTo>
                  <a:cubicBezTo>
                    <a:pt x="569" y="376"/>
                    <a:pt x="569" y="376"/>
                    <a:pt x="569" y="376"/>
                  </a:cubicBezTo>
                  <a:cubicBezTo>
                    <a:pt x="569" y="377"/>
                    <a:pt x="569" y="377"/>
                    <a:pt x="569" y="377"/>
                  </a:cubicBezTo>
                  <a:cubicBezTo>
                    <a:pt x="569" y="378"/>
                    <a:pt x="569" y="378"/>
                    <a:pt x="569" y="378"/>
                  </a:cubicBezTo>
                  <a:cubicBezTo>
                    <a:pt x="568" y="378"/>
                    <a:pt x="568" y="378"/>
                    <a:pt x="568" y="378"/>
                  </a:cubicBezTo>
                  <a:cubicBezTo>
                    <a:pt x="567" y="377"/>
                    <a:pt x="567" y="377"/>
                    <a:pt x="567" y="377"/>
                  </a:cubicBezTo>
                  <a:cubicBezTo>
                    <a:pt x="565" y="376"/>
                    <a:pt x="565" y="376"/>
                    <a:pt x="565" y="376"/>
                  </a:cubicBezTo>
                  <a:cubicBezTo>
                    <a:pt x="564" y="376"/>
                    <a:pt x="564" y="376"/>
                    <a:pt x="564" y="376"/>
                  </a:cubicBezTo>
                  <a:cubicBezTo>
                    <a:pt x="565" y="375"/>
                    <a:pt x="565" y="375"/>
                    <a:pt x="565" y="375"/>
                  </a:cubicBezTo>
                  <a:cubicBezTo>
                    <a:pt x="564" y="374"/>
                    <a:pt x="564" y="374"/>
                    <a:pt x="564" y="374"/>
                  </a:cubicBezTo>
                  <a:cubicBezTo>
                    <a:pt x="564" y="371"/>
                    <a:pt x="564" y="371"/>
                    <a:pt x="564" y="371"/>
                  </a:cubicBezTo>
                  <a:cubicBezTo>
                    <a:pt x="563" y="370"/>
                    <a:pt x="563" y="370"/>
                    <a:pt x="563" y="370"/>
                  </a:cubicBezTo>
                  <a:cubicBezTo>
                    <a:pt x="563" y="369"/>
                    <a:pt x="563" y="369"/>
                    <a:pt x="563" y="369"/>
                  </a:cubicBezTo>
                  <a:cubicBezTo>
                    <a:pt x="562" y="369"/>
                    <a:pt x="562" y="369"/>
                    <a:pt x="562" y="369"/>
                  </a:cubicBezTo>
                  <a:cubicBezTo>
                    <a:pt x="561" y="368"/>
                    <a:pt x="561" y="368"/>
                    <a:pt x="561" y="368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60" y="367"/>
                    <a:pt x="560" y="367"/>
                    <a:pt x="560" y="367"/>
                  </a:cubicBezTo>
                  <a:cubicBezTo>
                    <a:pt x="559" y="366"/>
                    <a:pt x="559" y="366"/>
                    <a:pt x="559" y="366"/>
                  </a:cubicBezTo>
                  <a:cubicBezTo>
                    <a:pt x="560" y="365"/>
                    <a:pt x="560" y="365"/>
                    <a:pt x="560" y="365"/>
                  </a:cubicBezTo>
                  <a:cubicBezTo>
                    <a:pt x="559" y="363"/>
                    <a:pt x="559" y="363"/>
                    <a:pt x="559" y="363"/>
                  </a:cubicBezTo>
                  <a:cubicBezTo>
                    <a:pt x="558" y="363"/>
                    <a:pt x="558" y="363"/>
                    <a:pt x="558" y="363"/>
                  </a:cubicBezTo>
                  <a:cubicBezTo>
                    <a:pt x="558" y="361"/>
                    <a:pt x="558" y="361"/>
                    <a:pt x="558" y="361"/>
                  </a:cubicBezTo>
                  <a:cubicBezTo>
                    <a:pt x="556" y="360"/>
                    <a:pt x="556" y="360"/>
                    <a:pt x="556" y="360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556" y="357"/>
                    <a:pt x="556" y="357"/>
                    <a:pt x="556" y="357"/>
                  </a:cubicBezTo>
                  <a:cubicBezTo>
                    <a:pt x="558" y="355"/>
                    <a:pt x="558" y="355"/>
                    <a:pt x="558" y="355"/>
                  </a:cubicBezTo>
                  <a:cubicBezTo>
                    <a:pt x="558" y="353"/>
                    <a:pt x="558" y="353"/>
                    <a:pt x="558" y="353"/>
                  </a:cubicBezTo>
                  <a:cubicBezTo>
                    <a:pt x="558" y="352"/>
                    <a:pt x="558" y="352"/>
                    <a:pt x="558" y="352"/>
                  </a:cubicBezTo>
                  <a:cubicBezTo>
                    <a:pt x="560" y="349"/>
                    <a:pt x="560" y="349"/>
                    <a:pt x="560" y="349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5"/>
                    <a:pt x="560" y="345"/>
                    <a:pt x="560" y="345"/>
                  </a:cubicBezTo>
                  <a:cubicBezTo>
                    <a:pt x="560" y="344"/>
                    <a:pt x="560" y="344"/>
                    <a:pt x="560" y="344"/>
                  </a:cubicBezTo>
                  <a:cubicBezTo>
                    <a:pt x="561" y="342"/>
                    <a:pt x="561" y="342"/>
                    <a:pt x="561" y="342"/>
                  </a:cubicBezTo>
                  <a:cubicBezTo>
                    <a:pt x="562" y="341"/>
                    <a:pt x="562" y="341"/>
                    <a:pt x="562" y="341"/>
                  </a:cubicBezTo>
                  <a:cubicBezTo>
                    <a:pt x="562" y="339"/>
                    <a:pt x="562" y="339"/>
                    <a:pt x="562" y="339"/>
                  </a:cubicBezTo>
                  <a:cubicBezTo>
                    <a:pt x="564" y="336"/>
                    <a:pt x="564" y="336"/>
                    <a:pt x="564" y="336"/>
                  </a:cubicBezTo>
                  <a:cubicBezTo>
                    <a:pt x="563" y="333"/>
                    <a:pt x="563" y="333"/>
                    <a:pt x="563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2" y="333"/>
                    <a:pt x="562" y="333"/>
                    <a:pt x="562" y="333"/>
                  </a:cubicBezTo>
                  <a:cubicBezTo>
                    <a:pt x="561" y="333"/>
                    <a:pt x="561" y="333"/>
                    <a:pt x="561" y="333"/>
                  </a:cubicBezTo>
                  <a:cubicBezTo>
                    <a:pt x="559" y="333"/>
                    <a:pt x="559" y="333"/>
                    <a:pt x="559" y="333"/>
                  </a:cubicBezTo>
                  <a:cubicBezTo>
                    <a:pt x="556" y="333"/>
                    <a:pt x="556" y="333"/>
                    <a:pt x="556" y="333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4" y="332"/>
                    <a:pt x="554" y="332"/>
                    <a:pt x="554" y="332"/>
                  </a:cubicBezTo>
                  <a:cubicBezTo>
                    <a:pt x="553" y="331"/>
                    <a:pt x="553" y="331"/>
                    <a:pt x="553" y="331"/>
                  </a:cubicBezTo>
                  <a:cubicBezTo>
                    <a:pt x="549" y="331"/>
                    <a:pt x="549" y="331"/>
                    <a:pt x="549" y="331"/>
                  </a:cubicBezTo>
                  <a:cubicBezTo>
                    <a:pt x="548" y="332"/>
                    <a:pt x="548" y="332"/>
                    <a:pt x="548" y="332"/>
                  </a:cubicBezTo>
                  <a:cubicBezTo>
                    <a:pt x="547" y="331"/>
                    <a:pt x="547" y="331"/>
                    <a:pt x="547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3" y="329"/>
                    <a:pt x="543" y="329"/>
                    <a:pt x="543" y="329"/>
                  </a:cubicBezTo>
                  <a:cubicBezTo>
                    <a:pt x="543" y="328"/>
                    <a:pt x="543" y="328"/>
                    <a:pt x="543" y="328"/>
                  </a:cubicBezTo>
                  <a:cubicBezTo>
                    <a:pt x="540" y="325"/>
                    <a:pt x="540" y="325"/>
                    <a:pt x="540" y="325"/>
                  </a:cubicBezTo>
                  <a:cubicBezTo>
                    <a:pt x="539" y="325"/>
                    <a:pt x="539" y="325"/>
                    <a:pt x="539" y="325"/>
                  </a:cubicBezTo>
                  <a:cubicBezTo>
                    <a:pt x="537" y="323"/>
                    <a:pt x="537" y="323"/>
                    <a:pt x="537" y="323"/>
                  </a:cubicBezTo>
                  <a:cubicBezTo>
                    <a:pt x="536" y="323"/>
                    <a:pt x="536" y="323"/>
                    <a:pt x="536" y="323"/>
                  </a:cubicBezTo>
                  <a:cubicBezTo>
                    <a:pt x="533" y="321"/>
                    <a:pt x="533" y="321"/>
                    <a:pt x="533" y="321"/>
                  </a:cubicBezTo>
                  <a:cubicBezTo>
                    <a:pt x="532" y="320"/>
                    <a:pt x="532" y="320"/>
                    <a:pt x="532" y="320"/>
                  </a:cubicBezTo>
                  <a:cubicBezTo>
                    <a:pt x="531" y="320"/>
                    <a:pt x="531" y="320"/>
                    <a:pt x="531" y="320"/>
                  </a:cubicBezTo>
                  <a:cubicBezTo>
                    <a:pt x="530" y="318"/>
                    <a:pt x="530" y="318"/>
                    <a:pt x="530" y="318"/>
                  </a:cubicBezTo>
                  <a:cubicBezTo>
                    <a:pt x="529" y="317"/>
                    <a:pt x="529" y="317"/>
                    <a:pt x="529" y="317"/>
                  </a:cubicBezTo>
                  <a:cubicBezTo>
                    <a:pt x="529" y="315"/>
                    <a:pt x="529" y="315"/>
                    <a:pt x="529" y="315"/>
                  </a:cubicBezTo>
                  <a:cubicBezTo>
                    <a:pt x="528" y="315"/>
                    <a:pt x="528" y="315"/>
                    <a:pt x="528" y="315"/>
                  </a:cubicBezTo>
                  <a:cubicBezTo>
                    <a:pt x="527" y="312"/>
                    <a:pt x="527" y="312"/>
                    <a:pt x="527" y="312"/>
                  </a:cubicBezTo>
                  <a:cubicBezTo>
                    <a:pt x="525" y="312"/>
                    <a:pt x="525" y="312"/>
                    <a:pt x="525" y="312"/>
                  </a:cubicBezTo>
                  <a:cubicBezTo>
                    <a:pt x="523" y="310"/>
                    <a:pt x="523" y="310"/>
                    <a:pt x="523" y="310"/>
                  </a:cubicBezTo>
                  <a:cubicBezTo>
                    <a:pt x="522" y="309"/>
                    <a:pt x="522" y="309"/>
                    <a:pt x="522" y="309"/>
                  </a:cubicBezTo>
                  <a:cubicBezTo>
                    <a:pt x="521" y="309"/>
                    <a:pt x="521" y="309"/>
                    <a:pt x="521" y="309"/>
                  </a:cubicBezTo>
                  <a:cubicBezTo>
                    <a:pt x="518" y="308"/>
                    <a:pt x="518" y="308"/>
                    <a:pt x="518" y="308"/>
                  </a:cubicBezTo>
                  <a:cubicBezTo>
                    <a:pt x="515" y="306"/>
                    <a:pt x="515" y="306"/>
                    <a:pt x="515" y="306"/>
                  </a:cubicBezTo>
                  <a:cubicBezTo>
                    <a:pt x="512" y="303"/>
                    <a:pt x="512" y="303"/>
                    <a:pt x="512" y="303"/>
                  </a:cubicBezTo>
                  <a:cubicBezTo>
                    <a:pt x="509" y="304"/>
                    <a:pt x="509" y="304"/>
                    <a:pt x="509" y="304"/>
                  </a:cubicBezTo>
                  <a:cubicBezTo>
                    <a:pt x="499" y="307"/>
                    <a:pt x="499" y="307"/>
                    <a:pt x="499" y="307"/>
                  </a:cubicBezTo>
                  <a:cubicBezTo>
                    <a:pt x="503" y="303"/>
                    <a:pt x="503" y="303"/>
                    <a:pt x="503" y="303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504" y="298"/>
                    <a:pt x="504" y="298"/>
                    <a:pt x="504" y="298"/>
                  </a:cubicBezTo>
                  <a:cubicBezTo>
                    <a:pt x="503" y="297"/>
                    <a:pt x="503" y="297"/>
                    <a:pt x="503" y="297"/>
                  </a:cubicBezTo>
                  <a:cubicBezTo>
                    <a:pt x="504" y="294"/>
                    <a:pt x="504" y="294"/>
                    <a:pt x="504" y="294"/>
                  </a:cubicBezTo>
                  <a:cubicBezTo>
                    <a:pt x="504" y="291"/>
                    <a:pt x="504" y="291"/>
                    <a:pt x="504" y="291"/>
                  </a:cubicBezTo>
                  <a:cubicBezTo>
                    <a:pt x="503" y="289"/>
                    <a:pt x="503" y="289"/>
                    <a:pt x="503" y="289"/>
                  </a:cubicBezTo>
                  <a:cubicBezTo>
                    <a:pt x="503" y="287"/>
                    <a:pt x="503" y="287"/>
                    <a:pt x="503" y="287"/>
                  </a:cubicBezTo>
                  <a:cubicBezTo>
                    <a:pt x="503" y="286"/>
                    <a:pt x="503" y="286"/>
                    <a:pt x="503" y="286"/>
                  </a:cubicBezTo>
                  <a:cubicBezTo>
                    <a:pt x="504" y="284"/>
                    <a:pt x="504" y="284"/>
                    <a:pt x="504" y="284"/>
                  </a:cubicBezTo>
                  <a:cubicBezTo>
                    <a:pt x="502" y="283"/>
                    <a:pt x="502" y="283"/>
                    <a:pt x="502" y="283"/>
                  </a:cubicBezTo>
                  <a:cubicBezTo>
                    <a:pt x="497" y="283"/>
                    <a:pt x="497" y="283"/>
                    <a:pt x="497" y="283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5" y="284"/>
                    <a:pt x="495" y="284"/>
                    <a:pt x="495" y="284"/>
                  </a:cubicBezTo>
                  <a:cubicBezTo>
                    <a:pt x="495" y="283"/>
                    <a:pt x="495" y="283"/>
                    <a:pt x="495" y="283"/>
                  </a:cubicBezTo>
                  <a:cubicBezTo>
                    <a:pt x="495" y="282"/>
                    <a:pt x="495" y="282"/>
                    <a:pt x="495" y="282"/>
                  </a:cubicBezTo>
                  <a:cubicBezTo>
                    <a:pt x="495" y="281"/>
                    <a:pt x="495" y="281"/>
                    <a:pt x="495" y="281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4" y="279"/>
                    <a:pt x="494" y="279"/>
                    <a:pt x="494" y="279"/>
                  </a:cubicBezTo>
                  <a:cubicBezTo>
                    <a:pt x="495" y="279"/>
                    <a:pt x="495" y="279"/>
                    <a:pt x="495" y="279"/>
                  </a:cubicBezTo>
                  <a:cubicBezTo>
                    <a:pt x="496" y="277"/>
                    <a:pt x="496" y="277"/>
                    <a:pt x="496" y="277"/>
                  </a:cubicBezTo>
                  <a:cubicBezTo>
                    <a:pt x="497" y="275"/>
                    <a:pt x="497" y="275"/>
                    <a:pt x="497" y="275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72"/>
                    <a:pt x="497" y="272"/>
                    <a:pt x="497" y="272"/>
                  </a:cubicBezTo>
                  <a:cubicBezTo>
                    <a:pt x="497" y="269"/>
                    <a:pt x="497" y="269"/>
                    <a:pt x="497" y="269"/>
                  </a:cubicBezTo>
                  <a:cubicBezTo>
                    <a:pt x="499" y="269"/>
                    <a:pt x="499" y="269"/>
                    <a:pt x="499" y="269"/>
                  </a:cubicBezTo>
                  <a:cubicBezTo>
                    <a:pt x="499" y="267"/>
                    <a:pt x="499" y="267"/>
                    <a:pt x="499" y="267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1" y="263"/>
                    <a:pt x="501" y="263"/>
                    <a:pt x="501" y="263"/>
                  </a:cubicBezTo>
                  <a:cubicBezTo>
                    <a:pt x="502" y="261"/>
                    <a:pt x="502" y="261"/>
                    <a:pt x="502" y="261"/>
                  </a:cubicBezTo>
                  <a:cubicBezTo>
                    <a:pt x="502" y="260"/>
                    <a:pt x="502" y="260"/>
                    <a:pt x="502" y="260"/>
                  </a:cubicBezTo>
                  <a:cubicBezTo>
                    <a:pt x="503" y="260"/>
                    <a:pt x="503" y="260"/>
                    <a:pt x="503" y="260"/>
                  </a:cubicBezTo>
                  <a:cubicBezTo>
                    <a:pt x="505" y="259"/>
                    <a:pt x="505" y="259"/>
                    <a:pt x="505" y="259"/>
                  </a:cubicBezTo>
                  <a:cubicBezTo>
                    <a:pt x="505" y="258"/>
                    <a:pt x="505" y="258"/>
                    <a:pt x="505" y="258"/>
                  </a:cubicBezTo>
                  <a:cubicBezTo>
                    <a:pt x="506" y="257"/>
                    <a:pt x="506" y="257"/>
                    <a:pt x="506" y="257"/>
                  </a:cubicBezTo>
                  <a:cubicBezTo>
                    <a:pt x="508" y="255"/>
                    <a:pt x="508" y="255"/>
                    <a:pt x="508" y="255"/>
                  </a:cubicBezTo>
                  <a:cubicBezTo>
                    <a:pt x="510" y="254"/>
                    <a:pt x="510" y="254"/>
                    <a:pt x="510" y="254"/>
                  </a:cubicBezTo>
                  <a:cubicBezTo>
                    <a:pt x="510" y="253"/>
                    <a:pt x="510" y="253"/>
                    <a:pt x="510" y="253"/>
                  </a:cubicBezTo>
                  <a:cubicBezTo>
                    <a:pt x="510" y="252"/>
                    <a:pt x="510" y="252"/>
                    <a:pt x="510" y="252"/>
                  </a:cubicBezTo>
                  <a:cubicBezTo>
                    <a:pt x="511" y="252"/>
                    <a:pt x="511" y="252"/>
                    <a:pt x="511" y="252"/>
                  </a:cubicBezTo>
                  <a:cubicBezTo>
                    <a:pt x="512" y="251"/>
                    <a:pt x="512" y="251"/>
                    <a:pt x="512" y="251"/>
                  </a:cubicBezTo>
                  <a:cubicBezTo>
                    <a:pt x="511" y="250"/>
                    <a:pt x="511" y="250"/>
                    <a:pt x="511" y="250"/>
                  </a:cubicBezTo>
                  <a:cubicBezTo>
                    <a:pt x="513" y="249"/>
                    <a:pt x="513" y="249"/>
                    <a:pt x="513" y="249"/>
                  </a:cubicBezTo>
                  <a:cubicBezTo>
                    <a:pt x="514" y="247"/>
                    <a:pt x="514" y="247"/>
                    <a:pt x="514" y="247"/>
                  </a:cubicBezTo>
                  <a:cubicBezTo>
                    <a:pt x="515" y="248"/>
                    <a:pt x="515" y="248"/>
                    <a:pt x="515" y="248"/>
                  </a:cubicBezTo>
                  <a:cubicBezTo>
                    <a:pt x="515" y="246"/>
                    <a:pt x="515" y="246"/>
                    <a:pt x="515" y="246"/>
                  </a:cubicBezTo>
                  <a:cubicBezTo>
                    <a:pt x="516" y="245"/>
                    <a:pt x="516" y="245"/>
                    <a:pt x="516" y="245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5" y="243"/>
                    <a:pt x="515" y="243"/>
                    <a:pt x="515" y="243"/>
                  </a:cubicBezTo>
                  <a:cubicBezTo>
                    <a:pt x="515" y="244"/>
                    <a:pt x="515" y="244"/>
                    <a:pt x="515" y="244"/>
                  </a:cubicBezTo>
                  <a:cubicBezTo>
                    <a:pt x="517" y="245"/>
                    <a:pt x="517" y="245"/>
                    <a:pt x="517" y="245"/>
                  </a:cubicBezTo>
                  <a:cubicBezTo>
                    <a:pt x="517" y="246"/>
                    <a:pt x="517" y="246"/>
                    <a:pt x="517" y="246"/>
                  </a:cubicBezTo>
                  <a:cubicBezTo>
                    <a:pt x="519" y="245"/>
                    <a:pt x="519" y="245"/>
                    <a:pt x="519" y="245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9" y="242"/>
                    <a:pt x="519" y="242"/>
                    <a:pt x="519" y="242"/>
                  </a:cubicBezTo>
                  <a:cubicBezTo>
                    <a:pt x="520" y="242"/>
                    <a:pt x="520" y="242"/>
                    <a:pt x="520" y="242"/>
                  </a:cubicBezTo>
                  <a:cubicBezTo>
                    <a:pt x="521" y="242"/>
                    <a:pt x="521" y="242"/>
                    <a:pt x="521" y="242"/>
                  </a:cubicBezTo>
                  <a:cubicBezTo>
                    <a:pt x="522" y="243"/>
                    <a:pt x="522" y="243"/>
                    <a:pt x="522" y="243"/>
                  </a:cubicBezTo>
                  <a:cubicBezTo>
                    <a:pt x="522" y="242"/>
                    <a:pt x="522" y="242"/>
                    <a:pt x="522" y="242"/>
                  </a:cubicBezTo>
                  <a:cubicBezTo>
                    <a:pt x="523" y="243"/>
                    <a:pt x="523" y="243"/>
                    <a:pt x="523" y="243"/>
                  </a:cubicBezTo>
                  <a:cubicBezTo>
                    <a:pt x="525" y="240"/>
                    <a:pt x="525" y="240"/>
                    <a:pt x="525" y="240"/>
                  </a:cubicBezTo>
                  <a:cubicBezTo>
                    <a:pt x="525" y="239"/>
                    <a:pt x="525" y="239"/>
                    <a:pt x="525" y="239"/>
                  </a:cubicBezTo>
                  <a:cubicBezTo>
                    <a:pt x="524" y="238"/>
                    <a:pt x="524" y="238"/>
                    <a:pt x="524" y="238"/>
                  </a:cubicBezTo>
                  <a:cubicBezTo>
                    <a:pt x="528" y="239"/>
                    <a:pt x="528" y="239"/>
                    <a:pt x="528" y="239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7" y="237"/>
                    <a:pt x="527" y="237"/>
                    <a:pt x="527" y="237"/>
                  </a:cubicBezTo>
                  <a:cubicBezTo>
                    <a:pt x="528" y="237"/>
                    <a:pt x="528" y="237"/>
                    <a:pt x="528" y="237"/>
                  </a:cubicBezTo>
                  <a:cubicBezTo>
                    <a:pt x="530" y="236"/>
                    <a:pt x="530" y="236"/>
                    <a:pt x="530" y="236"/>
                  </a:cubicBezTo>
                  <a:cubicBezTo>
                    <a:pt x="528" y="233"/>
                    <a:pt x="528" y="233"/>
                    <a:pt x="528" y="233"/>
                  </a:cubicBezTo>
                  <a:cubicBezTo>
                    <a:pt x="527" y="230"/>
                    <a:pt x="527" y="230"/>
                    <a:pt x="527" y="230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7"/>
                    <a:pt x="526" y="227"/>
                    <a:pt x="526" y="227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9" y="232"/>
                    <a:pt x="529" y="232"/>
                    <a:pt x="529" y="232"/>
                  </a:cubicBezTo>
                  <a:cubicBezTo>
                    <a:pt x="532" y="233"/>
                    <a:pt x="532" y="233"/>
                    <a:pt x="532" y="233"/>
                  </a:cubicBezTo>
                  <a:cubicBezTo>
                    <a:pt x="533" y="234"/>
                    <a:pt x="533" y="234"/>
                    <a:pt x="533" y="234"/>
                  </a:cubicBezTo>
                  <a:cubicBezTo>
                    <a:pt x="535" y="234"/>
                    <a:pt x="535" y="234"/>
                    <a:pt x="535" y="234"/>
                  </a:cubicBezTo>
                  <a:cubicBezTo>
                    <a:pt x="536" y="233"/>
                    <a:pt x="536" y="233"/>
                    <a:pt x="536" y="233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40" y="231"/>
                    <a:pt x="540" y="231"/>
                    <a:pt x="540" y="231"/>
                  </a:cubicBezTo>
                  <a:cubicBezTo>
                    <a:pt x="540" y="227"/>
                    <a:pt x="540" y="227"/>
                    <a:pt x="540" y="227"/>
                  </a:cubicBezTo>
                  <a:cubicBezTo>
                    <a:pt x="537" y="224"/>
                    <a:pt x="537" y="224"/>
                    <a:pt x="537" y="224"/>
                  </a:cubicBezTo>
                  <a:cubicBezTo>
                    <a:pt x="537" y="222"/>
                    <a:pt x="537" y="222"/>
                    <a:pt x="537" y="222"/>
                  </a:cubicBezTo>
                  <a:cubicBezTo>
                    <a:pt x="536" y="221"/>
                    <a:pt x="536" y="221"/>
                    <a:pt x="536" y="221"/>
                  </a:cubicBezTo>
                  <a:cubicBezTo>
                    <a:pt x="537" y="221"/>
                    <a:pt x="537" y="221"/>
                    <a:pt x="537" y="221"/>
                  </a:cubicBezTo>
                  <a:cubicBezTo>
                    <a:pt x="538" y="223"/>
                    <a:pt x="538" y="223"/>
                    <a:pt x="538" y="223"/>
                  </a:cubicBezTo>
                  <a:cubicBezTo>
                    <a:pt x="539" y="224"/>
                    <a:pt x="539" y="224"/>
                    <a:pt x="539" y="224"/>
                  </a:cubicBezTo>
                  <a:cubicBezTo>
                    <a:pt x="539" y="225"/>
                    <a:pt x="539" y="225"/>
                    <a:pt x="539" y="225"/>
                  </a:cubicBezTo>
                  <a:cubicBezTo>
                    <a:pt x="541" y="225"/>
                    <a:pt x="541" y="225"/>
                    <a:pt x="541" y="225"/>
                  </a:cubicBezTo>
                  <a:cubicBezTo>
                    <a:pt x="542" y="227"/>
                    <a:pt x="542" y="227"/>
                    <a:pt x="542" y="227"/>
                  </a:cubicBezTo>
                  <a:cubicBezTo>
                    <a:pt x="543" y="224"/>
                    <a:pt x="543" y="224"/>
                    <a:pt x="543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4" y="224"/>
                    <a:pt x="544" y="224"/>
                    <a:pt x="544" y="224"/>
                  </a:cubicBezTo>
                  <a:cubicBezTo>
                    <a:pt x="546" y="225"/>
                    <a:pt x="546" y="225"/>
                    <a:pt x="546" y="225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48" y="222"/>
                    <a:pt x="548" y="222"/>
                    <a:pt x="548" y="222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0" y="217"/>
                    <a:pt x="550" y="217"/>
                    <a:pt x="550" y="217"/>
                  </a:cubicBezTo>
                  <a:cubicBezTo>
                    <a:pt x="551" y="217"/>
                    <a:pt x="551" y="217"/>
                    <a:pt x="551" y="217"/>
                  </a:cubicBezTo>
                  <a:cubicBezTo>
                    <a:pt x="549" y="219"/>
                    <a:pt x="549" y="219"/>
                    <a:pt x="549" y="219"/>
                  </a:cubicBezTo>
                  <a:cubicBezTo>
                    <a:pt x="551" y="219"/>
                    <a:pt x="551" y="219"/>
                    <a:pt x="551" y="219"/>
                  </a:cubicBezTo>
                  <a:cubicBezTo>
                    <a:pt x="551" y="221"/>
                    <a:pt x="551" y="221"/>
                    <a:pt x="551" y="221"/>
                  </a:cubicBezTo>
                  <a:cubicBezTo>
                    <a:pt x="552" y="219"/>
                    <a:pt x="552" y="219"/>
                    <a:pt x="552" y="219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5" y="222"/>
                    <a:pt x="555" y="222"/>
                    <a:pt x="555" y="222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6" y="221"/>
                    <a:pt x="556" y="221"/>
                    <a:pt x="556" y="221"/>
                  </a:cubicBezTo>
                  <a:cubicBezTo>
                    <a:pt x="557" y="221"/>
                    <a:pt x="557" y="221"/>
                    <a:pt x="557" y="221"/>
                  </a:cubicBezTo>
                  <a:cubicBezTo>
                    <a:pt x="559" y="221"/>
                    <a:pt x="559" y="221"/>
                    <a:pt x="559" y="221"/>
                  </a:cubicBezTo>
                  <a:cubicBezTo>
                    <a:pt x="560" y="219"/>
                    <a:pt x="560" y="219"/>
                    <a:pt x="560" y="219"/>
                  </a:cubicBezTo>
                  <a:cubicBezTo>
                    <a:pt x="562" y="218"/>
                    <a:pt x="562" y="218"/>
                    <a:pt x="562" y="218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67" y="212"/>
                    <a:pt x="567" y="212"/>
                    <a:pt x="567" y="212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70" y="210"/>
                    <a:pt x="570" y="210"/>
                    <a:pt x="570" y="210"/>
                  </a:cubicBezTo>
                  <a:cubicBezTo>
                    <a:pt x="571" y="209"/>
                    <a:pt x="571" y="209"/>
                    <a:pt x="571" y="209"/>
                  </a:cubicBezTo>
                  <a:cubicBezTo>
                    <a:pt x="573" y="208"/>
                    <a:pt x="573" y="208"/>
                    <a:pt x="573" y="208"/>
                  </a:cubicBezTo>
                  <a:cubicBezTo>
                    <a:pt x="574" y="207"/>
                    <a:pt x="574" y="207"/>
                    <a:pt x="574" y="207"/>
                  </a:cubicBezTo>
                  <a:cubicBezTo>
                    <a:pt x="574" y="205"/>
                    <a:pt x="574" y="205"/>
                    <a:pt x="574" y="205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65" y="203"/>
                    <a:pt x="565" y="203"/>
                    <a:pt x="565" y="203"/>
                  </a:cubicBezTo>
                  <a:cubicBezTo>
                    <a:pt x="563" y="202"/>
                    <a:pt x="563" y="202"/>
                    <a:pt x="563" y="202"/>
                  </a:cubicBezTo>
                  <a:cubicBezTo>
                    <a:pt x="562" y="200"/>
                    <a:pt x="562" y="200"/>
                    <a:pt x="562" y="200"/>
                  </a:cubicBezTo>
                  <a:cubicBezTo>
                    <a:pt x="560" y="197"/>
                    <a:pt x="560" y="197"/>
                    <a:pt x="560" y="197"/>
                  </a:cubicBezTo>
                  <a:cubicBezTo>
                    <a:pt x="559" y="196"/>
                    <a:pt x="559" y="196"/>
                    <a:pt x="559" y="196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59" y="194"/>
                    <a:pt x="559" y="194"/>
                    <a:pt x="559" y="194"/>
                  </a:cubicBezTo>
                  <a:cubicBezTo>
                    <a:pt x="560" y="194"/>
                    <a:pt x="560" y="194"/>
                    <a:pt x="560" y="194"/>
                  </a:cubicBezTo>
                  <a:cubicBezTo>
                    <a:pt x="560" y="193"/>
                    <a:pt x="560" y="193"/>
                    <a:pt x="560" y="193"/>
                  </a:cubicBezTo>
                  <a:cubicBezTo>
                    <a:pt x="561" y="194"/>
                    <a:pt x="561" y="194"/>
                    <a:pt x="561" y="194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4" y="197"/>
                    <a:pt x="564" y="197"/>
                    <a:pt x="564" y="197"/>
                  </a:cubicBezTo>
                  <a:cubicBezTo>
                    <a:pt x="563" y="197"/>
                    <a:pt x="563" y="197"/>
                    <a:pt x="563" y="197"/>
                  </a:cubicBezTo>
                  <a:cubicBezTo>
                    <a:pt x="563" y="199"/>
                    <a:pt x="563" y="199"/>
                    <a:pt x="563" y="199"/>
                  </a:cubicBezTo>
                  <a:cubicBezTo>
                    <a:pt x="566" y="200"/>
                    <a:pt x="566" y="200"/>
                    <a:pt x="566" y="200"/>
                  </a:cubicBezTo>
                  <a:cubicBezTo>
                    <a:pt x="566" y="201"/>
                    <a:pt x="566" y="201"/>
                    <a:pt x="566" y="201"/>
                  </a:cubicBezTo>
                  <a:cubicBezTo>
                    <a:pt x="568" y="203"/>
                    <a:pt x="568" y="203"/>
                    <a:pt x="568" y="203"/>
                  </a:cubicBezTo>
                  <a:cubicBezTo>
                    <a:pt x="573" y="204"/>
                    <a:pt x="573" y="204"/>
                    <a:pt x="573" y="204"/>
                  </a:cubicBezTo>
                  <a:cubicBezTo>
                    <a:pt x="574" y="203"/>
                    <a:pt x="574" y="203"/>
                    <a:pt x="574" y="203"/>
                  </a:cubicBezTo>
                  <a:cubicBezTo>
                    <a:pt x="575" y="202"/>
                    <a:pt x="575" y="202"/>
                    <a:pt x="575" y="202"/>
                  </a:cubicBezTo>
                  <a:cubicBezTo>
                    <a:pt x="576" y="201"/>
                    <a:pt x="576" y="201"/>
                    <a:pt x="576" y="201"/>
                  </a:cubicBezTo>
                  <a:cubicBezTo>
                    <a:pt x="577" y="202"/>
                    <a:pt x="577" y="202"/>
                    <a:pt x="577" y="202"/>
                  </a:cubicBezTo>
                  <a:cubicBezTo>
                    <a:pt x="580" y="197"/>
                    <a:pt x="580" y="197"/>
                    <a:pt x="580" y="197"/>
                  </a:cubicBezTo>
                  <a:cubicBezTo>
                    <a:pt x="584" y="195"/>
                    <a:pt x="584" y="195"/>
                    <a:pt x="584" y="195"/>
                  </a:cubicBezTo>
                  <a:cubicBezTo>
                    <a:pt x="585" y="195"/>
                    <a:pt x="585" y="195"/>
                    <a:pt x="585" y="195"/>
                  </a:cubicBezTo>
                  <a:cubicBezTo>
                    <a:pt x="586" y="192"/>
                    <a:pt x="586" y="192"/>
                    <a:pt x="586" y="192"/>
                  </a:cubicBezTo>
                  <a:cubicBezTo>
                    <a:pt x="585" y="190"/>
                    <a:pt x="585" y="190"/>
                    <a:pt x="585" y="190"/>
                  </a:cubicBezTo>
                  <a:cubicBezTo>
                    <a:pt x="583" y="190"/>
                    <a:pt x="583" y="190"/>
                    <a:pt x="583" y="190"/>
                  </a:cubicBezTo>
                  <a:cubicBezTo>
                    <a:pt x="583" y="189"/>
                    <a:pt x="583" y="189"/>
                    <a:pt x="583" y="189"/>
                  </a:cubicBezTo>
                  <a:cubicBezTo>
                    <a:pt x="583" y="188"/>
                    <a:pt x="583" y="188"/>
                    <a:pt x="583" y="188"/>
                  </a:cubicBezTo>
                  <a:cubicBezTo>
                    <a:pt x="584" y="188"/>
                    <a:pt x="584" y="188"/>
                    <a:pt x="584" y="188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3" y="187"/>
                    <a:pt x="583" y="187"/>
                    <a:pt x="583" y="187"/>
                  </a:cubicBezTo>
                  <a:cubicBezTo>
                    <a:pt x="584" y="187"/>
                    <a:pt x="584" y="187"/>
                    <a:pt x="584" y="187"/>
                  </a:cubicBezTo>
                  <a:cubicBezTo>
                    <a:pt x="585" y="187"/>
                    <a:pt x="585" y="187"/>
                    <a:pt x="585" y="187"/>
                  </a:cubicBezTo>
                  <a:cubicBezTo>
                    <a:pt x="587" y="188"/>
                    <a:pt x="587" y="188"/>
                    <a:pt x="587" y="188"/>
                  </a:cubicBezTo>
                  <a:cubicBezTo>
                    <a:pt x="588" y="188"/>
                    <a:pt x="588" y="188"/>
                    <a:pt x="588" y="188"/>
                  </a:cubicBezTo>
                  <a:cubicBezTo>
                    <a:pt x="590" y="187"/>
                    <a:pt x="590" y="187"/>
                    <a:pt x="590" y="187"/>
                  </a:cubicBezTo>
                  <a:cubicBezTo>
                    <a:pt x="590" y="188"/>
                    <a:pt x="590" y="188"/>
                    <a:pt x="590" y="188"/>
                  </a:cubicBezTo>
                  <a:cubicBezTo>
                    <a:pt x="591" y="188"/>
                    <a:pt x="591" y="188"/>
                    <a:pt x="591" y="188"/>
                  </a:cubicBezTo>
                  <a:cubicBezTo>
                    <a:pt x="590" y="190"/>
                    <a:pt x="590" y="190"/>
                    <a:pt x="590" y="190"/>
                  </a:cubicBezTo>
                  <a:cubicBezTo>
                    <a:pt x="590" y="192"/>
                    <a:pt x="590" y="192"/>
                    <a:pt x="590" y="192"/>
                  </a:cubicBezTo>
                  <a:cubicBezTo>
                    <a:pt x="591" y="191"/>
                    <a:pt x="591" y="191"/>
                    <a:pt x="591" y="191"/>
                  </a:cubicBezTo>
                  <a:cubicBezTo>
                    <a:pt x="591" y="192"/>
                    <a:pt x="591" y="192"/>
                    <a:pt x="591" y="192"/>
                  </a:cubicBezTo>
                  <a:cubicBezTo>
                    <a:pt x="593" y="192"/>
                    <a:pt x="593" y="192"/>
                    <a:pt x="593" y="192"/>
                  </a:cubicBezTo>
                  <a:cubicBezTo>
                    <a:pt x="594" y="193"/>
                    <a:pt x="594" y="193"/>
                    <a:pt x="594" y="193"/>
                  </a:cubicBezTo>
                  <a:cubicBezTo>
                    <a:pt x="594" y="194"/>
                    <a:pt x="594" y="194"/>
                    <a:pt x="594" y="194"/>
                  </a:cubicBezTo>
                  <a:cubicBezTo>
                    <a:pt x="594" y="196"/>
                    <a:pt x="594" y="196"/>
                    <a:pt x="594" y="196"/>
                  </a:cubicBezTo>
                  <a:cubicBezTo>
                    <a:pt x="595" y="197"/>
                    <a:pt x="595" y="197"/>
                    <a:pt x="595" y="197"/>
                  </a:cubicBezTo>
                  <a:cubicBezTo>
                    <a:pt x="595" y="198"/>
                    <a:pt x="595" y="198"/>
                    <a:pt x="595" y="198"/>
                  </a:cubicBezTo>
                  <a:cubicBezTo>
                    <a:pt x="595" y="199"/>
                    <a:pt x="595" y="199"/>
                    <a:pt x="595" y="199"/>
                  </a:cubicBezTo>
                  <a:cubicBezTo>
                    <a:pt x="596" y="200"/>
                    <a:pt x="596" y="200"/>
                    <a:pt x="596" y="200"/>
                  </a:cubicBezTo>
                  <a:cubicBezTo>
                    <a:pt x="597" y="200"/>
                    <a:pt x="597" y="200"/>
                    <a:pt x="597" y="200"/>
                  </a:cubicBezTo>
                  <a:cubicBezTo>
                    <a:pt x="597" y="202"/>
                    <a:pt x="597" y="202"/>
                    <a:pt x="597" y="202"/>
                  </a:cubicBezTo>
                  <a:cubicBezTo>
                    <a:pt x="599" y="202"/>
                    <a:pt x="599" y="202"/>
                    <a:pt x="599" y="202"/>
                  </a:cubicBezTo>
                  <a:cubicBezTo>
                    <a:pt x="600" y="202"/>
                    <a:pt x="600" y="202"/>
                    <a:pt x="600" y="202"/>
                  </a:cubicBezTo>
                  <a:cubicBezTo>
                    <a:pt x="601" y="199"/>
                    <a:pt x="601" y="199"/>
                    <a:pt x="601" y="199"/>
                  </a:cubicBezTo>
                  <a:cubicBezTo>
                    <a:pt x="599" y="199"/>
                    <a:pt x="599" y="199"/>
                    <a:pt x="599" y="199"/>
                  </a:cubicBezTo>
                  <a:cubicBezTo>
                    <a:pt x="598" y="199"/>
                    <a:pt x="598" y="199"/>
                    <a:pt x="598" y="199"/>
                  </a:cubicBezTo>
                  <a:cubicBezTo>
                    <a:pt x="598" y="197"/>
                    <a:pt x="598" y="197"/>
                    <a:pt x="598" y="197"/>
                  </a:cubicBezTo>
                  <a:cubicBezTo>
                    <a:pt x="597" y="196"/>
                    <a:pt x="597" y="196"/>
                    <a:pt x="597" y="196"/>
                  </a:cubicBezTo>
                  <a:cubicBezTo>
                    <a:pt x="597" y="195"/>
                    <a:pt x="597" y="195"/>
                    <a:pt x="597" y="195"/>
                  </a:cubicBezTo>
                  <a:cubicBezTo>
                    <a:pt x="596" y="194"/>
                    <a:pt x="596" y="194"/>
                    <a:pt x="596" y="194"/>
                  </a:cubicBezTo>
                  <a:cubicBezTo>
                    <a:pt x="595" y="193"/>
                    <a:pt x="595" y="193"/>
                    <a:pt x="595" y="193"/>
                  </a:cubicBezTo>
                  <a:cubicBezTo>
                    <a:pt x="595" y="192"/>
                    <a:pt x="595" y="192"/>
                    <a:pt x="595" y="192"/>
                  </a:cubicBezTo>
                  <a:cubicBezTo>
                    <a:pt x="598" y="194"/>
                    <a:pt x="598" y="194"/>
                    <a:pt x="598" y="194"/>
                  </a:cubicBezTo>
                  <a:cubicBezTo>
                    <a:pt x="600" y="194"/>
                    <a:pt x="600" y="194"/>
                    <a:pt x="600" y="194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599" y="192"/>
                    <a:pt x="599" y="192"/>
                    <a:pt x="599" y="192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89"/>
                    <a:pt x="600" y="189"/>
                    <a:pt x="600" y="189"/>
                  </a:cubicBezTo>
                  <a:cubicBezTo>
                    <a:pt x="600" y="191"/>
                    <a:pt x="600" y="191"/>
                    <a:pt x="600" y="191"/>
                  </a:cubicBezTo>
                  <a:cubicBezTo>
                    <a:pt x="600" y="192"/>
                    <a:pt x="600" y="192"/>
                    <a:pt x="600" y="192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2" y="193"/>
                    <a:pt x="602" y="193"/>
                    <a:pt x="602" y="193"/>
                  </a:cubicBezTo>
                  <a:cubicBezTo>
                    <a:pt x="601" y="193"/>
                    <a:pt x="601" y="193"/>
                    <a:pt x="601" y="193"/>
                  </a:cubicBezTo>
                  <a:cubicBezTo>
                    <a:pt x="603" y="194"/>
                    <a:pt x="603" y="194"/>
                    <a:pt x="603" y="194"/>
                  </a:cubicBezTo>
                  <a:cubicBezTo>
                    <a:pt x="605" y="195"/>
                    <a:pt x="605" y="195"/>
                    <a:pt x="605" y="195"/>
                  </a:cubicBezTo>
                  <a:cubicBezTo>
                    <a:pt x="605" y="193"/>
                    <a:pt x="605" y="193"/>
                    <a:pt x="605" y="193"/>
                  </a:cubicBezTo>
                  <a:cubicBezTo>
                    <a:pt x="604" y="192"/>
                    <a:pt x="604" y="192"/>
                    <a:pt x="604" y="192"/>
                  </a:cubicBezTo>
                  <a:cubicBezTo>
                    <a:pt x="603" y="192"/>
                    <a:pt x="603" y="192"/>
                    <a:pt x="603" y="192"/>
                  </a:cubicBezTo>
                  <a:cubicBezTo>
                    <a:pt x="605" y="192"/>
                    <a:pt x="605" y="192"/>
                    <a:pt x="605" y="192"/>
                  </a:cubicBezTo>
                  <a:cubicBezTo>
                    <a:pt x="606" y="190"/>
                    <a:pt x="606" y="190"/>
                    <a:pt x="606" y="190"/>
                  </a:cubicBezTo>
                  <a:cubicBezTo>
                    <a:pt x="607" y="190"/>
                    <a:pt x="607" y="190"/>
                    <a:pt x="607" y="190"/>
                  </a:cubicBezTo>
                  <a:cubicBezTo>
                    <a:pt x="608" y="191"/>
                    <a:pt x="608" y="191"/>
                    <a:pt x="608" y="191"/>
                  </a:cubicBezTo>
                  <a:cubicBezTo>
                    <a:pt x="610" y="188"/>
                    <a:pt x="610" y="188"/>
                    <a:pt x="610" y="188"/>
                  </a:cubicBezTo>
                  <a:cubicBezTo>
                    <a:pt x="611" y="188"/>
                    <a:pt x="611" y="188"/>
                    <a:pt x="611" y="188"/>
                  </a:cubicBezTo>
                  <a:cubicBezTo>
                    <a:pt x="612" y="187"/>
                    <a:pt x="612" y="187"/>
                    <a:pt x="612" y="187"/>
                  </a:cubicBezTo>
                  <a:cubicBezTo>
                    <a:pt x="613" y="186"/>
                    <a:pt x="613" y="186"/>
                    <a:pt x="613" y="186"/>
                  </a:cubicBezTo>
                  <a:cubicBezTo>
                    <a:pt x="614" y="185"/>
                    <a:pt x="614" y="185"/>
                    <a:pt x="614" y="185"/>
                  </a:cubicBezTo>
                  <a:cubicBezTo>
                    <a:pt x="614" y="184"/>
                    <a:pt x="614" y="184"/>
                    <a:pt x="614" y="184"/>
                  </a:cubicBezTo>
                  <a:cubicBezTo>
                    <a:pt x="616" y="184"/>
                    <a:pt x="616" y="184"/>
                    <a:pt x="616" y="184"/>
                  </a:cubicBezTo>
                  <a:cubicBezTo>
                    <a:pt x="618" y="185"/>
                    <a:pt x="618" y="185"/>
                    <a:pt x="618" y="185"/>
                  </a:cubicBezTo>
                  <a:cubicBezTo>
                    <a:pt x="619" y="183"/>
                    <a:pt x="619" y="183"/>
                    <a:pt x="619" y="183"/>
                  </a:cubicBezTo>
                  <a:cubicBezTo>
                    <a:pt x="619" y="182"/>
                    <a:pt x="619" y="182"/>
                    <a:pt x="619" y="182"/>
                  </a:cubicBezTo>
                  <a:cubicBezTo>
                    <a:pt x="621" y="181"/>
                    <a:pt x="621" y="181"/>
                    <a:pt x="621" y="181"/>
                  </a:cubicBezTo>
                  <a:cubicBezTo>
                    <a:pt x="621" y="180"/>
                    <a:pt x="621" y="180"/>
                    <a:pt x="621" y="180"/>
                  </a:cubicBezTo>
                  <a:cubicBezTo>
                    <a:pt x="621" y="179"/>
                    <a:pt x="621" y="179"/>
                    <a:pt x="621" y="179"/>
                  </a:cubicBezTo>
                  <a:cubicBezTo>
                    <a:pt x="622" y="177"/>
                    <a:pt x="622" y="177"/>
                    <a:pt x="622" y="177"/>
                  </a:cubicBezTo>
                  <a:cubicBezTo>
                    <a:pt x="620" y="174"/>
                    <a:pt x="620" y="174"/>
                    <a:pt x="620" y="174"/>
                  </a:cubicBezTo>
                  <a:cubicBezTo>
                    <a:pt x="620" y="173"/>
                    <a:pt x="620" y="173"/>
                    <a:pt x="620" y="173"/>
                  </a:cubicBezTo>
                  <a:cubicBezTo>
                    <a:pt x="619" y="171"/>
                    <a:pt x="619" y="171"/>
                    <a:pt x="619" y="171"/>
                  </a:cubicBezTo>
                  <a:cubicBezTo>
                    <a:pt x="618" y="170"/>
                    <a:pt x="618" y="170"/>
                    <a:pt x="618" y="170"/>
                  </a:cubicBezTo>
                  <a:cubicBezTo>
                    <a:pt x="619" y="169"/>
                    <a:pt x="619" y="169"/>
                    <a:pt x="619" y="169"/>
                  </a:cubicBezTo>
                  <a:cubicBezTo>
                    <a:pt x="621" y="169"/>
                    <a:pt x="621" y="169"/>
                    <a:pt x="621" y="169"/>
                  </a:cubicBezTo>
                  <a:cubicBezTo>
                    <a:pt x="621" y="167"/>
                    <a:pt x="621" y="167"/>
                    <a:pt x="621" y="167"/>
                  </a:cubicBezTo>
                  <a:cubicBezTo>
                    <a:pt x="620" y="166"/>
                    <a:pt x="620" y="166"/>
                    <a:pt x="620" y="166"/>
                  </a:cubicBezTo>
                  <a:cubicBezTo>
                    <a:pt x="619" y="167"/>
                    <a:pt x="619" y="167"/>
                    <a:pt x="619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19" y="165"/>
                    <a:pt x="619" y="165"/>
                    <a:pt x="619" y="165"/>
                  </a:cubicBezTo>
                  <a:cubicBezTo>
                    <a:pt x="620" y="164"/>
                    <a:pt x="620" y="164"/>
                    <a:pt x="620" y="164"/>
                  </a:cubicBezTo>
                  <a:cubicBezTo>
                    <a:pt x="619" y="163"/>
                    <a:pt x="619" y="163"/>
                    <a:pt x="619" y="163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19" y="162"/>
                    <a:pt x="619" y="162"/>
                    <a:pt x="619" y="162"/>
                  </a:cubicBezTo>
                  <a:cubicBezTo>
                    <a:pt x="620" y="162"/>
                    <a:pt x="620" y="162"/>
                    <a:pt x="620" y="162"/>
                  </a:cubicBezTo>
                  <a:cubicBezTo>
                    <a:pt x="622" y="164"/>
                    <a:pt x="622" y="164"/>
                    <a:pt x="622" y="164"/>
                  </a:cubicBezTo>
                  <a:cubicBezTo>
                    <a:pt x="623" y="164"/>
                    <a:pt x="623" y="164"/>
                    <a:pt x="623" y="164"/>
                  </a:cubicBezTo>
                  <a:cubicBezTo>
                    <a:pt x="624" y="163"/>
                    <a:pt x="624" y="163"/>
                    <a:pt x="624" y="163"/>
                  </a:cubicBezTo>
                  <a:cubicBezTo>
                    <a:pt x="625" y="164"/>
                    <a:pt x="625" y="164"/>
                    <a:pt x="625" y="164"/>
                  </a:cubicBezTo>
                  <a:cubicBezTo>
                    <a:pt x="627" y="163"/>
                    <a:pt x="627" y="163"/>
                    <a:pt x="627" y="163"/>
                  </a:cubicBezTo>
                  <a:cubicBezTo>
                    <a:pt x="630" y="161"/>
                    <a:pt x="630" y="161"/>
                    <a:pt x="630" y="161"/>
                  </a:cubicBezTo>
                  <a:cubicBezTo>
                    <a:pt x="629" y="160"/>
                    <a:pt x="629" y="160"/>
                    <a:pt x="629" y="160"/>
                  </a:cubicBezTo>
                  <a:cubicBezTo>
                    <a:pt x="630" y="159"/>
                    <a:pt x="630" y="159"/>
                    <a:pt x="630" y="159"/>
                  </a:cubicBezTo>
                  <a:cubicBezTo>
                    <a:pt x="629" y="158"/>
                    <a:pt x="629" y="158"/>
                    <a:pt x="629" y="158"/>
                  </a:cubicBezTo>
                  <a:cubicBezTo>
                    <a:pt x="628" y="158"/>
                    <a:pt x="628" y="158"/>
                    <a:pt x="628" y="158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30" y="155"/>
                    <a:pt x="630" y="155"/>
                    <a:pt x="630" y="155"/>
                  </a:cubicBezTo>
                  <a:cubicBezTo>
                    <a:pt x="631" y="153"/>
                    <a:pt x="631" y="153"/>
                    <a:pt x="631" y="153"/>
                  </a:cubicBezTo>
                  <a:cubicBezTo>
                    <a:pt x="631" y="152"/>
                    <a:pt x="631" y="152"/>
                    <a:pt x="631" y="152"/>
                  </a:cubicBezTo>
                  <a:cubicBezTo>
                    <a:pt x="630" y="152"/>
                    <a:pt x="630" y="152"/>
                    <a:pt x="630" y="152"/>
                  </a:cubicBezTo>
                  <a:cubicBezTo>
                    <a:pt x="630" y="151"/>
                    <a:pt x="630" y="151"/>
                    <a:pt x="630" y="151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50"/>
                    <a:pt x="627" y="150"/>
                    <a:pt x="627" y="150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5" y="148"/>
                    <a:pt x="625" y="148"/>
                    <a:pt x="625" y="148"/>
                  </a:cubicBezTo>
                  <a:cubicBezTo>
                    <a:pt x="626" y="147"/>
                    <a:pt x="626" y="147"/>
                    <a:pt x="626" y="147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7" y="149"/>
                    <a:pt x="627" y="149"/>
                    <a:pt x="627" y="149"/>
                  </a:cubicBezTo>
                  <a:cubicBezTo>
                    <a:pt x="628" y="150"/>
                    <a:pt x="628" y="150"/>
                    <a:pt x="628" y="150"/>
                  </a:cubicBezTo>
                  <a:cubicBezTo>
                    <a:pt x="629" y="150"/>
                    <a:pt x="629" y="150"/>
                    <a:pt x="629" y="150"/>
                  </a:cubicBezTo>
                  <a:cubicBezTo>
                    <a:pt x="631" y="151"/>
                    <a:pt x="631" y="151"/>
                    <a:pt x="631" y="151"/>
                  </a:cubicBezTo>
                  <a:cubicBezTo>
                    <a:pt x="631" y="149"/>
                    <a:pt x="631" y="149"/>
                    <a:pt x="631" y="149"/>
                  </a:cubicBezTo>
                  <a:cubicBezTo>
                    <a:pt x="630" y="148"/>
                    <a:pt x="630" y="148"/>
                    <a:pt x="630" y="148"/>
                  </a:cubicBezTo>
                  <a:cubicBezTo>
                    <a:pt x="631" y="147"/>
                    <a:pt x="631" y="147"/>
                    <a:pt x="631" y="147"/>
                  </a:cubicBezTo>
                  <a:cubicBezTo>
                    <a:pt x="628" y="146"/>
                    <a:pt x="628" y="146"/>
                    <a:pt x="628" y="146"/>
                  </a:cubicBezTo>
                  <a:cubicBezTo>
                    <a:pt x="628" y="147"/>
                    <a:pt x="628" y="147"/>
                    <a:pt x="628" y="147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6" y="144"/>
                    <a:pt x="626" y="144"/>
                    <a:pt x="626" y="144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27" y="142"/>
                    <a:pt x="627" y="142"/>
                    <a:pt x="627" y="142"/>
                  </a:cubicBezTo>
                  <a:cubicBezTo>
                    <a:pt x="626" y="142"/>
                    <a:pt x="626" y="142"/>
                    <a:pt x="626" y="142"/>
                  </a:cubicBezTo>
                  <a:cubicBezTo>
                    <a:pt x="626" y="141"/>
                    <a:pt x="626" y="141"/>
                    <a:pt x="626" y="141"/>
                  </a:cubicBezTo>
                  <a:cubicBezTo>
                    <a:pt x="624" y="141"/>
                    <a:pt x="624" y="141"/>
                    <a:pt x="624" y="141"/>
                  </a:cubicBezTo>
                  <a:cubicBezTo>
                    <a:pt x="623" y="142"/>
                    <a:pt x="623" y="142"/>
                    <a:pt x="623" y="142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621" y="142"/>
                    <a:pt x="621" y="142"/>
                    <a:pt x="621" y="142"/>
                  </a:cubicBezTo>
                  <a:cubicBezTo>
                    <a:pt x="621" y="140"/>
                    <a:pt x="621" y="140"/>
                    <a:pt x="621" y="140"/>
                  </a:cubicBezTo>
                  <a:cubicBezTo>
                    <a:pt x="620" y="140"/>
                    <a:pt x="620" y="140"/>
                    <a:pt x="620" y="140"/>
                  </a:cubicBezTo>
                  <a:cubicBezTo>
                    <a:pt x="617" y="139"/>
                    <a:pt x="617" y="139"/>
                    <a:pt x="617" y="139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9" y="142"/>
                    <a:pt x="619" y="142"/>
                    <a:pt x="619" y="142"/>
                  </a:cubicBezTo>
                  <a:cubicBezTo>
                    <a:pt x="618" y="141"/>
                    <a:pt x="618" y="141"/>
                    <a:pt x="618" y="141"/>
                  </a:cubicBezTo>
                  <a:cubicBezTo>
                    <a:pt x="618" y="140"/>
                    <a:pt x="618" y="140"/>
                    <a:pt x="618" y="140"/>
                  </a:cubicBezTo>
                  <a:cubicBezTo>
                    <a:pt x="616" y="139"/>
                    <a:pt x="616" y="139"/>
                    <a:pt x="616" y="139"/>
                  </a:cubicBezTo>
                  <a:cubicBezTo>
                    <a:pt x="613" y="139"/>
                    <a:pt x="613" y="139"/>
                    <a:pt x="613" y="139"/>
                  </a:cubicBezTo>
                  <a:cubicBezTo>
                    <a:pt x="612" y="139"/>
                    <a:pt x="612" y="139"/>
                    <a:pt x="612" y="139"/>
                  </a:cubicBezTo>
                  <a:cubicBezTo>
                    <a:pt x="611" y="139"/>
                    <a:pt x="611" y="139"/>
                    <a:pt x="611" y="139"/>
                  </a:cubicBezTo>
                  <a:cubicBezTo>
                    <a:pt x="611" y="138"/>
                    <a:pt x="611" y="138"/>
                    <a:pt x="611" y="138"/>
                  </a:cubicBezTo>
                  <a:cubicBezTo>
                    <a:pt x="608" y="138"/>
                    <a:pt x="608" y="138"/>
                    <a:pt x="608" y="138"/>
                  </a:cubicBezTo>
                  <a:cubicBezTo>
                    <a:pt x="609" y="140"/>
                    <a:pt x="609" y="140"/>
                    <a:pt x="609" y="140"/>
                  </a:cubicBezTo>
                  <a:cubicBezTo>
                    <a:pt x="610" y="140"/>
                    <a:pt x="610" y="140"/>
                    <a:pt x="610" y="140"/>
                  </a:cubicBezTo>
                  <a:cubicBezTo>
                    <a:pt x="609" y="141"/>
                    <a:pt x="609" y="141"/>
                    <a:pt x="609" y="141"/>
                  </a:cubicBezTo>
                  <a:cubicBezTo>
                    <a:pt x="608" y="141"/>
                    <a:pt x="608" y="141"/>
                    <a:pt x="608" y="141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8" y="142"/>
                    <a:pt x="608" y="142"/>
                    <a:pt x="608" y="142"/>
                  </a:cubicBezTo>
                  <a:cubicBezTo>
                    <a:pt x="607" y="143"/>
                    <a:pt x="607" y="143"/>
                    <a:pt x="607" y="143"/>
                  </a:cubicBezTo>
                  <a:cubicBezTo>
                    <a:pt x="607" y="144"/>
                    <a:pt x="607" y="144"/>
                    <a:pt x="607" y="144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5"/>
                    <a:pt x="607" y="145"/>
                    <a:pt x="607" y="145"/>
                  </a:cubicBezTo>
                  <a:cubicBezTo>
                    <a:pt x="607" y="146"/>
                    <a:pt x="607" y="146"/>
                    <a:pt x="607" y="146"/>
                  </a:cubicBezTo>
                  <a:cubicBezTo>
                    <a:pt x="606" y="147"/>
                    <a:pt x="606" y="147"/>
                    <a:pt x="606" y="147"/>
                  </a:cubicBezTo>
                  <a:cubicBezTo>
                    <a:pt x="606" y="150"/>
                    <a:pt x="606" y="150"/>
                    <a:pt x="606" y="150"/>
                  </a:cubicBezTo>
                  <a:cubicBezTo>
                    <a:pt x="607" y="150"/>
                    <a:pt x="607" y="150"/>
                    <a:pt x="607" y="150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8" y="152"/>
                    <a:pt x="608" y="152"/>
                    <a:pt x="608" y="152"/>
                  </a:cubicBezTo>
                  <a:cubicBezTo>
                    <a:pt x="607" y="152"/>
                    <a:pt x="607" y="152"/>
                    <a:pt x="607" y="152"/>
                  </a:cubicBezTo>
                  <a:cubicBezTo>
                    <a:pt x="607" y="153"/>
                    <a:pt x="607" y="153"/>
                    <a:pt x="607" y="153"/>
                  </a:cubicBezTo>
                  <a:cubicBezTo>
                    <a:pt x="606" y="152"/>
                    <a:pt x="606" y="152"/>
                    <a:pt x="606" y="152"/>
                  </a:cubicBezTo>
                  <a:cubicBezTo>
                    <a:pt x="604" y="152"/>
                    <a:pt x="604" y="152"/>
                    <a:pt x="604" y="152"/>
                  </a:cubicBezTo>
                  <a:cubicBezTo>
                    <a:pt x="603" y="154"/>
                    <a:pt x="603" y="154"/>
                    <a:pt x="603" y="154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5" y="155"/>
                    <a:pt x="605" y="155"/>
                    <a:pt x="605" y="155"/>
                  </a:cubicBezTo>
                  <a:cubicBezTo>
                    <a:pt x="604" y="155"/>
                    <a:pt x="604" y="155"/>
                    <a:pt x="604" y="155"/>
                  </a:cubicBezTo>
                  <a:cubicBezTo>
                    <a:pt x="603" y="155"/>
                    <a:pt x="603" y="155"/>
                    <a:pt x="603" y="155"/>
                  </a:cubicBezTo>
                  <a:cubicBezTo>
                    <a:pt x="602" y="154"/>
                    <a:pt x="602" y="154"/>
                    <a:pt x="602" y="154"/>
                  </a:cubicBezTo>
                  <a:cubicBezTo>
                    <a:pt x="600" y="155"/>
                    <a:pt x="600" y="155"/>
                    <a:pt x="600" y="155"/>
                  </a:cubicBezTo>
                  <a:cubicBezTo>
                    <a:pt x="599" y="158"/>
                    <a:pt x="599" y="158"/>
                    <a:pt x="599" y="158"/>
                  </a:cubicBezTo>
                  <a:cubicBezTo>
                    <a:pt x="597" y="161"/>
                    <a:pt x="597" y="161"/>
                    <a:pt x="597" y="161"/>
                  </a:cubicBezTo>
                  <a:cubicBezTo>
                    <a:pt x="596" y="164"/>
                    <a:pt x="596" y="164"/>
                    <a:pt x="596" y="164"/>
                  </a:cubicBezTo>
                  <a:cubicBezTo>
                    <a:pt x="593" y="166"/>
                    <a:pt x="593" y="166"/>
                    <a:pt x="593" y="166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2" y="167"/>
                    <a:pt x="592" y="167"/>
                    <a:pt x="592" y="167"/>
                  </a:cubicBezTo>
                  <a:cubicBezTo>
                    <a:pt x="591" y="166"/>
                    <a:pt x="591" y="166"/>
                    <a:pt x="591" y="166"/>
                  </a:cubicBezTo>
                  <a:cubicBezTo>
                    <a:pt x="592" y="166"/>
                    <a:pt x="592" y="166"/>
                    <a:pt x="592" y="166"/>
                  </a:cubicBezTo>
                  <a:cubicBezTo>
                    <a:pt x="592" y="164"/>
                    <a:pt x="592" y="164"/>
                    <a:pt x="592" y="164"/>
                  </a:cubicBezTo>
                  <a:cubicBezTo>
                    <a:pt x="593" y="163"/>
                    <a:pt x="593" y="163"/>
                    <a:pt x="593" y="163"/>
                  </a:cubicBezTo>
                  <a:cubicBezTo>
                    <a:pt x="593" y="161"/>
                    <a:pt x="593" y="161"/>
                    <a:pt x="593" y="161"/>
                  </a:cubicBezTo>
                  <a:cubicBezTo>
                    <a:pt x="592" y="160"/>
                    <a:pt x="592" y="160"/>
                    <a:pt x="592" y="160"/>
                  </a:cubicBezTo>
                  <a:cubicBezTo>
                    <a:pt x="589" y="163"/>
                    <a:pt x="589" y="163"/>
                    <a:pt x="589" y="163"/>
                  </a:cubicBezTo>
                  <a:cubicBezTo>
                    <a:pt x="589" y="164"/>
                    <a:pt x="589" y="164"/>
                    <a:pt x="589" y="164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8" y="166"/>
                    <a:pt x="588" y="166"/>
                    <a:pt x="588" y="166"/>
                  </a:cubicBezTo>
                  <a:cubicBezTo>
                    <a:pt x="587" y="168"/>
                    <a:pt x="587" y="168"/>
                    <a:pt x="587" y="168"/>
                  </a:cubicBezTo>
                  <a:cubicBezTo>
                    <a:pt x="588" y="169"/>
                    <a:pt x="588" y="169"/>
                    <a:pt x="588" y="169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91" y="168"/>
                    <a:pt x="591" y="168"/>
                    <a:pt x="591" y="168"/>
                  </a:cubicBezTo>
                  <a:cubicBezTo>
                    <a:pt x="590" y="169"/>
                    <a:pt x="590" y="169"/>
                    <a:pt x="590" y="169"/>
                  </a:cubicBezTo>
                  <a:cubicBezTo>
                    <a:pt x="589" y="170"/>
                    <a:pt x="589" y="170"/>
                    <a:pt x="589" y="170"/>
                  </a:cubicBezTo>
                  <a:cubicBezTo>
                    <a:pt x="589" y="172"/>
                    <a:pt x="589" y="172"/>
                    <a:pt x="589" y="172"/>
                  </a:cubicBezTo>
                  <a:cubicBezTo>
                    <a:pt x="588" y="173"/>
                    <a:pt x="588" y="173"/>
                    <a:pt x="588" y="173"/>
                  </a:cubicBezTo>
                  <a:cubicBezTo>
                    <a:pt x="587" y="174"/>
                    <a:pt x="587" y="174"/>
                    <a:pt x="587" y="174"/>
                  </a:cubicBezTo>
                  <a:cubicBezTo>
                    <a:pt x="587" y="173"/>
                    <a:pt x="587" y="173"/>
                    <a:pt x="587" y="173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4" y="174"/>
                    <a:pt x="584" y="174"/>
                    <a:pt x="584" y="174"/>
                  </a:cubicBezTo>
                  <a:cubicBezTo>
                    <a:pt x="583" y="172"/>
                    <a:pt x="583" y="172"/>
                    <a:pt x="583" y="172"/>
                  </a:cubicBezTo>
                  <a:cubicBezTo>
                    <a:pt x="582" y="167"/>
                    <a:pt x="582" y="167"/>
                    <a:pt x="582" y="167"/>
                  </a:cubicBezTo>
                  <a:cubicBezTo>
                    <a:pt x="582" y="165"/>
                    <a:pt x="582" y="165"/>
                    <a:pt x="582" y="165"/>
                  </a:cubicBezTo>
                  <a:cubicBezTo>
                    <a:pt x="581" y="164"/>
                    <a:pt x="581" y="164"/>
                    <a:pt x="581" y="164"/>
                  </a:cubicBezTo>
                  <a:cubicBezTo>
                    <a:pt x="582" y="162"/>
                    <a:pt x="582" y="162"/>
                    <a:pt x="582" y="162"/>
                  </a:cubicBezTo>
                  <a:cubicBezTo>
                    <a:pt x="583" y="161"/>
                    <a:pt x="583" y="161"/>
                    <a:pt x="583" y="161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3" y="158"/>
                    <a:pt x="583" y="158"/>
                    <a:pt x="583" y="158"/>
                  </a:cubicBezTo>
                  <a:cubicBezTo>
                    <a:pt x="584" y="159"/>
                    <a:pt x="584" y="159"/>
                    <a:pt x="584" y="159"/>
                  </a:cubicBezTo>
                  <a:cubicBezTo>
                    <a:pt x="586" y="158"/>
                    <a:pt x="586" y="158"/>
                    <a:pt x="586" y="158"/>
                  </a:cubicBezTo>
                  <a:cubicBezTo>
                    <a:pt x="587" y="156"/>
                    <a:pt x="587" y="156"/>
                    <a:pt x="587" y="156"/>
                  </a:cubicBezTo>
                  <a:cubicBezTo>
                    <a:pt x="586" y="153"/>
                    <a:pt x="586" y="153"/>
                    <a:pt x="586" y="153"/>
                  </a:cubicBezTo>
                  <a:cubicBezTo>
                    <a:pt x="587" y="152"/>
                    <a:pt x="587" y="152"/>
                    <a:pt x="587" y="152"/>
                  </a:cubicBezTo>
                  <a:cubicBezTo>
                    <a:pt x="587" y="150"/>
                    <a:pt x="587" y="150"/>
                    <a:pt x="587" y="150"/>
                  </a:cubicBezTo>
                  <a:cubicBezTo>
                    <a:pt x="586" y="148"/>
                    <a:pt x="586" y="148"/>
                    <a:pt x="586" y="148"/>
                  </a:cubicBezTo>
                  <a:cubicBezTo>
                    <a:pt x="585" y="147"/>
                    <a:pt x="585" y="147"/>
                    <a:pt x="585" y="147"/>
                  </a:cubicBezTo>
                  <a:cubicBezTo>
                    <a:pt x="584" y="144"/>
                    <a:pt x="584" y="144"/>
                    <a:pt x="584" y="144"/>
                  </a:cubicBezTo>
                  <a:cubicBezTo>
                    <a:pt x="584" y="143"/>
                    <a:pt x="584" y="143"/>
                    <a:pt x="584" y="143"/>
                  </a:cubicBezTo>
                  <a:cubicBezTo>
                    <a:pt x="583" y="142"/>
                    <a:pt x="583" y="142"/>
                    <a:pt x="583" y="142"/>
                  </a:cubicBezTo>
                  <a:cubicBezTo>
                    <a:pt x="582" y="142"/>
                    <a:pt x="582" y="142"/>
                    <a:pt x="582" y="142"/>
                  </a:cubicBezTo>
                  <a:cubicBezTo>
                    <a:pt x="581" y="144"/>
                    <a:pt x="581" y="144"/>
                    <a:pt x="581" y="144"/>
                  </a:cubicBezTo>
                  <a:cubicBezTo>
                    <a:pt x="579" y="146"/>
                    <a:pt x="579" y="146"/>
                    <a:pt x="579" y="146"/>
                  </a:cubicBezTo>
                  <a:cubicBezTo>
                    <a:pt x="577" y="148"/>
                    <a:pt x="577" y="148"/>
                    <a:pt x="577" y="148"/>
                  </a:cubicBezTo>
                  <a:cubicBezTo>
                    <a:pt x="577" y="149"/>
                    <a:pt x="577" y="149"/>
                    <a:pt x="577" y="149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7" y="152"/>
                    <a:pt x="577" y="152"/>
                    <a:pt x="577" y="152"/>
                  </a:cubicBezTo>
                  <a:cubicBezTo>
                    <a:pt x="576" y="151"/>
                    <a:pt x="576" y="151"/>
                    <a:pt x="576" y="151"/>
                  </a:cubicBezTo>
                  <a:cubicBezTo>
                    <a:pt x="574" y="153"/>
                    <a:pt x="574" y="153"/>
                    <a:pt x="574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5" y="153"/>
                    <a:pt x="575" y="153"/>
                    <a:pt x="575" y="153"/>
                  </a:cubicBezTo>
                  <a:cubicBezTo>
                    <a:pt x="573" y="154"/>
                    <a:pt x="573" y="154"/>
                    <a:pt x="573" y="154"/>
                  </a:cubicBezTo>
                  <a:cubicBezTo>
                    <a:pt x="572" y="155"/>
                    <a:pt x="572" y="155"/>
                    <a:pt x="572" y="155"/>
                  </a:cubicBezTo>
                  <a:cubicBezTo>
                    <a:pt x="572" y="156"/>
                    <a:pt x="572" y="156"/>
                    <a:pt x="572" y="156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2" y="154"/>
                    <a:pt x="572" y="154"/>
                    <a:pt x="572" y="154"/>
                  </a:cubicBezTo>
                  <a:cubicBezTo>
                    <a:pt x="573" y="152"/>
                    <a:pt x="573" y="152"/>
                    <a:pt x="573" y="152"/>
                  </a:cubicBezTo>
                  <a:cubicBezTo>
                    <a:pt x="573" y="150"/>
                    <a:pt x="573" y="150"/>
                    <a:pt x="573" y="150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4" y="149"/>
                    <a:pt x="574" y="149"/>
                    <a:pt x="574" y="149"/>
                  </a:cubicBezTo>
                  <a:cubicBezTo>
                    <a:pt x="574" y="147"/>
                    <a:pt x="574" y="147"/>
                    <a:pt x="574" y="147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73" y="143"/>
                    <a:pt x="573" y="143"/>
                    <a:pt x="573" y="143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4" y="142"/>
                    <a:pt x="574" y="142"/>
                    <a:pt x="574" y="142"/>
                  </a:cubicBezTo>
                  <a:cubicBezTo>
                    <a:pt x="575" y="142"/>
                    <a:pt x="575" y="142"/>
                    <a:pt x="575" y="142"/>
                  </a:cubicBezTo>
                  <a:cubicBezTo>
                    <a:pt x="575" y="143"/>
                    <a:pt x="575" y="143"/>
                    <a:pt x="575" y="143"/>
                  </a:cubicBezTo>
                  <a:cubicBezTo>
                    <a:pt x="576" y="144"/>
                    <a:pt x="576" y="144"/>
                    <a:pt x="576" y="144"/>
                  </a:cubicBezTo>
                  <a:cubicBezTo>
                    <a:pt x="577" y="143"/>
                    <a:pt x="577" y="143"/>
                    <a:pt x="577" y="143"/>
                  </a:cubicBezTo>
                  <a:cubicBezTo>
                    <a:pt x="578" y="142"/>
                    <a:pt x="578" y="142"/>
                    <a:pt x="578" y="142"/>
                  </a:cubicBezTo>
                  <a:cubicBezTo>
                    <a:pt x="579" y="142"/>
                    <a:pt x="579" y="142"/>
                    <a:pt x="579" y="142"/>
                  </a:cubicBezTo>
                  <a:cubicBezTo>
                    <a:pt x="579" y="140"/>
                    <a:pt x="579" y="140"/>
                    <a:pt x="579" y="140"/>
                  </a:cubicBezTo>
                  <a:cubicBezTo>
                    <a:pt x="578" y="139"/>
                    <a:pt x="578" y="139"/>
                    <a:pt x="578" y="139"/>
                  </a:cubicBezTo>
                  <a:cubicBezTo>
                    <a:pt x="579" y="138"/>
                    <a:pt x="579" y="138"/>
                    <a:pt x="579" y="138"/>
                  </a:cubicBezTo>
                  <a:cubicBezTo>
                    <a:pt x="577" y="137"/>
                    <a:pt x="577" y="137"/>
                    <a:pt x="577" y="137"/>
                  </a:cubicBezTo>
                  <a:cubicBezTo>
                    <a:pt x="575" y="138"/>
                    <a:pt x="575" y="138"/>
                    <a:pt x="575" y="138"/>
                  </a:cubicBezTo>
                  <a:cubicBezTo>
                    <a:pt x="575" y="137"/>
                    <a:pt x="575" y="137"/>
                    <a:pt x="575" y="137"/>
                  </a:cubicBezTo>
                  <a:cubicBezTo>
                    <a:pt x="574" y="137"/>
                    <a:pt x="574" y="137"/>
                    <a:pt x="574" y="137"/>
                  </a:cubicBezTo>
                  <a:cubicBezTo>
                    <a:pt x="575" y="136"/>
                    <a:pt x="575" y="136"/>
                    <a:pt x="575" y="136"/>
                  </a:cubicBezTo>
                  <a:cubicBezTo>
                    <a:pt x="574" y="135"/>
                    <a:pt x="574" y="135"/>
                    <a:pt x="574" y="135"/>
                  </a:cubicBezTo>
                  <a:cubicBezTo>
                    <a:pt x="572" y="136"/>
                    <a:pt x="572" y="136"/>
                    <a:pt x="572" y="136"/>
                  </a:cubicBezTo>
                  <a:cubicBezTo>
                    <a:pt x="571" y="137"/>
                    <a:pt x="571" y="137"/>
                    <a:pt x="571" y="137"/>
                  </a:cubicBezTo>
                  <a:cubicBezTo>
                    <a:pt x="570" y="137"/>
                    <a:pt x="570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9" y="135"/>
                    <a:pt x="569" y="135"/>
                    <a:pt x="569" y="135"/>
                  </a:cubicBezTo>
                  <a:cubicBezTo>
                    <a:pt x="568" y="134"/>
                    <a:pt x="568" y="134"/>
                    <a:pt x="568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4"/>
                    <a:pt x="566" y="134"/>
                    <a:pt x="566" y="134"/>
                  </a:cubicBezTo>
                  <a:cubicBezTo>
                    <a:pt x="566" y="133"/>
                    <a:pt x="566" y="133"/>
                    <a:pt x="566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8" y="132"/>
                    <a:pt x="568" y="132"/>
                    <a:pt x="568" y="132"/>
                  </a:cubicBezTo>
                  <a:cubicBezTo>
                    <a:pt x="572" y="129"/>
                    <a:pt x="572" y="129"/>
                    <a:pt x="572" y="129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5"/>
                    <a:pt x="572" y="125"/>
                    <a:pt x="572" y="125"/>
                  </a:cubicBezTo>
                  <a:cubicBezTo>
                    <a:pt x="572" y="126"/>
                    <a:pt x="572" y="126"/>
                    <a:pt x="572" y="126"/>
                  </a:cubicBezTo>
                  <a:cubicBezTo>
                    <a:pt x="573" y="128"/>
                    <a:pt x="573" y="128"/>
                    <a:pt x="573" y="128"/>
                  </a:cubicBezTo>
                  <a:cubicBezTo>
                    <a:pt x="574" y="127"/>
                    <a:pt x="574" y="127"/>
                    <a:pt x="574" y="127"/>
                  </a:cubicBezTo>
                  <a:cubicBezTo>
                    <a:pt x="576" y="128"/>
                    <a:pt x="576" y="128"/>
                    <a:pt x="576" y="128"/>
                  </a:cubicBezTo>
                  <a:cubicBezTo>
                    <a:pt x="577" y="127"/>
                    <a:pt x="577" y="127"/>
                    <a:pt x="577" y="127"/>
                  </a:cubicBezTo>
                  <a:cubicBezTo>
                    <a:pt x="577" y="125"/>
                    <a:pt x="577" y="125"/>
                    <a:pt x="577" y="125"/>
                  </a:cubicBezTo>
                  <a:cubicBezTo>
                    <a:pt x="576" y="123"/>
                    <a:pt x="576" y="123"/>
                    <a:pt x="576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5" y="123"/>
                    <a:pt x="575" y="123"/>
                    <a:pt x="575" y="123"/>
                  </a:cubicBezTo>
                  <a:cubicBezTo>
                    <a:pt x="576" y="121"/>
                    <a:pt x="576" y="121"/>
                    <a:pt x="576" y="121"/>
                  </a:cubicBezTo>
                  <a:cubicBezTo>
                    <a:pt x="575" y="120"/>
                    <a:pt x="575" y="120"/>
                    <a:pt x="575" y="120"/>
                  </a:cubicBezTo>
                  <a:cubicBezTo>
                    <a:pt x="576" y="120"/>
                    <a:pt x="576" y="120"/>
                    <a:pt x="576" y="120"/>
                  </a:cubicBezTo>
                  <a:cubicBezTo>
                    <a:pt x="576" y="118"/>
                    <a:pt x="576" y="118"/>
                    <a:pt x="576" y="118"/>
                  </a:cubicBezTo>
                  <a:cubicBezTo>
                    <a:pt x="574" y="117"/>
                    <a:pt x="574" y="117"/>
                    <a:pt x="574" y="117"/>
                  </a:cubicBezTo>
                  <a:cubicBezTo>
                    <a:pt x="575" y="115"/>
                    <a:pt x="575" y="115"/>
                    <a:pt x="575" y="115"/>
                  </a:cubicBezTo>
                  <a:cubicBezTo>
                    <a:pt x="574" y="114"/>
                    <a:pt x="574" y="114"/>
                    <a:pt x="574" y="114"/>
                  </a:cubicBezTo>
                  <a:cubicBezTo>
                    <a:pt x="575" y="114"/>
                    <a:pt x="575" y="114"/>
                    <a:pt x="575" y="114"/>
                  </a:cubicBezTo>
                  <a:cubicBezTo>
                    <a:pt x="575" y="112"/>
                    <a:pt x="575" y="112"/>
                    <a:pt x="575" y="112"/>
                  </a:cubicBezTo>
                  <a:cubicBezTo>
                    <a:pt x="576" y="110"/>
                    <a:pt x="576" y="110"/>
                    <a:pt x="576" y="110"/>
                  </a:cubicBezTo>
                  <a:cubicBezTo>
                    <a:pt x="576" y="109"/>
                    <a:pt x="576" y="109"/>
                    <a:pt x="576" y="109"/>
                  </a:cubicBezTo>
                  <a:cubicBezTo>
                    <a:pt x="577" y="108"/>
                    <a:pt x="577" y="108"/>
                    <a:pt x="577" y="108"/>
                  </a:cubicBezTo>
                  <a:cubicBezTo>
                    <a:pt x="577" y="106"/>
                    <a:pt x="577" y="106"/>
                    <a:pt x="577" y="106"/>
                  </a:cubicBezTo>
                  <a:cubicBezTo>
                    <a:pt x="576" y="106"/>
                    <a:pt x="576" y="106"/>
                    <a:pt x="576" y="106"/>
                  </a:cubicBezTo>
                  <a:cubicBezTo>
                    <a:pt x="577" y="104"/>
                    <a:pt x="577" y="104"/>
                    <a:pt x="577" y="104"/>
                  </a:cubicBezTo>
                  <a:cubicBezTo>
                    <a:pt x="576" y="102"/>
                    <a:pt x="576" y="102"/>
                    <a:pt x="576" y="102"/>
                  </a:cubicBezTo>
                  <a:cubicBezTo>
                    <a:pt x="575" y="101"/>
                    <a:pt x="575" y="101"/>
                    <a:pt x="575" y="101"/>
                  </a:cubicBezTo>
                  <a:cubicBezTo>
                    <a:pt x="575" y="100"/>
                    <a:pt x="575" y="100"/>
                    <a:pt x="575" y="100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5" y="99"/>
                    <a:pt x="575" y="99"/>
                    <a:pt x="575" y="99"/>
                  </a:cubicBezTo>
                  <a:cubicBezTo>
                    <a:pt x="576" y="97"/>
                    <a:pt x="576" y="97"/>
                    <a:pt x="576" y="97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4" y="95"/>
                    <a:pt x="574" y="95"/>
                    <a:pt x="574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5"/>
                    <a:pt x="573" y="95"/>
                    <a:pt x="573" y="95"/>
                  </a:cubicBezTo>
                  <a:cubicBezTo>
                    <a:pt x="573" y="93"/>
                    <a:pt x="573" y="93"/>
                    <a:pt x="573" y="93"/>
                  </a:cubicBezTo>
                  <a:cubicBezTo>
                    <a:pt x="570" y="92"/>
                    <a:pt x="570" y="92"/>
                    <a:pt x="570" y="92"/>
                  </a:cubicBezTo>
                  <a:cubicBezTo>
                    <a:pt x="569" y="92"/>
                    <a:pt x="569" y="92"/>
                    <a:pt x="569" y="92"/>
                  </a:cubicBezTo>
                  <a:cubicBezTo>
                    <a:pt x="572" y="92"/>
                    <a:pt x="572" y="92"/>
                    <a:pt x="572" y="92"/>
                  </a:cubicBezTo>
                  <a:cubicBezTo>
                    <a:pt x="573" y="92"/>
                    <a:pt x="573" y="92"/>
                    <a:pt x="573" y="92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5" y="93"/>
                    <a:pt x="575" y="93"/>
                    <a:pt x="575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6" y="93"/>
                    <a:pt x="576" y="93"/>
                    <a:pt x="576" y="93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7" y="92"/>
                    <a:pt x="577" y="92"/>
                    <a:pt x="577" y="92"/>
                  </a:cubicBezTo>
                  <a:cubicBezTo>
                    <a:pt x="579" y="90"/>
                    <a:pt x="579" y="90"/>
                    <a:pt x="579" y="90"/>
                  </a:cubicBezTo>
                  <a:cubicBezTo>
                    <a:pt x="579" y="89"/>
                    <a:pt x="579" y="89"/>
                    <a:pt x="579" y="89"/>
                  </a:cubicBezTo>
                  <a:cubicBezTo>
                    <a:pt x="580" y="88"/>
                    <a:pt x="580" y="88"/>
                    <a:pt x="580" y="88"/>
                  </a:cubicBezTo>
                  <a:cubicBezTo>
                    <a:pt x="581" y="89"/>
                    <a:pt x="581" y="89"/>
                    <a:pt x="581" y="89"/>
                  </a:cubicBezTo>
                  <a:cubicBezTo>
                    <a:pt x="582" y="87"/>
                    <a:pt x="582" y="87"/>
                    <a:pt x="582" y="87"/>
                  </a:cubicBezTo>
                  <a:cubicBezTo>
                    <a:pt x="583" y="87"/>
                    <a:pt x="583" y="87"/>
                    <a:pt x="583" y="87"/>
                  </a:cubicBezTo>
                  <a:cubicBezTo>
                    <a:pt x="584" y="85"/>
                    <a:pt x="584" y="85"/>
                    <a:pt x="584" y="85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3"/>
                    <a:pt x="584" y="83"/>
                    <a:pt x="584" y="83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5" y="80"/>
                    <a:pt x="585" y="80"/>
                    <a:pt x="585" y="80"/>
                  </a:cubicBezTo>
                  <a:cubicBezTo>
                    <a:pt x="586" y="80"/>
                    <a:pt x="586" y="80"/>
                    <a:pt x="586" y="80"/>
                  </a:cubicBezTo>
                  <a:cubicBezTo>
                    <a:pt x="587" y="80"/>
                    <a:pt x="587" y="80"/>
                    <a:pt x="587" y="80"/>
                  </a:cubicBezTo>
                  <a:cubicBezTo>
                    <a:pt x="588" y="80"/>
                    <a:pt x="588" y="80"/>
                    <a:pt x="588" y="80"/>
                  </a:cubicBezTo>
                  <a:cubicBezTo>
                    <a:pt x="588" y="81"/>
                    <a:pt x="588" y="81"/>
                    <a:pt x="588" y="81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1" y="83"/>
                    <a:pt x="591" y="83"/>
                    <a:pt x="591" y="83"/>
                  </a:cubicBezTo>
                  <a:cubicBezTo>
                    <a:pt x="592" y="84"/>
                    <a:pt x="592" y="84"/>
                    <a:pt x="592" y="84"/>
                  </a:cubicBezTo>
                  <a:cubicBezTo>
                    <a:pt x="594" y="83"/>
                    <a:pt x="594" y="83"/>
                    <a:pt x="594" y="83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9" y="80"/>
                    <a:pt x="599" y="80"/>
                    <a:pt x="599" y="80"/>
                  </a:cubicBezTo>
                  <a:cubicBezTo>
                    <a:pt x="601" y="78"/>
                    <a:pt x="601" y="78"/>
                    <a:pt x="601" y="78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2" y="76"/>
                    <a:pt x="602" y="76"/>
                    <a:pt x="602" y="76"/>
                  </a:cubicBezTo>
                  <a:cubicBezTo>
                    <a:pt x="603" y="76"/>
                    <a:pt x="603" y="76"/>
                    <a:pt x="603" y="76"/>
                  </a:cubicBezTo>
                  <a:cubicBezTo>
                    <a:pt x="605" y="74"/>
                    <a:pt x="605" y="74"/>
                    <a:pt x="605" y="74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8" y="71"/>
                    <a:pt x="608" y="71"/>
                    <a:pt x="608" y="71"/>
                  </a:cubicBezTo>
                  <a:cubicBezTo>
                    <a:pt x="609" y="71"/>
                    <a:pt x="609" y="71"/>
                    <a:pt x="609" y="71"/>
                  </a:cubicBezTo>
                  <a:cubicBezTo>
                    <a:pt x="610" y="69"/>
                    <a:pt x="610" y="69"/>
                    <a:pt x="610" y="69"/>
                  </a:cubicBezTo>
                  <a:cubicBezTo>
                    <a:pt x="612" y="67"/>
                    <a:pt x="612" y="67"/>
                    <a:pt x="612" y="67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3" y="65"/>
                    <a:pt x="613" y="65"/>
                    <a:pt x="613" y="65"/>
                  </a:cubicBezTo>
                  <a:cubicBezTo>
                    <a:pt x="615" y="67"/>
                    <a:pt x="615" y="67"/>
                    <a:pt x="615" y="67"/>
                  </a:cubicBezTo>
                  <a:cubicBezTo>
                    <a:pt x="614" y="64"/>
                    <a:pt x="614" y="64"/>
                    <a:pt x="614" y="64"/>
                  </a:cubicBezTo>
                  <a:cubicBezTo>
                    <a:pt x="613" y="63"/>
                    <a:pt x="613" y="63"/>
                    <a:pt x="613" y="63"/>
                  </a:cubicBezTo>
                  <a:cubicBezTo>
                    <a:pt x="613" y="62"/>
                    <a:pt x="613" y="62"/>
                    <a:pt x="613" y="62"/>
                  </a:cubicBezTo>
                  <a:cubicBezTo>
                    <a:pt x="611" y="60"/>
                    <a:pt x="611" y="60"/>
                    <a:pt x="611" y="60"/>
                  </a:cubicBezTo>
                  <a:cubicBezTo>
                    <a:pt x="607" y="60"/>
                    <a:pt x="607" y="60"/>
                    <a:pt x="607" y="60"/>
                  </a:cubicBezTo>
                  <a:cubicBezTo>
                    <a:pt x="605" y="60"/>
                    <a:pt x="605" y="60"/>
                    <a:pt x="605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60"/>
                    <a:pt x="604" y="60"/>
                    <a:pt x="604" y="60"/>
                  </a:cubicBezTo>
                  <a:cubicBezTo>
                    <a:pt x="604" y="59"/>
                    <a:pt x="604" y="59"/>
                    <a:pt x="604" y="59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3" y="57"/>
                    <a:pt x="603" y="57"/>
                    <a:pt x="603" y="57"/>
                  </a:cubicBezTo>
                  <a:cubicBezTo>
                    <a:pt x="602" y="57"/>
                    <a:pt x="602" y="57"/>
                    <a:pt x="602" y="57"/>
                  </a:cubicBezTo>
                  <a:cubicBezTo>
                    <a:pt x="601" y="57"/>
                    <a:pt x="601" y="57"/>
                    <a:pt x="601" y="57"/>
                  </a:cubicBezTo>
                  <a:cubicBezTo>
                    <a:pt x="600" y="55"/>
                    <a:pt x="600" y="55"/>
                    <a:pt x="600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7" y="55"/>
                    <a:pt x="597" y="55"/>
                    <a:pt x="597" y="55"/>
                  </a:cubicBezTo>
                  <a:cubicBezTo>
                    <a:pt x="595" y="55"/>
                    <a:pt x="595" y="55"/>
                    <a:pt x="595" y="55"/>
                  </a:cubicBezTo>
                  <a:cubicBezTo>
                    <a:pt x="594" y="54"/>
                    <a:pt x="594" y="54"/>
                    <a:pt x="594" y="54"/>
                  </a:cubicBezTo>
                  <a:cubicBezTo>
                    <a:pt x="593" y="55"/>
                    <a:pt x="593" y="55"/>
                    <a:pt x="593" y="55"/>
                  </a:cubicBezTo>
                  <a:cubicBezTo>
                    <a:pt x="591" y="55"/>
                    <a:pt x="591" y="55"/>
                    <a:pt x="591" y="55"/>
                  </a:cubicBezTo>
                  <a:cubicBezTo>
                    <a:pt x="587" y="55"/>
                    <a:pt x="587" y="55"/>
                    <a:pt x="587" y="55"/>
                  </a:cubicBezTo>
                  <a:cubicBezTo>
                    <a:pt x="586" y="58"/>
                    <a:pt x="586" y="58"/>
                    <a:pt x="586" y="58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6" y="59"/>
                    <a:pt x="586" y="59"/>
                    <a:pt x="586" y="59"/>
                  </a:cubicBezTo>
                  <a:cubicBezTo>
                    <a:pt x="585" y="60"/>
                    <a:pt x="585" y="60"/>
                    <a:pt x="585" y="60"/>
                  </a:cubicBezTo>
                  <a:cubicBezTo>
                    <a:pt x="585" y="59"/>
                    <a:pt x="585" y="59"/>
                    <a:pt x="585" y="59"/>
                  </a:cubicBezTo>
                  <a:cubicBezTo>
                    <a:pt x="583" y="59"/>
                    <a:pt x="583" y="59"/>
                    <a:pt x="583" y="59"/>
                  </a:cubicBezTo>
                  <a:cubicBezTo>
                    <a:pt x="582" y="61"/>
                    <a:pt x="582" y="61"/>
                    <a:pt x="582" y="61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2" y="62"/>
                    <a:pt x="582" y="62"/>
                    <a:pt x="582" y="62"/>
                  </a:cubicBezTo>
                  <a:cubicBezTo>
                    <a:pt x="581" y="63"/>
                    <a:pt x="581" y="63"/>
                    <a:pt x="581" y="63"/>
                  </a:cubicBezTo>
                  <a:cubicBezTo>
                    <a:pt x="580" y="65"/>
                    <a:pt x="580" y="65"/>
                    <a:pt x="580" y="65"/>
                  </a:cubicBezTo>
                  <a:cubicBezTo>
                    <a:pt x="579" y="67"/>
                    <a:pt x="579" y="67"/>
                    <a:pt x="579" y="67"/>
                  </a:cubicBezTo>
                  <a:cubicBezTo>
                    <a:pt x="578" y="68"/>
                    <a:pt x="578" y="68"/>
                    <a:pt x="578" y="68"/>
                  </a:cubicBezTo>
                  <a:cubicBezTo>
                    <a:pt x="577" y="71"/>
                    <a:pt x="577" y="71"/>
                    <a:pt x="577" y="71"/>
                  </a:cubicBezTo>
                  <a:cubicBezTo>
                    <a:pt x="576" y="72"/>
                    <a:pt x="576" y="72"/>
                    <a:pt x="576" y="72"/>
                  </a:cubicBezTo>
                  <a:cubicBezTo>
                    <a:pt x="576" y="73"/>
                    <a:pt x="576" y="73"/>
                    <a:pt x="576" y="73"/>
                  </a:cubicBezTo>
                  <a:cubicBezTo>
                    <a:pt x="575" y="74"/>
                    <a:pt x="575" y="74"/>
                    <a:pt x="575" y="74"/>
                  </a:cubicBezTo>
                  <a:cubicBezTo>
                    <a:pt x="574" y="77"/>
                    <a:pt x="574" y="77"/>
                    <a:pt x="574" y="77"/>
                  </a:cubicBezTo>
                  <a:cubicBezTo>
                    <a:pt x="574" y="78"/>
                    <a:pt x="574" y="78"/>
                    <a:pt x="574" y="78"/>
                  </a:cubicBezTo>
                  <a:cubicBezTo>
                    <a:pt x="573" y="80"/>
                    <a:pt x="573" y="80"/>
                    <a:pt x="573" y="80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4" y="81"/>
                    <a:pt x="574" y="81"/>
                    <a:pt x="574" y="81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3" y="83"/>
                    <a:pt x="573" y="83"/>
                    <a:pt x="573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0" y="88"/>
                    <a:pt x="570" y="88"/>
                    <a:pt x="570" y="88"/>
                  </a:cubicBezTo>
                  <a:cubicBezTo>
                    <a:pt x="571" y="89"/>
                    <a:pt x="571" y="89"/>
                    <a:pt x="571" y="89"/>
                  </a:cubicBezTo>
                  <a:cubicBezTo>
                    <a:pt x="570" y="89"/>
                    <a:pt x="570" y="89"/>
                    <a:pt x="570" y="89"/>
                  </a:cubicBezTo>
                  <a:cubicBezTo>
                    <a:pt x="569" y="91"/>
                    <a:pt x="569" y="91"/>
                    <a:pt x="569" y="91"/>
                  </a:cubicBezTo>
                  <a:cubicBezTo>
                    <a:pt x="568" y="91"/>
                    <a:pt x="568" y="91"/>
                    <a:pt x="568" y="91"/>
                  </a:cubicBezTo>
                  <a:cubicBezTo>
                    <a:pt x="567" y="92"/>
                    <a:pt x="567" y="92"/>
                    <a:pt x="567" y="92"/>
                  </a:cubicBezTo>
                  <a:cubicBezTo>
                    <a:pt x="567" y="93"/>
                    <a:pt x="567" y="93"/>
                    <a:pt x="567" y="93"/>
                  </a:cubicBezTo>
                  <a:cubicBezTo>
                    <a:pt x="565" y="94"/>
                    <a:pt x="565" y="94"/>
                    <a:pt x="565" y="94"/>
                  </a:cubicBezTo>
                  <a:cubicBezTo>
                    <a:pt x="564" y="95"/>
                    <a:pt x="564" y="95"/>
                    <a:pt x="564" y="95"/>
                  </a:cubicBezTo>
                  <a:cubicBezTo>
                    <a:pt x="563" y="95"/>
                    <a:pt x="563" y="95"/>
                    <a:pt x="563" y="95"/>
                  </a:cubicBezTo>
                  <a:cubicBezTo>
                    <a:pt x="561" y="97"/>
                    <a:pt x="561" y="97"/>
                    <a:pt x="561" y="97"/>
                  </a:cubicBezTo>
                  <a:cubicBezTo>
                    <a:pt x="562" y="99"/>
                    <a:pt x="562" y="99"/>
                    <a:pt x="562" y="99"/>
                  </a:cubicBezTo>
                  <a:cubicBezTo>
                    <a:pt x="563" y="99"/>
                    <a:pt x="563" y="99"/>
                    <a:pt x="563" y="99"/>
                  </a:cubicBezTo>
                  <a:cubicBezTo>
                    <a:pt x="564" y="99"/>
                    <a:pt x="564" y="99"/>
                    <a:pt x="564" y="99"/>
                  </a:cubicBezTo>
                  <a:cubicBezTo>
                    <a:pt x="563" y="102"/>
                    <a:pt x="563" y="102"/>
                    <a:pt x="563" y="102"/>
                  </a:cubicBezTo>
                  <a:cubicBezTo>
                    <a:pt x="562" y="103"/>
                    <a:pt x="562" y="103"/>
                    <a:pt x="562" y="103"/>
                  </a:cubicBezTo>
                  <a:cubicBezTo>
                    <a:pt x="562" y="102"/>
                    <a:pt x="562" y="102"/>
                    <a:pt x="562" y="102"/>
                  </a:cubicBezTo>
                  <a:cubicBezTo>
                    <a:pt x="562" y="100"/>
                    <a:pt x="562" y="100"/>
                    <a:pt x="562" y="100"/>
                  </a:cubicBezTo>
                  <a:cubicBezTo>
                    <a:pt x="561" y="99"/>
                    <a:pt x="561" y="99"/>
                    <a:pt x="561" y="99"/>
                  </a:cubicBezTo>
                  <a:cubicBezTo>
                    <a:pt x="558" y="100"/>
                    <a:pt x="558" y="100"/>
                    <a:pt x="558" y="100"/>
                  </a:cubicBezTo>
                  <a:cubicBezTo>
                    <a:pt x="557" y="101"/>
                    <a:pt x="557" y="101"/>
                    <a:pt x="557" y="101"/>
                  </a:cubicBezTo>
                  <a:cubicBezTo>
                    <a:pt x="556" y="101"/>
                    <a:pt x="556" y="101"/>
                    <a:pt x="556" y="101"/>
                  </a:cubicBezTo>
                  <a:cubicBezTo>
                    <a:pt x="556" y="100"/>
                    <a:pt x="556" y="100"/>
                    <a:pt x="556" y="100"/>
                  </a:cubicBezTo>
                  <a:cubicBezTo>
                    <a:pt x="555" y="100"/>
                    <a:pt x="555" y="100"/>
                    <a:pt x="555" y="100"/>
                  </a:cubicBezTo>
                  <a:cubicBezTo>
                    <a:pt x="554" y="102"/>
                    <a:pt x="554" y="102"/>
                    <a:pt x="554" y="102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6" y="103"/>
                    <a:pt x="556" y="103"/>
                    <a:pt x="556" y="103"/>
                  </a:cubicBezTo>
                  <a:cubicBezTo>
                    <a:pt x="555" y="103"/>
                    <a:pt x="555" y="103"/>
                    <a:pt x="555" y="103"/>
                  </a:cubicBezTo>
                  <a:cubicBezTo>
                    <a:pt x="554" y="104"/>
                    <a:pt x="554" y="104"/>
                    <a:pt x="554" y="104"/>
                  </a:cubicBezTo>
                  <a:cubicBezTo>
                    <a:pt x="553" y="106"/>
                    <a:pt x="553" y="106"/>
                    <a:pt x="553" y="106"/>
                  </a:cubicBezTo>
                  <a:cubicBezTo>
                    <a:pt x="551" y="109"/>
                    <a:pt x="551" y="109"/>
                    <a:pt x="551" y="109"/>
                  </a:cubicBezTo>
                  <a:cubicBezTo>
                    <a:pt x="551" y="110"/>
                    <a:pt x="551" y="110"/>
                    <a:pt x="551" y="110"/>
                  </a:cubicBezTo>
                  <a:cubicBezTo>
                    <a:pt x="551" y="112"/>
                    <a:pt x="551" y="112"/>
                    <a:pt x="551" y="112"/>
                  </a:cubicBezTo>
                  <a:cubicBezTo>
                    <a:pt x="551" y="113"/>
                    <a:pt x="551" y="113"/>
                    <a:pt x="551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3"/>
                    <a:pt x="553" y="113"/>
                    <a:pt x="553" y="113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3" y="114"/>
                    <a:pt x="553" y="114"/>
                    <a:pt x="553" y="114"/>
                  </a:cubicBezTo>
                  <a:cubicBezTo>
                    <a:pt x="552" y="114"/>
                    <a:pt x="552" y="114"/>
                    <a:pt x="552" y="114"/>
                  </a:cubicBezTo>
                  <a:cubicBezTo>
                    <a:pt x="550" y="115"/>
                    <a:pt x="550" y="115"/>
                    <a:pt x="550" y="115"/>
                  </a:cubicBezTo>
                  <a:cubicBezTo>
                    <a:pt x="548" y="117"/>
                    <a:pt x="548" y="117"/>
                    <a:pt x="548" y="117"/>
                  </a:cubicBezTo>
                  <a:cubicBezTo>
                    <a:pt x="547" y="118"/>
                    <a:pt x="547" y="118"/>
                    <a:pt x="547" y="118"/>
                  </a:cubicBezTo>
                  <a:cubicBezTo>
                    <a:pt x="546" y="122"/>
                    <a:pt x="546" y="122"/>
                    <a:pt x="546" y="122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7" y="124"/>
                    <a:pt x="547" y="124"/>
                    <a:pt x="547" y="124"/>
                  </a:cubicBezTo>
                  <a:cubicBezTo>
                    <a:pt x="546" y="126"/>
                    <a:pt x="546" y="126"/>
                    <a:pt x="546" y="126"/>
                  </a:cubicBezTo>
                  <a:cubicBezTo>
                    <a:pt x="547" y="127"/>
                    <a:pt x="547" y="127"/>
                    <a:pt x="547" y="127"/>
                  </a:cubicBezTo>
                  <a:cubicBezTo>
                    <a:pt x="547" y="128"/>
                    <a:pt x="547" y="128"/>
                    <a:pt x="547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28"/>
                    <a:pt x="549" y="128"/>
                    <a:pt x="549" y="128"/>
                  </a:cubicBezTo>
                  <a:cubicBezTo>
                    <a:pt x="549" y="130"/>
                    <a:pt x="549" y="130"/>
                    <a:pt x="549" y="130"/>
                  </a:cubicBezTo>
                  <a:cubicBezTo>
                    <a:pt x="551" y="130"/>
                    <a:pt x="551" y="130"/>
                    <a:pt x="551" y="130"/>
                  </a:cubicBezTo>
                  <a:cubicBezTo>
                    <a:pt x="551" y="132"/>
                    <a:pt x="551" y="132"/>
                    <a:pt x="551" y="132"/>
                  </a:cubicBezTo>
                  <a:cubicBezTo>
                    <a:pt x="553" y="132"/>
                    <a:pt x="553" y="132"/>
                    <a:pt x="553" y="132"/>
                  </a:cubicBezTo>
                  <a:cubicBezTo>
                    <a:pt x="554" y="134"/>
                    <a:pt x="554" y="134"/>
                    <a:pt x="554" y="134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7" y="135"/>
                    <a:pt x="557" y="135"/>
                    <a:pt x="557" y="135"/>
                  </a:cubicBezTo>
                  <a:cubicBezTo>
                    <a:pt x="558" y="135"/>
                    <a:pt x="558" y="135"/>
                    <a:pt x="558" y="135"/>
                  </a:cubicBezTo>
                  <a:cubicBezTo>
                    <a:pt x="559" y="135"/>
                    <a:pt x="559" y="135"/>
                    <a:pt x="559" y="135"/>
                  </a:cubicBezTo>
                  <a:cubicBezTo>
                    <a:pt x="559" y="136"/>
                    <a:pt x="559" y="136"/>
                    <a:pt x="559" y="136"/>
                  </a:cubicBezTo>
                  <a:cubicBezTo>
                    <a:pt x="559" y="137"/>
                    <a:pt x="559" y="137"/>
                    <a:pt x="559" y="137"/>
                  </a:cubicBezTo>
                  <a:cubicBezTo>
                    <a:pt x="556" y="136"/>
                    <a:pt x="556" y="136"/>
                    <a:pt x="556" y="136"/>
                  </a:cubicBezTo>
                  <a:cubicBezTo>
                    <a:pt x="554" y="136"/>
                    <a:pt x="554" y="136"/>
                    <a:pt x="554" y="136"/>
                  </a:cubicBezTo>
                  <a:cubicBezTo>
                    <a:pt x="553" y="138"/>
                    <a:pt x="553" y="138"/>
                    <a:pt x="553" y="138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2" y="140"/>
                    <a:pt x="552" y="140"/>
                    <a:pt x="552" y="140"/>
                  </a:cubicBezTo>
                  <a:cubicBezTo>
                    <a:pt x="551" y="141"/>
                    <a:pt x="551" y="141"/>
                    <a:pt x="551" y="141"/>
                  </a:cubicBezTo>
                  <a:cubicBezTo>
                    <a:pt x="550" y="141"/>
                    <a:pt x="550" y="141"/>
                    <a:pt x="550" y="141"/>
                  </a:cubicBezTo>
                  <a:cubicBezTo>
                    <a:pt x="549" y="144"/>
                    <a:pt x="549" y="144"/>
                    <a:pt x="549" y="144"/>
                  </a:cubicBezTo>
                  <a:cubicBezTo>
                    <a:pt x="549" y="145"/>
                    <a:pt x="549" y="145"/>
                    <a:pt x="549" y="145"/>
                  </a:cubicBezTo>
                  <a:cubicBezTo>
                    <a:pt x="551" y="145"/>
                    <a:pt x="551" y="145"/>
                    <a:pt x="551" y="145"/>
                  </a:cubicBezTo>
                  <a:cubicBezTo>
                    <a:pt x="551" y="146"/>
                    <a:pt x="551" y="146"/>
                    <a:pt x="551" y="146"/>
                  </a:cubicBezTo>
                  <a:cubicBezTo>
                    <a:pt x="553" y="145"/>
                    <a:pt x="553" y="145"/>
                    <a:pt x="553" y="145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4" y="143"/>
                    <a:pt x="554" y="143"/>
                    <a:pt x="554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4"/>
                    <a:pt x="555" y="144"/>
                    <a:pt x="555" y="144"/>
                  </a:cubicBezTo>
                  <a:cubicBezTo>
                    <a:pt x="554" y="145"/>
                    <a:pt x="554" y="145"/>
                    <a:pt x="554" y="145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4" y="148"/>
                    <a:pt x="554" y="148"/>
                    <a:pt x="554" y="148"/>
                  </a:cubicBezTo>
                  <a:cubicBezTo>
                    <a:pt x="553" y="149"/>
                    <a:pt x="553" y="149"/>
                    <a:pt x="553" y="149"/>
                  </a:cubicBezTo>
                  <a:cubicBezTo>
                    <a:pt x="551" y="149"/>
                    <a:pt x="551" y="149"/>
                    <a:pt x="551" y="149"/>
                  </a:cubicBezTo>
                  <a:cubicBezTo>
                    <a:pt x="550" y="151"/>
                    <a:pt x="550" y="151"/>
                    <a:pt x="550" y="151"/>
                  </a:cubicBezTo>
                  <a:cubicBezTo>
                    <a:pt x="548" y="151"/>
                    <a:pt x="548" y="151"/>
                    <a:pt x="548" y="151"/>
                  </a:cubicBezTo>
                  <a:cubicBezTo>
                    <a:pt x="548" y="152"/>
                    <a:pt x="548" y="152"/>
                    <a:pt x="548" y="152"/>
                  </a:cubicBezTo>
                  <a:cubicBezTo>
                    <a:pt x="548" y="153"/>
                    <a:pt x="548" y="153"/>
                    <a:pt x="548" y="153"/>
                  </a:cubicBezTo>
                  <a:cubicBezTo>
                    <a:pt x="545" y="154"/>
                    <a:pt x="545" y="154"/>
                    <a:pt x="545" y="154"/>
                  </a:cubicBezTo>
                  <a:cubicBezTo>
                    <a:pt x="544" y="156"/>
                    <a:pt x="544" y="156"/>
                    <a:pt x="544" y="156"/>
                  </a:cubicBezTo>
                  <a:cubicBezTo>
                    <a:pt x="543" y="156"/>
                    <a:pt x="543" y="156"/>
                    <a:pt x="543" y="156"/>
                  </a:cubicBezTo>
                  <a:cubicBezTo>
                    <a:pt x="543" y="155"/>
                    <a:pt x="543" y="155"/>
                    <a:pt x="543" y="155"/>
                  </a:cubicBezTo>
                  <a:cubicBezTo>
                    <a:pt x="542" y="155"/>
                    <a:pt x="542" y="155"/>
                    <a:pt x="542" y="155"/>
                  </a:cubicBezTo>
                  <a:cubicBezTo>
                    <a:pt x="541" y="154"/>
                    <a:pt x="541" y="154"/>
                    <a:pt x="541" y="154"/>
                  </a:cubicBezTo>
                  <a:cubicBezTo>
                    <a:pt x="540" y="155"/>
                    <a:pt x="540" y="155"/>
                    <a:pt x="540" y="155"/>
                  </a:cubicBezTo>
                  <a:cubicBezTo>
                    <a:pt x="540" y="154"/>
                    <a:pt x="540" y="154"/>
                    <a:pt x="540" y="154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7" y="158"/>
                    <a:pt x="537" y="158"/>
                    <a:pt x="537" y="158"/>
                  </a:cubicBezTo>
                  <a:cubicBezTo>
                    <a:pt x="536" y="160"/>
                    <a:pt x="536" y="160"/>
                    <a:pt x="536" y="160"/>
                  </a:cubicBezTo>
                  <a:cubicBezTo>
                    <a:pt x="535" y="161"/>
                    <a:pt x="535" y="161"/>
                    <a:pt x="535" y="161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6" y="162"/>
                    <a:pt x="536" y="162"/>
                    <a:pt x="536" y="162"/>
                  </a:cubicBezTo>
                  <a:cubicBezTo>
                    <a:pt x="535" y="164"/>
                    <a:pt x="535" y="164"/>
                    <a:pt x="535" y="164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6" y="166"/>
                    <a:pt x="536" y="166"/>
                    <a:pt x="536" y="166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69"/>
                    <a:pt x="534" y="169"/>
                    <a:pt x="534" y="169"/>
                  </a:cubicBezTo>
                  <a:cubicBezTo>
                    <a:pt x="534" y="170"/>
                    <a:pt x="534" y="170"/>
                    <a:pt x="534" y="170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3" y="167"/>
                    <a:pt x="533" y="167"/>
                    <a:pt x="533" y="167"/>
                  </a:cubicBezTo>
                  <a:cubicBezTo>
                    <a:pt x="535" y="165"/>
                    <a:pt x="535" y="165"/>
                    <a:pt x="535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5"/>
                    <a:pt x="532" y="165"/>
                    <a:pt x="532" y="165"/>
                  </a:cubicBezTo>
                  <a:cubicBezTo>
                    <a:pt x="532" y="163"/>
                    <a:pt x="532" y="163"/>
                    <a:pt x="532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3"/>
                    <a:pt x="530" y="163"/>
                    <a:pt x="530" y="163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0" y="161"/>
                    <a:pt x="530" y="161"/>
                    <a:pt x="530" y="161"/>
                  </a:cubicBezTo>
                  <a:cubicBezTo>
                    <a:pt x="531" y="162"/>
                    <a:pt x="531" y="162"/>
                    <a:pt x="531" y="162"/>
                  </a:cubicBezTo>
                  <a:cubicBezTo>
                    <a:pt x="532" y="160"/>
                    <a:pt x="532" y="160"/>
                    <a:pt x="532" y="160"/>
                  </a:cubicBezTo>
                  <a:cubicBezTo>
                    <a:pt x="532" y="159"/>
                    <a:pt x="532" y="159"/>
                    <a:pt x="532" y="159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7" y="155"/>
                    <a:pt x="537" y="155"/>
                    <a:pt x="537" y="155"/>
                  </a:cubicBezTo>
                  <a:cubicBezTo>
                    <a:pt x="537" y="154"/>
                    <a:pt x="537" y="154"/>
                    <a:pt x="537" y="154"/>
                  </a:cubicBezTo>
                  <a:cubicBezTo>
                    <a:pt x="537" y="153"/>
                    <a:pt x="537" y="153"/>
                    <a:pt x="537" y="153"/>
                  </a:cubicBezTo>
                  <a:cubicBezTo>
                    <a:pt x="539" y="153"/>
                    <a:pt x="539" y="153"/>
                    <a:pt x="539" y="153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37" y="151"/>
                    <a:pt x="537" y="151"/>
                    <a:pt x="537" y="151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4" y="152"/>
                    <a:pt x="534" y="152"/>
                    <a:pt x="534" y="152"/>
                  </a:cubicBezTo>
                  <a:cubicBezTo>
                    <a:pt x="534" y="151"/>
                    <a:pt x="534" y="151"/>
                    <a:pt x="534" y="151"/>
                  </a:cubicBezTo>
                  <a:cubicBezTo>
                    <a:pt x="533" y="150"/>
                    <a:pt x="533" y="150"/>
                    <a:pt x="533" y="150"/>
                  </a:cubicBezTo>
                  <a:cubicBezTo>
                    <a:pt x="532" y="151"/>
                    <a:pt x="532" y="151"/>
                    <a:pt x="532" y="151"/>
                  </a:cubicBezTo>
                  <a:cubicBezTo>
                    <a:pt x="531" y="150"/>
                    <a:pt x="531" y="150"/>
                    <a:pt x="531" y="150"/>
                  </a:cubicBezTo>
                  <a:cubicBezTo>
                    <a:pt x="532" y="150"/>
                    <a:pt x="532" y="150"/>
                    <a:pt x="532" y="150"/>
                  </a:cubicBezTo>
                  <a:cubicBezTo>
                    <a:pt x="532" y="148"/>
                    <a:pt x="532" y="148"/>
                    <a:pt x="532" y="148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30" y="146"/>
                    <a:pt x="530" y="146"/>
                    <a:pt x="530" y="146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27" y="145"/>
                    <a:pt x="527" y="145"/>
                    <a:pt x="527" y="145"/>
                  </a:cubicBezTo>
                  <a:cubicBezTo>
                    <a:pt x="527" y="146"/>
                    <a:pt x="527" y="146"/>
                    <a:pt x="527" y="146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5" y="147"/>
                    <a:pt x="525" y="147"/>
                    <a:pt x="525" y="147"/>
                  </a:cubicBezTo>
                  <a:cubicBezTo>
                    <a:pt x="524" y="145"/>
                    <a:pt x="524" y="145"/>
                    <a:pt x="524" y="145"/>
                  </a:cubicBezTo>
                  <a:cubicBezTo>
                    <a:pt x="522" y="145"/>
                    <a:pt x="522" y="145"/>
                    <a:pt x="522" y="145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7"/>
                    <a:pt x="522" y="147"/>
                    <a:pt x="522" y="147"/>
                  </a:cubicBezTo>
                  <a:cubicBezTo>
                    <a:pt x="522" y="148"/>
                    <a:pt x="522" y="148"/>
                    <a:pt x="522" y="148"/>
                  </a:cubicBezTo>
                  <a:cubicBezTo>
                    <a:pt x="522" y="149"/>
                    <a:pt x="522" y="149"/>
                    <a:pt x="522" y="149"/>
                  </a:cubicBezTo>
                  <a:cubicBezTo>
                    <a:pt x="521" y="149"/>
                    <a:pt x="521" y="149"/>
                    <a:pt x="521" y="149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20" y="150"/>
                    <a:pt x="520" y="150"/>
                    <a:pt x="520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50"/>
                    <a:pt x="519" y="150"/>
                    <a:pt x="519" y="150"/>
                  </a:cubicBezTo>
                  <a:cubicBezTo>
                    <a:pt x="519" y="149"/>
                    <a:pt x="519" y="149"/>
                    <a:pt x="519" y="149"/>
                  </a:cubicBezTo>
                  <a:cubicBezTo>
                    <a:pt x="516" y="149"/>
                    <a:pt x="516" y="149"/>
                    <a:pt x="516" y="149"/>
                  </a:cubicBezTo>
                  <a:cubicBezTo>
                    <a:pt x="516" y="151"/>
                    <a:pt x="516" y="151"/>
                    <a:pt x="516" y="151"/>
                  </a:cubicBezTo>
                  <a:cubicBezTo>
                    <a:pt x="517" y="152"/>
                    <a:pt x="517" y="152"/>
                    <a:pt x="517" y="152"/>
                  </a:cubicBezTo>
                  <a:cubicBezTo>
                    <a:pt x="518" y="152"/>
                    <a:pt x="518" y="152"/>
                    <a:pt x="518" y="152"/>
                  </a:cubicBezTo>
                  <a:cubicBezTo>
                    <a:pt x="518" y="154"/>
                    <a:pt x="518" y="154"/>
                    <a:pt x="518" y="154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20" y="156"/>
                    <a:pt x="520" y="156"/>
                    <a:pt x="520" y="156"/>
                  </a:cubicBezTo>
                  <a:cubicBezTo>
                    <a:pt x="519" y="155"/>
                    <a:pt x="519" y="155"/>
                    <a:pt x="519" y="155"/>
                  </a:cubicBezTo>
                  <a:cubicBezTo>
                    <a:pt x="516" y="155"/>
                    <a:pt x="516" y="155"/>
                    <a:pt x="516" y="155"/>
                  </a:cubicBezTo>
                  <a:cubicBezTo>
                    <a:pt x="515" y="156"/>
                    <a:pt x="515" y="156"/>
                    <a:pt x="515" y="156"/>
                  </a:cubicBezTo>
                  <a:cubicBezTo>
                    <a:pt x="514" y="155"/>
                    <a:pt x="514" y="155"/>
                    <a:pt x="514" y="155"/>
                  </a:cubicBezTo>
                  <a:cubicBezTo>
                    <a:pt x="513" y="155"/>
                    <a:pt x="513" y="155"/>
                    <a:pt x="513" y="155"/>
                  </a:cubicBezTo>
                  <a:cubicBezTo>
                    <a:pt x="511" y="153"/>
                    <a:pt x="511" y="153"/>
                    <a:pt x="511" y="153"/>
                  </a:cubicBezTo>
                  <a:cubicBezTo>
                    <a:pt x="508" y="153"/>
                    <a:pt x="508" y="153"/>
                    <a:pt x="508" y="153"/>
                  </a:cubicBezTo>
                  <a:cubicBezTo>
                    <a:pt x="508" y="152"/>
                    <a:pt x="508" y="152"/>
                    <a:pt x="508" y="152"/>
                  </a:cubicBezTo>
                  <a:cubicBezTo>
                    <a:pt x="507" y="152"/>
                    <a:pt x="507" y="152"/>
                    <a:pt x="507" y="152"/>
                  </a:cubicBezTo>
                  <a:cubicBezTo>
                    <a:pt x="504" y="153"/>
                    <a:pt x="504" y="153"/>
                    <a:pt x="504" y="153"/>
                  </a:cubicBezTo>
                  <a:cubicBezTo>
                    <a:pt x="504" y="154"/>
                    <a:pt x="504" y="154"/>
                    <a:pt x="504" y="154"/>
                  </a:cubicBezTo>
                  <a:cubicBezTo>
                    <a:pt x="501" y="154"/>
                    <a:pt x="501" y="154"/>
                    <a:pt x="501" y="154"/>
                  </a:cubicBezTo>
                  <a:cubicBezTo>
                    <a:pt x="500" y="155"/>
                    <a:pt x="500" y="155"/>
                    <a:pt x="500" y="155"/>
                  </a:cubicBezTo>
                  <a:cubicBezTo>
                    <a:pt x="499" y="154"/>
                    <a:pt x="499" y="154"/>
                    <a:pt x="499" y="154"/>
                  </a:cubicBezTo>
                  <a:cubicBezTo>
                    <a:pt x="498" y="153"/>
                    <a:pt x="498" y="153"/>
                    <a:pt x="498" y="153"/>
                  </a:cubicBezTo>
                  <a:cubicBezTo>
                    <a:pt x="497" y="152"/>
                    <a:pt x="497" y="152"/>
                    <a:pt x="497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6" y="152"/>
                    <a:pt x="496" y="152"/>
                    <a:pt x="496" y="152"/>
                  </a:cubicBezTo>
                  <a:cubicBezTo>
                    <a:pt x="494" y="150"/>
                    <a:pt x="494" y="150"/>
                    <a:pt x="494" y="150"/>
                  </a:cubicBezTo>
                  <a:cubicBezTo>
                    <a:pt x="494" y="149"/>
                    <a:pt x="494" y="149"/>
                    <a:pt x="494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3" y="149"/>
                    <a:pt x="493" y="149"/>
                    <a:pt x="493" y="149"/>
                  </a:cubicBezTo>
                  <a:cubicBezTo>
                    <a:pt x="494" y="148"/>
                    <a:pt x="494" y="148"/>
                    <a:pt x="494" y="148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2" y="147"/>
                    <a:pt x="492" y="147"/>
                    <a:pt x="492" y="147"/>
                  </a:cubicBezTo>
                  <a:cubicBezTo>
                    <a:pt x="492" y="146"/>
                    <a:pt x="492" y="146"/>
                    <a:pt x="492" y="146"/>
                  </a:cubicBezTo>
                  <a:cubicBezTo>
                    <a:pt x="491" y="145"/>
                    <a:pt x="491" y="145"/>
                    <a:pt x="491" y="145"/>
                  </a:cubicBezTo>
                  <a:cubicBezTo>
                    <a:pt x="489" y="146"/>
                    <a:pt x="489" y="146"/>
                    <a:pt x="489" y="146"/>
                  </a:cubicBezTo>
                  <a:cubicBezTo>
                    <a:pt x="488" y="146"/>
                    <a:pt x="488" y="146"/>
                    <a:pt x="488" y="146"/>
                  </a:cubicBezTo>
                  <a:cubicBezTo>
                    <a:pt x="487" y="144"/>
                    <a:pt x="487" y="144"/>
                    <a:pt x="487" y="144"/>
                  </a:cubicBezTo>
                  <a:cubicBezTo>
                    <a:pt x="487" y="145"/>
                    <a:pt x="487" y="145"/>
                    <a:pt x="487" y="145"/>
                  </a:cubicBezTo>
                  <a:cubicBezTo>
                    <a:pt x="486" y="144"/>
                    <a:pt x="486" y="144"/>
                    <a:pt x="486" y="144"/>
                  </a:cubicBezTo>
                  <a:cubicBezTo>
                    <a:pt x="485" y="144"/>
                    <a:pt x="485" y="144"/>
                    <a:pt x="485" y="144"/>
                  </a:cubicBezTo>
                  <a:cubicBezTo>
                    <a:pt x="484" y="144"/>
                    <a:pt x="484" y="144"/>
                    <a:pt x="484" y="144"/>
                  </a:cubicBezTo>
                  <a:cubicBezTo>
                    <a:pt x="485" y="143"/>
                    <a:pt x="485" y="143"/>
                    <a:pt x="485" y="143"/>
                  </a:cubicBezTo>
                  <a:cubicBezTo>
                    <a:pt x="486" y="142"/>
                    <a:pt x="486" y="142"/>
                    <a:pt x="486" y="142"/>
                  </a:cubicBezTo>
                  <a:cubicBezTo>
                    <a:pt x="486" y="140"/>
                    <a:pt x="486" y="140"/>
                    <a:pt x="486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4" y="140"/>
                    <a:pt x="484" y="140"/>
                    <a:pt x="484" y="140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3" y="137"/>
                    <a:pt x="483" y="137"/>
                    <a:pt x="483" y="137"/>
                  </a:cubicBezTo>
                  <a:cubicBezTo>
                    <a:pt x="484" y="136"/>
                    <a:pt x="484" y="136"/>
                    <a:pt x="484" y="136"/>
                  </a:cubicBezTo>
                  <a:cubicBezTo>
                    <a:pt x="484" y="135"/>
                    <a:pt x="484" y="135"/>
                    <a:pt x="484" y="135"/>
                  </a:cubicBezTo>
                  <a:cubicBezTo>
                    <a:pt x="483" y="134"/>
                    <a:pt x="483" y="134"/>
                    <a:pt x="483" y="134"/>
                  </a:cubicBezTo>
                  <a:cubicBezTo>
                    <a:pt x="484" y="134"/>
                    <a:pt x="484" y="134"/>
                    <a:pt x="484" y="134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83" y="129"/>
                    <a:pt x="483" y="129"/>
                    <a:pt x="483" y="129"/>
                  </a:cubicBezTo>
                  <a:cubicBezTo>
                    <a:pt x="482" y="129"/>
                    <a:pt x="482" y="129"/>
                    <a:pt x="482" y="12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481" y="127"/>
                    <a:pt x="481" y="127"/>
                    <a:pt x="481" y="127"/>
                  </a:cubicBezTo>
                  <a:cubicBezTo>
                    <a:pt x="479" y="128"/>
                    <a:pt x="479" y="128"/>
                    <a:pt x="479" y="128"/>
                  </a:cubicBezTo>
                  <a:cubicBezTo>
                    <a:pt x="478" y="128"/>
                    <a:pt x="478" y="128"/>
                    <a:pt x="478" y="128"/>
                  </a:cubicBezTo>
                  <a:cubicBezTo>
                    <a:pt x="474" y="129"/>
                    <a:pt x="474" y="129"/>
                    <a:pt x="474" y="129"/>
                  </a:cubicBezTo>
                  <a:cubicBezTo>
                    <a:pt x="469" y="129"/>
                    <a:pt x="469" y="129"/>
                    <a:pt x="469" y="129"/>
                  </a:cubicBezTo>
                  <a:cubicBezTo>
                    <a:pt x="467" y="129"/>
                    <a:pt x="467" y="129"/>
                    <a:pt x="467" y="129"/>
                  </a:cubicBezTo>
                  <a:cubicBezTo>
                    <a:pt x="465" y="129"/>
                    <a:pt x="465" y="129"/>
                    <a:pt x="465" y="129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62" y="132"/>
                    <a:pt x="462" y="132"/>
                    <a:pt x="462" y="132"/>
                  </a:cubicBezTo>
                  <a:cubicBezTo>
                    <a:pt x="461" y="134"/>
                    <a:pt x="461" y="134"/>
                    <a:pt x="461" y="134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3" y="137"/>
                    <a:pt x="463" y="137"/>
                    <a:pt x="463" y="137"/>
                  </a:cubicBezTo>
                  <a:cubicBezTo>
                    <a:pt x="465" y="137"/>
                    <a:pt x="465" y="137"/>
                    <a:pt x="465" y="137"/>
                  </a:cubicBezTo>
                  <a:cubicBezTo>
                    <a:pt x="465" y="138"/>
                    <a:pt x="465" y="138"/>
                    <a:pt x="465" y="138"/>
                  </a:cubicBezTo>
                  <a:cubicBezTo>
                    <a:pt x="468" y="138"/>
                    <a:pt x="468" y="138"/>
                    <a:pt x="468" y="138"/>
                  </a:cubicBezTo>
                  <a:cubicBezTo>
                    <a:pt x="468" y="136"/>
                    <a:pt x="468" y="136"/>
                    <a:pt x="468" y="136"/>
                  </a:cubicBezTo>
                  <a:cubicBezTo>
                    <a:pt x="467" y="135"/>
                    <a:pt x="467" y="135"/>
                    <a:pt x="467" y="135"/>
                  </a:cubicBezTo>
                  <a:cubicBezTo>
                    <a:pt x="468" y="135"/>
                    <a:pt x="468" y="135"/>
                    <a:pt x="468" y="135"/>
                  </a:cubicBezTo>
                  <a:cubicBezTo>
                    <a:pt x="470" y="136"/>
                    <a:pt x="470" y="136"/>
                    <a:pt x="470" y="136"/>
                  </a:cubicBezTo>
                  <a:cubicBezTo>
                    <a:pt x="472" y="136"/>
                    <a:pt x="472" y="136"/>
                    <a:pt x="472" y="136"/>
                  </a:cubicBezTo>
                  <a:cubicBezTo>
                    <a:pt x="472" y="135"/>
                    <a:pt x="472" y="135"/>
                    <a:pt x="472" y="135"/>
                  </a:cubicBezTo>
                  <a:cubicBezTo>
                    <a:pt x="473" y="137"/>
                    <a:pt x="473" y="137"/>
                    <a:pt x="473" y="137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4" y="135"/>
                    <a:pt x="474" y="135"/>
                    <a:pt x="474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6" y="134"/>
                    <a:pt x="476" y="134"/>
                    <a:pt x="476" y="134"/>
                  </a:cubicBezTo>
                  <a:cubicBezTo>
                    <a:pt x="479" y="133"/>
                    <a:pt x="479" y="133"/>
                    <a:pt x="479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0" y="133"/>
                    <a:pt x="480" y="133"/>
                    <a:pt x="480" y="133"/>
                  </a:cubicBezTo>
                  <a:cubicBezTo>
                    <a:pt x="481" y="133"/>
                    <a:pt x="481" y="133"/>
                    <a:pt x="481" y="133"/>
                  </a:cubicBezTo>
                  <a:cubicBezTo>
                    <a:pt x="480" y="134"/>
                    <a:pt x="480" y="134"/>
                    <a:pt x="480" y="134"/>
                  </a:cubicBezTo>
                  <a:cubicBezTo>
                    <a:pt x="481" y="135"/>
                    <a:pt x="481" y="135"/>
                    <a:pt x="481" y="135"/>
                  </a:cubicBezTo>
                  <a:cubicBezTo>
                    <a:pt x="480" y="136"/>
                    <a:pt x="480" y="136"/>
                    <a:pt x="480" y="136"/>
                  </a:cubicBezTo>
                  <a:cubicBezTo>
                    <a:pt x="479" y="135"/>
                    <a:pt x="479" y="135"/>
                    <a:pt x="479" y="135"/>
                  </a:cubicBezTo>
                  <a:cubicBezTo>
                    <a:pt x="478" y="136"/>
                    <a:pt x="478" y="136"/>
                    <a:pt x="478" y="136"/>
                  </a:cubicBezTo>
                  <a:cubicBezTo>
                    <a:pt x="477" y="136"/>
                    <a:pt x="477" y="136"/>
                    <a:pt x="477" y="136"/>
                  </a:cubicBezTo>
                  <a:cubicBezTo>
                    <a:pt x="476" y="135"/>
                    <a:pt x="476" y="135"/>
                    <a:pt x="476" y="135"/>
                  </a:cubicBezTo>
                  <a:cubicBezTo>
                    <a:pt x="475" y="135"/>
                    <a:pt x="475" y="135"/>
                    <a:pt x="475" y="135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1" y="139"/>
                    <a:pt x="471" y="139"/>
                    <a:pt x="471" y="139"/>
                  </a:cubicBezTo>
                  <a:cubicBezTo>
                    <a:pt x="470" y="140"/>
                    <a:pt x="470" y="140"/>
                    <a:pt x="470" y="140"/>
                  </a:cubicBezTo>
                  <a:cubicBezTo>
                    <a:pt x="470" y="139"/>
                    <a:pt x="470" y="139"/>
                    <a:pt x="470" y="139"/>
                  </a:cubicBezTo>
                  <a:cubicBezTo>
                    <a:pt x="468" y="139"/>
                    <a:pt x="468" y="139"/>
                    <a:pt x="468" y="139"/>
                  </a:cubicBezTo>
                  <a:cubicBezTo>
                    <a:pt x="467" y="140"/>
                    <a:pt x="467" y="140"/>
                    <a:pt x="467" y="140"/>
                  </a:cubicBezTo>
                  <a:cubicBezTo>
                    <a:pt x="466" y="141"/>
                    <a:pt x="466" y="141"/>
                    <a:pt x="466" y="141"/>
                  </a:cubicBezTo>
                  <a:cubicBezTo>
                    <a:pt x="466" y="140"/>
                    <a:pt x="466" y="140"/>
                    <a:pt x="466" y="140"/>
                  </a:cubicBezTo>
                  <a:cubicBezTo>
                    <a:pt x="464" y="140"/>
                    <a:pt x="464" y="140"/>
                    <a:pt x="464" y="140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3" y="141"/>
                    <a:pt x="463" y="141"/>
                    <a:pt x="463" y="141"/>
                  </a:cubicBezTo>
                  <a:cubicBezTo>
                    <a:pt x="462" y="142"/>
                    <a:pt x="462" y="142"/>
                    <a:pt x="462" y="142"/>
                  </a:cubicBezTo>
                  <a:cubicBezTo>
                    <a:pt x="460" y="143"/>
                    <a:pt x="460" y="143"/>
                    <a:pt x="460" y="143"/>
                  </a:cubicBezTo>
                  <a:cubicBezTo>
                    <a:pt x="460" y="144"/>
                    <a:pt x="460" y="144"/>
                    <a:pt x="460" y="144"/>
                  </a:cubicBezTo>
                  <a:cubicBezTo>
                    <a:pt x="460" y="145"/>
                    <a:pt x="460" y="145"/>
                    <a:pt x="460" y="145"/>
                  </a:cubicBezTo>
                  <a:cubicBezTo>
                    <a:pt x="459" y="149"/>
                    <a:pt x="459" y="149"/>
                    <a:pt x="459" y="149"/>
                  </a:cubicBezTo>
                  <a:cubicBezTo>
                    <a:pt x="459" y="152"/>
                    <a:pt x="459" y="152"/>
                    <a:pt x="459" y="152"/>
                  </a:cubicBezTo>
                  <a:cubicBezTo>
                    <a:pt x="458" y="153"/>
                    <a:pt x="458" y="153"/>
                    <a:pt x="458" y="153"/>
                  </a:cubicBezTo>
                  <a:cubicBezTo>
                    <a:pt x="460" y="154"/>
                    <a:pt x="460" y="154"/>
                    <a:pt x="460" y="154"/>
                  </a:cubicBezTo>
                  <a:cubicBezTo>
                    <a:pt x="458" y="154"/>
                    <a:pt x="458" y="154"/>
                    <a:pt x="458" y="154"/>
                  </a:cubicBezTo>
                  <a:cubicBezTo>
                    <a:pt x="458" y="155"/>
                    <a:pt x="458" y="155"/>
                    <a:pt x="458" y="155"/>
                  </a:cubicBezTo>
                  <a:cubicBezTo>
                    <a:pt x="456" y="155"/>
                    <a:pt x="456" y="155"/>
                    <a:pt x="456" y="155"/>
                  </a:cubicBezTo>
                  <a:cubicBezTo>
                    <a:pt x="454" y="159"/>
                    <a:pt x="454" y="159"/>
                    <a:pt x="454" y="159"/>
                  </a:cubicBezTo>
                  <a:cubicBezTo>
                    <a:pt x="454" y="160"/>
                    <a:pt x="454" y="160"/>
                    <a:pt x="454" y="160"/>
                  </a:cubicBezTo>
                  <a:cubicBezTo>
                    <a:pt x="453" y="159"/>
                    <a:pt x="453" y="159"/>
                    <a:pt x="453" y="159"/>
                  </a:cubicBezTo>
                  <a:cubicBezTo>
                    <a:pt x="454" y="158"/>
                    <a:pt x="454" y="158"/>
                    <a:pt x="454" y="158"/>
                  </a:cubicBezTo>
                  <a:cubicBezTo>
                    <a:pt x="454" y="156"/>
                    <a:pt x="454" y="156"/>
                    <a:pt x="454" y="156"/>
                  </a:cubicBezTo>
                  <a:cubicBezTo>
                    <a:pt x="455" y="155"/>
                    <a:pt x="455" y="155"/>
                    <a:pt x="455" y="155"/>
                  </a:cubicBezTo>
                  <a:cubicBezTo>
                    <a:pt x="455" y="154"/>
                    <a:pt x="455" y="154"/>
                    <a:pt x="455" y="154"/>
                  </a:cubicBezTo>
                  <a:cubicBezTo>
                    <a:pt x="457" y="153"/>
                    <a:pt x="457" y="153"/>
                    <a:pt x="457" y="153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7" y="151"/>
                    <a:pt x="457" y="151"/>
                    <a:pt x="457" y="151"/>
                  </a:cubicBezTo>
                  <a:cubicBezTo>
                    <a:pt x="456" y="151"/>
                    <a:pt x="456" y="151"/>
                    <a:pt x="456" y="151"/>
                  </a:cubicBezTo>
                  <a:cubicBezTo>
                    <a:pt x="456" y="150"/>
                    <a:pt x="456" y="150"/>
                    <a:pt x="456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4" y="151"/>
                    <a:pt x="454" y="151"/>
                    <a:pt x="454" y="151"/>
                  </a:cubicBezTo>
                  <a:cubicBezTo>
                    <a:pt x="453" y="152"/>
                    <a:pt x="453" y="152"/>
                    <a:pt x="453" y="152"/>
                  </a:cubicBezTo>
                  <a:cubicBezTo>
                    <a:pt x="453" y="151"/>
                    <a:pt x="453" y="151"/>
                    <a:pt x="453" y="151"/>
                  </a:cubicBezTo>
                  <a:cubicBezTo>
                    <a:pt x="454" y="150"/>
                    <a:pt x="454" y="150"/>
                    <a:pt x="454" y="150"/>
                  </a:cubicBezTo>
                  <a:cubicBezTo>
                    <a:pt x="455" y="148"/>
                    <a:pt x="455" y="148"/>
                    <a:pt x="455" y="148"/>
                  </a:cubicBezTo>
                  <a:cubicBezTo>
                    <a:pt x="455" y="145"/>
                    <a:pt x="455" y="145"/>
                    <a:pt x="455" y="145"/>
                  </a:cubicBezTo>
                  <a:cubicBezTo>
                    <a:pt x="454" y="145"/>
                    <a:pt x="454" y="145"/>
                    <a:pt x="454" y="145"/>
                  </a:cubicBezTo>
                  <a:cubicBezTo>
                    <a:pt x="453" y="146"/>
                    <a:pt x="453" y="146"/>
                    <a:pt x="453" y="146"/>
                  </a:cubicBezTo>
                  <a:cubicBezTo>
                    <a:pt x="453" y="148"/>
                    <a:pt x="453" y="148"/>
                    <a:pt x="453" y="148"/>
                  </a:cubicBezTo>
                  <a:cubicBezTo>
                    <a:pt x="452" y="148"/>
                    <a:pt x="452" y="148"/>
                    <a:pt x="452" y="148"/>
                  </a:cubicBezTo>
                  <a:cubicBezTo>
                    <a:pt x="452" y="147"/>
                    <a:pt x="452" y="147"/>
                    <a:pt x="452" y="147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144"/>
                    <a:pt x="453" y="144"/>
                    <a:pt x="453" y="144"/>
                  </a:cubicBezTo>
                  <a:cubicBezTo>
                    <a:pt x="452" y="142"/>
                    <a:pt x="452" y="142"/>
                    <a:pt x="452" y="142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3"/>
                    <a:pt x="451" y="143"/>
                    <a:pt x="451" y="143"/>
                  </a:cubicBezTo>
                  <a:cubicBezTo>
                    <a:pt x="451" y="142"/>
                    <a:pt x="451" y="142"/>
                    <a:pt x="451" y="142"/>
                  </a:cubicBezTo>
                  <a:cubicBezTo>
                    <a:pt x="451" y="140"/>
                    <a:pt x="451" y="140"/>
                    <a:pt x="451" y="140"/>
                  </a:cubicBezTo>
                  <a:cubicBezTo>
                    <a:pt x="450" y="140"/>
                    <a:pt x="450" y="140"/>
                    <a:pt x="450" y="140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138"/>
                    <a:pt x="450" y="138"/>
                    <a:pt x="450" y="138"/>
                  </a:cubicBezTo>
                  <a:cubicBezTo>
                    <a:pt x="454" y="137"/>
                    <a:pt x="454" y="137"/>
                    <a:pt x="454" y="137"/>
                  </a:cubicBezTo>
                  <a:cubicBezTo>
                    <a:pt x="453" y="136"/>
                    <a:pt x="453" y="136"/>
                    <a:pt x="453" y="136"/>
                  </a:cubicBezTo>
                  <a:cubicBezTo>
                    <a:pt x="451" y="135"/>
                    <a:pt x="451" y="135"/>
                    <a:pt x="451" y="135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50" y="137"/>
                    <a:pt x="450" y="137"/>
                    <a:pt x="450" y="137"/>
                  </a:cubicBezTo>
                  <a:cubicBezTo>
                    <a:pt x="448" y="137"/>
                    <a:pt x="448" y="137"/>
                    <a:pt x="448" y="137"/>
                  </a:cubicBezTo>
                  <a:cubicBezTo>
                    <a:pt x="444" y="139"/>
                    <a:pt x="444" y="139"/>
                    <a:pt x="444" y="139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40"/>
                    <a:pt x="442" y="140"/>
                    <a:pt x="442" y="140"/>
                  </a:cubicBezTo>
                  <a:cubicBezTo>
                    <a:pt x="442" y="139"/>
                    <a:pt x="442" y="139"/>
                    <a:pt x="442" y="139"/>
                  </a:cubicBezTo>
                  <a:cubicBezTo>
                    <a:pt x="441" y="139"/>
                    <a:pt x="441" y="139"/>
                    <a:pt x="441" y="139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9" y="140"/>
                    <a:pt x="439" y="140"/>
                    <a:pt x="439" y="140"/>
                  </a:cubicBezTo>
                  <a:cubicBezTo>
                    <a:pt x="438" y="139"/>
                    <a:pt x="438" y="139"/>
                    <a:pt x="438" y="139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5" y="139"/>
                    <a:pt x="435" y="139"/>
                    <a:pt x="435" y="139"/>
                  </a:cubicBezTo>
                  <a:cubicBezTo>
                    <a:pt x="433" y="139"/>
                    <a:pt x="433" y="139"/>
                    <a:pt x="433" y="139"/>
                  </a:cubicBezTo>
                  <a:cubicBezTo>
                    <a:pt x="433" y="140"/>
                    <a:pt x="433" y="140"/>
                    <a:pt x="433" y="140"/>
                  </a:cubicBezTo>
                  <a:cubicBezTo>
                    <a:pt x="432" y="140"/>
                    <a:pt x="432" y="140"/>
                    <a:pt x="432" y="140"/>
                  </a:cubicBezTo>
                  <a:cubicBezTo>
                    <a:pt x="429" y="138"/>
                    <a:pt x="429" y="138"/>
                    <a:pt x="429" y="138"/>
                  </a:cubicBezTo>
                  <a:cubicBezTo>
                    <a:pt x="427" y="138"/>
                    <a:pt x="427" y="138"/>
                    <a:pt x="427" y="138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6"/>
                    <a:pt x="423" y="136"/>
                    <a:pt x="423" y="136"/>
                  </a:cubicBezTo>
                  <a:cubicBezTo>
                    <a:pt x="420" y="134"/>
                    <a:pt x="420" y="134"/>
                    <a:pt x="420" y="134"/>
                  </a:cubicBezTo>
                  <a:cubicBezTo>
                    <a:pt x="419" y="135"/>
                    <a:pt x="419" y="135"/>
                    <a:pt x="419" y="135"/>
                  </a:cubicBezTo>
                  <a:cubicBezTo>
                    <a:pt x="419" y="134"/>
                    <a:pt x="419" y="134"/>
                    <a:pt x="419" y="134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7" y="132"/>
                    <a:pt x="417" y="132"/>
                    <a:pt x="417" y="132"/>
                  </a:cubicBezTo>
                  <a:cubicBezTo>
                    <a:pt x="419" y="132"/>
                    <a:pt x="419" y="132"/>
                    <a:pt x="419" y="132"/>
                  </a:cubicBezTo>
                  <a:cubicBezTo>
                    <a:pt x="419" y="130"/>
                    <a:pt x="419" y="130"/>
                    <a:pt x="419" y="130"/>
                  </a:cubicBezTo>
                  <a:cubicBezTo>
                    <a:pt x="421" y="129"/>
                    <a:pt x="421" y="129"/>
                    <a:pt x="421" y="129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1" y="128"/>
                    <a:pt x="421" y="128"/>
                    <a:pt x="421" y="128"/>
                  </a:cubicBezTo>
                  <a:cubicBezTo>
                    <a:pt x="423" y="129"/>
                    <a:pt x="423" y="129"/>
                    <a:pt x="423" y="129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4" y="128"/>
                    <a:pt x="424" y="128"/>
                    <a:pt x="424" y="128"/>
                  </a:cubicBezTo>
                  <a:cubicBezTo>
                    <a:pt x="425" y="128"/>
                    <a:pt x="425" y="128"/>
                    <a:pt x="425" y="128"/>
                  </a:cubicBezTo>
                  <a:cubicBezTo>
                    <a:pt x="429" y="129"/>
                    <a:pt x="429" y="129"/>
                    <a:pt x="429" y="129"/>
                  </a:cubicBezTo>
                  <a:cubicBezTo>
                    <a:pt x="430" y="128"/>
                    <a:pt x="430" y="128"/>
                    <a:pt x="430" y="128"/>
                  </a:cubicBezTo>
                  <a:cubicBezTo>
                    <a:pt x="431" y="126"/>
                    <a:pt x="431" y="126"/>
                    <a:pt x="431" y="126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1" y="122"/>
                    <a:pt x="431" y="122"/>
                    <a:pt x="431" y="122"/>
                  </a:cubicBezTo>
                  <a:cubicBezTo>
                    <a:pt x="430" y="121"/>
                    <a:pt x="430" y="121"/>
                    <a:pt x="430" y="121"/>
                  </a:cubicBezTo>
                  <a:cubicBezTo>
                    <a:pt x="430" y="119"/>
                    <a:pt x="430" y="119"/>
                    <a:pt x="430" y="119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8" y="117"/>
                    <a:pt x="428" y="117"/>
                    <a:pt x="428" y="117"/>
                  </a:cubicBezTo>
                  <a:cubicBezTo>
                    <a:pt x="428" y="116"/>
                    <a:pt x="428" y="116"/>
                    <a:pt x="428" y="116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4" y="114"/>
                    <a:pt x="424" y="114"/>
                    <a:pt x="424" y="114"/>
                  </a:cubicBezTo>
                  <a:cubicBezTo>
                    <a:pt x="424" y="115"/>
                    <a:pt x="424" y="115"/>
                    <a:pt x="424" y="115"/>
                  </a:cubicBezTo>
                  <a:cubicBezTo>
                    <a:pt x="423" y="114"/>
                    <a:pt x="423" y="114"/>
                    <a:pt x="423" y="114"/>
                  </a:cubicBezTo>
                  <a:cubicBezTo>
                    <a:pt x="420" y="113"/>
                    <a:pt x="420" y="113"/>
                    <a:pt x="420" y="113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21" y="115"/>
                    <a:pt x="421" y="115"/>
                    <a:pt x="421" y="115"/>
                  </a:cubicBezTo>
                  <a:cubicBezTo>
                    <a:pt x="420" y="115"/>
                    <a:pt x="420" y="115"/>
                    <a:pt x="420" y="115"/>
                  </a:cubicBezTo>
                  <a:cubicBezTo>
                    <a:pt x="418" y="114"/>
                    <a:pt x="418" y="114"/>
                    <a:pt x="418" y="114"/>
                  </a:cubicBezTo>
                  <a:cubicBezTo>
                    <a:pt x="417" y="112"/>
                    <a:pt x="417" y="112"/>
                    <a:pt x="417" y="112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415" y="112"/>
                    <a:pt x="415" y="112"/>
                    <a:pt x="415" y="112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1" y="109"/>
                    <a:pt x="411" y="109"/>
                    <a:pt x="411" y="109"/>
                  </a:cubicBezTo>
                  <a:cubicBezTo>
                    <a:pt x="409" y="108"/>
                    <a:pt x="409" y="108"/>
                    <a:pt x="409" y="108"/>
                  </a:cubicBezTo>
                  <a:cubicBezTo>
                    <a:pt x="408" y="106"/>
                    <a:pt x="408" y="106"/>
                    <a:pt x="408" y="106"/>
                  </a:cubicBezTo>
                  <a:cubicBezTo>
                    <a:pt x="402" y="103"/>
                    <a:pt x="402" y="103"/>
                    <a:pt x="402" y="103"/>
                  </a:cubicBezTo>
                  <a:cubicBezTo>
                    <a:pt x="401" y="100"/>
                    <a:pt x="401" y="100"/>
                    <a:pt x="401" y="100"/>
                  </a:cubicBezTo>
                  <a:cubicBezTo>
                    <a:pt x="401" y="99"/>
                    <a:pt x="401" y="99"/>
                    <a:pt x="401" y="99"/>
                  </a:cubicBezTo>
                  <a:cubicBezTo>
                    <a:pt x="399" y="95"/>
                    <a:pt x="399" y="95"/>
                    <a:pt x="399" y="95"/>
                  </a:cubicBezTo>
                  <a:cubicBezTo>
                    <a:pt x="399" y="93"/>
                    <a:pt x="399" y="93"/>
                    <a:pt x="399" y="93"/>
                  </a:cubicBezTo>
                  <a:cubicBezTo>
                    <a:pt x="398" y="93"/>
                    <a:pt x="398" y="93"/>
                    <a:pt x="398" y="93"/>
                  </a:cubicBezTo>
                  <a:cubicBezTo>
                    <a:pt x="396" y="92"/>
                    <a:pt x="396" y="92"/>
                    <a:pt x="396" y="92"/>
                  </a:cubicBezTo>
                  <a:cubicBezTo>
                    <a:pt x="395" y="92"/>
                    <a:pt x="395" y="92"/>
                    <a:pt x="395" y="92"/>
                  </a:cubicBezTo>
                  <a:cubicBezTo>
                    <a:pt x="393" y="91"/>
                    <a:pt x="393" y="91"/>
                    <a:pt x="393" y="91"/>
                  </a:cubicBezTo>
                  <a:cubicBezTo>
                    <a:pt x="392" y="91"/>
                    <a:pt x="392" y="91"/>
                    <a:pt x="392" y="91"/>
                  </a:cubicBezTo>
                  <a:cubicBezTo>
                    <a:pt x="391" y="90"/>
                    <a:pt x="391" y="90"/>
                    <a:pt x="391" y="90"/>
                  </a:cubicBezTo>
                  <a:cubicBezTo>
                    <a:pt x="389" y="90"/>
                    <a:pt x="389" y="90"/>
                    <a:pt x="389" y="90"/>
                  </a:cubicBezTo>
                  <a:cubicBezTo>
                    <a:pt x="387" y="92"/>
                    <a:pt x="387" y="92"/>
                    <a:pt x="387" y="92"/>
                  </a:cubicBezTo>
                  <a:cubicBezTo>
                    <a:pt x="386" y="95"/>
                    <a:pt x="386" y="95"/>
                    <a:pt x="386" y="95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3" y="96"/>
                    <a:pt x="383" y="96"/>
                    <a:pt x="383" y="96"/>
                  </a:cubicBezTo>
                  <a:cubicBezTo>
                    <a:pt x="382" y="96"/>
                    <a:pt x="382" y="96"/>
                    <a:pt x="382" y="96"/>
                  </a:cubicBezTo>
                  <a:cubicBezTo>
                    <a:pt x="381" y="95"/>
                    <a:pt x="381" y="95"/>
                    <a:pt x="381" y="95"/>
                  </a:cubicBezTo>
                  <a:cubicBezTo>
                    <a:pt x="379" y="95"/>
                    <a:pt x="379" y="95"/>
                    <a:pt x="379" y="95"/>
                  </a:cubicBezTo>
                  <a:cubicBezTo>
                    <a:pt x="378" y="95"/>
                    <a:pt x="378" y="95"/>
                    <a:pt x="378" y="95"/>
                  </a:cubicBezTo>
                  <a:cubicBezTo>
                    <a:pt x="379" y="93"/>
                    <a:pt x="379" y="93"/>
                    <a:pt x="379" y="93"/>
                  </a:cubicBezTo>
                  <a:cubicBezTo>
                    <a:pt x="380" y="93"/>
                    <a:pt x="380" y="93"/>
                    <a:pt x="380" y="93"/>
                  </a:cubicBezTo>
                  <a:cubicBezTo>
                    <a:pt x="382" y="92"/>
                    <a:pt x="382" y="92"/>
                    <a:pt x="382" y="92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3" y="90"/>
                    <a:pt x="383" y="90"/>
                    <a:pt x="383" y="90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82" y="89"/>
                    <a:pt x="382" y="89"/>
                    <a:pt x="382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4" y="85"/>
                    <a:pt x="384" y="85"/>
                    <a:pt x="384" y="85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384" y="82"/>
                    <a:pt x="384" y="82"/>
                    <a:pt x="384" y="82"/>
                  </a:cubicBezTo>
                  <a:cubicBezTo>
                    <a:pt x="385" y="82"/>
                    <a:pt x="385" y="82"/>
                    <a:pt x="385" y="82"/>
                  </a:cubicBezTo>
                  <a:cubicBezTo>
                    <a:pt x="385" y="81"/>
                    <a:pt x="385" y="81"/>
                    <a:pt x="385" y="81"/>
                  </a:cubicBezTo>
                  <a:cubicBezTo>
                    <a:pt x="387" y="80"/>
                    <a:pt x="387" y="80"/>
                    <a:pt x="387" y="80"/>
                  </a:cubicBezTo>
                  <a:cubicBezTo>
                    <a:pt x="383" y="80"/>
                    <a:pt x="383" y="80"/>
                    <a:pt x="383" y="80"/>
                  </a:cubicBezTo>
                  <a:cubicBezTo>
                    <a:pt x="382" y="81"/>
                    <a:pt x="382" y="81"/>
                    <a:pt x="382" y="81"/>
                  </a:cubicBezTo>
                  <a:cubicBezTo>
                    <a:pt x="383" y="82"/>
                    <a:pt x="383" y="82"/>
                    <a:pt x="383" y="82"/>
                  </a:cubicBezTo>
                  <a:cubicBezTo>
                    <a:pt x="381" y="82"/>
                    <a:pt x="381" y="82"/>
                    <a:pt x="381" y="82"/>
                  </a:cubicBezTo>
                  <a:cubicBezTo>
                    <a:pt x="381" y="84"/>
                    <a:pt x="381" y="84"/>
                    <a:pt x="381" y="84"/>
                  </a:cubicBezTo>
                  <a:cubicBezTo>
                    <a:pt x="379" y="85"/>
                    <a:pt x="379" y="85"/>
                    <a:pt x="379" y="85"/>
                  </a:cubicBezTo>
                  <a:cubicBezTo>
                    <a:pt x="376" y="85"/>
                    <a:pt x="376" y="85"/>
                    <a:pt x="376" y="85"/>
                  </a:cubicBezTo>
                  <a:cubicBezTo>
                    <a:pt x="378" y="88"/>
                    <a:pt x="378" y="88"/>
                    <a:pt x="378" y="88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3" y="89"/>
                    <a:pt x="373" y="89"/>
                    <a:pt x="373" y="89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3" y="90"/>
                    <a:pt x="373" y="90"/>
                    <a:pt x="373" y="90"/>
                  </a:cubicBezTo>
                  <a:cubicBezTo>
                    <a:pt x="371" y="91"/>
                    <a:pt x="371" y="91"/>
                    <a:pt x="371" y="91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0" y="92"/>
                    <a:pt x="370" y="92"/>
                    <a:pt x="370" y="92"/>
                  </a:cubicBezTo>
                  <a:cubicBezTo>
                    <a:pt x="369" y="90"/>
                    <a:pt x="369" y="90"/>
                    <a:pt x="369" y="90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71" y="81"/>
                    <a:pt x="371" y="81"/>
                    <a:pt x="371" y="81"/>
                  </a:cubicBezTo>
                  <a:cubicBezTo>
                    <a:pt x="371" y="77"/>
                    <a:pt x="371" y="77"/>
                    <a:pt x="371" y="77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1" y="70"/>
                    <a:pt x="371" y="70"/>
                    <a:pt x="371" y="70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4"/>
                    <a:pt x="371" y="64"/>
                    <a:pt x="371" y="64"/>
                  </a:cubicBezTo>
                  <a:cubicBezTo>
                    <a:pt x="369" y="65"/>
                    <a:pt x="369" y="65"/>
                    <a:pt x="369" y="65"/>
                  </a:cubicBezTo>
                  <a:cubicBezTo>
                    <a:pt x="367" y="67"/>
                    <a:pt x="367" y="67"/>
                    <a:pt x="367" y="67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6" y="70"/>
                    <a:pt x="366" y="70"/>
                    <a:pt x="366" y="70"/>
                  </a:cubicBezTo>
                  <a:cubicBezTo>
                    <a:pt x="367" y="71"/>
                    <a:pt x="367" y="71"/>
                    <a:pt x="367" y="71"/>
                  </a:cubicBezTo>
                  <a:cubicBezTo>
                    <a:pt x="366" y="72"/>
                    <a:pt x="366" y="72"/>
                    <a:pt x="366" y="72"/>
                  </a:cubicBezTo>
                  <a:cubicBezTo>
                    <a:pt x="367" y="74"/>
                    <a:pt x="367" y="74"/>
                    <a:pt x="367" y="74"/>
                  </a:cubicBezTo>
                  <a:cubicBezTo>
                    <a:pt x="367" y="75"/>
                    <a:pt x="367" y="75"/>
                    <a:pt x="367" y="75"/>
                  </a:cubicBezTo>
                  <a:cubicBezTo>
                    <a:pt x="366" y="75"/>
                    <a:pt x="366" y="75"/>
                    <a:pt x="366" y="75"/>
                  </a:cubicBezTo>
                  <a:cubicBezTo>
                    <a:pt x="365" y="74"/>
                    <a:pt x="365" y="74"/>
                    <a:pt x="365" y="74"/>
                  </a:cubicBezTo>
                  <a:cubicBezTo>
                    <a:pt x="364" y="75"/>
                    <a:pt x="364" y="75"/>
                    <a:pt x="364" y="75"/>
                  </a:cubicBezTo>
                  <a:cubicBezTo>
                    <a:pt x="364" y="76"/>
                    <a:pt x="364" y="76"/>
                    <a:pt x="364" y="76"/>
                  </a:cubicBezTo>
                  <a:cubicBezTo>
                    <a:pt x="363" y="75"/>
                    <a:pt x="363" y="75"/>
                    <a:pt x="363" y="75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62" y="77"/>
                    <a:pt x="362" y="77"/>
                    <a:pt x="362" y="77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58" y="79"/>
                    <a:pt x="358" y="79"/>
                    <a:pt x="358" y="79"/>
                  </a:cubicBezTo>
                  <a:cubicBezTo>
                    <a:pt x="357" y="79"/>
                    <a:pt x="357" y="79"/>
                    <a:pt x="357" y="79"/>
                  </a:cubicBezTo>
                  <a:cubicBezTo>
                    <a:pt x="358" y="77"/>
                    <a:pt x="358" y="77"/>
                    <a:pt x="358" y="77"/>
                  </a:cubicBezTo>
                  <a:cubicBezTo>
                    <a:pt x="356" y="77"/>
                    <a:pt x="356" y="77"/>
                    <a:pt x="356" y="77"/>
                  </a:cubicBezTo>
                  <a:cubicBezTo>
                    <a:pt x="355" y="78"/>
                    <a:pt x="355" y="78"/>
                    <a:pt x="355" y="78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79"/>
                    <a:pt x="350" y="79"/>
                    <a:pt x="350" y="79"/>
                  </a:cubicBezTo>
                  <a:cubicBezTo>
                    <a:pt x="348" y="79"/>
                    <a:pt x="348" y="79"/>
                    <a:pt x="348" y="79"/>
                  </a:cubicBezTo>
                  <a:cubicBezTo>
                    <a:pt x="349" y="78"/>
                    <a:pt x="349" y="78"/>
                    <a:pt x="349" y="78"/>
                  </a:cubicBezTo>
                  <a:cubicBezTo>
                    <a:pt x="351" y="77"/>
                    <a:pt x="351" y="77"/>
                    <a:pt x="351" y="77"/>
                  </a:cubicBezTo>
                  <a:cubicBezTo>
                    <a:pt x="355" y="76"/>
                    <a:pt x="355" y="76"/>
                    <a:pt x="355" y="76"/>
                  </a:cubicBezTo>
                  <a:cubicBezTo>
                    <a:pt x="355" y="75"/>
                    <a:pt x="355" y="75"/>
                    <a:pt x="355" y="75"/>
                  </a:cubicBezTo>
                  <a:cubicBezTo>
                    <a:pt x="356" y="75"/>
                    <a:pt x="356" y="75"/>
                    <a:pt x="356" y="75"/>
                  </a:cubicBezTo>
                  <a:cubicBezTo>
                    <a:pt x="357" y="74"/>
                    <a:pt x="357" y="74"/>
                    <a:pt x="357" y="74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6" y="71"/>
                    <a:pt x="356" y="71"/>
                    <a:pt x="356" y="71"/>
                  </a:cubicBezTo>
                  <a:cubicBezTo>
                    <a:pt x="354" y="70"/>
                    <a:pt x="354" y="70"/>
                    <a:pt x="354" y="70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351" y="71"/>
                    <a:pt x="351" y="71"/>
                    <a:pt x="351" y="71"/>
                  </a:cubicBezTo>
                  <a:cubicBezTo>
                    <a:pt x="349" y="71"/>
                    <a:pt x="349" y="71"/>
                    <a:pt x="349" y="71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4" y="73"/>
                    <a:pt x="344" y="73"/>
                    <a:pt x="344" y="73"/>
                  </a:cubicBezTo>
                  <a:cubicBezTo>
                    <a:pt x="343" y="74"/>
                    <a:pt x="343" y="74"/>
                    <a:pt x="343" y="74"/>
                  </a:cubicBezTo>
                  <a:cubicBezTo>
                    <a:pt x="339" y="75"/>
                    <a:pt x="339" y="75"/>
                    <a:pt x="339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2" y="75"/>
                    <a:pt x="332" y="75"/>
                    <a:pt x="332" y="75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3" y="76"/>
                    <a:pt x="333" y="76"/>
                    <a:pt x="333" y="76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0" y="76"/>
                    <a:pt x="330" y="76"/>
                    <a:pt x="330" y="76"/>
                  </a:cubicBezTo>
                  <a:cubicBezTo>
                    <a:pt x="329" y="77"/>
                    <a:pt x="329" y="77"/>
                    <a:pt x="329" y="77"/>
                  </a:cubicBezTo>
                  <a:cubicBezTo>
                    <a:pt x="328" y="79"/>
                    <a:pt x="328" y="79"/>
                    <a:pt x="328" y="79"/>
                  </a:cubicBezTo>
                  <a:cubicBezTo>
                    <a:pt x="327" y="79"/>
                    <a:pt x="327" y="79"/>
                    <a:pt x="327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6" y="79"/>
                    <a:pt x="326" y="79"/>
                    <a:pt x="326" y="79"/>
                  </a:cubicBezTo>
                  <a:cubicBezTo>
                    <a:pt x="324" y="78"/>
                    <a:pt x="324" y="78"/>
                    <a:pt x="324" y="78"/>
                  </a:cubicBezTo>
                  <a:cubicBezTo>
                    <a:pt x="322" y="79"/>
                    <a:pt x="322" y="79"/>
                    <a:pt x="322" y="79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0" y="80"/>
                    <a:pt x="320" y="80"/>
                    <a:pt x="320" y="80"/>
                  </a:cubicBezTo>
                  <a:cubicBezTo>
                    <a:pt x="319" y="80"/>
                    <a:pt x="319" y="80"/>
                    <a:pt x="319" y="80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4" y="77"/>
                    <a:pt x="324" y="77"/>
                    <a:pt x="324" y="77"/>
                  </a:cubicBezTo>
                  <a:cubicBezTo>
                    <a:pt x="326" y="74"/>
                    <a:pt x="326" y="74"/>
                    <a:pt x="326" y="74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23" y="72"/>
                    <a:pt x="323" y="72"/>
                    <a:pt x="323" y="72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0" y="74"/>
                    <a:pt x="320" y="74"/>
                    <a:pt x="320" y="74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8" y="75"/>
                    <a:pt x="318" y="75"/>
                    <a:pt x="318" y="75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6" y="74"/>
                    <a:pt x="316" y="74"/>
                    <a:pt x="316" y="74"/>
                  </a:cubicBezTo>
                  <a:cubicBezTo>
                    <a:pt x="317" y="74"/>
                    <a:pt x="317" y="74"/>
                    <a:pt x="317" y="74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7" y="73"/>
                    <a:pt x="317" y="73"/>
                    <a:pt x="317" y="73"/>
                  </a:cubicBezTo>
                  <a:cubicBezTo>
                    <a:pt x="318" y="70"/>
                    <a:pt x="318" y="70"/>
                    <a:pt x="318" y="70"/>
                  </a:cubicBezTo>
                  <a:cubicBezTo>
                    <a:pt x="317" y="70"/>
                    <a:pt x="317" y="70"/>
                    <a:pt x="317" y="70"/>
                  </a:cubicBezTo>
                  <a:cubicBezTo>
                    <a:pt x="316" y="70"/>
                    <a:pt x="316" y="70"/>
                    <a:pt x="316" y="70"/>
                  </a:cubicBezTo>
                  <a:cubicBezTo>
                    <a:pt x="316" y="70"/>
                    <a:pt x="316" y="71"/>
                    <a:pt x="315" y="71"/>
                  </a:cubicBezTo>
                  <a:cubicBezTo>
                    <a:pt x="316" y="71"/>
                    <a:pt x="316" y="71"/>
                    <a:pt x="316" y="71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14" y="75"/>
                    <a:pt x="314" y="75"/>
                    <a:pt x="314" y="75"/>
                  </a:cubicBezTo>
                  <a:cubicBezTo>
                    <a:pt x="313" y="77"/>
                    <a:pt x="313" y="77"/>
                    <a:pt x="313" y="77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2" y="75"/>
                    <a:pt x="312" y="75"/>
                    <a:pt x="312" y="75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09" y="77"/>
                    <a:pt x="309" y="77"/>
                    <a:pt x="309" y="77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6" y="81"/>
                    <a:pt x="306" y="81"/>
                    <a:pt x="306" y="81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6" y="83"/>
                    <a:pt x="306" y="83"/>
                    <a:pt x="306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3" y="81"/>
                    <a:pt x="303" y="81"/>
                    <a:pt x="303" y="81"/>
                  </a:cubicBezTo>
                  <a:cubicBezTo>
                    <a:pt x="301" y="80"/>
                    <a:pt x="301" y="80"/>
                    <a:pt x="301" y="80"/>
                  </a:cubicBezTo>
                  <a:cubicBezTo>
                    <a:pt x="301" y="81"/>
                    <a:pt x="301" y="81"/>
                    <a:pt x="301" y="81"/>
                  </a:cubicBezTo>
                  <a:cubicBezTo>
                    <a:pt x="300" y="80"/>
                    <a:pt x="300" y="80"/>
                    <a:pt x="300" y="80"/>
                  </a:cubicBezTo>
                  <a:cubicBezTo>
                    <a:pt x="298" y="78"/>
                    <a:pt x="298" y="78"/>
                    <a:pt x="298" y="78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7" y="73"/>
                    <a:pt x="297" y="73"/>
                    <a:pt x="297" y="73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3"/>
                    <a:pt x="295" y="73"/>
                    <a:pt x="295" y="73"/>
                  </a:cubicBezTo>
                  <a:cubicBezTo>
                    <a:pt x="295" y="72"/>
                    <a:pt x="295" y="72"/>
                    <a:pt x="295" y="72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5" y="70"/>
                    <a:pt x="295" y="70"/>
                    <a:pt x="295" y="70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8" y="67"/>
                    <a:pt x="298" y="67"/>
                    <a:pt x="298" y="67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4" y="63"/>
                    <a:pt x="294" y="63"/>
                    <a:pt x="294" y="63"/>
                  </a:cubicBezTo>
                  <a:cubicBezTo>
                    <a:pt x="293" y="65"/>
                    <a:pt x="293" y="65"/>
                    <a:pt x="293" y="65"/>
                  </a:cubicBezTo>
                  <a:cubicBezTo>
                    <a:pt x="293" y="66"/>
                    <a:pt x="293" y="66"/>
                    <a:pt x="293" y="66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1" y="64"/>
                    <a:pt x="291" y="64"/>
                    <a:pt x="291" y="64"/>
                  </a:cubicBezTo>
                  <a:cubicBezTo>
                    <a:pt x="290" y="63"/>
                    <a:pt x="290" y="63"/>
                    <a:pt x="290" y="63"/>
                  </a:cubicBezTo>
                  <a:cubicBezTo>
                    <a:pt x="288" y="62"/>
                    <a:pt x="288" y="62"/>
                    <a:pt x="288" y="62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7"/>
                    <a:pt x="281" y="57"/>
                    <a:pt x="281" y="57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79" y="57"/>
                    <a:pt x="279" y="57"/>
                    <a:pt x="279" y="57"/>
                  </a:cubicBezTo>
                  <a:cubicBezTo>
                    <a:pt x="279" y="54"/>
                    <a:pt x="279" y="54"/>
                    <a:pt x="279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5" y="48"/>
                    <a:pt x="275" y="48"/>
                    <a:pt x="275" y="48"/>
                  </a:cubicBezTo>
                  <a:cubicBezTo>
                    <a:pt x="272" y="48"/>
                    <a:pt x="272" y="48"/>
                    <a:pt x="272" y="48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8"/>
                    <a:pt x="266" y="48"/>
                    <a:pt x="266" y="48"/>
                  </a:cubicBezTo>
                  <a:cubicBezTo>
                    <a:pt x="265" y="47"/>
                    <a:pt x="265" y="47"/>
                    <a:pt x="265" y="47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3" y="46"/>
                    <a:pt x="263" y="46"/>
                    <a:pt x="263" y="46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255" y="41"/>
                    <a:pt x="255" y="41"/>
                    <a:pt x="255" y="41"/>
                  </a:cubicBezTo>
                  <a:cubicBezTo>
                    <a:pt x="255" y="40"/>
                    <a:pt x="255" y="40"/>
                    <a:pt x="255" y="40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3" y="40"/>
                    <a:pt x="253" y="40"/>
                    <a:pt x="253" y="40"/>
                  </a:cubicBezTo>
                  <a:cubicBezTo>
                    <a:pt x="252" y="39"/>
                    <a:pt x="252" y="39"/>
                    <a:pt x="252" y="39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7"/>
                    <a:pt x="251" y="37"/>
                    <a:pt x="251" y="37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9" y="35"/>
                    <a:pt x="249" y="35"/>
                    <a:pt x="249" y="35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6" y="34"/>
                    <a:pt x="246" y="34"/>
                    <a:pt x="246" y="34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7" y="33"/>
                    <a:pt x="247" y="33"/>
                    <a:pt x="247" y="33"/>
                  </a:cubicBezTo>
                  <a:cubicBezTo>
                    <a:pt x="247" y="31"/>
                    <a:pt x="247" y="31"/>
                    <a:pt x="247" y="31"/>
                  </a:cubicBezTo>
                  <a:cubicBezTo>
                    <a:pt x="244" y="29"/>
                    <a:pt x="244" y="29"/>
                    <a:pt x="244" y="29"/>
                  </a:cubicBezTo>
                  <a:cubicBezTo>
                    <a:pt x="242" y="29"/>
                    <a:pt x="242" y="29"/>
                    <a:pt x="242" y="29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4" y="32"/>
                    <a:pt x="234" y="32"/>
                    <a:pt x="234" y="32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4" y="29"/>
                    <a:pt x="234" y="29"/>
                    <a:pt x="234" y="29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2" y="26"/>
                    <a:pt x="232" y="26"/>
                    <a:pt x="232" y="26"/>
                  </a:cubicBezTo>
                  <a:cubicBezTo>
                    <a:pt x="233" y="26"/>
                    <a:pt x="233" y="26"/>
                    <a:pt x="233" y="26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4" y="24"/>
                    <a:pt x="234" y="24"/>
                    <a:pt x="234" y="24"/>
                  </a:cubicBezTo>
                  <a:cubicBezTo>
                    <a:pt x="231" y="22"/>
                    <a:pt x="231" y="22"/>
                    <a:pt x="231" y="22"/>
                  </a:cubicBezTo>
                  <a:cubicBezTo>
                    <a:pt x="230" y="22"/>
                    <a:pt x="230" y="22"/>
                    <a:pt x="230" y="22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0" y="15"/>
                    <a:pt x="230" y="15"/>
                    <a:pt x="230" y="15"/>
                  </a:cubicBezTo>
                  <a:cubicBezTo>
                    <a:pt x="229" y="15"/>
                    <a:pt x="229" y="15"/>
                    <a:pt x="229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5" y="14"/>
                    <a:pt x="225" y="14"/>
                    <a:pt x="225" y="14"/>
                  </a:cubicBezTo>
                  <a:cubicBezTo>
                    <a:pt x="224" y="14"/>
                    <a:pt x="224" y="14"/>
                    <a:pt x="224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3"/>
                    <a:pt x="222" y="13"/>
                    <a:pt x="222" y="13"/>
                  </a:cubicBezTo>
                  <a:cubicBezTo>
                    <a:pt x="222" y="12"/>
                    <a:pt x="222" y="12"/>
                    <a:pt x="222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2" y="7"/>
                    <a:pt x="222" y="7"/>
                    <a:pt x="222" y="7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16" y="11"/>
                    <a:pt x="216" y="11"/>
                    <a:pt x="216" y="11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5" y="12"/>
                    <a:pt x="215" y="12"/>
                    <a:pt x="215" y="12"/>
                  </a:cubicBezTo>
                  <a:cubicBezTo>
                    <a:pt x="214" y="11"/>
                    <a:pt x="214" y="11"/>
                    <a:pt x="214" y="11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5" y="10"/>
                    <a:pt x="215" y="10"/>
                    <a:pt x="215" y="10"/>
                  </a:cubicBezTo>
                  <a:cubicBezTo>
                    <a:pt x="217" y="9"/>
                    <a:pt x="217" y="9"/>
                    <a:pt x="217" y="9"/>
                  </a:cubicBezTo>
                  <a:cubicBezTo>
                    <a:pt x="219" y="9"/>
                    <a:pt x="219" y="9"/>
                    <a:pt x="219" y="9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3"/>
                    <a:pt x="218" y="3"/>
                    <a:pt x="218" y="3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198" y="5"/>
                    <a:pt x="198" y="5"/>
                    <a:pt x="198" y="5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7" y="8"/>
                    <a:pt x="187" y="8"/>
                    <a:pt x="187" y="8"/>
                  </a:cubicBezTo>
                  <a:cubicBezTo>
                    <a:pt x="187" y="10"/>
                    <a:pt x="187" y="10"/>
                    <a:pt x="187" y="10"/>
                  </a:cubicBezTo>
                  <a:cubicBezTo>
                    <a:pt x="188" y="10"/>
                    <a:pt x="188" y="10"/>
                    <a:pt x="188" y="10"/>
                  </a:cubicBezTo>
                  <a:cubicBezTo>
                    <a:pt x="186" y="10"/>
                    <a:pt x="186" y="10"/>
                    <a:pt x="186" y="10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6" y="9"/>
                    <a:pt x="176" y="9"/>
                    <a:pt x="176" y="9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1" y="11"/>
                    <a:pt x="171" y="11"/>
                    <a:pt x="171" y="11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6" y="20"/>
                    <a:pt x="156" y="20"/>
                    <a:pt x="156" y="20"/>
                  </a:cubicBezTo>
                  <a:cubicBezTo>
                    <a:pt x="150" y="26"/>
                    <a:pt x="150" y="26"/>
                    <a:pt x="150" y="26"/>
                  </a:cubicBezTo>
                  <a:cubicBezTo>
                    <a:pt x="147" y="27"/>
                    <a:pt x="147" y="27"/>
                    <a:pt x="147" y="27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3" y="80"/>
                    <a:pt x="123" y="80"/>
                    <a:pt x="123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3"/>
                    <a:pt x="126" y="83"/>
                    <a:pt x="126" y="83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0" y="72"/>
                    <a:pt x="110" y="72"/>
                    <a:pt x="110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7" y="71"/>
                    <a:pt x="107" y="71"/>
                    <a:pt x="107" y="71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7"/>
                    <a:pt x="106" y="107"/>
                    <a:pt x="106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0" y="108"/>
                    <a:pt x="110" y="108"/>
                    <a:pt x="110" y="108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6" y="110"/>
                    <a:pt x="106" y="110"/>
                    <a:pt x="106" y="110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3" y="120"/>
                    <a:pt x="103" y="120"/>
                    <a:pt x="103" y="120"/>
                  </a:cubicBezTo>
                  <a:cubicBezTo>
                    <a:pt x="102" y="122"/>
                    <a:pt x="102" y="122"/>
                    <a:pt x="102" y="122"/>
                  </a:cubicBezTo>
                  <a:cubicBezTo>
                    <a:pt x="103" y="122"/>
                    <a:pt x="103" y="122"/>
                    <a:pt x="103" y="122"/>
                  </a:cubicBezTo>
                  <a:cubicBezTo>
                    <a:pt x="103" y="123"/>
                    <a:pt x="103" y="123"/>
                    <a:pt x="103" y="123"/>
                  </a:cubicBezTo>
                  <a:cubicBezTo>
                    <a:pt x="103" y="124"/>
                    <a:pt x="103" y="124"/>
                    <a:pt x="103" y="124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0" y="127"/>
                    <a:pt x="100" y="127"/>
                    <a:pt x="100" y="127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2" y="127"/>
                    <a:pt x="92" y="127"/>
                    <a:pt x="92" y="127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7" y="128"/>
                    <a:pt x="87" y="128"/>
                    <a:pt x="87" y="128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78" y="132"/>
                    <a:pt x="78" y="132"/>
                    <a:pt x="78" y="132"/>
                  </a:cubicBezTo>
                  <a:cubicBezTo>
                    <a:pt x="76" y="132"/>
                    <a:pt x="76" y="132"/>
                    <a:pt x="76" y="132"/>
                  </a:cubicBezTo>
                  <a:cubicBezTo>
                    <a:pt x="76" y="131"/>
                    <a:pt x="76" y="131"/>
                    <a:pt x="76" y="131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4" y="136"/>
                    <a:pt x="64" y="136"/>
                    <a:pt x="64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3" y="137"/>
                    <a:pt x="63" y="137"/>
                    <a:pt x="63" y="137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6" y="162"/>
                    <a:pt x="46" y="162"/>
                    <a:pt x="46" y="162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6" y="165"/>
                    <a:pt x="46" y="165"/>
                    <a:pt x="46" y="165"/>
                  </a:cubicBezTo>
                  <a:cubicBezTo>
                    <a:pt x="46" y="167"/>
                    <a:pt x="46" y="167"/>
                    <a:pt x="46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3" y="167"/>
                    <a:pt x="43" y="167"/>
                    <a:pt x="43" y="167"/>
                  </a:cubicBezTo>
                  <a:cubicBezTo>
                    <a:pt x="43" y="169"/>
                    <a:pt x="43" y="169"/>
                    <a:pt x="43" y="169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3"/>
                    <a:pt x="43" y="173"/>
                    <a:pt x="43" y="173"/>
                  </a:cubicBezTo>
                  <a:cubicBezTo>
                    <a:pt x="44" y="175"/>
                    <a:pt x="44" y="175"/>
                    <a:pt x="44" y="175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4" y="181"/>
                    <a:pt x="44" y="181"/>
                    <a:pt x="44" y="181"/>
                  </a:cubicBezTo>
                  <a:cubicBezTo>
                    <a:pt x="50" y="184"/>
                    <a:pt x="50" y="184"/>
                    <a:pt x="50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9" y="180"/>
                    <a:pt x="59" y="180"/>
                    <a:pt x="59" y="180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7"/>
                    <a:pt x="59" y="177"/>
                    <a:pt x="59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0" y="181"/>
                    <a:pt x="60" y="181"/>
                    <a:pt x="60" y="181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6"/>
                    <a:pt x="58" y="186"/>
                    <a:pt x="58" y="186"/>
                  </a:cubicBezTo>
                  <a:cubicBezTo>
                    <a:pt x="58" y="187"/>
                    <a:pt x="58" y="187"/>
                    <a:pt x="58" y="187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90"/>
                    <a:pt x="58" y="190"/>
                    <a:pt x="58" y="190"/>
                  </a:cubicBezTo>
                  <a:cubicBezTo>
                    <a:pt x="56" y="191"/>
                    <a:pt x="56" y="191"/>
                    <a:pt x="56" y="191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5" y="192"/>
                    <a:pt x="55" y="192"/>
                    <a:pt x="55" y="192"/>
                  </a:cubicBezTo>
                  <a:cubicBezTo>
                    <a:pt x="54" y="192"/>
                    <a:pt x="54" y="192"/>
                    <a:pt x="54" y="192"/>
                  </a:cubicBezTo>
                  <a:cubicBezTo>
                    <a:pt x="53" y="193"/>
                    <a:pt x="53" y="193"/>
                    <a:pt x="53" y="193"/>
                  </a:cubicBezTo>
                  <a:cubicBezTo>
                    <a:pt x="54" y="195"/>
                    <a:pt x="54" y="195"/>
                    <a:pt x="54" y="195"/>
                  </a:cubicBezTo>
                  <a:cubicBezTo>
                    <a:pt x="54" y="197"/>
                    <a:pt x="54" y="197"/>
                    <a:pt x="54" y="197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54" y="198"/>
                    <a:pt x="54" y="198"/>
                    <a:pt x="54" y="198"/>
                  </a:cubicBezTo>
                  <a:cubicBezTo>
                    <a:pt x="54" y="199"/>
                    <a:pt x="54" y="199"/>
                    <a:pt x="54" y="199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55" y="201"/>
                    <a:pt x="55" y="201"/>
                    <a:pt x="55" y="201"/>
                  </a:cubicBezTo>
                  <a:cubicBezTo>
                    <a:pt x="54" y="201"/>
                    <a:pt x="54" y="201"/>
                    <a:pt x="54" y="201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51" y="202"/>
                    <a:pt x="51" y="202"/>
                    <a:pt x="51" y="202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54" y="205"/>
                    <a:pt x="54" y="205"/>
                    <a:pt x="54" y="205"/>
                  </a:cubicBezTo>
                  <a:cubicBezTo>
                    <a:pt x="55" y="203"/>
                    <a:pt x="55" y="203"/>
                    <a:pt x="55" y="203"/>
                  </a:cubicBezTo>
                  <a:cubicBezTo>
                    <a:pt x="58" y="201"/>
                    <a:pt x="58" y="201"/>
                    <a:pt x="58" y="201"/>
                  </a:cubicBezTo>
                  <a:cubicBezTo>
                    <a:pt x="59" y="202"/>
                    <a:pt x="59" y="202"/>
                    <a:pt x="59" y="202"/>
                  </a:cubicBezTo>
                  <a:cubicBezTo>
                    <a:pt x="56" y="203"/>
                    <a:pt x="56" y="203"/>
                    <a:pt x="56" y="203"/>
                  </a:cubicBezTo>
                  <a:cubicBezTo>
                    <a:pt x="56" y="205"/>
                    <a:pt x="56" y="205"/>
                    <a:pt x="56" y="205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8" y="205"/>
                    <a:pt x="58" y="205"/>
                    <a:pt x="58" y="205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0" y="202"/>
                    <a:pt x="60" y="202"/>
                    <a:pt x="60" y="202"/>
                  </a:cubicBezTo>
                  <a:cubicBezTo>
                    <a:pt x="61" y="201"/>
                    <a:pt x="61" y="201"/>
                    <a:pt x="61" y="201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3" y="203"/>
                    <a:pt x="63" y="203"/>
                    <a:pt x="63" y="203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4" y="205"/>
                    <a:pt x="64" y="205"/>
                    <a:pt x="64" y="205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8"/>
                    <a:pt x="67" y="208"/>
                    <a:pt x="67" y="208"/>
                  </a:cubicBezTo>
                  <a:cubicBezTo>
                    <a:pt x="67" y="209"/>
                    <a:pt x="67" y="209"/>
                    <a:pt x="67" y="209"/>
                  </a:cubicBezTo>
                  <a:cubicBezTo>
                    <a:pt x="68" y="211"/>
                    <a:pt x="68" y="211"/>
                    <a:pt x="68" y="211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70" y="209"/>
                    <a:pt x="70" y="209"/>
                    <a:pt x="70" y="209"/>
                  </a:cubicBezTo>
                  <a:cubicBezTo>
                    <a:pt x="70" y="208"/>
                    <a:pt x="70" y="208"/>
                    <a:pt x="70" y="208"/>
                  </a:cubicBezTo>
                  <a:cubicBezTo>
                    <a:pt x="71" y="206"/>
                    <a:pt x="71" y="206"/>
                    <a:pt x="71" y="206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2" y="205"/>
                    <a:pt x="72" y="205"/>
                    <a:pt x="72" y="205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8" y="208"/>
                    <a:pt x="78" y="208"/>
                    <a:pt x="78" y="208"/>
                  </a:cubicBezTo>
                  <a:cubicBezTo>
                    <a:pt x="81" y="207"/>
                    <a:pt x="81" y="207"/>
                    <a:pt x="81" y="207"/>
                  </a:cubicBezTo>
                  <a:cubicBezTo>
                    <a:pt x="82" y="206"/>
                    <a:pt x="82" y="206"/>
                    <a:pt x="82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4" y="206"/>
                    <a:pt x="84" y="206"/>
                    <a:pt x="84" y="206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83" y="207"/>
                    <a:pt x="83" y="207"/>
                    <a:pt x="83" y="207"/>
                  </a:cubicBezTo>
                  <a:cubicBezTo>
                    <a:pt x="82" y="208"/>
                    <a:pt x="82" y="208"/>
                    <a:pt x="82" y="208"/>
                  </a:cubicBezTo>
                  <a:cubicBezTo>
                    <a:pt x="78" y="210"/>
                    <a:pt x="78" y="210"/>
                    <a:pt x="78" y="210"/>
                  </a:cubicBezTo>
                  <a:cubicBezTo>
                    <a:pt x="76" y="212"/>
                    <a:pt x="76" y="212"/>
                    <a:pt x="76" y="212"/>
                  </a:cubicBezTo>
                  <a:cubicBezTo>
                    <a:pt x="75" y="214"/>
                    <a:pt x="75" y="214"/>
                    <a:pt x="75" y="214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0" y="223"/>
                    <a:pt x="70" y="223"/>
                    <a:pt x="70" y="223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2" y="229"/>
                    <a:pt x="62" y="229"/>
                    <a:pt x="62" y="229"/>
                  </a:cubicBezTo>
                  <a:cubicBezTo>
                    <a:pt x="59" y="232"/>
                    <a:pt x="59" y="232"/>
                    <a:pt x="59" y="232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7" y="232"/>
                    <a:pt x="57" y="232"/>
                    <a:pt x="57" y="232"/>
                  </a:cubicBezTo>
                  <a:cubicBezTo>
                    <a:pt x="54" y="234"/>
                    <a:pt x="54" y="234"/>
                    <a:pt x="54" y="234"/>
                  </a:cubicBezTo>
                  <a:cubicBezTo>
                    <a:pt x="53" y="235"/>
                    <a:pt x="53" y="235"/>
                    <a:pt x="53" y="235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7"/>
                    <a:pt x="50" y="237"/>
                    <a:pt x="50" y="237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46" y="239"/>
                    <a:pt x="46" y="239"/>
                    <a:pt x="46" y="239"/>
                  </a:cubicBezTo>
                  <a:cubicBezTo>
                    <a:pt x="42" y="240"/>
                    <a:pt x="42" y="240"/>
                    <a:pt x="42" y="240"/>
                  </a:cubicBezTo>
                  <a:cubicBezTo>
                    <a:pt x="40" y="242"/>
                    <a:pt x="40" y="242"/>
                    <a:pt x="40" y="242"/>
                  </a:cubicBezTo>
                  <a:cubicBezTo>
                    <a:pt x="39" y="244"/>
                    <a:pt x="39" y="244"/>
                    <a:pt x="39" y="244"/>
                  </a:cubicBezTo>
                  <a:cubicBezTo>
                    <a:pt x="39" y="245"/>
                    <a:pt x="39" y="245"/>
                    <a:pt x="39" y="245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9" y="246"/>
                    <a:pt x="39" y="246"/>
                    <a:pt x="39" y="246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7" y="246"/>
                    <a:pt x="37" y="246"/>
                    <a:pt x="37" y="246"/>
                  </a:cubicBezTo>
                  <a:cubicBezTo>
                    <a:pt x="37" y="245"/>
                    <a:pt x="37" y="245"/>
                    <a:pt x="37" y="245"/>
                  </a:cubicBezTo>
                  <a:cubicBezTo>
                    <a:pt x="36" y="244"/>
                    <a:pt x="36" y="244"/>
                    <a:pt x="36" y="244"/>
                  </a:cubicBezTo>
                  <a:cubicBezTo>
                    <a:pt x="34" y="244"/>
                    <a:pt x="34" y="244"/>
                    <a:pt x="34" y="244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6" y="253"/>
                    <a:pt x="16" y="253"/>
                    <a:pt x="16" y="253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5"/>
                    <a:pt x="9" y="255"/>
                    <a:pt x="9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3" y="257"/>
                    <a:pt x="3" y="257"/>
                    <a:pt x="3" y="257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1" y="257"/>
                    <a:pt x="1" y="257"/>
                    <a:pt x="1" y="257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8" y="261"/>
                    <a:pt x="8" y="261"/>
                    <a:pt x="8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5" y="260"/>
                    <a:pt x="15" y="260"/>
                    <a:pt x="15" y="260"/>
                  </a:cubicBezTo>
                  <a:cubicBezTo>
                    <a:pt x="15" y="259"/>
                    <a:pt x="15" y="259"/>
                    <a:pt x="15" y="259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6" y="258"/>
                    <a:pt x="16" y="258"/>
                    <a:pt x="16" y="258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6" y="256"/>
                    <a:pt x="16" y="256"/>
                    <a:pt x="16" y="256"/>
                  </a:cubicBezTo>
                  <a:cubicBezTo>
                    <a:pt x="17" y="257"/>
                    <a:pt x="17" y="257"/>
                    <a:pt x="17" y="257"/>
                  </a:cubicBezTo>
                  <a:cubicBezTo>
                    <a:pt x="19" y="257"/>
                    <a:pt x="19" y="257"/>
                    <a:pt x="19" y="257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0" y="260"/>
                    <a:pt x="20" y="260"/>
                    <a:pt x="20" y="260"/>
                  </a:cubicBezTo>
                  <a:cubicBezTo>
                    <a:pt x="22" y="258"/>
                    <a:pt x="22" y="258"/>
                    <a:pt x="22" y="258"/>
                  </a:cubicBezTo>
                  <a:cubicBezTo>
                    <a:pt x="21" y="257"/>
                    <a:pt x="21" y="257"/>
                    <a:pt x="21" y="257"/>
                  </a:cubicBezTo>
                  <a:cubicBezTo>
                    <a:pt x="22" y="257"/>
                    <a:pt x="22" y="257"/>
                    <a:pt x="22" y="257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4" y="257"/>
                    <a:pt x="24" y="257"/>
                    <a:pt x="24" y="257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30" y="251"/>
                    <a:pt x="30" y="251"/>
                    <a:pt x="30" y="251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50"/>
                    <a:pt x="31" y="250"/>
                    <a:pt x="31" y="250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31" y="254"/>
                    <a:pt x="31" y="254"/>
                    <a:pt x="31" y="254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1" y="256"/>
                    <a:pt x="31" y="256"/>
                    <a:pt x="31" y="256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34" y="257"/>
                    <a:pt x="34" y="257"/>
                    <a:pt x="34" y="257"/>
                  </a:cubicBezTo>
                  <a:cubicBezTo>
                    <a:pt x="34" y="256"/>
                    <a:pt x="34" y="256"/>
                    <a:pt x="34" y="256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9" y="255"/>
                    <a:pt x="39" y="255"/>
                    <a:pt x="39" y="255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6" y="253"/>
                    <a:pt x="36" y="254"/>
                    <a:pt x="36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3" y="253"/>
                    <a:pt x="33" y="253"/>
                    <a:pt x="33" y="253"/>
                  </a:cubicBezTo>
                  <a:cubicBezTo>
                    <a:pt x="32" y="254"/>
                    <a:pt x="32" y="254"/>
                    <a:pt x="32" y="254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2"/>
                    <a:pt x="34" y="252"/>
                    <a:pt x="34" y="252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5" y="251"/>
                    <a:pt x="35" y="251"/>
                    <a:pt x="35" y="251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7" y="252"/>
                    <a:pt x="37" y="252"/>
                    <a:pt x="37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1" y="251"/>
                    <a:pt x="41" y="251"/>
                    <a:pt x="41" y="251"/>
                  </a:cubicBezTo>
                  <a:cubicBezTo>
                    <a:pt x="42" y="249"/>
                    <a:pt x="42" y="249"/>
                    <a:pt x="42" y="249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4" y="248"/>
                    <a:pt x="44" y="248"/>
                    <a:pt x="44" y="248"/>
                  </a:cubicBezTo>
                  <a:cubicBezTo>
                    <a:pt x="44" y="249"/>
                    <a:pt x="44" y="249"/>
                    <a:pt x="44" y="249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42" y="252"/>
                    <a:pt x="42" y="252"/>
                    <a:pt x="42" y="252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3" y="253"/>
                    <a:pt x="43" y="253"/>
                    <a:pt x="43" y="253"/>
                  </a:cubicBezTo>
                  <a:cubicBezTo>
                    <a:pt x="46" y="251"/>
                    <a:pt x="46" y="251"/>
                    <a:pt x="46" y="251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7" y="249"/>
                    <a:pt x="47" y="249"/>
                    <a:pt x="47" y="249"/>
                  </a:cubicBezTo>
                  <a:cubicBezTo>
                    <a:pt x="48" y="249"/>
                    <a:pt x="48" y="249"/>
                    <a:pt x="48" y="249"/>
                  </a:cubicBezTo>
                  <a:cubicBezTo>
                    <a:pt x="50" y="249"/>
                    <a:pt x="50" y="249"/>
                    <a:pt x="50" y="249"/>
                  </a:cubicBezTo>
                  <a:cubicBezTo>
                    <a:pt x="51" y="247"/>
                    <a:pt x="51" y="247"/>
                    <a:pt x="51" y="247"/>
                  </a:cubicBezTo>
                  <a:cubicBezTo>
                    <a:pt x="52" y="248"/>
                    <a:pt x="52" y="248"/>
                    <a:pt x="52" y="248"/>
                  </a:cubicBezTo>
                  <a:cubicBezTo>
                    <a:pt x="53" y="246"/>
                    <a:pt x="53" y="246"/>
                    <a:pt x="53" y="246"/>
                  </a:cubicBezTo>
                  <a:cubicBezTo>
                    <a:pt x="53" y="248"/>
                    <a:pt x="53" y="248"/>
                    <a:pt x="53" y="248"/>
                  </a:cubicBezTo>
                  <a:cubicBezTo>
                    <a:pt x="55" y="247"/>
                    <a:pt x="55" y="247"/>
                    <a:pt x="55" y="247"/>
                  </a:cubicBezTo>
                  <a:cubicBezTo>
                    <a:pt x="56" y="246"/>
                    <a:pt x="56" y="246"/>
                    <a:pt x="56" y="246"/>
                  </a:cubicBezTo>
                  <a:cubicBezTo>
                    <a:pt x="56" y="245"/>
                    <a:pt x="56" y="245"/>
                    <a:pt x="56" y="245"/>
                  </a:cubicBezTo>
                  <a:cubicBezTo>
                    <a:pt x="57" y="245"/>
                    <a:pt x="57" y="245"/>
                    <a:pt x="57" y="245"/>
                  </a:cubicBezTo>
                  <a:cubicBezTo>
                    <a:pt x="57" y="243"/>
                    <a:pt x="57" y="243"/>
                    <a:pt x="57" y="243"/>
                  </a:cubicBezTo>
                  <a:cubicBezTo>
                    <a:pt x="56" y="243"/>
                    <a:pt x="56" y="243"/>
                    <a:pt x="56" y="243"/>
                  </a:cubicBezTo>
                  <a:cubicBezTo>
                    <a:pt x="58" y="242"/>
                    <a:pt x="58" y="242"/>
                    <a:pt x="58" y="242"/>
                  </a:cubicBezTo>
                  <a:cubicBezTo>
                    <a:pt x="61" y="242"/>
                    <a:pt x="61" y="242"/>
                    <a:pt x="61" y="242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62" y="240"/>
                    <a:pt x="62" y="240"/>
                    <a:pt x="62" y="240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4" y="241"/>
                    <a:pt x="64" y="241"/>
                    <a:pt x="64" y="241"/>
                  </a:cubicBezTo>
                  <a:cubicBezTo>
                    <a:pt x="67" y="243"/>
                    <a:pt x="67" y="243"/>
                    <a:pt x="67" y="243"/>
                  </a:cubicBezTo>
                  <a:cubicBezTo>
                    <a:pt x="69" y="242"/>
                    <a:pt x="69" y="242"/>
                    <a:pt x="69" y="242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5" y="240"/>
                    <a:pt x="65" y="240"/>
                    <a:pt x="65" y="240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8" y="239"/>
                    <a:pt x="68" y="239"/>
                    <a:pt x="68" y="239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1" y="236"/>
                    <a:pt x="71" y="236"/>
                    <a:pt x="71" y="236"/>
                  </a:cubicBezTo>
                  <a:cubicBezTo>
                    <a:pt x="72" y="237"/>
                    <a:pt x="72" y="237"/>
                    <a:pt x="72" y="237"/>
                  </a:cubicBezTo>
                  <a:cubicBezTo>
                    <a:pt x="73" y="235"/>
                    <a:pt x="73" y="235"/>
                    <a:pt x="73" y="235"/>
                  </a:cubicBezTo>
                  <a:cubicBezTo>
                    <a:pt x="73" y="236"/>
                    <a:pt x="73" y="236"/>
                    <a:pt x="73" y="236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7" y="233"/>
                    <a:pt x="77" y="233"/>
                    <a:pt x="77" y="233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0" y="230"/>
                    <a:pt x="80" y="230"/>
                    <a:pt x="80" y="230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4" y="227"/>
                    <a:pt x="84" y="227"/>
                    <a:pt x="84" y="227"/>
                  </a:cubicBezTo>
                  <a:cubicBezTo>
                    <a:pt x="84" y="226"/>
                    <a:pt x="84" y="226"/>
                    <a:pt x="84" y="226"/>
                  </a:cubicBezTo>
                  <a:cubicBezTo>
                    <a:pt x="85" y="226"/>
                    <a:pt x="85" y="226"/>
                    <a:pt x="85" y="226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7" y="227"/>
                    <a:pt x="87" y="227"/>
                    <a:pt x="87" y="227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4"/>
                    <a:pt x="90" y="224"/>
                    <a:pt x="90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1" y="224"/>
                    <a:pt x="91" y="224"/>
                    <a:pt x="91" y="224"/>
                  </a:cubicBezTo>
                  <a:cubicBezTo>
                    <a:pt x="94" y="224"/>
                    <a:pt x="94" y="224"/>
                    <a:pt x="94" y="224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9" y="220"/>
                    <a:pt x="99" y="220"/>
                    <a:pt x="99" y="220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99" y="219"/>
                    <a:pt x="99" y="219"/>
                    <a:pt x="99" y="219"/>
                  </a:cubicBezTo>
                  <a:cubicBezTo>
                    <a:pt x="100" y="220"/>
                    <a:pt x="100" y="220"/>
                    <a:pt x="100" y="220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1" y="218"/>
                    <a:pt x="101" y="218"/>
                    <a:pt x="101" y="218"/>
                  </a:cubicBezTo>
                  <a:cubicBezTo>
                    <a:pt x="102" y="216"/>
                    <a:pt x="102" y="216"/>
                    <a:pt x="102" y="216"/>
                  </a:cubicBezTo>
                  <a:cubicBezTo>
                    <a:pt x="104" y="216"/>
                    <a:pt x="104" y="216"/>
                    <a:pt x="104" y="216"/>
                  </a:cubicBezTo>
                  <a:cubicBezTo>
                    <a:pt x="106" y="215"/>
                    <a:pt x="106" y="215"/>
                    <a:pt x="106" y="215"/>
                  </a:cubicBezTo>
                  <a:cubicBezTo>
                    <a:pt x="107" y="215"/>
                    <a:pt x="107" y="215"/>
                    <a:pt x="107" y="215"/>
                  </a:cubicBezTo>
                  <a:cubicBezTo>
                    <a:pt x="109" y="213"/>
                    <a:pt x="109" y="213"/>
                    <a:pt x="109" y="213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07" y="208"/>
                    <a:pt x="107" y="208"/>
                    <a:pt x="107" y="208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6"/>
                    <a:pt x="105" y="206"/>
                    <a:pt x="105" y="206"/>
                  </a:cubicBezTo>
                  <a:cubicBezTo>
                    <a:pt x="106" y="205"/>
                    <a:pt x="106" y="205"/>
                    <a:pt x="106" y="205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10" y="203"/>
                    <a:pt x="110" y="203"/>
                    <a:pt x="110" y="203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13" y="203"/>
                    <a:pt x="113" y="203"/>
                    <a:pt x="113" y="203"/>
                  </a:cubicBezTo>
                  <a:cubicBezTo>
                    <a:pt x="114" y="202"/>
                    <a:pt x="114" y="202"/>
                    <a:pt x="114" y="202"/>
                  </a:cubicBezTo>
                  <a:cubicBezTo>
                    <a:pt x="115" y="204"/>
                    <a:pt x="115" y="204"/>
                    <a:pt x="115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7" y="200"/>
                    <a:pt x="117" y="200"/>
                    <a:pt x="117" y="200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21" y="199"/>
                    <a:pt x="121" y="199"/>
                    <a:pt x="121" y="199"/>
                  </a:cubicBezTo>
                  <a:cubicBezTo>
                    <a:pt x="122" y="197"/>
                    <a:pt x="122" y="197"/>
                    <a:pt x="122" y="197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1" y="195"/>
                    <a:pt x="121" y="195"/>
                    <a:pt x="121" y="195"/>
                  </a:cubicBezTo>
                  <a:cubicBezTo>
                    <a:pt x="123" y="195"/>
                    <a:pt x="123" y="195"/>
                    <a:pt x="123" y="195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7" y="191"/>
                    <a:pt x="127" y="191"/>
                    <a:pt x="127" y="191"/>
                  </a:cubicBezTo>
                  <a:cubicBezTo>
                    <a:pt x="124" y="194"/>
                    <a:pt x="124" y="194"/>
                    <a:pt x="124" y="194"/>
                  </a:cubicBezTo>
                  <a:cubicBezTo>
                    <a:pt x="127" y="194"/>
                    <a:pt x="127" y="194"/>
                    <a:pt x="127" y="194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9" y="191"/>
                    <a:pt x="129" y="191"/>
                    <a:pt x="129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28" y="191"/>
                    <a:pt x="128" y="191"/>
                    <a:pt x="128" y="191"/>
                  </a:cubicBezTo>
                  <a:cubicBezTo>
                    <a:pt x="130" y="189"/>
                    <a:pt x="130" y="189"/>
                    <a:pt x="130" y="189"/>
                  </a:cubicBezTo>
                  <a:cubicBezTo>
                    <a:pt x="131" y="189"/>
                    <a:pt x="131" y="189"/>
                    <a:pt x="131" y="189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2" y="188"/>
                    <a:pt x="132" y="188"/>
                    <a:pt x="132" y="188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8" y="185"/>
                    <a:pt x="138" y="185"/>
                    <a:pt x="138" y="185"/>
                  </a:cubicBezTo>
                  <a:cubicBezTo>
                    <a:pt x="141" y="183"/>
                    <a:pt x="141" y="183"/>
                    <a:pt x="141" y="183"/>
                  </a:cubicBezTo>
                  <a:cubicBezTo>
                    <a:pt x="143" y="182"/>
                    <a:pt x="143" y="182"/>
                    <a:pt x="143" y="182"/>
                  </a:cubicBezTo>
                  <a:cubicBezTo>
                    <a:pt x="144" y="181"/>
                    <a:pt x="144" y="181"/>
                    <a:pt x="144" y="181"/>
                  </a:cubicBezTo>
                  <a:cubicBezTo>
                    <a:pt x="144" y="183"/>
                    <a:pt x="144" y="183"/>
                    <a:pt x="144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6" y="183"/>
                    <a:pt x="146" y="183"/>
                    <a:pt x="146" y="183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5" y="187"/>
                    <a:pt x="145" y="187"/>
                    <a:pt x="145" y="187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2" y="188"/>
                    <a:pt x="142" y="188"/>
                    <a:pt x="142" y="188"/>
                  </a:cubicBezTo>
                  <a:cubicBezTo>
                    <a:pt x="142" y="186"/>
                    <a:pt x="142" y="186"/>
                    <a:pt x="142" y="186"/>
                  </a:cubicBezTo>
                  <a:cubicBezTo>
                    <a:pt x="139" y="187"/>
                    <a:pt x="139" y="187"/>
                    <a:pt x="139" y="187"/>
                  </a:cubicBezTo>
                  <a:cubicBezTo>
                    <a:pt x="138" y="187"/>
                    <a:pt x="138" y="187"/>
                    <a:pt x="138" y="187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2" y="190"/>
                    <a:pt x="132" y="190"/>
                    <a:pt x="132" y="190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2" y="193"/>
                    <a:pt x="132" y="193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9" y="196"/>
                    <a:pt x="129" y="196"/>
                    <a:pt x="129" y="196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4" y="201"/>
                    <a:pt x="124" y="201"/>
                    <a:pt x="124" y="201"/>
                  </a:cubicBezTo>
                  <a:cubicBezTo>
                    <a:pt x="123" y="203"/>
                    <a:pt x="123" y="203"/>
                    <a:pt x="123" y="203"/>
                  </a:cubicBezTo>
                  <a:cubicBezTo>
                    <a:pt x="123" y="204"/>
                    <a:pt x="123" y="204"/>
                    <a:pt x="123" y="204"/>
                  </a:cubicBezTo>
                  <a:cubicBezTo>
                    <a:pt x="125" y="207"/>
                    <a:pt x="125" y="207"/>
                    <a:pt x="125" y="207"/>
                  </a:cubicBezTo>
                  <a:cubicBezTo>
                    <a:pt x="124" y="208"/>
                    <a:pt x="124" y="208"/>
                    <a:pt x="124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7"/>
                    <a:pt x="122" y="207"/>
                    <a:pt x="122" y="207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20" y="209"/>
                    <a:pt x="120" y="209"/>
                    <a:pt x="120" y="209"/>
                  </a:cubicBezTo>
                  <a:cubicBezTo>
                    <a:pt x="118" y="209"/>
                    <a:pt x="118" y="209"/>
                    <a:pt x="118" y="209"/>
                  </a:cubicBezTo>
                  <a:cubicBezTo>
                    <a:pt x="118" y="211"/>
                    <a:pt x="118" y="211"/>
                    <a:pt x="118" y="211"/>
                  </a:cubicBezTo>
                  <a:cubicBezTo>
                    <a:pt x="121" y="214"/>
                    <a:pt x="121" y="214"/>
                    <a:pt x="121" y="214"/>
                  </a:cubicBezTo>
                  <a:cubicBezTo>
                    <a:pt x="122" y="214"/>
                    <a:pt x="122" y="214"/>
                    <a:pt x="122" y="214"/>
                  </a:cubicBezTo>
                  <a:cubicBezTo>
                    <a:pt x="122" y="213"/>
                    <a:pt x="122" y="213"/>
                    <a:pt x="122" y="213"/>
                  </a:cubicBezTo>
                  <a:cubicBezTo>
                    <a:pt x="123" y="214"/>
                    <a:pt x="123" y="214"/>
                    <a:pt x="123" y="214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2"/>
                    <a:pt x="124" y="212"/>
                    <a:pt x="124" y="212"/>
                  </a:cubicBezTo>
                  <a:cubicBezTo>
                    <a:pt x="124" y="214"/>
                    <a:pt x="124" y="214"/>
                    <a:pt x="124" y="214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6" y="212"/>
                    <a:pt x="126" y="212"/>
                    <a:pt x="126" y="212"/>
                  </a:cubicBezTo>
                  <a:cubicBezTo>
                    <a:pt x="127" y="211"/>
                    <a:pt x="127" y="211"/>
                    <a:pt x="127" y="211"/>
                  </a:cubicBezTo>
                  <a:cubicBezTo>
                    <a:pt x="129" y="210"/>
                    <a:pt x="129" y="210"/>
                    <a:pt x="129" y="210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2" y="210"/>
                    <a:pt x="132" y="210"/>
                    <a:pt x="132" y="210"/>
                  </a:cubicBezTo>
                  <a:cubicBezTo>
                    <a:pt x="134" y="208"/>
                    <a:pt x="134" y="208"/>
                    <a:pt x="134" y="208"/>
                  </a:cubicBezTo>
                  <a:cubicBezTo>
                    <a:pt x="135" y="208"/>
                    <a:pt x="135" y="208"/>
                    <a:pt x="135" y="208"/>
                  </a:cubicBezTo>
                  <a:cubicBezTo>
                    <a:pt x="136" y="209"/>
                    <a:pt x="136" y="209"/>
                    <a:pt x="136" y="209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7" y="207"/>
                    <a:pt x="137" y="207"/>
                    <a:pt x="137" y="207"/>
                  </a:cubicBezTo>
                  <a:cubicBezTo>
                    <a:pt x="137" y="208"/>
                    <a:pt x="137" y="208"/>
                    <a:pt x="137" y="208"/>
                  </a:cubicBezTo>
                  <a:cubicBezTo>
                    <a:pt x="139" y="207"/>
                    <a:pt x="139" y="207"/>
                    <a:pt x="139" y="207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1" y="206"/>
                    <a:pt x="141" y="206"/>
                    <a:pt x="141" y="206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3" y="205"/>
                    <a:pt x="143" y="205"/>
                    <a:pt x="143" y="205"/>
                  </a:cubicBezTo>
                  <a:cubicBezTo>
                    <a:pt x="145" y="206"/>
                    <a:pt x="145" y="206"/>
                    <a:pt x="145" y="206"/>
                  </a:cubicBezTo>
                  <a:cubicBezTo>
                    <a:pt x="146" y="206"/>
                    <a:pt x="146" y="206"/>
                    <a:pt x="146" y="206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4"/>
                    <a:pt x="148" y="204"/>
                    <a:pt x="148" y="204"/>
                  </a:cubicBezTo>
                  <a:cubicBezTo>
                    <a:pt x="150" y="204"/>
                    <a:pt x="150" y="204"/>
                    <a:pt x="150" y="204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54" y="204"/>
                    <a:pt x="154" y="204"/>
                    <a:pt x="154" y="204"/>
                  </a:cubicBezTo>
                  <a:cubicBezTo>
                    <a:pt x="155" y="202"/>
                    <a:pt x="155" y="202"/>
                    <a:pt x="155" y="202"/>
                  </a:cubicBezTo>
                  <a:cubicBezTo>
                    <a:pt x="156" y="201"/>
                    <a:pt x="156" y="201"/>
                    <a:pt x="156" y="201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7" y="198"/>
                    <a:pt x="157" y="198"/>
                    <a:pt x="157" y="198"/>
                  </a:cubicBezTo>
                  <a:cubicBezTo>
                    <a:pt x="156" y="198"/>
                    <a:pt x="156" y="198"/>
                    <a:pt x="156" y="198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2" y="202"/>
                    <a:pt x="152" y="202"/>
                    <a:pt x="152" y="202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1" y="201"/>
                    <a:pt x="151" y="201"/>
                    <a:pt x="151" y="201"/>
                  </a:cubicBezTo>
                  <a:cubicBezTo>
                    <a:pt x="154" y="200"/>
                    <a:pt x="154" y="200"/>
                    <a:pt x="154" y="200"/>
                  </a:cubicBezTo>
                  <a:cubicBezTo>
                    <a:pt x="154" y="198"/>
                    <a:pt x="154" y="198"/>
                    <a:pt x="154" y="198"/>
                  </a:cubicBezTo>
                  <a:cubicBezTo>
                    <a:pt x="155" y="196"/>
                    <a:pt x="155" y="196"/>
                    <a:pt x="155" y="196"/>
                  </a:cubicBezTo>
                  <a:cubicBezTo>
                    <a:pt x="153" y="196"/>
                    <a:pt x="153" y="196"/>
                    <a:pt x="153" y="196"/>
                  </a:cubicBezTo>
                  <a:cubicBezTo>
                    <a:pt x="154" y="195"/>
                    <a:pt x="154" y="195"/>
                    <a:pt x="154" y="195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2" y="193"/>
                    <a:pt x="152" y="193"/>
                    <a:pt x="152" y="193"/>
                  </a:cubicBezTo>
                  <a:cubicBezTo>
                    <a:pt x="151" y="193"/>
                    <a:pt x="151" y="193"/>
                    <a:pt x="151" y="193"/>
                  </a:cubicBezTo>
                  <a:cubicBezTo>
                    <a:pt x="151" y="192"/>
                    <a:pt x="151" y="192"/>
                    <a:pt x="151" y="192"/>
                  </a:cubicBezTo>
                  <a:cubicBezTo>
                    <a:pt x="153" y="192"/>
                    <a:pt x="153" y="192"/>
                    <a:pt x="153" y="192"/>
                  </a:cubicBezTo>
                  <a:cubicBezTo>
                    <a:pt x="154" y="192"/>
                    <a:pt x="154" y="192"/>
                    <a:pt x="154" y="192"/>
                  </a:cubicBezTo>
                  <a:cubicBezTo>
                    <a:pt x="155" y="192"/>
                    <a:pt x="155" y="192"/>
                    <a:pt x="155" y="192"/>
                  </a:cubicBezTo>
                  <a:cubicBezTo>
                    <a:pt x="155" y="191"/>
                    <a:pt x="155" y="191"/>
                    <a:pt x="155" y="191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2"/>
                    <a:pt x="157" y="192"/>
                    <a:pt x="157" y="192"/>
                  </a:cubicBezTo>
                  <a:cubicBezTo>
                    <a:pt x="156" y="191"/>
                    <a:pt x="156" y="191"/>
                    <a:pt x="156" y="191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6" y="196"/>
                    <a:pt x="156" y="196"/>
                    <a:pt x="156" y="196"/>
                  </a:cubicBezTo>
                  <a:cubicBezTo>
                    <a:pt x="158" y="194"/>
                    <a:pt x="158" y="194"/>
                    <a:pt x="158" y="194"/>
                  </a:cubicBezTo>
                  <a:cubicBezTo>
                    <a:pt x="157" y="193"/>
                    <a:pt x="157" y="193"/>
                    <a:pt x="157" y="193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8" y="195"/>
                    <a:pt x="158" y="195"/>
                    <a:pt x="158" y="195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60" y="193"/>
                    <a:pt x="160" y="193"/>
                    <a:pt x="160" y="193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1" y="194"/>
                    <a:pt x="161" y="194"/>
                    <a:pt x="161" y="194"/>
                  </a:cubicBezTo>
                  <a:cubicBezTo>
                    <a:pt x="163" y="195"/>
                    <a:pt x="163" y="195"/>
                    <a:pt x="163" y="195"/>
                  </a:cubicBezTo>
                  <a:cubicBezTo>
                    <a:pt x="165" y="194"/>
                    <a:pt x="165" y="194"/>
                    <a:pt x="165" y="194"/>
                  </a:cubicBezTo>
                  <a:cubicBezTo>
                    <a:pt x="165" y="195"/>
                    <a:pt x="165" y="195"/>
                    <a:pt x="165" y="195"/>
                  </a:cubicBezTo>
                  <a:cubicBezTo>
                    <a:pt x="164" y="195"/>
                    <a:pt x="164" y="195"/>
                    <a:pt x="164" y="195"/>
                  </a:cubicBezTo>
                  <a:cubicBezTo>
                    <a:pt x="164" y="197"/>
                    <a:pt x="164" y="197"/>
                    <a:pt x="164" y="197"/>
                  </a:cubicBezTo>
                  <a:cubicBezTo>
                    <a:pt x="165" y="198"/>
                    <a:pt x="165" y="198"/>
                    <a:pt x="165" y="198"/>
                  </a:cubicBezTo>
                  <a:cubicBezTo>
                    <a:pt x="165" y="199"/>
                    <a:pt x="165" y="199"/>
                    <a:pt x="165" y="199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6" y="201"/>
                    <a:pt x="166" y="201"/>
                    <a:pt x="166" y="201"/>
                  </a:cubicBezTo>
                  <a:cubicBezTo>
                    <a:pt x="166" y="202"/>
                    <a:pt x="166" y="202"/>
                    <a:pt x="166" y="202"/>
                  </a:cubicBezTo>
                  <a:cubicBezTo>
                    <a:pt x="168" y="202"/>
                    <a:pt x="168" y="202"/>
                    <a:pt x="168" y="202"/>
                  </a:cubicBezTo>
                  <a:cubicBezTo>
                    <a:pt x="169" y="202"/>
                    <a:pt x="169" y="202"/>
                    <a:pt x="169" y="202"/>
                  </a:cubicBezTo>
                  <a:cubicBezTo>
                    <a:pt x="170" y="203"/>
                    <a:pt x="170" y="203"/>
                    <a:pt x="170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203"/>
                  </a:cubicBezTo>
                  <a:cubicBezTo>
                    <a:pt x="173" y="204"/>
                    <a:pt x="173" y="204"/>
                    <a:pt x="173" y="204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4" y="207"/>
                    <a:pt x="174" y="207"/>
                    <a:pt x="174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8"/>
                    <a:pt x="175" y="208"/>
                    <a:pt x="175" y="208"/>
                  </a:cubicBezTo>
                  <a:cubicBezTo>
                    <a:pt x="176" y="209"/>
                    <a:pt x="176" y="209"/>
                    <a:pt x="176" y="209"/>
                  </a:cubicBezTo>
                  <a:cubicBezTo>
                    <a:pt x="174" y="209"/>
                    <a:pt x="174" y="209"/>
                    <a:pt x="174" y="209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3" y="210"/>
                    <a:pt x="173" y="210"/>
                    <a:pt x="173" y="210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1" y="214"/>
                    <a:pt x="171" y="214"/>
                    <a:pt x="171" y="214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9" y="212"/>
                    <a:pt x="179" y="212"/>
                    <a:pt x="179" y="212"/>
                  </a:cubicBezTo>
                  <a:cubicBezTo>
                    <a:pt x="180" y="212"/>
                    <a:pt x="180" y="212"/>
                    <a:pt x="180" y="212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5" y="212"/>
                    <a:pt x="185" y="212"/>
                    <a:pt x="185" y="212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1"/>
                    <a:pt x="186" y="211"/>
                    <a:pt x="186" y="211"/>
                  </a:cubicBezTo>
                  <a:cubicBezTo>
                    <a:pt x="186" y="213"/>
                    <a:pt x="186" y="213"/>
                    <a:pt x="186" y="213"/>
                  </a:cubicBezTo>
                  <a:cubicBezTo>
                    <a:pt x="188" y="213"/>
                    <a:pt x="188" y="213"/>
                    <a:pt x="188" y="213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90" y="216"/>
                    <a:pt x="190" y="216"/>
                    <a:pt x="190" y="216"/>
                  </a:cubicBezTo>
                  <a:cubicBezTo>
                    <a:pt x="192" y="216"/>
                    <a:pt x="192" y="216"/>
                    <a:pt x="192" y="216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4" y="214"/>
                    <a:pt x="194" y="214"/>
                    <a:pt x="194" y="214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3" y="215"/>
                    <a:pt x="193" y="215"/>
                    <a:pt x="193" y="215"/>
                  </a:cubicBezTo>
                  <a:cubicBezTo>
                    <a:pt x="191" y="216"/>
                    <a:pt x="191" y="216"/>
                    <a:pt x="191" y="216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4" y="218"/>
                    <a:pt x="194" y="218"/>
                    <a:pt x="194" y="218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8" y="221"/>
                    <a:pt x="198" y="221"/>
                    <a:pt x="198" y="221"/>
                  </a:cubicBezTo>
                  <a:cubicBezTo>
                    <a:pt x="201" y="220"/>
                    <a:pt x="201" y="220"/>
                    <a:pt x="201" y="220"/>
                  </a:cubicBezTo>
                  <a:cubicBezTo>
                    <a:pt x="202" y="220"/>
                    <a:pt x="202" y="220"/>
                    <a:pt x="202" y="220"/>
                  </a:cubicBezTo>
                  <a:cubicBezTo>
                    <a:pt x="202" y="221"/>
                    <a:pt x="202" y="221"/>
                    <a:pt x="202" y="221"/>
                  </a:cubicBezTo>
                  <a:cubicBezTo>
                    <a:pt x="203" y="220"/>
                    <a:pt x="203" y="220"/>
                    <a:pt x="203" y="220"/>
                  </a:cubicBezTo>
                  <a:cubicBezTo>
                    <a:pt x="203" y="222"/>
                    <a:pt x="203" y="222"/>
                    <a:pt x="203" y="222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02" y="223"/>
                    <a:pt x="202" y="223"/>
                    <a:pt x="202" y="223"/>
                  </a:cubicBezTo>
                  <a:cubicBezTo>
                    <a:pt x="201" y="222"/>
                    <a:pt x="201" y="222"/>
                    <a:pt x="201" y="222"/>
                  </a:cubicBezTo>
                  <a:cubicBezTo>
                    <a:pt x="199" y="223"/>
                    <a:pt x="199" y="223"/>
                    <a:pt x="199" y="223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6"/>
                    <a:pt x="201" y="226"/>
                    <a:pt x="201" y="226"/>
                  </a:cubicBezTo>
                  <a:cubicBezTo>
                    <a:pt x="202" y="227"/>
                    <a:pt x="202" y="227"/>
                    <a:pt x="202" y="227"/>
                  </a:cubicBezTo>
                  <a:cubicBezTo>
                    <a:pt x="203" y="227"/>
                    <a:pt x="203" y="227"/>
                    <a:pt x="203" y="227"/>
                  </a:cubicBezTo>
                  <a:cubicBezTo>
                    <a:pt x="203" y="229"/>
                    <a:pt x="203" y="229"/>
                    <a:pt x="203" y="229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6" y="231"/>
                    <a:pt x="206" y="231"/>
                    <a:pt x="206" y="231"/>
                  </a:cubicBezTo>
                  <a:cubicBezTo>
                    <a:pt x="208" y="231"/>
                    <a:pt x="208" y="231"/>
                    <a:pt x="208" y="231"/>
                  </a:cubicBezTo>
                  <a:cubicBezTo>
                    <a:pt x="206" y="232"/>
                    <a:pt x="206" y="232"/>
                    <a:pt x="206" y="232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07" y="235"/>
                    <a:pt x="207" y="235"/>
                    <a:pt x="207" y="235"/>
                  </a:cubicBezTo>
                  <a:cubicBezTo>
                    <a:pt x="207" y="238"/>
                    <a:pt x="207" y="238"/>
                    <a:pt x="207" y="238"/>
                  </a:cubicBezTo>
                  <a:cubicBezTo>
                    <a:pt x="208" y="239"/>
                    <a:pt x="208" y="239"/>
                    <a:pt x="208" y="239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9" y="241"/>
                    <a:pt x="209" y="241"/>
                    <a:pt x="209" y="241"/>
                  </a:cubicBezTo>
                  <a:cubicBezTo>
                    <a:pt x="211" y="244"/>
                    <a:pt x="211" y="244"/>
                    <a:pt x="211" y="244"/>
                  </a:cubicBezTo>
                  <a:cubicBezTo>
                    <a:pt x="212" y="244"/>
                    <a:pt x="212" y="244"/>
                    <a:pt x="212" y="244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4" y="245"/>
                    <a:pt x="214" y="245"/>
                    <a:pt x="214" y="245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3" y="250"/>
                    <a:pt x="213" y="250"/>
                    <a:pt x="213" y="250"/>
                  </a:cubicBezTo>
                  <a:cubicBezTo>
                    <a:pt x="212" y="253"/>
                    <a:pt x="212" y="253"/>
                    <a:pt x="212" y="253"/>
                  </a:cubicBezTo>
                  <a:cubicBezTo>
                    <a:pt x="213" y="255"/>
                    <a:pt x="213" y="255"/>
                    <a:pt x="213" y="255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2" y="258"/>
                    <a:pt x="212" y="258"/>
                    <a:pt x="212" y="258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2" y="260"/>
                    <a:pt x="212" y="260"/>
                    <a:pt x="212" y="260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2" y="262"/>
                    <a:pt x="212" y="262"/>
                    <a:pt x="212" y="262"/>
                  </a:cubicBezTo>
                  <a:cubicBezTo>
                    <a:pt x="211" y="263"/>
                    <a:pt x="211" y="263"/>
                    <a:pt x="211" y="263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214" y="264"/>
                    <a:pt x="214" y="264"/>
                    <a:pt x="214" y="264"/>
                  </a:cubicBezTo>
                  <a:cubicBezTo>
                    <a:pt x="214" y="262"/>
                    <a:pt x="214" y="262"/>
                    <a:pt x="214" y="262"/>
                  </a:cubicBezTo>
                  <a:cubicBezTo>
                    <a:pt x="215" y="261"/>
                    <a:pt x="215" y="261"/>
                    <a:pt x="215" y="261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5" y="262"/>
                    <a:pt x="215" y="262"/>
                    <a:pt x="215" y="262"/>
                  </a:cubicBezTo>
                  <a:cubicBezTo>
                    <a:pt x="216" y="262"/>
                    <a:pt x="216" y="262"/>
                    <a:pt x="216" y="262"/>
                  </a:cubicBezTo>
                  <a:cubicBezTo>
                    <a:pt x="215" y="263"/>
                    <a:pt x="215" y="263"/>
                    <a:pt x="215" y="263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15" y="265"/>
                    <a:pt x="215" y="265"/>
                    <a:pt x="215" y="265"/>
                  </a:cubicBezTo>
                  <a:cubicBezTo>
                    <a:pt x="213" y="265"/>
                    <a:pt x="213" y="265"/>
                    <a:pt x="213" y="265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4" y="267"/>
                    <a:pt x="214" y="267"/>
                    <a:pt x="214" y="267"/>
                  </a:cubicBezTo>
                  <a:cubicBezTo>
                    <a:pt x="214" y="268"/>
                    <a:pt x="214" y="268"/>
                    <a:pt x="214" y="268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4" y="269"/>
                    <a:pt x="214" y="269"/>
                    <a:pt x="214" y="269"/>
                  </a:cubicBezTo>
                  <a:cubicBezTo>
                    <a:pt x="213" y="271"/>
                    <a:pt x="213" y="271"/>
                    <a:pt x="213" y="271"/>
                  </a:cubicBezTo>
                  <a:cubicBezTo>
                    <a:pt x="214" y="273"/>
                    <a:pt x="214" y="273"/>
                    <a:pt x="214" y="273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4"/>
                    <a:pt x="214" y="274"/>
                    <a:pt x="214" y="274"/>
                  </a:cubicBezTo>
                  <a:cubicBezTo>
                    <a:pt x="214" y="276"/>
                    <a:pt x="214" y="276"/>
                    <a:pt x="214" y="276"/>
                  </a:cubicBezTo>
                  <a:cubicBezTo>
                    <a:pt x="216" y="276"/>
                    <a:pt x="216" y="276"/>
                    <a:pt x="216" y="276"/>
                  </a:cubicBezTo>
                  <a:cubicBezTo>
                    <a:pt x="216" y="274"/>
                    <a:pt x="216" y="274"/>
                    <a:pt x="216" y="274"/>
                  </a:cubicBezTo>
                  <a:cubicBezTo>
                    <a:pt x="217" y="272"/>
                    <a:pt x="217" y="272"/>
                    <a:pt x="217" y="272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67"/>
                    <a:pt x="218" y="267"/>
                    <a:pt x="218" y="267"/>
                  </a:cubicBezTo>
                  <a:cubicBezTo>
                    <a:pt x="219" y="267"/>
                    <a:pt x="219" y="267"/>
                    <a:pt x="219" y="267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6"/>
                    <a:pt x="220" y="266"/>
                    <a:pt x="220" y="266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19" y="268"/>
                    <a:pt x="219" y="268"/>
                    <a:pt x="219" y="268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9" y="271"/>
                    <a:pt x="219" y="271"/>
                    <a:pt x="219" y="271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9" y="274"/>
                    <a:pt x="219" y="274"/>
                    <a:pt x="219" y="274"/>
                  </a:cubicBez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7" y="276"/>
                    <a:pt x="217" y="276"/>
                    <a:pt x="217" y="276"/>
                  </a:cubicBezTo>
                  <a:cubicBezTo>
                    <a:pt x="216" y="278"/>
                    <a:pt x="216" y="278"/>
                    <a:pt x="216" y="278"/>
                  </a:cubicBezTo>
                  <a:cubicBezTo>
                    <a:pt x="218" y="280"/>
                    <a:pt x="218" y="280"/>
                    <a:pt x="218" y="280"/>
                  </a:cubicBezTo>
                  <a:cubicBezTo>
                    <a:pt x="218" y="279"/>
                    <a:pt x="218" y="279"/>
                    <a:pt x="218" y="279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21" y="277"/>
                    <a:pt x="221" y="277"/>
                    <a:pt x="221" y="277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23" y="273"/>
                    <a:pt x="223" y="273"/>
                    <a:pt x="223" y="273"/>
                  </a:cubicBezTo>
                  <a:cubicBezTo>
                    <a:pt x="223" y="275"/>
                    <a:pt x="223" y="275"/>
                    <a:pt x="223" y="275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2" y="277"/>
                    <a:pt x="222" y="277"/>
                    <a:pt x="222" y="277"/>
                  </a:cubicBezTo>
                  <a:cubicBezTo>
                    <a:pt x="220" y="278"/>
                    <a:pt x="220" y="278"/>
                    <a:pt x="220" y="278"/>
                  </a:cubicBezTo>
                  <a:cubicBezTo>
                    <a:pt x="219" y="280"/>
                    <a:pt x="219" y="280"/>
                    <a:pt x="219" y="280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18" y="282"/>
                    <a:pt x="218" y="282"/>
                    <a:pt x="218" y="282"/>
                  </a:cubicBezTo>
                  <a:cubicBezTo>
                    <a:pt x="220" y="284"/>
                    <a:pt x="220" y="284"/>
                    <a:pt x="220" y="284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0" y="281"/>
                    <a:pt x="220" y="281"/>
                    <a:pt x="220" y="281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2" y="280"/>
                    <a:pt x="222" y="280"/>
                    <a:pt x="222" y="280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222" y="281"/>
                    <a:pt x="222" y="281"/>
                    <a:pt x="222" y="281"/>
                  </a:cubicBezTo>
                  <a:cubicBezTo>
                    <a:pt x="223" y="282"/>
                    <a:pt x="223" y="282"/>
                    <a:pt x="223" y="282"/>
                  </a:cubicBezTo>
                  <a:cubicBezTo>
                    <a:pt x="222" y="283"/>
                    <a:pt x="222" y="283"/>
                    <a:pt x="222" y="283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0" y="285"/>
                    <a:pt x="220" y="285"/>
                    <a:pt x="220" y="285"/>
                  </a:cubicBezTo>
                  <a:cubicBezTo>
                    <a:pt x="221" y="286"/>
                    <a:pt x="221" y="286"/>
                    <a:pt x="221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2" y="286"/>
                    <a:pt x="222" y="286"/>
                    <a:pt x="222" y="286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7"/>
                    <a:pt x="221" y="287"/>
                    <a:pt x="221" y="287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19" y="289"/>
                    <a:pt x="219" y="289"/>
                    <a:pt x="219" y="289"/>
                  </a:cubicBezTo>
                  <a:cubicBezTo>
                    <a:pt x="220" y="291"/>
                    <a:pt x="220" y="291"/>
                    <a:pt x="220" y="291"/>
                  </a:cubicBezTo>
                  <a:cubicBezTo>
                    <a:pt x="221" y="291"/>
                    <a:pt x="221" y="291"/>
                    <a:pt x="221" y="291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9" y="290"/>
                    <a:pt x="219" y="290"/>
                    <a:pt x="219" y="290"/>
                  </a:cubicBezTo>
                  <a:cubicBezTo>
                    <a:pt x="219" y="287"/>
                    <a:pt x="219" y="287"/>
                    <a:pt x="219" y="287"/>
                  </a:cubicBezTo>
                  <a:cubicBezTo>
                    <a:pt x="218" y="287"/>
                    <a:pt x="218" y="287"/>
                    <a:pt x="218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5" y="291"/>
                    <a:pt x="215" y="291"/>
                    <a:pt x="215" y="291"/>
                  </a:cubicBezTo>
                  <a:cubicBezTo>
                    <a:pt x="216" y="290"/>
                    <a:pt x="216" y="290"/>
                    <a:pt x="216" y="290"/>
                  </a:cubicBezTo>
                  <a:cubicBezTo>
                    <a:pt x="218" y="290"/>
                    <a:pt x="218" y="290"/>
                    <a:pt x="218" y="290"/>
                  </a:cubicBezTo>
                  <a:cubicBezTo>
                    <a:pt x="217" y="291"/>
                    <a:pt x="217" y="291"/>
                    <a:pt x="217" y="291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4"/>
                    <a:pt x="217" y="294"/>
                    <a:pt x="217" y="294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8" y="297"/>
                    <a:pt x="218" y="297"/>
                    <a:pt x="218" y="297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21" y="296"/>
                    <a:pt x="221" y="296"/>
                    <a:pt x="221" y="296"/>
                  </a:cubicBezTo>
                  <a:cubicBezTo>
                    <a:pt x="220" y="294"/>
                    <a:pt x="220" y="294"/>
                    <a:pt x="220" y="294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19" y="293"/>
                    <a:pt x="219" y="293"/>
                    <a:pt x="219" y="293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20" y="293"/>
                    <a:pt x="220" y="293"/>
                    <a:pt x="220" y="293"/>
                  </a:cubicBezTo>
                  <a:cubicBezTo>
                    <a:pt x="221" y="294"/>
                    <a:pt x="221" y="294"/>
                    <a:pt x="221" y="294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2" y="292"/>
                    <a:pt x="222" y="292"/>
                    <a:pt x="222" y="292"/>
                  </a:cubicBezTo>
                  <a:cubicBezTo>
                    <a:pt x="223" y="293"/>
                    <a:pt x="223" y="293"/>
                    <a:pt x="223" y="293"/>
                  </a:cubicBezTo>
                  <a:cubicBezTo>
                    <a:pt x="222" y="293"/>
                    <a:pt x="222" y="293"/>
                    <a:pt x="222" y="293"/>
                  </a:cubicBezTo>
                  <a:cubicBezTo>
                    <a:pt x="222" y="295"/>
                    <a:pt x="222" y="295"/>
                    <a:pt x="222" y="295"/>
                  </a:cubicBezTo>
                  <a:cubicBezTo>
                    <a:pt x="223" y="296"/>
                    <a:pt x="223" y="296"/>
                    <a:pt x="223" y="296"/>
                  </a:cubicBezTo>
                  <a:cubicBezTo>
                    <a:pt x="222" y="297"/>
                    <a:pt x="222" y="297"/>
                    <a:pt x="222" y="297"/>
                  </a:cubicBezTo>
                  <a:cubicBezTo>
                    <a:pt x="224" y="298"/>
                    <a:pt x="224" y="298"/>
                    <a:pt x="224" y="298"/>
                  </a:cubicBezTo>
                  <a:cubicBezTo>
                    <a:pt x="225" y="298"/>
                    <a:pt x="225" y="298"/>
                    <a:pt x="225" y="298"/>
                  </a:cubicBezTo>
                  <a:cubicBezTo>
                    <a:pt x="227" y="297"/>
                    <a:pt x="227" y="297"/>
                    <a:pt x="227" y="297"/>
                  </a:cubicBezTo>
                  <a:cubicBezTo>
                    <a:pt x="226" y="296"/>
                    <a:pt x="226" y="296"/>
                    <a:pt x="226" y="296"/>
                  </a:cubicBezTo>
                  <a:cubicBezTo>
                    <a:pt x="227" y="295"/>
                    <a:pt x="227" y="295"/>
                    <a:pt x="227" y="295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6" y="294"/>
                    <a:pt x="226" y="294"/>
                    <a:pt x="226" y="294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91"/>
                    <a:pt x="228" y="291"/>
                    <a:pt x="228" y="291"/>
                  </a:cubicBezTo>
                  <a:cubicBezTo>
                    <a:pt x="227" y="290"/>
                    <a:pt x="227" y="290"/>
                    <a:pt x="227" y="290"/>
                  </a:cubicBezTo>
                  <a:cubicBezTo>
                    <a:pt x="228" y="290"/>
                    <a:pt x="228" y="290"/>
                    <a:pt x="228" y="290"/>
                  </a:cubicBezTo>
                  <a:cubicBezTo>
                    <a:pt x="229" y="290"/>
                    <a:pt x="229" y="290"/>
                    <a:pt x="229" y="290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29" y="293"/>
                    <a:pt x="229" y="293"/>
                    <a:pt x="229" y="293"/>
                  </a:cubicBezTo>
                  <a:cubicBezTo>
                    <a:pt x="228" y="294"/>
                    <a:pt x="228" y="294"/>
                    <a:pt x="228" y="294"/>
                  </a:cubicBezTo>
                  <a:cubicBezTo>
                    <a:pt x="230" y="295"/>
                    <a:pt x="230" y="295"/>
                    <a:pt x="230" y="295"/>
                  </a:cubicBezTo>
                  <a:cubicBezTo>
                    <a:pt x="228" y="296"/>
                    <a:pt x="228" y="296"/>
                    <a:pt x="228" y="296"/>
                  </a:cubicBezTo>
                  <a:cubicBezTo>
                    <a:pt x="231" y="298"/>
                    <a:pt x="231" y="298"/>
                    <a:pt x="231" y="298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2" y="297"/>
                    <a:pt x="232" y="297"/>
                    <a:pt x="232" y="297"/>
                  </a:cubicBezTo>
                  <a:cubicBezTo>
                    <a:pt x="233" y="299"/>
                    <a:pt x="233" y="299"/>
                    <a:pt x="233" y="299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5" y="298"/>
                    <a:pt x="235" y="298"/>
                    <a:pt x="235" y="298"/>
                  </a:cubicBezTo>
                  <a:cubicBezTo>
                    <a:pt x="236" y="298"/>
                    <a:pt x="236" y="298"/>
                    <a:pt x="236" y="298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8" y="296"/>
                    <a:pt x="238" y="296"/>
                    <a:pt x="238" y="296"/>
                  </a:cubicBezTo>
                  <a:cubicBezTo>
                    <a:pt x="238" y="297"/>
                    <a:pt x="238" y="297"/>
                    <a:pt x="238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40" y="297"/>
                    <a:pt x="240" y="297"/>
                    <a:pt x="240" y="297"/>
                  </a:cubicBezTo>
                  <a:cubicBezTo>
                    <a:pt x="239" y="297"/>
                    <a:pt x="239" y="297"/>
                    <a:pt x="239" y="297"/>
                  </a:cubicBezTo>
                  <a:cubicBezTo>
                    <a:pt x="237" y="297"/>
                    <a:pt x="237" y="297"/>
                    <a:pt x="237" y="297"/>
                  </a:cubicBezTo>
                  <a:cubicBezTo>
                    <a:pt x="236" y="299"/>
                    <a:pt x="236" y="299"/>
                    <a:pt x="236" y="299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5" y="301"/>
                    <a:pt x="235" y="301"/>
                    <a:pt x="235" y="301"/>
                  </a:cubicBezTo>
                  <a:cubicBezTo>
                    <a:pt x="234" y="301"/>
                    <a:pt x="234" y="301"/>
                    <a:pt x="234" y="301"/>
                  </a:cubicBezTo>
                  <a:cubicBezTo>
                    <a:pt x="233" y="302"/>
                    <a:pt x="233" y="302"/>
                    <a:pt x="233" y="302"/>
                  </a:cubicBezTo>
                  <a:cubicBezTo>
                    <a:pt x="233" y="305"/>
                    <a:pt x="233" y="305"/>
                    <a:pt x="233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4" y="308"/>
                    <a:pt x="234" y="308"/>
                    <a:pt x="234" y="308"/>
                  </a:cubicBezTo>
                  <a:cubicBezTo>
                    <a:pt x="233" y="311"/>
                    <a:pt x="233" y="311"/>
                    <a:pt x="233" y="311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10"/>
                    <a:pt x="233" y="310"/>
                    <a:pt x="233" y="310"/>
                  </a:cubicBezTo>
                  <a:cubicBezTo>
                    <a:pt x="233" y="308"/>
                    <a:pt x="233" y="308"/>
                    <a:pt x="233" y="308"/>
                  </a:cubicBezTo>
                  <a:cubicBezTo>
                    <a:pt x="231" y="306"/>
                    <a:pt x="231" y="306"/>
                    <a:pt x="231" y="306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7" y="309"/>
                    <a:pt x="227" y="309"/>
                    <a:pt x="227" y="309"/>
                  </a:cubicBezTo>
                  <a:cubicBezTo>
                    <a:pt x="230" y="309"/>
                    <a:pt x="230" y="309"/>
                    <a:pt x="230" y="309"/>
                  </a:cubicBezTo>
                  <a:cubicBezTo>
                    <a:pt x="230" y="310"/>
                    <a:pt x="230" y="310"/>
                    <a:pt x="230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0"/>
                    <a:pt x="231" y="310"/>
                    <a:pt x="231" y="310"/>
                  </a:cubicBezTo>
                  <a:cubicBezTo>
                    <a:pt x="231" y="313"/>
                    <a:pt x="231" y="313"/>
                    <a:pt x="231" y="313"/>
                  </a:cubicBezTo>
                  <a:cubicBezTo>
                    <a:pt x="232" y="314"/>
                    <a:pt x="232" y="314"/>
                    <a:pt x="232" y="314"/>
                  </a:cubicBezTo>
                  <a:cubicBezTo>
                    <a:pt x="232" y="316"/>
                    <a:pt x="232" y="316"/>
                    <a:pt x="232" y="316"/>
                  </a:cubicBezTo>
                  <a:cubicBezTo>
                    <a:pt x="232" y="315"/>
                    <a:pt x="232" y="315"/>
                    <a:pt x="232" y="315"/>
                  </a:cubicBezTo>
                  <a:cubicBezTo>
                    <a:pt x="229" y="312"/>
                    <a:pt x="229" y="312"/>
                    <a:pt x="229" y="312"/>
                  </a:cubicBezTo>
                  <a:cubicBezTo>
                    <a:pt x="228" y="311"/>
                    <a:pt x="228" y="311"/>
                    <a:pt x="228" y="311"/>
                  </a:cubicBezTo>
                  <a:cubicBezTo>
                    <a:pt x="228" y="312"/>
                    <a:pt x="228" y="312"/>
                    <a:pt x="228" y="312"/>
                  </a:cubicBezTo>
                  <a:cubicBezTo>
                    <a:pt x="228" y="312"/>
                    <a:pt x="228" y="312"/>
                    <a:pt x="227" y="313"/>
                  </a:cubicBezTo>
                  <a:cubicBezTo>
                    <a:pt x="227" y="313"/>
                    <a:pt x="227" y="313"/>
                    <a:pt x="227" y="313"/>
                  </a:cubicBezTo>
                  <a:cubicBezTo>
                    <a:pt x="228" y="315"/>
                    <a:pt x="228" y="315"/>
                    <a:pt x="228" y="315"/>
                  </a:cubicBezTo>
                  <a:cubicBezTo>
                    <a:pt x="230" y="317"/>
                    <a:pt x="230" y="317"/>
                    <a:pt x="230" y="317"/>
                  </a:cubicBezTo>
                  <a:cubicBezTo>
                    <a:pt x="230" y="319"/>
                    <a:pt x="230" y="319"/>
                    <a:pt x="230" y="319"/>
                  </a:cubicBezTo>
                  <a:cubicBezTo>
                    <a:pt x="232" y="320"/>
                    <a:pt x="232" y="320"/>
                    <a:pt x="232" y="320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2"/>
                    <a:pt x="233" y="322"/>
                    <a:pt x="233" y="322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4" y="327"/>
                    <a:pt x="234" y="327"/>
                    <a:pt x="234" y="327"/>
                  </a:cubicBezTo>
                  <a:cubicBezTo>
                    <a:pt x="234" y="329"/>
                    <a:pt x="234" y="329"/>
                    <a:pt x="234" y="329"/>
                  </a:cubicBezTo>
                  <a:cubicBezTo>
                    <a:pt x="235" y="328"/>
                    <a:pt x="235" y="328"/>
                    <a:pt x="235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8"/>
                    <a:pt x="238" y="328"/>
                    <a:pt x="238" y="328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8" y="329"/>
                    <a:pt x="238" y="329"/>
                    <a:pt x="238" y="329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0" y="331"/>
                    <a:pt x="240" y="331"/>
                    <a:pt x="240" y="331"/>
                  </a:cubicBezTo>
                  <a:cubicBezTo>
                    <a:pt x="241" y="333"/>
                    <a:pt x="241" y="333"/>
                    <a:pt x="241" y="333"/>
                  </a:cubicBezTo>
                  <a:cubicBezTo>
                    <a:pt x="240" y="335"/>
                    <a:pt x="240" y="335"/>
                    <a:pt x="240" y="335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37" y="333"/>
                    <a:pt x="237" y="333"/>
                    <a:pt x="237" y="333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7" y="335"/>
                    <a:pt x="237" y="335"/>
                    <a:pt x="237" y="335"/>
                  </a:cubicBezTo>
                  <a:cubicBezTo>
                    <a:pt x="236" y="338"/>
                    <a:pt x="236" y="338"/>
                    <a:pt x="236" y="338"/>
                  </a:cubicBezTo>
                  <a:cubicBezTo>
                    <a:pt x="237" y="338"/>
                    <a:pt x="237" y="338"/>
                    <a:pt x="237" y="338"/>
                  </a:cubicBezTo>
                  <a:cubicBezTo>
                    <a:pt x="237" y="338"/>
                    <a:pt x="238" y="338"/>
                    <a:pt x="238" y="338"/>
                  </a:cubicBezTo>
                  <a:cubicBezTo>
                    <a:pt x="236" y="340"/>
                    <a:pt x="236" y="340"/>
                    <a:pt x="236" y="340"/>
                  </a:cubicBezTo>
                  <a:cubicBezTo>
                    <a:pt x="236" y="341"/>
                    <a:pt x="236" y="341"/>
                    <a:pt x="236" y="341"/>
                  </a:cubicBezTo>
                  <a:cubicBezTo>
                    <a:pt x="238" y="343"/>
                    <a:pt x="238" y="343"/>
                    <a:pt x="238" y="343"/>
                  </a:cubicBezTo>
                  <a:cubicBezTo>
                    <a:pt x="238" y="340"/>
                    <a:pt x="238" y="340"/>
                    <a:pt x="238" y="340"/>
                  </a:cubicBezTo>
                  <a:cubicBezTo>
                    <a:pt x="238" y="338"/>
                    <a:pt x="238" y="338"/>
                    <a:pt x="238" y="338"/>
                  </a:cubicBezTo>
                  <a:cubicBezTo>
                    <a:pt x="238" y="338"/>
                    <a:pt x="238" y="338"/>
                    <a:pt x="239" y="338"/>
                  </a:cubicBezTo>
                  <a:cubicBezTo>
                    <a:pt x="239" y="338"/>
                    <a:pt x="239" y="338"/>
                    <a:pt x="239" y="338"/>
                  </a:cubicBezTo>
                  <a:cubicBezTo>
                    <a:pt x="238" y="339"/>
                    <a:pt x="238" y="339"/>
                    <a:pt x="238" y="339"/>
                  </a:cubicBezTo>
                  <a:cubicBezTo>
                    <a:pt x="239" y="340"/>
                    <a:pt x="239" y="340"/>
                    <a:pt x="239" y="340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38" y="342"/>
                    <a:pt x="238" y="342"/>
                    <a:pt x="238" y="342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37" y="346"/>
                    <a:pt x="237" y="346"/>
                    <a:pt x="237" y="346"/>
                  </a:cubicBezTo>
                  <a:cubicBezTo>
                    <a:pt x="238" y="347"/>
                    <a:pt x="238" y="347"/>
                    <a:pt x="238" y="347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40" y="346"/>
                    <a:pt x="240" y="346"/>
                    <a:pt x="240" y="346"/>
                  </a:cubicBezTo>
                  <a:cubicBezTo>
                    <a:pt x="240" y="347"/>
                    <a:pt x="240" y="347"/>
                    <a:pt x="240" y="347"/>
                  </a:cubicBezTo>
                  <a:cubicBezTo>
                    <a:pt x="239" y="347"/>
                    <a:pt x="239" y="347"/>
                    <a:pt x="239" y="347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9" y="350"/>
                    <a:pt x="239" y="350"/>
                    <a:pt x="239" y="350"/>
                  </a:cubicBezTo>
                  <a:cubicBezTo>
                    <a:pt x="241" y="351"/>
                    <a:pt x="241" y="351"/>
                    <a:pt x="241" y="351"/>
                  </a:cubicBezTo>
                  <a:cubicBezTo>
                    <a:pt x="241" y="352"/>
                    <a:pt x="241" y="352"/>
                    <a:pt x="241" y="352"/>
                  </a:cubicBezTo>
                  <a:cubicBezTo>
                    <a:pt x="243" y="352"/>
                    <a:pt x="243" y="352"/>
                    <a:pt x="243" y="352"/>
                  </a:cubicBezTo>
                  <a:cubicBezTo>
                    <a:pt x="243" y="354"/>
                    <a:pt x="243" y="354"/>
                    <a:pt x="243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41" y="354"/>
                    <a:pt x="241" y="354"/>
                    <a:pt x="241" y="354"/>
                  </a:cubicBezTo>
                  <a:cubicBezTo>
                    <a:pt x="239" y="353"/>
                    <a:pt x="239" y="353"/>
                    <a:pt x="239" y="353"/>
                  </a:cubicBezTo>
                  <a:cubicBezTo>
                    <a:pt x="238" y="352"/>
                    <a:pt x="238" y="352"/>
                    <a:pt x="238" y="352"/>
                  </a:cubicBezTo>
                  <a:cubicBezTo>
                    <a:pt x="237" y="350"/>
                    <a:pt x="237" y="350"/>
                    <a:pt x="237" y="350"/>
                  </a:cubicBezTo>
                  <a:cubicBezTo>
                    <a:pt x="236" y="350"/>
                    <a:pt x="236" y="350"/>
                    <a:pt x="236" y="350"/>
                  </a:cubicBezTo>
                  <a:cubicBezTo>
                    <a:pt x="235" y="349"/>
                    <a:pt x="235" y="349"/>
                    <a:pt x="235" y="349"/>
                  </a:cubicBezTo>
                  <a:cubicBezTo>
                    <a:pt x="233" y="348"/>
                    <a:pt x="233" y="348"/>
                    <a:pt x="233" y="348"/>
                  </a:cubicBezTo>
                  <a:cubicBezTo>
                    <a:pt x="232" y="349"/>
                    <a:pt x="232" y="349"/>
                    <a:pt x="232" y="349"/>
                  </a:cubicBezTo>
                  <a:cubicBezTo>
                    <a:pt x="229" y="349"/>
                    <a:pt x="229" y="349"/>
                    <a:pt x="229" y="349"/>
                  </a:cubicBezTo>
                  <a:cubicBezTo>
                    <a:pt x="230" y="352"/>
                    <a:pt x="230" y="352"/>
                    <a:pt x="230" y="352"/>
                  </a:cubicBezTo>
                  <a:cubicBezTo>
                    <a:pt x="231" y="352"/>
                    <a:pt x="231" y="352"/>
                    <a:pt x="231" y="352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2" y="354"/>
                    <a:pt x="232" y="354"/>
                    <a:pt x="232" y="354"/>
                  </a:cubicBezTo>
                  <a:cubicBezTo>
                    <a:pt x="230" y="356"/>
                    <a:pt x="230" y="356"/>
                    <a:pt x="230" y="356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2" y="359"/>
                    <a:pt x="232" y="359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60"/>
                    <a:pt x="233" y="360"/>
                    <a:pt x="233" y="360"/>
                  </a:cubicBezTo>
                  <a:cubicBezTo>
                    <a:pt x="235" y="360"/>
                    <a:pt x="235" y="360"/>
                    <a:pt x="235" y="360"/>
                  </a:cubicBezTo>
                  <a:cubicBezTo>
                    <a:pt x="235" y="361"/>
                    <a:pt x="235" y="361"/>
                    <a:pt x="235" y="361"/>
                  </a:cubicBezTo>
                  <a:cubicBezTo>
                    <a:pt x="236" y="362"/>
                    <a:pt x="236" y="362"/>
                    <a:pt x="236" y="362"/>
                  </a:cubicBezTo>
                  <a:cubicBezTo>
                    <a:pt x="236" y="363"/>
                    <a:pt x="236" y="363"/>
                    <a:pt x="236" y="363"/>
                  </a:cubicBezTo>
                  <a:cubicBezTo>
                    <a:pt x="237" y="366"/>
                    <a:pt x="237" y="366"/>
                    <a:pt x="237" y="366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5"/>
                    <a:pt x="238" y="365"/>
                    <a:pt x="238" y="365"/>
                  </a:cubicBezTo>
                  <a:cubicBezTo>
                    <a:pt x="238" y="368"/>
                    <a:pt x="238" y="368"/>
                    <a:pt x="238" y="368"/>
                  </a:cubicBezTo>
                  <a:cubicBezTo>
                    <a:pt x="239" y="367"/>
                    <a:pt x="239" y="367"/>
                    <a:pt x="239" y="367"/>
                  </a:cubicBezTo>
                  <a:cubicBezTo>
                    <a:pt x="240" y="369"/>
                    <a:pt x="240" y="369"/>
                    <a:pt x="240" y="369"/>
                  </a:cubicBezTo>
                  <a:cubicBezTo>
                    <a:pt x="242" y="369"/>
                    <a:pt x="242" y="369"/>
                    <a:pt x="242" y="369"/>
                  </a:cubicBezTo>
                  <a:cubicBezTo>
                    <a:pt x="242" y="370"/>
                    <a:pt x="242" y="370"/>
                    <a:pt x="242" y="370"/>
                  </a:cubicBezTo>
                  <a:cubicBezTo>
                    <a:pt x="243" y="370"/>
                    <a:pt x="243" y="370"/>
                    <a:pt x="243" y="370"/>
                  </a:cubicBezTo>
                  <a:cubicBezTo>
                    <a:pt x="243" y="371"/>
                    <a:pt x="243" y="371"/>
                    <a:pt x="243" y="371"/>
                  </a:cubicBezTo>
                  <a:cubicBezTo>
                    <a:pt x="243" y="372"/>
                    <a:pt x="243" y="372"/>
                    <a:pt x="243" y="372"/>
                  </a:cubicBezTo>
                  <a:cubicBezTo>
                    <a:pt x="245" y="374"/>
                    <a:pt x="245" y="374"/>
                    <a:pt x="245" y="374"/>
                  </a:cubicBezTo>
                  <a:cubicBezTo>
                    <a:pt x="246" y="373"/>
                    <a:pt x="246" y="373"/>
                    <a:pt x="246" y="373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7" y="374"/>
                    <a:pt x="247" y="374"/>
                    <a:pt x="247" y="374"/>
                  </a:cubicBezTo>
                  <a:cubicBezTo>
                    <a:pt x="245" y="375"/>
                    <a:pt x="245" y="375"/>
                    <a:pt x="245" y="375"/>
                  </a:cubicBezTo>
                  <a:cubicBezTo>
                    <a:pt x="249" y="379"/>
                    <a:pt x="249" y="379"/>
                    <a:pt x="249" y="379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0" y="380"/>
                    <a:pt x="250" y="380"/>
                    <a:pt x="250" y="380"/>
                  </a:cubicBezTo>
                  <a:cubicBezTo>
                    <a:pt x="255" y="383"/>
                    <a:pt x="255" y="383"/>
                    <a:pt x="255" y="383"/>
                  </a:cubicBezTo>
                  <a:cubicBezTo>
                    <a:pt x="256" y="382"/>
                    <a:pt x="256" y="382"/>
                    <a:pt x="256" y="382"/>
                  </a:cubicBezTo>
                  <a:cubicBezTo>
                    <a:pt x="258" y="382"/>
                    <a:pt x="258" y="382"/>
                    <a:pt x="258" y="382"/>
                  </a:cubicBezTo>
                  <a:cubicBezTo>
                    <a:pt x="257" y="378"/>
                    <a:pt x="257" y="378"/>
                    <a:pt x="257" y="378"/>
                  </a:cubicBezTo>
                  <a:cubicBezTo>
                    <a:pt x="257" y="376"/>
                    <a:pt x="257" y="376"/>
                    <a:pt x="257" y="376"/>
                  </a:cubicBezTo>
                  <a:cubicBezTo>
                    <a:pt x="257" y="375"/>
                    <a:pt x="257" y="375"/>
                    <a:pt x="257" y="375"/>
                  </a:cubicBezTo>
                  <a:cubicBezTo>
                    <a:pt x="257" y="372"/>
                    <a:pt x="257" y="372"/>
                    <a:pt x="257" y="372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2" y="368"/>
                    <a:pt x="252" y="368"/>
                    <a:pt x="252" y="368"/>
                  </a:cubicBezTo>
                  <a:cubicBezTo>
                    <a:pt x="252" y="364"/>
                    <a:pt x="252" y="364"/>
                    <a:pt x="252" y="364"/>
                  </a:cubicBezTo>
                  <a:cubicBezTo>
                    <a:pt x="251" y="363"/>
                    <a:pt x="251" y="363"/>
                    <a:pt x="251" y="363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7" y="357"/>
                    <a:pt x="247" y="357"/>
                    <a:pt x="247" y="35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7" y="356"/>
                    <a:pt x="247" y="356"/>
                    <a:pt x="247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8" y="356"/>
                    <a:pt x="248" y="356"/>
                    <a:pt x="248" y="356"/>
                  </a:cubicBezTo>
                  <a:cubicBezTo>
                    <a:pt x="249" y="356"/>
                    <a:pt x="249" y="356"/>
                    <a:pt x="249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0" y="356"/>
                    <a:pt x="250" y="356"/>
                    <a:pt x="250" y="356"/>
                  </a:cubicBezTo>
                  <a:cubicBezTo>
                    <a:pt x="251" y="357"/>
                    <a:pt x="251" y="357"/>
                    <a:pt x="251" y="357"/>
                  </a:cubicBezTo>
                  <a:cubicBezTo>
                    <a:pt x="252" y="358"/>
                    <a:pt x="252" y="358"/>
                    <a:pt x="252" y="358"/>
                  </a:cubicBezTo>
                  <a:cubicBezTo>
                    <a:pt x="253" y="357"/>
                    <a:pt x="253" y="357"/>
                    <a:pt x="253" y="357"/>
                  </a:cubicBezTo>
                  <a:cubicBezTo>
                    <a:pt x="253" y="358"/>
                    <a:pt x="253" y="358"/>
                    <a:pt x="253" y="358"/>
                  </a:cubicBezTo>
                  <a:cubicBezTo>
                    <a:pt x="255" y="358"/>
                    <a:pt x="255" y="358"/>
                    <a:pt x="255" y="358"/>
                  </a:cubicBezTo>
                  <a:cubicBezTo>
                    <a:pt x="256" y="358"/>
                    <a:pt x="256" y="358"/>
                    <a:pt x="256" y="358"/>
                  </a:cubicBezTo>
                  <a:cubicBezTo>
                    <a:pt x="255" y="360"/>
                    <a:pt x="255" y="360"/>
                    <a:pt x="255" y="360"/>
                  </a:cubicBezTo>
                  <a:cubicBezTo>
                    <a:pt x="253" y="361"/>
                    <a:pt x="253" y="361"/>
                    <a:pt x="253" y="361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4" y="364"/>
                    <a:pt x="254" y="364"/>
                    <a:pt x="254" y="364"/>
                  </a:cubicBezTo>
                  <a:cubicBezTo>
                    <a:pt x="253" y="363"/>
                    <a:pt x="253" y="363"/>
                    <a:pt x="253" y="363"/>
                  </a:cubicBezTo>
                  <a:cubicBezTo>
                    <a:pt x="253" y="367"/>
                    <a:pt x="253" y="367"/>
                    <a:pt x="253" y="367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58" y="370"/>
                    <a:pt x="258" y="370"/>
                    <a:pt x="258" y="370"/>
                  </a:cubicBezTo>
                  <a:cubicBezTo>
                    <a:pt x="260" y="369"/>
                    <a:pt x="260" y="369"/>
                    <a:pt x="260" y="369"/>
                  </a:cubicBezTo>
                  <a:cubicBezTo>
                    <a:pt x="262" y="369"/>
                    <a:pt x="262" y="369"/>
                    <a:pt x="262" y="369"/>
                  </a:cubicBezTo>
                  <a:cubicBezTo>
                    <a:pt x="260" y="372"/>
                    <a:pt x="260" y="372"/>
                    <a:pt x="260" y="372"/>
                  </a:cubicBezTo>
                  <a:cubicBezTo>
                    <a:pt x="261" y="375"/>
                    <a:pt x="261" y="375"/>
                    <a:pt x="261" y="375"/>
                  </a:cubicBezTo>
                  <a:cubicBezTo>
                    <a:pt x="262" y="375"/>
                    <a:pt x="262" y="375"/>
                    <a:pt x="262" y="375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4" y="379"/>
                    <a:pt x="264" y="379"/>
                    <a:pt x="264" y="379"/>
                  </a:cubicBezTo>
                  <a:cubicBezTo>
                    <a:pt x="263" y="380"/>
                    <a:pt x="263" y="380"/>
                    <a:pt x="263" y="380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3" y="381"/>
                    <a:pt x="263" y="381"/>
                    <a:pt x="263" y="381"/>
                  </a:cubicBezTo>
                  <a:cubicBezTo>
                    <a:pt x="261" y="383"/>
                    <a:pt x="261" y="383"/>
                    <a:pt x="261" y="383"/>
                  </a:cubicBezTo>
                  <a:cubicBezTo>
                    <a:pt x="261" y="385"/>
                    <a:pt x="261" y="385"/>
                    <a:pt x="261" y="385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1" y="387"/>
                    <a:pt x="261" y="387"/>
                    <a:pt x="261" y="387"/>
                  </a:cubicBezTo>
                  <a:cubicBezTo>
                    <a:pt x="260" y="385"/>
                    <a:pt x="260" y="385"/>
                    <a:pt x="260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9" y="385"/>
                    <a:pt x="259" y="385"/>
                    <a:pt x="259" y="385"/>
                  </a:cubicBezTo>
                  <a:cubicBezTo>
                    <a:pt x="258" y="384"/>
                    <a:pt x="258" y="384"/>
                    <a:pt x="258" y="384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4" y="383"/>
                    <a:pt x="254" y="383"/>
                    <a:pt x="254" y="383"/>
                  </a:cubicBezTo>
                  <a:cubicBezTo>
                    <a:pt x="252" y="382"/>
                    <a:pt x="252" y="382"/>
                    <a:pt x="252" y="382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7" y="380"/>
                    <a:pt x="247" y="380"/>
                    <a:pt x="247" y="380"/>
                  </a:cubicBezTo>
                  <a:cubicBezTo>
                    <a:pt x="247" y="381"/>
                    <a:pt x="247" y="381"/>
                    <a:pt x="247" y="381"/>
                  </a:cubicBezTo>
                  <a:cubicBezTo>
                    <a:pt x="246" y="384"/>
                    <a:pt x="246" y="384"/>
                    <a:pt x="246" y="384"/>
                  </a:cubicBezTo>
                  <a:cubicBezTo>
                    <a:pt x="246" y="385"/>
                    <a:pt x="246" y="385"/>
                    <a:pt x="246" y="385"/>
                  </a:cubicBezTo>
                  <a:cubicBezTo>
                    <a:pt x="246" y="388"/>
                    <a:pt x="246" y="388"/>
                    <a:pt x="246" y="388"/>
                  </a:cubicBezTo>
                  <a:cubicBezTo>
                    <a:pt x="246" y="392"/>
                    <a:pt x="246" y="392"/>
                    <a:pt x="246" y="392"/>
                  </a:cubicBezTo>
                  <a:cubicBezTo>
                    <a:pt x="246" y="394"/>
                    <a:pt x="246" y="394"/>
                    <a:pt x="246" y="394"/>
                  </a:cubicBezTo>
                  <a:cubicBezTo>
                    <a:pt x="246" y="395"/>
                    <a:pt x="246" y="395"/>
                    <a:pt x="246" y="395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7" y="397"/>
                    <a:pt x="247" y="397"/>
                    <a:pt x="247" y="397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400"/>
                    <a:pt x="246" y="400"/>
                    <a:pt x="246" y="400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1"/>
                    <a:pt x="247" y="401"/>
                    <a:pt x="247" y="401"/>
                  </a:cubicBezTo>
                  <a:cubicBezTo>
                    <a:pt x="247" y="403"/>
                    <a:pt x="247" y="403"/>
                    <a:pt x="247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6" y="403"/>
                    <a:pt x="246" y="403"/>
                    <a:pt x="246" y="403"/>
                  </a:cubicBezTo>
                  <a:cubicBezTo>
                    <a:pt x="245" y="404"/>
                    <a:pt x="245" y="404"/>
                    <a:pt x="245" y="404"/>
                  </a:cubicBezTo>
                  <a:cubicBezTo>
                    <a:pt x="245" y="405"/>
                    <a:pt x="245" y="405"/>
                    <a:pt x="245" y="405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6"/>
                    <a:pt x="245" y="406"/>
                    <a:pt x="245" y="406"/>
                  </a:cubicBezTo>
                  <a:cubicBezTo>
                    <a:pt x="245" y="407"/>
                    <a:pt x="245" y="407"/>
                    <a:pt x="245" y="407"/>
                  </a:cubicBezTo>
                  <a:cubicBezTo>
                    <a:pt x="243" y="409"/>
                    <a:pt x="243" y="409"/>
                    <a:pt x="243" y="409"/>
                  </a:cubicBezTo>
                  <a:cubicBezTo>
                    <a:pt x="243" y="410"/>
                    <a:pt x="243" y="410"/>
                    <a:pt x="243" y="410"/>
                  </a:cubicBezTo>
                  <a:cubicBezTo>
                    <a:pt x="243" y="411"/>
                    <a:pt x="243" y="411"/>
                    <a:pt x="243" y="411"/>
                  </a:cubicBezTo>
                  <a:cubicBezTo>
                    <a:pt x="242" y="413"/>
                    <a:pt x="242" y="413"/>
                    <a:pt x="242" y="413"/>
                  </a:cubicBezTo>
                  <a:cubicBezTo>
                    <a:pt x="240" y="419"/>
                    <a:pt x="240" y="419"/>
                    <a:pt x="240" y="419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37" y="426"/>
                    <a:pt x="237" y="426"/>
                    <a:pt x="237" y="426"/>
                  </a:cubicBezTo>
                  <a:cubicBezTo>
                    <a:pt x="237" y="430"/>
                    <a:pt x="237" y="430"/>
                    <a:pt x="237" y="430"/>
                  </a:cubicBezTo>
                  <a:cubicBezTo>
                    <a:pt x="236" y="431"/>
                    <a:pt x="236" y="431"/>
                    <a:pt x="236" y="431"/>
                  </a:cubicBezTo>
                  <a:cubicBezTo>
                    <a:pt x="235" y="433"/>
                    <a:pt x="235" y="433"/>
                    <a:pt x="235" y="433"/>
                  </a:cubicBezTo>
                  <a:cubicBezTo>
                    <a:pt x="234" y="435"/>
                    <a:pt x="234" y="435"/>
                    <a:pt x="234" y="435"/>
                  </a:cubicBezTo>
                  <a:cubicBezTo>
                    <a:pt x="233" y="436"/>
                    <a:pt x="233" y="436"/>
                    <a:pt x="233" y="436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0" y="442"/>
                    <a:pt x="230" y="442"/>
                    <a:pt x="230" y="442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29" y="447"/>
                    <a:pt x="229" y="447"/>
                    <a:pt x="229" y="447"/>
                  </a:cubicBezTo>
                  <a:cubicBezTo>
                    <a:pt x="229" y="449"/>
                    <a:pt x="229" y="449"/>
                    <a:pt x="229" y="449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1"/>
                    <a:pt x="230" y="451"/>
                    <a:pt x="230" y="451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4"/>
                    <a:pt x="230" y="454"/>
                    <a:pt x="230" y="454"/>
                  </a:cubicBezTo>
                  <a:cubicBezTo>
                    <a:pt x="230" y="457"/>
                    <a:pt x="230" y="457"/>
                    <a:pt x="230" y="457"/>
                  </a:cubicBezTo>
                  <a:cubicBezTo>
                    <a:pt x="229" y="459"/>
                    <a:pt x="229" y="459"/>
                    <a:pt x="229" y="459"/>
                  </a:cubicBezTo>
                  <a:cubicBezTo>
                    <a:pt x="228" y="460"/>
                    <a:pt x="228" y="460"/>
                    <a:pt x="228" y="460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9" y="461"/>
                    <a:pt x="229" y="461"/>
                    <a:pt x="229" y="461"/>
                  </a:cubicBezTo>
                  <a:cubicBezTo>
                    <a:pt x="228" y="463"/>
                    <a:pt x="228" y="463"/>
                    <a:pt x="228" y="463"/>
                  </a:cubicBezTo>
                  <a:cubicBezTo>
                    <a:pt x="226" y="464"/>
                    <a:pt x="226" y="464"/>
                    <a:pt x="226" y="464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5" y="468"/>
                    <a:pt x="225" y="468"/>
                    <a:pt x="225" y="468"/>
                  </a:cubicBezTo>
                  <a:cubicBezTo>
                    <a:pt x="227" y="470"/>
                    <a:pt x="227" y="470"/>
                    <a:pt x="227" y="470"/>
                  </a:cubicBezTo>
                  <a:cubicBezTo>
                    <a:pt x="228" y="472"/>
                    <a:pt x="228" y="472"/>
                    <a:pt x="228" y="472"/>
                  </a:cubicBezTo>
                  <a:cubicBezTo>
                    <a:pt x="228" y="475"/>
                    <a:pt x="228" y="475"/>
                    <a:pt x="228" y="475"/>
                  </a:cubicBezTo>
                  <a:cubicBezTo>
                    <a:pt x="228" y="476"/>
                    <a:pt x="228" y="476"/>
                    <a:pt x="228" y="476"/>
                  </a:cubicBezTo>
                  <a:cubicBezTo>
                    <a:pt x="227" y="478"/>
                    <a:pt x="227" y="478"/>
                    <a:pt x="227" y="478"/>
                  </a:cubicBezTo>
                  <a:cubicBezTo>
                    <a:pt x="227" y="479"/>
                    <a:pt x="227" y="479"/>
                    <a:pt x="227" y="479"/>
                  </a:cubicBezTo>
                  <a:cubicBezTo>
                    <a:pt x="227" y="480"/>
                    <a:pt x="227" y="480"/>
                    <a:pt x="227" y="480"/>
                  </a:cubicBezTo>
                  <a:cubicBezTo>
                    <a:pt x="227" y="481"/>
                    <a:pt x="227" y="481"/>
                    <a:pt x="227" y="481"/>
                  </a:cubicBezTo>
                  <a:cubicBezTo>
                    <a:pt x="227" y="482"/>
                    <a:pt x="227" y="482"/>
                    <a:pt x="227" y="482"/>
                  </a:cubicBezTo>
                  <a:cubicBezTo>
                    <a:pt x="227" y="483"/>
                    <a:pt x="227" y="483"/>
                    <a:pt x="227" y="483"/>
                  </a:cubicBezTo>
                  <a:cubicBezTo>
                    <a:pt x="227" y="485"/>
                    <a:pt x="227" y="485"/>
                    <a:pt x="227" y="485"/>
                  </a:cubicBezTo>
                  <a:cubicBezTo>
                    <a:pt x="230" y="489"/>
                    <a:pt x="230" y="489"/>
                    <a:pt x="230" y="489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1"/>
                    <a:pt x="230" y="491"/>
                    <a:pt x="230" y="491"/>
                  </a:cubicBezTo>
                  <a:cubicBezTo>
                    <a:pt x="230" y="492"/>
                    <a:pt x="230" y="492"/>
                    <a:pt x="230" y="492"/>
                  </a:cubicBezTo>
                  <a:cubicBezTo>
                    <a:pt x="232" y="494"/>
                    <a:pt x="232" y="494"/>
                    <a:pt x="232" y="494"/>
                  </a:cubicBezTo>
                  <a:cubicBezTo>
                    <a:pt x="232" y="495"/>
                    <a:pt x="232" y="495"/>
                    <a:pt x="232" y="495"/>
                  </a:cubicBezTo>
                  <a:cubicBezTo>
                    <a:pt x="233" y="495"/>
                    <a:pt x="233" y="495"/>
                    <a:pt x="233" y="495"/>
                  </a:cubicBezTo>
                  <a:cubicBezTo>
                    <a:pt x="234" y="495"/>
                    <a:pt x="234" y="495"/>
                    <a:pt x="234" y="495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3" y="497"/>
                    <a:pt x="233" y="497"/>
                    <a:pt x="233" y="497"/>
                  </a:cubicBezTo>
                  <a:cubicBezTo>
                    <a:pt x="232" y="498"/>
                    <a:pt x="232" y="498"/>
                    <a:pt x="232" y="498"/>
                  </a:cubicBezTo>
                  <a:cubicBezTo>
                    <a:pt x="232" y="499"/>
                    <a:pt x="232" y="499"/>
                    <a:pt x="232" y="499"/>
                  </a:cubicBezTo>
                  <a:cubicBezTo>
                    <a:pt x="232" y="500"/>
                    <a:pt x="232" y="500"/>
                    <a:pt x="232" y="500"/>
                  </a:cubicBezTo>
                  <a:cubicBezTo>
                    <a:pt x="232" y="502"/>
                    <a:pt x="232" y="502"/>
                    <a:pt x="232" y="502"/>
                  </a:cubicBezTo>
                  <a:cubicBezTo>
                    <a:pt x="233" y="502"/>
                    <a:pt x="233" y="502"/>
                    <a:pt x="233" y="502"/>
                  </a:cubicBezTo>
                  <a:cubicBezTo>
                    <a:pt x="233" y="504"/>
                    <a:pt x="233" y="504"/>
                    <a:pt x="233" y="504"/>
                  </a:cubicBezTo>
                  <a:cubicBezTo>
                    <a:pt x="235" y="504"/>
                    <a:pt x="235" y="504"/>
                    <a:pt x="235" y="504"/>
                  </a:cubicBezTo>
                  <a:cubicBezTo>
                    <a:pt x="235" y="505"/>
                    <a:pt x="235" y="505"/>
                    <a:pt x="235" y="505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4" y="506"/>
                    <a:pt x="234" y="506"/>
                    <a:pt x="234" y="506"/>
                  </a:cubicBezTo>
                  <a:cubicBezTo>
                    <a:pt x="234" y="507"/>
                    <a:pt x="234" y="507"/>
                    <a:pt x="234" y="507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10"/>
                    <a:pt x="234" y="510"/>
                    <a:pt x="234" y="510"/>
                  </a:cubicBezTo>
                  <a:cubicBezTo>
                    <a:pt x="234" y="512"/>
                    <a:pt x="234" y="512"/>
                    <a:pt x="234" y="512"/>
                  </a:cubicBezTo>
                  <a:cubicBezTo>
                    <a:pt x="235" y="512"/>
                    <a:pt x="235" y="512"/>
                    <a:pt x="235" y="512"/>
                  </a:cubicBezTo>
                  <a:cubicBezTo>
                    <a:pt x="236" y="515"/>
                    <a:pt x="236" y="515"/>
                    <a:pt x="236" y="515"/>
                  </a:cubicBezTo>
                  <a:cubicBezTo>
                    <a:pt x="237" y="518"/>
                    <a:pt x="237" y="518"/>
                    <a:pt x="237" y="518"/>
                  </a:cubicBezTo>
                  <a:cubicBezTo>
                    <a:pt x="238" y="520"/>
                    <a:pt x="238" y="520"/>
                    <a:pt x="238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0"/>
                    <a:pt x="239" y="520"/>
                    <a:pt x="239" y="520"/>
                  </a:cubicBezTo>
                  <a:cubicBezTo>
                    <a:pt x="239" y="521"/>
                    <a:pt x="239" y="521"/>
                    <a:pt x="239" y="521"/>
                  </a:cubicBezTo>
                  <a:cubicBezTo>
                    <a:pt x="240" y="522"/>
                    <a:pt x="240" y="522"/>
                    <a:pt x="240" y="522"/>
                  </a:cubicBezTo>
                  <a:cubicBezTo>
                    <a:pt x="240" y="523"/>
                    <a:pt x="240" y="523"/>
                    <a:pt x="240" y="523"/>
                  </a:cubicBezTo>
                  <a:cubicBezTo>
                    <a:pt x="240" y="525"/>
                    <a:pt x="240" y="525"/>
                    <a:pt x="240" y="525"/>
                  </a:cubicBezTo>
                  <a:cubicBezTo>
                    <a:pt x="240" y="526"/>
                    <a:pt x="240" y="526"/>
                    <a:pt x="240" y="526"/>
                  </a:cubicBezTo>
                  <a:cubicBezTo>
                    <a:pt x="239" y="527"/>
                    <a:pt x="239" y="527"/>
                    <a:pt x="239" y="527"/>
                  </a:cubicBezTo>
                  <a:cubicBezTo>
                    <a:pt x="240" y="529"/>
                    <a:pt x="240" y="529"/>
                    <a:pt x="240" y="529"/>
                  </a:cubicBezTo>
                  <a:cubicBezTo>
                    <a:pt x="241" y="529"/>
                    <a:pt x="241" y="529"/>
                    <a:pt x="241" y="529"/>
                  </a:cubicBezTo>
                  <a:cubicBezTo>
                    <a:pt x="243" y="529"/>
                    <a:pt x="243" y="529"/>
                    <a:pt x="243" y="529"/>
                  </a:cubicBezTo>
                  <a:cubicBezTo>
                    <a:pt x="245" y="530"/>
                    <a:pt x="245" y="530"/>
                    <a:pt x="245" y="530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47" y="531"/>
                    <a:pt x="247" y="531"/>
                    <a:pt x="247" y="531"/>
                  </a:cubicBezTo>
                  <a:cubicBezTo>
                    <a:pt x="249" y="531"/>
                    <a:pt x="249" y="531"/>
                    <a:pt x="249" y="531"/>
                  </a:cubicBezTo>
                  <a:cubicBezTo>
                    <a:pt x="250" y="531"/>
                    <a:pt x="250" y="531"/>
                    <a:pt x="250" y="531"/>
                  </a:cubicBezTo>
                  <a:cubicBezTo>
                    <a:pt x="250" y="533"/>
                    <a:pt x="250" y="533"/>
                    <a:pt x="250" y="533"/>
                  </a:cubicBezTo>
                  <a:cubicBezTo>
                    <a:pt x="252" y="534"/>
                    <a:pt x="252" y="534"/>
                    <a:pt x="252" y="534"/>
                  </a:cubicBezTo>
                  <a:cubicBezTo>
                    <a:pt x="253" y="534"/>
                    <a:pt x="253" y="534"/>
                    <a:pt x="253" y="534"/>
                  </a:cubicBezTo>
                  <a:cubicBezTo>
                    <a:pt x="255" y="534"/>
                    <a:pt x="255" y="534"/>
                    <a:pt x="255" y="534"/>
                  </a:cubicBezTo>
                  <a:cubicBezTo>
                    <a:pt x="255" y="535"/>
                    <a:pt x="255" y="535"/>
                    <a:pt x="255" y="535"/>
                  </a:cubicBezTo>
                  <a:cubicBezTo>
                    <a:pt x="255" y="536"/>
                    <a:pt x="255" y="536"/>
                    <a:pt x="255" y="536"/>
                  </a:cubicBezTo>
                  <a:cubicBezTo>
                    <a:pt x="256" y="537"/>
                    <a:pt x="256" y="537"/>
                    <a:pt x="256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7" y="537"/>
                    <a:pt x="257" y="537"/>
                    <a:pt x="257" y="537"/>
                  </a:cubicBezTo>
                  <a:cubicBezTo>
                    <a:pt x="259" y="538"/>
                    <a:pt x="259" y="538"/>
                    <a:pt x="259" y="538"/>
                  </a:cubicBezTo>
                  <a:cubicBezTo>
                    <a:pt x="261" y="542"/>
                    <a:pt x="261" y="542"/>
                    <a:pt x="261" y="542"/>
                  </a:cubicBezTo>
                  <a:cubicBezTo>
                    <a:pt x="262" y="544"/>
                    <a:pt x="262" y="544"/>
                    <a:pt x="262" y="544"/>
                  </a:cubicBezTo>
                  <a:cubicBezTo>
                    <a:pt x="261" y="545"/>
                    <a:pt x="261" y="545"/>
                    <a:pt x="261" y="545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62" y="549"/>
                    <a:pt x="262" y="549"/>
                    <a:pt x="262" y="549"/>
                  </a:cubicBezTo>
                  <a:cubicBezTo>
                    <a:pt x="263" y="552"/>
                    <a:pt x="263" y="552"/>
                    <a:pt x="263" y="552"/>
                  </a:cubicBezTo>
                  <a:cubicBezTo>
                    <a:pt x="264" y="554"/>
                    <a:pt x="264" y="554"/>
                    <a:pt x="264" y="554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4" y="555"/>
                    <a:pt x="264" y="555"/>
                    <a:pt x="264" y="555"/>
                  </a:cubicBezTo>
                  <a:cubicBezTo>
                    <a:pt x="263" y="556"/>
                    <a:pt x="263" y="556"/>
                    <a:pt x="263" y="556"/>
                  </a:cubicBezTo>
                  <a:cubicBezTo>
                    <a:pt x="264" y="558"/>
                    <a:pt x="264" y="558"/>
                    <a:pt x="264" y="558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6" y="560"/>
                    <a:pt x="266" y="560"/>
                    <a:pt x="266" y="560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6" y="562"/>
                    <a:pt x="266" y="562"/>
                    <a:pt x="266" y="562"/>
                  </a:cubicBezTo>
                  <a:cubicBezTo>
                    <a:pt x="267" y="564"/>
                    <a:pt x="267" y="564"/>
                    <a:pt x="267" y="564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5"/>
                    <a:pt x="267" y="565"/>
                    <a:pt x="267" y="565"/>
                  </a:cubicBezTo>
                  <a:cubicBezTo>
                    <a:pt x="267" y="567"/>
                    <a:pt x="267" y="567"/>
                    <a:pt x="267" y="567"/>
                  </a:cubicBezTo>
                  <a:cubicBezTo>
                    <a:pt x="268" y="568"/>
                    <a:pt x="268" y="568"/>
                    <a:pt x="268" y="568"/>
                  </a:cubicBezTo>
                  <a:cubicBezTo>
                    <a:pt x="268" y="569"/>
                    <a:pt x="268" y="569"/>
                    <a:pt x="268" y="569"/>
                  </a:cubicBezTo>
                  <a:cubicBezTo>
                    <a:pt x="268" y="571"/>
                    <a:pt x="268" y="571"/>
                    <a:pt x="268" y="571"/>
                  </a:cubicBezTo>
                  <a:cubicBezTo>
                    <a:pt x="269" y="573"/>
                    <a:pt x="269" y="573"/>
                    <a:pt x="269" y="573"/>
                  </a:cubicBezTo>
                  <a:cubicBezTo>
                    <a:pt x="271" y="575"/>
                    <a:pt x="271" y="575"/>
                    <a:pt x="271" y="575"/>
                  </a:cubicBezTo>
                  <a:cubicBezTo>
                    <a:pt x="272" y="575"/>
                    <a:pt x="272" y="575"/>
                    <a:pt x="272" y="575"/>
                  </a:cubicBezTo>
                  <a:cubicBezTo>
                    <a:pt x="273" y="577"/>
                    <a:pt x="273" y="577"/>
                    <a:pt x="273" y="577"/>
                  </a:cubicBezTo>
                  <a:cubicBezTo>
                    <a:pt x="274" y="578"/>
                    <a:pt x="274" y="578"/>
                    <a:pt x="274" y="578"/>
                  </a:cubicBezTo>
                  <a:cubicBezTo>
                    <a:pt x="275" y="579"/>
                    <a:pt x="275" y="579"/>
                    <a:pt x="275" y="579"/>
                  </a:cubicBezTo>
                  <a:cubicBezTo>
                    <a:pt x="277" y="581"/>
                    <a:pt x="277" y="581"/>
                    <a:pt x="277" y="581"/>
                  </a:cubicBezTo>
                  <a:cubicBezTo>
                    <a:pt x="277" y="583"/>
                    <a:pt x="277" y="583"/>
                    <a:pt x="277" y="583"/>
                  </a:cubicBezTo>
                  <a:cubicBezTo>
                    <a:pt x="278" y="584"/>
                    <a:pt x="278" y="584"/>
                    <a:pt x="278" y="584"/>
                  </a:cubicBezTo>
                  <a:cubicBezTo>
                    <a:pt x="279" y="585"/>
                    <a:pt x="279" y="585"/>
                    <a:pt x="279" y="585"/>
                  </a:cubicBezTo>
                  <a:cubicBezTo>
                    <a:pt x="278" y="586"/>
                    <a:pt x="278" y="586"/>
                    <a:pt x="278" y="586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8" y="588"/>
                    <a:pt x="278" y="588"/>
                    <a:pt x="278" y="588"/>
                  </a:cubicBezTo>
                  <a:cubicBezTo>
                    <a:pt x="278" y="587"/>
                    <a:pt x="278" y="587"/>
                    <a:pt x="278" y="587"/>
                  </a:cubicBezTo>
                  <a:cubicBezTo>
                    <a:pt x="276" y="589"/>
                    <a:pt x="276" y="589"/>
                    <a:pt x="276" y="589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8" y="590"/>
                    <a:pt x="278" y="590"/>
                    <a:pt x="278" y="590"/>
                  </a:cubicBezTo>
                  <a:cubicBezTo>
                    <a:pt x="277" y="590"/>
                    <a:pt x="277" y="590"/>
                    <a:pt x="277" y="590"/>
                  </a:cubicBezTo>
                  <a:cubicBezTo>
                    <a:pt x="275" y="590"/>
                    <a:pt x="275" y="590"/>
                    <a:pt x="275" y="590"/>
                  </a:cubicBezTo>
                  <a:cubicBezTo>
                    <a:pt x="274" y="589"/>
                    <a:pt x="274" y="589"/>
                    <a:pt x="274" y="589"/>
                  </a:cubicBezTo>
                  <a:cubicBezTo>
                    <a:pt x="272" y="589"/>
                    <a:pt x="272" y="589"/>
                    <a:pt x="272" y="589"/>
                  </a:cubicBezTo>
                  <a:cubicBezTo>
                    <a:pt x="271" y="590"/>
                    <a:pt x="271" y="590"/>
                    <a:pt x="271" y="590"/>
                  </a:cubicBezTo>
                  <a:cubicBezTo>
                    <a:pt x="272" y="593"/>
                    <a:pt x="272" y="593"/>
                    <a:pt x="272" y="593"/>
                  </a:cubicBezTo>
                  <a:cubicBezTo>
                    <a:pt x="274" y="593"/>
                    <a:pt x="274" y="593"/>
                    <a:pt x="274" y="593"/>
                  </a:cubicBezTo>
                  <a:cubicBezTo>
                    <a:pt x="274" y="594"/>
                    <a:pt x="274" y="594"/>
                    <a:pt x="274" y="594"/>
                  </a:cubicBezTo>
                  <a:cubicBezTo>
                    <a:pt x="275" y="596"/>
                    <a:pt x="275" y="596"/>
                    <a:pt x="275" y="596"/>
                  </a:cubicBezTo>
                  <a:cubicBezTo>
                    <a:pt x="276" y="597"/>
                    <a:pt x="276" y="597"/>
                    <a:pt x="276" y="597"/>
                  </a:cubicBezTo>
                  <a:cubicBezTo>
                    <a:pt x="278" y="597"/>
                    <a:pt x="278" y="597"/>
                    <a:pt x="278" y="597"/>
                  </a:cubicBezTo>
                  <a:cubicBezTo>
                    <a:pt x="278" y="598"/>
                    <a:pt x="278" y="598"/>
                    <a:pt x="278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79" y="598"/>
                    <a:pt x="279" y="598"/>
                    <a:pt x="279" y="598"/>
                  </a:cubicBezTo>
                  <a:cubicBezTo>
                    <a:pt x="280" y="600"/>
                    <a:pt x="280" y="600"/>
                    <a:pt x="280" y="600"/>
                  </a:cubicBezTo>
                  <a:cubicBezTo>
                    <a:pt x="281" y="600"/>
                    <a:pt x="281" y="600"/>
                    <a:pt x="281" y="600"/>
                  </a:cubicBezTo>
                  <a:cubicBezTo>
                    <a:pt x="283" y="600"/>
                    <a:pt x="283" y="600"/>
                    <a:pt x="283" y="600"/>
                  </a:cubicBezTo>
                  <a:cubicBezTo>
                    <a:pt x="283" y="599"/>
                    <a:pt x="283" y="599"/>
                    <a:pt x="283" y="599"/>
                  </a:cubicBezTo>
                  <a:cubicBezTo>
                    <a:pt x="284" y="601"/>
                    <a:pt x="284" y="601"/>
                    <a:pt x="284" y="601"/>
                  </a:cubicBezTo>
                  <a:cubicBezTo>
                    <a:pt x="286" y="604"/>
                    <a:pt x="286" y="604"/>
                    <a:pt x="286" y="604"/>
                  </a:cubicBezTo>
                  <a:cubicBezTo>
                    <a:pt x="288" y="605"/>
                    <a:pt x="288" y="605"/>
                    <a:pt x="288" y="605"/>
                  </a:cubicBezTo>
                  <a:cubicBezTo>
                    <a:pt x="288" y="604"/>
                    <a:pt x="288" y="604"/>
                    <a:pt x="288" y="604"/>
                  </a:cubicBezTo>
                  <a:cubicBezTo>
                    <a:pt x="289" y="605"/>
                    <a:pt x="289" y="605"/>
                    <a:pt x="289" y="605"/>
                  </a:cubicBezTo>
                  <a:cubicBezTo>
                    <a:pt x="290" y="608"/>
                    <a:pt x="290" y="608"/>
                    <a:pt x="290" y="608"/>
                  </a:cubicBezTo>
                  <a:cubicBezTo>
                    <a:pt x="290" y="611"/>
                    <a:pt x="290" y="611"/>
                    <a:pt x="290" y="611"/>
                  </a:cubicBezTo>
                  <a:cubicBezTo>
                    <a:pt x="289" y="613"/>
                    <a:pt x="289" y="613"/>
                    <a:pt x="289" y="613"/>
                  </a:cubicBezTo>
                  <a:cubicBezTo>
                    <a:pt x="288" y="615"/>
                    <a:pt x="288" y="615"/>
                    <a:pt x="288" y="615"/>
                  </a:cubicBezTo>
                  <a:cubicBezTo>
                    <a:pt x="288" y="617"/>
                    <a:pt x="288" y="617"/>
                    <a:pt x="288" y="617"/>
                  </a:cubicBezTo>
                  <a:cubicBezTo>
                    <a:pt x="290" y="618"/>
                    <a:pt x="290" y="618"/>
                    <a:pt x="290" y="618"/>
                  </a:cubicBezTo>
                  <a:cubicBezTo>
                    <a:pt x="291" y="618"/>
                    <a:pt x="291" y="618"/>
                    <a:pt x="291" y="618"/>
                  </a:cubicBezTo>
                  <a:cubicBezTo>
                    <a:pt x="291" y="619"/>
                    <a:pt x="291" y="619"/>
                    <a:pt x="291" y="619"/>
                  </a:cubicBezTo>
                  <a:cubicBezTo>
                    <a:pt x="292" y="619"/>
                    <a:pt x="292" y="619"/>
                    <a:pt x="292" y="619"/>
                  </a:cubicBezTo>
                  <a:cubicBezTo>
                    <a:pt x="293" y="620"/>
                    <a:pt x="293" y="620"/>
                    <a:pt x="293" y="620"/>
                  </a:cubicBezTo>
                  <a:cubicBezTo>
                    <a:pt x="296" y="624"/>
                    <a:pt x="296" y="624"/>
                    <a:pt x="296" y="624"/>
                  </a:cubicBezTo>
                  <a:cubicBezTo>
                    <a:pt x="297" y="624"/>
                    <a:pt x="297" y="624"/>
                    <a:pt x="297" y="624"/>
                  </a:cubicBezTo>
                  <a:cubicBezTo>
                    <a:pt x="298" y="625"/>
                    <a:pt x="298" y="625"/>
                    <a:pt x="298" y="625"/>
                  </a:cubicBezTo>
                  <a:cubicBezTo>
                    <a:pt x="299" y="627"/>
                    <a:pt x="299" y="627"/>
                    <a:pt x="299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7"/>
                    <a:pt x="301" y="627"/>
                    <a:pt x="301" y="627"/>
                  </a:cubicBezTo>
                  <a:cubicBezTo>
                    <a:pt x="301" y="629"/>
                    <a:pt x="301" y="629"/>
                    <a:pt x="301" y="629"/>
                  </a:cubicBezTo>
                  <a:cubicBezTo>
                    <a:pt x="302" y="630"/>
                    <a:pt x="302" y="630"/>
                    <a:pt x="302" y="630"/>
                  </a:cubicBezTo>
                  <a:cubicBezTo>
                    <a:pt x="302" y="631"/>
                    <a:pt x="302" y="631"/>
                    <a:pt x="302" y="631"/>
                  </a:cubicBezTo>
                  <a:cubicBezTo>
                    <a:pt x="303" y="633"/>
                    <a:pt x="303" y="633"/>
                    <a:pt x="303" y="633"/>
                  </a:cubicBezTo>
                  <a:cubicBezTo>
                    <a:pt x="304" y="633"/>
                    <a:pt x="304" y="633"/>
                    <a:pt x="304" y="633"/>
                  </a:cubicBezTo>
                  <a:cubicBezTo>
                    <a:pt x="307" y="632"/>
                    <a:pt x="307" y="632"/>
                    <a:pt x="307" y="632"/>
                  </a:cubicBezTo>
                  <a:cubicBezTo>
                    <a:pt x="309" y="630"/>
                    <a:pt x="309" y="630"/>
                    <a:pt x="309" y="630"/>
                  </a:cubicBezTo>
                  <a:cubicBezTo>
                    <a:pt x="309" y="627"/>
                    <a:pt x="309" y="627"/>
                    <a:pt x="309" y="627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7" y="626"/>
                    <a:pt x="307" y="626"/>
                    <a:pt x="307" y="626"/>
                  </a:cubicBezTo>
                  <a:cubicBezTo>
                    <a:pt x="307" y="625"/>
                    <a:pt x="307" y="625"/>
                    <a:pt x="307" y="625"/>
                  </a:cubicBezTo>
                  <a:cubicBezTo>
                    <a:pt x="306" y="623"/>
                    <a:pt x="306" y="623"/>
                    <a:pt x="306" y="623"/>
                  </a:cubicBezTo>
                  <a:cubicBezTo>
                    <a:pt x="305" y="623"/>
                    <a:pt x="305" y="623"/>
                    <a:pt x="305" y="623"/>
                  </a:cubicBezTo>
                  <a:cubicBezTo>
                    <a:pt x="304" y="622"/>
                    <a:pt x="304" y="622"/>
                    <a:pt x="304" y="622"/>
                  </a:cubicBezTo>
                  <a:cubicBezTo>
                    <a:pt x="304" y="621"/>
                    <a:pt x="304" y="621"/>
                    <a:pt x="304" y="621"/>
                  </a:cubicBezTo>
                  <a:cubicBezTo>
                    <a:pt x="303" y="621"/>
                    <a:pt x="303" y="621"/>
                    <a:pt x="303" y="621"/>
                  </a:cubicBezTo>
                  <a:cubicBezTo>
                    <a:pt x="303" y="619"/>
                    <a:pt x="303" y="619"/>
                    <a:pt x="303" y="619"/>
                  </a:cubicBezTo>
                  <a:cubicBezTo>
                    <a:pt x="301" y="619"/>
                    <a:pt x="301" y="619"/>
                    <a:pt x="301" y="619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0"/>
                    <a:pt x="301" y="620"/>
                    <a:pt x="301" y="620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299" y="619"/>
                    <a:pt x="299" y="619"/>
                    <a:pt x="299" y="619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2" y="616"/>
                    <a:pt x="302" y="616"/>
                    <a:pt x="302" y="616"/>
                  </a:cubicBezTo>
                  <a:cubicBezTo>
                    <a:pt x="302" y="615"/>
                    <a:pt x="302" y="615"/>
                    <a:pt x="302" y="615"/>
                  </a:cubicBezTo>
                  <a:cubicBezTo>
                    <a:pt x="300" y="612"/>
                    <a:pt x="300" y="612"/>
                    <a:pt x="300" y="612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4"/>
                    <a:pt x="299" y="614"/>
                    <a:pt x="299" y="614"/>
                  </a:cubicBezTo>
                  <a:cubicBezTo>
                    <a:pt x="299" y="613"/>
                    <a:pt x="299" y="613"/>
                    <a:pt x="299" y="613"/>
                  </a:cubicBezTo>
                  <a:cubicBezTo>
                    <a:pt x="299" y="612"/>
                    <a:pt x="299" y="612"/>
                    <a:pt x="299" y="612"/>
                  </a:cubicBezTo>
                  <a:cubicBezTo>
                    <a:pt x="298" y="611"/>
                    <a:pt x="298" y="611"/>
                    <a:pt x="298" y="611"/>
                  </a:cubicBezTo>
                  <a:cubicBezTo>
                    <a:pt x="299" y="610"/>
                    <a:pt x="299" y="610"/>
                    <a:pt x="299" y="610"/>
                  </a:cubicBezTo>
                  <a:cubicBezTo>
                    <a:pt x="298" y="609"/>
                    <a:pt x="298" y="609"/>
                    <a:pt x="298" y="609"/>
                  </a:cubicBezTo>
                  <a:cubicBezTo>
                    <a:pt x="298" y="608"/>
                    <a:pt x="298" y="608"/>
                    <a:pt x="298" y="608"/>
                  </a:cubicBezTo>
                  <a:cubicBezTo>
                    <a:pt x="297" y="607"/>
                    <a:pt x="297" y="607"/>
                    <a:pt x="297" y="607"/>
                  </a:cubicBezTo>
                  <a:cubicBezTo>
                    <a:pt x="297" y="605"/>
                    <a:pt x="297" y="605"/>
                    <a:pt x="297" y="605"/>
                  </a:cubicBezTo>
                  <a:cubicBezTo>
                    <a:pt x="297" y="604"/>
                    <a:pt x="297" y="604"/>
                    <a:pt x="297" y="604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96" y="600"/>
                    <a:pt x="296" y="600"/>
                    <a:pt x="296" y="600"/>
                  </a:cubicBezTo>
                  <a:cubicBezTo>
                    <a:pt x="295" y="599"/>
                    <a:pt x="295" y="599"/>
                    <a:pt x="295" y="599"/>
                  </a:cubicBezTo>
                  <a:cubicBezTo>
                    <a:pt x="294" y="598"/>
                    <a:pt x="294" y="598"/>
                    <a:pt x="294" y="598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4" y="600"/>
                    <a:pt x="294" y="600"/>
                    <a:pt x="294" y="600"/>
                  </a:cubicBezTo>
                  <a:cubicBezTo>
                    <a:pt x="293" y="599"/>
                    <a:pt x="293" y="599"/>
                    <a:pt x="293" y="599"/>
                  </a:cubicBezTo>
                  <a:cubicBezTo>
                    <a:pt x="293" y="598"/>
                    <a:pt x="293" y="598"/>
                    <a:pt x="293" y="598"/>
                  </a:cubicBezTo>
                  <a:cubicBezTo>
                    <a:pt x="294" y="597"/>
                    <a:pt x="294" y="597"/>
                    <a:pt x="294" y="597"/>
                  </a:cubicBezTo>
                  <a:cubicBezTo>
                    <a:pt x="293" y="596"/>
                    <a:pt x="293" y="596"/>
                    <a:pt x="293" y="596"/>
                  </a:cubicBezTo>
                  <a:cubicBezTo>
                    <a:pt x="292" y="596"/>
                    <a:pt x="292" y="596"/>
                    <a:pt x="292" y="596"/>
                  </a:cubicBezTo>
                  <a:cubicBezTo>
                    <a:pt x="292" y="593"/>
                    <a:pt x="292" y="593"/>
                    <a:pt x="292" y="593"/>
                  </a:cubicBezTo>
                  <a:cubicBezTo>
                    <a:pt x="291" y="591"/>
                    <a:pt x="291" y="591"/>
                    <a:pt x="291" y="591"/>
                  </a:cubicBezTo>
                  <a:cubicBezTo>
                    <a:pt x="290" y="591"/>
                    <a:pt x="290" y="591"/>
                    <a:pt x="290" y="591"/>
                  </a:cubicBezTo>
                  <a:cubicBezTo>
                    <a:pt x="289" y="590"/>
                    <a:pt x="289" y="590"/>
                    <a:pt x="289" y="590"/>
                  </a:cubicBezTo>
                  <a:cubicBezTo>
                    <a:pt x="289" y="588"/>
                    <a:pt x="289" y="588"/>
                    <a:pt x="289" y="588"/>
                  </a:cubicBezTo>
                  <a:cubicBezTo>
                    <a:pt x="289" y="586"/>
                    <a:pt x="289" y="586"/>
                    <a:pt x="289" y="586"/>
                  </a:cubicBezTo>
                  <a:cubicBezTo>
                    <a:pt x="288" y="584"/>
                    <a:pt x="288" y="584"/>
                    <a:pt x="288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4"/>
                    <a:pt x="286" y="584"/>
                    <a:pt x="286" y="584"/>
                  </a:cubicBezTo>
                  <a:cubicBezTo>
                    <a:pt x="286" y="582"/>
                    <a:pt x="286" y="582"/>
                    <a:pt x="286" y="582"/>
                  </a:cubicBezTo>
                  <a:cubicBezTo>
                    <a:pt x="285" y="581"/>
                    <a:pt x="285" y="581"/>
                    <a:pt x="285" y="581"/>
                  </a:cubicBezTo>
                  <a:cubicBezTo>
                    <a:pt x="284" y="580"/>
                    <a:pt x="284" y="580"/>
                    <a:pt x="284" y="580"/>
                  </a:cubicBezTo>
                  <a:cubicBezTo>
                    <a:pt x="283" y="579"/>
                    <a:pt x="283" y="579"/>
                    <a:pt x="283" y="579"/>
                  </a:cubicBezTo>
                  <a:cubicBezTo>
                    <a:pt x="284" y="578"/>
                    <a:pt x="284" y="578"/>
                    <a:pt x="284" y="578"/>
                  </a:cubicBezTo>
                  <a:cubicBezTo>
                    <a:pt x="283" y="576"/>
                    <a:pt x="283" y="576"/>
                    <a:pt x="283" y="576"/>
                  </a:cubicBezTo>
                  <a:cubicBezTo>
                    <a:pt x="281" y="575"/>
                    <a:pt x="281" y="575"/>
                    <a:pt x="281" y="575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4"/>
                    <a:pt x="280" y="574"/>
                    <a:pt x="280" y="574"/>
                  </a:cubicBezTo>
                  <a:cubicBezTo>
                    <a:pt x="280" y="573"/>
                    <a:pt x="280" y="573"/>
                    <a:pt x="280" y="573"/>
                  </a:cubicBezTo>
                  <a:cubicBezTo>
                    <a:pt x="279" y="570"/>
                    <a:pt x="279" y="570"/>
                    <a:pt x="279" y="570"/>
                  </a:cubicBezTo>
                  <a:cubicBezTo>
                    <a:pt x="278" y="570"/>
                    <a:pt x="278" y="570"/>
                    <a:pt x="278" y="570"/>
                  </a:cubicBezTo>
                  <a:cubicBezTo>
                    <a:pt x="279" y="569"/>
                    <a:pt x="279" y="569"/>
                    <a:pt x="279" y="569"/>
                  </a:cubicBezTo>
                  <a:cubicBezTo>
                    <a:pt x="278" y="563"/>
                    <a:pt x="278" y="563"/>
                    <a:pt x="278" y="563"/>
                  </a:cubicBezTo>
                  <a:cubicBezTo>
                    <a:pt x="278" y="560"/>
                    <a:pt x="278" y="560"/>
                    <a:pt x="278" y="560"/>
                  </a:cubicBezTo>
                  <a:cubicBezTo>
                    <a:pt x="279" y="559"/>
                    <a:pt x="279" y="559"/>
                    <a:pt x="279" y="559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79" y="556"/>
                    <a:pt x="279" y="556"/>
                    <a:pt x="279" y="556"/>
                  </a:cubicBezTo>
                  <a:cubicBezTo>
                    <a:pt x="281" y="556"/>
                    <a:pt x="281" y="556"/>
                    <a:pt x="281" y="556"/>
                  </a:cubicBezTo>
                  <a:cubicBezTo>
                    <a:pt x="282" y="558"/>
                    <a:pt x="282" y="558"/>
                    <a:pt x="282" y="558"/>
                  </a:cubicBezTo>
                  <a:cubicBezTo>
                    <a:pt x="283" y="559"/>
                    <a:pt x="283" y="559"/>
                    <a:pt x="283" y="559"/>
                  </a:cubicBezTo>
                  <a:cubicBezTo>
                    <a:pt x="284" y="559"/>
                    <a:pt x="284" y="559"/>
                    <a:pt x="284" y="559"/>
                  </a:cubicBezTo>
                  <a:cubicBezTo>
                    <a:pt x="285" y="559"/>
                    <a:pt x="285" y="559"/>
                    <a:pt x="285" y="559"/>
                  </a:cubicBezTo>
                  <a:cubicBezTo>
                    <a:pt x="286" y="559"/>
                    <a:pt x="286" y="559"/>
                    <a:pt x="286" y="559"/>
                  </a:cubicBezTo>
                  <a:cubicBezTo>
                    <a:pt x="286" y="560"/>
                    <a:pt x="286" y="560"/>
                    <a:pt x="286" y="560"/>
                  </a:cubicBezTo>
                  <a:cubicBezTo>
                    <a:pt x="288" y="560"/>
                    <a:pt x="288" y="560"/>
                    <a:pt x="288" y="560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9" y="561"/>
                    <a:pt x="289" y="561"/>
                    <a:pt x="289" y="561"/>
                  </a:cubicBezTo>
                  <a:cubicBezTo>
                    <a:pt x="288" y="562"/>
                    <a:pt x="288" y="562"/>
                    <a:pt x="288" y="562"/>
                  </a:cubicBezTo>
                  <a:cubicBezTo>
                    <a:pt x="288" y="564"/>
                    <a:pt x="288" y="564"/>
                    <a:pt x="288" y="564"/>
                  </a:cubicBezTo>
                  <a:cubicBezTo>
                    <a:pt x="289" y="566"/>
                    <a:pt x="289" y="566"/>
                    <a:pt x="289" y="566"/>
                  </a:cubicBezTo>
                  <a:cubicBezTo>
                    <a:pt x="289" y="568"/>
                    <a:pt x="289" y="568"/>
                    <a:pt x="289" y="568"/>
                  </a:cubicBezTo>
                  <a:cubicBezTo>
                    <a:pt x="290" y="569"/>
                    <a:pt x="290" y="569"/>
                    <a:pt x="290" y="569"/>
                  </a:cubicBezTo>
                  <a:cubicBezTo>
                    <a:pt x="290" y="571"/>
                    <a:pt x="290" y="571"/>
                    <a:pt x="290" y="571"/>
                  </a:cubicBezTo>
                  <a:cubicBezTo>
                    <a:pt x="290" y="572"/>
                    <a:pt x="290" y="572"/>
                    <a:pt x="290" y="572"/>
                  </a:cubicBezTo>
                  <a:cubicBezTo>
                    <a:pt x="291" y="573"/>
                    <a:pt x="291" y="573"/>
                    <a:pt x="291" y="573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6"/>
                    <a:pt x="292" y="576"/>
                    <a:pt x="292" y="576"/>
                  </a:cubicBezTo>
                  <a:cubicBezTo>
                    <a:pt x="292" y="577"/>
                    <a:pt x="292" y="577"/>
                    <a:pt x="292" y="577"/>
                  </a:cubicBezTo>
                  <a:cubicBezTo>
                    <a:pt x="292" y="579"/>
                    <a:pt x="292" y="579"/>
                    <a:pt x="292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3" y="579"/>
                    <a:pt x="293" y="579"/>
                    <a:pt x="293" y="579"/>
                  </a:cubicBezTo>
                  <a:cubicBezTo>
                    <a:pt x="294" y="582"/>
                    <a:pt x="294" y="582"/>
                    <a:pt x="294" y="582"/>
                  </a:cubicBezTo>
                  <a:cubicBezTo>
                    <a:pt x="295" y="582"/>
                    <a:pt x="295" y="582"/>
                    <a:pt x="295" y="582"/>
                  </a:cubicBezTo>
                  <a:cubicBezTo>
                    <a:pt x="296" y="583"/>
                    <a:pt x="296" y="583"/>
                    <a:pt x="296" y="583"/>
                  </a:cubicBezTo>
                  <a:cubicBezTo>
                    <a:pt x="296" y="585"/>
                    <a:pt x="296" y="585"/>
                    <a:pt x="296" y="585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7" y="586"/>
                    <a:pt x="297" y="586"/>
                    <a:pt x="297" y="586"/>
                  </a:cubicBezTo>
                  <a:cubicBezTo>
                    <a:pt x="298" y="587"/>
                    <a:pt x="298" y="587"/>
                    <a:pt x="298" y="587"/>
                  </a:cubicBezTo>
                  <a:cubicBezTo>
                    <a:pt x="299" y="589"/>
                    <a:pt x="299" y="589"/>
                    <a:pt x="299" y="589"/>
                  </a:cubicBezTo>
                  <a:cubicBezTo>
                    <a:pt x="300" y="589"/>
                    <a:pt x="300" y="589"/>
                    <a:pt x="300" y="589"/>
                  </a:cubicBezTo>
                  <a:cubicBezTo>
                    <a:pt x="300" y="590"/>
                    <a:pt x="300" y="590"/>
                    <a:pt x="300" y="590"/>
                  </a:cubicBezTo>
                  <a:cubicBezTo>
                    <a:pt x="301" y="590"/>
                    <a:pt x="301" y="590"/>
                    <a:pt x="301" y="590"/>
                  </a:cubicBezTo>
                  <a:cubicBezTo>
                    <a:pt x="302" y="591"/>
                    <a:pt x="302" y="591"/>
                    <a:pt x="302" y="591"/>
                  </a:cubicBezTo>
                  <a:cubicBezTo>
                    <a:pt x="303" y="590"/>
                    <a:pt x="303" y="590"/>
                    <a:pt x="303" y="590"/>
                  </a:cubicBezTo>
                  <a:cubicBezTo>
                    <a:pt x="303" y="591"/>
                    <a:pt x="303" y="591"/>
                    <a:pt x="303" y="591"/>
                  </a:cubicBezTo>
                  <a:cubicBezTo>
                    <a:pt x="303" y="592"/>
                    <a:pt x="303" y="592"/>
                    <a:pt x="303" y="592"/>
                  </a:cubicBezTo>
                  <a:cubicBezTo>
                    <a:pt x="302" y="593"/>
                    <a:pt x="302" y="593"/>
                    <a:pt x="302" y="593"/>
                  </a:cubicBezTo>
                  <a:cubicBezTo>
                    <a:pt x="303" y="595"/>
                    <a:pt x="303" y="595"/>
                    <a:pt x="303" y="595"/>
                  </a:cubicBezTo>
                  <a:cubicBezTo>
                    <a:pt x="306" y="598"/>
                    <a:pt x="306" y="598"/>
                    <a:pt x="306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8"/>
                    <a:pt x="307" y="598"/>
                    <a:pt x="307" y="598"/>
                  </a:cubicBezTo>
                  <a:cubicBezTo>
                    <a:pt x="307" y="599"/>
                    <a:pt x="307" y="599"/>
                    <a:pt x="307" y="599"/>
                  </a:cubicBezTo>
                  <a:cubicBezTo>
                    <a:pt x="308" y="600"/>
                    <a:pt x="308" y="600"/>
                    <a:pt x="308" y="600"/>
                  </a:cubicBezTo>
                  <a:cubicBezTo>
                    <a:pt x="309" y="601"/>
                    <a:pt x="309" y="601"/>
                    <a:pt x="309" y="601"/>
                  </a:cubicBezTo>
                  <a:cubicBezTo>
                    <a:pt x="310" y="601"/>
                    <a:pt x="310" y="601"/>
                    <a:pt x="310" y="601"/>
                  </a:cubicBezTo>
                  <a:cubicBezTo>
                    <a:pt x="311" y="602"/>
                    <a:pt x="311" y="602"/>
                    <a:pt x="311" y="602"/>
                  </a:cubicBezTo>
                  <a:cubicBezTo>
                    <a:pt x="311" y="603"/>
                    <a:pt x="311" y="603"/>
                    <a:pt x="311" y="603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0" y="605"/>
                    <a:pt x="310" y="605"/>
                    <a:pt x="310" y="605"/>
                  </a:cubicBezTo>
                  <a:cubicBezTo>
                    <a:pt x="309" y="608"/>
                    <a:pt x="309" y="608"/>
                    <a:pt x="309" y="608"/>
                  </a:cubicBezTo>
                  <a:cubicBezTo>
                    <a:pt x="309" y="610"/>
                    <a:pt x="309" y="610"/>
                    <a:pt x="309" y="610"/>
                  </a:cubicBezTo>
                  <a:cubicBezTo>
                    <a:pt x="311" y="611"/>
                    <a:pt x="311" y="611"/>
                    <a:pt x="311" y="611"/>
                  </a:cubicBezTo>
                  <a:cubicBezTo>
                    <a:pt x="312" y="611"/>
                    <a:pt x="312" y="611"/>
                    <a:pt x="312" y="611"/>
                  </a:cubicBezTo>
                  <a:cubicBezTo>
                    <a:pt x="316" y="614"/>
                    <a:pt x="316" y="614"/>
                    <a:pt x="316" y="614"/>
                  </a:cubicBezTo>
                  <a:cubicBezTo>
                    <a:pt x="318" y="614"/>
                    <a:pt x="318" y="614"/>
                    <a:pt x="318" y="614"/>
                  </a:cubicBezTo>
                  <a:cubicBezTo>
                    <a:pt x="319" y="614"/>
                    <a:pt x="319" y="614"/>
                    <a:pt x="319" y="614"/>
                  </a:cubicBezTo>
                  <a:cubicBezTo>
                    <a:pt x="319" y="616"/>
                    <a:pt x="319" y="616"/>
                    <a:pt x="319" y="616"/>
                  </a:cubicBezTo>
                  <a:cubicBezTo>
                    <a:pt x="320" y="617"/>
                    <a:pt x="320" y="617"/>
                    <a:pt x="320" y="617"/>
                  </a:cubicBezTo>
                  <a:cubicBezTo>
                    <a:pt x="319" y="617"/>
                    <a:pt x="319" y="617"/>
                    <a:pt x="319" y="617"/>
                  </a:cubicBezTo>
                  <a:cubicBezTo>
                    <a:pt x="318" y="618"/>
                    <a:pt x="318" y="618"/>
                    <a:pt x="318" y="618"/>
                  </a:cubicBezTo>
                  <a:cubicBezTo>
                    <a:pt x="319" y="619"/>
                    <a:pt x="319" y="619"/>
                    <a:pt x="319" y="619"/>
                  </a:cubicBezTo>
                  <a:cubicBezTo>
                    <a:pt x="320" y="620"/>
                    <a:pt x="320" y="620"/>
                    <a:pt x="320" y="620"/>
                  </a:cubicBezTo>
                  <a:cubicBezTo>
                    <a:pt x="322" y="621"/>
                    <a:pt x="322" y="621"/>
                    <a:pt x="322" y="621"/>
                  </a:cubicBezTo>
                  <a:cubicBezTo>
                    <a:pt x="322" y="622"/>
                    <a:pt x="322" y="622"/>
                    <a:pt x="322" y="622"/>
                  </a:cubicBezTo>
                  <a:cubicBezTo>
                    <a:pt x="323" y="622"/>
                    <a:pt x="323" y="622"/>
                    <a:pt x="323" y="622"/>
                  </a:cubicBezTo>
                  <a:cubicBezTo>
                    <a:pt x="325" y="624"/>
                    <a:pt x="325" y="624"/>
                    <a:pt x="325" y="624"/>
                  </a:cubicBezTo>
                  <a:cubicBezTo>
                    <a:pt x="327" y="627"/>
                    <a:pt x="327" y="627"/>
                    <a:pt x="327" y="627"/>
                  </a:cubicBezTo>
                  <a:cubicBezTo>
                    <a:pt x="329" y="630"/>
                    <a:pt x="329" y="630"/>
                    <a:pt x="329" y="630"/>
                  </a:cubicBezTo>
                  <a:cubicBezTo>
                    <a:pt x="331" y="632"/>
                    <a:pt x="331" y="632"/>
                    <a:pt x="331" y="632"/>
                  </a:cubicBezTo>
                  <a:cubicBezTo>
                    <a:pt x="331" y="633"/>
                    <a:pt x="331" y="633"/>
                    <a:pt x="331" y="633"/>
                  </a:cubicBezTo>
                  <a:cubicBezTo>
                    <a:pt x="334" y="637"/>
                    <a:pt x="334" y="637"/>
                    <a:pt x="334" y="637"/>
                  </a:cubicBezTo>
                  <a:cubicBezTo>
                    <a:pt x="334" y="638"/>
                    <a:pt x="334" y="638"/>
                    <a:pt x="334" y="638"/>
                  </a:cubicBezTo>
                  <a:cubicBezTo>
                    <a:pt x="333" y="639"/>
                    <a:pt x="333" y="639"/>
                    <a:pt x="333" y="639"/>
                  </a:cubicBezTo>
                  <a:cubicBezTo>
                    <a:pt x="334" y="640"/>
                    <a:pt x="334" y="640"/>
                    <a:pt x="334" y="640"/>
                  </a:cubicBezTo>
                  <a:cubicBezTo>
                    <a:pt x="336" y="646"/>
                    <a:pt x="336" y="646"/>
                    <a:pt x="336" y="646"/>
                  </a:cubicBezTo>
                  <a:cubicBezTo>
                    <a:pt x="337" y="648"/>
                    <a:pt x="337" y="648"/>
                    <a:pt x="337" y="648"/>
                  </a:cubicBezTo>
                  <a:cubicBezTo>
                    <a:pt x="336" y="649"/>
                    <a:pt x="336" y="649"/>
                    <a:pt x="336" y="649"/>
                  </a:cubicBezTo>
                  <a:cubicBezTo>
                    <a:pt x="334" y="650"/>
                    <a:pt x="334" y="650"/>
                    <a:pt x="334" y="650"/>
                  </a:cubicBezTo>
                  <a:cubicBezTo>
                    <a:pt x="334" y="652"/>
                    <a:pt x="334" y="652"/>
                    <a:pt x="334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2"/>
                    <a:pt x="335" y="652"/>
                    <a:pt x="335" y="652"/>
                  </a:cubicBezTo>
                  <a:cubicBezTo>
                    <a:pt x="335" y="653"/>
                    <a:pt x="335" y="653"/>
                    <a:pt x="335" y="653"/>
                  </a:cubicBezTo>
                  <a:cubicBezTo>
                    <a:pt x="334" y="653"/>
                    <a:pt x="334" y="653"/>
                    <a:pt x="334" y="653"/>
                  </a:cubicBezTo>
                  <a:cubicBezTo>
                    <a:pt x="332" y="653"/>
                    <a:pt x="332" y="653"/>
                    <a:pt x="332" y="653"/>
                  </a:cubicBezTo>
                  <a:cubicBezTo>
                    <a:pt x="332" y="654"/>
                    <a:pt x="332" y="654"/>
                    <a:pt x="332" y="654"/>
                  </a:cubicBezTo>
                  <a:cubicBezTo>
                    <a:pt x="333" y="657"/>
                    <a:pt x="333" y="657"/>
                    <a:pt x="333" y="657"/>
                  </a:cubicBezTo>
                  <a:cubicBezTo>
                    <a:pt x="334" y="658"/>
                    <a:pt x="334" y="658"/>
                    <a:pt x="334" y="658"/>
                  </a:cubicBezTo>
                  <a:cubicBezTo>
                    <a:pt x="334" y="659"/>
                    <a:pt x="334" y="659"/>
                    <a:pt x="334" y="659"/>
                  </a:cubicBezTo>
                  <a:cubicBezTo>
                    <a:pt x="336" y="661"/>
                    <a:pt x="336" y="661"/>
                    <a:pt x="336" y="661"/>
                  </a:cubicBezTo>
                  <a:cubicBezTo>
                    <a:pt x="336" y="663"/>
                    <a:pt x="336" y="663"/>
                    <a:pt x="336" y="663"/>
                  </a:cubicBezTo>
                  <a:cubicBezTo>
                    <a:pt x="337" y="664"/>
                    <a:pt x="337" y="664"/>
                    <a:pt x="337" y="664"/>
                  </a:cubicBezTo>
                  <a:cubicBezTo>
                    <a:pt x="338" y="664"/>
                    <a:pt x="338" y="664"/>
                    <a:pt x="338" y="664"/>
                  </a:cubicBezTo>
                  <a:cubicBezTo>
                    <a:pt x="339" y="664"/>
                    <a:pt x="339" y="664"/>
                    <a:pt x="339" y="664"/>
                  </a:cubicBezTo>
                  <a:cubicBezTo>
                    <a:pt x="341" y="665"/>
                    <a:pt x="341" y="665"/>
                    <a:pt x="341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5"/>
                    <a:pt x="343" y="665"/>
                    <a:pt x="343" y="665"/>
                  </a:cubicBezTo>
                  <a:cubicBezTo>
                    <a:pt x="343" y="666"/>
                    <a:pt x="343" y="666"/>
                    <a:pt x="343" y="666"/>
                  </a:cubicBezTo>
                  <a:cubicBezTo>
                    <a:pt x="345" y="667"/>
                    <a:pt x="345" y="667"/>
                    <a:pt x="345" y="667"/>
                  </a:cubicBezTo>
                  <a:cubicBezTo>
                    <a:pt x="346" y="668"/>
                    <a:pt x="346" y="668"/>
                    <a:pt x="346" y="668"/>
                  </a:cubicBezTo>
                  <a:cubicBezTo>
                    <a:pt x="349" y="672"/>
                    <a:pt x="349" y="672"/>
                    <a:pt x="349" y="672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1" y="673"/>
                    <a:pt x="351" y="673"/>
                    <a:pt x="351" y="673"/>
                  </a:cubicBezTo>
                  <a:cubicBezTo>
                    <a:pt x="353" y="673"/>
                    <a:pt x="353" y="673"/>
                    <a:pt x="353" y="673"/>
                  </a:cubicBezTo>
                  <a:cubicBezTo>
                    <a:pt x="354" y="673"/>
                    <a:pt x="354" y="673"/>
                    <a:pt x="354" y="673"/>
                  </a:cubicBezTo>
                  <a:cubicBezTo>
                    <a:pt x="356" y="674"/>
                    <a:pt x="356" y="674"/>
                    <a:pt x="356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8" y="674"/>
                    <a:pt x="358" y="674"/>
                    <a:pt x="358" y="674"/>
                  </a:cubicBezTo>
                  <a:cubicBezTo>
                    <a:pt x="359" y="674"/>
                    <a:pt x="359" y="674"/>
                    <a:pt x="359" y="674"/>
                  </a:cubicBezTo>
                  <a:cubicBezTo>
                    <a:pt x="359" y="675"/>
                    <a:pt x="359" y="675"/>
                    <a:pt x="359" y="675"/>
                  </a:cubicBezTo>
                  <a:cubicBezTo>
                    <a:pt x="363" y="678"/>
                    <a:pt x="363" y="678"/>
                    <a:pt x="363" y="678"/>
                  </a:cubicBezTo>
                  <a:cubicBezTo>
                    <a:pt x="364" y="678"/>
                    <a:pt x="364" y="678"/>
                    <a:pt x="364" y="678"/>
                  </a:cubicBezTo>
                  <a:cubicBezTo>
                    <a:pt x="366" y="680"/>
                    <a:pt x="366" y="680"/>
                    <a:pt x="366" y="680"/>
                  </a:cubicBezTo>
                  <a:cubicBezTo>
                    <a:pt x="369" y="682"/>
                    <a:pt x="369" y="682"/>
                    <a:pt x="369" y="682"/>
                  </a:cubicBezTo>
                  <a:cubicBezTo>
                    <a:pt x="373" y="682"/>
                    <a:pt x="373" y="682"/>
                    <a:pt x="373" y="682"/>
                  </a:cubicBezTo>
                  <a:cubicBezTo>
                    <a:pt x="375" y="683"/>
                    <a:pt x="375" y="683"/>
                    <a:pt x="375" y="683"/>
                  </a:cubicBezTo>
                  <a:cubicBezTo>
                    <a:pt x="376" y="685"/>
                    <a:pt x="376" y="685"/>
                    <a:pt x="376" y="685"/>
                  </a:cubicBezTo>
                  <a:cubicBezTo>
                    <a:pt x="378" y="685"/>
                    <a:pt x="378" y="685"/>
                    <a:pt x="378" y="685"/>
                  </a:cubicBezTo>
                  <a:cubicBezTo>
                    <a:pt x="380" y="686"/>
                    <a:pt x="380" y="686"/>
                    <a:pt x="380" y="686"/>
                  </a:cubicBezTo>
                  <a:cubicBezTo>
                    <a:pt x="381" y="685"/>
                    <a:pt x="381" y="685"/>
                    <a:pt x="381" y="685"/>
                  </a:cubicBezTo>
                  <a:cubicBezTo>
                    <a:pt x="382" y="687"/>
                    <a:pt x="382" y="687"/>
                    <a:pt x="382" y="687"/>
                  </a:cubicBezTo>
                  <a:cubicBezTo>
                    <a:pt x="384" y="688"/>
                    <a:pt x="384" y="688"/>
                    <a:pt x="384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6" y="688"/>
                    <a:pt x="386" y="688"/>
                    <a:pt x="386" y="688"/>
                  </a:cubicBezTo>
                  <a:cubicBezTo>
                    <a:pt x="387" y="689"/>
                    <a:pt x="387" y="689"/>
                    <a:pt x="387" y="689"/>
                  </a:cubicBezTo>
                  <a:cubicBezTo>
                    <a:pt x="390" y="690"/>
                    <a:pt x="390" y="690"/>
                    <a:pt x="390" y="690"/>
                  </a:cubicBezTo>
                  <a:cubicBezTo>
                    <a:pt x="393" y="690"/>
                    <a:pt x="393" y="690"/>
                    <a:pt x="393" y="690"/>
                  </a:cubicBezTo>
                  <a:cubicBezTo>
                    <a:pt x="395" y="691"/>
                    <a:pt x="395" y="691"/>
                    <a:pt x="395" y="691"/>
                  </a:cubicBezTo>
                  <a:cubicBezTo>
                    <a:pt x="398" y="692"/>
                    <a:pt x="398" y="692"/>
                    <a:pt x="398" y="692"/>
                  </a:cubicBezTo>
                  <a:cubicBezTo>
                    <a:pt x="400" y="692"/>
                    <a:pt x="400" y="692"/>
                    <a:pt x="400" y="692"/>
                  </a:cubicBezTo>
                  <a:cubicBezTo>
                    <a:pt x="404" y="690"/>
                    <a:pt x="404" y="690"/>
                    <a:pt x="404" y="690"/>
                  </a:cubicBezTo>
                  <a:cubicBezTo>
                    <a:pt x="406" y="690"/>
                    <a:pt x="406" y="690"/>
                    <a:pt x="406" y="690"/>
                  </a:cubicBezTo>
                  <a:cubicBezTo>
                    <a:pt x="408" y="689"/>
                    <a:pt x="408" y="689"/>
                    <a:pt x="408" y="689"/>
                  </a:cubicBezTo>
                  <a:cubicBezTo>
                    <a:pt x="409" y="689"/>
                    <a:pt x="409" y="689"/>
                    <a:pt x="409" y="689"/>
                  </a:cubicBezTo>
                  <a:cubicBezTo>
                    <a:pt x="411" y="689"/>
                    <a:pt x="411" y="689"/>
                    <a:pt x="411" y="689"/>
                  </a:cubicBezTo>
                  <a:cubicBezTo>
                    <a:pt x="412" y="689"/>
                    <a:pt x="412" y="689"/>
                    <a:pt x="412" y="689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2" y="688"/>
                    <a:pt x="412" y="688"/>
                    <a:pt x="412" y="688"/>
                  </a:cubicBezTo>
                  <a:cubicBezTo>
                    <a:pt x="414" y="688"/>
                    <a:pt x="414" y="688"/>
                    <a:pt x="414" y="688"/>
                  </a:cubicBezTo>
                  <a:cubicBezTo>
                    <a:pt x="415" y="689"/>
                    <a:pt x="415" y="689"/>
                    <a:pt x="415" y="689"/>
                  </a:cubicBezTo>
                  <a:cubicBezTo>
                    <a:pt x="417" y="690"/>
                    <a:pt x="417" y="690"/>
                    <a:pt x="417" y="690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19" y="692"/>
                    <a:pt x="419" y="692"/>
                    <a:pt x="419" y="692"/>
                  </a:cubicBezTo>
                  <a:cubicBezTo>
                    <a:pt x="424" y="696"/>
                    <a:pt x="424" y="696"/>
                    <a:pt x="424" y="696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6" y="697"/>
                    <a:pt x="426" y="697"/>
                    <a:pt x="426" y="697"/>
                  </a:cubicBezTo>
                  <a:cubicBezTo>
                    <a:pt x="428" y="699"/>
                    <a:pt x="428" y="699"/>
                    <a:pt x="428" y="699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29" y="700"/>
                    <a:pt x="429" y="700"/>
                    <a:pt x="429" y="700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1"/>
                    <a:pt x="430" y="701"/>
                    <a:pt x="430" y="701"/>
                  </a:cubicBezTo>
                  <a:cubicBezTo>
                    <a:pt x="430" y="702"/>
                    <a:pt x="430" y="702"/>
                    <a:pt x="430" y="702"/>
                  </a:cubicBezTo>
                  <a:cubicBezTo>
                    <a:pt x="431" y="703"/>
                    <a:pt x="431" y="703"/>
                    <a:pt x="431" y="703"/>
                  </a:cubicBezTo>
                  <a:cubicBezTo>
                    <a:pt x="433" y="704"/>
                    <a:pt x="433" y="704"/>
                    <a:pt x="433" y="704"/>
                  </a:cubicBezTo>
                  <a:cubicBezTo>
                    <a:pt x="434" y="705"/>
                    <a:pt x="434" y="705"/>
                    <a:pt x="434" y="705"/>
                  </a:cubicBezTo>
                  <a:cubicBezTo>
                    <a:pt x="438" y="706"/>
                    <a:pt x="438" y="706"/>
                    <a:pt x="438" y="706"/>
                  </a:cubicBezTo>
                  <a:cubicBezTo>
                    <a:pt x="440" y="706"/>
                    <a:pt x="440" y="706"/>
                    <a:pt x="440" y="706"/>
                  </a:cubicBezTo>
                  <a:cubicBezTo>
                    <a:pt x="442" y="706"/>
                    <a:pt x="442" y="706"/>
                    <a:pt x="442" y="706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5" y="707"/>
                    <a:pt x="445" y="707"/>
                    <a:pt x="445" y="707"/>
                  </a:cubicBezTo>
                  <a:cubicBezTo>
                    <a:pt x="447" y="707"/>
                    <a:pt x="447" y="707"/>
                    <a:pt x="447" y="707"/>
                  </a:cubicBezTo>
                  <a:cubicBezTo>
                    <a:pt x="448" y="708"/>
                    <a:pt x="448" y="708"/>
                    <a:pt x="448" y="708"/>
                  </a:cubicBezTo>
                  <a:cubicBezTo>
                    <a:pt x="450" y="709"/>
                    <a:pt x="450" y="709"/>
                    <a:pt x="450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3" y="710"/>
                    <a:pt x="453" y="710"/>
                    <a:pt x="453" y="710"/>
                  </a:cubicBezTo>
                  <a:cubicBezTo>
                    <a:pt x="456" y="711"/>
                    <a:pt x="456" y="711"/>
                    <a:pt x="456" y="711"/>
                  </a:cubicBezTo>
                  <a:cubicBezTo>
                    <a:pt x="457" y="710"/>
                    <a:pt x="457" y="710"/>
                    <a:pt x="457" y="710"/>
                  </a:cubicBezTo>
                  <a:cubicBezTo>
                    <a:pt x="457" y="711"/>
                    <a:pt x="457" y="711"/>
                    <a:pt x="457" y="711"/>
                  </a:cubicBezTo>
                  <a:cubicBezTo>
                    <a:pt x="458" y="712"/>
                    <a:pt x="458" y="712"/>
                    <a:pt x="458" y="712"/>
                  </a:cubicBezTo>
                  <a:cubicBezTo>
                    <a:pt x="462" y="712"/>
                    <a:pt x="462" y="712"/>
                    <a:pt x="462" y="712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4" y="710"/>
                    <a:pt x="464" y="710"/>
                    <a:pt x="464" y="710"/>
                  </a:cubicBezTo>
                  <a:cubicBezTo>
                    <a:pt x="465" y="710"/>
                    <a:pt x="465" y="710"/>
                    <a:pt x="465" y="710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5" y="711"/>
                    <a:pt x="465" y="711"/>
                    <a:pt x="465" y="711"/>
                  </a:cubicBezTo>
                  <a:cubicBezTo>
                    <a:pt x="464" y="711"/>
                    <a:pt x="464" y="711"/>
                    <a:pt x="464" y="711"/>
                  </a:cubicBezTo>
                  <a:cubicBezTo>
                    <a:pt x="463" y="712"/>
                    <a:pt x="463" y="712"/>
                    <a:pt x="463" y="712"/>
                  </a:cubicBezTo>
                  <a:cubicBezTo>
                    <a:pt x="466" y="716"/>
                    <a:pt x="466" y="716"/>
                    <a:pt x="466" y="716"/>
                  </a:cubicBezTo>
                  <a:cubicBezTo>
                    <a:pt x="467" y="716"/>
                    <a:pt x="467" y="716"/>
                    <a:pt x="467" y="716"/>
                  </a:cubicBezTo>
                  <a:cubicBezTo>
                    <a:pt x="467" y="717"/>
                    <a:pt x="467" y="717"/>
                    <a:pt x="467" y="717"/>
                  </a:cubicBezTo>
                  <a:cubicBezTo>
                    <a:pt x="469" y="719"/>
                    <a:pt x="469" y="719"/>
                    <a:pt x="469" y="719"/>
                  </a:cubicBezTo>
                  <a:cubicBezTo>
                    <a:pt x="471" y="722"/>
                    <a:pt x="471" y="722"/>
                    <a:pt x="471" y="722"/>
                  </a:cubicBezTo>
                  <a:cubicBezTo>
                    <a:pt x="475" y="726"/>
                    <a:pt x="475" y="726"/>
                    <a:pt x="475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6"/>
                    <a:pt x="476" y="726"/>
                    <a:pt x="476" y="726"/>
                  </a:cubicBezTo>
                  <a:cubicBezTo>
                    <a:pt x="476" y="727"/>
                    <a:pt x="476" y="727"/>
                    <a:pt x="476" y="727"/>
                  </a:cubicBezTo>
                  <a:cubicBezTo>
                    <a:pt x="475" y="728"/>
                    <a:pt x="475" y="728"/>
                    <a:pt x="475" y="728"/>
                  </a:cubicBezTo>
                  <a:cubicBezTo>
                    <a:pt x="476" y="728"/>
                    <a:pt x="476" y="728"/>
                    <a:pt x="476" y="728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7" y="729"/>
                    <a:pt x="477" y="729"/>
                    <a:pt x="477" y="729"/>
                  </a:cubicBezTo>
                  <a:cubicBezTo>
                    <a:pt x="476" y="730"/>
                    <a:pt x="476" y="730"/>
                    <a:pt x="476" y="730"/>
                  </a:cubicBezTo>
                  <a:cubicBezTo>
                    <a:pt x="475" y="732"/>
                    <a:pt x="475" y="732"/>
                    <a:pt x="475" y="732"/>
                  </a:cubicBezTo>
                  <a:cubicBezTo>
                    <a:pt x="476" y="734"/>
                    <a:pt x="476" y="734"/>
                    <a:pt x="476" y="734"/>
                  </a:cubicBezTo>
                  <a:cubicBezTo>
                    <a:pt x="478" y="736"/>
                    <a:pt x="478" y="736"/>
                    <a:pt x="478" y="736"/>
                  </a:cubicBezTo>
                  <a:cubicBezTo>
                    <a:pt x="480" y="736"/>
                    <a:pt x="480" y="736"/>
                    <a:pt x="480" y="736"/>
                  </a:cubicBezTo>
                  <a:cubicBezTo>
                    <a:pt x="481" y="736"/>
                    <a:pt x="481" y="736"/>
                    <a:pt x="481" y="736"/>
                  </a:cubicBezTo>
                  <a:cubicBezTo>
                    <a:pt x="482" y="738"/>
                    <a:pt x="482" y="738"/>
                    <a:pt x="482" y="738"/>
                  </a:cubicBezTo>
                  <a:cubicBezTo>
                    <a:pt x="483" y="738"/>
                    <a:pt x="483" y="738"/>
                    <a:pt x="483" y="738"/>
                  </a:cubicBezTo>
                  <a:cubicBezTo>
                    <a:pt x="484" y="736"/>
                    <a:pt x="484" y="736"/>
                    <a:pt x="484" y="736"/>
                  </a:cubicBezTo>
                  <a:cubicBezTo>
                    <a:pt x="484" y="735"/>
                    <a:pt x="484" y="735"/>
                    <a:pt x="484" y="735"/>
                  </a:cubicBezTo>
                  <a:cubicBezTo>
                    <a:pt x="485" y="736"/>
                    <a:pt x="485" y="736"/>
                    <a:pt x="485" y="736"/>
                  </a:cubicBezTo>
                  <a:cubicBezTo>
                    <a:pt x="486" y="737"/>
                    <a:pt x="486" y="737"/>
                    <a:pt x="486" y="737"/>
                  </a:cubicBezTo>
                  <a:cubicBezTo>
                    <a:pt x="487" y="738"/>
                    <a:pt x="487" y="738"/>
                    <a:pt x="487" y="738"/>
                  </a:cubicBezTo>
                  <a:cubicBezTo>
                    <a:pt x="489" y="740"/>
                    <a:pt x="489" y="740"/>
                    <a:pt x="489" y="740"/>
                  </a:cubicBezTo>
                  <a:cubicBezTo>
                    <a:pt x="490" y="740"/>
                    <a:pt x="490" y="740"/>
                    <a:pt x="490" y="740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0" y="743"/>
                    <a:pt x="490" y="743"/>
                    <a:pt x="490" y="743"/>
                  </a:cubicBezTo>
                  <a:cubicBezTo>
                    <a:pt x="490" y="745"/>
                    <a:pt x="490" y="745"/>
                    <a:pt x="490" y="745"/>
                  </a:cubicBezTo>
                  <a:cubicBezTo>
                    <a:pt x="491" y="746"/>
                    <a:pt x="491" y="746"/>
                    <a:pt x="491" y="746"/>
                  </a:cubicBezTo>
                  <a:cubicBezTo>
                    <a:pt x="493" y="747"/>
                    <a:pt x="493" y="747"/>
                    <a:pt x="493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5" y="747"/>
                    <a:pt x="495" y="747"/>
                    <a:pt x="495" y="747"/>
                  </a:cubicBezTo>
                  <a:cubicBezTo>
                    <a:pt x="496" y="748"/>
                    <a:pt x="496" y="748"/>
                    <a:pt x="496" y="748"/>
                  </a:cubicBezTo>
                  <a:cubicBezTo>
                    <a:pt x="497" y="748"/>
                    <a:pt x="497" y="748"/>
                    <a:pt x="497" y="748"/>
                  </a:cubicBezTo>
                  <a:cubicBezTo>
                    <a:pt x="499" y="748"/>
                    <a:pt x="499" y="748"/>
                    <a:pt x="499" y="748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499" y="747"/>
                    <a:pt x="499" y="747"/>
                    <a:pt x="499" y="747"/>
                  </a:cubicBezTo>
                  <a:cubicBezTo>
                    <a:pt x="500" y="747"/>
                    <a:pt x="500" y="747"/>
                    <a:pt x="500" y="747"/>
                  </a:cubicBezTo>
                  <a:cubicBezTo>
                    <a:pt x="501" y="747"/>
                    <a:pt x="501" y="747"/>
                    <a:pt x="501" y="747"/>
                  </a:cubicBezTo>
                  <a:cubicBezTo>
                    <a:pt x="502" y="747"/>
                    <a:pt x="502" y="747"/>
                    <a:pt x="502" y="747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6"/>
                    <a:pt x="503" y="746"/>
                    <a:pt x="503" y="746"/>
                  </a:cubicBezTo>
                  <a:cubicBezTo>
                    <a:pt x="503" y="747"/>
                    <a:pt x="503" y="747"/>
                    <a:pt x="503" y="747"/>
                  </a:cubicBezTo>
                  <a:cubicBezTo>
                    <a:pt x="504" y="747"/>
                    <a:pt x="504" y="747"/>
                    <a:pt x="504" y="747"/>
                  </a:cubicBezTo>
                  <a:cubicBezTo>
                    <a:pt x="507" y="748"/>
                    <a:pt x="507" y="748"/>
                    <a:pt x="507" y="748"/>
                  </a:cubicBezTo>
                  <a:cubicBezTo>
                    <a:pt x="507" y="749"/>
                    <a:pt x="507" y="749"/>
                    <a:pt x="507" y="749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9" y="752"/>
                    <a:pt x="509" y="752"/>
                    <a:pt x="509" y="752"/>
                  </a:cubicBezTo>
                  <a:cubicBezTo>
                    <a:pt x="511" y="752"/>
                    <a:pt x="511" y="752"/>
                    <a:pt x="511" y="752"/>
                  </a:cubicBezTo>
                  <a:cubicBezTo>
                    <a:pt x="512" y="751"/>
                    <a:pt x="512" y="751"/>
                    <a:pt x="512" y="751"/>
                  </a:cubicBezTo>
                  <a:cubicBezTo>
                    <a:pt x="512" y="752"/>
                    <a:pt x="512" y="752"/>
                    <a:pt x="512" y="752"/>
                  </a:cubicBezTo>
                  <a:cubicBezTo>
                    <a:pt x="512" y="754"/>
                    <a:pt x="512" y="754"/>
                    <a:pt x="512" y="754"/>
                  </a:cubicBezTo>
                  <a:cubicBezTo>
                    <a:pt x="513" y="755"/>
                    <a:pt x="513" y="755"/>
                    <a:pt x="513" y="755"/>
                  </a:cubicBezTo>
                  <a:cubicBezTo>
                    <a:pt x="515" y="755"/>
                    <a:pt x="515" y="755"/>
                    <a:pt x="515" y="755"/>
                  </a:cubicBezTo>
                  <a:cubicBezTo>
                    <a:pt x="516" y="754"/>
                    <a:pt x="516" y="754"/>
                    <a:pt x="516" y="754"/>
                  </a:cubicBezTo>
                  <a:cubicBezTo>
                    <a:pt x="517" y="753"/>
                    <a:pt x="517" y="753"/>
                    <a:pt x="517" y="753"/>
                  </a:cubicBezTo>
                  <a:cubicBezTo>
                    <a:pt x="518" y="753"/>
                    <a:pt x="518" y="753"/>
                    <a:pt x="518" y="753"/>
                  </a:cubicBezTo>
                  <a:cubicBezTo>
                    <a:pt x="520" y="753"/>
                    <a:pt x="520" y="753"/>
                    <a:pt x="520" y="753"/>
                  </a:cubicBezTo>
                  <a:cubicBezTo>
                    <a:pt x="520" y="750"/>
                    <a:pt x="520" y="750"/>
                    <a:pt x="520" y="750"/>
                  </a:cubicBezTo>
                  <a:cubicBezTo>
                    <a:pt x="518" y="749"/>
                    <a:pt x="518" y="749"/>
                    <a:pt x="518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17" y="747"/>
                    <a:pt x="517" y="747"/>
                    <a:pt x="517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20" y="746"/>
                    <a:pt x="520" y="746"/>
                    <a:pt x="520" y="746"/>
                  </a:cubicBezTo>
                  <a:cubicBezTo>
                    <a:pt x="523" y="744"/>
                    <a:pt x="523" y="744"/>
                    <a:pt x="523" y="744"/>
                  </a:cubicBezTo>
                  <a:cubicBezTo>
                    <a:pt x="523" y="743"/>
                    <a:pt x="523" y="743"/>
                    <a:pt x="523" y="743"/>
                  </a:cubicBezTo>
                  <a:cubicBezTo>
                    <a:pt x="522" y="743"/>
                    <a:pt x="522" y="743"/>
                    <a:pt x="522" y="743"/>
                  </a:cubicBezTo>
                  <a:cubicBezTo>
                    <a:pt x="522" y="742"/>
                    <a:pt x="522" y="742"/>
                    <a:pt x="522" y="742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6" y="741"/>
                    <a:pt x="526" y="741"/>
                    <a:pt x="526" y="741"/>
                  </a:cubicBezTo>
                  <a:cubicBezTo>
                    <a:pt x="528" y="743"/>
                    <a:pt x="528" y="743"/>
                    <a:pt x="528" y="743"/>
                  </a:cubicBezTo>
                  <a:cubicBezTo>
                    <a:pt x="529" y="743"/>
                    <a:pt x="529" y="743"/>
                    <a:pt x="529" y="743"/>
                  </a:cubicBezTo>
                  <a:cubicBezTo>
                    <a:pt x="530" y="744"/>
                    <a:pt x="530" y="744"/>
                    <a:pt x="530" y="744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2" y="747"/>
                    <a:pt x="532" y="747"/>
                    <a:pt x="532" y="747"/>
                  </a:cubicBezTo>
                  <a:cubicBezTo>
                    <a:pt x="532" y="746"/>
                    <a:pt x="532" y="746"/>
                    <a:pt x="532" y="746"/>
                  </a:cubicBezTo>
                  <a:cubicBezTo>
                    <a:pt x="531" y="747"/>
                    <a:pt x="531" y="747"/>
                    <a:pt x="531" y="747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1" y="750"/>
                    <a:pt x="531" y="750"/>
                    <a:pt x="531" y="750"/>
                  </a:cubicBezTo>
                  <a:cubicBezTo>
                    <a:pt x="533" y="753"/>
                    <a:pt x="533" y="753"/>
                    <a:pt x="533" y="753"/>
                  </a:cubicBezTo>
                  <a:cubicBezTo>
                    <a:pt x="534" y="754"/>
                    <a:pt x="534" y="754"/>
                    <a:pt x="534" y="754"/>
                  </a:cubicBezTo>
                  <a:cubicBezTo>
                    <a:pt x="535" y="754"/>
                    <a:pt x="535" y="754"/>
                    <a:pt x="535" y="754"/>
                  </a:cubicBezTo>
                  <a:cubicBezTo>
                    <a:pt x="535" y="756"/>
                    <a:pt x="535" y="756"/>
                    <a:pt x="535" y="756"/>
                  </a:cubicBezTo>
                  <a:cubicBezTo>
                    <a:pt x="535" y="758"/>
                    <a:pt x="535" y="758"/>
                    <a:pt x="535" y="758"/>
                  </a:cubicBezTo>
                  <a:cubicBezTo>
                    <a:pt x="537" y="760"/>
                    <a:pt x="537" y="760"/>
                    <a:pt x="537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0"/>
                    <a:pt x="538" y="760"/>
                    <a:pt x="538" y="760"/>
                  </a:cubicBezTo>
                  <a:cubicBezTo>
                    <a:pt x="538" y="761"/>
                    <a:pt x="538" y="761"/>
                    <a:pt x="538" y="761"/>
                  </a:cubicBezTo>
                  <a:cubicBezTo>
                    <a:pt x="538" y="762"/>
                    <a:pt x="538" y="762"/>
                    <a:pt x="538" y="762"/>
                  </a:cubicBezTo>
                  <a:cubicBezTo>
                    <a:pt x="537" y="763"/>
                    <a:pt x="537" y="763"/>
                    <a:pt x="537" y="763"/>
                  </a:cubicBezTo>
                  <a:cubicBezTo>
                    <a:pt x="538" y="764"/>
                    <a:pt x="538" y="764"/>
                    <a:pt x="538" y="764"/>
                  </a:cubicBezTo>
                  <a:cubicBezTo>
                    <a:pt x="538" y="765"/>
                    <a:pt x="538" y="765"/>
                    <a:pt x="538" y="765"/>
                  </a:cubicBezTo>
                  <a:cubicBezTo>
                    <a:pt x="538" y="766"/>
                    <a:pt x="538" y="766"/>
                    <a:pt x="538" y="766"/>
                  </a:cubicBezTo>
                  <a:cubicBezTo>
                    <a:pt x="537" y="768"/>
                    <a:pt x="537" y="768"/>
                    <a:pt x="537" y="768"/>
                  </a:cubicBezTo>
                  <a:cubicBezTo>
                    <a:pt x="538" y="768"/>
                    <a:pt x="538" y="768"/>
                    <a:pt x="538" y="768"/>
                  </a:cubicBezTo>
                  <a:cubicBezTo>
                    <a:pt x="538" y="769"/>
                    <a:pt x="538" y="769"/>
                    <a:pt x="538" y="769"/>
                  </a:cubicBezTo>
                  <a:cubicBezTo>
                    <a:pt x="538" y="771"/>
                    <a:pt x="538" y="771"/>
                    <a:pt x="538" y="771"/>
                  </a:cubicBezTo>
                  <a:cubicBezTo>
                    <a:pt x="538" y="775"/>
                    <a:pt x="538" y="775"/>
                    <a:pt x="538" y="775"/>
                  </a:cubicBezTo>
                  <a:cubicBezTo>
                    <a:pt x="537" y="776"/>
                    <a:pt x="537" y="776"/>
                    <a:pt x="537" y="776"/>
                  </a:cubicBezTo>
                  <a:cubicBezTo>
                    <a:pt x="537" y="777"/>
                    <a:pt x="537" y="777"/>
                    <a:pt x="537" y="777"/>
                  </a:cubicBezTo>
                  <a:cubicBezTo>
                    <a:pt x="538" y="779"/>
                    <a:pt x="538" y="779"/>
                    <a:pt x="538" y="779"/>
                  </a:cubicBezTo>
                  <a:cubicBezTo>
                    <a:pt x="539" y="779"/>
                    <a:pt x="539" y="779"/>
                    <a:pt x="539" y="779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0"/>
                    <a:pt x="540" y="780"/>
                    <a:pt x="540" y="780"/>
                  </a:cubicBezTo>
                  <a:cubicBezTo>
                    <a:pt x="540" y="781"/>
                    <a:pt x="540" y="781"/>
                    <a:pt x="540" y="781"/>
                  </a:cubicBezTo>
                  <a:cubicBezTo>
                    <a:pt x="539" y="782"/>
                    <a:pt x="539" y="782"/>
                    <a:pt x="539" y="782"/>
                  </a:cubicBezTo>
                  <a:cubicBezTo>
                    <a:pt x="536" y="785"/>
                    <a:pt x="536" y="785"/>
                    <a:pt x="536" y="785"/>
                  </a:cubicBezTo>
                  <a:cubicBezTo>
                    <a:pt x="536" y="787"/>
                    <a:pt x="536" y="787"/>
                    <a:pt x="536" y="787"/>
                  </a:cubicBezTo>
                  <a:cubicBezTo>
                    <a:pt x="534" y="788"/>
                    <a:pt x="534" y="788"/>
                    <a:pt x="534" y="788"/>
                  </a:cubicBezTo>
                  <a:cubicBezTo>
                    <a:pt x="531" y="789"/>
                    <a:pt x="531" y="789"/>
                    <a:pt x="531" y="789"/>
                  </a:cubicBezTo>
                  <a:cubicBezTo>
                    <a:pt x="529" y="791"/>
                    <a:pt x="529" y="791"/>
                    <a:pt x="529" y="791"/>
                  </a:cubicBezTo>
                  <a:cubicBezTo>
                    <a:pt x="526" y="794"/>
                    <a:pt x="526" y="794"/>
                    <a:pt x="526" y="794"/>
                  </a:cubicBezTo>
                  <a:cubicBezTo>
                    <a:pt x="526" y="796"/>
                    <a:pt x="526" y="796"/>
                    <a:pt x="526" y="796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7"/>
                    <a:pt x="526" y="797"/>
                    <a:pt x="526" y="797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6" y="798"/>
                    <a:pt x="526" y="798"/>
                    <a:pt x="526" y="798"/>
                  </a:cubicBezTo>
                  <a:cubicBezTo>
                    <a:pt x="525" y="799"/>
                    <a:pt x="525" y="799"/>
                    <a:pt x="525" y="799"/>
                  </a:cubicBezTo>
                  <a:cubicBezTo>
                    <a:pt x="524" y="799"/>
                    <a:pt x="524" y="799"/>
                    <a:pt x="524" y="799"/>
                  </a:cubicBezTo>
                  <a:cubicBezTo>
                    <a:pt x="520" y="801"/>
                    <a:pt x="520" y="801"/>
                    <a:pt x="520" y="801"/>
                  </a:cubicBezTo>
                  <a:cubicBezTo>
                    <a:pt x="518" y="802"/>
                    <a:pt x="518" y="802"/>
                    <a:pt x="518" y="802"/>
                  </a:cubicBezTo>
                  <a:cubicBezTo>
                    <a:pt x="516" y="803"/>
                    <a:pt x="516" y="803"/>
                    <a:pt x="516" y="803"/>
                  </a:cubicBezTo>
                  <a:cubicBezTo>
                    <a:pt x="517" y="805"/>
                    <a:pt x="517" y="805"/>
                    <a:pt x="517" y="805"/>
                  </a:cubicBezTo>
                  <a:cubicBezTo>
                    <a:pt x="517" y="806"/>
                    <a:pt x="517" y="806"/>
                    <a:pt x="517" y="806"/>
                  </a:cubicBezTo>
                  <a:cubicBezTo>
                    <a:pt x="518" y="807"/>
                    <a:pt x="518" y="807"/>
                    <a:pt x="518" y="807"/>
                  </a:cubicBezTo>
                  <a:cubicBezTo>
                    <a:pt x="517" y="809"/>
                    <a:pt x="517" y="809"/>
                    <a:pt x="517" y="809"/>
                  </a:cubicBezTo>
                  <a:cubicBezTo>
                    <a:pt x="514" y="811"/>
                    <a:pt x="514" y="811"/>
                    <a:pt x="514" y="811"/>
                  </a:cubicBezTo>
                  <a:cubicBezTo>
                    <a:pt x="514" y="813"/>
                    <a:pt x="514" y="813"/>
                    <a:pt x="514" y="813"/>
                  </a:cubicBezTo>
                  <a:cubicBezTo>
                    <a:pt x="515" y="814"/>
                    <a:pt x="515" y="814"/>
                    <a:pt x="515" y="814"/>
                  </a:cubicBezTo>
                  <a:cubicBezTo>
                    <a:pt x="514" y="815"/>
                    <a:pt x="514" y="815"/>
                    <a:pt x="514" y="815"/>
                  </a:cubicBezTo>
                  <a:cubicBezTo>
                    <a:pt x="512" y="816"/>
                    <a:pt x="512" y="816"/>
                    <a:pt x="512" y="816"/>
                  </a:cubicBezTo>
                  <a:cubicBezTo>
                    <a:pt x="510" y="818"/>
                    <a:pt x="510" y="818"/>
                    <a:pt x="510" y="818"/>
                  </a:cubicBezTo>
                  <a:cubicBezTo>
                    <a:pt x="511" y="819"/>
                    <a:pt x="511" y="819"/>
                    <a:pt x="511" y="819"/>
                  </a:cubicBezTo>
                  <a:cubicBezTo>
                    <a:pt x="512" y="821"/>
                    <a:pt x="512" y="821"/>
                    <a:pt x="512" y="821"/>
                  </a:cubicBezTo>
                  <a:cubicBezTo>
                    <a:pt x="511" y="822"/>
                    <a:pt x="511" y="822"/>
                    <a:pt x="511" y="822"/>
                  </a:cubicBezTo>
                  <a:cubicBezTo>
                    <a:pt x="512" y="824"/>
                    <a:pt x="512" y="824"/>
                    <a:pt x="512" y="824"/>
                  </a:cubicBezTo>
                  <a:cubicBezTo>
                    <a:pt x="511" y="825"/>
                    <a:pt x="511" y="825"/>
                    <a:pt x="511" y="825"/>
                  </a:cubicBezTo>
                  <a:cubicBezTo>
                    <a:pt x="510" y="826"/>
                    <a:pt x="510" y="826"/>
                    <a:pt x="510" y="826"/>
                  </a:cubicBezTo>
                  <a:cubicBezTo>
                    <a:pt x="511" y="827"/>
                    <a:pt x="511" y="827"/>
                    <a:pt x="511" y="827"/>
                  </a:cubicBezTo>
                  <a:cubicBezTo>
                    <a:pt x="513" y="828"/>
                    <a:pt x="513" y="828"/>
                    <a:pt x="513" y="828"/>
                  </a:cubicBezTo>
                  <a:cubicBezTo>
                    <a:pt x="514" y="830"/>
                    <a:pt x="514" y="830"/>
                    <a:pt x="514" y="830"/>
                  </a:cubicBezTo>
                  <a:cubicBezTo>
                    <a:pt x="516" y="830"/>
                    <a:pt x="516" y="830"/>
                    <a:pt x="516" y="830"/>
                  </a:cubicBezTo>
                  <a:cubicBezTo>
                    <a:pt x="515" y="831"/>
                    <a:pt x="515" y="831"/>
                    <a:pt x="515" y="831"/>
                  </a:cubicBezTo>
                  <a:cubicBezTo>
                    <a:pt x="515" y="832"/>
                    <a:pt x="515" y="832"/>
                    <a:pt x="515" y="832"/>
                  </a:cubicBezTo>
                  <a:cubicBezTo>
                    <a:pt x="516" y="833"/>
                    <a:pt x="516" y="833"/>
                    <a:pt x="516" y="833"/>
                  </a:cubicBezTo>
                  <a:cubicBezTo>
                    <a:pt x="518" y="833"/>
                    <a:pt x="518" y="833"/>
                    <a:pt x="518" y="833"/>
                  </a:cubicBezTo>
                  <a:cubicBezTo>
                    <a:pt x="518" y="831"/>
                    <a:pt x="518" y="831"/>
                    <a:pt x="518" y="831"/>
                  </a:cubicBezTo>
                  <a:cubicBezTo>
                    <a:pt x="518" y="830"/>
                    <a:pt x="518" y="830"/>
                    <a:pt x="518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29"/>
                    <a:pt x="519" y="829"/>
                    <a:pt x="519" y="829"/>
                  </a:cubicBezTo>
                  <a:cubicBezTo>
                    <a:pt x="519" y="830"/>
                    <a:pt x="519" y="830"/>
                    <a:pt x="519" y="830"/>
                  </a:cubicBezTo>
                  <a:cubicBezTo>
                    <a:pt x="519" y="831"/>
                    <a:pt x="519" y="831"/>
                    <a:pt x="519" y="831"/>
                  </a:cubicBezTo>
                  <a:cubicBezTo>
                    <a:pt x="519" y="833"/>
                    <a:pt x="519" y="833"/>
                    <a:pt x="519" y="833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7" y="834"/>
                    <a:pt x="517" y="834"/>
                    <a:pt x="517" y="834"/>
                  </a:cubicBezTo>
                  <a:cubicBezTo>
                    <a:pt x="513" y="836"/>
                    <a:pt x="513" y="836"/>
                    <a:pt x="513" y="836"/>
                  </a:cubicBezTo>
                  <a:cubicBezTo>
                    <a:pt x="509" y="840"/>
                    <a:pt x="509" y="840"/>
                    <a:pt x="509" y="840"/>
                  </a:cubicBezTo>
                  <a:cubicBezTo>
                    <a:pt x="508" y="842"/>
                    <a:pt x="508" y="842"/>
                    <a:pt x="508" y="842"/>
                  </a:cubicBezTo>
                  <a:cubicBezTo>
                    <a:pt x="508" y="843"/>
                    <a:pt x="508" y="843"/>
                    <a:pt x="508" y="843"/>
                  </a:cubicBezTo>
                  <a:cubicBezTo>
                    <a:pt x="508" y="844"/>
                    <a:pt x="508" y="844"/>
                    <a:pt x="508" y="844"/>
                  </a:cubicBezTo>
                  <a:cubicBezTo>
                    <a:pt x="509" y="845"/>
                    <a:pt x="509" y="845"/>
                    <a:pt x="509" y="845"/>
                  </a:cubicBezTo>
                  <a:cubicBezTo>
                    <a:pt x="509" y="846"/>
                    <a:pt x="509" y="846"/>
                    <a:pt x="509" y="846"/>
                  </a:cubicBezTo>
                  <a:cubicBezTo>
                    <a:pt x="508" y="846"/>
                    <a:pt x="508" y="846"/>
                    <a:pt x="508" y="846"/>
                  </a:cubicBezTo>
                  <a:cubicBezTo>
                    <a:pt x="508" y="848"/>
                    <a:pt x="508" y="848"/>
                    <a:pt x="508" y="848"/>
                  </a:cubicBezTo>
                  <a:cubicBezTo>
                    <a:pt x="510" y="849"/>
                    <a:pt x="510" y="849"/>
                    <a:pt x="510" y="849"/>
                  </a:cubicBezTo>
                  <a:cubicBezTo>
                    <a:pt x="511" y="851"/>
                    <a:pt x="511" y="851"/>
                    <a:pt x="511" y="851"/>
                  </a:cubicBezTo>
                  <a:cubicBezTo>
                    <a:pt x="511" y="852"/>
                    <a:pt x="511" y="852"/>
                    <a:pt x="511" y="852"/>
                  </a:cubicBezTo>
                  <a:cubicBezTo>
                    <a:pt x="510" y="852"/>
                    <a:pt x="510" y="852"/>
                    <a:pt x="510" y="852"/>
                  </a:cubicBezTo>
                  <a:cubicBezTo>
                    <a:pt x="509" y="852"/>
                    <a:pt x="509" y="852"/>
                    <a:pt x="509" y="852"/>
                  </a:cubicBezTo>
                  <a:cubicBezTo>
                    <a:pt x="508" y="854"/>
                    <a:pt x="508" y="854"/>
                    <a:pt x="508" y="854"/>
                  </a:cubicBezTo>
                  <a:cubicBezTo>
                    <a:pt x="510" y="855"/>
                    <a:pt x="510" y="855"/>
                    <a:pt x="510" y="855"/>
                  </a:cubicBezTo>
                  <a:cubicBezTo>
                    <a:pt x="511" y="856"/>
                    <a:pt x="511" y="856"/>
                    <a:pt x="511" y="856"/>
                  </a:cubicBezTo>
                  <a:cubicBezTo>
                    <a:pt x="513" y="858"/>
                    <a:pt x="513" y="858"/>
                    <a:pt x="513" y="858"/>
                  </a:cubicBezTo>
                  <a:cubicBezTo>
                    <a:pt x="515" y="858"/>
                    <a:pt x="515" y="858"/>
                    <a:pt x="515" y="858"/>
                  </a:cubicBezTo>
                  <a:cubicBezTo>
                    <a:pt x="518" y="860"/>
                    <a:pt x="518" y="860"/>
                    <a:pt x="518" y="860"/>
                  </a:cubicBezTo>
                  <a:cubicBezTo>
                    <a:pt x="520" y="860"/>
                    <a:pt x="520" y="860"/>
                    <a:pt x="520" y="860"/>
                  </a:cubicBezTo>
                  <a:cubicBezTo>
                    <a:pt x="520" y="861"/>
                    <a:pt x="520" y="861"/>
                    <a:pt x="520" y="861"/>
                  </a:cubicBezTo>
                  <a:cubicBezTo>
                    <a:pt x="522" y="864"/>
                    <a:pt x="522" y="864"/>
                    <a:pt x="522" y="864"/>
                  </a:cubicBezTo>
                  <a:cubicBezTo>
                    <a:pt x="522" y="866"/>
                    <a:pt x="522" y="866"/>
                    <a:pt x="522" y="866"/>
                  </a:cubicBezTo>
                  <a:cubicBezTo>
                    <a:pt x="523" y="867"/>
                    <a:pt x="523" y="867"/>
                    <a:pt x="523" y="867"/>
                  </a:cubicBezTo>
                  <a:cubicBezTo>
                    <a:pt x="526" y="869"/>
                    <a:pt x="526" y="869"/>
                    <a:pt x="526" y="869"/>
                  </a:cubicBezTo>
                  <a:cubicBezTo>
                    <a:pt x="527" y="871"/>
                    <a:pt x="527" y="871"/>
                    <a:pt x="527" y="871"/>
                  </a:cubicBezTo>
                  <a:cubicBezTo>
                    <a:pt x="528" y="873"/>
                    <a:pt x="528" y="873"/>
                    <a:pt x="528" y="873"/>
                  </a:cubicBezTo>
                  <a:cubicBezTo>
                    <a:pt x="528" y="874"/>
                    <a:pt x="528" y="874"/>
                    <a:pt x="528" y="874"/>
                  </a:cubicBezTo>
                  <a:cubicBezTo>
                    <a:pt x="529" y="877"/>
                    <a:pt x="529" y="877"/>
                    <a:pt x="529" y="877"/>
                  </a:cubicBezTo>
                  <a:cubicBezTo>
                    <a:pt x="530" y="878"/>
                    <a:pt x="530" y="878"/>
                    <a:pt x="530" y="878"/>
                  </a:cubicBezTo>
                  <a:cubicBezTo>
                    <a:pt x="531" y="879"/>
                    <a:pt x="531" y="879"/>
                    <a:pt x="531" y="879"/>
                  </a:cubicBezTo>
                  <a:cubicBezTo>
                    <a:pt x="532" y="881"/>
                    <a:pt x="532" y="881"/>
                    <a:pt x="532" y="881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2" y="883"/>
                    <a:pt x="532" y="883"/>
                    <a:pt x="532" y="883"/>
                  </a:cubicBezTo>
                  <a:cubicBezTo>
                    <a:pt x="533" y="886"/>
                    <a:pt x="533" y="886"/>
                    <a:pt x="533" y="886"/>
                  </a:cubicBezTo>
                  <a:cubicBezTo>
                    <a:pt x="536" y="889"/>
                    <a:pt x="536" y="889"/>
                    <a:pt x="536" y="889"/>
                  </a:cubicBezTo>
                  <a:cubicBezTo>
                    <a:pt x="536" y="890"/>
                    <a:pt x="536" y="890"/>
                    <a:pt x="536" y="890"/>
                  </a:cubicBezTo>
                  <a:cubicBezTo>
                    <a:pt x="536" y="891"/>
                    <a:pt x="536" y="891"/>
                    <a:pt x="536" y="891"/>
                  </a:cubicBezTo>
                  <a:cubicBezTo>
                    <a:pt x="536" y="893"/>
                    <a:pt x="536" y="893"/>
                    <a:pt x="536" y="893"/>
                  </a:cubicBezTo>
                  <a:cubicBezTo>
                    <a:pt x="538" y="893"/>
                    <a:pt x="538" y="893"/>
                    <a:pt x="538" y="893"/>
                  </a:cubicBezTo>
                  <a:cubicBezTo>
                    <a:pt x="540" y="895"/>
                    <a:pt x="540" y="895"/>
                    <a:pt x="540" y="895"/>
                  </a:cubicBezTo>
                  <a:cubicBezTo>
                    <a:pt x="540" y="896"/>
                    <a:pt x="540" y="896"/>
                    <a:pt x="540" y="896"/>
                  </a:cubicBezTo>
                  <a:cubicBezTo>
                    <a:pt x="541" y="899"/>
                    <a:pt x="541" y="899"/>
                    <a:pt x="541" y="899"/>
                  </a:cubicBezTo>
                  <a:cubicBezTo>
                    <a:pt x="542" y="900"/>
                    <a:pt x="542" y="900"/>
                    <a:pt x="542" y="900"/>
                  </a:cubicBezTo>
                  <a:cubicBezTo>
                    <a:pt x="543" y="900"/>
                    <a:pt x="543" y="900"/>
                    <a:pt x="543" y="900"/>
                  </a:cubicBezTo>
                  <a:cubicBezTo>
                    <a:pt x="544" y="902"/>
                    <a:pt x="544" y="902"/>
                    <a:pt x="544" y="902"/>
                  </a:cubicBezTo>
                  <a:cubicBezTo>
                    <a:pt x="546" y="905"/>
                    <a:pt x="546" y="905"/>
                    <a:pt x="546" y="905"/>
                  </a:cubicBezTo>
                  <a:cubicBezTo>
                    <a:pt x="546" y="907"/>
                    <a:pt x="546" y="907"/>
                    <a:pt x="546" y="907"/>
                  </a:cubicBezTo>
                  <a:cubicBezTo>
                    <a:pt x="549" y="910"/>
                    <a:pt x="549" y="910"/>
                    <a:pt x="549" y="910"/>
                  </a:cubicBezTo>
                  <a:cubicBezTo>
                    <a:pt x="549" y="911"/>
                    <a:pt x="549" y="911"/>
                    <a:pt x="549" y="911"/>
                  </a:cubicBezTo>
                  <a:cubicBezTo>
                    <a:pt x="548" y="910"/>
                    <a:pt x="548" y="910"/>
                    <a:pt x="548" y="910"/>
                  </a:cubicBezTo>
                  <a:cubicBezTo>
                    <a:pt x="548" y="912"/>
                    <a:pt x="548" y="912"/>
                    <a:pt x="548" y="912"/>
                  </a:cubicBezTo>
                  <a:cubicBezTo>
                    <a:pt x="548" y="913"/>
                    <a:pt x="548" y="913"/>
                    <a:pt x="548" y="913"/>
                  </a:cubicBezTo>
                  <a:cubicBezTo>
                    <a:pt x="548" y="915"/>
                    <a:pt x="548" y="915"/>
                    <a:pt x="548" y="915"/>
                  </a:cubicBezTo>
                  <a:cubicBezTo>
                    <a:pt x="549" y="915"/>
                    <a:pt x="549" y="915"/>
                    <a:pt x="549" y="915"/>
                  </a:cubicBezTo>
                  <a:cubicBezTo>
                    <a:pt x="550" y="915"/>
                    <a:pt x="550" y="915"/>
                    <a:pt x="550" y="915"/>
                  </a:cubicBezTo>
                  <a:cubicBezTo>
                    <a:pt x="550" y="916"/>
                    <a:pt x="550" y="916"/>
                    <a:pt x="550" y="916"/>
                  </a:cubicBezTo>
                  <a:cubicBezTo>
                    <a:pt x="549" y="917"/>
                    <a:pt x="549" y="917"/>
                    <a:pt x="549" y="917"/>
                  </a:cubicBezTo>
                  <a:cubicBezTo>
                    <a:pt x="552" y="919"/>
                    <a:pt x="552" y="919"/>
                    <a:pt x="552" y="919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6" y="922"/>
                    <a:pt x="556" y="922"/>
                    <a:pt x="556" y="922"/>
                  </a:cubicBezTo>
                  <a:cubicBezTo>
                    <a:pt x="557" y="922"/>
                    <a:pt x="557" y="922"/>
                    <a:pt x="557" y="922"/>
                  </a:cubicBezTo>
                  <a:cubicBezTo>
                    <a:pt x="558" y="923"/>
                    <a:pt x="558" y="923"/>
                    <a:pt x="558" y="923"/>
                  </a:cubicBezTo>
                  <a:cubicBezTo>
                    <a:pt x="558" y="924"/>
                    <a:pt x="558" y="924"/>
                    <a:pt x="558" y="924"/>
                  </a:cubicBezTo>
                  <a:cubicBezTo>
                    <a:pt x="559" y="925"/>
                    <a:pt x="559" y="925"/>
                    <a:pt x="559" y="925"/>
                  </a:cubicBezTo>
                  <a:cubicBezTo>
                    <a:pt x="562" y="925"/>
                    <a:pt x="562" y="925"/>
                    <a:pt x="562" y="925"/>
                  </a:cubicBezTo>
                  <a:cubicBezTo>
                    <a:pt x="563" y="926"/>
                    <a:pt x="563" y="926"/>
                    <a:pt x="563" y="926"/>
                  </a:cubicBezTo>
                  <a:cubicBezTo>
                    <a:pt x="565" y="928"/>
                    <a:pt x="565" y="928"/>
                    <a:pt x="565" y="928"/>
                  </a:cubicBezTo>
                  <a:cubicBezTo>
                    <a:pt x="566" y="928"/>
                    <a:pt x="566" y="928"/>
                    <a:pt x="566" y="928"/>
                  </a:cubicBezTo>
                  <a:cubicBezTo>
                    <a:pt x="567" y="930"/>
                    <a:pt x="567" y="930"/>
                    <a:pt x="567" y="930"/>
                  </a:cubicBezTo>
                  <a:cubicBezTo>
                    <a:pt x="568" y="930"/>
                    <a:pt x="568" y="930"/>
                    <a:pt x="568" y="930"/>
                  </a:cubicBezTo>
                  <a:cubicBezTo>
                    <a:pt x="570" y="931"/>
                    <a:pt x="570" y="931"/>
                    <a:pt x="570" y="931"/>
                  </a:cubicBezTo>
                  <a:cubicBezTo>
                    <a:pt x="571" y="931"/>
                    <a:pt x="571" y="931"/>
                    <a:pt x="571" y="931"/>
                  </a:cubicBezTo>
                  <a:cubicBezTo>
                    <a:pt x="572" y="931"/>
                    <a:pt x="572" y="931"/>
                    <a:pt x="572" y="931"/>
                  </a:cubicBezTo>
                  <a:cubicBezTo>
                    <a:pt x="575" y="933"/>
                    <a:pt x="575" y="933"/>
                    <a:pt x="575" y="933"/>
                  </a:cubicBezTo>
                  <a:cubicBezTo>
                    <a:pt x="577" y="934"/>
                    <a:pt x="577" y="934"/>
                    <a:pt x="577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8" y="934"/>
                    <a:pt x="578" y="934"/>
                    <a:pt x="578" y="934"/>
                  </a:cubicBezTo>
                  <a:cubicBezTo>
                    <a:pt x="579" y="935"/>
                    <a:pt x="579" y="935"/>
                    <a:pt x="579" y="935"/>
                  </a:cubicBezTo>
                  <a:cubicBezTo>
                    <a:pt x="581" y="936"/>
                    <a:pt x="581" y="936"/>
                    <a:pt x="581" y="936"/>
                  </a:cubicBezTo>
                  <a:cubicBezTo>
                    <a:pt x="582" y="937"/>
                    <a:pt x="582" y="937"/>
                    <a:pt x="582" y="937"/>
                  </a:cubicBezTo>
                  <a:cubicBezTo>
                    <a:pt x="584" y="939"/>
                    <a:pt x="584" y="939"/>
                    <a:pt x="584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39"/>
                    <a:pt x="585" y="939"/>
                    <a:pt x="585" y="939"/>
                  </a:cubicBezTo>
                  <a:cubicBezTo>
                    <a:pt x="585" y="940"/>
                    <a:pt x="585" y="940"/>
                    <a:pt x="585" y="940"/>
                  </a:cubicBezTo>
                  <a:cubicBezTo>
                    <a:pt x="585" y="942"/>
                    <a:pt x="585" y="942"/>
                    <a:pt x="585" y="942"/>
                  </a:cubicBezTo>
                  <a:cubicBezTo>
                    <a:pt x="587" y="942"/>
                    <a:pt x="587" y="942"/>
                    <a:pt x="587" y="942"/>
                  </a:cubicBezTo>
                  <a:cubicBezTo>
                    <a:pt x="588" y="943"/>
                    <a:pt x="588" y="943"/>
                    <a:pt x="588" y="943"/>
                  </a:cubicBezTo>
                  <a:cubicBezTo>
                    <a:pt x="590" y="945"/>
                    <a:pt x="590" y="945"/>
                    <a:pt x="590" y="945"/>
                  </a:cubicBezTo>
                  <a:cubicBezTo>
                    <a:pt x="592" y="946"/>
                    <a:pt x="592" y="946"/>
                    <a:pt x="592" y="946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7"/>
                    <a:pt x="594" y="947"/>
                    <a:pt x="594" y="947"/>
                  </a:cubicBezTo>
                  <a:cubicBezTo>
                    <a:pt x="594" y="949"/>
                    <a:pt x="594" y="949"/>
                    <a:pt x="594" y="949"/>
                  </a:cubicBezTo>
                  <a:cubicBezTo>
                    <a:pt x="594" y="951"/>
                    <a:pt x="594" y="951"/>
                    <a:pt x="594" y="951"/>
                  </a:cubicBezTo>
                  <a:cubicBezTo>
                    <a:pt x="595" y="953"/>
                    <a:pt x="595" y="953"/>
                    <a:pt x="595" y="953"/>
                  </a:cubicBezTo>
                  <a:cubicBezTo>
                    <a:pt x="596" y="958"/>
                    <a:pt x="596" y="958"/>
                    <a:pt x="596" y="958"/>
                  </a:cubicBezTo>
                  <a:cubicBezTo>
                    <a:pt x="596" y="960"/>
                    <a:pt x="596" y="960"/>
                    <a:pt x="596" y="960"/>
                  </a:cubicBezTo>
                  <a:cubicBezTo>
                    <a:pt x="595" y="961"/>
                    <a:pt x="595" y="961"/>
                    <a:pt x="595" y="961"/>
                  </a:cubicBezTo>
                  <a:cubicBezTo>
                    <a:pt x="595" y="962"/>
                    <a:pt x="595" y="962"/>
                    <a:pt x="595" y="962"/>
                  </a:cubicBezTo>
                  <a:cubicBezTo>
                    <a:pt x="595" y="965"/>
                    <a:pt x="595" y="965"/>
                    <a:pt x="595" y="965"/>
                  </a:cubicBezTo>
                  <a:cubicBezTo>
                    <a:pt x="596" y="968"/>
                    <a:pt x="596" y="968"/>
                    <a:pt x="596" y="968"/>
                  </a:cubicBezTo>
                  <a:cubicBezTo>
                    <a:pt x="597" y="970"/>
                    <a:pt x="597" y="970"/>
                    <a:pt x="597" y="970"/>
                  </a:cubicBezTo>
                  <a:cubicBezTo>
                    <a:pt x="597" y="974"/>
                    <a:pt x="597" y="974"/>
                    <a:pt x="597" y="974"/>
                  </a:cubicBezTo>
                  <a:cubicBezTo>
                    <a:pt x="596" y="976"/>
                    <a:pt x="596" y="976"/>
                    <a:pt x="596" y="976"/>
                  </a:cubicBezTo>
                  <a:cubicBezTo>
                    <a:pt x="597" y="981"/>
                    <a:pt x="597" y="981"/>
                    <a:pt x="597" y="981"/>
                  </a:cubicBezTo>
                  <a:cubicBezTo>
                    <a:pt x="597" y="982"/>
                    <a:pt x="597" y="982"/>
                    <a:pt x="597" y="982"/>
                  </a:cubicBezTo>
                  <a:cubicBezTo>
                    <a:pt x="594" y="983"/>
                    <a:pt x="594" y="983"/>
                    <a:pt x="594" y="983"/>
                  </a:cubicBezTo>
                  <a:cubicBezTo>
                    <a:pt x="595" y="987"/>
                    <a:pt x="595" y="987"/>
                    <a:pt x="595" y="987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88"/>
                    <a:pt x="596" y="988"/>
                    <a:pt x="596" y="988"/>
                  </a:cubicBezTo>
                  <a:cubicBezTo>
                    <a:pt x="596" y="995"/>
                    <a:pt x="596" y="995"/>
                    <a:pt x="596" y="995"/>
                  </a:cubicBezTo>
                  <a:cubicBezTo>
                    <a:pt x="597" y="998"/>
                    <a:pt x="597" y="998"/>
                    <a:pt x="597" y="998"/>
                  </a:cubicBezTo>
                  <a:cubicBezTo>
                    <a:pt x="597" y="1000"/>
                    <a:pt x="597" y="1000"/>
                    <a:pt x="597" y="1000"/>
                  </a:cubicBezTo>
                  <a:cubicBezTo>
                    <a:pt x="597" y="1002"/>
                    <a:pt x="597" y="1002"/>
                    <a:pt x="597" y="1002"/>
                  </a:cubicBezTo>
                  <a:cubicBezTo>
                    <a:pt x="596" y="1004"/>
                    <a:pt x="596" y="1004"/>
                    <a:pt x="596" y="1004"/>
                  </a:cubicBezTo>
                  <a:cubicBezTo>
                    <a:pt x="596" y="1006"/>
                    <a:pt x="596" y="1006"/>
                    <a:pt x="596" y="1006"/>
                  </a:cubicBezTo>
                  <a:cubicBezTo>
                    <a:pt x="597" y="1009"/>
                    <a:pt x="597" y="1009"/>
                    <a:pt x="597" y="1009"/>
                  </a:cubicBezTo>
                  <a:cubicBezTo>
                    <a:pt x="597" y="1010"/>
                    <a:pt x="597" y="1010"/>
                    <a:pt x="597" y="1010"/>
                  </a:cubicBezTo>
                  <a:cubicBezTo>
                    <a:pt x="597" y="1014"/>
                    <a:pt x="597" y="1014"/>
                    <a:pt x="597" y="1014"/>
                  </a:cubicBezTo>
                  <a:cubicBezTo>
                    <a:pt x="596" y="1015"/>
                    <a:pt x="596" y="1015"/>
                    <a:pt x="596" y="1015"/>
                  </a:cubicBezTo>
                  <a:cubicBezTo>
                    <a:pt x="596" y="1017"/>
                    <a:pt x="596" y="1017"/>
                    <a:pt x="596" y="1017"/>
                  </a:cubicBezTo>
                  <a:cubicBezTo>
                    <a:pt x="596" y="1018"/>
                    <a:pt x="596" y="1018"/>
                    <a:pt x="596" y="1018"/>
                  </a:cubicBezTo>
                  <a:cubicBezTo>
                    <a:pt x="596" y="1019"/>
                    <a:pt x="596" y="1019"/>
                    <a:pt x="596" y="1019"/>
                  </a:cubicBezTo>
                  <a:cubicBezTo>
                    <a:pt x="595" y="1021"/>
                    <a:pt x="595" y="1021"/>
                    <a:pt x="595" y="1021"/>
                  </a:cubicBezTo>
                  <a:cubicBezTo>
                    <a:pt x="595" y="1023"/>
                    <a:pt x="595" y="1023"/>
                    <a:pt x="595" y="1023"/>
                  </a:cubicBezTo>
                  <a:cubicBezTo>
                    <a:pt x="594" y="1024"/>
                    <a:pt x="594" y="1024"/>
                    <a:pt x="594" y="1024"/>
                  </a:cubicBezTo>
                  <a:cubicBezTo>
                    <a:pt x="594" y="1026"/>
                    <a:pt x="594" y="1026"/>
                    <a:pt x="594" y="1026"/>
                  </a:cubicBezTo>
                  <a:cubicBezTo>
                    <a:pt x="594" y="1027"/>
                    <a:pt x="594" y="1027"/>
                    <a:pt x="594" y="1027"/>
                  </a:cubicBezTo>
                  <a:cubicBezTo>
                    <a:pt x="593" y="1030"/>
                    <a:pt x="593" y="1030"/>
                    <a:pt x="593" y="1030"/>
                  </a:cubicBezTo>
                  <a:cubicBezTo>
                    <a:pt x="593" y="1031"/>
                    <a:pt x="593" y="1031"/>
                    <a:pt x="593" y="1031"/>
                  </a:cubicBezTo>
                  <a:cubicBezTo>
                    <a:pt x="594" y="1033"/>
                    <a:pt x="594" y="1033"/>
                    <a:pt x="594" y="1033"/>
                  </a:cubicBezTo>
                  <a:cubicBezTo>
                    <a:pt x="595" y="1035"/>
                    <a:pt x="595" y="1035"/>
                    <a:pt x="595" y="1035"/>
                  </a:cubicBezTo>
                  <a:cubicBezTo>
                    <a:pt x="595" y="1036"/>
                    <a:pt x="595" y="1036"/>
                    <a:pt x="595" y="1036"/>
                  </a:cubicBezTo>
                  <a:cubicBezTo>
                    <a:pt x="594" y="1037"/>
                    <a:pt x="594" y="1037"/>
                    <a:pt x="594" y="1037"/>
                  </a:cubicBezTo>
                  <a:cubicBezTo>
                    <a:pt x="594" y="1039"/>
                    <a:pt x="594" y="1039"/>
                    <a:pt x="594" y="1039"/>
                  </a:cubicBezTo>
                  <a:cubicBezTo>
                    <a:pt x="595" y="1040"/>
                    <a:pt x="595" y="1040"/>
                    <a:pt x="595" y="1040"/>
                  </a:cubicBezTo>
                  <a:cubicBezTo>
                    <a:pt x="594" y="1041"/>
                    <a:pt x="594" y="1041"/>
                    <a:pt x="594" y="1041"/>
                  </a:cubicBezTo>
                  <a:cubicBezTo>
                    <a:pt x="593" y="1041"/>
                    <a:pt x="593" y="1041"/>
                    <a:pt x="593" y="1041"/>
                  </a:cubicBezTo>
                  <a:cubicBezTo>
                    <a:pt x="593" y="1044"/>
                    <a:pt x="593" y="1044"/>
                    <a:pt x="593" y="1044"/>
                  </a:cubicBezTo>
                  <a:cubicBezTo>
                    <a:pt x="593" y="1045"/>
                    <a:pt x="593" y="1045"/>
                    <a:pt x="593" y="1045"/>
                  </a:cubicBezTo>
                  <a:cubicBezTo>
                    <a:pt x="593" y="1047"/>
                    <a:pt x="593" y="1047"/>
                    <a:pt x="593" y="1047"/>
                  </a:cubicBezTo>
                  <a:cubicBezTo>
                    <a:pt x="595" y="1051"/>
                    <a:pt x="595" y="1051"/>
                    <a:pt x="595" y="1051"/>
                  </a:cubicBezTo>
                  <a:cubicBezTo>
                    <a:pt x="595" y="1053"/>
                    <a:pt x="595" y="1053"/>
                    <a:pt x="595" y="1053"/>
                  </a:cubicBezTo>
                  <a:cubicBezTo>
                    <a:pt x="594" y="1054"/>
                    <a:pt x="594" y="1054"/>
                    <a:pt x="594" y="1054"/>
                  </a:cubicBezTo>
                  <a:cubicBezTo>
                    <a:pt x="594" y="1056"/>
                    <a:pt x="594" y="1056"/>
                    <a:pt x="594" y="1056"/>
                  </a:cubicBezTo>
                  <a:cubicBezTo>
                    <a:pt x="596" y="1058"/>
                    <a:pt x="596" y="1058"/>
                    <a:pt x="596" y="1058"/>
                  </a:cubicBezTo>
                  <a:cubicBezTo>
                    <a:pt x="596" y="1060"/>
                    <a:pt x="596" y="1060"/>
                    <a:pt x="596" y="1060"/>
                  </a:cubicBezTo>
                  <a:cubicBezTo>
                    <a:pt x="595" y="1062"/>
                    <a:pt x="595" y="1062"/>
                    <a:pt x="595" y="1062"/>
                  </a:cubicBezTo>
                  <a:cubicBezTo>
                    <a:pt x="595" y="1063"/>
                    <a:pt x="595" y="1063"/>
                    <a:pt x="595" y="1063"/>
                  </a:cubicBezTo>
                  <a:cubicBezTo>
                    <a:pt x="596" y="1064"/>
                    <a:pt x="596" y="1064"/>
                    <a:pt x="596" y="1064"/>
                  </a:cubicBezTo>
                  <a:cubicBezTo>
                    <a:pt x="596" y="1065"/>
                    <a:pt x="596" y="1065"/>
                    <a:pt x="596" y="1065"/>
                  </a:cubicBezTo>
                  <a:cubicBezTo>
                    <a:pt x="595" y="1067"/>
                    <a:pt x="595" y="1067"/>
                    <a:pt x="595" y="1067"/>
                  </a:cubicBezTo>
                  <a:cubicBezTo>
                    <a:pt x="596" y="1068"/>
                    <a:pt x="596" y="1068"/>
                    <a:pt x="596" y="1068"/>
                  </a:cubicBezTo>
                  <a:cubicBezTo>
                    <a:pt x="597" y="1070"/>
                    <a:pt x="597" y="1070"/>
                    <a:pt x="597" y="1070"/>
                  </a:cubicBezTo>
                  <a:cubicBezTo>
                    <a:pt x="598" y="1071"/>
                    <a:pt x="598" y="1071"/>
                    <a:pt x="598" y="1071"/>
                  </a:cubicBezTo>
                  <a:cubicBezTo>
                    <a:pt x="597" y="1072"/>
                    <a:pt x="597" y="1072"/>
                    <a:pt x="597" y="1072"/>
                  </a:cubicBezTo>
                  <a:cubicBezTo>
                    <a:pt x="596" y="1072"/>
                    <a:pt x="596" y="1072"/>
                    <a:pt x="596" y="1072"/>
                  </a:cubicBezTo>
                  <a:cubicBezTo>
                    <a:pt x="595" y="1074"/>
                    <a:pt x="595" y="1074"/>
                    <a:pt x="595" y="1074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6"/>
                    <a:pt x="595" y="1076"/>
                    <a:pt x="595" y="1076"/>
                  </a:cubicBezTo>
                  <a:cubicBezTo>
                    <a:pt x="595" y="1077"/>
                    <a:pt x="595" y="1077"/>
                    <a:pt x="595" y="1077"/>
                  </a:cubicBezTo>
                  <a:cubicBezTo>
                    <a:pt x="594" y="1078"/>
                    <a:pt x="594" y="1078"/>
                    <a:pt x="594" y="1078"/>
                  </a:cubicBezTo>
                  <a:cubicBezTo>
                    <a:pt x="594" y="1080"/>
                    <a:pt x="594" y="1080"/>
                    <a:pt x="594" y="1080"/>
                  </a:cubicBezTo>
                  <a:cubicBezTo>
                    <a:pt x="594" y="1082"/>
                    <a:pt x="594" y="1082"/>
                    <a:pt x="594" y="1082"/>
                  </a:cubicBezTo>
                  <a:cubicBezTo>
                    <a:pt x="593" y="1083"/>
                    <a:pt x="593" y="1083"/>
                    <a:pt x="593" y="1083"/>
                  </a:cubicBezTo>
                  <a:cubicBezTo>
                    <a:pt x="593" y="1084"/>
                    <a:pt x="593" y="1084"/>
                    <a:pt x="593" y="1084"/>
                  </a:cubicBezTo>
                  <a:cubicBezTo>
                    <a:pt x="593" y="1085"/>
                    <a:pt x="593" y="1085"/>
                    <a:pt x="593" y="1085"/>
                  </a:cubicBezTo>
                  <a:cubicBezTo>
                    <a:pt x="593" y="1087"/>
                    <a:pt x="593" y="1087"/>
                    <a:pt x="593" y="1087"/>
                  </a:cubicBezTo>
                  <a:cubicBezTo>
                    <a:pt x="592" y="1088"/>
                    <a:pt x="592" y="1088"/>
                    <a:pt x="592" y="1088"/>
                  </a:cubicBezTo>
                  <a:cubicBezTo>
                    <a:pt x="592" y="1089"/>
                    <a:pt x="592" y="1089"/>
                    <a:pt x="592" y="1089"/>
                  </a:cubicBezTo>
                  <a:cubicBezTo>
                    <a:pt x="592" y="1090"/>
                    <a:pt x="592" y="1090"/>
                    <a:pt x="592" y="1090"/>
                  </a:cubicBezTo>
                  <a:cubicBezTo>
                    <a:pt x="591" y="1091"/>
                    <a:pt x="591" y="1091"/>
                    <a:pt x="591" y="1091"/>
                  </a:cubicBezTo>
                  <a:cubicBezTo>
                    <a:pt x="591" y="1093"/>
                    <a:pt x="591" y="1093"/>
                    <a:pt x="591" y="1093"/>
                  </a:cubicBezTo>
                  <a:cubicBezTo>
                    <a:pt x="591" y="1094"/>
                    <a:pt x="591" y="1094"/>
                    <a:pt x="591" y="1094"/>
                  </a:cubicBezTo>
                  <a:cubicBezTo>
                    <a:pt x="590" y="1094"/>
                    <a:pt x="590" y="1094"/>
                    <a:pt x="590" y="1094"/>
                  </a:cubicBezTo>
                  <a:cubicBezTo>
                    <a:pt x="590" y="1096"/>
                    <a:pt x="590" y="1096"/>
                    <a:pt x="590" y="1096"/>
                  </a:cubicBezTo>
                  <a:cubicBezTo>
                    <a:pt x="590" y="1097"/>
                    <a:pt x="590" y="1097"/>
                    <a:pt x="590" y="1097"/>
                  </a:cubicBezTo>
                  <a:cubicBezTo>
                    <a:pt x="590" y="1098"/>
                    <a:pt x="590" y="1098"/>
                    <a:pt x="590" y="1098"/>
                  </a:cubicBezTo>
                  <a:cubicBezTo>
                    <a:pt x="590" y="1099"/>
                    <a:pt x="590" y="1099"/>
                    <a:pt x="590" y="1099"/>
                  </a:cubicBezTo>
                  <a:cubicBezTo>
                    <a:pt x="590" y="1100"/>
                    <a:pt x="590" y="1100"/>
                    <a:pt x="590" y="1100"/>
                  </a:cubicBezTo>
                  <a:cubicBezTo>
                    <a:pt x="590" y="1101"/>
                    <a:pt x="590" y="1101"/>
                    <a:pt x="590" y="1101"/>
                  </a:cubicBezTo>
                  <a:cubicBezTo>
                    <a:pt x="589" y="1101"/>
                    <a:pt x="589" y="1101"/>
                    <a:pt x="589" y="1101"/>
                  </a:cubicBezTo>
                  <a:cubicBezTo>
                    <a:pt x="588" y="1101"/>
                    <a:pt x="588" y="1101"/>
                    <a:pt x="588" y="1101"/>
                  </a:cubicBezTo>
                  <a:cubicBezTo>
                    <a:pt x="586" y="1101"/>
                    <a:pt x="586" y="1101"/>
                    <a:pt x="586" y="1101"/>
                  </a:cubicBezTo>
                  <a:cubicBezTo>
                    <a:pt x="586" y="1102"/>
                    <a:pt x="586" y="1102"/>
                    <a:pt x="586" y="1102"/>
                  </a:cubicBezTo>
                  <a:cubicBezTo>
                    <a:pt x="587" y="1104"/>
                    <a:pt x="587" y="1104"/>
                    <a:pt x="587" y="1104"/>
                  </a:cubicBezTo>
                  <a:cubicBezTo>
                    <a:pt x="587" y="1106"/>
                    <a:pt x="587" y="1106"/>
                    <a:pt x="587" y="1106"/>
                  </a:cubicBezTo>
                  <a:cubicBezTo>
                    <a:pt x="588" y="1108"/>
                    <a:pt x="588" y="1108"/>
                    <a:pt x="588" y="1108"/>
                  </a:cubicBezTo>
                  <a:cubicBezTo>
                    <a:pt x="589" y="1109"/>
                    <a:pt x="589" y="1109"/>
                    <a:pt x="589" y="1109"/>
                  </a:cubicBezTo>
                  <a:cubicBezTo>
                    <a:pt x="589" y="1110"/>
                    <a:pt x="589" y="1110"/>
                    <a:pt x="589" y="1110"/>
                  </a:cubicBezTo>
                  <a:cubicBezTo>
                    <a:pt x="589" y="1113"/>
                    <a:pt x="589" y="1113"/>
                    <a:pt x="589" y="1113"/>
                  </a:cubicBezTo>
                  <a:cubicBezTo>
                    <a:pt x="591" y="1116"/>
                    <a:pt x="591" y="1116"/>
                    <a:pt x="591" y="1116"/>
                  </a:cubicBezTo>
                  <a:cubicBezTo>
                    <a:pt x="592" y="1117"/>
                    <a:pt x="592" y="1117"/>
                    <a:pt x="592" y="1117"/>
                  </a:cubicBezTo>
                  <a:cubicBezTo>
                    <a:pt x="593" y="1118"/>
                    <a:pt x="593" y="1118"/>
                    <a:pt x="593" y="1118"/>
                  </a:cubicBezTo>
                  <a:cubicBezTo>
                    <a:pt x="593" y="1120"/>
                    <a:pt x="593" y="1120"/>
                    <a:pt x="593" y="1120"/>
                  </a:cubicBezTo>
                  <a:cubicBezTo>
                    <a:pt x="592" y="1123"/>
                    <a:pt x="592" y="1123"/>
                    <a:pt x="592" y="1123"/>
                  </a:cubicBezTo>
                  <a:cubicBezTo>
                    <a:pt x="591" y="1124"/>
                    <a:pt x="591" y="1124"/>
                    <a:pt x="591" y="1124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2" y="1125"/>
                    <a:pt x="592" y="1125"/>
                    <a:pt x="592" y="1125"/>
                  </a:cubicBezTo>
                  <a:cubicBezTo>
                    <a:pt x="590" y="1125"/>
                    <a:pt x="590" y="1125"/>
                    <a:pt x="590" y="1125"/>
                  </a:cubicBezTo>
                  <a:cubicBezTo>
                    <a:pt x="590" y="1127"/>
                    <a:pt x="590" y="1127"/>
                    <a:pt x="590" y="1127"/>
                  </a:cubicBezTo>
                  <a:cubicBezTo>
                    <a:pt x="590" y="1129"/>
                    <a:pt x="590" y="1129"/>
                    <a:pt x="590" y="1129"/>
                  </a:cubicBezTo>
                  <a:cubicBezTo>
                    <a:pt x="591" y="1130"/>
                    <a:pt x="591" y="1130"/>
                    <a:pt x="591" y="1130"/>
                  </a:cubicBezTo>
                  <a:cubicBezTo>
                    <a:pt x="590" y="1132"/>
                    <a:pt x="590" y="1132"/>
                    <a:pt x="590" y="1132"/>
                  </a:cubicBezTo>
                  <a:cubicBezTo>
                    <a:pt x="590" y="1134"/>
                    <a:pt x="590" y="1134"/>
                    <a:pt x="590" y="1134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5"/>
                    <a:pt x="590" y="1135"/>
                    <a:pt x="590" y="1135"/>
                  </a:cubicBezTo>
                  <a:cubicBezTo>
                    <a:pt x="590" y="1136"/>
                    <a:pt x="590" y="1136"/>
                    <a:pt x="590" y="1136"/>
                  </a:cubicBezTo>
                  <a:cubicBezTo>
                    <a:pt x="590" y="1137"/>
                    <a:pt x="590" y="1137"/>
                    <a:pt x="590" y="1137"/>
                  </a:cubicBezTo>
                  <a:cubicBezTo>
                    <a:pt x="593" y="1141"/>
                    <a:pt x="593" y="1141"/>
                    <a:pt x="593" y="1141"/>
                  </a:cubicBezTo>
                  <a:cubicBezTo>
                    <a:pt x="594" y="1142"/>
                    <a:pt x="594" y="1142"/>
                    <a:pt x="594" y="1142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4" y="1143"/>
                    <a:pt x="594" y="1143"/>
                    <a:pt x="594" y="1143"/>
                  </a:cubicBezTo>
                  <a:cubicBezTo>
                    <a:pt x="591" y="1143"/>
                    <a:pt x="591" y="1143"/>
                    <a:pt x="591" y="1143"/>
                  </a:cubicBezTo>
                  <a:cubicBezTo>
                    <a:pt x="590" y="1144"/>
                    <a:pt x="590" y="1144"/>
                    <a:pt x="590" y="1144"/>
                  </a:cubicBezTo>
                  <a:cubicBezTo>
                    <a:pt x="590" y="1145"/>
                    <a:pt x="590" y="1145"/>
                    <a:pt x="590" y="1145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6"/>
                    <a:pt x="590" y="1146"/>
                    <a:pt x="590" y="1146"/>
                  </a:cubicBezTo>
                  <a:cubicBezTo>
                    <a:pt x="590" y="1147"/>
                    <a:pt x="590" y="1147"/>
                    <a:pt x="590" y="1147"/>
                  </a:cubicBezTo>
                  <a:cubicBezTo>
                    <a:pt x="589" y="1149"/>
                    <a:pt x="589" y="1149"/>
                    <a:pt x="589" y="1149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0" y="1150"/>
                    <a:pt x="590" y="1150"/>
                    <a:pt x="590" y="1150"/>
                  </a:cubicBezTo>
                  <a:cubicBezTo>
                    <a:pt x="591" y="1152"/>
                    <a:pt x="591" y="1152"/>
                    <a:pt x="591" y="1152"/>
                  </a:cubicBezTo>
                  <a:cubicBezTo>
                    <a:pt x="591" y="1156"/>
                    <a:pt x="591" y="1156"/>
                    <a:pt x="591" y="1156"/>
                  </a:cubicBezTo>
                  <a:cubicBezTo>
                    <a:pt x="590" y="1158"/>
                    <a:pt x="590" y="1158"/>
                    <a:pt x="590" y="1158"/>
                  </a:cubicBezTo>
                  <a:cubicBezTo>
                    <a:pt x="592" y="1159"/>
                    <a:pt x="592" y="1159"/>
                    <a:pt x="592" y="1159"/>
                  </a:cubicBezTo>
                  <a:cubicBezTo>
                    <a:pt x="596" y="1159"/>
                    <a:pt x="596" y="1159"/>
                    <a:pt x="596" y="1159"/>
                  </a:cubicBezTo>
                  <a:cubicBezTo>
                    <a:pt x="596" y="1157"/>
                    <a:pt x="596" y="1157"/>
                    <a:pt x="596" y="1157"/>
                  </a:cubicBezTo>
                  <a:cubicBezTo>
                    <a:pt x="595" y="1156"/>
                    <a:pt x="595" y="1156"/>
                    <a:pt x="595" y="1156"/>
                  </a:cubicBezTo>
                  <a:cubicBezTo>
                    <a:pt x="596" y="1156"/>
                    <a:pt x="596" y="1156"/>
                    <a:pt x="596" y="1156"/>
                  </a:cubicBezTo>
                  <a:cubicBezTo>
                    <a:pt x="597" y="1156"/>
                    <a:pt x="597" y="1156"/>
                    <a:pt x="597" y="1156"/>
                  </a:cubicBezTo>
                  <a:cubicBezTo>
                    <a:pt x="598" y="1155"/>
                    <a:pt x="598" y="1155"/>
                    <a:pt x="598" y="1155"/>
                  </a:cubicBezTo>
                  <a:cubicBezTo>
                    <a:pt x="596" y="1154"/>
                    <a:pt x="596" y="1154"/>
                    <a:pt x="596" y="1154"/>
                  </a:cubicBezTo>
                  <a:cubicBezTo>
                    <a:pt x="597" y="1153"/>
                    <a:pt x="597" y="1153"/>
                    <a:pt x="597" y="1153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5" y="1151"/>
                    <a:pt x="595" y="1151"/>
                    <a:pt x="595" y="1151"/>
                  </a:cubicBezTo>
                  <a:cubicBezTo>
                    <a:pt x="597" y="1152"/>
                    <a:pt x="597" y="1152"/>
                    <a:pt x="597" y="1152"/>
                  </a:cubicBezTo>
                  <a:cubicBezTo>
                    <a:pt x="597" y="1151"/>
                    <a:pt x="597" y="1151"/>
                    <a:pt x="597" y="1151"/>
                  </a:cubicBezTo>
                  <a:cubicBezTo>
                    <a:pt x="597" y="1150"/>
                    <a:pt x="597" y="1150"/>
                    <a:pt x="597" y="1150"/>
                  </a:cubicBezTo>
                  <a:cubicBezTo>
                    <a:pt x="597" y="1148"/>
                    <a:pt x="597" y="1148"/>
                    <a:pt x="597" y="1148"/>
                  </a:cubicBezTo>
                  <a:cubicBezTo>
                    <a:pt x="596" y="1147"/>
                    <a:pt x="596" y="1147"/>
                    <a:pt x="596" y="1147"/>
                  </a:cubicBezTo>
                  <a:cubicBezTo>
                    <a:pt x="597" y="1145"/>
                    <a:pt x="597" y="1145"/>
                    <a:pt x="597" y="1145"/>
                  </a:cubicBezTo>
                  <a:cubicBezTo>
                    <a:pt x="595" y="1144"/>
                    <a:pt x="595" y="1144"/>
                    <a:pt x="595" y="1144"/>
                  </a:cubicBezTo>
                  <a:cubicBezTo>
                    <a:pt x="597" y="1144"/>
                    <a:pt x="597" y="1144"/>
                    <a:pt x="597" y="1144"/>
                  </a:cubicBezTo>
                  <a:cubicBezTo>
                    <a:pt x="599" y="1144"/>
                    <a:pt x="599" y="1144"/>
                    <a:pt x="599" y="1144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599" y="1141"/>
                    <a:pt x="599" y="1141"/>
                    <a:pt x="599" y="1141"/>
                  </a:cubicBezTo>
                  <a:cubicBezTo>
                    <a:pt x="600" y="1141"/>
                    <a:pt x="600" y="1141"/>
                    <a:pt x="600" y="1141"/>
                  </a:cubicBezTo>
                  <a:cubicBezTo>
                    <a:pt x="601" y="1143"/>
                    <a:pt x="601" y="1143"/>
                    <a:pt x="601" y="1143"/>
                  </a:cubicBezTo>
                  <a:cubicBezTo>
                    <a:pt x="600" y="1144"/>
                    <a:pt x="600" y="1144"/>
                    <a:pt x="600" y="1144"/>
                  </a:cubicBezTo>
                  <a:cubicBezTo>
                    <a:pt x="600" y="1145"/>
                    <a:pt x="600" y="1145"/>
                    <a:pt x="600" y="1145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6"/>
                    <a:pt x="602" y="1146"/>
                    <a:pt x="602" y="1146"/>
                  </a:cubicBezTo>
                  <a:cubicBezTo>
                    <a:pt x="602" y="1147"/>
                    <a:pt x="602" y="1147"/>
                    <a:pt x="602" y="1147"/>
                  </a:cubicBezTo>
                  <a:cubicBezTo>
                    <a:pt x="601" y="1147"/>
                    <a:pt x="601" y="1147"/>
                    <a:pt x="601" y="1147"/>
                  </a:cubicBezTo>
                  <a:cubicBezTo>
                    <a:pt x="600" y="1148"/>
                    <a:pt x="600" y="1148"/>
                    <a:pt x="600" y="1148"/>
                  </a:cubicBezTo>
                  <a:cubicBezTo>
                    <a:pt x="601" y="1149"/>
                    <a:pt x="601" y="1149"/>
                    <a:pt x="601" y="1149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2" y="1150"/>
                    <a:pt x="602" y="1150"/>
                    <a:pt x="602" y="1150"/>
                  </a:cubicBezTo>
                  <a:cubicBezTo>
                    <a:pt x="601" y="1151"/>
                    <a:pt x="601" y="1151"/>
                    <a:pt x="601" y="1151"/>
                  </a:cubicBezTo>
                  <a:cubicBezTo>
                    <a:pt x="601" y="1154"/>
                    <a:pt x="601" y="1154"/>
                    <a:pt x="601" y="1154"/>
                  </a:cubicBezTo>
                  <a:cubicBezTo>
                    <a:pt x="602" y="1154"/>
                    <a:pt x="602" y="1154"/>
                    <a:pt x="602" y="1154"/>
                  </a:cubicBezTo>
                  <a:cubicBezTo>
                    <a:pt x="601" y="1155"/>
                    <a:pt x="601" y="1155"/>
                    <a:pt x="601" y="1155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1" y="1157"/>
                    <a:pt x="601" y="1157"/>
                    <a:pt x="601" y="1157"/>
                  </a:cubicBezTo>
                  <a:cubicBezTo>
                    <a:pt x="600" y="1158"/>
                    <a:pt x="600" y="1158"/>
                    <a:pt x="600" y="1158"/>
                  </a:cubicBezTo>
                  <a:cubicBezTo>
                    <a:pt x="600" y="1160"/>
                    <a:pt x="600" y="1160"/>
                    <a:pt x="600" y="1160"/>
                  </a:cubicBezTo>
                  <a:cubicBezTo>
                    <a:pt x="602" y="1160"/>
                    <a:pt x="602" y="1160"/>
                    <a:pt x="602" y="1160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601" y="1161"/>
                    <a:pt x="601" y="1161"/>
                    <a:pt x="601" y="1161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597" y="1162"/>
                    <a:pt x="597" y="1162"/>
                    <a:pt x="597" y="1162"/>
                  </a:cubicBezTo>
                  <a:cubicBezTo>
                    <a:pt x="598" y="1162"/>
                    <a:pt x="598" y="1162"/>
                    <a:pt x="598" y="1162"/>
                  </a:cubicBezTo>
                  <a:cubicBezTo>
                    <a:pt x="594" y="1161"/>
                    <a:pt x="594" y="1161"/>
                    <a:pt x="594" y="1161"/>
                  </a:cubicBezTo>
                  <a:cubicBezTo>
                    <a:pt x="593" y="1162"/>
                    <a:pt x="593" y="1162"/>
                    <a:pt x="593" y="1162"/>
                  </a:cubicBezTo>
                  <a:cubicBezTo>
                    <a:pt x="594" y="1164"/>
                    <a:pt x="594" y="1164"/>
                    <a:pt x="594" y="1164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4" y="1165"/>
                    <a:pt x="594" y="1165"/>
                    <a:pt x="594" y="1165"/>
                  </a:cubicBezTo>
                  <a:cubicBezTo>
                    <a:pt x="593" y="1165"/>
                    <a:pt x="593" y="1165"/>
                    <a:pt x="593" y="1165"/>
                  </a:cubicBezTo>
                  <a:cubicBezTo>
                    <a:pt x="592" y="1167"/>
                    <a:pt x="592" y="1167"/>
                    <a:pt x="592" y="1167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8"/>
                    <a:pt x="592" y="1168"/>
                    <a:pt x="592" y="1168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2" y="1169"/>
                    <a:pt x="592" y="1169"/>
                    <a:pt x="592" y="1169"/>
                  </a:cubicBezTo>
                  <a:cubicBezTo>
                    <a:pt x="591" y="1168"/>
                    <a:pt x="591" y="1168"/>
                    <a:pt x="591" y="1168"/>
                  </a:cubicBezTo>
                  <a:cubicBezTo>
                    <a:pt x="590" y="1170"/>
                    <a:pt x="590" y="1170"/>
                    <a:pt x="590" y="1170"/>
                  </a:cubicBezTo>
                  <a:cubicBezTo>
                    <a:pt x="591" y="1172"/>
                    <a:pt x="591" y="1172"/>
                    <a:pt x="591" y="1172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2" y="1171"/>
                    <a:pt x="592" y="1171"/>
                    <a:pt x="592" y="1171"/>
                  </a:cubicBezTo>
                  <a:cubicBezTo>
                    <a:pt x="593" y="1171"/>
                    <a:pt x="593" y="1171"/>
                    <a:pt x="593" y="1171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3" y="1172"/>
                  </a:cubicBezTo>
                  <a:cubicBezTo>
                    <a:pt x="593" y="1172"/>
                    <a:pt x="593" y="1172"/>
                    <a:pt x="594" y="1173"/>
                  </a:cubicBezTo>
                  <a:cubicBezTo>
                    <a:pt x="595" y="1173"/>
                    <a:pt x="595" y="1173"/>
                    <a:pt x="595" y="1173"/>
                  </a:cubicBezTo>
                  <a:cubicBezTo>
                    <a:pt x="595" y="1172"/>
                    <a:pt x="595" y="1172"/>
                    <a:pt x="595" y="1172"/>
                  </a:cubicBezTo>
                  <a:cubicBezTo>
                    <a:pt x="597" y="1172"/>
                    <a:pt x="597" y="1172"/>
                    <a:pt x="597" y="1172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8" y="1171"/>
                    <a:pt x="598" y="1171"/>
                    <a:pt x="598" y="1171"/>
                  </a:cubicBezTo>
                  <a:cubicBezTo>
                    <a:pt x="599" y="1171"/>
                    <a:pt x="599" y="1171"/>
                    <a:pt x="599" y="1171"/>
                  </a:cubicBezTo>
                  <a:cubicBezTo>
                    <a:pt x="599" y="1172"/>
                    <a:pt x="599" y="1172"/>
                    <a:pt x="599" y="1172"/>
                  </a:cubicBezTo>
                  <a:cubicBezTo>
                    <a:pt x="600" y="1174"/>
                    <a:pt x="600" y="1174"/>
                    <a:pt x="600" y="1174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3" y="1173"/>
                    <a:pt x="603" y="1173"/>
                    <a:pt x="603" y="1173"/>
                  </a:cubicBezTo>
                  <a:cubicBezTo>
                    <a:pt x="602" y="1173"/>
                    <a:pt x="602" y="1173"/>
                    <a:pt x="602" y="1173"/>
                  </a:cubicBezTo>
                  <a:cubicBezTo>
                    <a:pt x="601" y="1173"/>
                    <a:pt x="601" y="1173"/>
                    <a:pt x="601" y="1173"/>
                  </a:cubicBezTo>
                  <a:cubicBezTo>
                    <a:pt x="601" y="1175"/>
                    <a:pt x="601" y="1175"/>
                    <a:pt x="601" y="1175"/>
                  </a:cubicBezTo>
                  <a:cubicBezTo>
                    <a:pt x="602" y="1177"/>
                    <a:pt x="602" y="1177"/>
                    <a:pt x="602" y="1177"/>
                  </a:cubicBezTo>
                  <a:cubicBezTo>
                    <a:pt x="601" y="1177"/>
                    <a:pt x="601" y="1177"/>
                    <a:pt x="601" y="1177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79"/>
                    <a:pt x="601" y="1179"/>
                    <a:pt x="601" y="1179"/>
                  </a:cubicBezTo>
                  <a:cubicBezTo>
                    <a:pt x="601" y="1180"/>
                    <a:pt x="601" y="1180"/>
                    <a:pt x="601" y="1180"/>
                  </a:cubicBezTo>
                  <a:cubicBezTo>
                    <a:pt x="600" y="1182"/>
                    <a:pt x="600" y="1182"/>
                    <a:pt x="600" y="1182"/>
                  </a:cubicBezTo>
                  <a:cubicBezTo>
                    <a:pt x="600" y="1183"/>
                    <a:pt x="600" y="1183"/>
                    <a:pt x="600" y="1183"/>
                  </a:cubicBezTo>
                  <a:cubicBezTo>
                    <a:pt x="599" y="1183"/>
                    <a:pt x="599" y="1183"/>
                    <a:pt x="599" y="1183"/>
                  </a:cubicBezTo>
                  <a:cubicBezTo>
                    <a:pt x="598" y="1184"/>
                    <a:pt x="598" y="1184"/>
                    <a:pt x="598" y="1184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598" y="1181"/>
                    <a:pt x="598" y="1181"/>
                    <a:pt x="598" y="1181"/>
                  </a:cubicBezTo>
                  <a:cubicBezTo>
                    <a:pt x="600" y="1178"/>
                    <a:pt x="600" y="1178"/>
                    <a:pt x="600" y="1178"/>
                  </a:cubicBezTo>
                  <a:cubicBezTo>
                    <a:pt x="599" y="1178"/>
                    <a:pt x="599" y="1178"/>
                    <a:pt x="599" y="1178"/>
                  </a:cubicBezTo>
                  <a:cubicBezTo>
                    <a:pt x="600" y="1177"/>
                    <a:pt x="600" y="1177"/>
                    <a:pt x="600" y="1177"/>
                  </a:cubicBezTo>
                  <a:cubicBezTo>
                    <a:pt x="599" y="1174"/>
                    <a:pt x="599" y="1174"/>
                    <a:pt x="599" y="1174"/>
                  </a:cubicBezTo>
                  <a:cubicBezTo>
                    <a:pt x="598" y="1174"/>
                    <a:pt x="598" y="1174"/>
                    <a:pt x="598" y="1174"/>
                  </a:cubicBezTo>
                  <a:cubicBezTo>
                    <a:pt x="598" y="1173"/>
                    <a:pt x="598" y="1173"/>
                    <a:pt x="598" y="1173"/>
                  </a:cubicBezTo>
                  <a:cubicBezTo>
                    <a:pt x="596" y="1173"/>
                    <a:pt x="596" y="1173"/>
                    <a:pt x="596" y="1173"/>
                  </a:cubicBezTo>
                  <a:cubicBezTo>
                    <a:pt x="593" y="1174"/>
                    <a:pt x="593" y="1174"/>
                    <a:pt x="593" y="1174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5"/>
                    <a:pt x="595" y="1175"/>
                    <a:pt x="595" y="1175"/>
                  </a:cubicBezTo>
                  <a:cubicBezTo>
                    <a:pt x="595" y="1176"/>
                    <a:pt x="595" y="1176"/>
                    <a:pt x="595" y="1176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6" y="1177"/>
                    <a:pt x="596" y="1177"/>
                    <a:pt x="596" y="1177"/>
                  </a:cubicBezTo>
                  <a:cubicBezTo>
                    <a:pt x="594" y="1177"/>
                    <a:pt x="594" y="1177"/>
                    <a:pt x="594" y="1177"/>
                  </a:cubicBezTo>
                  <a:cubicBezTo>
                    <a:pt x="594" y="1178"/>
                    <a:pt x="594" y="1178"/>
                    <a:pt x="594" y="1178"/>
                  </a:cubicBezTo>
                  <a:cubicBezTo>
                    <a:pt x="594" y="1179"/>
                    <a:pt x="594" y="1179"/>
                    <a:pt x="594" y="1179"/>
                  </a:cubicBezTo>
                  <a:cubicBezTo>
                    <a:pt x="592" y="1179"/>
                    <a:pt x="592" y="1179"/>
                    <a:pt x="592" y="1179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2" y="1181"/>
                    <a:pt x="592" y="1181"/>
                    <a:pt x="592" y="1181"/>
                  </a:cubicBezTo>
                  <a:cubicBezTo>
                    <a:pt x="590" y="1181"/>
                    <a:pt x="590" y="1181"/>
                    <a:pt x="590" y="1181"/>
                  </a:cubicBezTo>
                  <a:cubicBezTo>
                    <a:pt x="590" y="1183"/>
                    <a:pt x="590" y="1183"/>
                    <a:pt x="590" y="1183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2" y="1185"/>
                    <a:pt x="592" y="1185"/>
                    <a:pt x="592" y="1185"/>
                  </a:cubicBezTo>
                  <a:cubicBezTo>
                    <a:pt x="591" y="1185"/>
                    <a:pt x="591" y="1185"/>
                    <a:pt x="591" y="1185"/>
                  </a:cubicBezTo>
                  <a:cubicBezTo>
                    <a:pt x="591" y="1187"/>
                    <a:pt x="591" y="1187"/>
                    <a:pt x="591" y="1187"/>
                  </a:cubicBezTo>
                  <a:cubicBezTo>
                    <a:pt x="590" y="1187"/>
                    <a:pt x="590" y="1187"/>
                    <a:pt x="590" y="1187"/>
                  </a:cubicBezTo>
                  <a:cubicBezTo>
                    <a:pt x="589" y="1188"/>
                    <a:pt x="589" y="1188"/>
                    <a:pt x="589" y="1188"/>
                  </a:cubicBezTo>
                  <a:cubicBezTo>
                    <a:pt x="587" y="1190"/>
                    <a:pt x="587" y="1190"/>
                    <a:pt x="587" y="1190"/>
                  </a:cubicBezTo>
                  <a:cubicBezTo>
                    <a:pt x="587" y="1191"/>
                    <a:pt x="587" y="1191"/>
                    <a:pt x="587" y="1191"/>
                  </a:cubicBezTo>
                  <a:cubicBezTo>
                    <a:pt x="589" y="1194"/>
                    <a:pt x="589" y="1194"/>
                    <a:pt x="589" y="1194"/>
                  </a:cubicBezTo>
                  <a:cubicBezTo>
                    <a:pt x="591" y="1194"/>
                    <a:pt x="591" y="1194"/>
                    <a:pt x="591" y="1194"/>
                  </a:cubicBezTo>
                  <a:cubicBezTo>
                    <a:pt x="592" y="1193"/>
                    <a:pt x="592" y="1193"/>
                    <a:pt x="592" y="1193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0" y="1191"/>
                    <a:pt x="590" y="1191"/>
                    <a:pt x="590" y="1191"/>
                  </a:cubicBezTo>
                  <a:cubicBezTo>
                    <a:pt x="591" y="1190"/>
                    <a:pt x="591" y="1190"/>
                    <a:pt x="591" y="1190"/>
                  </a:cubicBezTo>
                  <a:cubicBezTo>
                    <a:pt x="592" y="1190"/>
                    <a:pt x="592" y="1190"/>
                    <a:pt x="592" y="1190"/>
                  </a:cubicBezTo>
                  <a:cubicBezTo>
                    <a:pt x="592" y="1191"/>
                    <a:pt x="592" y="1191"/>
                    <a:pt x="592" y="1191"/>
                  </a:cubicBezTo>
                  <a:cubicBezTo>
                    <a:pt x="594" y="1192"/>
                    <a:pt x="594" y="1192"/>
                    <a:pt x="594" y="1192"/>
                  </a:cubicBezTo>
                  <a:cubicBezTo>
                    <a:pt x="596" y="1192"/>
                    <a:pt x="596" y="1192"/>
                    <a:pt x="596" y="1192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7" y="1191"/>
                    <a:pt x="597" y="1191"/>
                    <a:pt x="597" y="1191"/>
                  </a:cubicBezTo>
                  <a:cubicBezTo>
                    <a:pt x="598" y="1192"/>
                    <a:pt x="598" y="1192"/>
                    <a:pt x="598" y="1192"/>
                  </a:cubicBezTo>
                  <a:cubicBezTo>
                    <a:pt x="600" y="1193"/>
                    <a:pt x="600" y="1193"/>
                    <a:pt x="600" y="1193"/>
                  </a:cubicBezTo>
                  <a:cubicBezTo>
                    <a:pt x="599" y="1194"/>
                    <a:pt x="599" y="1194"/>
                    <a:pt x="599" y="1194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9" y="1195"/>
                    <a:pt x="599" y="1195"/>
                    <a:pt x="599" y="1195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8" y="1197"/>
                    <a:pt x="598" y="1197"/>
                    <a:pt x="598" y="1197"/>
                  </a:cubicBezTo>
                  <a:cubicBezTo>
                    <a:pt x="597" y="1197"/>
                    <a:pt x="597" y="1197"/>
                    <a:pt x="597" y="1197"/>
                  </a:cubicBezTo>
                  <a:cubicBezTo>
                    <a:pt x="597" y="1199"/>
                    <a:pt x="597" y="1199"/>
                    <a:pt x="597" y="1199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9" y="1201"/>
                    <a:pt x="599" y="1201"/>
                    <a:pt x="599" y="1201"/>
                  </a:cubicBezTo>
                  <a:cubicBezTo>
                    <a:pt x="601" y="1202"/>
                    <a:pt x="601" y="1202"/>
                    <a:pt x="601" y="1202"/>
                  </a:cubicBezTo>
                  <a:cubicBezTo>
                    <a:pt x="600" y="1202"/>
                    <a:pt x="600" y="1202"/>
                    <a:pt x="600" y="1202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9" y="1204"/>
                    <a:pt x="599" y="1204"/>
                    <a:pt x="599" y="1204"/>
                  </a:cubicBezTo>
                  <a:cubicBezTo>
                    <a:pt x="598" y="1203"/>
                    <a:pt x="598" y="1203"/>
                    <a:pt x="598" y="1203"/>
                  </a:cubicBezTo>
                  <a:cubicBezTo>
                    <a:pt x="598" y="1200"/>
                    <a:pt x="598" y="1200"/>
                    <a:pt x="598" y="1200"/>
                  </a:cubicBezTo>
                  <a:cubicBezTo>
                    <a:pt x="596" y="1201"/>
                    <a:pt x="596" y="1201"/>
                    <a:pt x="596" y="1201"/>
                  </a:cubicBezTo>
                  <a:cubicBezTo>
                    <a:pt x="595" y="1202"/>
                    <a:pt x="595" y="1202"/>
                    <a:pt x="595" y="1202"/>
                  </a:cubicBezTo>
                  <a:cubicBezTo>
                    <a:pt x="594" y="1203"/>
                    <a:pt x="594" y="1203"/>
                    <a:pt x="594" y="1203"/>
                  </a:cubicBezTo>
                  <a:cubicBezTo>
                    <a:pt x="593" y="1203"/>
                    <a:pt x="593" y="1203"/>
                    <a:pt x="593" y="1203"/>
                  </a:cubicBezTo>
                  <a:cubicBezTo>
                    <a:pt x="592" y="1204"/>
                    <a:pt x="592" y="1204"/>
                    <a:pt x="592" y="1204"/>
                  </a:cubicBezTo>
                  <a:cubicBezTo>
                    <a:pt x="592" y="1205"/>
                    <a:pt x="592" y="1205"/>
                    <a:pt x="592" y="1205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07"/>
                    <a:pt x="592" y="1207"/>
                    <a:pt x="592" y="1207"/>
                  </a:cubicBezTo>
                  <a:cubicBezTo>
                    <a:pt x="592" y="1210"/>
                    <a:pt x="592" y="1210"/>
                    <a:pt x="592" y="1210"/>
                  </a:cubicBezTo>
                  <a:cubicBezTo>
                    <a:pt x="593" y="1210"/>
                    <a:pt x="593" y="1210"/>
                    <a:pt x="593" y="1210"/>
                  </a:cubicBezTo>
                  <a:cubicBezTo>
                    <a:pt x="593" y="1211"/>
                    <a:pt x="593" y="1211"/>
                    <a:pt x="593" y="1211"/>
                  </a:cubicBezTo>
                  <a:cubicBezTo>
                    <a:pt x="594" y="1211"/>
                    <a:pt x="594" y="1211"/>
                    <a:pt x="594" y="1211"/>
                  </a:cubicBezTo>
                  <a:cubicBezTo>
                    <a:pt x="593" y="1212"/>
                    <a:pt x="593" y="1212"/>
                    <a:pt x="593" y="1212"/>
                  </a:cubicBezTo>
                  <a:cubicBezTo>
                    <a:pt x="594" y="1215"/>
                    <a:pt x="594" y="1215"/>
                    <a:pt x="594" y="1215"/>
                  </a:cubicBezTo>
                  <a:cubicBezTo>
                    <a:pt x="594" y="1216"/>
                    <a:pt x="594" y="1216"/>
                    <a:pt x="594" y="1216"/>
                  </a:cubicBezTo>
                  <a:cubicBezTo>
                    <a:pt x="596" y="1217"/>
                    <a:pt x="596" y="1217"/>
                    <a:pt x="596" y="1217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4"/>
                    <a:pt x="597" y="1214"/>
                    <a:pt x="597" y="1214"/>
                  </a:cubicBezTo>
                  <a:cubicBezTo>
                    <a:pt x="597" y="1215"/>
                    <a:pt x="597" y="1215"/>
                    <a:pt x="597" y="1215"/>
                  </a:cubicBezTo>
                  <a:cubicBezTo>
                    <a:pt x="598" y="1216"/>
                    <a:pt x="598" y="1216"/>
                    <a:pt x="598" y="1216"/>
                  </a:cubicBezTo>
                  <a:cubicBezTo>
                    <a:pt x="596" y="1216"/>
                    <a:pt x="596" y="1216"/>
                    <a:pt x="596" y="1216"/>
                  </a:cubicBezTo>
                  <a:cubicBezTo>
                    <a:pt x="597" y="1218"/>
                    <a:pt x="597" y="1218"/>
                    <a:pt x="597" y="1218"/>
                  </a:cubicBezTo>
                  <a:cubicBezTo>
                    <a:pt x="594" y="1219"/>
                    <a:pt x="594" y="1219"/>
                    <a:pt x="594" y="1219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5" y="1221"/>
                    <a:pt x="595" y="1221"/>
                    <a:pt x="595" y="1221"/>
                  </a:cubicBezTo>
                  <a:cubicBezTo>
                    <a:pt x="596" y="1223"/>
                    <a:pt x="596" y="1223"/>
                    <a:pt x="596" y="1223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598" y="1221"/>
                    <a:pt x="598" y="1221"/>
                    <a:pt x="598" y="1221"/>
                  </a:cubicBezTo>
                  <a:cubicBezTo>
                    <a:pt x="598" y="1222"/>
                    <a:pt x="598" y="1222"/>
                    <a:pt x="598" y="1222"/>
                  </a:cubicBezTo>
                  <a:cubicBezTo>
                    <a:pt x="600" y="1223"/>
                    <a:pt x="600" y="1223"/>
                    <a:pt x="600" y="1223"/>
                  </a:cubicBezTo>
                  <a:cubicBezTo>
                    <a:pt x="601" y="1223"/>
                    <a:pt x="601" y="1223"/>
                    <a:pt x="601" y="1223"/>
                  </a:cubicBezTo>
                  <a:cubicBezTo>
                    <a:pt x="601" y="1224"/>
                    <a:pt x="601" y="1224"/>
                    <a:pt x="601" y="1224"/>
                  </a:cubicBezTo>
                  <a:cubicBezTo>
                    <a:pt x="602" y="1224"/>
                    <a:pt x="602" y="1224"/>
                    <a:pt x="602" y="1224"/>
                  </a:cubicBezTo>
                  <a:cubicBezTo>
                    <a:pt x="600" y="1224"/>
                    <a:pt x="600" y="1224"/>
                    <a:pt x="600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4"/>
                    <a:pt x="599" y="1224"/>
                    <a:pt x="599" y="1224"/>
                  </a:cubicBezTo>
                  <a:cubicBezTo>
                    <a:pt x="599" y="1225"/>
                    <a:pt x="599" y="1225"/>
                    <a:pt x="599" y="1225"/>
                  </a:cubicBezTo>
                  <a:cubicBezTo>
                    <a:pt x="598" y="1226"/>
                    <a:pt x="598" y="1226"/>
                    <a:pt x="598" y="1226"/>
                  </a:cubicBezTo>
                  <a:cubicBezTo>
                    <a:pt x="599" y="1227"/>
                    <a:pt x="599" y="1227"/>
                    <a:pt x="599" y="1227"/>
                  </a:cubicBezTo>
                  <a:cubicBezTo>
                    <a:pt x="599" y="1228"/>
                    <a:pt x="599" y="1228"/>
                    <a:pt x="599" y="1228"/>
                  </a:cubicBezTo>
                  <a:cubicBezTo>
                    <a:pt x="598" y="1228"/>
                    <a:pt x="598" y="1228"/>
                    <a:pt x="598" y="1228"/>
                  </a:cubicBezTo>
                  <a:cubicBezTo>
                    <a:pt x="598" y="1231"/>
                    <a:pt x="598" y="1231"/>
                    <a:pt x="598" y="1231"/>
                  </a:cubicBezTo>
                  <a:cubicBezTo>
                    <a:pt x="601" y="1229"/>
                    <a:pt x="601" y="1229"/>
                    <a:pt x="601" y="1229"/>
                  </a:cubicBezTo>
                  <a:cubicBezTo>
                    <a:pt x="601" y="1230"/>
                    <a:pt x="601" y="1230"/>
                    <a:pt x="601" y="1230"/>
                  </a:cubicBezTo>
                  <a:cubicBezTo>
                    <a:pt x="602" y="1233"/>
                    <a:pt x="602" y="1233"/>
                    <a:pt x="602" y="1233"/>
                  </a:cubicBezTo>
                  <a:cubicBezTo>
                    <a:pt x="603" y="1232"/>
                    <a:pt x="603" y="1232"/>
                    <a:pt x="603" y="1232"/>
                  </a:cubicBezTo>
                  <a:cubicBezTo>
                    <a:pt x="603" y="1233"/>
                    <a:pt x="603" y="1233"/>
                    <a:pt x="603" y="1233"/>
                  </a:cubicBezTo>
                  <a:cubicBezTo>
                    <a:pt x="604" y="1234"/>
                    <a:pt x="604" y="1234"/>
                    <a:pt x="604" y="1234"/>
                  </a:cubicBezTo>
                  <a:cubicBezTo>
                    <a:pt x="603" y="1234"/>
                    <a:pt x="603" y="1234"/>
                    <a:pt x="603" y="1234"/>
                  </a:cubicBezTo>
                  <a:cubicBezTo>
                    <a:pt x="601" y="1235"/>
                    <a:pt x="601" y="1235"/>
                    <a:pt x="601" y="1235"/>
                  </a:cubicBezTo>
                  <a:cubicBezTo>
                    <a:pt x="602" y="1236"/>
                    <a:pt x="602" y="1236"/>
                    <a:pt x="602" y="1236"/>
                  </a:cubicBezTo>
                  <a:cubicBezTo>
                    <a:pt x="602" y="1237"/>
                    <a:pt x="602" y="1237"/>
                    <a:pt x="602" y="1237"/>
                  </a:cubicBezTo>
                  <a:cubicBezTo>
                    <a:pt x="601" y="1238"/>
                    <a:pt x="601" y="1238"/>
                    <a:pt x="601" y="1238"/>
                  </a:cubicBezTo>
                  <a:cubicBezTo>
                    <a:pt x="602" y="1239"/>
                    <a:pt x="602" y="1239"/>
                    <a:pt x="602" y="1239"/>
                  </a:cubicBezTo>
                  <a:cubicBezTo>
                    <a:pt x="604" y="1239"/>
                    <a:pt x="604" y="1239"/>
                    <a:pt x="604" y="1239"/>
                  </a:cubicBezTo>
                  <a:cubicBezTo>
                    <a:pt x="606" y="1239"/>
                    <a:pt x="606" y="1239"/>
                    <a:pt x="606" y="1239"/>
                  </a:cubicBezTo>
                  <a:cubicBezTo>
                    <a:pt x="606" y="1238"/>
                    <a:pt x="606" y="1238"/>
                    <a:pt x="606" y="1238"/>
                  </a:cubicBezTo>
                  <a:cubicBezTo>
                    <a:pt x="608" y="1238"/>
                    <a:pt x="608" y="1238"/>
                    <a:pt x="608" y="1238"/>
                  </a:cubicBezTo>
                  <a:cubicBezTo>
                    <a:pt x="608" y="1237"/>
                    <a:pt x="608" y="1237"/>
                    <a:pt x="608" y="1237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6" y="1236"/>
                    <a:pt x="606" y="1236"/>
                    <a:pt x="606" y="1236"/>
                  </a:cubicBezTo>
                  <a:cubicBezTo>
                    <a:pt x="607" y="1234"/>
                    <a:pt x="607" y="1234"/>
                    <a:pt x="607" y="1234"/>
                  </a:cubicBezTo>
                  <a:cubicBezTo>
                    <a:pt x="606" y="1233"/>
                    <a:pt x="606" y="1233"/>
                    <a:pt x="606" y="1233"/>
                  </a:cubicBezTo>
                  <a:cubicBezTo>
                    <a:pt x="608" y="1234"/>
                    <a:pt x="608" y="1234"/>
                    <a:pt x="608" y="1234"/>
                  </a:cubicBezTo>
                  <a:cubicBezTo>
                    <a:pt x="608" y="1235"/>
                    <a:pt x="608" y="1235"/>
                    <a:pt x="608" y="1235"/>
                  </a:cubicBezTo>
                  <a:cubicBezTo>
                    <a:pt x="609" y="1235"/>
                    <a:pt x="609" y="1235"/>
                    <a:pt x="609" y="1235"/>
                  </a:cubicBezTo>
                  <a:cubicBezTo>
                    <a:pt x="610" y="1235"/>
                    <a:pt x="610" y="1235"/>
                    <a:pt x="610" y="1235"/>
                  </a:cubicBezTo>
                  <a:cubicBezTo>
                    <a:pt x="610" y="1236"/>
                    <a:pt x="610" y="1236"/>
                    <a:pt x="610" y="1236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2" y="1238"/>
                    <a:pt x="612" y="1238"/>
                    <a:pt x="612" y="1238"/>
                  </a:cubicBezTo>
                  <a:cubicBezTo>
                    <a:pt x="611" y="1238"/>
                    <a:pt x="611" y="1238"/>
                    <a:pt x="611" y="1238"/>
                  </a:cubicBezTo>
                  <a:cubicBezTo>
                    <a:pt x="610" y="1239"/>
                    <a:pt x="610" y="1239"/>
                    <a:pt x="610" y="1239"/>
                  </a:cubicBezTo>
                  <a:cubicBezTo>
                    <a:pt x="609" y="1239"/>
                    <a:pt x="609" y="1239"/>
                    <a:pt x="609" y="1239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9" y="1242"/>
                    <a:pt x="609" y="1242"/>
                    <a:pt x="609" y="1242"/>
                  </a:cubicBezTo>
                  <a:cubicBezTo>
                    <a:pt x="607" y="1240"/>
                    <a:pt x="607" y="1240"/>
                    <a:pt x="607" y="1240"/>
                  </a:cubicBezTo>
                  <a:cubicBezTo>
                    <a:pt x="607" y="1241"/>
                    <a:pt x="607" y="1241"/>
                    <a:pt x="607" y="1241"/>
                  </a:cubicBezTo>
                  <a:cubicBezTo>
                    <a:pt x="606" y="1240"/>
                    <a:pt x="606" y="1240"/>
                    <a:pt x="606" y="1240"/>
                  </a:cubicBezTo>
                  <a:cubicBezTo>
                    <a:pt x="604" y="1240"/>
                    <a:pt x="604" y="1240"/>
                    <a:pt x="604" y="1240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1"/>
                    <a:pt x="604" y="1241"/>
                    <a:pt x="604" y="1241"/>
                  </a:cubicBezTo>
                  <a:cubicBezTo>
                    <a:pt x="604" y="1243"/>
                    <a:pt x="604" y="1243"/>
                    <a:pt x="604" y="1243"/>
                  </a:cubicBezTo>
                  <a:cubicBezTo>
                    <a:pt x="604" y="1244"/>
                    <a:pt x="604" y="1244"/>
                    <a:pt x="604" y="1244"/>
                  </a:cubicBezTo>
                  <a:cubicBezTo>
                    <a:pt x="605" y="1245"/>
                    <a:pt x="605" y="1245"/>
                    <a:pt x="605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7"/>
                    <a:pt x="607" y="1247"/>
                    <a:pt x="607" y="1247"/>
                  </a:cubicBezTo>
                  <a:cubicBezTo>
                    <a:pt x="607" y="1249"/>
                    <a:pt x="607" y="1249"/>
                    <a:pt x="607" y="1249"/>
                  </a:cubicBezTo>
                  <a:cubicBezTo>
                    <a:pt x="609" y="1248"/>
                    <a:pt x="609" y="1248"/>
                    <a:pt x="609" y="1248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08" y="1245"/>
                    <a:pt x="608" y="1245"/>
                    <a:pt x="608" y="1245"/>
                  </a:cubicBezTo>
                  <a:cubicBezTo>
                    <a:pt x="609" y="1244"/>
                    <a:pt x="609" y="1244"/>
                    <a:pt x="609" y="1244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0" y="1245"/>
                    <a:pt x="610" y="1245"/>
                    <a:pt x="610" y="1245"/>
                  </a:cubicBezTo>
                  <a:cubicBezTo>
                    <a:pt x="611" y="1245"/>
                    <a:pt x="611" y="1245"/>
                    <a:pt x="611" y="1245"/>
                  </a:cubicBezTo>
                  <a:cubicBezTo>
                    <a:pt x="610" y="1246"/>
                    <a:pt x="610" y="1246"/>
                    <a:pt x="610" y="1246"/>
                  </a:cubicBezTo>
                  <a:cubicBezTo>
                    <a:pt x="611" y="1247"/>
                    <a:pt x="611" y="1247"/>
                    <a:pt x="611" y="1247"/>
                  </a:cubicBezTo>
                  <a:cubicBezTo>
                    <a:pt x="613" y="1249"/>
                    <a:pt x="613" y="1249"/>
                    <a:pt x="613" y="1249"/>
                  </a:cubicBezTo>
                  <a:cubicBezTo>
                    <a:pt x="612" y="1249"/>
                    <a:pt x="612" y="1249"/>
                    <a:pt x="612" y="1249"/>
                  </a:cubicBezTo>
                  <a:cubicBezTo>
                    <a:pt x="610" y="1250"/>
                    <a:pt x="610" y="1250"/>
                    <a:pt x="610" y="1250"/>
                  </a:cubicBezTo>
                  <a:cubicBezTo>
                    <a:pt x="611" y="1251"/>
                    <a:pt x="611" y="1251"/>
                    <a:pt x="611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3" y="1251"/>
                    <a:pt x="613" y="1251"/>
                    <a:pt x="613" y="1251"/>
                  </a:cubicBezTo>
                  <a:cubicBezTo>
                    <a:pt x="614" y="1252"/>
                    <a:pt x="614" y="1252"/>
                    <a:pt x="614" y="1252"/>
                  </a:cubicBezTo>
                  <a:cubicBezTo>
                    <a:pt x="615" y="1253"/>
                    <a:pt x="615" y="1253"/>
                    <a:pt x="615" y="1253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5" y="1252"/>
                    <a:pt x="615" y="1252"/>
                    <a:pt x="615" y="1252"/>
                  </a:cubicBezTo>
                  <a:cubicBezTo>
                    <a:pt x="617" y="1253"/>
                    <a:pt x="617" y="1253"/>
                    <a:pt x="617" y="1253"/>
                  </a:cubicBezTo>
                  <a:cubicBezTo>
                    <a:pt x="616" y="1253"/>
                    <a:pt x="616" y="1253"/>
                    <a:pt x="616" y="1253"/>
                  </a:cubicBezTo>
                  <a:cubicBezTo>
                    <a:pt x="617" y="1255"/>
                    <a:pt x="617" y="1255"/>
                    <a:pt x="617" y="1255"/>
                  </a:cubicBezTo>
                  <a:cubicBezTo>
                    <a:pt x="619" y="1255"/>
                    <a:pt x="619" y="1255"/>
                    <a:pt x="619" y="1255"/>
                  </a:cubicBezTo>
                  <a:cubicBezTo>
                    <a:pt x="621" y="1256"/>
                    <a:pt x="621" y="1256"/>
                    <a:pt x="621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6"/>
                    <a:pt x="622" y="1256"/>
                    <a:pt x="622" y="1256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7"/>
                    <a:pt x="622" y="1257"/>
                    <a:pt x="622" y="1257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4" y="1259"/>
                    <a:pt x="624" y="1259"/>
                    <a:pt x="624" y="1259"/>
                  </a:cubicBezTo>
                  <a:cubicBezTo>
                    <a:pt x="626" y="1260"/>
                    <a:pt x="626" y="1260"/>
                    <a:pt x="626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7" y="1260"/>
                    <a:pt x="627" y="1260"/>
                    <a:pt x="627" y="1260"/>
                  </a:cubicBezTo>
                  <a:cubicBezTo>
                    <a:pt x="628" y="1260"/>
                    <a:pt x="628" y="1260"/>
                    <a:pt x="628" y="1260"/>
                  </a:cubicBezTo>
                  <a:cubicBezTo>
                    <a:pt x="630" y="1262"/>
                    <a:pt x="630" y="1262"/>
                    <a:pt x="630" y="1262"/>
                  </a:cubicBezTo>
                  <a:cubicBezTo>
                    <a:pt x="629" y="1262"/>
                    <a:pt x="629" y="1262"/>
                    <a:pt x="629" y="1262"/>
                  </a:cubicBezTo>
                  <a:cubicBezTo>
                    <a:pt x="628" y="1262"/>
                    <a:pt x="628" y="1262"/>
                    <a:pt x="628" y="1262"/>
                  </a:cubicBezTo>
                  <a:cubicBezTo>
                    <a:pt x="627" y="1262"/>
                    <a:pt x="627" y="1262"/>
                    <a:pt x="627" y="1262"/>
                  </a:cubicBezTo>
                  <a:cubicBezTo>
                    <a:pt x="626" y="1261"/>
                    <a:pt x="626" y="1261"/>
                    <a:pt x="626" y="1261"/>
                  </a:cubicBezTo>
                  <a:cubicBezTo>
                    <a:pt x="624" y="1260"/>
                    <a:pt x="624" y="1260"/>
                    <a:pt x="624" y="1260"/>
                  </a:cubicBezTo>
                  <a:cubicBezTo>
                    <a:pt x="623" y="1260"/>
                    <a:pt x="623" y="1260"/>
                    <a:pt x="623" y="1260"/>
                  </a:cubicBezTo>
                  <a:cubicBezTo>
                    <a:pt x="623" y="1259"/>
                    <a:pt x="623" y="1259"/>
                    <a:pt x="623" y="1259"/>
                  </a:cubicBezTo>
                  <a:cubicBezTo>
                    <a:pt x="622" y="1258"/>
                    <a:pt x="622" y="1258"/>
                    <a:pt x="622" y="1258"/>
                  </a:cubicBezTo>
                  <a:cubicBezTo>
                    <a:pt x="621" y="1258"/>
                    <a:pt x="621" y="1258"/>
                    <a:pt x="621" y="1258"/>
                  </a:cubicBezTo>
                  <a:cubicBezTo>
                    <a:pt x="620" y="1257"/>
                    <a:pt x="620" y="1257"/>
                    <a:pt x="620" y="1257"/>
                  </a:cubicBezTo>
                  <a:cubicBezTo>
                    <a:pt x="619" y="1257"/>
                    <a:pt x="619" y="1257"/>
                    <a:pt x="619" y="1257"/>
                  </a:cubicBezTo>
                  <a:cubicBezTo>
                    <a:pt x="618" y="1257"/>
                    <a:pt x="618" y="1257"/>
                    <a:pt x="618" y="1257"/>
                  </a:cubicBezTo>
                  <a:cubicBezTo>
                    <a:pt x="616" y="1256"/>
                    <a:pt x="616" y="1256"/>
                    <a:pt x="616" y="1256"/>
                  </a:cubicBezTo>
                  <a:cubicBezTo>
                    <a:pt x="615" y="1255"/>
                    <a:pt x="615" y="1255"/>
                    <a:pt x="615" y="1255"/>
                  </a:cubicBezTo>
                  <a:cubicBezTo>
                    <a:pt x="614" y="1255"/>
                    <a:pt x="614" y="1255"/>
                    <a:pt x="614" y="1255"/>
                  </a:cubicBezTo>
                  <a:cubicBezTo>
                    <a:pt x="613" y="1255"/>
                    <a:pt x="613" y="1255"/>
                    <a:pt x="613" y="1255"/>
                  </a:cubicBezTo>
                  <a:cubicBezTo>
                    <a:pt x="612" y="1253"/>
                    <a:pt x="612" y="1253"/>
                    <a:pt x="612" y="1253"/>
                  </a:cubicBezTo>
                  <a:cubicBezTo>
                    <a:pt x="610" y="1252"/>
                    <a:pt x="610" y="1252"/>
                    <a:pt x="610" y="1252"/>
                  </a:cubicBezTo>
                  <a:cubicBezTo>
                    <a:pt x="609" y="1254"/>
                    <a:pt x="609" y="1254"/>
                    <a:pt x="609" y="1254"/>
                  </a:cubicBezTo>
                  <a:cubicBezTo>
                    <a:pt x="610" y="1255"/>
                    <a:pt x="610" y="1255"/>
                    <a:pt x="610" y="1255"/>
                  </a:cubicBezTo>
                  <a:cubicBezTo>
                    <a:pt x="611" y="1257"/>
                    <a:pt x="611" y="1257"/>
                    <a:pt x="611" y="1257"/>
                  </a:cubicBezTo>
                  <a:cubicBezTo>
                    <a:pt x="613" y="1258"/>
                    <a:pt x="613" y="1258"/>
                    <a:pt x="613" y="1258"/>
                  </a:cubicBezTo>
                  <a:cubicBezTo>
                    <a:pt x="614" y="1258"/>
                    <a:pt x="614" y="1258"/>
                    <a:pt x="614" y="1258"/>
                  </a:cubicBezTo>
                  <a:cubicBezTo>
                    <a:pt x="615" y="1260"/>
                    <a:pt x="615" y="1260"/>
                    <a:pt x="615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59"/>
                    <a:pt x="617" y="1259"/>
                    <a:pt x="617" y="1259"/>
                  </a:cubicBezTo>
                  <a:cubicBezTo>
                    <a:pt x="618" y="1260"/>
                    <a:pt x="618" y="1260"/>
                    <a:pt x="618" y="1260"/>
                  </a:cubicBezTo>
                  <a:cubicBezTo>
                    <a:pt x="617" y="1260"/>
                    <a:pt x="617" y="1260"/>
                    <a:pt x="617" y="1260"/>
                  </a:cubicBezTo>
                  <a:cubicBezTo>
                    <a:pt x="617" y="1262"/>
                    <a:pt x="617" y="1262"/>
                    <a:pt x="617" y="1262"/>
                  </a:cubicBezTo>
                  <a:cubicBezTo>
                    <a:pt x="619" y="1262"/>
                    <a:pt x="619" y="1262"/>
                    <a:pt x="619" y="1262"/>
                  </a:cubicBezTo>
                  <a:cubicBezTo>
                    <a:pt x="620" y="1264"/>
                    <a:pt x="620" y="1264"/>
                    <a:pt x="620" y="1264"/>
                  </a:cubicBezTo>
                  <a:cubicBezTo>
                    <a:pt x="621" y="1264"/>
                    <a:pt x="621" y="1264"/>
                    <a:pt x="621" y="1264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4" y="1266"/>
                    <a:pt x="624" y="1266"/>
                    <a:pt x="624" y="1266"/>
                  </a:cubicBezTo>
                  <a:cubicBezTo>
                    <a:pt x="623" y="1266"/>
                    <a:pt x="623" y="1266"/>
                    <a:pt x="623" y="1266"/>
                  </a:cubicBezTo>
                  <a:cubicBezTo>
                    <a:pt x="625" y="1268"/>
                    <a:pt x="625" y="1268"/>
                    <a:pt x="625" y="1268"/>
                  </a:cubicBezTo>
                  <a:cubicBezTo>
                    <a:pt x="626" y="1267"/>
                    <a:pt x="626" y="1267"/>
                    <a:pt x="626" y="1267"/>
                  </a:cubicBezTo>
                  <a:cubicBezTo>
                    <a:pt x="627" y="1268"/>
                    <a:pt x="627" y="1268"/>
                    <a:pt x="627" y="1268"/>
                  </a:cubicBezTo>
                  <a:cubicBezTo>
                    <a:pt x="629" y="1268"/>
                    <a:pt x="629" y="1268"/>
                    <a:pt x="629" y="1268"/>
                  </a:cubicBezTo>
                  <a:cubicBezTo>
                    <a:pt x="629" y="1269"/>
                    <a:pt x="629" y="1269"/>
                    <a:pt x="629" y="1269"/>
                  </a:cubicBezTo>
                  <a:cubicBezTo>
                    <a:pt x="631" y="1269"/>
                    <a:pt x="631" y="1269"/>
                    <a:pt x="631" y="1269"/>
                  </a:cubicBezTo>
                  <a:cubicBezTo>
                    <a:pt x="632" y="1267"/>
                    <a:pt x="632" y="1267"/>
                    <a:pt x="632" y="1267"/>
                  </a:cubicBezTo>
                  <a:cubicBezTo>
                    <a:pt x="632" y="1268"/>
                    <a:pt x="632" y="1268"/>
                    <a:pt x="632" y="1268"/>
                  </a:cubicBezTo>
                  <a:cubicBezTo>
                    <a:pt x="633" y="1267"/>
                    <a:pt x="633" y="1267"/>
                    <a:pt x="633" y="1267"/>
                  </a:cubicBezTo>
                  <a:cubicBezTo>
                    <a:pt x="634" y="1267"/>
                    <a:pt x="634" y="1267"/>
                    <a:pt x="634" y="1267"/>
                  </a:cubicBezTo>
                  <a:cubicBezTo>
                    <a:pt x="635" y="1268"/>
                    <a:pt x="635" y="1268"/>
                    <a:pt x="635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6" y="1268"/>
                    <a:pt x="636" y="1268"/>
                    <a:pt x="636" y="1268"/>
                  </a:cubicBezTo>
                  <a:cubicBezTo>
                    <a:pt x="638" y="1269"/>
                    <a:pt x="638" y="1269"/>
                    <a:pt x="638" y="1269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7"/>
                    <a:pt x="639" y="1267"/>
                    <a:pt x="639" y="1267"/>
                  </a:cubicBezTo>
                  <a:cubicBezTo>
                    <a:pt x="639" y="1265"/>
                    <a:pt x="639" y="1265"/>
                    <a:pt x="639" y="1265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7" y="1265"/>
                    <a:pt x="637" y="1265"/>
                    <a:pt x="637" y="1265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6" y="1264"/>
                    <a:pt x="636" y="1264"/>
                    <a:pt x="636" y="1264"/>
                  </a:cubicBezTo>
                  <a:cubicBezTo>
                    <a:pt x="637" y="1264"/>
                    <a:pt x="637" y="1264"/>
                    <a:pt x="637" y="1264"/>
                  </a:cubicBezTo>
                  <a:cubicBezTo>
                    <a:pt x="638" y="1262"/>
                    <a:pt x="638" y="1262"/>
                    <a:pt x="638" y="1262"/>
                  </a:cubicBezTo>
                  <a:cubicBezTo>
                    <a:pt x="637" y="1259"/>
                    <a:pt x="637" y="1259"/>
                    <a:pt x="637" y="1259"/>
                  </a:cubicBezTo>
                  <a:cubicBezTo>
                    <a:pt x="638" y="1258"/>
                    <a:pt x="638" y="1258"/>
                    <a:pt x="638" y="1258"/>
                  </a:cubicBezTo>
                  <a:cubicBezTo>
                    <a:pt x="638" y="1257"/>
                    <a:pt x="638" y="1257"/>
                    <a:pt x="638" y="1257"/>
                  </a:cubicBezTo>
                  <a:cubicBezTo>
                    <a:pt x="638" y="1255"/>
                    <a:pt x="638" y="1255"/>
                    <a:pt x="638" y="1255"/>
                  </a:cubicBezTo>
                  <a:cubicBezTo>
                    <a:pt x="638" y="1253"/>
                    <a:pt x="638" y="1253"/>
                    <a:pt x="638" y="1253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38" y="1251"/>
                    <a:pt x="638" y="1251"/>
                    <a:pt x="638" y="1251"/>
                  </a:cubicBezTo>
                  <a:cubicBezTo>
                    <a:pt x="639" y="1250"/>
                    <a:pt x="639" y="1250"/>
                    <a:pt x="639" y="1250"/>
                  </a:cubicBezTo>
                  <a:cubicBezTo>
                    <a:pt x="641" y="1248"/>
                    <a:pt x="641" y="1248"/>
                    <a:pt x="641" y="1248"/>
                  </a:cubicBezTo>
                  <a:cubicBezTo>
                    <a:pt x="642" y="1248"/>
                    <a:pt x="642" y="1248"/>
                    <a:pt x="642" y="1248"/>
                  </a:cubicBezTo>
                  <a:cubicBezTo>
                    <a:pt x="643" y="1248"/>
                    <a:pt x="643" y="1248"/>
                    <a:pt x="643" y="1248"/>
                  </a:cubicBezTo>
                  <a:cubicBezTo>
                    <a:pt x="644" y="1249"/>
                    <a:pt x="644" y="1249"/>
                    <a:pt x="644" y="1249"/>
                  </a:cubicBezTo>
                  <a:cubicBezTo>
                    <a:pt x="644" y="1250"/>
                    <a:pt x="644" y="1250"/>
                    <a:pt x="644" y="1250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2" y="1251"/>
                    <a:pt x="642" y="1251"/>
                    <a:pt x="642" y="1251"/>
                  </a:cubicBezTo>
                  <a:cubicBezTo>
                    <a:pt x="641" y="1250"/>
                    <a:pt x="641" y="1250"/>
                    <a:pt x="641" y="1250"/>
                  </a:cubicBezTo>
                  <a:cubicBezTo>
                    <a:pt x="640" y="1250"/>
                    <a:pt x="640" y="1250"/>
                    <a:pt x="640" y="1250"/>
                  </a:cubicBezTo>
                  <a:cubicBezTo>
                    <a:pt x="638" y="1252"/>
                    <a:pt x="638" y="1252"/>
                    <a:pt x="638" y="1252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40" y="1253"/>
                    <a:pt x="640" y="1253"/>
                    <a:pt x="640" y="1253"/>
                  </a:cubicBezTo>
                  <a:cubicBezTo>
                    <a:pt x="639" y="1255"/>
                    <a:pt x="639" y="1255"/>
                    <a:pt x="639" y="1255"/>
                  </a:cubicBezTo>
                  <a:cubicBezTo>
                    <a:pt x="640" y="1256"/>
                    <a:pt x="640" y="1256"/>
                    <a:pt x="640" y="1256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40" y="1258"/>
                    <a:pt x="640" y="1258"/>
                    <a:pt x="640" y="1258"/>
                  </a:cubicBezTo>
                  <a:cubicBezTo>
                    <a:pt x="639" y="1257"/>
                    <a:pt x="639" y="1257"/>
                    <a:pt x="639" y="1257"/>
                  </a:cubicBezTo>
                  <a:cubicBezTo>
                    <a:pt x="639" y="1259"/>
                    <a:pt x="639" y="1259"/>
                    <a:pt x="639" y="1259"/>
                  </a:cubicBezTo>
                  <a:cubicBezTo>
                    <a:pt x="638" y="1261"/>
                    <a:pt x="638" y="1261"/>
                    <a:pt x="638" y="1261"/>
                  </a:cubicBezTo>
                  <a:cubicBezTo>
                    <a:pt x="639" y="1262"/>
                    <a:pt x="639" y="1262"/>
                    <a:pt x="639" y="1262"/>
                  </a:cubicBezTo>
                  <a:cubicBezTo>
                    <a:pt x="638" y="1263"/>
                    <a:pt x="638" y="1263"/>
                    <a:pt x="638" y="1263"/>
                  </a:cubicBezTo>
                  <a:cubicBezTo>
                    <a:pt x="638" y="1264"/>
                    <a:pt x="638" y="1264"/>
                    <a:pt x="638" y="1264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40" y="1265"/>
                    <a:pt x="640" y="1265"/>
                    <a:pt x="640" y="1265"/>
                  </a:cubicBezTo>
                  <a:cubicBezTo>
                    <a:pt x="639" y="1266"/>
                    <a:pt x="639" y="1266"/>
                    <a:pt x="639" y="1266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40" y="1267"/>
                    <a:pt x="640" y="1267"/>
                    <a:pt x="640" y="1267"/>
                  </a:cubicBezTo>
                  <a:cubicBezTo>
                    <a:pt x="639" y="1268"/>
                    <a:pt x="639" y="1268"/>
                    <a:pt x="639" y="1268"/>
                  </a:cubicBezTo>
                  <a:cubicBezTo>
                    <a:pt x="639" y="1269"/>
                    <a:pt x="639" y="1269"/>
                    <a:pt x="639" y="1269"/>
                  </a:cubicBezTo>
                  <a:cubicBezTo>
                    <a:pt x="636" y="1269"/>
                    <a:pt x="636" y="1269"/>
                    <a:pt x="636" y="1269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5" y="1270"/>
                    <a:pt x="635" y="1270"/>
                    <a:pt x="635" y="1270"/>
                  </a:cubicBezTo>
                  <a:cubicBezTo>
                    <a:pt x="633" y="1271"/>
                    <a:pt x="633" y="1271"/>
                    <a:pt x="633" y="1271"/>
                  </a:cubicBezTo>
                  <a:cubicBezTo>
                    <a:pt x="633" y="1272"/>
                    <a:pt x="633" y="1272"/>
                    <a:pt x="633" y="1272"/>
                  </a:cubicBezTo>
                  <a:cubicBezTo>
                    <a:pt x="635" y="1273"/>
                    <a:pt x="635" y="1273"/>
                    <a:pt x="635" y="1273"/>
                  </a:cubicBezTo>
                  <a:cubicBezTo>
                    <a:pt x="637" y="1273"/>
                    <a:pt x="637" y="1273"/>
                    <a:pt x="637" y="1273"/>
                  </a:cubicBezTo>
                  <a:cubicBezTo>
                    <a:pt x="636" y="1274"/>
                    <a:pt x="636" y="1274"/>
                    <a:pt x="636" y="1274"/>
                  </a:cubicBezTo>
                  <a:cubicBezTo>
                    <a:pt x="637" y="1275"/>
                    <a:pt x="637" y="1275"/>
                    <a:pt x="637" y="1275"/>
                  </a:cubicBezTo>
                  <a:cubicBezTo>
                    <a:pt x="636" y="1276"/>
                    <a:pt x="636" y="1276"/>
                    <a:pt x="636" y="1276"/>
                  </a:cubicBezTo>
                  <a:cubicBezTo>
                    <a:pt x="638" y="1278"/>
                    <a:pt x="638" y="1278"/>
                    <a:pt x="638" y="1278"/>
                  </a:cubicBezTo>
                  <a:cubicBezTo>
                    <a:pt x="640" y="1276"/>
                    <a:pt x="640" y="1276"/>
                    <a:pt x="640" y="1276"/>
                  </a:cubicBezTo>
                  <a:cubicBezTo>
                    <a:pt x="641" y="1277"/>
                    <a:pt x="641" y="1277"/>
                    <a:pt x="641" y="1277"/>
                  </a:cubicBezTo>
                  <a:cubicBezTo>
                    <a:pt x="642" y="1277"/>
                    <a:pt x="642" y="1277"/>
                    <a:pt x="642" y="1277"/>
                  </a:cubicBezTo>
                  <a:cubicBezTo>
                    <a:pt x="643" y="1278"/>
                    <a:pt x="643" y="1278"/>
                    <a:pt x="643" y="1278"/>
                  </a:cubicBezTo>
                  <a:cubicBezTo>
                    <a:pt x="644" y="1279"/>
                    <a:pt x="644" y="1279"/>
                    <a:pt x="644" y="1279"/>
                  </a:cubicBezTo>
                  <a:cubicBezTo>
                    <a:pt x="645" y="1279"/>
                    <a:pt x="645" y="1279"/>
                    <a:pt x="645" y="1279"/>
                  </a:cubicBezTo>
                  <a:cubicBezTo>
                    <a:pt x="646" y="1278"/>
                    <a:pt x="646" y="1278"/>
                    <a:pt x="646" y="1278"/>
                  </a:cubicBezTo>
                  <a:cubicBezTo>
                    <a:pt x="645" y="1277"/>
                    <a:pt x="645" y="1277"/>
                    <a:pt x="645" y="1277"/>
                  </a:cubicBezTo>
                  <a:cubicBezTo>
                    <a:pt x="644" y="1277"/>
                    <a:pt x="644" y="1277"/>
                    <a:pt x="644" y="1277"/>
                  </a:cubicBezTo>
                  <a:cubicBezTo>
                    <a:pt x="645" y="1276"/>
                    <a:pt x="645" y="1276"/>
                    <a:pt x="645" y="1276"/>
                  </a:cubicBezTo>
                  <a:cubicBezTo>
                    <a:pt x="646" y="1274"/>
                    <a:pt x="646" y="1274"/>
                    <a:pt x="646" y="1274"/>
                  </a:cubicBezTo>
                  <a:cubicBezTo>
                    <a:pt x="645" y="1274"/>
                    <a:pt x="645" y="1274"/>
                    <a:pt x="645" y="1274"/>
                  </a:cubicBezTo>
                  <a:cubicBezTo>
                    <a:pt x="647" y="1273"/>
                    <a:pt x="647" y="1273"/>
                    <a:pt x="647" y="1273"/>
                  </a:cubicBezTo>
                  <a:cubicBezTo>
                    <a:pt x="648" y="1273"/>
                    <a:pt x="648" y="1273"/>
                    <a:pt x="648" y="1273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51" y="1274"/>
                    <a:pt x="651" y="1274"/>
                    <a:pt x="651" y="1274"/>
                  </a:cubicBezTo>
                  <a:cubicBezTo>
                    <a:pt x="649" y="1274"/>
                    <a:pt x="649" y="1274"/>
                    <a:pt x="649" y="1274"/>
                  </a:cubicBezTo>
                  <a:cubicBezTo>
                    <a:pt x="647" y="1275"/>
                    <a:pt x="647" y="1275"/>
                    <a:pt x="647" y="1275"/>
                  </a:cubicBezTo>
                  <a:cubicBezTo>
                    <a:pt x="649" y="1276"/>
                    <a:pt x="649" y="1276"/>
                    <a:pt x="649" y="1276"/>
                  </a:cubicBezTo>
                  <a:cubicBezTo>
                    <a:pt x="647" y="1277"/>
                    <a:pt x="647" y="1277"/>
                    <a:pt x="647" y="1277"/>
                  </a:cubicBezTo>
                  <a:cubicBezTo>
                    <a:pt x="647" y="1278"/>
                    <a:pt x="647" y="1278"/>
                    <a:pt x="647" y="1278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49" y="1279"/>
                    <a:pt x="649" y="1279"/>
                    <a:pt x="649" y="1279"/>
                  </a:cubicBezTo>
                  <a:cubicBezTo>
                    <a:pt x="650" y="1280"/>
                    <a:pt x="650" y="1280"/>
                    <a:pt x="650" y="1280"/>
                  </a:cubicBezTo>
                  <a:cubicBezTo>
                    <a:pt x="651" y="1281"/>
                    <a:pt x="651" y="1281"/>
                    <a:pt x="651" y="1281"/>
                  </a:cubicBezTo>
                  <a:cubicBezTo>
                    <a:pt x="652" y="1280"/>
                    <a:pt x="652" y="1280"/>
                    <a:pt x="652" y="1280"/>
                  </a:cubicBezTo>
                  <a:cubicBezTo>
                    <a:pt x="654" y="1281"/>
                    <a:pt x="654" y="1281"/>
                    <a:pt x="654" y="1281"/>
                  </a:cubicBezTo>
                  <a:cubicBezTo>
                    <a:pt x="655" y="1281"/>
                    <a:pt x="655" y="1281"/>
                    <a:pt x="655" y="1281"/>
                  </a:cubicBezTo>
                  <a:cubicBezTo>
                    <a:pt x="655" y="1279"/>
                    <a:pt x="655" y="1279"/>
                    <a:pt x="655" y="1279"/>
                  </a:cubicBezTo>
                  <a:cubicBezTo>
                    <a:pt x="657" y="1280"/>
                    <a:pt x="657" y="1280"/>
                    <a:pt x="657" y="1280"/>
                  </a:cubicBezTo>
                  <a:cubicBezTo>
                    <a:pt x="658" y="1280"/>
                    <a:pt x="658" y="1280"/>
                    <a:pt x="658" y="1280"/>
                  </a:cubicBezTo>
                  <a:cubicBezTo>
                    <a:pt x="659" y="1280"/>
                    <a:pt x="659" y="1280"/>
                    <a:pt x="659" y="1280"/>
                  </a:cubicBezTo>
                  <a:cubicBezTo>
                    <a:pt x="660" y="1281"/>
                    <a:pt x="660" y="1281"/>
                    <a:pt x="660" y="1281"/>
                  </a:cubicBezTo>
                  <a:cubicBezTo>
                    <a:pt x="662" y="1282"/>
                    <a:pt x="662" y="1282"/>
                    <a:pt x="662" y="1282"/>
                  </a:cubicBezTo>
                  <a:cubicBezTo>
                    <a:pt x="662" y="1279"/>
                    <a:pt x="662" y="1279"/>
                    <a:pt x="662" y="1279"/>
                  </a:cubicBezTo>
                  <a:cubicBezTo>
                    <a:pt x="660" y="1278"/>
                    <a:pt x="660" y="1278"/>
                    <a:pt x="660" y="1278"/>
                  </a:cubicBezTo>
                  <a:cubicBezTo>
                    <a:pt x="659" y="1278"/>
                    <a:pt x="659" y="1278"/>
                    <a:pt x="659" y="1278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58" y="1276"/>
                    <a:pt x="658" y="1276"/>
                    <a:pt x="658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7" y="1276"/>
                    <a:pt x="657" y="1276"/>
                    <a:pt x="657" y="1276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59" y="1275"/>
                    <a:pt x="659" y="1275"/>
                    <a:pt x="659" y="1275"/>
                  </a:cubicBezTo>
                  <a:cubicBezTo>
                    <a:pt x="660" y="1276"/>
                    <a:pt x="660" y="1276"/>
                    <a:pt x="660" y="1276"/>
                  </a:cubicBezTo>
                  <a:cubicBezTo>
                    <a:pt x="660" y="1277"/>
                    <a:pt x="660" y="1277"/>
                    <a:pt x="660" y="1277"/>
                  </a:cubicBezTo>
                  <a:cubicBezTo>
                    <a:pt x="663" y="1277"/>
                    <a:pt x="663" y="1277"/>
                    <a:pt x="663" y="1277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4" y="1276"/>
                    <a:pt x="664" y="1276"/>
                    <a:pt x="664" y="1276"/>
                  </a:cubicBezTo>
                  <a:cubicBezTo>
                    <a:pt x="665" y="1277"/>
                    <a:pt x="665" y="1277"/>
                    <a:pt x="665" y="1277"/>
                  </a:cubicBezTo>
                  <a:cubicBezTo>
                    <a:pt x="667" y="1276"/>
                    <a:pt x="667" y="1276"/>
                    <a:pt x="667" y="1276"/>
                  </a:cubicBezTo>
                  <a:cubicBezTo>
                    <a:pt x="668" y="1275"/>
                    <a:pt x="668" y="1275"/>
                    <a:pt x="668" y="1275"/>
                  </a:cubicBezTo>
                  <a:cubicBezTo>
                    <a:pt x="667" y="1274"/>
                    <a:pt x="667" y="1274"/>
                    <a:pt x="667" y="1274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5" y="1272"/>
                    <a:pt x="665" y="1272"/>
                    <a:pt x="665" y="1272"/>
                  </a:cubicBezTo>
                  <a:cubicBezTo>
                    <a:pt x="667" y="1273"/>
                    <a:pt x="667" y="1273"/>
                    <a:pt x="667" y="1273"/>
                  </a:cubicBezTo>
                  <a:cubicBezTo>
                    <a:pt x="669" y="1273"/>
                    <a:pt x="669" y="1273"/>
                    <a:pt x="669" y="1273"/>
                  </a:cubicBezTo>
                  <a:cubicBezTo>
                    <a:pt x="671" y="1274"/>
                    <a:pt x="671" y="1274"/>
                    <a:pt x="671" y="1274"/>
                  </a:cubicBezTo>
                  <a:cubicBezTo>
                    <a:pt x="673" y="1274"/>
                    <a:pt x="673" y="1274"/>
                    <a:pt x="673" y="1274"/>
                  </a:cubicBezTo>
                  <a:cubicBezTo>
                    <a:pt x="675" y="1272"/>
                    <a:pt x="675" y="1272"/>
                    <a:pt x="675" y="1272"/>
                  </a:cubicBezTo>
                  <a:cubicBezTo>
                    <a:pt x="675" y="1271"/>
                    <a:pt x="675" y="1271"/>
                    <a:pt x="675" y="1271"/>
                  </a:cubicBezTo>
                  <a:cubicBezTo>
                    <a:pt x="676" y="1271"/>
                    <a:pt x="676" y="1271"/>
                    <a:pt x="676" y="1271"/>
                  </a:cubicBezTo>
                  <a:cubicBezTo>
                    <a:pt x="677" y="1271"/>
                    <a:pt x="677" y="1271"/>
                    <a:pt x="677" y="1271"/>
                  </a:cubicBezTo>
                  <a:cubicBezTo>
                    <a:pt x="679" y="1270"/>
                    <a:pt x="679" y="1270"/>
                    <a:pt x="679" y="1270"/>
                  </a:cubicBezTo>
                  <a:cubicBezTo>
                    <a:pt x="679" y="1268"/>
                    <a:pt x="679" y="1268"/>
                    <a:pt x="679" y="1268"/>
                  </a:cubicBezTo>
                  <a:cubicBezTo>
                    <a:pt x="677" y="1267"/>
                    <a:pt x="677" y="1267"/>
                    <a:pt x="677" y="1267"/>
                  </a:cubicBezTo>
                  <a:cubicBezTo>
                    <a:pt x="674" y="1268"/>
                    <a:pt x="674" y="1268"/>
                    <a:pt x="674" y="1268"/>
                  </a:cubicBezTo>
                  <a:cubicBezTo>
                    <a:pt x="673" y="1268"/>
                    <a:pt x="673" y="1268"/>
                    <a:pt x="673" y="1268"/>
                  </a:cubicBezTo>
                  <a:cubicBezTo>
                    <a:pt x="671" y="1266"/>
                    <a:pt x="671" y="1266"/>
                    <a:pt x="671" y="1266"/>
                  </a:cubicBezTo>
                  <a:cubicBezTo>
                    <a:pt x="669" y="1265"/>
                    <a:pt x="669" y="1265"/>
                    <a:pt x="669" y="1265"/>
                  </a:cubicBezTo>
                  <a:cubicBezTo>
                    <a:pt x="668" y="1265"/>
                    <a:pt x="668" y="1265"/>
                    <a:pt x="668" y="1265"/>
                  </a:cubicBezTo>
                  <a:cubicBezTo>
                    <a:pt x="661" y="1262"/>
                    <a:pt x="661" y="1262"/>
                    <a:pt x="661" y="1262"/>
                  </a:cubicBezTo>
                  <a:cubicBezTo>
                    <a:pt x="661" y="1261"/>
                    <a:pt x="661" y="1261"/>
                    <a:pt x="661" y="1261"/>
                  </a:cubicBezTo>
                  <a:cubicBezTo>
                    <a:pt x="659" y="1259"/>
                    <a:pt x="659" y="1259"/>
                    <a:pt x="659" y="1259"/>
                  </a:cubicBezTo>
                  <a:cubicBezTo>
                    <a:pt x="657" y="1259"/>
                    <a:pt x="657" y="1259"/>
                    <a:pt x="657" y="1259"/>
                  </a:cubicBezTo>
                  <a:cubicBezTo>
                    <a:pt x="656" y="1257"/>
                    <a:pt x="656" y="1257"/>
                    <a:pt x="656" y="1257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5" y="1255"/>
                    <a:pt x="655" y="1255"/>
                    <a:pt x="655" y="1255"/>
                  </a:cubicBezTo>
                  <a:cubicBezTo>
                    <a:pt x="654" y="1250"/>
                    <a:pt x="654" y="1250"/>
                    <a:pt x="654" y="1250"/>
                  </a:cubicBezTo>
                  <a:cubicBezTo>
                    <a:pt x="651" y="1248"/>
                    <a:pt x="651" y="1248"/>
                    <a:pt x="651" y="1248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50" y="1246"/>
                    <a:pt x="650" y="1246"/>
                    <a:pt x="650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9" y="1246"/>
                    <a:pt x="649" y="1246"/>
                    <a:pt x="649" y="1246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7" y="1247"/>
                    <a:pt x="647" y="1247"/>
                    <a:pt x="647" y="1247"/>
                  </a:cubicBezTo>
                  <a:cubicBezTo>
                    <a:pt x="646" y="1247"/>
                    <a:pt x="646" y="1247"/>
                    <a:pt x="646" y="1247"/>
                  </a:cubicBezTo>
                  <a:cubicBezTo>
                    <a:pt x="644" y="1246"/>
                    <a:pt x="644" y="1246"/>
                    <a:pt x="644" y="1246"/>
                  </a:cubicBezTo>
                  <a:cubicBezTo>
                    <a:pt x="644" y="1245"/>
                    <a:pt x="644" y="1245"/>
                    <a:pt x="644" y="1245"/>
                  </a:cubicBezTo>
                  <a:cubicBezTo>
                    <a:pt x="645" y="1245"/>
                    <a:pt x="645" y="1245"/>
                    <a:pt x="645" y="1245"/>
                  </a:cubicBezTo>
                  <a:cubicBezTo>
                    <a:pt x="646" y="1244"/>
                    <a:pt x="646" y="1244"/>
                    <a:pt x="646" y="1244"/>
                  </a:cubicBezTo>
                  <a:cubicBezTo>
                    <a:pt x="648" y="1245"/>
                    <a:pt x="648" y="1245"/>
                    <a:pt x="648" y="1245"/>
                  </a:cubicBezTo>
                  <a:cubicBezTo>
                    <a:pt x="649" y="1245"/>
                    <a:pt x="649" y="1245"/>
                    <a:pt x="649" y="1245"/>
                  </a:cubicBezTo>
                  <a:cubicBezTo>
                    <a:pt x="650" y="1245"/>
                    <a:pt x="650" y="1245"/>
                    <a:pt x="650" y="1245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1" y="1246"/>
                    <a:pt x="651" y="1246"/>
                    <a:pt x="651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6"/>
                    <a:pt x="652" y="1246"/>
                    <a:pt x="652" y="1246"/>
                  </a:cubicBezTo>
                  <a:cubicBezTo>
                    <a:pt x="652" y="1243"/>
                    <a:pt x="652" y="1243"/>
                    <a:pt x="652" y="1243"/>
                  </a:cubicBezTo>
                  <a:cubicBezTo>
                    <a:pt x="650" y="1242"/>
                    <a:pt x="650" y="1242"/>
                    <a:pt x="650" y="1242"/>
                  </a:cubicBezTo>
                  <a:cubicBezTo>
                    <a:pt x="648" y="1241"/>
                    <a:pt x="648" y="1241"/>
                    <a:pt x="648" y="1241"/>
                  </a:cubicBezTo>
                  <a:cubicBezTo>
                    <a:pt x="648" y="1239"/>
                    <a:pt x="648" y="1239"/>
                    <a:pt x="648" y="1239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5" y="1238"/>
                    <a:pt x="645" y="1238"/>
                    <a:pt x="645" y="1238"/>
                  </a:cubicBezTo>
                  <a:cubicBezTo>
                    <a:pt x="646" y="1238"/>
                    <a:pt x="646" y="1238"/>
                    <a:pt x="646" y="1238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6"/>
                    <a:pt x="646" y="1236"/>
                    <a:pt x="646" y="1236"/>
                  </a:cubicBezTo>
                  <a:cubicBezTo>
                    <a:pt x="646" y="1235"/>
                    <a:pt x="646" y="1235"/>
                    <a:pt x="646" y="1235"/>
                  </a:cubicBezTo>
                  <a:cubicBezTo>
                    <a:pt x="644" y="1232"/>
                    <a:pt x="644" y="1232"/>
                    <a:pt x="644" y="1232"/>
                  </a:cubicBezTo>
                  <a:cubicBezTo>
                    <a:pt x="643" y="1229"/>
                    <a:pt x="643" y="1229"/>
                    <a:pt x="643" y="1229"/>
                  </a:cubicBezTo>
                  <a:cubicBezTo>
                    <a:pt x="643" y="1228"/>
                    <a:pt x="643" y="1228"/>
                    <a:pt x="643" y="1228"/>
                  </a:cubicBezTo>
                  <a:cubicBezTo>
                    <a:pt x="644" y="1225"/>
                    <a:pt x="644" y="1225"/>
                    <a:pt x="644" y="1225"/>
                  </a:cubicBezTo>
                  <a:cubicBezTo>
                    <a:pt x="645" y="1224"/>
                    <a:pt x="645" y="1224"/>
                    <a:pt x="645" y="1224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6" y="1221"/>
                    <a:pt x="646" y="1221"/>
                    <a:pt x="646" y="1221"/>
                  </a:cubicBezTo>
                  <a:cubicBezTo>
                    <a:pt x="646" y="1222"/>
                    <a:pt x="646" y="1222"/>
                    <a:pt x="646" y="1222"/>
                  </a:cubicBezTo>
                  <a:cubicBezTo>
                    <a:pt x="648" y="1222"/>
                    <a:pt x="648" y="1222"/>
                    <a:pt x="648" y="1222"/>
                  </a:cubicBezTo>
                  <a:cubicBezTo>
                    <a:pt x="649" y="1221"/>
                    <a:pt x="649" y="1221"/>
                    <a:pt x="649" y="1221"/>
                  </a:cubicBezTo>
                  <a:cubicBezTo>
                    <a:pt x="650" y="1220"/>
                    <a:pt x="650" y="1220"/>
                    <a:pt x="650" y="1220"/>
                  </a:cubicBezTo>
                  <a:cubicBezTo>
                    <a:pt x="651" y="1218"/>
                    <a:pt x="651" y="1218"/>
                    <a:pt x="651" y="1218"/>
                  </a:cubicBezTo>
                  <a:cubicBezTo>
                    <a:pt x="652" y="1217"/>
                    <a:pt x="652" y="1217"/>
                    <a:pt x="652" y="1217"/>
                  </a:cubicBezTo>
                  <a:cubicBezTo>
                    <a:pt x="651" y="1214"/>
                    <a:pt x="651" y="1214"/>
                    <a:pt x="651" y="1214"/>
                  </a:cubicBezTo>
                  <a:cubicBezTo>
                    <a:pt x="650" y="1214"/>
                    <a:pt x="650" y="1214"/>
                    <a:pt x="650" y="1214"/>
                  </a:cubicBezTo>
                  <a:cubicBezTo>
                    <a:pt x="651" y="1213"/>
                    <a:pt x="651" y="1213"/>
                    <a:pt x="651" y="1213"/>
                  </a:cubicBezTo>
                  <a:cubicBezTo>
                    <a:pt x="651" y="1211"/>
                    <a:pt x="651" y="1211"/>
                    <a:pt x="651" y="1211"/>
                  </a:cubicBezTo>
                  <a:cubicBezTo>
                    <a:pt x="652" y="1210"/>
                    <a:pt x="652" y="1210"/>
                    <a:pt x="652" y="1210"/>
                  </a:cubicBezTo>
                  <a:cubicBezTo>
                    <a:pt x="653" y="1208"/>
                    <a:pt x="653" y="1208"/>
                    <a:pt x="653" y="1208"/>
                  </a:cubicBezTo>
                  <a:cubicBezTo>
                    <a:pt x="655" y="1208"/>
                    <a:pt x="655" y="1208"/>
                    <a:pt x="655" y="1208"/>
                  </a:cubicBezTo>
                  <a:cubicBezTo>
                    <a:pt x="655" y="1206"/>
                    <a:pt x="655" y="1206"/>
                    <a:pt x="655" y="1206"/>
                  </a:cubicBezTo>
                  <a:cubicBezTo>
                    <a:pt x="656" y="1205"/>
                    <a:pt x="656" y="1205"/>
                    <a:pt x="656" y="1205"/>
                  </a:cubicBezTo>
                  <a:cubicBezTo>
                    <a:pt x="657" y="1205"/>
                    <a:pt x="657" y="1205"/>
                    <a:pt x="657" y="1205"/>
                  </a:cubicBezTo>
                  <a:cubicBezTo>
                    <a:pt x="657" y="1204"/>
                    <a:pt x="657" y="1204"/>
                    <a:pt x="657" y="1204"/>
                  </a:cubicBezTo>
                  <a:cubicBezTo>
                    <a:pt x="658" y="1203"/>
                    <a:pt x="658" y="1203"/>
                    <a:pt x="658" y="1203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1"/>
                    <a:pt x="660" y="1201"/>
                    <a:pt x="660" y="1201"/>
                  </a:cubicBezTo>
                  <a:cubicBezTo>
                    <a:pt x="660" y="1200"/>
                    <a:pt x="660" y="1200"/>
                    <a:pt x="660" y="1200"/>
                  </a:cubicBezTo>
                  <a:cubicBezTo>
                    <a:pt x="661" y="1199"/>
                    <a:pt x="661" y="1199"/>
                    <a:pt x="661" y="1199"/>
                  </a:cubicBezTo>
                  <a:cubicBezTo>
                    <a:pt x="659" y="1198"/>
                    <a:pt x="659" y="1198"/>
                    <a:pt x="659" y="1198"/>
                  </a:cubicBezTo>
                  <a:cubicBezTo>
                    <a:pt x="660" y="1197"/>
                    <a:pt x="660" y="1197"/>
                    <a:pt x="660" y="1197"/>
                  </a:cubicBezTo>
                  <a:cubicBezTo>
                    <a:pt x="660" y="1196"/>
                    <a:pt x="660" y="1196"/>
                    <a:pt x="660" y="1196"/>
                  </a:cubicBezTo>
                  <a:cubicBezTo>
                    <a:pt x="659" y="1194"/>
                    <a:pt x="659" y="1194"/>
                    <a:pt x="659" y="1194"/>
                  </a:cubicBezTo>
                  <a:cubicBezTo>
                    <a:pt x="659" y="1193"/>
                    <a:pt x="659" y="1193"/>
                    <a:pt x="659" y="1193"/>
                  </a:cubicBezTo>
                  <a:cubicBezTo>
                    <a:pt x="660" y="1193"/>
                    <a:pt x="660" y="1193"/>
                    <a:pt x="660" y="1193"/>
                  </a:cubicBezTo>
                  <a:cubicBezTo>
                    <a:pt x="659" y="1191"/>
                    <a:pt x="659" y="1191"/>
                    <a:pt x="659" y="1191"/>
                  </a:cubicBezTo>
                  <a:cubicBezTo>
                    <a:pt x="657" y="1191"/>
                    <a:pt x="657" y="1191"/>
                    <a:pt x="657" y="1191"/>
                  </a:cubicBezTo>
                  <a:cubicBezTo>
                    <a:pt x="656" y="1191"/>
                    <a:pt x="656" y="1191"/>
                    <a:pt x="656" y="1191"/>
                  </a:cubicBezTo>
                  <a:cubicBezTo>
                    <a:pt x="655" y="1191"/>
                    <a:pt x="655" y="1191"/>
                    <a:pt x="655" y="1191"/>
                  </a:cubicBezTo>
                  <a:cubicBezTo>
                    <a:pt x="653" y="1191"/>
                    <a:pt x="653" y="1191"/>
                    <a:pt x="653" y="1191"/>
                  </a:cubicBezTo>
                  <a:cubicBezTo>
                    <a:pt x="650" y="1189"/>
                    <a:pt x="650" y="1189"/>
                    <a:pt x="650" y="1189"/>
                  </a:cubicBezTo>
                  <a:cubicBezTo>
                    <a:pt x="648" y="1187"/>
                    <a:pt x="648" y="1187"/>
                    <a:pt x="648" y="1187"/>
                  </a:cubicBezTo>
                  <a:cubicBezTo>
                    <a:pt x="647" y="1187"/>
                    <a:pt x="647" y="1187"/>
                    <a:pt x="647" y="1187"/>
                  </a:cubicBezTo>
                  <a:cubicBezTo>
                    <a:pt x="646" y="1186"/>
                    <a:pt x="646" y="1186"/>
                    <a:pt x="646" y="1186"/>
                  </a:cubicBezTo>
                  <a:cubicBezTo>
                    <a:pt x="644" y="1183"/>
                    <a:pt x="644" y="1183"/>
                    <a:pt x="644" y="1183"/>
                  </a:cubicBezTo>
                  <a:cubicBezTo>
                    <a:pt x="644" y="1182"/>
                    <a:pt x="644" y="1182"/>
                    <a:pt x="644" y="1182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3" y="1180"/>
                    <a:pt x="643" y="1180"/>
                    <a:pt x="643" y="1180"/>
                  </a:cubicBezTo>
                  <a:cubicBezTo>
                    <a:pt x="645" y="1179"/>
                    <a:pt x="645" y="1179"/>
                    <a:pt x="645" y="1179"/>
                  </a:cubicBezTo>
                  <a:cubicBezTo>
                    <a:pt x="646" y="1177"/>
                    <a:pt x="646" y="1177"/>
                    <a:pt x="646" y="1177"/>
                  </a:cubicBezTo>
                  <a:cubicBezTo>
                    <a:pt x="646" y="1176"/>
                    <a:pt x="646" y="1176"/>
                    <a:pt x="646" y="1176"/>
                  </a:cubicBezTo>
                  <a:cubicBezTo>
                    <a:pt x="647" y="1176"/>
                    <a:pt x="647" y="1176"/>
                    <a:pt x="647" y="1176"/>
                  </a:cubicBezTo>
                  <a:cubicBezTo>
                    <a:pt x="648" y="1175"/>
                    <a:pt x="648" y="1175"/>
                    <a:pt x="648" y="1175"/>
                  </a:cubicBezTo>
                  <a:cubicBezTo>
                    <a:pt x="650" y="1174"/>
                    <a:pt x="650" y="1174"/>
                    <a:pt x="650" y="1174"/>
                  </a:cubicBezTo>
                  <a:cubicBezTo>
                    <a:pt x="651" y="1173"/>
                    <a:pt x="651" y="1173"/>
                    <a:pt x="651" y="1173"/>
                  </a:cubicBezTo>
                  <a:cubicBezTo>
                    <a:pt x="653" y="1173"/>
                    <a:pt x="653" y="1173"/>
                    <a:pt x="653" y="1173"/>
                  </a:cubicBezTo>
                  <a:cubicBezTo>
                    <a:pt x="654" y="1173"/>
                    <a:pt x="654" y="1173"/>
                    <a:pt x="654" y="1173"/>
                  </a:cubicBezTo>
                  <a:cubicBezTo>
                    <a:pt x="657" y="1172"/>
                    <a:pt x="657" y="1172"/>
                    <a:pt x="657" y="1172"/>
                  </a:cubicBezTo>
                  <a:cubicBezTo>
                    <a:pt x="657" y="1171"/>
                    <a:pt x="657" y="1171"/>
                    <a:pt x="657" y="1171"/>
                  </a:cubicBezTo>
                  <a:cubicBezTo>
                    <a:pt x="657" y="1170"/>
                    <a:pt x="657" y="1170"/>
                    <a:pt x="657" y="1170"/>
                  </a:cubicBezTo>
                  <a:cubicBezTo>
                    <a:pt x="655" y="1170"/>
                    <a:pt x="655" y="1170"/>
                    <a:pt x="655" y="1170"/>
                  </a:cubicBezTo>
                  <a:cubicBezTo>
                    <a:pt x="656" y="1169"/>
                    <a:pt x="656" y="1169"/>
                    <a:pt x="656" y="1169"/>
                  </a:cubicBezTo>
                  <a:cubicBezTo>
                    <a:pt x="658" y="1167"/>
                    <a:pt x="658" y="1167"/>
                    <a:pt x="658" y="1167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6"/>
                    <a:pt x="658" y="1166"/>
                    <a:pt x="658" y="1166"/>
                  </a:cubicBezTo>
                  <a:cubicBezTo>
                    <a:pt x="658" y="1165"/>
                    <a:pt x="658" y="1165"/>
                    <a:pt x="658" y="1165"/>
                  </a:cubicBezTo>
                  <a:cubicBezTo>
                    <a:pt x="656" y="1163"/>
                    <a:pt x="656" y="1163"/>
                    <a:pt x="656" y="1163"/>
                  </a:cubicBezTo>
                  <a:cubicBezTo>
                    <a:pt x="657" y="1162"/>
                    <a:pt x="657" y="1162"/>
                    <a:pt x="657" y="1162"/>
                  </a:cubicBezTo>
                  <a:cubicBezTo>
                    <a:pt x="657" y="1161"/>
                    <a:pt x="657" y="1161"/>
                    <a:pt x="657" y="1161"/>
                  </a:cubicBezTo>
                  <a:cubicBezTo>
                    <a:pt x="656" y="1160"/>
                    <a:pt x="656" y="1160"/>
                    <a:pt x="656" y="1160"/>
                  </a:cubicBezTo>
                  <a:cubicBezTo>
                    <a:pt x="656" y="1159"/>
                    <a:pt x="656" y="1159"/>
                    <a:pt x="656" y="1159"/>
                  </a:cubicBezTo>
                  <a:cubicBezTo>
                    <a:pt x="657" y="1158"/>
                    <a:pt x="657" y="1158"/>
                    <a:pt x="657" y="1158"/>
                  </a:cubicBezTo>
                  <a:cubicBezTo>
                    <a:pt x="658" y="1156"/>
                    <a:pt x="658" y="1156"/>
                    <a:pt x="658" y="1156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57" y="1155"/>
                    <a:pt x="657" y="1155"/>
                    <a:pt x="657" y="1155"/>
                  </a:cubicBezTo>
                  <a:cubicBezTo>
                    <a:pt x="660" y="1154"/>
                    <a:pt x="660" y="1154"/>
                    <a:pt x="660" y="1154"/>
                  </a:cubicBezTo>
                  <a:cubicBezTo>
                    <a:pt x="662" y="1152"/>
                    <a:pt x="662" y="1152"/>
                    <a:pt x="662" y="1152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59" y="1150"/>
                    <a:pt x="659" y="1150"/>
                    <a:pt x="659" y="1150"/>
                  </a:cubicBezTo>
                  <a:cubicBezTo>
                    <a:pt x="658" y="1150"/>
                    <a:pt x="658" y="1150"/>
                    <a:pt x="658" y="1150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7" y="1149"/>
                    <a:pt x="657" y="1149"/>
                    <a:pt x="657" y="1149"/>
                  </a:cubicBezTo>
                  <a:cubicBezTo>
                    <a:pt x="659" y="1148"/>
                    <a:pt x="659" y="1148"/>
                    <a:pt x="659" y="1148"/>
                  </a:cubicBezTo>
                  <a:cubicBezTo>
                    <a:pt x="660" y="1148"/>
                    <a:pt x="660" y="1148"/>
                    <a:pt x="660" y="1148"/>
                  </a:cubicBezTo>
                  <a:cubicBezTo>
                    <a:pt x="661" y="1148"/>
                    <a:pt x="661" y="1148"/>
                    <a:pt x="661" y="1148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1" y="1149"/>
                    <a:pt x="661" y="1149"/>
                    <a:pt x="661" y="1149"/>
                  </a:cubicBezTo>
                  <a:cubicBezTo>
                    <a:pt x="662" y="1151"/>
                    <a:pt x="662" y="1151"/>
                    <a:pt x="662" y="1151"/>
                  </a:cubicBezTo>
                  <a:cubicBezTo>
                    <a:pt x="664" y="1152"/>
                    <a:pt x="664" y="1152"/>
                    <a:pt x="664" y="1152"/>
                  </a:cubicBezTo>
                  <a:cubicBezTo>
                    <a:pt x="667" y="1150"/>
                    <a:pt x="667" y="1150"/>
                    <a:pt x="667" y="1150"/>
                  </a:cubicBezTo>
                  <a:cubicBezTo>
                    <a:pt x="667" y="1148"/>
                    <a:pt x="667" y="1148"/>
                    <a:pt x="667" y="1148"/>
                  </a:cubicBezTo>
                  <a:cubicBezTo>
                    <a:pt x="667" y="1146"/>
                    <a:pt x="667" y="1146"/>
                    <a:pt x="667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6" y="1146"/>
                    <a:pt x="666" y="1146"/>
                    <a:pt x="666" y="1146"/>
                  </a:cubicBezTo>
                  <a:cubicBezTo>
                    <a:pt x="667" y="1144"/>
                    <a:pt x="667" y="1144"/>
                    <a:pt x="667" y="1144"/>
                  </a:cubicBezTo>
                  <a:cubicBezTo>
                    <a:pt x="665" y="1142"/>
                    <a:pt x="665" y="1142"/>
                    <a:pt x="665" y="1142"/>
                  </a:cubicBezTo>
                  <a:cubicBezTo>
                    <a:pt x="664" y="1142"/>
                    <a:pt x="664" y="1142"/>
                    <a:pt x="664" y="1142"/>
                  </a:cubicBezTo>
                  <a:cubicBezTo>
                    <a:pt x="662" y="1143"/>
                    <a:pt x="662" y="1143"/>
                    <a:pt x="662" y="1143"/>
                  </a:cubicBezTo>
                  <a:cubicBezTo>
                    <a:pt x="661" y="1143"/>
                    <a:pt x="661" y="1143"/>
                    <a:pt x="661" y="1143"/>
                  </a:cubicBezTo>
                  <a:cubicBezTo>
                    <a:pt x="660" y="1144"/>
                    <a:pt x="660" y="1144"/>
                    <a:pt x="660" y="1144"/>
                  </a:cubicBezTo>
                  <a:cubicBezTo>
                    <a:pt x="659" y="1143"/>
                    <a:pt x="659" y="1143"/>
                    <a:pt x="659" y="1143"/>
                  </a:cubicBezTo>
                  <a:cubicBezTo>
                    <a:pt x="657" y="1143"/>
                    <a:pt x="657" y="1143"/>
                    <a:pt x="657" y="1143"/>
                  </a:cubicBezTo>
                  <a:cubicBezTo>
                    <a:pt x="656" y="1143"/>
                    <a:pt x="656" y="1143"/>
                    <a:pt x="656" y="1143"/>
                  </a:cubicBezTo>
                  <a:cubicBezTo>
                    <a:pt x="655" y="1142"/>
                    <a:pt x="655" y="1142"/>
                    <a:pt x="655" y="1142"/>
                  </a:cubicBezTo>
                  <a:cubicBezTo>
                    <a:pt x="655" y="1138"/>
                    <a:pt x="655" y="1138"/>
                    <a:pt x="655" y="1138"/>
                  </a:cubicBezTo>
                  <a:cubicBezTo>
                    <a:pt x="655" y="1135"/>
                    <a:pt x="655" y="1135"/>
                    <a:pt x="655" y="1135"/>
                  </a:cubicBezTo>
                  <a:cubicBezTo>
                    <a:pt x="653" y="1134"/>
                    <a:pt x="653" y="1134"/>
                    <a:pt x="653" y="1134"/>
                  </a:cubicBezTo>
                  <a:cubicBezTo>
                    <a:pt x="653" y="1132"/>
                    <a:pt x="653" y="1132"/>
                    <a:pt x="653" y="1132"/>
                  </a:cubicBezTo>
                  <a:cubicBezTo>
                    <a:pt x="654" y="1131"/>
                    <a:pt x="654" y="1131"/>
                    <a:pt x="654" y="1131"/>
                  </a:cubicBezTo>
                  <a:cubicBezTo>
                    <a:pt x="655" y="1132"/>
                    <a:pt x="655" y="1132"/>
                    <a:pt x="655" y="1132"/>
                  </a:cubicBezTo>
                  <a:cubicBezTo>
                    <a:pt x="657" y="1132"/>
                    <a:pt x="657" y="1132"/>
                    <a:pt x="657" y="1132"/>
                  </a:cubicBezTo>
                  <a:cubicBezTo>
                    <a:pt x="660" y="1133"/>
                    <a:pt x="660" y="1133"/>
                    <a:pt x="660" y="1133"/>
                  </a:cubicBezTo>
                  <a:cubicBezTo>
                    <a:pt x="662" y="1135"/>
                    <a:pt x="662" y="1135"/>
                    <a:pt x="662" y="1135"/>
                  </a:cubicBezTo>
                  <a:cubicBezTo>
                    <a:pt x="665" y="1135"/>
                    <a:pt x="665" y="1135"/>
                    <a:pt x="665" y="1135"/>
                  </a:cubicBezTo>
                  <a:cubicBezTo>
                    <a:pt x="669" y="1135"/>
                    <a:pt x="669" y="1135"/>
                    <a:pt x="669" y="1135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2" y="1133"/>
                    <a:pt x="672" y="1133"/>
                    <a:pt x="672" y="1133"/>
                  </a:cubicBezTo>
                  <a:cubicBezTo>
                    <a:pt x="673" y="1132"/>
                    <a:pt x="673" y="1132"/>
                    <a:pt x="673" y="1132"/>
                  </a:cubicBezTo>
                  <a:cubicBezTo>
                    <a:pt x="674" y="1130"/>
                    <a:pt x="674" y="1130"/>
                    <a:pt x="674" y="1130"/>
                  </a:cubicBezTo>
                  <a:cubicBezTo>
                    <a:pt x="674" y="1129"/>
                    <a:pt x="674" y="1129"/>
                    <a:pt x="674" y="1129"/>
                  </a:cubicBezTo>
                  <a:cubicBezTo>
                    <a:pt x="674" y="1128"/>
                    <a:pt x="674" y="1128"/>
                    <a:pt x="674" y="1128"/>
                  </a:cubicBezTo>
                  <a:cubicBezTo>
                    <a:pt x="674" y="1127"/>
                    <a:pt x="674" y="1127"/>
                    <a:pt x="674" y="1127"/>
                  </a:cubicBezTo>
                  <a:cubicBezTo>
                    <a:pt x="673" y="1126"/>
                    <a:pt x="673" y="1126"/>
                    <a:pt x="673" y="1126"/>
                  </a:cubicBezTo>
                  <a:cubicBezTo>
                    <a:pt x="672" y="1125"/>
                    <a:pt x="672" y="1125"/>
                    <a:pt x="672" y="1125"/>
                  </a:cubicBezTo>
                  <a:cubicBezTo>
                    <a:pt x="672" y="1124"/>
                    <a:pt x="672" y="1124"/>
                    <a:pt x="672" y="1124"/>
                  </a:cubicBezTo>
                  <a:cubicBezTo>
                    <a:pt x="673" y="1123"/>
                    <a:pt x="673" y="1123"/>
                    <a:pt x="673" y="1123"/>
                  </a:cubicBezTo>
                  <a:cubicBezTo>
                    <a:pt x="672" y="1122"/>
                    <a:pt x="672" y="1122"/>
                    <a:pt x="672" y="1122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21"/>
                    <a:pt x="674" y="1121"/>
                    <a:pt x="674" y="1121"/>
                  </a:cubicBezTo>
                  <a:cubicBezTo>
                    <a:pt x="674" y="1119"/>
                    <a:pt x="674" y="1119"/>
                    <a:pt x="674" y="1119"/>
                  </a:cubicBezTo>
                  <a:cubicBezTo>
                    <a:pt x="674" y="1117"/>
                    <a:pt x="674" y="1117"/>
                    <a:pt x="674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3" y="1117"/>
                    <a:pt x="673" y="1117"/>
                    <a:pt x="673" y="1117"/>
                  </a:cubicBezTo>
                  <a:cubicBezTo>
                    <a:pt x="672" y="1116"/>
                    <a:pt x="672" y="1116"/>
                    <a:pt x="672" y="1116"/>
                  </a:cubicBezTo>
                  <a:cubicBezTo>
                    <a:pt x="672" y="1114"/>
                    <a:pt x="672" y="1114"/>
                    <a:pt x="672" y="1114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2" y="1112"/>
                    <a:pt x="672" y="1112"/>
                    <a:pt x="672" y="1112"/>
                  </a:cubicBezTo>
                  <a:cubicBezTo>
                    <a:pt x="672" y="1113"/>
                    <a:pt x="672" y="1113"/>
                    <a:pt x="672" y="1113"/>
                  </a:cubicBezTo>
                  <a:cubicBezTo>
                    <a:pt x="673" y="1113"/>
                    <a:pt x="673" y="1113"/>
                    <a:pt x="673" y="1113"/>
                  </a:cubicBezTo>
                  <a:cubicBezTo>
                    <a:pt x="675" y="1113"/>
                    <a:pt x="675" y="1113"/>
                    <a:pt x="675" y="1113"/>
                  </a:cubicBezTo>
                  <a:cubicBezTo>
                    <a:pt x="677" y="1114"/>
                    <a:pt x="677" y="1114"/>
                    <a:pt x="677" y="1114"/>
                  </a:cubicBezTo>
                  <a:cubicBezTo>
                    <a:pt x="679" y="1114"/>
                    <a:pt x="679" y="1114"/>
                    <a:pt x="679" y="1114"/>
                  </a:cubicBezTo>
                  <a:cubicBezTo>
                    <a:pt x="681" y="1114"/>
                    <a:pt x="681" y="1114"/>
                    <a:pt x="681" y="1114"/>
                  </a:cubicBezTo>
                  <a:cubicBezTo>
                    <a:pt x="683" y="1114"/>
                    <a:pt x="683" y="1114"/>
                    <a:pt x="683" y="1114"/>
                  </a:cubicBezTo>
                  <a:cubicBezTo>
                    <a:pt x="687" y="1114"/>
                    <a:pt x="687" y="1114"/>
                    <a:pt x="687" y="1114"/>
                  </a:cubicBezTo>
                  <a:cubicBezTo>
                    <a:pt x="692" y="1113"/>
                    <a:pt x="692" y="1113"/>
                    <a:pt x="692" y="1113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697" y="1111"/>
                    <a:pt x="697" y="1111"/>
                    <a:pt x="697" y="1111"/>
                  </a:cubicBezTo>
                  <a:cubicBezTo>
                    <a:pt x="701" y="1110"/>
                    <a:pt x="701" y="1110"/>
                    <a:pt x="701" y="1110"/>
                  </a:cubicBezTo>
                  <a:cubicBezTo>
                    <a:pt x="705" y="1107"/>
                    <a:pt x="705" y="1107"/>
                    <a:pt x="705" y="1107"/>
                  </a:cubicBezTo>
                  <a:cubicBezTo>
                    <a:pt x="706" y="1105"/>
                    <a:pt x="706" y="1105"/>
                    <a:pt x="706" y="1105"/>
                  </a:cubicBezTo>
                  <a:cubicBezTo>
                    <a:pt x="705" y="1104"/>
                    <a:pt x="705" y="1104"/>
                    <a:pt x="705" y="1104"/>
                  </a:cubicBezTo>
                  <a:cubicBezTo>
                    <a:pt x="706" y="1102"/>
                    <a:pt x="706" y="1102"/>
                    <a:pt x="706" y="1102"/>
                  </a:cubicBezTo>
                  <a:cubicBezTo>
                    <a:pt x="706" y="1103"/>
                    <a:pt x="706" y="1103"/>
                    <a:pt x="706" y="1103"/>
                  </a:cubicBezTo>
                  <a:cubicBezTo>
                    <a:pt x="707" y="1101"/>
                    <a:pt x="707" y="1101"/>
                    <a:pt x="707" y="1101"/>
                  </a:cubicBezTo>
                  <a:cubicBezTo>
                    <a:pt x="708" y="1099"/>
                    <a:pt x="708" y="1099"/>
                    <a:pt x="708" y="1099"/>
                  </a:cubicBezTo>
                  <a:cubicBezTo>
                    <a:pt x="709" y="1097"/>
                    <a:pt x="709" y="1097"/>
                    <a:pt x="709" y="1097"/>
                  </a:cubicBezTo>
                  <a:cubicBezTo>
                    <a:pt x="709" y="1095"/>
                    <a:pt x="709" y="1095"/>
                    <a:pt x="709" y="1095"/>
                  </a:cubicBezTo>
                  <a:cubicBezTo>
                    <a:pt x="709" y="1092"/>
                    <a:pt x="709" y="1092"/>
                    <a:pt x="709" y="1092"/>
                  </a:cubicBezTo>
                  <a:cubicBezTo>
                    <a:pt x="709" y="1090"/>
                    <a:pt x="709" y="1090"/>
                    <a:pt x="709" y="1090"/>
                  </a:cubicBezTo>
                  <a:cubicBezTo>
                    <a:pt x="708" y="1090"/>
                    <a:pt x="708" y="1090"/>
                    <a:pt x="708" y="1090"/>
                  </a:cubicBezTo>
                  <a:cubicBezTo>
                    <a:pt x="707" y="1091"/>
                    <a:pt x="707" y="1091"/>
                    <a:pt x="707" y="1091"/>
                  </a:cubicBezTo>
                  <a:cubicBezTo>
                    <a:pt x="706" y="1091"/>
                    <a:pt x="706" y="1091"/>
                    <a:pt x="706" y="1091"/>
                  </a:cubicBezTo>
                  <a:cubicBezTo>
                    <a:pt x="704" y="1090"/>
                    <a:pt x="704" y="1090"/>
                    <a:pt x="704" y="1090"/>
                  </a:cubicBezTo>
                  <a:cubicBezTo>
                    <a:pt x="703" y="1088"/>
                    <a:pt x="703" y="1088"/>
                    <a:pt x="703" y="1088"/>
                  </a:cubicBezTo>
                  <a:cubicBezTo>
                    <a:pt x="703" y="1087"/>
                    <a:pt x="703" y="1087"/>
                    <a:pt x="703" y="1087"/>
                  </a:cubicBezTo>
                  <a:cubicBezTo>
                    <a:pt x="705" y="1084"/>
                    <a:pt x="705" y="1084"/>
                    <a:pt x="705" y="1084"/>
                  </a:cubicBezTo>
                  <a:cubicBezTo>
                    <a:pt x="705" y="1082"/>
                    <a:pt x="705" y="1082"/>
                    <a:pt x="705" y="1082"/>
                  </a:cubicBezTo>
                  <a:cubicBezTo>
                    <a:pt x="704" y="1081"/>
                    <a:pt x="704" y="1081"/>
                    <a:pt x="704" y="1081"/>
                  </a:cubicBezTo>
                  <a:cubicBezTo>
                    <a:pt x="700" y="1078"/>
                    <a:pt x="700" y="1078"/>
                    <a:pt x="700" y="1078"/>
                  </a:cubicBezTo>
                  <a:cubicBezTo>
                    <a:pt x="697" y="1076"/>
                    <a:pt x="697" y="1076"/>
                    <a:pt x="697" y="1076"/>
                  </a:cubicBezTo>
                  <a:cubicBezTo>
                    <a:pt x="694" y="1074"/>
                    <a:pt x="694" y="1074"/>
                    <a:pt x="694" y="1074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3"/>
                    <a:pt x="694" y="1073"/>
                    <a:pt x="694" y="1073"/>
                  </a:cubicBezTo>
                  <a:cubicBezTo>
                    <a:pt x="694" y="1071"/>
                    <a:pt x="694" y="1071"/>
                    <a:pt x="694" y="1071"/>
                  </a:cubicBezTo>
                  <a:cubicBezTo>
                    <a:pt x="695" y="1074"/>
                    <a:pt x="695" y="1074"/>
                    <a:pt x="695" y="1074"/>
                  </a:cubicBezTo>
                  <a:cubicBezTo>
                    <a:pt x="696" y="1074"/>
                    <a:pt x="696" y="1074"/>
                    <a:pt x="696" y="1074"/>
                  </a:cubicBezTo>
                  <a:cubicBezTo>
                    <a:pt x="698" y="1076"/>
                    <a:pt x="698" y="1076"/>
                    <a:pt x="698" y="1076"/>
                  </a:cubicBezTo>
                  <a:cubicBezTo>
                    <a:pt x="700" y="1076"/>
                    <a:pt x="700" y="1076"/>
                    <a:pt x="700" y="1076"/>
                  </a:cubicBezTo>
                  <a:cubicBezTo>
                    <a:pt x="703" y="1076"/>
                    <a:pt x="703" y="1076"/>
                    <a:pt x="703" y="1076"/>
                  </a:cubicBezTo>
                  <a:cubicBezTo>
                    <a:pt x="705" y="1076"/>
                    <a:pt x="705" y="1076"/>
                    <a:pt x="705" y="1076"/>
                  </a:cubicBezTo>
                  <a:cubicBezTo>
                    <a:pt x="706" y="1077"/>
                    <a:pt x="706" y="1077"/>
                    <a:pt x="706" y="1077"/>
                  </a:cubicBezTo>
                  <a:cubicBezTo>
                    <a:pt x="708" y="1077"/>
                    <a:pt x="708" y="1077"/>
                    <a:pt x="708" y="1077"/>
                  </a:cubicBezTo>
                  <a:cubicBezTo>
                    <a:pt x="709" y="1077"/>
                    <a:pt x="709" y="1077"/>
                    <a:pt x="709" y="1077"/>
                  </a:cubicBezTo>
                  <a:cubicBezTo>
                    <a:pt x="708" y="1079"/>
                    <a:pt x="708" y="1079"/>
                    <a:pt x="708" y="1079"/>
                  </a:cubicBezTo>
                  <a:cubicBezTo>
                    <a:pt x="711" y="1079"/>
                    <a:pt x="711" y="1079"/>
                    <a:pt x="711" y="1079"/>
                  </a:cubicBezTo>
                  <a:cubicBezTo>
                    <a:pt x="712" y="1078"/>
                    <a:pt x="712" y="1078"/>
                    <a:pt x="712" y="1078"/>
                  </a:cubicBezTo>
                  <a:cubicBezTo>
                    <a:pt x="714" y="1078"/>
                    <a:pt x="714" y="1078"/>
                    <a:pt x="714" y="1078"/>
                  </a:cubicBezTo>
                  <a:cubicBezTo>
                    <a:pt x="715" y="1078"/>
                    <a:pt x="715" y="1078"/>
                    <a:pt x="715" y="1078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7" y="1079"/>
                    <a:pt x="717" y="1079"/>
                    <a:pt x="717" y="1079"/>
                  </a:cubicBezTo>
                  <a:cubicBezTo>
                    <a:pt x="718" y="1079"/>
                    <a:pt x="718" y="1079"/>
                    <a:pt x="718" y="1079"/>
                  </a:cubicBezTo>
                  <a:cubicBezTo>
                    <a:pt x="720" y="1079"/>
                    <a:pt x="720" y="1079"/>
                    <a:pt x="720" y="1079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1" y="1078"/>
                    <a:pt x="721" y="1078"/>
                    <a:pt x="721" y="1078"/>
                  </a:cubicBezTo>
                  <a:cubicBezTo>
                    <a:pt x="725" y="1077"/>
                    <a:pt x="725" y="1077"/>
                    <a:pt x="725" y="1077"/>
                  </a:cubicBezTo>
                  <a:cubicBezTo>
                    <a:pt x="727" y="1075"/>
                    <a:pt x="727" y="1075"/>
                    <a:pt x="727" y="1075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7" y="1073"/>
                    <a:pt x="727" y="1073"/>
                    <a:pt x="727" y="1073"/>
                  </a:cubicBezTo>
                  <a:cubicBezTo>
                    <a:pt x="728" y="1073"/>
                    <a:pt x="728" y="1073"/>
                    <a:pt x="728" y="1073"/>
                  </a:cubicBezTo>
                  <a:cubicBezTo>
                    <a:pt x="729" y="1071"/>
                    <a:pt x="729" y="1071"/>
                    <a:pt x="729" y="1071"/>
                  </a:cubicBezTo>
                  <a:cubicBezTo>
                    <a:pt x="729" y="1069"/>
                    <a:pt x="729" y="1069"/>
                    <a:pt x="729" y="1069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0" y="1068"/>
                    <a:pt x="730" y="1068"/>
                    <a:pt x="730" y="1068"/>
                  </a:cubicBezTo>
                  <a:cubicBezTo>
                    <a:pt x="731" y="1068"/>
                    <a:pt x="731" y="1068"/>
                    <a:pt x="731" y="1068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1" y="1067"/>
                    <a:pt x="731" y="1067"/>
                    <a:pt x="731" y="1067"/>
                  </a:cubicBezTo>
                  <a:cubicBezTo>
                    <a:pt x="734" y="1065"/>
                    <a:pt x="734" y="1065"/>
                    <a:pt x="734" y="1065"/>
                  </a:cubicBezTo>
                  <a:cubicBezTo>
                    <a:pt x="735" y="1063"/>
                    <a:pt x="735" y="1063"/>
                    <a:pt x="735" y="1063"/>
                  </a:cubicBezTo>
                  <a:cubicBezTo>
                    <a:pt x="736" y="1058"/>
                    <a:pt x="736" y="1058"/>
                    <a:pt x="736" y="1058"/>
                  </a:cubicBezTo>
                  <a:cubicBezTo>
                    <a:pt x="737" y="1054"/>
                    <a:pt x="737" y="1054"/>
                    <a:pt x="737" y="1054"/>
                  </a:cubicBezTo>
                  <a:cubicBezTo>
                    <a:pt x="738" y="1053"/>
                    <a:pt x="738" y="1053"/>
                    <a:pt x="738" y="1053"/>
                  </a:cubicBezTo>
                  <a:cubicBezTo>
                    <a:pt x="737" y="1053"/>
                    <a:pt x="737" y="1053"/>
                    <a:pt x="737" y="1053"/>
                  </a:cubicBezTo>
                  <a:cubicBezTo>
                    <a:pt x="739" y="1053"/>
                    <a:pt x="739" y="1053"/>
                    <a:pt x="739" y="1053"/>
                  </a:cubicBezTo>
                  <a:cubicBezTo>
                    <a:pt x="744" y="1049"/>
                    <a:pt x="744" y="1049"/>
                    <a:pt x="744" y="1049"/>
                  </a:cubicBezTo>
                  <a:cubicBezTo>
                    <a:pt x="746" y="1046"/>
                    <a:pt x="746" y="1046"/>
                    <a:pt x="746" y="1046"/>
                  </a:cubicBezTo>
                  <a:cubicBezTo>
                    <a:pt x="750" y="1041"/>
                    <a:pt x="750" y="1041"/>
                    <a:pt x="750" y="1041"/>
                  </a:cubicBezTo>
                  <a:cubicBezTo>
                    <a:pt x="751" y="1038"/>
                    <a:pt x="751" y="1038"/>
                    <a:pt x="751" y="1038"/>
                  </a:cubicBezTo>
                  <a:cubicBezTo>
                    <a:pt x="752" y="1034"/>
                    <a:pt x="752" y="1034"/>
                    <a:pt x="752" y="1034"/>
                  </a:cubicBezTo>
                  <a:cubicBezTo>
                    <a:pt x="756" y="1028"/>
                    <a:pt x="756" y="1028"/>
                    <a:pt x="756" y="1028"/>
                  </a:cubicBezTo>
                  <a:cubicBezTo>
                    <a:pt x="759" y="1024"/>
                    <a:pt x="759" y="1024"/>
                    <a:pt x="759" y="1024"/>
                  </a:cubicBezTo>
                  <a:cubicBezTo>
                    <a:pt x="760" y="1022"/>
                    <a:pt x="760" y="1022"/>
                    <a:pt x="760" y="1022"/>
                  </a:cubicBezTo>
                  <a:cubicBezTo>
                    <a:pt x="759" y="1022"/>
                    <a:pt x="759" y="1022"/>
                    <a:pt x="759" y="1022"/>
                  </a:cubicBezTo>
                  <a:cubicBezTo>
                    <a:pt x="759" y="1021"/>
                    <a:pt x="759" y="1021"/>
                    <a:pt x="759" y="1021"/>
                  </a:cubicBezTo>
                  <a:cubicBezTo>
                    <a:pt x="760" y="1021"/>
                    <a:pt x="760" y="1021"/>
                    <a:pt x="760" y="1021"/>
                  </a:cubicBezTo>
                  <a:cubicBezTo>
                    <a:pt x="761" y="1020"/>
                    <a:pt x="761" y="1020"/>
                    <a:pt x="761" y="1020"/>
                  </a:cubicBezTo>
                  <a:cubicBezTo>
                    <a:pt x="762" y="1019"/>
                    <a:pt x="762" y="1019"/>
                    <a:pt x="762" y="1019"/>
                  </a:cubicBezTo>
                  <a:cubicBezTo>
                    <a:pt x="761" y="1017"/>
                    <a:pt x="761" y="1017"/>
                    <a:pt x="761" y="1017"/>
                  </a:cubicBezTo>
                  <a:cubicBezTo>
                    <a:pt x="762" y="1016"/>
                    <a:pt x="762" y="1016"/>
                    <a:pt x="762" y="1016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5"/>
                    <a:pt x="761" y="1015"/>
                    <a:pt x="761" y="1015"/>
                  </a:cubicBezTo>
                  <a:cubicBezTo>
                    <a:pt x="761" y="1014"/>
                    <a:pt x="761" y="1014"/>
                    <a:pt x="761" y="1014"/>
                  </a:cubicBezTo>
                  <a:cubicBezTo>
                    <a:pt x="759" y="1012"/>
                    <a:pt x="759" y="1012"/>
                    <a:pt x="759" y="1012"/>
                  </a:cubicBezTo>
                  <a:cubicBezTo>
                    <a:pt x="759" y="1011"/>
                    <a:pt x="759" y="1011"/>
                    <a:pt x="759" y="1011"/>
                  </a:cubicBezTo>
                  <a:cubicBezTo>
                    <a:pt x="760" y="1010"/>
                    <a:pt x="760" y="1010"/>
                    <a:pt x="760" y="1010"/>
                  </a:cubicBezTo>
                  <a:cubicBezTo>
                    <a:pt x="759" y="1007"/>
                    <a:pt x="759" y="1007"/>
                    <a:pt x="759" y="1007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58" y="1005"/>
                    <a:pt x="758" y="1005"/>
                    <a:pt x="758" y="1005"/>
                  </a:cubicBezTo>
                  <a:cubicBezTo>
                    <a:pt x="761" y="1005"/>
                    <a:pt x="761" y="1005"/>
                    <a:pt x="761" y="1005"/>
                  </a:cubicBezTo>
                  <a:cubicBezTo>
                    <a:pt x="760" y="1003"/>
                    <a:pt x="760" y="1003"/>
                    <a:pt x="760" y="1003"/>
                  </a:cubicBezTo>
                  <a:cubicBezTo>
                    <a:pt x="761" y="1002"/>
                    <a:pt x="761" y="1002"/>
                    <a:pt x="761" y="1002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1000"/>
                    <a:pt x="761" y="1000"/>
                    <a:pt x="761" y="1000"/>
                  </a:cubicBezTo>
                  <a:cubicBezTo>
                    <a:pt x="761" y="999"/>
                    <a:pt x="761" y="999"/>
                    <a:pt x="761" y="999"/>
                  </a:cubicBezTo>
                  <a:cubicBezTo>
                    <a:pt x="762" y="999"/>
                    <a:pt x="762" y="999"/>
                    <a:pt x="762" y="999"/>
                  </a:cubicBezTo>
                  <a:cubicBezTo>
                    <a:pt x="765" y="997"/>
                    <a:pt x="765" y="997"/>
                    <a:pt x="765" y="997"/>
                  </a:cubicBezTo>
                  <a:cubicBezTo>
                    <a:pt x="766" y="996"/>
                    <a:pt x="766" y="996"/>
                    <a:pt x="766" y="996"/>
                  </a:cubicBezTo>
                  <a:cubicBezTo>
                    <a:pt x="766" y="995"/>
                    <a:pt x="766" y="995"/>
                    <a:pt x="766" y="995"/>
                  </a:cubicBezTo>
                  <a:cubicBezTo>
                    <a:pt x="768" y="994"/>
                    <a:pt x="768" y="994"/>
                    <a:pt x="768" y="994"/>
                  </a:cubicBezTo>
                  <a:cubicBezTo>
                    <a:pt x="770" y="992"/>
                    <a:pt x="770" y="992"/>
                    <a:pt x="770" y="992"/>
                  </a:cubicBezTo>
                  <a:cubicBezTo>
                    <a:pt x="773" y="989"/>
                    <a:pt x="773" y="989"/>
                    <a:pt x="773" y="989"/>
                  </a:cubicBezTo>
                  <a:cubicBezTo>
                    <a:pt x="776" y="989"/>
                    <a:pt x="776" y="989"/>
                    <a:pt x="776" y="989"/>
                  </a:cubicBezTo>
                  <a:cubicBezTo>
                    <a:pt x="777" y="987"/>
                    <a:pt x="777" y="987"/>
                    <a:pt x="777" y="987"/>
                  </a:cubicBezTo>
                  <a:cubicBezTo>
                    <a:pt x="779" y="986"/>
                    <a:pt x="779" y="986"/>
                    <a:pt x="779" y="986"/>
                  </a:cubicBezTo>
                  <a:cubicBezTo>
                    <a:pt x="780" y="986"/>
                    <a:pt x="780" y="986"/>
                    <a:pt x="780" y="986"/>
                  </a:cubicBezTo>
                  <a:cubicBezTo>
                    <a:pt x="781" y="987"/>
                    <a:pt x="781" y="987"/>
                    <a:pt x="781" y="987"/>
                  </a:cubicBezTo>
                  <a:cubicBezTo>
                    <a:pt x="783" y="987"/>
                    <a:pt x="783" y="987"/>
                    <a:pt x="783" y="987"/>
                  </a:cubicBezTo>
                  <a:cubicBezTo>
                    <a:pt x="783" y="986"/>
                    <a:pt x="783" y="986"/>
                    <a:pt x="783" y="986"/>
                  </a:cubicBezTo>
                  <a:cubicBezTo>
                    <a:pt x="784" y="984"/>
                    <a:pt x="784" y="984"/>
                    <a:pt x="784" y="984"/>
                  </a:cubicBezTo>
                  <a:cubicBezTo>
                    <a:pt x="787" y="982"/>
                    <a:pt x="787" y="982"/>
                    <a:pt x="787" y="982"/>
                  </a:cubicBezTo>
                  <a:cubicBezTo>
                    <a:pt x="788" y="982"/>
                    <a:pt x="788" y="982"/>
                    <a:pt x="788" y="982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87" y="980"/>
                    <a:pt x="787" y="980"/>
                    <a:pt x="787" y="980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7" y="979"/>
                    <a:pt x="787" y="979"/>
                    <a:pt x="787" y="979"/>
                  </a:cubicBezTo>
                  <a:cubicBezTo>
                    <a:pt x="789" y="978"/>
                    <a:pt x="789" y="978"/>
                    <a:pt x="789" y="978"/>
                  </a:cubicBezTo>
                  <a:cubicBezTo>
                    <a:pt x="790" y="978"/>
                    <a:pt x="790" y="978"/>
                    <a:pt x="790" y="978"/>
                  </a:cubicBezTo>
                  <a:cubicBezTo>
                    <a:pt x="789" y="979"/>
                    <a:pt x="789" y="979"/>
                    <a:pt x="789" y="979"/>
                  </a:cubicBezTo>
                  <a:cubicBezTo>
                    <a:pt x="788" y="980"/>
                    <a:pt x="788" y="980"/>
                    <a:pt x="788" y="980"/>
                  </a:cubicBezTo>
                  <a:cubicBezTo>
                    <a:pt x="790" y="981"/>
                    <a:pt x="790" y="981"/>
                    <a:pt x="790" y="981"/>
                  </a:cubicBezTo>
                  <a:cubicBezTo>
                    <a:pt x="797" y="978"/>
                    <a:pt x="797" y="978"/>
                    <a:pt x="797" y="978"/>
                  </a:cubicBezTo>
                  <a:cubicBezTo>
                    <a:pt x="797" y="979"/>
                    <a:pt x="797" y="979"/>
                    <a:pt x="797" y="979"/>
                  </a:cubicBezTo>
                  <a:cubicBezTo>
                    <a:pt x="797" y="979"/>
                    <a:pt x="797" y="979"/>
                    <a:pt x="800" y="979"/>
                  </a:cubicBezTo>
                  <a:cubicBezTo>
                    <a:pt x="800" y="979"/>
                    <a:pt x="800" y="979"/>
                    <a:pt x="800" y="979"/>
                  </a:cubicBezTo>
                  <a:cubicBezTo>
                    <a:pt x="801" y="979"/>
                    <a:pt x="801" y="979"/>
                    <a:pt x="801" y="979"/>
                  </a:cubicBezTo>
                  <a:cubicBezTo>
                    <a:pt x="803" y="979"/>
                    <a:pt x="803" y="979"/>
                    <a:pt x="803" y="979"/>
                  </a:cubicBezTo>
                  <a:cubicBezTo>
                    <a:pt x="805" y="979"/>
                    <a:pt x="805" y="979"/>
                    <a:pt x="805" y="979"/>
                  </a:cubicBezTo>
                  <a:cubicBezTo>
                    <a:pt x="807" y="978"/>
                    <a:pt x="807" y="978"/>
                    <a:pt x="807" y="978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07" y="976"/>
                    <a:pt x="807" y="976"/>
                    <a:pt x="807" y="976"/>
                  </a:cubicBezTo>
                  <a:cubicBezTo>
                    <a:pt x="810" y="974"/>
                    <a:pt x="810" y="974"/>
                    <a:pt x="810" y="974"/>
                  </a:cubicBezTo>
                  <a:cubicBezTo>
                    <a:pt x="813" y="973"/>
                    <a:pt x="813" y="973"/>
                    <a:pt x="813" y="973"/>
                  </a:cubicBezTo>
                  <a:cubicBezTo>
                    <a:pt x="815" y="972"/>
                    <a:pt x="815" y="972"/>
                    <a:pt x="815" y="972"/>
                  </a:cubicBezTo>
                  <a:cubicBezTo>
                    <a:pt x="815" y="971"/>
                    <a:pt x="815" y="971"/>
                    <a:pt x="815" y="971"/>
                  </a:cubicBezTo>
                  <a:cubicBezTo>
                    <a:pt x="815" y="970"/>
                    <a:pt x="815" y="970"/>
                    <a:pt x="815" y="970"/>
                  </a:cubicBezTo>
                  <a:cubicBezTo>
                    <a:pt x="814" y="967"/>
                    <a:pt x="814" y="967"/>
                    <a:pt x="814" y="967"/>
                  </a:cubicBezTo>
                  <a:cubicBezTo>
                    <a:pt x="815" y="966"/>
                    <a:pt x="815" y="966"/>
                    <a:pt x="815" y="966"/>
                  </a:cubicBezTo>
                  <a:cubicBezTo>
                    <a:pt x="816" y="964"/>
                    <a:pt x="816" y="964"/>
                    <a:pt x="816" y="964"/>
                  </a:cubicBezTo>
                  <a:cubicBezTo>
                    <a:pt x="816" y="963"/>
                    <a:pt x="816" y="963"/>
                    <a:pt x="816" y="963"/>
                  </a:cubicBezTo>
                  <a:cubicBezTo>
                    <a:pt x="818" y="962"/>
                    <a:pt x="818" y="962"/>
                    <a:pt x="818" y="962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18" y="960"/>
                    <a:pt x="818" y="960"/>
                    <a:pt x="818" y="960"/>
                  </a:cubicBezTo>
                  <a:cubicBezTo>
                    <a:pt x="820" y="957"/>
                    <a:pt x="820" y="957"/>
                    <a:pt x="820" y="957"/>
                  </a:cubicBezTo>
                  <a:cubicBezTo>
                    <a:pt x="822" y="953"/>
                    <a:pt x="822" y="953"/>
                    <a:pt x="822" y="953"/>
                  </a:cubicBezTo>
                  <a:cubicBezTo>
                    <a:pt x="823" y="952"/>
                    <a:pt x="823" y="952"/>
                    <a:pt x="823" y="952"/>
                  </a:cubicBezTo>
                  <a:cubicBezTo>
                    <a:pt x="822" y="947"/>
                    <a:pt x="822" y="947"/>
                    <a:pt x="822" y="947"/>
                  </a:cubicBezTo>
                  <a:cubicBezTo>
                    <a:pt x="822" y="946"/>
                    <a:pt x="822" y="946"/>
                    <a:pt x="822" y="946"/>
                  </a:cubicBezTo>
                  <a:cubicBezTo>
                    <a:pt x="822" y="944"/>
                    <a:pt x="822" y="944"/>
                    <a:pt x="822" y="944"/>
                  </a:cubicBezTo>
                  <a:cubicBezTo>
                    <a:pt x="823" y="943"/>
                    <a:pt x="823" y="943"/>
                    <a:pt x="823" y="943"/>
                  </a:cubicBezTo>
                  <a:cubicBezTo>
                    <a:pt x="823" y="942"/>
                    <a:pt x="823" y="942"/>
                    <a:pt x="823" y="942"/>
                  </a:cubicBezTo>
                  <a:cubicBezTo>
                    <a:pt x="825" y="940"/>
                    <a:pt x="825" y="940"/>
                    <a:pt x="825" y="940"/>
                  </a:cubicBezTo>
                  <a:cubicBezTo>
                    <a:pt x="826" y="939"/>
                    <a:pt x="826" y="939"/>
                    <a:pt x="826" y="939"/>
                  </a:cubicBezTo>
                  <a:cubicBezTo>
                    <a:pt x="825" y="936"/>
                    <a:pt x="825" y="936"/>
                    <a:pt x="825" y="936"/>
                  </a:cubicBezTo>
                  <a:cubicBezTo>
                    <a:pt x="826" y="933"/>
                    <a:pt x="826" y="933"/>
                    <a:pt x="826" y="933"/>
                  </a:cubicBezTo>
                  <a:cubicBezTo>
                    <a:pt x="826" y="930"/>
                    <a:pt x="826" y="930"/>
                    <a:pt x="826" y="930"/>
                  </a:cubicBezTo>
                  <a:cubicBezTo>
                    <a:pt x="827" y="929"/>
                    <a:pt x="827" y="929"/>
                    <a:pt x="827" y="929"/>
                  </a:cubicBezTo>
                  <a:cubicBezTo>
                    <a:pt x="826" y="928"/>
                    <a:pt x="826" y="928"/>
                    <a:pt x="826" y="928"/>
                  </a:cubicBezTo>
                  <a:cubicBezTo>
                    <a:pt x="827" y="925"/>
                    <a:pt x="827" y="925"/>
                    <a:pt x="827" y="925"/>
                  </a:cubicBezTo>
                  <a:cubicBezTo>
                    <a:pt x="826" y="915"/>
                    <a:pt x="826" y="915"/>
                    <a:pt x="826" y="915"/>
                  </a:cubicBezTo>
                  <a:cubicBezTo>
                    <a:pt x="826" y="913"/>
                    <a:pt x="826" y="913"/>
                    <a:pt x="826" y="913"/>
                  </a:cubicBezTo>
                  <a:cubicBezTo>
                    <a:pt x="827" y="912"/>
                    <a:pt x="827" y="912"/>
                    <a:pt x="827" y="912"/>
                  </a:cubicBezTo>
                  <a:cubicBezTo>
                    <a:pt x="827" y="909"/>
                    <a:pt x="827" y="909"/>
                    <a:pt x="827" y="909"/>
                  </a:cubicBezTo>
                  <a:cubicBezTo>
                    <a:pt x="826" y="910"/>
                    <a:pt x="826" y="910"/>
                    <a:pt x="826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5" y="910"/>
                    <a:pt x="825" y="910"/>
                    <a:pt x="825" y="910"/>
                  </a:cubicBezTo>
                  <a:cubicBezTo>
                    <a:pt x="826" y="908"/>
                    <a:pt x="826" y="908"/>
                    <a:pt x="826" y="908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6" y="906"/>
                    <a:pt x="826" y="906"/>
                    <a:pt x="826" y="906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7" y="905"/>
                    <a:pt x="827" y="905"/>
                    <a:pt x="827" y="905"/>
                  </a:cubicBezTo>
                  <a:cubicBezTo>
                    <a:pt x="829" y="905"/>
                    <a:pt x="829" y="905"/>
                    <a:pt x="829" y="905"/>
                  </a:cubicBezTo>
                  <a:cubicBezTo>
                    <a:pt x="830" y="903"/>
                    <a:pt x="830" y="903"/>
                    <a:pt x="830" y="903"/>
                  </a:cubicBezTo>
                  <a:cubicBezTo>
                    <a:pt x="832" y="902"/>
                    <a:pt x="832" y="902"/>
                    <a:pt x="832" y="902"/>
                  </a:cubicBezTo>
                  <a:cubicBezTo>
                    <a:pt x="835" y="898"/>
                    <a:pt x="835" y="898"/>
                    <a:pt x="835" y="898"/>
                  </a:cubicBezTo>
                  <a:cubicBezTo>
                    <a:pt x="836" y="895"/>
                    <a:pt x="836" y="895"/>
                    <a:pt x="836" y="895"/>
                  </a:cubicBezTo>
                  <a:cubicBezTo>
                    <a:pt x="836" y="894"/>
                    <a:pt x="836" y="894"/>
                    <a:pt x="836" y="894"/>
                  </a:cubicBezTo>
                  <a:cubicBezTo>
                    <a:pt x="837" y="893"/>
                    <a:pt x="837" y="893"/>
                    <a:pt x="837" y="893"/>
                  </a:cubicBezTo>
                  <a:cubicBezTo>
                    <a:pt x="838" y="891"/>
                    <a:pt x="838" y="891"/>
                    <a:pt x="838" y="891"/>
                  </a:cubicBezTo>
                  <a:cubicBezTo>
                    <a:pt x="839" y="889"/>
                    <a:pt x="839" y="889"/>
                    <a:pt x="839" y="889"/>
                  </a:cubicBezTo>
                  <a:cubicBezTo>
                    <a:pt x="843" y="886"/>
                    <a:pt x="843" y="886"/>
                    <a:pt x="843" y="886"/>
                  </a:cubicBezTo>
                  <a:cubicBezTo>
                    <a:pt x="844" y="885"/>
                    <a:pt x="844" y="885"/>
                    <a:pt x="844" y="885"/>
                  </a:cubicBezTo>
                  <a:cubicBezTo>
                    <a:pt x="845" y="884"/>
                    <a:pt x="845" y="884"/>
                    <a:pt x="845" y="884"/>
                  </a:cubicBezTo>
                  <a:cubicBezTo>
                    <a:pt x="846" y="883"/>
                    <a:pt x="846" y="883"/>
                    <a:pt x="846" y="883"/>
                  </a:cubicBezTo>
                  <a:cubicBezTo>
                    <a:pt x="849" y="880"/>
                    <a:pt x="849" y="880"/>
                    <a:pt x="849" y="880"/>
                  </a:cubicBezTo>
                  <a:cubicBezTo>
                    <a:pt x="852" y="876"/>
                    <a:pt x="852" y="876"/>
                    <a:pt x="852" y="876"/>
                  </a:cubicBezTo>
                  <a:cubicBezTo>
                    <a:pt x="853" y="875"/>
                    <a:pt x="853" y="875"/>
                    <a:pt x="853" y="875"/>
                  </a:cubicBezTo>
                  <a:cubicBezTo>
                    <a:pt x="855" y="871"/>
                    <a:pt x="855" y="871"/>
                    <a:pt x="855" y="871"/>
                  </a:cubicBezTo>
                  <a:cubicBezTo>
                    <a:pt x="855" y="869"/>
                    <a:pt x="855" y="869"/>
                    <a:pt x="855" y="869"/>
                  </a:cubicBezTo>
                  <a:cubicBezTo>
                    <a:pt x="856" y="868"/>
                    <a:pt x="856" y="868"/>
                    <a:pt x="856" y="868"/>
                  </a:cubicBezTo>
                  <a:cubicBezTo>
                    <a:pt x="856" y="866"/>
                    <a:pt x="856" y="866"/>
                    <a:pt x="856" y="866"/>
                  </a:cubicBezTo>
                  <a:cubicBezTo>
                    <a:pt x="855" y="865"/>
                    <a:pt x="855" y="865"/>
                    <a:pt x="855" y="865"/>
                  </a:cubicBezTo>
                  <a:cubicBezTo>
                    <a:pt x="855" y="864"/>
                    <a:pt x="855" y="864"/>
                    <a:pt x="855" y="864"/>
                  </a:cubicBezTo>
                  <a:lnTo>
                    <a:pt x="856" y="863"/>
                  </a:lnTo>
                  <a:close/>
                  <a:moveTo>
                    <a:pt x="461" y="670"/>
                  </a:moveTo>
                  <a:cubicBezTo>
                    <a:pt x="463" y="668"/>
                    <a:pt x="463" y="668"/>
                    <a:pt x="463" y="668"/>
                  </a:cubicBezTo>
                  <a:cubicBezTo>
                    <a:pt x="463" y="669"/>
                    <a:pt x="463" y="669"/>
                    <a:pt x="463" y="669"/>
                  </a:cubicBezTo>
                  <a:cubicBezTo>
                    <a:pt x="462" y="669"/>
                    <a:pt x="462" y="669"/>
                    <a:pt x="462" y="669"/>
                  </a:cubicBezTo>
                  <a:cubicBezTo>
                    <a:pt x="462" y="670"/>
                    <a:pt x="462" y="670"/>
                    <a:pt x="462" y="670"/>
                  </a:cubicBezTo>
                  <a:cubicBezTo>
                    <a:pt x="461" y="670"/>
                    <a:pt x="461" y="670"/>
                    <a:pt x="461" y="670"/>
                  </a:cubicBezTo>
                  <a:close/>
                  <a:moveTo>
                    <a:pt x="662" y="442"/>
                  </a:moveTo>
                  <a:cubicBezTo>
                    <a:pt x="663" y="442"/>
                    <a:pt x="663" y="442"/>
                    <a:pt x="663" y="442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5" y="442"/>
                    <a:pt x="665" y="442"/>
                    <a:pt x="665" y="442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3"/>
                    <a:pt x="664" y="443"/>
                    <a:pt x="664" y="443"/>
                  </a:cubicBezTo>
                  <a:cubicBezTo>
                    <a:pt x="664" y="442"/>
                    <a:pt x="664" y="442"/>
                    <a:pt x="664" y="442"/>
                  </a:cubicBezTo>
                  <a:cubicBezTo>
                    <a:pt x="662" y="442"/>
                    <a:pt x="662" y="442"/>
                    <a:pt x="662" y="442"/>
                  </a:cubicBezTo>
                  <a:cubicBezTo>
                    <a:pt x="662" y="442"/>
                    <a:pt x="662" y="442"/>
                    <a:pt x="662" y="442"/>
                  </a:cubicBezTo>
                  <a:close/>
                  <a:moveTo>
                    <a:pt x="708" y="364"/>
                  </a:moveTo>
                  <a:cubicBezTo>
                    <a:pt x="707" y="363"/>
                    <a:pt x="707" y="363"/>
                    <a:pt x="707" y="363"/>
                  </a:cubicBezTo>
                  <a:cubicBezTo>
                    <a:pt x="708" y="362"/>
                    <a:pt x="708" y="362"/>
                    <a:pt x="708" y="362"/>
                  </a:cubicBezTo>
                  <a:cubicBezTo>
                    <a:pt x="709" y="361"/>
                    <a:pt x="709" y="361"/>
                    <a:pt x="709" y="361"/>
                  </a:cubicBezTo>
                  <a:cubicBezTo>
                    <a:pt x="710" y="361"/>
                    <a:pt x="710" y="361"/>
                    <a:pt x="710" y="361"/>
                  </a:cubicBezTo>
                  <a:cubicBezTo>
                    <a:pt x="711" y="360"/>
                    <a:pt x="711" y="360"/>
                    <a:pt x="711" y="360"/>
                  </a:cubicBezTo>
                  <a:cubicBezTo>
                    <a:pt x="713" y="359"/>
                    <a:pt x="713" y="359"/>
                    <a:pt x="713" y="359"/>
                  </a:cubicBezTo>
                  <a:cubicBezTo>
                    <a:pt x="716" y="358"/>
                    <a:pt x="716" y="358"/>
                    <a:pt x="716" y="358"/>
                  </a:cubicBezTo>
                  <a:cubicBezTo>
                    <a:pt x="718" y="358"/>
                    <a:pt x="718" y="358"/>
                    <a:pt x="718" y="358"/>
                  </a:cubicBezTo>
                  <a:cubicBezTo>
                    <a:pt x="717" y="358"/>
                    <a:pt x="717" y="358"/>
                    <a:pt x="717" y="358"/>
                  </a:cubicBezTo>
                  <a:cubicBezTo>
                    <a:pt x="715" y="359"/>
                    <a:pt x="715" y="359"/>
                    <a:pt x="715" y="359"/>
                  </a:cubicBezTo>
                  <a:cubicBezTo>
                    <a:pt x="714" y="360"/>
                    <a:pt x="714" y="360"/>
                    <a:pt x="714" y="360"/>
                  </a:cubicBezTo>
                  <a:cubicBezTo>
                    <a:pt x="713" y="361"/>
                    <a:pt x="713" y="361"/>
                    <a:pt x="713" y="361"/>
                  </a:cubicBezTo>
                  <a:cubicBezTo>
                    <a:pt x="712" y="362"/>
                    <a:pt x="712" y="362"/>
                    <a:pt x="712" y="362"/>
                  </a:cubicBezTo>
                  <a:cubicBezTo>
                    <a:pt x="711" y="363"/>
                    <a:pt x="711" y="363"/>
                    <a:pt x="711" y="363"/>
                  </a:cubicBezTo>
                  <a:cubicBezTo>
                    <a:pt x="708" y="363"/>
                    <a:pt x="708" y="363"/>
                    <a:pt x="708" y="363"/>
                  </a:cubicBezTo>
                  <a:cubicBezTo>
                    <a:pt x="707" y="365"/>
                    <a:pt x="707" y="365"/>
                    <a:pt x="707" y="365"/>
                  </a:cubicBezTo>
                  <a:cubicBezTo>
                    <a:pt x="707" y="365"/>
                    <a:pt x="707" y="365"/>
                    <a:pt x="707" y="365"/>
                  </a:cubicBezTo>
                  <a:lnTo>
                    <a:pt x="708" y="364"/>
                  </a:lnTo>
                  <a:close/>
                  <a:moveTo>
                    <a:pt x="661" y="295"/>
                  </a:moveTo>
                  <a:cubicBezTo>
                    <a:pt x="661" y="295"/>
                    <a:pt x="661" y="295"/>
                    <a:pt x="661" y="295"/>
                  </a:cubicBezTo>
                  <a:cubicBezTo>
                    <a:pt x="661" y="296"/>
                    <a:pt x="661" y="296"/>
                    <a:pt x="661" y="296"/>
                  </a:cubicBezTo>
                  <a:cubicBezTo>
                    <a:pt x="660" y="295"/>
                    <a:pt x="660" y="295"/>
                    <a:pt x="660" y="295"/>
                  </a:cubicBezTo>
                  <a:lnTo>
                    <a:pt x="661" y="295"/>
                  </a:lnTo>
                  <a:close/>
                  <a:moveTo>
                    <a:pt x="619" y="247"/>
                  </a:move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lose/>
                  <a:moveTo>
                    <a:pt x="593" y="480"/>
                  </a:moveTo>
                  <a:cubicBezTo>
                    <a:pt x="595" y="480"/>
                    <a:pt x="595" y="480"/>
                    <a:pt x="595" y="480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7" y="478"/>
                    <a:pt x="597" y="478"/>
                    <a:pt x="597" y="478"/>
                  </a:cubicBezTo>
                  <a:cubicBezTo>
                    <a:pt x="598" y="479"/>
                    <a:pt x="598" y="479"/>
                    <a:pt x="598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601" y="479"/>
                    <a:pt x="601" y="479"/>
                    <a:pt x="601" y="479"/>
                  </a:cubicBezTo>
                  <a:cubicBezTo>
                    <a:pt x="599" y="480"/>
                    <a:pt x="599" y="480"/>
                    <a:pt x="599" y="480"/>
                  </a:cubicBezTo>
                  <a:cubicBezTo>
                    <a:pt x="597" y="480"/>
                    <a:pt x="597" y="480"/>
                    <a:pt x="597" y="480"/>
                  </a:cubicBezTo>
                  <a:cubicBezTo>
                    <a:pt x="595" y="481"/>
                    <a:pt x="595" y="481"/>
                    <a:pt x="595" y="481"/>
                  </a:cubicBezTo>
                  <a:cubicBezTo>
                    <a:pt x="593" y="480"/>
                    <a:pt x="593" y="480"/>
                    <a:pt x="593" y="480"/>
                  </a:cubicBezTo>
                  <a:cubicBezTo>
                    <a:pt x="591" y="481"/>
                    <a:pt x="591" y="481"/>
                    <a:pt x="591" y="481"/>
                  </a:cubicBezTo>
                  <a:lnTo>
                    <a:pt x="593" y="480"/>
                  </a:lnTo>
                  <a:close/>
                  <a:moveTo>
                    <a:pt x="588" y="484"/>
                  </a:moveTo>
                  <a:cubicBezTo>
                    <a:pt x="588" y="484"/>
                    <a:pt x="588" y="484"/>
                    <a:pt x="588" y="484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5"/>
                    <a:pt x="587" y="485"/>
                    <a:pt x="587" y="485"/>
                  </a:cubicBezTo>
                  <a:cubicBezTo>
                    <a:pt x="587" y="484"/>
                    <a:pt x="587" y="484"/>
                    <a:pt x="587" y="484"/>
                  </a:cubicBezTo>
                  <a:lnTo>
                    <a:pt x="588" y="484"/>
                  </a:lnTo>
                  <a:close/>
                  <a:moveTo>
                    <a:pt x="577" y="498"/>
                  </a:moveTo>
                  <a:cubicBezTo>
                    <a:pt x="578" y="498"/>
                    <a:pt x="578" y="498"/>
                    <a:pt x="578" y="498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77" y="501"/>
                    <a:pt x="577" y="501"/>
                    <a:pt x="577" y="501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6" y="498"/>
                    <a:pt x="576" y="498"/>
                    <a:pt x="576" y="498"/>
                  </a:cubicBezTo>
                  <a:cubicBezTo>
                    <a:pt x="576" y="496"/>
                    <a:pt x="576" y="496"/>
                    <a:pt x="576" y="496"/>
                  </a:cubicBezTo>
                  <a:lnTo>
                    <a:pt x="577" y="498"/>
                  </a:lnTo>
                  <a:close/>
                  <a:moveTo>
                    <a:pt x="567" y="499"/>
                  </a:moveTo>
                  <a:cubicBezTo>
                    <a:pt x="567" y="498"/>
                    <a:pt x="567" y="498"/>
                    <a:pt x="567" y="498"/>
                  </a:cubicBezTo>
                  <a:cubicBezTo>
                    <a:pt x="569" y="500"/>
                    <a:pt x="569" y="500"/>
                    <a:pt x="569" y="500"/>
                  </a:cubicBezTo>
                  <a:cubicBezTo>
                    <a:pt x="568" y="502"/>
                    <a:pt x="568" y="502"/>
                    <a:pt x="568" y="502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3"/>
                    <a:pt x="567" y="503"/>
                    <a:pt x="567" y="503"/>
                  </a:cubicBezTo>
                  <a:cubicBezTo>
                    <a:pt x="567" y="502"/>
                    <a:pt x="567" y="502"/>
                    <a:pt x="567" y="502"/>
                  </a:cubicBezTo>
                  <a:cubicBezTo>
                    <a:pt x="567" y="501"/>
                    <a:pt x="567" y="501"/>
                    <a:pt x="567" y="501"/>
                  </a:cubicBezTo>
                  <a:lnTo>
                    <a:pt x="567" y="499"/>
                  </a:lnTo>
                  <a:close/>
                  <a:moveTo>
                    <a:pt x="629" y="148"/>
                  </a:moveTo>
                  <a:cubicBezTo>
                    <a:pt x="628" y="148"/>
                    <a:pt x="628" y="148"/>
                    <a:pt x="628" y="148"/>
                  </a:cubicBezTo>
                  <a:cubicBezTo>
                    <a:pt x="629" y="148"/>
                    <a:pt x="629" y="148"/>
                    <a:pt x="629" y="148"/>
                  </a:cubicBezTo>
                  <a:cubicBezTo>
                    <a:pt x="628" y="147"/>
                    <a:pt x="628" y="147"/>
                    <a:pt x="628" y="147"/>
                  </a:cubicBezTo>
                  <a:lnTo>
                    <a:pt x="629" y="148"/>
                  </a:lnTo>
                  <a:close/>
                  <a:moveTo>
                    <a:pt x="626" y="146"/>
                  </a:moveTo>
                  <a:cubicBezTo>
                    <a:pt x="626" y="146"/>
                    <a:pt x="626" y="146"/>
                    <a:pt x="626" y="146"/>
                  </a:cubicBezTo>
                  <a:cubicBezTo>
                    <a:pt x="626" y="146"/>
                    <a:pt x="626" y="146"/>
                    <a:pt x="626" y="146"/>
                  </a:cubicBezTo>
                  <a:close/>
                  <a:moveTo>
                    <a:pt x="624" y="143"/>
                  </a:move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5" y="144"/>
                    <a:pt x="625" y="144"/>
                    <a:pt x="625" y="144"/>
                  </a:cubicBezTo>
                  <a:cubicBezTo>
                    <a:pt x="624" y="143"/>
                    <a:pt x="624" y="143"/>
                    <a:pt x="624" y="143"/>
                  </a:cubicBezTo>
                  <a:cubicBezTo>
                    <a:pt x="624" y="143"/>
                    <a:pt x="624" y="143"/>
                    <a:pt x="624" y="143"/>
                  </a:cubicBezTo>
                  <a:close/>
                  <a:moveTo>
                    <a:pt x="620" y="143"/>
                  </a:moveTo>
                  <a:cubicBezTo>
                    <a:pt x="621" y="142"/>
                    <a:pt x="621" y="142"/>
                    <a:pt x="621" y="142"/>
                  </a:cubicBezTo>
                  <a:cubicBezTo>
                    <a:pt x="622" y="143"/>
                    <a:pt x="622" y="143"/>
                    <a:pt x="622" y="143"/>
                  </a:cubicBezTo>
                  <a:cubicBezTo>
                    <a:pt x="621" y="143"/>
                    <a:pt x="621" y="143"/>
                    <a:pt x="621" y="143"/>
                  </a:cubicBezTo>
                  <a:cubicBezTo>
                    <a:pt x="620" y="142"/>
                    <a:pt x="620" y="142"/>
                    <a:pt x="620" y="142"/>
                  </a:cubicBezTo>
                  <a:lnTo>
                    <a:pt x="620" y="143"/>
                  </a:lnTo>
                  <a:close/>
                  <a:moveTo>
                    <a:pt x="598" y="181"/>
                  </a:moveTo>
                  <a:cubicBezTo>
                    <a:pt x="598" y="183"/>
                    <a:pt x="598" y="183"/>
                    <a:pt x="598" y="183"/>
                  </a:cubicBezTo>
                  <a:cubicBezTo>
                    <a:pt x="599" y="183"/>
                    <a:pt x="599" y="183"/>
                    <a:pt x="599" y="183"/>
                  </a:cubicBezTo>
                  <a:cubicBezTo>
                    <a:pt x="599" y="185"/>
                    <a:pt x="599" y="185"/>
                    <a:pt x="599" y="185"/>
                  </a:cubicBezTo>
                  <a:cubicBezTo>
                    <a:pt x="598" y="184"/>
                    <a:pt x="598" y="184"/>
                    <a:pt x="598" y="184"/>
                  </a:cubicBezTo>
                  <a:cubicBezTo>
                    <a:pt x="597" y="183"/>
                    <a:pt x="597" y="183"/>
                    <a:pt x="597" y="183"/>
                  </a:cubicBezTo>
                  <a:cubicBezTo>
                    <a:pt x="597" y="182"/>
                    <a:pt x="597" y="182"/>
                    <a:pt x="597" y="182"/>
                  </a:cubicBezTo>
                  <a:cubicBezTo>
                    <a:pt x="597" y="182"/>
                    <a:pt x="597" y="182"/>
                    <a:pt x="597" y="182"/>
                  </a:cubicBezTo>
                  <a:lnTo>
                    <a:pt x="598" y="181"/>
                  </a:lnTo>
                  <a:close/>
                  <a:moveTo>
                    <a:pt x="576" y="140"/>
                  </a:moveTo>
                  <a:cubicBezTo>
                    <a:pt x="576" y="140"/>
                    <a:pt x="576" y="140"/>
                    <a:pt x="576" y="140"/>
                  </a:cubicBezTo>
                  <a:cubicBezTo>
                    <a:pt x="576" y="140"/>
                    <a:pt x="576" y="140"/>
                    <a:pt x="576" y="140"/>
                  </a:cubicBezTo>
                  <a:close/>
                  <a:moveTo>
                    <a:pt x="527" y="169"/>
                  </a:move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8" y="171"/>
                    <a:pt x="528" y="171"/>
                    <a:pt x="528" y="171"/>
                  </a:cubicBezTo>
                  <a:cubicBezTo>
                    <a:pt x="527" y="170"/>
                    <a:pt x="527" y="170"/>
                    <a:pt x="527" y="170"/>
                  </a:cubicBezTo>
                  <a:lnTo>
                    <a:pt x="527" y="169"/>
                  </a:lnTo>
                  <a:close/>
                  <a:moveTo>
                    <a:pt x="458" y="158"/>
                  </a:moveTo>
                  <a:cubicBezTo>
                    <a:pt x="458" y="158"/>
                    <a:pt x="458" y="158"/>
                    <a:pt x="458" y="158"/>
                  </a:cubicBezTo>
                  <a:cubicBezTo>
                    <a:pt x="458" y="156"/>
                    <a:pt x="458" y="156"/>
                    <a:pt x="458" y="156"/>
                  </a:cubicBezTo>
                  <a:cubicBezTo>
                    <a:pt x="459" y="157"/>
                    <a:pt x="459" y="157"/>
                    <a:pt x="459" y="157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9" y="158"/>
                    <a:pt x="459" y="158"/>
                    <a:pt x="459" y="158"/>
                  </a:cubicBezTo>
                  <a:cubicBezTo>
                    <a:pt x="458" y="158"/>
                    <a:pt x="458" y="158"/>
                    <a:pt x="458" y="158"/>
                  </a:cubicBezTo>
                  <a:close/>
                  <a:moveTo>
                    <a:pt x="453" y="152"/>
                  </a:moveTo>
                  <a:cubicBezTo>
                    <a:pt x="453" y="154"/>
                    <a:pt x="453" y="154"/>
                    <a:pt x="453" y="154"/>
                  </a:cubicBezTo>
                  <a:cubicBezTo>
                    <a:pt x="453" y="154"/>
                    <a:pt x="453" y="154"/>
                    <a:pt x="453" y="154"/>
                  </a:cubicBezTo>
                  <a:lnTo>
                    <a:pt x="453" y="152"/>
                  </a:lnTo>
                  <a:close/>
                  <a:moveTo>
                    <a:pt x="409" y="588"/>
                  </a:moveTo>
                  <a:cubicBezTo>
                    <a:pt x="409" y="588"/>
                    <a:pt x="409" y="588"/>
                    <a:pt x="409" y="588"/>
                  </a:cubicBezTo>
                  <a:cubicBezTo>
                    <a:pt x="409" y="588"/>
                    <a:pt x="409" y="588"/>
                    <a:pt x="409" y="588"/>
                  </a:cubicBezTo>
                  <a:close/>
                  <a:moveTo>
                    <a:pt x="407" y="589"/>
                  </a:moveTo>
                  <a:cubicBezTo>
                    <a:pt x="408" y="588"/>
                    <a:pt x="408" y="588"/>
                    <a:pt x="408" y="588"/>
                  </a:cubicBezTo>
                  <a:cubicBezTo>
                    <a:pt x="407" y="589"/>
                    <a:pt x="407" y="589"/>
                    <a:pt x="407" y="589"/>
                  </a:cubicBezTo>
                  <a:cubicBezTo>
                    <a:pt x="407" y="589"/>
                    <a:pt x="407" y="589"/>
                    <a:pt x="407" y="589"/>
                  </a:cubicBezTo>
                  <a:close/>
                  <a:moveTo>
                    <a:pt x="404" y="590"/>
                  </a:moveTo>
                  <a:cubicBezTo>
                    <a:pt x="405" y="590"/>
                    <a:pt x="405" y="590"/>
                    <a:pt x="405" y="590"/>
                  </a:cubicBezTo>
                  <a:cubicBezTo>
                    <a:pt x="405" y="590"/>
                    <a:pt x="405" y="590"/>
                    <a:pt x="405" y="590"/>
                  </a:cubicBezTo>
                  <a:cubicBezTo>
                    <a:pt x="404" y="592"/>
                    <a:pt x="404" y="592"/>
                    <a:pt x="404" y="592"/>
                  </a:cubicBezTo>
                  <a:cubicBezTo>
                    <a:pt x="404" y="591"/>
                    <a:pt x="404" y="591"/>
                    <a:pt x="404" y="591"/>
                  </a:cubicBezTo>
                  <a:lnTo>
                    <a:pt x="404" y="590"/>
                  </a:lnTo>
                  <a:close/>
                  <a:moveTo>
                    <a:pt x="402" y="595"/>
                  </a:moveTo>
                  <a:cubicBezTo>
                    <a:pt x="402" y="595"/>
                    <a:pt x="402" y="595"/>
                    <a:pt x="402" y="595"/>
                  </a:cubicBezTo>
                  <a:cubicBezTo>
                    <a:pt x="402" y="595"/>
                    <a:pt x="402" y="595"/>
                    <a:pt x="402" y="595"/>
                  </a:cubicBezTo>
                  <a:close/>
                  <a:moveTo>
                    <a:pt x="403" y="594"/>
                  </a:moveTo>
                  <a:cubicBezTo>
                    <a:pt x="403" y="593"/>
                    <a:pt x="403" y="593"/>
                    <a:pt x="403" y="593"/>
                  </a:cubicBezTo>
                  <a:cubicBezTo>
                    <a:pt x="403" y="594"/>
                    <a:pt x="403" y="594"/>
                    <a:pt x="403" y="594"/>
                  </a:cubicBezTo>
                  <a:cubicBezTo>
                    <a:pt x="402" y="595"/>
                    <a:pt x="402" y="595"/>
                    <a:pt x="402" y="595"/>
                  </a:cubicBezTo>
                  <a:cubicBezTo>
                    <a:pt x="402" y="594"/>
                    <a:pt x="402" y="594"/>
                    <a:pt x="402" y="594"/>
                  </a:cubicBezTo>
                  <a:lnTo>
                    <a:pt x="403" y="594"/>
                  </a:lnTo>
                  <a:close/>
                  <a:moveTo>
                    <a:pt x="400" y="606"/>
                  </a:moveTo>
                  <a:cubicBezTo>
                    <a:pt x="400" y="606"/>
                    <a:pt x="401" y="607"/>
                    <a:pt x="401" y="607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8"/>
                    <a:pt x="400" y="608"/>
                    <a:pt x="400" y="608"/>
                  </a:cubicBezTo>
                  <a:cubicBezTo>
                    <a:pt x="401" y="607"/>
                    <a:pt x="401" y="607"/>
                    <a:pt x="401" y="607"/>
                  </a:cubicBezTo>
                  <a:cubicBezTo>
                    <a:pt x="400" y="606"/>
                    <a:pt x="400" y="606"/>
                    <a:pt x="400" y="606"/>
                  </a:cubicBezTo>
                  <a:close/>
                  <a:moveTo>
                    <a:pt x="400" y="601"/>
                  </a:moveTo>
                  <a:cubicBezTo>
                    <a:pt x="400" y="602"/>
                    <a:pt x="400" y="602"/>
                    <a:pt x="400" y="602"/>
                  </a:cubicBezTo>
                  <a:cubicBezTo>
                    <a:pt x="400" y="602"/>
                    <a:pt x="400" y="602"/>
                    <a:pt x="400" y="602"/>
                  </a:cubicBezTo>
                  <a:lnTo>
                    <a:pt x="400" y="601"/>
                  </a:lnTo>
                  <a:close/>
                  <a:moveTo>
                    <a:pt x="397" y="616"/>
                  </a:moveTo>
                  <a:cubicBezTo>
                    <a:pt x="397" y="616"/>
                    <a:pt x="397" y="616"/>
                    <a:pt x="397" y="616"/>
                  </a:cubicBezTo>
                  <a:cubicBezTo>
                    <a:pt x="397" y="616"/>
                    <a:pt x="397" y="616"/>
                    <a:pt x="397" y="616"/>
                  </a:cubicBezTo>
                  <a:close/>
                  <a:moveTo>
                    <a:pt x="55" y="169"/>
                  </a:moveTo>
                  <a:cubicBezTo>
                    <a:pt x="55" y="169"/>
                    <a:pt x="55" y="169"/>
                    <a:pt x="55" y="169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7"/>
                    <a:pt x="54" y="167"/>
                    <a:pt x="54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2" y="165"/>
                    <a:pt x="52" y="165"/>
                    <a:pt x="52" y="165"/>
                  </a:cubicBezTo>
                  <a:cubicBezTo>
                    <a:pt x="52" y="166"/>
                    <a:pt x="52" y="166"/>
                    <a:pt x="52" y="166"/>
                  </a:cubicBezTo>
                  <a:cubicBezTo>
                    <a:pt x="54" y="166"/>
                    <a:pt x="54" y="166"/>
                    <a:pt x="54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7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7" y="168"/>
                  </a:cubicBezTo>
                  <a:lnTo>
                    <a:pt x="55" y="169"/>
                  </a:ln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0" y="139"/>
                  </a:moveTo>
                  <a:cubicBezTo>
                    <a:pt x="69" y="138"/>
                    <a:pt x="69" y="138"/>
                    <a:pt x="69" y="138"/>
                  </a:cubicBezTo>
                  <a:cubicBezTo>
                    <a:pt x="70" y="139"/>
                    <a:pt x="70" y="139"/>
                    <a:pt x="70" y="139"/>
                  </a:cubicBezTo>
                  <a:close/>
                  <a:moveTo>
                    <a:pt x="71" y="136"/>
                  </a:moveTo>
                  <a:cubicBezTo>
                    <a:pt x="70" y="137"/>
                    <a:pt x="70" y="137"/>
                    <a:pt x="70" y="137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5"/>
                    <a:pt x="71" y="135"/>
                    <a:pt x="71" y="135"/>
                  </a:cubicBezTo>
                  <a:lnTo>
                    <a:pt x="71" y="136"/>
                  </a:lnTo>
                  <a:close/>
                  <a:moveTo>
                    <a:pt x="72" y="132"/>
                  </a:moveTo>
                  <a:cubicBezTo>
                    <a:pt x="72" y="132"/>
                    <a:pt x="71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1"/>
                    <a:pt x="72" y="131"/>
                    <a:pt x="72" y="131"/>
                  </a:cubicBezTo>
                  <a:cubicBezTo>
                    <a:pt x="72" y="132"/>
                    <a:pt x="72" y="132"/>
                    <a:pt x="72" y="132"/>
                  </a:cubicBezTo>
                  <a:close/>
                  <a:moveTo>
                    <a:pt x="14" y="257"/>
                  </a:moveTo>
                  <a:cubicBezTo>
                    <a:pt x="14" y="257"/>
                    <a:pt x="14" y="257"/>
                    <a:pt x="14" y="257"/>
                  </a:cubicBezTo>
                  <a:cubicBezTo>
                    <a:pt x="14" y="257"/>
                    <a:pt x="14" y="257"/>
                    <a:pt x="14" y="257"/>
                  </a:cubicBezTo>
                  <a:close/>
                  <a:moveTo>
                    <a:pt x="126" y="78"/>
                  </a:moveTo>
                  <a:cubicBezTo>
                    <a:pt x="125" y="77"/>
                    <a:pt x="125" y="77"/>
                    <a:pt x="125" y="7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7" y="78"/>
                    <a:pt x="127" y="78"/>
                  </a:cubicBezTo>
                  <a:lnTo>
                    <a:pt x="126" y="78"/>
                  </a:lnTo>
                  <a:close/>
                  <a:moveTo>
                    <a:pt x="136" y="82"/>
                  </a:moveTo>
                  <a:cubicBezTo>
                    <a:pt x="136" y="83"/>
                    <a:pt x="136" y="83"/>
                    <a:pt x="136" y="83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6" y="79"/>
                    <a:pt x="136" y="79"/>
                    <a:pt x="136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5" y="80"/>
                    <a:pt x="135" y="80"/>
                    <a:pt x="135" y="80"/>
                  </a:cubicBezTo>
                  <a:lnTo>
                    <a:pt x="136" y="82"/>
                  </a:lnTo>
                  <a:close/>
                  <a:moveTo>
                    <a:pt x="126" y="206"/>
                  </a:move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29" y="205"/>
                    <a:pt x="129" y="205"/>
                    <a:pt x="129" y="205"/>
                  </a:cubicBezTo>
                  <a:lnTo>
                    <a:pt x="126" y="206"/>
                  </a:lnTo>
                  <a:close/>
                  <a:moveTo>
                    <a:pt x="163" y="192"/>
                  </a:moveTo>
                  <a:cubicBezTo>
                    <a:pt x="163" y="192"/>
                    <a:pt x="163" y="192"/>
                    <a:pt x="163" y="192"/>
                  </a:cubicBezTo>
                  <a:cubicBezTo>
                    <a:pt x="163" y="193"/>
                    <a:pt x="163" y="193"/>
                    <a:pt x="163" y="193"/>
                  </a:cubicBezTo>
                  <a:lnTo>
                    <a:pt x="163" y="192"/>
                  </a:lnTo>
                  <a:close/>
                  <a:moveTo>
                    <a:pt x="167" y="192"/>
                  </a:moveTo>
                  <a:cubicBezTo>
                    <a:pt x="166" y="192"/>
                    <a:pt x="166" y="192"/>
                    <a:pt x="166" y="192"/>
                  </a:cubicBezTo>
                  <a:cubicBezTo>
                    <a:pt x="165" y="193"/>
                    <a:pt x="165" y="193"/>
                    <a:pt x="165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6" y="192"/>
                    <a:pt x="166" y="192"/>
                    <a:pt x="166" y="192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8" y="191"/>
                    <a:pt x="168" y="191"/>
                    <a:pt x="168" y="191"/>
                  </a:cubicBezTo>
                  <a:lnTo>
                    <a:pt x="167" y="192"/>
                  </a:lnTo>
                  <a:close/>
                  <a:moveTo>
                    <a:pt x="182" y="15"/>
                  </a:moveTo>
                  <a:cubicBezTo>
                    <a:pt x="182" y="16"/>
                    <a:pt x="182" y="16"/>
                    <a:pt x="182" y="16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3" y="14"/>
                    <a:pt x="183" y="14"/>
                    <a:pt x="183" y="14"/>
                  </a:cubicBezTo>
                  <a:lnTo>
                    <a:pt x="182" y="15"/>
                  </a:lnTo>
                  <a:close/>
                  <a:moveTo>
                    <a:pt x="222" y="292"/>
                  </a:moveTo>
                  <a:cubicBezTo>
                    <a:pt x="221" y="291"/>
                    <a:pt x="221" y="291"/>
                    <a:pt x="221" y="291"/>
                  </a:cubicBezTo>
                  <a:cubicBezTo>
                    <a:pt x="222" y="292"/>
                    <a:pt x="222" y="292"/>
                    <a:pt x="222" y="292"/>
                  </a:cubicBezTo>
                  <a:close/>
                  <a:moveTo>
                    <a:pt x="234" y="278"/>
                  </a:moveTo>
                  <a:cubicBezTo>
                    <a:pt x="233" y="278"/>
                    <a:pt x="233" y="278"/>
                    <a:pt x="233" y="278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4" y="278"/>
                    <a:pt x="234" y="278"/>
                    <a:pt x="234" y="278"/>
                  </a:cubicBezTo>
                  <a:close/>
                  <a:moveTo>
                    <a:pt x="229" y="250"/>
                  </a:moveTo>
                  <a:cubicBezTo>
                    <a:pt x="229" y="251"/>
                    <a:pt x="229" y="251"/>
                    <a:pt x="229" y="251"/>
                  </a:cubicBezTo>
                  <a:cubicBezTo>
                    <a:pt x="228" y="250"/>
                    <a:pt x="228" y="250"/>
                    <a:pt x="228" y="250"/>
                  </a:cubicBezTo>
                  <a:lnTo>
                    <a:pt x="229" y="250"/>
                  </a:lnTo>
                  <a:close/>
                  <a:moveTo>
                    <a:pt x="225" y="244"/>
                  </a:moveTo>
                  <a:cubicBezTo>
                    <a:pt x="226" y="243"/>
                    <a:pt x="226" y="243"/>
                    <a:pt x="226" y="243"/>
                  </a:cubicBezTo>
                  <a:cubicBezTo>
                    <a:pt x="226" y="240"/>
                    <a:pt x="226" y="240"/>
                    <a:pt x="226" y="240"/>
                  </a:cubicBezTo>
                  <a:cubicBezTo>
                    <a:pt x="227" y="237"/>
                    <a:pt x="227" y="237"/>
                    <a:pt x="227" y="237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8" y="233"/>
                    <a:pt x="228" y="233"/>
                    <a:pt x="228" y="233"/>
                  </a:cubicBezTo>
                  <a:cubicBezTo>
                    <a:pt x="228" y="234"/>
                    <a:pt x="228" y="234"/>
                    <a:pt x="228" y="234"/>
                  </a:cubicBezTo>
                  <a:cubicBezTo>
                    <a:pt x="228" y="236"/>
                    <a:pt x="228" y="236"/>
                    <a:pt x="228" y="236"/>
                  </a:cubicBezTo>
                  <a:cubicBezTo>
                    <a:pt x="227" y="238"/>
                    <a:pt x="227" y="238"/>
                    <a:pt x="227" y="238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7" y="241"/>
                    <a:pt x="227" y="241"/>
                    <a:pt x="227" y="241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6" y="244"/>
                    <a:pt x="226" y="244"/>
                    <a:pt x="226" y="244"/>
                  </a:cubicBezTo>
                  <a:cubicBezTo>
                    <a:pt x="227" y="247"/>
                    <a:pt x="227" y="247"/>
                    <a:pt x="227" y="247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6" y="249"/>
                    <a:pt x="226" y="249"/>
                    <a:pt x="226" y="249"/>
                  </a:cubicBezTo>
                  <a:cubicBezTo>
                    <a:pt x="226" y="248"/>
                    <a:pt x="226" y="248"/>
                    <a:pt x="226" y="248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5" y="246"/>
                    <a:pt x="225" y="246"/>
                    <a:pt x="225" y="246"/>
                  </a:cubicBezTo>
                  <a:lnTo>
                    <a:pt x="225" y="244"/>
                  </a:lnTo>
                  <a:close/>
                  <a:moveTo>
                    <a:pt x="217" y="247"/>
                  </a:moveTo>
                  <a:cubicBezTo>
                    <a:pt x="216" y="247"/>
                    <a:pt x="216" y="247"/>
                    <a:pt x="216" y="247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6" y="245"/>
                    <a:pt x="216" y="245"/>
                    <a:pt x="216" y="245"/>
                  </a:cubicBezTo>
                  <a:cubicBezTo>
                    <a:pt x="217" y="245"/>
                    <a:pt x="217" y="245"/>
                    <a:pt x="217" y="245"/>
                  </a:cubicBezTo>
                  <a:cubicBezTo>
                    <a:pt x="215" y="246"/>
                    <a:pt x="215" y="246"/>
                    <a:pt x="215" y="246"/>
                  </a:cubicBezTo>
                  <a:lnTo>
                    <a:pt x="217" y="247"/>
                  </a:lnTo>
                  <a:close/>
                  <a:moveTo>
                    <a:pt x="217" y="259"/>
                  </a:moveTo>
                  <a:cubicBezTo>
                    <a:pt x="217" y="258"/>
                    <a:pt x="217" y="258"/>
                    <a:pt x="217" y="258"/>
                  </a:cubicBezTo>
                  <a:cubicBezTo>
                    <a:pt x="217" y="258"/>
                    <a:pt x="217" y="258"/>
                    <a:pt x="217" y="258"/>
                  </a:cubicBezTo>
                  <a:cubicBezTo>
                    <a:pt x="218" y="259"/>
                    <a:pt x="218" y="259"/>
                    <a:pt x="218" y="259"/>
                  </a:cubicBezTo>
                  <a:lnTo>
                    <a:pt x="217" y="259"/>
                  </a:lnTo>
                  <a:close/>
                  <a:moveTo>
                    <a:pt x="219" y="260"/>
                  </a:moveTo>
                  <a:cubicBezTo>
                    <a:pt x="219" y="259"/>
                    <a:pt x="219" y="259"/>
                    <a:pt x="219" y="259"/>
                  </a:cubicBezTo>
                  <a:cubicBezTo>
                    <a:pt x="219" y="260"/>
                    <a:pt x="219" y="260"/>
                    <a:pt x="219" y="260"/>
                  </a:cubicBezTo>
                  <a:close/>
                  <a:moveTo>
                    <a:pt x="220" y="262"/>
                  </a:moveTo>
                  <a:cubicBezTo>
                    <a:pt x="219" y="263"/>
                    <a:pt x="219" y="263"/>
                    <a:pt x="219" y="263"/>
                  </a:cubicBezTo>
                  <a:cubicBezTo>
                    <a:pt x="219" y="262"/>
                    <a:pt x="219" y="262"/>
                    <a:pt x="219" y="262"/>
                  </a:cubicBezTo>
                  <a:cubicBezTo>
                    <a:pt x="220" y="263"/>
                    <a:pt x="220" y="263"/>
                    <a:pt x="220" y="263"/>
                  </a:cubicBezTo>
                  <a:cubicBezTo>
                    <a:pt x="220" y="262"/>
                    <a:pt x="220" y="262"/>
                    <a:pt x="220" y="262"/>
                  </a:cubicBezTo>
                  <a:close/>
                  <a:moveTo>
                    <a:pt x="219" y="254"/>
                  </a:moveTo>
                  <a:cubicBezTo>
                    <a:pt x="219" y="254"/>
                    <a:pt x="219" y="254"/>
                    <a:pt x="219" y="254"/>
                  </a:cubicBezTo>
                  <a:cubicBezTo>
                    <a:pt x="219" y="254"/>
                    <a:pt x="219" y="254"/>
                    <a:pt x="219" y="254"/>
                  </a:cubicBezTo>
                  <a:cubicBezTo>
                    <a:pt x="221" y="255"/>
                    <a:pt x="221" y="255"/>
                    <a:pt x="221" y="255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2" y="253"/>
                    <a:pt x="222" y="253"/>
                    <a:pt x="222" y="253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9"/>
                    <a:pt x="220" y="249"/>
                    <a:pt x="220" y="249"/>
                  </a:cubicBezTo>
                  <a:cubicBezTo>
                    <a:pt x="220" y="248"/>
                    <a:pt x="220" y="248"/>
                    <a:pt x="220" y="248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4"/>
                    <a:pt x="218" y="244"/>
                    <a:pt x="218" y="244"/>
                  </a:cubicBezTo>
                  <a:cubicBezTo>
                    <a:pt x="218" y="243"/>
                    <a:pt x="218" y="243"/>
                    <a:pt x="218" y="243"/>
                  </a:cubicBezTo>
                  <a:cubicBezTo>
                    <a:pt x="217" y="241"/>
                    <a:pt x="217" y="241"/>
                    <a:pt x="217" y="241"/>
                  </a:cubicBezTo>
                  <a:cubicBezTo>
                    <a:pt x="216" y="241"/>
                    <a:pt x="216" y="241"/>
                    <a:pt x="216" y="241"/>
                  </a:cubicBezTo>
                  <a:cubicBezTo>
                    <a:pt x="216" y="240"/>
                    <a:pt x="216" y="240"/>
                    <a:pt x="216" y="240"/>
                  </a:cubicBezTo>
                  <a:cubicBezTo>
                    <a:pt x="216" y="239"/>
                    <a:pt x="216" y="239"/>
                    <a:pt x="216" y="239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7"/>
                    <a:pt x="215" y="237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6" y="238"/>
                    <a:pt x="216" y="238"/>
                    <a:pt x="216" y="238"/>
                  </a:cubicBezTo>
                  <a:cubicBezTo>
                    <a:pt x="217" y="237"/>
                    <a:pt x="217" y="237"/>
                    <a:pt x="217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7" y="239"/>
                    <a:pt x="217" y="239"/>
                    <a:pt x="217" y="239"/>
                  </a:cubicBezTo>
                  <a:cubicBezTo>
                    <a:pt x="217" y="240"/>
                    <a:pt x="217" y="240"/>
                    <a:pt x="217" y="240"/>
                  </a:cubicBezTo>
                  <a:cubicBezTo>
                    <a:pt x="219" y="241"/>
                    <a:pt x="219" y="241"/>
                    <a:pt x="219" y="241"/>
                  </a:cubicBezTo>
                  <a:cubicBezTo>
                    <a:pt x="219" y="242"/>
                    <a:pt x="219" y="242"/>
                    <a:pt x="219" y="242"/>
                  </a:cubicBezTo>
                  <a:cubicBezTo>
                    <a:pt x="219" y="243"/>
                    <a:pt x="219" y="243"/>
                    <a:pt x="219" y="243"/>
                  </a:cubicBezTo>
                  <a:cubicBezTo>
                    <a:pt x="218" y="245"/>
                    <a:pt x="218" y="245"/>
                    <a:pt x="218" y="245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21" y="247"/>
                    <a:pt x="221" y="247"/>
                    <a:pt x="221" y="247"/>
                  </a:cubicBezTo>
                  <a:cubicBezTo>
                    <a:pt x="222" y="248"/>
                    <a:pt x="222" y="248"/>
                    <a:pt x="222" y="248"/>
                  </a:cubicBezTo>
                  <a:cubicBezTo>
                    <a:pt x="223" y="249"/>
                    <a:pt x="223" y="249"/>
                    <a:pt x="223" y="249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4" y="249"/>
                    <a:pt x="224" y="249"/>
                    <a:pt x="224" y="249"/>
                  </a:cubicBezTo>
                  <a:cubicBezTo>
                    <a:pt x="223" y="253"/>
                    <a:pt x="223" y="253"/>
                    <a:pt x="223" y="253"/>
                  </a:cubicBezTo>
                  <a:cubicBezTo>
                    <a:pt x="222" y="255"/>
                    <a:pt x="222" y="255"/>
                    <a:pt x="222" y="255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21" y="255"/>
                    <a:pt x="221" y="255"/>
                    <a:pt x="221" y="255"/>
                  </a:cubicBezTo>
                  <a:lnTo>
                    <a:pt x="219" y="254"/>
                  </a:lnTo>
                  <a:close/>
                  <a:moveTo>
                    <a:pt x="222" y="260"/>
                  </a:move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60"/>
                    <a:pt x="221" y="260"/>
                    <a:pt x="221" y="260"/>
                  </a:cubicBezTo>
                  <a:cubicBezTo>
                    <a:pt x="221" y="257"/>
                    <a:pt x="221" y="257"/>
                    <a:pt x="221" y="257"/>
                  </a:cubicBezTo>
                  <a:cubicBezTo>
                    <a:pt x="222" y="257"/>
                    <a:pt x="222" y="257"/>
                    <a:pt x="222" y="257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22" y="259"/>
                    <a:pt x="222" y="259"/>
                    <a:pt x="222" y="259"/>
                  </a:cubicBezTo>
                  <a:cubicBezTo>
                    <a:pt x="222" y="259"/>
                    <a:pt x="222" y="259"/>
                    <a:pt x="222" y="259"/>
                  </a:cubicBezTo>
                  <a:lnTo>
                    <a:pt x="222" y="260"/>
                  </a:lnTo>
                  <a:close/>
                  <a:moveTo>
                    <a:pt x="222" y="266"/>
                  </a:moveTo>
                  <a:cubicBezTo>
                    <a:pt x="221" y="266"/>
                    <a:pt x="221" y="266"/>
                    <a:pt x="221" y="266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4" y="263"/>
                    <a:pt x="224" y="263"/>
                    <a:pt x="224" y="263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5" y="262"/>
                    <a:pt x="225" y="262"/>
                    <a:pt x="225" y="262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0"/>
                    <a:pt x="227" y="260"/>
                    <a:pt x="227" y="260"/>
                  </a:cubicBezTo>
                  <a:cubicBezTo>
                    <a:pt x="227" y="259"/>
                    <a:pt x="227" y="259"/>
                    <a:pt x="227" y="259"/>
                  </a:cubicBezTo>
                  <a:cubicBezTo>
                    <a:pt x="228" y="260"/>
                    <a:pt x="228" y="260"/>
                    <a:pt x="228" y="260"/>
                  </a:cubicBezTo>
                  <a:cubicBezTo>
                    <a:pt x="229" y="257"/>
                    <a:pt x="229" y="257"/>
                    <a:pt x="229" y="257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231" y="253"/>
                    <a:pt x="231" y="253"/>
                    <a:pt x="231" y="253"/>
                  </a:cubicBezTo>
                  <a:cubicBezTo>
                    <a:pt x="232" y="252"/>
                    <a:pt x="232" y="252"/>
                    <a:pt x="232" y="252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2" y="253"/>
                    <a:pt x="232" y="253"/>
                    <a:pt x="232" y="253"/>
                  </a:cubicBezTo>
                  <a:cubicBezTo>
                    <a:pt x="232" y="254"/>
                    <a:pt x="232" y="254"/>
                    <a:pt x="232" y="254"/>
                  </a:cubicBezTo>
                  <a:cubicBezTo>
                    <a:pt x="233" y="255"/>
                    <a:pt x="233" y="255"/>
                    <a:pt x="233" y="255"/>
                  </a:cubicBezTo>
                  <a:cubicBezTo>
                    <a:pt x="231" y="255"/>
                    <a:pt x="231" y="255"/>
                    <a:pt x="231" y="255"/>
                  </a:cubicBezTo>
                  <a:cubicBezTo>
                    <a:pt x="231" y="256"/>
                    <a:pt x="231" y="256"/>
                    <a:pt x="231" y="256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2" y="259"/>
                    <a:pt x="232" y="259"/>
                    <a:pt x="232" y="259"/>
                  </a:cubicBezTo>
                  <a:cubicBezTo>
                    <a:pt x="232" y="258"/>
                    <a:pt x="232" y="258"/>
                    <a:pt x="232" y="258"/>
                  </a:cubicBezTo>
                  <a:cubicBezTo>
                    <a:pt x="231" y="257"/>
                    <a:pt x="231" y="257"/>
                    <a:pt x="231" y="257"/>
                  </a:cubicBezTo>
                  <a:cubicBezTo>
                    <a:pt x="230" y="258"/>
                    <a:pt x="230" y="258"/>
                    <a:pt x="230" y="258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29" y="260"/>
                    <a:pt x="229" y="260"/>
                    <a:pt x="229" y="260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63"/>
                    <a:pt x="228" y="263"/>
                    <a:pt x="228" y="263"/>
                  </a:cubicBezTo>
                  <a:cubicBezTo>
                    <a:pt x="228" y="264"/>
                    <a:pt x="228" y="264"/>
                    <a:pt x="228" y="264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29" y="265"/>
                    <a:pt x="229" y="265"/>
                    <a:pt x="229" y="265"/>
                  </a:cubicBezTo>
                  <a:cubicBezTo>
                    <a:pt x="230" y="265"/>
                    <a:pt x="230" y="265"/>
                    <a:pt x="230" y="265"/>
                  </a:cubicBezTo>
                  <a:cubicBezTo>
                    <a:pt x="230" y="266"/>
                    <a:pt x="230" y="266"/>
                    <a:pt x="230" y="266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8"/>
                    <a:pt x="231" y="268"/>
                    <a:pt x="231" y="268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2" y="270"/>
                    <a:pt x="232" y="270"/>
                    <a:pt x="232" y="270"/>
                  </a:cubicBezTo>
                  <a:cubicBezTo>
                    <a:pt x="233" y="271"/>
                    <a:pt x="233" y="271"/>
                    <a:pt x="233" y="271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3" y="272"/>
                    <a:pt x="233" y="272"/>
                    <a:pt x="233" y="272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2" y="275"/>
                    <a:pt x="232" y="275"/>
                    <a:pt x="232" y="275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2" y="276"/>
                    <a:pt x="232" y="276"/>
                    <a:pt x="232" y="276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1" y="276"/>
                    <a:pt x="231" y="276"/>
                    <a:pt x="231" y="276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0" y="277"/>
                    <a:pt x="230" y="277"/>
                    <a:pt x="230" y="277"/>
                  </a:cubicBezTo>
                  <a:cubicBezTo>
                    <a:pt x="231" y="275"/>
                    <a:pt x="231" y="275"/>
                    <a:pt x="231" y="275"/>
                  </a:cubicBezTo>
                  <a:cubicBezTo>
                    <a:pt x="230" y="275"/>
                    <a:pt x="230" y="275"/>
                    <a:pt x="230" y="275"/>
                  </a:cubicBezTo>
                  <a:cubicBezTo>
                    <a:pt x="231" y="274"/>
                    <a:pt x="231" y="274"/>
                    <a:pt x="231" y="274"/>
                  </a:cubicBezTo>
                  <a:cubicBezTo>
                    <a:pt x="232" y="273"/>
                    <a:pt x="232" y="273"/>
                    <a:pt x="232" y="273"/>
                  </a:cubicBezTo>
                  <a:cubicBezTo>
                    <a:pt x="231" y="269"/>
                    <a:pt x="231" y="269"/>
                    <a:pt x="231" y="269"/>
                  </a:cubicBezTo>
                  <a:cubicBezTo>
                    <a:pt x="230" y="270"/>
                    <a:pt x="230" y="270"/>
                    <a:pt x="230" y="270"/>
                  </a:cubicBezTo>
                  <a:cubicBezTo>
                    <a:pt x="230" y="268"/>
                    <a:pt x="230" y="268"/>
                    <a:pt x="230" y="268"/>
                  </a:cubicBezTo>
                  <a:cubicBezTo>
                    <a:pt x="229" y="266"/>
                    <a:pt x="229" y="266"/>
                    <a:pt x="229" y="266"/>
                  </a:cubicBezTo>
                  <a:cubicBezTo>
                    <a:pt x="227" y="266"/>
                    <a:pt x="227" y="266"/>
                    <a:pt x="227" y="266"/>
                  </a:cubicBezTo>
                  <a:cubicBezTo>
                    <a:pt x="226" y="265"/>
                    <a:pt x="226" y="265"/>
                    <a:pt x="226" y="265"/>
                  </a:cubicBezTo>
                  <a:cubicBezTo>
                    <a:pt x="223" y="265"/>
                    <a:pt x="223" y="265"/>
                    <a:pt x="223" y="265"/>
                  </a:cubicBezTo>
                  <a:cubicBezTo>
                    <a:pt x="223" y="266"/>
                    <a:pt x="223" y="266"/>
                    <a:pt x="223" y="266"/>
                  </a:cubicBezTo>
                  <a:cubicBezTo>
                    <a:pt x="224" y="267"/>
                    <a:pt x="224" y="267"/>
                    <a:pt x="224" y="267"/>
                  </a:cubicBezTo>
                  <a:cubicBezTo>
                    <a:pt x="223" y="268"/>
                    <a:pt x="223" y="268"/>
                    <a:pt x="223" y="268"/>
                  </a:cubicBezTo>
                  <a:lnTo>
                    <a:pt x="222" y="266"/>
                  </a:lnTo>
                  <a:close/>
                  <a:moveTo>
                    <a:pt x="232" y="281"/>
                  </a:moveTo>
                  <a:cubicBezTo>
                    <a:pt x="231" y="281"/>
                    <a:pt x="231" y="281"/>
                    <a:pt x="231" y="281"/>
                  </a:cubicBezTo>
                  <a:cubicBezTo>
                    <a:pt x="231" y="280"/>
                    <a:pt x="231" y="280"/>
                    <a:pt x="231" y="280"/>
                  </a:cubicBezTo>
                  <a:lnTo>
                    <a:pt x="232" y="281"/>
                  </a:lnTo>
                  <a:close/>
                  <a:moveTo>
                    <a:pt x="224" y="269"/>
                  </a:move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ubicBezTo>
                    <a:pt x="224" y="269"/>
                    <a:pt x="224" y="269"/>
                    <a:pt x="224" y="269"/>
                  </a:cubicBezTo>
                  <a:close/>
                  <a:moveTo>
                    <a:pt x="229" y="288"/>
                  </a:moveTo>
                  <a:cubicBezTo>
                    <a:pt x="229" y="288"/>
                    <a:pt x="229" y="288"/>
                    <a:pt x="229" y="288"/>
                  </a:cubicBezTo>
                  <a:cubicBezTo>
                    <a:pt x="228" y="289"/>
                    <a:pt x="228" y="289"/>
                    <a:pt x="228" y="289"/>
                  </a:cubicBezTo>
                  <a:cubicBezTo>
                    <a:pt x="227" y="288"/>
                    <a:pt x="227" y="288"/>
                    <a:pt x="227" y="288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6" y="287"/>
                    <a:pt x="226" y="287"/>
                    <a:pt x="226" y="287"/>
                  </a:cubicBezTo>
                  <a:cubicBezTo>
                    <a:pt x="228" y="287"/>
                    <a:pt x="228" y="287"/>
                    <a:pt x="228" y="287"/>
                  </a:cubicBezTo>
                  <a:cubicBezTo>
                    <a:pt x="228" y="285"/>
                    <a:pt x="228" y="285"/>
                    <a:pt x="228" y="285"/>
                  </a:cubicBezTo>
                  <a:cubicBezTo>
                    <a:pt x="227" y="284"/>
                    <a:pt x="227" y="284"/>
                    <a:pt x="227" y="284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1"/>
                    <a:pt x="228" y="281"/>
                    <a:pt x="228" y="281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80"/>
                    <a:pt x="225" y="280"/>
                    <a:pt x="225" y="280"/>
                  </a:cubicBezTo>
                  <a:cubicBezTo>
                    <a:pt x="225" y="279"/>
                    <a:pt x="225" y="279"/>
                    <a:pt x="225" y="279"/>
                  </a:cubicBezTo>
                  <a:cubicBezTo>
                    <a:pt x="226" y="278"/>
                    <a:pt x="226" y="278"/>
                    <a:pt x="226" y="278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4" y="276"/>
                    <a:pt x="224" y="276"/>
                    <a:pt x="224" y="276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7" y="272"/>
                    <a:pt x="227" y="272"/>
                    <a:pt x="227" y="272"/>
                  </a:cubicBezTo>
                  <a:cubicBezTo>
                    <a:pt x="227" y="273"/>
                    <a:pt x="227" y="273"/>
                    <a:pt x="227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3"/>
                    <a:pt x="228" y="273"/>
                    <a:pt x="228" y="273"/>
                  </a:cubicBezTo>
                  <a:cubicBezTo>
                    <a:pt x="228" y="274"/>
                    <a:pt x="228" y="274"/>
                    <a:pt x="228" y="274"/>
                  </a:cubicBezTo>
                  <a:cubicBezTo>
                    <a:pt x="228" y="275"/>
                    <a:pt x="228" y="275"/>
                    <a:pt x="228" y="275"/>
                  </a:cubicBezTo>
                  <a:cubicBezTo>
                    <a:pt x="227" y="275"/>
                    <a:pt x="227" y="275"/>
                    <a:pt x="227" y="275"/>
                  </a:cubicBezTo>
                  <a:cubicBezTo>
                    <a:pt x="226" y="276"/>
                    <a:pt x="226" y="276"/>
                    <a:pt x="226" y="276"/>
                  </a:cubicBezTo>
                  <a:cubicBezTo>
                    <a:pt x="227" y="278"/>
                    <a:pt x="227" y="278"/>
                    <a:pt x="227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9" y="281"/>
                    <a:pt x="229" y="281"/>
                    <a:pt x="229" y="281"/>
                  </a:cubicBezTo>
                  <a:cubicBezTo>
                    <a:pt x="228" y="282"/>
                    <a:pt x="228" y="282"/>
                    <a:pt x="228" y="282"/>
                  </a:cubicBezTo>
                  <a:cubicBezTo>
                    <a:pt x="230" y="282"/>
                    <a:pt x="230" y="282"/>
                    <a:pt x="230" y="282"/>
                  </a:cubicBezTo>
                  <a:cubicBezTo>
                    <a:pt x="231" y="282"/>
                    <a:pt x="231" y="282"/>
                    <a:pt x="231" y="282"/>
                  </a:cubicBezTo>
                  <a:cubicBezTo>
                    <a:pt x="230" y="283"/>
                    <a:pt x="230" y="283"/>
                    <a:pt x="230" y="283"/>
                  </a:cubicBezTo>
                  <a:cubicBezTo>
                    <a:pt x="228" y="284"/>
                    <a:pt x="228" y="284"/>
                    <a:pt x="228" y="284"/>
                  </a:cubicBezTo>
                  <a:cubicBezTo>
                    <a:pt x="228" y="286"/>
                    <a:pt x="228" y="286"/>
                    <a:pt x="228" y="286"/>
                  </a:cubicBezTo>
                  <a:lnTo>
                    <a:pt x="229" y="288"/>
                  </a:lnTo>
                  <a:close/>
                  <a:moveTo>
                    <a:pt x="230" y="288"/>
                  </a:moveTo>
                  <a:cubicBezTo>
                    <a:pt x="231" y="286"/>
                    <a:pt x="231" y="286"/>
                    <a:pt x="231" y="286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3" y="284"/>
                    <a:pt x="233" y="284"/>
                    <a:pt x="233" y="284"/>
                  </a:cubicBezTo>
                  <a:cubicBezTo>
                    <a:pt x="234" y="283"/>
                    <a:pt x="234" y="283"/>
                    <a:pt x="234" y="283"/>
                  </a:cubicBezTo>
                  <a:cubicBezTo>
                    <a:pt x="234" y="284"/>
                    <a:pt x="234" y="284"/>
                    <a:pt x="234" y="284"/>
                  </a:cubicBezTo>
                  <a:cubicBezTo>
                    <a:pt x="232" y="284"/>
                    <a:pt x="232" y="284"/>
                    <a:pt x="232" y="284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0" y="288"/>
                    <a:pt x="230" y="288"/>
                    <a:pt x="230" y="288"/>
                  </a:cubicBezTo>
                  <a:cubicBezTo>
                    <a:pt x="231" y="289"/>
                    <a:pt x="231" y="289"/>
                    <a:pt x="231" y="289"/>
                  </a:cubicBezTo>
                  <a:lnTo>
                    <a:pt x="230" y="288"/>
                  </a:lnTo>
                  <a:close/>
                  <a:moveTo>
                    <a:pt x="231" y="290"/>
                  </a:moveTo>
                  <a:cubicBezTo>
                    <a:pt x="232" y="290"/>
                    <a:pt x="232" y="290"/>
                    <a:pt x="232" y="290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1"/>
                    <a:pt x="231" y="291"/>
                    <a:pt x="231" y="291"/>
                  </a:cubicBezTo>
                  <a:cubicBezTo>
                    <a:pt x="231" y="290"/>
                    <a:pt x="231" y="290"/>
                    <a:pt x="231" y="290"/>
                  </a:cubicBezTo>
                  <a:close/>
                  <a:moveTo>
                    <a:pt x="234" y="294"/>
                  </a:moveTo>
                  <a:cubicBezTo>
                    <a:pt x="232" y="295"/>
                    <a:pt x="232" y="295"/>
                    <a:pt x="232" y="295"/>
                  </a:cubicBezTo>
                  <a:cubicBezTo>
                    <a:pt x="232" y="295"/>
                    <a:pt x="232" y="295"/>
                    <a:pt x="232" y="295"/>
                  </a:cubicBezTo>
                  <a:cubicBezTo>
                    <a:pt x="231" y="295"/>
                    <a:pt x="231" y="295"/>
                    <a:pt x="231" y="295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3" y="292"/>
                    <a:pt x="233" y="292"/>
                    <a:pt x="233" y="292"/>
                  </a:cubicBezTo>
                  <a:cubicBezTo>
                    <a:pt x="233" y="293"/>
                    <a:pt x="233" y="293"/>
                    <a:pt x="233" y="293"/>
                  </a:cubicBezTo>
                  <a:cubicBezTo>
                    <a:pt x="233" y="294"/>
                    <a:pt x="233" y="294"/>
                    <a:pt x="233" y="294"/>
                  </a:cubicBezTo>
                  <a:cubicBezTo>
                    <a:pt x="234" y="294"/>
                    <a:pt x="234" y="294"/>
                    <a:pt x="234" y="294"/>
                  </a:cubicBezTo>
                  <a:close/>
                  <a:moveTo>
                    <a:pt x="236" y="291"/>
                  </a:moveTo>
                  <a:cubicBezTo>
                    <a:pt x="234" y="291"/>
                    <a:pt x="234" y="291"/>
                    <a:pt x="234" y="291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6" y="290"/>
                    <a:pt x="236" y="290"/>
                    <a:pt x="236" y="290"/>
                  </a:cubicBezTo>
                  <a:cubicBezTo>
                    <a:pt x="235" y="290"/>
                    <a:pt x="235" y="290"/>
                    <a:pt x="235" y="290"/>
                  </a:cubicBezTo>
                  <a:cubicBezTo>
                    <a:pt x="236" y="291"/>
                    <a:pt x="236" y="291"/>
                    <a:pt x="236" y="291"/>
                  </a:cubicBezTo>
                  <a:close/>
                  <a:moveTo>
                    <a:pt x="236" y="283"/>
                  </a:moveTo>
                  <a:cubicBezTo>
                    <a:pt x="234" y="283"/>
                    <a:pt x="234" y="283"/>
                    <a:pt x="234" y="283"/>
                  </a:cubicBezTo>
                  <a:cubicBezTo>
                    <a:pt x="235" y="282"/>
                    <a:pt x="235" y="282"/>
                    <a:pt x="235" y="282"/>
                  </a:cubicBezTo>
                  <a:cubicBezTo>
                    <a:pt x="235" y="283"/>
                    <a:pt x="235" y="283"/>
                    <a:pt x="235" y="283"/>
                  </a:cubicBezTo>
                  <a:cubicBezTo>
                    <a:pt x="236" y="282"/>
                    <a:pt x="236" y="282"/>
                    <a:pt x="236" y="282"/>
                  </a:cubicBezTo>
                  <a:lnTo>
                    <a:pt x="236" y="283"/>
                  </a:lnTo>
                  <a:close/>
                  <a:moveTo>
                    <a:pt x="237" y="285"/>
                  </a:moveTo>
                  <a:cubicBezTo>
                    <a:pt x="237" y="284"/>
                    <a:pt x="237" y="284"/>
                    <a:pt x="237" y="284"/>
                  </a:cubicBezTo>
                  <a:cubicBezTo>
                    <a:pt x="238" y="284"/>
                    <a:pt x="238" y="284"/>
                    <a:pt x="238" y="284"/>
                  </a:cubicBezTo>
                  <a:lnTo>
                    <a:pt x="237" y="285"/>
                  </a:lnTo>
                  <a:close/>
                  <a:moveTo>
                    <a:pt x="233" y="317"/>
                  </a:moveTo>
                  <a:cubicBezTo>
                    <a:pt x="233" y="317"/>
                    <a:pt x="233" y="317"/>
                    <a:pt x="233" y="317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3" y="317"/>
                    <a:pt x="233" y="317"/>
                    <a:pt x="233" y="317"/>
                  </a:cubicBezTo>
                  <a:close/>
                  <a:moveTo>
                    <a:pt x="234" y="322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4" y="322"/>
                    <a:pt x="234" y="322"/>
                    <a:pt x="234" y="322"/>
                  </a:cubicBezTo>
                  <a:close/>
                  <a:moveTo>
                    <a:pt x="235" y="324"/>
                  </a:moveTo>
                  <a:cubicBezTo>
                    <a:pt x="234" y="322"/>
                    <a:pt x="234" y="322"/>
                    <a:pt x="234" y="322"/>
                  </a:cubicBezTo>
                  <a:cubicBezTo>
                    <a:pt x="235" y="323"/>
                    <a:pt x="235" y="323"/>
                    <a:pt x="235" y="323"/>
                  </a:cubicBezTo>
                  <a:cubicBezTo>
                    <a:pt x="235" y="323"/>
                    <a:pt x="235" y="323"/>
                    <a:pt x="235" y="323"/>
                  </a:cubicBezTo>
                  <a:lnTo>
                    <a:pt x="235" y="324"/>
                  </a:lnTo>
                  <a:close/>
                  <a:moveTo>
                    <a:pt x="234" y="319"/>
                  </a:moveTo>
                  <a:cubicBezTo>
                    <a:pt x="235" y="320"/>
                    <a:pt x="235" y="320"/>
                    <a:pt x="235" y="320"/>
                  </a:cubicBezTo>
                  <a:cubicBezTo>
                    <a:pt x="235" y="321"/>
                    <a:pt x="235" y="321"/>
                    <a:pt x="235" y="321"/>
                  </a:cubicBezTo>
                  <a:lnTo>
                    <a:pt x="234" y="319"/>
                  </a:lnTo>
                  <a:close/>
                  <a:moveTo>
                    <a:pt x="235" y="327"/>
                  </a:moveTo>
                  <a:cubicBezTo>
                    <a:pt x="236" y="326"/>
                    <a:pt x="236" y="326"/>
                    <a:pt x="236" y="326"/>
                  </a:cubicBezTo>
                  <a:cubicBezTo>
                    <a:pt x="235" y="325"/>
                    <a:pt x="235" y="325"/>
                    <a:pt x="235" y="325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7" y="326"/>
                    <a:pt x="237" y="326"/>
                    <a:pt x="237" y="326"/>
                  </a:cubicBezTo>
                  <a:lnTo>
                    <a:pt x="235" y="327"/>
                  </a:lnTo>
                  <a:close/>
                  <a:moveTo>
                    <a:pt x="238" y="327"/>
                  </a:moveTo>
                  <a:cubicBezTo>
                    <a:pt x="238" y="326"/>
                    <a:pt x="238" y="326"/>
                    <a:pt x="238" y="326"/>
                  </a:cubicBezTo>
                  <a:cubicBezTo>
                    <a:pt x="238" y="326"/>
                    <a:pt x="238" y="326"/>
                    <a:pt x="238" y="326"/>
                  </a:cubicBezTo>
                  <a:lnTo>
                    <a:pt x="238" y="327"/>
                  </a:lnTo>
                  <a:close/>
                  <a:moveTo>
                    <a:pt x="240" y="324"/>
                  </a:moveTo>
                  <a:cubicBezTo>
                    <a:pt x="240" y="324"/>
                    <a:pt x="240" y="324"/>
                    <a:pt x="240" y="324"/>
                  </a:cubicBezTo>
                  <a:cubicBezTo>
                    <a:pt x="240" y="324"/>
                    <a:pt x="240" y="324"/>
                    <a:pt x="240" y="324"/>
                  </a:cubicBezTo>
                  <a:close/>
                  <a:moveTo>
                    <a:pt x="239" y="317"/>
                  </a:moveTo>
                  <a:cubicBezTo>
                    <a:pt x="239" y="318"/>
                    <a:pt x="239" y="318"/>
                    <a:pt x="239" y="318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9" y="320"/>
                    <a:pt x="239" y="320"/>
                    <a:pt x="239" y="320"/>
                  </a:cubicBezTo>
                  <a:cubicBezTo>
                    <a:pt x="238" y="319"/>
                    <a:pt x="238" y="319"/>
                    <a:pt x="238" y="319"/>
                  </a:cubicBezTo>
                  <a:cubicBezTo>
                    <a:pt x="236" y="320"/>
                    <a:pt x="236" y="320"/>
                    <a:pt x="236" y="320"/>
                  </a:cubicBezTo>
                  <a:cubicBezTo>
                    <a:pt x="237" y="319"/>
                    <a:pt x="237" y="319"/>
                    <a:pt x="237" y="319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5" y="316"/>
                    <a:pt x="235" y="316"/>
                    <a:pt x="235" y="316"/>
                  </a:cubicBezTo>
                  <a:cubicBezTo>
                    <a:pt x="237" y="316"/>
                    <a:pt x="237" y="316"/>
                    <a:pt x="237" y="316"/>
                  </a:cubicBezTo>
                  <a:cubicBezTo>
                    <a:pt x="236" y="318"/>
                    <a:pt x="236" y="318"/>
                    <a:pt x="236" y="318"/>
                  </a:cubicBezTo>
                  <a:cubicBezTo>
                    <a:pt x="239" y="316"/>
                    <a:pt x="239" y="316"/>
                    <a:pt x="239" y="316"/>
                  </a:cubicBezTo>
                  <a:cubicBezTo>
                    <a:pt x="240" y="316"/>
                    <a:pt x="240" y="316"/>
                    <a:pt x="240" y="316"/>
                  </a:cubicBezTo>
                  <a:cubicBezTo>
                    <a:pt x="240" y="315"/>
                    <a:pt x="240" y="315"/>
                    <a:pt x="240" y="315"/>
                  </a:cubicBezTo>
                  <a:cubicBezTo>
                    <a:pt x="241" y="316"/>
                    <a:pt x="241" y="316"/>
                    <a:pt x="241" y="316"/>
                  </a:cubicBezTo>
                  <a:cubicBezTo>
                    <a:pt x="242" y="317"/>
                    <a:pt x="242" y="317"/>
                    <a:pt x="242" y="317"/>
                  </a:cubicBezTo>
                  <a:lnTo>
                    <a:pt x="239" y="317"/>
                  </a:lnTo>
                  <a:close/>
                  <a:moveTo>
                    <a:pt x="240" y="327"/>
                  </a:moveTo>
                  <a:cubicBezTo>
                    <a:pt x="240" y="327"/>
                    <a:pt x="240" y="327"/>
                    <a:pt x="240" y="327"/>
                  </a:cubicBezTo>
                  <a:cubicBezTo>
                    <a:pt x="241" y="327"/>
                    <a:pt x="241" y="327"/>
                    <a:pt x="241" y="327"/>
                  </a:cubicBezTo>
                  <a:cubicBezTo>
                    <a:pt x="240" y="325"/>
                    <a:pt x="240" y="325"/>
                    <a:pt x="240" y="325"/>
                  </a:cubicBezTo>
                  <a:cubicBezTo>
                    <a:pt x="241" y="325"/>
                    <a:pt x="241" y="325"/>
                    <a:pt x="241" y="325"/>
                  </a:cubicBezTo>
                  <a:cubicBezTo>
                    <a:pt x="242" y="325"/>
                    <a:pt x="242" y="325"/>
                    <a:pt x="242" y="325"/>
                  </a:cubicBezTo>
                  <a:cubicBezTo>
                    <a:pt x="242" y="326"/>
                    <a:pt x="242" y="326"/>
                    <a:pt x="242" y="326"/>
                  </a:cubicBezTo>
                  <a:cubicBezTo>
                    <a:pt x="243" y="327"/>
                    <a:pt x="243" y="327"/>
                    <a:pt x="243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2" y="327"/>
                    <a:pt x="242" y="327"/>
                    <a:pt x="242" y="327"/>
                  </a:cubicBezTo>
                  <a:cubicBezTo>
                    <a:pt x="241" y="327"/>
                    <a:pt x="241" y="327"/>
                    <a:pt x="241" y="327"/>
                  </a:cubicBezTo>
                  <a:lnTo>
                    <a:pt x="240" y="327"/>
                  </a:lnTo>
                  <a:close/>
                  <a:moveTo>
                    <a:pt x="239" y="337"/>
                  </a:moveTo>
                  <a:cubicBezTo>
                    <a:pt x="240" y="336"/>
                    <a:pt x="240" y="336"/>
                    <a:pt x="240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6"/>
                    <a:pt x="241" y="336"/>
                    <a:pt x="241" y="336"/>
                  </a:cubicBezTo>
                  <a:lnTo>
                    <a:pt x="239" y="337"/>
                  </a:lnTo>
                  <a:close/>
                  <a:moveTo>
                    <a:pt x="241" y="342"/>
                  </a:moveTo>
                  <a:cubicBezTo>
                    <a:pt x="241" y="342"/>
                    <a:pt x="241" y="342"/>
                    <a:pt x="241" y="342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1" y="342"/>
                    <a:pt x="241" y="342"/>
                    <a:pt x="241" y="342"/>
                  </a:cubicBezTo>
                  <a:cubicBezTo>
                    <a:pt x="241" y="342"/>
                    <a:pt x="241" y="342"/>
                    <a:pt x="241" y="342"/>
                  </a:cubicBezTo>
                  <a:close/>
                  <a:moveTo>
                    <a:pt x="242" y="351"/>
                  </a:moveTo>
                  <a:cubicBezTo>
                    <a:pt x="242" y="350"/>
                    <a:pt x="242" y="350"/>
                    <a:pt x="242" y="350"/>
                  </a:cubicBezTo>
                  <a:cubicBezTo>
                    <a:pt x="242" y="350"/>
                    <a:pt x="242" y="350"/>
                    <a:pt x="242" y="350"/>
                  </a:cubicBezTo>
                  <a:cubicBezTo>
                    <a:pt x="243" y="350"/>
                    <a:pt x="243" y="350"/>
                    <a:pt x="243" y="350"/>
                  </a:cubicBezTo>
                  <a:lnTo>
                    <a:pt x="242" y="351"/>
                  </a:lnTo>
                  <a:close/>
                  <a:moveTo>
                    <a:pt x="243" y="333"/>
                  </a:moveTo>
                  <a:cubicBezTo>
                    <a:pt x="242" y="333"/>
                    <a:pt x="242" y="333"/>
                    <a:pt x="242" y="333"/>
                  </a:cubicBezTo>
                  <a:cubicBezTo>
                    <a:pt x="243" y="333"/>
                    <a:pt x="243" y="333"/>
                    <a:pt x="243" y="333"/>
                  </a:cubicBezTo>
                  <a:close/>
                  <a:moveTo>
                    <a:pt x="242" y="313"/>
                  </a:moveTo>
                  <a:cubicBezTo>
                    <a:pt x="242" y="313"/>
                    <a:pt x="242" y="313"/>
                    <a:pt x="242" y="313"/>
                  </a:cubicBezTo>
                  <a:cubicBezTo>
                    <a:pt x="241" y="314"/>
                    <a:pt x="241" y="314"/>
                    <a:pt x="241" y="314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40" y="313"/>
                    <a:pt x="240" y="313"/>
                    <a:pt x="240" y="313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3" y="311"/>
                    <a:pt x="243" y="311"/>
                    <a:pt x="243" y="311"/>
                  </a:cubicBezTo>
                  <a:cubicBezTo>
                    <a:pt x="243" y="312"/>
                    <a:pt x="243" y="312"/>
                    <a:pt x="243" y="312"/>
                  </a:cubicBezTo>
                  <a:lnTo>
                    <a:pt x="242" y="313"/>
                  </a:lnTo>
                  <a:close/>
                  <a:moveTo>
                    <a:pt x="246" y="332"/>
                  </a:moveTo>
                  <a:cubicBezTo>
                    <a:pt x="247" y="332"/>
                    <a:pt x="247" y="332"/>
                    <a:pt x="247" y="332"/>
                  </a:cubicBezTo>
                  <a:cubicBezTo>
                    <a:pt x="246" y="332"/>
                    <a:pt x="246" y="332"/>
                    <a:pt x="246" y="332"/>
                  </a:cubicBezTo>
                  <a:close/>
                  <a:moveTo>
                    <a:pt x="246" y="352"/>
                  </a:moveTo>
                  <a:cubicBezTo>
                    <a:pt x="246" y="352"/>
                    <a:pt x="246" y="352"/>
                    <a:pt x="246" y="352"/>
                  </a:cubicBezTo>
                  <a:cubicBezTo>
                    <a:pt x="246" y="352"/>
                    <a:pt x="246" y="352"/>
                    <a:pt x="246" y="352"/>
                  </a:cubicBezTo>
                  <a:close/>
                  <a:moveTo>
                    <a:pt x="246" y="331"/>
                  </a:move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ubicBezTo>
                    <a:pt x="246" y="331"/>
                    <a:pt x="246" y="331"/>
                    <a:pt x="246" y="331"/>
                  </a:cubicBezTo>
                  <a:close/>
                  <a:moveTo>
                    <a:pt x="243" y="356"/>
                  </a:moveTo>
                  <a:cubicBezTo>
                    <a:pt x="242" y="355"/>
                    <a:pt x="242" y="355"/>
                    <a:pt x="242" y="355"/>
                  </a:cubicBezTo>
                  <a:cubicBezTo>
                    <a:pt x="242" y="355"/>
                    <a:pt x="242" y="355"/>
                    <a:pt x="242" y="355"/>
                  </a:cubicBezTo>
                  <a:cubicBezTo>
                    <a:pt x="244" y="356"/>
                    <a:pt x="244" y="356"/>
                    <a:pt x="244" y="356"/>
                  </a:cubicBezTo>
                  <a:lnTo>
                    <a:pt x="243" y="356"/>
                  </a:lnTo>
                  <a:close/>
                  <a:moveTo>
                    <a:pt x="245" y="351"/>
                  </a:moveTo>
                  <a:cubicBezTo>
                    <a:pt x="244" y="352"/>
                    <a:pt x="244" y="352"/>
                    <a:pt x="244" y="352"/>
                  </a:cubicBezTo>
                  <a:cubicBezTo>
                    <a:pt x="244" y="351"/>
                    <a:pt x="244" y="351"/>
                    <a:pt x="244" y="351"/>
                  </a:cubicBezTo>
                  <a:cubicBezTo>
                    <a:pt x="245" y="350"/>
                    <a:pt x="245" y="350"/>
                    <a:pt x="245" y="350"/>
                  </a:cubicBezTo>
                  <a:lnTo>
                    <a:pt x="245" y="351"/>
                  </a:lnTo>
                  <a:close/>
                  <a:moveTo>
                    <a:pt x="246" y="353"/>
                  </a:moveTo>
                  <a:cubicBezTo>
                    <a:pt x="245" y="354"/>
                    <a:pt x="245" y="354"/>
                    <a:pt x="245" y="354"/>
                  </a:cubicBezTo>
                  <a:cubicBezTo>
                    <a:pt x="245" y="354"/>
                    <a:pt x="245" y="354"/>
                    <a:pt x="245" y="354"/>
                  </a:cubicBezTo>
                  <a:cubicBezTo>
                    <a:pt x="246" y="353"/>
                    <a:pt x="246" y="353"/>
                    <a:pt x="246" y="353"/>
                  </a:cubicBezTo>
                  <a:cubicBezTo>
                    <a:pt x="247" y="353"/>
                    <a:pt x="247" y="353"/>
                    <a:pt x="247" y="353"/>
                  </a:cubicBezTo>
                  <a:lnTo>
                    <a:pt x="246" y="353"/>
                  </a:lnTo>
                  <a:close/>
                  <a:moveTo>
                    <a:pt x="256" y="367"/>
                  </a:moveTo>
                  <a:cubicBezTo>
                    <a:pt x="256" y="366"/>
                    <a:pt x="256" y="366"/>
                    <a:pt x="256" y="366"/>
                  </a:cubicBezTo>
                  <a:cubicBezTo>
                    <a:pt x="255" y="365"/>
                    <a:pt x="255" y="365"/>
                    <a:pt x="255" y="365"/>
                  </a:cubicBezTo>
                  <a:cubicBezTo>
                    <a:pt x="256" y="366"/>
                    <a:pt x="256" y="366"/>
                    <a:pt x="256" y="366"/>
                  </a:cubicBezTo>
                  <a:cubicBezTo>
                    <a:pt x="256" y="366"/>
                    <a:pt x="256" y="366"/>
                    <a:pt x="256" y="366"/>
                  </a:cubicBezTo>
                  <a:lnTo>
                    <a:pt x="256" y="367"/>
                  </a:lnTo>
                  <a:close/>
                  <a:moveTo>
                    <a:pt x="258" y="395"/>
                  </a:moveTo>
                  <a:cubicBezTo>
                    <a:pt x="257" y="395"/>
                    <a:pt x="257" y="395"/>
                    <a:pt x="257" y="395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4"/>
                    <a:pt x="257" y="394"/>
                    <a:pt x="257" y="394"/>
                  </a:cubicBezTo>
                  <a:cubicBezTo>
                    <a:pt x="257" y="395"/>
                    <a:pt x="257" y="395"/>
                    <a:pt x="257" y="395"/>
                  </a:cubicBezTo>
                  <a:cubicBezTo>
                    <a:pt x="258" y="394"/>
                    <a:pt x="258" y="394"/>
                    <a:pt x="258" y="394"/>
                  </a:cubicBezTo>
                  <a:cubicBezTo>
                    <a:pt x="258" y="395"/>
                    <a:pt x="258" y="395"/>
                    <a:pt x="258" y="395"/>
                  </a:cubicBezTo>
                  <a:close/>
                  <a:moveTo>
                    <a:pt x="264" y="382"/>
                  </a:moveTo>
                  <a:cubicBezTo>
                    <a:pt x="264" y="382"/>
                    <a:pt x="264" y="382"/>
                    <a:pt x="264" y="382"/>
                  </a:cubicBezTo>
                  <a:cubicBezTo>
                    <a:pt x="264" y="382"/>
                    <a:pt x="264" y="382"/>
                    <a:pt x="264" y="382"/>
                  </a:cubicBezTo>
                  <a:close/>
                  <a:moveTo>
                    <a:pt x="263" y="383"/>
                  </a:moveTo>
                  <a:cubicBezTo>
                    <a:pt x="263" y="383"/>
                    <a:pt x="263" y="383"/>
                    <a:pt x="263" y="383"/>
                  </a:cubicBezTo>
                  <a:cubicBezTo>
                    <a:pt x="263" y="384"/>
                    <a:pt x="263" y="384"/>
                    <a:pt x="263" y="384"/>
                  </a:cubicBezTo>
                  <a:lnTo>
                    <a:pt x="263" y="383"/>
                  </a:lnTo>
                  <a:close/>
                  <a:moveTo>
                    <a:pt x="262" y="388"/>
                  </a:moveTo>
                  <a:cubicBezTo>
                    <a:pt x="262" y="387"/>
                    <a:pt x="262" y="387"/>
                    <a:pt x="262" y="387"/>
                  </a:cubicBezTo>
                  <a:cubicBezTo>
                    <a:pt x="262" y="388"/>
                    <a:pt x="262" y="388"/>
                    <a:pt x="262" y="388"/>
                  </a:cubicBezTo>
                  <a:close/>
                  <a:moveTo>
                    <a:pt x="263" y="387"/>
                  </a:moveTo>
                  <a:cubicBezTo>
                    <a:pt x="263" y="384"/>
                    <a:pt x="263" y="384"/>
                    <a:pt x="263" y="384"/>
                  </a:cubicBezTo>
                  <a:cubicBezTo>
                    <a:pt x="263" y="385"/>
                    <a:pt x="263" y="385"/>
                    <a:pt x="263" y="385"/>
                  </a:cubicBezTo>
                  <a:cubicBezTo>
                    <a:pt x="263" y="386"/>
                    <a:pt x="263" y="386"/>
                    <a:pt x="263" y="386"/>
                  </a:cubicBezTo>
                  <a:cubicBezTo>
                    <a:pt x="264" y="386"/>
                    <a:pt x="264" y="386"/>
                    <a:pt x="264" y="386"/>
                  </a:cubicBezTo>
                  <a:lnTo>
                    <a:pt x="263" y="387"/>
                  </a:lnTo>
                  <a:close/>
                  <a:moveTo>
                    <a:pt x="302" y="621"/>
                  </a:move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cubicBezTo>
                    <a:pt x="301" y="621"/>
                    <a:pt x="301" y="621"/>
                    <a:pt x="301" y="621"/>
                  </a:cubicBezTo>
                  <a:lnTo>
                    <a:pt x="302" y="621"/>
                  </a:lnTo>
                  <a:close/>
                  <a:moveTo>
                    <a:pt x="306" y="86"/>
                  </a:moveTo>
                  <a:cubicBezTo>
                    <a:pt x="306" y="85"/>
                    <a:pt x="306" y="85"/>
                    <a:pt x="306" y="85"/>
                  </a:cubicBezTo>
                  <a:cubicBezTo>
                    <a:pt x="306" y="86"/>
                    <a:pt x="306" y="86"/>
                    <a:pt x="306" y="86"/>
                  </a:cubicBezTo>
                  <a:close/>
                  <a:moveTo>
                    <a:pt x="308" y="83"/>
                  </a:moveTo>
                  <a:cubicBezTo>
                    <a:pt x="308" y="83"/>
                    <a:pt x="308" y="83"/>
                    <a:pt x="308" y="83"/>
                  </a:cubicBezTo>
                  <a:cubicBezTo>
                    <a:pt x="309" y="82"/>
                    <a:pt x="309" y="82"/>
                    <a:pt x="309" y="82"/>
                  </a:cubicBezTo>
                  <a:cubicBezTo>
                    <a:pt x="309" y="82"/>
                    <a:pt x="309" y="82"/>
                    <a:pt x="309" y="82"/>
                  </a:cubicBezTo>
                  <a:lnTo>
                    <a:pt x="308" y="83"/>
                  </a:lnTo>
                  <a:close/>
                  <a:moveTo>
                    <a:pt x="313" y="92"/>
                  </a:moveTo>
                  <a:cubicBezTo>
                    <a:pt x="312" y="93"/>
                    <a:pt x="312" y="93"/>
                    <a:pt x="312" y="93"/>
                  </a:cubicBezTo>
                  <a:cubicBezTo>
                    <a:pt x="312" y="93"/>
                    <a:pt x="312" y="93"/>
                    <a:pt x="312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12" y="90"/>
                    <a:pt x="312" y="90"/>
                    <a:pt x="312" y="90"/>
                  </a:cubicBezTo>
                  <a:cubicBezTo>
                    <a:pt x="311" y="87"/>
                    <a:pt x="311" y="87"/>
                    <a:pt x="311" y="87"/>
                  </a:cubicBezTo>
                  <a:cubicBezTo>
                    <a:pt x="311" y="85"/>
                    <a:pt x="311" y="85"/>
                    <a:pt x="311" y="85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2" y="84"/>
                    <a:pt x="312" y="84"/>
                    <a:pt x="312" y="84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3" y="85"/>
                    <a:pt x="313" y="85"/>
                    <a:pt x="313" y="85"/>
                  </a:cubicBezTo>
                  <a:cubicBezTo>
                    <a:pt x="312" y="88"/>
                    <a:pt x="312" y="88"/>
                    <a:pt x="312" y="88"/>
                  </a:cubicBezTo>
                  <a:lnTo>
                    <a:pt x="313" y="92"/>
                  </a:lnTo>
                  <a:close/>
                  <a:moveTo>
                    <a:pt x="315" y="83"/>
                  </a:moveTo>
                  <a:cubicBezTo>
                    <a:pt x="315" y="83"/>
                    <a:pt x="315" y="83"/>
                    <a:pt x="315" y="83"/>
                  </a:cubicBezTo>
                  <a:cubicBezTo>
                    <a:pt x="315" y="83"/>
                    <a:pt x="315" y="83"/>
                    <a:pt x="315" y="83"/>
                  </a:cubicBezTo>
                  <a:close/>
                  <a:moveTo>
                    <a:pt x="324" y="88"/>
                  </a:moveTo>
                  <a:cubicBezTo>
                    <a:pt x="324" y="89"/>
                    <a:pt x="324" y="89"/>
                    <a:pt x="324" y="89"/>
                  </a:cubicBezTo>
                  <a:cubicBezTo>
                    <a:pt x="324" y="89"/>
                    <a:pt x="324" y="89"/>
                    <a:pt x="324" y="89"/>
                  </a:cubicBezTo>
                  <a:cubicBezTo>
                    <a:pt x="323" y="89"/>
                    <a:pt x="323" y="89"/>
                    <a:pt x="323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22" y="89"/>
                    <a:pt x="322" y="89"/>
                    <a:pt x="322" y="89"/>
                  </a:cubicBezTo>
                  <a:cubicBezTo>
                    <a:pt x="323" y="87"/>
                    <a:pt x="323" y="87"/>
                    <a:pt x="323" y="87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5" y="87"/>
                    <a:pt x="325" y="87"/>
                    <a:pt x="325" y="87"/>
                  </a:cubicBezTo>
                  <a:cubicBezTo>
                    <a:pt x="325" y="87"/>
                    <a:pt x="325" y="87"/>
                    <a:pt x="325" y="87"/>
                  </a:cubicBezTo>
                  <a:lnTo>
                    <a:pt x="324" y="88"/>
                  </a:lnTo>
                  <a:close/>
                  <a:moveTo>
                    <a:pt x="344" y="82"/>
                  </a:moveTo>
                  <a:cubicBezTo>
                    <a:pt x="342" y="82"/>
                    <a:pt x="342" y="82"/>
                    <a:pt x="342" y="82"/>
                  </a:cubicBezTo>
                  <a:cubicBezTo>
                    <a:pt x="342" y="82"/>
                    <a:pt x="342" y="82"/>
                    <a:pt x="342" y="82"/>
                  </a:cubicBezTo>
                  <a:cubicBezTo>
                    <a:pt x="341" y="80"/>
                    <a:pt x="341" y="80"/>
                    <a:pt x="341" y="80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39" y="81"/>
                    <a:pt x="339" y="81"/>
                    <a:pt x="339" y="81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7" y="82"/>
                    <a:pt x="337" y="82"/>
                    <a:pt x="337" y="82"/>
                  </a:cubicBezTo>
                  <a:cubicBezTo>
                    <a:pt x="336" y="81"/>
                    <a:pt x="336" y="81"/>
                    <a:pt x="336" y="81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3" y="83"/>
                    <a:pt x="333" y="83"/>
                    <a:pt x="333" y="83"/>
                  </a:cubicBezTo>
                  <a:cubicBezTo>
                    <a:pt x="330" y="85"/>
                    <a:pt x="330" y="85"/>
                    <a:pt x="330" y="85"/>
                  </a:cubicBezTo>
                  <a:cubicBezTo>
                    <a:pt x="329" y="85"/>
                    <a:pt x="329" y="85"/>
                    <a:pt x="329" y="85"/>
                  </a:cubicBezTo>
                  <a:cubicBezTo>
                    <a:pt x="327" y="86"/>
                    <a:pt x="327" y="86"/>
                    <a:pt x="327" y="86"/>
                  </a:cubicBezTo>
                  <a:cubicBezTo>
                    <a:pt x="327" y="85"/>
                    <a:pt x="327" y="85"/>
                    <a:pt x="327" y="85"/>
                  </a:cubicBezTo>
                  <a:cubicBezTo>
                    <a:pt x="328" y="84"/>
                    <a:pt x="328" y="84"/>
                    <a:pt x="328" y="84"/>
                  </a:cubicBezTo>
                  <a:cubicBezTo>
                    <a:pt x="328" y="85"/>
                    <a:pt x="328" y="85"/>
                    <a:pt x="328" y="85"/>
                  </a:cubicBezTo>
                  <a:cubicBezTo>
                    <a:pt x="332" y="83"/>
                    <a:pt x="332" y="83"/>
                    <a:pt x="332" y="83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4" y="81"/>
                    <a:pt x="334" y="81"/>
                    <a:pt x="334" y="81"/>
                  </a:cubicBezTo>
                  <a:cubicBezTo>
                    <a:pt x="337" y="81"/>
                    <a:pt x="337" y="81"/>
                    <a:pt x="337" y="81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40" y="81"/>
                    <a:pt x="340" y="81"/>
                    <a:pt x="340" y="81"/>
                  </a:cubicBezTo>
                  <a:cubicBezTo>
                    <a:pt x="342" y="80"/>
                    <a:pt x="342" y="80"/>
                    <a:pt x="342" y="80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6" y="80"/>
                    <a:pt x="346" y="80"/>
                    <a:pt x="346" y="80"/>
                  </a:cubicBezTo>
                  <a:cubicBezTo>
                    <a:pt x="347" y="80"/>
                    <a:pt x="347" y="80"/>
                    <a:pt x="347" y="80"/>
                  </a:cubicBezTo>
                  <a:lnTo>
                    <a:pt x="344" y="82"/>
                  </a:lnTo>
                  <a:close/>
                  <a:moveTo>
                    <a:pt x="356" y="81"/>
                  </a:moveTo>
                  <a:cubicBezTo>
                    <a:pt x="356" y="80"/>
                    <a:pt x="356" y="80"/>
                    <a:pt x="356" y="80"/>
                  </a:cubicBezTo>
                  <a:cubicBezTo>
                    <a:pt x="356" y="80"/>
                    <a:pt x="356" y="80"/>
                    <a:pt x="356" y="80"/>
                  </a:cubicBezTo>
                  <a:cubicBezTo>
                    <a:pt x="357" y="80"/>
                    <a:pt x="357" y="80"/>
                    <a:pt x="357" y="80"/>
                  </a:cubicBezTo>
                  <a:lnTo>
                    <a:pt x="356" y="81"/>
                  </a:lnTo>
                  <a:close/>
                  <a:moveTo>
                    <a:pt x="490" y="693"/>
                  </a:moveTo>
                  <a:cubicBezTo>
                    <a:pt x="490" y="692"/>
                    <a:pt x="490" y="692"/>
                    <a:pt x="490" y="692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3"/>
                    <a:pt x="494" y="693"/>
                    <a:pt x="494" y="693"/>
                  </a:cubicBezTo>
                  <a:cubicBezTo>
                    <a:pt x="494" y="694"/>
                    <a:pt x="494" y="694"/>
                    <a:pt x="494" y="694"/>
                  </a:cubicBezTo>
                  <a:cubicBezTo>
                    <a:pt x="492" y="694"/>
                    <a:pt x="492" y="694"/>
                    <a:pt x="492" y="694"/>
                  </a:cubicBezTo>
                  <a:cubicBezTo>
                    <a:pt x="491" y="693"/>
                    <a:pt x="491" y="693"/>
                    <a:pt x="491" y="693"/>
                  </a:cubicBezTo>
                  <a:lnTo>
                    <a:pt x="490" y="693"/>
                  </a:lnTo>
                  <a:close/>
                  <a:moveTo>
                    <a:pt x="517" y="829"/>
                  </a:moveTo>
                  <a:cubicBezTo>
                    <a:pt x="518" y="828"/>
                    <a:pt x="518" y="828"/>
                    <a:pt x="518" y="828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7"/>
                    <a:pt x="518" y="827"/>
                    <a:pt x="518" y="827"/>
                  </a:cubicBezTo>
                  <a:cubicBezTo>
                    <a:pt x="518" y="828"/>
                    <a:pt x="518" y="828"/>
                    <a:pt x="518" y="828"/>
                  </a:cubicBezTo>
                  <a:lnTo>
                    <a:pt x="517" y="829"/>
                  </a:lnTo>
                  <a:close/>
                  <a:moveTo>
                    <a:pt x="584" y="739"/>
                  </a:moveTo>
                  <a:cubicBezTo>
                    <a:pt x="581" y="740"/>
                    <a:pt x="581" y="740"/>
                    <a:pt x="581" y="740"/>
                  </a:cubicBezTo>
                  <a:cubicBezTo>
                    <a:pt x="581" y="740"/>
                    <a:pt x="581" y="740"/>
                    <a:pt x="581" y="740"/>
                  </a:cubicBezTo>
                  <a:cubicBezTo>
                    <a:pt x="581" y="738"/>
                    <a:pt x="581" y="738"/>
                    <a:pt x="581" y="738"/>
                  </a:cubicBezTo>
                  <a:cubicBezTo>
                    <a:pt x="579" y="737"/>
                    <a:pt x="579" y="737"/>
                    <a:pt x="579" y="737"/>
                  </a:cubicBezTo>
                  <a:cubicBezTo>
                    <a:pt x="579" y="736"/>
                    <a:pt x="579" y="736"/>
                    <a:pt x="579" y="736"/>
                  </a:cubicBezTo>
                  <a:cubicBezTo>
                    <a:pt x="580" y="735"/>
                    <a:pt x="580" y="735"/>
                    <a:pt x="580" y="735"/>
                  </a:cubicBezTo>
                  <a:cubicBezTo>
                    <a:pt x="580" y="734"/>
                    <a:pt x="580" y="734"/>
                    <a:pt x="580" y="734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0"/>
                    <a:pt x="583" y="730"/>
                    <a:pt x="583" y="730"/>
                  </a:cubicBezTo>
                  <a:cubicBezTo>
                    <a:pt x="583" y="731"/>
                    <a:pt x="583" y="731"/>
                    <a:pt x="583" y="731"/>
                  </a:cubicBezTo>
                  <a:cubicBezTo>
                    <a:pt x="583" y="734"/>
                    <a:pt x="583" y="734"/>
                    <a:pt x="583" y="734"/>
                  </a:cubicBezTo>
                  <a:cubicBezTo>
                    <a:pt x="584" y="736"/>
                    <a:pt x="584" y="736"/>
                    <a:pt x="584" y="736"/>
                  </a:cubicBezTo>
                  <a:cubicBezTo>
                    <a:pt x="584" y="737"/>
                    <a:pt x="584" y="737"/>
                    <a:pt x="584" y="737"/>
                  </a:cubicBezTo>
                  <a:lnTo>
                    <a:pt x="584" y="739"/>
                  </a:lnTo>
                  <a:close/>
                  <a:moveTo>
                    <a:pt x="596" y="723"/>
                  </a:moveTo>
                  <a:cubicBezTo>
                    <a:pt x="595" y="723"/>
                    <a:pt x="595" y="723"/>
                    <a:pt x="595" y="723"/>
                  </a:cubicBezTo>
                  <a:cubicBezTo>
                    <a:pt x="594" y="723"/>
                    <a:pt x="594" y="723"/>
                    <a:pt x="594" y="723"/>
                  </a:cubicBezTo>
                  <a:cubicBezTo>
                    <a:pt x="593" y="722"/>
                    <a:pt x="593" y="722"/>
                    <a:pt x="593" y="722"/>
                  </a:cubicBezTo>
                  <a:cubicBezTo>
                    <a:pt x="594" y="722"/>
                    <a:pt x="594" y="722"/>
                    <a:pt x="594" y="722"/>
                  </a:cubicBezTo>
                  <a:cubicBezTo>
                    <a:pt x="595" y="722"/>
                    <a:pt x="595" y="722"/>
                    <a:pt x="595" y="722"/>
                  </a:cubicBezTo>
                  <a:cubicBezTo>
                    <a:pt x="596" y="723"/>
                    <a:pt x="596" y="723"/>
                    <a:pt x="596" y="723"/>
                  </a:cubicBezTo>
                  <a:close/>
                  <a:moveTo>
                    <a:pt x="595" y="1170"/>
                  </a:moveTo>
                  <a:cubicBezTo>
                    <a:pt x="596" y="1170"/>
                    <a:pt x="596" y="1170"/>
                    <a:pt x="596" y="1170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7" y="1170"/>
                    <a:pt x="597" y="1170"/>
                    <a:pt x="597" y="1170"/>
                  </a:cubicBezTo>
                  <a:lnTo>
                    <a:pt x="595" y="1170"/>
                  </a:lnTo>
                  <a:close/>
                  <a:moveTo>
                    <a:pt x="600" y="1168"/>
                  </a:moveTo>
                  <a:cubicBezTo>
                    <a:pt x="600" y="1168"/>
                    <a:pt x="600" y="1168"/>
                    <a:pt x="600" y="1168"/>
                  </a:cubicBezTo>
                  <a:cubicBezTo>
                    <a:pt x="599" y="1170"/>
                    <a:pt x="599" y="1170"/>
                    <a:pt x="599" y="1170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8" y="1169"/>
                    <a:pt x="598" y="1169"/>
                    <a:pt x="598" y="1169"/>
                  </a:cubicBezTo>
                  <a:cubicBezTo>
                    <a:pt x="598" y="1167"/>
                    <a:pt x="598" y="1167"/>
                    <a:pt x="598" y="1167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8"/>
                    <a:pt x="595" y="1168"/>
                    <a:pt x="595" y="1168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5" y="1167"/>
                    <a:pt x="595" y="1167"/>
                    <a:pt x="595" y="1167"/>
                  </a:cubicBezTo>
                  <a:cubicBezTo>
                    <a:pt x="596" y="1165"/>
                    <a:pt x="596" y="1165"/>
                    <a:pt x="596" y="1165"/>
                  </a:cubicBezTo>
                  <a:cubicBezTo>
                    <a:pt x="595" y="1164"/>
                    <a:pt x="595" y="1164"/>
                    <a:pt x="595" y="1164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5" y="1163"/>
                    <a:pt x="595" y="1163"/>
                    <a:pt x="595" y="1163"/>
                  </a:cubicBezTo>
                  <a:cubicBezTo>
                    <a:pt x="597" y="1164"/>
                    <a:pt x="597" y="1164"/>
                    <a:pt x="597" y="1164"/>
                  </a:cubicBezTo>
                  <a:cubicBezTo>
                    <a:pt x="597" y="1166"/>
                    <a:pt x="597" y="1166"/>
                    <a:pt x="597" y="1166"/>
                  </a:cubicBezTo>
                  <a:cubicBezTo>
                    <a:pt x="599" y="1165"/>
                    <a:pt x="599" y="1165"/>
                    <a:pt x="599" y="1165"/>
                  </a:cubicBezTo>
                  <a:cubicBezTo>
                    <a:pt x="599" y="1163"/>
                    <a:pt x="599" y="1163"/>
                    <a:pt x="599" y="1163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4"/>
                    <a:pt x="600" y="1164"/>
                    <a:pt x="600" y="1164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600" y="1165"/>
                    <a:pt x="600" y="1165"/>
                    <a:pt x="600" y="1165"/>
                  </a:cubicBezTo>
                  <a:cubicBezTo>
                    <a:pt x="599" y="1166"/>
                    <a:pt x="599" y="1166"/>
                    <a:pt x="599" y="1166"/>
                  </a:cubicBezTo>
                  <a:lnTo>
                    <a:pt x="600" y="1168"/>
                  </a:lnTo>
                  <a:close/>
                  <a:moveTo>
                    <a:pt x="594" y="1181"/>
                  </a:moveTo>
                  <a:cubicBezTo>
                    <a:pt x="594" y="1181"/>
                    <a:pt x="594" y="1181"/>
                    <a:pt x="594" y="1181"/>
                  </a:cubicBezTo>
                  <a:cubicBezTo>
                    <a:pt x="595" y="1181"/>
                    <a:pt x="595" y="1181"/>
                    <a:pt x="595" y="1181"/>
                  </a:cubicBezTo>
                  <a:lnTo>
                    <a:pt x="594" y="1181"/>
                  </a:lnTo>
                  <a:close/>
                  <a:moveTo>
                    <a:pt x="595" y="1179"/>
                  </a:moveTo>
                  <a:cubicBezTo>
                    <a:pt x="595" y="1178"/>
                    <a:pt x="595" y="1178"/>
                    <a:pt x="595" y="1178"/>
                  </a:cubicBezTo>
                  <a:cubicBezTo>
                    <a:pt x="595" y="1179"/>
                    <a:pt x="595" y="1179"/>
                    <a:pt x="595" y="1179"/>
                  </a:cubicBezTo>
                  <a:close/>
                  <a:moveTo>
                    <a:pt x="597" y="1179"/>
                  </a:moveTo>
                  <a:cubicBezTo>
                    <a:pt x="597" y="1178"/>
                    <a:pt x="597" y="1178"/>
                    <a:pt x="597" y="1178"/>
                  </a:cubicBezTo>
                  <a:cubicBezTo>
                    <a:pt x="597" y="1178"/>
                    <a:pt x="597" y="1178"/>
                    <a:pt x="597" y="1178"/>
                  </a:cubicBezTo>
                  <a:cubicBezTo>
                    <a:pt x="597" y="1179"/>
                    <a:pt x="597" y="1179"/>
                    <a:pt x="597" y="1179"/>
                  </a:cubicBezTo>
                  <a:close/>
                  <a:moveTo>
                    <a:pt x="596" y="1211"/>
                  </a:moveTo>
                  <a:cubicBezTo>
                    <a:pt x="595" y="1211"/>
                    <a:pt x="595" y="1211"/>
                    <a:pt x="595" y="1211"/>
                  </a:cubicBezTo>
                  <a:cubicBezTo>
                    <a:pt x="597" y="1212"/>
                    <a:pt x="597" y="1212"/>
                    <a:pt x="597" y="1212"/>
                  </a:cubicBezTo>
                  <a:lnTo>
                    <a:pt x="596" y="1211"/>
                  </a:lnTo>
                  <a:close/>
                  <a:moveTo>
                    <a:pt x="597" y="1207"/>
                  </a:moveTo>
                  <a:cubicBezTo>
                    <a:pt x="595" y="1204"/>
                    <a:pt x="595" y="1204"/>
                    <a:pt x="595" y="1204"/>
                  </a:cubicBezTo>
                  <a:cubicBezTo>
                    <a:pt x="595" y="1205"/>
                    <a:pt x="595" y="1205"/>
                    <a:pt x="595" y="1205"/>
                  </a:cubicBezTo>
                  <a:cubicBezTo>
                    <a:pt x="597" y="1207"/>
                    <a:pt x="597" y="1207"/>
                    <a:pt x="597" y="1207"/>
                  </a:cubicBezTo>
                  <a:close/>
                  <a:moveTo>
                    <a:pt x="598" y="1210"/>
                  </a:moveTo>
                  <a:cubicBezTo>
                    <a:pt x="598" y="1210"/>
                    <a:pt x="598" y="1210"/>
                    <a:pt x="598" y="1210"/>
                  </a:cubicBezTo>
                  <a:cubicBezTo>
                    <a:pt x="598" y="1210"/>
                    <a:pt x="598" y="1210"/>
                    <a:pt x="598" y="1210"/>
                  </a:cubicBezTo>
                  <a:close/>
                  <a:moveTo>
                    <a:pt x="605" y="1169"/>
                  </a:moveTo>
                  <a:cubicBezTo>
                    <a:pt x="605" y="1169"/>
                    <a:pt x="605" y="1169"/>
                    <a:pt x="605" y="1169"/>
                  </a:cubicBezTo>
                  <a:cubicBezTo>
                    <a:pt x="605" y="1170"/>
                    <a:pt x="605" y="1170"/>
                    <a:pt x="605" y="1170"/>
                  </a:cubicBezTo>
                  <a:cubicBezTo>
                    <a:pt x="604" y="1169"/>
                    <a:pt x="604" y="1169"/>
                    <a:pt x="604" y="1169"/>
                  </a:cubicBezTo>
                  <a:cubicBezTo>
                    <a:pt x="604" y="1168"/>
                    <a:pt x="604" y="1168"/>
                    <a:pt x="604" y="1168"/>
                  </a:cubicBezTo>
                  <a:lnTo>
                    <a:pt x="605" y="1169"/>
                  </a:lnTo>
                  <a:close/>
                  <a:moveTo>
                    <a:pt x="605" y="1171"/>
                  </a:moveTo>
                  <a:cubicBezTo>
                    <a:pt x="605" y="1171"/>
                    <a:pt x="605" y="1171"/>
                    <a:pt x="605" y="1171"/>
                  </a:cubicBezTo>
                  <a:cubicBezTo>
                    <a:pt x="604" y="1172"/>
                    <a:pt x="604" y="1172"/>
                    <a:pt x="604" y="1172"/>
                  </a:cubicBezTo>
                  <a:cubicBezTo>
                    <a:pt x="605" y="1172"/>
                    <a:pt x="605" y="1172"/>
                    <a:pt x="605" y="1172"/>
                  </a:cubicBezTo>
                  <a:lnTo>
                    <a:pt x="605" y="1171"/>
                  </a:lnTo>
                  <a:close/>
                  <a:moveTo>
                    <a:pt x="602" y="1167"/>
                  </a:moveTo>
                  <a:cubicBezTo>
                    <a:pt x="602" y="1166"/>
                    <a:pt x="602" y="1166"/>
                    <a:pt x="602" y="1166"/>
                  </a:cubicBezTo>
                  <a:cubicBezTo>
                    <a:pt x="603" y="1166"/>
                    <a:pt x="603" y="1166"/>
                    <a:pt x="603" y="1166"/>
                  </a:cubicBezTo>
                  <a:cubicBezTo>
                    <a:pt x="603" y="1167"/>
                    <a:pt x="603" y="1167"/>
                    <a:pt x="603" y="1167"/>
                  </a:cubicBezTo>
                  <a:cubicBezTo>
                    <a:pt x="603" y="1167"/>
                    <a:pt x="603" y="1167"/>
                    <a:pt x="603" y="1167"/>
                  </a:cubicBezTo>
                  <a:lnTo>
                    <a:pt x="602" y="1167"/>
                  </a:lnTo>
                  <a:close/>
                  <a:moveTo>
                    <a:pt x="603" y="1201"/>
                  </a:moveTo>
                  <a:cubicBezTo>
                    <a:pt x="604" y="1202"/>
                    <a:pt x="604" y="1202"/>
                    <a:pt x="604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5" y="1202"/>
                    <a:pt x="605" y="1202"/>
                    <a:pt x="605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4" y="1202"/>
                    <a:pt x="604" y="1202"/>
                    <a:pt x="604" y="1202"/>
                  </a:cubicBezTo>
                  <a:cubicBezTo>
                    <a:pt x="603" y="1201"/>
                    <a:pt x="603" y="1201"/>
                    <a:pt x="603" y="1201"/>
                  </a:cubicBezTo>
                  <a:cubicBezTo>
                    <a:pt x="602" y="1201"/>
                    <a:pt x="602" y="1201"/>
                    <a:pt x="602" y="1201"/>
                  </a:cubicBezTo>
                  <a:lnTo>
                    <a:pt x="603" y="1201"/>
                  </a:lnTo>
                  <a:close/>
                  <a:moveTo>
                    <a:pt x="604" y="1221"/>
                  </a:moveTo>
                  <a:cubicBezTo>
                    <a:pt x="604" y="1222"/>
                    <a:pt x="604" y="1222"/>
                    <a:pt x="604" y="1222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3"/>
                    <a:pt x="604" y="1223"/>
                    <a:pt x="604" y="1223"/>
                  </a:cubicBezTo>
                  <a:cubicBezTo>
                    <a:pt x="604" y="1221"/>
                    <a:pt x="604" y="1221"/>
                    <a:pt x="604" y="1221"/>
                  </a:cubicBezTo>
                  <a:cubicBezTo>
                    <a:pt x="603" y="1219"/>
                    <a:pt x="603" y="1219"/>
                    <a:pt x="603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4" y="1219"/>
                    <a:pt x="604" y="1219"/>
                    <a:pt x="604" y="1219"/>
                  </a:cubicBezTo>
                  <a:cubicBezTo>
                    <a:pt x="605" y="1220"/>
                    <a:pt x="605" y="1220"/>
                    <a:pt x="605" y="1220"/>
                  </a:cubicBezTo>
                  <a:cubicBezTo>
                    <a:pt x="604" y="1220"/>
                    <a:pt x="604" y="1220"/>
                    <a:pt x="604" y="1220"/>
                  </a:cubicBezTo>
                  <a:lnTo>
                    <a:pt x="604" y="1221"/>
                  </a:lnTo>
                  <a:close/>
                  <a:moveTo>
                    <a:pt x="601" y="1210"/>
                  </a:moveTo>
                  <a:cubicBezTo>
                    <a:pt x="601" y="1210"/>
                    <a:pt x="601" y="1210"/>
                    <a:pt x="601" y="1210"/>
                  </a:cubicBezTo>
                  <a:cubicBezTo>
                    <a:pt x="599" y="1210"/>
                    <a:pt x="599" y="1210"/>
                    <a:pt x="599" y="1210"/>
                  </a:cubicBezTo>
                  <a:cubicBezTo>
                    <a:pt x="600" y="1210"/>
                    <a:pt x="600" y="1210"/>
                    <a:pt x="600" y="1210"/>
                  </a:cubicBezTo>
                  <a:cubicBezTo>
                    <a:pt x="601" y="1210"/>
                    <a:pt x="601" y="1210"/>
                    <a:pt x="601" y="1210"/>
                  </a:cubicBezTo>
                  <a:close/>
                  <a:moveTo>
                    <a:pt x="602" y="1210"/>
                  </a:moveTo>
                  <a:cubicBezTo>
                    <a:pt x="601" y="1207"/>
                    <a:pt x="601" y="1207"/>
                    <a:pt x="601" y="1207"/>
                  </a:cubicBezTo>
                  <a:cubicBezTo>
                    <a:pt x="600" y="1206"/>
                    <a:pt x="600" y="1206"/>
                    <a:pt x="600" y="1206"/>
                  </a:cubicBezTo>
                  <a:cubicBezTo>
                    <a:pt x="600" y="1205"/>
                    <a:pt x="600" y="1205"/>
                    <a:pt x="600" y="1205"/>
                  </a:cubicBezTo>
                  <a:cubicBezTo>
                    <a:pt x="601" y="1206"/>
                    <a:pt x="601" y="1206"/>
                    <a:pt x="601" y="1206"/>
                  </a:cubicBezTo>
                  <a:cubicBezTo>
                    <a:pt x="601" y="1207"/>
                    <a:pt x="601" y="1207"/>
                    <a:pt x="601" y="1207"/>
                  </a:cubicBezTo>
                  <a:cubicBezTo>
                    <a:pt x="603" y="1207"/>
                    <a:pt x="603" y="1207"/>
                    <a:pt x="603" y="1207"/>
                  </a:cubicBezTo>
                  <a:cubicBezTo>
                    <a:pt x="602" y="1208"/>
                    <a:pt x="602" y="1208"/>
                    <a:pt x="602" y="1208"/>
                  </a:cubicBezTo>
                  <a:cubicBezTo>
                    <a:pt x="602" y="1209"/>
                    <a:pt x="602" y="1209"/>
                    <a:pt x="602" y="1209"/>
                  </a:cubicBezTo>
                  <a:cubicBezTo>
                    <a:pt x="603" y="1209"/>
                    <a:pt x="603" y="1209"/>
                    <a:pt x="603" y="1209"/>
                  </a:cubicBezTo>
                  <a:cubicBezTo>
                    <a:pt x="602" y="1210"/>
                    <a:pt x="602" y="1210"/>
                    <a:pt x="602" y="1210"/>
                  </a:cubicBezTo>
                  <a:close/>
                  <a:moveTo>
                    <a:pt x="603" y="1231"/>
                  </a:moveTo>
                  <a:cubicBezTo>
                    <a:pt x="603" y="1230"/>
                    <a:pt x="603" y="1230"/>
                    <a:pt x="603" y="1230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2" y="1229"/>
                    <a:pt x="602" y="1229"/>
                    <a:pt x="602" y="1229"/>
                  </a:cubicBezTo>
                  <a:cubicBezTo>
                    <a:pt x="603" y="1230"/>
                    <a:pt x="603" y="1230"/>
                    <a:pt x="603" y="1230"/>
                  </a:cubicBezTo>
                  <a:lnTo>
                    <a:pt x="603" y="1231"/>
                  </a:lnTo>
                  <a:close/>
                  <a:moveTo>
                    <a:pt x="605" y="1228"/>
                  </a:moveTo>
                  <a:cubicBezTo>
                    <a:pt x="604" y="1228"/>
                    <a:pt x="604" y="1228"/>
                    <a:pt x="604" y="1228"/>
                  </a:cubicBezTo>
                  <a:cubicBezTo>
                    <a:pt x="603" y="1228"/>
                    <a:pt x="603" y="1228"/>
                    <a:pt x="603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1" y="1228"/>
                    <a:pt x="601" y="1228"/>
                    <a:pt x="601" y="1228"/>
                  </a:cubicBezTo>
                  <a:cubicBezTo>
                    <a:pt x="602" y="1228"/>
                    <a:pt x="602" y="1228"/>
                    <a:pt x="602" y="1228"/>
                  </a:cubicBezTo>
                  <a:cubicBezTo>
                    <a:pt x="602" y="1226"/>
                    <a:pt x="602" y="1226"/>
                    <a:pt x="602" y="1226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4"/>
                    <a:pt x="603" y="1224"/>
                    <a:pt x="603" y="1224"/>
                  </a:cubicBezTo>
                  <a:cubicBezTo>
                    <a:pt x="603" y="1225"/>
                    <a:pt x="603" y="1225"/>
                    <a:pt x="603" y="1225"/>
                  </a:cubicBezTo>
                  <a:cubicBezTo>
                    <a:pt x="603" y="1227"/>
                    <a:pt x="603" y="1227"/>
                    <a:pt x="603" y="1227"/>
                  </a:cubicBezTo>
                  <a:cubicBezTo>
                    <a:pt x="605" y="1228"/>
                    <a:pt x="605" y="1228"/>
                    <a:pt x="605" y="1228"/>
                  </a:cubicBezTo>
                  <a:cubicBezTo>
                    <a:pt x="605" y="1228"/>
                    <a:pt x="605" y="1228"/>
                    <a:pt x="605" y="1228"/>
                  </a:cubicBezTo>
                  <a:close/>
                  <a:moveTo>
                    <a:pt x="609" y="1233"/>
                  </a:moveTo>
                  <a:cubicBezTo>
                    <a:pt x="608" y="1233"/>
                    <a:pt x="608" y="1233"/>
                    <a:pt x="608" y="1233"/>
                  </a:cubicBezTo>
                  <a:cubicBezTo>
                    <a:pt x="607" y="1231"/>
                    <a:pt x="607" y="1231"/>
                    <a:pt x="607" y="1231"/>
                  </a:cubicBezTo>
                  <a:cubicBezTo>
                    <a:pt x="606" y="1229"/>
                    <a:pt x="606" y="1229"/>
                    <a:pt x="606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29"/>
                    <a:pt x="609" y="1229"/>
                    <a:pt x="609" y="1229"/>
                  </a:cubicBezTo>
                  <a:cubicBezTo>
                    <a:pt x="608" y="1229"/>
                    <a:pt x="608" y="1229"/>
                    <a:pt x="608" y="1229"/>
                  </a:cubicBezTo>
                  <a:cubicBezTo>
                    <a:pt x="609" y="1232"/>
                    <a:pt x="609" y="1232"/>
                    <a:pt x="609" y="1232"/>
                  </a:cubicBezTo>
                  <a:cubicBezTo>
                    <a:pt x="609" y="1233"/>
                    <a:pt x="609" y="1233"/>
                    <a:pt x="609" y="1233"/>
                  </a:cubicBezTo>
                  <a:close/>
                  <a:moveTo>
                    <a:pt x="606" y="1243"/>
                  </a:moveTo>
                  <a:cubicBezTo>
                    <a:pt x="606" y="1243"/>
                    <a:pt x="606" y="1243"/>
                    <a:pt x="606" y="1243"/>
                  </a:cubicBezTo>
                  <a:cubicBezTo>
                    <a:pt x="606" y="1244"/>
                    <a:pt x="606" y="1244"/>
                    <a:pt x="606" y="1244"/>
                  </a:cubicBezTo>
                  <a:lnTo>
                    <a:pt x="606" y="1243"/>
                  </a:lnTo>
                  <a:close/>
                  <a:moveTo>
                    <a:pt x="607" y="1245"/>
                  </a:moveTo>
                  <a:cubicBezTo>
                    <a:pt x="607" y="1245"/>
                    <a:pt x="607" y="1245"/>
                    <a:pt x="607" y="1245"/>
                  </a:cubicBezTo>
                  <a:cubicBezTo>
                    <a:pt x="607" y="1245"/>
                    <a:pt x="607" y="1245"/>
                    <a:pt x="607" y="1245"/>
                  </a:cubicBezTo>
                  <a:cubicBezTo>
                    <a:pt x="608" y="1245"/>
                    <a:pt x="608" y="1245"/>
                    <a:pt x="608" y="1245"/>
                  </a:cubicBezTo>
                  <a:lnTo>
                    <a:pt x="607" y="1245"/>
                  </a:lnTo>
                  <a:close/>
                  <a:moveTo>
                    <a:pt x="611" y="1244"/>
                  </a:moveTo>
                  <a:cubicBezTo>
                    <a:pt x="611" y="1244"/>
                    <a:pt x="611" y="1244"/>
                    <a:pt x="611" y="1244"/>
                  </a:cubicBezTo>
                  <a:cubicBezTo>
                    <a:pt x="612" y="1244"/>
                    <a:pt x="612" y="1244"/>
                    <a:pt x="612" y="1244"/>
                  </a:cubicBezTo>
                  <a:lnTo>
                    <a:pt x="611" y="1244"/>
                  </a:lnTo>
                  <a:close/>
                  <a:moveTo>
                    <a:pt x="613" y="1244"/>
                  </a:moveTo>
                  <a:cubicBezTo>
                    <a:pt x="614" y="1244"/>
                    <a:pt x="614" y="1244"/>
                    <a:pt x="614" y="1244"/>
                  </a:cubicBezTo>
                  <a:cubicBezTo>
                    <a:pt x="615" y="1245"/>
                    <a:pt x="615" y="1245"/>
                    <a:pt x="615" y="1245"/>
                  </a:cubicBezTo>
                  <a:cubicBezTo>
                    <a:pt x="614" y="1245"/>
                    <a:pt x="614" y="1245"/>
                    <a:pt x="614" y="1245"/>
                  </a:cubicBezTo>
                  <a:lnTo>
                    <a:pt x="613" y="1244"/>
                  </a:lnTo>
                  <a:close/>
                  <a:moveTo>
                    <a:pt x="614" y="1249"/>
                  </a:moveTo>
                  <a:cubicBezTo>
                    <a:pt x="614" y="1249"/>
                    <a:pt x="614" y="1249"/>
                    <a:pt x="614" y="1249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4" y="1247"/>
                    <a:pt x="614" y="1247"/>
                    <a:pt x="614" y="1247"/>
                  </a:cubicBezTo>
                  <a:cubicBezTo>
                    <a:pt x="615" y="1249"/>
                    <a:pt x="615" y="1249"/>
                    <a:pt x="615" y="1249"/>
                  </a:cubicBezTo>
                  <a:cubicBezTo>
                    <a:pt x="615" y="1249"/>
                    <a:pt x="615" y="1249"/>
                    <a:pt x="615" y="1249"/>
                  </a:cubicBezTo>
                  <a:lnTo>
                    <a:pt x="614" y="1249"/>
                  </a:lnTo>
                  <a:close/>
                  <a:moveTo>
                    <a:pt x="617" y="1245"/>
                  </a:moveTo>
                  <a:cubicBezTo>
                    <a:pt x="616" y="1243"/>
                    <a:pt x="616" y="1243"/>
                    <a:pt x="616" y="1243"/>
                  </a:cubicBezTo>
                  <a:cubicBezTo>
                    <a:pt x="616" y="1242"/>
                    <a:pt x="616" y="1242"/>
                    <a:pt x="616" y="1242"/>
                  </a:cubicBezTo>
                  <a:cubicBezTo>
                    <a:pt x="616" y="1243"/>
                    <a:pt x="616" y="1243"/>
                    <a:pt x="616" y="1243"/>
                  </a:cubicBezTo>
                  <a:cubicBezTo>
                    <a:pt x="617" y="1244"/>
                    <a:pt x="617" y="1244"/>
                    <a:pt x="617" y="1244"/>
                  </a:cubicBezTo>
                  <a:lnTo>
                    <a:pt x="617" y="1245"/>
                  </a:lnTo>
                  <a:close/>
                  <a:moveTo>
                    <a:pt x="621" y="1242"/>
                  </a:moveTo>
                  <a:cubicBezTo>
                    <a:pt x="621" y="1243"/>
                    <a:pt x="621" y="1243"/>
                    <a:pt x="621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19" y="1244"/>
                    <a:pt x="619" y="1244"/>
                    <a:pt x="619" y="1244"/>
                  </a:cubicBezTo>
                  <a:cubicBezTo>
                    <a:pt x="618" y="1244"/>
                    <a:pt x="618" y="1244"/>
                    <a:pt x="618" y="1244"/>
                  </a:cubicBezTo>
                  <a:cubicBezTo>
                    <a:pt x="619" y="1243"/>
                    <a:pt x="619" y="1243"/>
                    <a:pt x="619" y="1243"/>
                  </a:cubicBezTo>
                  <a:cubicBezTo>
                    <a:pt x="620" y="1242"/>
                    <a:pt x="620" y="1242"/>
                    <a:pt x="620" y="1242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0" y="1241"/>
                    <a:pt x="620" y="1241"/>
                    <a:pt x="620" y="1241"/>
                  </a:cubicBezTo>
                  <a:cubicBezTo>
                    <a:pt x="622" y="1241"/>
                    <a:pt x="622" y="1241"/>
                    <a:pt x="622" y="1241"/>
                  </a:cubicBezTo>
                  <a:cubicBezTo>
                    <a:pt x="622" y="1241"/>
                    <a:pt x="622" y="1241"/>
                    <a:pt x="622" y="1241"/>
                  </a:cubicBezTo>
                  <a:lnTo>
                    <a:pt x="621" y="1242"/>
                  </a:lnTo>
                  <a:close/>
                  <a:moveTo>
                    <a:pt x="625" y="1252"/>
                  </a:moveTo>
                  <a:cubicBezTo>
                    <a:pt x="624" y="1252"/>
                    <a:pt x="624" y="1252"/>
                    <a:pt x="624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3" y="1252"/>
                    <a:pt x="623" y="1252"/>
                    <a:pt x="623" y="1252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50"/>
                    <a:pt x="622" y="1250"/>
                    <a:pt x="622" y="1250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2" y="1249"/>
                    <a:pt x="622" y="1249"/>
                    <a:pt x="622" y="1249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4" y="1250"/>
                    <a:pt x="624" y="1250"/>
                    <a:pt x="624" y="1250"/>
                  </a:cubicBezTo>
                  <a:cubicBezTo>
                    <a:pt x="626" y="1251"/>
                    <a:pt x="626" y="1251"/>
                    <a:pt x="626" y="1251"/>
                  </a:cubicBezTo>
                  <a:cubicBezTo>
                    <a:pt x="626" y="1250"/>
                    <a:pt x="626" y="1250"/>
                    <a:pt x="626" y="1250"/>
                  </a:cubicBezTo>
                  <a:cubicBezTo>
                    <a:pt x="627" y="1249"/>
                    <a:pt x="627" y="1249"/>
                    <a:pt x="627" y="1249"/>
                  </a:cubicBezTo>
                  <a:cubicBezTo>
                    <a:pt x="628" y="1250"/>
                    <a:pt x="628" y="1250"/>
                    <a:pt x="628" y="1250"/>
                  </a:cubicBezTo>
                  <a:cubicBezTo>
                    <a:pt x="627" y="1250"/>
                    <a:pt x="627" y="1250"/>
                    <a:pt x="627" y="1250"/>
                  </a:cubicBezTo>
                  <a:lnTo>
                    <a:pt x="625" y="1252"/>
                  </a:lnTo>
                  <a:close/>
                  <a:moveTo>
                    <a:pt x="629" y="1257"/>
                  </a:moveTo>
                  <a:cubicBezTo>
                    <a:pt x="629" y="1257"/>
                    <a:pt x="629" y="1257"/>
                    <a:pt x="629" y="1257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7" y="1258"/>
                    <a:pt x="627" y="1258"/>
                    <a:pt x="627" y="1258"/>
                  </a:cubicBezTo>
                  <a:cubicBezTo>
                    <a:pt x="628" y="1258"/>
                    <a:pt x="628" y="1258"/>
                    <a:pt x="628" y="1258"/>
                  </a:cubicBezTo>
                  <a:cubicBezTo>
                    <a:pt x="629" y="1257"/>
                    <a:pt x="629" y="1257"/>
                    <a:pt x="629" y="1257"/>
                  </a:cubicBezTo>
                  <a:cubicBezTo>
                    <a:pt x="629" y="1256"/>
                    <a:pt x="629" y="1256"/>
                    <a:pt x="629" y="1256"/>
                  </a:cubicBezTo>
                  <a:cubicBezTo>
                    <a:pt x="628" y="1255"/>
                    <a:pt x="628" y="1255"/>
                    <a:pt x="628" y="1255"/>
                  </a:cubicBezTo>
                  <a:cubicBezTo>
                    <a:pt x="630" y="1255"/>
                    <a:pt x="630" y="1255"/>
                    <a:pt x="630" y="1255"/>
                  </a:cubicBezTo>
                  <a:cubicBezTo>
                    <a:pt x="631" y="1254"/>
                    <a:pt x="631" y="1254"/>
                    <a:pt x="631" y="1254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2" y="1252"/>
                    <a:pt x="632" y="1252"/>
                    <a:pt x="632" y="1252"/>
                  </a:cubicBezTo>
                  <a:cubicBezTo>
                    <a:pt x="633" y="1252"/>
                    <a:pt x="633" y="1252"/>
                    <a:pt x="633" y="1252"/>
                  </a:cubicBezTo>
                  <a:cubicBezTo>
                    <a:pt x="633" y="1254"/>
                    <a:pt x="633" y="1254"/>
                    <a:pt x="633" y="1254"/>
                  </a:cubicBezTo>
                  <a:cubicBezTo>
                    <a:pt x="632" y="1255"/>
                    <a:pt x="632" y="1255"/>
                    <a:pt x="632" y="1255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1" y="1256"/>
                    <a:pt x="631" y="1256"/>
                    <a:pt x="631" y="1256"/>
                  </a:cubicBezTo>
                  <a:cubicBezTo>
                    <a:pt x="630" y="1256"/>
                    <a:pt x="630" y="1256"/>
                    <a:pt x="630" y="1256"/>
                  </a:cubicBezTo>
                  <a:lnTo>
                    <a:pt x="629" y="1257"/>
                  </a:lnTo>
                  <a:close/>
                  <a:moveTo>
                    <a:pt x="630" y="1266"/>
                  </a:moveTo>
                  <a:cubicBezTo>
                    <a:pt x="629" y="1267"/>
                    <a:pt x="629" y="1267"/>
                    <a:pt x="629" y="1267"/>
                  </a:cubicBezTo>
                  <a:cubicBezTo>
                    <a:pt x="629" y="1267"/>
                    <a:pt x="629" y="1267"/>
                    <a:pt x="629" y="1267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5"/>
                    <a:pt x="630" y="1265"/>
                    <a:pt x="630" y="1265"/>
                  </a:cubicBezTo>
                  <a:cubicBezTo>
                    <a:pt x="630" y="1266"/>
                    <a:pt x="630" y="1266"/>
                    <a:pt x="630" y="1266"/>
                  </a:cubicBezTo>
                  <a:cubicBezTo>
                    <a:pt x="630" y="1266"/>
                    <a:pt x="630" y="1266"/>
                    <a:pt x="630" y="1266"/>
                  </a:cubicBezTo>
                  <a:close/>
                  <a:moveTo>
                    <a:pt x="633" y="1264"/>
                  </a:moveTo>
                  <a:cubicBezTo>
                    <a:pt x="633" y="1264"/>
                    <a:pt x="633" y="1264"/>
                    <a:pt x="633" y="1264"/>
                  </a:cubicBezTo>
                  <a:cubicBezTo>
                    <a:pt x="631" y="1264"/>
                    <a:pt x="631" y="1264"/>
                    <a:pt x="631" y="1264"/>
                  </a:cubicBezTo>
                  <a:cubicBezTo>
                    <a:pt x="630" y="1263"/>
                    <a:pt x="630" y="1263"/>
                    <a:pt x="630" y="1263"/>
                  </a:cubicBezTo>
                  <a:cubicBezTo>
                    <a:pt x="633" y="1263"/>
                    <a:pt x="633" y="1263"/>
                    <a:pt x="633" y="1263"/>
                  </a:cubicBezTo>
                  <a:cubicBezTo>
                    <a:pt x="634" y="1264"/>
                    <a:pt x="634" y="1264"/>
                    <a:pt x="634" y="1264"/>
                  </a:cubicBezTo>
                  <a:lnTo>
                    <a:pt x="633" y="1264"/>
                  </a:lnTo>
                  <a:close/>
                  <a:moveTo>
                    <a:pt x="634" y="1264"/>
                  </a:moveTo>
                  <a:cubicBezTo>
                    <a:pt x="635" y="1264"/>
                    <a:pt x="635" y="1264"/>
                    <a:pt x="635" y="1264"/>
                  </a:cubicBezTo>
                  <a:cubicBezTo>
                    <a:pt x="636" y="1264"/>
                    <a:pt x="636" y="1264"/>
                    <a:pt x="636" y="1264"/>
                  </a:cubicBezTo>
                  <a:lnTo>
                    <a:pt x="634" y="1264"/>
                  </a:lnTo>
                  <a:close/>
                  <a:moveTo>
                    <a:pt x="640" y="1274"/>
                  </a:moveTo>
                  <a:cubicBezTo>
                    <a:pt x="640" y="1276"/>
                    <a:pt x="640" y="1276"/>
                    <a:pt x="640" y="1276"/>
                  </a:cubicBezTo>
                  <a:cubicBezTo>
                    <a:pt x="639" y="1275"/>
                    <a:pt x="639" y="1275"/>
                    <a:pt x="639" y="1275"/>
                  </a:cubicBezTo>
                  <a:cubicBezTo>
                    <a:pt x="639" y="1273"/>
                    <a:pt x="639" y="1273"/>
                    <a:pt x="639" y="1273"/>
                  </a:cubicBezTo>
                  <a:cubicBezTo>
                    <a:pt x="637" y="1272"/>
                    <a:pt x="637" y="1272"/>
                    <a:pt x="637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38" y="1272"/>
                    <a:pt x="638" y="1272"/>
                    <a:pt x="638" y="1272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3"/>
                    <a:pt x="640" y="1273"/>
                    <a:pt x="640" y="1273"/>
                  </a:cubicBezTo>
                  <a:cubicBezTo>
                    <a:pt x="640" y="1274"/>
                    <a:pt x="640" y="1274"/>
                    <a:pt x="640" y="1274"/>
                  </a:cubicBezTo>
                  <a:cubicBezTo>
                    <a:pt x="641" y="1274"/>
                    <a:pt x="641" y="1274"/>
                    <a:pt x="641" y="1274"/>
                  </a:cubicBezTo>
                  <a:lnTo>
                    <a:pt x="640" y="1274"/>
                  </a:lnTo>
                  <a:close/>
                  <a:moveTo>
                    <a:pt x="659" y="1272"/>
                  </a:moveTo>
                  <a:cubicBezTo>
                    <a:pt x="662" y="1272"/>
                    <a:pt x="662" y="1272"/>
                    <a:pt x="662" y="1272"/>
                  </a:cubicBezTo>
                  <a:cubicBezTo>
                    <a:pt x="661" y="1272"/>
                    <a:pt x="661" y="1272"/>
                    <a:pt x="661" y="1272"/>
                  </a:cubicBezTo>
                  <a:cubicBezTo>
                    <a:pt x="659" y="1272"/>
                    <a:pt x="659" y="1272"/>
                    <a:pt x="659" y="1272"/>
                  </a:cubicBezTo>
                  <a:close/>
                  <a:moveTo>
                    <a:pt x="656" y="1273"/>
                  </a:moveTo>
                  <a:cubicBezTo>
                    <a:pt x="657" y="1273"/>
                    <a:pt x="657" y="1273"/>
                    <a:pt x="657" y="1273"/>
                  </a:cubicBezTo>
                  <a:cubicBezTo>
                    <a:pt x="656" y="1273"/>
                    <a:pt x="656" y="1273"/>
                    <a:pt x="656" y="1273"/>
                  </a:cubicBezTo>
                  <a:cubicBezTo>
                    <a:pt x="655" y="1273"/>
                    <a:pt x="655" y="1273"/>
                    <a:pt x="655" y="1273"/>
                  </a:cubicBezTo>
                  <a:cubicBezTo>
                    <a:pt x="655" y="1273"/>
                    <a:pt x="655" y="1273"/>
                    <a:pt x="655" y="1273"/>
                  </a:cubicBezTo>
                  <a:lnTo>
                    <a:pt x="656" y="1273"/>
                  </a:lnTo>
                  <a:close/>
                  <a:moveTo>
                    <a:pt x="653" y="1254"/>
                  </a:moveTo>
                  <a:cubicBezTo>
                    <a:pt x="653" y="1254"/>
                    <a:pt x="653" y="1254"/>
                    <a:pt x="653" y="1254"/>
                  </a:cubicBezTo>
                  <a:cubicBezTo>
                    <a:pt x="654" y="1255"/>
                    <a:pt x="654" y="1255"/>
                    <a:pt x="654" y="1255"/>
                  </a:cubicBezTo>
                  <a:cubicBezTo>
                    <a:pt x="653" y="1255"/>
                    <a:pt x="653" y="1255"/>
                    <a:pt x="653" y="1255"/>
                  </a:cubicBezTo>
                  <a:cubicBezTo>
                    <a:pt x="652" y="1255"/>
                    <a:pt x="652" y="1255"/>
                    <a:pt x="652" y="1255"/>
                  </a:cubicBezTo>
                  <a:lnTo>
                    <a:pt x="653" y="1254"/>
                  </a:lnTo>
                  <a:close/>
                  <a:moveTo>
                    <a:pt x="645" y="1265"/>
                  </a:moveTo>
                  <a:cubicBezTo>
                    <a:pt x="644" y="1267"/>
                    <a:pt x="644" y="1267"/>
                    <a:pt x="644" y="1267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42" y="1266"/>
                    <a:pt x="642" y="1266"/>
                    <a:pt x="642" y="1266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2" y="1264"/>
                    <a:pt x="642" y="1264"/>
                    <a:pt x="642" y="1264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3" y="1263"/>
                    <a:pt x="643" y="1263"/>
                    <a:pt x="643" y="1263"/>
                  </a:cubicBezTo>
                  <a:cubicBezTo>
                    <a:pt x="644" y="1265"/>
                    <a:pt x="644" y="1265"/>
                    <a:pt x="644" y="1265"/>
                  </a:cubicBezTo>
                  <a:cubicBezTo>
                    <a:pt x="645" y="1266"/>
                    <a:pt x="645" y="1266"/>
                    <a:pt x="645" y="1266"/>
                  </a:cubicBezTo>
                  <a:lnTo>
                    <a:pt x="645" y="1265"/>
                  </a:lnTo>
                  <a:close/>
                  <a:moveTo>
                    <a:pt x="650" y="1267"/>
                  </a:moveTo>
                  <a:cubicBezTo>
                    <a:pt x="650" y="1267"/>
                    <a:pt x="650" y="1267"/>
                    <a:pt x="650" y="1267"/>
                  </a:cubicBezTo>
                  <a:cubicBezTo>
                    <a:pt x="647" y="1266"/>
                    <a:pt x="647" y="1266"/>
                    <a:pt x="647" y="1266"/>
                  </a:cubicBezTo>
                  <a:cubicBezTo>
                    <a:pt x="646" y="1266"/>
                    <a:pt x="646" y="1266"/>
                    <a:pt x="646" y="1266"/>
                  </a:cubicBezTo>
                  <a:cubicBezTo>
                    <a:pt x="647" y="1266"/>
                    <a:pt x="647" y="1266"/>
                    <a:pt x="647" y="1266"/>
                  </a:cubicBezTo>
                  <a:lnTo>
                    <a:pt x="650" y="1267"/>
                  </a:lnTo>
                  <a:close/>
                  <a:moveTo>
                    <a:pt x="646" y="1257"/>
                  </a:moveTo>
                  <a:cubicBezTo>
                    <a:pt x="647" y="1257"/>
                    <a:pt x="647" y="1257"/>
                    <a:pt x="647" y="1257"/>
                  </a:cubicBezTo>
                  <a:cubicBezTo>
                    <a:pt x="647" y="1258"/>
                    <a:pt x="647" y="1258"/>
                    <a:pt x="647" y="1258"/>
                  </a:cubicBezTo>
                  <a:cubicBezTo>
                    <a:pt x="647" y="1259"/>
                    <a:pt x="647" y="1259"/>
                    <a:pt x="647" y="1259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5" y="1260"/>
                    <a:pt x="645" y="1260"/>
                    <a:pt x="645" y="1260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2"/>
                    <a:pt x="642" y="1262"/>
                    <a:pt x="642" y="1262"/>
                  </a:cubicBezTo>
                  <a:cubicBezTo>
                    <a:pt x="642" y="1261"/>
                    <a:pt x="642" y="1261"/>
                    <a:pt x="642" y="1261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1" y="1259"/>
                    <a:pt x="641" y="1259"/>
                    <a:pt x="641" y="1259"/>
                  </a:cubicBezTo>
                  <a:cubicBezTo>
                    <a:pt x="641" y="1260"/>
                    <a:pt x="641" y="1260"/>
                    <a:pt x="641" y="1260"/>
                  </a:cubicBezTo>
                  <a:cubicBezTo>
                    <a:pt x="643" y="1260"/>
                    <a:pt x="643" y="1260"/>
                    <a:pt x="643" y="1260"/>
                  </a:cubicBezTo>
                  <a:cubicBezTo>
                    <a:pt x="644" y="1258"/>
                    <a:pt x="644" y="1258"/>
                    <a:pt x="644" y="1258"/>
                  </a:cubicBezTo>
                  <a:lnTo>
                    <a:pt x="646" y="1257"/>
                  </a:lnTo>
                  <a:close/>
                  <a:moveTo>
                    <a:pt x="693" y="1070"/>
                  </a:moveTo>
                  <a:cubicBezTo>
                    <a:pt x="693" y="1070"/>
                    <a:pt x="693" y="1070"/>
                    <a:pt x="693" y="1070"/>
                  </a:cubicBezTo>
                  <a:cubicBezTo>
                    <a:pt x="694" y="1071"/>
                    <a:pt x="694" y="1071"/>
                    <a:pt x="694" y="1071"/>
                  </a:cubicBezTo>
                  <a:lnTo>
                    <a:pt x="693" y="1070"/>
                  </a:lnTo>
                  <a:close/>
                  <a:moveTo>
                    <a:pt x="734" y="814"/>
                  </a:moveTo>
                  <a:cubicBezTo>
                    <a:pt x="732" y="816"/>
                    <a:pt x="732" y="816"/>
                    <a:pt x="732" y="816"/>
                  </a:cubicBezTo>
                  <a:cubicBezTo>
                    <a:pt x="732" y="815"/>
                    <a:pt x="732" y="815"/>
                    <a:pt x="732" y="815"/>
                  </a:cubicBezTo>
                  <a:cubicBezTo>
                    <a:pt x="733" y="815"/>
                    <a:pt x="733" y="815"/>
                    <a:pt x="733" y="815"/>
                  </a:cubicBezTo>
                  <a:cubicBezTo>
                    <a:pt x="733" y="813"/>
                    <a:pt x="733" y="813"/>
                    <a:pt x="733" y="813"/>
                  </a:cubicBezTo>
                  <a:cubicBezTo>
                    <a:pt x="734" y="813"/>
                    <a:pt x="734" y="813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lnTo>
                    <a:pt x="734" y="814"/>
                  </a:lnTo>
                  <a:close/>
                  <a:moveTo>
                    <a:pt x="737" y="813"/>
                  </a:moveTo>
                  <a:cubicBezTo>
                    <a:pt x="737" y="812"/>
                    <a:pt x="737" y="812"/>
                    <a:pt x="737" y="812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8" y="813"/>
                    <a:pt x="738" y="813"/>
                    <a:pt x="738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7" y="813"/>
                    <a:pt x="737" y="813"/>
                    <a:pt x="737" y="813"/>
                  </a:cubicBezTo>
                  <a:cubicBezTo>
                    <a:pt x="736" y="813"/>
                    <a:pt x="736" y="813"/>
                    <a:pt x="736" y="813"/>
                  </a:cubicBezTo>
                  <a:lnTo>
                    <a:pt x="737" y="813"/>
                  </a:lnTo>
                  <a:close/>
                  <a:moveTo>
                    <a:pt x="746" y="1039"/>
                  </a:moveTo>
                  <a:cubicBezTo>
                    <a:pt x="746" y="1042"/>
                    <a:pt x="746" y="1042"/>
                    <a:pt x="746" y="1042"/>
                  </a:cubicBezTo>
                  <a:cubicBezTo>
                    <a:pt x="744" y="1045"/>
                    <a:pt x="744" y="1045"/>
                    <a:pt x="744" y="1045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2" y="1047"/>
                    <a:pt x="742" y="1047"/>
                    <a:pt x="742" y="1047"/>
                  </a:cubicBezTo>
                  <a:cubicBezTo>
                    <a:pt x="740" y="1048"/>
                    <a:pt x="740" y="1048"/>
                    <a:pt x="740" y="1048"/>
                  </a:cubicBezTo>
                  <a:cubicBezTo>
                    <a:pt x="738" y="1049"/>
                    <a:pt x="738" y="1049"/>
                    <a:pt x="738" y="1049"/>
                  </a:cubicBezTo>
                  <a:cubicBezTo>
                    <a:pt x="738" y="1050"/>
                    <a:pt x="738" y="1050"/>
                    <a:pt x="738" y="1050"/>
                  </a:cubicBezTo>
                  <a:cubicBezTo>
                    <a:pt x="737" y="1050"/>
                    <a:pt x="737" y="1050"/>
                    <a:pt x="737" y="1050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2"/>
                    <a:pt x="736" y="1052"/>
                    <a:pt x="736" y="1052"/>
                  </a:cubicBezTo>
                  <a:cubicBezTo>
                    <a:pt x="736" y="1051"/>
                    <a:pt x="736" y="1051"/>
                    <a:pt x="736" y="1051"/>
                  </a:cubicBezTo>
                  <a:cubicBezTo>
                    <a:pt x="736" y="1050"/>
                    <a:pt x="736" y="1050"/>
                    <a:pt x="736" y="1050"/>
                  </a:cubicBezTo>
                  <a:cubicBezTo>
                    <a:pt x="737" y="1049"/>
                    <a:pt x="737" y="1049"/>
                    <a:pt x="737" y="1049"/>
                  </a:cubicBezTo>
                  <a:cubicBezTo>
                    <a:pt x="737" y="1048"/>
                    <a:pt x="737" y="1048"/>
                    <a:pt x="737" y="1048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39" y="1047"/>
                    <a:pt x="739" y="1047"/>
                    <a:pt x="739" y="1047"/>
                  </a:cubicBezTo>
                  <a:cubicBezTo>
                    <a:pt x="740" y="1047"/>
                    <a:pt x="740" y="1047"/>
                    <a:pt x="740" y="1047"/>
                  </a:cubicBezTo>
                  <a:cubicBezTo>
                    <a:pt x="742" y="1045"/>
                    <a:pt x="742" y="1045"/>
                    <a:pt x="742" y="1045"/>
                  </a:cubicBezTo>
                  <a:cubicBezTo>
                    <a:pt x="742" y="1044"/>
                    <a:pt x="742" y="1044"/>
                    <a:pt x="742" y="1044"/>
                  </a:cubicBezTo>
                  <a:cubicBezTo>
                    <a:pt x="742" y="1043"/>
                    <a:pt x="742" y="1043"/>
                    <a:pt x="742" y="1043"/>
                  </a:cubicBezTo>
                  <a:cubicBezTo>
                    <a:pt x="742" y="1041"/>
                    <a:pt x="742" y="1041"/>
                    <a:pt x="742" y="1041"/>
                  </a:cubicBezTo>
                  <a:cubicBezTo>
                    <a:pt x="743" y="1041"/>
                    <a:pt x="743" y="1041"/>
                    <a:pt x="743" y="1041"/>
                  </a:cubicBezTo>
                  <a:cubicBezTo>
                    <a:pt x="744" y="1041"/>
                    <a:pt x="744" y="1041"/>
                    <a:pt x="744" y="1041"/>
                  </a:cubicBezTo>
                  <a:cubicBezTo>
                    <a:pt x="744" y="1039"/>
                    <a:pt x="744" y="1039"/>
                    <a:pt x="744" y="1039"/>
                  </a:cubicBezTo>
                  <a:cubicBezTo>
                    <a:pt x="744" y="1038"/>
                    <a:pt x="744" y="1038"/>
                    <a:pt x="744" y="1038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3" y="1037"/>
                    <a:pt x="743" y="1037"/>
                    <a:pt x="743" y="1037"/>
                  </a:cubicBezTo>
                  <a:cubicBezTo>
                    <a:pt x="745" y="1039"/>
                    <a:pt x="745" y="1039"/>
                    <a:pt x="745" y="1039"/>
                  </a:cubicBezTo>
                  <a:cubicBezTo>
                    <a:pt x="746" y="1039"/>
                    <a:pt x="746" y="1039"/>
                    <a:pt x="746" y="1039"/>
                  </a:cubicBezTo>
                  <a:cubicBezTo>
                    <a:pt x="747" y="1039"/>
                    <a:pt x="747" y="1039"/>
                    <a:pt x="747" y="1039"/>
                  </a:cubicBezTo>
                  <a:cubicBezTo>
                    <a:pt x="747" y="1039"/>
                    <a:pt x="747" y="1039"/>
                    <a:pt x="747" y="1039"/>
                  </a:cubicBezTo>
                  <a:lnTo>
                    <a:pt x="746" y="1039"/>
                  </a:lnTo>
                  <a:close/>
                  <a:moveTo>
                    <a:pt x="749" y="820"/>
                  </a:moveTo>
                  <a:cubicBezTo>
                    <a:pt x="748" y="822"/>
                    <a:pt x="748" y="822"/>
                    <a:pt x="748" y="822"/>
                  </a:cubicBezTo>
                  <a:cubicBezTo>
                    <a:pt x="747" y="824"/>
                    <a:pt x="747" y="824"/>
                    <a:pt x="747" y="824"/>
                  </a:cubicBezTo>
                  <a:cubicBezTo>
                    <a:pt x="746" y="826"/>
                    <a:pt x="746" y="826"/>
                    <a:pt x="746" y="826"/>
                  </a:cubicBezTo>
                  <a:cubicBezTo>
                    <a:pt x="746" y="825"/>
                    <a:pt x="746" y="825"/>
                    <a:pt x="746" y="825"/>
                  </a:cubicBezTo>
                  <a:cubicBezTo>
                    <a:pt x="747" y="823"/>
                    <a:pt x="747" y="823"/>
                    <a:pt x="747" y="823"/>
                  </a:cubicBezTo>
                  <a:cubicBezTo>
                    <a:pt x="747" y="822"/>
                    <a:pt x="747" y="822"/>
                    <a:pt x="747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2" y="822"/>
                    <a:pt x="742" y="822"/>
                    <a:pt x="742" y="822"/>
                  </a:cubicBezTo>
                  <a:cubicBezTo>
                    <a:pt x="740" y="822"/>
                    <a:pt x="740" y="822"/>
                    <a:pt x="740" y="822"/>
                  </a:cubicBezTo>
                  <a:cubicBezTo>
                    <a:pt x="741" y="822"/>
                    <a:pt x="741" y="822"/>
                    <a:pt x="741" y="822"/>
                  </a:cubicBezTo>
                  <a:cubicBezTo>
                    <a:pt x="744" y="822"/>
                    <a:pt x="744" y="822"/>
                    <a:pt x="744" y="822"/>
                  </a:cubicBezTo>
                  <a:cubicBezTo>
                    <a:pt x="745" y="822"/>
                    <a:pt x="745" y="822"/>
                    <a:pt x="745" y="822"/>
                  </a:cubicBezTo>
                  <a:cubicBezTo>
                    <a:pt x="746" y="820"/>
                    <a:pt x="746" y="820"/>
                    <a:pt x="746" y="820"/>
                  </a:cubicBezTo>
                  <a:cubicBezTo>
                    <a:pt x="747" y="821"/>
                    <a:pt x="747" y="821"/>
                    <a:pt x="747" y="821"/>
                  </a:cubicBezTo>
                  <a:cubicBezTo>
                    <a:pt x="748" y="821"/>
                    <a:pt x="748" y="821"/>
                    <a:pt x="748" y="821"/>
                  </a:cubicBezTo>
                  <a:cubicBezTo>
                    <a:pt x="750" y="820"/>
                    <a:pt x="750" y="820"/>
                    <a:pt x="750" y="820"/>
                  </a:cubicBezTo>
                  <a:cubicBezTo>
                    <a:pt x="750" y="820"/>
                    <a:pt x="750" y="820"/>
                    <a:pt x="750" y="820"/>
                  </a:cubicBezTo>
                  <a:lnTo>
                    <a:pt x="749" y="820"/>
                  </a:lnTo>
                  <a:close/>
                  <a:moveTo>
                    <a:pt x="829" y="902"/>
                  </a:move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3"/>
                    <a:pt x="827" y="903"/>
                    <a:pt x="827" y="903"/>
                  </a:cubicBezTo>
                  <a:cubicBezTo>
                    <a:pt x="827" y="902"/>
                    <a:pt x="827" y="902"/>
                    <a:pt x="827" y="902"/>
                  </a:cubicBezTo>
                  <a:cubicBezTo>
                    <a:pt x="828" y="902"/>
                    <a:pt x="828" y="902"/>
                    <a:pt x="828" y="902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8" y="901"/>
                    <a:pt x="828" y="901"/>
                    <a:pt x="828" y="901"/>
                  </a:cubicBezTo>
                  <a:cubicBezTo>
                    <a:pt x="829" y="901"/>
                    <a:pt x="829" y="901"/>
                    <a:pt x="829" y="901"/>
                  </a:cubicBezTo>
                  <a:cubicBezTo>
                    <a:pt x="829" y="902"/>
                    <a:pt x="829" y="902"/>
                    <a:pt x="829" y="902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1" name="Freeform 6528">
              <a:extLst>
                <a:ext uri="{FF2B5EF4-FFF2-40B4-BE49-F238E27FC236}">
                  <a16:creationId xmlns:a16="http://schemas.microsoft.com/office/drawing/2014/main" id="{2916BE1E-4369-46B1-954E-5555BCFA7C3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20" y="2696"/>
              <a:ext cx="7" cy="8"/>
            </a:xfrm>
            <a:custGeom>
              <a:avLst/>
              <a:gdLst>
                <a:gd name="T0" fmla="*/ 0 w 7"/>
                <a:gd name="T1" fmla="*/ 0 h 8"/>
                <a:gd name="T2" fmla="*/ 2 w 7"/>
                <a:gd name="T3" fmla="*/ 4 h 8"/>
                <a:gd name="T4" fmla="*/ 4 w 7"/>
                <a:gd name="T5" fmla="*/ 4 h 8"/>
                <a:gd name="T6" fmla="*/ 6 w 7"/>
                <a:gd name="T7" fmla="*/ 8 h 8"/>
                <a:gd name="T8" fmla="*/ 7 w 7"/>
                <a:gd name="T9" fmla="*/ 2 h 8"/>
                <a:gd name="T10" fmla="*/ 4 w 7"/>
                <a:gd name="T11" fmla="*/ 0 h 8"/>
                <a:gd name="T12" fmla="*/ 0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8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2" name="Freeform 6529">
              <a:extLst>
                <a:ext uri="{FF2B5EF4-FFF2-40B4-BE49-F238E27FC236}">
                  <a16:creationId xmlns:a16="http://schemas.microsoft.com/office/drawing/2014/main" id="{8FF0A43B-183F-4320-ABE5-252AB6B15B94}"/>
                </a:ext>
              </a:extLst>
            </p:cNvPr>
            <p:cNvSpPr>
              <a:spLocks/>
            </p:cNvSpPr>
            <p:nvPr/>
          </p:nvSpPr>
          <p:spPr bwMode="gray">
            <a:xfrm>
              <a:off x="2596" y="2691"/>
              <a:ext cx="11" cy="5"/>
            </a:xfrm>
            <a:custGeom>
              <a:avLst/>
              <a:gdLst>
                <a:gd name="T0" fmla="*/ 0 w 11"/>
                <a:gd name="T1" fmla="*/ 0 h 5"/>
                <a:gd name="T2" fmla="*/ 4 w 11"/>
                <a:gd name="T3" fmla="*/ 5 h 5"/>
                <a:gd name="T4" fmla="*/ 11 w 11"/>
                <a:gd name="T5" fmla="*/ 5 h 5"/>
                <a:gd name="T6" fmla="*/ 5 w 11"/>
                <a:gd name="T7" fmla="*/ 1 h 5"/>
                <a:gd name="T8" fmla="*/ 0 w 1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lnTo>
                    <a:pt x="4" y="5"/>
                  </a:lnTo>
                  <a:lnTo>
                    <a:pt x="11" y="5"/>
                  </a:lnTo>
                  <a:lnTo>
                    <a:pt x="5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3" name="Freeform 6530">
              <a:extLst>
                <a:ext uri="{FF2B5EF4-FFF2-40B4-BE49-F238E27FC236}">
                  <a16:creationId xmlns:a16="http://schemas.microsoft.com/office/drawing/2014/main" id="{AB990FD7-0991-4263-8CC1-9EE386435DDC}"/>
                </a:ext>
              </a:extLst>
            </p:cNvPr>
            <p:cNvSpPr>
              <a:spLocks/>
            </p:cNvSpPr>
            <p:nvPr/>
          </p:nvSpPr>
          <p:spPr bwMode="gray">
            <a:xfrm>
              <a:off x="2676" y="2711"/>
              <a:ext cx="11" cy="8"/>
            </a:xfrm>
            <a:custGeom>
              <a:avLst/>
              <a:gdLst>
                <a:gd name="T0" fmla="*/ 1 w 6"/>
                <a:gd name="T1" fmla="*/ 4 h 4"/>
                <a:gd name="T2" fmla="*/ 1 w 6"/>
                <a:gd name="T3" fmla="*/ 4 h 4"/>
                <a:gd name="T4" fmla="*/ 3 w 6"/>
                <a:gd name="T5" fmla="*/ 3 h 4"/>
                <a:gd name="T6" fmla="*/ 5 w 6"/>
                <a:gd name="T7" fmla="*/ 4 h 4"/>
                <a:gd name="T8" fmla="*/ 6 w 6"/>
                <a:gd name="T9" fmla="*/ 2 h 4"/>
                <a:gd name="T10" fmla="*/ 5 w 6"/>
                <a:gd name="T11" fmla="*/ 0 h 4"/>
                <a:gd name="T12" fmla="*/ 3 w 6"/>
                <a:gd name="T13" fmla="*/ 2 h 4"/>
                <a:gd name="T14" fmla="*/ 2 w 6"/>
                <a:gd name="T15" fmla="*/ 1 h 4"/>
                <a:gd name="T16" fmla="*/ 0 w 6"/>
                <a:gd name="T17" fmla="*/ 2 h 4"/>
                <a:gd name="T18" fmla="*/ 0 w 6"/>
                <a:gd name="T19" fmla="*/ 2 h 4"/>
                <a:gd name="T20" fmla="*/ 1 w 6"/>
                <a:gd name="T21" fmla="*/ 3 h 4"/>
                <a:gd name="T22" fmla="*/ 0 w 6"/>
                <a:gd name="T23" fmla="*/ 3 h 4"/>
                <a:gd name="T24" fmla="*/ 1 w 6"/>
                <a:gd name="T2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4" name="Freeform 6531">
              <a:extLst>
                <a:ext uri="{FF2B5EF4-FFF2-40B4-BE49-F238E27FC236}">
                  <a16:creationId xmlns:a16="http://schemas.microsoft.com/office/drawing/2014/main" id="{A6BF13BD-EBCC-4186-89AD-50C8901485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611" y="2694"/>
              <a:ext cx="9" cy="8"/>
            </a:xfrm>
            <a:custGeom>
              <a:avLst/>
              <a:gdLst>
                <a:gd name="T0" fmla="*/ 2 w 9"/>
                <a:gd name="T1" fmla="*/ 0 h 8"/>
                <a:gd name="T2" fmla="*/ 0 w 9"/>
                <a:gd name="T3" fmla="*/ 2 h 8"/>
                <a:gd name="T4" fmla="*/ 2 w 9"/>
                <a:gd name="T5" fmla="*/ 6 h 8"/>
                <a:gd name="T6" fmla="*/ 5 w 9"/>
                <a:gd name="T7" fmla="*/ 8 h 8"/>
                <a:gd name="T8" fmla="*/ 9 w 9"/>
                <a:gd name="T9" fmla="*/ 4 h 8"/>
                <a:gd name="T10" fmla="*/ 3 w 9"/>
                <a:gd name="T11" fmla="*/ 4 h 8"/>
                <a:gd name="T12" fmla="*/ 2 w 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5" y="8"/>
                  </a:lnTo>
                  <a:lnTo>
                    <a:pt x="9" y="4"/>
                  </a:lnTo>
                  <a:lnTo>
                    <a:pt x="3" y="4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5" name="Freeform 6532">
              <a:extLst>
                <a:ext uri="{FF2B5EF4-FFF2-40B4-BE49-F238E27FC236}">
                  <a16:creationId xmlns:a16="http://schemas.microsoft.com/office/drawing/2014/main" id="{3AA0F5A6-1EE5-4FB1-AC9B-1A82B153CC1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3" y="3725"/>
              <a:ext cx="15" cy="8"/>
            </a:xfrm>
            <a:custGeom>
              <a:avLst/>
              <a:gdLst>
                <a:gd name="T0" fmla="*/ 6 w 15"/>
                <a:gd name="T1" fmla="*/ 2 h 8"/>
                <a:gd name="T2" fmla="*/ 4 w 15"/>
                <a:gd name="T3" fmla="*/ 2 h 8"/>
                <a:gd name="T4" fmla="*/ 0 w 15"/>
                <a:gd name="T5" fmla="*/ 4 h 8"/>
                <a:gd name="T6" fmla="*/ 4 w 15"/>
                <a:gd name="T7" fmla="*/ 8 h 8"/>
                <a:gd name="T8" fmla="*/ 8 w 15"/>
                <a:gd name="T9" fmla="*/ 4 h 8"/>
                <a:gd name="T10" fmla="*/ 10 w 15"/>
                <a:gd name="T11" fmla="*/ 4 h 8"/>
                <a:gd name="T12" fmla="*/ 15 w 15"/>
                <a:gd name="T13" fmla="*/ 0 h 8"/>
                <a:gd name="T14" fmla="*/ 8 w 15"/>
                <a:gd name="T15" fmla="*/ 0 h 8"/>
                <a:gd name="T16" fmla="*/ 6 w 15"/>
                <a:gd name="T1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2"/>
                  </a:moveTo>
                  <a:lnTo>
                    <a:pt x="4" y="2"/>
                  </a:lnTo>
                  <a:lnTo>
                    <a:pt x="0" y="4"/>
                  </a:lnTo>
                  <a:lnTo>
                    <a:pt x="4" y="8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5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6" name="Freeform 6533">
              <a:extLst>
                <a:ext uri="{FF2B5EF4-FFF2-40B4-BE49-F238E27FC236}">
                  <a16:creationId xmlns:a16="http://schemas.microsoft.com/office/drawing/2014/main" id="{1EC5E428-687F-4D66-9A35-E2F9A1AFFF1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8" y="3524"/>
              <a:ext cx="10" cy="5"/>
            </a:xfrm>
            <a:custGeom>
              <a:avLst/>
              <a:gdLst>
                <a:gd name="T0" fmla="*/ 10 w 10"/>
                <a:gd name="T1" fmla="*/ 4 h 5"/>
                <a:gd name="T2" fmla="*/ 6 w 10"/>
                <a:gd name="T3" fmla="*/ 0 h 5"/>
                <a:gd name="T4" fmla="*/ 2 w 10"/>
                <a:gd name="T5" fmla="*/ 0 h 5"/>
                <a:gd name="T6" fmla="*/ 0 w 10"/>
                <a:gd name="T7" fmla="*/ 2 h 5"/>
                <a:gd name="T8" fmla="*/ 4 w 10"/>
                <a:gd name="T9" fmla="*/ 5 h 5"/>
                <a:gd name="T10" fmla="*/ 10 w 10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7" name="Freeform 6534">
              <a:extLst>
                <a:ext uri="{FF2B5EF4-FFF2-40B4-BE49-F238E27FC236}">
                  <a16:creationId xmlns:a16="http://schemas.microsoft.com/office/drawing/2014/main" id="{FD8516ED-A8D4-482A-81A1-59595BA6F92D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" y="3543"/>
              <a:ext cx="8" cy="5"/>
            </a:xfrm>
            <a:custGeom>
              <a:avLst/>
              <a:gdLst>
                <a:gd name="T0" fmla="*/ 0 w 8"/>
                <a:gd name="T1" fmla="*/ 3 h 5"/>
                <a:gd name="T2" fmla="*/ 6 w 8"/>
                <a:gd name="T3" fmla="*/ 5 h 5"/>
                <a:gd name="T4" fmla="*/ 8 w 8"/>
                <a:gd name="T5" fmla="*/ 3 h 5"/>
                <a:gd name="T6" fmla="*/ 6 w 8"/>
                <a:gd name="T7" fmla="*/ 0 h 5"/>
                <a:gd name="T8" fmla="*/ 0 w 8"/>
                <a:gd name="T9" fmla="*/ 0 h 5"/>
                <a:gd name="T10" fmla="*/ 0 w 8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lnTo>
                    <a:pt x="6" y="5"/>
                  </a:lnTo>
                  <a:lnTo>
                    <a:pt x="8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8" name="Freeform 6535">
              <a:extLst>
                <a:ext uri="{FF2B5EF4-FFF2-40B4-BE49-F238E27FC236}">
                  <a16:creationId xmlns:a16="http://schemas.microsoft.com/office/drawing/2014/main" id="{F8AC6C2A-82BD-4689-8EEE-DC63E5993C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3" y="3708"/>
              <a:ext cx="11" cy="6"/>
            </a:xfrm>
            <a:custGeom>
              <a:avLst/>
              <a:gdLst>
                <a:gd name="T0" fmla="*/ 3 w 6"/>
                <a:gd name="T1" fmla="*/ 1 h 3"/>
                <a:gd name="T2" fmla="*/ 2 w 6"/>
                <a:gd name="T3" fmla="*/ 1 h 3"/>
                <a:gd name="T4" fmla="*/ 2 w 6"/>
                <a:gd name="T5" fmla="*/ 0 h 3"/>
                <a:gd name="T6" fmla="*/ 0 w 6"/>
                <a:gd name="T7" fmla="*/ 2 h 3"/>
                <a:gd name="T8" fmla="*/ 6 w 6"/>
                <a:gd name="T9" fmla="*/ 3 h 3"/>
                <a:gd name="T10" fmla="*/ 4 w 6"/>
                <a:gd name="T11" fmla="*/ 1 h 3"/>
                <a:gd name="T12" fmla="*/ 3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99" name="Freeform 6536">
              <a:extLst>
                <a:ext uri="{FF2B5EF4-FFF2-40B4-BE49-F238E27FC236}">
                  <a16:creationId xmlns:a16="http://schemas.microsoft.com/office/drawing/2014/main" id="{4B70B206-B871-4DBF-B261-9598E9CC0D7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8" y="3744"/>
              <a:ext cx="9" cy="11"/>
            </a:xfrm>
            <a:custGeom>
              <a:avLst/>
              <a:gdLst>
                <a:gd name="T0" fmla="*/ 2 w 5"/>
                <a:gd name="T1" fmla="*/ 0 h 6"/>
                <a:gd name="T2" fmla="*/ 3 w 5"/>
                <a:gd name="T3" fmla="*/ 2 h 6"/>
                <a:gd name="T4" fmla="*/ 2 w 5"/>
                <a:gd name="T5" fmla="*/ 3 h 6"/>
                <a:gd name="T6" fmla="*/ 3 w 5"/>
                <a:gd name="T7" fmla="*/ 4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4 h 6"/>
                <a:gd name="T14" fmla="*/ 0 w 5"/>
                <a:gd name="T15" fmla="*/ 3 h 6"/>
                <a:gd name="T16" fmla="*/ 1 w 5"/>
                <a:gd name="T17" fmla="*/ 5 h 6"/>
                <a:gd name="T18" fmla="*/ 2 w 5"/>
                <a:gd name="T19" fmla="*/ 6 h 6"/>
                <a:gd name="T20" fmla="*/ 3 w 5"/>
                <a:gd name="T21" fmla="*/ 5 h 6"/>
                <a:gd name="T22" fmla="*/ 3 w 5"/>
                <a:gd name="T23" fmla="*/ 5 h 6"/>
                <a:gd name="T24" fmla="*/ 5 w 5"/>
                <a:gd name="T25" fmla="*/ 5 h 6"/>
                <a:gd name="T26" fmla="*/ 5 w 5"/>
                <a:gd name="T27" fmla="*/ 3 h 6"/>
                <a:gd name="T28" fmla="*/ 5 w 5"/>
                <a:gd name="T29" fmla="*/ 1 h 6"/>
                <a:gd name="T30" fmla="*/ 2 w 5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0" name="Freeform 6537">
              <a:extLst>
                <a:ext uri="{FF2B5EF4-FFF2-40B4-BE49-F238E27FC236}">
                  <a16:creationId xmlns:a16="http://schemas.microsoft.com/office/drawing/2014/main" id="{16ECDCE9-B91F-4B38-9FD8-75D29C2465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5" y="3500"/>
              <a:ext cx="6" cy="5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0 h 5"/>
                <a:gd name="T4" fmla="*/ 0 w 6"/>
                <a:gd name="T5" fmla="*/ 2 h 5"/>
                <a:gd name="T6" fmla="*/ 4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4" y="5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1" name="Freeform 6538">
              <a:extLst>
                <a:ext uri="{FF2B5EF4-FFF2-40B4-BE49-F238E27FC236}">
                  <a16:creationId xmlns:a16="http://schemas.microsoft.com/office/drawing/2014/main" id="{6C0F5C9C-CB6C-450A-8242-00916B2DD10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631"/>
              <a:ext cx="6" cy="5"/>
            </a:xfrm>
            <a:custGeom>
              <a:avLst/>
              <a:gdLst>
                <a:gd name="T0" fmla="*/ 0 w 6"/>
                <a:gd name="T1" fmla="*/ 5 h 5"/>
                <a:gd name="T2" fmla="*/ 6 w 6"/>
                <a:gd name="T3" fmla="*/ 5 h 5"/>
                <a:gd name="T4" fmla="*/ 2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5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2" name="Freeform 6539">
              <a:extLst>
                <a:ext uri="{FF2B5EF4-FFF2-40B4-BE49-F238E27FC236}">
                  <a16:creationId xmlns:a16="http://schemas.microsoft.com/office/drawing/2014/main" id="{E437B6AE-ED43-45DB-B2B7-E6E611C9FB5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713" y="2635"/>
              <a:ext cx="13" cy="15"/>
            </a:xfrm>
            <a:custGeom>
              <a:avLst/>
              <a:gdLst>
                <a:gd name="T0" fmla="*/ 13 w 13"/>
                <a:gd name="T1" fmla="*/ 7 h 15"/>
                <a:gd name="T2" fmla="*/ 13 w 13"/>
                <a:gd name="T3" fmla="*/ 7 h 15"/>
                <a:gd name="T4" fmla="*/ 9 w 13"/>
                <a:gd name="T5" fmla="*/ 0 h 15"/>
                <a:gd name="T6" fmla="*/ 6 w 13"/>
                <a:gd name="T7" fmla="*/ 3 h 15"/>
                <a:gd name="T8" fmla="*/ 6 w 13"/>
                <a:gd name="T9" fmla="*/ 3 h 15"/>
                <a:gd name="T10" fmla="*/ 2 w 13"/>
                <a:gd name="T11" fmla="*/ 3 h 15"/>
                <a:gd name="T12" fmla="*/ 0 w 13"/>
                <a:gd name="T13" fmla="*/ 7 h 15"/>
                <a:gd name="T14" fmla="*/ 6 w 13"/>
                <a:gd name="T15" fmla="*/ 15 h 15"/>
                <a:gd name="T16" fmla="*/ 6 w 13"/>
                <a:gd name="T17" fmla="*/ 11 h 15"/>
                <a:gd name="T18" fmla="*/ 11 w 13"/>
                <a:gd name="T19" fmla="*/ 15 h 15"/>
                <a:gd name="T20" fmla="*/ 13 w 13"/>
                <a:gd name="T21" fmla="*/ 7 h 15"/>
                <a:gd name="T22" fmla="*/ 8 w 13"/>
                <a:gd name="T23" fmla="*/ 7 h 15"/>
                <a:gd name="T24" fmla="*/ 11 w 13"/>
                <a:gd name="T25" fmla="*/ 7 h 15"/>
                <a:gd name="T26" fmla="*/ 6 w 13"/>
                <a:gd name="T27" fmla="*/ 11 h 15"/>
                <a:gd name="T28" fmla="*/ 8 w 13"/>
                <a:gd name="T2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3" y="7"/>
                  </a:moveTo>
                  <a:lnTo>
                    <a:pt x="13" y="7"/>
                  </a:lnTo>
                  <a:lnTo>
                    <a:pt x="9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2" y="3"/>
                  </a:lnTo>
                  <a:lnTo>
                    <a:pt x="0" y="7"/>
                  </a:lnTo>
                  <a:lnTo>
                    <a:pt x="6" y="15"/>
                  </a:lnTo>
                  <a:lnTo>
                    <a:pt x="6" y="11"/>
                  </a:lnTo>
                  <a:lnTo>
                    <a:pt x="11" y="15"/>
                  </a:lnTo>
                  <a:lnTo>
                    <a:pt x="13" y="7"/>
                  </a:lnTo>
                  <a:close/>
                  <a:moveTo>
                    <a:pt x="8" y="7"/>
                  </a:moveTo>
                  <a:lnTo>
                    <a:pt x="11" y="7"/>
                  </a:lnTo>
                  <a:lnTo>
                    <a:pt x="6" y="11"/>
                  </a:lnTo>
                  <a:lnTo>
                    <a:pt x="8" y="7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3" name="Freeform 6540">
              <a:extLst>
                <a:ext uri="{FF2B5EF4-FFF2-40B4-BE49-F238E27FC236}">
                  <a16:creationId xmlns:a16="http://schemas.microsoft.com/office/drawing/2014/main" id="{1DADB7A5-CAA5-4414-A1A9-0A9A123452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9" y="2648"/>
              <a:ext cx="5" cy="11"/>
            </a:xfrm>
            <a:custGeom>
              <a:avLst/>
              <a:gdLst>
                <a:gd name="T0" fmla="*/ 1 w 3"/>
                <a:gd name="T1" fmla="*/ 1 h 6"/>
                <a:gd name="T2" fmla="*/ 0 w 3"/>
                <a:gd name="T3" fmla="*/ 2 h 6"/>
                <a:gd name="T4" fmla="*/ 0 w 3"/>
                <a:gd name="T5" fmla="*/ 3 h 6"/>
                <a:gd name="T6" fmla="*/ 0 w 3"/>
                <a:gd name="T7" fmla="*/ 6 h 6"/>
                <a:gd name="T8" fmla="*/ 3 w 3"/>
                <a:gd name="T9" fmla="*/ 5 h 6"/>
                <a:gd name="T10" fmla="*/ 3 w 3"/>
                <a:gd name="T11" fmla="*/ 2 h 6"/>
                <a:gd name="T12" fmla="*/ 1 w 3"/>
                <a:gd name="T13" fmla="*/ 0 h 6"/>
                <a:gd name="T14" fmla="*/ 1 w 3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4" name="Freeform 6541">
              <a:extLst>
                <a:ext uri="{FF2B5EF4-FFF2-40B4-BE49-F238E27FC236}">
                  <a16:creationId xmlns:a16="http://schemas.microsoft.com/office/drawing/2014/main" id="{3050B722-0397-446C-AA64-F5C77642AC1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3" y="2681"/>
              <a:ext cx="7" cy="8"/>
            </a:xfrm>
            <a:custGeom>
              <a:avLst/>
              <a:gdLst>
                <a:gd name="T0" fmla="*/ 0 w 7"/>
                <a:gd name="T1" fmla="*/ 4 h 8"/>
                <a:gd name="T2" fmla="*/ 2 w 7"/>
                <a:gd name="T3" fmla="*/ 8 h 8"/>
                <a:gd name="T4" fmla="*/ 7 w 7"/>
                <a:gd name="T5" fmla="*/ 8 h 8"/>
                <a:gd name="T6" fmla="*/ 7 w 7"/>
                <a:gd name="T7" fmla="*/ 4 h 8"/>
                <a:gd name="T8" fmla="*/ 4 w 7"/>
                <a:gd name="T9" fmla="*/ 0 h 8"/>
                <a:gd name="T10" fmla="*/ 0 w 7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lnTo>
                    <a:pt x="2" y="8"/>
                  </a:lnTo>
                  <a:lnTo>
                    <a:pt x="7" y="8"/>
                  </a:lnTo>
                  <a:lnTo>
                    <a:pt x="7" y="4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5" name="Freeform 6542">
              <a:extLst>
                <a:ext uri="{FF2B5EF4-FFF2-40B4-BE49-F238E27FC236}">
                  <a16:creationId xmlns:a16="http://schemas.microsoft.com/office/drawing/2014/main" id="{2A2E0AAA-0BED-4C07-B77C-25407D0C27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13" y="2659"/>
              <a:ext cx="15" cy="45"/>
            </a:xfrm>
            <a:custGeom>
              <a:avLst/>
              <a:gdLst>
                <a:gd name="T0" fmla="*/ 4 w 8"/>
                <a:gd name="T1" fmla="*/ 22 h 24"/>
                <a:gd name="T2" fmla="*/ 3 w 8"/>
                <a:gd name="T3" fmla="*/ 21 h 24"/>
                <a:gd name="T4" fmla="*/ 5 w 8"/>
                <a:gd name="T5" fmla="*/ 21 h 24"/>
                <a:gd name="T6" fmla="*/ 4 w 8"/>
                <a:gd name="T7" fmla="*/ 18 h 24"/>
                <a:gd name="T8" fmla="*/ 6 w 8"/>
                <a:gd name="T9" fmla="*/ 14 h 24"/>
                <a:gd name="T10" fmla="*/ 5 w 8"/>
                <a:gd name="T11" fmla="*/ 11 h 24"/>
                <a:gd name="T12" fmla="*/ 7 w 8"/>
                <a:gd name="T13" fmla="*/ 12 h 24"/>
                <a:gd name="T14" fmla="*/ 8 w 8"/>
                <a:gd name="T15" fmla="*/ 9 h 24"/>
                <a:gd name="T16" fmla="*/ 7 w 8"/>
                <a:gd name="T17" fmla="*/ 6 h 24"/>
                <a:gd name="T18" fmla="*/ 8 w 8"/>
                <a:gd name="T19" fmla="*/ 6 h 24"/>
                <a:gd name="T20" fmla="*/ 8 w 8"/>
                <a:gd name="T21" fmla="*/ 4 h 24"/>
                <a:gd name="T22" fmla="*/ 7 w 8"/>
                <a:gd name="T23" fmla="*/ 1 h 24"/>
                <a:gd name="T24" fmla="*/ 3 w 8"/>
                <a:gd name="T25" fmla="*/ 0 h 24"/>
                <a:gd name="T26" fmla="*/ 3 w 8"/>
                <a:gd name="T27" fmla="*/ 2 h 24"/>
                <a:gd name="T28" fmla="*/ 5 w 8"/>
                <a:gd name="T29" fmla="*/ 4 h 24"/>
                <a:gd name="T30" fmla="*/ 5 w 8"/>
                <a:gd name="T31" fmla="*/ 5 h 24"/>
                <a:gd name="T32" fmla="*/ 6 w 8"/>
                <a:gd name="T33" fmla="*/ 6 h 24"/>
                <a:gd name="T34" fmla="*/ 7 w 8"/>
                <a:gd name="T35" fmla="*/ 6 h 24"/>
                <a:gd name="T36" fmla="*/ 5 w 8"/>
                <a:gd name="T37" fmla="*/ 9 h 24"/>
                <a:gd name="T38" fmla="*/ 5 w 8"/>
                <a:gd name="T39" fmla="*/ 10 h 24"/>
                <a:gd name="T40" fmla="*/ 5 w 8"/>
                <a:gd name="T41" fmla="*/ 10 h 24"/>
                <a:gd name="T42" fmla="*/ 4 w 8"/>
                <a:gd name="T43" fmla="*/ 17 h 24"/>
                <a:gd name="T44" fmla="*/ 3 w 8"/>
                <a:gd name="T45" fmla="*/ 16 h 24"/>
                <a:gd name="T46" fmla="*/ 3 w 8"/>
                <a:gd name="T47" fmla="*/ 19 h 24"/>
                <a:gd name="T48" fmla="*/ 3 w 8"/>
                <a:gd name="T49" fmla="*/ 20 h 24"/>
                <a:gd name="T50" fmla="*/ 3 w 8"/>
                <a:gd name="T51" fmla="*/ 20 h 24"/>
                <a:gd name="T52" fmla="*/ 0 w 8"/>
                <a:gd name="T53" fmla="*/ 21 h 24"/>
                <a:gd name="T54" fmla="*/ 0 w 8"/>
                <a:gd name="T55" fmla="*/ 24 h 24"/>
                <a:gd name="T56" fmla="*/ 2 w 8"/>
                <a:gd name="T57" fmla="*/ 24 h 24"/>
                <a:gd name="T58" fmla="*/ 4 w 8"/>
                <a:gd name="T5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" h="24">
                  <a:moveTo>
                    <a:pt x="4" y="22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2" y="24"/>
                    <a:pt x="2" y="24"/>
                  </a:cubicBezTo>
                  <a:lnTo>
                    <a:pt x="4" y="22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  <p:sp>
          <p:nvSpPr>
            <p:cNvPr id="106" name="Freeform 6543">
              <a:extLst>
                <a:ext uri="{FF2B5EF4-FFF2-40B4-BE49-F238E27FC236}">
                  <a16:creationId xmlns:a16="http://schemas.microsoft.com/office/drawing/2014/main" id="{AFFC33EB-761E-48D9-852B-394D2359D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07" y="2711"/>
              <a:ext cx="25" cy="21"/>
            </a:xfrm>
            <a:custGeom>
              <a:avLst/>
              <a:gdLst>
                <a:gd name="T0" fmla="*/ 25 w 25"/>
                <a:gd name="T1" fmla="*/ 0 h 21"/>
                <a:gd name="T2" fmla="*/ 17 w 25"/>
                <a:gd name="T3" fmla="*/ 4 h 21"/>
                <a:gd name="T4" fmla="*/ 19 w 25"/>
                <a:gd name="T5" fmla="*/ 4 h 21"/>
                <a:gd name="T6" fmla="*/ 14 w 25"/>
                <a:gd name="T7" fmla="*/ 6 h 21"/>
                <a:gd name="T8" fmla="*/ 12 w 25"/>
                <a:gd name="T9" fmla="*/ 6 h 21"/>
                <a:gd name="T10" fmla="*/ 8 w 25"/>
                <a:gd name="T11" fmla="*/ 8 h 21"/>
                <a:gd name="T12" fmla="*/ 6 w 25"/>
                <a:gd name="T13" fmla="*/ 9 h 21"/>
                <a:gd name="T14" fmla="*/ 8 w 25"/>
                <a:gd name="T15" fmla="*/ 11 h 21"/>
                <a:gd name="T16" fmla="*/ 8 w 25"/>
                <a:gd name="T17" fmla="*/ 13 h 21"/>
                <a:gd name="T18" fmla="*/ 6 w 25"/>
                <a:gd name="T19" fmla="*/ 15 h 21"/>
                <a:gd name="T20" fmla="*/ 0 w 25"/>
                <a:gd name="T21" fmla="*/ 17 h 21"/>
                <a:gd name="T22" fmla="*/ 8 w 25"/>
                <a:gd name="T23" fmla="*/ 21 h 21"/>
                <a:gd name="T24" fmla="*/ 15 w 25"/>
                <a:gd name="T25" fmla="*/ 19 h 21"/>
                <a:gd name="T26" fmla="*/ 19 w 25"/>
                <a:gd name="T27" fmla="*/ 15 h 21"/>
                <a:gd name="T28" fmla="*/ 19 w 25"/>
                <a:gd name="T29" fmla="*/ 11 h 21"/>
                <a:gd name="T30" fmla="*/ 17 w 25"/>
                <a:gd name="T31" fmla="*/ 9 h 21"/>
                <a:gd name="T32" fmla="*/ 19 w 25"/>
                <a:gd name="T33" fmla="*/ 8 h 21"/>
                <a:gd name="T34" fmla="*/ 19 w 25"/>
                <a:gd name="T35" fmla="*/ 4 h 21"/>
                <a:gd name="T36" fmla="*/ 23 w 25"/>
                <a:gd name="T37" fmla="*/ 6 h 21"/>
                <a:gd name="T38" fmla="*/ 25 w 25"/>
                <a:gd name="T3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lnTo>
                    <a:pt x="17" y="4"/>
                  </a:lnTo>
                  <a:lnTo>
                    <a:pt x="19" y="4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8" y="8"/>
                  </a:lnTo>
                  <a:lnTo>
                    <a:pt x="6" y="9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6" y="15"/>
                  </a:lnTo>
                  <a:lnTo>
                    <a:pt x="0" y="17"/>
                  </a:lnTo>
                  <a:lnTo>
                    <a:pt x="8" y="21"/>
                  </a:lnTo>
                  <a:lnTo>
                    <a:pt x="15" y="19"/>
                  </a:lnTo>
                  <a:lnTo>
                    <a:pt x="19" y="15"/>
                  </a:lnTo>
                  <a:lnTo>
                    <a:pt x="19" y="11"/>
                  </a:lnTo>
                  <a:lnTo>
                    <a:pt x="17" y="9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23" y="6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b" anchorCtr="0"/>
            <a:lstStyle/>
            <a:p>
              <a:pPr algn="ctr" defTabSz="914332">
                <a:lnSpc>
                  <a:spcPct val="90000"/>
                </a:lnSpc>
                <a:spcAft>
                  <a:spcPts val="1600"/>
                </a:spcAft>
              </a:pPr>
              <a:endParaRPr lang="en-US" sz="2667" b="1">
                <a:solidFill>
                  <a:schemeClr val="tx2"/>
                </a:solidFill>
                <a:latin typeface="Arial"/>
              </a:endParaRPr>
            </a:p>
          </p:txBody>
        </p:sp>
      </p:grpSp>
      <p:pic>
        <p:nvPicPr>
          <p:cNvPr id="6" name="sparkles">
            <a:extLst>
              <a:ext uri="{FF2B5EF4-FFF2-40B4-BE49-F238E27FC236}">
                <a16:creationId xmlns:a16="http://schemas.microsoft.com/office/drawing/2014/main" id="{436250BB-89BF-7A4B-92CB-0C29E13BF42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19383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921055CA-2CAD-4AE8-BA8E-0837FA58624D}"/>
              </a:ext>
            </a:extLst>
          </p:cNvPr>
          <p:cNvGrpSpPr/>
          <p:nvPr userDrawn="1"/>
        </p:nvGrpSpPr>
        <p:grpSpPr>
          <a:xfrm>
            <a:off x="0" y="-1"/>
            <a:ext cx="12192000" cy="6858001"/>
            <a:chOff x="-2377440" y="-1"/>
            <a:chExt cx="9144000" cy="5143501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6C063006-C35C-4135-8D5C-5FA5C64D54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4CD0C11-5656-49A9-9905-F61686A5F88F}"/>
                </a:ext>
              </a:extLst>
            </p:cNvPr>
            <p:cNvSpPr/>
            <p:nvPr userDrawn="1"/>
          </p:nvSpPr>
          <p:spPr>
            <a:xfrm>
              <a:off x="-2377440" y="1"/>
              <a:ext cx="9144000" cy="5143499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alpha val="85000"/>
                  </a:schemeClr>
                </a:gs>
                <a:gs pos="65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3FAB58F-F429-4EC9-8F50-D8342B8FFF15}"/>
                </a:ext>
              </a:extLst>
            </p:cNvPr>
            <p:cNvSpPr/>
            <p:nvPr userDrawn="1"/>
          </p:nvSpPr>
          <p:spPr>
            <a:xfrm>
              <a:off x="-2377440" y="-1"/>
              <a:ext cx="9144000" cy="5143499"/>
            </a:xfrm>
            <a:prstGeom prst="rect">
              <a:avLst/>
            </a:prstGeom>
            <a:gradFill>
              <a:gsLst>
                <a:gs pos="0">
                  <a:schemeClr val="accent6">
                    <a:alpha val="35000"/>
                  </a:schemeClr>
                </a:gs>
                <a:gs pos="35000">
                  <a:schemeClr val="bg1">
                    <a:alpha val="63000"/>
                  </a:schemeClr>
                </a:gs>
                <a:gs pos="100000">
                  <a:srgbClr val="6E2486"/>
                </a:gs>
              </a:gsLst>
              <a:lin ang="2700000" scaled="0"/>
            </a:gra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>
                <a:solidFill>
                  <a:schemeClr val="bg2"/>
                </a:solidFill>
              </a:endParaRPr>
            </a:p>
          </p:txBody>
        </p: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4637A5AC-125D-4036-A781-78E4237F47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  <p:pic>
          <p:nvPicPr>
            <p:cNvPr id="6" name="sparkles">
              <a:extLst>
                <a:ext uri="{FF2B5EF4-FFF2-40B4-BE49-F238E27FC236}">
                  <a16:creationId xmlns:a16="http://schemas.microsoft.com/office/drawing/2014/main" id="{436250BB-89BF-7A4B-92CB-0C29E13BF42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email">
              <a:alphaModFix amt="1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77440" y="0"/>
              <a:ext cx="9144000" cy="5143500"/>
            </a:xfrm>
            <a:prstGeom prst="rect">
              <a:avLst/>
            </a:prstGeom>
          </p:spPr>
        </p:pic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279DA7D-7FE5-4043-A0FD-F6B0A8546FC5}"/>
              </a:ext>
            </a:extLst>
          </p:cNvPr>
          <p:cNvSpPr txBox="1"/>
          <p:nvPr userDrawn="1"/>
        </p:nvSpPr>
        <p:spPr>
          <a:xfrm>
            <a:off x="5600137" y="6696353"/>
            <a:ext cx="1009892" cy="92398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l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67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© Copyright 2022 Dell Inc.</a:t>
            </a:r>
          </a:p>
        </p:txBody>
      </p:sp>
    </p:spTree>
    <p:extLst>
      <p:ext uri="{BB962C8B-B14F-4D97-AF65-F5344CB8AC3E}">
        <p14:creationId xmlns:p14="http://schemas.microsoft.com/office/powerpoint/2010/main" val="32863080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 on blue gradient bkgd">
    <p:bg>
      <p:bgPr>
        <a:gradFill>
          <a:gsLst>
            <a:gs pos="0">
              <a:schemeClr val="accent6"/>
            </a:gs>
            <a:gs pos="35000">
              <a:schemeClr val="bg1"/>
            </a:gs>
            <a:gs pos="100000">
              <a:srgbClr val="6E2486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sparkles">
            <a:extLst>
              <a:ext uri="{FF2B5EF4-FFF2-40B4-BE49-F238E27FC236}">
                <a16:creationId xmlns:a16="http://schemas.microsoft.com/office/drawing/2014/main" id="{38621BF5-BE9E-704D-86E5-F9FA468FB5F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alphaModFix amt="1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F7699C45-1F20-5748-9D42-998F4EC9551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5741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249531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on blue gradient bkgd">
    <p:bg>
      <p:bgPr>
        <a:gradFill>
          <a:gsLst>
            <a:gs pos="0">
              <a:schemeClr val="accent6"/>
            </a:gs>
            <a:gs pos="26000">
              <a:schemeClr val="bg1"/>
            </a:gs>
            <a:gs pos="100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3E6BA4F8-95D2-4AA1-B8CE-7B7D13FADEC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38200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accent6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B2D34198-AED4-4D80-9035-E654A42FC329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381000" y="1600200"/>
            <a:ext cx="11430000" cy="44196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6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24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–"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400"/>
              </a:spcBef>
              <a:buClr>
                <a:schemeClr val="tx1">
                  <a:lumMod val="60000"/>
                  <a:lumOff val="40000"/>
                </a:schemeClr>
              </a:buClr>
              <a:buFont typeface="Arial" panose="020B0604020202020204" pitchFamily="34" charset="0"/>
              <a:buChar char="▪"/>
              <a:defRPr sz="1467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9842811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Full Fa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7DF3775-FCED-4931-9BAC-0E7136464C5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99000">
                <a:schemeClr val="accent1">
                  <a:lumMod val="100000"/>
                </a:schemeClr>
              </a:gs>
              <a:gs pos="0">
                <a:schemeClr val="bg1"/>
              </a:gs>
            </a:gsLst>
            <a:lin ang="5400000" scaled="1"/>
            <a:tileRect/>
          </a:gra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600">
              <a:solidFill>
                <a:schemeClr val="bg2"/>
              </a:solidFill>
            </a:endParaRPr>
          </a:p>
        </p:txBody>
      </p:sp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AD0407AE-1928-433A-9C43-DB03FD3D125A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5600700" y="6696443"/>
            <a:ext cx="1009892" cy="9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1219170" eaLnBrk="1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</a:pPr>
            <a:r>
              <a:rPr lang="en-US" altLang="en-US" sz="667">
                <a:solidFill>
                  <a:schemeClr val="tx2"/>
                </a:solidFill>
              </a:rPr>
              <a:t>© Copyright 2022 Dell Inc.</a:t>
            </a:r>
          </a:p>
        </p:txBody>
      </p:sp>
      <p:sp>
        <p:nvSpPr>
          <p:cNvPr id="6" name="TextBox 16">
            <a:extLst>
              <a:ext uri="{FF2B5EF4-FFF2-40B4-BE49-F238E27FC236}">
                <a16:creationId xmlns:a16="http://schemas.microsoft.com/office/drawing/2014/main" id="{94282260-E62A-4090-8B26-8A9234628739}"/>
              </a:ext>
            </a:extLst>
          </p:cNvPr>
          <p:cNvSpPr txBox="1"/>
          <p:nvPr userDrawn="1"/>
        </p:nvSpPr>
        <p:spPr>
          <a:xfrm>
            <a:off x="5276851" y="6697501"/>
            <a:ext cx="192360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eaLnBrk="1" hangingPunct="1">
              <a:lnSpc>
                <a:spcPct val="90000"/>
              </a:lnSpc>
              <a:buClr>
                <a:schemeClr val="bg1"/>
              </a:buClr>
              <a:defRPr/>
            </a:pPr>
            <a:r>
              <a:rPr lang="en-US" sz="667">
                <a:solidFill>
                  <a:schemeClr val="tx2"/>
                </a:solidFill>
                <a:latin typeface="Arial" panose="020B0604020202020204" pitchFamily="34" charset="0"/>
              </a:rPr>
              <a:t>of 20</a:t>
            </a:r>
          </a:p>
        </p:txBody>
      </p:sp>
      <p:pic>
        <p:nvPicPr>
          <p:cNvPr id="8" name="Picture 12" descr="A picture containing drawing, food&#10;&#10;Description automatically generated">
            <a:extLst>
              <a:ext uri="{FF2B5EF4-FFF2-40B4-BE49-F238E27FC236}">
                <a16:creationId xmlns:a16="http://schemas.microsoft.com/office/drawing/2014/main" id="{2BE83EB4-2971-49B5-BF57-BCC742C1591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99185" y="6449484"/>
            <a:ext cx="1441449" cy="1862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Box 19">
            <a:extLst>
              <a:ext uri="{FF2B5EF4-FFF2-40B4-BE49-F238E27FC236}">
                <a16:creationId xmlns:a16="http://schemas.microsoft.com/office/drawing/2014/main" id="{AFABFD45-DED9-483F-8FA1-0556431FCBFA}"/>
              </a:ext>
            </a:extLst>
          </p:cNvPr>
          <p:cNvSpPr txBox="1"/>
          <p:nvPr userDrawn="1"/>
        </p:nvSpPr>
        <p:spPr>
          <a:xfrm>
            <a:off x="5139302" y="6697501"/>
            <a:ext cx="105798" cy="92398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eaLnBrk="1" hangingPunct="1">
              <a:lnSpc>
                <a:spcPct val="90000"/>
              </a:lnSpc>
              <a:buClr>
                <a:schemeClr val="bg1"/>
              </a:buClr>
              <a:defRPr/>
            </a:pPr>
            <a:fld id="{A3EBEA3C-A547-440F-8D8E-B11EDE1F5773}" type="slidenum">
              <a:rPr lang="en-US" sz="667" smtClean="0">
                <a:solidFill>
                  <a:schemeClr val="tx2"/>
                </a:solidFill>
                <a:latin typeface="Arial" panose="020B0604020202020204" pitchFamily="34" charset="0"/>
              </a:rPr>
              <a:pPr algn="r" eaLnBrk="1" hangingPunct="1">
                <a:lnSpc>
                  <a:spcPct val="90000"/>
                </a:lnSpc>
                <a:buClr>
                  <a:schemeClr val="bg1"/>
                </a:buClr>
                <a:defRPr/>
              </a:pPr>
              <a:t>‹#›</a:t>
            </a:fld>
            <a:endParaRPr lang="en-US" sz="667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2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38200"/>
            <a:ext cx="1143000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67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868802194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97586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1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865008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88" y="857251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88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47" indent="-152392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20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298" indent="-228589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42206224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" name="Content Placeholder 9"/>
          <p:cNvSpPr>
            <a:spLocks noGrp="1"/>
          </p:cNvSpPr>
          <p:nvPr>
            <p:ph sz="quarter" idx="10"/>
          </p:nvPr>
        </p:nvSpPr>
        <p:spPr>
          <a:xfrm>
            <a:off x="3810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42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Content Placeholder 9"/>
          <p:cNvSpPr>
            <a:spLocks noGrp="1"/>
          </p:cNvSpPr>
          <p:nvPr>
            <p:ph sz="quarter" idx="11"/>
          </p:nvPr>
        </p:nvSpPr>
        <p:spPr>
          <a:xfrm>
            <a:off x="6324600" y="1600200"/>
            <a:ext cx="5486400" cy="45720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2400">
                <a:solidFill>
                  <a:schemeClr val="bg2"/>
                </a:solidFill>
              </a:defRPr>
            </a:lvl1pPr>
            <a:lvl2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</a:defRPr>
            </a:lvl2pPr>
            <a:lvl3pPr marL="1142942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4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8257630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1F1CEAD-C06E-4DD6-958D-A69C28387D9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10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06" indent="-23070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66" indent="-23070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826" indent="-22435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C49344-5A94-4BB8-B1F8-EC9EB43874D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4600" y="1374371"/>
            <a:ext cx="5486400" cy="4797829"/>
          </a:xfrm>
          <a:prstGeom prst="rect">
            <a:avLst/>
          </a:prstGeom>
        </p:spPr>
        <p:txBody>
          <a:bodyPr lIns="0" tIns="0" rIns="0" bIns="91440"/>
          <a:lstStyle>
            <a:lvl1pPr marL="0" indent="0">
              <a:lnSpc>
                <a:spcPct val="100000"/>
              </a:lnSpc>
              <a:spcBef>
                <a:spcPts val="1800"/>
              </a:spcBef>
              <a:buNone/>
              <a:defRPr sz="2000" b="1" baseline="0">
                <a:solidFill>
                  <a:schemeClr val="bg1"/>
                </a:solidFill>
              </a:defRPr>
            </a:lvl1pPr>
            <a:lvl2pPr marL="230706" indent="-230706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defRPr sz="1800">
                <a:solidFill>
                  <a:schemeClr val="bg2"/>
                </a:solidFill>
              </a:defRPr>
            </a:lvl2pPr>
            <a:lvl3pPr marL="685766" indent="-23070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400">
                <a:solidFill>
                  <a:schemeClr val="bg2"/>
                </a:solidFill>
              </a:defRPr>
            </a:lvl3pPr>
            <a:lvl4pPr marL="1140826" indent="-22435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Wingdings" panose="05000000000000000000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lnSpc>
                <a:spcPct val="100000"/>
              </a:lnSpc>
              <a:spcBef>
                <a:spcPts val="400"/>
              </a:spcBef>
              <a:buClr>
                <a:srgbClr val="808080"/>
              </a:buClr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4564138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00">
          <p15:clr>
            <a:srgbClr val="FBAE40"/>
          </p15:clr>
        </p15:guide>
      </p15:sldGuideLst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 columns w subtit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1"/>
            <a:ext cx="11430000" cy="4431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lang="en-US" sz="3200" dirty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9" name="Content Placeholder 9"/>
          <p:cNvSpPr>
            <a:spLocks noGrp="1"/>
          </p:cNvSpPr>
          <p:nvPr>
            <p:ph sz="quarter" idx="13"/>
          </p:nvPr>
        </p:nvSpPr>
        <p:spPr>
          <a:xfrm>
            <a:off x="381002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Content Placeholder 9">
            <a:extLst>
              <a:ext uri="{FF2B5EF4-FFF2-40B4-BE49-F238E27FC236}">
                <a16:creationId xmlns:a16="http://schemas.microsoft.com/office/drawing/2014/main" id="{3C9CA1AB-E8E8-4338-8BB5-4C9F95D3899A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4332838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9">
            <a:extLst>
              <a:ext uri="{FF2B5EF4-FFF2-40B4-BE49-F238E27FC236}">
                <a16:creationId xmlns:a16="http://schemas.microsoft.com/office/drawing/2014/main" id="{B6586213-13AB-4801-9939-C1924B01D7D1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284231" y="1371600"/>
            <a:ext cx="3526327" cy="480060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1">
                <a:solidFill>
                  <a:schemeClr val="bg1"/>
                </a:solidFill>
              </a:defRPr>
            </a:lvl1pPr>
            <a:lvl2pPr marL="228589" indent="-228589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1600">
                <a:solidFill>
                  <a:schemeClr val="bg2"/>
                </a:solidFill>
              </a:defRPr>
            </a:lvl2pPr>
            <a:lvl3pPr marL="685766" indent="-228589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200">
                <a:solidFill>
                  <a:schemeClr val="bg2"/>
                </a:solidFill>
              </a:defRPr>
            </a:lvl3pPr>
            <a:lvl4pPr marL="1600120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298" indent="-228589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8648007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96">
          <p15:clr>
            <a:srgbClr val="FBAE40"/>
          </p15:clr>
        </p15:guide>
      </p15:sldGuideLst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5170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33">
                <a:solidFill>
                  <a:schemeClr val="tx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1660234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2">
            <a:extLst>
              <a:ext uri="{FF2B5EF4-FFF2-40B4-BE49-F238E27FC236}">
                <a16:creationId xmlns:a16="http://schemas.microsoft.com/office/drawing/2014/main" id="{1FCC1C7B-0630-0830-4A08-840519B8F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flipH="1">
            <a:off x="0" y="47662"/>
            <a:ext cx="12192000" cy="6850188"/>
          </a:xfrm>
          <a:custGeom>
            <a:avLst/>
            <a:gdLst>
              <a:gd name="connsiteX0" fmla="*/ 10986103 w 15732060"/>
              <a:gd name="connsiteY0" fmla="*/ 8468534 h 8839200"/>
              <a:gd name="connsiteX1" fmla="*/ 10972932 w 15732060"/>
              <a:gd name="connsiteY1" fmla="*/ 8473884 h 8839200"/>
              <a:gd name="connsiteX2" fmla="*/ 10972932 w 15732060"/>
              <a:gd name="connsiteY2" fmla="*/ 8500223 h 8839200"/>
              <a:gd name="connsiteX3" fmla="*/ 10997626 w 15732060"/>
              <a:gd name="connsiteY3" fmla="*/ 8501870 h 8839200"/>
              <a:gd name="connsiteX4" fmla="*/ 11103530 w 15732060"/>
              <a:gd name="connsiteY4" fmla="*/ 8607774 h 8839200"/>
              <a:gd name="connsiteX5" fmla="*/ 11103530 w 15732060"/>
              <a:gd name="connsiteY5" fmla="*/ 8765808 h 8839200"/>
              <a:gd name="connsiteX6" fmla="*/ 11087069 w 15732060"/>
              <a:gd name="connsiteY6" fmla="*/ 8784465 h 8839200"/>
              <a:gd name="connsiteX7" fmla="*/ 11105724 w 15732060"/>
              <a:gd name="connsiteY7" fmla="*/ 8803121 h 8839200"/>
              <a:gd name="connsiteX8" fmla="*/ 11124382 w 15732060"/>
              <a:gd name="connsiteY8" fmla="*/ 8784465 h 8839200"/>
              <a:gd name="connsiteX9" fmla="*/ 11119649 w 15732060"/>
              <a:gd name="connsiteY9" fmla="*/ 8771639 h 8839200"/>
              <a:gd name="connsiteX10" fmla="*/ 11108468 w 15732060"/>
              <a:gd name="connsiteY10" fmla="*/ 8766081 h 8839200"/>
              <a:gd name="connsiteX11" fmla="*/ 11108468 w 15732060"/>
              <a:gd name="connsiteY11" fmla="*/ 8766357 h 8839200"/>
              <a:gd name="connsiteX12" fmla="*/ 11107920 w 15732060"/>
              <a:gd name="connsiteY12" fmla="*/ 8765808 h 8839200"/>
              <a:gd name="connsiteX13" fmla="*/ 11108468 w 15732060"/>
              <a:gd name="connsiteY13" fmla="*/ 8766081 h 8839200"/>
              <a:gd name="connsiteX14" fmla="*/ 11108468 w 15732060"/>
              <a:gd name="connsiteY14" fmla="*/ 8606128 h 8839200"/>
              <a:gd name="connsiteX15" fmla="*/ 11000918 w 15732060"/>
              <a:gd name="connsiteY15" fmla="*/ 8498577 h 8839200"/>
              <a:gd name="connsiteX16" fmla="*/ 10999272 w 15732060"/>
              <a:gd name="connsiteY16" fmla="*/ 8473884 h 8839200"/>
              <a:gd name="connsiteX17" fmla="*/ 10986103 w 15732060"/>
              <a:gd name="connsiteY17" fmla="*/ 8468534 h 8839200"/>
              <a:gd name="connsiteX18" fmla="*/ 8224898 w 15732060"/>
              <a:gd name="connsiteY18" fmla="*/ 8413113 h 8839200"/>
              <a:gd name="connsiteX19" fmla="*/ 8211729 w 15732060"/>
              <a:gd name="connsiteY19" fmla="*/ 8418462 h 8839200"/>
              <a:gd name="connsiteX20" fmla="*/ 8211729 w 15732060"/>
              <a:gd name="connsiteY20" fmla="*/ 8444801 h 8839200"/>
              <a:gd name="connsiteX21" fmla="*/ 8236421 w 15732060"/>
              <a:gd name="connsiteY21" fmla="*/ 8446447 h 8839200"/>
              <a:gd name="connsiteX22" fmla="*/ 8332998 w 15732060"/>
              <a:gd name="connsiteY22" fmla="*/ 8543025 h 8839200"/>
              <a:gd name="connsiteX23" fmla="*/ 8332998 w 15732060"/>
              <a:gd name="connsiteY23" fmla="*/ 8766906 h 8839200"/>
              <a:gd name="connsiteX24" fmla="*/ 8316536 w 15732060"/>
              <a:gd name="connsiteY24" fmla="*/ 8785562 h 8839200"/>
              <a:gd name="connsiteX25" fmla="*/ 8335193 w 15732060"/>
              <a:gd name="connsiteY25" fmla="*/ 8804219 h 8839200"/>
              <a:gd name="connsiteX26" fmla="*/ 8353849 w 15732060"/>
              <a:gd name="connsiteY26" fmla="*/ 8785562 h 8839200"/>
              <a:gd name="connsiteX27" fmla="*/ 8337388 w 15732060"/>
              <a:gd name="connsiteY27" fmla="*/ 8766906 h 8839200"/>
              <a:gd name="connsiteX28" fmla="*/ 8337388 w 15732060"/>
              <a:gd name="connsiteY28" fmla="*/ 8766357 h 8839200"/>
              <a:gd name="connsiteX29" fmla="*/ 8337388 w 15732060"/>
              <a:gd name="connsiteY29" fmla="*/ 8540829 h 8839200"/>
              <a:gd name="connsiteX30" fmla="*/ 8239714 w 15732060"/>
              <a:gd name="connsiteY30" fmla="*/ 8443156 h 8839200"/>
              <a:gd name="connsiteX31" fmla="*/ 8238067 w 15732060"/>
              <a:gd name="connsiteY31" fmla="*/ 8418462 h 8839200"/>
              <a:gd name="connsiteX32" fmla="*/ 8224898 w 15732060"/>
              <a:gd name="connsiteY32" fmla="*/ 8413113 h 8839200"/>
              <a:gd name="connsiteX33" fmla="*/ 3962920 w 15732060"/>
              <a:gd name="connsiteY33" fmla="*/ 8307757 h 8839200"/>
              <a:gd name="connsiteX34" fmla="*/ 3949750 w 15732060"/>
              <a:gd name="connsiteY34" fmla="*/ 8313107 h 8839200"/>
              <a:gd name="connsiteX35" fmla="*/ 3948105 w 15732060"/>
              <a:gd name="connsiteY35" fmla="*/ 8337800 h 8839200"/>
              <a:gd name="connsiteX36" fmla="*/ 3837261 w 15732060"/>
              <a:gd name="connsiteY36" fmla="*/ 8448642 h 8839200"/>
              <a:gd name="connsiteX37" fmla="*/ 3672642 w 15732060"/>
              <a:gd name="connsiteY37" fmla="*/ 8448642 h 8839200"/>
              <a:gd name="connsiteX38" fmla="*/ 3363708 w 15732060"/>
              <a:gd name="connsiteY38" fmla="*/ 8757578 h 8839200"/>
              <a:gd name="connsiteX39" fmla="*/ 3339016 w 15732060"/>
              <a:gd name="connsiteY39" fmla="*/ 8759223 h 8839200"/>
              <a:gd name="connsiteX40" fmla="*/ 3339016 w 15732060"/>
              <a:gd name="connsiteY40" fmla="*/ 8785562 h 8839200"/>
              <a:gd name="connsiteX41" fmla="*/ 3365354 w 15732060"/>
              <a:gd name="connsiteY41" fmla="*/ 8785562 h 8839200"/>
              <a:gd name="connsiteX42" fmla="*/ 3367000 w 15732060"/>
              <a:gd name="connsiteY42" fmla="*/ 8760869 h 8839200"/>
              <a:gd name="connsiteX43" fmla="*/ 3674289 w 15732060"/>
              <a:gd name="connsiteY43" fmla="*/ 8453582 h 8839200"/>
              <a:gd name="connsiteX44" fmla="*/ 3838908 w 15732060"/>
              <a:gd name="connsiteY44" fmla="*/ 8453582 h 8839200"/>
              <a:gd name="connsiteX45" fmla="*/ 3951397 w 15732060"/>
              <a:gd name="connsiteY45" fmla="*/ 8341092 h 8839200"/>
              <a:gd name="connsiteX46" fmla="*/ 3976090 w 15732060"/>
              <a:gd name="connsiteY46" fmla="*/ 8339446 h 8839200"/>
              <a:gd name="connsiteX47" fmla="*/ 3976090 w 15732060"/>
              <a:gd name="connsiteY47" fmla="*/ 8313107 h 8839200"/>
              <a:gd name="connsiteX48" fmla="*/ 3962920 w 15732060"/>
              <a:gd name="connsiteY48" fmla="*/ 8307757 h 8839200"/>
              <a:gd name="connsiteX49" fmla="*/ 9268031 w 15732060"/>
              <a:gd name="connsiteY49" fmla="*/ 8282516 h 8839200"/>
              <a:gd name="connsiteX50" fmla="*/ 9254862 w 15732060"/>
              <a:gd name="connsiteY50" fmla="*/ 8287866 h 8839200"/>
              <a:gd name="connsiteX51" fmla="*/ 9254862 w 15732060"/>
              <a:gd name="connsiteY51" fmla="*/ 8314204 h 8839200"/>
              <a:gd name="connsiteX52" fmla="*/ 9279556 w 15732060"/>
              <a:gd name="connsiteY52" fmla="*/ 8315851 h 8839200"/>
              <a:gd name="connsiteX53" fmla="*/ 9328941 w 15732060"/>
              <a:gd name="connsiteY53" fmla="*/ 8365236 h 8839200"/>
              <a:gd name="connsiteX54" fmla="*/ 9328941 w 15732060"/>
              <a:gd name="connsiteY54" fmla="*/ 8753736 h 8839200"/>
              <a:gd name="connsiteX55" fmla="*/ 9312479 w 15732060"/>
              <a:gd name="connsiteY55" fmla="*/ 8772392 h 8839200"/>
              <a:gd name="connsiteX56" fmla="*/ 9331135 w 15732060"/>
              <a:gd name="connsiteY56" fmla="*/ 8791049 h 8839200"/>
              <a:gd name="connsiteX57" fmla="*/ 9349792 w 15732060"/>
              <a:gd name="connsiteY57" fmla="*/ 8772392 h 8839200"/>
              <a:gd name="connsiteX58" fmla="*/ 9333330 w 15732060"/>
              <a:gd name="connsiteY58" fmla="*/ 8753736 h 8839200"/>
              <a:gd name="connsiteX59" fmla="*/ 9333330 w 15732060"/>
              <a:gd name="connsiteY59" fmla="*/ 8363042 h 8839200"/>
              <a:gd name="connsiteX60" fmla="*/ 9282847 w 15732060"/>
              <a:gd name="connsiteY60" fmla="*/ 8312558 h 8839200"/>
              <a:gd name="connsiteX61" fmla="*/ 9281201 w 15732060"/>
              <a:gd name="connsiteY61" fmla="*/ 8287866 h 8839200"/>
              <a:gd name="connsiteX62" fmla="*/ 9268031 w 15732060"/>
              <a:gd name="connsiteY62" fmla="*/ 8282516 h 8839200"/>
              <a:gd name="connsiteX63" fmla="*/ 13399413 w 15732060"/>
              <a:gd name="connsiteY63" fmla="*/ 8163990 h 8839200"/>
              <a:gd name="connsiteX64" fmla="*/ 13386243 w 15732060"/>
              <a:gd name="connsiteY64" fmla="*/ 8169340 h 8839200"/>
              <a:gd name="connsiteX65" fmla="*/ 13386243 w 15732060"/>
              <a:gd name="connsiteY65" fmla="*/ 8195679 h 8839200"/>
              <a:gd name="connsiteX66" fmla="*/ 13410936 w 15732060"/>
              <a:gd name="connsiteY66" fmla="*/ 8197326 h 8839200"/>
              <a:gd name="connsiteX67" fmla="*/ 13824129 w 15732060"/>
              <a:gd name="connsiteY67" fmla="*/ 8610517 h 8839200"/>
              <a:gd name="connsiteX68" fmla="*/ 13824677 w 15732060"/>
              <a:gd name="connsiteY68" fmla="*/ 8610517 h 8839200"/>
              <a:gd name="connsiteX69" fmla="*/ 14476568 w 15732060"/>
              <a:gd name="connsiteY69" fmla="*/ 8611066 h 8839200"/>
              <a:gd name="connsiteX70" fmla="*/ 14643380 w 15732060"/>
              <a:gd name="connsiteY70" fmla="*/ 8777880 h 8839200"/>
              <a:gd name="connsiteX71" fmla="*/ 14645027 w 15732060"/>
              <a:gd name="connsiteY71" fmla="*/ 8802573 h 8839200"/>
              <a:gd name="connsiteX72" fmla="*/ 14671366 w 15732060"/>
              <a:gd name="connsiteY72" fmla="*/ 8802573 h 8839200"/>
              <a:gd name="connsiteX73" fmla="*/ 14671366 w 15732060"/>
              <a:gd name="connsiteY73" fmla="*/ 8776235 h 8839200"/>
              <a:gd name="connsiteX74" fmla="*/ 14646673 w 15732060"/>
              <a:gd name="connsiteY74" fmla="*/ 8774588 h 8839200"/>
              <a:gd name="connsiteX75" fmla="*/ 14479311 w 15732060"/>
              <a:gd name="connsiteY75" fmla="*/ 8607225 h 8839200"/>
              <a:gd name="connsiteX76" fmla="*/ 14478762 w 15732060"/>
              <a:gd name="connsiteY76" fmla="*/ 8607225 h 8839200"/>
              <a:gd name="connsiteX77" fmla="*/ 13826872 w 15732060"/>
              <a:gd name="connsiteY77" fmla="*/ 8606676 h 8839200"/>
              <a:gd name="connsiteX78" fmla="*/ 13414228 w 15732060"/>
              <a:gd name="connsiteY78" fmla="*/ 8194032 h 8839200"/>
              <a:gd name="connsiteX79" fmla="*/ 13412582 w 15732060"/>
              <a:gd name="connsiteY79" fmla="*/ 8169340 h 8839200"/>
              <a:gd name="connsiteX80" fmla="*/ 13399413 w 15732060"/>
              <a:gd name="connsiteY80" fmla="*/ 8163990 h 8839200"/>
              <a:gd name="connsiteX81" fmla="*/ 8317084 w 15732060"/>
              <a:gd name="connsiteY81" fmla="*/ 8068511 h 8839200"/>
              <a:gd name="connsiteX82" fmla="*/ 8303915 w 15732060"/>
              <a:gd name="connsiteY82" fmla="*/ 8073861 h 8839200"/>
              <a:gd name="connsiteX83" fmla="*/ 8303915 w 15732060"/>
              <a:gd name="connsiteY83" fmla="*/ 8100200 h 8839200"/>
              <a:gd name="connsiteX84" fmla="*/ 8328608 w 15732060"/>
              <a:gd name="connsiteY84" fmla="*/ 8101846 h 8839200"/>
              <a:gd name="connsiteX85" fmla="*/ 8425733 w 15732060"/>
              <a:gd name="connsiteY85" fmla="*/ 8198971 h 8839200"/>
              <a:gd name="connsiteX86" fmla="*/ 8426282 w 15732060"/>
              <a:gd name="connsiteY86" fmla="*/ 8198971 h 8839200"/>
              <a:gd name="connsiteX87" fmla="*/ 8649614 w 15732060"/>
              <a:gd name="connsiteY87" fmla="*/ 8199520 h 8839200"/>
              <a:gd name="connsiteX88" fmla="*/ 8891603 w 15732060"/>
              <a:gd name="connsiteY88" fmla="*/ 8441510 h 8839200"/>
              <a:gd name="connsiteX89" fmla="*/ 8891603 w 15732060"/>
              <a:gd name="connsiteY89" fmla="*/ 8753187 h 8839200"/>
              <a:gd name="connsiteX90" fmla="*/ 8875142 w 15732060"/>
              <a:gd name="connsiteY90" fmla="*/ 8771844 h 8839200"/>
              <a:gd name="connsiteX91" fmla="*/ 8893799 w 15732060"/>
              <a:gd name="connsiteY91" fmla="*/ 8790501 h 8839200"/>
              <a:gd name="connsiteX92" fmla="*/ 8912456 w 15732060"/>
              <a:gd name="connsiteY92" fmla="*/ 8771844 h 8839200"/>
              <a:gd name="connsiteX93" fmla="*/ 8907723 w 15732060"/>
              <a:gd name="connsiteY93" fmla="*/ 8759018 h 8839200"/>
              <a:gd name="connsiteX94" fmla="*/ 8896542 w 15732060"/>
              <a:gd name="connsiteY94" fmla="*/ 8753460 h 8839200"/>
              <a:gd name="connsiteX95" fmla="*/ 8896542 w 15732060"/>
              <a:gd name="connsiteY95" fmla="*/ 8753736 h 8839200"/>
              <a:gd name="connsiteX96" fmla="*/ 8895993 w 15732060"/>
              <a:gd name="connsiteY96" fmla="*/ 8753187 h 8839200"/>
              <a:gd name="connsiteX97" fmla="*/ 8896542 w 15732060"/>
              <a:gd name="connsiteY97" fmla="*/ 8753460 h 8839200"/>
              <a:gd name="connsiteX98" fmla="*/ 8896542 w 15732060"/>
              <a:gd name="connsiteY98" fmla="*/ 8439863 h 8839200"/>
              <a:gd name="connsiteX99" fmla="*/ 8652358 w 15732060"/>
              <a:gd name="connsiteY99" fmla="*/ 8195679 h 8839200"/>
              <a:gd name="connsiteX100" fmla="*/ 8651810 w 15732060"/>
              <a:gd name="connsiteY100" fmla="*/ 8195679 h 8839200"/>
              <a:gd name="connsiteX101" fmla="*/ 8428477 w 15732060"/>
              <a:gd name="connsiteY101" fmla="*/ 8195130 h 8839200"/>
              <a:gd name="connsiteX102" fmla="*/ 8331900 w 15732060"/>
              <a:gd name="connsiteY102" fmla="*/ 8098555 h 8839200"/>
              <a:gd name="connsiteX103" fmla="*/ 8330254 w 15732060"/>
              <a:gd name="connsiteY103" fmla="*/ 8073861 h 8839200"/>
              <a:gd name="connsiteX104" fmla="*/ 8317084 w 15732060"/>
              <a:gd name="connsiteY104" fmla="*/ 8068511 h 8839200"/>
              <a:gd name="connsiteX105" fmla="*/ 903206 w 15732060"/>
              <a:gd name="connsiteY105" fmla="*/ 7993746 h 8839200"/>
              <a:gd name="connsiteX106" fmla="*/ 884550 w 15732060"/>
              <a:gd name="connsiteY106" fmla="*/ 8010209 h 8839200"/>
              <a:gd name="connsiteX107" fmla="*/ 260646 w 15732060"/>
              <a:gd name="connsiteY107" fmla="*/ 8010209 h 8839200"/>
              <a:gd name="connsiteX108" fmla="*/ 133340 w 15732060"/>
              <a:gd name="connsiteY108" fmla="*/ 8137514 h 8839200"/>
              <a:gd name="connsiteX109" fmla="*/ 108648 w 15732060"/>
              <a:gd name="connsiteY109" fmla="*/ 8139160 h 8839200"/>
              <a:gd name="connsiteX110" fmla="*/ 108648 w 15732060"/>
              <a:gd name="connsiteY110" fmla="*/ 8165499 h 8839200"/>
              <a:gd name="connsiteX111" fmla="*/ 134986 w 15732060"/>
              <a:gd name="connsiteY111" fmla="*/ 8165499 h 8839200"/>
              <a:gd name="connsiteX112" fmla="*/ 136634 w 15732060"/>
              <a:gd name="connsiteY112" fmla="*/ 8140807 h 8839200"/>
              <a:gd name="connsiteX113" fmla="*/ 262840 w 15732060"/>
              <a:gd name="connsiteY113" fmla="*/ 8014598 h 8839200"/>
              <a:gd name="connsiteX114" fmla="*/ 884550 w 15732060"/>
              <a:gd name="connsiteY114" fmla="*/ 8014598 h 8839200"/>
              <a:gd name="connsiteX115" fmla="*/ 903206 w 15732060"/>
              <a:gd name="connsiteY115" fmla="*/ 8031060 h 8839200"/>
              <a:gd name="connsiteX116" fmla="*/ 921864 w 15732060"/>
              <a:gd name="connsiteY116" fmla="*/ 8012403 h 8839200"/>
              <a:gd name="connsiteX117" fmla="*/ 903206 w 15732060"/>
              <a:gd name="connsiteY117" fmla="*/ 7993746 h 8839200"/>
              <a:gd name="connsiteX118" fmla="*/ 4129185 w 15732060"/>
              <a:gd name="connsiteY118" fmla="*/ 7974541 h 8839200"/>
              <a:gd name="connsiteX119" fmla="*/ 4110528 w 15732060"/>
              <a:gd name="connsiteY119" fmla="*/ 7993198 h 8839200"/>
              <a:gd name="connsiteX120" fmla="*/ 4126990 w 15732060"/>
              <a:gd name="connsiteY120" fmla="*/ 8011855 h 8839200"/>
              <a:gd name="connsiteX121" fmla="*/ 4126990 w 15732060"/>
              <a:gd name="connsiteY121" fmla="*/ 8401452 h 8839200"/>
              <a:gd name="connsiteX122" fmla="*/ 3920119 w 15732060"/>
              <a:gd name="connsiteY122" fmla="*/ 8608323 h 8839200"/>
              <a:gd name="connsiteX123" fmla="*/ 3804337 w 15732060"/>
              <a:gd name="connsiteY123" fmla="*/ 8608323 h 8839200"/>
              <a:gd name="connsiteX124" fmla="*/ 3646852 w 15732060"/>
              <a:gd name="connsiteY124" fmla="*/ 8765808 h 8839200"/>
              <a:gd name="connsiteX125" fmla="*/ 3622159 w 15732060"/>
              <a:gd name="connsiteY125" fmla="*/ 8767454 h 8839200"/>
              <a:gd name="connsiteX126" fmla="*/ 3622159 w 15732060"/>
              <a:gd name="connsiteY126" fmla="*/ 8793793 h 8839200"/>
              <a:gd name="connsiteX127" fmla="*/ 3648498 w 15732060"/>
              <a:gd name="connsiteY127" fmla="*/ 8793793 h 8839200"/>
              <a:gd name="connsiteX128" fmla="*/ 3650144 w 15732060"/>
              <a:gd name="connsiteY128" fmla="*/ 8769101 h 8839200"/>
              <a:gd name="connsiteX129" fmla="*/ 3805984 w 15732060"/>
              <a:gd name="connsiteY129" fmla="*/ 8613261 h 8839200"/>
              <a:gd name="connsiteX130" fmla="*/ 3921766 w 15732060"/>
              <a:gd name="connsiteY130" fmla="*/ 8613261 h 8839200"/>
              <a:gd name="connsiteX131" fmla="*/ 4131380 w 15732060"/>
              <a:gd name="connsiteY131" fmla="*/ 8403648 h 8839200"/>
              <a:gd name="connsiteX132" fmla="*/ 4131380 w 15732060"/>
              <a:gd name="connsiteY132" fmla="*/ 8011855 h 8839200"/>
              <a:gd name="connsiteX133" fmla="*/ 4147842 w 15732060"/>
              <a:gd name="connsiteY133" fmla="*/ 7993198 h 8839200"/>
              <a:gd name="connsiteX134" fmla="*/ 4129185 w 15732060"/>
              <a:gd name="connsiteY134" fmla="*/ 7974541 h 8839200"/>
              <a:gd name="connsiteX135" fmla="*/ 9336828 w 15732060"/>
              <a:gd name="connsiteY135" fmla="*/ 7947997 h 8839200"/>
              <a:gd name="connsiteX136" fmla="*/ 9323453 w 15732060"/>
              <a:gd name="connsiteY136" fmla="*/ 7953141 h 8839200"/>
              <a:gd name="connsiteX137" fmla="*/ 9323453 w 15732060"/>
              <a:gd name="connsiteY137" fmla="*/ 7979480 h 8839200"/>
              <a:gd name="connsiteX138" fmla="*/ 9348147 w 15732060"/>
              <a:gd name="connsiteY138" fmla="*/ 7981126 h 8839200"/>
              <a:gd name="connsiteX139" fmla="*/ 9667506 w 15732060"/>
              <a:gd name="connsiteY139" fmla="*/ 8300486 h 8839200"/>
              <a:gd name="connsiteX140" fmla="*/ 9667506 w 15732060"/>
              <a:gd name="connsiteY140" fmla="*/ 8759772 h 8839200"/>
              <a:gd name="connsiteX141" fmla="*/ 9651044 w 15732060"/>
              <a:gd name="connsiteY141" fmla="*/ 8778429 h 8839200"/>
              <a:gd name="connsiteX142" fmla="*/ 9669701 w 15732060"/>
              <a:gd name="connsiteY142" fmla="*/ 8797086 h 8839200"/>
              <a:gd name="connsiteX143" fmla="*/ 9688358 w 15732060"/>
              <a:gd name="connsiteY143" fmla="*/ 8778429 h 8839200"/>
              <a:gd name="connsiteX144" fmla="*/ 9683626 w 15732060"/>
              <a:gd name="connsiteY144" fmla="*/ 8765603 h 8839200"/>
              <a:gd name="connsiteX145" fmla="*/ 9672445 w 15732060"/>
              <a:gd name="connsiteY145" fmla="*/ 8760045 h 8839200"/>
              <a:gd name="connsiteX146" fmla="*/ 9672445 w 15732060"/>
              <a:gd name="connsiteY146" fmla="*/ 8760321 h 8839200"/>
              <a:gd name="connsiteX147" fmla="*/ 9671897 w 15732060"/>
              <a:gd name="connsiteY147" fmla="*/ 8759772 h 8839200"/>
              <a:gd name="connsiteX148" fmla="*/ 9672445 w 15732060"/>
              <a:gd name="connsiteY148" fmla="*/ 8760045 h 8839200"/>
              <a:gd name="connsiteX149" fmla="*/ 9672445 w 15732060"/>
              <a:gd name="connsiteY149" fmla="*/ 8298840 h 8839200"/>
              <a:gd name="connsiteX150" fmla="*/ 9351439 w 15732060"/>
              <a:gd name="connsiteY150" fmla="*/ 7977834 h 8839200"/>
              <a:gd name="connsiteX151" fmla="*/ 9349792 w 15732060"/>
              <a:gd name="connsiteY151" fmla="*/ 7953141 h 8839200"/>
              <a:gd name="connsiteX152" fmla="*/ 9336828 w 15732060"/>
              <a:gd name="connsiteY152" fmla="*/ 7947997 h 8839200"/>
              <a:gd name="connsiteX153" fmla="*/ 7968642 w 15732060"/>
              <a:gd name="connsiteY153" fmla="*/ 7870832 h 8839200"/>
              <a:gd name="connsiteX154" fmla="*/ 7949984 w 15732060"/>
              <a:gd name="connsiteY154" fmla="*/ 7889488 h 8839200"/>
              <a:gd name="connsiteX155" fmla="*/ 7966447 w 15732060"/>
              <a:gd name="connsiteY155" fmla="*/ 7908145 h 8839200"/>
              <a:gd name="connsiteX156" fmla="*/ 7966447 w 15732060"/>
              <a:gd name="connsiteY156" fmla="*/ 8525465 h 8839200"/>
              <a:gd name="connsiteX157" fmla="*/ 7949984 w 15732060"/>
              <a:gd name="connsiteY157" fmla="*/ 8544122 h 8839200"/>
              <a:gd name="connsiteX158" fmla="*/ 7968642 w 15732060"/>
              <a:gd name="connsiteY158" fmla="*/ 8562779 h 8839200"/>
              <a:gd name="connsiteX159" fmla="*/ 7987298 w 15732060"/>
              <a:gd name="connsiteY159" fmla="*/ 8544122 h 8839200"/>
              <a:gd name="connsiteX160" fmla="*/ 7970837 w 15732060"/>
              <a:gd name="connsiteY160" fmla="*/ 8525465 h 8839200"/>
              <a:gd name="connsiteX161" fmla="*/ 7970837 w 15732060"/>
              <a:gd name="connsiteY161" fmla="*/ 7908145 h 8839200"/>
              <a:gd name="connsiteX162" fmla="*/ 7987298 w 15732060"/>
              <a:gd name="connsiteY162" fmla="*/ 7889488 h 8839200"/>
              <a:gd name="connsiteX163" fmla="*/ 7968642 w 15732060"/>
              <a:gd name="connsiteY163" fmla="*/ 7870832 h 8839200"/>
              <a:gd name="connsiteX164" fmla="*/ 4137965 w 15732060"/>
              <a:gd name="connsiteY164" fmla="*/ 7810060 h 8839200"/>
              <a:gd name="connsiteX165" fmla="*/ 4124796 w 15732060"/>
              <a:gd name="connsiteY165" fmla="*/ 7815410 h 8839200"/>
              <a:gd name="connsiteX166" fmla="*/ 4123149 w 15732060"/>
              <a:gd name="connsiteY166" fmla="*/ 7840103 h 8839200"/>
              <a:gd name="connsiteX167" fmla="*/ 4026024 w 15732060"/>
              <a:gd name="connsiteY167" fmla="*/ 7937228 h 8839200"/>
              <a:gd name="connsiteX168" fmla="*/ 4026024 w 15732060"/>
              <a:gd name="connsiteY168" fmla="*/ 8023926 h 8839200"/>
              <a:gd name="connsiteX169" fmla="*/ 3871282 w 15732060"/>
              <a:gd name="connsiteY169" fmla="*/ 8178669 h 8839200"/>
              <a:gd name="connsiteX170" fmla="*/ 3769218 w 15732060"/>
              <a:gd name="connsiteY170" fmla="*/ 8178669 h 8839200"/>
              <a:gd name="connsiteX171" fmla="*/ 3176592 w 15732060"/>
              <a:gd name="connsiteY171" fmla="*/ 8771295 h 8839200"/>
              <a:gd name="connsiteX172" fmla="*/ 3151898 w 15732060"/>
              <a:gd name="connsiteY172" fmla="*/ 8772941 h 8839200"/>
              <a:gd name="connsiteX173" fmla="*/ 3151898 w 15732060"/>
              <a:gd name="connsiteY173" fmla="*/ 8799281 h 8839200"/>
              <a:gd name="connsiteX174" fmla="*/ 3178238 w 15732060"/>
              <a:gd name="connsiteY174" fmla="*/ 8799281 h 8839200"/>
              <a:gd name="connsiteX175" fmla="*/ 3179883 w 15732060"/>
              <a:gd name="connsiteY175" fmla="*/ 8774588 h 8839200"/>
              <a:gd name="connsiteX176" fmla="*/ 3770865 w 15732060"/>
              <a:gd name="connsiteY176" fmla="*/ 8183607 h 8839200"/>
              <a:gd name="connsiteX177" fmla="*/ 3771414 w 15732060"/>
              <a:gd name="connsiteY177" fmla="*/ 8183058 h 8839200"/>
              <a:gd name="connsiteX178" fmla="*/ 3873478 w 15732060"/>
              <a:gd name="connsiteY178" fmla="*/ 8183058 h 8839200"/>
              <a:gd name="connsiteX179" fmla="*/ 4030963 w 15732060"/>
              <a:gd name="connsiteY179" fmla="*/ 8025573 h 8839200"/>
              <a:gd name="connsiteX180" fmla="*/ 4030963 w 15732060"/>
              <a:gd name="connsiteY180" fmla="*/ 7938874 h 8839200"/>
              <a:gd name="connsiteX181" fmla="*/ 4126441 w 15732060"/>
              <a:gd name="connsiteY181" fmla="*/ 7843396 h 8839200"/>
              <a:gd name="connsiteX182" fmla="*/ 4151134 w 15732060"/>
              <a:gd name="connsiteY182" fmla="*/ 7841749 h 8839200"/>
              <a:gd name="connsiteX183" fmla="*/ 4151134 w 15732060"/>
              <a:gd name="connsiteY183" fmla="*/ 7815410 h 8839200"/>
              <a:gd name="connsiteX184" fmla="*/ 4137965 w 15732060"/>
              <a:gd name="connsiteY184" fmla="*/ 7810060 h 8839200"/>
              <a:gd name="connsiteX185" fmla="*/ 6214904 w 15732060"/>
              <a:gd name="connsiteY185" fmla="*/ 7796754 h 8839200"/>
              <a:gd name="connsiteX186" fmla="*/ 6196247 w 15732060"/>
              <a:gd name="connsiteY186" fmla="*/ 7815410 h 8839200"/>
              <a:gd name="connsiteX187" fmla="*/ 6212710 w 15732060"/>
              <a:gd name="connsiteY187" fmla="*/ 7834067 h 8839200"/>
              <a:gd name="connsiteX188" fmla="*/ 6212710 w 15732060"/>
              <a:gd name="connsiteY188" fmla="*/ 8451386 h 8839200"/>
              <a:gd name="connsiteX189" fmla="*/ 6196247 w 15732060"/>
              <a:gd name="connsiteY189" fmla="*/ 8470043 h 8839200"/>
              <a:gd name="connsiteX190" fmla="*/ 6214904 w 15732060"/>
              <a:gd name="connsiteY190" fmla="*/ 8488700 h 8839200"/>
              <a:gd name="connsiteX191" fmla="*/ 6233560 w 15732060"/>
              <a:gd name="connsiteY191" fmla="*/ 8470043 h 8839200"/>
              <a:gd name="connsiteX192" fmla="*/ 6217099 w 15732060"/>
              <a:gd name="connsiteY192" fmla="*/ 8451386 h 8839200"/>
              <a:gd name="connsiteX193" fmla="*/ 6217099 w 15732060"/>
              <a:gd name="connsiteY193" fmla="*/ 7834067 h 8839200"/>
              <a:gd name="connsiteX194" fmla="*/ 6233560 w 15732060"/>
              <a:gd name="connsiteY194" fmla="*/ 7815410 h 8839200"/>
              <a:gd name="connsiteX195" fmla="*/ 6214904 w 15732060"/>
              <a:gd name="connsiteY195" fmla="*/ 7796754 h 8839200"/>
              <a:gd name="connsiteX196" fmla="*/ 2332097 w 15732060"/>
              <a:gd name="connsiteY196" fmla="*/ 7787974 h 8839200"/>
              <a:gd name="connsiteX197" fmla="*/ 2313440 w 15732060"/>
              <a:gd name="connsiteY197" fmla="*/ 7804435 h 8839200"/>
              <a:gd name="connsiteX198" fmla="*/ 1924392 w 15732060"/>
              <a:gd name="connsiteY198" fmla="*/ 7804435 h 8839200"/>
              <a:gd name="connsiteX199" fmla="*/ 1688987 w 15732060"/>
              <a:gd name="connsiteY199" fmla="*/ 8039840 h 8839200"/>
              <a:gd name="connsiteX200" fmla="*/ 1327375 w 15732060"/>
              <a:gd name="connsiteY200" fmla="*/ 8039840 h 8839200"/>
              <a:gd name="connsiteX201" fmla="*/ 596468 w 15732060"/>
              <a:gd name="connsiteY201" fmla="*/ 8770747 h 8839200"/>
              <a:gd name="connsiteX202" fmla="*/ 571774 w 15732060"/>
              <a:gd name="connsiteY202" fmla="*/ 8772392 h 8839200"/>
              <a:gd name="connsiteX203" fmla="*/ 571774 w 15732060"/>
              <a:gd name="connsiteY203" fmla="*/ 8798732 h 8839200"/>
              <a:gd name="connsiteX204" fmla="*/ 598114 w 15732060"/>
              <a:gd name="connsiteY204" fmla="*/ 8798732 h 8839200"/>
              <a:gd name="connsiteX205" fmla="*/ 599760 w 15732060"/>
              <a:gd name="connsiteY205" fmla="*/ 8774039 h 8839200"/>
              <a:gd name="connsiteX206" fmla="*/ 1329570 w 15732060"/>
              <a:gd name="connsiteY206" fmla="*/ 8044230 h 8839200"/>
              <a:gd name="connsiteX207" fmla="*/ 1691182 w 15732060"/>
              <a:gd name="connsiteY207" fmla="*/ 8044230 h 8839200"/>
              <a:gd name="connsiteX208" fmla="*/ 1926586 w 15732060"/>
              <a:gd name="connsiteY208" fmla="*/ 7808826 h 8839200"/>
              <a:gd name="connsiteX209" fmla="*/ 2313440 w 15732060"/>
              <a:gd name="connsiteY209" fmla="*/ 7808826 h 8839200"/>
              <a:gd name="connsiteX210" fmla="*/ 2332097 w 15732060"/>
              <a:gd name="connsiteY210" fmla="*/ 7825287 h 8839200"/>
              <a:gd name="connsiteX211" fmla="*/ 2350754 w 15732060"/>
              <a:gd name="connsiteY211" fmla="*/ 7806630 h 8839200"/>
              <a:gd name="connsiteX212" fmla="*/ 2332097 w 15732060"/>
              <a:gd name="connsiteY212" fmla="*/ 7787974 h 8839200"/>
              <a:gd name="connsiteX213" fmla="*/ 5800614 w 15732060"/>
              <a:gd name="connsiteY213" fmla="*/ 7665744 h 8839200"/>
              <a:gd name="connsiteX214" fmla="*/ 5787444 w 15732060"/>
              <a:gd name="connsiteY214" fmla="*/ 7671094 h 8839200"/>
              <a:gd name="connsiteX215" fmla="*/ 5785798 w 15732060"/>
              <a:gd name="connsiteY215" fmla="*/ 7695788 h 8839200"/>
              <a:gd name="connsiteX216" fmla="*/ 5719401 w 15732060"/>
              <a:gd name="connsiteY216" fmla="*/ 7762183 h 8839200"/>
              <a:gd name="connsiteX217" fmla="*/ 5719401 w 15732060"/>
              <a:gd name="connsiteY217" fmla="*/ 8747700 h 8839200"/>
              <a:gd name="connsiteX218" fmla="*/ 5702940 w 15732060"/>
              <a:gd name="connsiteY218" fmla="*/ 8766357 h 8839200"/>
              <a:gd name="connsiteX219" fmla="*/ 5721596 w 15732060"/>
              <a:gd name="connsiteY219" fmla="*/ 8785014 h 8839200"/>
              <a:gd name="connsiteX220" fmla="*/ 5740254 w 15732060"/>
              <a:gd name="connsiteY220" fmla="*/ 8766357 h 8839200"/>
              <a:gd name="connsiteX221" fmla="*/ 5723792 w 15732060"/>
              <a:gd name="connsiteY221" fmla="*/ 8747700 h 8839200"/>
              <a:gd name="connsiteX222" fmla="*/ 5723792 w 15732060"/>
              <a:gd name="connsiteY222" fmla="*/ 7764379 h 8839200"/>
              <a:gd name="connsiteX223" fmla="*/ 5789090 w 15732060"/>
              <a:gd name="connsiteY223" fmla="*/ 7699079 h 8839200"/>
              <a:gd name="connsiteX224" fmla="*/ 5813784 w 15732060"/>
              <a:gd name="connsiteY224" fmla="*/ 7697433 h 8839200"/>
              <a:gd name="connsiteX225" fmla="*/ 5813784 w 15732060"/>
              <a:gd name="connsiteY225" fmla="*/ 7671094 h 8839200"/>
              <a:gd name="connsiteX226" fmla="*/ 5800614 w 15732060"/>
              <a:gd name="connsiteY226" fmla="*/ 7665744 h 8839200"/>
              <a:gd name="connsiteX227" fmla="*/ 14789891 w 15732060"/>
              <a:gd name="connsiteY227" fmla="*/ 7554901 h 8839200"/>
              <a:gd name="connsiteX228" fmla="*/ 14776722 w 15732060"/>
              <a:gd name="connsiteY228" fmla="*/ 7560251 h 8839200"/>
              <a:gd name="connsiteX229" fmla="*/ 14776722 w 15732060"/>
              <a:gd name="connsiteY229" fmla="*/ 7586590 h 8839200"/>
              <a:gd name="connsiteX230" fmla="*/ 14801415 w 15732060"/>
              <a:gd name="connsiteY230" fmla="*/ 7588236 h 8839200"/>
              <a:gd name="connsiteX231" fmla="*/ 14851349 w 15732060"/>
              <a:gd name="connsiteY231" fmla="*/ 7638170 h 8839200"/>
              <a:gd name="connsiteX232" fmla="*/ 14851898 w 15732060"/>
              <a:gd name="connsiteY232" fmla="*/ 7638170 h 8839200"/>
              <a:gd name="connsiteX233" fmla="*/ 15503787 w 15732060"/>
              <a:gd name="connsiteY233" fmla="*/ 7638719 h 8839200"/>
              <a:gd name="connsiteX234" fmla="*/ 15670602 w 15732060"/>
              <a:gd name="connsiteY234" fmla="*/ 7805533 h 8839200"/>
              <a:gd name="connsiteX235" fmla="*/ 15672247 w 15732060"/>
              <a:gd name="connsiteY235" fmla="*/ 7830226 h 8839200"/>
              <a:gd name="connsiteX236" fmla="*/ 15698586 w 15732060"/>
              <a:gd name="connsiteY236" fmla="*/ 7830226 h 8839200"/>
              <a:gd name="connsiteX237" fmla="*/ 15698586 w 15732060"/>
              <a:gd name="connsiteY237" fmla="*/ 7803887 h 8839200"/>
              <a:gd name="connsiteX238" fmla="*/ 15673894 w 15732060"/>
              <a:gd name="connsiteY238" fmla="*/ 7802241 h 8839200"/>
              <a:gd name="connsiteX239" fmla="*/ 15506531 w 15732060"/>
              <a:gd name="connsiteY239" fmla="*/ 7634879 h 8839200"/>
              <a:gd name="connsiteX240" fmla="*/ 15505984 w 15732060"/>
              <a:gd name="connsiteY240" fmla="*/ 7634879 h 8839200"/>
              <a:gd name="connsiteX241" fmla="*/ 14854093 w 15732060"/>
              <a:gd name="connsiteY241" fmla="*/ 7634329 h 8839200"/>
              <a:gd name="connsiteX242" fmla="*/ 14804707 w 15732060"/>
              <a:gd name="connsiteY242" fmla="*/ 7584944 h 8839200"/>
              <a:gd name="connsiteX243" fmla="*/ 14803061 w 15732060"/>
              <a:gd name="connsiteY243" fmla="*/ 7560251 h 8839200"/>
              <a:gd name="connsiteX244" fmla="*/ 14789891 w 15732060"/>
              <a:gd name="connsiteY244" fmla="*/ 7554901 h 8839200"/>
              <a:gd name="connsiteX245" fmla="*/ 9237851 w 15732060"/>
              <a:gd name="connsiteY245" fmla="*/ 7538988 h 8839200"/>
              <a:gd name="connsiteX246" fmla="*/ 9224682 w 15732060"/>
              <a:gd name="connsiteY246" fmla="*/ 7544338 h 8839200"/>
              <a:gd name="connsiteX247" fmla="*/ 9224682 w 15732060"/>
              <a:gd name="connsiteY247" fmla="*/ 7570677 h 8839200"/>
              <a:gd name="connsiteX248" fmla="*/ 9249376 w 15732060"/>
              <a:gd name="connsiteY248" fmla="*/ 7572323 h 8839200"/>
              <a:gd name="connsiteX249" fmla="*/ 9346500 w 15732060"/>
              <a:gd name="connsiteY249" fmla="*/ 7669448 h 8839200"/>
              <a:gd name="connsiteX250" fmla="*/ 9347048 w 15732060"/>
              <a:gd name="connsiteY250" fmla="*/ 7669448 h 8839200"/>
              <a:gd name="connsiteX251" fmla="*/ 9570382 w 15732060"/>
              <a:gd name="connsiteY251" fmla="*/ 7669996 h 8839200"/>
              <a:gd name="connsiteX252" fmla="*/ 9755303 w 15732060"/>
              <a:gd name="connsiteY252" fmla="*/ 7854919 h 8839200"/>
              <a:gd name="connsiteX253" fmla="*/ 9756949 w 15732060"/>
              <a:gd name="connsiteY253" fmla="*/ 7879611 h 8839200"/>
              <a:gd name="connsiteX254" fmla="*/ 9783288 w 15732060"/>
              <a:gd name="connsiteY254" fmla="*/ 7879611 h 8839200"/>
              <a:gd name="connsiteX255" fmla="*/ 9783288 w 15732060"/>
              <a:gd name="connsiteY255" fmla="*/ 7853272 h 8839200"/>
              <a:gd name="connsiteX256" fmla="*/ 9758595 w 15732060"/>
              <a:gd name="connsiteY256" fmla="*/ 7851626 h 8839200"/>
              <a:gd name="connsiteX257" fmla="*/ 9573126 w 15732060"/>
              <a:gd name="connsiteY257" fmla="*/ 7666156 h 8839200"/>
              <a:gd name="connsiteX258" fmla="*/ 9572577 w 15732060"/>
              <a:gd name="connsiteY258" fmla="*/ 7666156 h 8839200"/>
              <a:gd name="connsiteX259" fmla="*/ 9349244 w 15732060"/>
              <a:gd name="connsiteY259" fmla="*/ 7665608 h 8839200"/>
              <a:gd name="connsiteX260" fmla="*/ 9252667 w 15732060"/>
              <a:gd name="connsiteY260" fmla="*/ 7569031 h 8839200"/>
              <a:gd name="connsiteX261" fmla="*/ 9251021 w 15732060"/>
              <a:gd name="connsiteY261" fmla="*/ 7544338 h 8839200"/>
              <a:gd name="connsiteX262" fmla="*/ 9237851 w 15732060"/>
              <a:gd name="connsiteY262" fmla="*/ 7538988 h 8839200"/>
              <a:gd name="connsiteX263" fmla="*/ 4765711 w 15732060"/>
              <a:gd name="connsiteY263" fmla="*/ 7500028 h 8839200"/>
              <a:gd name="connsiteX264" fmla="*/ 4752542 w 15732060"/>
              <a:gd name="connsiteY264" fmla="*/ 7505378 h 8839200"/>
              <a:gd name="connsiteX265" fmla="*/ 4750895 w 15732060"/>
              <a:gd name="connsiteY265" fmla="*/ 7530071 h 8839200"/>
              <a:gd name="connsiteX266" fmla="*/ 4653770 w 15732060"/>
              <a:gd name="connsiteY266" fmla="*/ 7627196 h 8839200"/>
              <a:gd name="connsiteX267" fmla="*/ 4653770 w 15732060"/>
              <a:gd name="connsiteY267" fmla="*/ 8470043 h 8839200"/>
              <a:gd name="connsiteX268" fmla="*/ 4499028 w 15732060"/>
              <a:gd name="connsiteY268" fmla="*/ 8624785 h 8839200"/>
              <a:gd name="connsiteX269" fmla="*/ 4302584 w 15732060"/>
              <a:gd name="connsiteY269" fmla="*/ 8624785 h 8839200"/>
              <a:gd name="connsiteX270" fmla="*/ 4153878 w 15732060"/>
              <a:gd name="connsiteY270" fmla="*/ 8773491 h 8839200"/>
              <a:gd name="connsiteX271" fmla="*/ 4129185 w 15732060"/>
              <a:gd name="connsiteY271" fmla="*/ 8775136 h 8839200"/>
              <a:gd name="connsiteX272" fmla="*/ 4129185 w 15732060"/>
              <a:gd name="connsiteY272" fmla="*/ 8801475 h 8839200"/>
              <a:gd name="connsiteX273" fmla="*/ 4155524 w 15732060"/>
              <a:gd name="connsiteY273" fmla="*/ 8801475 h 8839200"/>
              <a:gd name="connsiteX274" fmla="*/ 4157170 w 15732060"/>
              <a:gd name="connsiteY274" fmla="*/ 8776783 h 8839200"/>
              <a:gd name="connsiteX275" fmla="*/ 4304778 w 15732060"/>
              <a:gd name="connsiteY275" fmla="*/ 8629174 h 8839200"/>
              <a:gd name="connsiteX276" fmla="*/ 4501224 w 15732060"/>
              <a:gd name="connsiteY276" fmla="*/ 8629174 h 8839200"/>
              <a:gd name="connsiteX277" fmla="*/ 4658709 w 15732060"/>
              <a:gd name="connsiteY277" fmla="*/ 8471690 h 8839200"/>
              <a:gd name="connsiteX278" fmla="*/ 4658709 w 15732060"/>
              <a:gd name="connsiteY278" fmla="*/ 7628842 h 8839200"/>
              <a:gd name="connsiteX279" fmla="*/ 4754188 w 15732060"/>
              <a:gd name="connsiteY279" fmla="*/ 7533364 h 8839200"/>
              <a:gd name="connsiteX280" fmla="*/ 4778880 w 15732060"/>
              <a:gd name="connsiteY280" fmla="*/ 7531717 h 8839200"/>
              <a:gd name="connsiteX281" fmla="*/ 4778880 w 15732060"/>
              <a:gd name="connsiteY281" fmla="*/ 7505378 h 8839200"/>
              <a:gd name="connsiteX282" fmla="*/ 4765711 w 15732060"/>
              <a:gd name="connsiteY282" fmla="*/ 7500028 h 8839200"/>
              <a:gd name="connsiteX283" fmla="*/ 7883040 w 15732060"/>
              <a:gd name="connsiteY283" fmla="*/ 7437473 h 8839200"/>
              <a:gd name="connsiteX284" fmla="*/ 7869870 w 15732060"/>
              <a:gd name="connsiteY284" fmla="*/ 7442823 h 8839200"/>
              <a:gd name="connsiteX285" fmla="*/ 7869870 w 15732060"/>
              <a:gd name="connsiteY285" fmla="*/ 7443372 h 8839200"/>
              <a:gd name="connsiteX286" fmla="*/ 7868224 w 15732060"/>
              <a:gd name="connsiteY286" fmla="*/ 7468065 h 8839200"/>
              <a:gd name="connsiteX287" fmla="*/ 7801828 w 15732060"/>
              <a:gd name="connsiteY287" fmla="*/ 7534461 h 8839200"/>
              <a:gd name="connsiteX288" fmla="*/ 7801828 w 15732060"/>
              <a:gd name="connsiteY288" fmla="*/ 8728495 h 8839200"/>
              <a:gd name="connsiteX289" fmla="*/ 7785366 w 15732060"/>
              <a:gd name="connsiteY289" fmla="*/ 8747152 h 8839200"/>
              <a:gd name="connsiteX290" fmla="*/ 7804024 w 15732060"/>
              <a:gd name="connsiteY290" fmla="*/ 8765808 h 8839200"/>
              <a:gd name="connsiteX291" fmla="*/ 7822680 w 15732060"/>
              <a:gd name="connsiteY291" fmla="*/ 8747152 h 8839200"/>
              <a:gd name="connsiteX292" fmla="*/ 7806218 w 15732060"/>
              <a:gd name="connsiteY292" fmla="*/ 8728495 h 8839200"/>
              <a:gd name="connsiteX293" fmla="*/ 7806218 w 15732060"/>
              <a:gd name="connsiteY293" fmla="*/ 7536107 h 8839200"/>
              <a:gd name="connsiteX294" fmla="*/ 7871518 w 15732060"/>
              <a:gd name="connsiteY294" fmla="*/ 7470809 h 8839200"/>
              <a:gd name="connsiteX295" fmla="*/ 7896210 w 15732060"/>
              <a:gd name="connsiteY295" fmla="*/ 7469162 h 8839200"/>
              <a:gd name="connsiteX296" fmla="*/ 7896210 w 15732060"/>
              <a:gd name="connsiteY296" fmla="*/ 7442823 h 8839200"/>
              <a:gd name="connsiteX297" fmla="*/ 7883040 w 15732060"/>
              <a:gd name="connsiteY297" fmla="*/ 7437473 h 8839200"/>
              <a:gd name="connsiteX298" fmla="*/ 4495736 w 15732060"/>
              <a:gd name="connsiteY298" fmla="*/ 7399062 h 8839200"/>
              <a:gd name="connsiteX299" fmla="*/ 4482566 w 15732060"/>
              <a:gd name="connsiteY299" fmla="*/ 7404412 h 8839200"/>
              <a:gd name="connsiteX300" fmla="*/ 4480920 w 15732060"/>
              <a:gd name="connsiteY300" fmla="*/ 7429105 h 8839200"/>
              <a:gd name="connsiteX301" fmla="*/ 4359651 w 15732060"/>
              <a:gd name="connsiteY301" fmla="*/ 7550374 h 8839200"/>
              <a:gd name="connsiteX302" fmla="*/ 4359651 w 15732060"/>
              <a:gd name="connsiteY302" fmla="*/ 8397062 h 8839200"/>
              <a:gd name="connsiteX303" fmla="*/ 4343190 w 15732060"/>
              <a:gd name="connsiteY303" fmla="*/ 8415718 h 8839200"/>
              <a:gd name="connsiteX304" fmla="*/ 4361846 w 15732060"/>
              <a:gd name="connsiteY304" fmla="*/ 8434376 h 8839200"/>
              <a:gd name="connsiteX305" fmla="*/ 4380503 w 15732060"/>
              <a:gd name="connsiteY305" fmla="*/ 8415718 h 8839200"/>
              <a:gd name="connsiteX306" fmla="*/ 4364041 w 15732060"/>
              <a:gd name="connsiteY306" fmla="*/ 8397062 h 8839200"/>
              <a:gd name="connsiteX307" fmla="*/ 4364041 w 15732060"/>
              <a:gd name="connsiteY307" fmla="*/ 7552569 h 8839200"/>
              <a:gd name="connsiteX308" fmla="*/ 4484212 w 15732060"/>
              <a:gd name="connsiteY308" fmla="*/ 7432398 h 8839200"/>
              <a:gd name="connsiteX309" fmla="*/ 4508906 w 15732060"/>
              <a:gd name="connsiteY309" fmla="*/ 7430751 h 8839200"/>
              <a:gd name="connsiteX310" fmla="*/ 4508906 w 15732060"/>
              <a:gd name="connsiteY310" fmla="*/ 7404412 h 8839200"/>
              <a:gd name="connsiteX311" fmla="*/ 4495736 w 15732060"/>
              <a:gd name="connsiteY311" fmla="*/ 7399062 h 8839200"/>
              <a:gd name="connsiteX312" fmla="*/ 13091026 w 15732060"/>
              <a:gd name="connsiteY312" fmla="*/ 7353928 h 8839200"/>
              <a:gd name="connsiteX313" fmla="*/ 13072370 w 15732060"/>
              <a:gd name="connsiteY313" fmla="*/ 7372586 h 8839200"/>
              <a:gd name="connsiteX314" fmla="*/ 13091026 w 15732060"/>
              <a:gd name="connsiteY314" fmla="*/ 7391243 h 8839200"/>
              <a:gd name="connsiteX315" fmla="*/ 13109683 w 15732060"/>
              <a:gd name="connsiteY315" fmla="*/ 7374781 h 8839200"/>
              <a:gd name="connsiteX316" fmla="*/ 13554153 w 15732060"/>
              <a:gd name="connsiteY316" fmla="*/ 7374781 h 8839200"/>
              <a:gd name="connsiteX317" fmla="*/ 13897658 w 15732060"/>
              <a:gd name="connsiteY317" fmla="*/ 7718285 h 8839200"/>
              <a:gd name="connsiteX318" fmla="*/ 13898207 w 15732060"/>
              <a:gd name="connsiteY318" fmla="*/ 7718285 h 8839200"/>
              <a:gd name="connsiteX319" fmla="*/ 14586862 w 15732060"/>
              <a:gd name="connsiteY319" fmla="*/ 7718833 h 8839200"/>
              <a:gd name="connsiteX320" fmla="*/ 15130652 w 15732060"/>
              <a:gd name="connsiteY320" fmla="*/ 8262624 h 8839200"/>
              <a:gd name="connsiteX321" fmla="*/ 15131201 w 15732060"/>
              <a:gd name="connsiteY321" fmla="*/ 8262624 h 8839200"/>
              <a:gd name="connsiteX322" fmla="*/ 15676637 w 15732060"/>
              <a:gd name="connsiteY322" fmla="*/ 8263173 h 8839200"/>
              <a:gd name="connsiteX323" fmla="*/ 15695295 w 15732060"/>
              <a:gd name="connsiteY323" fmla="*/ 8279635 h 8839200"/>
              <a:gd name="connsiteX324" fmla="*/ 15713951 w 15732060"/>
              <a:gd name="connsiteY324" fmla="*/ 8260978 h 8839200"/>
              <a:gd name="connsiteX325" fmla="*/ 15695295 w 15732060"/>
              <a:gd name="connsiteY325" fmla="*/ 8242320 h 8839200"/>
              <a:gd name="connsiteX326" fmla="*/ 15676637 w 15732060"/>
              <a:gd name="connsiteY326" fmla="*/ 8258783 h 8839200"/>
              <a:gd name="connsiteX327" fmla="*/ 15133396 w 15732060"/>
              <a:gd name="connsiteY327" fmla="*/ 8258783 h 8839200"/>
              <a:gd name="connsiteX328" fmla="*/ 14589606 w 15732060"/>
              <a:gd name="connsiteY328" fmla="*/ 7714993 h 8839200"/>
              <a:gd name="connsiteX329" fmla="*/ 14589057 w 15732060"/>
              <a:gd name="connsiteY329" fmla="*/ 7714993 h 8839200"/>
              <a:gd name="connsiteX330" fmla="*/ 13900401 w 15732060"/>
              <a:gd name="connsiteY330" fmla="*/ 7714444 h 8839200"/>
              <a:gd name="connsiteX331" fmla="*/ 13556897 w 15732060"/>
              <a:gd name="connsiteY331" fmla="*/ 7370939 h 8839200"/>
              <a:gd name="connsiteX332" fmla="*/ 13556349 w 15732060"/>
              <a:gd name="connsiteY332" fmla="*/ 7370939 h 8839200"/>
              <a:gd name="connsiteX333" fmla="*/ 13109683 w 15732060"/>
              <a:gd name="connsiteY333" fmla="*/ 7370391 h 8839200"/>
              <a:gd name="connsiteX334" fmla="*/ 13091026 w 15732060"/>
              <a:gd name="connsiteY334" fmla="*/ 7353928 h 8839200"/>
              <a:gd name="connsiteX335" fmla="*/ 5186037 w 15732060"/>
              <a:gd name="connsiteY335" fmla="*/ 7283829 h 8839200"/>
              <a:gd name="connsiteX336" fmla="*/ 5172868 w 15732060"/>
              <a:gd name="connsiteY336" fmla="*/ 7289180 h 8839200"/>
              <a:gd name="connsiteX337" fmla="*/ 5171222 w 15732060"/>
              <a:gd name="connsiteY337" fmla="*/ 7313872 h 8839200"/>
              <a:gd name="connsiteX338" fmla="*/ 5074096 w 15732060"/>
              <a:gd name="connsiteY338" fmla="*/ 7410997 h 8839200"/>
              <a:gd name="connsiteX339" fmla="*/ 5074096 w 15732060"/>
              <a:gd name="connsiteY339" fmla="*/ 8546316 h 8839200"/>
              <a:gd name="connsiteX340" fmla="*/ 4859544 w 15732060"/>
              <a:gd name="connsiteY340" fmla="*/ 8760869 h 8839200"/>
              <a:gd name="connsiteX341" fmla="*/ 4834851 w 15732060"/>
              <a:gd name="connsiteY341" fmla="*/ 8762516 h 8839200"/>
              <a:gd name="connsiteX342" fmla="*/ 4834851 w 15732060"/>
              <a:gd name="connsiteY342" fmla="*/ 8788855 h 8839200"/>
              <a:gd name="connsiteX343" fmla="*/ 4861189 w 15732060"/>
              <a:gd name="connsiteY343" fmla="*/ 8788855 h 8839200"/>
              <a:gd name="connsiteX344" fmla="*/ 4862836 w 15732060"/>
              <a:gd name="connsiteY344" fmla="*/ 8764162 h 8839200"/>
              <a:gd name="connsiteX345" fmla="*/ 5079034 w 15732060"/>
              <a:gd name="connsiteY345" fmla="*/ 8547962 h 8839200"/>
              <a:gd name="connsiteX346" fmla="*/ 5079034 w 15732060"/>
              <a:gd name="connsiteY346" fmla="*/ 7412643 h 8839200"/>
              <a:gd name="connsiteX347" fmla="*/ 5174514 w 15732060"/>
              <a:gd name="connsiteY347" fmla="*/ 7317164 h 8839200"/>
              <a:gd name="connsiteX348" fmla="*/ 5199206 w 15732060"/>
              <a:gd name="connsiteY348" fmla="*/ 7315518 h 8839200"/>
              <a:gd name="connsiteX349" fmla="*/ 5199206 w 15732060"/>
              <a:gd name="connsiteY349" fmla="*/ 7289180 h 8839200"/>
              <a:gd name="connsiteX350" fmla="*/ 5186037 w 15732060"/>
              <a:gd name="connsiteY350" fmla="*/ 7283829 h 8839200"/>
              <a:gd name="connsiteX351" fmla="*/ 11921685 w 15732060"/>
              <a:gd name="connsiteY351" fmla="*/ 7261331 h 8839200"/>
              <a:gd name="connsiteX352" fmla="*/ 11908516 w 15732060"/>
              <a:gd name="connsiteY352" fmla="*/ 7266681 h 8839200"/>
              <a:gd name="connsiteX353" fmla="*/ 11908516 w 15732060"/>
              <a:gd name="connsiteY353" fmla="*/ 7293020 h 8839200"/>
              <a:gd name="connsiteX354" fmla="*/ 11933209 w 15732060"/>
              <a:gd name="connsiteY354" fmla="*/ 7294666 h 8839200"/>
              <a:gd name="connsiteX355" fmla="*/ 12029785 w 15732060"/>
              <a:gd name="connsiteY355" fmla="*/ 7391243 h 8839200"/>
              <a:gd name="connsiteX356" fmla="*/ 12029785 w 15732060"/>
              <a:gd name="connsiteY356" fmla="*/ 7614575 h 8839200"/>
              <a:gd name="connsiteX357" fmla="*/ 12427614 w 15732060"/>
              <a:gd name="connsiteY357" fmla="*/ 8012403 h 8839200"/>
              <a:gd name="connsiteX358" fmla="*/ 12428162 w 15732060"/>
              <a:gd name="connsiteY358" fmla="*/ 8012403 h 8839200"/>
              <a:gd name="connsiteX359" fmla="*/ 12693747 w 15732060"/>
              <a:gd name="connsiteY359" fmla="*/ 8012952 h 8839200"/>
              <a:gd name="connsiteX360" fmla="*/ 13437823 w 15732060"/>
              <a:gd name="connsiteY360" fmla="*/ 8757029 h 8839200"/>
              <a:gd name="connsiteX361" fmla="*/ 13439470 w 15732060"/>
              <a:gd name="connsiteY361" fmla="*/ 8781721 h 8839200"/>
              <a:gd name="connsiteX362" fmla="*/ 13465809 w 15732060"/>
              <a:gd name="connsiteY362" fmla="*/ 8781721 h 8839200"/>
              <a:gd name="connsiteX363" fmla="*/ 13465809 w 15732060"/>
              <a:gd name="connsiteY363" fmla="*/ 8755382 h 8839200"/>
              <a:gd name="connsiteX364" fmla="*/ 13441116 w 15732060"/>
              <a:gd name="connsiteY364" fmla="*/ 8753736 h 8839200"/>
              <a:gd name="connsiteX365" fmla="*/ 13440567 w 15732060"/>
              <a:gd name="connsiteY365" fmla="*/ 8753187 h 8839200"/>
              <a:gd name="connsiteX366" fmla="*/ 12695941 w 15732060"/>
              <a:gd name="connsiteY366" fmla="*/ 8008563 h 8839200"/>
              <a:gd name="connsiteX367" fmla="*/ 12695393 w 15732060"/>
              <a:gd name="connsiteY367" fmla="*/ 8008563 h 8839200"/>
              <a:gd name="connsiteX368" fmla="*/ 12429809 w 15732060"/>
              <a:gd name="connsiteY368" fmla="*/ 8008014 h 8839200"/>
              <a:gd name="connsiteX369" fmla="*/ 12034174 w 15732060"/>
              <a:gd name="connsiteY369" fmla="*/ 7612380 h 8839200"/>
              <a:gd name="connsiteX370" fmla="*/ 12034174 w 15732060"/>
              <a:gd name="connsiteY370" fmla="*/ 7389048 h 8839200"/>
              <a:gd name="connsiteX371" fmla="*/ 11936501 w 15732060"/>
              <a:gd name="connsiteY371" fmla="*/ 7291374 h 8839200"/>
              <a:gd name="connsiteX372" fmla="*/ 11934855 w 15732060"/>
              <a:gd name="connsiteY372" fmla="*/ 7266681 h 8839200"/>
              <a:gd name="connsiteX373" fmla="*/ 11921685 w 15732060"/>
              <a:gd name="connsiteY373" fmla="*/ 7261331 h 8839200"/>
              <a:gd name="connsiteX374" fmla="*/ 10926291 w 15732060"/>
              <a:gd name="connsiteY374" fmla="*/ 7069825 h 8839200"/>
              <a:gd name="connsiteX375" fmla="*/ 10913121 w 15732060"/>
              <a:gd name="connsiteY375" fmla="*/ 7075175 h 8839200"/>
              <a:gd name="connsiteX376" fmla="*/ 10913121 w 15732060"/>
              <a:gd name="connsiteY376" fmla="*/ 7101513 h 8839200"/>
              <a:gd name="connsiteX377" fmla="*/ 10937814 w 15732060"/>
              <a:gd name="connsiteY377" fmla="*/ 7103160 h 8839200"/>
              <a:gd name="connsiteX378" fmla="*/ 11034391 w 15732060"/>
              <a:gd name="connsiteY378" fmla="*/ 7199737 h 8839200"/>
              <a:gd name="connsiteX379" fmla="*/ 11034391 w 15732060"/>
              <a:gd name="connsiteY379" fmla="*/ 7423069 h 8839200"/>
              <a:gd name="connsiteX380" fmla="*/ 11431671 w 15732060"/>
              <a:gd name="connsiteY380" fmla="*/ 7820348 h 8839200"/>
              <a:gd name="connsiteX381" fmla="*/ 11431671 w 15732060"/>
              <a:gd name="connsiteY381" fmla="*/ 7986614 h 8839200"/>
              <a:gd name="connsiteX382" fmla="*/ 12207024 w 15732060"/>
              <a:gd name="connsiteY382" fmla="*/ 8761966 h 8839200"/>
              <a:gd name="connsiteX383" fmla="*/ 12208671 w 15732060"/>
              <a:gd name="connsiteY383" fmla="*/ 8786660 h 8839200"/>
              <a:gd name="connsiteX384" fmla="*/ 12235010 w 15732060"/>
              <a:gd name="connsiteY384" fmla="*/ 8786660 h 8839200"/>
              <a:gd name="connsiteX385" fmla="*/ 12235010 w 15732060"/>
              <a:gd name="connsiteY385" fmla="*/ 8760321 h 8839200"/>
              <a:gd name="connsiteX386" fmla="*/ 12210316 w 15732060"/>
              <a:gd name="connsiteY386" fmla="*/ 8758675 h 8839200"/>
              <a:gd name="connsiteX387" fmla="*/ 12209768 w 15732060"/>
              <a:gd name="connsiteY387" fmla="*/ 8758126 h 8839200"/>
              <a:gd name="connsiteX388" fmla="*/ 11436059 w 15732060"/>
              <a:gd name="connsiteY388" fmla="*/ 7984418 h 8839200"/>
              <a:gd name="connsiteX389" fmla="*/ 11436059 w 15732060"/>
              <a:gd name="connsiteY389" fmla="*/ 7818154 h 8839200"/>
              <a:gd name="connsiteX390" fmla="*/ 11038780 w 15732060"/>
              <a:gd name="connsiteY390" fmla="*/ 7420874 h 8839200"/>
              <a:gd name="connsiteX391" fmla="*/ 11038780 w 15732060"/>
              <a:gd name="connsiteY391" fmla="*/ 7197541 h 8839200"/>
              <a:gd name="connsiteX392" fmla="*/ 10941106 w 15732060"/>
              <a:gd name="connsiteY392" fmla="*/ 7099867 h 8839200"/>
              <a:gd name="connsiteX393" fmla="*/ 10939461 w 15732060"/>
              <a:gd name="connsiteY393" fmla="*/ 7075175 h 8839200"/>
              <a:gd name="connsiteX394" fmla="*/ 10926291 w 15732060"/>
              <a:gd name="connsiteY394" fmla="*/ 7069825 h 8839200"/>
              <a:gd name="connsiteX395" fmla="*/ 1211592 w 15732060"/>
              <a:gd name="connsiteY395" fmla="*/ 7065298 h 8839200"/>
              <a:gd name="connsiteX396" fmla="*/ 1192936 w 15732060"/>
              <a:gd name="connsiteY396" fmla="*/ 7081759 h 8839200"/>
              <a:gd name="connsiteX397" fmla="*/ 568482 w 15732060"/>
              <a:gd name="connsiteY397" fmla="*/ 7081759 h 8839200"/>
              <a:gd name="connsiteX398" fmla="*/ 427460 w 15732060"/>
              <a:gd name="connsiteY398" fmla="*/ 7222782 h 8839200"/>
              <a:gd name="connsiteX399" fmla="*/ 427460 w 15732060"/>
              <a:gd name="connsiteY399" fmla="*/ 7362709 h 8839200"/>
              <a:gd name="connsiteX400" fmla="*/ 317164 w 15732060"/>
              <a:gd name="connsiteY400" fmla="*/ 7473004 h 8839200"/>
              <a:gd name="connsiteX401" fmla="*/ 292472 w 15732060"/>
              <a:gd name="connsiteY401" fmla="*/ 7474650 h 8839200"/>
              <a:gd name="connsiteX402" fmla="*/ 292472 w 15732060"/>
              <a:gd name="connsiteY402" fmla="*/ 7500989 h 8839200"/>
              <a:gd name="connsiteX403" fmla="*/ 318810 w 15732060"/>
              <a:gd name="connsiteY403" fmla="*/ 7500989 h 8839200"/>
              <a:gd name="connsiteX404" fmla="*/ 320456 w 15732060"/>
              <a:gd name="connsiteY404" fmla="*/ 7476295 h 8839200"/>
              <a:gd name="connsiteX405" fmla="*/ 431848 w 15732060"/>
              <a:gd name="connsiteY405" fmla="*/ 7364903 h 8839200"/>
              <a:gd name="connsiteX406" fmla="*/ 431848 w 15732060"/>
              <a:gd name="connsiteY406" fmla="*/ 7224977 h 8839200"/>
              <a:gd name="connsiteX407" fmla="*/ 432398 w 15732060"/>
              <a:gd name="connsiteY407" fmla="*/ 7224429 h 8839200"/>
              <a:gd name="connsiteX408" fmla="*/ 570678 w 15732060"/>
              <a:gd name="connsiteY408" fmla="*/ 7086150 h 8839200"/>
              <a:gd name="connsiteX409" fmla="*/ 1192936 w 15732060"/>
              <a:gd name="connsiteY409" fmla="*/ 7086150 h 8839200"/>
              <a:gd name="connsiteX410" fmla="*/ 1211592 w 15732060"/>
              <a:gd name="connsiteY410" fmla="*/ 7102611 h 8839200"/>
              <a:gd name="connsiteX411" fmla="*/ 1230249 w 15732060"/>
              <a:gd name="connsiteY411" fmla="*/ 7083954 h 8839200"/>
              <a:gd name="connsiteX412" fmla="*/ 1211592 w 15732060"/>
              <a:gd name="connsiteY412" fmla="*/ 7065298 h 8839200"/>
              <a:gd name="connsiteX413" fmla="*/ 10149290 w 15732060"/>
              <a:gd name="connsiteY413" fmla="*/ 7048973 h 8839200"/>
              <a:gd name="connsiteX414" fmla="*/ 10136121 w 15732060"/>
              <a:gd name="connsiteY414" fmla="*/ 7054323 h 8839200"/>
              <a:gd name="connsiteX415" fmla="*/ 10136121 w 15732060"/>
              <a:gd name="connsiteY415" fmla="*/ 7080662 h 8839200"/>
              <a:gd name="connsiteX416" fmla="*/ 10160814 w 15732060"/>
              <a:gd name="connsiteY416" fmla="*/ 7082308 h 8839200"/>
              <a:gd name="connsiteX417" fmla="*/ 10562483 w 15732060"/>
              <a:gd name="connsiteY417" fmla="*/ 7483978 h 8839200"/>
              <a:gd name="connsiteX418" fmla="*/ 10562483 w 15732060"/>
              <a:gd name="connsiteY418" fmla="*/ 7778645 h 8839200"/>
              <a:gd name="connsiteX419" fmla="*/ 10879101 w 15732060"/>
              <a:gd name="connsiteY419" fmla="*/ 8095261 h 8839200"/>
              <a:gd name="connsiteX420" fmla="*/ 10880746 w 15732060"/>
              <a:gd name="connsiteY420" fmla="*/ 8119954 h 8839200"/>
              <a:gd name="connsiteX421" fmla="*/ 10907085 w 15732060"/>
              <a:gd name="connsiteY421" fmla="*/ 8119954 h 8839200"/>
              <a:gd name="connsiteX422" fmla="*/ 10907085 w 15732060"/>
              <a:gd name="connsiteY422" fmla="*/ 8093615 h 8839200"/>
              <a:gd name="connsiteX423" fmla="*/ 10882392 w 15732060"/>
              <a:gd name="connsiteY423" fmla="*/ 8091969 h 8839200"/>
              <a:gd name="connsiteX424" fmla="*/ 10566874 w 15732060"/>
              <a:gd name="connsiteY424" fmla="*/ 7776999 h 8839200"/>
              <a:gd name="connsiteX425" fmla="*/ 10566874 w 15732060"/>
              <a:gd name="connsiteY425" fmla="*/ 7482332 h 8839200"/>
              <a:gd name="connsiteX426" fmla="*/ 10164106 w 15732060"/>
              <a:gd name="connsiteY426" fmla="*/ 7079565 h 8839200"/>
              <a:gd name="connsiteX427" fmla="*/ 10162460 w 15732060"/>
              <a:gd name="connsiteY427" fmla="*/ 7054872 h 8839200"/>
              <a:gd name="connsiteX428" fmla="*/ 10162460 w 15732060"/>
              <a:gd name="connsiteY428" fmla="*/ 7054323 h 8839200"/>
              <a:gd name="connsiteX429" fmla="*/ 10149290 w 15732060"/>
              <a:gd name="connsiteY429" fmla="*/ 7048973 h 8839200"/>
              <a:gd name="connsiteX430" fmla="*/ 3696238 w 15732060"/>
              <a:gd name="connsiteY430" fmla="*/ 6827149 h 8839200"/>
              <a:gd name="connsiteX431" fmla="*/ 3677581 w 15732060"/>
              <a:gd name="connsiteY431" fmla="*/ 6843611 h 8839200"/>
              <a:gd name="connsiteX432" fmla="*/ 3053128 w 15732060"/>
              <a:gd name="connsiteY432" fmla="*/ 6843611 h 8839200"/>
              <a:gd name="connsiteX433" fmla="*/ 2962587 w 15732060"/>
              <a:gd name="connsiteY433" fmla="*/ 6934151 h 8839200"/>
              <a:gd name="connsiteX434" fmla="*/ 2937894 w 15732060"/>
              <a:gd name="connsiteY434" fmla="*/ 6935798 h 8839200"/>
              <a:gd name="connsiteX435" fmla="*/ 2937894 w 15732060"/>
              <a:gd name="connsiteY435" fmla="*/ 6962136 h 8839200"/>
              <a:gd name="connsiteX436" fmla="*/ 2964233 w 15732060"/>
              <a:gd name="connsiteY436" fmla="*/ 6962136 h 8839200"/>
              <a:gd name="connsiteX437" fmla="*/ 2965880 w 15732060"/>
              <a:gd name="connsiteY437" fmla="*/ 6937444 h 8839200"/>
              <a:gd name="connsiteX438" fmla="*/ 3054773 w 15732060"/>
              <a:gd name="connsiteY438" fmla="*/ 6848549 h 8839200"/>
              <a:gd name="connsiteX439" fmla="*/ 3677032 w 15732060"/>
              <a:gd name="connsiteY439" fmla="*/ 6848549 h 8839200"/>
              <a:gd name="connsiteX440" fmla="*/ 3677581 w 15732060"/>
              <a:gd name="connsiteY440" fmla="*/ 6848001 h 8839200"/>
              <a:gd name="connsiteX441" fmla="*/ 3696238 w 15732060"/>
              <a:gd name="connsiteY441" fmla="*/ 6864463 h 8839200"/>
              <a:gd name="connsiteX442" fmla="*/ 3714895 w 15732060"/>
              <a:gd name="connsiteY442" fmla="*/ 6845806 h 8839200"/>
              <a:gd name="connsiteX443" fmla="*/ 3696238 w 15732060"/>
              <a:gd name="connsiteY443" fmla="*/ 6827149 h 8839200"/>
              <a:gd name="connsiteX444" fmla="*/ 9514411 w 15732060"/>
              <a:gd name="connsiteY444" fmla="*/ 6708760 h 8839200"/>
              <a:gd name="connsiteX445" fmla="*/ 9501242 w 15732060"/>
              <a:gd name="connsiteY445" fmla="*/ 6714111 h 8839200"/>
              <a:gd name="connsiteX446" fmla="*/ 9501242 w 15732060"/>
              <a:gd name="connsiteY446" fmla="*/ 6740450 h 8839200"/>
              <a:gd name="connsiteX447" fmla="*/ 9525934 w 15732060"/>
              <a:gd name="connsiteY447" fmla="*/ 6742096 h 8839200"/>
              <a:gd name="connsiteX448" fmla="*/ 10158070 w 15732060"/>
              <a:gd name="connsiteY448" fmla="*/ 7374232 h 8839200"/>
              <a:gd name="connsiteX449" fmla="*/ 10158070 w 15732060"/>
              <a:gd name="connsiteY449" fmla="*/ 7897171 h 8839200"/>
              <a:gd name="connsiteX450" fmla="*/ 10566325 w 15732060"/>
              <a:gd name="connsiteY450" fmla="*/ 8305425 h 8839200"/>
              <a:gd name="connsiteX451" fmla="*/ 10566874 w 15732060"/>
              <a:gd name="connsiteY451" fmla="*/ 8305425 h 8839200"/>
              <a:gd name="connsiteX452" fmla="*/ 11109018 w 15732060"/>
              <a:gd name="connsiteY452" fmla="*/ 8305973 h 8839200"/>
              <a:gd name="connsiteX453" fmla="*/ 11354300 w 15732060"/>
              <a:gd name="connsiteY453" fmla="*/ 8551255 h 8839200"/>
              <a:gd name="connsiteX454" fmla="*/ 11354300 w 15732060"/>
              <a:gd name="connsiteY454" fmla="*/ 8765808 h 8839200"/>
              <a:gd name="connsiteX455" fmla="*/ 11337837 w 15732060"/>
              <a:gd name="connsiteY455" fmla="*/ 8784465 h 8839200"/>
              <a:gd name="connsiteX456" fmla="*/ 11356494 w 15732060"/>
              <a:gd name="connsiteY456" fmla="*/ 8803121 h 8839200"/>
              <a:gd name="connsiteX457" fmla="*/ 11375152 w 15732060"/>
              <a:gd name="connsiteY457" fmla="*/ 8784465 h 8839200"/>
              <a:gd name="connsiteX458" fmla="*/ 11370419 w 15732060"/>
              <a:gd name="connsiteY458" fmla="*/ 8771639 h 8839200"/>
              <a:gd name="connsiteX459" fmla="*/ 11359238 w 15732060"/>
              <a:gd name="connsiteY459" fmla="*/ 8766081 h 8839200"/>
              <a:gd name="connsiteX460" fmla="*/ 11359238 w 15732060"/>
              <a:gd name="connsiteY460" fmla="*/ 8766357 h 8839200"/>
              <a:gd name="connsiteX461" fmla="*/ 11358689 w 15732060"/>
              <a:gd name="connsiteY461" fmla="*/ 8765808 h 8839200"/>
              <a:gd name="connsiteX462" fmla="*/ 11359238 w 15732060"/>
              <a:gd name="connsiteY462" fmla="*/ 8766081 h 8839200"/>
              <a:gd name="connsiteX463" fmla="*/ 11359238 w 15732060"/>
              <a:gd name="connsiteY463" fmla="*/ 8549609 h 8839200"/>
              <a:gd name="connsiteX464" fmla="*/ 11111762 w 15732060"/>
              <a:gd name="connsiteY464" fmla="*/ 8302133 h 8839200"/>
              <a:gd name="connsiteX465" fmla="*/ 11111212 w 15732060"/>
              <a:gd name="connsiteY465" fmla="*/ 8302133 h 8839200"/>
              <a:gd name="connsiteX466" fmla="*/ 10569068 w 15732060"/>
              <a:gd name="connsiteY466" fmla="*/ 8301584 h 8839200"/>
              <a:gd name="connsiteX467" fmla="*/ 10163009 w 15732060"/>
              <a:gd name="connsiteY467" fmla="*/ 7895525 h 8839200"/>
              <a:gd name="connsiteX468" fmla="*/ 10163009 w 15732060"/>
              <a:gd name="connsiteY468" fmla="*/ 7372586 h 8839200"/>
              <a:gd name="connsiteX469" fmla="*/ 9529227 w 15732060"/>
              <a:gd name="connsiteY469" fmla="*/ 6738804 h 8839200"/>
              <a:gd name="connsiteX470" fmla="*/ 9527580 w 15732060"/>
              <a:gd name="connsiteY470" fmla="*/ 6714111 h 8839200"/>
              <a:gd name="connsiteX471" fmla="*/ 9514411 w 15732060"/>
              <a:gd name="connsiteY471" fmla="*/ 6708760 h 8839200"/>
              <a:gd name="connsiteX472" fmla="*/ 4474336 w 15732060"/>
              <a:gd name="connsiteY472" fmla="*/ 6454151 h 8839200"/>
              <a:gd name="connsiteX473" fmla="*/ 4461166 w 15732060"/>
              <a:gd name="connsiteY473" fmla="*/ 6459501 h 8839200"/>
              <a:gd name="connsiteX474" fmla="*/ 4459520 w 15732060"/>
              <a:gd name="connsiteY474" fmla="*/ 6484193 h 8839200"/>
              <a:gd name="connsiteX475" fmla="*/ 4294352 w 15732060"/>
              <a:gd name="connsiteY475" fmla="*/ 6649361 h 8839200"/>
              <a:gd name="connsiteX476" fmla="*/ 3558507 w 15732060"/>
              <a:gd name="connsiteY476" fmla="*/ 6649361 h 8839200"/>
              <a:gd name="connsiteX477" fmla="*/ 3539850 w 15732060"/>
              <a:gd name="connsiteY477" fmla="*/ 6632899 h 8839200"/>
              <a:gd name="connsiteX478" fmla="*/ 3521193 w 15732060"/>
              <a:gd name="connsiteY478" fmla="*/ 6651556 h 8839200"/>
              <a:gd name="connsiteX479" fmla="*/ 3539850 w 15732060"/>
              <a:gd name="connsiteY479" fmla="*/ 6670213 h 8839200"/>
              <a:gd name="connsiteX480" fmla="*/ 3558507 w 15732060"/>
              <a:gd name="connsiteY480" fmla="*/ 6653750 h 8839200"/>
              <a:gd name="connsiteX481" fmla="*/ 4296547 w 15732060"/>
              <a:gd name="connsiteY481" fmla="*/ 6653750 h 8839200"/>
              <a:gd name="connsiteX482" fmla="*/ 4462813 w 15732060"/>
              <a:gd name="connsiteY482" fmla="*/ 6487486 h 8839200"/>
              <a:gd name="connsiteX483" fmla="*/ 4462812 w 15732060"/>
              <a:gd name="connsiteY483" fmla="*/ 6487486 h 8839200"/>
              <a:gd name="connsiteX484" fmla="*/ 4463362 w 15732060"/>
              <a:gd name="connsiteY484" fmla="*/ 6486937 h 8839200"/>
              <a:gd name="connsiteX485" fmla="*/ 4462813 w 15732060"/>
              <a:gd name="connsiteY485" fmla="*/ 6487486 h 8839200"/>
              <a:gd name="connsiteX486" fmla="*/ 4475364 w 15732060"/>
              <a:gd name="connsiteY486" fmla="*/ 6491189 h 8839200"/>
              <a:gd name="connsiteX487" fmla="*/ 4487505 w 15732060"/>
              <a:gd name="connsiteY487" fmla="*/ 6485840 h 8839200"/>
              <a:gd name="connsiteX488" fmla="*/ 4487505 w 15732060"/>
              <a:gd name="connsiteY488" fmla="*/ 6459501 h 8839200"/>
              <a:gd name="connsiteX489" fmla="*/ 4474336 w 15732060"/>
              <a:gd name="connsiteY489" fmla="*/ 6454151 h 8839200"/>
              <a:gd name="connsiteX490" fmla="*/ 2861072 w 15732060"/>
              <a:gd name="connsiteY490" fmla="*/ 6399141 h 8839200"/>
              <a:gd name="connsiteX491" fmla="*/ 2842416 w 15732060"/>
              <a:gd name="connsiteY491" fmla="*/ 6417798 h 8839200"/>
              <a:gd name="connsiteX492" fmla="*/ 2858877 w 15732060"/>
              <a:gd name="connsiteY492" fmla="*/ 6436454 h 8839200"/>
              <a:gd name="connsiteX493" fmla="*/ 2858877 w 15732060"/>
              <a:gd name="connsiteY493" fmla="*/ 6778312 h 8839200"/>
              <a:gd name="connsiteX494" fmla="*/ 2574086 w 15732060"/>
              <a:gd name="connsiteY494" fmla="*/ 7063102 h 8839200"/>
              <a:gd name="connsiteX495" fmla="*/ 1833852 w 15732060"/>
              <a:gd name="connsiteY495" fmla="*/ 7063102 h 8839200"/>
              <a:gd name="connsiteX496" fmla="*/ 1090324 w 15732060"/>
              <a:gd name="connsiteY496" fmla="*/ 7806630 h 8839200"/>
              <a:gd name="connsiteX497" fmla="*/ 60908 w 15732060"/>
              <a:gd name="connsiteY497" fmla="*/ 7806630 h 8839200"/>
              <a:gd name="connsiteX498" fmla="*/ 42250 w 15732060"/>
              <a:gd name="connsiteY498" fmla="*/ 7790168 h 8839200"/>
              <a:gd name="connsiteX499" fmla="*/ 23594 w 15732060"/>
              <a:gd name="connsiteY499" fmla="*/ 7808826 h 8839200"/>
              <a:gd name="connsiteX500" fmla="*/ 42250 w 15732060"/>
              <a:gd name="connsiteY500" fmla="*/ 7827483 h 8839200"/>
              <a:gd name="connsiteX501" fmla="*/ 60908 w 15732060"/>
              <a:gd name="connsiteY501" fmla="*/ 7811020 h 8839200"/>
              <a:gd name="connsiteX502" fmla="*/ 1091970 w 15732060"/>
              <a:gd name="connsiteY502" fmla="*/ 7811020 h 8839200"/>
              <a:gd name="connsiteX503" fmla="*/ 1835498 w 15732060"/>
              <a:gd name="connsiteY503" fmla="*/ 7067493 h 8839200"/>
              <a:gd name="connsiteX504" fmla="*/ 1835498 w 15732060"/>
              <a:gd name="connsiteY504" fmla="*/ 7068042 h 8839200"/>
              <a:gd name="connsiteX505" fmla="*/ 2575733 w 15732060"/>
              <a:gd name="connsiteY505" fmla="*/ 7068042 h 8839200"/>
              <a:gd name="connsiteX506" fmla="*/ 2863267 w 15732060"/>
              <a:gd name="connsiteY506" fmla="*/ 6780507 h 8839200"/>
              <a:gd name="connsiteX507" fmla="*/ 2863267 w 15732060"/>
              <a:gd name="connsiteY507" fmla="*/ 6436454 h 8839200"/>
              <a:gd name="connsiteX508" fmla="*/ 2879729 w 15732060"/>
              <a:gd name="connsiteY508" fmla="*/ 6417798 h 8839200"/>
              <a:gd name="connsiteX509" fmla="*/ 2861072 w 15732060"/>
              <a:gd name="connsiteY509" fmla="*/ 6399141 h 8839200"/>
              <a:gd name="connsiteX510" fmla="*/ 3111561 w 15732060"/>
              <a:gd name="connsiteY510" fmla="*/ 6398704 h 8839200"/>
              <a:gd name="connsiteX511" fmla="*/ 3098603 w 15732060"/>
              <a:gd name="connsiteY511" fmla="*/ 6404009 h 8839200"/>
              <a:gd name="connsiteX512" fmla="*/ 3093184 w 15732060"/>
              <a:gd name="connsiteY512" fmla="*/ 6417246 h 8839200"/>
              <a:gd name="connsiteX513" fmla="*/ 3109647 w 15732060"/>
              <a:gd name="connsiteY513" fmla="*/ 6435904 h 8839200"/>
              <a:gd name="connsiteX514" fmla="*/ 3109647 w 15732060"/>
              <a:gd name="connsiteY514" fmla="*/ 6726181 h 8839200"/>
              <a:gd name="connsiteX515" fmla="*/ 2526348 w 15732060"/>
              <a:gd name="connsiteY515" fmla="*/ 7309480 h 8839200"/>
              <a:gd name="connsiteX516" fmla="*/ 2231680 w 15732060"/>
              <a:gd name="connsiteY516" fmla="*/ 7309480 h 8839200"/>
              <a:gd name="connsiteX517" fmla="*/ 2131812 w 15732060"/>
              <a:gd name="connsiteY517" fmla="*/ 7209611 h 8839200"/>
              <a:gd name="connsiteX518" fmla="*/ 2131263 w 15732060"/>
              <a:gd name="connsiteY518" fmla="*/ 7209611 h 8839200"/>
              <a:gd name="connsiteX519" fmla="*/ 2021516 w 15732060"/>
              <a:gd name="connsiteY519" fmla="*/ 7209063 h 8839200"/>
              <a:gd name="connsiteX520" fmla="*/ 1603934 w 15732060"/>
              <a:gd name="connsiteY520" fmla="*/ 7626645 h 8839200"/>
              <a:gd name="connsiteX521" fmla="*/ 1396514 w 15732060"/>
              <a:gd name="connsiteY521" fmla="*/ 7626645 h 8839200"/>
              <a:gd name="connsiteX522" fmla="*/ 557508 w 15732060"/>
              <a:gd name="connsiteY522" fmla="*/ 8465652 h 8839200"/>
              <a:gd name="connsiteX523" fmla="*/ 52676 w 15732060"/>
              <a:gd name="connsiteY523" fmla="*/ 8465652 h 8839200"/>
              <a:gd name="connsiteX524" fmla="*/ 34020 w 15732060"/>
              <a:gd name="connsiteY524" fmla="*/ 8449189 h 8839200"/>
              <a:gd name="connsiteX525" fmla="*/ 15364 w 15732060"/>
              <a:gd name="connsiteY525" fmla="*/ 8467846 h 8839200"/>
              <a:gd name="connsiteX526" fmla="*/ 34020 w 15732060"/>
              <a:gd name="connsiteY526" fmla="*/ 8486503 h 8839200"/>
              <a:gd name="connsiteX527" fmla="*/ 52676 w 15732060"/>
              <a:gd name="connsiteY527" fmla="*/ 8470042 h 8839200"/>
              <a:gd name="connsiteX528" fmla="*/ 559154 w 15732060"/>
              <a:gd name="connsiteY528" fmla="*/ 8470042 h 8839200"/>
              <a:gd name="connsiteX529" fmla="*/ 1398161 w 15732060"/>
              <a:gd name="connsiteY529" fmla="*/ 7631035 h 8839200"/>
              <a:gd name="connsiteX530" fmla="*/ 1605580 w 15732060"/>
              <a:gd name="connsiteY530" fmla="*/ 7631035 h 8839200"/>
              <a:gd name="connsiteX531" fmla="*/ 2023163 w 15732060"/>
              <a:gd name="connsiteY531" fmla="*/ 7213452 h 8839200"/>
              <a:gd name="connsiteX532" fmla="*/ 2128519 w 15732060"/>
              <a:gd name="connsiteY532" fmla="*/ 7213452 h 8839200"/>
              <a:gd name="connsiteX533" fmla="*/ 2228387 w 15732060"/>
              <a:gd name="connsiteY533" fmla="*/ 7313321 h 8839200"/>
              <a:gd name="connsiteX534" fmla="*/ 2228936 w 15732060"/>
              <a:gd name="connsiteY534" fmla="*/ 7313321 h 8839200"/>
              <a:gd name="connsiteX535" fmla="*/ 2527445 w 15732060"/>
              <a:gd name="connsiteY535" fmla="*/ 7313870 h 8839200"/>
              <a:gd name="connsiteX536" fmla="*/ 3113488 w 15732060"/>
              <a:gd name="connsiteY536" fmla="*/ 6727827 h 8839200"/>
              <a:gd name="connsiteX537" fmla="*/ 3113488 w 15732060"/>
              <a:gd name="connsiteY537" fmla="*/ 6435904 h 8839200"/>
              <a:gd name="connsiteX538" fmla="*/ 3129950 w 15732060"/>
              <a:gd name="connsiteY538" fmla="*/ 6417246 h 8839200"/>
              <a:gd name="connsiteX539" fmla="*/ 3124531 w 15732060"/>
              <a:gd name="connsiteY539" fmla="*/ 6404215 h 8839200"/>
              <a:gd name="connsiteX540" fmla="*/ 2945028 w 15732060"/>
              <a:gd name="connsiteY540" fmla="*/ 6398590 h 8839200"/>
              <a:gd name="connsiteX541" fmla="*/ 2926371 w 15732060"/>
              <a:gd name="connsiteY541" fmla="*/ 6417246 h 8839200"/>
              <a:gd name="connsiteX542" fmla="*/ 2942832 w 15732060"/>
              <a:gd name="connsiteY542" fmla="*/ 6435904 h 8839200"/>
              <a:gd name="connsiteX543" fmla="*/ 2942832 w 15732060"/>
              <a:gd name="connsiteY543" fmla="*/ 6599974 h 8839200"/>
              <a:gd name="connsiteX544" fmla="*/ 2926371 w 15732060"/>
              <a:gd name="connsiteY544" fmla="*/ 6618630 h 8839200"/>
              <a:gd name="connsiteX545" fmla="*/ 2945028 w 15732060"/>
              <a:gd name="connsiteY545" fmla="*/ 6637287 h 8839200"/>
              <a:gd name="connsiteX546" fmla="*/ 2963685 w 15732060"/>
              <a:gd name="connsiteY546" fmla="*/ 6618630 h 8839200"/>
              <a:gd name="connsiteX547" fmla="*/ 2947223 w 15732060"/>
              <a:gd name="connsiteY547" fmla="*/ 6599974 h 8839200"/>
              <a:gd name="connsiteX548" fmla="*/ 2947223 w 15732060"/>
              <a:gd name="connsiteY548" fmla="*/ 6435904 h 8839200"/>
              <a:gd name="connsiteX549" fmla="*/ 2963685 w 15732060"/>
              <a:gd name="connsiteY549" fmla="*/ 6417246 h 8839200"/>
              <a:gd name="connsiteX550" fmla="*/ 2945028 w 15732060"/>
              <a:gd name="connsiteY550" fmla="*/ 6398590 h 8839200"/>
              <a:gd name="connsiteX551" fmla="*/ 3028983 w 15732060"/>
              <a:gd name="connsiteY551" fmla="*/ 6398590 h 8839200"/>
              <a:gd name="connsiteX552" fmla="*/ 3010326 w 15732060"/>
              <a:gd name="connsiteY552" fmla="*/ 6417246 h 8839200"/>
              <a:gd name="connsiteX553" fmla="*/ 3026789 w 15732060"/>
              <a:gd name="connsiteY553" fmla="*/ 6435904 h 8839200"/>
              <a:gd name="connsiteX554" fmla="*/ 3026789 w 15732060"/>
              <a:gd name="connsiteY554" fmla="*/ 6710817 h 8839200"/>
              <a:gd name="connsiteX555" fmla="*/ 2603718 w 15732060"/>
              <a:gd name="connsiteY555" fmla="*/ 7133887 h 8839200"/>
              <a:gd name="connsiteX556" fmla="*/ 1999018 w 15732060"/>
              <a:gd name="connsiteY556" fmla="*/ 7133887 h 8839200"/>
              <a:gd name="connsiteX557" fmla="*/ 1713131 w 15732060"/>
              <a:gd name="connsiteY557" fmla="*/ 7419775 h 8839200"/>
              <a:gd name="connsiteX558" fmla="*/ 1688438 w 15732060"/>
              <a:gd name="connsiteY558" fmla="*/ 7421420 h 8839200"/>
              <a:gd name="connsiteX559" fmla="*/ 1688438 w 15732060"/>
              <a:gd name="connsiteY559" fmla="*/ 7447759 h 8839200"/>
              <a:gd name="connsiteX560" fmla="*/ 1714777 w 15732060"/>
              <a:gd name="connsiteY560" fmla="*/ 7447759 h 8839200"/>
              <a:gd name="connsiteX561" fmla="*/ 1716423 w 15732060"/>
              <a:gd name="connsiteY561" fmla="*/ 7423066 h 8839200"/>
              <a:gd name="connsiteX562" fmla="*/ 2000665 w 15732060"/>
              <a:gd name="connsiteY562" fmla="*/ 7138825 h 8839200"/>
              <a:gd name="connsiteX563" fmla="*/ 2604815 w 15732060"/>
              <a:gd name="connsiteY563" fmla="*/ 7138825 h 8839200"/>
              <a:gd name="connsiteX564" fmla="*/ 3031178 w 15732060"/>
              <a:gd name="connsiteY564" fmla="*/ 6712463 h 8839200"/>
              <a:gd name="connsiteX565" fmla="*/ 3031178 w 15732060"/>
              <a:gd name="connsiteY565" fmla="*/ 6435904 h 8839200"/>
              <a:gd name="connsiteX566" fmla="*/ 3047640 w 15732060"/>
              <a:gd name="connsiteY566" fmla="*/ 6417246 h 8839200"/>
              <a:gd name="connsiteX567" fmla="*/ 3028983 w 15732060"/>
              <a:gd name="connsiteY567" fmla="*/ 6398590 h 8839200"/>
              <a:gd name="connsiteX568" fmla="*/ 3111841 w 15732060"/>
              <a:gd name="connsiteY568" fmla="*/ 6398590 h 8839200"/>
              <a:gd name="connsiteX569" fmla="*/ 3111292 w 15732060"/>
              <a:gd name="connsiteY569" fmla="*/ 6398590 h 8839200"/>
              <a:gd name="connsiteX570" fmla="*/ 3111561 w 15732060"/>
              <a:gd name="connsiteY570" fmla="*/ 6398704 h 8839200"/>
              <a:gd name="connsiteX571" fmla="*/ 3195248 w 15732060"/>
              <a:gd name="connsiteY571" fmla="*/ 6398590 h 8839200"/>
              <a:gd name="connsiteX572" fmla="*/ 3176591 w 15732060"/>
              <a:gd name="connsiteY572" fmla="*/ 6417246 h 8839200"/>
              <a:gd name="connsiteX573" fmla="*/ 3193054 w 15732060"/>
              <a:gd name="connsiteY573" fmla="*/ 6435904 h 8839200"/>
              <a:gd name="connsiteX574" fmla="*/ 3193054 w 15732060"/>
              <a:gd name="connsiteY574" fmla="*/ 6599974 h 8839200"/>
              <a:gd name="connsiteX575" fmla="*/ 3176591 w 15732060"/>
              <a:gd name="connsiteY575" fmla="*/ 6618630 h 8839200"/>
              <a:gd name="connsiteX576" fmla="*/ 3195248 w 15732060"/>
              <a:gd name="connsiteY576" fmla="*/ 6637287 h 8839200"/>
              <a:gd name="connsiteX577" fmla="*/ 3213905 w 15732060"/>
              <a:gd name="connsiteY577" fmla="*/ 6618630 h 8839200"/>
              <a:gd name="connsiteX578" fmla="*/ 3197443 w 15732060"/>
              <a:gd name="connsiteY578" fmla="*/ 6599974 h 8839200"/>
              <a:gd name="connsiteX579" fmla="*/ 3197443 w 15732060"/>
              <a:gd name="connsiteY579" fmla="*/ 6435904 h 8839200"/>
              <a:gd name="connsiteX580" fmla="*/ 3213905 w 15732060"/>
              <a:gd name="connsiteY580" fmla="*/ 6417246 h 8839200"/>
              <a:gd name="connsiteX581" fmla="*/ 3195248 w 15732060"/>
              <a:gd name="connsiteY581" fmla="*/ 6398590 h 8839200"/>
              <a:gd name="connsiteX582" fmla="*/ 3278654 w 15732060"/>
              <a:gd name="connsiteY582" fmla="*/ 6398590 h 8839200"/>
              <a:gd name="connsiteX583" fmla="*/ 3259998 w 15732060"/>
              <a:gd name="connsiteY583" fmla="*/ 6417246 h 8839200"/>
              <a:gd name="connsiteX584" fmla="*/ 3276460 w 15732060"/>
              <a:gd name="connsiteY584" fmla="*/ 6435904 h 8839200"/>
              <a:gd name="connsiteX585" fmla="*/ 3276460 w 15732060"/>
              <a:gd name="connsiteY585" fmla="*/ 6619728 h 8839200"/>
              <a:gd name="connsiteX586" fmla="*/ 3437786 w 15732060"/>
              <a:gd name="connsiteY586" fmla="*/ 6781054 h 8839200"/>
              <a:gd name="connsiteX587" fmla="*/ 3438335 w 15732060"/>
              <a:gd name="connsiteY587" fmla="*/ 6781054 h 8839200"/>
              <a:gd name="connsiteX588" fmla="*/ 4190094 w 15732060"/>
              <a:gd name="connsiteY588" fmla="*/ 6781604 h 8839200"/>
              <a:gd name="connsiteX589" fmla="*/ 4208751 w 15732060"/>
              <a:gd name="connsiteY589" fmla="*/ 6798065 h 8839200"/>
              <a:gd name="connsiteX590" fmla="*/ 4227408 w 15732060"/>
              <a:gd name="connsiteY590" fmla="*/ 6779408 h 8839200"/>
              <a:gd name="connsiteX591" fmla="*/ 4208751 w 15732060"/>
              <a:gd name="connsiteY591" fmla="*/ 6760751 h 8839200"/>
              <a:gd name="connsiteX592" fmla="*/ 4208202 w 15732060"/>
              <a:gd name="connsiteY592" fmla="*/ 6760203 h 8839200"/>
              <a:gd name="connsiteX593" fmla="*/ 4189546 w 15732060"/>
              <a:gd name="connsiteY593" fmla="*/ 6776664 h 8839200"/>
              <a:gd name="connsiteX594" fmla="*/ 3439981 w 15732060"/>
              <a:gd name="connsiteY594" fmla="*/ 6776664 h 8839200"/>
              <a:gd name="connsiteX595" fmla="*/ 3280850 w 15732060"/>
              <a:gd name="connsiteY595" fmla="*/ 6617533 h 8839200"/>
              <a:gd name="connsiteX596" fmla="*/ 3280850 w 15732060"/>
              <a:gd name="connsiteY596" fmla="*/ 6435904 h 8839200"/>
              <a:gd name="connsiteX597" fmla="*/ 3297312 w 15732060"/>
              <a:gd name="connsiteY597" fmla="*/ 6417246 h 8839200"/>
              <a:gd name="connsiteX598" fmla="*/ 3278654 w 15732060"/>
              <a:gd name="connsiteY598" fmla="*/ 6398590 h 8839200"/>
              <a:gd name="connsiteX599" fmla="*/ 2805102 w 15732060"/>
              <a:gd name="connsiteY599" fmla="*/ 6343170 h 8839200"/>
              <a:gd name="connsiteX600" fmla="*/ 2786445 w 15732060"/>
              <a:gd name="connsiteY600" fmla="*/ 6359632 h 8839200"/>
              <a:gd name="connsiteX601" fmla="*/ 2069805 w 15732060"/>
              <a:gd name="connsiteY601" fmla="*/ 6359632 h 8839200"/>
              <a:gd name="connsiteX602" fmla="*/ 785230 w 15732060"/>
              <a:gd name="connsiteY602" fmla="*/ 7644207 h 8839200"/>
              <a:gd name="connsiteX603" fmla="*/ 50482 w 15732060"/>
              <a:gd name="connsiteY603" fmla="*/ 7644207 h 8839200"/>
              <a:gd name="connsiteX604" fmla="*/ 31826 w 15732060"/>
              <a:gd name="connsiteY604" fmla="*/ 7627744 h 8839200"/>
              <a:gd name="connsiteX605" fmla="*/ 13168 w 15732060"/>
              <a:gd name="connsiteY605" fmla="*/ 7646401 h 8839200"/>
              <a:gd name="connsiteX606" fmla="*/ 31826 w 15732060"/>
              <a:gd name="connsiteY606" fmla="*/ 7665059 h 8839200"/>
              <a:gd name="connsiteX607" fmla="*/ 50482 w 15732060"/>
              <a:gd name="connsiteY607" fmla="*/ 7648597 h 8839200"/>
              <a:gd name="connsiteX608" fmla="*/ 787426 w 15732060"/>
              <a:gd name="connsiteY608" fmla="*/ 7648597 h 8839200"/>
              <a:gd name="connsiteX609" fmla="*/ 2072000 w 15732060"/>
              <a:gd name="connsiteY609" fmla="*/ 6364021 h 8839200"/>
              <a:gd name="connsiteX610" fmla="*/ 2786445 w 15732060"/>
              <a:gd name="connsiteY610" fmla="*/ 6364021 h 8839200"/>
              <a:gd name="connsiteX611" fmla="*/ 2805102 w 15732060"/>
              <a:gd name="connsiteY611" fmla="*/ 6380484 h 8839200"/>
              <a:gd name="connsiteX612" fmla="*/ 2823759 w 15732060"/>
              <a:gd name="connsiteY612" fmla="*/ 6361827 h 8839200"/>
              <a:gd name="connsiteX613" fmla="*/ 2805102 w 15732060"/>
              <a:gd name="connsiteY613" fmla="*/ 6343170 h 8839200"/>
              <a:gd name="connsiteX614" fmla="*/ 4023829 w 15732060"/>
              <a:gd name="connsiteY614" fmla="*/ 6335623 h 8839200"/>
              <a:gd name="connsiteX615" fmla="*/ 4010660 w 15732060"/>
              <a:gd name="connsiteY615" fmla="*/ 6340973 h 8839200"/>
              <a:gd name="connsiteX616" fmla="*/ 4009014 w 15732060"/>
              <a:gd name="connsiteY616" fmla="*/ 6365667 h 8839200"/>
              <a:gd name="connsiteX617" fmla="*/ 3922314 w 15732060"/>
              <a:gd name="connsiteY617" fmla="*/ 6452366 h 8839200"/>
              <a:gd name="connsiteX618" fmla="*/ 3633134 w 15732060"/>
              <a:gd name="connsiteY618" fmla="*/ 6452366 h 8839200"/>
              <a:gd name="connsiteX619" fmla="*/ 3632584 w 15732060"/>
              <a:gd name="connsiteY619" fmla="*/ 6452914 h 8839200"/>
              <a:gd name="connsiteX620" fmla="*/ 3538753 w 15732060"/>
              <a:gd name="connsiteY620" fmla="*/ 6359082 h 8839200"/>
              <a:gd name="connsiteX621" fmla="*/ 3538203 w 15732060"/>
              <a:gd name="connsiteY621" fmla="*/ 6359082 h 8839200"/>
              <a:gd name="connsiteX622" fmla="*/ 3354379 w 15732060"/>
              <a:gd name="connsiteY622" fmla="*/ 6358532 h 8839200"/>
              <a:gd name="connsiteX623" fmla="*/ 3335723 w 15732060"/>
              <a:gd name="connsiteY623" fmla="*/ 6342071 h 8839200"/>
              <a:gd name="connsiteX624" fmla="*/ 3317066 w 15732060"/>
              <a:gd name="connsiteY624" fmla="*/ 6360727 h 8839200"/>
              <a:gd name="connsiteX625" fmla="*/ 3335723 w 15732060"/>
              <a:gd name="connsiteY625" fmla="*/ 6379384 h 8839200"/>
              <a:gd name="connsiteX626" fmla="*/ 3354379 w 15732060"/>
              <a:gd name="connsiteY626" fmla="*/ 6362923 h 8839200"/>
              <a:gd name="connsiteX627" fmla="*/ 3536009 w 15732060"/>
              <a:gd name="connsiteY627" fmla="*/ 6362923 h 8839200"/>
              <a:gd name="connsiteX628" fmla="*/ 3629842 w 15732060"/>
              <a:gd name="connsiteY628" fmla="*/ 6456755 h 8839200"/>
              <a:gd name="connsiteX629" fmla="*/ 3630390 w 15732060"/>
              <a:gd name="connsiteY629" fmla="*/ 6456755 h 8839200"/>
              <a:gd name="connsiteX630" fmla="*/ 3923960 w 15732060"/>
              <a:gd name="connsiteY630" fmla="*/ 6457304 h 8839200"/>
              <a:gd name="connsiteX631" fmla="*/ 4012306 w 15732060"/>
              <a:gd name="connsiteY631" fmla="*/ 6368958 h 8839200"/>
              <a:gd name="connsiteX632" fmla="*/ 4036998 w 15732060"/>
              <a:gd name="connsiteY632" fmla="*/ 6367312 h 8839200"/>
              <a:gd name="connsiteX633" fmla="*/ 4036998 w 15732060"/>
              <a:gd name="connsiteY633" fmla="*/ 6340973 h 8839200"/>
              <a:gd name="connsiteX634" fmla="*/ 4023829 w 15732060"/>
              <a:gd name="connsiteY634" fmla="*/ 6335623 h 8839200"/>
              <a:gd name="connsiteX635" fmla="*/ 5429672 w 15732060"/>
              <a:gd name="connsiteY635" fmla="*/ 6278558 h 8839200"/>
              <a:gd name="connsiteX636" fmla="*/ 5416503 w 15732060"/>
              <a:gd name="connsiteY636" fmla="*/ 6283907 h 8839200"/>
              <a:gd name="connsiteX637" fmla="*/ 5414856 w 15732060"/>
              <a:gd name="connsiteY637" fmla="*/ 6308601 h 8839200"/>
              <a:gd name="connsiteX638" fmla="*/ 4905088 w 15732060"/>
              <a:gd name="connsiteY638" fmla="*/ 6818369 h 8839200"/>
              <a:gd name="connsiteX639" fmla="*/ 4650477 w 15732060"/>
              <a:gd name="connsiteY639" fmla="*/ 6818369 h 8839200"/>
              <a:gd name="connsiteX640" fmla="*/ 4394770 w 15732060"/>
              <a:gd name="connsiteY640" fmla="*/ 7074077 h 8839200"/>
              <a:gd name="connsiteX641" fmla="*/ 4370077 w 15732060"/>
              <a:gd name="connsiteY641" fmla="*/ 7075724 h 8839200"/>
              <a:gd name="connsiteX642" fmla="*/ 4370077 w 15732060"/>
              <a:gd name="connsiteY642" fmla="*/ 7102062 h 8839200"/>
              <a:gd name="connsiteX643" fmla="*/ 4396416 w 15732060"/>
              <a:gd name="connsiteY643" fmla="*/ 7102062 h 8839200"/>
              <a:gd name="connsiteX644" fmla="*/ 4398062 w 15732060"/>
              <a:gd name="connsiteY644" fmla="*/ 7077370 h 8839200"/>
              <a:gd name="connsiteX645" fmla="*/ 4652124 w 15732060"/>
              <a:gd name="connsiteY645" fmla="*/ 6823309 h 8839200"/>
              <a:gd name="connsiteX646" fmla="*/ 4906734 w 15732060"/>
              <a:gd name="connsiteY646" fmla="*/ 6823309 h 8839200"/>
              <a:gd name="connsiteX647" fmla="*/ 5418150 w 15732060"/>
              <a:gd name="connsiteY647" fmla="*/ 6311892 h 8839200"/>
              <a:gd name="connsiteX648" fmla="*/ 5442842 w 15732060"/>
              <a:gd name="connsiteY648" fmla="*/ 6310246 h 8839200"/>
              <a:gd name="connsiteX649" fmla="*/ 5442842 w 15732060"/>
              <a:gd name="connsiteY649" fmla="*/ 6283907 h 8839200"/>
              <a:gd name="connsiteX650" fmla="*/ 5429672 w 15732060"/>
              <a:gd name="connsiteY650" fmla="*/ 6278558 h 8839200"/>
              <a:gd name="connsiteX651" fmla="*/ 2805102 w 15732060"/>
              <a:gd name="connsiteY651" fmla="*/ 6258664 h 8839200"/>
              <a:gd name="connsiteX652" fmla="*/ 2786445 w 15732060"/>
              <a:gd name="connsiteY652" fmla="*/ 6275126 h 8839200"/>
              <a:gd name="connsiteX653" fmla="*/ 2083523 w 15732060"/>
              <a:gd name="connsiteY653" fmla="*/ 6275126 h 8839200"/>
              <a:gd name="connsiteX654" fmla="*/ 1833851 w 15732060"/>
              <a:gd name="connsiteY654" fmla="*/ 6524798 h 8839200"/>
              <a:gd name="connsiteX655" fmla="*/ 1705448 w 15732060"/>
              <a:gd name="connsiteY655" fmla="*/ 6524798 h 8839200"/>
              <a:gd name="connsiteX656" fmla="*/ 1361944 w 15732060"/>
              <a:gd name="connsiteY656" fmla="*/ 6868302 h 8839200"/>
              <a:gd name="connsiteX657" fmla="*/ 696884 w 15732060"/>
              <a:gd name="connsiteY657" fmla="*/ 6868302 h 8839200"/>
              <a:gd name="connsiteX658" fmla="*/ 467516 w 15732060"/>
              <a:gd name="connsiteY658" fmla="*/ 7097670 h 8839200"/>
              <a:gd name="connsiteX659" fmla="*/ 37312 w 15732060"/>
              <a:gd name="connsiteY659" fmla="*/ 7097670 h 8839200"/>
              <a:gd name="connsiteX660" fmla="*/ 18656 w 15732060"/>
              <a:gd name="connsiteY660" fmla="*/ 7081209 h 8839200"/>
              <a:gd name="connsiteX661" fmla="*/ 0 w 15732060"/>
              <a:gd name="connsiteY661" fmla="*/ 7099866 h 8839200"/>
              <a:gd name="connsiteX662" fmla="*/ 18656 w 15732060"/>
              <a:gd name="connsiteY662" fmla="*/ 7118523 h 8839200"/>
              <a:gd name="connsiteX663" fmla="*/ 37312 w 15732060"/>
              <a:gd name="connsiteY663" fmla="*/ 7102060 h 8839200"/>
              <a:gd name="connsiteX664" fmla="*/ 469162 w 15732060"/>
              <a:gd name="connsiteY664" fmla="*/ 7102060 h 8839200"/>
              <a:gd name="connsiteX665" fmla="*/ 698532 w 15732060"/>
              <a:gd name="connsiteY665" fmla="*/ 6872692 h 8839200"/>
              <a:gd name="connsiteX666" fmla="*/ 1363590 w 15732060"/>
              <a:gd name="connsiteY666" fmla="*/ 6872692 h 8839200"/>
              <a:gd name="connsiteX667" fmla="*/ 1707095 w 15732060"/>
              <a:gd name="connsiteY667" fmla="*/ 6529187 h 8839200"/>
              <a:gd name="connsiteX668" fmla="*/ 1835498 w 15732060"/>
              <a:gd name="connsiteY668" fmla="*/ 6529187 h 8839200"/>
              <a:gd name="connsiteX669" fmla="*/ 2085169 w 15732060"/>
              <a:gd name="connsiteY669" fmla="*/ 6279516 h 8839200"/>
              <a:gd name="connsiteX670" fmla="*/ 2786445 w 15732060"/>
              <a:gd name="connsiteY670" fmla="*/ 6279516 h 8839200"/>
              <a:gd name="connsiteX671" fmla="*/ 2805102 w 15732060"/>
              <a:gd name="connsiteY671" fmla="*/ 6295978 h 8839200"/>
              <a:gd name="connsiteX672" fmla="*/ 2823759 w 15732060"/>
              <a:gd name="connsiteY672" fmla="*/ 6277321 h 8839200"/>
              <a:gd name="connsiteX673" fmla="*/ 2805102 w 15732060"/>
              <a:gd name="connsiteY673" fmla="*/ 6258664 h 8839200"/>
              <a:gd name="connsiteX674" fmla="*/ 2804554 w 15732060"/>
              <a:gd name="connsiteY674" fmla="*/ 6175257 h 8839200"/>
              <a:gd name="connsiteX675" fmla="*/ 2785897 w 15732060"/>
              <a:gd name="connsiteY675" fmla="*/ 6191720 h 8839200"/>
              <a:gd name="connsiteX676" fmla="*/ 2621826 w 15732060"/>
              <a:gd name="connsiteY676" fmla="*/ 6191720 h 8839200"/>
              <a:gd name="connsiteX677" fmla="*/ 2603170 w 15732060"/>
              <a:gd name="connsiteY677" fmla="*/ 6175257 h 8839200"/>
              <a:gd name="connsiteX678" fmla="*/ 2584513 w 15732060"/>
              <a:gd name="connsiteY678" fmla="*/ 6193914 h 8839200"/>
              <a:gd name="connsiteX679" fmla="*/ 2603170 w 15732060"/>
              <a:gd name="connsiteY679" fmla="*/ 6212571 h 8839200"/>
              <a:gd name="connsiteX680" fmla="*/ 2621826 w 15732060"/>
              <a:gd name="connsiteY680" fmla="*/ 6196109 h 8839200"/>
              <a:gd name="connsiteX681" fmla="*/ 2785897 w 15732060"/>
              <a:gd name="connsiteY681" fmla="*/ 6196109 h 8839200"/>
              <a:gd name="connsiteX682" fmla="*/ 2804554 w 15732060"/>
              <a:gd name="connsiteY682" fmla="*/ 6212571 h 8839200"/>
              <a:gd name="connsiteX683" fmla="*/ 2823210 w 15732060"/>
              <a:gd name="connsiteY683" fmla="*/ 6193914 h 8839200"/>
              <a:gd name="connsiteX684" fmla="*/ 2804554 w 15732060"/>
              <a:gd name="connsiteY684" fmla="*/ 6175257 h 8839200"/>
              <a:gd name="connsiteX685" fmla="*/ 5032942 w 15732060"/>
              <a:gd name="connsiteY685" fmla="*/ 6093636 h 8839200"/>
              <a:gd name="connsiteX686" fmla="*/ 5019772 w 15732060"/>
              <a:gd name="connsiteY686" fmla="*/ 6098986 h 8839200"/>
              <a:gd name="connsiteX687" fmla="*/ 5018126 w 15732060"/>
              <a:gd name="connsiteY687" fmla="*/ 6123679 h 8839200"/>
              <a:gd name="connsiteX688" fmla="*/ 4240576 w 15732060"/>
              <a:gd name="connsiteY688" fmla="*/ 6901227 h 8839200"/>
              <a:gd name="connsiteX689" fmla="*/ 3982126 w 15732060"/>
              <a:gd name="connsiteY689" fmla="*/ 6901227 h 8839200"/>
              <a:gd name="connsiteX690" fmla="*/ 3452054 w 15732060"/>
              <a:gd name="connsiteY690" fmla="*/ 7431300 h 8839200"/>
              <a:gd name="connsiteX691" fmla="*/ 2989475 w 15732060"/>
              <a:gd name="connsiteY691" fmla="*/ 7431300 h 8839200"/>
              <a:gd name="connsiteX692" fmla="*/ 1999568 w 15732060"/>
              <a:gd name="connsiteY692" fmla="*/ 8421206 h 8839200"/>
              <a:gd name="connsiteX693" fmla="*/ 1184156 w 15732060"/>
              <a:gd name="connsiteY693" fmla="*/ 8421206 h 8839200"/>
              <a:gd name="connsiteX694" fmla="*/ 807180 w 15732060"/>
              <a:gd name="connsiteY694" fmla="*/ 8798184 h 8839200"/>
              <a:gd name="connsiteX695" fmla="*/ 782486 w 15732060"/>
              <a:gd name="connsiteY695" fmla="*/ 8799830 h 8839200"/>
              <a:gd name="connsiteX696" fmla="*/ 782486 w 15732060"/>
              <a:gd name="connsiteY696" fmla="*/ 8826169 h 8839200"/>
              <a:gd name="connsiteX697" fmla="*/ 808826 w 15732060"/>
              <a:gd name="connsiteY697" fmla="*/ 8826169 h 8839200"/>
              <a:gd name="connsiteX698" fmla="*/ 810472 w 15732060"/>
              <a:gd name="connsiteY698" fmla="*/ 8801475 h 8839200"/>
              <a:gd name="connsiteX699" fmla="*/ 1185802 w 15732060"/>
              <a:gd name="connsiteY699" fmla="*/ 8426145 h 8839200"/>
              <a:gd name="connsiteX700" fmla="*/ 2001214 w 15732060"/>
              <a:gd name="connsiteY700" fmla="*/ 8426145 h 8839200"/>
              <a:gd name="connsiteX701" fmla="*/ 2991121 w 15732060"/>
              <a:gd name="connsiteY701" fmla="*/ 7436238 h 8839200"/>
              <a:gd name="connsiteX702" fmla="*/ 3453699 w 15732060"/>
              <a:gd name="connsiteY702" fmla="*/ 7436238 h 8839200"/>
              <a:gd name="connsiteX703" fmla="*/ 3983772 w 15732060"/>
              <a:gd name="connsiteY703" fmla="*/ 6906167 h 8839200"/>
              <a:gd name="connsiteX704" fmla="*/ 4242224 w 15732060"/>
              <a:gd name="connsiteY704" fmla="*/ 6906167 h 8839200"/>
              <a:gd name="connsiteX705" fmla="*/ 5021418 w 15732060"/>
              <a:gd name="connsiteY705" fmla="*/ 6126971 h 8839200"/>
              <a:gd name="connsiteX706" fmla="*/ 5046112 w 15732060"/>
              <a:gd name="connsiteY706" fmla="*/ 6125325 h 8839200"/>
              <a:gd name="connsiteX707" fmla="*/ 5046112 w 15732060"/>
              <a:gd name="connsiteY707" fmla="*/ 6098986 h 8839200"/>
              <a:gd name="connsiteX708" fmla="*/ 5032942 w 15732060"/>
              <a:gd name="connsiteY708" fmla="*/ 6093636 h 8839200"/>
              <a:gd name="connsiteX709" fmla="*/ 2804554 w 15732060"/>
              <a:gd name="connsiteY709" fmla="*/ 6091851 h 8839200"/>
              <a:gd name="connsiteX710" fmla="*/ 2785897 w 15732060"/>
              <a:gd name="connsiteY710" fmla="*/ 6108312 h 8839200"/>
              <a:gd name="connsiteX711" fmla="*/ 2039076 w 15732060"/>
              <a:gd name="connsiteY711" fmla="*/ 6108312 h 8839200"/>
              <a:gd name="connsiteX712" fmla="*/ 1539184 w 15732060"/>
              <a:gd name="connsiteY712" fmla="*/ 6608204 h 8839200"/>
              <a:gd name="connsiteX713" fmla="*/ 856016 w 15732060"/>
              <a:gd name="connsiteY713" fmla="*/ 6608204 h 8839200"/>
              <a:gd name="connsiteX714" fmla="*/ 609636 w 15732060"/>
              <a:gd name="connsiteY714" fmla="*/ 6854584 h 8839200"/>
              <a:gd name="connsiteX715" fmla="*/ 196444 w 15732060"/>
              <a:gd name="connsiteY715" fmla="*/ 6854584 h 8839200"/>
              <a:gd name="connsiteX716" fmla="*/ 177786 w 15732060"/>
              <a:gd name="connsiteY716" fmla="*/ 6838122 h 8839200"/>
              <a:gd name="connsiteX717" fmla="*/ 159130 w 15732060"/>
              <a:gd name="connsiteY717" fmla="*/ 6856778 h 8839200"/>
              <a:gd name="connsiteX718" fmla="*/ 177786 w 15732060"/>
              <a:gd name="connsiteY718" fmla="*/ 6875435 h 8839200"/>
              <a:gd name="connsiteX719" fmla="*/ 196444 w 15732060"/>
              <a:gd name="connsiteY719" fmla="*/ 6858974 h 8839200"/>
              <a:gd name="connsiteX720" fmla="*/ 611832 w 15732060"/>
              <a:gd name="connsiteY720" fmla="*/ 6858974 h 8839200"/>
              <a:gd name="connsiteX721" fmla="*/ 858212 w 15732060"/>
              <a:gd name="connsiteY721" fmla="*/ 6612594 h 8839200"/>
              <a:gd name="connsiteX722" fmla="*/ 1541379 w 15732060"/>
              <a:gd name="connsiteY722" fmla="*/ 6612594 h 8839200"/>
              <a:gd name="connsiteX723" fmla="*/ 2041271 w 15732060"/>
              <a:gd name="connsiteY723" fmla="*/ 6112703 h 8839200"/>
              <a:gd name="connsiteX724" fmla="*/ 2785897 w 15732060"/>
              <a:gd name="connsiteY724" fmla="*/ 6112703 h 8839200"/>
              <a:gd name="connsiteX725" fmla="*/ 2804554 w 15732060"/>
              <a:gd name="connsiteY725" fmla="*/ 6129164 h 8839200"/>
              <a:gd name="connsiteX726" fmla="*/ 2823210 w 15732060"/>
              <a:gd name="connsiteY726" fmla="*/ 6110508 h 8839200"/>
              <a:gd name="connsiteX727" fmla="*/ 2804554 w 15732060"/>
              <a:gd name="connsiteY727" fmla="*/ 6091851 h 8839200"/>
              <a:gd name="connsiteX728" fmla="*/ 3537106 w 15732060"/>
              <a:gd name="connsiteY728" fmla="*/ 6091851 h 8839200"/>
              <a:gd name="connsiteX729" fmla="*/ 3518449 w 15732060"/>
              <a:gd name="connsiteY729" fmla="*/ 6108312 h 8839200"/>
              <a:gd name="connsiteX730" fmla="*/ 3354379 w 15732060"/>
              <a:gd name="connsiteY730" fmla="*/ 6108312 h 8839200"/>
              <a:gd name="connsiteX731" fmla="*/ 3335723 w 15732060"/>
              <a:gd name="connsiteY731" fmla="*/ 6091851 h 8839200"/>
              <a:gd name="connsiteX732" fmla="*/ 3317066 w 15732060"/>
              <a:gd name="connsiteY732" fmla="*/ 6110508 h 8839200"/>
              <a:gd name="connsiteX733" fmla="*/ 3335723 w 15732060"/>
              <a:gd name="connsiteY733" fmla="*/ 6129164 h 8839200"/>
              <a:gd name="connsiteX734" fmla="*/ 3354379 w 15732060"/>
              <a:gd name="connsiteY734" fmla="*/ 6112703 h 8839200"/>
              <a:gd name="connsiteX735" fmla="*/ 3518449 w 15732060"/>
              <a:gd name="connsiteY735" fmla="*/ 6112703 h 8839200"/>
              <a:gd name="connsiteX736" fmla="*/ 3537106 w 15732060"/>
              <a:gd name="connsiteY736" fmla="*/ 6129164 h 8839200"/>
              <a:gd name="connsiteX737" fmla="*/ 3555763 w 15732060"/>
              <a:gd name="connsiteY737" fmla="*/ 6110508 h 8839200"/>
              <a:gd name="connsiteX738" fmla="*/ 3537106 w 15732060"/>
              <a:gd name="connsiteY738" fmla="*/ 6091851 h 8839200"/>
              <a:gd name="connsiteX739" fmla="*/ 12898423 w 15732060"/>
              <a:gd name="connsiteY739" fmla="*/ 6025593 h 8839200"/>
              <a:gd name="connsiteX740" fmla="*/ 12885254 w 15732060"/>
              <a:gd name="connsiteY740" fmla="*/ 6030944 h 8839200"/>
              <a:gd name="connsiteX741" fmla="*/ 12885254 w 15732060"/>
              <a:gd name="connsiteY741" fmla="*/ 6057283 h 8839200"/>
              <a:gd name="connsiteX742" fmla="*/ 12909946 w 15732060"/>
              <a:gd name="connsiteY742" fmla="*/ 6058928 h 8839200"/>
              <a:gd name="connsiteX743" fmla="*/ 12959881 w 15732060"/>
              <a:gd name="connsiteY743" fmla="*/ 6108862 h 8839200"/>
              <a:gd name="connsiteX744" fmla="*/ 12960428 w 15732060"/>
              <a:gd name="connsiteY744" fmla="*/ 6108862 h 8839200"/>
              <a:gd name="connsiteX745" fmla="*/ 14895795 w 15732060"/>
              <a:gd name="connsiteY745" fmla="*/ 6109412 h 8839200"/>
              <a:gd name="connsiteX746" fmla="*/ 15247532 w 15732060"/>
              <a:gd name="connsiteY746" fmla="*/ 6461147 h 8839200"/>
              <a:gd name="connsiteX747" fmla="*/ 15249178 w 15732060"/>
              <a:gd name="connsiteY747" fmla="*/ 6485840 h 8839200"/>
              <a:gd name="connsiteX748" fmla="*/ 15275517 w 15732060"/>
              <a:gd name="connsiteY748" fmla="*/ 6485840 h 8839200"/>
              <a:gd name="connsiteX749" fmla="*/ 15275517 w 15732060"/>
              <a:gd name="connsiteY749" fmla="*/ 6459501 h 8839200"/>
              <a:gd name="connsiteX750" fmla="*/ 15250825 w 15732060"/>
              <a:gd name="connsiteY750" fmla="*/ 6457855 h 8839200"/>
              <a:gd name="connsiteX751" fmla="*/ 14898539 w 15732060"/>
              <a:gd name="connsiteY751" fmla="*/ 6105571 h 8839200"/>
              <a:gd name="connsiteX752" fmla="*/ 14897992 w 15732060"/>
              <a:gd name="connsiteY752" fmla="*/ 6105571 h 8839200"/>
              <a:gd name="connsiteX753" fmla="*/ 12962625 w 15732060"/>
              <a:gd name="connsiteY753" fmla="*/ 6105022 h 8839200"/>
              <a:gd name="connsiteX754" fmla="*/ 12913239 w 15732060"/>
              <a:gd name="connsiteY754" fmla="*/ 6055636 h 8839200"/>
              <a:gd name="connsiteX755" fmla="*/ 12911593 w 15732060"/>
              <a:gd name="connsiteY755" fmla="*/ 6030944 h 8839200"/>
              <a:gd name="connsiteX756" fmla="*/ 12898423 w 15732060"/>
              <a:gd name="connsiteY756" fmla="*/ 6025593 h 8839200"/>
              <a:gd name="connsiteX757" fmla="*/ 2805102 w 15732060"/>
              <a:gd name="connsiteY757" fmla="*/ 6008444 h 8839200"/>
              <a:gd name="connsiteX758" fmla="*/ 2786445 w 15732060"/>
              <a:gd name="connsiteY758" fmla="*/ 6024906 h 8839200"/>
              <a:gd name="connsiteX759" fmla="*/ 2018774 w 15732060"/>
              <a:gd name="connsiteY759" fmla="*/ 6024906 h 8839200"/>
              <a:gd name="connsiteX760" fmla="*/ 1510650 w 15732060"/>
              <a:gd name="connsiteY760" fmla="*/ 6533028 h 8839200"/>
              <a:gd name="connsiteX761" fmla="*/ 1277989 w 15732060"/>
              <a:gd name="connsiteY761" fmla="*/ 6533028 h 8839200"/>
              <a:gd name="connsiteX762" fmla="*/ 1184156 w 15732060"/>
              <a:gd name="connsiteY762" fmla="*/ 6439196 h 8839200"/>
              <a:gd name="connsiteX763" fmla="*/ 1183608 w 15732060"/>
              <a:gd name="connsiteY763" fmla="*/ 6439196 h 8839200"/>
              <a:gd name="connsiteX764" fmla="*/ 931192 w 15732060"/>
              <a:gd name="connsiteY764" fmla="*/ 6438647 h 8839200"/>
              <a:gd name="connsiteX765" fmla="*/ 686458 w 15732060"/>
              <a:gd name="connsiteY765" fmla="*/ 6683380 h 8839200"/>
              <a:gd name="connsiteX766" fmla="*/ 171752 w 15732060"/>
              <a:gd name="connsiteY766" fmla="*/ 6683380 h 8839200"/>
              <a:gd name="connsiteX767" fmla="*/ 32374 w 15732060"/>
              <a:gd name="connsiteY767" fmla="*/ 6822757 h 8839200"/>
              <a:gd name="connsiteX768" fmla="*/ 7682 w 15732060"/>
              <a:gd name="connsiteY768" fmla="*/ 6824403 h 8839200"/>
              <a:gd name="connsiteX769" fmla="*/ 7682 w 15732060"/>
              <a:gd name="connsiteY769" fmla="*/ 6850743 h 8839200"/>
              <a:gd name="connsiteX770" fmla="*/ 34020 w 15732060"/>
              <a:gd name="connsiteY770" fmla="*/ 6850743 h 8839200"/>
              <a:gd name="connsiteX771" fmla="*/ 34568 w 15732060"/>
              <a:gd name="connsiteY771" fmla="*/ 6850743 h 8839200"/>
              <a:gd name="connsiteX772" fmla="*/ 36216 w 15732060"/>
              <a:gd name="connsiteY772" fmla="*/ 6826050 h 8839200"/>
              <a:gd name="connsiteX773" fmla="*/ 174494 w 15732060"/>
              <a:gd name="connsiteY773" fmla="*/ 6687770 h 8839200"/>
              <a:gd name="connsiteX774" fmla="*/ 688654 w 15732060"/>
              <a:gd name="connsiteY774" fmla="*/ 6687770 h 8839200"/>
              <a:gd name="connsiteX775" fmla="*/ 933388 w 15732060"/>
              <a:gd name="connsiteY775" fmla="*/ 6443037 h 8839200"/>
              <a:gd name="connsiteX776" fmla="*/ 1181412 w 15732060"/>
              <a:gd name="connsiteY776" fmla="*/ 6443037 h 8839200"/>
              <a:gd name="connsiteX777" fmla="*/ 1275245 w 15732060"/>
              <a:gd name="connsiteY777" fmla="*/ 6536870 h 8839200"/>
              <a:gd name="connsiteX778" fmla="*/ 1275794 w 15732060"/>
              <a:gd name="connsiteY778" fmla="*/ 6536870 h 8839200"/>
              <a:gd name="connsiteX779" fmla="*/ 1512845 w 15732060"/>
              <a:gd name="connsiteY779" fmla="*/ 6537419 h 8839200"/>
              <a:gd name="connsiteX780" fmla="*/ 2020968 w 15732060"/>
              <a:gd name="connsiteY780" fmla="*/ 6029295 h 8839200"/>
              <a:gd name="connsiteX781" fmla="*/ 2786445 w 15732060"/>
              <a:gd name="connsiteY781" fmla="*/ 6029295 h 8839200"/>
              <a:gd name="connsiteX782" fmla="*/ 2805102 w 15732060"/>
              <a:gd name="connsiteY782" fmla="*/ 6045757 h 8839200"/>
              <a:gd name="connsiteX783" fmla="*/ 2823759 w 15732060"/>
              <a:gd name="connsiteY783" fmla="*/ 6027101 h 8839200"/>
              <a:gd name="connsiteX784" fmla="*/ 2805102 w 15732060"/>
              <a:gd name="connsiteY784" fmla="*/ 6008444 h 8839200"/>
              <a:gd name="connsiteX785" fmla="*/ 4046876 w 15732060"/>
              <a:gd name="connsiteY785" fmla="*/ 6008444 h 8839200"/>
              <a:gd name="connsiteX786" fmla="*/ 4028219 w 15732060"/>
              <a:gd name="connsiteY786" fmla="*/ 6024906 h 8839200"/>
              <a:gd name="connsiteX787" fmla="*/ 3354379 w 15732060"/>
              <a:gd name="connsiteY787" fmla="*/ 6024906 h 8839200"/>
              <a:gd name="connsiteX788" fmla="*/ 3335723 w 15732060"/>
              <a:gd name="connsiteY788" fmla="*/ 6008444 h 8839200"/>
              <a:gd name="connsiteX789" fmla="*/ 3317066 w 15732060"/>
              <a:gd name="connsiteY789" fmla="*/ 6027101 h 8839200"/>
              <a:gd name="connsiteX790" fmla="*/ 3335723 w 15732060"/>
              <a:gd name="connsiteY790" fmla="*/ 6045757 h 8839200"/>
              <a:gd name="connsiteX791" fmla="*/ 3354379 w 15732060"/>
              <a:gd name="connsiteY791" fmla="*/ 6029295 h 8839200"/>
              <a:gd name="connsiteX792" fmla="*/ 4028219 w 15732060"/>
              <a:gd name="connsiteY792" fmla="*/ 6029295 h 8839200"/>
              <a:gd name="connsiteX793" fmla="*/ 4046876 w 15732060"/>
              <a:gd name="connsiteY793" fmla="*/ 6045757 h 8839200"/>
              <a:gd name="connsiteX794" fmla="*/ 4065533 w 15732060"/>
              <a:gd name="connsiteY794" fmla="*/ 6027101 h 8839200"/>
              <a:gd name="connsiteX795" fmla="*/ 4046876 w 15732060"/>
              <a:gd name="connsiteY795" fmla="*/ 6008444 h 8839200"/>
              <a:gd name="connsiteX796" fmla="*/ 2804004 w 15732060"/>
              <a:gd name="connsiteY796" fmla="*/ 5926136 h 8839200"/>
              <a:gd name="connsiteX797" fmla="*/ 2785348 w 15732060"/>
              <a:gd name="connsiteY797" fmla="*/ 5942599 h 8839200"/>
              <a:gd name="connsiteX798" fmla="*/ 1992983 w 15732060"/>
              <a:gd name="connsiteY798" fmla="*/ 5942599 h 8839200"/>
              <a:gd name="connsiteX799" fmla="*/ 1601739 w 15732060"/>
              <a:gd name="connsiteY799" fmla="*/ 6333841 h 8839200"/>
              <a:gd name="connsiteX800" fmla="*/ 932838 w 15732060"/>
              <a:gd name="connsiteY800" fmla="*/ 6333841 h 8839200"/>
              <a:gd name="connsiteX801" fmla="*/ 706762 w 15732060"/>
              <a:gd name="connsiteY801" fmla="*/ 6559919 h 8839200"/>
              <a:gd name="connsiteX802" fmla="*/ 441726 w 15732060"/>
              <a:gd name="connsiteY802" fmla="*/ 6559919 h 8839200"/>
              <a:gd name="connsiteX803" fmla="*/ 423070 w 15732060"/>
              <a:gd name="connsiteY803" fmla="*/ 6543456 h 8839200"/>
              <a:gd name="connsiteX804" fmla="*/ 404412 w 15732060"/>
              <a:gd name="connsiteY804" fmla="*/ 6562113 h 8839200"/>
              <a:gd name="connsiteX805" fmla="*/ 423070 w 15732060"/>
              <a:gd name="connsiteY805" fmla="*/ 6580770 h 8839200"/>
              <a:gd name="connsiteX806" fmla="*/ 441726 w 15732060"/>
              <a:gd name="connsiteY806" fmla="*/ 6564307 h 8839200"/>
              <a:gd name="connsiteX807" fmla="*/ 708958 w 15732060"/>
              <a:gd name="connsiteY807" fmla="*/ 6564307 h 8839200"/>
              <a:gd name="connsiteX808" fmla="*/ 935034 w 15732060"/>
              <a:gd name="connsiteY808" fmla="*/ 6338232 h 8839200"/>
              <a:gd name="connsiteX809" fmla="*/ 1603934 w 15732060"/>
              <a:gd name="connsiteY809" fmla="*/ 6338232 h 8839200"/>
              <a:gd name="connsiteX810" fmla="*/ 1995178 w 15732060"/>
              <a:gd name="connsiteY810" fmla="*/ 5946987 h 8839200"/>
              <a:gd name="connsiteX811" fmla="*/ 2785348 w 15732060"/>
              <a:gd name="connsiteY811" fmla="*/ 5946987 h 8839200"/>
              <a:gd name="connsiteX812" fmla="*/ 2804004 w 15732060"/>
              <a:gd name="connsiteY812" fmla="*/ 5963450 h 8839200"/>
              <a:gd name="connsiteX813" fmla="*/ 2822662 w 15732060"/>
              <a:gd name="connsiteY813" fmla="*/ 5944793 h 8839200"/>
              <a:gd name="connsiteX814" fmla="*/ 2804004 w 15732060"/>
              <a:gd name="connsiteY814" fmla="*/ 5926136 h 8839200"/>
              <a:gd name="connsiteX815" fmla="*/ 11466789 w 15732060"/>
              <a:gd name="connsiteY815" fmla="*/ 5863170 h 8839200"/>
              <a:gd name="connsiteX816" fmla="*/ 11453620 w 15732060"/>
              <a:gd name="connsiteY816" fmla="*/ 5868520 h 8839200"/>
              <a:gd name="connsiteX817" fmla="*/ 11453620 w 15732060"/>
              <a:gd name="connsiteY817" fmla="*/ 5894858 h 8839200"/>
              <a:gd name="connsiteX818" fmla="*/ 11478312 w 15732060"/>
              <a:gd name="connsiteY818" fmla="*/ 5896505 h 8839200"/>
              <a:gd name="connsiteX819" fmla="*/ 11798770 w 15732060"/>
              <a:gd name="connsiteY819" fmla="*/ 6216962 h 8839200"/>
              <a:gd name="connsiteX820" fmla="*/ 11799319 w 15732060"/>
              <a:gd name="connsiteY820" fmla="*/ 6216962 h 8839200"/>
              <a:gd name="connsiteX821" fmla="*/ 12278359 w 15732060"/>
              <a:gd name="connsiteY821" fmla="*/ 6217512 h 8839200"/>
              <a:gd name="connsiteX822" fmla="*/ 12570284 w 15732060"/>
              <a:gd name="connsiteY822" fmla="*/ 6509985 h 8839200"/>
              <a:gd name="connsiteX823" fmla="*/ 12570831 w 15732060"/>
              <a:gd name="connsiteY823" fmla="*/ 6509985 h 8839200"/>
              <a:gd name="connsiteX824" fmla="*/ 13854309 w 15732060"/>
              <a:gd name="connsiteY824" fmla="*/ 6510533 h 8839200"/>
              <a:gd name="connsiteX825" fmla="*/ 14513881 w 15732060"/>
              <a:gd name="connsiteY825" fmla="*/ 7170105 h 8839200"/>
              <a:gd name="connsiteX826" fmla="*/ 14514429 w 15732060"/>
              <a:gd name="connsiteY826" fmla="*/ 7170105 h 8839200"/>
              <a:gd name="connsiteX827" fmla="*/ 15260152 w 15732060"/>
              <a:gd name="connsiteY827" fmla="*/ 7170654 h 8839200"/>
              <a:gd name="connsiteX828" fmla="*/ 15528481 w 15732060"/>
              <a:gd name="connsiteY828" fmla="*/ 6902325 h 8839200"/>
              <a:gd name="connsiteX829" fmla="*/ 15694745 w 15732060"/>
              <a:gd name="connsiteY829" fmla="*/ 6902325 h 8839200"/>
              <a:gd name="connsiteX830" fmla="*/ 15713402 w 15732060"/>
              <a:gd name="connsiteY830" fmla="*/ 6918787 h 8839200"/>
              <a:gd name="connsiteX831" fmla="*/ 15732060 w 15732060"/>
              <a:gd name="connsiteY831" fmla="*/ 6900130 h 8839200"/>
              <a:gd name="connsiteX832" fmla="*/ 15713402 w 15732060"/>
              <a:gd name="connsiteY832" fmla="*/ 6881473 h 8839200"/>
              <a:gd name="connsiteX833" fmla="*/ 15712305 w 15732060"/>
              <a:gd name="connsiteY833" fmla="*/ 6880925 h 8839200"/>
              <a:gd name="connsiteX834" fmla="*/ 15693648 w 15732060"/>
              <a:gd name="connsiteY834" fmla="*/ 6897386 h 8839200"/>
              <a:gd name="connsiteX835" fmla="*/ 15525737 w 15732060"/>
              <a:gd name="connsiteY835" fmla="*/ 6897386 h 8839200"/>
              <a:gd name="connsiteX836" fmla="*/ 15257409 w 15732060"/>
              <a:gd name="connsiteY836" fmla="*/ 7165715 h 8839200"/>
              <a:gd name="connsiteX837" fmla="*/ 14516076 w 15732060"/>
              <a:gd name="connsiteY837" fmla="*/ 7165715 h 8839200"/>
              <a:gd name="connsiteX838" fmla="*/ 13856504 w 15732060"/>
              <a:gd name="connsiteY838" fmla="*/ 6506142 h 8839200"/>
              <a:gd name="connsiteX839" fmla="*/ 13855954 w 15732060"/>
              <a:gd name="connsiteY839" fmla="*/ 6506142 h 8839200"/>
              <a:gd name="connsiteX840" fmla="*/ 12572478 w 15732060"/>
              <a:gd name="connsiteY840" fmla="*/ 6505594 h 8839200"/>
              <a:gd name="connsiteX841" fmla="*/ 12280554 w 15732060"/>
              <a:gd name="connsiteY841" fmla="*/ 6213121 h 8839200"/>
              <a:gd name="connsiteX842" fmla="*/ 12280005 w 15732060"/>
              <a:gd name="connsiteY842" fmla="*/ 6213121 h 8839200"/>
              <a:gd name="connsiteX843" fmla="*/ 11800964 w 15732060"/>
              <a:gd name="connsiteY843" fmla="*/ 6212573 h 8839200"/>
              <a:gd name="connsiteX844" fmla="*/ 11481604 w 15732060"/>
              <a:gd name="connsiteY844" fmla="*/ 5893212 h 8839200"/>
              <a:gd name="connsiteX845" fmla="*/ 11479958 w 15732060"/>
              <a:gd name="connsiteY845" fmla="*/ 5868520 h 8839200"/>
              <a:gd name="connsiteX846" fmla="*/ 11466789 w 15732060"/>
              <a:gd name="connsiteY846" fmla="*/ 5863170 h 8839200"/>
              <a:gd name="connsiteX847" fmla="*/ 10306776 w 15732060"/>
              <a:gd name="connsiteY847" fmla="*/ 5831892 h 8839200"/>
              <a:gd name="connsiteX848" fmla="*/ 10293606 w 15732060"/>
              <a:gd name="connsiteY848" fmla="*/ 5837242 h 8839200"/>
              <a:gd name="connsiteX849" fmla="*/ 10293606 w 15732060"/>
              <a:gd name="connsiteY849" fmla="*/ 5863581 h 8839200"/>
              <a:gd name="connsiteX850" fmla="*/ 10318299 w 15732060"/>
              <a:gd name="connsiteY850" fmla="*/ 5865227 h 8839200"/>
              <a:gd name="connsiteX851" fmla="*/ 11084873 w 15732060"/>
              <a:gd name="connsiteY851" fmla="*/ 6631802 h 8839200"/>
              <a:gd name="connsiteX852" fmla="*/ 11085422 w 15732060"/>
              <a:gd name="connsiteY852" fmla="*/ 6631802 h 8839200"/>
              <a:gd name="connsiteX853" fmla="*/ 11608362 w 15732060"/>
              <a:gd name="connsiteY853" fmla="*/ 6632351 h 8839200"/>
              <a:gd name="connsiteX854" fmla="*/ 12314575 w 15732060"/>
              <a:gd name="connsiteY854" fmla="*/ 7338565 h 8839200"/>
              <a:gd name="connsiteX855" fmla="*/ 12315125 w 15732060"/>
              <a:gd name="connsiteY855" fmla="*/ 7338565 h 8839200"/>
              <a:gd name="connsiteX856" fmla="*/ 12698685 w 15732060"/>
              <a:gd name="connsiteY856" fmla="*/ 7339114 h 8839200"/>
              <a:gd name="connsiteX857" fmla="*/ 13217234 w 15732060"/>
              <a:gd name="connsiteY857" fmla="*/ 7857663 h 8839200"/>
              <a:gd name="connsiteX858" fmla="*/ 13217784 w 15732060"/>
              <a:gd name="connsiteY858" fmla="*/ 7857663 h 8839200"/>
              <a:gd name="connsiteX859" fmla="*/ 14276830 w 15732060"/>
              <a:gd name="connsiteY859" fmla="*/ 7858211 h 8839200"/>
              <a:gd name="connsiteX860" fmla="*/ 15188818 w 15732060"/>
              <a:gd name="connsiteY860" fmla="*/ 8770198 h 8839200"/>
              <a:gd name="connsiteX861" fmla="*/ 15190464 w 15732060"/>
              <a:gd name="connsiteY861" fmla="*/ 8794890 h 8839200"/>
              <a:gd name="connsiteX862" fmla="*/ 15216802 w 15732060"/>
              <a:gd name="connsiteY862" fmla="*/ 8794890 h 8839200"/>
              <a:gd name="connsiteX863" fmla="*/ 15216802 w 15732060"/>
              <a:gd name="connsiteY863" fmla="*/ 8768552 h 8839200"/>
              <a:gd name="connsiteX864" fmla="*/ 15192109 w 15732060"/>
              <a:gd name="connsiteY864" fmla="*/ 8766906 h 8839200"/>
              <a:gd name="connsiteX865" fmla="*/ 14279574 w 15732060"/>
              <a:gd name="connsiteY865" fmla="*/ 7854370 h 8839200"/>
              <a:gd name="connsiteX866" fmla="*/ 14279025 w 15732060"/>
              <a:gd name="connsiteY866" fmla="*/ 7854370 h 8839200"/>
              <a:gd name="connsiteX867" fmla="*/ 13219978 w 15732060"/>
              <a:gd name="connsiteY867" fmla="*/ 7853821 h 8839200"/>
              <a:gd name="connsiteX868" fmla="*/ 12701429 w 15732060"/>
              <a:gd name="connsiteY868" fmla="*/ 7335272 h 8839200"/>
              <a:gd name="connsiteX869" fmla="*/ 12700880 w 15732060"/>
              <a:gd name="connsiteY869" fmla="*/ 7335272 h 8839200"/>
              <a:gd name="connsiteX870" fmla="*/ 12317319 w 15732060"/>
              <a:gd name="connsiteY870" fmla="*/ 7334723 h 8839200"/>
              <a:gd name="connsiteX871" fmla="*/ 11611104 w 15732060"/>
              <a:gd name="connsiteY871" fmla="*/ 6628510 h 8839200"/>
              <a:gd name="connsiteX872" fmla="*/ 11610556 w 15732060"/>
              <a:gd name="connsiteY872" fmla="*/ 6628510 h 8839200"/>
              <a:gd name="connsiteX873" fmla="*/ 11087617 w 15732060"/>
              <a:gd name="connsiteY873" fmla="*/ 6627961 h 8839200"/>
              <a:gd name="connsiteX874" fmla="*/ 10321592 w 15732060"/>
              <a:gd name="connsiteY874" fmla="*/ 5861935 h 8839200"/>
              <a:gd name="connsiteX875" fmla="*/ 10319945 w 15732060"/>
              <a:gd name="connsiteY875" fmla="*/ 5837242 h 8839200"/>
              <a:gd name="connsiteX876" fmla="*/ 10306776 w 15732060"/>
              <a:gd name="connsiteY876" fmla="*/ 5831892 h 8839200"/>
              <a:gd name="connsiteX877" fmla="*/ 8942636 w 15732060"/>
              <a:gd name="connsiteY877" fmla="*/ 5819683 h 8839200"/>
              <a:gd name="connsiteX878" fmla="*/ 8923979 w 15732060"/>
              <a:gd name="connsiteY878" fmla="*/ 5838340 h 8839200"/>
              <a:gd name="connsiteX879" fmla="*/ 8940440 w 15732060"/>
              <a:gd name="connsiteY879" fmla="*/ 5856997 h 8839200"/>
              <a:gd name="connsiteX880" fmla="*/ 8940440 w 15732060"/>
              <a:gd name="connsiteY880" fmla="*/ 6048502 h 8839200"/>
              <a:gd name="connsiteX881" fmla="*/ 9310833 w 15732060"/>
              <a:gd name="connsiteY881" fmla="*/ 6418895 h 8839200"/>
              <a:gd name="connsiteX882" fmla="*/ 9310833 w 15732060"/>
              <a:gd name="connsiteY882" fmla="*/ 6624667 h 8839200"/>
              <a:gd name="connsiteX883" fmla="*/ 9294370 w 15732060"/>
              <a:gd name="connsiteY883" fmla="*/ 6643325 h 8839200"/>
              <a:gd name="connsiteX884" fmla="*/ 9313027 w 15732060"/>
              <a:gd name="connsiteY884" fmla="*/ 6661982 h 8839200"/>
              <a:gd name="connsiteX885" fmla="*/ 9331684 w 15732060"/>
              <a:gd name="connsiteY885" fmla="*/ 6643325 h 8839200"/>
              <a:gd name="connsiteX886" fmla="*/ 9315223 w 15732060"/>
              <a:gd name="connsiteY886" fmla="*/ 6624667 h 8839200"/>
              <a:gd name="connsiteX887" fmla="*/ 9315223 w 15732060"/>
              <a:gd name="connsiteY887" fmla="*/ 6416700 h 8839200"/>
              <a:gd name="connsiteX888" fmla="*/ 8944831 w 15732060"/>
              <a:gd name="connsiteY888" fmla="*/ 6046308 h 8839200"/>
              <a:gd name="connsiteX889" fmla="*/ 8944831 w 15732060"/>
              <a:gd name="connsiteY889" fmla="*/ 5856997 h 8839200"/>
              <a:gd name="connsiteX890" fmla="*/ 8961292 w 15732060"/>
              <a:gd name="connsiteY890" fmla="*/ 5838340 h 8839200"/>
              <a:gd name="connsiteX891" fmla="*/ 8942636 w 15732060"/>
              <a:gd name="connsiteY891" fmla="*/ 5819683 h 8839200"/>
              <a:gd name="connsiteX892" fmla="*/ 11741153 w 15732060"/>
              <a:gd name="connsiteY892" fmla="*/ 5795127 h 8839200"/>
              <a:gd name="connsiteX893" fmla="*/ 11727985 w 15732060"/>
              <a:gd name="connsiteY893" fmla="*/ 5800478 h 8839200"/>
              <a:gd name="connsiteX894" fmla="*/ 11727985 w 15732060"/>
              <a:gd name="connsiteY894" fmla="*/ 5826817 h 8839200"/>
              <a:gd name="connsiteX895" fmla="*/ 11752677 w 15732060"/>
              <a:gd name="connsiteY895" fmla="*/ 5828462 h 8839200"/>
              <a:gd name="connsiteX896" fmla="*/ 11802611 w 15732060"/>
              <a:gd name="connsiteY896" fmla="*/ 5878396 h 8839200"/>
              <a:gd name="connsiteX897" fmla="*/ 11803160 w 15732060"/>
              <a:gd name="connsiteY897" fmla="*/ 5878396 h 8839200"/>
              <a:gd name="connsiteX898" fmla="*/ 12455050 w 15732060"/>
              <a:gd name="connsiteY898" fmla="*/ 5878946 h 8839200"/>
              <a:gd name="connsiteX899" fmla="*/ 12555466 w 15732060"/>
              <a:gd name="connsiteY899" fmla="*/ 5979363 h 8839200"/>
              <a:gd name="connsiteX900" fmla="*/ 12556016 w 15732060"/>
              <a:gd name="connsiteY900" fmla="*/ 5979363 h 8839200"/>
              <a:gd name="connsiteX901" fmla="*/ 12677833 w 15732060"/>
              <a:gd name="connsiteY901" fmla="*/ 5979911 h 8839200"/>
              <a:gd name="connsiteX902" fmla="*/ 12696491 w 15732060"/>
              <a:gd name="connsiteY902" fmla="*/ 5996373 h 8839200"/>
              <a:gd name="connsiteX903" fmla="*/ 12715147 w 15732060"/>
              <a:gd name="connsiteY903" fmla="*/ 5977717 h 8839200"/>
              <a:gd name="connsiteX904" fmla="*/ 12696491 w 15732060"/>
              <a:gd name="connsiteY904" fmla="*/ 5959060 h 8839200"/>
              <a:gd name="connsiteX905" fmla="*/ 12677833 w 15732060"/>
              <a:gd name="connsiteY905" fmla="*/ 5975522 h 8839200"/>
              <a:gd name="connsiteX906" fmla="*/ 12558210 w 15732060"/>
              <a:gd name="connsiteY906" fmla="*/ 5975522 h 8839200"/>
              <a:gd name="connsiteX907" fmla="*/ 12457794 w 15732060"/>
              <a:gd name="connsiteY907" fmla="*/ 5875104 h 8839200"/>
              <a:gd name="connsiteX908" fmla="*/ 12457245 w 15732060"/>
              <a:gd name="connsiteY908" fmla="*/ 5875104 h 8839200"/>
              <a:gd name="connsiteX909" fmla="*/ 11805354 w 15732060"/>
              <a:gd name="connsiteY909" fmla="*/ 5874555 h 8839200"/>
              <a:gd name="connsiteX910" fmla="*/ 11755968 w 15732060"/>
              <a:gd name="connsiteY910" fmla="*/ 5825170 h 8839200"/>
              <a:gd name="connsiteX911" fmla="*/ 11754323 w 15732060"/>
              <a:gd name="connsiteY911" fmla="*/ 5800478 h 8839200"/>
              <a:gd name="connsiteX912" fmla="*/ 11741153 w 15732060"/>
              <a:gd name="connsiteY912" fmla="*/ 5795127 h 8839200"/>
              <a:gd name="connsiteX913" fmla="*/ 4557194 w 15732060"/>
              <a:gd name="connsiteY913" fmla="*/ 5784150 h 8839200"/>
              <a:gd name="connsiteX914" fmla="*/ 4544024 w 15732060"/>
              <a:gd name="connsiteY914" fmla="*/ 5789500 h 8839200"/>
              <a:gd name="connsiteX915" fmla="*/ 4543476 w 15732060"/>
              <a:gd name="connsiteY915" fmla="*/ 5789500 h 8839200"/>
              <a:gd name="connsiteX916" fmla="*/ 4541829 w 15732060"/>
              <a:gd name="connsiteY916" fmla="*/ 5814194 h 8839200"/>
              <a:gd name="connsiteX917" fmla="*/ 4081446 w 15732060"/>
              <a:gd name="connsiteY917" fmla="*/ 6275126 h 8839200"/>
              <a:gd name="connsiteX918" fmla="*/ 3354379 w 15732060"/>
              <a:gd name="connsiteY918" fmla="*/ 6275126 h 8839200"/>
              <a:gd name="connsiteX919" fmla="*/ 3335723 w 15732060"/>
              <a:gd name="connsiteY919" fmla="*/ 6258664 h 8839200"/>
              <a:gd name="connsiteX920" fmla="*/ 3317066 w 15732060"/>
              <a:gd name="connsiteY920" fmla="*/ 6277321 h 8839200"/>
              <a:gd name="connsiteX921" fmla="*/ 3335723 w 15732060"/>
              <a:gd name="connsiteY921" fmla="*/ 6295978 h 8839200"/>
              <a:gd name="connsiteX922" fmla="*/ 3354379 w 15732060"/>
              <a:gd name="connsiteY922" fmla="*/ 6279516 h 8839200"/>
              <a:gd name="connsiteX923" fmla="*/ 4083641 w 15732060"/>
              <a:gd name="connsiteY923" fmla="*/ 6279516 h 8839200"/>
              <a:gd name="connsiteX924" fmla="*/ 4545670 w 15732060"/>
              <a:gd name="connsiteY924" fmla="*/ 5817486 h 8839200"/>
              <a:gd name="connsiteX925" fmla="*/ 4570363 w 15732060"/>
              <a:gd name="connsiteY925" fmla="*/ 5815840 h 8839200"/>
              <a:gd name="connsiteX926" fmla="*/ 4570363 w 15732060"/>
              <a:gd name="connsiteY926" fmla="*/ 5789500 h 8839200"/>
              <a:gd name="connsiteX927" fmla="*/ 4557194 w 15732060"/>
              <a:gd name="connsiteY927" fmla="*/ 5784150 h 8839200"/>
              <a:gd name="connsiteX928" fmla="*/ 10997625 w 15732060"/>
              <a:gd name="connsiteY928" fmla="*/ 5764947 h 8839200"/>
              <a:gd name="connsiteX929" fmla="*/ 10984456 w 15732060"/>
              <a:gd name="connsiteY929" fmla="*/ 5770298 h 8839200"/>
              <a:gd name="connsiteX930" fmla="*/ 10984456 w 15732060"/>
              <a:gd name="connsiteY930" fmla="*/ 5796637 h 8839200"/>
              <a:gd name="connsiteX931" fmla="*/ 11009149 w 15732060"/>
              <a:gd name="connsiteY931" fmla="*/ 5798282 h 8839200"/>
              <a:gd name="connsiteX932" fmla="*/ 11105724 w 15732060"/>
              <a:gd name="connsiteY932" fmla="*/ 5894858 h 8839200"/>
              <a:gd name="connsiteX933" fmla="*/ 11105724 w 15732060"/>
              <a:gd name="connsiteY933" fmla="*/ 6118191 h 8839200"/>
              <a:gd name="connsiteX934" fmla="*/ 11291745 w 15732060"/>
              <a:gd name="connsiteY934" fmla="*/ 6304211 h 8839200"/>
              <a:gd name="connsiteX935" fmla="*/ 11293390 w 15732060"/>
              <a:gd name="connsiteY935" fmla="*/ 6328903 h 8839200"/>
              <a:gd name="connsiteX936" fmla="*/ 11319729 w 15732060"/>
              <a:gd name="connsiteY936" fmla="*/ 6328903 h 8839200"/>
              <a:gd name="connsiteX937" fmla="*/ 11319729 w 15732060"/>
              <a:gd name="connsiteY937" fmla="*/ 6302564 h 8839200"/>
              <a:gd name="connsiteX938" fmla="*/ 11295037 w 15732060"/>
              <a:gd name="connsiteY938" fmla="*/ 6300917 h 8839200"/>
              <a:gd name="connsiteX939" fmla="*/ 11110115 w 15732060"/>
              <a:gd name="connsiteY939" fmla="*/ 6115997 h 8839200"/>
              <a:gd name="connsiteX940" fmla="*/ 11110115 w 15732060"/>
              <a:gd name="connsiteY940" fmla="*/ 5892664 h 8839200"/>
              <a:gd name="connsiteX941" fmla="*/ 11012441 w 15732060"/>
              <a:gd name="connsiteY941" fmla="*/ 5794990 h 8839200"/>
              <a:gd name="connsiteX942" fmla="*/ 11010795 w 15732060"/>
              <a:gd name="connsiteY942" fmla="*/ 5770298 h 8839200"/>
              <a:gd name="connsiteX943" fmla="*/ 10997625 w 15732060"/>
              <a:gd name="connsiteY943" fmla="*/ 5764947 h 8839200"/>
              <a:gd name="connsiteX944" fmla="*/ 9271873 w 15732060"/>
              <a:gd name="connsiteY944" fmla="*/ 5704998 h 8839200"/>
              <a:gd name="connsiteX945" fmla="*/ 9253216 w 15732060"/>
              <a:gd name="connsiteY945" fmla="*/ 5723655 h 8839200"/>
              <a:gd name="connsiteX946" fmla="*/ 9271873 w 15732060"/>
              <a:gd name="connsiteY946" fmla="*/ 5742312 h 8839200"/>
              <a:gd name="connsiteX947" fmla="*/ 9290529 w 15732060"/>
              <a:gd name="connsiteY947" fmla="*/ 5725850 h 8839200"/>
              <a:gd name="connsiteX948" fmla="*/ 9462830 w 15732060"/>
              <a:gd name="connsiteY948" fmla="*/ 5725850 h 8839200"/>
              <a:gd name="connsiteX949" fmla="*/ 10563033 w 15732060"/>
              <a:gd name="connsiteY949" fmla="*/ 6826051 h 8839200"/>
              <a:gd name="connsiteX950" fmla="*/ 10563581 w 15732060"/>
              <a:gd name="connsiteY950" fmla="*/ 6826051 h 8839200"/>
              <a:gd name="connsiteX951" fmla="*/ 11033842 w 15732060"/>
              <a:gd name="connsiteY951" fmla="*/ 6826600 h 8839200"/>
              <a:gd name="connsiteX952" fmla="*/ 11462948 w 15732060"/>
              <a:gd name="connsiteY952" fmla="*/ 7255706 h 8839200"/>
              <a:gd name="connsiteX953" fmla="*/ 11462948 w 15732060"/>
              <a:gd name="connsiteY953" fmla="*/ 7500440 h 8839200"/>
              <a:gd name="connsiteX954" fmla="*/ 12370546 w 15732060"/>
              <a:gd name="connsiteY954" fmla="*/ 8408036 h 8839200"/>
              <a:gd name="connsiteX955" fmla="*/ 12370546 w 15732060"/>
              <a:gd name="connsiteY955" fmla="*/ 8759772 h 8839200"/>
              <a:gd name="connsiteX956" fmla="*/ 12354083 w 15732060"/>
              <a:gd name="connsiteY956" fmla="*/ 8778429 h 8839200"/>
              <a:gd name="connsiteX957" fmla="*/ 12372741 w 15732060"/>
              <a:gd name="connsiteY957" fmla="*/ 8797086 h 8839200"/>
              <a:gd name="connsiteX958" fmla="*/ 12391397 w 15732060"/>
              <a:gd name="connsiteY958" fmla="*/ 8778429 h 8839200"/>
              <a:gd name="connsiteX959" fmla="*/ 12374935 w 15732060"/>
              <a:gd name="connsiteY959" fmla="*/ 8759772 h 8839200"/>
              <a:gd name="connsiteX960" fmla="*/ 12374935 w 15732060"/>
              <a:gd name="connsiteY960" fmla="*/ 8406391 h 8839200"/>
              <a:gd name="connsiteX961" fmla="*/ 11467338 w 15732060"/>
              <a:gd name="connsiteY961" fmla="*/ 7498793 h 8839200"/>
              <a:gd name="connsiteX962" fmla="*/ 11467338 w 15732060"/>
              <a:gd name="connsiteY962" fmla="*/ 7254060 h 8839200"/>
              <a:gd name="connsiteX963" fmla="*/ 11036585 w 15732060"/>
              <a:gd name="connsiteY963" fmla="*/ 6822760 h 8839200"/>
              <a:gd name="connsiteX964" fmla="*/ 11036036 w 15732060"/>
              <a:gd name="connsiteY964" fmla="*/ 6822760 h 8839200"/>
              <a:gd name="connsiteX965" fmla="*/ 10565777 w 15732060"/>
              <a:gd name="connsiteY965" fmla="*/ 6822210 h 8839200"/>
              <a:gd name="connsiteX966" fmla="*/ 9465574 w 15732060"/>
              <a:gd name="connsiteY966" fmla="*/ 5722009 h 8839200"/>
              <a:gd name="connsiteX967" fmla="*/ 9465025 w 15732060"/>
              <a:gd name="connsiteY967" fmla="*/ 5722009 h 8839200"/>
              <a:gd name="connsiteX968" fmla="*/ 9290529 w 15732060"/>
              <a:gd name="connsiteY968" fmla="*/ 5721460 h 8839200"/>
              <a:gd name="connsiteX969" fmla="*/ 9271873 w 15732060"/>
              <a:gd name="connsiteY969" fmla="*/ 5704998 h 8839200"/>
              <a:gd name="connsiteX970" fmla="*/ 2945028 w 15732060"/>
              <a:gd name="connsiteY970" fmla="*/ 5666586 h 8839200"/>
              <a:gd name="connsiteX971" fmla="*/ 2926371 w 15732060"/>
              <a:gd name="connsiteY971" fmla="*/ 5685243 h 8839200"/>
              <a:gd name="connsiteX972" fmla="*/ 2942832 w 15732060"/>
              <a:gd name="connsiteY972" fmla="*/ 5703899 h 8839200"/>
              <a:gd name="connsiteX973" fmla="*/ 2942832 w 15732060"/>
              <a:gd name="connsiteY973" fmla="*/ 5867970 h 8839200"/>
              <a:gd name="connsiteX974" fmla="*/ 2926371 w 15732060"/>
              <a:gd name="connsiteY974" fmla="*/ 5886626 h 8839200"/>
              <a:gd name="connsiteX975" fmla="*/ 2945028 w 15732060"/>
              <a:gd name="connsiteY975" fmla="*/ 5905282 h 8839200"/>
              <a:gd name="connsiteX976" fmla="*/ 2963685 w 15732060"/>
              <a:gd name="connsiteY976" fmla="*/ 5886626 h 8839200"/>
              <a:gd name="connsiteX977" fmla="*/ 2947223 w 15732060"/>
              <a:gd name="connsiteY977" fmla="*/ 5867970 h 8839200"/>
              <a:gd name="connsiteX978" fmla="*/ 2947223 w 15732060"/>
              <a:gd name="connsiteY978" fmla="*/ 5703899 h 8839200"/>
              <a:gd name="connsiteX979" fmla="*/ 2963685 w 15732060"/>
              <a:gd name="connsiteY979" fmla="*/ 5685243 h 8839200"/>
              <a:gd name="connsiteX980" fmla="*/ 2945028 w 15732060"/>
              <a:gd name="connsiteY980" fmla="*/ 5666586 h 8839200"/>
              <a:gd name="connsiteX981" fmla="*/ 6933738 w 15732060"/>
              <a:gd name="connsiteY981" fmla="*/ 5600191 h 8839200"/>
              <a:gd name="connsiteX982" fmla="*/ 6928800 w 15732060"/>
              <a:gd name="connsiteY982" fmla="*/ 5600191 h 8839200"/>
              <a:gd name="connsiteX983" fmla="*/ 6928800 w 15732060"/>
              <a:gd name="connsiteY983" fmla="*/ 5827365 h 8839200"/>
              <a:gd name="connsiteX984" fmla="*/ 6482684 w 15732060"/>
              <a:gd name="connsiteY984" fmla="*/ 6273481 h 8839200"/>
              <a:gd name="connsiteX985" fmla="*/ 6035469 w 15732060"/>
              <a:gd name="connsiteY985" fmla="*/ 6273481 h 8839200"/>
              <a:gd name="connsiteX986" fmla="*/ 4939658 w 15732060"/>
              <a:gd name="connsiteY986" fmla="*/ 7369294 h 8839200"/>
              <a:gd name="connsiteX987" fmla="*/ 4939658 w 15732060"/>
              <a:gd name="connsiteY987" fmla="*/ 8352616 h 8839200"/>
              <a:gd name="connsiteX988" fmla="*/ 4530855 w 15732060"/>
              <a:gd name="connsiteY988" fmla="*/ 8761418 h 8839200"/>
              <a:gd name="connsiteX989" fmla="*/ 4506162 w 15732060"/>
              <a:gd name="connsiteY989" fmla="*/ 8763065 h 8839200"/>
              <a:gd name="connsiteX990" fmla="*/ 4506162 w 15732060"/>
              <a:gd name="connsiteY990" fmla="*/ 8789404 h 8839200"/>
              <a:gd name="connsiteX991" fmla="*/ 4532501 w 15732060"/>
              <a:gd name="connsiteY991" fmla="*/ 8789404 h 8839200"/>
              <a:gd name="connsiteX992" fmla="*/ 4534146 w 15732060"/>
              <a:gd name="connsiteY992" fmla="*/ 8764710 h 8839200"/>
              <a:gd name="connsiteX993" fmla="*/ 4944596 w 15732060"/>
              <a:gd name="connsiteY993" fmla="*/ 8354261 h 8839200"/>
              <a:gd name="connsiteX994" fmla="*/ 4944596 w 15732060"/>
              <a:gd name="connsiteY994" fmla="*/ 7371489 h 8839200"/>
              <a:gd name="connsiteX995" fmla="*/ 6037116 w 15732060"/>
              <a:gd name="connsiteY995" fmla="*/ 6278969 h 8839200"/>
              <a:gd name="connsiteX996" fmla="*/ 6484330 w 15732060"/>
              <a:gd name="connsiteY996" fmla="*/ 6278969 h 8839200"/>
              <a:gd name="connsiteX997" fmla="*/ 6933738 w 15732060"/>
              <a:gd name="connsiteY997" fmla="*/ 5829560 h 8839200"/>
              <a:gd name="connsiteX998" fmla="*/ 7517587 w 15732060"/>
              <a:gd name="connsiteY998" fmla="*/ 5600191 h 8839200"/>
              <a:gd name="connsiteX999" fmla="*/ 7512648 w 15732060"/>
              <a:gd name="connsiteY999" fmla="*/ 5600191 h 8839200"/>
              <a:gd name="connsiteX1000" fmla="*/ 7512648 w 15732060"/>
              <a:gd name="connsiteY1000" fmla="*/ 6661982 h 8839200"/>
              <a:gd name="connsiteX1001" fmla="*/ 7355162 w 15732060"/>
              <a:gd name="connsiteY1001" fmla="*/ 6819466 h 8839200"/>
              <a:gd name="connsiteX1002" fmla="*/ 7355162 w 15732060"/>
              <a:gd name="connsiteY1002" fmla="*/ 6975306 h 8839200"/>
              <a:gd name="connsiteX1003" fmla="*/ 6702174 w 15732060"/>
              <a:gd name="connsiteY1003" fmla="*/ 7628293 h 8839200"/>
              <a:gd name="connsiteX1004" fmla="*/ 6702174 w 15732060"/>
              <a:gd name="connsiteY1004" fmla="*/ 8766357 h 8839200"/>
              <a:gd name="connsiteX1005" fmla="*/ 6685713 w 15732060"/>
              <a:gd name="connsiteY1005" fmla="*/ 8785014 h 8839200"/>
              <a:gd name="connsiteX1006" fmla="*/ 6704370 w 15732060"/>
              <a:gd name="connsiteY1006" fmla="*/ 8803671 h 8839200"/>
              <a:gd name="connsiteX1007" fmla="*/ 6723026 w 15732060"/>
              <a:gd name="connsiteY1007" fmla="*/ 8785014 h 8839200"/>
              <a:gd name="connsiteX1008" fmla="*/ 6706565 w 15732060"/>
              <a:gd name="connsiteY1008" fmla="*/ 8766357 h 8839200"/>
              <a:gd name="connsiteX1009" fmla="*/ 6707114 w 15732060"/>
              <a:gd name="connsiteY1009" fmla="*/ 8766357 h 8839200"/>
              <a:gd name="connsiteX1010" fmla="*/ 6707114 w 15732060"/>
              <a:gd name="connsiteY1010" fmla="*/ 7630488 h 8839200"/>
              <a:gd name="connsiteX1011" fmla="*/ 7360101 w 15732060"/>
              <a:gd name="connsiteY1011" fmla="*/ 6977501 h 8839200"/>
              <a:gd name="connsiteX1012" fmla="*/ 7360101 w 15732060"/>
              <a:gd name="connsiteY1012" fmla="*/ 6821662 h 8839200"/>
              <a:gd name="connsiteX1013" fmla="*/ 7517587 w 15732060"/>
              <a:gd name="connsiteY1013" fmla="*/ 6664176 h 8839200"/>
              <a:gd name="connsiteX1014" fmla="*/ 7745858 w 15732060"/>
              <a:gd name="connsiteY1014" fmla="*/ 5600191 h 8839200"/>
              <a:gd name="connsiteX1015" fmla="*/ 7740920 w 15732060"/>
              <a:gd name="connsiteY1015" fmla="*/ 5600191 h 8839200"/>
              <a:gd name="connsiteX1016" fmla="*/ 7740920 w 15732060"/>
              <a:gd name="connsiteY1016" fmla="*/ 6817821 h 8839200"/>
              <a:gd name="connsiteX1017" fmla="*/ 7741468 w 15732060"/>
              <a:gd name="connsiteY1017" fmla="*/ 6817821 h 8839200"/>
              <a:gd name="connsiteX1018" fmla="*/ 7583982 w 15732060"/>
              <a:gd name="connsiteY1018" fmla="*/ 6975306 h 8839200"/>
              <a:gd name="connsiteX1019" fmla="*/ 7583982 w 15732060"/>
              <a:gd name="connsiteY1019" fmla="*/ 8008014 h 8839200"/>
              <a:gd name="connsiteX1020" fmla="*/ 7281634 w 15732060"/>
              <a:gd name="connsiteY1020" fmla="*/ 8310364 h 8839200"/>
              <a:gd name="connsiteX1021" fmla="*/ 7281634 w 15732060"/>
              <a:gd name="connsiteY1021" fmla="*/ 8747152 h 8839200"/>
              <a:gd name="connsiteX1022" fmla="*/ 7265172 w 15732060"/>
              <a:gd name="connsiteY1022" fmla="*/ 8765808 h 8839200"/>
              <a:gd name="connsiteX1023" fmla="*/ 7283828 w 15732060"/>
              <a:gd name="connsiteY1023" fmla="*/ 8784465 h 8839200"/>
              <a:gd name="connsiteX1024" fmla="*/ 7302484 w 15732060"/>
              <a:gd name="connsiteY1024" fmla="*/ 8765808 h 8839200"/>
              <a:gd name="connsiteX1025" fmla="*/ 7286023 w 15732060"/>
              <a:gd name="connsiteY1025" fmla="*/ 8747152 h 8839200"/>
              <a:gd name="connsiteX1026" fmla="*/ 7286023 w 15732060"/>
              <a:gd name="connsiteY1026" fmla="*/ 8312558 h 8839200"/>
              <a:gd name="connsiteX1027" fmla="*/ 7588372 w 15732060"/>
              <a:gd name="connsiteY1027" fmla="*/ 8010209 h 8839200"/>
              <a:gd name="connsiteX1028" fmla="*/ 7588372 w 15732060"/>
              <a:gd name="connsiteY1028" fmla="*/ 6977501 h 8839200"/>
              <a:gd name="connsiteX1029" fmla="*/ 7745858 w 15732060"/>
              <a:gd name="connsiteY1029" fmla="*/ 6820016 h 8839200"/>
              <a:gd name="connsiteX1030" fmla="*/ 2025358 w 15732060"/>
              <a:gd name="connsiteY1030" fmla="*/ 5590313 h 8839200"/>
              <a:gd name="connsiteX1031" fmla="*/ 1402002 w 15732060"/>
              <a:gd name="connsiteY1031" fmla="*/ 6213669 h 8839200"/>
              <a:gd name="connsiteX1032" fmla="*/ 422520 w 15732060"/>
              <a:gd name="connsiteY1032" fmla="*/ 6213669 h 8839200"/>
              <a:gd name="connsiteX1033" fmla="*/ 47190 w 15732060"/>
              <a:gd name="connsiteY1033" fmla="*/ 6588999 h 8839200"/>
              <a:gd name="connsiteX1034" fmla="*/ 22496 w 15732060"/>
              <a:gd name="connsiteY1034" fmla="*/ 6590645 h 8839200"/>
              <a:gd name="connsiteX1035" fmla="*/ 22496 w 15732060"/>
              <a:gd name="connsiteY1035" fmla="*/ 6616985 h 8839200"/>
              <a:gd name="connsiteX1036" fmla="*/ 48836 w 15732060"/>
              <a:gd name="connsiteY1036" fmla="*/ 6616985 h 8839200"/>
              <a:gd name="connsiteX1037" fmla="*/ 49384 w 15732060"/>
              <a:gd name="connsiteY1037" fmla="*/ 6616435 h 8839200"/>
              <a:gd name="connsiteX1038" fmla="*/ 51032 w 15732060"/>
              <a:gd name="connsiteY1038" fmla="*/ 6591742 h 8839200"/>
              <a:gd name="connsiteX1039" fmla="*/ 424716 w 15732060"/>
              <a:gd name="connsiteY1039" fmla="*/ 6218058 h 8839200"/>
              <a:gd name="connsiteX1040" fmla="*/ 1404745 w 15732060"/>
              <a:gd name="connsiteY1040" fmla="*/ 6218058 h 8839200"/>
              <a:gd name="connsiteX1041" fmla="*/ 2028101 w 15732060"/>
              <a:gd name="connsiteY1041" fmla="*/ 5594702 h 8839200"/>
              <a:gd name="connsiteX1042" fmla="*/ 2767788 w 15732060"/>
              <a:gd name="connsiteY1042" fmla="*/ 5594702 h 8839200"/>
              <a:gd name="connsiteX1043" fmla="*/ 2859426 w 15732060"/>
              <a:gd name="connsiteY1043" fmla="*/ 5686340 h 8839200"/>
              <a:gd name="connsiteX1044" fmla="*/ 2859426 w 15732060"/>
              <a:gd name="connsiteY1044" fmla="*/ 5863031 h 8839200"/>
              <a:gd name="connsiteX1045" fmla="*/ 2842964 w 15732060"/>
              <a:gd name="connsiteY1045" fmla="*/ 5881687 h 8839200"/>
              <a:gd name="connsiteX1046" fmla="*/ 2861621 w 15732060"/>
              <a:gd name="connsiteY1046" fmla="*/ 5900344 h 8839200"/>
              <a:gd name="connsiteX1047" fmla="*/ 2880278 w 15732060"/>
              <a:gd name="connsiteY1047" fmla="*/ 5881687 h 8839200"/>
              <a:gd name="connsiteX1048" fmla="*/ 2863816 w 15732060"/>
              <a:gd name="connsiteY1048" fmla="*/ 5863031 h 8839200"/>
              <a:gd name="connsiteX1049" fmla="*/ 2863816 w 15732060"/>
              <a:gd name="connsiteY1049" fmla="*/ 5684694 h 8839200"/>
              <a:gd name="connsiteX1050" fmla="*/ 2769983 w 15732060"/>
              <a:gd name="connsiteY1050" fmla="*/ 5590861 h 8839200"/>
              <a:gd name="connsiteX1051" fmla="*/ 2769434 w 15732060"/>
              <a:gd name="connsiteY1051" fmla="*/ 5590861 h 8839200"/>
              <a:gd name="connsiteX1052" fmla="*/ 2025358 w 15732060"/>
              <a:gd name="connsiteY1052" fmla="*/ 5590313 h 8839200"/>
              <a:gd name="connsiteX1053" fmla="*/ 7168594 w 15732060"/>
              <a:gd name="connsiteY1053" fmla="*/ 5555195 h 8839200"/>
              <a:gd name="connsiteX1054" fmla="*/ 7163657 w 15732060"/>
              <a:gd name="connsiteY1054" fmla="*/ 5555195 h 8839200"/>
              <a:gd name="connsiteX1055" fmla="*/ 7163657 w 15732060"/>
              <a:gd name="connsiteY1055" fmla="*/ 6259214 h 8839200"/>
              <a:gd name="connsiteX1056" fmla="*/ 6775156 w 15732060"/>
              <a:gd name="connsiteY1056" fmla="*/ 6647715 h 8839200"/>
              <a:gd name="connsiteX1057" fmla="*/ 6300506 w 15732060"/>
              <a:gd name="connsiteY1057" fmla="*/ 6647715 h 8839200"/>
              <a:gd name="connsiteX1058" fmla="*/ 5453817 w 15732060"/>
              <a:gd name="connsiteY1058" fmla="*/ 7494404 h 8839200"/>
              <a:gd name="connsiteX1059" fmla="*/ 5453817 w 15732060"/>
              <a:gd name="connsiteY1059" fmla="*/ 8703253 h 8839200"/>
              <a:gd name="connsiteX1060" fmla="*/ 5437356 w 15732060"/>
              <a:gd name="connsiteY1060" fmla="*/ 8721910 h 8839200"/>
              <a:gd name="connsiteX1061" fmla="*/ 5456011 w 15732060"/>
              <a:gd name="connsiteY1061" fmla="*/ 8740567 h 8839200"/>
              <a:gd name="connsiteX1062" fmla="*/ 5474668 w 15732060"/>
              <a:gd name="connsiteY1062" fmla="*/ 8721910 h 8839200"/>
              <a:gd name="connsiteX1063" fmla="*/ 5458206 w 15732060"/>
              <a:gd name="connsiteY1063" fmla="*/ 8703253 h 8839200"/>
              <a:gd name="connsiteX1064" fmla="*/ 5458206 w 15732060"/>
              <a:gd name="connsiteY1064" fmla="*/ 7496049 h 8839200"/>
              <a:gd name="connsiteX1065" fmla="*/ 6302152 w 15732060"/>
              <a:gd name="connsiteY1065" fmla="*/ 6652105 h 8839200"/>
              <a:gd name="connsiteX1066" fmla="*/ 6776803 w 15732060"/>
              <a:gd name="connsiteY1066" fmla="*/ 6652105 h 8839200"/>
              <a:gd name="connsiteX1067" fmla="*/ 7168046 w 15732060"/>
              <a:gd name="connsiteY1067" fmla="*/ 6260861 h 8839200"/>
              <a:gd name="connsiteX1068" fmla="*/ 7168594 w 15732060"/>
              <a:gd name="connsiteY1068" fmla="*/ 6261409 h 8839200"/>
              <a:gd name="connsiteX1069" fmla="*/ 8094301 w 15732060"/>
              <a:gd name="connsiteY1069" fmla="*/ 5550805 h 8839200"/>
              <a:gd name="connsiteX1070" fmla="*/ 8089362 w 15732060"/>
              <a:gd name="connsiteY1070" fmla="*/ 5550805 h 8839200"/>
              <a:gd name="connsiteX1071" fmla="*/ 8089362 w 15732060"/>
              <a:gd name="connsiteY1071" fmla="*/ 7186018 h 8839200"/>
              <a:gd name="connsiteX1072" fmla="*/ 8236421 w 15732060"/>
              <a:gd name="connsiteY1072" fmla="*/ 7333077 h 8839200"/>
              <a:gd name="connsiteX1073" fmla="*/ 8236421 w 15732060"/>
              <a:gd name="connsiteY1073" fmla="*/ 8138611 h 8839200"/>
              <a:gd name="connsiteX1074" fmla="*/ 8598033 w 15732060"/>
              <a:gd name="connsiteY1074" fmla="*/ 8500223 h 8839200"/>
              <a:gd name="connsiteX1075" fmla="*/ 8598033 w 15732060"/>
              <a:gd name="connsiteY1075" fmla="*/ 8747700 h 8839200"/>
              <a:gd name="connsiteX1076" fmla="*/ 8581572 w 15732060"/>
              <a:gd name="connsiteY1076" fmla="*/ 8766357 h 8839200"/>
              <a:gd name="connsiteX1077" fmla="*/ 8600229 w 15732060"/>
              <a:gd name="connsiteY1077" fmla="*/ 8785014 h 8839200"/>
              <a:gd name="connsiteX1078" fmla="*/ 8618886 w 15732060"/>
              <a:gd name="connsiteY1078" fmla="*/ 8766357 h 8839200"/>
              <a:gd name="connsiteX1079" fmla="*/ 8602423 w 15732060"/>
              <a:gd name="connsiteY1079" fmla="*/ 8747700 h 8839200"/>
              <a:gd name="connsiteX1080" fmla="*/ 8602972 w 15732060"/>
              <a:gd name="connsiteY1080" fmla="*/ 8747700 h 8839200"/>
              <a:gd name="connsiteX1081" fmla="*/ 8602972 w 15732060"/>
              <a:gd name="connsiteY1081" fmla="*/ 8498028 h 8839200"/>
              <a:gd name="connsiteX1082" fmla="*/ 8241360 w 15732060"/>
              <a:gd name="connsiteY1082" fmla="*/ 8136416 h 8839200"/>
              <a:gd name="connsiteX1083" fmla="*/ 8241360 w 15732060"/>
              <a:gd name="connsiteY1083" fmla="*/ 7330883 h 8839200"/>
              <a:gd name="connsiteX1084" fmla="*/ 8094301 w 15732060"/>
              <a:gd name="connsiteY1084" fmla="*/ 7183823 h 8839200"/>
              <a:gd name="connsiteX1085" fmla="*/ 8342874 w 15732060"/>
              <a:gd name="connsiteY1085" fmla="*/ 5550805 h 8839200"/>
              <a:gd name="connsiteX1086" fmla="*/ 8337936 w 15732060"/>
              <a:gd name="connsiteY1086" fmla="*/ 5550805 h 8839200"/>
              <a:gd name="connsiteX1087" fmla="*/ 8337936 w 15732060"/>
              <a:gd name="connsiteY1087" fmla="*/ 7063651 h 8839200"/>
              <a:gd name="connsiteX1088" fmla="*/ 8547002 w 15732060"/>
              <a:gd name="connsiteY1088" fmla="*/ 7272717 h 8839200"/>
              <a:gd name="connsiteX1089" fmla="*/ 8547002 w 15732060"/>
              <a:gd name="connsiteY1089" fmla="*/ 7628293 h 8839200"/>
              <a:gd name="connsiteX1090" fmla="*/ 9146763 w 15732060"/>
              <a:gd name="connsiteY1090" fmla="*/ 8228054 h 8839200"/>
              <a:gd name="connsiteX1091" fmla="*/ 9146763 w 15732060"/>
              <a:gd name="connsiteY1091" fmla="*/ 8759772 h 8839200"/>
              <a:gd name="connsiteX1092" fmla="*/ 9130300 w 15732060"/>
              <a:gd name="connsiteY1092" fmla="*/ 8778429 h 8839200"/>
              <a:gd name="connsiteX1093" fmla="*/ 9148958 w 15732060"/>
              <a:gd name="connsiteY1093" fmla="*/ 8797086 h 8839200"/>
              <a:gd name="connsiteX1094" fmla="*/ 9167615 w 15732060"/>
              <a:gd name="connsiteY1094" fmla="*/ 8778429 h 8839200"/>
              <a:gd name="connsiteX1095" fmla="*/ 9162881 w 15732060"/>
              <a:gd name="connsiteY1095" fmla="*/ 8765603 h 8839200"/>
              <a:gd name="connsiteX1096" fmla="*/ 9151701 w 15732060"/>
              <a:gd name="connsiteY1096" fmla="*/ 8760045 h 8839200"/>
              <a:gd name="connsiteX1097" fmla="*/ 9151701 w 15732060"/>
              <a:gd name="connsiteY1097" fmla="*/ 8760321 h 8839200"/>
              <a:gd name="connsiteX1098" fmla="*/ 9151152 w 15732060"/>
              <a:gd name="connsiteY1098" fmla="*/ 8759772 h 8839200"/>
              <a:gd name="connsiteX1099" fmla="*/ 9151701 w 15732060"/>
              <a:gd name="connsiteY1099" fmla="*/ 8760045 h 8839200"/>
              <a:gd name="connsiteX1100" fmla="*/ 9151701 w 15732060"/>
              <a:gd name="connsiteY1100" fmla="*/ 8226408 h 8839200"/>
              <a:gd name="connsiteX1101" fmla="*/ 8551940 w 15732060"/>
              <a:gd name="connsiteY1101" fmla="*/ 7626647 h 8839200"/>
              <a:gd name="connsiteX1102" fmla="*/ 8551940 w 15732060"/>
              <a:gd name="connsiteY1102" fmla="*/ 7271071 h 8839200"/>
              <a:gd name="connsiteX1103" fmla="*/ 8342874 w 15732060"/>
              <a:gd name="connsiteY1103" fmla="*/ 7062005 h 8839200"/>
              <a:gd name="connsiteX1104" fmla="*/ 8562915 w 15732060"/>
              <a:gd name="connsiteY1104" fmla="*/ 5550805 h 8839200"/>
              <a:gd name="connsiteX1105" fmla="*/ 8557977 w 15732060"/>
              <a:gd name="connsiteY1105" fmla="*/ 5550805 h 8839200"/>
              <a:gd name="connsiteX1106" fmla="*/ 8557977 w 15732060"/>
              <a:gd name="connsiteY1106" fmla="*/ 6582417 h 8839200"/>
              <a:gd name="connsiteX1107" fmla="*/ 8656199 w 15732060"/>
              <a:gd name="connsiteY1107" fmla="*/ 6680639 h 8839200"/>
              <a:gd name="connsiteX1108" fmla="*/ 8656199 w 15732060"/>
              <a:gd name="connsiteY1108" fmla="*/ 6911105 h 8839200"/>
              <a:gd name="connsiteX1109" fmla="*/ 8981595 w 15732060"/>
              <a:gd name="connsiteY1109" fmla="*/ 7236501 h 8839200"/>
              <a:gd name="connsiteX1110" fmla="*/ 8981595 w 15732060"/>
              <a:gd name="connsiteY1110" fmla="*/ 7821995 h 8839200"/>
              <a:gd name="connsiteX1111" fmla="*/ 9516057 w 15732060"/>
              <a:gd name="connsiteY1111" fmla="*/ 8356457 h 8839200"/>
              <a:gd name="connsiteX1112" fmla="*/ 9516057 w 15732060"/>
              <a:gd name="connsiteY1112" fmla="*/ 8760869 h 8839200"/>
              <a:gd name="connsiteX1113" fmla="*/ 9499596 w 15732060"/>
              <a:gd name="connsiteY1113" fmla="*/ 8779526 h 8839200"/>
              <a:gd name="connsiteX1114" fmla="*/ 9518252 w 15732060"/>
              <a:gd name="connsiteY1114" fmla="*/ 8798184 h 8839200"/>
              <a:gd name="connsiteX1115" fmla="*/ 9536909 w 15732060"/>
              <a:gd name="connsiteY1115" fmla="*/ 8779526 h 8839200"/>
              <a:gd name="connsiteX1116" fmla="*/ 9520448 w 15732060"/>
              <a:gd name="connsiteY1116" fmla="*/ 8760869 h 8839200"/>
              <a:gd name="connsiteX1117" fmla="*/ 9520996 w 15732060"/>
              <a:gd name="connsiteY1117" fmla="*/ 8760321 h 8839200"/>
              <a:gd name="connsiteX1118" fmla="*/ 9520996 w 15732060"/>
              <a:gd name="connsiteY1118" fmla="*/ 8354261 h 8839200"/>
              <a:gd name="connsiteX1119" fmla="*/ 8986534 w 15732060"/>
              <a:gd name="connsiteY1119" fmla="*/ 7819799 h 8839200"/>
              <a:gd name="connsiteX1120" fmla="*/ 8986534 w 15732060"/>
              <a:gd name="connsiteY1120" fmla="*/ 7234306 h 8839200"/>
              <a:gd name="connsiteX1121" fmla="*/ 8661137 w 15732060"/>
              <a:gd name="connsiteY1121" fmla="*/ 6908909 h 8839200"/>
              <a:gd name="connsiteX1122" fmla="*/ 8661137 w 15732060"/>
              <a:gd name="connsiteY1122" fmla="*/ 6678444 h 8839200"/>
              <a:gd name="connsiteX1123" fmla="*/ 8562915 w 15732060"/>
              <a:gd name="connsiteY1123" fmla="*/ 6580221 h 8839200"/>
              <a:gd name="connsiteX1124" fmla="*/ 7981263 w 15732060"/>
              <a:gd name="connsiteY1124" fmla="*/ 5550257 h 8839200"/>
              <a:gd name="connsiteX1125" fmla="*/ 7976324 w 15732060"/>
              <a:gd name="connsiteY1125" fmla="*/ 5550257 h 8839200"/>
              <a:gd name="connsiteX1126" fmla="*/ 7976324 w 15732060"/>
              <a:gd name="connsiteY1126" fmla="*/ 7449408 h 8839200"/>
              <a:gd name="connsiteX1127" fmla="*/ 8142588 w 15732060"/>
              <a:gd name="connsiteY1127" fmla="*/ 7615673 h 8839200"/>
              <a:gd name="connsiteX1128" fmla="*/ 8142588 w 15732060"/>
              <a:gd name="connsiteY1128" fmla="*/ 8734530 h 8839200"/>
              <a:gd name="connsiteX1129" fmla="*/ 8126127 w 15732060"/>
              <a:gd name="connsiteY1129" fmla="*/ 8753187 h 8839200"/>
              <a:gd name="connsiteX1130" fmla="*/ 8144784 w 15732060"/>
              <a:gd name="connsiteY1130" fmla="*/ 8771844 h 8839200"/>
              <a:gd name="connsiteX1131" fmla="*/ 8163440 w 15732060"/>
              <a:gd name="connsiteY1131" fmla="*/ 8753187 h 8839200"/>
              <a:gd name="connsiteX1132" fmla="*/ 8158707 w 15732060"/>
              <a:gd name="connsiteY1132" fmla="*/ 8740361 h 8839200"/>
              <a:gd name="connsiteX1133" fmla="*/ 8147526 w 15732060"/>
              <a:gd name="connsiteY1133" fmla="*/ 8734803 h 8839200"/>
              <a:gd name="connsiteX1134" fmla="*/ 8147526 w 15732060"/>
              <a:gd name="connsiteY1134" fmla="*/ 8735080 h 8839200"/>
              <a:gd name="connsiteX1135" fmla="*/ 8146978 w 15732060"/>
              <a:gd name="connsiteY1135" fmla="*/ 8734530 h 8839200"/>
              <a:gd name="connsiteX1136" fmla="*/ 8147526 w 15732060"/>
              <a:gd name="connsiteY1136" fmla="*/ 8734803 h 8839200"/>
              <a:gd name="connsiteX1137" fmla="*/ 8147526 w 15732060"/>
              <a:gd name="connsiteY1137" fmla="*/ 7614027 h 8839200"/>
              <a:gd name="connsiteX1138" fmla="*/ 7981263 w 15732060"/>
              <a:gd name="connsiteY1138" fmla="*/ 7447761 h 8839200"/>
              <a:gd name="connsiteX1139" fmla="*/ 8674855 w 15732060"/>
              <a:gd name="connsiteY1139" fmla="*/ 5545867 h 8839200"/>
              <a:gd name="connsiteX1140" fmla="*/ 8669918 w 15732060"/>
              <a:gd name="connsiteY1140" fmla="*/ 5545867 h 8839200"/>
              <a:gd name="connsiteX1141" fmla="*/ 8669918 w 15732060"/>
              <a:gd name="connsiteY1141" fmla="*/ 6403530 h 8839200"/>
              <a:gd name="connsiteX1142" fmla="*/ 8878983 w 15732060"/>
              <a:gd name="connsiteY1142" fmla="*/ 6612597 h 8839200"/>
              <a:gd name="connsiteX1143" fmla="*/ 8878983 w 15732060"/>
              <a:gd name="connsiteY1143" fmla="*/ 6976953 h 8839200"/>
              <a:gd name="connsiteX1144" fmla="*/ 9308089 w 15732060"/>
              <a:gd name="connsiteY1144" fmla="*/ 7406058 h 8839200"/>
              <a:gd name="connsiteX1145" fmla="*/ 9308638 w 15732060"/>
              <a:gd name="connsiteY1145" fmla="*/ 7406058 h 8839200"/>
              <a:gd name="connsiteX1146" fmla="*/ 9581356 w 15732060"/>
              <a:gd name="connsiteY1146" fmla="*/ 7406606 h 8839200"/>
              <a:gd name="connsiteX1147" fmla="*/ 9900716 w 15732060"/>
              <a:gd name="connsiteY1147" fmla="*/ 7725968 h 8839200"/>
              <a:gd name="connsiteX1148" fmla="*/ 9900716 w 15732060"/>
              <a:gd name="connsiteY1148" fmla="*/ 8574851 h 8839200"/>
              <a:gd name="connsiteX1149" fmla="*/ 10090577 w 15732060"/>
              <a:gd name="connsiteY1149" fmla="*/ 8764710 h 8839200"/>
              <a:gd name="connsiteX1150" fmla="*/ 10092222 w 15732060"/>
              <a:gd name="connsiteY1150" fmla="*/ 8789404 h 8839200"/>
              <a:gd name="connsiteX1151" fmla="*/ 10118562 w 15732060"/>
              <a:gd name="connsiteY1151" fmla="*/ 8789404 h 8839200"/>
              <a:gd name="connsiteX1152" fmla="*/ 10118562 w 15732060"/>
              <a:gd name="connsiteY1152" fmla="*/ 8763065 h 8839200"/>
              <a:gd name="connsiteX1153" fmla="*/ 10093869 w 15732060"/>
              <a:gd name="connsiteY1153" fmla="*/ 8761418 h 8839200"/>
              <a:gd name="connsiteX1154" fmla="*/ 10093869 w 15732060"/>
              <a:gd name="connsiteY1154" fmla="*/ 8760869 h 8839200"/>
              <a:gd name="connsiteX1155" fmla="*/ 9905655 w 15732060"/>
              <a:gd name="connsiteY1155" fmla="*/ 8572655 h 8839200"/>
              <a:gd name="connsiteX1156" fmla="*/ 9905655 w 15732060"/>
              <a:gd name="connsiteY1156" fmla="*/ 7723772 h 8839200"/>
              <a:gd name="connsiteX1157" fmla="*/ 9584099 w 15732060"/>
              <a:gd name="connsiteY1157" fmla="*/ 7402218 h 8839200"/>
              <a:gd name="connsiteX1158" fmla="*/ 9583551 w 15732060"/>
              <a:gd name="connsiteY1158" fmla="*/ 7402218 h 8839200"/>
              <a:gd name="connsiteX1159" fmla="*/ 9310833 w 15732060"/>
              <a:gd name="connsiteY1159" fmla="*/ 7401669 h 8839200"/>
              <a:gd name="connsiteX1160" fmla="*/ 8883922 w 15732060"/>
              <a:gd name="connsiteY1160" fmla="*/ 6974757 h 8839200"/>
              <a:gd name="connsiteX1161" fmla="*/ 8883922 w 15732060"/>
              <a:gd name="connsiteY1161" fmla="*/ 6610401 h 8839200"/>
              <a:gd name="connsiteX1162" fmla="*/ 8674855 w 15732060"/>
              <a:gd name="connsiteY1162" fmla="*/ 6401335 h 8839200"/>
              <a:gd name="connsiteX1163" fmla="*/ 5604168 w 15732060"/>
              <a:gd name="connsiteY1163" fmla="*/ 5531600 h 8839200"/>
              <a:gd name="connsiteX1164" fmla="*/ 5585512 w 15732060"/>
              <a:gd name="connsiteY1164" fmla="*/ 5548062 h 8839200"/>
              <a:gd name="connsiteX1165" fmla="*/ 4807962 w 15732060"/>
              <a:gd name="connsiteY1165" fmla="*/ 5548062 h 8839200"/>
              <a:gd name="connsiteX1166" fmla="*/ 4635662 w 15732060"/>
              <a:gd name="connsiteY1166" fmla="*/ 5720362 h 8839200"/>
              <a:gd name="connsiteX1167" fmla="*/ 4610969 w 15732060"/>
              <a:gd name="connsiteY1167" fmla="*/ 5722009 h 8839200"/>
              <a:gd name="connsiteX1168" fmla="*/ 4610969 w 15732060"/>
              <a:gd name="connsiteY1168" fmla="*/ 5748348 h 8839200"/>
              <a:gd name="connsiteX1169" fmla="*/ 4637308 w 15732060"/>
              <a:gd name="connsiteY1169" fmla="*/ 5748348 h 8839200"/>
              <a:gd name="connsiteX1170" fmla="*/ 4638954 w 15732060"/>
              <a:gd name="connsiteY1170" fmla="*/ 5723655 h 8839200"/>
              <a:gd name="connsiteX1171" fmla="*/ 4810158 w 15732060"/>
              <a:gd name="connsiteY1171" fmla="*/ 5552452 h 8839200"/>
              <a:gd name="connsiteX1172" fmla="*/ 5585512 w 15732060"/>
              <a:gd name="connsiteY1172" fmla="*/ 5552452 h 8839200"/>
              <a:gd name="connsiteX1173" fmla="*/ 5604168 w 15732060"/>
              <a:gd name="connsiteY1173" fmla="*/ 5568914 h 8839200"/>
              <a:gd name="connsiteX1174" fmla="*/ 5622826 w 15732060"/>
              <a:gd name="connsiteY1174" fmla="*/ 5550257 h 8839200"/>
              <a:gd name="connsiteX1175" fmla="*/ 5604168 w 15732060"/>
              <a:gd name="connsiteY1175" fmla="*/ 5531600 h 8839200"/>
              <a:gd name="connsiteX1176" fmla="*/ 7615808 w 15732060"/>
              <a:gd name="connsiteY1176" fmla="*/ 5518431 h 8839200"/>
              <a:gd name="connsiteX1177" fmla="*/ 7610870 w 15732060"/>
              <a:gd name="connsiteY1177" fmla="*/ 5518431 h 8839200"/>
              <a:gd name="connsiteX1178" fmla="*/ 7610870 w 15732060"/>
              <a:gd name="connsiteY1178" fmla="*/ 6798615 h 8839200"/>
              <a:gd name="connsiteX1179" fmla="*/ 7453385 w 15732060"/>
              <a:gd name="connsiteY1179" fmla="*/ 6956101 h 8839200"/>
              <a:gd name="connsiteX1180" fmla="*/ 7453385 w 15732060"/>
              <a:gd name="connsiteY1180" fmla="*/ 7533364 h 8839200"/>
              <a:gd name="connsiteX1181" fmla="*/ 7137866 w 15732060"/>
              <a:gd name="connsiteY1181" fmla="*/ 7848882 h 8839200"/>
              <a:gd name="connsiteX1182" fmla="*/ 7137866 w 15732060"/>
              <a:gd name="connsiteY1182" fmla="*/ 8652221 h 8839200"/>
              <a:gd name="connsiteX1183" fmla="*/ 7121404 w 15732060"/>
              <a:gd name="connsiteY1183" fmla="*/ 8670878 h 8839200"/>
              <a:gd name="connsiteX1184" fmla="*/ 7140061 w 15732060"/>
              <a:gd name="connsiteY1184" fmla="*/ 8689534 h 8839200"/>
              <a:gd name="connsiteX1185" fmla="*/ 7158718 w 15732060"/>
              <a:gd name="connsiteY1185" fmla="*/ 8670878 h 8839200"/>
              <a:gd name="connsiteX1186" fmla="*/ 7142256 w 15732060"/>
              <a:gd name="connsiteY1186" fmla="*/ 8652221 h 8839200"/>
              <a:gd name="connsiteX1187" fmla="*/ 7142805 w 15732060"/>
              <a:gd name="connsiteY1187" fmla="*/ 8651672 h 8839200"/>
              <a:gd name="connsiteX1188" fmla="*/ 7142805 w 15732060"/>
              <a:gd name="connsiteY1188" fmla="*/ 7850528 h 8839200"/>
              <a:gd name="connsiteX1189" fmla="*/ 7458324 w 15732060"/>
              <a:gd name="connsiteY1189" fmla="*/ 7535010 h 8839200"/>
              <a:gd name="connsiteX1190" fmla="*/ 7458324 w 15732060"/>
              <a:gd name="connsiteY1190" fmla="*/ 6957746 h 8839200"/>
              <a:gd name="connsiteX1191" fmla="*/ 7615808 w 15732060"/>
              <a:gd name="connsiteY1191" fmla="*/ 6800261 h 8839200"/>
              <a:gd name="connsiteX1192" fmla="*/ 9293557 w 15732060"/>
              <a:gd name="connsiteY1192" fmla="*/ 5506251 h 8839200"/>
              <a:gd name="connsiteX1193" fmla="*/ 9293273 w 15732060"/>
              <a:gd name="connsiteY1193" fmla="*/ 5506359 h 8839200"/>
              <a:gd name="connsiteX1194" fmla="*/ 9293822 w 15732060"/>
              <a:gd name="connsiteY1194" fmla="*/ 5506359 h 8839200"/>
              <a:gd name="connsiteX1195" fmla="*/ 2078585 w 15732060"/>
              <a:gd name="connsiteY1195" fmla="*/ 5497577 h 8839200"/>
              <a:gd name="connsiteX1196" fmla="*/ 2059928 w 15732060"/>
              <a:gd name="connsiteY1196" fmla="*/ 5516234 h 8839200"/>
              <a:gd name="connsiteX1197" fmla="*/ 2078585 w 15732060"/>
              <a:gd name="connsiteY1197" fmla="*/ 5534891 h 8839200"/>
              <a:gd name="connsiteX1198" fmla="*/ 2078585 w 15732060"/>
              <a:gd name="connsiteY1198" fmla="*/ 5535440 h 8839200"/>
              <a:gd name="connsiteX1199" fmla="*/ 2097241 w 15732060"/>
              <a:gd name="connsiteY1199" fmla="*/ 5518978 h 8839200"/>
              <a:gd name="connsiteX1200" fmla="*/ 2858877 w 15732060"/>
              <a:gd name="connsiteY1200" fmla="*/ 5518978 h 8839200"/>
              <a:gd name="connsiteX1201" fmla="*/ 3026239 w 15732060"/>
              <a:gd name="connsiteY1201" fmla="*/ 5686340 h 8839200"/>
              <a:gd name="connsiteX1202" fmla="*/ 3026239 w 15732060"/>
              <a:gd name="connsiteY1202" fmla="*/ 5870164 h 8839200"/>
              <a:gd name="connsiteX1203" fmla="*/ 3009778 w 15732060"/>
              <a:gd name="connsiteY1203" fmla="*/ 5888821 h 8839200"/>
              <a:gd name="connsiteX1204" fmla="*/ 3028434 w 15732060"/>
              <a:gd name="connsiteY1204" fmla="*/ 5907478 h 8839200"/>
              <a:gd name="connsiteX1205" fmla="*/ 3047091 w 15732060"/>
              <a:gd name="connsiteY1205" fmla="*/ 5888821 h 8839200"/>
              <a:gd name="connsiteX1206" fmla="*/ 3030629 w 15732060"/>
              <a:gd name="connsiteY1206" fmla="*/ 5870164 h 8839200"/>
              <a:gd name="connsiteX1207" fmla="*/ 3030629 w 15732060"/>
              <a:gd name="connsiteY1207" fmla="*/ 5684145 h 8839200"/>
              <a:gd name="connsiteX1208" fmla="*/ 2861073 w 15732060"/>
              <a:gd name="connsiteY1208" fmla="*/ 5514588 h 8839200"/>
              <a:gd name="connsiteX1209" fmla="*/ 2860523 w 15732060"/>
              <a:gd name="connsiteY1209" fmla="*/ 5514588 h 8839200"/>
              <a:gd name="connsiteX1210" fmla="*/ 2097241 w 15732060"/>
              <a:gd name="connsiteY1210" fmla="*/ 5514039 h 8839200"/>
              <a:gd name="connsiteX1211" fmla="*/ 2078585 w 15732060"/>
              <a:gd name="connsiteY1211" fmla="*/ 5497577 h 8839200"/>
              <a:gd name="connsiteX1212" fmla="*/ 9293822 w 15732060"/>
              <a:gd name="connsiteY1212" fmla="*/ 5469044 h 8839200"/>
              <a:gd name="connsiteX1213" fmla="*/ 9275165 w 15732060"/>
              <a:gd name="connsiteY1213" fmla="*/ 5487702 h 8839200"/>
              <a:gd name="connsiteX1214" fmla="*/ 9280584 w 15732060"/>
              <a:gd name="connsiteY1214" fmla="*/ 5500940 h 8839200"/>
              <a:gd name="connsiteX1215" fmla="*/ 9293557 w 15732060"/>
              <a:gd name="connsiteY1215" fmla="*/ 5506251 h 8839200"/>
              <a:gd name="connsiteX1216" fmla="*/ 9305688 w 15732060"/>
              <a:gd name="connsiteY1216" fmla="*/ 5501626 h 8839200"/>
              <a:gd name="connsiteX1217" fmla="*/ 9311930 w 15732060"/>
              <a:gd name="connsiteY1217" fmla="*/ 5489897 h 8839200"/>
              <a:gd name="connsiteX1218" fmla="*/ 9486426 w 15732060"/>
              <a:gd name="connsiteY1218" fmla="*/ 5489897 h 8839200"/>
              <a:gd name="connsiteX1219" fmla="*/ 9856270 w 15732060"/>
              <a:gd name="connsiteY1219" fmla="*/ 5859741 h 8839200"/>
              <a:gd name="connsiteX1220" fmla="*/ 9856818 w 15732060"/>
              <a:gd name="connsiteY1220" fmla="*/ 5859741 h 8839200"/>
              <a:gd name="connsiteX1221" fmla="*/ 10064786 w 15732060"/>
              <a:gd name="connsiteY1221" fmla="*/ 5860289 h 8839200"/>
              <a:gd name="connsiteX1222" fmla="*/ 10083443 w 15732060"/>
              <a:gd name="connsiteY1222" fmla="*/ 5876751 h 8839200"/>
              <a:gd name="connsiteX1223" fmla="*/ 10102100 w 15732060"/>
              <a:gd name="connsiteY1223" fmla="*/ 5858094 h 8839200"/>
              <a:gd name="connsiteX1224" fmla="*/ 10083443 w 15732060"/>
              <a:gd name="connsiteY1224" fmla="*/ 5839437 h 8839200"/>
              <a:gd name="connsiteX1225" fmla="*/ 10064786 w 15732060"/>
              <a:gd name="connsiteY1225" fmla="*/ 5855899 h 8839200"/>
              <a:gd name="connsiteX1226" fmla="*/ 9859012 w 15732060"/>
              <a:gd name="connsiteY1226" fmla="*/ 5855899 h 8839200"/>
              <a:gd name="connsiteX1227" fmla="*/ 9489169 w 15732060"/>
              <a:gd name="connsiteY1227" fmla="*/ 5486055 h 8839200"/>
              <a:gd name="connsiteX1228" fmla="*/ 9488621 w 15732060"/>
              <a:gd name="connsiteY1228" fmla="*/ 5486055 h 8839200"/>
              <a:gd name="connsiteX1229" fmla="*/ 9312479 w 15732060"/>
              <a:gd name="connsiteY1229" fmla="*/ 5485507 h 8839200"/>
              <a:gd name="connsiteX1230" fmla="*/ 9293822 w 15732060"/>
              <a:gd name="connsiteY1230" fmla="*/ 5469044 h 8839200"/>
              <a:gd name="connsiteX1231" fmla="*/ 9005740 w 15732060"/>
              <a:gd name="connsiteY1231" fmla="*/ 5334058 h 8839200"/>
              <a:gd name="connsiteX1232" fmla="*/ 9005740 w 15732060"/>
              <a:gd name="connsiteY1232" fmla="*/ 5338996 h 8839200"/>
              <a:gd name="connsiteX1233" fmla="*/ 9640070 w 15732060"/>
              <a:gd name="connsiteY1233" fmla="*/ 5338996 h 8839200"/>
              <a:gd name="connsiteX1234" fmla="*/ 9835417 w 15732060"/>
              <a:gd name="connsiteY1234" fmla="*/ 5534344 h 8839200"/>
              <a:gd name="connsiteX1235" fmla="*/ 9837064 w 15732060"/>
              <a:gd name="connsiteY1235" fmla="*/ 5559036 h 8839200"/>
              <a:gd name="connsiteX1236" fmla="*/ 9837064 w 15732060"/>
              <a:gd name="connsiteY1236" fmla="*/ 5558487 h 8839200"/>
              <a:gd name="connsiteX1237" fmla="*/ 9863403 w 15732060"/>
              <a:gd name="connsiteY1237" fmla="*/ 5558487 h 8839200"/>
              <a:gd name="connsiteX1238" fmla="*/ 9863403 w 15732060"/>
              <a:gd name="connsiteY1238" fmla="*/ 5532148 h 8839200"/>
              <a:gd name="connsiteX1239" fmla="*/ 9838710 w 15732060"/>
              <a:gd name="connsiteY1239" fmla="*/ 5530503 h 8839200"/>
              <a:gd name="connsiteX1240" fmla="*/ 9642814 w 15732060"/>
              <a:gd name="connsiteY1240" fmla="*/ 5334607 h 8839200"/>
              <a:gd name="connsiteX1241" fmla="*/ 9642265 w 15732060"/>
              <a:gd name="connsiteY1241" fmla="*/ 5334607 h 8839200"/>
              <a:gd name="connsiteX1242" fmla="*/ 9005740 w 15732060"/>
              <a:gd name="connsiteY1242" fmla="*/ 5334058 h 8839200"/>
              <a:gd name="connsiteX1243" fmla="*/ 6706565 w 15732060"/>
              <a:gd name="connsiteY1243" fmla="*/ 5332960 h 8839200"/>
              <a:gd name="connsiteX1244" fmla="*/ 6511218 w 15732060"/>
              <a:gd name="connsiteY1244" fmla="*/ 5332960 h 8839200"/>
              <a:gd name="connsiteX1245" fmla="*/ 4669134 w 15732060"/>
              <a:gd name="connsiteY1245" fmla="*/ 7175043 h 8839200"/>
              <a:gd name="connsiteX1246" fmla="*/ 4276793 w 15732060"/>
              <a:gd name="connsiteY1246" fmla="*/ 7175043 h 8839200"/>
              <a:gd name="connsiteX1247" fmla="*/ 3538204 w 15732060"/>
              <a:gd name="connsiteY1247" fmla="*/ 7913632 h 8839200"/>
              <a:gd name="connsiteX1248" fmla="*/ 3006485 w 15732060"/>
              <a:gd name="connsiteY1248" fmla="*/ 7913632 h 8839200"/>
              <a:gd name="connsiteX1249" fmla="*/ 2406176 w 15732060"/>
              <a:gd name="connsiteY1249" fmla="*/ 8513942 h 8839200"/>
              <a:gd name="connsiteX1250" fmla="*/ 1628078 w 15732060"/>
              <a:gd name="connsiteY1250" fmla="*/ 8513942 h 8839200"/>
              <a:gd name="connsiteX1251" fmla="*/ 1336154 w 15732060"/>
              <a:gd name="connsiteY1251" fmla="*/ 8805865 h 8839200"/>
              <a:gd name="connsiteX1252" fmla="*/ 1311462 w 15732060"/>
              <a:gd name="connsiteY1252" fmla="*/ 8807512 h 8839200"/>
              <a:gd name="connsiteX1253" fmla="*/ 1311462 w 15732060"/>
              <a:gd name="connsiteY1253" fmla="*/ 8833851 h 8839200"/>
              <a:gd name="connsiteX1254" fmla="*/ 1337801 w 15732060"/>
              <a:gd name="connsiteY1254" fmla="*/ 8833851 h 8839200"/>
              <a:gd name="connsiteX1255" fmla="*/ 1339446 w 15732060"/>
              <a:gd name="connsiteY1255" fmla="*/ 8809158 h 8839200"/>
              <a:gd name="connsiteX1256" fmla="*/ 1629724 w 15732060"/>
              <a:gd name="connsiteY1256" fmla="*/ 8518880 h 8839200"/>
              <a:gd name="connsiteX1257" fmla="*/ 2407822 w 15732060"/>
              <a:gd name="connsiteY1257" fmla="*/ 8518880 h 8839200"/>
              <a:gd name="connsiteX1258" fmla="*/ 3008132 w 15732060"/>
              <a:gd name="connsiteY1258" fmla="*/ 7918571 h 8839200"/>
              <a:gd name="connsiteX1259" fmla="*/ 3539850 w 15732060"/>
              <a:gd name="connsiteY1259" fmla="*/ 7918571 h 8839200"/>
              <a:gd name="connsiteX1260" fmla="*/ 4278440 w 15732060"/>
              <a:gd name="connsiteY1260" fmla="*/ 7179982 h 8839200"/>
              <a:gd name="connsiteX1261" fmla="*/ 4278988 w 15732060"/>
              <a:gd name="connsiteY1261" fmla="*/ 7179982 h 8839200"/>
              <a:gd name="connsiteX1262" fmla="*/ 4671330 w 15732060"/>
              <a:gd name="connsiteY1262" fmla="*/ 7179982 h 8839200"/>
              <a:gd name="connsiteX1263" fmla="*/ 6513413 w 15732060"/>
              <a:gd name="connsiteY1263" fmla="*/ 5337899 h 8839200"/>
              <a:gd name="connsiteX1264" fmla="*/ 6706565 w 15732060"/>
              <a:gd name="connsiteY1264" fmla="*/ 5337899 h 8839200"/>
              <a:gd name="connsiteX1265" fmla="*/ 3355477 w 15732060"/>
              <a:gd name="connsiteY1265" fmla="*/ 5325413 h 8839200"/>
              <a:gd name="connsiteX1266" fmla="*/ 3342308 w 15732060"/>
              <a:gd name="connsiteY1266" fmla="*/ 5330764 h 8839200"/>
              <a:gd name="connsiteX1267" fmla="*/ 3340661 w 15732060"/>
              <a:gd name="connsiteY1267" fmla="*/ 5355456 h 8839200"/>
              <a:gd name="connsiteX1268" fmla="*/ 3109647 w 15732060"/>
              <a:gd name="connsiteY1268" fmla="*/ 5586471 h 8839200"/>
              <a:gd name="connsiteX1269" fmla="*/ 3109647 w 15732060"/>
              <a:gd name="connsiteY1269" fmla="*/ 5867420 h 8839200"/>
              <a:gd name="connsiteX1270" fmla="*/ 3093184 w 15732060"/>
              <a:gd name="connsiteY1270" fmla="*/ 5886077 h 8839200"/>
              <a:gd name="connsiteX1271" fmla="*/ 3111841 w 15732060"/>
              <a:gd name="connsiteY1271" fmla="*/ 5904734 h 8839200"/>
              <a:gd name="connsiteX1272" fmla="*/ 3130498 w 15732060"/>
              <a:gd name="connsiteY1272" fmla="*/ 5886077 h 8839200"/>
              <a:gd name="connsiteX1273" fmla="*/ 3114036 w 15732060"/>
              <a:gd name="connsiteY1273" fmla="*/ 5867420 h 8839200"/>
              <a:gd name="connsiteX1274" fmla="*/ 3114036 w 15732060"/>
              <a:gd name="connsiteY1274" fmla="*/ 5588666 h 8839200"/>
              <a:gd name="connsiteX1275" fmla="*/ 3343954 w 15732060"/>
              <a:gd name="connsiteY1275" fmla="*/ 5358749 h 8839200"/>
              <a:gd name="connsiteX1276" fmla="*/ 3368646 w 15732060"/>
              <a:gd name="connsiteY1276" fmla="*/ 5357103 h 8839200"/>
              <a:gd name="connsiteX1277" fmla="*/ 3368646 w 15732060"/>
              <a:gd name="connsiteY1277" fmla="*/ 5330764 h 8839200"/>
              <a:gd name="connsiteX1278" fmla="*/ 3355477 w 15732060"/>
              <a:gd name="connsiteY1278" fmla="*/ 5325413 h 8839200"/>
              <a:gd name="connsiteX1279" fmla="*/ 3814214 w 15732060"/>
              <a:gd name="connsiteY1279" fmla="*/ 5323629 h 8839200"/>
              <a:gd name="connsiteX1280" fmla="*/ 3795558 w 15732060"/>
              <a:gd name="connsiteY1280" fmla="*/ 5340092 h 8839200"/>
              <a:gd name="connsiteX1281" fmla="*/ 3438884 w 15732060"/>
              <a:gd name="connsiteY1281" fmla="*/ 5340092 h 8839200"/>
              <a:gd name="connsiteX1282" fmla="*/ 3191955 w 15732060"/>
              <a:gd name="connsiteY1282" fmla="*/ 5587019 h 8839200"/>
              <a:gd name="connsiteX1283" fmla="*/ 3191955 w 15732060"/>
              <a:gd name="connsiteY1283" fmla="*/ 5867970 h 8839200"/>
              <a:gd name="connsiteX1284" fmla="*/ 3192504 w 15732060"/>
              <a:gd name="connsiteY1284" fmla="*/ 5867970 h 8839200"/>
              <a:gd name="connsiteX1285" fmla="*/ 3176042 w 15732060"/>
              <a:gd name="connsiteY1285" fmla="*/ 5886626 h 8839200"/>
              <a:gd name="connsiteX1286" fmla="*/ 3194699 w 15732060"/>
              <a:gd name="connsiteY1286" fmla="*/ 5905282 h 8839200"/>
              <a:gd name="connsiteX1287" fmla="*/ 3213356 w 15732060"/>
              <a:gd name="connsiteY1287" fmla="*/ 5886626 h 8839200"/>
              <a:gd name="connsiteX1288" fmla="*/ 3196894 w 15732060"/>
              <a:gd name="connsiteY1288" fmla="*/ 5867970 h 8839200"/>
              <a:gd name="connsiteX1289" fmla="*/ 3196894 w 15732060"/>
              <a:gd name="connsiteY1289" fmla="*/ 5588666 h 8839200"/>
              <a:gd name="connsiteX1290" fmla="*/ 3441079 w 15732060"/>
              <a:gd name="connsiteY1290" fmla="*/ 5344482 h 8839200"/>
              <a:gd name="connsiteX1291" fmla="*/ 3795558 w 15732060"/>
              <a:gd name="connsiteY1291" fmla="*/ 5344482 h 8839200"/>
              <a:gd name="connsiteX1292" fmla="*/ 3814214 w 15732060"/>
              <a:gd name="connsiteY1292" fmla="*/ 5360944 h 8839200"/>
              <a:gd name="connsiteX1293" fmla="*/ 3832872 w 15732060"/>
              <a:gd name="connsiteY1293" fmla="*/ 5342287 h 8839200"/>
              <a:gd name="connsiteX1294" fmla="*/ 3814214 w 15732060"/>
              <a:gd name="connsiteY1294" fmla="*/ 5323629 h 8839200"/>
              <a:gd name="connsiteX1295" fmla="*/ 13100904 w 15732060"/>
              <a:gd name="connsiteY1295" fmla="*/ 5298390 h 8839200"/>
              <a:gd name="connsiteX1296" fmla="*/ 13082246 w 15732060"/>
              <a:gd name="connsiteY1296" fmla="*/ 5317047 h 8839200"/>
              <a:gd name="connsiteX1297" fmla="*/ 13100904 w 15732060"/>
              <a:gd name="connsiteY1297" fmla="*/ 5335704 h 8839200"/>
              <a:gd name="connsiteX1298" fmla="*/ 13119561 w 15732060"/>
              <a:gd name="connsiteY1298" fmla="*/ 5319242 h 8839200"/>
              <a:gd name="connsiteX1299" fmla="*/ 14531440 w 15732060"/>
              <a:gd name="connsiteY1299" fmla="*/ 5319242 h 8839200"/>
              <a:gd name="connsiteX1300" fmla="*/ 14688925 w 15732060"/>
              <a:gd name="connsiteY1300" fmla="*/ 5476728 h 8839200"/>
              <a:gd name="connsiteX1301" fmla="*/ 14689474 w 15732060"/>
              <a:gd name="connsiteY1301" fmla="*/ 5476728 h 8839200"/>
              <a:gd name="connsiteX1302" fmla="*/ 15652493 w 15732060"/>
              <a:gd name="connsiteY1302" fmla="*/ 5477276 h 8839200"/>
              <a:gd name="connsiteX1303" fmla="*/ 15671150 w 15732060"/>
              <a:gd name="connsiteY1303" fmla="*/ 5493738 h 8839200"/>
              <a:gd name="connsiteX1304" fmla="*/ 15689808 w 15732060"/>
              <a:gd name="connsiteY1304" fmla="*/ 5475081 h 8839200"/>
              <a:gd name="connsiteX1305" fmla="*/ 15671150 w 15732060"/>
              <a:gd name="connsiteY1305" fmla="*/ 5456424 h 8839200"/>
              <a:gd name="connsiteX1306" fmla="*/ 15652493 w 15732060"/>
              <a:gd name="connsiteY1306" fmla="*/ 5472886 h 8839200"/>
              <a:gd name="connsiteX1307" fmla="*/ 14691668 w 15732060"/>
              <a:gd name="connsiteY1307" fmla="*/ 5472886 h 8839200"/>
              <a:gd name="connsiteX1308" fmla="*/ 14534184 w 15732060"/>
              <a:gd name="connsiteY1308" fmla="*/ 5315401 h 8839200"/>
              <a:gd name="connsiteX1309" fmla="*/ 14533634 w 15732060"/>
              <a:gd name="connsiteY1309" fmla="*/ 5315401 h 8839200"/>
              <a:gd name="connsiteX1310" fmla="*/ 13119561 w 15732060"/>
              <a:gd name="connsiteY1310" fmla="*/ 5314853 h 8839200"/>
              <a:gd name="connsiteX1311" fmla="*/ 13100904 w 15732060"/>
              <a:gd name="connsiteY1311" fmla="*/ 5298390 h 8839200"/>
              <a:gd name="connsiteX1312" fmla="*/ 2501654 w 15732060"/>
              <a:gd name="connsiteY1312" fmla="*/ 5222666 h 8839200"/>
              <a:gd name="connsiteX1313" fmla="*/ 2482998 w 15732060"/>
              <a:gd name="connsiteY1313" fmla="*/ 5239127 h 8839200"/>
              <a:gd name="connsiteX1314" fmla="*/ 1538086 w 15732060"/>
              <a:gd name="connsiteY1314" fmla="*/ 5239127 h 8839200"/>
              <a:gd name="connsiteX1315" fmla="*/ 1012404 w 15732060"/>
              <a:gd name="connsiteY1315" fmla="*/ 5764810 h 8839200"/>
              <a:gd name="connsiteX1316" fmla="*/ 373684 w 15732060"/>
              <a:gd name="connsiteY1316" fmla="*/ 5764810 h 8839200"/>
              <a:gd name="connsiteX1317" fmla="*/ 355028 w 15732060"/>
              <a:gd name="connsiteY1317" fmla="*/ 5748348 h 8839200"/>
              <a:gd name="connsiteX1318" fmla="*/ 336370 w 15732060"/>
              <a:gd name="connsiteY1318" fmla="*/ 5767005 h 8839200"/>
              <a:gd name="connsiteX1319" fmla="*/ 355028 w 15732060"/>
              <a:gd name="connsiteY1319" fmla="*/ 5785662 h 8839200"/>
              <a:gd name="connsiteX1320" fmla="*/ 373684 w 15732060"/>
              <a:gd name="connsiteY1320" fmla="*/ 5769200 h 8839200"/>
              <a:gd name="connsiteX1321" fmla="*/ 1014600 w 15732060"/>
              <a:gd name="connsiteY1321" fmla="*/ 5769200 h 8839200"/>
              <a:gd name="connsiteX1322" fmla="*/ 1540282 w 15732060"/>
              <a:gd name="connsiteY1322" fmla="*/ 5243518 h 8839200"/>
              <a:gd name="connsiteX1323" fmla="*/ 2482998 w 15732060"/>
              <a:gd name="connsiteY1323" fmla="*/ 5243518 h 8839200"/>
              <a:gd name="connsiteX1324" fmla="*/ 2501654 w 15732060"/>
              <a:gd name="connsiteY1324" fmla="*/ 5259979 h 8839200"/>
              <a:gd name="connsiteX1325" fmla="*/ 2520311 w 15732060"/>
              <a:gd name="connsiteY1325" fmla="*/ 5241322 h 8839200"/>
              <a:gd name="connsiteX1326" fmla="*/ 2501654 w 15732060"/>
              <a:gd name="connsiteY1326" fmla="*/ 5222666 h 8839200"/>
              <a:gd name="connsiteX1327" fmla="*/ 6731258 w 15732060"/>
              <a:gd name="connsiteY1327" fmla="*/ 5216629 h 8839200"/>
              <a:gd name="connsiteX1328" fmla="*/ 6337270 w 15732060"/>
              <a:gd name="connsiteY1328" fmla="*/ 5216629 h 8839200"/>
              <a:gd name="connsiteX1329" fmla="*/ 5447780 w 15732060"/>
              <a:gd name="connsiteY1329" fmla="*/ 6106119 h 8839200"/>
              <a:gd name="connsiteX1330" fmla="*/ 5184390 w 15732060"/>
              <a:gd name="connsiteY1330" fmla="*/ 6106119 h 8839200"/>
              <a:gd name="connsiteX1331" fmla="*/ 4126990 w 15732060"/>
              <a:gd name="connsiteY1331" fmla="*/ 7163520 h 8839200"/>
              <a:gd name="connsiteX1332" fmla="*/ 4102298 w 15732060"/>
              <a:gd name="connsiteY1332" fmla="*/ 7165166 h 8839200"/>
              <a:gd name="connsiteX1333" fmla="*/ 4102298 w 15732060"/>
              <a:gd name="connsiteY1333" fmla="*/ 7191505 h 8839200"/>
              <a:gd name="connsiteX1334" fmla="*/ 4128636 w 15732060"/>
              <a:gd name="connsiteY1334" fmla="*/ 7191505 h 8839200"/>
              <a:gd name="connsiteX1335" fmla="*/ 4130282 w 15732060"/>
              <a:gd name="connsiteY1335" fmla="*/ 7166813 h 8839200"/>
              <a:gd name="connsiteX1336" fmla="*/ 5186586 w 15732060"/>
              <a:gd name="connsiteY1336" fmla="*/ 6110509 h 8839200"/>
              <a:gd name="connsiteX1337" fmla="*/ 5449976 w 15732060"/>
              <a:gd name="connsiteY1337" fmla="*/ 6110509 h 8839200"/>
              <a:gd name="connsiteX1338" fmla="*/ 6338917 w 15732060"/>
              <a:gd name="connsiteY1338" fmla="*/ 5221568 h 8839200"/>
              <a:gd name="connsiteX1339" fmla="*/ 6338916 w 15732060"/>
              <a:gd name="connsiteY1339" fmla="*/ 5221568 h 8839200"/>
              <a:gd name="connsiteX1340" fmla="*/ 6339465 w 15732060"/>
              <a:gd name="connsiteY1340" fmla="*/ 5221020 h 8839200"/>
              <a:gd name="connsiteX1341" fmla="*/ 6338917 w 15732060"/>
              <a:gd name="connsiteY1341" fmla="*/ 5221568 h 8839200"/>
              <a:gd name="connsiteX1342" fmla="*/ 6731258 w 15732060"/>
              <a:gd name="connsiteY1342" fmla="*/ 5221568 h 8839200"/>
              <a:gd name="connsiteX1343" fmla="*/ 5903774 w 15732060"/>
              <a:gd name="connsiteY1343" fmla="*/ 5215121 h 8839200"/>
              <a:gd name="connsiteX1344" fmla="*/ 5890605 w 15732060"/>
              <a:gd name="connsiteY1344" fmla="*/ 5220470 h 8839200"/>
              <a:gd name="connsiteX1345" fmla="*/ 5888960 w 15732060"/>
              <a:gd name="connsiteY1345" fmla="*/ 5245164 h 8839200"/>
              <a:gd name="connsiteX1346" fmla="*/ 5719401 w 15732060"/>
              <a:gd name="connsiteY1346" fmla="*/ 5414721 h 8839200"/>
              <a:gd name="connsiteX1347" fmla="*/ 5389616 w 15732060"/>
              <a:gd name="connsiteY1347" fmla="*/ 5414721 h 8839200"/>
              <a:gd name="connsiteX1348" fmla="*/ 5283162 w 15732060"/>
              <a:gd name="connsiteY1348" fmla="*/ 5308268 h 8839200"/>
              <a:gd name="connsiteX1349" fmla="*/ 5282613 w 15732060"/>
              <a:gd name="connsiteY1349" fmla="*/ 5308268 h 8839200"/>
              <a:gd name="connsiteX1350" fmla="*/ 4879298 w 15732060"/>
              <a:gd name="connsiteY1350" fmla="*/ 5307719 h 8839200"/>
              <a:gd name="connsiteX1351" fmla="*/ 3998039 w 15732060"/>
              <a:gd name="connsiteY1351" fmla="*/ 6188977 h 8839200"/>
              <a:gd name="connsiteX1352" fmla="*/ 3354380 w 15732060"/>
              <a:gd name="connsiteY1352" fmla="*/ 6188977 h 8839200"/>
              <a:gd name="connsiteX1353" fmla="*/ 3335723 w 15732060"/>
              <a:gd name="connsiteY1353" fmla="*/ 6172516 h 8839200"/>
              <a:gd name="connsiteX1354" fmla="*/ 3317066 w 15732060"/>
              <a:gd name="connsiteY1354" fmla="*/ 6191172 h 8839200"/>
              <a:gd name="connsiteX1355" fmla="*/ 3335723 w 15732060"/>
              <a:gd name="connsiteY1355" fmla="*/ 6209829 h 8839200"/>
              <a:gd name="connsiteX1356" fmla="*/ 3354380 w 15732060"/>
              <a:gd name="connsiteY1356" fmla="*/ 6193367 h 8839200"/>
              <a:gd name="connsiteX1357" fmla="*/ 4000233 w 15732060"/>
              <a:gd name="connsiteY1357" fmla="*/ 6193367 h 8839200"/>
              <a:gd name="connsiteX1358" fmla="*/ 4881492 w 15732060"/>
              <a:gd name="connsiteY1358" fmla="*/ 5312109 h 8839200"/>
              <a:gd name="connsiteX1359" fmla="*/ 5280967 w 15732060"/>
              <a:gd name="connsiteY1359" fmla="*/ 5312109 h 8839200"/>
              <a:gd name="connsiteX1360" fmla="*/ 5387420 w 15732060"/>
              <a:gd name="connsiteY1360" fmla="*/ 5418562 h 8839200"/>
              <a:gd name="connsiteX1361" fmla="*/ 5387969 w 15732060"/>
              <a:gd name="connsiteY1361" fmla="*/ 5418562 h 8839200"/>
              <a:gd name="connsiteX1362" fmla="*/ 5721596 w 15732060"/>
              <a:gd name="connsiteY1362" fmla="*/ 5419110 h 8839200"/>
              <a:gd name="connsiteX1363" fmla="*/ 5892251 w 15732060"/>
              <a:gd name="connsiteY1363" fmla="*/ 5248456 h 8839200"/>
              <a:gd name="connsiteX1364" fmla="*/ 5892251 w 15732060"/>
              <a:gd name="connsiteY1364" fmla="*/ 5248456 h 8839200"/>
              <a:gd name="connsiteX1365" fmla="*/ 5892800 w 15732060"/>
              <a:gd name="connsiteY1365" fmla="*/ 5247907 h 8839200"/>
              <a:gd name="connsiteX1366" fmla="*/ 5892251 w 15732060"/>
              <a:gd name="connsiteY1366" fmla="*/ 5248456 h 8839200"/>
              <a:gd name="connsiteX1367" fmla="*/ 5904803 w 15732060"/>
              <a:gd name="connsiteY1367" fmla="*/ 5252160 h 8839200"/>
              <a:gd name="connsiteX1368" fmla="*/ 5916944 w 15732060"/>
              <a:gd name="connsiteY1368" fmla="*/ 5246809 h 8839200"/>
              <a:gd name="connsiteX1369" fmla="*/ 5916944 w 15732060"/>
              <a:gd name="connsiteY1369" fmla="*/ 5220470 h 8839200"/>
              <a:gd name="connsiteX1370" fmla="*/ 5903774 w 15732060"/>
              <a:gd name="connsiteY1370" fmla="*/ 5215121 h 8839200"/>
              <a:gd name="connsiteX1371" fmla="*/ 14162694 w 15732060"/>
              <a:gd name="connsiteY1371" fmla="*/ 5037332 h 8839200"/>
              <a:gd name="connsiteX1372" fmla="*/ 14149524 w 15732060"/>
              <a:gd name="connsiteY1372" fmla="*/ 5042682 h 8839200"/>
              <a:gd name="connsiteX1373" fmla="*/ 14149524 w 15732060"/>
              <a:gd name="connsiteY1373" fmla="*/ 5069021 h 8839200"/>
              <a:gd name="connsiteX1374" fmla="*/ 14174217 w 15732060"/>
              <a:gd name="connsiteY1374" fmla="*/ 5070668 h 8839200"/>
              <a:gd name="connsiteX1375" fmla="*/ 14224152 w 15732060"/>
              <a:gd name="connsiteY1375" fmla="*/ 5120602 h 8839200"/>
              <a:gd name="connsiteX1376" fmla="*/ 14224701 w 15732060"/>
              <a:gd name="connsiteY1376" fmla="*/ 5120602 h 8839200"/>
              <a:gd name="connsiteX1377" fmla="*/ 15006090 w 15732060"/>
              <a:gd name="connsiteY1377" fmla="*/ 5121151 h 8839200"/>
              <a:gd name="connsiteX1378" fmla="*/ 15196500 w 15732060"/>
              <a:gd name="connsiteY1378" fmla="*/ 5311560 h 8839200"/>
              <a:gd name="connsiteX1379" fmla="*/ 15197048 w 15732060"/>
              <a:gd name="connsiteY1379" fmla="*/ 5311560 h 8839200"/>
              <a:gd name="connsiteX1380" fmla="*/ 15565794 w 15732060"/>
              <a:gd name="connsiteY1380" fmla="*/ 5312109 h 8839200"/>
              <a:gd name="connsiteX1381" fmla="*/ 15584450 w 15732060"/>
              <a:gd name="connsiteY1381" fmla="*/ 5328570 h 8839200"/>
              <a:gd name="connsiteX1382" fmla="*/ 15603108 w 15732060"/>
              <a:gd name="connsiteY1382" fmla="*/ 5309913 h 8839200"/>
              <a:gd name="connsiteX1383" fmla="*/ 15584450 w 15732060"/>
              <a:gd name="connsiteY1383" fmla="*/ 5291257 h 8839200"/>
              <a:gd name="connsiteX1384" fmla="*/ 15565794 w 15732060"/>
              <a:gd name="connsiteY1384" fmla="*/ 5307719 h 8839200"/>
              <a:gd name="connsiteX1385" fmla="*/ 15199243 w 15732060"/>
              <a:gd name="connsiteY1385" fmla="*/ 5307719 h 8839200"/>
              <a:gd name="connsiteX1386" fmla="*/ 15008834 w 15732060"/>
              <a:gd name="connsiteY1386" fmla="*/ 5117310 h 8839200"/>
              <a:gd name="connsiteX1387" fmla="*/ 15008285 w 15732060"/>
              <a:gd name="connsiteY1387" fmla="*/ 5117310 h 8839200"/>
              <a:gd name="connsiteX1388" fmla="*/ 14226895 w 15732060"/>
              <a:gd name="connsiteY1388" fmla="*/ 5116761 h 8839200"/>
              <a:gd name="connsiteX1389" fmla="*/ 14177510 w 15732060"/>
              <a:gd name="connsiteY1389" fmla="*/ 5067376 h 8839200"/>
              <a:gd name="connsiteX1390" fmla="*/ 14175863 w 15732060"/>
              <a:gd name="connsiteY1390" fmla="*/ 5042682 h 8839200"/>
              <a:gd name="connsiteX1391" fmla="*/ 14162694 w 15732060"/>
              <a:gd name="connsiteY1391" fmla="*/ 5037332 h 8839200"/>
              <a:gd name="connsiteX1392" fmla="*/ 6701626 w 15732060"/>
              <a:gd name="connsiteY1392" fmla="*/ 4985066 h 8839200"/>
              <a:gd name="connsiteX1393" fmla="*/ 6314773 w 15732060"/>
              <a:gd name="connsiteY1393" fmla="*/ 4985066 h 8839200"/>
              <a:gd name="connsiteX1394" fmla="*/ 5641482 w 15732060"/>
              <a:gd name="connsiteY1394" fmla="*/ 5658905 h 8839200"/>
              <a:gd name="connsiteX1395" fmla="*/ 4869421 w 15732060"/>
              <a:gd name="connsiteY1395" fmla="*/ 5658905 h 8839200"/>
              <a:gd name="connsiteX1396" fmla="*/ 3998039 w 15732060"/>
              <a:gd name="connsiteY1396" fmla="*/ 6530287 h 8839200"/>
              <a:gd name="connsiteX1397" fmla="*/ 3561250 w 15732060"/>
              <a:gd name="connsiteY1397" fmla="*/ 6530287 h 8839200"/>
              <a:gd name="connsiteX1398" fmla="*/ 3542594 w 15732060"/>
              <a:gd name="connsiteY1398" fmla="*/ 6513825 h 8839200"/>
              <a:gd name="connsiteX1399" fmla="*/ 3523937 w 15732060"/>
              <a:gd name="connsiteY1399" fmla="*/ 6532481 h 8839200"/>
              <a:gd name="connsiteX1400" fmla="*/ 3542594 w 15732060"/>
              <a:gd name="connsiteY1400" fmla="*/ 6551138 h 8839200"/>
              <a:gd name="connsiteX1401" fmla="*/ 3561250 w 15732060"/>
              <a:gd name="connsiteY1401" fmla="*/ 6534677 h 8839200"/>
              <a:gd name="connsiteX1402" fmla="*/ 4000233 w 15732060"/>
              <a:gd name="connsiteY1402" fmla="*/ 6534677 h 8839200"/>
              <a:gd name="connsiteX1403" fmla="*/ 4871615 w 15732060"/>
              <a:gd name="connsiteY1403" fmla="*/ 5663295 h 8839200"/>
              <a:gd name="connsiteX1404" fmla="*/ 5643678 w 15732060"/>
              <a:gd name="connsiteY1404" fmla="*/ 5663295 h 8839200"/>
              <a:gd name="connsiteX1405" fmla="*/ 5643678 w 15732060"/>
              <a:gd name="connsiteY1405" fmla="*/ 5663843 h 8839200"/>
              <a:gd name="connsiteX1406" fmla="*/ 6316967 w 15732060"/>
              <a:gd name="connsiteY1406" fmla="*/ 4990004 h 8839200"/>
              <a:gd name="connsiteX1407" fmla="*/ 6701626 w 15732060"/>
              <a:gd name="connsiteY1407" fmla="*/ 4990004 h 8839200"/>
              <a:gd name="connsiteX1408" fmla="*/ 8990924 w 15732060"/>
              <a:gd name="connsiteY1408" fmla="*/ 4884100 h 8839200"/>
              <a:gd name="connsiteX1409" fmla="*/ 8990924 w 15732060"/>
              <a:gd name="connsiteY1409" fmla="*/ 4889039 h 8839200"/>
              <a:gd name="connsiteX1410" fmla="*/ 10502123 w 15732060"/>
              <a:gd name="connsiteY1410" fmla="*/ 4889039 h 8839200"/>
              <a:gd name="connsiteX1411" fmla="*/ 10710640 w 15732060"/>
              <a:gd name="connsiteY1411" fmla="*/ 5097556 h 8839200"/>
              <a:gd name="connsiteX1412" fmla="*/ 10711189 w 15732060"/>
              <a:gd name="connsiteY1412" fmla="*/ 5097556 h 8839200"/>
              <a:gd name="connsiteX1413" fmla="*/ 11067314 w 15732060"/>
              <a:gd name="connsiteY1413" fmla="*/ 5098104 h 8839200"/>
              <a:gd name="connsiteX1414" fmla="*/ 11665978 w 15732060"/>
              <a:gd name="connsiteY1414" fmla="*/ 5696767 h 8839200"/>
              <a:gd name="connsiteX1415" fmla="*/ 11666525 w 15732060"/>
              <a:gd name="connsiteY1415" fmla="*/ 5696767 h 8839200"/>
              <a:gd name="connsiteX1416" fmla="*/ 12664664 w 15732060"/>
              <a:gd name="connsiteY1416" fmla="*/ 5696767 h 8839200"/>
              <a:gd name="connsiteX1417" fmla="*/ 12683321 w 15732060"/>
              <a:gd name="connsiteY1417" fmla="*/ 5713229 h 8839200"/>
              <a:gd name="connsiteX1418" fmla="*/ 12701979 w 15732060"/>
              <a:gd name="connsiteY1418" fmla="*/ 5694572 h 8839200"/>
              <a:gd name="connsiteX1419" fmla="*/ 12683321 w 15732060"/>
              <a:gd name="connsiteY1419" fmla="*/ 5675916 h 8839200"/>
              <a:gd name="connsiteX1420" fmla="*/ 12664664 w 15732060"/>
              <a:gd name="connsiteY1420" fmla="*/ 5692378 h 8839200"/>
              <a:gd name="connsiteX1421" fmla="*/ 11668172 w 15732060"/>
              <a:gd name="connsiteY1421" fmla="*/ 5692378 h 8839200"/>
              <a:gd name="connsiteX1422" fmla="*/ 11069509 w 15732060"/>
              <a:gd name="connsiteY1422" fmla="*/ 5093715 h 8839200"/>
              <a:gd name="connsiteX1423" fmla="*/ 11068960 w 15732060"/>
              <a:gd name="connsiteY1423" fmla="*/ 5093715 h 8839200"/>
              <a:gd name="connsiteX1424" fmla="*/ 10712835 w 15732060"/>
              <a:gd name="connsiteY1424" fmla="*/ 5093165 h 8839200"/>
              <a:gd name="connsiteX1425" fmla="*/ 10504318 w 15732060"/>
              <a:gd name="connsiteY1425" fmla="*/ 4884648 h 8839200"/>
              <a:gd name="connsiteX1426" fmla="*/ 10503770 w 15732060"/>
              <a:gd name="connsiteY1426" fmla="*/ 4884648 h 8839200"/>
              <a:gd name="connsiteX1427" fmla="*/ 8990924 w 15732060"/>
              <a:gd name="connsiteY1427" fmla="*/ 4884100 h 8839200"/>
              <a:gd name="connsiteX1428" fmla="*/ 6691750 w 15732060"/>
              <a:gd name="connsiteY1428" fmla="*/ 4867090 h 8839200"/>
              <a:gd name="connsiteX1429" fmla="*/ 6359219 w 15732060"/>
              <a:gd name="connsiteY1429" fmla="*/ 4867090 h 8839200"/>
              <a:gd name="connsiteX1430" fmla="*/ 6139180 w 15732060"/>
              <a:gd name="connsiteY1430" fmla="*/ 5087130 h 8839200"/>
              <a:gd name="connsiteX1431" fmla="*/ 4979166 w 15732060"/>
              <a:gd name="connsiteY1431" fmla="*/ 5087130 h 8839200"/>
              <a:gd name="connsiteX1432" fmla="*/ 4126441 w 15732060"/>
              <a:gd name="connsiteY1432" fmla="*/ 5939855 h 8839200"/>
              <a:gd name="connsiteX1433" fmla="*/ 3354380 w 15732060"/>
              <a:gd name="connsiteY1433" fmla="*/ 5939855 h 8839200"/>
              <a:gd name="connsiteX1434" fmla="*/ 3335723 w 15732060"/>
              <a:gd name="connsiteY1434" fmla="*/ 5923392 h 8839200"/>
              <a:gd name="connsiteX1435" fmla="*/ 3317066 w 15732060"/>
              <a:gd name="connsiteY1435" fmla="*/ 5942050 h 8839200"/>
              <a:gd name="connsiteX1436" fmla="*/ 3335723 w 15732060"/>
              <a:gd name="connsiteY1436" fmla="*/ 5960706 h 8839200"/>
              <a:gd name="connsiteX1437" fmla="*/ 3354380 w 15732060"/>
              <a:gd name="connsiteY1437" fmla="*/ 5944244 h 8839200"/>
              <a:gd name="connsiteX1438" fmla="*/ 4128636 w 15732060"/>
              <a:gd name="connsiteY1438" fmla="*/ 5944244 h 8839200"/>
              <a:gd name="connsiteX1439" fmla="*/ 4981361 w 15732060"/>
              <a:gd name="connsiteY1439" fmla="*/ 5091519 h 8839200"/>
              <a:gd name="connsiteX1440" fmla="*/ 6141374 w 15732060"/>
              <a:gd name="connsiteY1440" fmla="*/ 5091519 h 8839200"/>
              <a:gd name="connsiteX1441" fmla="*/ 6361414 w 15732060"/>
              <a:gd name="connsiteY1441" fmla="*/ 4871479 h 8839200"/>
              <a:gd name="connsiteX1442" fmla="*/ 6360866 w 15732060"/>
              <a:gd name="connsiteY1442" fmla="*/ 4872028 h 8839200"/>
              <a:gd name="connsiteX1443" fmla="*/ 6691750 w 15732060"/>
              <a:gd name="connsiteY1443" fmla="*/ 4872028 h 8839200"/>
              <a:gd name="connsiteX1444" fmla="*/ 11528247 w 15732060"/>
              <a:gd name="connsiteY1444" fmla="*/ 4844729 h 8839200"/>
              <a:gd name="connsiteX1445" fmla="*/ 11515077 w 15732060"/>
              <a:gd name="connsiteY1445" fmla="*/ 4850079 h 8839200"/>
              <a:gd name="connsiteX1446" fmla="*/ 11515077 w 15732060"/>
              <a:gd name="connsiteY1446" fmla="*/ 4876418 h 8839200"/>
              <a:gd name="connsiteX1447" fmla="*/ 11539770 w 15732060"/>
              <a:gd name="connsiteY1447" fmla="*/ 4878064 h 8839200"/>
              <a:gd name="connsiteX1448" fmla="*/ 11636345 w 15732060"/>
              <a:gd name="connsiteY1448" fmla="*/ 4974640 h 8839200"/>
              <a:gd name="connsiteX1449" fmla="*/ 11636345 w 15732060"/>
              <a:gd name="connsiteY1449" fmla="*/ 5197973 h 8839200"/>
              <a:gd name="connsiteX1450" fmla="*/ 11880530 w 15732060"/>
              <a:gd name="connsiteY1450" fmla="*/ 5442157 h 8839200"/>
              <a:gd name="connsiteX1451" fmla="*/ 11881079 w 15732060"/>
              <a:gd name="connsiteY1451" fmla="*/ 5442157 h 8839200"/>
              <a:gd name="connsiteX1452" fmla="*/ 13668290 w 15732060"/>
              <a:gd name="connsiteY1452" fmla="*/ 5442705 h 8839200"/>
              <a:gd name="connsiteX1453" fmla="*/ 13953628 w 15732060"/>
              <a:gd name="connsiteY1453" fmla="*/ 5728046 h 8839200"/>
              <a:gd name="connsiteX1454" fmla="*/ 13954178 w 15732060"/>
              <a:gd name="connsiteY1454" fmla="*/ 5728046 h 8839200"/>
              <a:gd name="connsiteX1455" fmla="*/ 15683771 w 15732060"/>
              <a:gd name="connsiteY1455" fmla="*/ 5728594 h 8839200"/>
              <a:gd name="connsiteX1456" fmla="*/ 15702428 w 15732060"/>
              <a:gd name="connsiteY1456" fmla="*/ 5745056 h 8839200"/>
              <a:gd name="connsiteX1457" fmla="*/ 15702428 w 15732060"/>
              <a:gd name="connsiteY1457" fmla="*/ 5744507 h 8839200"/>
              <a:gd name="connsiteX1458" fmla="*/ 15721085 w 15732060"/>
              <a:gd name="connsiteY1458" fmla="*/ 5725850 h 8839200"/>
              <a:gd name="connsiteX1459" fmla="*/ 15702428 w 15732060"/>
              <a:gd name="connsiteY1459" fmla="*/ 5707193 h 8839200"/>
              <a:gd name="connsiteX1460" fmla="*/ 15683771 w 15732060"/>
              <a:gd name="connsiteY1460" fmla="*/ 5723655 h 8839200"/>
              <a:gd name="connsiteX1461" fmla="*/ 13955824 w 15732060"/>
              <a:gd name="connsiteY1461" fmla="*/ 5723655 h 8839200"/>
              <a:gd name="connsiteX1462" fmla="*/ 13670485 w 15732060"/>
              <a:gd name="connsiteY1462" fmla="*/ 5438316 h 8839200"/>
              <a:gd name="connsiteX1463" fmla="*/ 13669935 w 15732060"/>
              <a:gd name="connsiteY1463" fmla="*/ 5438316 h 8839200"/>
              <a:gd name="connsiteX1464" fmla="*/ 11882726 w 15732060"/>
              <a:gd name="connsiteY1464" fmla="*/ 5437767 h 8839200"/>
              <a:gd name="connsiteX1465" fmla="*/ 11640736 w 15732060"/>
              <a:gd name="connsiteY1465" fmla="*/ 5195778 h 8839200"/>
              <a:gd name="connsiteX1466" fmla="*/ 11640736 w 15732060"/>
              <a:gd name="connsiteY1466" fmla="*/ 4972445 h 8839200"/>
              <a:gd name="connsiteX1467" fmla="*/ 11543061 w 15732060"/>
              <a:gd name="connsiteY1467" fmla="*/ 4874772 h 8839200"/>
              <a:gd name="connsiteX1468" fmla="*/ 11541416 w 15732060"/>
              <a:gd name="connsiteY1468" fmla="*/ 4850079 h 8839200"/>
              <a:gd name="connsiteX1469" fmla="*/ 11528247 w 15732060"/>
              <a:gd name="connsiteY1469" fmla="*/ 4844729 h 8839200"/>
              <a:gd name="connsiteX1470" fmla="*/ 3694591 w 15732060"/>
              <a:gd name="connsiteY1470" fmla="*/ 4724420 h 8839200"/>
              <a:gd name="connsiteX1471" fmla="*/ 3675934 w 15732060"/>
              <a:gd name="connsiteY1471" fmla="*/ 4740882 h 8839200"/>
              <a:gd name="connsiteX1472" fmla="*/ 2397397 w 15732060"/>
              <a:gd name="connsiteY1472" fmla="*/ 4740882 h 8839200"/>
              <a:gd name="connsiteX1473" fmla="*/ 2225096 w 15732060"/>
              <a:gd name="connsiteY1473" fmla="*/ 4913183 h 8839200"/>
              <a:gd name="connsiteX1474" fmla="*/ 2200402 w 15732060"/>
              <a:gd name="connsiteY1474" fmla="*/ 4914828 h 8839200"/>
              <a:gd name="connsiteX1475" fmla="*/ 2200402 w 15732060"/>
              <a:gd name="connsiteY1475" fmla="*/ 4941167 h 8839200"/>
              <a:gd name="connsiteX1476" fmla="*/ 2226741 w 15732060"/>
              <a:gd name="connsiteY1476" fmla="*/ 4941167 h 8839200"/>
              <a:gd name="connsiteX1477" fmla="*/ 2228388 w 15732060"/>
              <a:gd name="connsiteY1477" fmla="*/ 4916475 h 8839200"/>
              <a:gd name="connsiteX1478" fmla="*/ 2399591 w 15732060"/>
              <a:gd name="connsiteY1478" fmla="*/ 4745271 h 8839200"/>
              <a:gd name="connsiteX1479" fmla="*/ 3675934 w 15732060"/>
              <a:gd name="connsiteY1479" fmla="*/ 4745271 h 8839200"/>
              <a:gd name="connsiteX1480" fmla="*/ 3694591 w 15732060"/>
              <a:gd name="connsiteY1480" fmla="*/ 4761734 h 8839200"/>
              <a:gd name="connsiteX1481" fmla="*/ 3713248 w 15732060"/>
              <a:gd name="connsiteY1481" fmla="*/ 4743076 h 8839200"/>
              <a:gd name="connsiteX1482" fmla="*/ 3694591 w 15732060"/>
              <a:gd name="connsiteY1482" fmla="*/ 4724420 h 8839200"/>
              <a:gd name="connsiteX1483" fmla="*/ 8991472 w 15732060"/>
              <a:gd name="connsiteY1483" fmla="*/ 4634977 h 8839200"/>
              <a:gd name="connsiteX1484" fmla="*/ 8991472 w 15732060"/>
              <a:gd name="connsiteY1484" fmla="*/ 4639915 h 8839200"/>
              <a:gd name="connsiteX1485" fmla="*/ 10625039 w 15732060"/>
              <a:gd name="connsiteY1485" fmla="*/ 4639915 h 8839200"/>
              <a:gd name="connsiteX1486" fmla="*/ 10771549 w 15732060"/>
              <a:gd name="connsiteY1486" fmla="*/ 4786426 h 8839200"/>
              <a:gd name="connsiteX1487" fmla="*/ 10772098 w 15732060"/>
              <a:gd name="connsiteY1487" fmla="*/ 4786426 h 8839200"/>
              <a:gd name="connsiteX1488" fmla="*/ 11577632 w 15732060"/>
              <a:gd name="connsiteY1488" fmla="*/ 4786975 h 8839200"/>
              <a:gd name="connsiteX1489" fmla="*/ 12118130 w 15732060"/>
              <a:gd name="connsiteY1489" fmla="*/ 5327473 h 8839200"/>
              <a:gd name="connsiteX1490" fmla="*/ 12118679 w 15732060"/>
              <a:gd name="connsiteY1490" fmla="*/ 5327473 h 8839200"/>
              <a:gd name="connsiteX1491" fmla="*/ 12693747 w 15732060"/>
              <a:gd name="connsiteY1491" fmla="*/ 5328022 h 8839200"/>
              <a:gd name="connsiteX1492" fmla="*/ 12712404 w 15732060"/>
              <a:gd name="connsiteY1492" fmla="*/ 5344484 h 8839200"/>
              <a:gd name="connsiteX1493" fmla="*/ 12731060 w 15732060"/>
              <a:gd name="connsiteY1493" fmla="*/ 5325826 h 8839200"/>
              <a:gd name="connsiteX1494" fmla="*/ 12712404 w 15732060"/>
              <a:gd name="connsiteY1494" fmla="*/ 5307169 h 8839200"/>
              <a:gd name="connsiteX1495" fmla="*/ 12693747 w 15732060"/>
              <a:gd name="connsiteY1495" fmla="*/ 5323632 h 8839200"/>
              <a:gd name="connsiteX1496" fmla="*/ 12693198 w 15732060"/>
              <a:gd name="connsiteY1496" fmla="*/ 5323083 h 8839200"/>
              <a:gd name="connsiteX1497" fmla="*/ 12120326 w 15732060"/>
              <a:gd name="connsiteY1497" fmla="*/ 5323083 h 8839200"/>
              <a:gd name="connsiteX1498" fmla="*/ 11579827 w 15732060"/>
              <a:gd name="connsiteY1498" fmla="*/ 4782585 h 8839200"/>
              <a:gd name="connsiteX1499" fmla="*/ 11579279 w 15732060"/>
              <a:gd name="connsiteY1499" fmla="*/ 4782585 h 8839200"/>
              <a:gd name="connsiteX1500" fmla="*/ 10773744 w 15732060"/>
              <a:gd name="connsiteY1500" fmla="*/ 4782036 h 8839200"/>
              <a:gd name="connsiteX1501" fmla="*/ 10627234 w 15732060"/>
              <a:gd name="connsiteY1501" fmla="*/ 4635526 h 8839200"/>
              <a:gd name="connsiteX1502" fmla="*/ 10626685 w 15732060"/>
              <a:gd name="connsiteY1502" fmla="*/ 4635526 h 8839200"/>
              <a:gd name="connsiteX1503" fmla="*/ 8991472 w 15732060"/>
              <a:gd name="connsiteY1503" fmla="*/ 4634977 h 8839200"/>
              <a:gd name="connsiteX1504" fmla="*/ 6695042 w 15732060"/>
              <a:gd name="connsiteY1504" fmla="*/ 4618513 h 8839200"/>
              <a:gd name="connsiteX1505" fmla="*/ 6676386 w 15732060"/>
              <a:gd name="connsiteY1505" fmla="*/ 4634975 h 8839200"/>
              <a:gd name="connsiteX1506" fmla="*/ 6045896 w 15732060"/>
              <a:gd name="connsiteY1506" fmla="*/ 4634975 h 8839200"/>
              <a:gd name="connsiteX1507" fmla="*/ 5800614 w 15732060"/>
              <a:gd name="connsiteY1507" fmla="*/ 4880257 h 8839200"/>
              <a:gd name="connsiteX1508" fmla="*/ 4406842 w 15732060"/>
              <a:gd name="connsiteY1508" fmla="*/ 4880257 h 8839200"/>
              <a:gd name="connsiteX1509" fmla="*/ 3872928 w 15732060"/>
              <a:gd name="connsiteY1509" fmla="*/ 5414171 h 8839200"/>
              <a:gd name="connsiteX1510" fmla="*/ 3545886 w 15732060"/>
              <a:gd name="connsiteY1510" fmla="*/ 5414171 h 8839200"/>
              <a:gd name="connsiteX1511" fmla="*/ 3275363 w 15732060"/>
              <a:gd name="connsiteY1511" fmla="*/ 5684694 h 8839200"/>
              <a:gd name="connsiteX1512" fmla="*/ 3275363 w 15732060"/>
              <a:gd name="connsiteY1512" fmla="*/ 5867970 h 8839200"/>
              <a:gd name="connsiteX1513" fmla="*/ 3258900 w 15732060"/>
              <a:gd name="connsiteY1513" fmla="*/ 5886626 h 8839200"/>
              <a:gd name="connsiteX1514" fmla="*/ 3277557 w 15732060"/>
              <a:gd name="connsiteY1514" fmla="*/ 5905282 h 8839200"/>
              <a:gd name="connsiteX1515" fmla="*/ 3296214 w 15732060"/>
              <a:gd name="connsiteY1515" fmla="*/ 5886626 h 8839200"/>
              <a:gd name="connsiteX1516" fmla="*/ 3279752 w 15732060"/>
              <a:gd name="connsiteY1516" fmla="*/ 5867970 h 8839200"/>
              <a:gd name="connsiteX1517" fmla="*/ 3279752 w 15732060"/>
              <a:gd name="connsiteY1517" fmla="*/ 5686888 h 8839200"/>
              <a:gd name="connsiteX1518" fmla="*/ 3546984 w 15732060"/>
              <a:gd name="connsiteY1518" fmla="*/ 5419657 h 8839200"/>
              <a:gd name="connsiteX1519" fmla="*/ 3874026 w 15732060"/>
              <a:gd name="connsiteY1519" fmla="*/ 5419657 h 8839200"/>
              <a:gd name="connsiteX1520" fmla="*/ 4407940 w 15732060"/>
              <a:gd name="connsiteY1520" fmla="*/ 4885744 h 8839200"/>
              <a:gd name="connsiteX1521" fmla="*/ 5801711 w 15732060"/>
              <a:gd name="connsiteY1521" fmla="*/ 4885744 h 8839200"/>
              <a:gd name="connsiteX1522" fmla="*/ 6046994 w 15732060"/>
              <a:gd name="connsiteY1522" fmla="*/ 4640462 h 8839200"/>
              <a:gd name="connsiteX1523" fmla="*/ 6675288 w 15732060"/>
              <a:gd name="connsiteY1523" fmla="*/ 4640462 h 8839200"/>
              <a:gd name="connsiteX1524" fmla="*/ 6693944 w 15732060"/>
              <a:gd name="connsiteY1524" fmla="*/ 4656924 h 8839200"/>
              <a:gd name="connsiteX1525" fmla="*/ 6712601 w 15732060"/>
              <a:gd name="connsiteY1525" fmla="*/ 4638267 h 8839200"/>
              <a:gd name="connsiteX1526" fmla="*/ 6693944 w 15732060"/>
              <a:gd name="connsiteY1526" fmla="*/ 4619610 h 8839200"/>
              <a:gd name="connsiteX1527" fmla="*/ 8991472 w 15732060"/>
              <a:gd name="connsiteY1527" fmla="*/ 4523584 h 8839200"/>
              <a:gd name="connsiteX1528" fmla="*/ 8991472 w 15732060"/>
              <a:gd name="connsiteY1528" fmla="*/ 4528523 h 8839200"/>
              <a:gd name="connsiteX1529" fmla="*/ 10888977 w 15732060"/>
              <a:gd name="connsiteY1529" fmla="*/ 4528523 h 8839200"/>
              <a:gd name="connsiteX1530" fmla="*/ 11054145 w 15732060"/>
              <a:gd name="connsiteY1530" fmla="*/ 4693691 h 8839200"/>
              <a:gd name="connsiteX1531" fmla="*/ 11054693 w 15732060"/>
              <a:gd name="connsiteY1531" fmla="*/ 4693691 h 8839200"/>
              <a:gd name="connsiteX1532" fmla="*/ 12657531 w 15732060"/>
              <a:gd name="connsiteY1532" fmla="*/ 4694240 h 8839200"/>
              <a:gd name="connsiteX1533" fmla="*/ 12816113 w 15732060"/>
              <a:gd name="connsiteY1533" fmla="*/ 4852823 h 8839200"/>
              <a:gd name="connsiteX1534" fmla="*/ 12816662 w 15732060"/>
              <a:gd name="connsiteY1534" fmla="*/ 4852823 h 8839200"/>
              <a:gd name="connsiteX1535" fmla="*/ 13567872 w 15732060"/>
              <a:gd name="connsiteY1535" fmla="*/ 4852823 h 8839200"/>
              <a:gd name="connsiteX1536" fmla="*/ 13586529 w 15732060"/>
              <a:gd name="connsiteY1536" fmla="*/ 4869284 h 8839200"/>
              <a:gd name="connsiteX1537" fmla="*/ 13605186 w 15732060"/>
              <a:gd name="connsiteY1537" fmla="*/ 4850627 h 8839200"/>
              <a:gd name="connsiteX1538" fmla="*/ 13586529 w 15732060"/>
              <a:gd name="connsiteY1538" fmla="*/ 4831970 h 8839200"/>
              <a:gd name="connsiteX1539" fmla="*/ 13567872 w 15732060"/>
              <a:gd name="connsiteY1539" fmla="*/ 4848433 h 8839200"/>
              <a:gd name="connsiteX1540" fmla="*/ 12818856 w 15732060"/>
              <a:gd name="connsiteY1540" fmla="*/ 4848433 h 8839200"/>
              <a:gd name="connsiteX1541" fmla="*/ 12660274 w 15732060"/>
              <a:gd name="connsiteY1541" fmla="*/ 4689849 h 8839200"/>
              <a:gd name="connsiteX1542" fmla="*/ 12659725 w 15732060"/>
              <a:gd name="connsiteY1542" fmla="*/ 4689849 h 8839200"/>
              <a:gd name="connsiteX1543" fmla="*/ 11056888 w 15732060"/>
              <a:gd name="connsiteY1543" fmla="*/ 4689301 h 8839200"/>
              <a:gd name="connsiteX1544" fmla="*/ 10891721 w 15732060"/>
              <a:gd name="connsiteY1544" fmla="*/ 4524134 h 8839200"/>
              <a:gd name="connsiteX1545" fmla="*/ 10891172 w 15732060"/>
              <a:gd name="connsiteY1545" fmla="*/ 4524134 h 8839200"/>
              <a:gd name="connsiteX1546" fmla="*/ 8991472 w 15732060"/>
              <a:gd name="connsiteY1546" fmla="*/ 4523584 h 8839200"/>
              <a:gd name="connsiteX1547" fmla="*/ 6703822 w 15732060"/>
              <a:gd name="connsiteY1547" fmla="*/ 4402864 h 8839200"/>
              <a:gd name="connsiteX1548" fmla="*/ 5683734 w 15732060"/>
              <a:gd name="connsiteY1548" fmla="*/ 4402864 h 8839200"/>
              <a:gd name="connsiteX1549" fmla="*/ 5552040 w 15732060"/>
              <a:gd name="connsiteY1549" fmla="*/ 4534559 h 8839200"/>
              <a:gd name="connsiteX1550" fmla="*/ 4131380 w 15732060"/>
              <a:gd name="connsiteY1550" fmla="*/ 4534559 h 8839200"/>
              <a:gd name="connsiteX1551" fmla="*/ 3723126 w 15732060"/>
              <a:gd name="connsiteY1551" fmla="*/ 4942814 h 8839200"/>
              <a:gd name="connsiteX1552" fmla="*/ 2970818 w 15732060"/>
              <a:gd name="connsiteY1552" fmla="*/ 4942814 h 8839200"/>
              <a:gd name="connsiteX1553" fmla="*/ 2818820 w 15732060"/>
              <a:gd name="connsiteY1553" fmla="*/ 5094812 h 8839200"/>
              <a:gd name="connsiteX1554" fmla="*/ 1509552 w 15732060"/>
              <a:gd name="connsiteY1554" fmla="*/ 5094812 h 8839200"/>
              <a:gd name="connsiteX1555" fmla="*/ 1163304 w 15732060"/>
              <a:gd name="connsiteY1555" fmla="*/ 5441060 h 8839200"/>
              <a:gd name="connsiteX1556" fmla="*/ 321006 w 15732060"/>
              <a:gd name="connsiteY1556" fmla="*/ 5441060 h 8839200"/>
              <a:gd name="connsiteX1557" fmla="*/ 59810 w 15732060"/>
              <a:gd name="connsiteY1557" fmla="*/ 5702254 h 8839200"/>
              <a:gd name="connsiteX1558" fmla="*/ 35118 w 15732060"/>
              <a:gd name="connsiteY1558" fmla="*/ 5703901 h 8839200"/>
              <a:gd name="connsiteX1559" fmla="*/ 35118 w 15732060"/>
              <a:gd name="connsiteY1559" fmla="*/ 5730240 h 8839200"/>
              <a:gd name="connsiteX1560" fmla="*/ 61458 w 15732060"/>
              <a:gd name="connsiteY1560" fmla="*/ 5730240 h 8839200"/>
              <a:gd name="connsiteX1561" fmla="*/ 63102 w 15732060"/>
              <a:gd name="connsiteY1561" fmla="*/ 5705547 h 8839200"/>
              <a:gd name="connsiteX1562" fmla="*/ 323200 w 15732060"/>
              <a:gd name="connsiteY1562" fmla="*/ 5445449 h 8839200"/>
              <a:gd name="connsiteX1563" fmla="*/ 1165500 w 15732060"/>
              <a:gd name="connsiteY1563" fmla="*/ 5445449 h 8839200"/>
              <a:gd name="connsiteX1564" fmla="*/ 1511748 w 15732060"/>
              <a:gd name="connsiteY1564" fmla="*/ 5099201 h 8839200"/>
              <a:gd name="connsiteX1565" fmla="*/ 2821015 w 15732060"/>
              <a:gd name="connsiteY1565" fmla="*/ 5099201 h 8839200"/>
              <a:gd name="connsiteX1566" fmla="*/ 2973012 w 15732060"/>
              <a:gd name="connsiteY1566" fmla="*/ 4947204 h 8839200"/>
              <a:gd name="connsiteX1567" fmla="*/ 3725320 w 15732060"/>
              <a:gd name="connsiteY1567" fmla="*/ 4947204 h 8839200"/>
              <a:gd name="connsiteX1568" fmla="*/ 3725320 w 15732060"/>
              <a:gd name="connsiteY1568" fmla="*/ 4947752 h 8839200"/>
              <a:gd name="connsiteX1569" fmla="*/ 4133575 w 15732060"/>
              <a:gd name="connsiteY1569" fmla="*/ 4539498 h 8839200"/>
              <a:gd name="connsiteX1570" fmla="*/ 5554234 w 15732060"/>
              <a:gd name="connsiteY1570" fmla="*/ 4539498 h 8839200"/>
              <a:gd name="connsiteX1571" fmla="*/ 5685930 w 15732060"/>
              <a:gd name="connsiteY1571" fmla="*/ 4407804 h 8839200"/>
              <a:gd name="connsiteX1572" fmla="*/ 6703822 w 15732060"/>
              <a:gd name="connsiteY1572" fmla="*/ 4407804 h 8839200"/>
              <a:gd name="connsiteX1573" fmla="*/ 2547199 w 15732060"/>
              <a:gd name="connsiteY1573" fmla="*/ 4266779 h 8839200"/>
              <a:gd name="connsiteX1574" fmla="*/ 2528542 w 15732060"/>
              <a:gd name="connsiteY1574" fmla="*/ 4283241 h 8839200"/>
              <a:gd name="connsiteX1575" fmla="*/ 2284358 w 15732060"/>
              <a:gd name="connsiteY1575" fmla="*/ 4283241 h 8839200"/>
              <a:gd name="connsiteX1576" fmla="*/ 1833302 w 15732060"/>
              <a:gd name="connsiteY1576" fmla="*/ 4734845 h 8839200"/>
              <a:gd name="connsiteX1577" fmla="*/ 518000 w 15732060"/>
              <a:gd name="connsiteY1577" fmla="*/ 4734845 h 8839200"/>
              <a:gd name="connsiteX1578" fmla="*/ 301800 w 15732060"/>
              <a:gd name="connsiteY1578" fmla="*/ 4951045 h 8839200"/>
              <a:gd name="connsiteX1579" fmla="*/ 47738 w 15732060"/>
              <a:gd name="connsiteY1579" fmla="*/ 4951045 h 8839200"/>
              <a:gd name="connsiteX1580" fmla="*/ 29082 w 15732060"/>
              <a:gd name="connsiteY1580" fmla="*/ 4934583 h 8839200"/>
              <a:gd name="connsiteX1581" fmla="*/ 10424 w 15732060"/>
              <a:gd name="connsiteY1581" fmla="*/ 4953239 h 8839200"/>
              <a:gd name="connsiteX1582" fmla="*/ 29082 w 15732060"/>
              <a:gd name="connsiteY1582" fmla="*/ 4971896 h 8839200"/>
              <a:gd name="connsiteX1583" fmla="*/ 29630 w 15732060"/>
              <a:gd name="connsiteY1583" fmla="*/ 4971348 h 8839200"/>
              <a:gd name="connsiteX1584" fmla="*/ 48288 w 15732060"/>
              <a:gd name="connsiteY1584" fmla="*/ 4954886 h 8839200"/>
              <a:gd name="connsiteX1585" fmla="*/ 303996 w 15732060"/>
              <a:gd name="connsiteY1585" fmla="*/ 4954886 h 8839200"/>
              <a:gd name="connsiteX1586" fmla="*/ 520194 w 15732060"/>
              <a:gd name="connsiteY1586" fmla="*/ 4738686 h 8839200"/>
              <a:gd name="connsiteX1587" fmla="*/ 1835498 w 15732060"/>
              <a:gd name="connsiteY1587" fmla="*/ 4738686 h 8839200"/>
              <a:gd name="connsiteX1588" fmla="*/ 2286553 w 15732060"/>
              <a:gd name="connsiteY1588" fmla="*/ 4287631 h 8839200"/>
              <a:gd name="connsiteX1589" fmla="*/ 2528542 w 15732060"/>
              <a:gd name="connsiteY1589" fmla="*/ 4287631 h 8839200"/>
              <a:gd name="connsiteX1590" fmla="*/ 2547199 w 15732060"/>
              <a:gd name="connsiteY1590" fmla="*/ 4304093 h 8839200"/>
              <a:gd name="connsiteX1591" fmla="*/ 2565856 w 15732060"/>
              <a:gd name="connsiteY1591" fmla="*/ 4285437 h 8839200"/>
              <a:gd name="connsiteX1592" fmla="*/ 2547199 w 15732060"/>
              <a:gd name="connsiteY1592" fmla="*/ 4266779 h 8839200"/>
              <a:gd name="connsiteX1593" fmla="*/ 42800 w 15732060"/>
              <a:gd name="connsiteY1593" fmla="*/ 4115331 h 8839200"/>
              <a:gd name="connsiteX1594" fmla="*/ 24144 w 15732060"/>
              <a:gd name="connsiteY1594" fmla="*/ 4133987 h 8839200"/>
              <a:gd name="connsiteX1595" fmla="*/ 42800 w 15732060"/>
              <a:gd name="connsiteY1595" fmla="*/ 4152644 h 8839200"/>
              <a:gd name="connsiteX1596" fmla="*/ 61458 w 15732060"/>
              <a:gd name="connsiteY1596" fmla="*/ 4136182 h 8839200"/>
              <a:gd name="connsiteX1597" fmla="*/ 351734 w 15732060"/>
              <a:gd name="connsiteY1597" fmla="*/ 4136182 h 8839200"/>
              <a:gd name="connsiteX1598" fmla="*/ 547630 w 15732060"/>
              <a:gd name="connsiteY1598" fmla="*/ 4332078 h 8839200"/>
              <a:gd name="connsiteX1599" fmla="*/ 1194034 w 15732060"/>
              <a:gd name="connsiteY1599" fmla="*/ 4332078 h 8839200"/>
              <a:gd name="connsiteX1600" fmla="*/ 1378955 w 15732060"/>
              <a:gd name="connsiteY1600" fmla="*/ 4147157 h 8839200"/>
              <a:gd name="connsiteX1601" fmla="*/ 2154310 w 15732060"/>
              <a:gd name="connsiteY1601" fmla="*/ 4147157 h 8839200"/>
              <a:gd name="connsiteX1602" fmla="*/ 2172966 w 15732060"/>
              <a:gd name="connsiteY1602" fmla="*/ 4163619 h 8839200"/>
              <a:gd name="connsiteX1603" fmla="*/ 2191623 w 15732060"/>
              <a:gd name="connsiteY1603" fmla="*/ 4144962 h 8839200"/>
              <a:gd name="connsiteX1604" fmla="*/ 2172966 w 15732060"/>
              <a:gd name="connsiteY1604" fmla="*/ 4126305 h 8839200"/>
              <a:gd name="connsiteX1605" fmla="*/ 2154310 w 15732060"/>
              <a:gd name="connsiteY1605" fmla="*/ 4142767 h 8839200"/>
              <a:gd name="connsiteX1606" fmla="*/ 1376760 w 15732060"/>
              <a:gd name="connsiteY1606" fmla="*/ 4142767 h 8839200"/>
              <a:gd name="connsiteX1607" fmla="*/ 1191838 w 15732060"/>
              <a:gd name="connsiteY1607" fmla="*/ 4327689 h 8839200"/>
              <a:gd name="connsiteX1608" fmla="*/ 549276 w 15732060"/>
              <a:gd name="connsiteY1608" fmla="*/ 4327689 h 8839200"/>
              <a:gd name="connsiteX1609" fmla="*/ 353380 w 15732060"/>
              <a:gd name="connsiteY1609" fmla="*/ 4131792 h 8839200"/>
              <a:gd name="connsiteX1610" fmla="*/ 61458 w 15732060"/>
              <a:gd name="connsiteY1610" fmla="*/ 4131792 h 8839200"/>
              <a:gd name="connsiteX1611" fmla="*/ 42800 w 15732060"/>
              <a:gd name="connsiteY1611" fmla="*/ 4115331 h 8839200"/>
              <a:gd name="connsiteX1612" fmla="*/ 15685417 w 15732060"/>
              <a:gd name="connsiteY1612" fmla="*/ 3827248 h 8839200"/>
              <a:gd name="connsiteX1613" fmla="*/ 15666760 w 15732060"/>
              <a:gd name="connsiteY1613" fmla="*/ 3843710 h 8839200"/>
              <a:gd name="connsiteX1614" fmla="*/ 15063708 w 15732060"/>
              <a:gd name="connsiteY1614" fmla="*/ 3843710 h 8839200"/>
              <a:gd name="connsiteX1615" fmla="*/ 14576985 w 15732060"/>
              <a:gd name="connsiteY1615" fmla="*/ 4330432 h 8839200"/>
              <a:gd name="connsiteX1616" fmla="*/ 14109469 w 15732060"/>
              <a:gd name="connsiteY1616" fmla="*/ 4330432 h 8839200"/>
              <a:gd name="connsiteX1617" fmla="*/ 14090811 w 15732060"/>
              <a:gd name="connsiteY1617" fmla="*/ 4313970 h 8839200"/>
              <a:gd name="connsiteX1618" fmla="*/ 14072154 w 15732060"/>
              <a:gd name="connsiteY1618" fmla="*/ 4332627 h 8839200"/>
              <a:gd name="connsiteX1619" fmla="*/ 14090811 w 15732060"/>
              <a:gd name="connsiteY1619" fmla="*/ 4351285 h 8839200"/>
              <a:gd name="connsiteX1620" fmla="*/ 14109469 w 15732060"/>
              <a:gd name="connsiteY1620" fmla="*/ 4334822 h 8839200"/>
              <a:gd name="connsiteX1621" fmla="*/ 14579180 w 15732060"/>
              <a:gd name="connsiteY1621" fmla="*/ 4334822 h 8839200"/>
              <a:gd name="connsiteX1622" fmla="*/ 15065902 w 15732060"/>
              <a:gd name="connsiteY1622" fmla="*/ 3848100 h 8839200"/>
              <a:gd name="connsiteX1623" fmla="*/ 15666760 w 15732060"/>
              <a:gd name="connsiteY1623" fmla="*/ 3848100 h 8839200"/>
              <a:gd name="connsiteX1624" fmla="*/ 15685417 w 15732060"/>
              <a:gd name="connsiteY1624" fmla="*/ 3864561 h 8839200"/>
              <a:gd name="connsiteX1625" fmla="*/ 15704074 w 15732060"/>
              <a:gd name="connsiteY1625" fmla="*/ 3845904 h 8839200"/>
              <a:gd name="connsiteX1626" fmla="*/ 15685417 w 15732060"/>
              <a:gd name="connsiteY1626" fmla="*/ 3827248 h 8839200"/>
              <a:gd name="connsiteX1627" fmla="*/ 77370 w 15732060"/>
              <a:gd name="connsiteY1627" fmla="*/ 3732318 h 8839200"/>
              <a:gd name="connsiteX1628" fmla="*/ 58714 w 15732060"/>
              <a:gd name="connsiteY1628" fmla="*/ 3750975 h 8839200"/>
              <a:gd name="connsiteX1629" fmla="*/ 77370 w 15732060"/>
              <a:gd name="connsiteY1629" fmla="*/ 3769631 h 8839200"/>
              <a:gd name="connsiteX1630" fmla="*/ 96026 w 15732060"/>
              <a:gd name="connsiteY1630" fmla="*/ 3753169 h 8839200"/>
              <a:gd name="connsiteX1631" fmla="*/ 340760 w 15732060"/>
              <a:gd name="connsiteY1631" fmla="*/ 3753169 h 8839200"/>
              <a:gd name="connsiteX1632" fmla="*/ 531168 w 15732060"/>
              <a:gd name="connsiteY1632" fmla="*/ 3943578 h 8839200"/>
              <a:gd name="connsiteX1633" fmla="*/ 2615241 w 15732060"/>
              <a:gd name="connsiteY1633" fmla="*/ 3943578 h 8839200"/>
              <a:gd name="connsiteX1634" fmla="*/ 2970818 w 15732060"/>
              <a:gd name="connsiteY1634" fmla="*/ 4299155 h 8839200"/>
              <a:gd name="connsiteX1635" fmla="*/ 2970818 w 15732060"/>
              <a:gd name="connsiteY1635" fmla="*/ 4299703 h 8839200"/>
              <a:gd name="connsiteX1636" fmla="*/ 3600210 w 15732060"/>
              <a:gd name="connsiteY1636" fmla="*/ 4299703 h 8839200"/>
              <a:gd name="connsiteX1637" fmla="*/ 3896524 w 15732060"/>
              <a:gd name="connsiteY1637" fmla="*/ 4003390 h 8839200"/>
              <a:gd name="connsiteX1638" fmla="*/ 4295998 w 15732060"/>
              <a:gd name="connsiteY1638" fmla="*/ 4003390 h 8839200"/>
              <a:gd name="connsiteX1639" fmla="*/ 4389282 w 15732060"/>
              <a:gd name="connsiteY1639" fmla="*/ 4096674 h 8839200"/>
              <a:gd name="connsiteX1640" fmla="*/ 4390928 w 15732060"/>
              <a:gd name="connsiteY1640" fmla="*/ 4121366 h 8839200"/>
              <a:gd name="connsiteX1641" fmla="*/ 4417268 w 15732060"/>
              <a:gd name="connsiteY1641" fmla="*/ 4121366 h 8839200"/>
              <a:gd name="connsiteX1642" fmla="*/ 4417268 w 15732060"/>
              <a:gd name="connsiteY1642" fmla="*/ 4095027 h 8839200"/>
              <a:gd name="connsiteX1643" fmla="*/ 4392575 w 15732060"/>
              <a:gd name="connsiteY1643" fmla="*/ 4093381 h 8839200"/>
              <a:gd name="connsiteX1644" fmla="*/ 4297645 w 15732060"/>
              <a:gd name="connsiteY1644" fmla="*/ 3998450 h 8839200"/>
              <a:gd name="connsiteX1645" fmla="*/ 3894328 w 15732060"/>
              <a:gd name="connsiteY1645" fmla="*/ 3998450 h 8839200"/>
              <a:gd name="connsiteX1646" fmla="*/ 3598016 w 15732060"/>
              <a:gd name="connsiteY1646" fmla="*/ 4294765 h 8839200"/>
              <a:gd name="connsiteX1647" fmla="*/ 2972464 w 15732060"/>
              <a:gd name="connsiteY1647" fmla="*/ 4294765 h 8839200"/>
              <a:gd name="connsiteX1648" fmla="*/ 2616888 w 15732060"/>
              <a:gd name="connsiteY1648" fmla="*/ 3939189 h 8839200"/>
              <a:gd name="connsiteX1649" fmla="*/ 533364 w 15732060"/>
              <a:gd name="connsiteY1649" fmla="*/ 3939189 h 8839200"/>
              <a:gd name="connsiteX1650" fmla="*/ 342954 w 15732060"/>
              <a:gd name="connsiteY1650" fmla="*/ 3748779 h 8839200"/>
              <a:gd name="connsiteX1651" fmla="*/ 96026 w 15732060"/>
              <a:gd name="connsiteY1651" fmla="*/ 3748779 h 8839200"/>
              <a:gd name="connsiteX1652" fmla="*/ 77370 w 15732060"/>
              <a:gd name="connsiteY1652" fmla="*/ 3732318 h 8839200"/>
              <a:gd name="connsiteX1653" fmla="*/ 15683771 w 15732060"/>
              <a:gd name="connsiteY1653" fmla="*/ 3693357 h 8839200"/>
              <a:gd name="connsiteX1654" fmla="*/ 15683222 w 15732060"/>
              <a:gd name="connsiteY1654" fmla="*/ 3693357 h 8839200"/>
              <a:gd name="connsiteX1655" fmla="*/ 15664565 w 15732060"/>
              <a:gd name="connsiteY1655" fmla="*/ 3709820 h 8839200"/>
              <a:gd name="connsiteX1656" fmla="*/ 14817329 w 15732060"/>
              <a:gd name="connsiteY1656" fmla="*/ 3709820 h 8839200"/>
              <a:gd name="connsiteX1657" fmla="*/ 14361884 w 15732060"/>
              <a:gd name="connsiteY1657" fmla="*/ 4165265 h 8839200"/>
              <a:gd name="connsiteX1658" fmla="*/ 12428711 w 15732060"/>
              <a:gd name="connsiteY1658" fmla="*/ 4165265 h 8839200"/>
              <a:gd name="connsiteX1659" fmla="*/ 12247081 w 15732060"/>
              <a:gd name="connsiteY1659" fmla="*/ 4346894 h 8839200"/>
              <a:gd name="connsiteX1660" fmla="*/ 11035488 w 15732060"/>
              <a:gd name="connsiteY1660" fmla="*/ 4346894 h 8839200"/>
              <a:gd name="connsiteX1661" fmla="*/ 10969092 w 15732060"/>
              <a:gd name="connsiteY1661" fmla="*/ 4413290 h 8839200"/>
              <a:gd name="connsiteX1662" fmla="*/ 10944399 w 15732060"/>
              <a:gd name="connsiteY1662" fmla="*/ 4414936 h 8839200"/>
              <a:gd name="connsiteX1663" fmla="*/ 10944399 w 15732060"/>
              <a:gd name="connsiteY1663" fmla="*/ 4441275 h 8839200"/>
              <a:gd name="connsiteX1664" fmla="*/ 10970738 w 15732060"/>
              <a:gd name="connsiteY1664" fmla="*/ 4441275 h 8839200"/>
              <a:gd name="connsiteX1665" fmla="*/ 10972384 w 15732060"/>
              <a:gd name="connsiteY1665" fmla="*/ 4416583 h 8839200"/>
              <a:gd name="connsiteX1666" fmla="*/ 11037683 w 15732060"/>
              <a:gd name="connsiteY1666" fmla="*/ 4351285 h 8839200"/>
              <a:gd name="connsiteX1667" fmla="*/ 12249277 w 15732060"/>
              <a:gd name="connsiteY1667" fmla="*/ 4351285 h 8839200"/>
              <a:gd name="connsiteX1668" fmla="*/ 12430906 w 15732060"/>
              <a:gd name="connsiteY1668" fmla="*/ 4169655 h 8839200"/>
              <a:gd name="connsiteX1669" fmla="*/ 14364078 w 15732060"/>
              <a:gd name="connsiteY1669" fmla="*/ 4169655 h 8839200"/>
              <a:gd name="connsiteX1670" fmla="*/ 14819523 w 15732060"/>
              <a:gd name="connsiteY1670" fmla="*/ 3714209 h 8839200"/>
              <a:gd name="connsiteX1671" fmla="*/ 15665115 w 15732060"/>
              <a:gd name="connsiteY1671" fmla="*/ 3714209 h 8839200"/>
              <a:gd name="connsiteX1672" fmla="*/ 15683771 w 15732060"/>
              <a:gd name="connsiteY1672" fmla="*/ 3730671 h 8839200"/>
              <a:gd name="connsiteX1673" fmla="*/ 15702428 w 15732060"/>
              <a:gd name="connsiteY1673" fmla="*/ 3712015 h 8839200"/>
              <a:gd name="connsiteX1674" fmla="*/ 15683771 w 15732060"/>
              <a:gd name="connsiteY1674" fmla="*/ 3693357 h 8839200"/>
              <a:gd name="connsiteX1675" fmla="*/ 12974696 w 15732060"/>
              <a:gd name="connsiteY1675" fmla="*/ 3689105 h 8839200"/>
              <a:gd name="connsiteX1676" fmla="*/ 12961526 w 15732060"/>
              <a:gd name="connsiteY1676" fmla="*/ 3694456 h 8839200"/>
              <a:gd name="connsiteX1677" fmla="*/ 12959881 w 15732060"/>
              <a:gd name="connsiteY1677" fmla="*/ 3719148 h 8839200"/>
              <a:gd name="connsiteX1678" fmla="*/ 12852330 w 15732060"/>
              <a:gd name="connsiteY1678" fmla="*/ 3826699 h 8839200"/>
              <a:gd name="connsiteX1679" fmla="*/ 11751031 w 15732060"/>
              <a:gd name="connsiteY1679" fmla="*/ 3826699 h 8839200"/>
              <a:gd name="connsiteX1680" fmla="*/ 11448681 w 15732060"/>
              <a:gd name="connsiteY1680" fmla="*/ 4129048 h 8839200"/>
              <a:gd name="connsiteX1681" fmla="*/ 10415972 w 15732060"/>
              <a:gd name="connsiteY1681" fmla="*/ 4129048 h 8839200"/>
              <a:gd name="connsiteX1682" fmla="*/ 10258488 w 15732060"/>
              <a:gd name="connsiteY1682" fmla="*/ 4286533 h 8839200"/>
              <a:gd name="connsiteX1683" fmla="*/ 10257938 w 15732060"/>
              <a:gd name="connsiteY1683" fmla="*/ 4286533 h 8839200"/>
              <a:gd name="connsiteX1684" fmla="*/ 9040309 w 15732060"/>
              <a:gd name="connsiteY1684" fmla="*/ 4286533 h 8839200"/>
              <a:gd name="connsiteX1685" fmla="*/ 9040309 w 15732060"/>
              <a:gd name="connsiteY1685" fmla="*/ 4291473 h 8839200"/>
              <a:gd name="connsiteX1686" fmla="*/ 10260134 w 15732060"/>
              <a:gd name="connsiteY1686" fmla="*/ 4291473 h 8839200"/>
              <a:gd name="connsiteX1687" fmla="*/ 10417619 w 15732060"/>
              <a:gd name="connsiteY1687" fmla="*/ 4133987 h 8839200"/>
              <a:gd name="connsiteX1688" fmla="*/ 11450327 w 15732060"/>
              <a:gd name="connsiteY1688" fmla="*/ 4133987 h 8839200"/>
              <a:gd name="connsiteX1689" fmla="*/ 11752677 w 15732060"/>
              <a:gd name="connsiteY1689" fmla="*/ 3831637 h 8839200"/>
              <a:gd name="connsiteX1690" fmla="*/ 12853976 w 15732060"/>
              <a:gd name="connsiteY1690" fmla="*/ 3831637 h 8839200"/>
              <a:gd name="connsiteX1691" fmla="*/ 12963172 w 15732060"/>
              <a:gd name="connsiteY1691" fmla="*/ 3722440 h 8839200"/>
              <a:gd name="connsiteX1692" fmla="*/ 12987866 w 15732060"/>
              <a:gd name="connsiteY1692" fmla="*/ 3720795 h 8839200"/>
              <a:gd name="connsiteX1693" fmla="*/ 12987866 w 15732060"/>
              <a:gd name="connsiteY1693" fmla="*/ 3694456 h 8839200"/>
              <a:gd name="connsiteX1694" fmla="*/ 12974696 w 15732060"/>
              <a:gd name="connsiteY1694" fmla="*/ 3689105 h 8839200"/>
              <a:gd name="connsiteX1695" fmla="*/ 12164772 w 15732060"/>
              <a:gd name="connsiteY1695" fmla="*/ 3515569 h 8839200"/>
              <a:gd name="connsiteX1696" fmla="*/ 12146116 w 15732060"/>
              <a:gd name="connsiteY1696" fmla="*/ 3534226 h 8839200"/>
              <a:gd name="connsiteX1697" fmla="*/ 12164772 w 15732060"/>
              <a:gd name="connsiteY1697" fmla="*/ 3552883 h 8839200"/>
              <a:gd name="connsiteX1698" fmla="*/ 12183430 w 15732060"/>
              <a:gd name="connsiteY1698" fmla="*/ 3536421 h 8839200"/>
              <a:gd name="connsiteX1699" fmla="*/ 13138217 w 15732060"/>
              <a:gd name="connsiteY1699" fmla="*/ 3536421 h 8839200"/>
              <a:gd name="connsiteX1700" fmla="*/ 13656218 w 15732060"/>
              <a:gd name="connsiteY1700" fmla="*/ 4054421 h 8839200"/>
              <a:gd name="connsiteX1701" fmla="*/ 14248295 w 15732060"/>
              <a:gd name="connsiteY1701" fmla="*/ 4054421 h 8839200"/>
              <a:gd name="connsiteX1702" fmla="*/ 14525953 w 15732060"/>
              <a:gd name="connsiteY1702" fmla="*/ 3776765 h 8839200"/>
              <a:gd name="connsiteX1703" fmla="*/ 14550645 w 15732060"/>
              <a:gd name="connsiteY1703" fmla="*/ 3775118 h 8839200"/>
              <a:gd name="connsiteX1704" fmla="*/ 14550645 w 15732060"/>
              <a:gd name="connsiteY1704" fmla="*/ 3748779 h 8839200"/>
              <a:gd name="connsiteX1705" fmla="*/ 14524306 w 15732060"/>
              <a:gd name="connsiteY1705" fmla="*/ 3748779 h 8839200"/>
              <a:gd name="connsiteX1706" fmla="*/ 14522660 w 15732060"/>
              <a:gd name="connsiteY1706" fmla="*/ 3773472 h 8839200"/>
              <a:gd name="connsiteX1707" fmla="*/ 14246650 w 15732060"/>
              <a:gd name="connsiteY1707" fmla="*/ 4049483 h 8839200"/>
              <a:gd name="connsiteX1708" fmla="*/ 13658961 w 15732060"/>
              <a:gd name="connsiteY1708" fmla="*/ 4049483 h 8839200"/>
              <a:gd name="connsiteX1709" fmla="*/ 13657864 w 15732060"/>
              <a:gd name="connsiteY1709" fmla="*/ 4050031 h 8839200"/>
              <a:gd name="connsiteX1710" fmla="*/ 13139863 w 15732060"/>
              <a:gd name="connsiteY1710" fmla="*/ 3532031 h 8839200"/>
              <a:gd name="connsiteX1711" fmla="*/ 12183430 w 15732060"/>
              <a:gd name="connsiteY1711" fmla="*/ 3532031 h 8839200"/>
              <a:gd name="connsiteX1712" fmla="*/ 12164772 w 15732060"/>
              <a:gd name="connsiteY1712" fmla="*/ 3515569 h 8839200"/>
              <a:gd name="connsiteX1713" fmla="*/ 12627351 w 15732060"/>
              <a:gd name="connsiteY1713" fmla="*/ 3354791 h 8839200"/>
              <a:gd name="connsiteX1714" fmla="*/ 12608695 w 15732060"/>
              <a:gd name="connsiteY1714" fmla="*/ 3371254 h 8839200"/>
              <a:gd name="connsiteX1715" fmla="*/ 12074781 w 15732060"/>
              <a:gd name="connsiteY1715" fmla="*/ 3371254 h 8839200"/>
              <a:gd name="connsiteX1716" fmla="*/ 11893151 w 15732060"/>
              <a:gd name="connsiteY1716" fmla="*/ 3552883 h 8839200"/>
              <a:gd name="connsiteX1717" fmla="*/ 10993784 w 15732060"/>
              <a:gd name="connsiteY1717" fmla="*/ 3552883 h 8839200"/>
              <a:gd name="connsiteX1718" fmla="*/ 10697472 w 15732060"/>
              <a:gd name="connsiteY1718" fmla="*/ 3849197 h 8839200"/>
              <a:gd name="connsiteX1719" fmla="*/ 10672778 w 15732060"/>
              <a:gd name="connsiteY1719" fmla="*/ 3850842 h 8839200"/>
              <a:gd name="connsiteX1720" fmla="*/ 10672778 w 15732060"/>
              <a:gd name="connsiteY1720" fmla="*/ 3877181 h 8839200"/>
              <a:gd name="connsiteX1721" fmla="*/ 10699117 w 15732060"/>
              <a:gd name="connsiteY1721" fmla="*/ 3877181 h 8839200"/>
              <a:gd name="connsiteX1722" fmla="*/ 10700763 w 15732060"/>
              <a:gd name="connsiteY1722" fmla="*/ 3852489 h 8839200"/>
              <a:gd name="connsiteX1723" fmla="*/ 10995430 w 15732060"/>
              <a:gd name="connsiteY1723" fmla="*/ 3557821 h 8839200"/>
              <a:gd name="connsiteX1724" fmla="*/ 11894797 w 15732060"/>
              <a:gd name="connsiteY1724" fmla="*/ 3557821 h 8839200"/>
              <a:gd name="connsiteX1725" fmla="*/ 12076427 w 15732060"/>
              <a:gd name="connsiteY1725" fmla="*/ 3376192 h 8839200"/>
              <a:gd name="connsiteX1726" fmla="*/ 12608145 w 15732060"/>
              <a:gd name="connsiteY1726" fmla="*/ 3376192 h 8839200"/>
              <a:gd name="connsiteX1727" fmla="*/ 12626801 w 15732060"/>
              <a:gd name="connsiteY1727" fmla="*/ 3392655 h 8839200"/>
              <a:gd name="connsiteX1728" fmla="*/ 12645459 w 15732060"/>
              <a:gd name="connsiteY1728" fmla="*/ 3373997 h 8839200"/>
              <a:gd name="connsiteX1729" fmla="*/ 12626801 w 15732060"/>
              <a:gd name="connsiteY1729" fmla="*/ 3355341 h 8839200"/>
              <a:gd name="connsiteX1730" fmla="*/ 4118210 w 15732060"/>
              <a:gd name="connsiteY1730" fmla="*/ 3273032 h 8839200"/>
              <a:gd name="connsiteX1731" fmla="*/ 4099554 w 15732060"/>
              <a:gd name="connsiteY1731" fmla="*/ 3291688 h 8839200"/>
              <a:gd name="connsiteX1732" fmla="*/ 4118210 w 15732060"/>
              <a:gd name="connsiteY1732" fmla="*/ 3310345 h 8839200"/>
              <a:gd name="connsiteX1733" fmla="*/ 4136867 w 15732060"/>
              <a:gd name="connsiteY1733" fmla="*/ 3293883 h 8839200"/>
              <a:gd name="connsiteX1734" fmla="*/ 4675719 w 15732060"/>
              <a:gd name="connsiteY1734" fmla="*/ 3293883 h 8839200"/>
              <a:gd name="connsiteX1735" fmla="*/ 5210181 w 15732060"/>
              <a:gd name="connsiteY1735" fmla="*/ 3828345 h 8839200"/>
              <a:gd name="connsiteX1736" fmla="*/ 5211826 w 15732060"/>
              <a:gd name="connsiteY1736" fmla="*/ 3853038 h 8839200"/>
              <a:gd name="connsiteX1737" fmla="*/ 5238166 w 15732060"/>
              <a:gd name="connsiteY1737" fmla="*/ 3853038 h 8839200"/>
              <a:gd name="connsiteX1738" fmla="*/ 5238166 w 15732060"/>
              <a:gd name="connsiteY1738" fmla="*/ 3826699 h 8839200"/>
              <a:gd name="connsiteX1739" fmla="*/ 5213474 w 15732060"/>
              <a:gd name="connsiteY1739" fmla="*/ 3825052 h 8839200"/>
              <a:gd name="connsiteX1740" fmla="*/ 4677366 w 15732060"/>
              <a:gd name="connsiteY1740" fmla="*/ 3288944 h 8839200"/>
              <a:gd name="connsiteX1741" fmla="*/ 4136585 w 15732060"/>
              <a:gd name="connsiteY1741" fmla="*/ 3288944 h 8839200"/>
              <a:gd name="connsiteX1742" fmla="*/ 4136867 w 15732060"/>
              <a:gd name="connsiteY1742" fmla="*/ 3289493 h 8839200"/>
              <a:gd name="connsiteX1743" fmla="*/ 4136319 w 15732060"/>
              <a:gd name="connsiteY1743" fmla="*/ 3288944 h 8839200"/>
              <a:gd name="connsiteX1744" fmla="*/ 4136585 w 15732060"/>
              <a:gd name="connsiteY1744" fmla="*/ 3288944 h 8839200"/>
              <a:gd name="connsiteX1745" fmla="*/ 4130831 w 15732060"/>
              <a:gd name="connsiteY1745" fmla="*/ 3277764 h 8839200"/>
              <a:gd name="connsiteX1746" fmla="*/ 4118210 w 15732060"/>
              <a:gd name="connsiteY1746" fmla="*/ 3273032 h 8839200"/>
              <a:gd name="connsiteX1747" fmla="*/ 4958864 w 15732060"/>
              <a:gd name="connsiteY1747" fmla="*/ 3183177 h 8839200"/>
              <a:gd name="connsiteX1748" fmla="*/ 4945694 w 15732060"/>
              <a:gd name="connsiteY1748" fmla="*/ 3188527 h 8839200"/>
              <a:gd name="connsiteX1749" fmla="*/ 4945694 w 15732060"/>
              <a:gd name="connsiteY1749" fmla="*/ 3214866 h 8839200"/>
              <a:gd name="connsiteX1750" fmla="*/ 4970386 w 15732060"/>
              <a:gd name="connsiteY1750" fmla="*/ 3216512 h 8839200"/>
              <a:gd name="connsiteX1751" fmla="*/ 5116348 w 15732060"/>
              <a:gd name="connsiteY1751" fmla="*/ 3362475 h 8839200"/>
              <a:gd name="connsiteX1752" fmla="*/ 5342424 w 15732060"/>
              <a:gd name="connsiteY1752" fmla="*/ 3362475 h 8839200"/>
              <a:gd name="connsiteX1753" fmla="*/ 5723792 w 15732060"/>
              <a:gd name="connsiteY1753" fmla="*/ 3743841 h 8839200"/>
              <a:gd name="connsiteX1754" fmla="*/ 5725438 w 15732060"/>
              <a:gd name="connsiteY1754" fmla="*/ 3768533 h 8839200"/>
              <a:gd name="connsiteX1755" fmla="*/ 5751776 w 15732060"/>
              <a:gd name="connsiteY1755" fmla="*/ 3768533 h 8839200"/>
              <a:gd name="connsiteX1756" fmla="*/ 5751776 w 15732060"/>
              <a:gd name="connsiteY1756" fmla="*/ 3742195 h 8839200"/>
              <a:gd name="connsiteX1757" fmla="*/ 5727084 w 15732060"/>
              <a:gd name="connsiteY1757" fmla="*/ 3740549 h 8839200"/>
              <a:gd name="connsiteX1758" fmla="*/ 5344071 w 15732060"/>
              <a:gd name="connsiteY1758" fmla="*/ 3357535 h 8839200"/>
              <a:gd name="connsiteX1759" fmla="*/ 5117995 w 15732060"/>
              <a:gd name="connsiteY1759" fmla="*/ 3357535 h 8839200"/>
              <a:gd name="connsiteX1760" fmla="*/ 4973678 w 15732060"/>
              <a:gd name="connsiteY1760" fmla="*/ 3213220 h 8839200"/>
              <a:gd name="connsiteX1761" fmla="*/ 4972033 w 15732060"/>
              <a:gd name="connsiteY1761" fmla="*/ 3188527 h 8839200"/>
              <a:gd name="connsiteX1762" fmla="*/ 4958864 w 15732060"/>
              <a:gd name="connsiteY1762" fmla="*/ 3183177 h 8839200"/>
              <a:gd name="connsiteX1763" fmla="*/ 55970 w 15732060"/>
              <a:gd name="connsiteY1763" fmla="*/ 2984400 h 8839200"/>
              <a:gd name="connsiteX1764" fmla="*/ 37312 w 15732060"/>
              <a:gd name="connsiteY1764" fmla="*/ 3003057 h 8839200"/>
              <a:gd name="connsiteX1765" fmla="*/ 55970 w 15732060"/>
              <a:gd name="connsiteY1765" fmla="*/ 3021714 h 8839200"/>
              <a:gd name="connsiteX1766" fmla="*/ 74626 w 15732060"/>
              <a:gd name="connsiteY1766" fmla="*/ 3005251 h 8839200"/>
              <a:gd name="connsiteX1767" fmla="*/ 544888 w 15732060"/>
              <a:gd name="connsiteY1767" fmla="*/ 3005251 h 8839200"/>
              <a:gd name="connsiteX1768" fmla="*/ 1083738 w 15732060"/>
              <a:gd name="connsiteY1768" fmla="*/ 3544103 h 8839200"/>
              <a:gd name="connsiteX1769" fmla="*/ 1490347 w 15732060"/>
              <a:gd name="connsiteY1769" fmla="*/ 3544103 h 8839200"/>
              <a:gd name="connsiteX1770" fmla="*/ 1594606 w 15732060"/>
              <a:gd name="connsiteY1770" fmla="*/ 3439845 h 8839200"/>
              <a:gd name="connsiteX1771" fmla="*/ 3079466 w 15732060"/>
              <a:gd name="connsiteY1771" fmla="*/ 3439845 h 8839200"/>
              <a:gd name="connsiteX1772" fmla="*/ 3098124 w 15732060"/>
              <a:gd name="connsiteY1772" fmla="*/ 3456306 h 8839200"/>
              <a:gd name="connsiteX1773" fmla="*/ 3116780 w 15732060"/>
              <a:gd name="connsiteY1773" fmla="*/ 3437650 h 8839200"/>
              <a:gd name="connsiteX1774" fmla="*/ 3098124 w 15732060"/>
              <a:gd name="connsiteY1774" fmla="*/ 3418993 h 8839200"/>
              <a:gd name="connsiteX1775" fmla="*/ 3079466 w 15732060"/>
              <a:gd name="connsiteY1775" fmla="*/ 3435455 h 8839200"/>
              <a:gd name="connsiteX1776" fmla="*/ 1592960 w 15732060"/>
              <a:gd name="connsiteY1776" fmla="*/ 3435455 h 8839200"/>
              <a:gd name="connsiteX1777" fmla="*/ 1488701 w 15732060"/>
              <a:gd name="connsiteY1777" fmla="*/ 3539714 h 8839200"/>
              <a:gd name="connsiteX1778" fmla="*/ 1085934 w 15732060"/>
              <a:gd name="connsiteY1778" fmla="*/ 3539714 h 8839200"/>
              <a:gd name="connsiteX1779" fmla="*/ 547082 w 15732060"/>
              <a:gd name="connsiteY1779" fmla="*/ 3000861 h 8839200"/>
              <a:gd name="connsiteX1780" fmla="*/ 74626 w 15732060"/>
              <a:gd name="connsiteY1780" fmla="*/ 3000861 h 8839200"/>
              <a:gd name="connsiteX1781" fmla="*/ 55970 w 15732060"/>
              <a:gd name="connsiteY1781" fmla="*/ 2984400 h 8839200"/>
              <a:gd name="connsiteX1782" fmla="*/ 15666760 w 15732060"/>
              <a:gd name="connsiteY1782" fmla="*/ 2930076 h 8839200"/>
              <a:gd name="connsiteX1783" fmla="*/ 15648104 w 15732060"/>
              <a:gd name="connsiteY1783" fmla="*/ 2946538 h 8839200"/>
              <a:gd name="connsiteX1784" fmla="*/ 15219546 w 15732060"/>
              <a:gd name="connsiteY1784" fmla="*/ 2946538 h 8839200"/>
              <a:gd name="connsiteX1785" fmla="*/ 14996213 w 15732060"/>
              <a:gd name="connsiteY1785" fmla="*/ 3169870 h 8839200"/>
              <a:gd name="connsiteX1786" fmla="*/ 14421694 w 15732060"/>
              <a:gd name="connsiteY1786" fmla="*/ 3169870 h 8839200"/>
              <a:gd name="connsiteX1787" fmla="*/ 14403039 w 15732060"/>
              <a:gd name="connsiteY1787" fmla="*/ 3153409 h 8839200"/>
              <a:gd name="connsiteX1788" fmla="*/ 14384381 w 15732060"/>
              <a:gd name="connsiteY1788" fmla="*/ 3172065 h 8839200"/>
              <a:gd name="connsiteX1789" fmla="*/ 14403039 w 15732060"/>
              <a:gd name="connsiteY1789" fmla="*/ 3190722 h 8839200"/>
              <a:gd name="connsiteX1790" fmla="*/ 14421694 w 15732060"/>
              <a:gd name="connsiteY1790" fmla="*/ 3174261 h 8839200"/>
              <a:gd name="connsiteX1791" fmla="*/ 14998409 w 15732060"/>
              <a:gd name="connsiteY1791" fmla="*/ 3174261 h 8839200"/>
              <a:gd name="connsiteX1792" fmla="*/ 15221742 w 15732060"/>
              <a:gd name="connsiteY1792" fmla="*/ 2950927 h 8839200"/>
              <a:gd name="connsiteX1793" fmla="*/ 15648104 w 15732060"/>
              <a:gd name="connsiteY1793" fmla="*/ 2950927 h 8839200"/>
              <a:gd name="connsiteX1794" fmla="*/ 15666760 w 15732060"/>
              <a:gd name="connsiteY1794" fmla="*/ 2967389 h 8839200"/>
              <a:gd name="connsiteX1795" fmla="*/ 15685417 w 15732060"/>
              <a:gd name="connsiteY1795" fmla="*/ 2948732 h 8839200"/>
              <a:gd name="connsiteX1796" fmla="*/ 15666760 w 15732060"/>
              <a:gd name="connsiteY1796" fmla="*/ 2930076 h 8839200"/>
              <a:gd name="connsiteX1797" fmla="*/ 3441628 w 15732060"/>
              <a:gd name="connsiteY1797" fmla="*/ 2777529 h 8839200"/>
              <a:gd name="connsiteX1798" fmla="*/ 3441079 w 15732060"/>
              <a:gd name="connsiteY1798" fmla="*/ 2777529 h 8839200"/>
              <a:gd name="connsiteX1799" fmla="*/ 3441344 w 15732060"/>
              <a:gd name="connsiteY1799" fmla="*/ 2777637 h 8839200"/>
              <a:gd name="connsiteX1800" fmla="*/ 11909613 w 15732060"/>
              <a:gd name="connsiteY1800" fmla="*/ 2741313 h 8839200"/>
              <a:gd name="connsiteX1801" fmla="*/ 11890957 w 15732060"/>
              <a:gd name="connsiteY1801" fmla="*/ 2757775 h 8839200"/>
              <a:gd name="connsiteX1802" fmla="*/ 11273637 w 15732060"/>
              <a:gd name="connsiteY1802" fmla="*/ 2757775 h 8839200"/>
              <a:gd name="connsiteX1803" fmla="*/ 11254979 w 15732060"/>
              <a:gd name="connsiteY1803" fmla="*/ 2741313 h 8839200"/>
              <a:gd name="connsiteX1804" fmla="*/ 11236322 w 15732060"/>
              <a:gd name="connsiteY1804" fmla="*/ 2759970 h 8839200"/>
              <a:gd name="connsiteX1805" fmla="*/ 11254979 w 15732060"/>
              <a:gd name="connsiteY1805" fmla="*/ 2778626 h 8839200"/>
              <a:gd name="connsiteX1806" fmla="*/ 11273637 w 15732060"/>
              <a:gd name="connsiteY1806" fmla="*/ 2762165 h 8839200"/>
              <a:gd name="connsiteX1807" fmla="*/ 11890957 w 15732060"/>
              <a:gd name="connsiteY1807" fmla="*/ 2762165 h 8839200"/>
              <a:gd name="connsiteX1808" fmla="*/ 11909613 w 15732060"/>
              <a:gd name="connsiteY1808" fmla="*/ 2778626 h 8839200"/>
              <a:gd name="connsiteX1809" fmla="*/ 11928271 w 15732060"/>
              <a:gd name="connsiteY1809" fmla="*/ 2759970 h 8839200"/>
              <a:gd name="connsiteX1810" fmla="*/ 11909613 w 15732060"/>
              <a:gd name="connsiteY1810" fmla="*/ 2741313 h 8839200"/>
              <a:gd name="connsiteX1811" fmla="*/ 9326745 w 15732060"/>
              <a:gd name="connsiteY1811" fmla="*/ 2650910 h 8839200"/>
              <a:gd name="connsiteX1812" fmla="*/ 9313576 w 15732060"/>
              <a:gd name="connsiteY1812" fmla="*/ 2656260 h 8839200"/>
              <a:gd name="connsiteX1813" fmla="*/ 9311930 w 15732060"/>
              <a:gd name="connsiteY1813" fmla="*/ 2680953 h 8839200"/>
              <a:gd name="connsiteX1814" fmla="*/ 9167066 w 15732060"/>
              <a:gd name="connsiteY1814" fmla="*/ 2825817 h 8839200"/>
              <a:gd name="connsiteX1815" fmla="*/ 9166518 w 15732060"/>
              <a:gd name="connsiteY1815" fmla="*/ 2825817 h 8839200"/>
              <a:gd name="connsiteX1816" fmla="*/ 9165968 w 15732060"/>
              <a:gd name="connsiteY1816" fmla="*/ 2827463 h 8839200"/>
              <a:gd name="connsiteX1817" fmla="*/ 9165968 w 15732060"/>
              <a:gd name="connsiteY1817" fmla="*/ 3018421 h 8839200"/>
              <a:gd name="connsiteX1818" fmla="*/ 8996411 w 15732060"/>
              <a:gd name="connsiteY1818" fmla="*/ 3187978 h 8839200"/>
              <a:gd name="connsiteX1819" fmla="*/ 8971718 w 15732060"/>
              <a:gd name="connsiteY1819" fmla="*/ 3189625 h 8839200"/>
              <a:gd name="connsiteX1820" fmla="*/ 8971718 w 15732060"/>
              <a:gd name="connsiteY1820" fmla="*/ 3215963 h 8839200"/>
              <a:gd name="connsiteX1821" fmla="*/ 8998057 w 15732060"/>
              <a:gd name="connsiteY1821" fmla="*/ 3215963 h 8839200"/>
              <a:gd name="connsiteX1822" fmla="*/ 8999703 w 15732060"/>
              <a:gd name="connsiteY1822" fmla="*/ 3191271 h 8839200"/>
              <a:gd name="connsiteX1823" fmla="*/ 9170358 w 15732060"/>
              <a:gd name="connsiteY1823" fmla="*/ 3020616 h 8839200"/>
              <a:gd name="connsiteX1824" fmla="*/ 9170906 w 15732060"/>
              <a:gd name="connsiteY1824" fmla="*/ 3020616 h 8839200"/>
              <a:gd name="connsiteX1825" fmla="*/ 9170906 w 15732060"/>
              <a:gd name="connsiteY1825" fmla="*/ 2828561 h 8839200"/>
              <a:gd name="connsiteX1826" fmla="*/ 9315223 w 15732060"/>
              <a:gd name="connsiteY1826" fmla="*/ 2684245 h 8839200"/>
              <a:gd name="connsiteX1827" fmla="*/ 9339916 w 15732060"/>
              <a:gd name="connsiteY1827" fmla="*/ 2682599 h 8839200"/>
              <a:gd name="connsiteX1828" fmla="*/ 9339916 w 15732060"/>
              <a:gd name="connsiteY1828" fmla="*/ 2656260 h 8839200"/>
              <a:gd name="connsiteX1829" fmla="*/ 9326745 w 15732060"/>
              <a:gd name="connsiteY1829" fmla="*/ 2650910 h 8839200"/>
              <a:gd name="connsiteX1830" fmla="*/ 2008896 w 15732060"/>
              <a:gd name="connsiteY1830" fmla="*/ 2464342 h 8839200"/>
              <a:gd name="connsiteX1831" fmla="*/ 1995727 w 15732060"/>
              <a:gd name="connsiteY1831" fmla="*/ 2469692 h 8839200"/>
              <a:gd name="connsiteX1832" fmla="*/ 1995727 w 15732060"/>
              <a:gd name="connsiteY1832" fmla="*/ 2496031 h 8839200"/>
              <a:gd name="connsiteX1833" fmla="*/ 2020419 w 15732060"/>
              <a:gd name="connsiteY1833" fmla="*/ 2497678 h 8839200"/>
              <a:gd name="connsiteX1834" fmla="*/ 2146627 w 15732060"/>
              <a:gd name="connsiteY1834" fmla="*/ 2623885 h 8839200"/>
              <a:gd name="connsiteX1835" fmla="*/ 2602621 w 15732060"/>
              <a:gd name="connsiteY1835" fmla="*/ 2623885 h 8839200"/>
              <a:gd name="connsiteX1836" fmla="*/ 2807846 w 15732060"/>
              <a:gd name="connsiteY1836" fmla="*/ 2829110 h 8839200"/>
              <a:gd name="connsiteX1837" fmla="*/ 2809492 w 15732060"/>
              <a:gd name="connsiteY1837" fmla="*/ 2853802 h 8839200"/>
              <a:gd name="connsiteX1838" fmla="*/ 2835831 w 15732060"/>
              <a:gd name="connsiteY1838" fmla="*/ 2853802 h 8839200"/>
              <a:gd name="connsiteX1839" fmla="*/ 2835831 w 15732060"/>
              <a:gd name="connsiteY1839" fmla="*/ 2827463 h 8839200"/>
              <a:gd name="connsiteX1840" fmla="*/ 2811138 w 15732060"/>
              <a:gd name="connsiteY1840" fmla="*/ 2825817 h 8839200"/>
              <a:gd name="connsiteX1841" fmla="*/ 2604266 w 15732060"/>
              <a:gd name="connsiteY1841" fmla="*/ 2618947 h 8839200"/>
              <a:gd name="connsiteX1842" fmla="*/ 2148273 w 15732060"/>
              <a:gd name="connsiteY1842" fmla="*/ 2618947 h 8839200"/>
              <a:gd name="connsiteX1843" fmla="*/ 2023712 w 15732060"/>
              <a:gd name="connsiteY1843" fmla="*/ 2494385 h 8839200"/>
              <a:gd name="connsiteX1844" fmla="*/ 2022066 w 15732060"/>
              <a:gd name="connsiteY1844" fmla="*/ 2469692 h 8839200"/>
              <a:gd name="connsiteX1845" fmla="*/ 2008896 w 15732060"/>
              <a:gd name="connsiteY1845" fmla="*/ 2464342 h 8839200"/>
              <a:gd name="connsiteX1846" fmla="*/ 77370 w 15732060"/>
              <a:gd name="connsiteY1846" fmla="*/ 2377506 h 8839200"/>
              <a:gd name="connsiteX1847" fmla="*/ 58714 w 15732060"/>
              <a:gd name="connsiteY1847" fmla="*/ 2396163 h 8839200"/>
              <a:gd name="connsiteX1848" fmla="*/ 77370 w 15732060"/>
              <a:gd name="connsiteY1848" fmla="*/ 2414820 h 8839200"/>
              <a:gd name="connsiteX1849" fmla="*/ 96026 w 15732060"/>
              <a:gd name="connsiteY1849" fmla="*/ 2398357 h 8839200"/>
              <a:gd name="connsiteX1850" fmla="*/ 935582 w 15732060"/>
              <a:gd name="connsiteY1850" fmla="*/ 2398357 h 8839200"/>
              <a:gd name="connsiteX1851" fmla="*/ 1728496 w 15732060"/>
              <a:gd name="connsiteY1851" fmla="*/ 3191271 h 8839200"/>
              <a:gd name="connsiteX1852" fmla="*/ 3514060 w 15732060"/>
              <a:gd name="connsiteY1852" fmla="*/ 3191271 h 8839200"/>
              <a:gd name="connsiteX1853" fmla="*/ 3938776 w 15732060"/>
              <a:gd name="connsiteY1853" fmla="*/ 3615987 h 8839200"/>
              <a:gd name="connsiteX1854" fmla="*/ 4752542 w 15732060"/>
              <a:gd name="connsiteY1854" fmla="*/ 3615987 h 8839200"/>
              <a:gd name="connsiteX1855" fmla="*/ 5081230 w 15732060"/>
              <a:gd name="connsiteY1855" fmla="*/ 3944675 h 8839200"/>
              <a:gd name="connsiteX1856" fmla="*/ 6690103 w 15732060"/>
              <a:gd name="connsiteY1856" fmla="*/ 3944675 h 8839200"/>
              <a:gd name="connsiteX1857" fmla="*/ 6690103 w 15732060"/>
              <a:gd name="connsiteY1857" fmla="*/ 3939737 h 8839200"/>
              <a:gd name="connsiteX1858" fmla="*/ 5082876 w 15732060"/>
              <a:gd name="connsiteY1858" fmla="*/ 3939737 h 8839200"/>
              <a:gd name="connsiteX1859" fmla="*/ 4754188 w 15732060"/>
              <a:gd name="connsiteY1859" fmla="*/ 3611049 h 8839200"/>
              <a:gd name="connsiteX1860" fmla="*/ 3940422 w 15732060"/>
              <a:gd name="connsiteY1860" fmla="*/ 3611049 h 8839200"/>
              <a:gd name="connsiteX1861" fmla="*/ 3515706 w 15732060"/>
              <a:gd name="connsiteY1861" fmla="*/ 3186331 h 8839200"/>
              <a:gd name="connsiteX1862" fmla="*/ 3515706 w 15732060"/>
              <a:gd name="connsiteY1862" fmla="*/ 3186881 h 8839200"/>
              <a:gd name="connsiteX1863" fmla="*/ 1730142 w 15732060"/>
              <a:gd name="connsiteY1863" fmla="*/ 3186881 h 8839200"/>
              <a:gd name="connsiteX1864" fmla="*/ 937228 w 15732060"/>
              <a:gd name="connsiteY1864" fmla="*/ 2393968 h 8839200"/>
              <a:gd name="connsiteX1865" fmla="*/ 96026 w 15732060"/>
              <a:gd name="connsiteY1865" fmla="*/ 2393968 h 8839200"/>
              <a:gd name="connsiteX1866" fmla="*/ 77370 w 15732060"/>
              <a:gd name="connsiteY1866" fmla="*/ 2377506 h 8839200"/>
              <a:gd name="connsiteX1867" fmla="*/ 12415254 w 15732060"/>
              <a:gd name="connsiteY1867" fmla="*/ 2285761 h 8839200"/>
              <a:gd name="connsiteX1868" fmla="*/ 12414993 w 15732060"/>
              <a:gd name="connsiteY1868" fmla="*/ 2285868 h 8839200"/>
              <a:gd name="connsiteX1869" fmla="*/ 12415540 w 15732060"/>
              <a:gd name="connsiteY1869" fmla="*/ 2285868 h 8839200"/>
              <a:gd name="connsiteX1870" fmla="*/ 12414993 w 15732060"/>
              <a:gd name="connsiteY1870" fmla="*/ 2248554 h 8839200"/>
              <a:gd name="connsiteX1871" fmla="*/ 12396335 w 15732060"/>
              <a:gd name="connsiteY1871" fmla="*/ 2265017 h 8839200"/>
              <a:gd name="connsiteX1872" fmla="*/ 11202302 w 15732060"/>
              <a:gd name="connsiteY1872" fmla="*/ 2265017 h 8839200"/>
              <a:gd name="connsiteX1873" fmla="*/ 11135905 w 15732060"/>
              <a:gd name="connsiteY1873" fmla="*/ 2331412 h 8839200"/>
              <a:gd name="connsiteX1874" fmla="*/ 11111212 w 15732060"/>
              <a:gd name="connsiteY1874" fmla="*/ 2333059 h 8839200"/>
              <a:gd name="connsiteX1875" fmla="*/ 11111212 w 15732060"/>
              <a:gd name="connsiteY1875" fmla="*/ 2359398 h 8839200"/>
              <a:gd name="connsiteX1876" fmla="*/ 11137551 w 15732060"/>
              <a:gd name="connsiteY1876" fmla="*/ 2359398 h 8839200"/>
              <a:gd name="connsiteX1877" fmla="*/ 11139198 w 15732060"/>
              <a:gd name="connsiteY1877" fmla="*/ 2334705 h 8839200"/>
              <a:gd name="connsiteX1878" fmla="*/ 11204496 w 15732060"/>
              <a:gd name="connsiteY1878" fmla="*/ 2269406 h 8839200"/>
              <a:gd name="connsiteX1879" fmla="*/ 12396885 w 15732060"/>
              <a:gd name="connsiteY1879" fmla="*/ 2269406 h 8839200"/>
              <a:gd name="connsiteX1880" fmla="*/ 12402921 w 15732060"/>
              <a:gd name="connsiteY1880" fmla="*/ 2281135 h 8839200"/>
              <a:gd name="connsiteX1881" fmla="*/ 12415254 w 15732060"/>
              <a:gd name="connsiteY1881" fmla="*/ 2285761 h 8839200"/>
              <a:gd name="connsiteX1882" fmla="*/ 12428230 w 15732060"/>
              <a:gd name="connsiteY1882" fmla="*/ 2280449 h 8839200"/>
              <a:gd name="connsiteX1883" fmla="*/ 12433649 w 15732060"/>
              <a:gd name="connsiteY1883" fmla="*/ 2267211 h 8839200"/>
              <a:gd name="connsiteX1884" fmla="*/ 12414993 w 15732060"/>
              <a:gd name="connsiteY1884" fmla="*/ 2248554 h 8839200"/>
              <a:gd name="connsiteX1885" fmla="*/ 3602405 w 15732060"/>
              <a:gd name="connsiteY1885" fmla="*/ 1914516 h 8839200"/>
              <a:gd name="connsiteX1886" fmla="*/ 3589235 w 15732060"/>
              <a:gd name="connsiteY1886" fmla="*/ 1919866 h 8839200"/>
              <a:gd name="connsiteX1887" fmla="*/ 3589235 w 15732060"/>
              <a:gd name="connsiteY1887" fmla="*/ 1946205 h 8839200"/>
              <a:gd name="connsiteX1888" fmla="*/ 3613928 w 15732060"/>
              <a:gd name="connsiteY1888" fmla="*/ 1947850 h 8839200"/>
              <a:gd name="connsiteX1889" fmla="*/ 3759891 w 15732060"/>
              <a:gd name="connsiteY1889" fmla="*/ 2093813 h 8839200"/>
              <a:gd name="connsiteX1890" fmla="*/ 3985967 w 15732060"/>
              <a:gd name="connsiteY1890" fmla="*/ 2093813 h 8839200"/>
              <a:gd name="connsiteX1891" fmla="*/ 4367334 w 15732060"/>
              <a:gd name="connsiteY1891" fmla="*/ 2475180 h 8839200"/>
              <a:gd name="connsiteX1892" fmla="*/ 4368980 w 15732060"/>
              <a:gd name="connsiteY1892" fmla="*/ 2499872 h 8839200"/>
              <a:gd name="connsiteX1893" fmla="*/ 4395319 w 15732060"/>
              <a:gd name="connsiteY1893" fmla="*/ 2499872 h 8839200"/>
              <a:gd name="connsiteX1894" fmla="*/ 4395319 w 15732060"/>
              <a:gd name="connsiteY1894" fmla="*/ 2473533 h 8839200"/>
              <a:gd name="connsiteX1895" fmla="*/ 4370626 w 15732060"/>
              <a:gd name="connsiteY1895" fmla="*/ 2471887 h 8839200"/>
              <a:gd name="connsiteX1896" fmla="*/ 3987613 w 15732060"/>
              <a:gd name="connsiteY1896" fmla="*/ 2088874 h 8839200"/>
              <a:gd name="connsiteX1897" fmla="*/ 3761536 w 15732060"/>
              <a:gd name="connsiteY1897" fmla="*/ 2088874 h 8839200"/>
              <a:gd name="connsiteX1898" fmla="*/ 3617221 w 15732060"/>
              <a:gd name="connsiteY1898" fmla="*/ 1944558 h 8839200"/>
              <a:gd name="connsiteX1899" fmla="*/ 3615574 w 15732060"/>
              <a:gd name="connsiteY1899" fmla="*/ 1919866 h 8839200"/>
              <a:gd name="connsiteX1900" fmla="*/ 3602405 w 15732060"/>
              <a:gd name="connsiteY1900" fmla="*/ 1914516 h 8839200"/>
              <a:gd name="connsiteX1901" fmla="*/ 15702977 w 15732060"/>
              <a:gd name="connsiteY1901" fmla="*/ 1721226 h 8839200"/>
              <a:gd name="connsiteX1902" fmla="*/ 15684320 w 15732060"/>
              <a:gd name="connsiteY1902" fmla="*/ 1737688 h 8839200"/>
              <a:gd name="connsiteX1903" fmla="*/ 15352887 w 15732060"/>
              <a:gd name="connsiteY1903" fmla="*/ 1737688 h 8839200"/>
              <a:gd name="connsiteX1904" fmla="*/ 13998624 w 15732060"/>
              <a:gd name="connsiteY1904" fmla="*/ 3091951 h 8839200"/>
              <a:gd name="connsiteX1905" fmla="*/ 13998624 w 15732060"/>
              <a:gd name="connsiteY1905" fmla="*/ 3091402 h 8839200"/>
              <a:gd name="connsiteX1906" fmla="*/ 12688260 w 15732060"/>
              <a:gd name="connsiteY1906" fmla="*/ 3091402 h 8839200"/>
              <a:gd name="connsiteX1907" fmla="*/ 12532421 w 15732060"/>
              <a:gd name="connsiteY1907" fmla="*/ 3247241 h 8839200"/>
              <a:gd name="connsiteX1908" fmla="*/ 11067863 w 15732060"/>
              <a:gd name="connsiteY1908" fmla="*/ 3247241 h 8839200"/>
              <a:gd name="connsiteX1909" fmla="*/ 10414875 w 15732060"/>
              <a:gd name="connsiteY1909" fmla="*/ 3900228 h 8839200"/>
              <a:gd name="connsiteX1910" fmla="*/ 10259037 w 15732060"/>
              <a:gd name="connsiteY1910" fmla="*/ 3900228 h 8839200"/>
              <a:gd name="connsiteX1911" fmla="*/ 10101551 w 15732060"/>
              <a:gd name="connsiteY1911" fmla="*/ 4057714 h 8839200"/>
              <a:gd name="connsiteX1912" fmla="*/ 9039760 w 15732060"/>
              <a:gd name="connsiteY1912" fmla="*/ 4057714 h 8839200"/>
              <a:gd name="connsiteX1913" fmla="*/ 9039760 w 15732060"/>
              <a:gd name="connsiteY1913" fmla="*/ 4062653 h 8839200"/>
              <a:gd name="connsiteX1914" fmla="*/ 10103746 w 15732060"/>
              <a:gd name="connsiteY1914" fmla="*/ 4062653 h 8839200"/>
              <a:gd name="connsiteX1915" fmla="*/ 10261232 w 15732060"/>
              <a:gd name="connsiteY1915" fmla="*/ 3905167 h 8839200"/>
              <a:gd name="connsiteX1916" fmla="*/ 10417070 w 15732060"/>
              <a:gd name="connsiteY1916" fmla="*/ 3905167 h 8839200"/>
              <a:gd name="connsiteX1917" fmla="*/ 11070058 w 15732060"/>
              <a:gd name="connsiteY1917" fmla="*/ 3252180 h 8839200"/>
              <a:gd name="connsiteX1918" fmla="*/ 12534616 w 15732060"/>
              <a:gd name="connsiteY1918" fmla="*/ 3252180 h 8839200"/>
              <a:gd name="connsiteX1919" fmla="*/ 12690455 w 15732060"/>
              <a:gd name="connsiteY1919" fmla="*/ 3096341 h 8839200"/>
              <a:gd name="connsiteX1920" fmla="*/ 14000819 w 15732060"/>
              <a:gd name="connsiteY1920" fmla="*/ 3096341 h 8839200"/>
              <a:gd name="connsiteX1921" fmla="*/ 15355083 w 15732060"/>
              <a:gd name="connsiteY1921" fmla="*/ 1742078 h 8839200"/>
              <a:gd name="connsiteX1922" fmla="*/ 15684320 w 15732060"/>
              <a:gd name="connsiteY1922" fmla="*/ 1742078 h 8839200"/>
              <a:gd name="connsiteX1923" fmla="*/ 15702977 w 15732060"/>
              <a:gd name="connsiteY1923" fmla="*/ 1758539 h 8839200"/>
              <a:gd name="connsiteX1924" fmla="*/ 15721633 w 15732060"/>
              <a:gd name="connsiteY1924" fmla="*/ 1739882 h 8839200"/>
              <a:gd name="connsiteX1925" fmla="*/ 15702977 w 15732060"/>
              <a:gd name="connsiteY1925" fmla="*/ 1721226 h 8839200"/>
              <a:gd name="connsiteX1926" fmla="*/ 12427065 w 15732060"/>
              <a:gd name="connsiteY1926" fmla="*/ 1718071 h 8839200"/>
              <a:gd name="connsiteX1927" fmla="*/ 12413896 w 15732060"/>
              <a:gd name="connsiteY1927" fmla="*/ 1723421 h 8839200"/>
              <a:gd name="connsiteX1928" fmla="*/ 12412249 w 15732060"/>
              <a:gd name="connsiteY1928" fmla="*/ 1748113 h 8839200"/>
              <a:gd name="connsiteX1929" fmla="*/ 12160931 w 15732060"/>
              <a:gd name="connsiteY1929" fmla="*/ 1999431 h 8839200"/>
              <a:gd name="connsiteX1930" fmla="*/ 10934521 w 15732060"/>
              <a:gd name="connsiteY1930" fmla="*/ 1999431 h 8839200"/>
              <a:gd name="connsiteX1931" fmla="*/ 10934521 w 15732060"/>
              <a:gd name="connsiteY1931" fmla="*/ 1998883 h 8839200"/>
              <a:gd name="connsiteX1932" fmla="*/ 10088382 w 15732060"/>
              <a:gd name="connsiteY1932" fmla="*/ 2845023 h 8839200"/>
              <a:gd name="connsiteX1933" fmla="*/ 10087833 w 15732060"/>
              <a:gd name="connsiteY1933" fmla="*/ 2845023 h 8839200"/>
              <a:gd name="connsiteX1934" fmla="*/ 10087833 w 15732060"/>
              <a:gd name="connsiteY1934" fmla="*/ 3320222 h 8839200"/>
              <a:gd name="connsiteX1935" fmla="*/ 9699333 w 15732060"/>
              <a:gd name="connsiteY1935" fmla="*/ 3708721 h 8839200"/>
              <a:gd name="connsiteX1936" fmla="*/ 8995314 w 15732060"/>
              <a:gd name="connsiteY1936" fmla="*/ 3708721 h 8839200"/>
              <a:gd name="connsiteX1937" fmla="*/ 8995314 w 15732060"/>
              <a:gd name="connsiteY1937" fmla="*/ 3713661 h 8839200"/>
              <a:gd name="connsiteX1938" fmla="*/ 9701528 w 15732060"/>
              <a:gd name="connsiteY1938" fmla="*/ 3713661 h 8839200"/>
              <a:gd name="connsiteX1939" fmla="*/ 10092222 w 15732060"/>
              <a:gd name="connsiteY1939" fmla="*/ 3322966 h 8839200"/>
              <a:gd name="connsiteX1940" fmla="*/ 10092771 w 15732060"/>
              <a:gd name="connsiteY1940" fmla="*/ 3322966 h 8839200"/>
              <a:gd name="connsiteX1941" fmla="*/ 10092771 w 15732060"/>
              <a:gd name="connsiteY1941" fmla="*/ 2847767 h 8839200"/>
              <a:gd name="connsiteX1942" fmla="*/ 10936717 w 15732060"/>
              <a:gd name="connsiteY1942" fmla="*/ 2003821 h 8839200"/>
              <a:gd name="connsiteX1943" fmla="*/ 12163125 w 15732060"/>
              <a:gd name="connsiteY1943" fmla="*/ 2003821 h 8839200"/>
              <a:gd name="connsiteX1944" fmla="*/ 12415540 w 15732060"/>
              <a:gd name="connsiteY1944" fmla="*/ 1751406 h 8839200"/>
              <a:gd name="connsiteX1945" fmla="*/ 12440234 w 15732060"/>
              <a:gd name="connsiteY1945" fmla="*/ 1749760 h 8839200"/>
              <a:gd name="connsiteX1946" fmla="*/ 12440234 w 15732060"/>
              <a:gd name="connsiteY1946" fmla="*/ 1723421 h 8839200"/>
              <a:gd name="connsiteX1947" fmla="*/ 12427065 w 15732060"/>
              <a:gd name="connsiteY1947" fmla="*/ 1718071 h 8839200"/>
              <a:gd name="connsiteX1948" fmla="*/ 3845149 w 15732060"/>
              <a:gd name="connsiteY1948" fmla="*/ 1685353 h 8839200"/>
              <a:gd name="connsiteX1949" fmla="*/ 3831774 w 15732060"/>
              <a:gd name="connsiteY1949" fmla="*/ 1690497 h 8839200"/>
              <a:gd name="connsiteX1950" fmla="*/ 3831774 w 15732060"/>
              <a:gd name="connsiteY1950" fmla="*/ 1716836 h 8839200"/>
              <a:gd name="connsiteX1951" fmla="*/ 3856466 w 15732060"/>
              <a:gd name="connsiteY1951" fmla="*/ 1718482 h 8839200"/>
              <a:gd name="connsiteX1952" fmla="*/ 4202166 w 15732060"/>
              <a:gd name="connsiteY1952" fmla="*/ 2064181 h 8839200"/>
              <a:gd name="connsiteX1953" fmla="*/ 4745408 w 15732060"/>
              <a:gd name="connsiteY1953" fmla="*/ 2064181 h 8839200"/>
              <a:gd name="connsiteX1954" fmla="*/ 5736961 w 15732060"/>
              <a:gd name="connsiteY1954" fmla="*/ 3055735 h 8839200"/>
              <a:gd name="connsiteX1955" fmla="*/ 5738606 w 15732060"/>
              <a:gd name="connsiteY1955" fmla="*/ 3080427 h 8839200"/>
              <a:gd name="connsiteX1956" fmla="*/ 5764946 w 15732060"/>
              <a:gd name="connsiteY1956" fmla="*/ 3080427 h 8839200"/>
              <a:gd name="connsiteX1957" fmla="*/ 5764946 w 15732060"/>
              <a:gd name="connsiteY1957" fmla="*/ 3054088 h 8839200"/>
              <a:gd name="connsiteX1958" fmla="*/ 5740254 w 15732060"/>
              <a:gd name="connsiteY1958" fmla="*/ 3052442 h 8839200"/>
              <a:gd name="connsiteX1959" fmla="*/ 4747054 w 15732060"/>
              <a:gd name="connsiteY1959" fmla="*/ 2059243 h 8839200"/>
              <a:gd name="connsiteX1960" fmla="*/ 4203812 w 15732060"/>
              <a:gd name="connsiteY1960" fmla="*/ 2059243 h 8839200"/>
              <a:gd name="connsiteX1961" fmla="*/ 3859759 w 15732060"/>
              <a:gd name="connsiteY1961" fmla="*/ 1715189 h 8839200"/>
              <a:gd name="connsiteX1962" fmla="*/ 3858113 w 15732060"/>
              <a:gd name="connsiteY1962" fmla="*/ 1690497 h 8839200"/>
              <a:gd name="connsiteX1963" fmla="*/ 3845149 w 15732060"/>
              <a:gd name="connsiteY1963" fmla="*/ 1685353 h 8839200"/>
              <a:gd name="connsiteX1964" fmla="*/ 13497086 w 15732060"/>
              <a:gd name="connsiteY1964" fmla="*/ 1506124 h 8839200"/>
              <a:gd name="connsiteX1965" fmla="*/ 13478430 w 15732060"/>
              <a:gd name="connsiteY1965" fmla="*/ 1522586 h 8839200"/>
              <a:gd name="connsiteX1966" fmla="*/ 12637776 w 15732060"/>
              <a:gd name="connsiteY1966" fmla="*/ 1522586 h 8839200"/>
              <a:gd name="connsiteX1967" fmla="*/ 12571381 w 15732060"/>
              <a:gd name="connsiteY1967" fmla="*/ 1588982 h 8839200"/>
              <a:gd name="connsiteX1968" fmla="*/ 12546688 w 15732060"/>
              <a:gd name="connsiteY1968" fmla="*/ 1590628 h 8839200"/>
              <a:gd name="connsiteX1969" fmla="*/ 12546688 w 15732060"/>
              <a:gd name="connsiteY1969" fmla="*/ 1616967 h 8839200"/>
              <a:gd name="connsiteX1970" fmla="*/ 12573027 w 15732060"/>
              <a:gd name="connsiteY1970" fmla="*/ 1616967 h 8839200"/>
              <a:gd name="connsiteX1971" fmla="*/ 12574673 w 15732060"/>
              <a:gd name="connsiteY1971" fmla="*/ 1592275 h 8839200"/>
              <a:gd name="connsiteX1972" fmla="*/ 12639972 w 15732060"/>
              <a:gd name="connsiteY1972" fmla="*/ 1526976 h 8839200"/>
              <a:gd name="connsiteX1973" fmla="*/ 13478430 w 15732060"/>
              <a:gd name="connsiteY1973" fmla="*/ 1526976 h 8839200"/>
              <a:gd name="connsiteX1974" fmla="*/ 13497086 w 15732060"/>
              <a:gd name="connsiteY1974" fmla="*/ 1543438 h 8839200"/>
              <a:gd name="connsiteX1975" fmla="*/ 13515743 w 15732060"/>
              <a:gd name="connsiteY1975" fmla="*/ 1524781 h 8839200"/>
              <a:gd name="connsiteX1976" fmla="*/ 13497086 w 15732060"/>
              <a:gd name="connsiteY1976" fmla="*/ 1506124 h 8839200"/>
              <a:gd name="connsiteX1977" fmla="*/ 6641266 w 15732060"/>
              <a:gd name="connsiteY1977" fmla="*/ 1485410 h 8839200"/>
              <a:gd name="connsiteX1978" fmla="*/ 6628097 w 15732060"/>
              <a:gd name="connsiteY1978" fmla="*/ 1490760 h 8839200"/>
              <a:gd name="connsiteX1979" fmla="*/ 6628097 w 15732060"/>
              <a:gd name="connsiteY1979" fmla="*/ 1517099 h 8839200"/>
              <a:gd name="connsiteX1980" fmla="*/ 6652789 w 15732060"/>
              <a:gd name="connsiteY1980" fmla="*/ 1518744 h 8839200"/>
              <a:gd name="connsiteX1981" fmla="*/ 6797106 w 15732060"/>
              <a:gd name="connsiteY1981" fmla="*/ 1663061 h 8839200"/>
              <a:gd name="connsiteX1982" fmla="*/ 6797106 w 15732060"/>
              <a:gd name="connsiteY1982" fmla="*/ 1889137 h 8839200"/>
              <a:gd name="connsiteX1983" fmla="*/ 7180118 w 15732060"/>
              <a:gd name="connsiteY1983" fmla="*/ 2272150 h 8839200"/>
              <a:gd name="connsiteX1984" fmla="*/ 7181764 w 15732060"/>
              <a:gd name="connsiteY1984" fmla="*/ 2296842 h 8839200"/>
              <a:gd name="connsiteX1985" fmla="*/ 7208103 w 15732060"/>
              <a:gd name="connsiteY1985" fmla="*/ 2296842 h 8839200"/>
              <a:gd name="connsiteX1986" fmla="*/ 7208103 w 15732060"/>
              <a:gd name="connsiteY1986" fmla="*/ 2270503 h 8839200"/>
              <a:gd name="connsiteX1987" fmla="*/ 7183411 w 15732060"/>
              <a:gd name="connsiteY1987" fmla="*/ 2268858 h 8839200"/>
              <a:gd name="connsiteX1988" fmla="*/ 6802044 w 15732060"/>
              <a:gd name="connsiteY1988" fmla="*/ 1887490 h 8839200"/>
              <a:gd name="connsiteX1989" fmla="*/ 6802044 w 15732060"/>
              <a:gd name="connsiteY1989" fmla="*/ 1661414 h 8839200"/>
              <a:gd name="connsiteX1990" fmla="*/ 6656082 w 15732060"/>
              <a:gd name="connsiteY1990" fmla="*/ 1515452 h 8839200"/>
              <a:gd name="connsiteX1991" fmla="*/ 6654436 w 15732060"/>
              <a:gd name="connsiteY1991" fmla="*/ 1490760 h 8839200"/>
              <a:gd name="connsiteX1992" fmla="*/ 6641266 w 15732060"/>
              <a:gd name="connsiteY1992" fmla="*/ 1485410 h 8839200"/>
              <a:gd name="connsiteX1993" fmla="*/ 33472 w 15732060"/>
              <a:gd name="connsiteY1993" fmla="*/ 1395830 h 8839200"/>
              <a:gd name="connsiteX1994" fmla="*/ 14814 w 15732060"/>
              <a:gd name="connsiteY1994" fmla="*/ 1414487 h 8839200"/>
              <a:gd name="connsiteX1995" fmla="*/ 33472 w 15732060"/>
              <a:gd name="connsiteY1995" fmla="*/ 1433143 h 8839200"/>
              <a:gd name="connsiteX1996" fmla="*/ 52128 w 15732060"/>
              <a:gd name="connsiteY1996" fmla="*/ 1416681 h 8839200"/>
              <a:gd name="connsiteX1997" fmla="*/ 219492 w 15732060"/>
              <a:gd name="connsiteY1997" fmla="*/ 1416681 h 8839200"/>
              <a:gd name="connsiteX1998" fmla="*/ 796206 w 15732060"/>
              <a:gd name="connsiteY1998" fmla="*/ 1993396 h 8839200"/>
              <a:gd name="connsiteX1999" fmla="*/ 1512845 w 15732060"/>
              <a:gd name="connsiteY1999" fmla="*/ 1993396 h 8839200"/>
              <a:gd name="connsiteX2000" fmla="*/ 1769651 w 15732060"/>
              <a:gd name="connsiteY2000" fmla="*/ 2250201 h 8839200"/>
              <a:gd name="connsiteX2001" fmla="*/ 2471474 w 15732060"/>
              <a:gd name="connsiteY2001" fmla="*/ 2250201 h 8839200"/>
              <a:gd name="connsiteX2002" fmla="*/ 3019655 w 15732060"/>
              <a:gd name="connsiteY2002" fmla="*/ 2798381 h 8839200"/>
              <a:gd name="connsiteX2003" fmla="*/ 3422422 w 15732060"/>
              <a:gd name="connsiteY2003" fmla="*/ 2798381 h 8839200"/>
              <a:gd name="connsiteX2004" fmla="*/ 3441079 w 15732060"/>
              <a:gd name="connsiteY2004" fmla="*/ 2814843 h 8839200"/>
              <a:gd name="connsiteX2005" fmla="*/ 3459736 w 15732060"/>
              <a:gd name="connsiteY2005" fmla="*/ 2796186 h 8839200"/>
              <a:gd name="connsiteX2006" fmla="*/ 3454317 w 15732060"/>
              <a:gd name="connsiteY2006" fmla="*/ 2782948 h 8839200"/>
              <a:gd name="connsiteX2007" fmla="*/ 3441344 w 15732060"/>
              <a:gd name="connsiteY2007" fmla="*/ 2777637 h 8839200"/>
              <a:gd name="connsiteX2008" fmla="*/ 3429212 w 15732060"/>
              <a:gd name="connsiteY2008" fmla="*/ 2782262 h 8839200"/>
              <a:gd name="connsiteX2009" fmla="*/ 3422971 w 15732060"/>
              <a:gd name="connsiteY2009" fmla="*/ 2793991 h 8839200"/>
              <a:gd name="connsiteX2010" fmla="*/ 3021849 w 15732060"/>
              <a:gd name="connsiteY2010" fmla="*/ 2793991 h 8839200"/>
              <a:gd name="connsiteX2011" fmla="*/ 2473670 w 15732060"/>
              <a:gd name="connsiteY2011" fmla="*/ 2245811 h 8839200"/>
              <a:gd name="connsiteX2012" fmla="*/ 1771845 w 15732060"/>
              <a:gd name="connsiteY2012" fmla="*/ 2245811 h 8839200"/>
              <a:gd name="connsiteX2013" fmla="*/ 1515040 w 15732060"/>
              <a:gd name="connsiteY2013" fmla="*/ 1989005 h 8839200"/>
              <a:gd name="connsiteX2014" fmla="*/ 798400 w 15732060"/>
              <a:gd name="connsiteY2014" fmla="*/ 1989005 h 8839200"/>
              <a:gd name="connsiteX2015" fmla="*/ 221686 w 15732060"/>
              <a:gd name="connsiteY2015" fmla="*/ 1412291 h 8839200"/>
              <a:gd name="connsiteX2016" fmla="*/ 52128 w 15732060"/>
              <a:gd name="connsiteY2016" fmla="*/ 1412291 h 8839200"/>
              <a:gd name="connsiteX2017" fmla="*/ 33472 w 15732060"/>
              <a:gd name="connsiteY2017" fmla="*/ 1395830 h 8839200"/>
              <a:gd name="connsiteX2018" fmla="*/ 9174747 w 15732060"/>
              <a:gd name="connsiteY2018" fmla="*/ 1151234 h 8839200"/>
              <a:gd name="connsiteX2019" fmla="*/ 9161578 w 15732060"/>
              <a:gd name="connsiteY2019" fmla="*/ 1156584 h 8839200"/>
              <a:gd name="connsiteX2020" fmla="*/ 9159932 w 15732060"/>
              <a:gd name="connsiteY2020" fmla="*/ 1181277 h 8839200"/>
              <a:gd name="connsiteX2021" fmla="*/ 8988180 w 15732060"/>
              <a:gd name="connsiteY2021" fmla="*/ 1353028 h 8839200"/>
              <a:gd name="connsiteX2022" fmla="*/ 8987631 w 15732060"/>
              <a:gd name="connsiteY2022" fmla="*/ 1353028 h 8839200"/>
              <a:gd name="connsiteX2023" fmla="*/ 8987631 w 15732060"/>
              <a:gd name="connsiteY2023" fmla="*/ 1353577 h 8839200"/>
              <a:gd name="connsiteX2024" fmla="*/ 8987631 w 15732060"/>
              <a:gd name="connsiteY2024" fmla="*/ 2131126 h 8839200"/>
              <a:gd name="connsiteX2025" fmla="*/ 8971169 w 15732060"/>
              <a:gd name="connsiteY2025" fmla="*/ 2149783 h 8839200"/>
              <a:gd name="connsiteX2026" fmla="*/ 8989826 w 15732060"/>
              <a:gd name="connsiteY2026" fmla="*/ 2168440 h 8839200"/>
              <a:gd name="connsiteX2027" fmla="*/ 9008483 w 15732060"/>
              <a:gd name="connsiteY2027" fmla="*/ 2149783 h 8839200"/>
              <a:gd name="connsiteX2028" fmla="*/ 8992021 w 15732060"/>
              <a:gd name="connsiteY2028" fmla="*/ 2131126 h 8839200"/>
              <a:gd name="connsiteX2029" fmla="*/ 8992021 w 15732060"/>
              <a:gd name="connsiteY2029" fmla="*/ 1355772 h 8839200"/>
              <a:gd name="connsiteX2030" fmla="*/ 9163224 w 15732060"/>
              <a:gd name="connsiteY2030" fmla="*/ 1184568 h 8839200"/>
              <a:gd name="connsiteX2031" fmla="*/ 9187917 w 15732060"/>
              <a:gd name="connsiteY2031" fmla="*/ 1182923 h 8839200"/>
              <a:gd name="connsiteX2032" fmla="*/ 9187917 w 15732060"/>
              <a:gd name="connsiteY2032" fmla="*/ 1156584 h 8839200"/>
              <a:gd name="connsiteX2033" fmla="*/ 9174747 w 15732060"/>
              <a:gd name="connsiteY2033" fmla="*/ 1151234 h 8839200"/>
              <a:gd name="connsiteX2034" fmla="*/ 15646457 w 15732060"/>
              <a:gd name="connsiteY2034" fmla="*/ 1093480 h 8839200"/>
              <a:gd name="connsiteX2035" fmla="*/ 15627801 w 15732060"/>
              <a:gd name="connsiteY2035" fmla="*/ 1109942 h 8839200"/>
              <a:gd name="connsiteX2036" fmla="*/ 15261799 w 15732060"/>
              <a:gd name="connsiteY2036" fmla="*/ 1109942 h 8839200"/>
              <a:gd name="connsiteX2037" fmla="*/ 14370115 w 15732060"/>
              <a:gd name="connsiteY2037" fmla="*/ 2001627 h 8839200"/>
              <a:gd name="connsiteX2038" fmla="*/ 12913787 w 15732060"/>
              <a:gd name="connsiteY2038" fmla="*/ 2001627 h 8839200"/>
              <a:gd name="connsiteX2039" fmla="*/ 12637776 w 15732060"/>
              <a:gd name="connsiteY2039" fmla="*/ 2277637 h 8839200"/>
              <a:gd name="connsiteX2040" fmla="*/ 12613083 w 15732060"/>
              <a:gd name="connsiteY2040" fmla="*/ 2279283 h 8839200"/>
              <a:gd name="connsiteX2041" fmla="*/ 12613083 w 15732060"/>
              <a:gd name="connsiteY2041" fmla="*/ 2305623 h 8839200"/>
              <a:gd name="connsiteX2042" fmla="*/ 12639422 w 15732060"/>
              <a:gd name="connsiteY2042" fmla="*/ 2305623 h 8839200"/>
              <a:gd name="connsiteX2043" fmla="*/ 12641069 w 15732060"/>
              <a:gd name="connsiteY2043" fmla="*/ 2280929 h 8839200"/>
              <a:gd name="connsiteX2044" fmla="*/ 12915982 w 15732060"/>
              <a:gd name="connsiteY2044" fmla="*/ 2006016 h 8839200"/>
              <a:gd name="connsiteX2045" fmla="*/ 14372309 w 15732060"/>
              <a:gd name="connsiteY2045" fmla="*/ 2006016 h 8839200"/>
              <a:gd name="connsiteX2046" fmla="*/ 15263994 w 15732060"/>
              <a:gd name="connsiteY2046" fmla="*/ 1114332 h 8839200"/>
              <a:gd name="connsiteX2047" fmla="*/ 15627801 w 15732060"/>
              <a:gd name="connsiteY2047" fmla="*/ 1114332 h 8839200"/>
              <a:gd name="connsiteX2048" fmla="*/ 15646457 w 15732060"/>
              <a:gd name="connsiteY2048" fmla="*/ 1130793 h 8839200"/>
              <a:gd name="connsiteX2049" fmla="*/ 15665115 w 15732060"/>
              <a:gd name="connsiteY2049" fmla="*/ 1112137 h 8839200"/>
              <a:gd name="connsiteX2050" fmla="*/ 15646457 w 15732060"/>
              <a:gd name="connsiteY2050" fmla="*/ 1093480 h 8839200"/>
              <a:gd name="connsiteX2051" fmla="*/ 10528462 w 15732060"/>
              <a:gd name="connsiteY2051" fmla="*/ 910342 h 8839200"/>
              <a:gd name="connsiteX2052" fmla="*/ 10515293 w 15732060"/>
              <a:gd name="connsiteY2052" fmla="*/ 915692 h 8839200"/>
              <a:gd name="connsiteX2053" fmla="*/ 10513647 w 15732060"/>
              <a:gd name="connsiteY2053" fmla="*/ 940385 h 8839200"/>
              <a:gd name="connsiteX2054" fmla="*/ 10258488 w 15732060"/>
              <a:gd name="connsiteY2054" fmla="*/ 1195543 h 8839200"/>
              <a:gd name="connsiteX2055" fmla="*/ 10258488 w 15732060"/>
              <a:gd name="connsiteY2055" fmla="*/ 1450154 h 8839200"/>
              <a:gd name="connsiteX2056" fmla="*/ 9748718 w 15732060"/>
              <a:gd name="connsiteY2056" fmla="*/ 1959923 h 8839200"/>
              <a:gd name="connsiteX2057" fmla="*/ 9724026 w 15732060"/>
              <a:gd name="connsiteY2057" fmla="*/ 1961569 h 8839200"/>
              <a:gd name="connsiteX2058" fmla="*/ 9724026 w 15732060"/>
              <a:gd name="connsiteY2058" fmla="*/ 1987908 h 8839200"/>
              <a:gd name="connsiteX2059" fmla="*/ 9750364 w 15732060"/>
              <a:gd name="connsiteY2059" fmla="*/ 1987908 h 8839200"/>
              <a:gd name="connsiteX2060" fmla="*/ 9752011 w 15732060"/>
              <a:gd name="connsiteY2060" fmla="*/ 1963215 h 8839200"/>
              <a:gd name="connsiteX2061" fmla="*/ 10262329 w 15732060"/>
              <a:gd name="connsiteY2061" fmla="*/ 1452897 h 8839200"/>
              <a:gd name="connsiteX2062" fmla="*/ 10262878 w 15732060"/>
              <a:gd name="connsiteY2062" fmla="*/ 1452897 h 8839200"/>
              <a:gd name="connsiteX2063" fmla="*/ 10262878 w 15732060"/>
              <a:gd name="connsiteY2063" fmla="*/ 1197738 h 8839200"/>
              <a:gd name="connsiteX2064" fmla="*/ 10516939 w 15732060"/>
              <a:gd name="connsiteY2064" fmla="*/ 943676 h 8839200"/>
              <a:gd name="connsiteX2065" fmla="*/ 10541632 w 15732060"/>
              <a:gd name="connsiteY2065" fmla="*/ 942031 h 8839200"/>
              <a:gd name="connsiteX2066" fmla="*/ 10541632 w 15732060"/>
              <a:gd name="connsiteY2066" fmla="*/ 915692 h 8839200"/>
              <a:gd name="connsiteX2067" fmla="*/ 10528462 w 15732060"/>
              <a:gd name="connsiteY2067" fmla="*/ 910342 h 8839200"/>
              <a:gd name="connsiteX2068" fmla="*/ 11855289 w 15732060"/>
              <a:gd name="connsiteY2068" fmla="*/ 888804 h 8839200"/>
              <a:gd name="connsiteX2069" fmla="*/ 11836631 w 15732060"/>
              <a:gd name="connsiteY2069" fmla="*/ 905266 h 8839200"/>
              <a:gd name="connsiteX2070" fmla="*/ 10989943 w 15732060"/>
              <a:gd name="connsiteY2070" fmla="*/ 905266 h 8839200"/>
              <a:gd name="connsiteX2071" fmla="*/ 10868674 w 15732060"/>
              <a:gd name="connsiteY2071" fmla="*/ 1026535 h 8839200"/>
              <a:gd name="connsiteX2072" fmla="*/ 10843981 w 15732060"/>
              <a:gd name="connsiteY2072" fmla="*/ 1028181 h 8839200"/>
              <a:gd name="connsiteX2073" fmla="*/ 10843981 w 15732060"/>
              <a:gd name="connsiteY2073" fmla="*/ 1054520 h 8839200"/>
              <a:gd name="connsiteX2074" fmla="*/ 10870320 w 15732060"/>
              <a:gd name="connsiteY2074" fmla="*/ 1054520 h 8839200"/>
              <a:gd name="connsiteX2075" fmla="*/ 10871966 w 15732060"/>
              <a:gd name="connsiteY2075" fmla="*/ 1029827 h 8839200"/>
              <a:gd name="connsiteX2076" fmla="*/ 10992139 w 15732060"/>
              <a:gd name="connsiteY2076" fmla="*/ 909655 h 8839200"/>
              <a:gd name="connsiteX2077" fmla="*/ 11836631 w 15732060"/>
              <a:gd name="connsiteY2077" fmla="*/ 909655 h 8839200"/>
              <a:gd name="connsiteX2078" fmla="*/ 11855289 w 15732060"/>
              <a:gd name="connsiteY2078" fmla="*/ 926118 h 8839200"/>
              <a:gd name="connsiteX2079" fmla="*/ 11873946 w 15732060"/>
              <a:gd name="connsiteY2079" fmla="*/ 907461 h 8839200"/>
              <a:gd name="connsiteX2080" fmla="*/ 11855289 w 15732060"/>
              <a:gd name="connsiteY2080" fmla="*/ 888804 h 8839200"/>
              <a:gd name="connsiteX2081" fmla="*/ 2058830 w 15732060"/>
              <a:gd name="connsiteY2081" fmla="*/ 752856 h 8839200"/>
              <a:gd name="connsiteX2082" fmla="*/ 2045661 w 15732060"/>
              <a:gd name="connsiteY2082" fmla="*/ 758206 h 8839200"/>
              <a:gd name="connsiteX2083" fmla="*/ 2045661 w 15732060"/>
              <a:gd name="connsiteY2083" fmla="*/ 784545 h 8839200"/>
              <a:gd name="connsiteX2084" fmla="*/ 2070354 w 15732060"/>
              <a:gd name="connsiteY2084" fmla="*/ 786192 h 8839200"/>
              <a:gd name="connsiteX2085" fmla="*/ 2323318 w 15732060"/>
              <a:gd name="connsiteY2085" fmla="*/ 1039156 h 8839200"/>
              <a:gd name="connsiteX2086" fmla="*/ 3025142 w 15732060"/>
              <a:gd name="connsiteY2086" fmla="*/ 1039156 h 8839200"/>
              <a:gd name="connsiteX2087" fmla="*/ 3043799 w 15732060"/>
              <a:gd name="connsiteY2087" fmla="*/ 1055617 h 8839200"/>
              <a:gd name="connsiteX2088" fmla="*/ 3062456 w 15732060"/>
              <a:gd name="connsiteY2088" fmla="*/ 1036961 h 8839200"/>
              <a:gd name="connsiteX2089" fmla="*/ 3043799 w 15732060"/>
              <a:gd name="connsiteY2089" fmla="*/ 1018304 h 8839200"/>
              <a:gd name="connsiteX2090" fmla="*/ 3025142 w 15732060"/>
              <a:gd name="connsiteY2090" fmla="*/ 1034766 h 8839200"/>
              <a:gd name="connsiteX2091" fmla="*/ 2325512 w 15732060"/>
              <a:gd name="connsiteY2091" fmla="*/ 1034766 h 8839200"/>
              <a:gd name="connsiteX2092" fmla="*/ 2073647 w 15732060"/>
              <a:gd name="connsiteY2092" fmla="*/ 782900 h 8839200"/>
              <a:gd name="connsiteX2093" fmla="*/ 2072000 w 15732060"/>
              <a:gd name="connsiteY2093" fmla="*/ 758206 h 8839200"/>
              <a:gd name="connsiteX2094" fmla="*/ 2058830 w 15732060"/>
              <a:gd name="connsiteY2094" fmla="*/ 752856 h 8839200"/>
              <a:gd name="connsiteX2095" fmla="*/ 9086952 w 15732060"/>
              <a:gd name="connsiteY2095" fmla="*/ 747780 h 8839200"/>
              <a:gd name="connsiteX2096" fmla="*/ 9068294 w 15732060"/>
              <a:gd name="connsiteY2096" fmla="*/ 766437 h 8839200"/>
              <a:gd name="connsiteX2097" fmla="*/ 9084757 w 15732060"/>
              <a:gd name="connsiteY2097" fmla="*/ 785094 h 8839200"/>
              <a:gd name="connsiteX2098" fmla="*/ 9084757 w 15732060"/>
              <a:gd name="connsiteY2098" fmla="*/ 966724 h 8839200"/>
              <a:gd name="connsiteX2099" fmla="*/ 8528345 w 15732060"/>
              <a:gd name="connsiteY2099" fmla="*/ 1523134 h 8839200"/>
              <a:gd name="connsiteX2100" fmla="*/ 8527797 w 15732060"/>
              <a:gd name="connsiteY2100" fmla="*/ 1523134 h 8839200"/>
              <a:gd name="connsiteX2101" fmla="*/ 8527248 w 15732060"/>
              <a:gd name="connsiteY2101" fmla="*/ 1523134 h 8839200"/>
              <a:gd name="connsiteX2102" fmla="*/ 8527248 w 15732060"/>
              <a:gd name="connsiteY2102" fmla="*/ 2683696 h 8839200"/>
              <a:gd name="connsiteX2103" fmla="*/ 8318730 w 15732060"/>
              <a:gd name="connsiteY2103" fmla="*/ 2892213 h 8839200"/>
              <a:gd name="connsiteX2104" fmla="*/ 8318182 w 15732060"/>
              <a:gd name="connsiteY2104" fmla="*/ 2892213 h 8839200"/>
              <a:gd name="connsiteX2105" fmla="*/ 8318182 w 15732060"/>
              <a:gd name="connsiteY2105" fmla="*/ 3225840 h 8839200"/>
              <a:gd name="connsiteX2106" fmla="*/ 8323120 w 15732060"/>
              <a:gd name="connsiteY2106" fmla="*/ 3225840 h 8839200"/>
              <a:gd name="connsiteX2107" fmla="*/ 8323120 w 15732060"/>
              <a:gd name="connsiteY2107" fmla="*/ 2894957 h 8839200"/>
              <a:gd name="connsiteX2108" fmla="*/ 8531638 w 15732060"/>
              <a:gd name="connsiteY2108" fmla="*/ 2686440 h 8839200"/>
              <a:gd name="connsiteX2109" fmla="*/ 8532186 w 15732060"/>
              <a:gd name="connsiteY2109" fmla="*/ 2686440 h 8839200"/>
              <a:gd name="connsiteX2110" fmla="*/ 8532186 w 15732060"/>
              <a:gd name="connsiteY2110" fmla="*/ 1525878 h 8839200"/>
              <a:gd name="connsiteX2111" fmla="*/ 9088598 w 15732060"/>
              <a:gd name="connsiteY2111" fmla="*/ 969467 h 8839200"/>
              <a:gd name="connsiteX2112" fmla="*/ 9089146 w 15732060"/>
              <a:gd name="connsiteY2112" fmla="*/ 969467 h 8839200"/>
              <a:gd name="connsiteX2113" fmla="*/ 9089146 w 15732060"/>
              <a:gd name="connsiteY2113" fmla="*/ 785094 h 8839200"/>
              <a:gd name="connsiteX2114" fmla="*/ 9105608 w 15732060"/>
              <a:gd name="connsiteY2114" fmla="*/ 766437 h 8839200"/>
              <a:gd name="connsiteX2115" fmla="*/ 9086952 w 15732060"/>
              <a:gd name="connsiteY2115" fmla="*/ 747780 h 8839200"/>
              <a:gd name="connsiteX2116" fmla="*/ 9961625 w 15732060"/>
              <a:gd name="connsiteY2116" fmla="*/ 705117 h 8839200"/>
              <a:gd name="connsiteX2117" fmla="*/ 9948456 w 15732060"/>
              <a:gd name="connsiteY2117" fmla="*/ 710467 h 8839200"/>
              <a:gd name="connsiteX2118" fmla="*/ 9946810 w 15732060"/>
              <a:gd name="connsiteY2118" fmla="*/ 735160 h 8839200"/>
              <a:gd name="connsiteX2119" fmla="*/ 9173650 w 15732060"/>
              <a:gd name="connsiteY2119" fmla="*/ 1508318 h 8839200"/>
              <a:gd name="connsiteX2120" fmla="*/ 9173650 w 15732060"/>
              <a:gd name="connsiteY2120" fmla="*/ 1507770 h 8839200"/>
              <a:gd name="connsiteX2121" fmla="*/ 9173102 w 15732060"/>
              <a:gd name="connsiteY2121" fmla="*/ 1507770 h 8839200"/>
              <a:gd name="connsiteX2122" fmla="*/ 9173102 w 15732060"/>
              <a:gd name="connsiteY2122" fmla="*/ 1703666 h 8839200"/>
              <a:gd name="connsiteX2123" fmla="*/ 9293273 w 15732060"/>
              <a:gd name="connsiteY2123" fmla="*/ 1823838 h 8839200"/>
              <a:gd name="connsiteX2124" fmla="*/ 9293273 w 15732060"/>
              <a:gd name="connsiteY2124" fmla="*/ 2141004 h 8839200"/>
              <a:gd name="connsiteX2125" fmla="*/ 8559074 w 15732060"/>
              <a:gd name="connsiteY2125" fmla="*/ 2875203 h 8839200"/>
              <a:gd name="connsiteX2126" fmla="*/ 8558525 w 15732060"/>
              <a:gd name="connsiteY2126" fmla="*/ 2875203 h 8839200"/>
              <a:gd name="connsiteX2127" fmla="*/ 8558525 w 15732060"/>
              <a:gd name="connsiteY2127" fmla="*/ 3232426 h 8839200"/>
              <a:gd name="connsiteX2128" fmla="*/ 8563464 w 15732060"/>
              <a:gd name="connsiteY2128" fmla="*/ 3232426 h 8839200"/>
              <a:gd name="connsiteX2129" fmla="*/ 8563464 w 15732060"/>
              <a:gd name="connsiteY2129" fmla="*/ 2877947 h 8839200"/>
              <a:gd name="connsiteX2130" fmla="*/ 9297663 w 15732060"/>
              <a:gd name="connsiteY2130" fmla="*/ 2143748 h 8839200"/>
              <a:gd name="connsiteX2131" fmla="*/ 9298212 w 15732060"/>
              <a:gd name="connsiteY2131" fmla="*/ 2143748 h 8839200"/>
              <a:gd name="connsiteX2132" fmla="*/ 9298212 w 15732060"/>
              <a:gd name="connsiteY2132" fmla="*/ 1822192 h 8839200"/>
              <a:gd name="connsiteX2133" fmla="*/ 9178041 w 15732060"/>
              <a:gd name="connsiteY2133" fmla="*/ 1702020 h 8839200"/>
              <a:gd name="connsiteX2134" fmla="*/ 9178041 w 15732060"/>
              <a:gd name="connsiteY2134" fmla="*/ 1510514 h 8839200"/>
              <a:gd name="connsiteX2135" fmla="*/ 9950101 w 15732060"/>
              <a:gd name="connsiteY2135" fmla="*/ 738452 h 8839200"/>
              <a:gd name="connsiteX2136" fmla="*/ 9974795 w 15732060"/>
              <a:gd name="connsiteY2136" fmla="*/ 736806 h 8839200"/>
              <a:gd name="connsiteX2137" fmla="*/ 9974795 w 15732060"/>
              <a:gd name="connsiteY2137" fmla="*/ 710467 h 8839200"/>
              <a:gd name="connsiteX2138" fmla="*/ 9961625 w 15732060"/>
              <a:gd name="connsiteY2138" fmla="*/ 705117 h 8839200"/>
              <a:gd name="connsiteX2139" fmla="*/ 6732354 w 15732060"/>
              <a:gd name="connsiteY2139" fmla="*/ 645717 h 8839200"/>
              <a:gd name="connsiteX2140" fmla="*/ 6713699 w 15732060"/>
              <a:gd name="connsiteY2140" fmla="*/ 664374 h 8839200"/>
              <a:gd name="connsiteX2141" fmla="*/ 6718432 w 15732060"/>
              <a:gd name="connsiteY2141" fmla="*/ 677200 h 8839200"/>
              <a:gd name="connsiteX2142" fmla="*/ 6729612 w 15732060"/>
              <a:gd name="connsiteY2142" fmla="*/ 682758 h 8839200"/>
              <a:gd name="connsiteX2143" fmla="*/ 6729612 w 15732060"/>
              <a:gd name="connsiteY2143" fmla="*/ 682482 h 8839200"/>
              <a:gd name="connsiteX2144" fmla="*/ 6730160 w 15732060"/>
              <a:gd name="connsiteY2144" fmla="*/ 683030 h 8839200"/>
              <a:gd name="connsiteX2145" fmla="*/ 6729612 w 15732060"/>
              <a:gd name="connsiteY2145" fmla="*/ 682758 h 8839200"/>
              <a:gd name="connsiteX2146" fmla="*/ 6729612 w 15732060"/>
              <a:gd name="connsiteY2146" fmla="*/ 1223529 h 8839200"/>
              <a:gd name="connsiteX2147" fmla="*/ 7265720 w 15732060"/>
              <a:gd name="connsiteY2147" fmla="*/ 1759636 h 8839200"/>
              <a:gd name="connsiteX2148" fmla="*/ 7267366 w 15732060"/>
              <a:gd name="connsiteY2148" fmla="*/ 1784330 h 8839200"/>
              <a:gd name="connsiteX2149" fmla="*/ 7293705 w 15732060"/>
              <a:gd name="connsiteY2149" fmla="*/ 1784330 h 8839200"/>
              <a:gd name="connsiteX2150" fmla="*/ 7293705 w 15732060"/>
              <a:gd name="connsiteY2150" fmla="*/ 1757991 h 8839200"/>
              <a:gd name="connsiteX2151" fmla="*/ 7269012 w 15732060"/>
              <a:gd name="connsiteY2151" fmla="*/ 1756344 h 8839200"/>
              <a:gd name="connsiteX2152" fmla="*/ 6734550 w 15732060"/>
              <a:gd name="connsiteY2152" fmla="*/ 1221882 h 8839200"/>
              <a:gd name="connsiteX2153" fmla="*/ 6734550 w 15732060"/>
              <a:gd name="connsiteY2153" fmla="*/ 683030 h 8839200"/>
              <a:gd name="connsiteX2154" fmla="*/ 6751012 w 15732060"/>
              <a:gd name="connsiteY2154" fmla="*/ 664374 h 8839200"/>
              <a:gd name="connsiteX2155" fmla="*/ 6732354 w 15732060"/>
              <a:gd name="connsiteY2155" fmla="*/ 645717 h 8839200"/>
              <a:gd name="connsiteX2156" fmla="*/ 10619003 w 15732060"/>
              <a:gd name="connsiteY2156" fmla="*/ 642013 h 8839200"/>
              <a:gd name="connsiteX2157" fmla="*/ 10605833 w 15732060"/>
              <a:gd name="connsiteY2157" fmla="*/ 647363 h 8839200"/>
              <a:gd name="connsiteX2158" fmla="*/ 10604187 w 15732060"/>
              <a:gd name="connsiteY2158" fmla="*/ 672056 h 8839200"/>
              <a:gd name="connsiteX2159" fmla="*/ 9547334 w 15732060"/>
              <a:gd name="connsiteY2159" fmla="*/ 1728908 h 8839200"/>
              <a:gd name="connsiteX2160" fmla="*/ 9546786 w 15732060"/>
              <a:gd name="connsiteY2160" fmla="*/ 1728908 h 8839200"/>
              <a:gd name="connsiteX2161" fmla="*/ 9546237 w 15732060"/>
              <a:gd name="connsiteY2161" fmla="*/ 1728908 h 8839200"/>
              <a:gd name="connsiteX2162" fmla="*/ 9546237 w 15732060"/>
              <a:gd name="connsiteY2162" fmla="*/ 1992846 h 8839200"/>
              <a:gd name="connsiteX2163" fmla="*/ 8674855 w 15732060"/>
              <a:gd name="connsiteY2163" fmla="*/ 2864228 h 8839200"/>
              <a:gd name="connsiteX2164" fmla="*/ 8674306 w 15732060"/>
              <a:gd name="connsiteY2164" fmla="*/ 2864228 h 8839200"/>
              <a:gd name="connsiteX2165" fmla="*/ 8674306 w 15732060"/>
              <a:gd name="connsiteY2165" fmla="*/ 3259313 h 8839200"/>
              <a:gd name="connsiteX2166" fmla="*/ 8679246 w 15732060"/>
              <a:gd name="connsiteY2166" fmla="*/ 3259313 h 8839200"/>
              <a:gd name="connsiteX2167" fmla="*/ 8679246 w 15732060"/>
              <a:gd name="connsiteY2167" fmla="*/ 2866972 h 8839200"/>
              <a:gd name="connsiteX2168" fmla="*/ 9550628 w 15732060"/>
              <a:gd name="connsiteY2168" fmla="*/ 1995590 h 8839200"/>
              <a:gd name="connsiteX2169" fmla="*/ 9551176 w 15732060"/>
              <a:gd name="connsiteY2169" fmla="*/ 1995590 h 8839200"/>
              <a:gd name="connsiteX2170" fmla="*/ 9551176 w 15732060"/>
              <a:gd name="connsiteY2170" fmla="*/ 1731652 h 8839200"/>
              <a:gd name="connsiteX2171" fmla="*/ 10607479 w 15732060"/>
              <a:gd name="connsiteY2171" fmla="*/ 675348 h 8839200"/>
              <a:gd name="connsiteX2172" fmla="*/ 10632172 w 15732060"/>
              <a:gd name="connsiteY2172" fmla="*/ 673703 h 8839200"/>
              <a:gd name="connsiteX2173" fmla="*/ 10632172 w 15732060"/>
              <a:gd name="connsiteY2173" fmla="*/ 647363 h 8839200"/>
              <a:gd name="connsiteX2174" fmla="*/ 10619003 w 15732060"/>
              <a:gd name="connsiteY2174" fmla="*/ 642013 h 8839200"/>
              <a:gd name="connsiteX2175" fmla="*/ 8361532 w 15732060"/>
              <a:gd name="connsiteY2175" fmla="*/ 559155 h 8839200"/>
              <a:gd name="connsiteX2176" fmla="*/ 8348362 w 15732060"/>
              <a:gd name="connsiteY2176" fmla="*/ 564506 h 8839200"/>
              <a:gd name="connsiteX2177" fmla="*/ 8346716 w 15732060"/>
              <a:gd name="connsiteY2177" fmla="*/ 589198 h 8839200"/>
              <a:gd name="connsiteX2178" fmla="*/ 8076192 w 15732060"/>
              <a:gd name="connsiteY2178" fmla="*/ 859721 h 8839200"/>
              <a:gd name="connsiteX2179" fmla="*/ 8075643 w 15732060"/>
              <a:gd name="connsiteY2179" fmla="*/ 859721 h 8839200"/>
              <a:gd name="connsiteX2180" fmla="*/ 8075643 w 15732060"/>
              <a:gd name="connsiteY2180" fmla="*/ 1055617 h 8839200"/>
              <a:gd name="connsiteX2181" fmla="*/ 8195816 w 15732060"/>
              <a:gd name="connsiteY2181" fmla="*/ 1175789 h 8839200"/>
              <a:gd name="connsiteX2182" fmla="*/ 8195816 w 15732060"/>
              <a:gd name="connsiteY2182" fmla="*/ 2295745 h 8839200"/>
              <a:gd name="connsiteX2183" fmla="*/ 8195268 w 15732060"/>
              <a:gd name="connsiteY2183" fmla="*/ 2295745 h 8839200"/>
              <a:gd name="connsiteX2184" fmla="*/ 7973032 w 15732060"/>
              <a:gd name="connsiteY2184" fmla="*/ 2517980 h 8839200"/>
              <a:gd name="connsiteX2185" fmla="*/ 7972482 w 15732060"/>
              <a:gd name="connsiteY2185" fmla="*/ 2517980 h 8839200"/>
              <a:gd name="connsiteX2186" fmla="*/ 7972482 w 15732060"/>
              <a:gd name="connsiteY2186" fmla="*/ 3202245 h 8839200"/>
              <a:gd name="connsiteX2187" fmla="*/ 7977421 w 15732060"/>
              <a:gd name="connsiteY2187" fmla="*/ 3202245 h 8839200"/>
              <a:gd name="connsiteX2188" fmla="*/ 7977421 w 15732060"/>
              <a:gd name="connsiteY2188" fmla="*/ 2520724 h 8839200"/>
              <a:gd name="connsiteX2189" fmla="*/ 8199656 w 15732060"/>
              <a:gd name="connsiteY2189" fmla="*/ 2298489 h 8839200"/>
              <a:gd name="connsiteX2190" fmla="*/ 8200204 w 15732060"/>
              <a:gd name="connsiteY2190" fmla="*/ 2298489 h 8839200"/>
              <a:gd name="connsiteX2191" fmla="*/ 8200204 w 15732060"/>
              <a:gd name="connsiteY2191" fmla="*/ 1174143 h 8839200"/>
              <a:gd name="connsiteX2192" fmla="*/ 8080034 w 15732060"/>
              <a:gd name="connsiteY2192" fmla="*/ 1053972 h 8839200"/>
              <a:gd name="connsiteX2193" fmla="*/ 8080034 w 15732060"/>
              <a:gd name="connsiteY2193" fmla="*/ 862465 h 8839200"/>
              <a:gd name="connsiteX2194" fmla="*/ 8350008 w 15732060"/>
              <a:gd name="connsiteY2194" fmla="*/ 592490 h 8839200"/>
              <a:gd name="connsiteX2195" fmla="*/ 8374701 w 15732060"/>
              <a:gd name="connsiteY2195" fmla="*/ 590844 h 8839200"/>
              <a:gd name="connsiteX2196" fmla="*/ 8374701 w 15732060"/>
              <a:gd name="connsiteY2196" fmla="*/ 564506 h 8839200"/>
              <a:gd name="connsiteX2197" fmla="*/ 8361532 w 15732060"/>
              <a:gd name="connsiteY2197" fmla="*/ 559155 h 8839200"/>
              <a:gd name="connsiteX2198" fmla="*/ 9196696 w 15732060"/>
              <a:gd name="connsiteY2198" fmla="*/ 544202 h 8839200"/>
              <a:gd name="connsiteX2199" fmla="*/ 9196148 w 15732060"/>
              <a:gd name="connsiteY2199" fmla="*/ 544202 h 8839200"/>
              <a:gd name="connsiteX2200" fmla="*/ 9196148 w 15732060"/>
              <a:gd name="connsiteY2200" fmla="*/ 544750 h 8839200"/>
              <a:gd name="connsiteX2201" fmla="*/ 9731159 w 15732060"/>
              <a:gd name="connsiteY2201" fmla="*/ 425265 h 8839200"/>
              <a:gd name="connsiteX2202" fmla="*/ 9717990 w 15732060"/>
              <a:gd name="connsiteY2202" fmla="*/ 430615 h 8839200"/>
              <a:gd name="connsiteX2203" fmla="*/ 9716344 w 15732060"/>
              <a:gd name="connsiteY2203" fmla="*/ 455308 h 8839200"/>
              <a:gd name="connsiteX2204" fmla="*/ 8747837 w 15732060"/>
              <a:gd name="connsiteY2204" fmla="*/ 1423815 h 8839200"/>
              <a:gd name="connsiteX2205" fmla="*/ 8747288 w 15732060"/>
              <a:gd name="connsiteY2205" fmla="*/ 1423815 h 8839200"/>
              <a:gd name="connsiteX2206" fmla="*/ 8747288 w 15732060"/>
              <a:gd name="connsiteY2206" fmla="*/ 1828228 h 8839200"/>
              <a:gd name="connsiteX2207" fmla="*/ 8854291 w 15732060"/>
              <a:gd name="connsiteY2207" fmla="*/ 1935230 h 8839200"/>
              <a:gd name="connsiteX2208" fmla="*/ 8854291 w 15732060"/>
              <a:gd name="connsiteY2208" fmla="*/ 2265017 h 8839200"/>
              <a:gd name="connsiteX2209" fmla="*/ 8684733 w 15732060"/>
              <a:gd name="connsiteY2209" fmla="*/ 2434574 h 8839200"/>
              <a:gd name="connsiteX2210" fmla="*/ 8660040 w 15732060"/>
              <a:gd name="connsiteY2210" fmla="*/ 2436219 h 8839200"/>
              <a:gd name="connsiteX2211" fmla="*/ 8660040 w 15732060"/>
              <a:gd name="connsiteY2211" fmla="*/ 2462558 h 8839200"/>
              <a:gd name="connsiteX2212" fmla="*/ 8686379 w 15732060"/>
              <a:gd name="connsiteY2212" fmla="*/ 2462558 h 8839200"/>
              <a:gd name="connsiteX2213" fmla="*/ 8688025 w 15732060"/>
              <a:gd name="connsiteY2213" fmla="*/ 2437866 h 8839200"/>
              <a:gd name="connsiteX2214" fmla="*/ 8858679 w 15732060"/>
              <a:gd name="connsiteY2214" fmla="*/ 2267211 h 8839200"/>
              <a:gd name="connsiteX2215" fmla="*/ 8859229 w 15732060"/>
              <a:gd name="connsiteY2215" fmla="*/ 2267211 h 8839200"/>
              <a:gd name="connsiteX2216" fmla="*/ 8859229 w 15732060"/>
              <a:gd name="connsiteY2216" fmla="*/ 1932486 h 8839200"/>
              <a:gd name="connsiteX2217" fmla="*/ 8752227 w 15732060"/>
              <a:gd name="connsiteY2217" fmla="*/ 1825485 h 8839200"/>
              <a:gd name="connsiteX2218" fmla="*/ 8752227 w 15732060"/>
              <a:gd name="connsiteY2218" fmla="*/ 1426010 h 8839200"/>
              <a:gd name="connsiteX2219" fmla="*/ 9719635 w 15732060"/>
              <a:gd name="connsiteY2219" fmla="*/ 458600 h 8839200"/>
              <a:gd name="connsiteX2220" fmla="*/ 9744329 w 15732060"/>
              <a:gd name="connsiteY2220" fmla="*/ 456954 h 8839200"/>
              <a:gd name="connsiteX2221" fmla="*/ 9744329 w 15732060"/>
              <a:gd name="connsiteY2221" fmla="*/ 430615 h 8839200"/>
              <a:gd name="connsiteX2222" fmla="*/ 9731159 w 15732060"/>
              <a:gd name="connsiteY2222" fmla="*/ 425265 h 8839200"/>
              <a:gd name="connsiteX2223" fmla="*/ 5143236 w 15732060"/>
              <a:gd name="connsiteY2223" fmla="*/ 372038 h 8839200"/>
              <a:gd name="connsiteX2224" fmla="*/ 5130067 w 15732060"/>
              <a:gd name="connsiteY2224" fmla="*/ 377389 h 8839200"/>
              <a:gd name="connsiteX2225" fmla="*/ 5130067 w 15732060"/>
              <a:gd name="connsiteY2225" fmla="*/ 403728 h 8839200"/>
              <a:gd name="connsiteX2226" fmla="*/ 5154760 w 15732060"/>
              <a:gd name="connsiteY2226" fmla="*/ 405373 h 8839200"/>
              <a:gd name="connsiteX2227" fmla="*/ 5498812 w 15732060"/>
              <a:gd name="connsiteY2227" fmla="*/ 749427 h 8839200"/>
              <a:gd name="connsiteX2228" fmla="*/ 5498812 w 15732060"/>
              <a:gd name="connsiteY2228" fmla="*/ 1292668 h 8839200"/>
              <a:gd name="connsiteX2229" fmla="*/ 6492012 w 15732060"/>
              <a:gd name="connsiteY2229" fmla="*/ 2285868 h 8839200"/>
              <a:gd name="connsiteX2230" fmla="*/ 6493658 w 15732060"/>
              <a:gd name="connsiteY2230" fmla="*/ 2310561 h 8839200"/>
              <a:gd name="connsiteX2231" fmla="*/ 6519997 w 15732060"/>
              <a:gd name="connsiteY2231" fmla="*/ 2310561 h 8839200"/>
              <a:gd name="connsiteX2232" fmla="*/ 6519997 w 15732060"/>
              <a:gd name="connsiteY2232" fmla="*/ 2284222 h 8839200"/>
              <a:gd name="connsiteX2233" fmla="*/ 6495304 w 15732060"/>
              <a:gd name="connsiteY2233" fmla="*/ 2282575 h 8839200"/>
              <a:gd name="connsiteX2234" fmla="*/ 5503751 w 15732060"/>
              <a:gd name="connsiteY2234" fmla="*/ 1291022 h 8839200"/>
              <a:gd name="connsiteX2235" fmla="*/ 5503751 w 15732060"/>
              <a:gd name="connsiteY2235" fmla="*/ 747780 h 8839200"/>
              <a:gd name="connsiteX2236" fmla="*/ 5158052 w 15732060"/>
              <a:gd name="connsiteY2236" fmla="*/ 402081 h 8839200"/>
              <a:gd name="connsiteX2237" fmla="*/ 5156406 w 15732060"/>
              <a:gd name="connsiteY2237" fmla="*/ 377389 h 8839200"/>
              <a:gd name="connsiteX2238" fmla="*/ 5143236 w 15732060"/>
              <a:gd name="connsiteY2238" fmla="*/ 372038 h 8839200"/>
              <a:gd name="connsiteX2239" fmla="*/ 30180 w 15732060"/>
              <a:gd name="connsiteY2239" fmla="*/ 329238 h 8839200"/>
              <a:gd name="connsiteX2240" fmla="*/ 17010 w 15732060"/>
              <a:gd name="connsiteY2240" fmla="*/ 334587 h 8839200"/>
              <a:gd name="connsiteX2241" fmla="*/ 17010 w 15732060"/>
              <a:gd name="connsiteY2241" fmla="*/ 360926 h 8839200"/>
              <a:gd name="connsiteX2242" fmla="*/ 41702 w 15732060"/>
              <a:gd name="connsiteY2242" fmla="*/ 362573 h 8839200"/>
              <a:gd name="connsiteX2243" fmla="*/ 560800 w 15732060"/>
              <a:gd name="connsiteY2243" fmla="*/ 881671 h 8839200"/>
              <a:gd name="connsiteX2244" fmla="*/ 1124344 w 15732060"/>
              <a:gd name="connsiteY2244" fmla="*/ 881671 h 8839200"/>
              <a:gd name="connsiteX2245" fmla="*/ 1953474 w 15732060"/>
              <a:gd name="connsiteY2245" fmla="*/ 1710800 h 8839200"/>
              <a:gd name="connsiteX2246" fmla="*/ 2496168 w 15732060"/>
              <a:gd name="connsiteY2246" fmla="*/ 1710800 h 8839200"/>
              <a:gd name="connsiteX2247" fmla="*/ 3193602 w 15732060"/>
              <a:gd name="connsiteY2247" fmla="*/ 2408235 h 8839200"/>
              <a:gd name="connsiteX2248" fmla="*/ 3588687 w 15732060"/>
              <a:gd name="connsiteY2248" fmla="*/ 2408235 h 8839200"/>
              <a:gd name="connsiteX2249" fmla="*/ 4287219 w 15732060"/>
              <a:gd name="connsiteY2249" fmla="*/ 3106766 h 8839200"/>
              <a:gd name="connsiteX2250" fmla="*/ 5315537 w 15732060"/>
              <a:gd name="connsiteY2250" fmla="*/ 3106766 h 8839200"/>
              <a:gd name="connsiteX2251" fmla="*/ 5924078 w 15732060"/>
              <a:gd name="connsiteY2251" fmla="*/ 3715307 h 8839200"/>
              <a:gd name="connsiteX2252" fmla="*/ 6682420 w 15732060"/>
              <a:gd name="connsiteY2252" fmla="*/ 3715307 h 8839200"/>
              <a:gd name="connsiteX2253" fmla="*/ 6682420 w 15732060"/>
              <a:gd name="connsiteY2253" fmla="*/ 3710368 h 8839200"/>
              <a:gd name="connsiteX2254" fmla="*/ 5926273 w 15732060"/>
              <a:gd name="connsiteY2254" fmla="*/ 3710368 h 8839200"/>
              <a:gd name="connsiteX2255" fmla="*/ 5317732 w 15732060"/>
              <a:gd name="connsiteY2255" fmla="*/ 3101828 h 8839200"/>
              <a:gd name="connsiteX2256" fmla="*/ 4289414 w 15732060"/>
              <a:gd name="connsiteY2256" fmla="*/ 3101828 h 8839200"/>
              <a:gd name="connsiteX2257" fmla="*/ 3590882 w 15732060"/>
              <a:gd name="connsiteY2257" fmla="*/ 2403296 h 8839200"/>
              <a:gd name="connsiteX2258" fmla="*/ 3195797 w 15732060"/>
              <a:gd name="connsiteY2258" fmla="*/ 2403296 h 8839200"/>
              <a:gd name="connsiteX2259" fmla="*/ 2498362 w 15732060"/>
              <a:gd name="connsiteY2259" fmla="*/ 1705861 h 8839200"/>
              <a:gd name="connsiteX2260" fmla="*/ 1955669 w 15732060"/>
              <a:gd name="connsiteY2260" fmla="*/ 1705861 h 8839200"/>
              <a:gd name="connsiteX2261" fmla="*/ 1126540 w 15732060"/>
              <a:gd name="connsiteY2261" fmla="*/ 876732 h 8839200"/>
              <a:gd name="connsiteX2262" fmla="*/ 562996 w 15732060"/>
              <a:gd name="connsiteY2262" fmla="*/ 876732 h 8839200"/>
              <a:gd name="connsiteX2263" fmla="*/ 44994 w 15732060"/>
              <a:gd name="connsiteY2263" fmla="*/ 359280 h 8839200"/>
              <a:gd name="connsiteX2264" fmla="*/ 43348 w 15732060"/>
              <a:gd name="connsiteY2264" fmla="*/ 334587 h 8839200"/>
              <a:gd name="connsiteX2265" fmla="*/ 30180 w 15732060"/>
              <a:gd name="connsiteY2265" fmla="*/ 329238 h 8839200"/>
              <a:gd name="connsiteX2266" fmla="*/ 8003760 w 15732060"/>
              <a:gd name="connsiteY2266" fmla="*/ 292473 h 8839200"/>
              <a:gd name="connsiteX2267" fmla="*/ 7990591 w 15732060"/>
              <a:gd name="connsiteY2267" fmla="*/ 297823 h 8839200"/>
              <a:gd name="connsiteX2268" fmla="*/ 7988944 w 15732060"/>
              <a:gd name="connsiteY2268" fmla="*/ 322515 h 8839200"/>
              <a:gd name="connsiteX2269" fmla="*/ 7868774 w 15732060"/>
              <a:gd name="connsiteY2269" fmla="*/ 442687 h 8839200"/>
              <a:gd name="connsiteX2270" fmla="*/ 7868774 w 15732060"/>
              <a:gd name="connsiteY2270" fmla="*/ 1451251 h 8839200"/>
              <a:gd name="connsiteX2271" fmla="*/ 7746406 w 15732060"/>
              <a:gd name="connsiteY2271" fmla="*/ 1573618 h 8839200"/>
              <a:gd name="connsiteX2272" fmla="*/ 7746406 w 15732060"/>
              <a:gd name="connsiteY2272" fmla="*/ 3202794 h 8839200"/>
              <a:gd name="connsiteX2273" fmla="*/ 7751346 w 15732060"/>
              <a:gd name="connsiteY2273" fmla="*/ 3202794 h 8839200"/>
              <a:gd name="connsiteX2274" fmla="*/ 7751346 w 15732060"/>
              <a:gd name="connsiteY2274" fmla="*/ 1575812 h 8839200"/>
              <a:gd name="connsiteX2275" fmla="*/ 7873712 w 15732060"/>
              <a:gd name="connsiteY2275" fmla="*/ 1453446 h 8839200"/>
              <a:gd name="connsiteX2276" fmla="*/ 7873712 w 15732060"/>
              <a:gd name="connsiteY2276" fmla="*/ 444334 h 8839200"/>
              <a:gd name="connsiteX2277" fmla="*/ 7992238 w 15732060"/>
              <a:gd name="connsiteY2277" fmla="*/ 325808 h 8839200"/>
              <a:gd name="connsiteX2278" fmla="*/ 8016930 w 15732060"/>
              <a:gd name="connsiteY2278" fmla="*/ 324162 h 8839200"/>
              <a:gd name="connsiteX2279" fmla="*/ 8016930 w 15732060"/>
              <a:gd name="connsiteY2279" fmla="*/ 297823 h 8839200"/>
              <a:gd name="connsiteX2280" fmla="*/ 8003760 w 15732060"/>
              <a:gd name="connsiteY2280" fmla="*/ 292473 h 8839200"/>
              <a:gd name="connsiteX2281" fmla="*/ 11430573 w 15732060"/>
              <a:gd name="connsiteY2281" fmla="*/ 181629 h 8839200"/>
              <a:gd name="connsiteX2282" fmla="*/ 11417404 w 15732060"/>
              <a:gd name="connsiteY2282" fmla="*/ 186979 h 8839200"/>
              <a:gd name="connsiteX2283" fmla="*/ 11415757 w 15732060"/>
              <a:gd name="connsiteY2283" fmla="*/ 211673 h 8839200"/>
              <a:gd name="connsiteX2284" fmla="*/ 11160598 w 15732060"/>
              <a:gd name="connsiteY2284" fmla="*/ 466832 h 8839200"/>
              <a:gd name="connsiteX2285" fmla="*/ 11160049 w 15732060"/>
              <a:gd name="connsiteY2285" fmla="*/ 466832 h 8839200"/>
              <a:gd name="connsiteX2286" fmla="*/ 11160049 w 15732060"/>
              <a:gd name="connsiteY2286" fmla="*/ 614439 h 8839200"/>
              <a:gd name="connsiteX2287" fmla="*/ 11143588 w 15732060"/>
              <a:gd name="connsiteY2287" fmla="*/ 633096 h 8839200"/>
              <a:gd name="connsiteX2288" fmla="*/ 11162244 w 15732060"/>
              <a:gd name="connsiteY2288" fmla="*/ 651753 h 8839200"/>
              <a:gd name="connsiteX2289" fmla="*/ 11162793 w 15732060"/>
              <a:gd name="connsiteY2289" fmla="*/ 651205 h 8839200"/>
              <a:gd name="connsiteX2290" fmla="*/ 11181450 w 15732060"/>
              <a:gd name="connsiteY2290" fmla="*/ 632548 h 8839200"/>
              <a:gd name="connsiteX2291" fmla="*/ 11164988 w 15732060"/>
              <a:gd name="connsiteY2291" fmla="*/ 613891 h 8839200"/>
              <a:gd name="connsiteX2292" fmla="*/ 11164988 w 15732060"/>
              <a:gd name="connsiteY2292" fmla="*/ 469026 h 8839200"/>
              <a:gd name="connsiteX2293" fmla="*/ 11419049 w 15732060"/>
              <a:gd name="connsiteY2293" fmla="*/ 214965 h 8839200"/>
              <a:gd name="connsiteX2294" fmla="*/ 11443743 w 15732060"/>
              <a:gd name="connsiteY2294" fmla="*/ 213318 h 8839200"/>
              <a:gd name="connsiteX2295" fmla="*/ 11443743 w 15732060"/>
              <a:gd name="connsiteY2295" fmla="*/ 186979 h 8839200"/>
              <a:gd name="connsiteX2296" fmla="*/ 11430573 w 15732060"/>
              <a:gd name="connsiteY2296" fmla="*/ 181629 h 8839200"/>
              <a:gd name="connsiteX2297" fmla="*/ 9575320 w 15732060"/>
              <a:gd name="connsiteY2297" fmla="*/ 150352 h 8839200"/>
              <a:gd name="connsiteX2298" fmla="*/ 9562151 w 15732060"/>
              <a:gd name="connsiteY2298" fmla="*/ 155702 h 8839200"/>
              <a:gd name="connsiteX2299" fmla="*/ 9560504 w 15732060"/>
              <a:gd name="connsiteY2299" fmla="*/ 180394 h 8839200"/>
              <a:gd name="connsiteX2300" fmla="*/ 9196696 w 15732060"/>
              <a:gd name="connsiteY2300" fmla="*/ 544202 h 8839200"/>
              <a:gd name="connsiteX2301" fmla="*/ 9196698 w 15732060"/>
              <a:gd name="connsiteY2301" fmla="*/ 544202 h 8839200"/>
              <a:gd name="connsiteX2302" fmla="*/ 9196148 w 15732060"/>
              <a:gd name="connsiteY2302" fmla="*/ 544750 h 8839200"/>
              <a:gd name="connsiteX2303" fmla="*/ 9196148 w 15732060"/>
              <a:gd name="connsiteY2303" fmla="*/ 788935 h 8839200"/>
              <a:gd name="connsiteX2304" fmla="*/ 9179687 w 15732060"/>
              <a:gd name="connsiteY2304" fmla="*/ 807592 h 8839200"/>
              <a:gd name="connsiteX2305" fmla="*/ 9198343 w 15732060"/>
              <a:gd name="connsiteY2305" fmla="*/ 826249 h 8839200"/>
              <a:gd name="connsiteX2306" fmla="*/ 9217000 w 15732060"/>
              <a:gd name="connsiteY2306" fmla="*/ 807592 h 8839200"/>
              <a:gd name="connsiteX2307" fmla="*/ 9200538 w 15732060"/>
              <a:gd name="connsiteY2307" fmla="*/ 788935 h 8839200"/>
              <a:gd name="connsiteX2308" fmla="*/ 9200538 w 15732060"/>
              <a:gd name="connsiteY2308" fmla="*/ 546946 h 8839200"/>
              <a:gd name="connsiteX2309" fmla="*/ 9563797 w 15732060"/>
              <a:gd name="connsiteY2309" fmla="*/ 183687 h 8839200"/>
              <a:gd name="connsiteX2310" fmla="*/ 9588489 w 15732060"/>
              <a:gd name="connsiteY2310" fmla="*/ 182041 h 8839200"/>
              <a:gd name="connsiteX2311" fmla="*/ 9588489 w 15732060"/>
              <a:gd name="connsiteY2311" fmla="*/ 155702 h 8839200"/>
              <a:gd name="connsiteX2312" fmla="*/ 9575320 w 15732060"/>
              <a:gd name="connsiteY2312" fmla="*/ 150352 h 8839200"/>
              <a:gd name="connsiteX2313" fmla="*/ 1234090 w 15732060"/>
              <a:gd name="connsiteY2313" fmla="*/ 127716 h 8839200"/>
              <a:gd name="connsiteX2314" fmla="*/ 1215434 w 15732060"/>
              <a:gd name="connsiteY2314" fmla="*/ 146373 h 8839200"/>
              <a:gd name="connsiteX2315" fmla="*/ 1231896 w 15732060"/>
              <a:gd name="connsiteY2315" fmla="*/ 165030 h 8839200"/>
              <a:gd name="connsiteX2316" fmla="*/ 1230798 w 15732060"/>
              <a:gd name="connsiteY2316" fmla="*/ 165030 h 8839200"/>
              <a:gd name="connsiteX2317" fmla="*/ 1230798 w 15732060"/>
              <a:gd name="connsiteY2317" fmla="*/ 477257 h 8839200"/>
              <a:gd name="connsiteX2318" fmla="*/ 1971034 w 15732060"/>
              <a:gd name="connsiteY2318" fmla="*/ 1217492 h 8839200"/>
              <a:gd name="connsiteX2319" fmla="*/ 3161228 w 15732060"/>
              <a:gd name="connsiteY2319" fmla="*/ 1217492 h 8839200"/>
              <a:gd name="connsiteX2320" fmla="*/ 3676483 w 15732060"/>
              <a:gd name="connsiteY2320" fmla="*/ 1732749 h 8839200"/>
              <a:gd name="connsiteX2321" fmla="*/ 3678130 w 15732060"/>
              <a:gd name="connsiteY2321" fmla="*/ 1757442 h 8839200"/>
              <a:gd name="connsiteX2322" fmla="*/ 3704469 w 15732060"/>
              <a:gd name="connsiteY2322" fmla="*/ 1757442 h 8839200"/>
              <a:gd name="connsiteX2323" fmla="*/ 3704469 w 15732060"/>
              <a:gd name="connsiteY2323" fmla="*/ 1731103 h 8839200"/>
              <a:gd name="connsiteX2324" fmla="*/ 3679776 w 15732060"/>
              <a:gd name="connsiteY2324" fmla="*/ 1729456 h 8839200"/>
              <a:gd name="connsiteX2325" fmla="*/ 3163422 w 15732060"/>
              <a:gd name="connsiteY2325" fmla="*/ 1213103 h 8839200"/>
              <a:gd name="connsiteX2326" fmla="*/ 1973229 w 15732060"/>
              <a:gd name="connsiteY2326" fmla="*/ 1213103 h 8839200"/>
              <a:gd name="connsiteX2327" fmla="*/ 1236286 w 15732060"/>
              <a:gd name="connsiteY2327" fmla="*/ 475611 h 8839200"/>
              <a:gd name="connsiteX2328" fmla="*/ 1236286 w 15732060"/>
              <a:gd name="connsiteY2328" fmla="*/ 165030 h 8839200"/>
              <a:gd name="connsiteX2329" fmla="*/ 1252747 w 15732060"/>
              <a:gd name="connsiteY2329" fmla="*/ 146373 h 8839200"/>
              <a:gd name="connsiteX2330" fmla="*/ 1234090 w 15732060"/>
              <a:gd name="connsiteY2330" fmla="*/ 127716 h 8839200"/>
              <a:gd name="connsiteX2331" fmla="*/ 12673444 w 15732060"/>
              <a:gd name="connsiteY2331" fmla="*/ 85053 h 8839200"/>
              <a:gd name="connsiteX2332" fmla="*/ 12660274 w 15732060"/>
              <a:gd name="connsiteY2332" fmla="*/ 90404 h 8839200"/>
              <a:gd name="connsiteX2333" fmla="*/ 12658628 w 15732060"/>
              <a:gd name="connsiteY2333" fmla="*/ 115096 h 8839200"/>
              <a:gd name="connsiteX2334" fmla="*/ 11994118 w 15732060"/>
              <a:gd name="connsiteY2334" fmla="*/ 779607 h 8839200"/>
              <a:gd name="connsiteX2335" fmla="*/ 10936717 w 15732060"/>
              <a:gd name="connsiteY2335" fmla="*/ 779607 h 8839200"/>
              <a:gd name="connsiteX2336" fmla="*/ 10717774 w 15732060"/>
              <a:gd name="connsiteY2336" fmla="*/ 998550 h 8839200"/>
              <a:gd name="connsiteX2337" fmla="*/ 10717226 w 15732060"/>
              <a:gd name="connsiteY2337" fmla="*/ 998550 h 8839200"/>
              <a:gd name="connsiteX2338" fmla="*/ 10717226 w 15732060"/>
              <a:gd name="connsiteY2338" fmla="*/ 1374429 h 8839200"/>
              <a:gd name="connsiteX2339" fmla="*/ 9451307 w 15732060"/>
              <a:gd name="connsiteY2339" fmla="*/ 2640347 h 8839200"/>
              <a:gd name="connsiteX2340" fmla="*/ 9450759 w 15732060"/>
              <a:gd name="connsiteY2340" fmla="*/ 2640347 h 8839200"/>
              <a:gd name="connsiteX2341" fmla="*/ 9450759 w 15732060"/>
              <a:gd name="connsiteY2341" fmla="*/ 2640896 h 8839200"/>
              <a:gd name="connsiteX2342" fmla="*/ 9450759 w 15732060"/>
              <a:gd name="connsiteY2342" fmla="*/ 2952025 h 8839200"/>
              <a:gd name="connsiteX2343" fmla="*/ 9278458 w 15732060"/>
              <a:gd name="connsiteY2343" fmla="*/ 3124325 h 8839200"/>
              <a:gd name="connsiteX2344" fmla="*/ 9253764 w 15732060"/>
              <a:gd name="connsiteY2344" fmla="*/ 3125971 h 8839200"/>
              <a:gd name="connsiteX2345" fmla="*/ 9253764 w 15732060"/>
              <a:gd name="connsiteY2345" fmla="*/ 3152311 h 8839200"/>
              <a:gd name="connsiteX2346" fmla="*/ 9280104 w 15732060"/>
              <a:gd name="connsiteY2346" fmla="*/ 3152311 h 8839200"/>
              <a:gd name="connsiteX2347" fmla="*/ 9281750 w 15732060"/>
              <a:gd name="connsiteY2347" fmla="*/ 3127618 h 8839200"/>
              <a:gd name="connsiteX2348" fmla="*/ 9455148 w 15732060"/>
              <a:gd name="connsiteY2348" fmla="*/ 2954220 h 8839200"/>
              <a:gd name="connsiteX2349" fmla="*/ 9455697 w 15732060"/>
              <a:gd name="connsiteY2349" fmla="*/ 2954220 h 8839200"/>
              <a:gd name="connsiteX2350" fmla="*/ 9455697 w 15732060"/>
              <a:gd name="connsiteY2350" fmla="*/ 2642542 h 8839200"/>
              <a:gd name="connsiteX2351" fmla="*/ 10721614 w 15732060"/>
              <a:gd name="connsiteY2351" fmla="*/ 1376624 h 8839200"/>
              <a:gd name="connsiteX2352" fmla="*/ 10722164 w 15732060"/>
              <a:gd name="connsiteY2352" fmla="*/ 1376624 h 8839200"/>
              <a:gd name="connsiteX2353" fmla="*/ 10722164 w 15732060"/>
              <a:gd name="connsiteY2353" fmla="*/ 1000745 h 8839200"/>
              <a:gd name="connsiteX2354" fmla="*/ 10938912 w 15732060"/>
              <a:gd name="connsiteY2354" fmla="*/ 783997 h 8839200"/>
              <a:gd name="connsiteX2355" fmla="*/ 11996312 w 15732060"/>
              <a:gd name="connsiteY2355" fmla="*/ 783997 h 8839200"/>
              <a:gd name="connsiteX2356" fmla="*/ 12661921 w 15732060"/>
              <a:gd name="connsiteY2356" fmla="*/ 118388 h 8839200"/>
              <a:gd name="connsiteX2357" fmla="*/ 12686613 w 15732060"/>
              <a:gd name="connsiteY2357" fmla="*/ 116743 h 8839200"/>
              <a:gd name="connsiteX2358" fmla="*/ 12686613 w 15732060"/>
              <a:gd name="connsiteY2358" fmla="*/ 90404 h 8839200"/>
              <a:gd name="connsiteX2359" fmla="*/ 12673444 w 15732060"/>
              <a:gd name="connsiteY2359" fmla="*/ 85053 h 8839200"/>
              <a:gd name="connsiteX2360" fmla="*/ 5508690 w 15732060"/>
              <a:gd name="connsiteY2360" fmla="*/ 82858 h 8839200"/>
              <a:gd name="connsiteX2361" fmla="*/ 5495520 w 15732060"/>
              <a:gd name="connsiteY2361" fmla="*/ 88208 h 8839200"/>
              <a:gd name="connsiteX2362" fmla="*/ 5495520 w 15732060"/>
              <a:gd name="connsiteY2362" fmla="*/ 114547 h 8839200"/>
              <a:gd name="connsiteX2363" fmla="*/ 5520212 w 15732060"/>
              <a:gd name="connsiteY2363" fmla="*/ 116193 h 8839200"/>
              <a:gd name="connsiteX2364" fmla="*/ 6066748 w 15732060"/>
              <a:gd name="connsiteY2364" fmla="*/ 662728 h 8839200"/>
              <a:gd name="connsiteX2365" fmla="*/ 6066748 w 15732060"/>
              <a:gd name="connsiteY2365" fmla="*/ 1160425 h 8839200"/>
              <a:gd name="connsiteX2366" fmla="*/ 6354830 w 15732060"/>
              <a:gd name="connsiteY2366" fmla="*/ 1448508 h 8839200"/>
              <a:gd name="connsiteX2367" fmla="*/ 6356476 w 15732060"/>
              <a:gd name="connsiteY2367" fmla="*/ 1473200 h 8839200"/>
              <a:gd name="connsiteX2368" fmla="*/ 6382815 w 15732060"/>
              <a:gd name="connsiteY2368" fmla="*/ 1473200 h 8839200"/>
              <a:gd name="connsiteX2369" fmla="*/ 6382815 w 15732060"/>
              <a:gd name="connsiteY2369" fmla="*/ 1446861 h 8839200"/>
              <a:gd name="connsiteX2370" fmla="*/ 6358122 w 15732060"/>
              <a:gd name="connsiteY2370" fmla="*/ 1445215 h 8839200"/>
              <a:gd name="connsiteX2371" fmla="*/ 6071686 w 15732060"/>
              <a:gd name="connsiteY2371" fmla="*/ 1158779 h 8839200"/>
              <a:gd name="connsiteX2372" fmla="*/ 6071686 w 15732060"/>
              <a:gd name="connsiteY2372" fmla="*/ 661081 h 8839200"/>
              <a:gd name="connsiteX2373" fmla="*/ 5523506 w 15732060"/>
              <a:gd name="connsiteY2373" fmla="*/ 112902 h 8839200"/>
              <a:gd name="connsiteX2374" fmla="*/ 5521859 w 15732060"/>
              <a:gd name="connsiteY2374" fmla="*/ 88208 h 8839200"/>
              <a:gd name="connsiteX2375" fmla="*/ 5508690 w 15732060"/>
              <a:gd name="connsiteY2375" fmla="*/ 82858 h 8839200"/>
              <a:gd name="connsiteX2376" fmla="*/ 13440567 w 15732060"/>
              <a:gd name="connsiteY2376" fmla="*/ 68454 h 8839200"/>
              <a:gd name="connsiteX2377" fmla="*/ 13421911 w 15732060"/>
              <a:gd name="connsiteY2377" fmla="*/ 87111 h 8839200"/>
              <a:gd name="connsiteX2378" fmla="*/ 13438372 w 15732060"/>
              <a:gd name="connsiteY2378" fmla="*/ 105768 h 8839200"/>
              <a:gd name="connsiteX2379" fmla="*/ 13438372 w 15732060"/>
              <a:gd name="connsiteY2379" fmla="*/ 253924 h 8839200"/>
              <a:gd name="connsiteX2380" fmla="*/ 13058652 w 15732060"/>
              <a:gd name="connsiteY2380" fmla="*/ 633645 h 8839200"/>
              <a:gd name="connsiteX2381" fmla="*/ 13058103 w 15732060"/>
              <a:gd name="connsiteY2381" fmla="*/ 634194 h 8839200"/>
              <a:gd name="connsiteX2382" fmla="*/ 12642716 w 15732060"/>
              <a:gd name="connsiteY2382" fmla="*/ 634194 h 8839200"/>
              <a:gd name="connsiteX2383" fmla="*/ 11792185 w 15732060"/>
              <a:gd name="connsiteY2383" fmla="*/ 1484723 h 8839200"/>
              <a:gd name="connsiteX2384" fmla="*/ 10808863 w 15732060"/>
              <a:gd name="connsiteY2384" fmla="*/ 1484723 h 8839200"/>
              <a:gd name="connsiteX2385" fmla="*/ 9714149 w 15732060"/>
              <a:gd name="connsiteY2385" fmla="*/ 2579438 h 8839200"/>
              <a:gd name="connsiteX2386" fmla="*/ 9713600 w 15732060"/>
              <a:gd name="connsiteY2386" fmla="*/ 2579438 h 8839200"/>
              <a:gd name="connsiteX2387" fmla="*/ 9713600 w 15732060"/>
              <a:gd name="connsiteY2387" fmla="*/ 3027200 h 8839200"/>
              <a:gd name="connsiteX2388" fmla="*/ 9267483 w 15732060"/>
              <a:gd name="connsiteY2388" fmla="*/ 3473318 h 8839200"/>
              <a:gd name="connsiteX2389" fmla="*/ 9040309 w 15732060"/>
              <a:gd name="connsiteY2389" fmla="*/ 3473318 h 8839200"/>
              <a:gd name="connsiteX2390" fmla="*/ 9040309 w 15732060"/>
              <a:gd name="connsiteY2390" fmla="*/ 3478256 h 8839200"/>
              <a:gd name="connsiteX2391" fmla="*/ 9269678 w 15732060"/>
              <a:gd name="connsiteY2391" fmla="*/ 3478256 h 8839200"/>
              <a:gd name="connsiteX2392" fmla="*/ 9717990 w 15732060"/>
              <a:gd name="connsiteY2392" fmla="*/ 3029944 h 8839200"/>
              <a:gd name="connsiteX2393" fmla="*/ 9718538 w 15732060"/>
              <a:gd name="connsiteY2393" fmla="*/ 3029944 h 8839200"/>
              <a:gd name="connsiteX2394" fmla="*/ 9718538 w 15732060"/>
              <a:gd name="connsiteY2394" fmla="*/ 2582182 h 8839200"/>
              <a:gd name="connsiteX2395" fmla="*/ 10811057 w 15732060"/>
              <a:gd name="connsiteY2395" fmla="*/ 1489663 h 8839200"/>
              <a:gd name="connsiteX2396" fmla="*/ 11794379 w 15732060"/>
              <a:gd name="connsiteY2396" fmla="*/ 1489663 h 8839200"/>
              <a:gd name="connsiteX2397" fmla="*/ 12644910 w 15732060"/>
              <a:gd name="connsiteY2397" fmla="*/ 639132 h 8839200"/>
              <a:gd name="connsiteX2398" fmla="*/ 13060298 w 15732060"/>
              <a:gd name="connsiteY2398" fmla="*/ 639132 h 8839200"/>
              <a:gd name="connsiteX2399" fmla="*/ 13442213 w 15732060"/>
              <a:gd name="connsiteY2399" fmla="*/ 257217 h 8839200"/>
              <a:gd name="connsiteX2400" fmla="*/ 13442762 w 15732060"/>
              <a:gd name="connsiteY2400" fmla="*/ 257217 h 8839200"/>
              <a:gd name="connsiteX2401" fmla="*/ 13442762 w 15732060"/>
              <a:gd name="connsiteY2401" fmla="*/ 105768 h 8839200"/>
              <a:gd name="connsiteX2402" fmla="*/ 13459225 w 15732060"/>
              <a:gd name="connsiteY2402" fmla="*/ 87111 h 8839200"/>
              <a:gd name="connsiteX2403" fmla="*/ 13440567 w 15732060"/>
              <a:gd name="connsiteY2403" fmla="*/ 68454 h 8839200"/>
              <a:gd name="connsiteX2404" fmla="*/ 3523593 w 15732060"/>
              <a:gd name="connsiteY2404" fmla="*/ 66054 h 8839200"/>
              <a:gd name="connsiteX2405" fmla="*/ 3510218 w 15732060"/>
              <a:gd name="connsiteY2405" fmla="*/ 71197 h 8839200"/>
              <a:gd name="connsiteX2406" fmla="*/ 3510218 w 15732060"/>
              <a:gd name="connsiteY2406" fmla="*/ 97536 h 8839200"/>
              <a:gd name="connsiteX2407" fmla="*/ 3534912 w 15732060"/>
              <a:gd name="connsiteY2407" fmla="*/ 99183 h 8839200"/>
              <a:gd name="connsiteX2408" fmla="*/ 3534363 w 15732060"/>
              <a:gd name="connsiteY2408" fmla="*/ 99732 h 8839200"/>
              <a:gd name="connsiteX2409" fmla="*/ 4713032 w 15732060"/>
              <a:gd name="connsiteY2409" fmla="*/ 1278401 h 8839200"/>
              <a:gd name="connsiteX2410" fmla="*/ 5114702 w 15732060"/>
              <a:gd name="connsiteY2410" fmla="*/ 1278401 h 8839200"/>
              <a:gd name="connsiteX2411" fmla="*/ 6142472 w 15732060"/>
              <a:gd name="connsiteY2411" fmla="*/ 2306171 h 8839200"/>
              <a:gd name="connsiteX2412" fmla="*/ 6142472 w 15732060"/>
              <a:gd name="connsiteY2412" fmla="*/ 2360495 h 8839200"/>
              <a:gd name="connsiteX2413" fmla="*/ 6719186 w 15732060"/>
              <a:gd name="connsiteY2413" fmla="*/ 2937209 h 8839200"/>
              <a:gd name="connsiteX2414" fmla="*/ 6719186 w 15732060"/>
              <a:gd name="connsiteY2414" fmla="*/ 3015129 h 8839200"/>
              <a:gd name="connsiteX2415" fmla="*/ 6702724 w 15732060"/>
              <a:gd name="connsiteY2415" fmla="*/ 3033785 h 8839200"/>
              <a:gd name="connsiteX2416" fmla="*/ 6721381 w 15732060"/>
              <a:gd name="connsiteY2416" fmla="*/ 3052442 h 8839200"/>
              <a:gd name="connsiteX2417" fmla="*/ 6740038 w 15732060"/>
              <a:gd name="connsiteY2417" fmla="*/ 3033785 h 8839200"/>
              <a:gd name="connsiteX2418" fmla="*/ 6723576 w 15732060"/>
              <a:gd name="connsiteY2418" fmla="*/ 3015129 h 8839200"/>
              <a:gd name="connsiteX2419" fmla="*/ 6723576 w 15732060"/>
              <a:gd name="connsiteY2419" fmla="*/ 2935563 h 8839200"/>
              <a:gd name="connsiteX2420" fmla="*/ 6146862 w 15732060"/>
              <a:gd name="connsiteY2420" fmla="*/ 2358849 h 8839200"/>
              <a:gd name="connsiteX2421" fmla="*/ 6146862 w 15732060"/>
              <a:gd name="connsiteY2421" fmla="*/ 2304525 h 8839200"/>
              <a:gd name="connsiteX2422" fmla="*/ 5116348 w 15732060"/>
              <a:gd name="connsiteY2422" fmla="*/ 1274011 h 8839200"/>
              <a:gd name="connsiteX2423" fmla="*/ 4714678 w 15732060"/>
              <a:gd name="connsiteY2423" fmla="*/ 1274011 h 8839200"/>
              <a:gd name="connsiteX2424" fmla="*/ 3538204 w 15732060"/>
              <a:gd name="connsiteY2424" fmla="*/ 95891 h 8839200"/>
              <a:gd name="connsiteX2425" fmla="*/ 3536557 w 15732060"/>
              <a:gd name="connsiteY2425" fmla="*/ 71197 h 8839200"/>
              <a:gd name="connsiteX2426" fmla="*/ 3523593 w 15732060"/>
              <a:gd name="connsiteY2426" fmla="*/ 66054 h 8839200"/>
              <a:gd name="connsiteX2427" fmla="*/ 12317867 w 15732060"/>
              <a:gd name="connsiteY2427" fmla="*/ 62556 h 8839200"/>
              <a:gd name="connsiteX2428" fmla="*/ 12304698 w 15732060"/>
              <a:gd name="connsiteY2428" fmla="*/ 67906 h 8839200"/>
              <a:gd name="connsiteX2429" fmla="*/ 12303051 w 15732060"/>
              <a:gd name="connsiteY2429" fmla="*/ 92598 h 8839200"/>
              <a:gd name="connsiteX2430" fmla="*/ 12047893 w 15732060"/>
              <a:gd name="connsiteY2430" fmla="*/ 347757 h 8839200"/>
              <a:gd name="connsiteX2431" fmla="*/ 12047344 w 15732060"/>
              <a:gd name="connsiteY2431" fmla="*/ 347757 h 8839200"/>
              <a:gd name="connsiteX2432" fmla="*/ 12047344 w 15732060"/>
              <a:gd name="connsiteY2432" fmla="*/ 464636 h 8839200"/>
              <a:gd name="connsiteX2433" fmla="*/ 11840474 w 15732060"/>
              <a:gd name="connsiteY2433" fmla="*/ 671507 h 8839200"/>
              <a:gd name="connsiteX2434" fmla="*/ 11451424 w 15732060"/>
              <a:gd name="connsiteY2434" fmla="*/ 671507 h 8839200"/>
              <a:gd name="connsiteX2435" fmla="*/ 11432768 w 15732060"/>
              <a:gd name="connsiteY2435" fmla="*/ 655046 h 8839200"/>
              <a:gd name="connsiteX2436" fmla="*/ 11414110 w 15732060"/>
              <a:gd name="connsiteY2436" fmla="*/ 673703 h 8839200"/>
              <a:gd name="connsiteX2437" fmla="*/ 11432768 w 15732060"/>
              <a:gd name="connsiteY2437" fmla="*/ 692359 h 8839200"/>
              <a:gd name="connsiteX2438" fmla="*/ 11451424 w 15732060"/>
              <a:gd name="connsiteY2438" fmla="*/ 675897 h 8839200"/>
              <a:gd name="connsiteX2439" fmla="*/ 11843217 w 15732060"/>
              <a:gd name="connsiteY2439" fmla="*/ 675897 h 8839200"/>
              <a:gd name="connsiteX2440" fmla="*/ 12051735 w 15732060"/>
              <a:gd name="connsiteY2440" fmla="*/ 466832 h 8839200"/>
              <a:gd name="connsiteX2441" fmla="*/ 12052282 w 15732060"/>
              <a:gd name="connsiteY2441" fmla="*/ 466832 h 8839200"/>
              <a:gd name="connsiteX2442" fmla="*/ 12052282 w 15732060"/>
              <a:gd name="connsiteY2442" fmla="*/ 349952 h 8839200"/>
              <a:gd name="connsiteX2443" fmla="*/ 12306344 w 15732060"/>
              <a:gd name="connsiteY2443" fmla="*/ 95891 h 8839200"/>
              <a:gd name="connsiteX2444" fmla="*/ 12331037 w 15732060"/>
              <a:gd name="connsiteY2444" fmla="*/ 94245 h 8839200"/>
              <a:gd name="connsiteX2445" fmla="*/ 12331037 w 15732060"/>
              <a:gd name="connsiteY2445" fmla="*/ 67906 h 8839200"/>
              <a:gd name="connsiteX2446" fmla="*/ 12317867 w 15732060"/>
              <a:gd name="connsiteY2446" fmla="*/ 62556 h 8839200"/>
              <a:gd name="connsiteX2447" fmla="*/ 2080437 w 15732060"/>
              <a:gd name="connsiteY2447" fmla="*/ 62212 h 8839200"/>
              <a:gd name="connsiteX2448" fmla="*/ 2067062 w 15732060"/>
              <a:gd name="connsiteY2448" fmla="*/ 67356 h 8839200"/>
              <a:gd name="connsiteX2449" fmla="*/ 2067062 w 15732060"/>
              <a:gd name="connsiteY2449" fmla="*/ 93695 h 8839200"/>
              <a:gd name="connsiteX2450" fmla="*/ 2078997 w 15732060"/>
              <a:gd name="connsiteY2450" fmla="*/ 99045 h 8839200"/>
              <a:gd name="connsiteX2451" fmla="*/ 2091754 w 15732060"/>
              <a:gd name="connsiteY2451" fmla="*/ 95342 h 8839200"/>
              <a:gd name="connsiteX2452" fmla="*/ 2091205 w 15732060"/>
              <a:gd name="connsiteY2452" fmla="*/ 94793 h 8839200"/>
              <a:gd name="connsiteX2453" fmla="*/ 2091754 w 15732060"/>
              <a:gd name="connsiteY2453" fmla="*/ 95342 h 8839200"/>
              <a:gd name="connsiteX2454" fmla="*/ 2091754 w 15732060"/>
              <a:gd name="connsiteY2454" fmla="*/ 95342 h 8839200"/>
              <a:gd name="connsiteX2455" fmla="*/ 2475316 w 15732060"/>
              <a:gd name="connsiteY2455" fmla="*/ 478903 h 8839200"/>
              <a:gd name="connsiteX2456" fmla="*/ 2979049 w 15732060"/>
              <a:gd name="connsiteY2456" fmla="*/ 478903 h 8839200"/>
              <a:gd name="connsiteX2457" fmla="*/ 3953592 w 15732060"/>
              <a:gd name="connsiteY2457" fmla="*/ 1453446 h 8839200"/>
              <a:gd name="connsiteX2458" fmla="*/ 4179668 w 15732060"/>
              <a:gd name="connsiteY2458" fmla="*/ 1453446 h 8839200"/>
              <a:gd name="connsiteX2459" fmla="*/ 4465556 w 15732060"/>
              <a:gd name="connsiteY2459" fmla="*/ 1739334 h 8839200"/>
              <a:gd name="connsiteX2460" fmla="*/ 4727848 w 15732060"/>
              <a:gd name="connsiteY2460" fmla="*/ 1739334 h 8839200"/>
              <a:gd name="connsiteX2461" fmla="*/ 4746505 w 15732060"/>
              <a:gd name="connsiteY2461" fmla="*/ 1755795 h 8839200"/>
              <a:gd name="connsiteX2462" fmla="*/ 4765162 w 15732060"/>
              <a:gd name="connsiteY2462" fmla="*/ 1737139 h 8839200"/>
              <a:gd name="connsiteX2463" fmla="*/ 4746505 w 15732060"/>
              <a:gd name="connsiteY2463" fmla="*/ 1718482 h 8839200"/>
              <a:gd name="connsiteX2464" fmla="*/ 4727848 w 15732060"/>
              <a:gd name="connsiteY2464" fmla="*/ 1734944 h 8839200"/>
              <a:gd name="connsiteX2465" fmla="*/ 4467751 w 15732060"/>
              <a:gd name="connsiteY2465" fmla="*/ 1734944 h 8839200"/>
              <a:gd name="connsiteX2466" fmla="*/ 4181863 w 15732060"/>
              <a:gd name="connsiteY2466" fmla="*/ 1449057 h 8839200"/>
              <a:gd name="connsiteX2467" fmla="*/ 3955787 w 15732060"/>
              <a:gd name="connsiteY2467" fmla="*/ 1449057 h 8839200"/>
              <a:gd name="connsiteX2468" fmla="*/ 2981244 w 15732060"/>
              <a:gd name="connsiteY2468" fmla="*/ 474514 h 8839200"/>
              <a:gd name="connsiteX2469" fmla="*/ 2477511 w 15732060"/>
              <a:gd name="connsiteY2469" fmla="*/ 474514 h 8839200"/>
              <a:gd name="connsiteX2470" fmla="*/ 2095046 w 15732060"/>
              <a:gd name="connsiteY2470" fmla="*/ 92049 h 8839200"/>
              <a:gd name="connsiteX2471" fmla="*/ 2093401 w 15732060"/>
              <a:gd name="connsiteY2471" fmla="*/ 67356 h 8839200"/>
              <a:gd name="connsiteX2472" fmla="*/ 2080437 w 15732060"/>
              <a:gd name="connsiteY2472" fmla="*/ 62212 h 8839200"/>
              <a:gd name="connsiteX2473" fmla="*/ 3829579 w 15732060"/>
              <a:gd name="connsiteY2473" fmla="*/ 60360 h 8839200"/>
              <a:gd name="connsiteX2474" fmla="*/ 3816410 w 15732060"/>
              <a:gd name="connsiteY2474" fmla="*/ 65710 h 8839200"/>
              <a:gd name="connsiteX2475" fmla="*/ 3816410 w 15732060"/>
              <a:gd name="connsiteY2475" fmla="*/ 92049 h 8839200"/>
              <a:gd name="connsiteX2476" fmla="*/ 3841102 w 15732060"/>
              <a:gd name="connsiteY2476" fmla="*/ 93695 h 8839200"/>
              <a:gd name="connsiteX2477" fmla="*/ 4375564 w 15732060"/>
              <a:gd name="connsiteY2477" fmla="*/ 628158 h 8839200"/>
              <a:gd name="connsiteX2478" fmla="*/ 4377210 w 15732060"/>
              <a:gd name="connsiteY2478" fmla="*/ 652850 h 8839200"/>
              <a:gd name="connsiteX2479" fmla="*/ 4403550 w 15732060"/>
              <a:gd name="connsiteY2479" fmla="*/ 652850 h 8839200"/>
              <a:gd name="connsiteX2480" fmla="*/ 4403550 w 15732060"/>
              <a:gd name="connsiteY2480" fmla="*/ 626511 h 8839200"/>
              <a:gd name="connsiteX2481" fmla="*/ 4378856 w 15732060"/>
              <a:gd name="connsiteY2481" fmla="*/ 624866 h 8839200"/>
              <a:gd name="connsiteX2482" fmla="*/ 3844394 w 15732060"/>
              <a:gd name="connsiteY2482" fmla="*/ 90404 h 8839200"/>
              <a:gd name="connsiteX2483" fmla="*/ 3842748 w 15732060"/>
              <a:gd name="connsiteY2483" fmla="*/ 65710 h 8839200"/>
              <a:gd name="connsiteX2484" fmla="*/ 3829579 w 15732060"/>
              <a:gd name="connsiteY2484" fmla="*/ 60360 h 8839200"/>
              <a:gd name="connsiteX2485" fmla="*/ 6405312 w 15732060"/>
              <a:gd name="connsiteY2485" fmla="*/ 58715 h 8839200"/>
              <a:gd name="connsiteX2486" fmla="*/ 6392143 w 15732060"/>
              <a:gd name="connsiteY2486" fmla="*/ 64065 h 8839200"/>
              <a:gd name="connsiteX2487" fmla="*/ 6392143 w 15732060"/>
              <a:gd name="connsiteY2487" fmla="*/ 90404 h 8839200"/>
              <a:gd name="connsiteX2488" fmla="*/ 6416836 w 15732060"/>
              <a:gd name="connsiteY2488" fmla="*/ 92049 h 8839200"/>
              <a:gd name="connsiteX2489" fmla="*/ 6647852 w 15732060"/>
              <a:gd name="connsiteY2489" fmla="*/ 323064 h 8839200"/>
              <a:gd name="connsiteX2490" fmla="*/ 6647852 w 15732060"/>
              <a:gd name="connsiteY2490" fmla="*/ 1283889 h 8839200"/>
              <a:gd name="connsiteX2491" fmla="*/ 7273951 w 15732060"/>
              <a:gd name="connsiteY2491" fmla="*/ 1909988 h 8839200"/>
              <a:gd name="connsiteX2492" fmla="*/ 7273951 w 15732060"/>
              <a:gd name="connsiteY2492" fmla="*/ 3239559 h 8839200"/>
              <a:gd name="connsiteX2493" fmla="*/ 7278890 w 15732060"/>
              <a:gd name="connsiteY2493" fmla="*/ 3239559 h 8839200"/>
              <a:gd name="connsiteX2494" fmla="*/ 7278890 w 15732060"/>
              <a:gd name="connsiteY2494" fmla="*/ 1907794 h 8839200"/>
              <a:gd name="connsiteX2495" fmla="*/ 6652789 w 15732060"/>
              <a:gd name="connsiteY2495" fmla="*/ 1281694 h 8839200"/>
              <a:gd name="connsiteX2496" fmla="*/ 6652789 w 15732060"/>
              <a:gd name="connsiteY2496" fmla="*/ 321418 h 8839200"/>
              <a:gd name="connsiteX2497" fmla="*/ 6420129 w 15732060"/>
              <a:gd name="connsiteY2497" fmla="*/ 88757 h 8839200"/>
              <a:gd name="connsiteX2498" fmla="*/ 6418482 w 15732060"/>
              <a:gd name="connsiteY2498" fmla="*/ 64065 h 8839200"/>
              <a:gd name="connsiteX2499" fmla="*/ 6405312 w 15732060"/>
              <a:gd name="connsiteY2499" fmla="*/ 58715 h 8839200"/>
              <a:gd name="connsiteX2500" fmla="*/ 9445271 w 15732060"/>
              <a:gd name="connsiteY2500" fmla="*/ 55422 h 8839200"/>
              <a:gd name="connsiteX2501" fmla="*/ 9432102 w 15732060"/>
              <a:gd name="connsiteY2501" fmla="*/ 60772 h 8839200"/>
              <a:gd name="connsiteX2502" fmla="*/ 9430456 w 15732060"/>
              <a:gd name="connsiteY2502" fmla="*/ 85464 h 8839200"/>
              <a:gd name="connsiteX2503" fmla="*/ 8428477 w 15732060"/>
              <a:gd name="connsiteY2503" fmla="*/ 1087444 h 8839200"/>
              <a:gd name="connsiteX2504" fmla="*/ 8427928 w 15732060"/>
              <a:gd name="connsiteY2504" fmla="*/ 1087444 h 8839200"/>
              <a:gd name="connsiteX2505" fmla="*/ 8427928 w 15732060"/>
              <a:gd name="connsiteY2505" fmla="*/ 2614007 h 8839200"/>
              <a:gd name="connsiteX2506" fmla="*/ 8206241 w 15732060"/>
              <a:gd name="connsiteY2506" fmla="*/ 2835694 h 8839200"/>
              <a:gd name="connsiteX2507" fmla="*/ 8205692 w 15732060"/>
              <a:gd name="connsiteY2507" fmla="*/ 2835694 h 8839200"/>
              <a:gd name="connsiteX2508" fmla="*/ 8205144 w 15732060"/>
              <a:gd name="connsiteY2508" fmla="*/ 2836243 h 8839200"/>
              <a:gd name="connsiteX2509" fmla="*/ 8205144 w 15732060"/>
              <a:gd name="connsiteY2509" fmla="*/ 3230230 h 8839200"/>
              <a:gd name="connsiteX2510" fmla="*/ 8210082 w 15732060"/>
              <a:gd name="connsiteY2510" fmla="*/ 3230230 h 8839200"/>
              <a:gd name="connsiteX2511" fmla="*/ 8210082 w 15732060"/>
              <a:gd name="connsiteY2511" fmla="*/ 2837889 h 8839200"/>
              <a:gd name="connsiteX2512" fmla="*/ 8431769 w 15732060"/>
              <a:gd name="connsiteY2512" fmla="*/ 2616203 h 8839200"/>
              <a:gd name="connsiteX2513" fmla="*/ 8432317 w 15732060"/>
              <a:gd name="connsiteY2513" fmla="*/ 2616203 h 8839200"/>
              <a:gd name="connsiteX2514" fmla="*/ 8432317 w 15732060"/>
              <a:gd name="connsiteY2514" fmla="*/ 1090187 h 8839200"/>
              <a:gd name="connsiteX2515" fmla="*/ 9433748 w 15732060"/>
              <a:gd name="connsiteY2515" fmla="*/ 88757 h 8839200"/>
              <a:gd name="connsiteX2516" fmla="*/ 9458441 w 15732060"/>
              <a:gd name="connsiteY2516" fmla="*/ 87111 h 8839200"/>
              <a:gd name="connsiteX2517" fmla="*/ 9458441 w 15732060"/>
              <a:gd name="connsiteY2517" fmla="*/ 60772 h 8839200"/>
              <a:gd name="connsiteX2518" fmla="*/ 9445271 w 15732060"/>
              <a:gd name="connsiteY2518" fmla="*/ 55422 h 8839200"/>
              <a:gd name="connsiteX2519" fmla="*/ 7811705 w 15732060"/>
              <a:gd name="connsiteY2519" fmla="*/ 51581 h 8839200"/>
              <a:gd name="connsiteX2520" fmla="*/ 7798536 w 15732060"/>
              <a:gd name="connsiteY2520" fmla="*/ 56931 h 8839200"/>
              <a:gd name="connsiteX2521" fmla="*/ 7796889 w 15732060"/>
              <a:gd name="connsiteY2521" fmla="*/ 81623 h 8839200"/>
              <a:gd name="connsiteX2522" fmla="*/ 7438570 w 15732060"/>
              <a:gd name="connsiteY2522" fmla="*/ 439943 h 8839200"/>
              <a:gd name="connsiteX2523" fmla="*/ 7438570 w 15732060"/>
              <a:gd name="connsiteY2523" fmla="*/ 843260 h 8839200"/>
              <a:gd name="connsiteX2524" fmla="*/ 7533499 w 15732060"/>
              <a:gd name="connsiteY2524" fmla="*/ 938190 h 8839200"/>
              <a:gd name="connsiteX2525" fmla="*/ 7535146 w 15732060"/>
              <a:gd name="connsiteY2525" fmla="*/ 962882 h 8839200"/>
              <a:gd name="connsiteX2526" fmla="*/ 7534597 w 15732060"/>
              <a:gd name="connsiteY2526" fmla="*/ 962882 h 8839200"/>
              <a:gd name="connsiteX2527" fmla="*/ 7560936 w 15732060"/>
              <a:gd name="connsiteY2527" fmla="*/ 962882 h 8839200"/>
              <a:gd name="connsiteX2528" fmla="*/ 7560936 w 15732060"/>
              <a:gd name="connsiteY2528" fmla="*/ 936544 h 8839200"/>
              <a:gd name="connsiteX2529" fmla="*/ 7536243 w 15732060"/>
              <a:gd name="connsiteY2529" fmla="*/ 934897 h 8839200"/>
              <a:gd name="connsiteX2530" fmla="*/ 7442959 w 15732060"/>
              <a:gd name="connsiteY2530" fmla="*/ 841613 h 8839200"/>
              <a:gd name="connsiteX2531" fmla="*/ 7442959 w 15732060"/>
              <a:gd name="connsiteY2531" fmla="*/ 442138 h 8839200"/>
              <a:gd name="connsiteX2532" fmla="*/ 7800182 w 15732060"/>
              <a:gd name="connsiteY2532" fmla="*/ 84916 h 8839200"/>
              <a:gd name="connsiteX2533" fmla="*/ 7824874 w 15732060"/>
              <a:gd name="connsiteY2533" fmla="*/ 83270 h 8839200"/>
              <a:gd name="connsiteX2534" fmla="*/ 7824874 w 15732060"/>
              <a:gd name="connsiteY2534" fmla="*/ 56931 h 8839200"/>
              <a:gd name="connsiteX2535" fmla="*/ 7811705 w 15732060"/>
              <a:gd name="connsiteY2535" fmla="*/ 51581 h 8839200"/>
              <a:gd name="connsiteX2536" fmla="*/ 10497734 w 15732060"/>
              <a:gd name="connsiteY2536" fmla="*/ 48837 h 8839200"/>
              <a:gd name="connsiteX2537" fmla="*/ 10484564 w 15732060"/>
              <a:gd name="connsiteY2537" fmla="*/ 54187 h 8839200"/>
              <a:gd name="connsiteX2538" fmla="*/ 10482918 w 15732060"/>
              <a:gd name="connsiteY2538" fmla="*/ 78879 h 8839200"/>
              <a:gd name="connsiteX2539" fmla="*/ 10090028 w 15732060"/>
              <a:gd name="connsiteY2539" fmla="*/ 471770 h 8839200"/>
              <a:gd name="connsiteX2540" fmla="*/ 10089479 w 15732060"/>
              <a:gd name="connsiteY2540" fmla="*/ 471770 h 8839200"/>
              <a:gd name="connsiteX2541" fmla="*/ 10089479 w 15732060"/>
              <a:gd name="connsiteY2541" fmla="*/ 839419 h 8839200"/>
              <a:gd name="connsiteX2542" fmla="*/ 9924312 w 15732060"/>
              <a:gd name="connsiteY2542" fmla="*/ 1004586 h 8839200"/>
              <a:gd name="connsiteX2543" fmla="*/ 9899619 w 15732060"/>
              <a:gd name="connsiteY2543" fmla="*/ 1006232 h 8839200"/>
              <a:gd name="connsiteX2544" fmla="*/ 9899619 w 15732060"/>
              <a:gd name="connsiteY2544" fmla="*/ 1032571 h 8839200"/>
              <a:gd name="connsiteX2545" fmla="*/ 9925958 w 15732060"/>
              <a:gd name="connsiteY2545" fmla="*/ 1032571 h 8839200"/>
              <a:gd name="connsiteX2546" fmla="*/ 9927604 w 15732060"/>
              <a:gd name="connsiteY2546" fmla="*/ 1007879 h 8839200"/>
              <a:gd name="connsiteX2547" fmla="*/ 10093869 w 15732060"/>
              <a:gd name="connsiteY2547" fmla="*/ 841613 h 8839200"/>
              <a:gd name="connsiteX2548" fmla="*/ 10094418 w 15732060"/>
              <a:gd name="connsiteY2548" fmla="*/ 841613 h 8839200"/>
              <a:gd name="connsiteX2549" fmla="*/ 10094418 w 15732060"/>
              <a:gd name="connsiteY2549" fmla="*/ 473965 h 8839200"/>
              <a:gd name="connsiteX2550" fmla="*/ 10486210 w 15732060"/>
              <a:gd name="connsiteY2550" fmla="*/ 82172 h 8839200"/>
              <a:gd name="connsiteX2551" fmla="*/ 10510903 w 15732060"/>
              <a:gd name="connsiteY2551" fmla="*/ 80526 h 8839200"/>
              <a:gd name="connsiteX2552" fmla="*/ 10510903 w 15732060"/>
              <a:gd name="connsiteY2552" fmla="*/ 54187 h 8839200"/>
              <a:gd name="connsiteX2553" fmla="*/ 10497734 w 15732060"/>
              <a:gd name="connsiteY2553" fmla="*/ 48837 h 8839200"/>
              <a:gd name="connsiteX2554" fmla="*/ 7029971 w 15732060"/>
              <a:gd name="connsiteY2554" fmla="*/ 45202 h 8839200"/>
              <a:gd name="connsiteX2555" fmla="*/ 7016596 w 15732060"/>
              <a:gd name="connsiteY2555" fmla="*/ 50346 h 8839200"/>
              <a:gd name="connsiteX2556" fmla="*/ 7016596 w 15732060"/>
              <a:gd name="connsiteY2556" fmla="*/ 76685 h 8839200"/>
              <a:gd name="connsiteX2557" fmla="*/ 7028532 w 15732060"/>
              <a:gd name="connsiteY2557" fmla="*/ 82035 h 8839200"/>
              <a:gd name="connsiteX2558" fmla="*/ 7040865 w 15732060"/>
              <a:gd name="connsiteY2558" fmla="*/ 78454 h 8839200"/>
              <a:gd name="connsiteX2559" fmla="*/ 7040742 w 15732060"/>
              <a:gd name="connsiteY2559" fmla="*/ 78331 h 8839200"/>
              <a:gd name="connsiteX2560" fmla="*/ 7041290 w 15732060"/>
              <a:gd name="connsiteY2560" fmla="*/ 78331 h 8839200"/>
              <a:gd name="connsiteX2561" fmla="*/ 7040865 w 15732060"/>
              <a:gd name="connsiteY2561" fmla="*/ 78454 h 8839200"/>
              <a:gd name="connsiteX2562" fmla="*/ 7268464 w 15732060"/>
              <a:gd name="connsiteY2562" fmla="*/ 306054 h 8839200"/>
              <a:gd name="connsiteX2563" fmla="*/ 7268464 w 15732060"/>
              <a:gd name="connsiteY2563" fmla="*/ 1389793 h 8839200"/>
              <a:gd name="connsiteX2564" fmla="*/ 7506612 w 15732060"/>
              <a:gd name="connsiteY2564" fmla="*/ 1627942 h 8839200"/>
              <a:gd name="connsiteX2565" fmla="*/ 7506612 w 15732060"/>
              <a:gd name="connsiteY2565" fmla="*/ 3202245 h 8839200"/>
              <a:gd name="connsiteX2566" fmla="*/ 7511550 w 15732060"/>
              <a:gd name="connsiteY2566" fmla="*/ 3202245 h 8839200"/>
              <a:gd name="connsiteX2567" fmla="*/ 7511550 w 15732060"/>
              <a:gd name="connsiteY2567" fmla="*/ 1625747 h 8839200"/>
              <a:gd name="connsiteX2568" fmla="*/ 7273402 w 15732060"/>
              <a:gd name="connsiteY2568" fmla="*/ 1387598 h 8839200"/>
              <a:gd name="connsiteX2569" fmla="*/ 7273402 w 15732060"/>
              <a:gd name="connsiteY2569" fmla="*/ 303859 h 8839200"/>
              <a:gd name="connsiteX2570" fmla="*/ 7044582 w 15732060"/>
              <a:gd name="connsiteY2570" fmla="*/ 75038 h 8839200"/>
              <a:gd name="connsiteX2571" fmla="*/ 7042936 w 15732060"/>
              <a:gd name="connsiteY2571" fmla="*/ 50346 h 8839200"/>
              <a:gd name="connsiteX2572" fmla="*/ 7029971 w 15732060"/>
              <a:gd name="connsiteY2572" fmla="*/ 45202 h 8839200"/>
              <a:gd name="connsiteX2573" fmla="*/ 4452386 w 15732060"/>
              <a:gd name="connsiteY2573" fmla="*/ 43350 h 8839200"/>
              <a:gd name="connsiteX2574" fmla="*/ 4439216 w 15732060"/>
              <a:gd name="connsiteY2574" fmla="*/ 48699 h 8839200"/>
              <a:gd name="connsiteX2575" fmla="*/ 4439216 w 15732060"/>
              <a:gd name="connsiteY2575" fmla="*/ 75038 h 8839200"/>
              <a:gd name="connsiteX2576" fmla="*/ 4463910 w 15732060"/>
              <a:gd name="connsiteY2576" fmla="*/ 76685 h 8839200"/>
              <a:gd name="connsiteX2577" fmla="*/ 4464458 w 15732060"/>
              <a:gd name="connsiteY2577" fmla="*/ 77234 h 8839200"/>
              <a:gd name="connsiteX2578" fmla="*/ 4608774 w 15732060"/>
              <a:gd name="connsiteY2578" fmla="*/ 221549 h 8839200"/>
              <a:gd name="connsiteX2579" fmla="*/ 4608774 w 15732060"/>
              <a:gd name="connsiteY2579" fmla="*/ 447626 h 8839200"/>
              <a:gd name="connsiteX2580" fmla="*/ 5077938 w 15732060"/>
              <a:gd name="connsiteY2580" fmla="*/ 916789 h 8839200"/>
              <a:gd name="connsiteX2581" fmla="*/ 5077938 w 15732060"/>
              <a:gd name="connsiteY2581" fmla="*/ 1060007 h 8839200"/>
              <a:gd name="connsiteX2582" fmla="*/ 5061476 w 15732060"/>
              <a:gd name="connsiteY2582" fmla="*/ 1078664 h 8839200"/>
              <a:gd name="connsiteX2583" fmla="*/ 5080132 w 15732060"/>
              <a:gd name="connsiteY2583" fmla="*/ 1097321 h 8839200"/>
              <a:gd name="connsiteX2584" fmla="*/ 5098790 w 15732060"/>
              <a:gd name="connsiteY2584" fmla="*/ 1078664 h 8839200"/>
              <a:gd name="connsiteX2585" fmla="*/ 5082327 w 15732060"/>
              <a:gd name="connsiteY2585" fmla="*/ 1060007 h 8839200"/>
              <a:gd name="connsiteX2586" fmla="*/ 5082327 w 15732060"/>
              <a:gd name="connsiteY2586" fmla="*/ 914594 h 8839200"/>
              <a:gd name="connsiteX2587" fmla="*/ 4613164 w 15732060"/>
              <a:gd name="connsiteY2587" fmla="*/ 445431 h 8839200"/>
              <a:gd name="connsiteX2588" fmla="*/ 4613164 w 15732060"/>
              <a:gd name="connsiteY2588" fmla="*/ 219355 h 8839200"/>
              <a:gd name="connsiteX2589" fmla="*/ 4467202 w 15732060"/>
              <a:gd name="connsiteY2589" fmla="*/ 73393 h 8839200"/>
              <a:gd name="connsiteX2590" fmla="*/ 4465556 w 15732060"/>
              <a:gd name="connsiteY2590" fmla="*/ 48699 h 8839200"/>
              <a:gd name="connsiteX2591" fmla="*/ 4452386 w 15732060"/>
              <a:gd name="connsiteY2591" fmla="*/ 43350 h 8839200"/>
              <a:gd name="connsiteX2592" fmla="*/ 11888213 w 15732060"/>
              <a:gd name="connsiteY2592" fmla="*/ 29083 h 8839200"/>
              <a:gd name="connsiteX2593" fmla="*/ 11875043 w 15732060"/>
              <a:gd name="connsiteY2593" fmla="*/ 34433 h 8839200"/>
              <a:gd name="connsiteX2594" fmla="*/ 11873397 w 15732060"/>
              <a:gd name="connsiteY2594" fmla="*/ 59125 h 8839200"/>
              <a:gd name="connsiteX2595" fmla="*/ 11618239 w 15732060"/>
              <a:gd name="connsiteY2595" fmla="*/ 314285 h 8839200"/>
              <a:gd name="connsiteX2596" fmla="*/ 11617689 w 15732060"/>
              <a:gd name="connsiteY2596" fmla="*/ 314285 h 8839200"/>
              <a:gd name="connsiteX2597" fmla="*/ 11617689 w 15732060"/>
              <a:gd name="connsiteY2597" fmla="*/ 416897 h 8839200"/>
              <a:gd name="connsiteX2598" fmla="*/ 11462948 w 15732060"/>
              <a:gd name="connsiteY2598" fmla="*/ 571638 h 8839200"/>
              <a:gd name="connsiteX2599" fmla="*/ 11376249 w 15732060"/>
              <a:gd name="connsiteY2599" fmla="*/ 571638 h 8839200"/>
              <a:gd name="connsiteX2600" fmla="*/ 11279124 w 15732060"/>
              <a:gd name="connsiteY2600" fmla="*/ 668763 h 8839200"/>
              <a:gd name="connsiteX2601" fmla="*/ 11279671 w 15732060"/>
              <a:gd name="connsiteY2601" fmla="*/ 668215 h 8839200"/>
              <a:gd name="connsiteX2602" fmla="*/ 11254979 w 15732060"/>
              <a:gd name="connsiteY2602" fmla="*/ 669861 h 8839200"/>
              <a:gd name="connsiteX2603" fmla="*/ 11254979 w 15732060"/>
              <a:gd name="connsiteY2603" fmla="*/ 696200 h 8839200"/>
              <a:gd name="connsiteX2604" fmla="*/ 11281318 w 15732060"/>
              <a:gd name="connsiteY2604" fmla="*/ 696200 h 8839200"/>
              <a:gd name="connsiteX2605" fmla="*/ 11282965 w 15732060"/>
              <a:gd name="connsiteY2605" fmla="*/ 671507 h 8839200"/>
              <a:gd name="connsiteX2606" fmla="*/ 11378443 w 15732060"/>
              <a:gd name="connsiteY2606" fmla="*/ 576029 h 8839200"/>
              <a:gd name="connsiteX2607" fmla="*/ 11465142 w 15732060"/>
              <a:gd name="connsiteY2607" fmla="*/ 576029 h 8839200"/>
              <a:gd name="connsiteX2608" fmla="*/ 11622079 w 15732060"/>
              <a:gd name="connsiteY2608" fmla="*/ 419092 h 8839200"/>
              <a:gd name="connsiteX2609" fmla="*/ 11622628 w 15732060"/>
              <a:gd name="connsiteY2609" fmla="*/ 419092 h 8839200"/>
              <a:gd name="connsiteX2610" fmla="*/ 11622628 w 15732060"/>
              <a:gd name="connsiteY2610" fmla="*/ 316480 h 8839200"/>
              <a:gd name="connsiteX2611" fmla="*/ 11876689 w 15732060"/>
              <a:gd name="connsiteY2611" fmla="*/ 62418 h 8839200"/>
              <a:gd name="connsiteX2612" fmla="*/ 11901382 w 15732060"/>
              <a:gd name="connsiteY2612" fmla="*/ 60772 h 8839200"/>
              <a:gd name="connsiteX2613" fmla="*/ 11901382 w 15732060"/>
              <a:gd name="connsiteY2613" fmla="*/ 34433 h 8839200"/>
              <a:gd name="connsiteX2614" fmla="*/ 11888213 w 15732060"/>
              <a:gd name="connsiteY2614" fmla="*/ 29083 h 8839200"/>
              <a:gd name="connsiteX2615" fmla="*/ 14013990 w 15732060"/>
              <a:gd name="connsiteY2615" fmla="*/ 19754 h 8839200"/>
              <a:gd name="connsiteX2616" fmla="*/ 14000819 w 15732060"/>
              <a:gd name="connsiteY2616" fmla="*/ 25104 h 8839200"/>
              <a:gd name="connsiteX2617" fmla="*/ 13999173 w 15732060"/>
              <a:gd name="connsiteY2617" fmla="*/ 49797 h 8839200"/>
              <a:gd name="connsiteX2618" fmla="*/ 13179921 w 15732060"/>
              <a:gd name="connsiteY2618" fmla="*/ 869050 h 8839200"/>
              <a:gd name="connsiteX2619" fmla="*/ 12643813 w 15732060"/>
              <a:gd name="connsiteY2619" fmla="*/ 869050 h 8839200"/>
              <a:gd name="connsiteX2620" fmla="*/ 12374935 w 15732060"/>
              <a:gd name="connsiteY2620" fmla="*/ 1137927 h 8839200"/>
              <a:gd name="connsiteX2621" fmla="*/ 12374386 w 15732060"/>
              <a:gd name="connsiteY2621" fmla="*/ 1137927 h 8839200"/>
              <a:gd name="connsiteX2622" fmla="*/ 12374386 w 15732060"/>
              <a:gd name="connsiteY2622" fmla="*/ 1230662 h 8839200"/>
              <a:gd name="connsiteX2623" fmla="*/ 11985338 w 15732060"/>
              <a:gd name="connsiteY2623" fmla="*/ 1619711 h 8839200"/>
              <a:gd name="connsiteX2624" fmla="*/ 10850018 w 15732060"/>
              <a:gd name="connsiteY2624" fmla="*/ 1619711 h 8839200"/>
              <a:gd name="connsiteX2625" fmla="*/ 10752892 w 15732060"/>
              <a:gd name="connsiteY2625" fmla="*/ 1716836 h 8839200"/>
              <a:gd name="connsiteX2626" fmla="*/ 10728200 w 15732060"/>
              <a:gd name="connsiteY2626" fmla="*/ 1718482 h 8839200"/>
              <a:gd name="connsiteX2627" fmla="*/ 10728200 w 15732060"/>
              <a:gd name="connsiteY2627" fmla="*/ 1744821 h 8839200"/>
              <a:gd name="connsiteX2628" fmla="*/ 10754538 w 15732060"/>
              <a:gd name="connsiteY2628" fmla="*/ 1744821 h 8839200"/>
              <a:gd name="connsiteX2629" fmla="*/ 10756185 w 15732060"/>
              <a:gd name="connsiteY2629" fmla="*/ 1720128 h 8839200"/>
              <a:gd name="connsiteX2630" fmla="*/ 10851663 w 15732060"/>
              <a:gd name="connsiteY2630" fmla="*/ 1624649 h 8839200"/>
              <a:gd name="connsiteX2631" fmla="*/ 11986984 w 15732060"/>
              <a:gd name="connsiteY2631" fmla="*/ 1624649 h 8839200"/>
              <a:gd name="connsiteX2632" fmla="*/ 12378228 w 15732060"/>
              <a:gd name="connsiteY2632" fmla="*/ 1233405 h 8839200"/>
              <a:gd name="connsiteX2633" fmla="*/ 12378776 w 15732060"/>
              <a:gd name="connsiteY2633" fmla="*/ 1233405 h 8839200"/>
              <a:gd name="connsiteX2634" fmla="*/ 12378776 w 15732060"/>
              <a:gd name="connsiteY2634" fmla="*/ 1140671 h 8839200"/>
              <a:gd name="connsiteX2635" fmla="*/ 12645459 w 15732060"/>
              <a:gd name="connsiteY2635" fmla="*/ 873988 h 8839200"/>
              <a:gd name="connsiteX2636" fmla="*/ 13181567 w 15732060"/>
              <a:gd name="connsiteY2636" fmla="*/ 873988 h 8839200"/>
              <a:gd name="connsiteX2637" fmla="*/ 14002466 w 15732060"/>
              <a:gd name="connsiteY2637" fmla="*/ 53090 h 8839200"/>
              <a:gd name="connsiteX2638" fmla="*/ 14027159 w 15732060"/>
              <a:gd name="connsiteY2638" fmla="*/ 51443 h 8839200"/>
              <a:gd name="connsiteX2639" fmla="*/ 14027159 w 15732060"/>
              <a:gd name="connsiteY2639" fmla="*/ 25104 h 8839200"/>
              <a:gd name="connsiteX2640" fmla="*/ 14013990 w 15732060"/>
              <a:gd name="connsiteY2640" fmla="*/ 19754 h 8839200"/>
              <a:gd name="connsiteX2641" fmla="*/ 15502142 w 15732060"/>
              <a:gd name="connsiteY2641" fmla="*/ 0 h 8839200"/>
              <a:gd name="connsiteX2642" fmla="*/ 15488973 w 15732060"/>
              <a:gd name="connsiteY2642" fmla="*/ 5350 h 8839200"/>
              <a:gd name="connsiteX2643" fmla="*/ 15487326 w 15732060"/>
              <a:gd name="connsiteY2643" fmla="*/ 30043 h 8839200"/>
              <a:gd name="connsiteX2644" fmla="*/ 15189365 w 15732060"/>
              <a:gd name="connsiteY2644" fmla="*/ 328003 h 8839200"/>
              <a:gd name="connsiteX2645" fmla="*/ 14634602 w 15732060"/>
              <a:gd name="connsiteY2645" fmla="*/ 328003 h 8839200"/>
              <a:gd name="connsiteX2646" fmla="*/ 13882293 w 15732060"/>
              <a:gd name="connsiteY2646" fmla="*/ 1080311 h 8839200"/>
              <a:gd name="connsiteX2647" fmla="*/ 12793067 w 15732060"/>
              <a:gd name="connsiteY2647" fmla="*/ 1080311 h 8839200"/>
              <a:gd name="connsiteX2648" fmla="*/ 12792519 w 15732060"/>
              <a:gd name="connsiteY2648" fmla="*/ 1080859 h 8839200"/>
              <a:gd name="connsiteX2649" fmla="*/ 12773861 w 15732060"/>
              <a:gd name="connsiteY2649" fmla="*/ 1064397 h 8839200"/>
              <a:gd name="connsiteX2650" fmla="*/ 12755204 w 15732060"/>
              <a:gd name="connsiteY2650" fmla="*/ 1083053 h 8839200"/>
              <a:gd name="connsiteX2651" fmla="*/ 12773861 w 15732060"/>
              <a:gd name="connsiteY2651" fmla="*/ 1101710 h 8839200"/>
              <a:gd name="connsiteX2652" fmla="*/ 12792519 w 15732060"/>
              <a:gd name="connsiteY2652" fmla="*/ 1085249 h 8839200"/>
              <a:gd name="connsiteX2653" fmla="*/ 13883940 w 15732060"/>
              <a:gd name="connsiteY2653" fmla="*/ 1085249 h 8839200"/>
              <a:gd name="connsiteX2654" fmla="*/ 14636248 w 15732060"/>
              <a:gd name="connsiteY2654" fmla="*/ 332941 h 8839200"/>
              <a:gd name="connsiteX2655" fmla="*/ 15191012 w 15732060"/>
              <a:gd name="connsiteY2655" fmla="*/ 332941 h 8839200"/>
              <a:gd name="connsiteX2656" fmla="*/ 15490618 w 15732060"/>
              <a:gd name="connsiteY2656" fmla="*/ 33335 h 8839200"/>
              <a:gd name="connsiteX2657" fmla="*/ 15515312 w 15732060"/>
              <a:gd name="connsiteY2657" fmla="*/ 31689 h 8839200"/>
              <a:gd name="connsiteX2658" fmla="*/ 15515312 w 15732060"/>
              <a:gd name="connsiteY2658" fmla="*/ 5350 h 8839200"/>
              <a:gd name="connsiteX2659" fmla="*/ 15502142 w 15732060"/>
              <a:gd name="connsiteY2659" fmla="*/ 0 h 883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</a:cxnLst>
            <a:rect l="l" t="t" r="r" b="b"/>
            <a:pathLst>
              <a:path w="15732060" h="8839200">
                <a:moveTo>
                  <a:pt x="10986103" y="8468534"/>
                </a:moveTo>
                <a:cubicBezTo>
                  <a:pt x="10981301" y="8468534"/>
                  <a:pt x="10976500" y="8470318"/>
                  <a:pt x="10972932" y="8473884"/>
                </a:cubicBezTo>
                <a:cubicBezTo>
                  <a:pt x="10965799" y="8481018"/>
                  <a:pt x="10965799" y="8493090"/>
                  <a:pt x="10972932" y="8500223"/>
                </a:cubicBezTo>
                <a:cubicBezTo>
                  <a:pt x="10979517" y="8506808"/>
                  <a:pt x="10989943" y="8507357"/>
                  <a:pt x="10997626" y="8501870"/>
                </a:cubicBezTo>
                <a:lnTo>
                  <a:pt x="11103530" y="8607774"/>
                </a:lnTo>
                <a:lnTo>
                  <a:pt x="11103530" y="8765808"/>
                </a:lnTo>
                <a:cubicBezTo>
                  <a:pt x="11094202" y="8766906"/>
                  <a:pt x="11087069" y="8774588"/>
                  <a:pt x="11087069" y="8784465"/>
                </a:cubicBezTo>
                <a:cubicBezTo>
                  <a:pt x="11087069" y="8794342"/>
                  <a:pt x="11095299" y="8803121"/>
                  <a:pt x="11105724" y="8803121"/>
                </a:cubicBezTo>
                <a:cubicBezTo>
                  <a:pt x="11116151" y="8803121"/>
                  <a:pt x="11124382" y="8794890"/>
                  <a:pt x="11124382" y="8784465"/>
                </a:cubicBezTo>
                <a:cubicBezTo>
                  <a:pt x="11124382" y="8779252"/>
                  <a:pt x="11122599" y="8774863"/>
                  <a:pt x="11119649" y="8771639"/>
                </a:cubicBezTo>
                <a:lnTo>
                  <a:pt x="11108468" y="8766081"/>
                </a:lnTo>
                <a:lnTo>
                  <a:pt x="11108468" y="8766357"/>
                </a:lnTo>
                <a:lnTo>
                  <a:pt x="11107920" y="8765808"/>
                </a:lnTo>
                <a:lnTo>
                  <a:pt x="11108468" y="8766081"/>
                </a:lnTo>
                <a:lnTo>
                  <a:pt x="11108468" y="8606128"/>
                </a:lnTo>
                <a:lnTo>
                  <a:pt x="11000918" y="8498577"/>
                </a:lnTo>
                <a:cubicBezTo>
                  <a:pt x="11006405" y="8491444"/>
                  <a:pt x="11005856" y="8480469"/>
                  <a:pt x="10999272" y="8473884"/>
                </a:cubicBezTo>
                <a:cubicBezTo>
                  <a:pt x="10995706" y="8470318"/>
                  <a:pt x="10990904" y="8468534"/>
                  <a:pt x="10986103" y="8468534"/>
                </a:cubicBezTo>
                <a:close/>
                <a:moveTo>
                  <a:pt x="8224898" y="8413113"/>
                </a:moveTo>
                <a:cubicBezTo>
                  <a:pt x="8220097" y="8413113"/>
                  <a:pt x="8215295" y="8414896"/>
                  <a:pt x="8211729" y="8418462"/>
                </a:cubicBezTo>
                <a:cubicBezTo>
                  <a:pt x="8204595" y="8425596"/>
                  <a:pt x="8204595" y="8437668"/>
                  <a:pt x="8211729" y="8444801"/>
                </a:cubicBezTo>
                <a:cubicBezTo>
                  <a:pt x="8218313" y="8451386"/>
                  <a:pt x="8228739" y="8451935"/>
                  <a:pt x="8236421" y="8446447"/>
                </a:cubicBezTo>
                <a:lnTo>
                  <a:pt x="8332998" y="8543025"/>
                </a:lnTo>
                <a:lnTo>
                  <a:pt x="8332998" y="8766906"/>
                </a:lnTo>
                <a:cubicBezTo>
                  <a:pt x="8323669" y="8768004"/>
                  <a:pt x="8316536" y="8775685"/>
                  <a:pt x="8316536" y="8785562"/>
                </a:cubicBezTo>
                <a:cubicBezTo>
                  <a:pt x="8316536" y="8795440"/>
                  <a:pt x="8324767" y="8804219"/>
                  <a:pt x="8335193" y="8804219"/>
                </a:cubicBezTo>
                <a:cubicBezTo>
                  <a:pt x="8345618" y="8804219"/>
                  <a:pt x="8353849" y="8795989"/>
                  <a:pt x="8353849" y="8785562"/>
                </a:cubicBezTo>
                <a:cubicBezTo>
                  <a:pt x="8353849" y="8775136"/>
                  <a:pt x="8346716" y="8768004"/>
                  <a:pt x="8337388" y="8766906"/>
                </a:cubicBezTo>
                <a:lnTo>
                  <a:pt x="8337388" y="8766357"/>
                </a:lnTo>
                <a:lnTo>
                  <a:pt x="8337388" y="8540829"/>
                </a:lnTo>
                <a:lnTo>
                  <a:pt x="8239714" y="8443156"/>
                </a:lnTo>
                <a:cubicBezTo>
                  <a:pt x="8245202" y="8436022"/>
                  <a:pt x="8244653" y="8425047"/>
                  <a:pt x="8238067" y="8418462"/>
                </a:cubicBezTo>
                <a:cubicBezTo>
                  <a:pt x="8234500" y="8414896"/>
                  <a:pt x="8229699" y="8413113"/>
                  <a:pt x="8224898" y="8413113"/>
                </a:cubicBezTo>
                <a:close/>
                <a:moveTo>
                  <a:pt x="3962920" y="8307757"/>
                </a:moveTo>
                <a:cubicBezTo>
                  <a:pt x="3958119" y="8307757"/>
                  <a:pt x="3953317" y="8309540"/>
                  <a:pt x="3949750" y="8313107"/>
                </a:cubicBezTo>
                <a:cubicBezTo>
                  <a:pt x="3943166" y="8319692"/>
                  <a:pt x="3942617" y="8330118"/>
                  <a:pt x="3948105" y="8337800"/>
                </a:cubicBezTo>
                <a:lnTo>
                  <a:pt x="3837261" y="8448642"/>
                </a:lnTo>
                <a:lnTo>
                  <a:pt x="3672642" y="8448642"/>
                </a:lnTo>
                <a:lnTo>
                  <a:pt x="3363708" y="8757578"/>
                </a:lnTo>
                <a:cubicBezTo>
                  <a:pt x="3356574" y="8752090"/>
                  <a:pt x="3345600" y="8752638"/>
                  <a:pt x="3339016" y="8759223"/>
                </a:cubicBezTo>
                <a:cubicBezTo>
                  <a:pt x="3331882" y="8766357"/>
                  <a:pt x="3331882" y="8778429"/>
                  <a:pt x="3339016" y="8785562"/>
                </a:cubicBezTo>
                <a:cubicBezTo>
                  <a:pt x="3346149" y="8792696"/>
                  <a:pt x="3358221" y="8792696"/>
                  <a:pt x="3365354" y="8785562"/>
                </a:cubicBezTo>
                <a:cubicBezTo>
                  <a:pt x="3371938" y="8778977"/>
                  <a:pt x="3372488" y="8768552"/>
                  <a:pt x="3367000" y="8760869"/>
                </a:cubicBezTo>
                <a:lnTo>
                  <a:pt x="3674289" y="8453582"/>
                </a:lnTo>
                <a:lnTo>
                  <a:pt x="3838908" y="8453582"/>
                </a:lnTo>
                <a:lnTo>
                  <a:pt x="3951397" y="8341092"/>
                </a:lnTo>
                <a:cubicBezTo>
                  <a:pt x="3958530" y="8346579"/>
                  <a:pt x="3969504" y="8346031"/>
                  <a:pt x="3976090" y="8339446"/>
                </a:cubicBezTo>
                <a:cubicBezTo>
                  <a:pt x="3983223" y="8332313"/>
                  <a:pt x="3983223" y="8320240"/>
                  <a:pt x="3976090" y="8313107"/>
                </a:cubicBezTo>
                <a:cubicBezTo>
                  <a:pt x="3972523" y="8309540"/>
                  <a:pt x="3967722" y="8307757"/>
                  <a:pt x="3962920" y="8307757"/>
                </a:cubicBezTo>
                <a:close/>
                <a:moveTo>
                  <a:pt x="9268031" y="8282516"/>
                </a:moveTo>
                <a:cubicBezTo>
                  <a:pt x="9263230" y="8282516"/>
                  <a:pt x="9258428" y="8284299"/>
                  <a:pt x="9254862" y="8287866"/>
                </a:cubicBezTo>
                <a:cubicBezTo>
                  <a:pt x="9247729" y="8294998"/>
                  <a:pt x="9247729" y="8307071"/>
                  <a:pt x="9254862" y="8314204"/>
                </a:cubicBezTo>
                <a:cubicBezTo>
                  <a:pt x="9261446" y="8320790"/>
                  <a:pt x="9271873" y="8321338"/>
                  <a:pt x="9279556" y="8315851"/>
                </a:cubicBezTo>
                <a:lnTo>
                  <a:pt x="9328941" y="8365236"/>
                </a:lnTo>
                <a:lnTo>
                  <a:pt x="9328941" y="8753736"/>
                </a:lnTo>
                <a:cubicBezTo>
                  <a:pt x="9319612" y="8754834"/>
                  <a:pt x="9312479" y="8762516"/>
                  <a:pt x="9312479" y="8772392"/>
                </a:cubicBezTo>
                <a:cubicBezTo>
                  <a:pt x="9312479" y="8782270"/>
                  <a:pt x="9320709" y="8791049"/>
                  <a:pt x="9331135" y="8791049"/>
                </a:cubicBezTo>
                <a:cubicBezTo>
                  <a:pt x="9341562" y="8791049"/>
                  <a:pt x="9349792" y="8782819"/>
                  <a:pt x="9349792" y="8772392"/>
                </a:cubicBezTo>
                <a:cubicBezTo>
                  <a:pt x="9349792" y="8761966"/>
                  <a:pt x="9342659" y="8754834"/>
                  <a:pt x="9333330" y="8753736"/>
                </a:cubicBezTo>
                <a:lnTo>
                  <a:pt x="9333330" y="8363042"/>
                </a:lnTo>
                <a:lnTo>
                  <a:pt x="9282847" y="8312558"/>
                </a:lnTo>
                <a:cubicBezTo>
                  <a:pt x="9288335" y="8305425"/>
                  <a:pt x="9287786" y="8294450"/>
                  <a:pt x="9281201" y="8287866"/>
                </a:cubicBezTo>
                <a:cubicBezTo>
                  <a:pt x="9277634" y="8284299"/>
                  <a:pt x="9272833" y="8282516"/>
                  <a:pt x="9268031" y="8282516"/>
                </a:cubicBezTo>
                <a:close/>
                <a:moveTo>
                  <a:pt x="13399413" y="8163990"/>
                </a:moveTo>
                <a:cubicBezTo>
                  <a:pt x="13394611" y="8163990"/>
                  <a:pt x="13389810" y="8165773"/>
                  <a:pt x="13386243" y="8169340"/>
                </a:cubicBezTo>
                <a:cubicBezTo>
                  <a:pt x="13379109" y="8176473"/>
                  <a:pt x="13379109" y="8188545"/>
                  <a:pt x="13386243" y="8195679"/>
                </a:cubicBezTo>
                <a:cubicBezTo>
                  <a:pt x="13392828" y="8202264"/>
                  <a:pt x="13403253" y="8202812"/>
                  <a:pt x="13410936" y="8197326"/>
                </a:cubicBezTo>
                <a:lnTo>
                  <a:pt x="13824129" y="8610517"/>
                </a:lnTo>
                <a:lnTo>
                  <a:pt x="13824677" y="8610517"/>
                </a:lnTo>
                <a:cubicBezTo>
                  <a:pt x="13824677" y="8611066"/>
                  <a:pt x="14476568" y="8611066"/>
                  <a:pt x="14476568" y="8611066"/>
                </a:cubicBezTo>
                <a:lnTo>
                  <a:pt x="14643380" y="8777880"/>
                </a:lnTo>
                <a:cubicBezTo>
                  <a:pt x="14637893" y="8785014"/>
                  <a:pt x="14638443" y="8795989"/>
                  <a:pt x="14645027" y="8802573"/>
                </a:cubicBezTo>
                <a:cubicBezTo>
                  <a:pt x="14652160" y="8809706"/>
                  <a:pt x="14664232" y="8809706"/>
                  <a:pt x="14671366" y="8802573"/>
                </a:cubicBezTo>
                <a:cubicBezTo>
                  <a:pt x="14678500" y="8795440"/>
                  <a:pt x="14678500" y="8783367"/>
                  <a:pt x="14671366" y="8776235"/>
                </a:cubicBezTo>
                <a:cubicBezTo>
                  <a:pt x="14664782" y="8769650"/>
                  <a:pt x="14654355" y="8769101"/>
                  <a:pt x="14646673" y="8774588"/>
                </a:cubicBezTo>
                <a:lnTo>
                  <a:pt x="14479311" y="8607225"/>
                </a:lnTo>
                <a:lnTo>
                  <a:pt x="14478762" y="8607225"/>
                </a:lnTo>
                <a:cubicBezTo>
                  <a:pt x="14478762" y="8606676"/>
                  <a:pt x="13826872" y="8606676"/>
                  <a:pt x="13826872" y="8606676"/>
                </a:cubicBezTo>
                <a:lnTo>
                  <a:pt x="13414228" y="8194032"/>
                </a:lnTo>
                <a:cubicBezTo>
                  <a:pt x="13419715" y="8186900"/>
                  <a:pt x="13419167" y="8175925"/>
                  <a:pt x="13412582" y="8169340"/>
                </a:cubicBezTo>
                <a:cubicBezTo>
                  <a:pt x="13409015" y="8165773"/>
                  <a:pt x="13404214" y="8163990"/>
                  <a:pt x="13399413" y="8163990"/>
                </a:cubicBezTo>
                <a:close/>
                <a:moveTo>
                  <a:pt x="8317084" y="8068511"/>
                </a:moveTo>
                <a:cubicBezTo>
                  <a:pt x="8312282" y="8068511"/>
                  <a:pt x="8307481" y="8070295"/>
                  <a:pt x="8303915" y="8073861"/>
                </a:cubicBezTo>
                <a:cubicBezTo>
                  <a:pt x="8296782" y="8080994"/>
                  <a:pt x="8296782" y="8093067"/>
                  <a:pt x="8303915" y="8100200"/>
                </a:cubicBezTo>
                <a:cubicBezTo>
                  <a:pt x="8310500" y="8106785"/>
                  <a:pt x="8320925" y="8107334"/>
                  <a:pt x="8328608" y="8101846"/>
                </a:cubicBezTo>
                <a:lnTo>
                  <a:pt x="8425733" y="8198971"/>
                </a:lnTo>
                <a:lnTo>
                  <a:pt x="8426282" y="8198971"/>
                </a:lnTo>
                <a:cubicBezTo>
                  <a:pt x="8426282" y="8199520"/>
                  <a:pt x="8649614" y="8199520"/>
                  <a:pt x="8649614" y="8199520"/>
                </a:cubicBezTo>
                <a:lnTo>
                  <a:pt x="8891603" y="8441510"/>
                </a:lnTo>
                <a:lnTo>
                  <a:pt x="8891603" y="8753187"/>
                </a:lnTo>
                <a:cubicBezTo>
                  <a:pt x="8882275" y="8754285"/>
                  <a:pt x="8875142" y="8761966"/>
                  <a:pt x="8875142" y="8771844"/>
                </a:cubicBezTo>
                <a:cubicBezTo>
                  <a:pt x="8875142" y="8781721"/>
                  <a:pt x="8883373" y="8790501"/>
                  <a:pt x="8893799" y="8790501"/>
                </a:cubicBezTo>
                <a:cubicBezTo>
                  <a:pt x="8904225" y="8790501"/>
                  <a:pt x="8912456" y="8782270"/>
                  <a:pt x="8912456" y="8771844"/>
                </a:cubicBezTo>
                <a:cubicBezTo>
                  <a:pt x="8912456" y="8766631"/>
                  <a:pt x="8910672" y="8762242"/>
                  <a:pt x="8907723" y="8759018"/>
                </a:cubicBezTo>
                <a:lnTo>
                  <a:pt x="8896542" y="8753460"/>
                </a:lnTo>
                <a:lnTo>
                  <a:pt x="8896542" y="8753736"/>
                </a:lnTo>
                <a:lnTo>
                  <a:pt x="8895993" y="8753187"/>
                </a:lnTo>
                <a:lnTo>
                  <a:pt x="8896542" y="8753460"/>
                </a:lnTo>
                <a:lnTo>
                  <a:pt x="8896542" y="8439863"/>
                </a:lnTo>
                <a:lnTo>
                  <a:pt x="8652358" y="8195679"/>
                </a:lnTo>
                <a:lnTo>
                  <a:pt x="8651810" y="8195679"/>
                </a:lnTo>
                <a:cubicBezTo>
                  <a:pt x="8651810" y="8195130"/>
                  <a:pt x="8428477" y="8195130"/>
                  <a:pt x="8428477" y="8195130"/>
                </a:cubicBezTo>
                <a:lnTo>
                  <a:pt x="8331900" y="8098555"/>
                </a:lnTo>
                <a:cubicBezTo>
                  <a:pt x="8337388" y="8091420"/>
                  <a:pt x="8336839" y="8080445"/>
                  <a:pt x="8330254" y="8073861"/>
                </a:cubicBezTo>
                <a:cubicBezTo>
                  <a:pt x="8326687" y="8070295"/>
                  <a:pt x="8321885" y="8068511"/>
                  <a:pt x="8317084" y="8068511"/>
                </a:cubicBezTo>
                <a:close/>
                <a:moveTo>
                  <a:pt x="903206" y="7993746"/>
                </a:moveTo>
                <a:cubicBezTo>
                  <a:pt x="892782" y="7993746"/>
                  <a:pt x="885648" y="8000881"/>
                  <a:pt x="884550" y="8010209"/>
                </a:cubicBezTo>
                <a:lnTo>
                  <a:pt x="260646" y="8010209"/>
                </a:lnTo>
                <a:lnTo>
                  <a:pt x="133340" y="8137514"/>
                </a:lnTo>
                <a:cubicBezTo>
                  <a:pt x="126208" y="8132026"/>
                  <a:pt x="115232" y="8132575"/>
                  <a:pt x="108648" y="8139160"/>
                </a:cubicBezTo>
                <a:cubicBezTo>
                  <a:pt x="102062" y="8145745"/>
                  <a:pt x="101514" y="8158365"/>
                  <a:pt x="108648" y="8165499"/>
                </a:cubicBezTo>
                <a:cubicBezTo>
                  <a:pt x="115780" y="8172632"/>
                  <a:pt x="127852" y="8172632"/>
                  <a:pt x="134986" y="8165499"/>
                </a:cubicBezTo>
                <a:cubicBezTo>
                  <a:pt x="141572" y="8158915"/>
                  <a:pt x="142120" y="8148489"/>
                  <a:pt x="136634" y="8140807"/>
                </a:cubicBezTo>
                <a:lnTo>
                  <a:pt x="262840" y="8014598"/>
                </a:lnTo>
                <a:lnTo>
                  <a:pt x="884550" y="8014598"/>
                </a:lnTo>
                <a:cubicBezTo>
                  <a:pt x="885648" y="8023926"/>
                  <a:pt x="893330" y="8031060"/>
                  <a:pt x="903206" y="8031060"/>
                </a:cubicBezTo>
                <a:cubicBezTo>
                  <a:pt x="913084" y="8031060"/>
                  <a:pt x="921864" y="8022829"/>
                  <a:pt x="921864" y="8012403"/>
                </a:cubicBezTo>
                <a:cubicBezTo>
                  <a:pt x="921864" y="8001978"/>
                  <a:pt x="913632" y="7993746"/>
                  <a:pt x="903206" y="7993746"/>
                </a:cubicBezTo>
                <a:close/>
                <a:moveTo>
                  <a:pt x="4129185" y="7974541"/>
                </a:moveTo>
                <a:cubicBezTo>
                  <a:pt x="4118759" y="7974541"/>
                  <a:pt x="4110528" y="7982772"/>
                  <a:pt x="4110528" y="7993198"/>
                </a:cubicBezTo>
                <a:cubicBezTo>
                  <a:pt x="4110528" y="8003624"/>
                  <a:pt x="4117662" y="8010757"/>
                  <a:pt x="4126990" y="8011855"/>
                </a:cubicBezTo>
                <a:lnTo>
                  <a:pt x="4126990" y="8401452"/>
                </a:lnTo>
                <a:lnTo>
                  <a:pt x="3920119" y="8608323"/>
                </a:lnTo>
                <a:lnTo>
                  <a:pt x="3804337" y="8608323"/>
                </a:lnTo>
                <a:lnTo>
                  <a:pt x="3646852" y="8765808"/>
                </a:lnTo>
                <a:cubicBezTo>
                  <a:pt x="3639719" y="8760321"/>
                  <a:pt x="3628744" y="8760869"/>
                  <a:pt x="3622159" y="8767454"/>
                </a:cubicBezTo>
                <a:cubicBezTo>
                  <a:pt x="3615026" y="8774588"/>
                  <a:pt x="3615026" y="8786660"/>
                  <a:pt x="3622159" y="8793793"/>
                </a:cubicBezTo>
                <a:cubicBezTo>
                  <a:pt x="3629293" y="8800927"/>
                  <a:pt x="3641365" y="8800927"/>
                  <a:pt x="3648498" y="8793793"/>
                </a:cubicBezTo>
                <a:cubicBezTo>
                  <a:pt x="3655083" y="8787209"/>
                  <a:pt x="3655632" y="8776783"/>
                  <a:pt x="3650144" y="8769101"/>
                </a:cubicBezTo>
                <a:lnTo>
                  <a:pt x="3805984" y="8613261"/>
                </a:lnTo>
                <a:lnTo>
                  <a:pt x="3921766" y="8613261"/>
                </a:lnTo>
                <a:lnTo>
                  <a:pt x="4131380" y="8403648"/>
                </a:lnTo>
                <a:lnTo>
                  <a:pt x="4131380" y="8011855"/>
                </a:lnTo>
                <a:cubicBezTo>
                  <a:pt x="4140708" y="8010757"/>
                  <a:pt x="4147842" y="8003075"/>
                  <a:pt x="4147842" y="7993198"/>
                </a:cubicBezTo>
                <a:cubicBezTo>
                  <a:pt x="4147842" y="7983321"/>
                  <a:pt x="4139611" y="7974541"/>
                  <a:pt x="4129185" y="7974541"/>
                </a:cubicBezTo>
                <a:close/>
                <a:moveTo>
                  <a:pt x="9336828" y="7947997"/>
                </a:moveTo>
                <a:cubicBezTo>
                  <a:pt x="9331958" y="7947928"/>
                  <a:pt x="9327020" y="7949574"/>
                  <a:pt x="9323453" y="7953141"/>
                </a:cubicBezTo>
                <a:cubicBezTo>
                  <a:pt x="9316320" y="7960275"/>
                  <a:pt x="9316320" y="7972347"/>
                  <a:pt x="9323453" y="7979480"/>
                </a:cubicBezTo>
                <a:cubicBezTo>
                  <a:pt x="9330038" y="7986065"/>
                  <a:pt x="9340464" y="7986614"/>
                  <a:pt x="9348147" y="7981126"/>
                </a:cubicBezTo>
                <a:lnTo>
                  <a:pt x="9667506" y="8300486"/>
                </a:lnTo>
                <a:lnTo>
                  <a:pt x="9667506" y="8759772"/>
                </a:lnTo>
                <a:cubicBezTo>
                  <a:pt x="9658178" y="8760869"/>
                  <a:pt x="9651044" y="8768552"/>
                  <a:pt x="9651044" y="8778429"/>
                </a:cubicBezTo>
                <a:cubicBezTo>
                  <a:pt x="9651044" y="8788306"/>
                  <a:pt x="9659275" y="8797086"/>
                  <a:pt x="9669701" y="8797086"/>
                </a:cubicBezTo>
                <a:cubicBezTo>
                  <a:pt x="9680127" y="8797086"/>
                  <a:pt x="9688358" y="8788855"/>
                  <a:pt x="9688358" y="8778429"/>
                </a:cubicBezTo>
                <a:cubicBezTo>
                  <a:pt x="9688358" y="8773217"/>
                  <a:pt x="9686575" y="8768827"/>
                  <a:pt x="9683626" y="8765603"/>
                </a:cubicBezTo>
                <a:lnTo>
                  <a:pt x="9672445" y="8760045"/>
                </a:lnTo>
                <a:lnTo>
                  <a:pt x="9672445" y="8760321"/>
                </a:lnTo>
                <a:lnTo>
                  <a:pt x="9671897" y="8759772"/>
                </a:lnTo>
                <a:lnTo>
                  <a:pt x="9672445" y="8760045"/>
                </a:lnTo>
                <a:lnTo>
                  <a:pt x="9672445" y="8298840"/>
                </a:lnTo>
                <a:lnTo>
                  <a:pt x="9351439" y="7977834"/>
                </a:lnTo>
                <a:cubicBezTo>
                  <a:pt x="9356926" y="7970701"/>
                  <a:pt x="9356377" y="7959726"/>
                  <a:pt x="9349792" y="7953141"/>
                </a:cubicBezTo>
                <a:cubicBezTo>
                  <a:pt x="9346499" y="7949849"/>
                  <a:pt x="9341698" y="7948065"/>
                  <a:pt x="9336828" y="7947997"/>
                </a:cubicBezTo>
                <a:close/>
                <a:moveTo>
                  <a:pt x="7968642" y="7870832"/>
                </a:moveTo>
                <a:cubicBezTo>
                  <a:pt x="7958216" y="7870832"/>
                  <a:pt x="7949984" y="7879062"/>
                  <a:pt x="7949984" y="7889488"/>
                </a:cubicBezTo>
                <a:cubicBezTo>
                  <a:pt x="7949984" y="7899915"/>
                  <a:pt x="7957118" y="7907048"/>
                  <a:pt x="7966447" y="7908145"/>
                </a:cubicBezTo>
                <a:lnTo>
                  <a:pt x="7966447" y="8525465"/>
                </a:lnTo>
                <a:cubicBezTo>
                  <a:pt x="7957118" y="8526562"/>
                  <a:pt x="7949984" y="8534244"/>
                  <a:pt x="7949984" y="8544122"/>
                </a:cubicBezTo>
                <a:cubicBezTo>
                  <a:pt x="7949984" y="8553999"/>
                  <a:pt x="7958216" y="8562779"/>
                  <a:pt x="7968642" y="8562779"/>
                </a:cubicBezTo>
                <a:cubicBezTo>
                  <a:pt x="7979068" y="8562779"/>
                  <a:pt x="7987298" y="8554548"/>
                  <a:pt x="7987298" y="8544122"/>
                </a:cubicBezTo>
                <a:cubicBezTo>
                  <a:pt x="7987298" y="8533696"/>
                  <a:pt x="7980165" y="8526562"/>
                  <a:pt x="7970837" y="8525465"/>
                </a:cubicBezTo>
                <a:lnTo>
                  <a:pt x="7970837" y="7908145"/>
                </a:lnTo>
                <a:cubicBezTo>
                  <a:pt x="7980165" y="7907048"/>
                  <a:pt x="7987298" y="7899366"/>
                  <a:pt x="7987298" y="7889488"/>
                </a:cubicBezTo>
                <a:cubicBezTo>
                  <a:pt x="7987298" y="7879062"/>
                  <a:pt x="7979068" y="7870832"/>
                  <a:pt x="7968642" y="7870832"/>
                </a:cubicBezTo>
                <a:close/>
                <a:moveTo>
                  <a:pt x="4137965" y="7810060"/>
                </a:moveTo>
                <a:cubicBezTo>
                  <a:pt x="4133164" y="7810060"/>
                  <a:pt x="4128362" y="7811843"/>
                  <a:pt x="4124796" y="7815410"/>
                </a:cubicBezTo>
                <a:cubicBezTo>
                  <a:pt x="4118210" y="7821995"/>
                  <a:pt x="4117662" y="7832421"/>
                  <a:pt x="4123149" y="7840103"/>
                </a:cubicBezTo>
                <a:lnTo>
                  <a:pt x="4026024" y="7937228"/>
                </a:lnTo>
                <a:lnTo>
                  <a:pt x="4026024" y="8023926"/>
                </a:lnTo>
                <a:lnTo>
                  <a:pt x="3871282" y="8178669"/>
                </a:lnTo>
                <a:lnTo>
                  <a:pt x="3769218" y="8178669"/>
                </a:lnTo>
                <a:lnTo>
                  <a:pt x="3176592" y="8771295"/>
                </a:lnTo>
                <a:cubicBezTo>
                  <a:pt x="3169458" y="8765808"/>
                  <a:pt x="3158484" y="8766357"/>
                  <a:pt x="3151898" y="8772941"/>
                </a:cubicBezTo>
                <a:cubicBezTo>
                  <a:pt x="3144765" y="8780075"/>
                  <a:pt x="3144765" y="8792146"/>
                  <a:pt x="3151898" y="8799281"/>
                </a:cubicBezTo>
                <a:cubicBezTo>
                  <a:pt x="3159032" y="8806415"/>
                  <a:pt x="3171104" y="8806415"/>
                  <a:pt x="3178238" y="8799281"/>
                </a:cubicBezTo>
                <a:cubicBezTo>
                  <a:pt x="3185371" y="8792146"/>
                  <a:pt x="3185371" y="8782270"/>
                  <a:pt x="3179883" y="8774588"/>
                </a:cubicBezTo>
                <a:lnTo>
                  <a:pt x="3770865" y="8183607"/>
                </a:lnTo>
                <a:lnTo>
                  <a:pt x="3771414" y="8183058"/>
                </a:lnTo>
                <a:lnTo>
                  <a:pt x="3873478" y="8183058"/>
                </a:lnTo>
                <a:lnTo>
                  <a:pt x="4030963" y="8025573"/>
                </a:lnTo>
                <a:lnTo>
                  <a:pt x="4030963" y="7938874"/>
                </a:lnTo>
                <a:lnTo>
                  <a:pt x="4126441" y="7843396"/>
                </a:lnTo>
                <a:cubicBezTo>
                  <a:pt x="4133575" y="7848882"/>
                  <a:pt x="4144550" y="7848334"/>
                  <a:pt x="4151134" y="7841749"/>
                </a:cubicBezTo>
                <a:cubicBezTo>
                  <a:pt x="4158267" y="7834615"/>
                  <a:pt x="4158267" y="7822543"/>
                  <a:pt x="4151134" y="7815410"/>
                </a:cubicBezTo>
                <a:cubicBezTo>
                  <a:pt x="4147567" y="7811843"/>
                  <a:pt x="4142766" y="7810060"/>
                  <a:pt x="4137965" y="7810060"/>
                </a:cubicBezTo>
                <a:close/>
                <a:moveTo>
                  <a:pt x="6214904" y="7796754"/>
                </a:moveTo>
                <a:cubicBezTo>
                  <a:pt x="6204478" y="7796754"/>
                  <a:pt x="6196247" y="7804985"/>
                  <a:pt x="6196247" y="7815410"/>
                </a:cubicBezTo>
                <a:cubicBezTo>
                  <a:pt x="6196247" y="7825836"/>
                  <a:pt x="6203380" y="7832969"/>
                  <a:pt x="6212710" y="7834067"/>
                </a:cubicBezTo>
                <a:lnTo>
                  <a:pt x="6212710" y="8451386"/>
                </a:lnTo>
                <a:cubicBezTo>
                  <a:pt x="6203380" y="8452484"/>
                  <a:pt x="6196247" y="8460166"/>
                  <a:pt x="6196247" y="8470043"/>
                </a:cubicBezTo>
                <a:cubicBezTo>
                  <a:pt x="6196247" y="8479921"/>
                  <a:pt x="6204478" y="8488700"/>
                  <a:pt x="6214904" y="8488700"/>
                </a:cubicBezTo>
                <a:cubicBezTo>
                  <a:pt x="6225330" y="8488700"/>
                  <a:pt x="6233560" y="8480469"/>
                  <a:pt x="6233560" y="8470043"/>
                </a:cubicBezTo>
                <a:cubicBezTo>
                  <a:pt x="6233560" y="8459617"/>
                  <a:pt x="6226427" y="8452484"/>
                  <a:pt x="6217099" y="8451386"/>
                </a:cubicBezTo>
                <a:lnTo>
                  <a:pt x="6217099" y="7834067"/>
                </a:lnTo>
                <a:cubicBezTo>
                  <a:pt x="6226427" y="7832969"/>
                  <a:pt x="6233560" y="7825287"/>
                  <a:pt x="6233560" y="7815410"/>
                </a:cubicBezTo>
                <a:cubicBezTo>
                  <a:pt x="6233560" y="7804985"/>
                  <a:pt x="6225330" y="7796754"/>
                  <a:pt x="6214904" y="7796754"/>
                </a:cubicBezTo>
                <a:close/>
                <a:moveTo>
                  <a:pt x="2332097" y="7787974"/>
                </a:moveTo>
                <a:cubicBezTo>
                  <a:pt x="2321671" y="7787974"/>
                  <a:pt x="2314539" y="7795107"/>
                  <a:pt x="2313440" y="7804435"/>
                </a:cubicBezTo>
                <a:lnTo>
                  <a:pt x="1924392" y="7804435"/>
                </a:lnTo>
                <a:lnTo>
                  <a:pt x="1688987" y="8039840"/>
                </a:lnTo>
                <a:lnTo>
                  <a:pt x="1327375" y="8039840"/>
                </a:lnTo>
                <a:lnTo>
                  <a:pt x="596468" y="8770747"/>
                </a:lnTo>
                <a:cubicBezTo>
                  <a:pt x="589334" y="8765260"/>
                  <a:pt x="578360" y="8765808"/>
                  <a:pt x="571774" y="8772392"/>
                </a:cubicBezTo>
                <a:cubicBezTo>
                  <a:pt x="565190" y="8778977"/>
                  <a:pt x="564640" y="8791598"/>
                  <a:pt x="571774" y="8798732"/>
                </a:cubicBezTo>
                <a:cubicBezTo>
                  <a:pt x="578908" y="8805865"/>
                  <a:pt x="590980" y="8805865"/>
                  <a:pt x="598114" y="8798732"/>
                </a:cubicBezTo>
                <a:cubicBezTo>
                  <a:pt x="604698" y="8792146"/>
                  <a:pt x="605248" y="8781721"/>
                  <a:pt x="599760" y="8774039"/>
                </a:cubicBezTo>
                <a:lnTo>
                  <a:pt x="1329570" y="8044230"/>
                </a:lnTo>
                <a:lnTo>
                  <a:pt x="1691182" y="8044230"/>
                </a:lnTo>
                <a:lnTo>
                  <a:pt x="1926586" y="7808826"/>
                </a:lnTo>
                <a:lnTo>
                  <a:pt x="2313440" y="7808826"/>
                </a:lnTo>
                <a:cubicBezTo>
                  <a:pt x="2314539" y="7818154"/>
                  <a:pt x="2322221" y="7825287"/>
                  <a:pt x="2332097" y="7825287"/>
                </a:cubicBezTo>
                <a:cubicBezTo>
                  <a:pt x="2341975" y="7825287"/>
                  <a:pt x="2350754" y="7817057"/>
                  <a:pt x="2350754" y="7806630"/>
                </a:cubicBezTo>
                <a:cubicBezTo>
                  <a:pt x="2350754" y="7796204"/>
                  <a:pt x="2342524" y="7787974"/>
                  <a:pt x="2332097" y="7787974"/>
                </a:cubicBezTo>
                <a:close/>
                <a:moveTo>
                  <a:pt x="5800614" y="7665744"/>
                </a:moveTo>
                <a:cubicBezTo>
                  <a:pt x="5795813" y="7665744"/>
                  <a:pt x="5791011" y="7667527"/>
                  <a:pt x="5787444" y="7671094"/>
                </a:cubicBezTo>
                <a:cubicBezTo>
                  <a:pt x="5780860" y="7677679"/>
                  <a:pt x="5780310" y="7688105"/>
                  <a:pt x="5785798" y="7695788"/>
                </a:cubicBezTo>
                <a:lnTo>
                  <a:pt x="5719401" y="7762183"/>
                </a:lnTo>
                <a:lnTo>
                  <a:pt x="5719401" y="8747700"/>
                </a:lnTo>
                <a:cubicBezTo>
                  <a:pt x="5710073" y="8748797"/>
                  <a:pt x="5702940" y="8756480"/>
                  <a:pt x="5702940" y="8766357"/>
                </a:cubicBezTo>
                <a:cubicBezTo>
                  <a:pt x="5702940" y="8776235"/>
                  <a:pt x="5711170" y="8785014"/>
                  <a:pt x="5721596" y="8785014"/>
                </a:cubicBezTo>
                <a:cubicBezTo>
                  <a:pt x="5732022" y="8785014"/>
                  <a:pt x="5740254" y="8776783"/>
                  <a:pt x="5740254" y="8766357"/>
                </a:cubicBezTo>
                <a:cubicBezTo>
                  <a:pt x="5740254" y="8755931"/>
                  <a:pt x="5733120" y="8748797"/>
                  <a:pt x="5723792" y="8747700"/>
                </a:cubicBezTo>
                <a:lnTo>
                  <a:pt x="5723792" y="7764379"/>
                </a:lnTo>
                <a:lnTo>
                  <a:pt x="5789090" y="7699079"/>
                </a:lnTo>
                <a:cubicBezTo>
                  <a:pt x="5796224" y="7704567"/>
                  <a:pt x="5807198" y="7704018"/>
                  <a:pt x="5813784" y="7697433"/>
                </a:cubicBezTo>
                <a:cubicBezTo>
                  <a:pt x="5820916" y="7690300"/>
                  <a:pt x="5820916" y="7678228"/>
                  <a:pt x="5813784" y="7671094"/>
                </a:cubicBezTo>
                <a:cubicBezTo>
                  <a:pt x="5810217" y="7667527"/>
                  <a:pt x="5805416" y="7665744"/>
                  <a:pt x="5800614" y="7665744"/>
                </a:cubicBezTo>
                <a:close/>
                <a:moveTo>
                  <a:pt x="14789891" y="7554901"/>
                </a:moveTo>
                <a:cubicBezTo>
                  <a:pt x="14785090" y="7554901"/>
                  <a:pt x="14780288" y="7556684"/>
                  <a:pt x="14776722" y="7560251"/>
                </a:cubicBezTo>
                <a:cubicBezTo>
                  <a:pt x="14769588" y="7567384"/>
                  <a:pt x="14769588" y="7579456"/>
                  <a:pt x="14776722" y="7586590"/>
                </a:cubicBezTo>
                <a:cubicBezTo>
                  <a:pt x="14783307" y="7593175"/>
                  <a:pt x="14793733" y="7593724"/>
                  <a:pt x="14801415" y="7588236"/>
                </a:cubicBezTo>
                <a:lnTo>
                  <a:pt x="14851349" y="7638170"/>
                </a:lnTo>
                <a:lnTo>
                  <a:pt x="14851898" y="7638170"/>
                </a:lnTo>
                <a:cubicBezTo>
                  <a:pt x="14851898" y="7638719"/>
                  <a:pt x="15503787" y="7638719"/>
                  <a:pt x="15503787" y="7638719"/>
                </a:cubicBezTo>
                <a:lnTo>
                  <a:pt x="15670602" y="7805533"/>
                </a:lnTo>
                <a:cubicBezTo>
                  <a:pt x="15665115" y="7812666"/>
                  <a:pt x="15665662" y="7823641"/>
                  <a:pt x="15672247" y="7830226"/>
                </a:cubicBezTo>
                <a:cubicBezTo>
                  <a:pt x="15679381" y="7837359"/>
                  <a:pt x="15691453" y="7837359"/>
                  <a:pt x="15698586" y="7830226"/>
                </a:cubicBezTo>
                <a:cubicBezTo>
                  <a:pt x="15705720" y="7823092"/>
                  <a:pt x="15705720" y="7811020"/>
                  <a:pt x="15698586" y="7803887"/>
                </a:cubicBezTo>
                <a:cubicBezTo>
                  <a:pt x="15692002" y="7797303"/>
                  <a:pt x="15681576" y="7796754"/>
                  <a:pt x="15673894" y="7802241"/>
                </a:cubicBezTo>
                <a:lnTo>
                  <a:pt x="15506531" y="7634879"/>
                </a:lnTo>
                <a:lnTo>
                  <a:pt x="15505984" y="7634879"/>
                </a:lnTo>
                <a:cubicBezTo>
                  <a:pt x="15505984" y="7634329"/>
                  <a:pt x="14854093" y="7634329"/>
                  <a:pt x="14854093" y="7634329"/>
                </a:cubicBezTo>
                <a:lnTo>
                  <a:pt x="14804707" y="7584944"/>
                </a:lnTo>
                <a:cubicBezTo>
                  <a:pt x="14810195" y="7577810"/>
                  <a:pt x="14809646" y="7566836"/>
                  <a:pt x="14803061" y="7560251"/>
                </a:cubicBezTo>
                <a:cubicBezTo>
                  <a:pt x="14799494" y="7556684"/>
                  <a:pt x="14794692" y="7554901"/>
                  <a:pt x="14789891" y="7554901"/>
                </a:cubicBezTo>
                <a:close/>
                <a:moveTo>
                  <a:pt x="9237851" y="7538988"/>
                </a:moveTo>
                <a:cubicBezTo>
                  <a:pt x="9233050" y="7538988"/>
                  <a:pt x="9228248" y="7540771"/>
                  <a:pt x="9224682" y="7544338"/>
                </a:cubicBezTo>
                <a:cubicBezTo>
                  <a:pt x="9217549" y="7551471"/>
                  <a:pt x="9217549" y="7563544"/>
                  <a:pt x="9224682" y="7570677"/>
                </a:cubicBezTo>
                <a:cubicBezTo>
                  <a:pt x="9231266" y="7577262"/>
                  <a:pt x="9241692" y="7577810"/>
                  <a:pt x="9249376" y="7572323"/>
                </a:cubicBezTo>
                <a:lnTo>
                  <a:pt x="9346500" y="7669448"/>
                </a:lnTo>
                <a:lnTo>
                  <a:pt x="9347048" y="7669448"/>
                </a:lnTo>
                <a:cubicBezTo>
                  <a:pt x="9347048" y="7669996"/>
                  <a:pt x="9570382" y="7669996"/>
                  <a:pt x="9570382" y="7669996"/>
                </a:cubicBezTo>
                <a:lnTo>
                  <a:pt x="9755303" y="7854919"/>
                </a:lnTo>
                <a:cubicBezTo>
                  <a:pt x="9749815" y="7862051"/>
                  <a:pt x="9750364" y="7873026"/>
                  <a:pt x="9756949" y="7879611"/>
                </a:cubicBezTo>
                <a:cubicBezTo>
                  <a:pt x="9764083" y="7886745"/>
                  <a:pt x="9776155" y="7886745"/>
                  <a:pt x="9783288" y="7879611"/>
                </a:cubicBezTo>
                <a:cubicBezTo>
                  <a:pt x="9790422" y="7872477"/>
                  <a:pt x="9790422" y="7860406"/>
                  <a:pt x="9783288" y="7853272"/>
                </a:cubicBezTo>
                <a:cubicBezTo>
                  <a:pt x="9776704" y="7846688"/>
                  <a:pt x="9766278" y="7846139"/>
                  <a:pt x="9758595" y="7851626"/>
                </a:cubicBezTo>
                <a:lnTo>
                  <a:pt x="9573126" y="7666156"/>
                </a:lnTo>
                <a:lnTo>
                  <a:pt x="9572577" y="7666156"/>
                </a:lnTo>
                <a:cubicBezTo>
                  <a:pt x="9572577" y="7665608"/>
                  <a:pt x="9349244" y="7665608"/>
                  <a:pt x="9349244" y="7665608"/>
                </a:cubicBezTo>
                <a:lnTo>
                  <a:pt x="9252667" y="7569031"/>
                </a:lnTo>
                <a:cubicBezTo>
                  <a:pt x="9258155" y="7561897"/>
                  <a:pt x="9257606" y="7550923"/>
                  <a:pt x="9251021" y="7544338"/>
                </a:cubicBezTo>
                <a:cubicBezTo>
                  <a:pt x="9247454" y="7540771"/>
                  <a:pt x="9242653" y="7538988"/>
                  <a:pt x="9237851" y="7538988"/>
                </a:cubicBezTo>
                <a:close/>
                <a:moveTo>
                  <a:pt x="4765711" y="7500028"/>
                </a:moveTo>
                <a:cubicBezTo>
                  <a:pt x="4760910" y="7500028"/>
                  <a:pt x="4756109" y="7501811"/>
                  <a:pt x="4752542" y="7505378"/>
                </a:cubicBezTo>
                <a:cubicBezTo>
                  <a:pt x="4745956" y="7511963"/>
                  <a:pt x="4745408" y="7522389"/>
                  <a:pt x="4750895" y="7530071"/>
                </a:cubicBezTo>
                <a:lnTo>
                  <a:pt x="4653770" y="7627196"/>
                </a:lnTo>
                <a:lnTo>
                  <a:pt x="4653770" y="8470043"/>
                </a:lnTo>
                <a:lnTo>
                  <a:pt x="4499028" y="8624785"/>
                </a:lnTo>
                <a:lnTo>
                  <a:pt x="4302584" y="8624785"/>
                </a:lnTo>
                <a:lnTo>
                  <a:pt x="4153878" y="8773491"/>
                </a:lnTo>
                <a:cubicBezTo>
                  <a:pt x="4146745" y="8768004"/>
                  <a:pt x="4135770" y="8768552"/>
                  <a:pt x="4129185" y="8775136"/>
                </a:cubicBezTo>
                <a:cubicBezTo>
                  <a:pt x="4122052" y="8782270"/>
                  <a:pt x="4122052" y="8794342"/>
                  <a:pt x="4129185" y="8801475"/>
                </a:cubicBezTo>
                <a:cubicBezTo>
                  <a:pt x="4136319" y="8808609"/>
                  <a:pt x="4148390" y="8808609"/>
                  <a:pt x="4155524" y="8801475"/>
                </a:cubicBezTo>
                <a:cubicBezTo>
                  <a:pt x="4162109" y="8794890"/>
                  <a:pt x="4162658" y="8784465"/>
                  <a:pt x="4157170" y="8776783"/>
                </a:cubicBezTo>
                <a:lnTo>
                  <a:pt x="4304778" y="8629174"/>
                </a:lnTo>
                <a:lnTo>
                  <a:pt x="4501224" y="8629174"/>
                </a:lnTo>
                <a:lnTo>
                  <a:pt x="4658709" y="8471690"/>
                </a:lnTo>
                <a:lnTo>
                  <a:pt x="4658709" y="7628842"/>
                </a:lnTo>
                <a:lnTo>
                  <a:pt x="4754188" y="7533364"/>
                </a:lnTo>
                <a:cubicBezTo>
                  <a:pt x="4761321" y="7538851"/>
                  <a:pt x="4772296" y="7538301"/>
                  <a:pt x="4778880" y="7531717"/>
                </a:cubicBezTo>
                <a:cubicBezTo>
                  <a:pt x="4786013" y="7524584"/>
                  <a:pt x="4786013" y="7512512"/>
                  <a:pt x="4778880" y="7505378"/>
                </a:cubicBezTo>
                <a:cubicBezTo>
                  <a:pt x="4775314" y="7501811"/>
                  <a:pt x="4770512" y="7500028"/>
                  <a:pt x="4765711" y="7500028"/>
                </a:cubicBezTo>
                <a:close/>
                <a:moveTo>
                  <a:pt x="7883040" y="7437473"/>
                </a:moveTo>
                <a:cubicBezTo>
                  <a:pt x="7878238" y="7437473"/>
                  <a:pt x="7873437" y="7439256"/>
                  <a:pt x="7869870" y="7442823"/>
                </a:cubicBezTo>
                <a:lnTo>
                  <a:pt x="7869870" y="7443372"/>
                </a:lnTo>
                <a:cubicBezTo>
                  <a:pt x="7863286" y="7449956"/>
                  <a:pt x="7862737" y="7460383"/>
                  <a:pt x="7868224" y="7468065"/>
                </a:cubicBezTo>
                <a:lnTo>
                  <a:pt x="7801828" y="7534461"/>
                </a:lnTo>
                <a:lnTo>
                  <a:pt x="7801828" y="8728495"/>
                </a:lnTo>
                <a:cubicBezTo>
                  <a:pt x="7792500" y="8729592"/>
                  <a:pt x="7785366" y="8737274"/>
                  <a:pt x="7785366" y="8747152"/>
                </a:cubicBezTo>
                <a:cubicBezTo>
                  <a:pt x="7785366" y="8757029"/>
                  <a:pt x="7793598" y="8765808"/>
                  <a:pt x="7804024" y="8765808"/>
                </a:cubicBezTo>
                <a:cubicBezTo>
                  <a:pt x="7814448" y="8765808"/>
                  <a:pt x="7822680" y="8757578"/>
                  <a:pt x="7822680" y="8747152"/>
                </a:cubicBezTo>
                <a:cubicBezTo>
                  <a:pt x="7822680" y="8736726"/>
                  <a:pt x="7815546" y="8729592"/>
                  <a:pt x="7806218" y="8728495"/>
                </a:cubicBezTo>
                <a:lnTo>
                  <a:pt x="7806218" y="7536107"/>
                </a:lnTo>
                <a:lnTo>
                  <a:pt x="7871518" y="7470809"/>
                </a:lnTo>
                <a:cubicBezTo>
                  <a:pt x="7878650" y="7476295"/>
                  <a:pt x="7889624" y="7475747"/>
                  <a:pt x="7896210" y="7469162"/>
                </a:cubicBezTo>
                <a:cubicBezTo>
                  <a:pt x="7903343" y="7462029"/>
                  <a:pt x="7903343" y="7449956"/>
                  <a:pt x="7896210" y="7442823"/>
                </a:cubicBezTo>
                <a:cubicBezTo>
                  <a:pt x="7892643" y="7439256"/>
                  <a:pt x="7887841" y="7437473"/>
                  <a:pt x="7883040" y="7437473"/>
                </a:cubicBezTo>
                <a:close/>
                <a:moveTo>
                  <a:pt x="4495736" y="7399062"/>
                </a:moveTo>
                <a:cubicBezTo>
                  <a:pt x="4490935" y="7399062"/>
                  <a:pt x="4486133" y="7400845"/>
                  <a:pt x="4482566" y="7404412"/>
                </a:cubicBezTo>
                <a:cubicBezTo>
                  <a:pt x="4475433" y="7411546"/>
                  <a:pt x="4475433" y="7421423"/>
                  <a:pt x="4480920" y="7429105"/>
                </a:cubicBezTo>
                <a:lnTo>
                  <a:pt x="4359651" y="7550374"/>
                </a:lnTo>
                <a:lnTo>
                  <a:pt x="4359651" y="8397062"/>
                </a:lnTo>
                <a:cubicBezTo>
                  <a:pt x="4350323" y="8398160"/>
                  <a:pt x="4343190" y="8405842"/>
                  <a:pt x="4343190" y="8415718"/>
                </a:cubicBezTo>
                <a:cubicBezTo>
                  <a:pt x="4343190" y="8425596"/>
                  <a:pt x="4351420" y="8434376"/>
                  <a:pt x="4361846" y="8434376"/>
                </a:cubicBezTo>
                <a:cubicBezTo>
                  <a:pt x="4372272" y="8434376"/>
                  <a:pt x="4380503" y="8426145"/>
                  <a:pt x="4380503" y="8415718"/>
                </a:cubicBezTo>
                <a:cubicBezTo>
                  <a:pt x="4380503" y="8405293"/>
                  <a:pt x="4373370" y="8398160"/>
                  <a:pt x="4364041" y="8397062"/>
                </a:cubicBezTo>
                <a:lnTo>
                  <a:pt x="4364041" y="7552569"/>
                </a:lnTo>
                <a:lnTo>
                  <a:pt x="4484212" y="7432398"/>
                </a:lnTo>
                <a:cubicBezTo>
                  <a:pt x="4491346" y="7437885"/>
                  <a:pt x="4502320" y="7437336"/>
                  <a:pt x="4508906" y="7430751"/>
                </a:cubicBezTo>
                <a:cubicBezTo>
                  <a:pt x="4515490" y="7424166"/>
                  <a:pt x="4516040" y="7411546"/>
                  <a:pt x="4508906" y="7404412"/>
                </a:cubicBezTo>
                <a:cubicBezTo>
                  <a:pt x="4505339" y="7400845"/>
                  <a:pt x="4500538" y="7399062"/>
                  <a:pt x="4495736" y="7399062"/>
                </a:cubicBezTo>
                <a:close/>
                <a:moveTo>
                  <a:pt x="13091026" y="7353928"/>
                </a:moveTo>
                <a:cubicBezTo>
                  <a:pt x="13081149" y="7353928"/>
                  <a:pt x="13072370" y="7362160"/>
                  <a:pt x="13072370" y="7372586"/>
                </a:cubicBezTo>
                <a:cubicBezTo>
                  <a:pt x="13072370" y="7383011"/>
                  <a:pt x="13080601" y="7391243"/>
                  <a:pt x="13091026" y="7391243"/>
                </a:cubicBezTo>
                <a:cubicBezTo>
                  <a:pt x="13101452" y="7391243"/>
                  <a:pt x="13108586" y="7384108"/>
                  <a:pt x="13109683" y="7374781"/>
                </a:cubicBezTo>
                <a:lnTo>
                  <a:pt x="13554153" y="7374781"/>
                </a:lnTo>
                <a:lnTo>
                  <a:pt x="13897658" y="7718285"/>
                </a:lnTo>
                <a:lnTo>
                  <a:pt x="13898207" y="7718285"/>
                </a:lnTo>
                <a:cubicBezTo>
                  <a:pt x="13898207" y="7718833"/>
                  <a:pt x="14586862" y="7718833"/>
                  <a:pt x="14586862" y="7718833"/>
                </a:cubicBezTo>
                <a:lnTo>
                  <a:pt x="15130652" y="8262624"/>
                </a:lnTo>
                <a:lnTo>
                  <a:pt x="15131201" y="8262624"/>
                </a:lnTo>
                <a:cubicBezTo>
                  <a:pt x="15131201" y="8263173"/>
                  <a:pt x="15676637" y="8263173"/>
                  <a:pt x="15676637" y="8263173"/>
                </a:cubicBezTo>
                <a:cubicBezTo>
                  <a:pt x="15677734" y="8272501"/>
                  <a:pt x="15685417" y="8279635"/>
                  <a:pt x="15695295" y="8279635"/>
                </a:cubicBezTo>
                <a:cubicBezTo>
                  <a:pt x="15705171" y="8279635"/>
                  <a:pt x="15713951" y="8271404"/>
                  <a:pt x="15713951" y="8260978"/>
                </a:cubicBezTo>
                <a:cubicBezTo>
                  <a:pt x="15713951" y="8250552"/>
                  <a:pt x="15705720" y="8242320"/>
                  <a:pt x="15695295" y="8242320"/>
                </a:cubicBezTo>
                <a:cubicBezTo>
                  <a:pt x="15685965" y="8242320"/>
                  <a:pt x="15677734" y="8249455"/>
                  <a:pt x="15676637" y="8258783"/>
                </a:cubicBezTo>
                <a:lnTo>
                  <a:pt x="15133396" y="8258783"/>
                </a:lnTo>
                <a:lnTo>
                  <a:pt x="14589606" y="7714993"/>
                </a:lnTo>
                <a:lnTo>
                  <a:pt x="14589057" y="7714993"/>
                </a:lnTo>
                <a:cubicBezTo>
                  <a:pt x="14589057" y="7714444"/>
                  <a:pt x="13900401" y="7714444"/>
                  <a:pt x="13900401" y="7714444"/>
                </a:cubicBezTo>
                <a:lnTo>
                  <a:pt x="13556897" y="7370939"/>
                </a:lnTo>
                <a:lnTo>
                  <a:pt x="13556349" y="7370939"/>
                </a:lnTo>
                <a:cubicBezTo>
                  <a:pt x="13556349" y="7370391"/>
                  <a:pt x="13109683" y="7370391"/>
                  <a:pt x="13109683" y="7370391"/>
                </a:cubicBezTo>
                <a:cubicBezTo>
                  <a:pt x="13108586" y="7361063"/>
                  <a:pt x="13100904" y="7353928"/>
                  <a:pt x="13091026" y="7353928"/>
                </a:cubicBezTo>
                <a:close/>
                <a:moveTo>
                  <a:pt x="5186037" y="7283829"/>
                </a:moveTo>
                <a:cubicBezTo>
                  <a:pt x="5181236" y="7283829"/>
                  <a:pt x="5176435" y="7285612"/>
                  <a:pt x="5172868" y="7289180"/>
                </a:cubicBezTo>
                <a:cubicBezTo>
                  <a:pt x="5166282" y="7295764"/>
                  <a:pt x="5165734" y="7306190"/>
                  <a:pt x="5171222" y="7313872"/>
                </a:cubicBezTo>
                <a:lnTo>
                  <a:pt x="5074096" y="7410997"/>
                </a:lnTo>
                <a:lnTo>
                  <a:pt x="5074096" y="8546316"/>
                </a:lnTo>
                <a:lnTo>
                  <a:pt x="4859544" y="8760869"/>
                </a:lnTo>
                <a:cubicBezTo>
                  <a:pt x="4852410" y="8755382"/>
                  <a:pt x="4841435" y="8755931"/>
                  <a:pt x="4834851" y="8762516"/>
                </a:cubicBezTo>
                <a:cubicBezTo>
                  <a:pt x="4827716" y="8769650"/>
                  <a:pt x="4827716" y="8781721"/>
                  <a:pt x="4834851" y="8788855"/>
                </a:cubicBezTo>
                <a:cubicBezTo>
                  <a:pt x="4841984" y="8795989"/>
                  <a:pt x="4854056" y="8795989"/>
                  <a:pt x="4861189" y="8788855"/>
                </a:cubicBezTo>
                <a:cubicBezTo>
                  <a:pt x="4867774" y="8782270"/>
                  <a:pt x="4868322" y="8771844"/>
                  <a:pt x="4862836" y="8764162"/>
                </a:cubicBezTo>
                <a:lnTo>
                  <a:pt x="5079034" y="8547962"/>
                </a:lnTo>
                <a:lnTo>
                  <a:pt x="5079034" y="7412643"/>
                </a:lnTo>
                <a:lnTo>
                  <a:pt x="5174514" y="7317164"/>
                </a:lnTo>
                <a:cubicBezTo>
                  <a:pt x="5181646" y="7322651"/>
                  <a:pt x="5192622" y="7322103"/>
                  <a:pt x="5199206" y="7315518"/>
                </a:cubicBezTo>
                <a:cubicBezTo>
                  <a:pt x="5206340" y="7308385"/>
                  <a:pt x="5206340" y="7296312"/>
                  <a:pt x="5199206" y="7289180"/>
                </a:cubicBezTo>
                <a:cubicBezTo>
                  <a:pt x="5195639" y="7285612"/>
                  <a:pt x="5190838" y="7283829"/>
                  <a:pt x="5186037" y="7283829"/>
                </a:cubicBezTo>
                <a:close/>
                <a:moveTo>
                  <a:pt x="11921685" y="7261331"/>
                </a:moveTo>
                <a:cubicBezTo>
                  <a:pt x="11916884" y="7261331"/>
                  <a:pt x="11912082" y="7263114"/>
                  <a:pt x="11908516" y="7266681"/>
                </a:cubicBezTo>
                <a:cubicBezTo>
                  <a:pt x="11901382" y="7273814"/>
                  <a:pt x="11901382" y="7285886"/>
                  <a:pt x="11908516" y="7293020"/>
                </a:cubicBezTo>
                <a:cubicBezTo>
                  <a:pt x="11915101" y="7299605"/>
                  <a:pt x="11925527" y="7300154"/>
                  <a:pt x="11933209" y="7294666"/>
                </a:cubicBezTo>
                <a:lnTo>
                  <a:pt x="12029785" y="7391243"/>
                </a:lnTo>
                <a:lnTo>
                  <a:pt x="12029785" y="7614575"/>
                </a:lnTo>
                <a:lnTo>
                  <a:pt x="12427614" y="8012403"/>
                </a:lnTo>
                <a:lnTo>
                  <a:pt x="12428162" y="8012403"/>
                </a:lnTo>
                <a:cubicBezTo>
                  <a:pt x="12428162" y="8012952"/>
                  <a:pt x="12693747" y="8012952"/>
                  <a:pt x="12693747" y="8012952"/>
                </a:cubicBezTo>
                <a:lnTo>
                  <a:pt x="13437823" y="8757029"/>
                </a:lnTo>
                <a:cubicBezTo>
                  <a:pt x="13432336" y="8764162"/>
                  <a:pt x="13432886" y="8775136"/>
                  <a:pt x="13439470" y="8781721"/>
                </a:cubicBezTo>
                <a:cubicBezTo>
                  <a:pt x="13446603" y="8788855"/>
                  <a:pt x="13458675" y="8788855"/>
                  <a:pt x="13465809" y="8781721"/>
                </a:cubicBezTo>
                <a:cubicBezTo>
                  <a:pt x="13472942" y="8774588"/>
                  <a:pt x="13472942" y="8762516"/>
                  <a:pt x="13465809" y="8755382"/>
                </a:cubicBezTo>
                <a:cubicBezTo>
                  <a:pt x="13459225" y="8748797"/>
                  <a:pt x="13448797" y="8748249"/>
                  <a:pt x="13441116" y="8753736"/>
                </a:cubicBezTo>
                <a:lnTo>
                  <a:pt x="13440567" y="8753187"/>
                </a:lnTo>
                <a:lnTo>
                  <a:pt x="12695941" y="8008563"/>
                </a:lnTo>
                <a:lnTo>
                  <a:pt x="12695393" y="8008563"/>
                </a:lnTo>
                <a:cubicBezTo>
                  <a:pt x="12695393" y="8008014"/>
                  <a:pt x="12429809" y="8008014"/>
                  <a:pt x="12429809" y="8008014"/>
                </a:cubicBezTo>
                <a:lnTo>
                  <a:pt x="12034174" y="7612380"/>
                </a:lnTo>
                <a:lnTo>
                  <a:pt x="12034174" y="7389048"/>
                </a:lnTo>
                <a:lnTo>
                  <a:pt x="11936501" y="7291374"/>
                </a:lnTo>
                <a:cubicBezTo>
                  <a:pt x="11941989" y="7284240"/>
                  <a:pt x="11941440" y="7273266"/>
                  <a:pt x="11934855" y="7266681"/>
                </a:cubicBezTo>
                <a:cubicBezTo>
                  <a:pt x="11931288" y="7263114"/>
                  <a:pt x="11926487" y="7261331"/>
                  <a:pt x="11921685" y="7261331"/>
                </a:cubicBezTo>
                <a:close/>
                <a:moveTo>
                  <a:pt x="10926291" y="7069825"/>
                </a:moveTo>
                <a:cubicBezTo>
                  <a:pt x="10921490" y="7069825"/>
                  <a:pt x="10916688" y="7071609"/>
                  <a:pt x="10913121" y="7075175"/>
                </a:cubicBezTo>
                <a:cubicBezTo>
                  <a:pt x="10905988" y="7082308"/>
                  <a:pt x="10905988" y="7094381"/>
                  <a:pt x="10913121" y="7101513"/>
                </a:cubicBezTo>
                <a:cubicBezTo>
                  <a:pt x="10919707" y="7108099"/>
                  <a:pt x="10930132" y="7108648"/>
                  <a:pt x="10937814" y="7103160"/>
                </a:cubicBezTo>
                <a:lnTo>
                  <a:pt x="11034391" y="7199737"/>
                </a:lnTo>
                <a:lnTo>
                  <a:pt x="11034391" y="7423069"/>
                </a:lnTo>
                <a:lnTo>
                  <a:pt x="11431671" y="7820348"/>
                </a:lnTo>
                <a:lnTo>
                  <a:pt x="11431671" y="7986614"/>
                </a:lnTo>
                <a:lnTo>
                  <a:pt x="12207024" y="8761966"/>
                </a:lnTo>
                <a:cubicBezTo>
                  <a:pt x="12201536" y="8769101"/>
                  <a:pt x="12202086" y="8780075"/>
                  <a:pt x="12208671" y="8786660"/>
                </a:cubicBezTo>
                <a:cubicBezTo>
                  <a:pt x="12215804" y="8793793"/>
                  <a:pt x="12227876" y="8793793"/>
                  <a:pt x="12235010" y="8786660"/>
                </a:cubicBezTo>
                <a:cubicBezTo>
                  <a:pt x="12242143" y="8779526"/>
                  <a:pt x="12242143" y="8767454"/>
                  <a:pt x="12235010" y="8760321"/>
                </a:cubicBezTo>
                <a:cubicBezTo>
                  <a:pt x="12228425" y="8753736"/>
                  <a:pt x="12217998" y="8753187"/>
                  <a:pt x="12210316" y="8758675"/>
                </a:cubicBezTo>
                <a:lnTo>
                  <a:pt x="12209768" y="8758126"/>
                </a:lnTo>
                <a:lnTo>
                  <a:pt x="11436059" y="7984418"/>
                </a:lnTo>
                <a:lnTo>
                  <a:pt x="11436059" y="7818154"/>
                </a:lnTo>
                <a:lnTo>
                  <a:pt x="11038780" y="7420874"/>
                </a:lnTo>
                <a:lnTo>
                  <a:pt x="11038780" y="7197541"/>
                </a:lnTo>
                <a:lnTo>
                  <a:pt x="10941106" y="7099867"/>
                </a:lnTo>
                <a:cubicBezTo>
                  <a:pt x="10946593" y="7092734"/>
                  <a:pt x="10946045" y="7081759"/>
                  <a:pt x="10939461" y="7075175"/>
                </a:cubicBezTo>
                <a:cubicBezTo>
                  <a:pt x="10935894" y="7071609"/>
                  <a:pt x="10931093" y="7069825"/>
                  <a:pt x="10926291" y="7069825"/>
                </a:cubicBezTo>
                <a:close/>
                <a:moveTo>
                  <a:pt x="1211592" y="7065298"/>
                </a:moveTo>
                <a:cubicBezTo>
                  <a:pt x="1201168" y="7065298"/>
                  <a:pt x="1194034" y="7072431"/>
                  <a:pt x="1192936" y="7081759"/>
                </a:cubicBezTo>
                <a:lnTo>
                  <a:pt x="568482" y="7081759"/>
                </a:lnTo>
                <a:lnTo>
                  <a:pt x="427460" y="7222782"/>
                </a:lnTo>
                <a:lnTo>
                  <a:pt x="427460" y="7362709"/>
                </a:lnTo>
                <a:lnTo>
                  <a:pt x="317164" y="7473004"/>
                </a:lnTo>
                <a:cubicBezTo>
                  <a:pt x="310032" y="7467516"/>
                  <a:pt x="299056" y="7468065"/>
                  <a:pt x="292472" y="7474650"/>
                </a:cubicBezTo>
                <a:cubicBezTo>
                  <a:pt x="285338" y="7481783"/>
                  <a:pt x="285338" y="7493855"/>
                  <a:pt x="292472" y="7500989"/>
                </a:cubicBezTo>
                <a:cubicBezTo>
                  <a:pt x="299606" y="7508121"/>
                  <a:pt x="311678" y="7508121"/>
                  <a:pt x="318810" y="7500989"/>
                </a:cubicBezTo>
                <a:cubicBezTo>
                  <a:pt x="325396" y="7494404"/>
                  <a:pt x="325944" y="7483978"/>
                  <a:pt x="320456" y="7476295"/>
                </a:cubicBezTo>
                <a:lnTo>
                  <a:pt x="431848" y="7364903"/>
                </a:lnTo>
                <a:lnTo>
                  <a:pt x="431848" y="7224977"/>
                </a:lnTo>
                <a:lnTo>
                  <a:pt x="432398" y="7224429"/>
                </a:lnTo>
                <a:lnTo>
                  <a:pt x="570678" y="7086150"/>
                </a:lnTo>
                <a:lnTo>
                  <a:pt x="1192936" y="7086150"/>
                </a:lnTo>
                <a:cubicBezTo>
                  <a:pt x="1194034" y="7095478"/>
                  <a:pt x="1201716" y="7102611"/>
                  <a:pt x="1211592" y="7102611"/>
                </a:cubicBezTo>
                <a:cubicBezTo>
                  <a:pt x="1221470" y="7102611"/>
                  <a:pt x="1230249" y="7094381"/>
                  <a:pt x="1230249" y="7083954"/>
                </a:cubicBezTo>
                <a:cubicBezTo>
                  <a:pt x="1230249" y="7073528"/>
                  <a:pt x="1222019" y="7065298"/>
                  <a:pt x="1211592" y="7065298"/>
                </a:cubicBezTo>
                <a:close/>
                <a:moveTo>
                  <a:pt x="10149290" y="7048973"/>
                </a:moveTo>
                <a:cubicBezTo>
                  <a:pt x="10144489" y="7048973"/>
                  <a:pt x="10139688" y="7050756"/>
                  <a:pt x="10136121" y="7054323"/>
                </a:cubicBezTo>
                <a:cubicBezTo>
                  <a:pt x="10128987" y="7061457"/>
                  <a:pt x="10128987" y="7073528"/>
                  <a:pt x="10136121" y="7080662"/>
                </a:cubicBezTo>
                <a:cubicBezTo>
                  <a:pt x="10142706" y="7087247"/>
                  <a:pt x="10153131" y="7087796"/>
                  <a:pt x="10160814" y="7082308"/>
                </a:cubicBezTo>
                <a:lnTo>
                  <a:pt x="10562483" y="7483978"/>
                </a:lnTo>
                <a:lnTo>
                  <a:pt x="10562483" y="7778645"/>
                </a:lnTo>
                <a:lnTo>
                  <a:pt x="10879101" y="8095261"/>
                </a:lnTo>
                <a:cubicBezTo>
                  <a:pt x="10873613" y="8102395"/>
                  <a:pt x="10874161" y="8113369"/>
                  <a:pt x="10880746" y="8119954"/>
                </a:cubicBezTo>
                <a:cubicBezTo>
                  <a:pt x="10887880" y="8127088"/>
                  <a:pt x="10899952" y="8127088"/>
                  <a:pt x="10907085" y="8119954"/>
                </a:cubicBezTo>
                <a:cubicBezTo>
                  <a:pt x="10914219" y="8112821"/>
                  <a:pt x="10914219" y="8100749"/>
                  <a:pt x="10907085" y="8093615"/>
                </a:cubicBezTo>
                <a:cubicBezTo>
                  <a:pt x="10900500" y="8087030"/>
                  <a:pt x="10890075" y="8086482"/>
                  <a:pt x="10882392" y="8091969"/>
                </a:cubicBezTo>
                <a:lnTo>
                  <a:pt x="10566874" y="7776999"/>
                </a:lnTo>
                <a:lnTo>
                  <a:pt x="10566874" y="7482332"/>
                </a:lnTo>
                <a:lnTo>
                  <a:pt x="10164106" y="7079565"/>
                </a:lnTo>
                <a:cubicBezTo>
                  <a:pt x="10169594" y="7072431"/>
                  <a:pt x="10169045" y="7061457"/>
                  <a:pt x="10162460" y="7054872"/>
                </a:cubicBezTo>
                <a:lnTo>
                  <a:pt x="10162460" y="7054323"/>
                </a:lnTo>
                <a:cubicBezTo>
                  <a:pt x="10158893" y="7050756"/>
                  <a:pt x="10154092" y="7048973"/>
                  <a:pt x="10149290" y="7048973"/>
                </a:cubicBezTo>
                <a:close/>
                <a:moveTo>
                  <a:pt x="3696238" y="6827149"/>
                </a:moveTo>
                <a:cubicBezTo>
                  <a:pt x="3685812" y="6827149"/>
                  <a:pt x="3678678" y="6834283"/>
                  <a:pt x="3677581" y="6843611"/>
                </a:cubicBezTo>
                <a:lnTo>
                  <a:pt x="3053128" y="6843611"/>
                </a:lnTo>
                <a:lnTo>
                  <a:pt x="2962587" y="6934151"/>
                </a:lnTo>
                <a:cubicBezTo>
                  <a:pt x="2955454" y="6928664"/>
                  <a:pt x="2944479" y="6929212"/>
                  <a:pt x="2937894" y="6935798"/>
                </a:cubicBezTo>
                <a:cubicBezTo>
                  <a:pt x="2930760" y="6942931"/>
                  <a:pt x="2930760" y="6955003"/>
                  <a:pt x="2937894" y="6962136"/>
                </a:cubicBezTo>
                <a:cubicBezTo>
                  <a:pt x="2945028" y="6969270"/>
                  <a:pt x="2957100" y="6969270"/>
                  <a:pt x="2964233" y="6962136"/>
                </a:cubicBezTo>
                <a:cubicBezTo>
                  <a:pt x="2970818" y="6955552"/>
                  <a:pt x="2971367" y="6945126"/>
                  <a:pt x="2965880" y="6937444"/>
                </a:cubicBezTo>
                <a:lnTo>
                  <a:pt x="3054773" y="6848549"/>
                </a:lnTo>
                <a:lnTo>
                  <a:pt x="3677032" y="6848549"/>
                </a:lnTo>
                <a:lnTo>
                  <a:pt x="3677581" y="6848001"/>
                </a:lnTo>
                <a:cubicBezTo>
                  <a:pt x="3678678" y="6857329"/>
                  <a:pt x="3686360" y="6864463"/>
                  <a:pt x="3696238" y="6864463"/>
                </a:cubicBezTo>
                <a:cubicBezTo>
                  <a:pt x="3706114" y="6864463"/>
                  <a:pt x="3714895" y="6856232"/>
                  <a:pt x="3714895" y="6845806"/>
                </a:cubicBezTo>
                <a:cubicBezTo>
                  <a:pt x="3714895" y="6835380"/>
                  <a:pt x="3706663" y="6827149"/>
                  <a:pt x="3696238" y="6827149"/>
                </a:cubicBezTo>
                <a:close/>
                <a:moveTo>
                  <a:pt x="9514411" y="6708760"/>
                </a:moveTo>
                <a:cubicBezTo>
                  <a:pt x="9509610" y="6708760"/>
                  <a:pt x="9504808" y="6710544"/>
                  <a:pt x="9501242" y="6714111"/>
                </a:cubicBezTo>
                <a:cubicBezTo>
                  <a:pt x="9494108" y="6721245"/>
                  <a:pt x="9494108" y="6733317"/>
                  <a:pt x="9501242" y="6740450"/>
                </a:cubicBezTo>
                <a:cubicBezTo>
                  <a:pt x="9507826" y="6747034"/>
                  <a:pt x="9518252" y="6747583"/>
                  <a:pt x="9525934" y="6742096"/>
                </a:cubicBezTo>
                <a:lnTo>
                  <a:pt x="10158070" y="7374232"/>
                </a:lnTo>
                <a:lnTo>
                  <a:pt x="10158070" y="7897171"/>
                </a:lnTo>
                <a:lnTo>
                  <a:pt x="10566325" y="8305425"/>
                </a:lnTo>
                <a:lnTo>
                  <a:pt x="10566874" y="8305425"/>
                </a:lnTo>
                <a:cubicBezTo>
                  <a:pt x="10566874" y="8305973"/>
                  <a:pt x="11109018" y="8305973"/>
                  <a:pt x="11109018" y="8305973"/>
                </a:cubicBezTo>
                <a:lnTo>
                  <a:pt x="11354300" y="8551255"/>
                </a:lnTo>
                <a:lnTo>
                  <a:pt x="11354300" y="8765808"/>
                </a:lnTo>
                <a:cubicBezTo>
                  <a:pt x="11344972" y="8766906"/>
                  <a:pt x="11337837" y="8774588"/>
                  <a:pt x="11337837" y="8784465"/>
                </a:cubicBezTo>
                <a:cubicBezTo>
                  <a:pt x="11337837" y="8794342"/>
                  <a:pt x="11346069" y="8803121"/>
                  <a:pt x="11356494" y="8803121"/>
                </a:cubicBezTo>
                <a:cubicBezTo>
                  <a:pt x="11366920" y="8803121"/>
                  <a:pt x="11375152" y="8794890"/>
                  <a:pt x="11375152" y="8784465"/>
                </a:cubicBezTo>
                <a:cubicBezTo>
                  <a:pt x="11375152" y="8779252"/>
                  <a:pt x="11373368" y="8774863"/>
                  <a:pt x="11370419" y="8771639"/>
                </a:cubicBezTo>
                <a:lnTo>
                  <a:pt x="11359238" y="8766081"/>
                </a:lnTo>
                <a:lnTo>
                  <a:pt x="11359238" y="8766357"/>
                </a:lnTo>
                <a:lnTo>
                  <a:pt x="11358689" y="8765808"/>
                </a:lnTo>
                <a:lnTo>
                  <a:pt x="11359238" y="8766081"/>
                </a:lnTo>
                <a:lnTo>
                  <a:pt x="11359238" y="8549609"/>
                </a:lnTo>
                <a:lnTo>
                  <a:pt x="11111762" y="8302133"/>
                </a:lnTo>
                <a:lnTo>
                  <a:pt x="11111212" y="8302133"/>
                </a:lnTo>
                <a:cubicBezTo>
                  <a:pt x="11111212" y="8301584"/>
                  <a:pt x="10569068" y="8301584"/>
                  <a:pt x="10569068" y="8301584"/>
                </a:cubicBezTo>
                <a:lnTo>
                  <a:pt x="10163009" y="7895525"/>
                </a:lnTo>
                <a:lnTo>
                  <a:pt x="10163009" y="7372586"/>
                </a:lnTo>
                <a:lnTo>
                  <a:pt x="9529227" y="6738804"/>
                </a:lnTo>
                <a:cubicBezTo>
                  <a:pt x="9534714" y="6731670"/>
                  <a:pt x="9534165" y="6720695"/>
                  <a:pt x="9527580" y="6714111"/>
                </a:cubicBezTo>
                <a:cubicBezTo>
                  <a:pt x="9524014" y="6710544"/>
                  <a:pt x="9519212" y="6708760"/>
                  <a:pt x="9514411" y="6708760"/>
                </a:cubicBezTo>
                <a:close/>
                <a:moveTo>
                  <a:pt x="4474336" y="6454151"/>
                </a:moveTo>
                <a:cubicBezTo>
                  <a:pt x="4469535" y="6454151"/>
                  <a:pt x="4464733" y="6455934"/>
                  <a:pt x="4461166" y="6459501"/>
                </a:cubicBezTo>
                <a:cubicBezTo>
                  <a:pt x="4454581" y="6466086"/>
                  <a:pt x="4454032" y="6476511"/>
                  <a:pt x="4459520" y="6484193"/>
                </a:cubicBezTo>
                <a:lnTo>
                  <a:pt x="4294352" y="6649361"/>
                </a:lnTo>
                <a:lnTo>
                  <a:pt x="3558507" y="6649361"/>
                </a:lnTo>
                <a:cubicBezTo>
                  <a:pt x="3557410" y="6640033"/>
                  <a:pt x="3549727" y="6632899"/>
                  <a:pt x="3539850" y="6632899"/>
                </a:cubicBezTo>
                <a:cubicBezTo>
                  <a:pt x="3529972" y="6632899"/>
                  <a:pt x="3521193" y="6641130"/>
                  <a:pt x="3521193" y="6651556"/>
                </a:cubicBezTo>
                <a:cubicBezTo>
                  <a:pt x="3521193" y="6661982"/>
                  <a:pt x="3529424" y="6670213"/>
                  <a:pt x="3539850" y="6670213"/>
                </a:cubicBezTo>
                <a:cubicBezTo>
                  <a:pt x="3550276" y="6670213"/>
                  <a:pt x="3557410" y="6663079"/>
                  <a:pt x="3558507" y="6653750"/>
                </a:cubicBezTo>
                <a:lnTo>
                  <a:pt x="4296547" y="6653750"/>
                </a:lnTo>
                <a:lnTo>
                  <a:pt x="4462813" y="6487486"/>
                </a:lnTo>
                <a:lnTo>
                  <a:pt x="4462812" y="6487486"/>
                </a:lnTo>
                <a:lnTo>
                  <a:pt x="4463362" y="6486937"/>
                </a:lnTo>
                <a:lnTo>
                  <a:pt x="4462813" y="6487486"/>
                </a:lnTo>
                <a:lnTo>
                  <a:pt x="4475364" y="6491189"/>
                </a:lnTo>
                <a:cubicBezTo>
                  <a:pt x="4479823" y="6490915"/>
                  <a:pt x="4484212" y="6489132"/>
                  <a:pt x="4487505" y="6485840"/>
                </a:cubicBezTo>
                <a:cubicBezTo>
                  <a:pt x="4494638" y="6478706"/>
                  <a:pt x="4494638" y="6466634"/>
                  <a:pt x="4487505" y="6459501"/>
                </a:cubicBezTo>
                <a:cubicBezTo>
                  <a:pt x="4483938" y="6455934"/>
                  <a:pt x="4479137" y="6454151"/>
                  <a:pt x="4474336" y="6454151"/>
                </a:cubicBezTo>
                <a:close/>
                <a:moveTo>
                  <a:pt x="2861072" y="6399141"/>
                </a:moveTo>
                <a:cubicBezTo>
                  <a:pt x="2850646" y="6399141"/>
                  <a:pt x="2842416" y="6407372"/>
                  <a:pt x="2842416" y="6417798"/>
                </a:cubicBezTo>
                <a:cubicBezTo>
                  <a:pt x="2842416" y="6428224"/>
                  <a:pt x="2849549" y="6435356"/>
                  <a:pt x="2858877" y="6436454"/>
                </a:cubicBezTo>
                <a:lnTo>
                  <a:pt x="2858877" y="6778312"/>
                </a:lnTo>
                <a:lnTo>
                  <a:pt x="2574086" y="7063102"/>
                </a:lnTo>
                <a:lnTo>
                  <a:pt x="1833852" y="7063102"/>
                </a:lnTo>
                <a:lnTo>
                  <a:pt x="1090324" y="7806630"/>
                </a:lnTo>
                <a:lnTo>
                  <a:pt x="60908" y="7806630"/>
                </a:lnTo>
                <a:cubicBezTo>
                  <a:pt x="59810" y="7797303"/>
                  <a:pt x="52128" y="7790168"/>
                  <a:pt x="42250" y="7790168"/>
                </a:cubicBezTo>
                <a:cubicBezTo>
                  <a:pt x="32374" y="7790168"/>
                  <a:pt x="23594" y="7798400"/>
                  <a:pt x="23594" y="7808826"/>
                </a:cubicBezTo>
                <a:cubicBezTo>
                  <a:pt x="23594" y="7819251"/>
                  <a:pt x="31826" y="7827483"/>
                  <a:pt x="42250" y="7827483"/>
                </a:cubicBezTo>
                <a:cubicBezTo>
                  <a:pt x="52676" y="7827483"/>
                  <a:pt x="59810" y="7820348"/>
                  <a:pt x="60908" y="7811020"/>
                </a:cubicBezTo>
                <a:lnTo>
                  <a:pt x="1091970" y="7811020"/>
                </a:lnTo>
                <a:lnTo>
                  <a:pt x="1835498" y="7067493"/>
                </a:lnTo>
                <a:lnTo>
                  <a:pt x="1835498" y="7068042"/>
                </a:lnTo>
                <a:lnTo>
                  <a:pt x="2575733" y="7068042"/>
                </a:lnTo>
                <a:lnTo>
                  <a:pt x="2863267" y="6780507"/>
                </a:lnTo>
                <a:lnTo>
                  <a:pt x="2863267" y="6436454"/>
                </a:lnTo>
                <a:cubicBezTo>
                  <a:pt x="2872596" y="6435356"/>
                  <a:pt x="2879729" y="6427675"/>
                  <a:pt x="2879729" y="6417798"/>
                </a:cubicBezTo>
                <a:cubicBezTo>
                  <a:pt x="2879729" y="6407920"/>
                  <a:pt x="2871498" y="6399141"/>
                  <a:pt x="2861072" y="6399141"/>
                </a:cubicBezTo>
                <a:close/>
                <a:moveTo>
                  <a:pt x="3111561" y="6398704"/>
                </a:moveTo>
                <a:lnTo>
                  <a:pt x="3098603" y="6404009"/>
                </a:lnTo>
                <a:cubicBezTo>
                  <a:pt x="3095242" y="6407370"/>
                  <a:pt x="3093184" y="6412034"/>
                  <a:pt x="3093184" y="6417246"/>
                </a:cubicBezTo>
                <a:cubicBezTo>
                  <a:pt x="3093184" y="6427673"/>
                  <a:pt x="3100318" y="6434806"/>
                  <a:pt x="3109647" y="6435904"/>
                </a:cubicBezTo>
                <a:lnTo>
                  <a:pt x="3109647" y="6726181"/>
                </a:lnTo>
                <a:lnTo>
                  <a:pt x="2526348" y="7309480"/>
                </a:lnTo>
                <a:lnTo>
                  <a:pt x="2231680" y="7309480"/>
                </a:lnTo>
                <a:lnTo>
                  <a:pt x="2131812" y="7209611"/>
                </a:lnTo>
                <a:lnTo>
                  <a:pt x="2131263" y="7209611"/>
                </a:lnTo>
                <a:cubicBezTo>
                  <a:pt x="2131263" y="7209063"/>
                  <a:pt x="2021516" y="7209063"/>
                  <a:pt x="2021516" y="7209063"/>
                </a:cubicBezTo>
                <a:lnTo>
                  <a:pt x="1603934" y="7626645"/>
                </a:lnTo>
                <a:lnTo>
                  <a:pt x="1396514" y="7626645"/>
                </a:lnTo>
                <a:lnTo>
                  <a:pt x="557508" y="8465652"/>
                </a:lnTo>
                <a:lnTo>
                  <a:pt x="52676" y="8465652"/>
                </a:lnTo>
                <a:cubicBezTo>
                  <a:pt x="51580" y="8456323"/>
                  <a:pt x="43898" y="8449189"/>
                  <a:pt x="34020" y="8449189"/>
                </a:cubicBezTo>
                <a:cubicBezTo>
                  <a:pt x="24142" y="8449189"/>
                  <a:pt x="15364" y="8457420"/>
                  <a:pt x="15364" y="8467846"/>
                </a:cubicBezTo>
                <a:cubicBezTo>
                  <a:pt x="15364" y="8478272"/>
                  <a:pt x="23594" y="8486503"/>
                  <a:pt x="34020" y="8486503"/>
                </a:cubicBezTo>
                <a:cubicBezTo>
                  <a:pt x="44446" y="8486503"/>
                  <a:pt x="51580" y="8479370"/>
                  <a:pt x="52676" y="8470042"/>
                </a:cubicBezTo>
                <a:lnTo>
                  <a:pt x="559154" y="8470042"/>
                </a:lnTo>
                <a:lnTo>
                  <a:pt x="1398161" y="7631035"/>
                </a:lnTo>
                <a:lnTo>
                  <a:pt x="1605580" y="7631035"/>
                </a:lnTo>
                <a:lnTo>
                  <a:pt x="2023163" y="7213452"/>
                </a:lnTo>
                <a:lnTo>
                  <a:pt x="2128519" y="7213452"/>
                </a:lnTo>
                <a:lnTo>
                  <a:pt x="2228387" y="7313321"/>
                </a:lnTo>
                <a:lnTo>
                  <a:pt x="2228936" y="7313321"/>
                </a:lnTo>
                <a:cubicBezTo>
                  <a:pt x="2228936" y="7313870"/>
                  <a:pt x="2527445" y="7313870"/>
                  <a:pt x="2527445" y="7313870"/>
                </a:cubicBezTo>
                <a:lnTo>
                  <a:pt x="3113488" y="6727827"/>
                </a:lnTo>
                <a:lnTo>
                  <a:pt x="3113488" y="6435904"/>
                </a:lnTo>
                <a:cubicBezTo>
                  <a:pt x="3122816" y="6434806"/>
                  <a:pt x="3129950" y="6427124"/>
                  <a:pt x="3129950" y="6417246"/>
                </a:cubicBezTo>
                <a:cubicBezTo>
                  <a:pt x="3129950" y="6412308"/>
                  <a:pt x="3127892" y="6407644"/>
                  <a:pt x="3124531" y="6404215"/>
                </a:cubicBezTo>
                <a:close/>
                <a:moveTo>
                  <a:pt x="2945028" y="6398590"/>
                </a:moveTo>
                <a:cubicBezTo>
                  <a:pt x="2934602" y="6398590"/>
                  <a:pt x="2926371" y="6406821"/>
                  <a:pt x="2926371" y="6417246"/>
                </a:cubicBezTo>
                <a:cubicBezTo>
                  <a:pt x="2926371" y="6427673"/>
                  <a:pt x="2933505" y="6434806"/>
                  <a:pt x="2942832" y="6435904"/>
                </a:cubicBezTo>
                <a:lnTo>
                  <a:pt x="2942832" y="6599974"/>
                </a:lnTo>
                <a:cubicBezTo>
                  <a:pt x="2933505" y="6601071"/>
                  <a:pt x="2926371" y="6608754"/>
                  <a:pt x="2926371" y="6618630"/>
                </a:cubicBezTo>
                <a:cubicBezTo>
                  <a:pt x="2926371" y="6628508"/>
                  <a:pt x="2934602" y="6637287"/>
                  <a:pt x="2945028" y="6637287"/>
                </a:cubicBezTo>
                <a:cubicBezTo>
                  <a:pt x="2955454" y="6637287"/>
                  <a:pt x="2963685" y="6629056"/>
                  <a:pt x="2963685" y="6618630"/>
                </a:cubicBezTo>
                <a:cubicBezTo>
                  <a:pt x="2963685" y="6608204"/>
                  <a:pt x="2956551" y="6601071"/>
                  <a:pt x="2947223" y="6599974"/>
                </a:cubicBezTo>
                <a:lnTo>
                  <a:pt x="2947223" y="6435904"/>
                </a:lnTo>
                <a:cubicBezTo>
                  <a:pt x="2956551" y="6434806"/>
                  <a:pt x="2963685" y="6427124"/>
                  <a:pt x="2963685" y="6417246"/>
                </a:cubicBezTo>
                <a:cubicBezTo>
                  <a:pt x="2963685" y="6406821"/>
                  <a:pt x="2955454" y="6398590"/>
                  <a:pt x="2945028" y="6398590"/>
                </a:cubicBezTo>
                <a:close/>
                <a:moveTo>
                  <a:pt x="3028983" y="6398590"/>
                </a:moveTo>
                <a:cubicBezTo>
                  <a:pt x="3018557" y="6398590"/>
                  <a:pt x="3010326" y="6406821"/>
                  <a:pt x="3010326" y="6417246"/>
                </a:cubicBezTo>
                <a:cubicBezTo>
                  <a:pt x="3010326" y="6427673"/>
                  <a:pt x="3017460" y="6434806"/>
                  <a:pt x="3026789" y="6435904"/>
                </a:cubicBezTo>
                <a:lnTo>
                  <a:pt x="3026789" y="6710817"/>
                </a:lnTo>
                <a:lnTo>
                  <a:pt x="2603718" y="7133887"/>
                </a:lnTo>
                <a:lnTo>
                  <a:pt x="1999018" y="7133887"/>
                </a:lnTo>
                <a:lnTo>
                  <a:pt x="1713131" y="7419775"/>
                </a:lnTo>
                <a:cubicBezTo>
                  <a:pt x="1705998" y="7414287"/>
                  <a:pt x="1695023" y="7414835"/>
                  <a:pt x="1688438" y="7421420"/>
                </a:cubicBezTo>
                <a:cubicBezTo>
                  <a:pt x="1681305" y="7428554"/>
                  <a:pt x="1681305" y="7440627"/>
                  <a:pt x="1688438" y="7447759"/>
                </a:cubicBezTo>
                <a:cubicBezTo>
                  <a:pt x="1695572" y="7454893"/>
                  <a:pt x="1707644" y="7454893"/>
                  <a:pt x="1714777" y="7447759"/>
                </a:cubicBezTo>
                <a:cubicBezTo>
                  <a:pt x="1721362" y="7441175"/>
                  <a:pt x="1721911" y="7430749"/>
                  <a:pt x="1716423" y="7423066"/>
                </a:cubicBezTo>
                <a:lnTo>
                  <a:pt x="2000665" y="7138825"/>
                </a:lnTo>
                <a:lnTo>
                  <a:pt x="2604815" y="7138825"/>
                </a:lnTo>
                <a:lnTo>
                  <a:pt x="3031178" y="6712463"/>
                </a:lnTo>
                <a:lnTo>
                  <a:pt x="3031178" y="6435904"/>
                </a:lnTo>
                <a:cubicBezTo>
                  <a:pt x="3040506" y="6434806"/>
                  <a:pt x="3047640" y="6427124"/>
                  <a:pt x="3047640" y="6417246"/>
                </a:cubicBezTo>
                <a:cubicBezTo>
                  <a:pt x="3047640" y="6407370"/>
                  <a:pt x="3039409" y="6398590"/>
                  <a:pt x="3028983" y="6398590"/>
                </a:cubicBezTo>
                <a:close/>
                <a:moveTo>
                  <a:pt x="3111841" y="6398590"/>
                </a:moveTo>
                <a:lnTo>
                  <a:pt x="3111292" y="6398590"/>
                </a:lnTo>
                <a:lnTo>
                  <a:pt x="3111561" y="6398704"/>
                </a:lnTo>
                <a:close/>
                <a:moveTo>
                  <a:pt x="3195248" y="6398590"/>
                </a:moveTo>
                <a:cubicBezTo>
                  <a:pt x="3184823" y="6398590"/>
                  <a:pt x="3176591" y="6406821"/>
                  <a:pt x="3176591" y="6417246"/>
                </a:cubicBezTo>
                <a:cubicBezTo>
                  <a:pt x="3176591" y="6427673"/>
                  <a:pt x="3183724" y="6434806"/>
                  <a:pt x="3193054" y="6435904"/>
                </a:cubicBezTo>
                <a:lnTo>
                  <a:pt x="3193054" y="6599974"/>
                </a:lnTo>
                <a:cubicBezTo>
                  <a:pt x="3183724" y="6601071"/>
                  <a:pt x="3176591" y="6608754"/>
                  <a:pt x="3176591" y="6618630"/>
                </a:cubicBezTo>
                <a:cubicBezTo>
                  <a:pt x="3176591" y="6628508"/>
                  <a:pt x="3184823" y="6637287"/>
                  <a:pt x="3195248" y="6637287"/>
                </a:cubicBezTo>
                <a:cubicBezTo>
                  <a:pt x="3205674" y="6637287"/>
                  <a:pt x="3213905" y="6629056"/>
                  <a:pt x="3213905" y="6618630"/>
                </a:cubicBezTo>
                <a:cubicBezTo>
                  <a:pt x="3213905" y="6608204"/>
                  <a:pt x="3206771" y="6601071"/>
                  <a:pt x="3197443" y="6599974"/>
                </a:cubicBezTo>
                <a:lnTo>
                  <a:pt x="3197443" y="6435904"/>
                </a:lnTo>
                <a:cubicBezTo>
                  <a:pt x="3206771" y="6434806"/>
                  <a:pt x="3213905" y="6427124"/>
                  <a:pt x="3213905" y="6417246"/>
                </a:cubicBezTo>
                <a:cubicBezTo>
                  <a:pt x="3213905" y="6406821"/>
                  <a:pt x="3205674" y="6398590"/>
                  <a:pt x="3195248" y="6398590"/>
                </a:cubicBezTo>
                <a:close/>
                <a:moveTo>
                  <a:pt x="3278654" y="6398590"/>
                </a:moveTo>
                <a:cubicBezTo>
                  <a:pt x="3268229" y="6398590"/>
                  <a:pt x="3259998" y="6406821"/>
                  <a:pt x="3259998" y="6417246"/>
                </a:cubicBezTo>
                <a:cubicBezTo>
                  <a:pt x="3259998" y="6427673"/>
                  <a:pt x="3267131" y="6434806"/>
                  <a:pt x="3276460" y="6435904"/>
                </a:cubicBezTo>
                <a:lnTo>
                  <a:pt x="3276460" y="6619728"/>
                </a:lnTo>
                <a:lnTo>
                  <a:pt x="3437786" y="6781054"/>
                </a:lnTo>
                <a:lnTo>
                  <a:pt x="3438335" y="6781054"/>
                </a:lnTo>
                <a:cubicBezTo>
                  <a:pt x="3438335" y="6781604"/>
                  <a:pt x="4190094" y="6781604"/>
                  <a:pt x="4190094" y="6781604"/>
                </a:cubicBezTo>
                <a:cubicBezTo>
                  <a:pt x="4191191" y="6790931"/>
                  <a:pt x="4198874" y="6798065"/>
                  <a:pt x="4208751" y="6798065"/>
                </a:cubicBezTo>
                <a:cubicBezTo>
                  <a:pt x="4218628" y="6798065"/>
                  <a:pt x="4227408" y="6789834"/>
                  <a:pt x="4227408" y="6779408"/>
                </a:cubicBezTo>
                <a:cubicBezTo>
                  <a:pt x="4227408" y="6768982"/>
                  <a:pt x="4219177" y="6760751"/>
                  <a:pt x="4208751" y="6760751"/>
                </a:cubicBezTo>
                <a:lnTo>
                  <a:pt x="4208202" y="6760203"/>
                </a:lnTo>
                <a:cubicBezTo>
                  <a:pt x="4198874" y="6760203"/>
                  <a:pt x="4190643" y="6767335"/>
                  <a:pt x="4189546" y="6776664"/>
                </a:cubicBezTo>
                <a:lnTo>
                  <a:pt x="3439981" y="6776664"/>
                </a:lnTo>
                <a:lnTo>
                  <a:pt x="3280850" y="6617533"/>
                </a:lnTo>
                <a:lnTo>
                  <a:pt x="3280850" y="6435904"/>
                </a:lnTo>
                <a:cubicBezTo>
                  <a:pt x="3290179" y="6434806"/>
                  <a:pt x="3297312" y="6427124"/>
                  <a:pt x="3297312" y="6417246"/>
                </a:cubicBezTo>
                <a:cubicBezTo>
                  <a:pt x="3297312" y="6407370"/>
                  <a:pt x="3289080" y="6398590"/>
                  <a:pt x="3278654" y="6398590"/>
                </a:cubicBezTo>
                <a:close/>
                <a:moveTo>
                  <a:pt x="2805102" y="6343170"/>
                </a:moveTo>
                <a:cubicBezTo>
                  <a:pt x="2794676" y="6343170"/>
                  <a:pt x="2787542" y="6350304"/>
                  <a:pt x="2786445" y="6359632"/>
                </a:cubicBezTo>
                <a:lnTo>
                  <a:pt x="2069805" y="6359632"/>
                </a:lnTo>
                <a:lnTo>
                  <a:pt x="785230" y="7644207"/>
                </a:lnTo>
                <a:lnTo>
                  <a:pt x="50482" y="7644207"/>
                </a:lnTo>
                <a:cubicBezTo>
                  <a:pt x="49384" y="7634879"/>
                  <a:pt x="41702" y="7627744"/>
                  <a:pt x="31826" y="7627744"/>
                </a:cubicBezTo>
                <a:cubicBezTo>
                  <a:pt x="21948" y="7627744"/>
                  <a:pt x="13168" y="7635976"/>
                  <a:pt x="13168" y="7646401"/>
                </a:cubicBezTo>
                <a:cubicBezTo>
                  <a:pt x="13168" y="7656827"/>
                  <a:pt x="21400" y="7665059"/>
                  <a:pt x="31826" y="7665059"/>
                </a:cubicBezTo>
                <a:cubicBezTo>
                  <a:pt x="42250" y="7665059"/>
                  <a:pt x="49384" y="7657924"/>
                  <a:pt x="50482" y="7648597"/>
                </a:cubicBezTo>
                <a:lnTo>
                  <a:pt x="787426" y="7648597"/>
                </a:lnTo>
                <a:lnTo>
                  <a:pt x="2072000" y="6364021"/>
                </a:lnTo>
                <a:lnTo>
                  <a:pt x="2786445" y="6364021"/>
                </a:lnTo>
                <a:cubicBezTo>
                  <a:pt x="2787542" y="6373350"/>
                  <a:pt x="2795224" y="6380484"/>
                  <a:pt x="2805102" y="6380484"/>
                </a:cubicBezTo>
                <a:cubicBezTo>
                  <a:pt x="2814978" y="6380484"/>
                  <a:pt x="2823759" y="6372252"/>
                  <a:pt x="2823759" y="6361827"/>
                </a:cubicBezTo>
                <a:cubicBezTo>
                  <a:pt x="2823759" y="6351401"/>
                  <a:pt x="2815528" y="6343170"/>
                  <a:pt x="2805102" y="6343170"/>
                </a:cubicBezTo>
                <a:close/>
                <a:moveTo>
                  <a:pt x="4023829" y="6335623"/>
                </a:moveTo>
                <a:cubicBezTo>
                  <a:pt x="4019028" y="6335623"/>
                  <a:pt x="4014226" y="6337406"/>
                  <a:pt x="4010660" y="6340973"/>
                </a:cubicBezTo>
                <a:cubicBezTo>
                  <a:pt x="4004074" y="6347558"/>
                  <a:pt x="4003526" y="6357984"/>
                  <a:pt x="4009014" y="6365667"/>
                </a:cubicBezTo>
                <a:lnTo>
                  <a:pt x="3922314" y="6452366"/>
                </a:lnTo>
                <a:lnTo>
                  <a:pt x="3633134" y="6452366"/>
                </a:lnTo>
                <a:lnTo>
                  <a:pt x="3632584" y="6452914"/>
                </a:lnTo>
                <a:lnTo>
                  <a:pt x="3538753" y="6359082"/>
                </a:lnTo>
                <a:lnTo>
                  <a:pt x="3538203" y="6359082"/>
                </a:lnTo>
                <a:cubicBezTo>
                  <a:pt x="3538203" y="6358532"/>
                  <a:pt x="3354379" y="6358532"/>
                  <a:pt x="3354379" y="6358532"/>
                </a:cubicBezTo>
                <a:cubicBezTo>
                  <a:pt x="3353282" y="6349204"/>
                  <a:pt x="3345600" y="6342071"/>
                  <a:pt x="3335723" y="6342071"/>
                </a:cubicBezTo>
                <a:cubicBezTo>
                  <a:pt x="3325846" y="6342071"/>
                  <a:pt x="3317066" y="6350301"/>
                  <a:pt x="3317066" y="6360727"/>
                </a:cubicBezTo>
                <a:cubicBezTo>
                  <a:pt x="3317066" y="6371153"/>
                  <a:pt x="3325297" y="6379384"/>
                  <a:pt x="3335723" y="6379384"/>
                </a:cubicBezTo>
                <a:cubicBezTo>
                  <a:pt x="3346148" y="6379384"/>
                  <a:pt x="3353282" y="6372251"/>
                  <a:pt x="3354379" y="6362923"/>
                </a:cubicBezTo>
                <a:lnTo>
                  <a:pt x="3536009" y="6362923"/>
                </a:lnTo>
                <a:lnTo>
                  <a:pt x="3629842" y="6456755"/>
                </a:lnTo>
                <a:lnTo>
                  <a:pt x="3630390" y="6456755"/>
                </a:lnTo>
                <a:cubicBezTo>
                  <a:pt x="3630390" y="6457304"/>
                  <a:pt x="3923960" y="6457304"/>
                  <a:pt x="3923960" y="6457304"/>
                </a:cubicBezTo>
                <a:lnTo>
                  <a:pt x="4012306" y="6368958"/>
                </a:lnTo>
                <a:cubicBezTo>
                  <a:pt x="4019439" y="6374446"/>
                  <a:pt x="4030414" y="6373897"/>
                  <a:pt x="4036998" y="6367312"/>
                </a:cubicBezTo>
                <a:cubicBezTo>
                  <a:pt x="4044132" y="6360179"/>
                  <a:pt x="4044132" y="6348107"/>
                  <a:pt x="4036998" y="6340973"/>
                </a:cubicBezTo>
                <a:cubicBezTo>
                  <a:pt x="4033431" y="6337406"/>
                  <a:pt x="4028630" y="6335623"/>
                  <a:pt x="4023829" y="6335623"/>
                </a:cubicBezTo>
                <a:close/>
                <a:moveTo>
                  <a:pt x="5429672" y="6278558"/>
                </a:moveTo>
                <a:cubicBezTo>
                  <a:pt x="5424871" y="6278558"/>
                  <a:pt x="5420070" y="6280341"/>
                  <a:pt x="5416503" y="6283907"/>
                </a:cubicBezTo>
                <a:cubicBezTo>
                  <a:pt x="5409370" y="6291041"/>
                  <a:pt x="5409370" y="6300917"/>
                  <a:pt x="5414856" y="6308601"/>
                </a:cubicBezTo>
                <a:lnTo>
                  <a:pt x="4905088" y="6818369"/>
                </a:lnTo>
                <a:lnTo>
                  <a:pt x="4650477" y="6818369"/>
                </a:lnTo>
                <a:lnTo>
                  <a:pt x="4394770" y="7074077"/>
                </a:lnTo>
                <a:cubicBezTo>
                  <a:pt x="4387637" y="7068590"/>
                  <a:pt x="4376662" y="7069139"/>
                  <a:pt x="4370077" y="7075724"/>
                </a:cubicBezTo>
                <a:cubicBezTo>
                  <a:pt x="4362944" y="7082856"/>
                  <a:pt x="4362944" y="7094929"/>
                  <a:pt x="4370077" y="7102062"/>
                </a:cubicBezTo>
                <a:cubicBezTo>
                  <a:pt x="4377210" y="7109196"/>
                  <a:pt x="4389282" y="7109196"/>
                  <a:pt x="4396416" y="7102062"/>
                </a:cubicBezTo>
                <a:cubicBezTo>
                  <a:pt x="4403001" y="7095478"/>
                  <a:pt x="4403550" y="7085052"/>
                  <a:pt x="4398062" y="7077370"/>
                </a:cubicBezTo>
                <a:lnTo>
                  <a:pt x="4652124" y="6823309"/>
                </a:lnTo>
                <a:lnTo>
                  <a:pt x="4906734" y="6823309"/>
                </a:lnTo>
                <a:lnTo>
                  <a:pt x="5418150" y="6311892"/>
                </a:lnTo>
                <a:cubicBezTo>
                  <a:pt x="5425282" y="6317380"/>
                  <a:pt x="5436257" y="6316831"/>
                  <a:pt x="5442842" y="6310246"/>
                </a:cubicBezTo>
                <a:cubicBezTo>
                  <a:pt x="5449976" y="6303113"/>
                  <a:pt x="5449976" y="6291041"/>
                  <a:pt x="5442842" y="6283907"/>
                </a:cubicBezTo>
                <a:cubicBezTo>
                  <a:pt x="5439275" y="6280341"/>
                  <a:pt x="5434474" y="6278558"/>
                  <a:pt x="5429672" y="6278558"/>
                </a:cubicBezTo>
                <a:close/>
                <a:moveTo>
                  <a:pt x="2805102" y="6258664"/>
                </a:moveTo>
                <a:cubicBezTo>
                  <a:pt x="2794676" y="6258664"/>
                  <a:pt x="2787542" y="6265798"/>
                  <a:pt x="2786445" y="6275126"/>
                </a:cubicBezTo>
                <a:lnTo>
                  <a:pt x="2083523" y="6275126"/>
                </a:lnTo>
                <a:lnTo>
                  <a:pt x="1833851" y="6524798"/>
                </a:lnTo>
                <a:lnTo>
                  <a:pt x="1705448" y="6524798"/>
                </a:lnTo>
                <a:lnTo>
                  <a:pt x="1361944" y="6868302"/>
                </a:lnTo>
                <a:lnTo>
                  <a:pt x="696884" y="6868302"/>
                </a:lnTo>
                <a:lnTo>
                  <a:pt x="467516" y="7097670"/>
                </a:lnTo>
                <a:lnTo>
                  <a:pt x="37312" y="7097670"/>
                </a:lnTo>
                <a:cubicBezTo>
                  <a:pt x="36216" y="7088342"/>
                  <a:pt x="28534" y="7081209"/>
                  <a:pt x="18656" y="7081209"/>
                </a:cubicBezTo>
                <a:cubicBezTo>
                  <a:pt x="8778" y="7081209"/>
                  <a:pt x="0" y="7089440"/>
                  <a:pt x="0" y="7099866"/>
                </a:cubicBezTo>
                <a:cubicBezTo>
                  <a:pt x="0" y="7110291"/>
                  <a:pt x="8230" y="7118523"/>
                  <a:pt x="18656" y="7118523"/>
                </a:cubicBezTo>
                <a:cubicBezTo>
                  <a:pt x="29082" y="7118523"/>
                  <a:pt x="36216" y="7111389"/>
                  <a:pt x="37312" y="7102060"/>
                </a:cubicBezTo>
                <a:lnTo>
                  <a:pt x="469162" y="7102060"/>
                </a:lnTo>
                <a:lnTo>
                  <a:pt x="698532" y="6872692"/>
                </a:lnTo>
                <a:lnTo>
                  <a:pt x="1363590" y="6872692"/>
                </a:lnTo>
                <a:lnTo>
                  <a:pt x="1707095" y="6529187"/>
                </a:lnTo>
                <a:lnTo>
                  <a:pt x="1835498" y="6529187"/>
                </a:lnTo>
                <a:lnTo>
                  <a:pt x="2085169" y="6279516"/>
                </a:lnTo>
                <a:lnTo>
                  <a:pt x="2786445" y="6279516"/>
                </a:lnTo>
                <a:cubicBezTo>
                  <a:pt x="2787542" y="6288844"/>
                  <a:pt x="2795225" y="6295978"/>
                  <a:pt x="2805102" y="6295978"/>
                </a:cubicBezTo>
                <a:cubicBezTo>
                  <a:pt x="2814979" y="6295978"/>
                  <a:pt x="2823759" y="6287747"/>
                  <a:pt x="2823759" y="6277321"/>
                </a:cubicBezTo>
                <a:cubicBezTo>
                  <a:pt x="2823759" y="6266895"/>
                  <a:pt x="2815528" y="6258664"/>
                  <a:pt x="2805102" y="6258664"/>
                </a:cubicBezTo>
                <a:close/>
                <a:moveTo>
                  <a:pt x="2804554" y="6175257"/>
                </a:moveTo>
                <a:cubicBezTo>
                  <a:pt x="2794128" y="6175257"/>
                  <a:pt x="2786994" y="6182391"/>
                  <a:pt x="2785897" y="6191720"/>
                </a:cubicBezTo>
                <a:lnTo>
                  <a:pt x="2621826" y="6191720"/>
                </a:lnTo>
                <a:cubicBezTo>
                  <a:pt x="2620729" y="6182391"/>
                  <a:pt x="2613047" y="6175257"/>
                  <a:pt x="2603170" y="6175257"/>
                </a:cubicBezTo>
                <a:cubicBezTo>
                  <a:pt x="2593292" y="6175257"/>
                  <a:pt x="2584513" y="6183488"/>
                  <a:pt x="2584513" y="6193914"/>
                </a:cubicBezTo>
                <a:cubicBezTo>
                  <a:pt x="2584513" y="6204340"/>
                  <a:pt x="2592744" y="6212571"/>
                  <a:pt x="2603170" y="6212571"/>
                </a:cubicBezTo>
                <a:cubicBezTo>
                  <a:pt x="2612498" y="6212571"/>
                  <a:pt x="2620729" y="6205437"/>
                  <a:pt x="2621826" y="6196109"/>
                </a:cubicBezTo>
                <a:lnTo>
                  <a:pt x="2785897" y="6196109"/>
                </a:lnTo>
                <a:cubicBezTo>
                  <a:pt x="2786994" y="6205437"/>
                  <a:pt x="2794676" y="6212571"/>
                  <a:pt x="2804554" y="6212571"/>
                </a:cubicBezTo>
                <a:cubicBezTo>
                  <a:pt x="2814430" y="6212571"/>
                  <a:pt x="2823210" y="6204340"/>
                  <a:pt x="2823210" y="6193914"/>
                </a:cubicBezTo>
                <a:cubicBezTo>
                  <a:pt x="2823210" y="6183488"/>
                  <a:pt x="2814979" y="6175257"/>
                  <a:pt x="2804554" y="6175257"/>
                </a:cubicBezTo>
                <a:close/>
                <a:moveTo>
                  <a:pt x="5032942" y="6093636"/>
                </a:moveTo>
                <a:cubicBezTo>
                  <a:pt x="5028140" y="6093636"/>
                  <a:pt x="5023339" y="6095419"/>
                  <a:pt x="5019772" y="6098986"/>
                </a:cubicBezTo>
                <a:cubicBezTo>
                  <a:pt x="5013188" y="6105571"/>
                  <a:pt x="5012639" y="6115997"/>
                  <a:pt x="5018126" y="6123679"/>
                </a:cubicBezTo>
                <a:lnTo>
                  <a:pt x="4240576" y="6901227"/>
                </a:lnTo>
                <a:lnTo>
                  <a:pt x="3982126" y="6901227"/>
                </a:lnTo>
                <a:lnTo>
                  <a:pt x="3452054" y="7431300"/>
                </a:lnTo>
                <a:lnTo>
                  <a:pt x="2989475" y="7431300"/>
                </a:lnTo>
                <a:lnTo>
                  <a:pt x="1999568" y="8421206"/>
                </a:lnTo>
                <a:lnTo>
                  <a:pt x="1184156" y="8421206"/>
                </a:lnTo>
                <a:lnTo>
                  <a:pt x="807180" y="8798184"/>
                </a:lnTo>
                <a:cubicBezTo>
                  <a:pt x="800046" y="8792696"/>
                  <a:pt x="789072" y="8793245"/>
                  <a:pt x="782486" y="8799830"/>
                </a:cubicBezTo>
                <a:cubicBezTo>
                  <a:pt x="775352" y="8806963"/>
                  <a:pt x="775352" y="8819035"/>
                  <a:pt x="782486" y="8826169"/>
                </a:cubicBezTo>
                <a:cubicBezTo>
                  <a:pt x="789620" y="8833301"/>
                  <a:pt x="801692" y="8833301"/>
                  <a:pt x="808826" y="8826169"/>
                </a:cubicBezTo>
                <a:cubicBezTo>
                  <a:pt x="815410" y="8819584"/>
                  <a:pt x="815960" y="8809158"/>
                  <a:pt x="810472" y="8801475"/>
                </a:cubicBezTo>
                <a:lnTo>
                  <a:pt x="1185802" y="8426145"/>
                </a:lnTo>
                <a:lnTo>
                  <a:pt x="2001214" y="8426145"/>
                </a:lnTo>
                <a:lnTo>
                  <a:pt x="2991121" y="7436238"/>
                </a:lnTo>
                <a:lnTo>
                  <a:pt x="3453699" y="7436238"/>
                </a:lnTo>
                <a:lnTo>
                  <a:pt x="3983772" y="6906167"/>
                </a:lnTo>
                <a:lnTo>
                  <a:pt x="4242224" y="6906167"/>
                </a:lnTo>
                <a:lnTo>
                  <a:pt x="5021418" y="6126971"/>
                </a:lnTo>
                <a:cubicBezTo>
                  <a:pt x="5028552" y="6132458"/>
                  <a:pt x="5039526" y="6131910"/>
                  <a:pt x="5046112" y="6125325"/>
                </a:cubicBezTo>
                <a:cubicBezTo>
                  <a:pt x="5053245" y="6118191"/>
                  <a:pt x="5053245" y="6106119"/>
                  <a:pt x="5046112" y="6098986"/>
                </a:cubicBezTo>
                <a:cubicBezTo>
                  <a:pt x="5042545" y="6095419"/>
                  <a:pt x="5037743" y="6093636"/>
                  <a:pt x="5032942" y="6093636"/>
                </a:cubicBezTo>
                <a:close/>
                <a:moveTo>
                  <a:pt x="2804554" y="6091851"/>
                </a:moveTo>
                <a:cubicBezTo>
                  <a:pt x="2794128" y="6091851"/>
                  <a:pt x="2786994" y="6098984"/>
                  <a:pt x="2785897" y="6108312"/>
                </a:cubicBezTo>
                <a:lnTo>
                  <a:pt x="2039076" y="6108312"/>
                </a:lnTo>
                <a:lnTo>
                  <a:pt x="1539184" y="6608204"/>
                </a:lnTo>
                <a:lnTo>
                  <a:pt x="856016" y="6608204"/>
                </a:lnTo>
                <a:lnTo>
                  <a:pt x="609636" y="6854584"/>
                </a:lnTo>
                <a:lnTo>
                  <a:pt x="196444" y="6854584"/>
                </a:lnTo>
                <a:cubicBezTo>
                  <a:pt x="195346" y="6845255"/>
                  <a:pt x="187664" y="6838122"/>
                  <a:pt x="177786" y="6838122"/>
                </a:cubicBezTo>
                <a:cubicBezTo>
                  <a:pt x="167910" y="6838122"/>
                  <a:pt x="159130" y="6846352"/>
                  <a:pt x="159130" y="6856778"/>
                </a:cubicBezTo>
                <a:cubicBezTo>
                  <a:pt x="159130" y="6867204"/>
                  <a:pt x="167360" y="6875435"/>
                  <a:pt x="177786" y="6875435"/>
                </a:cubicBezTo>
                <a:cubicBezTo>
                  <a:pt x="188214" y="6875435"/>
                  <a:pt x="195346" y="6868302"/>
                  <a:pt x="196444" y="6858974"/>
                </a:cubicBezTo>
                <a:lnTo>
                  <a:pt x="611832" y="6858974"/>
                </a:lnTo>
                <a:lnTo>
                  <a:pt x="858212" y="6612594"/>
                </a:lnTo>
                <a:lnTo>
                  <a:pt x="1541379" y="6612594"/>
                </a:lnTo>
                <a:lnTo>
                  <a:pt x="2041271" y="6112703"/>
                </a:lnTo>
                <a:lnTo>
                  <a:pt x="2785897" y="6112703"/>
                </a:lnTo>
                <a:cubicBezTo>
                  <a:pt x="2786994" y="6122031"/>
                  <a:pt x="2794676" y="6129164"/>
                  <a:pt x="2804554" y="6129164"/>
                </a:cubicBezTo>
                <a:cubicBezTo>
                  <a:pt x="2814979" y="6129164"/>
                  <a:pt x="2823210" y="6120934"/>
                  <a:pt x="2823210" y="6110508"/>
                </a:cubicBezTo>
                <a:cubicBezTo>
                  <a:pt x="2823210" y="6100081"/>
                  <a:pt x="2814979" y="6091851"/>
                  <a:pt x="2804554" y="6091851"/>
                </a:cubicBezTo>
                <a:close/>
                <a:moveTo>
                  <a:pt x="3537106" y="6091851"/>
                </a:moveTo>
                <a:cubicBezTo>
                  <a:pt x="3526680" y="6091851"/>
                  <a:pt x="3519548" y="6098984"/>
                  <a:pt x="3518449" y="6108312"/>
                </a:cubicBezTo>
                <a:lnTo>
                  <a:pt x="3354379" y="6108312"/>
                </a:lnTo>
                <a:cubicBezTo>
                  <a:pt x="3353282" y="6098984"/>
                  <a:pt x="3345600" y="6091851"/>
                  <a:pt x="3335723" y="6091851"/>
                </a:cubicBezTo>
                <a:cubicBezTo>
                  <a:pt x="3325846" y="6091851"/>
                  <a:pt x="3317066" y="6100081"/>
                  <a:pt x="3317066" y="6110508"/>
                </a:cubicBezTo>
                <a:cubicBezTo>
                  <a:pt x="3317066" y="6120934"/>
                  <a:pt x="3325297" y="6129164"/>
                  <a:pt x="3335723" y="6129164"/>
                </a:cubicBezTo>
                <a:cubicBezTo>
                  <a:pt x="3345051" y="6129164"/>
                  <a:pt x="3353282" y="6122031"/>
                  <a:pt x="3354379" y="6112703"/>
                </a:cubicBezTo>
                <a:lnTo>
                  <a:pt x="3518449" y="6112703"/>
                </a:lnTo>
                <a:cubicBezTo>
                  <a:pt x="3519548" y="6122031"/>
                  <a:pt x="3527229" y="6129164"/>
                  <a:pt x="3537106" y="6129164"/>
                </a:cubicBezTo>
                <a:cubicBezTo>
                  <a:pt x="3546984" y="6129164"/>
                  <a:pt x="3555763" y="6120934"/>
                  <a:pt x="3555763" y="6110508"/>
                </a:cubicBezTo>
                <a:cubicBezTo>
                  <a:pt x="3555763" y="6100081"/>
                  <a:pt x="3547532" y="6091851"/>
                  <a:pt x="3537106" y="6091851"/>
                </a:cubicBezTo>
                <a:close/>
                <a:moveTo>
                  <a:pt x="12898423" y="6025593"/>
                </a:moveTo>
                <a:cubicBezTo>
                  <a:pt x="12893622" y="6025593"/>
                  <a:pt x="12888820" y="6027377"/>
                  <a:pt x="12885254" y="6030944"/>
                </a:cubicBezTo>
                <a:cubicBezTo>
                  <a:pt x="12878120" y="6038077"/>
                  <a:pt x="12878120" y="6050149"/>
                  <a:pt x="12885254" y="6057283"/>
                </a:cubicBezTo>
                <a:cubicBezTo>
                  <a:pt x="12891838" y="6063867"/>
                  <a:pt x="12902265" y="6064416"/>
                  <a:pt x="12909946" y="6058928"/>
                </a:cubicBezTo>
                <a:lnTo>
                  <a:pt x="12959881" y="6108862"/>
                </a:lnTo>
                <a:lnTo>
                  <a:pt x="12960428" y="6108862"/>
                </a:lnTo>
                <a:cubicBezTo>
                  <a:pt x="12960428" y="6109412"/>
                  <a:pt x="14895795" y="6109412"/>
                  <a:pt x="14895795" y="6109412"/>
                </a:cubicBezTo>
                <a:lnTo>
                  <a:pt x="15247532" y="6461147"/>
                </a:lnTo>
                <a:cubicBezTo>
                  <a:pt x="15242044" y="6468280"/>
                  <a:pt x="15242594" y="6479255"/>
                  <a:pt x="15249178" y="6485840"/>
                </a:cubicBezTo>
                <a:cubicBezTo>
                  <a:pt x="15256311" y="6492973"/>
                  <a:pt x="15268383" y="6492973"/>
                  <a:pt x="15275517" y="6485840"/>
                </a:cubicBezTo>
                <a:cubicBezTo>
                  <a:pt x="15282649" y="6478706"/>
                  <a:pt x="15282649" y="6466634"/>
                  <a:pt x="15275517" y="6459501"/>
                </a:cubicBezTo>
                <a:cubicBezTo>
                  <a:pt x="15268932" y="6452916"/>
                  <a:pt x="15258506" y="6452367"/>
                  <a:pt x="15250825" y="6457855"/>
                </a:cubicBezTo>
                <a:lnTo>
                  <a:pt x="14898539" y="6105571"/>
                </a:lnTo>
                <a:lnTo>
                  <a:pt x="14897992" y="6105571"/>
                </a:lnTo>
                <a:cubicBezTo>
                  <a:pt x="14897992" y="6105022"/>
                  <a:pt x="12962625" y="6105022"/>
                  <a:pt x="12962625" y="6105022"/>
                </a:cubicBezTo>
                <a:lnTo>
                  <a:pt x="12913239" y="6055636"/>
                </a:lnTo>
                <a:cubicBezTo>
                  <a:pt x="12918726" y="6048502"/>
                  <a:pt x="12918177" y="6037528"/>
                  <a:pt x="12911593" y="6030944"/>
                </a:cubicBezTo>
                <a:cubicBezTo>
                  <a:pt x="12908026" y="6027377"/>
                  <a:pt x="12903224" y="6025593"/>
                  <a:pt x="12898423" y="6025593"/>
                </a:cubicBezTo>
                <a:close/>
                <a:moveTo>
                  <a:pt x="2805102" y="6008444"/>
                </a:moveTo>
                <a:cubicBezTo>
                  <a:pt x="2794676" y="6008444"/>
                  <a:pt x="2787542" y="6015577"/>
                  <a:pt x="2786445" y="6024906"/>
                </a:cubicBezTo>
                <a:lnTo>
                  <a:pt x="2018774" y="6024906"/>
                </a:lnTo>
                <a:lnTo>
                  <a:pt x="1510650" y="6533028"/>
                </a:lnTo>
                <a:lnTo>
                  <a:pt x="1277989" y="6533028"/>
                </a:lnTo>
                <a:lnTo>
                  <a:pt x="1184156" y="6439196"/>
                </a:lnTo>
                <a:lnTo>
                  <a:pt x="1183608" y="6439196"/>
                </a:lnTo>
                <a:cubicBezTo>
                  <a:pt x="1183608" y="6438647"/>
                  <a:pt x="931192" y="6438647"/>
                  <a:pt x="931192" y="6438647"/>
                </a:cubicBezTo>
                <a:lnTo>
                  <a:pt x="686458" y="6683380"/>
                </a:lnTo>
                <a:lnTo>
                  <a:pt x="171752" y="6683380"/>
                </a:lnTo>
                <a:lnTo>
                  <a:pt x="32374" y="6822757"/>
                </a:lnTo>
                <a:cubicBezTo>
                  <a:pt x="25240" y="6817270"/>
                  <a:pt x="14266" y="6817819"/>
                  <a:pt x="7682" y="6824403"/>
                </a:cubicBezTo>
                <a:cubicBezTo>
                  <a:pt x="548" y="6831538"/>
                  <a:pt x="548" y="6843609"/>
                  <a:pt x="7682" y="6850743"/>
                </a:cubicBezTo>
                <a:cubicBezTo>
                  <a:pt x="14814" y="6857876"/>
                  <a:pt x="26886" y="6857876"/>
                  <a:pt x="34020" y="6850743"/>
                </a:cubicBezTo>
                <a:lnTo>
                  <a:pt x="34568" y="6850743"/>
                </a:lnTo>
                <a:cubicBezTo>
                  <a:pt x="41154" y="6844158"/>
                  <a:pt x="41702" y="6833732"/>
                  <a:pt x="36216" y="6826050"/>
                </a:cubicBezTo>
                <a:lnTo>
                  <a:pt x="174494" y="6687770"/>
                </a:lnTo>
                <a:lnTo>
                  <a:pt x="688654" y="6687770"/>
                </a:lnTo>
                <a:lnTo>
                  <a:pt x="933388" y="6443037"/>
                </a:lnTo>
                <a:lnTo>
                  <a:pt x="1181412" y="6443037"/>
                </a:lnTo>
                <a:lnTo>
                  <a:pt x="1275245" y="6536870"/>
                </a:lnTo>
                <a:lnTo>
                  <a:pt x="1275794" y="6536870"/>
                </a:lnTo>
                <a:cubicBezTo>
                  <a:pt x="1275794" y="6537419"/>
                  <a:pt x="1512845" y="6537419"/>
                  <a:pt x="1512845" y="6537419"/>
                </a:cubicBezTo>
                <a:lnTo>
                  <a:pt x="2020968" y="6029295"/>
                </a:lnTo>
                <a:lnTo>
                  <a:pt x="2786445" y="6029295"/>
                </a:lnTo>
                <a:cubicBezTo>
                  <a:pt x="2787542" y="6038624"/>
                  <a:pt x="2795225" y="6045757"/>
                  <a:pt x="2805102" y="6045757"/>
                </a:cubicBezTo>
                <a:cubicBezTo>
                  <a:pt x="2814979" y="6045757"/>
                  <a:pt x="2823759" y="6037526"/>
                  <a:pt x="2823759" y="6027101"/>
                </a:cubicBezTo>
                <a:cubicBezTo>
                  <a:pt x="2823759" y="6016675"/>
                  <a:pt x="2815528" y="6008444"/>
                  <a:pt x="2805102" y="6008444"/>
                </a:cubicBezTo>
                <a:close/>
                <a:moveTo>
                  <a:pt x="4046876" y="6008444"/>
                </a:moveTo>
                <a:cubicBezTo>
                  <a:pt x="4036450" y="6008444"/>
                  <a:pt x="4029316" y="6015577"/>
                  <a:pt x="4028219" y="6024906"/>
                </a:cubicBezTo>
                <a:lnTo>
                  <a:pt x="3354379" y="6024906"/>
                </a:lnTo>
                <a:cubicBezTo>
                  <a:pt x="3353282" y="6015577"/>
                  <a:pt x="3345600" y="6008444"/>
                  <a:pt x="3335723" y="6008444"/>
                </a:cubicBezTo>
                <a:cubicBezTo>
                  <a:pt x="3325846" y="6008444"/>
                  <a:pt x="3317066" y="6016675"/>
                  <a:pt x="3317066" y="6027101"/>
                </a:cubicBezTo>
                <a:cubicBezTo>
                  <a:pt x="3317066" y="6037526"/>
                  <a:pt x="3325297" y="6045757"/>
                  <a:pt x="3335723" y="6045757"/>
                </a:cubicBezTo>
                <a:cubicBezTo>
                  <a:pt x="3345051" y="6045757"/>
                  <a:pt x="3353282" y="6038624"/>
                  <a:pt x="3354379" y="6029295"/>
                </a:cubicBezTo>
                <a:lnTo>
                  <a:pt x="4028219" y="6029295"/>
                </a:lnTo>
                <a:cubicBezTo>
                  <a:pt x="4029316" y="6038624"/>
                  <a:pt x="4036998" y="6045757"/>
                  <a:pt x="4046876" y="6045757"/>
                </a:cubicBezTo>
                <a:cubicBezTo>
                  <a:pt x="4056752" y="6045757"/>
                  <a:pt x="4065533" y="6037526"/>
                  <a:pt x="4065533" y="6027101"/>
                </a:cubicBezTo>
                <a:cubicBezTo>
                  <a:pt x="4065533" y="6016675"/>
                  <a:pt x="4057302" y="6008444"/>
                  <a:pt x="4046876" y="6008444"/>
                </a:cubicBezTo>
                <a:close/>
                <a:moveTo>
                  <a:pt x="2804004" y="5926136"/>
                </a:moveTo>
                <a:cubicBezTo>
                  <a:pt x="2793579" y="5926136"/>
                  <a:pt x="2786445" y="5933270"/>
                  <a:pt x="2785348" y="5942599"/>
                </a:cubicBezTo>
                <a:lnTo>
                  <a:pt x="1992983" y="5942599"/>
                </a:lnTo>
                <a:lnTo>
                  <a:pt x="1601739" y="6333841"/>
                </a:lnTo>
                <a:lnTo>
                  <a:pt x="932838" y="6333841"/>
                </a:lnTo>
                <a:lnTo>
                  <a:pt x="706762" y="6559919"/>
                </a:lnTo>
                <a:lnTo>
                  <a:pt x="441726" y="6559919"/>
                </a:lnTo>
                <a:cubicBezTo>
                  <a:pt x="440628" y="6550590"/>
                  <a:pt x="432946" y="6543456"/>
                  <a:pt x="423070" y="6543456"/>
                </a:cubicBezTo>
                <a:cubicBezTo>
                  <a:pt x="413192" y="6543456"/>
                  <a:pt x="404412" y="6551687"/>
                  <a:pt x="404412" y="6562113"/>
                </a:cubicBezTo>
                <a:cubicBezTo>
                  <a:pt x="404412" y="6572539"/>
                  <a:pt x="412644" y="6580770"/>
                  <a:pt x="423070" y="6580770"/>
                </a:cubicBezTo>
                <a:cubicBezTo>
                  <a:pt x="433494" y="6580770"/>
                  <a:pt x="440628" y="6573636"/>
                  <a:pt x="441726" y="6564307"/>
                </a:cubicBezTo>
                <a:lnTo>
                  <a:pt x="708958" y="6564307"/>
                </a:lnTo>
                <a:lnTo>
                  <a:pt x="935034" y="6338232"/>
                </a:lnTo>
                <a:lnTo>
                  <a:pt x="1603934" y="6338232"/>
                </a:lnTo>
                <a:lnTo>
                  <a:pt x="1995178" y="5946987"/>
                </a:lnTo>
                <a:lnTo>
                  <a:pt x="2785348" y="5946987"/>
                </a:lnTo>
                <a:cubicBezTo>
                  <a:pt x="2786445" y="5956316"/>
                  <a:pt x="2794127" y="5963450"/>
                  <a:pt x="2804004" y="5963450"/>
                </a:cubicBezTo>
                <a:cubicBezTo>
                  <a:pt x="2813881" y="5963450"/>
                  <a:pt x="2822662" y="5955218"/>
                  <a:pt x="2822662" y="5944793"/>
                </a:cubicBezTo>
                <a:cubicBezTo>
                  <a:pt x="2822662" y="5934367"/>
                  <a:pt x="2814430" y="5926136"/>
                  <a:pt x="2804004" y="5926136"/>
                </a:cubicBezTo>
                <a:close/>
                <a:moveTo>
                  <a:pt x="11466789" y="5863170"/>
                </a:moveTo>
                <a:cubicBezTo>
                  <a:pt x="11461988" y="5863170"/>
                  <a:pt x="11457187" y="5864953"/>
                  <a:pt x="11453620" y="5868520"/>
                </a:cubicBezTo>
                <a:cubicBezTo>
                  <a:pt x="11446487" y="5875653"/>
                  <a:pt x="11446487" y="5887725"/>
                  <a:pt x="11453620" y="5894858"/>
                </a:cubicBezTo>
                <a:cubicBezTo>
                  <a:pt x="11460204" y="5901444"/>
                  <a:pt x="11470629" y="5901992"/>
                  <a:pt x="11478312" y="5896505"/>
                </a:cubicBezTo>
                <a:lnTo>
                  <a:pt x="11798770" y="6216962"/>
                </a:lnTo>
                <a:lnTo>
                  <a:pt x="11799319" y="6216962"/>
                </a:lnTo>
                <a:cubicBezTo>
                  <a:pt x="11799319" y="6217512"/>
                  <a:pt x="12278359" y="6217512"/>
                  <a:pt x="12278359" y="6217512"/>
                </a:cubicBezTo>
                <a:lnTo>
                  <a:pt x="12570284" y="6509985"/>
                </a:lnTo>
                <a:lnTo>
                  <a:pt x="12570831" y="6509985"/>
                </a:lnTo>
                <a:cubicBezTo>
                  <a:pt x="12570831" y="6510533"/>
                  <a:pt x="13854309" y="6510533"/>
                  <a:pt x="13854309" y="6510533"/>
                </a:cubicBezTo>
                <a:lnTo>
                  <a:pt x="14513881" y="7170105"/>
                </a:lnTo>
                <a:lnTo>
                  <a:pt x="14514429" y="7170105"/>
                </a:lnTo>
                <a:cubicBezTo>
                  <a:pt x="14514429" y="7170654"/>
                  <a:pt x="15260152" y="7170654"/>
                  <a:pt x="15260152" y="7170654"/>
                </a:cubicBezTo>
                <a:lnTo>
                  <a:pt x="15528481" y="6902325"/>
                </a:lnTo>
                <a:lnTo>
                  <a:pt x="15694745" y="6902325"/>
                </a:lnTo>
                <a:cubicBezTo>
                  <a:pt x="15695843" y="6911653"/>
                  <a:pt x="15703526" y="6918787"/>
                  <a:pt x="15713402" y="6918787"/>
                </a:cubicBezTo>
                <a:cubicBezTo>
                  <a:pt x="15723280" y="6918787"/>
                  <a:pt x="15732060" y="6910556"/>
                  <a:pt x="15732060" y="6900130"/>
                </a:cubicBezTo>
                <a:cubicBezTo>
                  <a:pt x="15732060" y="6889704"/>
                  <a:pt x="15723828" y="6881473"/>
                  <a:pt x="15713402" y="6881473"/>
                </a:cubicBezTo>
                <a:lnTo>
                  <a:pt x="15712305" y="6880925"/>
                </a:lnTo>
                <a:cubicBezTo>
                  <a:pt x="15702977" y="6880925"/>
                  <a:pt x="15694745" y="6888057"/>
                  <a:pt x="15693648" y="6897386"/>
                </a:cubicBezTo>
                <a:lnTo>
                  <a:pt x="15525737" y="6897386"/>
                </a:lnTo>
                <a:lnTo>
                  <a:pt x="15257409" y="7165715"/>
                </a:lnTo>
                <a:lnTo>
                  <a:pt x="14516076" y="7165715"/>
                </a:lnTo>
                <a:lnTo>
                  <a:pt x="13856504" y="6506142"/>
                </a:lnTo>
                <a:lnTo>
                  <a:pt x="13855954" y="6506142"/>
                </a:lnTo>
                <a:cubicBezTo>
                  <a:pt x="13855954" y="6505594"/>
                  <a:pt x="12572478" y="6505594"/>
                  <a:pt x="12572478" y="6505594"/>
                </a:cubicBezTo>
                <a:lnTo>
                  <a:pt x="12280554" y="6213121"/>
                </a:lnTo>
                <a:lnTo>
                  <a:pt x="12280005" y="6213121"/>
                </a:lnTo>
                <a:cubicBezTo>
                  <a:pt x="12280005" y="6212573"/>
                  <a:pt x="11800964" y="6212573"/>
                  <a:pt x="11800964" y="6212573"/>
                </a:cubicBezTo>
                <a:lnTo>
                  <a:pt x="11481604" y="5893212"/>
                </a:lnTo>
                <a:cubicBezTo>
                  <a:pt x="11487092" y="5886079"/>
                  <a:pt x="11486544" y="5875104"/>
                  <a:pt x="11479958" y="5868520"/>
                </a:cubicBezTo>
                <a:cubicBezTo>
                  <a:pt x="11476392" y="5864953"/>
                  <a:pt x="11471591" y="5863170"/>
                  <a:pt x="11466789" y="5863170"/>
                </a:cubicBezTo>
                <a:close/>
                <a:moveTo>
                  <a:pt x="10306776" y="5831892"/>
                </a:moveTo>
                <a:cubicBezTo>
                  <a:pt x="10301974" y="5831892"/>
                  <a:pt x="10297173" y="5833675"/>
                  <a:pt x="10293606" y="5837242"/>
                </a:cubicBezTo>
                <a:cubicBezTo>
                  <a:pt x="10286473" y="5844375"/>
                  <a:pt x="10286473" y="5856447"/>
                  <a:pt x="10293606" y="5863581"/>
                </a:cubicBezTo>
                <a:cubicBezTo>
                  <a:pt x="10300191" y="5870166"/>
                  <a:pt x="10310617" y="5870715"/>
                  <a:pt x="10318299" y="5865227"/>
                </a:cubicBezTo>
                <a:lnTo>
                  <a:pt x="11084873" y="6631802"/>
                </a:lnTo>
                <a:lnTo>
                  <a:pt x="11085422" y="6631802"/>
                </a:lnTo>
                <a:cubicBezTo>
                  <a:pt x="11085422" y="6632351"/>
                  <a:pt x="11608362" y="6632351"/>
                  <a:pt x="11608362" y="6632351"/>
                </a:cubicBezTo>
                <a:lnTo>
                  <a:pt x="12314575" y="7338565"/>
                </a:lnTo>
                <a:lnTo>
                  <a:pt x="12315125" y="7338565"/>
                </a:lnTo>
                <a:cubicBezTo>
                  <a:pt x="12315125" y="7339114"/>
                  <a:pt x="12698685" y="7339114"/>
                  <a:pt x="12698685" y="7339114"/>
                </a:cubicBezTo>
                <a:lnTo>
                  <a:pt x="13217234" y="7857663"/>
                </a:lnTo>
                <a:lnTo>
                  <a:pt x="13217784" y="7857663"/>
                </a:lnTo>
                <a:cubicBezTo>
                  <a:pt x="13217784" y="7858211"/>
                  <a:pt x="14276830" y="7858211"/>
                  <a:pt x="14276830" y="7858211"/>
                </a:cubicBezTo>
                <a:lnTo>
                  <a:pt x="15188818" y="8770198"/>
                </a:lnTo>
                <a:cubicBezTo>
                  <a:pt x="15183331" y="8777332"/>
                  <a:pt x="15183878" y="8788306"/>
                  <a:pt x="15190464" y="8794890"/>
                </a:cubicBezTo>
                <a:cubicBezTo>
                  <a:pt x="15197597" y="8802024"/>
                  <a:pt x="15209670" y="8802024"/>
                  <a:pt x="15216802" y="8794890"/>
                </a:cubicBezTo>
                <a:cubicBezTo>
                  <a:pt x="15223936" y="8787758"/>
                  <a:pt x="15223936" y="8775685"/>
                  <a:pt x="15216802" y="8768552"/>
                </a:cubicBezTo>
                <a:cubicBezTo>
                  <a:pt x="15210217" y="8761966"/>
                  <a:pt x="15199792" y="8761418"/>
                  <a:pt x="15192109" y="8766906"/>
                </a:cubicBezTo>
                <a:lnTo>
                  <a:pt x="14279574" y="7854370"/>
                </a:lnTo>
                <a:lnTo>
                  <a:pt x="14279025" y="7854370"/>
                </a:lnTo>
                <a:cubicBezTo>
                  <a:pt x="14279025" y="7853821"/>
                  <a:pt x="13219978" y="7853821"/>
                  <a:pt x="13219978" y="7853821"/>
                </a:cubicBezTo>
                <a:lnTo>
                  <a:pt x="12701429" y="7335272"/>
                </a:lnTo>
                <a:lnTo>
                  <a:pt x="12700880" y="7335272"/>
                </a:lnTo>
                <a:cubicBezTo>
                  <a:pt x="12700880" y="7334723"/>
                  <a:pt x="12317319" y="7334723"/>
                  <a:pt x="12317319" y="7334723"/>
                </a:cubicBezTo>
                <a:lnTo>
                  <a:pt x="11611104" y="6628510"/>
                </a:lnTo>
                <a:lnTo>
                  <a:pt x="11610556" y="6628510"/>
                </a:lnTo>
                <a:cubicBezTo>
                  <a:pt x="11610556" y="6627961"/>
                  <a:pt x="11087617" y="6627961"/>
                  <a:pt x="11087617" y="6627961"/>
                </a:cubicBezTo>
                <a:lnTo>
                  <a:pt x="10321592" y="5861935"/>
                </a:lnTo>
                <a:cubicBezTo>
                  <a:pt x="10327079" y="5854801"/>
                  <a:pt x="10326529" y="5843827"/>
                  <a:pt x="10319945" y="5837242"/>
                </a:cubicBezTo>
                <a:cubicBezTo>
                  <a:pt x="10316378" y="5833675"/>
                  <a:pt x="10311577" y="5831892"/>
                  <a:pt x="10306776" y="5831892"/>
                </a:cubicBezTo>
                <a:close/>
                <a:moveTo>
                  <a:pt x="8942636" y="5819683"/>
                </a:moveTo>
                <a:cubicBezTo>
                  <a:pt x="8932210" y="5819683"/>
                  <a:pt x="8923979" y="5827914"/>
                  <a:pt x="8923979" y="5838340"/>
                </a:cubicBezTo>
                <a:cubicBezTo>
                  <a:pt x="8923979" y="5848766"/>
                  <a:pt x="8931112" y="5855899"/>
                  <a:pt x="8940440" y="5856997"/>
                </a:cubicBezTo>
                <a:lnTo>
                  <a:pt x="8940440" y="6048502"/>
                </a:lnTo>
                <a:lnTo>
                  <a:pt x="9310833" y="6418895"/>
                </a:lnTo>
                <a:lnTo>
                  <a:pt x="9310833" y="6624667"/>
                </a:lnTo>
                <a:cubicBezTo>
                  <a:pt x="9301504" y="6625766"/>
                  <a:pt x="9294370" y="6633448"/>
                  <a:pt x="9294370" y="6643325"/>
                </a:cubicBezTo>
                <a:cubicBezTo>
                  <a:pt x="9294370" y="6653202"/>
                  <a:pt x="9302601" y="6661982"/>
                  <a:pt x="9313027" y="6661982"/>
                </a:cubicBezTo>
                <a:cubicBezTo>
                  <a:pt x="9323453" y="6661982"/>
                  <a:pt x="9331684" y="6653750"/>
                  <a:pt x="9331684" y="6643325"/>
                </a:cubicBezTo>
                <a:cubicBezTo>
                  <a:pt x="9331684" y="6632899"/>
                  <a:pt x="9324550" y="6625766"/>
                  <a:pt x="9315223" y="6624667"/>
                </a:cubicBezTo>
                <a:lnTo>
                  <a:pt x="9315223" y="6416700"/>
                </a:lnTo>
                <a:lnTo>
                  <a:pt x="8944831" y="6046308"/>
                </a:lnTo>
                <a:lnTo>
                  <a:pt x="8944831" y="5856997"/>
                </a:lnTo>
                <a:cubicBezTo>
                  <a:pt x="8954159" y="5855899"/>
                  <a:pt x="8961292" y="5848216"/>
                  <a:pt x="8961292" y="5838340"/>
                </a:cubicBezTo>
                <a:cubicBezTo>
                  <a:pt x="8961292" y="5828462"/>
                  <a:pt x="8953062" y="5819683"/>
                  <a:pt x="8942636" y="5819683"/>
                </a:cubicBezTo>
                <a:close/>
                <a:moveTo>
                  <a:pt x="11741153" y="5795127"/>
                </a:moveTo>
                <a:cubicBezTo>
                  <a:pt x="11736352" y="5795127"/>
                  <a:pt x="11731550" y="5796911"/>
                  <a:pt x="11727985" y="5800478"/>
                </a:cubicBezTo>
                <a:cubicBezTo>
                  <a:pt x="11720851" y="5807611"/>
                  <a:pt x="11720851" y="5819683"/>
                  <a:pt x="11727985" y="5826817"/>
                </a:cubicBezTo>
                <a:cubicBezTo>
                  <a:pt x="11734569" y="5833401"/>
                  <a:pt x="11744994" y="5833949"/>
                  <a:pt x="11752677" y="5828462"/>
                </a:cubicBezTo>
                <a:lnTo>
                  <a:pt x="11802611" y="5878396"/>
                </a:lnTo>
                <a:lnTo>
                  <a:pt x="11803160" y="5878396"/>
                </a:lnTo>
                <a:cubicBezTo>
                  <a:pt x="11803160" y="5878946"/>
                  <a:pt x="12455050" y="5878946"/>
                  <a:pt x="12455050" y="5878946"/>
                </a:cubicBezTo>
                <a:lnTo>
                  <a:pt x="12555466" y="5979363"/>
                </a:lnTo>
                <a:lnTo>
                  <a:pt x="12556016" y="5979363"/>
                </a:lnTo>
                <a:cubicBezTo>
                  <a:pt x="12556016" y="5979911"/>
                  <a:pt x="12677833" y="5979911"/>
                  <a:pt x="12677833" y="5979911"/>
                </a:cubicBezTo>
                <a:cubicBezTo>
                  <a:pt x="12678930" y="5989240"/>
                  <a:pt x="12686613" y="5996373"/>
                  <a:pt x="12696491" y="5996373"/>
                </a:cubicBezTo>
                <a:cubicBezTo>
                  <a:pt x="12706367" y="5996373"/>
                  <a:pt x="12715147" y="5988142"/>
                  <a:pt x="12715147" y="5977717"/>
                </a:cubicBezTo>
                <a:cubicBezTo>
                  <a:pt x="12715147" y="5967291"/>
                  <a:pt x="12706916" y="5959060"/>
                  <a:pt x="12696491" y="5959060"/>
                </a:cubicBezTo>
                <a:cubicBezTo>
                  <a:pt x="12686064" y="5959060"/>
                  <a:pt x="12678930" y="5966193"/>
                  <a:pt x="12677833" y="5975522"/>
                </a:cubicBezTo>
                <a:lnTo>
                  <a:pt x="12558210" y="5975522"/>
                </a:lnTo>
                <a:lnTo>
                  <a:pt x="12457794" y="5875104"/>
                </a:lnTo>
                <a:lnTo>
                  <a:pt x="12457245" y="5875104"/>
                </a:lnTo>
                <a:cubicBezTo>
                  <a:pt x="12457245" y="5874555"/>
                  <a:pt x="11805354" y="5874555"/>
                  <a:pt x="11805354" y="5874555"/>
                </a:cubicBezTo>
                <a:lnTo>
                  <a:pt x="11755968" y="5825170"/>
                </a:lnTo>
                <a:cubicBezTo>
                  <a:pt x="11761456" y="5818036"/>
                  <a:pt x="11760908" y="5807062"/>
                  <a:pt x="11754323" y="5800478"/>
                </a:cubicBezTo>
                <a:cubicBezTo>
                  <a:pt x="11750757" y="5796911"/>
                  <a:pt x="11745955" y="5795127"/>
                  <a:pt x="11741153" y="5795127"/>
                </a:cubicBezTo>
                <a:close/>
                <a:moveTo>
                  <a:pt x="4557194" y="5784150"/>
                </a:moveTo>
                <a:cubicBezTo>
                  <a:pt x="4552392" y="5784150"/>
                  <a:pt x="4547591" y="5785934"/>
                  <a:pt x="4544024" y="5789500"/>
                </a:cubicBezTo>
                <a:lnTo>
                  <a:pt x="4543476" y="5789500"/>
                </a:lnTo>
                <a:cubicBezTo>
                  <a:pt x="4536890" y="5796085"/>
                  <a:pt x="4536342" y="5806512"/>
                  <a:pt x="4541829" y="5814194"/>
                </a:cubicBezTo>
                <a:lnTo>
                  <a:pt x="4081446" y="6275126"/>
                </a:lnTo>
                <a:lnTo>
                  <a:pt x="3354379" y="6275126"/>
                </a:lnTo>
                <a:cubicBezTo>
                  <a:pt x="3353282" y="6265798"/>
                  <a:pt x="3345600" y="6258664"/>
                  <a:pt x="3335723" y="6258664"/>
                </a:cubicBezTo>
                <a:cubicBezTo>
                  <a:pt x="3325846" y="6258664"/>
                  <a:pt x="3317066" y="6266895"/>
                  <a:pt x="3317066" y="6277321"/>
                </a:cubicBezTo>
                <a:cubicBezTo>
                  <a:pt x="3317066" y="6287747"/>
                  <a:pt x="3325297" y="6295978"/>
                  <a:pt x="3335723" y="6295978"/>
                </a:cubicBezTo>
                <a:cubicBezTo>
                  <a:pt x="3346148" y="6295978"/>
                  <a:pt x="3353282" y="6288844"/>
                  <a:pt x="3354379" y="6279516"/>
                </a:cubicBezTo>
                <a:lnTo>
                  <a:pt x="4083641" y="6279516"/>
                </a:lnTo>
                <a:lnTo>
                  <a:pt x="4545670" y="5817486"/>
                </a:lnTo>
                <a:cubicBezTo>
                  <a:pt x="4552804" y="5822973"/>
                  <a:pt x="4563778" y="5822424"/>
                  <a:pt x="4570363" y="5815840"/>
                </a:cubicBezTo>
                <a:cubicBezTo>
                  <a:pt x="4577497" y="5808707"/>
                  <a:pt x="4577497" y="5796635"/>
                  <a:pt x="4570363" y="5789500"/>
                </a:cubicBezTo>
                <a:cubicBezTo>
                  <a:pt x="4566796" y="5785934"/>
                  <a:pt x="4561995" y="5784150"/>
                  <a:pt x="4557194" y="5784150"/>
                </a:cubicBezTo>
                <a:close/>
                <a:moveTo>
                  <a:pt x="10997625" y="5764947"/>
                </a:moveTo>
                <a:cubicBezTo>
                  <a:pt x="10992824" y="5764947"/>
                  <a:pt x="10988023" y="5766730"/>
                  <a:pt x="10984456" y="5770298"/>
                </a:cubicBezTo>
                <a:cubicBezTo>
                  <a:pt x="10977323" y="5777431"/>
                  <a:pt x="10977323" y="5789503"/>
                  <a:pt x="10984456" y="5796637"/>
                </a:cubicBezTo>
                <a:cubicBezTo>
                  <a:pt x="10991041" y="5803221"/>
                  <a:pt x="11001467" y="5803769"/>
                  <a:pt x="11009149" y="5798282"/>
                </a:cubicBezTo>
                <a:lnTo>
                  <a:pt x="11105724" y="5894858"/>
                </a:lnTo>
                <a:lnTo>
                  <a:pt x="11105724" y="6118191"/>
                </a:lnTo>
                <a:lnTo>
                  <a:pt x="11291745" y="6304211"/>
                </a:lnTo>
                <a:cubicBezTo>
                  <a:pt x="11286257" y="6311344"/>
                  <a:pt x="11286806" y="6322318"/>
                  <a:pt x="11293390" y="6328903"/>
                </a:cubicBezTo>
                <a:cubicBezTo>
                  <a:pt x="11300523" y="6336037"/>
                  <a:pt x="11312595" y="6336037"/>
                  <a:pt x="11319729" y="6328903"/>
                </a:cubicBezTo>
                <a:cubicBezTo>
                  <a:pt x="11326863" y="6321770"/>
                  <a:pt x="11326863" y="6309698"/>
                  <a:pt x="11319729" y="6302564"/>
                </a:cubicBezTo>
                <a:cubicBezTo>
                  <a:pt x="11313145" y="6295980"/>
                  <a:pt x="11302720" y="6295431"/>
                  <a:pt x="11295037" y="6300917"/>
                </a:cubicBezTo>
                <a:lnTo>
                  <a:pt x="11110115" y="6115997"/>
                </a:lnTo>
                <a:lnTo>
                  <a:pt x="11110115" y="5892664"/>
                </a:lnTo>
                <a:lnTo>
                  <a:pt x="11012441" y="5794990"/>
                </a:lnTo>
                <a:cubicBezTo>
                  <a:pt x="11017928" y="5787856"/>
                  <a:pt x="11017380" y="5776882"/>
                  <a:pt x="11010795" y="5770298"/>
                </a:cubicBezTo>
                <a:cubicBezTo>
                  <a:pt x="11007228" y="5766730"/>
                  <a:pt x="11002427" y="5764947"/>
                  <a:pt x="10997625" y="5764947"/>
                </a:cubicBezTo>
                <a:close/>
                <a:moveTo>
                  <a:pt x="9271873" y="5704998"/>
                </a:moveTo>
                <a:cubicBezTo>
                  <a:pt x="9261995" y="5704998"/>
                  <a:pt x="9253216" y="5713229"/>
                  <a:pt x="9253216" y="5723655"/>
                </a:cubicBezTo>
                <a:cubicBezTo>
                  <a:pt x="9253216" y="5734081"/>
                  <a:pt x="9261446" y="5742312"/>
                  <a:pt x="9271873" y="5742312"/>
                </a:cubicBezTo>
                <a:cubicBezTo>
                  <a:pt x="9282299" y="5742312"/>
                  <a:pt x="9289432" y="5735178"/>
                  <a:pt x="9290529" y="5725850"/>
                </a:cubicBezTo>
                <a:lnTo>
                  <a:pt x="9462830" y="5725850"/>
                </a:lnTo>
                <a:lnTo>
                  <a:pt x="10563033" y="6826051"/>
                </a:lnTo>
                <a:lnTo>
                  <a:pt x="10563581" y="6826051"/>
                </a:lnTo>
                <a:cubicBezTo>
                  <a:pt x="10563581" y="6826600"/>
                  <a:pt x="11033842" y="6826600"/>
                  <a:pt x="11033842" y="6826600"/>
                </a:cubicBezTo>
                <a:lnTo>
                  <a:pt x="11462948" y="7255706"/>
                </a:lnTo>
                <a:lnTo>
                  <a:pt x="11462948" y="7500440"/>
                </a:lnTo>
                <a:lnTo>
                  <a:pt x="12370546" y="8408036"/>
                </a:lnTo>
                <a:lnTo>
                  <a:pt x="12370546" y="8759772"/>
                </a:lnTo>
                <a:cubicBezTo>
                  <a:pt x="12361217" y="8760869"/>
                  <a:pt x="12354083" y="8768552"/>
                  <a:pt x="12354083" y="8778429"/>
                </a:cubicBezTo>
                <a:cubicBezTo>
                  <a:pt x="12354083" y="8788306"/>
                  <a:pt x="12362314" y="8797086"/>
                  <a:pt x="12372741" y="8797086"/>
                </a:cubicBezTo>
                <a:cubicBezTo>
                  <a:pt x="12383166" y="8797086"/>
                  <a:pt x="12391397" y="8788855"/>
                  <a:pt x="12391397" y="8778429"/>
                </a:cubicBezTo>
                <a:cubicBezTo>
                  <a:pt x="12391397" y="8768004"/>
                  <a:pt x="12384263" y="8760869"/>
                  <a:pt x="12374935" y="8759772"/>
                </a:cubicBezTo>
                <a:lnTo>
                  <a:pt x="12374935" y="8406391"/>
                </a:lnTo>
                <a:lnTo>
                  <a:pt x="11467338" y="7498793"/>
                </a:lnTo>
                <a:lnTo>
                  <a:pt x="11467338" y="7254060"/>
                </a:lnTo>
                <a:lnTo>
                  <a:pt x="11036585" y="6822760"/>
                </a:lnTo>
                <a:lnTo>
                  <a:pt x="11036036" y="6822760"/>
                </a:lnTo>
                <a:cubicBezTo>
                  <a:pt x="11036036" y="6822210"/>
                  <a:pt x="10565777" y="6822210"/>
                  <a:pt x="10565777" y="6822210"/>
                </a:cubicBezTo>
                <a:lnTo>
                  <a:pt x="9465574" y="5722009"/>
                </a:lnTo>
                <a:lnTo>
                  <a:pt x="9465025" y="5722009"/>
                </a:lnTo>
                <a:cubicBezTo>
                  <a:pt x="9465025" y="5721460"/>
                  <a:pt x="9290529" y="5721460"/>
                  <a:pt x="9290529" y="5721460"/>
                </a:cubicBezTo>
                <a:cubicBezTo>
                  <a:pt x="9289432" y="5712132"/>
                  <a:pt x="9281750" y="5704998"/>
                  <a:pt x="9271873" y="5704998"/>
                </a:cubicBezTo>
                <a:close/>
                <a:moveTo>
                  <a:pt x="2945028" y="5666586"/>
                </a:moveTo>
                <a:cubicBezTo>
                  <a:pt x="2934602" y="5666586"/>
                  <a:pt x="2926371" y="5674817"/>
                  <a:pt x="2926371" y="5685243"/>
                </a:cubicBezTo>
                <a:cubicBezTo>
                  <a:pt x="2926371" y="5695669"/>
                  <a:pt x="2933505" y="5702801"/>
                  <a:pt x="2942832" y="5703899"/>
                </a:cubicBezTo>
                <a:lnTo>
                  <a:pt x="2942832" y="5867970"/>
                </a:lnTo>
                <a:cubicBezTo>
                  <a:pt x="2933505" y="5869067"/>
                  <a:pt x="2926371" y="5876749"/>
                  <a:pt x="2926371" y="5886626"/>
                </a:cubicBezTo>
                <a:cubicBezTo>
                  <a:pt x="2926371" y="5897052"/>
                  <a:pt x="2934602" y="5905282"/>
                  <a:pt x="2945028" y="5905282"/>
                </a:cubicBezTo>
                <a:cubicBezTo>
                  <a:pt x="2955454" y="5905282"/>
                  <a:pt x="2963685" y="5897052"/>
                  <a:pt x="2963685" y="5886626"/>
                </a:cubicBezTo>
                <a:cubicBezTo>
                  <a:pt x="2963685" y="5876201"/>
                  <a:pt x="2956551" y="5869067"/>
                  <a:pt x="2947223" y="5867970"/>
                </a:cubicBezTo>
                <a:lnTo>
                  <a:pt x="2947223" y="5703899"/>
                </a:lnTo>
                <a:cubicBezTo>
                  <a:pt x="2956551" y="5702801"/>
                  <a:pt x="2963685" y="5695120"/>
                  <a:pt x="2963685" y="5685243"/>
                </a:cubicBezTo>
                <a:cubicBezTo>
                  <a:pt x="2963685" y="5675365"/>
                  <a:pt x="2955454" y="5666586"/>
                  <a:pt x="2945028" y="5666586"/>
                </a:cubicBezTo>
                <a:close/>
                <a:moveTo>
                  <a:pt x="6933738" y="5600191"/>
                </a:moveTo>
                <a:lnTo>
                  <a:pt x="6928800" y="5600191"/>
                </a:lnTo>
                <a:lnTo>
                  <a:pt x="6928800" y="5827365"/>
                </a:lnTo>
                <a:lnTo>
                  <a:pt x="6482684" y="6273481"/>
                </a:lnTo>
                <a:lnTo>
                  <a:pt x="6035469" y="6273481"/>
                </a:lnTo>
                <a:lnTo>
                  <a:pt x="4939658" y="7369294"/>
                </a:lnTo>
                <a:lnTo>
                  <a:pt x="4939658" y="8352616"/>
                </a:lnTo>
                <a:lnTo>
                  <a:pt x="4530855" y="8761418"/>
                </a:lnTo>
                <a:cubicBezTo>
                  <a:pt x="4523722" y="8755931"/>
                  <a:pt x="4512747" y="8756480"/>
                  <a:pt x="4506162" y="8763065"/>
                </a:cubicBezTo>
                <a:cubicBezTo>
                  <a:pt x="4499028" y="8770198"/>
                  <a:pt x="4499028" y="8782270"/>
                  <a:pt x="4506162" y="8789404"/>
                </a:cubicBezTo>
                <a:cubicBezTo>
                  <a:pt x="4513296" y="8796537"/>
                  <a:pt x="4525367" y="8796537"/>
                  <a:pt x="4532501" y="8789404"/>
                </a:cubicBezTo>
                <a:cubicBezTo>
                  <a:pt x="4539086" y="8782819"/>
                  <a:pt x="4539634" y="8772392"/>
                  <a:pt x="4534146" y="8764710"/>
                </a:cubicBezTo>
                <a:lnTo>
                  <a:pt x="4944596" y="8354261"/>
                </a:lnTo>
                <a:lnTo>
                  <a:pt x="4944596" y="7371489"/>
                </a:lnTo>
                <a:lnTo>
                  <a:pt x="6037116" y="6278969"/>
                </a:lnTo>
                <a:lnTo>
                  <a:pt x="6484330" y="6278969"/>
                </a:lnTo>
                <a:lnTo>
                  <a:pt x="6933738" y="5829560"/>
                </a:lnTo>
                <a:close/>
                <a:moveTo>
                  <a:pt x="7517587" y="5600191"/>
                </a:moveTo>
                <a:lnTo>
                  <a:pt x="7512648" y="5600191"/>
                </a:lnTo>
                <a:lnTo>
                  <a:pt x="7512648" y="6661982"/>
                </a:lnTo>
                <a:lnTo>
                  <a:pt x="7355162" y="6819466"/>
                </a:lnTo>
                <a:lnTo>
                  <a:pt x="7355162" y="6975306"/>
                </a:lnTo>
                <a:lnTo>
                  <a:pt x="6702174" y="7628293"/>
                </a:lnTo>
                <a:lnTo>
                  <a:pt x="6702174" y="8766357"/>
                </a:lnTo>
                <a:cubicBezTo>
                  <a:pt x="6692846" y="8767454"/>
                  <a:pt x="6685713" y="8775136"/>
                  <a:pt x="6685713" y="8785014"/>
                </a:cubicBezTo>
                <a:cubicBezTo>
                  <a:pt x="6685713" y="8794890"/>
                  <a:pt x="6693944" y="8803671"/>
                  <a:pt x="6704370" y="8803671"/>
                </a:cubicBezTo>
                <a:cubicBezTo>
                  <a:pt x="6714796" y="8803671"/>
                  <a:pt x="6723026" y="8795440"/>
                  <a:pt x="6723026" y="8785014"/>
                </a:cubicBezTo>
                <a:cubicBezTo>
                  <a:pt x="6723026" y="8774588"/>
                  <a:pt x="6715893" y="8767454"/>
                  <a:pt x="6706565" y="8766357"/>
                </a:cubicBezTo>
                <a:lnTo>
                  <a:pt x="6707114" y="8766357"/>
                </a:lnTo>
                <a:lnTo>
                  <a:pt x="6707114" y="7630488"/>
                </a:lnTo>
                <a:lnTo>
                  <a:pt x="7360101" y="6977501"/>
                </a:lnTo>
                <a:lnTo>
                  <a:pt x="7360101" y="6821662"/>
                </a:lnTo>
                <a:lnTo>
                  <a:pt x="7517587" y="6664176"/>
                </a:lnTo>
                <a:close/>
                <a:moveTo>
                  <a:pt x="7745858" y="5600191"/>
                </a:moveTo>
                <a:lnTo>
                  <a:pt x="7740920" y="5600191"/>
                </a:lnTo>
                <a:lnTo>
                  <a:pt x="7740920" y="6817821"/>
                </a:lnTo>
                <a:lnTo>
                  <a:pt x="7741468" y="6817821"/>
                </a:lnTo>
                <a:lnTo>
                  <a:pt x="7583982" y="6975306"/>
                </a:lnTo>
                <a:lnTo>
                  <a:pt x="7583982" y="8008014"/>
                </a:lnTo>
                <a:lnTo>
                  <a:pt x="7281634" y="8310364"/>
                </a:lnTo>
                <a:lnTo>
                  <a:pt x="7281634" y="8747152"/>
                </a:lnTo>
                <a:cubicBezTo>
                  <a:pt x="7272304" y="8748249"/>
                  <a:pt x="7265172" y="8755931"/>
                  <a:pt x="7265172" y="8765808"/>
                </a:cubicBezTo>
                <a:cubicBezTo>
                  <a:pt x="7265172" y="8775685"/>
                  <a:pt x="7273402" y="8784465"/>
                  <a:pt x="7283828" y="8784465"/>
                </a:cubicBezTo>
                <a:cubicBezTo>
                  <a:pt x="7294254" y="8784465"/>
                  <a:pt x="7302484" y="8776235"/>
                  <a:pt x="7302484" y="8765808"/>
                </a:cubicBezTo>
                <a:cubicBezTo>
                  <a:pt x="7302484" y="8755382"/>
                  <a:pt x="7295352" y="8748249"/>
                  <a:pt x="7286023" y="8747152"/>
                </a:cubicBezTo>
                <a:lnTo>
                  <a:pt x="7286023" y="8312558"/>
                </a:lnTo>
                <a:lnTo>
                  <a:pt x="7588372" y="8010209"/>
                </a:lnTo>
                <a:lnTo>
                  <a:pt x="7588372" y="6977501"/>
                </a:lnTo>
                <a:lnTo>
                  <a:pt x="7745858" y="6820016"/>
                </a:lnTo>
                <a:close/>
                <a:moveTo>
                  <a:pt x="2025358" y="5590313"/>
                </a:moveTo>
                <a:lnTo>
                  <a:pt x="1402002" y="6213669"/>
                </a:lnTo>
                <a:lnTo>
                  <a:pt x="422520" y="6213669"/>
                </a:lnTo>
                <a:lnTo>
                  <a:pt x="47190" y="6588999"/>
                </a:lnTo>
                <a:cubicBezTo>
                  <a:pt x="40056" y="6583511"/>
                  <a:pt x="29082" y="6584061"/>
                  <a:pt x="22496" y="6590645"/>
                </a:cubicBezTo>
                <a:cubicBezTo>
                  <a:pt x="15364" y="6597779"/>
                  <a:pt x="15364" y="6609851"/>
                  <a:pt x="22496" y="6616985"/>
                </a:cubicBezTo>
                <a:cubicBezTo>
                  <a:pt x="29630" y="6624117"/>
                  <a:pt x="41702" y="6624117"/>
                  <a:pt x="48836" y="6616985"/>
                </a:cubicBezTo>
                <a:lnTo>
                  <a:pt x="49384" y="6616435"/>
                </a:lnTo>
                <a:cubicBezTo>
                  <a:pt x="55970" y="6609851"/>
                  <a:pt x="56518" y="6599425"/>
                  <a:pt x="51032" y="6591742"/>
                </a:cubicBezTo>
                <a:lnTo>
                  <a:pt x="424716" y="6218058"/>
                </a:lnTo>
                <a:lnTo>
                  <a:pt x="1404745" y="6218058"/>
                </a:lnTo>
                <a:lnTo>
                  <a:pt x="2028101" y="5594702"/>
                </a:lnTo>
                <a:lnTo>
                  <a:pt x="2767788" y="5594702"/>
                </a:lnTo>
                <a:lnTo>
                  <a:pt x="2859426" y="5686340"/>
                </a:lnTo>
                <a:lnTo>
                  <a:pt x="2859426" y="5863031"/>
                </a:lnTo>
                <a:cubicBezTo>
                  <a:pt x="2850098" y="5864128"/>
                  <a:pt x="2842964" y="5871810"/>
                  <a:pt x="2842964" y="5881687"/>
                </a:cubicBezTo>
                <a:cubicBezTo>
                  <a:pt x="2842964" y="5891564"/>
                  <a:pt x="2851195" y="5900344"/>
                  <a:pt x="2861621" y="5900344"/>
                </a:cubicBezTo>
                <a:cubicBezTo>
                  <a:pt x="2872046" y="5900344"/>
                  <a:pt x="2880278" y="5892112"/>
                  <a:pt x="2880278" y="5881687"/>
                </a:cubicBezTo>
                <a:cubicBezTo>
                  <a:pt x="2880278" y="5871261"/>
                  <a:pt x="2873144" y="5864128"/>
                  <a:pt x="2863816" y="5863031"/>
                </a:cubicBezTo>
                <a:lnTo>
                  <a:pt x="2863816" y="5684694"/>
                </a:lnTo>
                <a:lnTo>
                  <a:pt x="2769983" y="5590861"/>
                </a:lnTo>
                <a:lnTo>
                  <a:pt x="2769434" y="5590861"/>
                </a:lnTo>
                <a:cubicBezTo>
                  <a:pt x="2769434" y="5590313"/>
                  <a:pt x="2025358" y="5590313"/>
                  <a:pt x="2025358" y="5590313"/>
                </a:cubicBezTo>
                <a:close/>
                <a:moveTo>
                  <a:pt x="7168594" y="5555195"/>
                </a:moveTo>
                <a:lnTo>
                  <a:pt x="7163657" y="5555195"/>
                </a:lnTo>
                <a:lnTo>
                  <a:pt x="7163657" y="6259214"/>
                </a:lnTo>
                <a:lnTo>
                  <a:pt x="6775156" y="6647715"/>
                </a:lnTo>
                <a:lnTo>
                  <a:pt x="6300506" y="6647715"/>
                </a:lnTo>
                <a:lnTo>
                  <a:pt x="5453817" y="7494404"/>
                </a:lnTo>
                <a:lnTo>
                  <a:pt x="5453817" y="8703253"/>
                </a:lnTo>
                <a:cubicBezTo>
                  <a:pt x="5444488" y="8704350"/>
                  <a:pt x="5437356" y="8712032"/>
                  <a:pt x="5437356" y="8721910"/>
                </a:cubicBezTo>
                <a:cubicBezTo>
                  <a:pt x="5437356" y="8731786"/>
                  <a:pt x="5445586" y="8740567"/>
                  <a:pt x="5456011" y="8740567"/>
                </a:cubicBezTo>
                <a:cubicBezTo>
                  <a:pt x="5466438" y="8740567"/>
                  <a:pt x="5474668" y="8732336"/>
                  <a:pt x="5474668" y="8721910"/>
                </a:cubicBezTo>
                <a:cubicBezTo>
                  <a:pt x="5474668" y="8711484"/>
                  <a:pt x="5467536" y="8704350"/>
                  <a:pt x="5458206" y="8703253"/>
                </a:cubicBezTo>
                <a:lnTo>
                  <a:pt x="5458206" y="7496049"/>
                </a:lnTo>
                <a:lnTo>
                  <a:pt x="6302152" y="6652105"/>
                </a:lnTo>
                <a:lnTo>
                  <a:pt x="6776803" y="6652105"/>
                </a:lnTo>
                <a:lnTo>
                  <a:pt x="7168046" y="6260861"/>
                </a:lnTo>
                <a:lnTo>
                  <a:pt x="7168594" y="6261409"/>
                </a:lnTo>
                <a:close/>
                <a:moveTo>
                  <a:pt x="8094301" y="5550805"/>
                </a:moveTo>
                <a:lnTo>
                  <a:pt x="8089362" y="5550805"/>
                </a:lnTo>
                <a:lnTo>
                  <a:pt x="8089362" y="7186018"/>
                </a:lnTo>
                <a:lnTo>
                  <a:pt x="8236421" y="7333077"/>
                </a:lnTo>
                <a:lnTo>
                  <a:pt x="8236421" y="8138611"/>
                </a:lnTo>
                <a:lnTo>
                  <a:pt x="8598033" y="8500223"/>
                </a:lnTo>
                <a:lnTo>
                  <a:pt x="8598033" y="8747700"/>
                </a:lnTo>
                <a:cubicBezTo>
                  <a:pt x="8588705" y="8748797"/>
                  <a:pt x="8581572" y="8756480"/>
                  <a:pt x="8581572" y="8766357"/>
                </a:cubicBezTo>
                <a:cubicBezTo>
                  <a:pt x="8581572" y="8776235"/>
                  <a:pt x="8589803" y="8785014"/>
                  <a:pt x="8600229" y="8785014"/>
                </a:cubicBezTo>
                <a:cubicBezTo>
                  <a:pt x="8610655" y="8785014"/>
                  <a:pt x="8618886" y="8776783"/>
                  <a:pt x="8618886" y="8766357"/>
                </a:cubicBezTo>
                <a:cubicBezTo>
                  <a:pt x="8618886" y="8755931"/>
                  <a:pt x="8611752" y="8748797"/>
                  <a:pt x="8602423" y="8747700"/>
                </a:cubicBezTo>
                <a:lnTo>
                  <a:pt x="8602972" y="8747700"/>
                </a:lnTo>
                <a:lnTo>
                  <a:pt x="8602972" y="8498028"/>
                </a:lnTo>
                <a:lnTo>
                  <a:pt x="8241360" y="8136416"/>
                </a:lnTo>
                <a:lnTo>
                  <a:pt x="8241360" y="7330883"/>
                </a:lnTo>
                <a:lnTo>
                  <a:pt x="8094301" y="7183823"/>
                </a:lnTo>
                <a:close/>
                <a:moveTo>
                  <a:pt x="8342874" y="5550805"/>
                </a:moveTo>
                <a:lnTo>
                  <a:pt x="8337936" y="5550805"/>
                </a:lnTo>
                <a:lnTo>
                  <a:pt x="8337936" y="7063651"/>
                </a:lnTo>
                <a:lnTo>
                  <a:pt x="8547002" y="7272717"/>
                </a:lnTo>
                <a:lnTo>
                  <a:pt x="8547002" y="7628293"/>
                </a:lnTo>
                <a:lnTo>
                  <a:pt x="9146763" y="8228054"/>
                </a:lnTo>
                <a:lnTo>
                  <a:pt x="9146763" y="8759772"/>
                </a:lnTo>
                <a:cubicBezTo>
                  <a:pt x="9137435" y="8760869"/>
                  <a:pt x="9130300" y="8768552"/>
                  <a:pt x="9130300" y="8778429"/>
                </a:cubicBezTo>
                <a:cubicBezTo>
                  <a:pt x="9130300" y="8788306"/>
                  <a:pt x="9138532" y="8797086"/>
                  <a:pt x="9148958" y="8797086"/>
                </a:cubicBezTo>
                <a:cubicBezTo>
                  <a:pt x="9159383" y="8797086"/>
                  <a:pt x="9167615" y="8788855"/>
                  <a:pt x="9167615" y="8778429"/>
                </a:cubicBezTo>
                <a:cubicBezTo>
                  <a:pt x="9167615" y="8773217"/>
                  <a:pt x="9165831" y="8768827"/>
                  <a:pt x="9162881" y="8765603"/>
                </a:cubicBezTo>
                <a:lnTo>
                  <a:pt x="9151701" y="8760045"/>
                </a:lnTo>
                <a:lnTo>
                  <a:pt x="9151701" y="8760321"/>
                </a:lnTo>
                <a:lnTo>
                  <a:pt x="9151152" y="8759772"/>
                </a:lnTo>
                <a:lnTo>
                  <a:pt x="9151701" y="8760045"/>
                </a:lnTo>
                <a:lnTo>
                  <a:pt x="9151701" y="8226408"/>
                </a:lnTo>
                <a:lnTo>
                  <a:pt x="8551940" y="7626647"/>
                </a:lnTo>
                <a:lnTo>
                  <a:pt x="8551940" y="7271071"/>
                </a:lnTo>
                <a:lnTo>
                  <a:pt x="8342874" y="7062005"/>
                </a:lnTo>
                <a:close/>
                <a:moveTo>
                  <a:pt x="8562915" y="5550805"/>
                </a:moveTo>
                <a:lnTo>
                  <a:pt x="8557977" y="5550805"/>
                </a:lnTo>
                <a:lnTo>
                  <a:pt x="8557977" y="6582417"/>
                </a:lnTo>
                <a:lnTo>
                  <a:pt x="8656199" y="6680639"/>
                </a:lnTo>
                <a:lnTo>
                  <a:pt x="8656199" y="6911105"/>
                </a:lnTo>
                <a:lnTo>
                  <a:pt x="8981595" y="7236501"/>
                </a:lnTo>
                <a:lnTo>
                  <a:pt x="8981595" y="7821995"/>
                </a:lnTo>
                <a:lnTo>
                  <a:pt x="9516057" y="8356457"/>
                </a:lnTo>
                <a:lnTo>
                  <a:pt x="9516057" y="8760869"/>
                </a:lnTo>
                <a:cubicBezTo>
                  <a:pt x="9506729" y="8761966"/>
                  <a:pt x="9499596" y="8769650"/>
                  <a:pt x="9499596" y="8779526"/>
                </a:cubicBezTo>
                <a:cubicBezTo>
                  <a:pt x="9499596" y="8789404"/>
                  <a:pt x="9507826" y="8798184"/>
                  <a:pt x="9518252" y="8798184"/>
                </a:cubicBezTo>
                <a:cubicBezTo>
                  <a:pt x="9528678" y="8798184"/>
                  <a:pt x="9536909" y="8789952"/>
                  <a:pt x="9536909" y="8779526"/>
                </a:cubicBezTo>
                <a:cubicBezTo>
                  <a:pt x="9536909" y="8769101"/>
                  <a:pt x="9529776" y="8761966"/>
                  <a:pt x="9520448" y="8760869"/>
                </a:cubicBezTo>
                <a:lnTo>
                  <a:pt x="9520996" y="8760321"/>
                </a:lnTo>
                <a:lnTo>
                  <a:pt x="9520996" y="8354261"/>
                </a:lnTo>
                <a:lnTo>
                  <a:pt x="8986534" y="7819799"/>
                </a:lnTo>
                <a:lnTo>
                  <a:pt x="8986534" y="7234306"/>
                </a:lnTo>
                <a:lnTo>
                  <a:pt x="8661137" y="6908909"/>
                </a:lnTo>
                <a:lnTo>
                  <a:pt x="8661137" y="6678444"/>
                </a:lnTo>
                <a:lnTo>
                  <a:pt x="8562915" y="6580221"/>
                </a:lnTo>
                <a:close/>
                <a:moveTo>
                  <a:pt x="7981263" y="5550257"/>
                </a:moveTo>
                <a:lnTo>
                  <a:pt x="7976324" y="5550257"/>
                </a:lnTo>
                <a:lnTo>
                  <a:pt x="7976324" y="7449408"/>
                </a:lnTo>
                <a:lnTo>
                  <a:pt x="8142588" y="7615673"/>
                </a:lnTo>
                <a:lnTo>
                  <a:pt x="8142588" y="8734530"/>
                </a:lnTo>
                <a:cubicBezTo>
                  <a:pt x="8133260" y="8735628"/>
                  <a:pt x="8126127" y="8743311"/>
                  <a:pt x="8126127" y="8753187"/>
                </a:cubicBezTo>
                <a:cubicBezTo>
                  <a:pt x="8126127" y="8763065"/>
                  <a:pt x="8134358" y="8771844"/>
                  <a:pt x="8144784" y="8771844"/>
                </a:cubicBezTo>
                <a:cubicBezTo>
                  <a:pt x="8155210" y="8771844"/>
                  <a:pt x="8163440" y="8763613"/>
                  <a:pt x="8163440" y="8753187"/>
                </a:cubicBezTo>
                <a:cubicBezTo>
                  <a:pt x="8163440" y="8747974"/>
                  <a:pt x="8161657" y="8743584"/>
                  <a:pt x="8158707" y="8740361"/>
                </a:cubicBezTo>
                <a:lnTo>
                  <a:pt x="8147526" y="8734803"/>
                </a:lnTo>
                <a:lnTo>
                  <a:pt x="8147526" y="8735080"/>
                </a:lnTo>
                <a:lnTo>
                  <a:pt x="8146978" y="8734530"/>
                </a:lnTo>
                <a:lnTo>
                  <a:pt x="8147526" y="8734803"/>
                </a:lnTo>
                <a:lnTo>
                  <a:pt x="8147526" y="7614027"/>
                </a:lnTo>
                <a:lnTo>
                  <a:pt x="7981263" y="7447761"/>
                </a:lnTo>
                <a:close/>
                <a:moveTo>
                  <a:pt x="8674855" y="5545867"/>
                </a:moveTo>
                <a:lnTo>
                  <a:pt x="8669918" y="5545867"/>
                </a:lnTo>
                <a:lnTo>
                  <a:pt x="8669918" y="6403530"/>
                </a:lnTo>
                <a:lnTo>
                  <a:pt x="8878983" y="6612597"/>
                </a:lnTo>
                <a:lnTo>
                  <a:pt x="8878983" y="6976953"/>
                </a:lnTo>
                <a:lnTo>
                  <a:pt x="9308089" y="7406058"/>
                </a:lnTo>
                <a:lnTo>
                  <a:pt x="9308638" y="7406058"/>
                </a:lnTo>
                <a:cubicBezTo>
                  <a:pt x="9308638" y="7406606"/>
                  <a:pt x="9581356" y="7406606"/>
                  <a:pt x="9581356" y="7406606"/>
                </a:cubicBezTo>
                <a:lnTo>
                  <a:pt x="9900716" y="7725968"/>
                </a:lnTo>
                <a:lnTo>
                  <a:pt x="9900716" y="8574851"/>
                </a:lnTo>
                <a:lnTo>
                  <a:pt x="10090577" y="8764710"/>
                </a:lnTo>
                <a:cubicBezTo>
                  <a:pt x="10085089" y="8771844"/>
                  <a:pt x="10085638" y="8782819"/>
                  <a:pt x="10092222" y="8789404"/>
                </a:cubicBezTo>
                <a:cubicBezTo>
                  <a:pt x="10099357" y="8796537"/>
                  <a:pt x="10111429" y="8796537"/>
                  <a:pt x="10118562" y="8789404"/>
                </a:cubicBezTo>
                <a:cubicBezTo>
                  <a:pt x="10125695" y="8782270"/>
                  <a:pt x="10125695" y="8770198"/>
                  <a:pt x="10118562" y="8763065"/>
                </a:cubicBezTo>
                <a:cubicBezTo>
                  <a:pt x="10111977" y="8756480"/>
                  <a:pt x="10101551" y="8755931"/>
                  <a:pt x="10093869" y="8761418"/>
                </a:cubicBezTo>
                <a:lnTo>
                  <a:pt x="10093869" y="8760869"/>
                </a:lnTo>
                <a:lnTo>
                  <a:pt x="9905655" y="8572655"/>
                </a:lnTo>
                <a:lnTo>
                  <a:pt x="9905655" y="7723772"/>
                </a:lnTo>
                <a:lnTo>
                  <a:pt x="9584099" y="7402218"/>
                </a:lnTo>
                <a:lnTo>
                  <a:pt x="9583551" y="7402218"/>
                </a:lnTo>
                <a:cubicBezTo>
                  <a:pt x="9583551" y="7401669"/>
                  <a:pt x="9310833" y="7401669"/>
                  <a:pt x="9310833" y="7401669"/>
                </a:cubicBezTo>
                <a:lnTo>
                  <a:pt x="8883922" y="6974757"/>
                </a:lnTo>
                <a:lnTo>
                  <a:pt x="8883922" y="6610401"/>
                </a:lnTo>
                <a:lnTo>
                  <a:pt x="8674855" y="6401335"/>
                </a:lnTo>
                <a:close/>
                <a:moveTo>
                  <a:pt x="5604168" y="5531600"/>
                </a:moveTo>
                <a:cubicBezTo>
                  <a:pt x="5593742" y="5531600"/>
                  <a:pt x="5586609" y="5538733"/>
                  <a:pt x="5585512" y="5548062"/>
                </a:cubicBezTo>
                <a:lnTo>
                  <a:pt x="4807962" y="5548062"/>
                </a:lnTo>
                <a:lnTo>
                  <a:pt x="4635662" y="5720362"/>
                </a:lnTo>
                <a:cubicBezTo>
                  <a:pt x="4628529" y="5714876"/>
                  <a:pt x="4617554" y="5715424"/>
                  <a:pt x="4610969" y="5722009"/>
                </a:cubicBezTo>
                <a:cubicBezTo>
                  <a:pt x="4603836" y="5729143"/>
                  <a:pt x="4603836" y="5741215"/>
                  <a:pt x="4610969" y="5748348"/>
                </a:cubicBezTo>
                <a:cubicBezTo>
                  <a:pt x="4618102" y="5755482"/>
                  <a:pt x="4630174" y="5755482"/>
                  <a:pt x="4637308" y="5748348"/>
                </a:cubicBezTo>
                <a:cubicBezTo>
                  <a:pt x="4643893" y="5741763"/>
                  <a:pt x="4644442" y="5731337"/>
                  <a:pt x="4638954" y="5723655"/>
                </a:cubicBezTo>
                <a:lnTo>
                  <a:pt x="4810158" y="5552452"/>
                </a:lnTo>
                <a:lnTo>
                  <a:pt x="5585512" y="5552452"/>
                </a:lnTo>
                <a:cubicBezTo>
                  <a:pt x="5586609" y="5561780"/>
                  <a:pt x="5594292" y="5568914"/>
                  <a:pt x="5604168" y="5568914"/>
                </a:cubicBezTo>
                <a:cubicBezTo>
                  <a:pt x="5614046" y="5568914"/>
                  <a:pt x="5622826" y="5560683"/>
                  <a:pt x="5622826" y="5550257"/>
                </a:cubicBezTo>
                <a:cubicBezTo>
                  <a:pt x="5622826" y="5539831"/>
                  <a:pt x="5614594" y="5531600"/>
                  <a:pt x="5604168" y="5531600"/>
                </a:cubicBezTo>
                <a:close/>
                <a:moveTo>
                  <a:pt x="7615808" y="5518431"/>
                </a:moveTo>
                <a:lnTo>
                  <a:pt x="7610870" y="5518431"/>
                </a:lnTo>
                <a:lnTo>
                  <a:pt x="7610870" y="6798615"/>
                </a:lnTo>
                <a:lnTo>
                  <a:pt x="7453385" y="6956101"/>
                </a:lnTo>
                <a:lnTo>
                  <a:pt x="7453385" y="7533364"/>
                </a:lnTo>
                <a:lnTo>
                  <a:pt x="7137866" y="7848882"/>
                </a:lnTo>
                <a:lnTo>
                  <a:pt x="7137866" y="8652221"/>
                </a:lnTo>
                <a:cubicBezTo>
                  <a:pt x="7128538" y="8653319"/>
                  <a:pt x="7121404" y="8661001"/>
                  <a:pt x="7121404" y="8670878"/>
                </a:cubicBezTo>
                <a:cubicBezTo>
                  <a:pt x="7121404" y="8680755"/>
                  <a:pt x="7129635" y="8689534"/>
                  <a:pt x="7140061" y="8689534"/>
                </a:cubicBezTo>
                <a:cubicBezTo>
                  <a:pt x="7150487" y="8689534"/>
                  <a:pt x="7158718" y="8681304"/>
                  <a:pt x="7158718" y="8670878"/>
                </a:cubicBezTo>
                <a:cubicBezTo>
                  <a:pt x="7158718" y="8660452"/>
                  <a:pt x="7151584" y="8653319"/>
                  <a:pt x="7142256" y="8652221"/>
                </a:cubicBezTo>
                <a:lnTo>
                  <a:pt x="7142805" y="8651672"/>
                </a:lnTo>
                <a:lnTo>
                  <a:pt x="7142805" y="7850528"/>
                </a:lnTo>
                <a:lnTo>
                  <a:pt x="7458324" y="7535010"/>
                </a:lnTo>
                <a:lnTo>
                  <a:pt x="7458324" y="6957746"/>
                </a:lnTo>
                <a:lnTo>
                  <a:pt x="7615808" y="6800261"/>
                </a:lnTo>
                <a:close/>
                <a:moveTo>
                  <a:pt x="9293557" y="5506251"/>
                </a:moveTo>
                <a:lnTo>
                  <a:pt x="9293273" y="5506359"/>
                </a:lnTo>
                <a:lnTo>
                  <a:pt x="9293822" y="5506359"/>
                </a:lnTo>
                <a:close/>
                <a:moveTo>
                  <a:pt x="2078585" y="5497577"/>
                </a:moveTo>
                <a:cubicBezTo>
                  <a:pt x="2068708" y="5497577"/>
                  <a:pt x="2059928" y="5505808"/>
                  <a:pt x="2059928" y="5516234"/>
                </a:cubicBezTo>
                <a:cubicBezTo>
                  <a:pt x="2059928" y="5526659"/>
                  <a:pt x="2068159" y="5534891"/>
                  <a:pt x="2078585" y="5534891"/>
                </a:cubicBezTo>
                <a:lnTo>
                  <a:pt x="2078585" y="5535440"/>
                </a:lnTo>
                <a:cubicBezTo>
                  <a:pt x="2087913" y="5535440"/>
                  <a:pt x="2096144" y="5528306"/>
                  <a:pt x="2097241" y="5518978"/>
                </a:cubicBezTo>
                <a:lnTo>
                  <a:pt x="2858877" y="5518978"/>
                </a:lnTo>
                <a:lnTo>
                  <a:pt x="3026239" y="5686340"/>
                </a:lnTo>
                <a:lnTo>
                  <a:pt x="3026239" y="5870164"/>
                </a:lnTo>
                <a:cubicBezTo>
                  <a:pt x="3016911" y="5871261"/>
                  <a:pt x="3009778" y="5878944"/>
                  <a:pt x="3009778" y="5888821"/>
                </a:cubicBezTo>
                <a:cubicBezTo>
                  <a:pt x="3009778" y="5898698"/>
                  <a:pt x="3018008" y="5907478"/>
                  <a:pt x="3028434" y="5907478"/>
                </a:cubicBezTo>
                <a:cubicBezTo>
                  <a:pt x="3038860" y="5907478"/>
                  <a:pt x="3047091" y="5899247"/>
                  <a:pt x="3047091" y="5888821"/>
                </a:cubicBezTo>
                <a:cubicBezTo>
                  <a:pt x="3047091" y="5878395"/>
                  <a:pt x="3039958" y="5871261"/>
                  <a:pt x="3030629" y="5870164"/>
                </a:cubicBezTo>
                <a:lnTo>
                  <a:pt x="3030629" y="5684145"/>
                </a:lnTo>
                <a:lnTo>
                  <a:pt x="2861073" y="5514588"/>
                </a:lnTo>
                <a:lnTo>
                  <a:pt x="2860523" y="5514588"/>
                </a:lnTo>
                <a:cubicBezTo>
                  <a:pt x="2860523" y="5514039"/>
                  <a:pt x="2097241" y="5514039"/>
                  <a:pt x="2097241" y="5514039"/>
                </a:cubicBezTo>
                <a:cubicBezTo>
                  <a:pt x="2096144" y="5504711"/>
                  <a:pt x="2088462" y="5497577"/>
                  <a:pt x="2078585" y="5497577"/>
                </a:cubicBezTo>
                <a:close/>
                <a:moveTo>
                  <a:pt x="9293822" y="5469044"/>
                </a:moveTo>
                <a:cubicBezTo>
                  <a:pt x="9283944" y="5469044"/>
                  <a:pt x="9275165" y="5477276"/>
                  <a:pt x="9275165" y="5487702"/>
                </a:cubicBezTo>
                <a:cubicBezTo>
                  <a:pt x="9275165" y="5492915"/>
                  <a:pt x="9277223" y="5497579"/>
                  <a:pt x="9280584" y="5500940"/>
                </a:cubicBezTo>
                <a:lnTo>
                  <a:pt x="9293557" y="5506251"/>
                </a:lnTo>
                <a:lnTo>
                  <a:pt x="9305688" y="5501626"/>
                </a:lnTo>
                <a:cubicBezTo>
                  <a:pt x="9309049" y="5498676"/>
                  <a:pt x="9311381" y="5494561"/>
                  <a:pt x="9311930" y="5489897"/>
                </a:cubicBezTo>
                <a:lnTo>
                  <a:pt x="9486426" y="5489897"/>
                </a:lnTo>
                <a:lnTo>
                  <a:pt x="9856270" y="5859741"/>
                </a:lnTo>
                <a:lnTo>
                  <a:pt x="9856818" y="5859741"/>
                </a:lnTo>
                <a:cubicBezTo>
                  <a:pt x="9856818" y="5860289"/>
                  <a:pt x="10064786" y="5860289"/>
                  <a:pt x="10064786" y="5860289"/>
                </a:cubicBezTo>
                <a:cubicBezTo>
                  <a:pt x="10065883" y="5869617"/>
                  <a:pt x="10073566" y="5876751"/>
                  <a:pt x="10083443" y="5876751"/>
                </a:cubicBezTo>
                <a:cubicBezTo>
                  <a:pt x="10093320" y="5876751"/>
                  <a:pt x="10102100" y="5868520"/>
                  <a:pt x="10102100" y="5858094"/>
                </a:cubicBezTo>
                <a:cubicBezTo>
                  <a:pt x="10102100" y="5847668"/>
                  <a:pt x="10093869" y="5839437"/>
                  <a:pt x="10083443" y="5839437"/>
                </a:cubicBezTo>
                <a:cubicBezTo>
                  <a:pt x="10073017" y="5839437"/>
                  <a:pt x="10065883" y="5846571"/>
                  <a:pt x="10064786" y="5855899"/>
                </a:cubicBezTo>
                <a:lnTo>
                  <a:pt x="9859012" y="5855899"/>
                </a:lnTo>
                <a:lnTo>
                  <a:pt x="9489169" y="5486055"/>
                </a:lnTo>
                <a:lnTo>
                  <a:pt x="9488621" y="5486055"/>
                </a:lnTo>
                <a:cubicBezTo>
                  <a:pt x="9488621" y="5485507"/>
                  <a:pt x="9312479" y="5485507"/>
                  <a:pt x="9312479" y="5485507"/>
                </a:cubicBezTo>
                <a:cubicBezTo>
                  <a:pt x="9311381" y="5476179"/>
                  <a:pt x="9303699" y="5469044"/>
                  <a:pt x="9293822" y="5469044"/>
                </a:cubicBezTo>
                <a:close/>
                <a:moveTo>
                  <a:pt x="9005740" y="5334058"/>
                </a:moveTo>
                <a:lnTo>
                  <a:pt x="9005740" y="5338996"/>
                </a:lnTo>
                <a:lnTo>
                  <a:pt x="9640070" y="5338996"/>
                </a:lnTo>
                <a:lnTo>
                  <a:pt x="9835417" y="5534344"/>
                </a:lnTo>
                <a:cubicBezTo>
                  <a:pt x="9829930" y="5541477"/>
                  <a:pt x="9830479" y="5552452"/>
                  <a:pt x="9837064" y="5559036"/>
                </a:cubicBezTo>
                <a:lnTo>
                  <a:pt x="9837064" y="5558487"/>
                </a:lnTo>
                <a:cubicBezTo>
                  <a:pt x="9844198" y="5565621"/>
                  <a:pt x="9856270" y="5565621"/>
                  <a:pt x="9863403" y="5558487"/>
                </a:cubicBezTo>
                <a:cubicBezTo>
                  <a:pt x="9870536" y="5551354"/>
                  <a:pt x="9870536" y="5539282"/>
                  <a:pt x="9863403" y="5532148"/>
                </a:cubicBezTo>
                <a:cubicBezTo>
                  <a:pt x="9856270" y="5525015"/>
                  <a:pt x="9846392" y="5525015"/>
                  <a:pt x="9838710" y="5530503"/>
                </a:cubicBezTo>
                <a:lnTo>
                  <a:pt x="9642814" y="5334607"/>
                </a:lnTo>
                <a:lnTo>
                  <a:pt x="9642265" y="5334607"/>
                </a:lnTo>
                <a:cubicBezTo>
                  <a:pt x="9642265" y="5334058"/>
                  <a:pt x="9005740" y="5334058"/>
                  <a:pt x="9005740" y="5334058"/>
                </a:cubicBezTo>
                <a:close/>
                <a:moveTo>
                  <a:pt x="6706565" y="5332960"/>
                </a:moveTo>
                <a:lnTo>
                  <a:pt x="6511218" y="5332960"/>
                </a:lnTo>
                <a:lnTo>
                  <a:pt x="4669134" y="7175043"/>
                </a:lnTo>
                <a:lnTo>
                  <a:pt x="4276793" y="7175043"/>
                </a:lnTo>
                <a:lnTo>
                  <a:pt x="3538204" y="7913632"/>
                </a:lnTo>
                <a:lnTo>
                  <a:pt x="3006485" y="7913632"/>
                </a:lnTo>
                <a:lnTo>
                  <a:pt x="2406176" y="8513942"/>
                </a:lnTo>
                <a:lnTo>
                  <a:pt x="1628078" y="8513942"/>
                </a:lnTo>
                <a:lnTo>
                  <a:pt x="1336154" y="8805865"/>
                </a:lnTo>
                <a:cubicBezTo>
                  <a:pt x="1329021" y="8800378"/>
                  <a:pt x="1318047" y="8800927"/>
                  <a:pt x="1311462" y="8807512"/>
                </a:cubicBezTo>
                <a:cubicBezTo>
                  <a:pt x="1304328" y="8814645"/>
                  <a:pt x="1304328" y="8826717"/>
                  <a:pt x="1311462" y="8833851"/>
                </a:cubicBezTo>
                <a:cubicBezTo>
                  <a:pt x="1318595" y="8840983"/>
                  <a:pt x="1330667" y="8840983"/>
                  <a:pt x="1337801" y="8833851"/>
                </a:cubicBezTo>
                <a:cubicBezTo>
                  <a:pt x="1344386" y="8827266"/>
                  <a:pt x="1344934" y="8816840"/>
                  <a:pt x="1339446" y="8809158"/>
                </a:cubicBezTo>
                <a:lnTo>
                  <a:pt x="1629724" y="8518880"/>
                </a:lnTo>
                <a:lnTo>
                  <a:pt x="2407822" y="8518880"/>
                </a:lnTo>
                <a:lnTo>
                  <a:pt x="3008132" y="7918571"/>
                </a:lnTo>
                <a:lnTo>
                  <a:pt x="3539850" y="7918571"/>
                </a:lnTo>
                <a:lnTo>
                  <a:pt x="4278440" y="7179982"/>
                </a:lnTo>
                <a:lnTo>
                  <a:pt x="4278988" y="7179982"/>
                </a:lnTo>
                <a:lnTo>
                  <a:pt x="4671330" y="7179982"/>
                </a:lnTo>
                <a:lnTo>
                  <a:pt x="6513413" y="5337899"/>
                </a:lnTo>
                <a:lnTo>
                  <a:pt x="6706565" y="5337899"/>
                </a:lnTo>
                <a:close/>
                <a:moveTo>
                  <a:pt x="3355477" y="5325413"/>
                </a:moveTo>
                <a:cubicBezTo>
                  <a:pt x="3350676" y="5325413"/>
                  <a:pt x="3345875" y="5327197"/>
                  <a:pt x="3342308" y="5330764"/>
                </a:cubicBezTo>
                <a:cubicBezTo>
                  <a:pt x="3335723" y="5337348"/>
                  <a:pt x="3335174" y="5347774"/>
                  <a:pt x="3340661" y="5355456"/>
                </a:cubicBezTo>
                <a:lnTo>
                  <a:pt x="3109647" y="5586471"/>
                </a:lnTo>
                <a:lnTo>
                  <a:pt x="3109647" y="5867420"/>
                </a:lnTo>
                <a:cubicBezTo>
                  <a:pt x="3100318" y="5868518"/>
                  <a:pt x="3093184" y="5876201"/>
                  <a:pt x="3093184" y="5886077"/>
                </a:cubicBezTo>
                <a:cubicBezTo>
                  <a:pt x="3093184" y="5895955"/>
                  <a:pt x="3101415" y="5904734"/>
                  <a:pt x="3111841" y="5904734"/>
                </a:cubicBezTo>
                <a:cubicBezTo>
                  <a:pt x="3122267" y="5904734"/>
                  <a:pt x="3130498" y="5896503"/>
                  <a:pt x="3130498" y="5886077"/>
                </a:cubicBezTo>
                <a:cubicBezTo>
                  <a:pt x="3130498" y="5875651"/>
                  <a:pt x="3123364" y="5868518"/>
                  <a:pt x="3114036" y="5867420"/>
                </a:cubicBezTo>
                <a:lnTo>
                  <a:pt x="3114036" y="5588666"/>
                </a:lnTo>
                <a:lnTo>
                  <a:pt x="3343954" y="5358749"/>
                </a:lnTo>
                <a:cubicBezTo>
                  <a:pt x="3351088" y="5364236"/>
                  <a:pt x="3362062" y="5363687"/>
                  <a:pt x="3368646" y="5357103"/>
                </a:cubicBezTo>
                <a:cubicBezTo>
                  <a:pt x="3375780" y="5349969"/>
                  <a:pt x="3375780" y="5337897"/>
                  <a:pt x="3368646" y="5330764"/>
                </a:cubicBezTo>
                <a:cubicBezTo>
                  <a:pt x="3365080" y="5327197"/>
                  <a:pt x="3360279" y="5325413"/>
                  <a:pt x="3355477" y="5325413"/>
                </a:cubicBezTo>
                <a:close/>
                <a:moveTo>
                  <a:pt x="3814214" y="5323629"/>
                </a:moveTo>
                <a:cubicBezTo>
                  <a:pt x="3803788" y="5323629"/>
                  <a:pt x="3796655" y="5330764"/>
                  <a:pt x="3795558" y="5340092"/>
                </a:cubicBezTo>
                <a:lnTo>
                  <a:pt x="3438884" y="5340092"/>
                </a:lnTo>
                <a:lnTo>
                  <a:pt x="3191955" y="5587019"/>
                </a:lnTo>
                <a:lnTo>
                  <a:pt x="3191955" y="5867970"/>
                </a:lnTo>
                <a:lnTo>
                  <a:pt x="3192504" y="5867970"/>
                </a:lnTo>
                <a:cubicBezTo>
                  <a:pt x="3183176" y="5869067"/>
                  <a:pt x="3176042" y="5876749"/>
                  <a:pt x="3176042" y="5886626"/>
                </a:cubicBezTo>
                <a:cubicBezTo>
                  <a:pt x="3176042" y="5896503"/>
                  <a:pt x="3184273" y="5905282"/>
                  <a:pt x="3194699" y="5905282"/>
                </a:cubicBezTo>
                <a:cubicBezTo>
                  <a:pt x="3205125" y="5905282"/>
                  <a:pt x="3213356" y="5897052"/>
                  <a:pt x="3213356" y="5886626"/>
                </a:cubicBezTo>
                <a:cubicBezTo>
                  <a:pt x="3213356" y="5876201"/>
                  <a:pt x="3206222" y="5869067"/>
                  <a:pt x="3196894" y="5867970"/>
                </a:cubicBezTo>
                <a:lnTo>
                  <a:pt x="3196894" y="5588666"/>
                </a:lnTo>
                <a:lnTo>
                  <a:pt x="3441079" y="5344482"/>
                </a:lnTo>
                <a:lnTo>
                  <a:pt x="3795558" y="5344482"/>
                </a:lnTo>
                <a:cubicBezTo>
                  <a:pt x="3796655" y="5353810"/>
                  <a:pt x="3804337" y="5360944"/>
                  <a:pt x="3814214" y="5360944"/>
                </a:cubicBezTo>
                <a:cubicBezTo>
                  <a:pt x="3824092" y="5360944"/>
                  <a:pt x="3832872" y="5352712"/>
                  <a:pt x="3832872" y="5342287"/>
                </a:cubicBezTo>
                <a:cubicBezTo>
                  <a:pt x="3832872" y="5331861"/>
                  <a:pt x="3824641" y="5323629"/>
                  <a:pt x="3814214" y="5323629"/>
                </a:cubicBezTo>
                <a:close/>
                <a:moveTo>
                  <a:pt x="13100904" y="5298390"/>
                </a:moveTo>
                <a:cubicBezTo>
                  <a:pt x="13091026" y="5298390"/>
                  <a:pt x="13082246" y="5306621"/>
                  <a:pt x="13082246" y="5317047"/>
                </a:cubicBezTo>
                <a:cubicBezTo>
                  <a:pt x="13082246" y="5327473"/>
                  <a:pt x="13090478" y="5335704"/>
                  <a:pt x="13100904" y="5335704"/>
                </a:cubicBezTo>
                <a:cubicBezTo>
                  <a:pt x="13110232" y="5335704"/>
                  <a:pt x="13118463" y="5328570"/>
                  <a:pt x="13119561" y="5319242"/>
                </a:cubicBezTo>
                <a:lnTo>
                  <a:pt x="14531440" y="5319242"/>
                </a:lnTo>
                <a:lnTo>
                  <a:pt x="14688925" y="5476728"/>
                </a:lnTo>
                <a:lnTo>
                  <a:pt x="14689474" y="5476728"/>
                </a:lnTo>
                <a:cubicBezTo>
                  <a:pt x="14689474" y="5477276"/>
                  <a:pt x="15652493" y="5477276"/>
                  <a:pt x="15652493" y="5477276"/>
                </a:cubicBezTo>
                <a:cubicBezTo>
                  <a:pt x="15653591" y="5486604"/>
                  <a:pt x="15661273" y="5493738"/>
                  <a:pt x="15671150" y="5493738"/>
                </a:cubicBezTo>
                <a:cubicBezTo>
                  <a:pt x="15681028" y="5493738"/>
                  <a:pt x="15689808" y="5485507"/>
                  <a:pt x="15689808" y="5475081"/>
                </a:cubicBezTo>
                <a:cubicBezTo>
                  <a:pt x="15689808" y="5464655"/>
                  <a:pt x="15681576" y="5456424"/>
                  <a:pt x="15671150" y="5456424"/>
                </a:cubicBezTo>
                <a:cubicBezTo>
                  <a:pt x="15660725" y="5456424"/>
                  <a:pt x="15653591" y="5463558"/>
                  <a:pt x="15652493" y="5472886"/>
                </a:cubicBezTo>
                <a:lnTo>
                  <a:pt x="14691668" y="5472886"/>
                </a:lnTo>
                <a:lnTo>
                  <a:pt x="14534184" y="5315401"/>
                </a:lnTo>
                <a:lnTo>
                  <a:pt x="14533634" y="5315401"/>
                </a:lnTo>
                <a:cubicBezTo>
                  <a:pt x="14533634" y="5314853"/>
                  <a:pt x="13119561" y="5314853"/>
                  <a:pt x="13119561" y="5314853"/>
                </a:cubicBezTo>
                <a:cubicBezTo>
                  <a:pt x="13118463" y="5305524"/>
                  <a:pt x="13110781" y="5298390"/>
                  <a:pt x="13100904" y="5298390"/>
                </a:cubicBezTo>
                <a:close/>
                <a:moveTo>
                  <a:pt x="2501654" y="5222666"/>
                </a:moveTo>
                <a:cubicBezTo>
                  <a:pt x="2491228" y="5222666"/>
                  <a:pt x="2484096" y="5229799"/>
                  <a:pt x="2482998" y="5239127"/>
                </a:cubicBezTo>
                <a:lnTo>
                  <a:pt x="1538086" y="5239127"/>
                </a:lnTo>
                <a:lnTo>
                  <a:pt x="1012404" y="5764810"/>
                </a:lnTo>
                <a:lnTo>
                  <a:pt x="373684" y="5764810"/>
                </a:lnTo>
                <a:cubicBezTo>
                  <a:pt x="372586" y="5755482"/>
                  <a:pt x="364904" y="5748348"/>
                  <a:pt x="355028" y="5748348"/>
                </a:cubicBezTo>
                <a:cubicBezTo>
                  <a:pt x="345150" y="5748348"/>
                  <a:pt x="336370" y="5756579"/>
                  <a:pt x="336370" y="5767005"/>
                </a:cubicBezTo>
                <a:cubicBezTo>
                  <a:pt x="336370" y="5777431"/>
                  <a:pt x="344602" y="5785662"/>
                  <a:pt x="355028" y="5785662"/>
                </a:cubicBezTo>
                <a:cubicBezTo>
                  <a:pt x="365452" y="5785662"/>
                  <a:pt x="372586" y="5778528"/>
                  <a:pt x="373684" y="5769200"/>
                </a:cubicBezTo>
                <a:lnTo>
                  <a:pt x="1014600" y="5769200"/>
                </a:lnTo>
                <a:lnTo>
                  <a:pt x="1540282" y="5243518"/>
                </a:lnTo>
                <a:lnTo>
                  <a:pt x="2482998" y="5243518"/>
                </a:lnTo>
                <a:cubicBezTo>
                  <a:pt x="2484096" y="5252846"/>
                  <a:pt x="2491778" y="5259979"/>
                  <a:pt x="2501654" y="5259979"/>
                </a:cubicBezTo>
                <a:cubicBezTo>
                  <a:pt x="2511532" y="5259979"/>
                  <a:pt x="2520311" y="5251748"/>
                  <a:pt x="2520311" y="5241322"/>
                </a:cubicBezTo>
                <a:cubicBezTo>
                  <a:pt x="2520311" y="5230896"/>
                  <a:pt x="2512080" y="5222666"/>
                  <a:pt x="2501654" y="5222666"/>
                </a:cubicBezTo>
                <a:close/>
                <a:moveTo>
                  <a:pt x="6731258" y="5216629"/>
                </a:moveTo>
                <a:lnTo>
                  <a:pt x="6337270" y="5216629"/>
                </a:lnTo>
                <a:lnTo>
                  <a:pt x="5447780" y="6106119"/>
                </a:lnTo>
                <a:lnTo>
                  <a:pt x="5184390" y="6106119"/>
                </a:lnTo>
                <a:lnTo>
                  <a:pt x="4126990" y="7163520"/>
                </a:lnTo>
                <a:cubicBezTo>
                  <a:pt x="4119856" y="7158033"/>
                  <a:pt x="4108882" y="7158582"/>
                  <a:pt x="4102298" y="7165166"/>
                </a:cubicBezTo>
                <a:cubicBezTo>
                  <a:pt x="4095164" y="7172299"/>
                  <a:pt x="4095164" y="7184371"/>
                  <a:pt x="4102298" y="7191505"/>
                </a:cubicBezTo>
                <a:cubicBezTo>
                  <a:pt x="4109431" y="7198639"/>
                  <a:pt x="4121503" y="7198639"/>
                  <a:pt x="4128636" y="7191505"/>
                </a:cubicBezTo>
                <a:cubicBezTo>
                  <a:pt x="4135222" y="7184921"/>
                  <a:pt x="4135770" y="7174495"/>
                  <a:pt x="4130282" y="7166813"/>
                </a:cubicBezTo>
                <a:lnTo>
                  <a:pt x="5186586" y="6110509"/>
                </a:lnTo>
                <a:lnTo>
                  <a:pt x="5449976" y="6110509"/>
                </a:lnTo>
                <a:lnTo>
                  <a:pt x="6338917" y="5221568"/>
                </a:lnTo>
                <a:lnTo>
                  <a:pt x="6338916" y="5221568"/>
                </a:lnTo>
                <a:lnTo>
                  <a:pt x="6339465" y="5221020"/>
                </a:lnTo>
                <a:lnTo>
                  <a:pt x="6338917" y="5221568"/>
                </a:lnTo>
                <a:lnTo>
                  <a:pt x="6731258" y="5221568"/>
                </a:lnTo>
                <a:close/>
                <a:moveTo>
                  <a:pt x="5903774" y="5215121"/>
                </a:moveTo>
                <a:cubicBezTo>
                  <a:pt x="5898973" y="5215121"/>
                  <a:pt x="5894171" y="5216904"/>
                  <a:pt x="5890605" y="5220470"/>
                </a:cubicBezTo>
                <a:cubicBezTo>
                  <a:pt x="5884020" y="5227055"/>
                  <a:pt x="5883472" y="5237481"/>
                  <a:pt x="5888960" y="5245164"/>
                </a:cubicBezTo>
                <a:lnTo>
                  <a:pt x="5719401" y="5414721"/>
                </a:lnTo>
                <a:lnTo>
                  <a:pt x="5389616" y="5414721"/>
                </a:lnTo>
                <a:lnTo>
                  <a:pt x="5283162" y="5308268"/>
                </a:lnTo>
                <a:lnTo>
                  <a:pt x="5282613" y="5308268"/>
                </a:lnTo>
                <a:cubicBezTo>
                  <a:pt x="5282613" y="5307719"/>
                  <a:pt x="4879298" y="5307719"/>
                  <a:pt x="4879298" y="5307719"/>
                </a:cubicBezTo>
                <a:lnTo>
                  <a:pt x="3998039" y="6188977"/>
                </a:lnTo>
                <a:lnTo>
                  <a:pt x="3354380" y="6188977"/>
                </a:lnTo>
                <a:cubicBezTo>
                  <a:pt x="3353282" y="6179649"/>
                  <a:pt x="3345600" y="6172516"/>
                  <a:pt x="3335723" y="6172516"/>
                </a:cubicBezTo>
                <a:cubicBezTo>
                  <a:pt x="3325846" y="6172516"/>
                  <a:pt x="3317066" y="6180747"/>
                  <a:pt x="3317066" y="6191172"/>
                </a:cubicBezTo>
                <a:cubicBezTo>
                  <a:pt x="3317066" y="6201598"/>
                  <a:pt x="3325297" y="6209829"/>
                  <a:pt x="3335723" y="6209829"/>
                </a:cubicBezTo>
                <a:cubicBezTo>
                  <a:pt x="3346149" y="6209829"/>
                  <a:pt x="3353282" y="6202696"/>
                  <a:pt x="3354380" y="6193367"/>
                </a:cubicBezTo>
                <a:lnTo>
                  <a:pt x="4000233" y="6193367"/>
                </a:lnTo>
                <a:lnTo>
                  <a:pt x="4881492" y="5312109"/>
                </a:lnTo>
                <a:lnTo>
                  <a:pt x="5280967" y="5312109"/>
                </a:lnTo>
                <a:lnTo>
                  <a:pt x="5387420" y="5418562"/>
                </a:lnTo>
                <a:lnTo>
                  <a:pt x="5387969" y="5418562"/>
                </a:lnTo>
                <a:cubicBezTo>
                  <a:pt x="5387969" y="5419110"/>
                  <a:pt x="5721596" y="5419110"/>
                  <a:pt x="5721596" y="5419110"/>
                </a:cubicBezTo>
                <a:lnTo>
                  <a:pt x="5892251" y="5248456"/>
                </a:lnTo>
                <a:lnTo>
                  <a:pt x="5892251" y="5248456"/>
                </a:lnTo>
                <a:lnTo>
                  <a:pt x="5892800" y="5247907"/>
                </a:lnTo>
                <a:lnTo>
                  <a:pt x="5892251" y="5248456"/>
                </a:lnTo>
                <a:lnTo>
                  <a:pt x="5904803" y="5252160"/>
                </a:lnTo>
                <a:cubicBezTo>
                  <a:pt x="5909261" y="5251885"/>
                  <a:pt x="5913651" y="5250102"/>
                  <a:pt x="5916944" y="5246809"/>
                </a:cubicBezTo>
                <a:cubicBezTo>
                  <a:pt x="5924078" y="5239677"/>
                  <a:pt x="5924078" y="5227604"/>
                  <a:pt x="5916944" y="5220470"/>
                </a:cubicBezTo>
                <a:cubicBezTo>
                  <a:pt x="5913377" y="5216904"/>
                  <a:pt x="5908575" y="5215121"/>
                  <a:pt x="5903774" y="5215121"/>
                </a:cubicBezTo>
                <a:close/>
                <a:moveTo>
                  <a:pt x="14162694" y="5037332"/>
                </a:moveTo>
                <a:cubicBezTo>
                  <a:pt x="14157892" y="5037332"/>
                  <a:pt x="14153091" y="5039115"/>
                  <a:pt x="14149524" y="5042682"/>
                </a:cubicBezTo>
                <a:cubicBezTo>
                  <a:pt x="14142392" y="5049816"/>
                  <a:pt x="14142392" y="5061888"/>
                  <a:pt x="14149524" y="5069021"/>
                </a:cubicBezTo>
                <a:cubicBezTo>
                  <a:pt x="14156110" y="5075606"/>
                  <a:pt x="14166535" y="5076155"/>
                  <a:pt x="14174217" y="5070668"/>
                </a:cubicBezTo>
                <a:lnTo>
                  <a:pt x="14224152" y="5120602"/>
                </a:lnTo>
                <a:lnTo>
                  <a:pt x="14224701" y="5120602"/>
                </a:lnTo>
                <a:cubicBezTo>
                  <a:pt x="14224701" y="5121151"/>
                  <a:pt x="15006090" y="5121151"/>
                  <a:pt x="15006090" y="5121151"/>
                </a:cubicBezTo>
                <a:lnTo>
                  <a:pt x="15196500" y="5311560"/>
                </a:lnTo>
                <a:lnTo>
                  <a:pt x="15197048" y="5311560"/>
                </a:lnTo>
                <a:cubicBezTo>
                  <a:pt x="15197048" y="5312109"/>
                  <a:pt x="15565794" y="5312109"/>
                  <a:pt x="15565794" y="5312109"/>
                </a:cubicBezTo>
                <a:cubicBezTo>
                  <a:pt x="15566891" y="5321437"/>
                  <a:pt x="15574575" y="5328570"/>
                  <a:pt x="15584450" y="5328570"/>
                </a:cubicBezTo>
                <a:cubicBezTo>
                  <a:pt x="15594328" y="5328570"/>
                  <a:pt x="15603108" y="5320339"/>
                  <a:pt x="15603108" y="5309913"/>
                </a:cubicBezTo>
                <a:cubicBezTo>
                  <a:pt x="15603108" y="5299488"/>
                  <a:pt x="15594877" y="5291257"/>
                  <a:pt x="15584450" y="5291257"/>
                </a:cubicBezTo>
                <a:cubicBezTo>
                  <a:pt x="15574025" y="5291257"/>
                  <a:pt x="15566891" y="5298390"/>
                  <a:pt x="15565794" y="5307719"/>
                </a:cubicBezTo>
                <a:lnTo>
                  <a:pt x="15199243" y="5307719"/>
                </a:lnTo>
                <a:lnTo>
                  <a:pt x="15008834" y="5117310"/>
                </a:lnTo>
                <a:lnTo>
                  <a:pt x="15008285" y="5117310"/>
                </a:lnTo>
                <a:cubicBezTo>
                  <a:pt x="15008285" y="5116761"/>
                  <a:pt x="14226895" y="5116761"/>
                  <a:pt x="14226895" y="5116761"/>
                </a:cubicBezTo>
                <a:lnTo>
                  <a:pt x="14177510" y="5067376"/>
                </a:lnTo>
                <a:cubicBezTo>
                  <a:pt x="14182998" y="5060242"/>
                  <a:pt x="14182448" y="5049267"/>
                  <a:pt x="14175863" y="5042682"/>
                </a:cubicBezTo>
                <a:cubicBezTo>
                  <a:pt x="14172296" y="5039115"/>
                  <a:pt x="14167495" y="5037332"/>
                  <a:pt x="14162694" y="5037332"/>
                </a:cubicBezTo>
                <a:close/>
                <a:moveTo>
                  <a:pt x="6701626" y="4985066"/>
                </a:moveTo>
                <a:lnTo>
                  <a:pt x="6314773" y="4985066"/>
                </a:lnTo>
                <a:lnTo>
                  <a:pt x="5641482" y="5658905"/>
                </a:lnTo>
                <a:lnTo>
                  <a:pt x="4869421" y="5658905"/>
                </a:lnTo>
                <a:lnTo>
                  <a:pt x="3998039" y="6530287"/>
                </a:lnTo>
                <a:lnTo>
                  <a:pt x="3561250" y="6530287"/>
                </a:lnTo>
                <a:cubicBezTo>
                  <a:pt x="3560152" y="6520958"/>
                  <a:pt x="3552471" y="6513825"/>
                  <a:pt x="3542594" y="6513825"/>
                </a:cubicBezTo>
                <a:cubicBezTo>
                  <a:pt x="3532716" y="6513825"/>
                  <a:pt x="3523937" y="6522055"/>
                  <a:pt x="3523937" y="6532481"/>
                </a:cubicBezTo>
                <a:cubicBezTo>
                  <a:pt x="3523937" y="6542908"/>
                  <a:pt x="3532168" y="6551138"/>
                  <a:pt x="3542594" y="6551138"/>
                </a:cubicBezTo>
                <a:cubicBezTo>
                  <a:pt x="3553020" y="6551138"/>
                  <a:pt x="3560152" y="6544005"/>
                  <a:pt x="3561250" y="6534677"/>
                </a:cubicBezTo>
                <a:lnTo>
                  <a:pt x="4000233" y="6534677"/>
                </a:lnTo>
                <a:lnTo>
                  <a:pt x="4871615" y="5663295"/>
                </a:lnTo>
                <a:lnTo>
                  <a:pt x="5643678" y="5663295"/>
                </a:lnTo>
                <a:lnTo>
                  <a:pt x="5643678" y="5663843"/>
                </a:lnTo>
                <a:lnTo>
                  <a:pt x="6316967" y="4990004"/>
                </a:lnTo>
                <a:lnTo>
                  <a:pt x="6701626" y="4990004"/>
                </a:lnTo>
                <a:close/>
                <a:moveTo>
                  <a:pt x="8990924" y="4884100"/>
                </a:moveTo>
                <a:lnTo>
                  <a:pt x="8990924" y="4889039"/>
                </a:lnTo>
                <a:lnTo>
                  <a:pt x="10502123" y="4889039"/>
                </a:lnTo>
                <a:lnTo>
                  <a:pt x="10710640" y="5097556"/>
                </a:lnTo>
                <a:lnTo>
                  <a:pt x="10711189" y="5097556"/>
                </a:lnTo>
                <a:cubicBezTo>
                  <a:pt x="10711189" y="5098104"/>
                  <a:pt x="11067314" y="5098104"/>
                  <a:pt x="11067314" y="5098104"/>
                </a:cubicBezTo>
                <a:lnTo>
                  <a:pt x="11665978" y="5696767"/>
                </a:lnTo>
                <a:lnTo>
                  <a:pt x="11666525" y="5696767"/>
                </a:lnTo>
                <a:lnTo>
                  <a:pt x="12664664" y="5696767"/>
                </a:lnTo>
                <a:cubicBezTo>
                  <a:pt x="12665761" y="5706096"/>
                  <a:pt x="12673443" y="5713229"/>
                  <a:pt x="12683321" y="5713229"/>
                </a:cubicBezTo>
                <a:cubicBezTo>
                  <a:pt x="12693198" y="5713229"/>
                  <a:pt x="12701979" y="5704998"/>
                  <a:pt x="12701979" y="5694572"/>
                </a:cubicBezTo>
                <a:cubicBezTo>
                  <a:pt x="12701979" y="5684147"/>
                  <a:pt x="12693747" y="5675916"/>
                  <a:pt x="12683321" y="5675916"/>
                </a:cubicBezTo>
                <a:cubicBezTo>
                  <a:pt x="12672896" y="5675916"/>
                  <a:pt x="12665761" y="5683049"/>
                  <a:pt x="12664664" y="5692378"/>
                </a:cubicBezTo>
                <a:lnTo>
                  <a:pt x="11668172" y="5692378"/>
                </a:lnTo>
                <a:lnTo>
                  <a:pt x="11069509" y="5093715"/>
                </a:lnTo>
                <a:lnTo>
                  <a:pt x="11068960" y="5093715"/>
                </a:lnTo>
                <a:cubicBezTo>
                  <a:pt x="11068960" y="5093165"/>
                  <a:pt x="10712835" y="5093165"/>
                  <a:pt x="10712835" y="5093165"/>
                </a:cubicBezTo>
                <a:lnTo>
                  <a:pt x="10504318" y="4884648"/>
                </a:lnTo>
                <a:lnTo>
                  <a:pt x="10503770" y="4884648"/>
                </a:lnTo>
                <a:cubicBezTo>
                  <a:pt x="10503770" y="4884100"/>
                  <a:pt x="8990924" y="4884100"/>
                  <a:pt x="8990924" y="4884100"/>
                </a:cubicBezTo>
                <a:close/>
                <a:moveTo>
                  <a:pt x="6691750" y="4867090"/>
                </a:moveTo>
                <a:lnTo>
                  <a:pt x="6359219" y="4867090"/>
                </a:lnTo>
                <a:lnTo>
                  <a:pt x="6139180" y="5087130"/>
                </a:lnTo>
                <a:lnTo>
                  <a:pt x="4979166" y="5087130"/>
                </a:lnTo>
                <a:lnTo>
                  <a:pt x="4126441" y="5939855"/>
                </a:lnTo>
                <a:lnTo>
                  <a:pt x="3354380" y="5939855"/>
                </a:lnTo>
                <a:cubicBezTo>
                  <a:pt x="3353282" y="5930526"/>
                  <a:pt x="3345600" y="5923392"/>
                  <a:pt x="3335723" y="5923392"/>
                </a:cubicBezTo>
                <a:cubicBezTo>
                  <a:pt x="3325846" y="5923392"/>
                  <a:pt x="3317066" y="5931624"/>
                  <a:pt x="3317066" y="5942050"/>
                </a:cubicBezTo>
                <a:cubicBezTo>
                  <a:pt x="3317066" y="5952475"/>
                  <a:pt x="3325297" y="5960706"/>
                  <a:pt x="3335723" y="5960706"/>
                </a:cubicBezTo>
                <a:cubicBezTo>
                  <a:pt x="3346149" y="5960706"/>
                  <a:pt x="3353282" y="5953572"/>
                  <a:pt x="3354380" y="5944244"/>
                </a:cubicBezTo>
                <a:lnTo>
                  <a:pt x="4128636" y="5944244"/>
                </a:lnTo>
                <a:lnTo>
                  <a:pt x="4981361" y="5091519"/>
                </a:lnTo>
                <a:lnTo>
                  <a:pt x="6141374" y="5091519"/>
                </a:lnTo>
                <a:lnTo>
                  <a:pt x="6361414" y="4871479"/>
                </a:lnTo>
                <a:lnTo>
                  <a:pt x="6360866" y="4872028"/>
                </a:lnTo>
                <a:lnTo>
                  <a:pt x="6691750" y="4872028"/>
                </a:lnTo>
                <a:close/>
                <a:moveTo>
                  <a:pt x="11528247" y="4844729"/>
                </a:moveTo>
                <a:cubicBezTo>
                  <a:pt x="11523446" y="4844729"/>
                  <a:pt x="11518644" y="4846512"/>
                  <a:pt x="11515077" y="4850079"/>
                </a:cubicBezTo>
                <a:cubicBezTo>
                  <a:pt x="11507944" y="4857212"/>
                  <a:pt x="11507944" y="4869284"/>
                  <a:pt x="11515077" y="4876418"/>
                </a:cubicBezTo>
                <a:cubicBezTo>
                  <a:pt x="11521661" y="4883003"/>
                  <a:pt x="11532088" y="4883551"/>
                  <a:pt x="11539770" y="4878064"/>
                </a:cubicBezTo>
                <a:lnTo>
                  <a:pt x="11636345" y="4974640"/>
                </a:lnTo>
                <a:lnTo>
                  <a:pt x="11636345" y="5197973"/>
                </a:lnTo>
                <a:lnTo>
                  <a:pt x="11880530" y="5442157"/>
                </a:lnTo>
                <a:lnTo>
                  <a:pt x="11881079" y="5442157"/>
                </a:lnTo>
                <a:cubicBezTo>
                  <a:pt x="11881079" y="5442705"/>
                  <a:pt x="13668290" y="5442705"/>
                  <a:pt x="13668290" y="5442705"/>
                </a:cubicBezTo>
                <a:lnTo>
                  <a:pt x="13953628" y="5728046"/>
                </a:lnTo>
                <a:lnTo>
                  <a:pt x="13954178" y="5728046"/>
                </a:lnTo>
                <a:cubicBezTo>
                  <a:pt x="13954178" y="5728594"/>
                  <a:pt x="15683771" y="5728594"/>
                  <a:pt x="15683771" y="5728594"/>
                </a:cubicBezTo>
                <a:cubicBezTo>
                  <a:pt x="15684868" y="5737922"/>
                  <a:pt x="15692551" y="5745056"/>
                  <a:pt x="15702428" y="5745056"/>
                </a:cubicBezTo>
                <a:lnTo>
                  <a:pt x="15702428" y="5744507"/>
                </a:lnTo>
                <a:cubicBezTo>
                  <a:pt x="15712854" y="5744507"/>
                  <a:pt x="15721085" y="5736276"/>
                  <a:pt x="15721085" y="5725850"/>
                </a:cubicBezTo>
                <a:cubicBezTo>
                  <a:pt x="15721085" y="5715424"/>
                  <a:pt x="15712854" y="5707193"/>
                  <a:pt x="15702428" y="5707193"/>
                </a:cubicBezTo>
                <a:cubicBezTo>
                  <a:pt x="15692002" y="5707193"/>
                  <a:pt x="15684868" y="5714327"/>
                  <a:pt x="15683771" y="5723655"/>
                </a:cubicBezTo>
                <a:lnTo>
                  <a:pt x="13955824" y="5723655"/>
                </a:lnTo>
                <a:lnTo>
                  <a:pt x="13670485" y="5438316"/>
                </a:lnTo>
                <a:lnTo>
                  <a:pt x="13669935" y="5438316"/>
                </a:lnTo>
                <a:cubicBezTo>
                  <a:pt x="13669935" y="5437767"/>
                  <a:pt x="11882726" y="5437767"/>
                  <a:pt x="11882726" y="5437767"/>
                </a:cubicBezTo>
                <a:lnTo>
                  <a:pt x="11640736" y="5195778"/>
                </a:lnTo>
                <a:lnTo>
                  <a:pt x="11640736" y="4972445"/>
                </a:lnTo>
                <a:lnTo>
                  <a:pt x="11543061" y="4874772"/>
                </a:lnTo>
                <a:cubicBezTo>
                  <a:pt x="11548549" y="4867638"/>
                  <a:pt x="11548001" y="4856664"/>
                  <a:pt x="11541416" y="4850079"/>
                </a:cubicBezTo>
                <a:cubicBezTo>
                  <a:pt x="11537849" y="4846512"/>
                  <a:pt x="11533048" y="4844729"/>
                  <a:pt x="11528247" y="4844729"/>
                </a:cubicBezTo>
                <a:close/>
                <a:moveTo>
                  <a:pt x="3694591" y="4724420"/>
                </a:moveTo>
                <a:cubicBezTo>
                  <a:pt x="3684166" y="4724420"/>
                  <a:pt x="3677032" y="4731554"/>
                  <a:pt x="3675934" y="4740882"/>
                </a:cubicBezTo>
                <a:lnTo>
                  <a:pt x="2397397" y="4740882"/>
                </a:lnTo>
                <a:lnTo>
                  <a:pt x="2225096" y="4913183"/>
                </a:lnTo>
                <a:cubicBezTo>
                  <a:pt x="2217962" y="4907695"/>
                  <a:pt x="2206987" y="4908244"/>
                  <a:pt x="2200402" y="4914828"/>
                </a:cubicBezTo>
                <a:cubicBezTo>
                  <a:pt x="2193269" y="4921962"/>
                  <a:pt x="2193269" y="4934034"/>
                  <a:pt x="2200402" y="4941167"/>
                </a:cubicBezTo>
                <a:cubicBezTo>
                  <a:pt x="2207536" y="4948301"/>
                  <a:pt x="2219608" y="4948301"/>
                  <a:pt x="2226741" y="4941167"/>
                </a:cubicBezTo>
                <a:cubicBezTo>
                  <a:pt x="2233326" y="4934583"/>
                  <a:pt x="2233875" y="4924157"/>
                  <a:pt x="2228388" y="4916475"/>
                </a:cubicBezTo>
                <a:lnTo>
                  <a:pt x="2399591" y="4745271"/>
                </a:lnTo>
                <a:lnTo>
                  <a:pt x="3675934" y="4745271"/>
                </a:lnTo>
                <a:cubicBezTo>
                  <a:pt x="3677032" y="4754600"/>
                  <a:pt x="3684715" y="4761734"/>
                  <a:pt x="3694591" y="4761734"/>
                </a:cubicBezTo>
                <a:cubicBezTo>
                  <a:pt x="3704469" y="4761734"/>
                  <a:pt x="3713248" y="4753502"/>
                  <a:pt x="3713248" y="4743076"/>
                </a:cubicBezTo>
                <a:cubicBezTo>
                  <a:pt x="3713248" y="4732651"/>
                  <a:pt x="3705018" y="4724420"/>
                  <a:pt x="3694591" y="4724420"/>
                </a:cubicBezTo>
                <a:close/>
                <a:moveTo>
                  <a:pt x="8991472" y="4634977"/>
                </a:moveTo>
                <a:lnTo>
                  <a:pt x="8991472" y="4639915"/>
                </a:lnTo>
                <a:lnTo>
                  <a:pt x="10625039" y="4639915"/>
                </a:lnTo>
                <a:lnTo>
                  <a:pt x="10771549" y="4786426"/>
                </a:lnTo>
                <a:lnTo>
                  <a:pt x="10772098" y="4786426"/>
                </a:lnTo>
                <a:cubicBezTo>
                  <a:pt x="10772098" y="4786975"/>
                  <a:pt x="11577632" y="4786975"/>
                  <a:pt x="11577632" y="4786975"/>
                </a:cubicBezTo>
                <a:lnTo>
                  <a:pt x="12118130" y="5327473"/>
                </a:lnTo>
                <a:lnTo>
                  <a:pt x="12118679" y="5327473"/>
                </a:lnTo>
                <a:cubicBezTo>
                  <a:pt x="12118679" y="5328022"/>
                  <a:pt x="12693747" y="5328022"/>
                  <a:pt x="12693747" y="5328022"/>
                </a:cubicBezTo>
                <a:cubicBezTo>
                  <a:pt x="12694844" y="5337349"/>
                  <a:pt x="12702526" y="5344484"/>
                  <a:pt x="12712404" y="5344484"/>
                </a:cubicBezTo>
                <a:cubicBezTo>
                  <a:pt x="12722281" y="5344484"/>
                  <a:pt x="12731060" y="5336252"/>
                  <a:pt x="12731060" y="5325826"/>
                </a:cubicBezTo>
                <a:cubicBezTo>
                  <a:pt x="12731060" y="5315401"/>
                  <a:pt x="12722829" y="5307169"/>
                  <a:pt x="12712404" y="5307169"/>
                </a:cubicBezTo>
                <a:cubicBezTo>
                  <a:pt x="12701979" y="5307169"/>
                  <a:pt x="12694844" y="5314304"/>
                  <a:pt x="12693747" y="5323632"/>
                </a:cubicBezTo>
                <a:lnTo>
                  <a:pt x="12693198" y="5323083"/>
                </a:lnTo>
                <a:lnTo>
                  <a:pt x="12120326" y="5323083"/>
                </a:lnTo>
                <a:lnTo>
                  <a:pt x="11579827" y="4782585"/>
                </a:lnTo>
                <a:lnTo>
                  <a:pt x="11579279" y="4782585"/>
                </a:lnTo>
                <a:cubicBezTo>
                  <a:pt x="11579279" y="4782036"/>
                  <a:pt x="10773744" y="4782036"/>
                  <a:pt x="10773744" y="4782036"/>
                </a:cubicBezTo>
                <a:lnTo>
                  <a:pt x="10627234" y="4635526"/>
                </a:lnTo>
                <a:lnTo>
                  <a:pt x="10626685" y="4635526"/>
                </a:lnTo>
                <a:cubicBezTo>
                  <a:pt x="10626685" y="4634977"/>
                  <a:pt x="8991472" y="4634977"/>
                  <a:pt x="8991472" y="4634977"/>
                </a:cubicBezTo>
                <a:close/>
                <a:moveTo>
                  <a:pt x="6695042" y="4618513"/>
                </a:moveTo>
                <a:cubicBezTo>
                  <a:pt x="6685714" y="4618513"/>
                  <a:pt x="6677482" y="4625647"/>
                  <a:pt x="6676386" y="4634975"/>
                </a:cubicBezTo>
                <a:lnTo>
                  <a:pt x="6045896" y="4634975"/>
                </a:lnTo>
                <a:lnTo>
                  <a:pt x="5800614" y="4880257"/>
                </a:lnTo>
                <a:lnTo>
                  <a:pt x="4406842" y="4880257"/>
                </a:lnTo>
                <a:lnTo>
                  <a:pt x="3872928" y="5414171"/>
                </a:lnTo>
                <a:lnTo>
                  <a:pt x="3545886" y="5414171"/>
                </a:lnTo>
                <a:lnTo>
                  <a:pt x="3275363" y="5684694"/>
                </a:lnTo>
                <a:lnTo>
                  <a:pt x="3275363" y="5867970"/>
                </a:lnTo>
                <a:cubicBezTo>
                  <a:pt x="3266034" y="5869067"/>
                  <a:pt x="3258900" y="5876749"/>
                  <a:pt x="3258900" y="5886626"/>
                </a:cubicBezTo>
                <a:cubicBezTo>
                  <a:pt x="3258900" y="5896503"/>
                  <a:pt x="3267131" y="5905282"/>
                  <a:pt x="3277557" y="5905282"/>
                </a:cubicBezTo>
                <a:cubicBezTo>
                  <a:pt x="3287983" y="5905282"/>
                  <a:pt x="3296214" y="5897052"/>
                  <a:pt x="3296214" y="5886626"/>
                </a:cubicBezTo>
                <a:cubicBezTo>
                  <a:pt x="3296214" y="5876201"/>
                  <a:pt x="3289080" y="5869067"/>
                  <a:pt x="3279752" y="5867970"/>
                </a:cubicBezTo>
                <a:lnTo>
                  <a:pt x="3279752" y="5686888"/>
                </a:lnTo>
                <a:lnTo>
                  <a:pt x="3546984" y="5419657"/>
                </a:lnTo>
                <a:lnTo>
                  <a:pt x="3874026" y="5419657"/>
                </a:lnTo>
                <a:lnTo>
                  <a:pt x="4407940" y="4885744"/>
                </a:lnTo>
                <a:lnTo>
                  <a:pt x="5801711" y="4885744"/>
                </a:lnTo>
                <a:lnTo>
                  <a:pt x="6046994" y="4640462"/>
                </a:lnTo>
                <a:lnTo>
                  <a:pt x="6675288" y="4640462"/>
                </a:lnTo>
                <a:cubicBezTo>
                  <a:pt x="6676386" y="4649790"/>
                  <a:pt x="6684068" y="4656924"/>
                  <a:pt x="6693944" y="4656924"/>
                </a:cubicBezTo>
                <a:cubicBezTo>
                  <a:pt x="6703822" y="4656924"/>
                  <a:pt x="6712601" y="4648693"/>
                  <a:pt x="6712601" y="4638267"/>
                </a:cubicBezTo>
                <a:cubicBezTo>
                  <a:pt x="6712601" y="4627842"/>
                  <a:pt x="6704370" y="4619610"/>
                  <a:pt x="6693944" y="4619610"/>
                </a:cubicBezTo>
                <a:close/>
                <a:moveTo>
                  <a:pt x="8991472" y="4523584"/>
                </a:moveTo>
                <a:lnTo>
                  <a:pt x="8991472" y="4528523"/>
                </a:lnTo>
                <a:lnTo>
                  <a:pt x="10888977" y="4528523"/>
                </a:lnTo>
                <a:lnTo>
                  <a:pt x="11054145" y="4693691"/>
                </a:lnTo>
                <a:lnTo>
                  <a:pt x="11054693" y="4693691"/>
                </a:lnTo>
                <a:cubicBezTo>
                  <a:pt x="11054693" y="4694240"/>
                  <a:pt x="12657531" y="4694240"/>
                  <a:pt x="12657531" y="4694240"/>
                </a:cubicBezTo>
                <a:lnTo>
                  <a:pt x="12816113" y="4852823"/>
                </a:lnTo>
                <a:lnTo>
                  <a:pt x="12816662" y="4852823"/>
                </a:lnTo>
                <a:lnTo>
                  <a:pt x="13567872" y="4852823"/>
                </a:lnTo>
                <a:cubicBezTo>
                  <a:pt x="13568970" y="4862151"/>
                  <a:pt x="13576651" y="4869284"/>
                  <a:pt x="13586529" y="4869284"/>
                </a:cubicBezTo>
                <a:cubicBezTo>
                  <a:pt x="13596406" y="4869284"/>
                  <a:pt x="13605186" y="4861053"/>
                  <a:pt x="13605186" y="4850627"/>
                </a:cubicBezTo>
                <a:cubicBezTo>
                  <a:pt x="13605186" y="4840201"/>
                  <a:pt x="13596955" y="4831970"/>
                  <a:pt x="13586529" y="4831970"/>
                </a:cubicBezTo>
                <a:cubicBezTo>
                  <a:pt x="13576103" y="4831970"/>
                  <a:pt x="13568970" y="4839104"/>
                  <a:pt x="13567872" y="4848433"/>
                </a:cubicBezTo>
                <a:lnTo>
                  <a:pt x="12818856" y="4848433"/>
                </a:lnTo>
                <a:lnTo>
                  <a:pt x="12660274" y="4689849"/>
                </a:lnTo>
                <a:lnTo>
                  <a:pt x="12659725" y="4689849"/>
                </a:lnTo>
                <a:cubicBezTo>
                  <a:pt x="12659725" y="4689301"/>
                  <a:pt x="11056888" y="4689301"/>
                  <a:pt x="11056888" y="4689301"/>
                </a:cubicBezTo>
                <a:lnTo>
                  <a:pt x="10891721" y="4524134"/>
                </a:lnTo>
                <a:lnTo>
                  <a:pt x="10891172" y="4524134"/>
                </a:lnTo>
                <a:cubicBezTo>
                  <a:pt x="10891172" y="4523584"/>
                  <a:pt x="8991472" y="4523584"/>
                  <a:pt x="8991472" y="4523584"/>
                </a:cubicBezTo>
                <a:close/>
                <a:moveTo>
                  <a:pt x="6703822" y="4402864"/>
                </a:moveTo>
                <a:lnTo>
                  <a:pt x="5683734" y="4402864"/>
                </a:lnTo>
                <a:lnTo>
                  <a:pt x="5552040" y="4534559"/>
                </a:lnTo>
                <a:lnTo>
                  <a:pt x="4131380" y="4534559"/>
                </a:lnTo>
                <a:lnTo>
                  <a:pt x="3723126" y="4942814"/>
                </a:lnTo>
                <a:lnTo>
                  <a:pt x="2970818" y="4942814"/>
                </a:lnTo>
                <a:lnTo>
                  <a:pt x="2818820" y="5094812"/>
                </a:lnTo>
                <a:lnTo>
                  <a:pt x="1509552" y="5094812"/>
                </a:lnTo>
                <a:lnTo>
                  <a:pt x="1163304" y="5441060"/>
                </a:lnTo>
                <a:lnTo>
                  <a:pt x="321006" y="5441060"/>
                </a:lnTo>
                <a:lnTo>
                  <a:pt x="59810" y="5702254"/>
                </a:lnTo>
                <a:cubicBezTo>
                  <a:pt x="52676" y="5696767"/>
                  <a:pt x="41702" y="5697316"/>
                  <a:pt x="35118" y="5703901"/>
                </a:cubicBezTo>
                <a:cubicBezTo>
                  <a:pt x="27984" y="5711035"/>
                  <a:pt x="27984" y="5723106"/>
                  <a:pt x="35118" y="5730240"/>
                </a:cubicBezTo>
                <a:cubicBezTo>
                  <a:pt x="42250" y="5737374"/>
                  <a:pt x="54324" y="5737374"/>
                  <a:pt x="61458" y="5730240"/>
                </a:cubicBezTo>
                <a:cubicBezTo>
                  <a:pt x="68590" y="5723106"/>
                  <a:pt x="68590" y="5713229"/>
                  <a:pt x="63102" y="5705547"/>
                </a:cubicBezTo>
                <a:lnTo>
                  <a:pt x="323200" y="5445449"/>
                </a:lnTo>
                <a:lnTo>
                  <a:pt x="1165500" y="5445449"/>
                </a:lnTo>
                <a:lnTo>
                  <a:pt x="1511748" y="5099201"/>
                </a:lnTo>
                <a:lnTo>
                  <a:pt x="2821015" y="5099201"/>
                </a:lnTo>
                <a:lnTo>
                  <a:pt x="2973012" y="4947204"/>
                </a:lnTo>
                <a:lnTo>
                  <a:pt x="3725320" y="4947204"/>
                </a:lnTo>
                <a:lnTo>
                  <a:pt x="3725320" y="4947752"/>
                </a:lnTo>
                <a:lnTo>
                  <a:pt x="4133575" y="4539498"/>
                </a:lnTo>
                <a:lnTo>
                  <a:pt x="5554234" y="4539498"/>
                </a:lnTo>
                <a:lnTo>
                  <a:pt x="5685930" y="4407804"/>
                </a:lnTo>
                <a:lnTo>
                  <a:pt x="6703822" y="4407804"/>
                </a:lnTo>
                <a:close/>
                <a:moveTo>
                  <a:pt x="2547199" y="4266779"/>
                </a:moveTo>
                <a:cubicBezTo>
                  <a:pt x="2536774" y="4266779"/>
                  <a:pt x="2529640" y="4273913"/>
                  <a:pt x="2528542" y="4283241"/>
                </a:cubicBezTo>
                <a:lnTo>
                  <a:pt x="2284358" y="4283241"/>
                </a:lnTo>
                <a:lnTo>
                  <a:pt x="1833302" y="4734845"/>
                </a:lnTo>
                <a:lnTo>
                  <a:pt x="518000" y="4734845"/>
                </a:lnTo>
                <a:lnTo>
                  <a:pt x="301800" y="4951045"/>
                </a:lnTo>
                <a:lnTo>
                  <a:pt x="47738" y="4951045"/>
                </a:lnTo>
                <a:cubicBezTo>
                  <a:pt x="46642" y="4941716"/>
                  <a:pt x="38960" y="4934583"/>
                  <a:pt x="29082" y="4934583"/>
                </a:cubicBezTo>
                <a:cubicBezTo>
                  <a:pt x="19204" y="4934583"/>
                  <a:pt x="10424" y="4942814"/>
                  <a:pt x="10424" y="4953239"/>
                </a:cubicBezTo>
                <a:cubicBezTo>
                  <a:pt x="10424" y="4963665"/>
                  <a:pt x="18656" y="4971896"/>
                  <a:pt x="29082" y="4971896"/>
                </a:cubicBezTo>
                <a:lnTo>
                  <a:pt x="29630" y="4971348"/>
                </a:lnTo>
                <a:cubicBezTo>
                  <a:pt x="38960" y="4971348"/>
                  <a:pt x="47190" y="4964214"/>
                  <a:pt x="48288" y="4954886"/>
                </a:cubicBezTo>
                <a:lnTo>
                  <a:pt x="303996" y="4954886"/>
                </a:lnTo>
                <a:lnTo>
                  <a:pt x="520194" y="4738686"/>
                </a:lnTo>
                <a:lnTo>
                  <a:pt x="1835498" y="4738686"/>
                </a:lnTo>
                <a:lnTo>
                  <a:pt x="2286553" y="4287631"/>
                </a:lnTo>
                <a:lnTo>
                  <a:pt x="2528542" y="4287631"/>
                </a:lnTo>
                <a:cubicBezTo>
                  <a:pt x="2529640" y="4296959"/>
                  <a:pt x="2537322" y="4304093"/>
                  <a:pt x="2547199" y="4304093"/>
                </a:cubicBezTo>
                <a:cubicBezTo>
                  <a:pt x="2557076" y="4304093"/>
                  <a:pt x="2565856" y="4295863"/>
                  <a:pt x="2565856" y="4285437"/>
                </a:cubicBezTo>
                <a:cubicBezTo>
                  <a:pt x="2565856" y="4275010"/>
                  <a:pt x="2557625" y="4266779"/>
                  <a:pt x="2547199" y="4266779"/>
                </a:cubicBezTo>
                <a:close/>
                <a:moveTo>
                  <a:pt x="42800" y="4115331"/>
                </a:moveTo>
                <a:cubicBezTo>
                  <a:pt x="32922" y="4115331"/>
                  <a:pt x="24144" y="4123561"/>
                  <a:pt x="24144" y="4133987"/>
                </a:cubicBezTo>
                <a:cubicBezTo>
                  <a:pt x="24144" y="4144413"/>
                  <a:pt x="32374" y="4152644"/>
                  <a:pt x="42800" y="4152644"/>
                </a:cubicBezTo>
                <a:cubicBezTo>
                  <a:pt x="52128" y="4152644"/>
                  <a:pt x="60360" y="4145511"/>
                  <a:pt x="61458" y="4136182"/>
                </a:cubicBezTo>
                <a:lnTo>
                  <a:pt x="351734" y="4136182"/>
                </a:lnTo>
                <a:lnTo>
                  <a:pt x="547630" y="4332078"/>
                </a:lnTo>
                <a:lnTo>
                  <a:pt x="1194034" y="4332078"/>
                </a:lnTo>
                <a:lnTo>
                  <a:pt x="1378955" y="4147157"/>
                </a:lnTo>
                <a:lnTo>
                  <a:pt x="2154310" y="4147157"/>
                </a:lnTo>
                <a:cubicBezTo>
                  <a:pt x="2155406" y="4156485"/>
                  <a:pt x="2163089" y="4163619"/>
                  <a:pt x="2172966" y="4163619"/>
                </a:cubicBezTo>
                <a:cubicBezTo>
                  <a:pt x="2182844" y="4163619"/>
                  <a:pt x="2191623" y="4155387"/>
                  <a:pt x="2191623" y="4144962"/>
                </a:cubicBezTo>
                <a:cubicBezTo>
                  <a:pt x="2191623" y="4134536"/>
                  <a:pt x="2183392" y="4126305"/>
                  <a:pt x="2172966" y="4126305"/>
                </a:cubicBezTo>
                <a:cubicBezTo>
                  <a:pt x="2162540" y="4126305"/>
                  <a:pt x="2155406" y="4133439"/>
                  <a:pt x="2154310" y="4142767"/>
                </a:cubicBezTo>
                <a:lnTo>
                  <a:pt x="1376760" y="4142767"/>
                </a:lnTo>
                <a:lnTo>
                  <a:pt x="1191838" y="4327689"/>
                </a:lnTo>
                <a:lnTo>
                  <a:pt x="549276" y="4327689"/>
                </a:lnTo>
                <a:lnTo>
                  <a:pt x="353380" y="4131792"/>
                </a:lnTo>
                <a:lnTo>
                  <a:pt x="61458" y="4131792"/>
                </a:lnTo>
                <a:cubicBezTo>
                  <a:pt x="60360" y="4122464"/>
                  <a:pt x="52676" y="4115331"/>
                  <a:pt x="42800" y="4115331"/>
                </a:cubicBezTo>
                <a:close/>
                <a:moveTo>
                  <a:pt x="15685417" y="3827248"/>
                </a:moveTo>
                <a:cubicBezTo>
                  <a:pt x="15674991" y="3827248"/>
                  <a:pt x="15667859" y="3834381"/>
                  <a:pt x="15666760" y="3843710"/>
                </a:cubicBezTo>
                <a:lnTo>
                  <a:pt x="15063708" y="3843710"/>
                </a:lnTo>
                <a:lnTo>
                  <a:pt x="14576985" y="4330432"/>
                </a:lnTo>
                <a:lnTo>
                  <a:pt x="14109469" y="4330432"/>
                </a:lnTo>
                <a:cubicBezTo>
                  <a:pt x="14108369" y="4321105"/>
                  <a:pt x="14100688" y="4313970"/>
                  <a:pt x="14090811" y="4313970"/>
                </a:cubicBezTo>
                <a:cubicBezTo>
                  <a:pt x="14080933" y="4313970"/>
                  <a:pt x="14072154" y="4322201"/>
                  <a:pt x="14072154" y="4332627"/>
                </a:cubicBezTo>
                <a:cubicBezTo>
                  <a:pt x="14072154" y="4343052"/>
                  <a:pt x="14080386" y="4351285"/>
                  <a:pt x="14090811" y="4351285"/>
                </a:cubicBezTo>
                <a:cubicBezTo>
                  <a:pt x="14101237" y="4351285"/>
                  <a:pt x="14108369" y="4344150"/>
                  <a:pt x="14109469" y="4334822"/>
                </a:cubicBezTo>
                <a:lnTo>
                  <a:pt x="14579180" y="4334822"/>
                </a:lnTo>
                <a:lnTo>
                  <a:pt x="15065902" y="3848100"/>
                </a:lnTo>
                <a:lnTo>
                  <a:pt x="15666760" y="3848100"/>
                </a:lnTo>
                <a:cubicBezTo>
                  <a:pt x="15667859" y="3857428"/>
                  <a:pt x="15675540" y="3864561"/>
                  <a:pt x="15685417" y="3864561"/>
                </a:cubicBezTo>
                <a:cubicBezTo>
                  <a:pt x="15695295" y="3864561"/>
                  <a:pt x="15704074" y="3856330"/>
                  <a:pt x="15704074" y="3845904"/>
                </a:cubicBezTo>
                <a:cubicBezTo>
                  <a:pt x="15704074" y="3835478"/>
                  <a:pt x="15695843" y="3827248"/>
                  <a:pt x="15685417" y="3827248"/>
                </a:cubicBezTo>
                <a:close/>
                <a:moveTo>
                  <a:pt x="77370" y="3732318"/>
                </a:moveTo>
                <a:cubicBezTo>
                  <a:pt x="67492" y="3732318"/>
                  <a:pt x="58714" y="3740549"/>
                  <a:pt x="58714" y="3750975"/>
                </a:cubicBezTo>
                <a:cubicBezTo>
                  <a:pt x="58714" y="3761401"/>
                  <a:pt x="66944" y="3769631"/>
                  <a:pt x="77370" y="3769631"/>
                </a:cubicBezTo>
                <a:cubicBezTo>
                  <a:pt x="87796" y="3769631"/>
                  <a:pt x="94928" y="3762498"/>
                  <a:pt x="96026" y="3753169"/>
                </a:cubicBezTo>
                <a:lnTo>
                  <a:pt x="340760" y="3753169"/>
                </a:lnTo>
                <a:lnTo>
                  <a:pt x="531168" y="3943578"/>
                </a:lnTo>
                <a:lnTo>
                  <a:pt x="2615241" y="3943578"/>
                </a:lnTo>
                <a:lnTo>
                  <a:pt x="2970818" y="4299155"/>
                </a:lnTo>
                <a:lnTo>
                  <a:pt x="2970818" y="4299703"/>
                </a:lnTo>
                <a:lnTo>
                  <a:pt x="3600210" y="4299703"/>
                </a:lnTo>
                <a:lnTo>
                  <a:pt x="3896524" y="4003390"/>
                </a:lnTo>
                <a:lnTo>
                  <a:pt x="4295998" y="4003390"/>
                </a:lnTo>
                <a:lnTo>
                  <a:pt x="4389282" y="4096674"/>
                </a:lnTo>
                <a:cubicBezTo>
                  <a:pt x="4383796" y="4103807"/>
                  <a:pt x="4384344" y="4114781"/>
                  <a:pt x="4390928" y="4121366"/>
                </a:cubicBezTo>
                <a:cubicBezTo>
                  <a:pt x="4398062" y="4128500"/>
                  <a:pt x="4410134" y="4128500"/>
                  <a:pt x="4417268" y="4121366"/>
                </a:cubicBezTo>
                <a:cubicBezTo>
                  <a:pt x="4424401" y="4114233"/>
                  <a:pt x="4424401" y="4102161"/>
                  <a:pt x="4417268" y="4095027"/>
                </a:cubicBezTo>
                <a:cubicBezTo>
                  <a:pt x="4410684" y="4088443"/>
                  <a:pt x="4400257" y="4087895"/>
                  <a:pt x="4392575" y="4093381"/>
                </a:cubicBezTo>
                <a:lnTo>
                  <a:pt x="4297645" y="3998450"/>
                </a:lnTo>
                <a:lnTo>
                  <a:pt x="3894328" y="3998450"/>
                </a:lnTo>
                <a:lnTo>
                  <a:pt x="3598016" y="4294765"/>
                </a:lnTo>
                <a:lnTo>
                  <a:pt x="2972464" y="4294765"/>
                </a:lnTo>
                <a:lnTo>
                  <a:pt x="2616888" y="3939189"/>
                </a:lnTo>
                <a:lnTo>
                  <a:pt x="533364" y="3939189"/>
                </a:lnTo>
                <a:lnTo>
                  <a:pt x="342954" y="3748779"/>
                </a:lnTo>
                <a:lnTo>
                  <a:pt x="96026" y="3748779"/>
                </a:lnTo>
                <a:cubicBezTo>
                  <a:pt x="94928" y="3739451"/>
                  <a:pt x="87246" y="3732318"/>
                  <a:pt x="77370" y="3732318"/>
                </a:cubicBezTo>
                <a:close/>
                <a:moveTo>
                  <a:pt x="15683771" y="3693357"/>
                </a:moveTo>
                <a:lnTo>
                  <a:pt x="15683222" y="3693357"/>
                </a:lnTo>
                <a:cubicBezTo>
                  <a:pt x="15673894" y="3693357"/>
                  <a:pt x="15665662" y="3700491"/>
                  <a:pt x="15664565" y="3709820"/>
                </a:cubicBezTo>
                <a:lnTo>
                  <a:pt x="14817329" y="3709820"/>
                </a:lnTo>
                <a:lnTo>
                  <a:pt x="14361884" y="4165265"/>
                </a:lnTo>
                <a:lnTo>
                  <a:pt x="12428711" y="4165265"/>
                </a:lnTo>
                <a:lnTo>
                  <a:pt x="12247081" y="4346894"/>
                </a:lnTo>
                <a:lnTo>
                  <a:pt x="11035488" y="4346894"/>
                </a:lnTo>
                <a:lnTo>
                  <a:pt x="10969092" y="4413290"/>
                </a:lnTo>
                <a:cubicBezTo>
                  <a:pt x="10961959" y="4407804"/>
                  <a:pt x="10950984" y="4408352"/>
                  <a:pt x="10944399" y="4414936"/>
                </a:cubicBezTo>
                <a:cubicBezTo>
                  <a:pt x="10937814" y="4421521"/>
                  <a:pt x="10937265" y="4434141"/>
                  <a:pt x="10944399" y="4441275"/>
                </a:cubicBezTo>
                <a:cubicBezTo>
                  <a:pt x="10951533" y="4448408"/>
                  <a:pt x="10963604" y="4448408"/>
                  <a:pt x="10970738" y="4441275"/>
                </a:cubicBezTo>
                <a:cubicBezTo>
                  <a:pt x="10977323" y="4434690"/>
                  <a:pt x="10977872" y="4424265"/>
                  <a:pt x="10972384" y="4416583"/>
                </a:cubicBezTo>
                <a:lnTo>
                  <a:pt x="11037683" y="4351285"/>
                </a:lnTo>
                <a:lnTo>
                  <a:pt x="12249277" y="4351285"/>
                </a:lnTo>
                <a:lnTo>
                  <a:pt x="12430906" y="4169655"/>
                </a:lnTo>
                <a:lnTo>
                  <a:pt x="14364078" y="4169655"/>
                </a:lnTo>
                <a:lnTo>
                  <a:pt x="14819523" y="3714209"/>
                </a:lnTo>
                <a:lnTo>
                  <a:pt x="15665115" y="3714209"/>
                </a:lnTo>
                <a:cubicBezTo>
                  <a:pt x="15666212" y="3723537"/>
                  <a:pt x="15673894" y="3730671"/>
                  <a:pt x="15683771" y="3730671"/>
                </a:cubicBezTo>
                <a:cubicBezTo>
                  <a:pt x="15693648" y="3730671"/>
                  <a:pt x="15702428" y="3722440"/>
                  <a:pt x="15702428" y="3712015"/>
                </a:cubicBezTo>
                <a:cubicBezTo>
                  <a:pt x="15702428" y="3701589"/>
                  <a:pt x="15694197" y="3693357"/>
                  <a:pt x="15683771" y="3693357"/>
                </a:cubicBezTo>
                <a:close/>
                <a:moveTo>
                  <a:pt x="12974696" y="3689105"/>
                </a:moveTo>
                <a:cubicBezTo>
                  <a:pt x="12969894" y="3689105"/>
                  <a:pt x="12965093" y="3690889"/>
                  <a:pt x="12961526" y="3694456"/>
                </a:cubicBezTo>
                <a:cubicBezTo>
                  <a:pt x="12954942" y="3701041"/>
                  <a:pt x="12954394" y="3711465"/>
                  <a:pt x="12959881" y="3719148"/>
                </a:cubicBezTo>
                <a:lnTo>
                  <a:pt x="12852330" y="3826699"/>
                </a:lnTo>
                <a:lnTo>
                  <a:pt x="11751031" y="3826699"/>
                </a:lnTo>
                <a:lnTo>
                  <a:pt x="11448681" y="4129048"/>
                </a:lnTo>
                <a:lnTo>
                  <a:pt x="10415972" y="4129048"/>
                </a:lnTo>
                <a:lnTo>
                  <a:pt x="10258488" y="4286533"/>
                </a:lnTo>
                <a:lnTo>
                  <a:pt x="10257938" y="4286533"/>
                </a:lnTo>
                <a:lnTo>
                  <a:pt x="9040309" y="4286533"/>
                </a:lnTo>
                <a:lnTo>
                  <a:pt x="9040309" y="4291473"/>
                </a:lnTo>
                <a:lnTo>
                  <a:pt x="10260134" y="4291473"/>
                </a:lnTo>
                <a:lnTo>
                  <a:pt x="10417619" y="4133987"/>
                </a:lnTo>
                <a:lnTo>
                  <a:pt x="11450327" y="4133987"/>
                </a:lnTo>
                <a:lnTo>
                  <a:pt x="11752677" y="3831637"/>
                </a:lnTo>
                <a:lnTo>
                  <a:pt x="12853976" y="3831637"/>
                </a:lnTo>
                <a:lnTo>
                  <a:pt x="12963172" y="3722440"/>
                </a:lnTo>
                <a:cubicBezTo>
                  <a:pt x="12970306" y="3727928"/>
                  <a:pt x="12981281" y="3727379"/>
                  <a:pt x="12987866" y="3720795"/>
                </a:cubicBezTo>
                <a:cubicBezTo>
                  <a:pt x="12994999" y="3713661"/>
                  <a:pt x="12994999" y="3701589"/>
                  <a:pt x="12987866" y="3694456"/>
                </a:cubicBezTo>
                <a:cubicBezTo>
                  <a:pt x="12984299" y="3690889"/>
                  <a:pt x="12979498" y="3689105"/>
                  <a:pt x="12974696" y="3689105"/>
                </a:cubicBezTo>
                <a:close/>
                <a:moveTo>
                  <a:pt x="12164772" y="3515569"/>
                </a:moveTo>
                <a:cubicBezTo>
                  <a:pt x="12154894" y="3515569"/>
                  <a:pt x="12146116" y="3523800"/>
                  <a:pt x="12146116" y="3534226"/>
                </a:cubicBezTo>
                <a:cubicBezTo>
                  <a:pt x="12146116" y="3544652"/>
                  <a:pt x="12154347" y="3552883"/>
                  <a:pt x="12164772" y="3552883"/>
                </a:cubicBezTo>
                <a:cubicBezTo>
                  <a:pt x="12174100" y="3552883"/>
                  <a:pt x="12182331" y="3545749"/>
                  <a:pt x="12183430" y="3536421"/>
                </a:cubicBezTo>
                <a:lnTo>
                  <a:pt x="13138217" y="3536421"/>
                </a:lnTo>
                <a:lnTo>
                  <a:pt x="13656218" y="4054421"/>
                </a:lnTo>
                <a:lnTo>
                  <a:pt x="14248295" y="4054421"/>
                </a:lnTo>
                <a:lnTo>
                  <a:pt x="14525953" y="3776765"/>
                </a:lnTo>
                <a:cubicBezTo>
                  <a:pt x="14533087" y="3782252"/>
                  <a:pt x="14544061" y="3781703"/>
                  <a:pt x="14550645" y="3775118"/>
                </a:cubicBezTo>
                <a:cubicBezTo>
                  <a:pt x="14557779" y="3767985"/>
                  <a:pt x="14557779" y="3755913"/>
                  <a:pt x="14550645" y="3748779"/>
                </a:cubicBezTo>
                <a:cubicBezTo>
                  <a:pt x="14543512" y="3741645"/>
                  <a:pt x="14531440" y="3741645"/>
                  <a:pt x="14524306" y="3748779"/>
                </a:cubicBezTo>
                <a:cubicBezTo>
                  <a:pt x="14517722" y="3755364"/>
                  <a:pt x="14517173" y="3765790"/>
                  <a:pt x="14522660" y="3773472"/>
                </a:cubicBezTo>
                <a:lnTo>
                  <a:pt x="14246650" y="4049483"/>
                </a:lnTo>
                <a:lnTo>
                  <a:pt x="13658961" y="4049483"/>
                </a:lnTo>
                <a:lnTo>
                  <a:pt x="13657864" y="4050031"/>
                </a:lnTo>
                <a:lnTo>
                  <a:pt x="13139863" y="3532031"/>
                </a:lnTo>
                <a:lnTo>
                  <a:pt x="12183430" y="3532031"/>
                </a:lnTo>
                <a:cubicBezTo>
                  <a:pt x="12182331" y="3522703"/>
                  <a:pt x="12174649" y="3515569"/>
                  <a:pt x="12164772" y="3515569"/>
                </a:cubicBezTo>
                <a:close/>
                <a:moveTo>
                  <a:pt x="12627351" y="3354791"/>
                </a:moveTo>
                <a:cubicBezTo>
                  <a:pt x="12618023" y="3354791"/>
                  <a:pt x="12609792" y="3361925"/>
                  <a:pt x="12608695" y="3371254"/>
                </a:cubicBezTo>
                <a:lnTo>
                  <a:pt x="12074781" y="3371254"/>
                </a:lnTo>
                <a:lnTo>
                  <a:pt x="11893151" y="3552883"/>
                </a:lnTo>
                <a:lnTo>
                  <a:pt x="10993784" y="3552883"/>
                </a:lnTo>
                <a:lnTo>
                  <a:pt x="10697472" y="3849197"/>
                </a:lnTo>
                <a:cubicBezTo>
                  <a:pt x="10690337" y="3843710"/>
                  <a:pt x="10679362" y="3844259"/>
                  <a:pt x="10672778" y="3850842"/>
                </a:cubicBezTo>
                <a:cubicBezTo>
                  <a:pt x="10665645" y="3857976"/>
                  <a:pt x="10665645" y="3870048"/>
                  <a:pt x="10672778" y="3877181"/>
                </a:cubicBezTo>
                <a:cubicBezTo>
                  <a:pt x="10679911" y="3884315"/>
                  <a:pt x="10691984" y="3884315"/>
                  <a:pt x="10699117" y="3877181"/>
                </a:cubicBezTo>
                <a:cubicBezTo>
                  <a:pt x="10705702" y="3870597"/>
                  <a:pt x="10706251" y="3860172"/>
                  <a:pt x="10700763" y="3852489"/>
                </a:cubicBezTo>
                <a:lnTo>
                  <a:pt x="10995430" y="3557821"/>
                </a:lnTo>
                <a:lnTo>
                  <a:pt x="11894797" y="3557821"/>
                </a:lnTo>
                <a:lnTo>
                  <a:pt x="12076427" y="3376192"/>
                </a:lnTo>
                <a:lnTo>
                  <a:pt x="12608145" y="3376192"/>
                </a:lnTo>
                <a:cubicBezTo>
                  <a:pt x="12609242" y="3385521"/>
                  <a:pt x="12616925" y="3392655"/>
                  <a:pt x="12626801" y="3392655"/>
                </a:cubicBezTo>
                <a:cubicBezTo>
                  <a:pt x="12636678" y="3392655"/>
                  <a:pt x="12645459" y="3384423"/>
                  <a:pt x="12645459" y="3373997"/>
                </a:cubicBezTo>
                <a:cubicBezTo>
                  <a:pt x="12645459" y="3363572"/>
                  <a:pt x="12637228" y="3355341"/>
                  <a:pt x="12626801" y="3355341"/>
                </a:cubicBezTo>
                <a:close/>
                <a:moveTo>
                  <a:pt x="4118210" y="3273032"/>
                </a:moveTo>
                <a:cubicBezTo>
                  <a:pt x="4108333" y="3273032"/>
                  <a:pt x="4099554" y="3281262"/>
                  <a:pt x="4099554" y="3291688"/>
                </a:cubicBezTo>
                <a:cubicBezTo>
                  <a:pt x="4099554" y="3302114"/>
                  <a:pt x="4107784" y="3310345"/>
                  <a:pt x="4118210" y="3310345"/>
                </a:cubicBezTo>
                <a:cubicBezTo>
                  <a:pt x="4128636" y="3310345"/>
                  <a:pt x="4135770" y="3303212"/>
                  <a:pt x="4136867" y="3293883"/>
                </a:cubicBezTo>
                <a:lnTo>
                  <a:pt x="4675719" y="3293883"/>
                </a:lnTo>
                <a:lnTo>
                  <a:pt x="5210181" y="3828345"/>
                </a:lnTo>
                <a:cubicBezTo>
                  <a:pt x="5204694" y="3835478"/>
                  <a:pt x="5205242" y="3846453"/>
                  <a:pt x="5211826" y="3853038"/>
                </a:cubicBezTo>
                <a:cubicBezTo>
                  <a:pt x="5218962" y="3860172"/>
                  <a:pt x="5231033" y="3860172"/>
                  <a:pt x="5238166" y="3853038"/>
                </a:cubicBezTo>
                <a:cubicBezTo>
                  <a:pt x="5245300" y="3845904"/>
                  <a:pt x="5245300" y="3833832"/>
                  <a:pt x="5238166" y="3826699"/>
                </a:cubicBezTo>
                <a:cubicBezTo>
                  <a:pt x="5231582" y="3820114"/>
                  <a:pt x="5221156" y="3819565"/>
                  <a:pt x="5213474" y="3825052"/>
                </a:cubicBezTo>
                <a:lnTo>
                  <a:pt x="4677366" y="3288944"/>
                </a:lnTo>
                <a:lnTo>
                  <a:pt x="4136585" y="3288944"/>
                </a:lnTo>
                <a:lnTo>
                  <a:pt x="4136867" y="3289493"/>
                </a:lnTo>
                <a:lnTo>
                  <a:pt x="4136319" y="3288944"/>
                </a:lnTo>
                <a:lnTo>
                  <a:pt x="4136585" y="3288944"/>
                </a:lnTo>
                <a:lnTo>
                  <a:pt x="4130831" y="3277764"/>
                </a:lnTo>
                <a:cubicBezTo>
                  <a:pt x="4127539" y="3274815"/>
                  <a:pt x="4123148" y="3273032"/>
                  <a:pt x="4118210" y="3273032"/>
                </a:cubicBezTo>
                <a:close/>
                <a:moveTo>
                  <a:pt x="4958864" y="3183177"/>
                </a:moveTo>
                <a:cubicBezTo>
                  <a:pt x="4954063" y="3183177"/>
                  <a:pt x="4949261" y="3184960"/>
                  <a:pt x="4945694" y="3188527"/>
                </a:cubicBezTo>
                <a:cubicBezTo>
                  <a:pt x="4938560" y="3195660"/>
                  <a:pt x="4938560" y="3207732"/>
                  <a:pt x="4945694" y="3214866"/>
                </a:cubicBezTo>
                <a:cubicBezTo>
                  <a:pt x="4952279" y="3221451"/>
                  <a:pt x="4962704" y="3221999"/>
                  <a:pt x="4970386" y="3216512"/>
                </a:cubicBezTo>
                <a:lnTo>
                  <a:pt x="5116348" y="3362475"/>
                </a:lnTo>
                <a:lnTo>
                  <a:pt x="5342424" y="3362475"/>
                </a:lnTo>
                <a:lnTo>
                  <a:pt x="5723792" y="3743841"/>
                </a:lnTo>
                <a:cubicBezTo>
                  <a:pt x="5718304" y="3750975"/>
                  <a:pt x="5718852" y="3761949"/>
                  <a:pt x="5725438" y="3768533"/>
                </a:cubicBezTo>
                <a:cubicBezTo>
                  <a:pt x="5732022" y="3775118"/>
                  <a:pt x="5744643" y="3775667"/>
                  <a:pt x="5751776" y="3768533"/>
                </a:cubicBezTo>
                <a:cubicBezTo>
                  <a:pt x="5758910" y="3761401"/>
                  <a:pt x="5758910" y="3749328"/>
                  <a:pt x="5751776" y="3742195"/>
                </a:cubicBezTo>
                <a:cubicBezTo>
                  <a:pt x="5745192" y="3735610"/>
                  <a:pt x="5734766" y="3735061"/>
                  <a:pt x="5727084" y="3740549"/>
                </a:cubicBezTo>
                <a:lnTo>
                  <a:pt x="5344071" y="3357535"/>
                </a:lnTo>
                <a:lnTo>
                  <a:pt x="5117995" y="3357535"/>
                </a:lnTo>
                <a:lnTo>
                  <a:pt x="4973678" y="3213220"/>
                </a:lnTo>
                <a:cubicBezTo>
                  <a:pt x="4979166" y="3206087"/>
                  <a:pt x="4978617" y="3195112"/>
                  <a:pt x="4972033" y="3188527"/>
                </a:cubicBezTo>
                <a:cubicBezTo>
                  <a:pt x="4968466" y="3184960"/>
                  <a:pt x="4963665" y="3183177"/>
                  <a:pt x="4958864" y="3183177"/>
                </a:cubicBezTo>
                <a:close/>
                <a:moveTo>
                  <a:pt x="55970" y="2984400"/>
                </a:moveTo>
                <a:cubicBezTo>
                  <a:pt x="46092" y="2984400"/>
                  <a:pt x="37312" y="2992631"/>
                  <a:pt x="37312" y="3003057"/>
                </a:cubicBezTo>
                <a:cubicBezTo>
                  <a:pt x="37312" y="3013483"/>
                  <a:pt x="45544" y="3021714"/>
                  <a:pt x="55970" y="3021714"/>
                </a:cubicBezTo>
                <a:cubicBezTo>
                  <a:pt x="66396" y="3021714"/>
                  <a:pt x="73530" y="3014580"/>
                  <a:pt x="74626" y="3005251"/>
                </a:cubicBezTo>
                <a:lnTo>
                  <a:pt x="544888" y="3005251"/>
                </a:lnTo>
                <a:lnTo>
                  <a:pt x="1083738" y="3544103"/>
                </a:lnTo>
                <a:lnTo>
                  <a:pt x="1490347" y="3544103"/>
                </a:lnTo>
                <a:lnTo>
                  <a:pt x="1594606" y="3439845"/>
                </a:lnTo>
                <a:lnTo>
                  <a:pt x="3079466" y="3439845"/>
                </a:lnTo>
                <a:cubicBezTo>
                  <a:pt x="3080564" y="3449173"/>
                  <a:pt x="3088246" y="3456306"/>
                  <a:pt x="3098124" y="3456306"/>
                </a:cubicBezTo>
                <a:cubicBezTo>
                  <a:pt x="3108000" y="3456306"/>
                  <a:pt x="3116780" y="3448076"/>
                  <a:pt x="3116780" y="3437650"/>
                </a:cubicBezTo>
                <a:cubicBezTo>
                  <a:pt x="3116780" y="3427224"/>
                  <a:pt x="3108548" y="3418993"/>
                  <a:pt x="3098124" y="3418993"/>
                </a:cubicBezTo>
                <a:cubicBezTo>
                  <a:pt x="3087697" y="3418993"/>
                  <a:pt x="3080564" y="3426126"/>
                  <a:pt x="3079466" y="3435455"/>
                </a:cubicBezTo>
                <a:lnTo>
                  <a:pt x="1592960" y="3435455"/>
                </a:lnTo>
                <a:lnTo>
                  <a:pt x="1488701" y="3539714"/>
                </a:lnTo>
                <a:lnTo>
                  <a:pt x="1085934" y="3539714"/>
                </a:lnTo>
                <a:lnTo>
                  <a:pt x="547082" y="3000861"/>
                </a:lnTo>
                <a:lnTo>
                  <a:pt x="74626" y="3000861"/>
                </a:lnTo>
                <a:cubicBezTo>
                  <a:pt x="73530" y="2991534"/>
                  <a:pt x="65846" y="2984400"/>
                  <a:pt x="55970" y="2984400"/>
                </a:cubicBezTo>
                <a:close/>
                <a:moveTo>
                  <a:pt x="15666760" y="2930076"/>
                </a:moveTo>
                <a:cubicBezTo>
                  <a:pt x="15657432" y="2930076"/>
                  <a:pt x="15649201" y="2937209"/>
                  <a:pt x="15648104" y="2946538"/>
                </a:cubicBezTo>
                <a:lnTo>
                  <a:pt x="15219546" y="2946538"/>
                </a:lnTo>
                <a:lnTo>
                  <a:pt x="14996213" y="3169870"/>
                </a:lnTo>
                <a:lnTo>
                  <a:pt x="14421694" y="3169870"/>
                </a:lnTo>
                <a:cubicBezTo>
                  <a:pt x="14420597" y="3160542"/>
                  <a:pt x="14412914" y="3153409"/>
                  <a:pt x="14403039" y="3153409"/>
                </a:cubicBezTo>
                <a:cubicBezTo>
                  <a:pt x="14393161" y="3153409"/>
                  <a:pt x="14384381" y="3161639"/>
                  <a:pt x="14384381" y="3172065"/>
                </a:cubicBezTo>
                <a:cubicBezTo>
                  <a:pt x="14384381" y="3182491"/>
                  <a:pt x="14392612" y="3190722"/>
                  <a:pt x="14403039" y="3190722"/>
                </a:cubicBezTo>
                <a:cubicBezTo>
                  <a:pt x="14413464" y="3190722"/>
                  <a:pt x="14420597" y="3183589"/>
                  <a:pt x="14421694" y="3174261"/>
                </a:cubicBezTo>
                <a:lnTo>
                  <a:pt x="14998409" y="3174261"/>
                </a:lnTo>
                <a:lnTo>
                  <a:pt x="15221742" y="2950927"/>
                </a:lnTo>
                <a:lnTo>
                  <a:pt x="15648104" y="2950927"/>
                </a:lnTo>
                <a:cubicBezTo>
                  <a:pt x="15649201" y="2960256"/>
                  <a:pt x="15656884" y="2967389"/>
                  <a:pt x="15666760" y="2967389"/>
                </a:cubicBezTo>
                <a:cubicBezTo>
                  <a:pt x="15676637" y="2967389"/>
                  <a:pt x="15685417" y="2959158"/>
                  <a:pt x="15685417" y="2948732"/>
                </a:cubicBezTo>
                <a:cubicBezTo>
                  <a:pt x="15685417" y="2938307"/>
                  <a:pt x="15677187" y="2930076"/>
                  <a:pt x="15666760" y="2930076"/>
                </a:cubicBezTo>
                <a:close/>
                <a:moveTo>
                  <a:pt x="3441628" y="2777529"/>
                </a:moveTo>
                <a:lnTo>
                  <a:pt x="3441079" y="2777529"/>
                </a:lnTo>
                <a:lnTo>
                  <a:pt x="3441344" y="2777637"/>
                </a:lnTo>
                <a:close/>
                <a:moveTo>
                  <a:pt x="11909613" y="2741313"/>
                </a:moveTo>
                <a:cubicBezTo>
                  <a:pt x="11899188" y="2741313"/>
                  <a:pt x="11892054" y="2748446"/>
                  <a:pt x="11890957" y="2757775"/>
                </a:cubicBezTo>
                <a:lnTo>
                  <a:pt x="11273637" y="2757775"/>
                </a:lnTo>
                <a:cubicBezTo>
                  <a:pt x="11272540" y="2748446"/>
                  <a:pt x="11264857" y="2741313"/>
                  <a:pt x="11254979" y="2741313"/>
                </a:cubicBezTo>
                <a:cubicBezTo>
                  <a:pt x="11245103" y="2741313"/>
                  <a:pt x="11236322" y="2749544"/>
                  <a:pt x="11236322" y="2759970"/>
                </a:cubicBezTo>
                <a:cubicBezTo>
                  <a:pt x="11236322" y="2770396"/>
                  <a:pt x="11244554" y="2778626"/>
                  <a:pt x="11254979" y="2778626"/>
                </a:cubicBezTo>
                <a:cubicBezTo>
                  <a:pt x="11265405" y="2778626"/>
                  <a:pt x="11272540" y="2771493"/>
                  <a:pt x="11273637" y="2762165"/>
                </a:cubicBezTo>
                <a:lnTo>
                  <a:pt x="11890957" y="2762165"/>
                </a:lnTo>
                <a:cubicBezTo>
                  <a:pt x="11892054" y="2771493"/>
                  <a:pt x="11899735" y="2778626"/>
                  <a:pt x="11909613" y="2778626"/>
                </a:cubicBezTo>
                <a:cubicBezTo>
                  <a:pt x="11919490" y="2778626"/>
                  <a:pt x="11928271" y="2770396"/>
                  <a:pt x="11928271" y="2759970"/>
                </a:cubicBezTo>
                <a:cubicBezTo>
                  <a:pt x="11928271" y="2749544"/>
                  <a:pt x="11920040" y="2741313"/>
                  <a:pt x="11909613" y="2741313"/>
                </a:cubicBezTo>
                <a:close/>
                <a:moveTo>
                  <a:pt x="9326745" y="2650910"/>
                </a:moveTo>
                <a:cubicBezTo>
                  <a:pt x="9321944" y="2650910"/>
                  <a:pt x="9317142" y="2652693"/>
                  <a:pt x="9313576" y="2656260"/>
                </a:cubicBezTo>
                <a:cubicBezTo>
                  <a:pt x="9306992" y="2662845"/>
                  <a:pt x="9306443" y="2673270"/>
                  <a:pt x="9311930" y="2680953"/>
                </a:cubicBezTo>
                <a:lnTo>
                  <a:pt x="9167066" y="2825817"/>
                </a:lnTo>
                <a:lnTo>
                  <a:pt x="9166518" y="2825817"/>
                </a:lnTo>
                <a:lnTo>
                  <a:pt x="9165968" y="2827463"/>
                </a:lnTo>
                <a:lnTo>
                  <a:pt x="9165968" y="3018421"/>
                </a:lnTo>
                <a:lnTo>
                  <a:pt x="8996411" y="3187978"/>
                </a:lnTo>
                <a:cubicBezTo>
                  <a:pt x="8989277" y="3182491"/>
                  <a:pt x="8978303" y="3183040"/>
                  <a:pt x="8971718" y="3189625"/>
                </a:cubicBezTo>
                <a:cubicBezTo>
                  <a:pt x="8964585" y="3196757"/>
                  <a:pt x="8964585" y="3208830"/>
                  <a:pt x="8971718" y="3215963"/>
                </a:cubicBezTo>
                <a:cubicBezTo>
                  <a:pt x="8978851" y="3223096"/>
                  <a:pt x="8990924" y="3223096"/>
                  <a:pt x="8998057" y="3215963"/>
                </a:cubicBezTo>
                <a:cubicBezTo>
                  <a:pt x="9004642" y="3209379"/>
                  <a:pt x="9005191" y="3198953"/>
                  <a:pt x="8999703" y="3191271"/>
                </a:cubicBezTo>
                <a:lnTo>
                  <a:pt x="9170358" y="3020616"/>
                </a:lnTo>
                <a:lnTo>
                  <a:pt x="9170906" y="3020616"/>
                </a:lnTo>
                <a:lnTo>
                  <a:pt x="9170906" y="2828561"/>
                </a:lnTo>
                <a:lnTo>
                  <a:pt x="9315223" y="2684245"/>
                </a:lnTo>
                <a:cubicBezTo>
                  <a:pt x="9322356" y="2689733"/>
                  <a:pt x="9333330" y="2689183"/>
                  <a:pt x="9339916" y="2682599"/>
                </a:cubicBezTo>
                <a:cubicBezTo>
                  <a:pt x="9347048" y="2675466"/>
                  <a:pt x="9347048" y="2663394"/>
                  <a:pt x="9339916" y="2656260"/>
                </a:cubicBezTo>
                <a:cubicBezTo>
                  <a:pt x="9336348" y="2652693"/>
                  <a:pt x="9331547" y="2650910"/>
                  <a:pt x="9326745" y="2650910"/>
                </a:cubicBezTo>
                <a:close/>
                <a:moveTo>
                  <a:pt x="2008896" y="2464342"/>
                </a:moveTo>
                <a:cubicBezTo>
                  <a:pt x="2004095" y="2464342"/>
                  <a:pt x="1999293" y="2466125"/>
                  <a:pt x="1995727" y="2469692"/>
                </a:cubicBezTo>
                <a:cubicBezTo>
                  <a:pt x="1988593" y="2476826"/>
                  <a:pt x="1988593" y="2488897"/>
                  <a:pt x="1995727" y="2496031"/>
                </a:cubicBezTo>
                <a:cubicBezTo>
                  <a:pt x="2002860" y="2503165"/>
                  <a:pt x="2012737" y="2503165"/>
                  <a:pt x="2020419" y="2497678"/>
                </a:cubicBezTo>
                <a:lnTo>
                  <a:pt x="2146627" y="2623885"/>
                </a:lnTo>
                <a:lnTo>
                  <a:pt x="2602621" y="2623885"/>
                </a:lnTo>
                <a:lnTo>
                  <a:pt x="2807846" y="2829110"/>
                </a:lnTo>
                <a:cubicBezTo>
                  <a:pt x="2802358" y="2836243"/>
                  <a:pt x="2802907" y="2847217"/>
                  <a:pt x="2809492" y="2853802"/>
                </a:cubicBezTo>
                <a:cubicBezTo>
                  <a:pt x="2816625" y="2860936"/>
                  <a:pt x="2828697" y="2860936"/>
                  <a:pt x="2835831" y="2853802"/>
                </a:cubicBezTo>
                <a:cubicBezTo>
                  <a:pt x="2842964" y="2846669"/>
                  <a:pt x="2842964" y="2834597"/>
                  <a:pt x="2835831" y="2827463"/>
                </a:cubicBezTo>
                <a:cubicBezTo>
                  <a:pt x="2829246" y="2820878"/>
                  <a:pt x="2818820" y="2820330"/>
                  <a:pt x="2811138" y="2825817"/>
                </a:cubicBezTo>
                <a:lnTo>
                  <a:pt x="2604266" y="2618947"/>
                </a:lnTo>
                <a:lnTo>
                  <a:pt x="2148273" y="2618947"/>
                </a:lnTo>
                <a:lnTo>
                  <a:pt x="2023712" y="2494385"/>
                </a:lnTo>
                <a:cubicBezTo>
                  <a:pt x="2029199" y="2487252"/>
                  <a:pt x="2028651" y="2476277"/>
                  <a:pt x="2022066" y="2469692"/>
                </a:cubicBezTo>
                <a:cubicBezTo>
                  <a:pt x="2018499" y="2466125"/>
                  <a:pt x="2013698" y="2464342"/>
                  <a:pt x="2008896" y="2464342"/>
                </a:cubicBezTo>
                <a:close/>
                <a:moveTo>
                  <a:pt x="77370" y="2377506"/>
                </a:moveTo>
                <a:cubicBezTo>
                  <a:pt x="67492" y="2377506"/>
                  <a:pt x="58714" y="2385737"/>
                  <a:pt x="58714" y="2396163"/>
                </a:cubicBezTo>
                <a:cubicBezTo>
                  <a:pt x="58714" y="2406588"/>
                  <a:pt x="66944" y="2414820"/>
                  <a:pt x="77370" y="2414820"/>
                </a:cubicBezTo>
                <a:cubicBezTo>
                  <a:pt x="87796" y="2414820"/>
                  <a:pt x="94928" y="2407686"/>
                  <a:pt x="96026" y="2398357"/>
                </a:cubicBezTo>
                <a:lnTo>
                  <a:pt x="935582" y="2398357"/>
                </a:lnTo>
                <a:lnTo>
                  <a:pt x="1728496" y="3191271"/>
                </a:lnTo>
                <a:lnTo>
                  <a:pt x="3514060" y="3191271"/>
                </a:lnTo>
                <a:lnTo>
                  <a:pt x="3938776" y="3615987"/>
                </a:lnTo>
                <a:lnTo>
                  <a:pt x="4752542" y="3615987"/>
                </a:lnTo>
                <a:lnTo>
                  <a:pt x="5081230" y="3944675"/>
                </a:lnTo>
                <a:lnTo>
                  <a:pt x="6690103" y="3944675"/>
                </a:lnTo>
                <a:lnTo>
                  <a:pt x="6690103" y="3939737"/>
                </a:lnTo>
                <a:lnTo>
                  <a:pt x="5082876" y="3939737"/>
                </a:lnTo>
                <a:lnTo>
                  <a:pt x="4754188" y="3611049"/>
                </a:lnTo>
                <a:lnTo>
                  <a:pt x="3940422" y="3611049"/>
                </a:lnTo>
                <a:lnTo>
                  <a:pt x="3515706" y="3186331"/>
                </a:lnTo>
                <a:lnTo>
                  <a:pt x="3515706" y="3186881"/>
                </a:lnTo>
                <a:lnTo>
                  <a:pt x="1730142" y="3186881"/>
                </a:lnTo>
                <a:lnTo>
                  <a:pt x="937228" y="2393968"/>
                </a:lnTo>
                <a:lnTo>
                  <a:pt x="96026" y="2393968"/>
                </a:lnTo>
                <a:cubicBezTo>
                  <a:pt x="94928" y="2384640"/>
                  <a:pt x="87246" y="2377506"/>
                  <a:pt x="77370" y="2377506"/>
                </a:cubicBezTo>
                <a:close/>
                <a:moveTo>
                  <a:pt x="12415254" y="2285761"/>
                </a:moveTo>
                <a:lnTo>
                  <a:pt x="12414993" y="2285868"/>
                </a:lnTo>
                <a:lnTo>
                  <a:pt x="12415540" y="2285868"/>
                </a:lnTo>
                <a:close/>
                <a:moveTo>
                  <a:pt x="12414993" y="2248554"/>
                </a:moveTo>
                <a:cubicBezTo>
                  <a:pt x="12404566" y="2248554"/>
                  <a:pt x="12397434" y="2255688"/>
                  <a:pt x="12396335" y="2265017"/>
                </a:cubicBezTo>
                <a:lnTo>
                  <a:pt x="11202302" y="2265017"/>
                </a:lnTo>
                <a:lnTo>
                  <a:pt x="11135905" y="2331412"/>
                </a:lnTo>
                <a:cubicBezTo>
                  <a:pt x="11128772" y="2325925"/>
                  <a:pt x="11117797" y="2326474"/>
                  <a:pt x="11111212" y="2333059"/>
                </a:cubicBezTo>
                <a:cubicBezTo>
                  <a:pt x="11104079" y="2340192"/>
                  <a:pt x="11104079" y="2352264"/>
                  <a:pt x="11111212" y="2359398"/>
                </a:cubicBezTo>
                <a:cubicBezTo>
                  <a:pt x="11118346" y="2366531"/>
                  <a:pt x="11130418" y="2366531"/>
                  <a:pt x="11137551" y="2359398"/>
                </a:cubicBezTo>
                <a:cubicBezTo>
                  <a:pt x="11144136" y="2352813"/>
                  <a:pt x="11144685" y="2342387"/>
                  <a:pt x="11139198" y="2334705"/>
                </a:cubicBezTo>
                <a:lnTo>
                  <a:pt x="11204496" y="2269406"/>
                </a:lnTo>
                <a:lnTo>
                  <a:pt x="12396885" y="2269406"/>
                </a:lnTo>
                <a:cubicBezTo>
                  <a:pt x="12397434" y="2274070"/>
                  <a:pt x="12399629" y="2278185"/>
                  <a:pt x="12402921" y="2281135"/>
                </a:cubicBezTo>
                <a:lnTo>
                  <a:pt x="12415254" y="2285761"/>
                </a:lnTo>
                <a:lnTo>
                  <a:pt x="12428230" y="2280449"/>
                </a:lnTo>
                <a:cubicBezTo>
                  <a:pt x="12431591" y="2277088"/>
                  <a:pt x="12433649" y="2272424"/>
                  <a:pt x="12433649" y="2267211"/>
                </a:cubicBezTo>
                <a:cubicBezTo>
                  <a:pt x="12433649" y="2256786"/>
                  <a:pt x="12425418" y="2248554"/>
                  <a:pt x="12414993" y="2248554"/>
                </a:cubicBezTo>
                <a:close/>
                <a:moveTo>
                  <a:pt x="3602405" y="1914516"/>
                </a:moveTo>
                <a:cubicBezTo>
                  <a:pt x="3597604" y="1914516"/>
                  <a:pt x="3592802" y="1916299"/>
                  <a:pt x="3589235" y="1919866"/>
                </a:cubicBezTo>
                <a:cubicBezTo>
                  <a:pt x="3582102" y="1926999"/>
                  <a:pt x="3582102" y="1939071"/>
                  <a:pt x="3589235" y="1946205"/>
                </a:cubicBezTo>
                <a:cubicBezTo>
                  <a:pt x="3596369" y="1953338"/>
                  <a:pt x="3606246" y="1953338"/>
                  <a:pt x="3613928" y="1947850"/>
                </a:cubicBezTo>
                <a:lnTo>
                  <a:pt x="3759891" y="2093813"/>
                </a:lnTo>
                <a:lnTo>
                  <a:pt x="3985967" y="2093813"/>
                </a:lnTo>
                <a:lnTo>
                  <a:pt x="4367334" y="2475180"/>
                </a:lnTo>
                <a:cubicBezTo>
                  <a:pt x="4361846" y="2482312"/>
                  <a:pt x="4362395" y="2493287"/>
                  <a:pt x="4368980" y="2499872"/>
                </a:cubicBezTo>
                <a:cubicBezTo>
                  <a:pt x="4376112" y="2507006"/>
                  <a:pt x="4388186" y="2507006"/>
                  <a:pt x="4395319" y="2499872"/>
                </a:cubicBezTo>
                <a:cubicBezTo>
                  <a:pt x="4402452" y="2492739"/>
                  <a:pt x="4402452" y="2480667"/>
                  <a:pt x="4395319" y="2473533"/>
                </a:cubicBezTo>
                <a:cubicBezTo>
                  <a:pt x="4388734" y="2466948"/>
                  <a:pt x="4378308" y="2466400"/>
                  <a:pt x="4370626" y="2471887"/>
                </a:cubicBezTo>
                <a:lnTo>
                  <a:pt x="3987613" y="2088874"/>
                </a:lnTo>
                <a:lnTo>
                  <a:pt x="3761536" y="2088874"/>
                </a:lnTo>
                <a:lnTo>
                  <a:pt x="3617221" y="1944558"/>
                </a:lnTo>
                <a:cubicBezTo>
                  <a:pt x="3622708" y="1937425"/>
                  <a:pt x="3622159" y="1926451"/>
                  <a:pt x="3615574" y="1919866"/>
                </a:cubicBezTo>
                <a:cubicBezTo>
                  <a:pt x="3612008" y="1916299"/>
                  <a:pt x="3607206" y="1914516"/>
                  <a:pt x="3602405" y="1914516"/>
                </a:cubicBezTo>
                <a:close/>
                <a:moveTo>
                  <a:pt x="15702977" y="1721226"/>
                </a:moveTo>
                <a:cubicBezTo>
                  <a:pt x="15692551" y="1721226"/>
                  <a:pt x="15685417" y="1728359"/>
                  <a:pt x="15684320" y="1737688"/>
                </a:cubicBezTo>
                <a:lnTo>
                  <a:pt x="15352887" y="1737688"/>
                </a:lnTo>
                <a:lnTo>
                  <a:pt x="13998624" y="3091951"/>
                </a:lnTo>
                <a:lnTo>
                  <a:pt x="13998624" y="3091402"/>
                </a:lnTo>
                <a:lnTo>
                  <a:pt x="12688260" y="3091402"/>
                </a:lnTo>
                <a:lnTo>
                  <a:pt x="12532421" y="3247241"/>
                </a:lnTo>
                <a:lnTo>
                  <a:pt x="11067863" y="3247241"/>
                </a:lnTo>
                <a:lnTo>
                  <a:pt x="10414875" y="3900228"/>
                </a:lnTo>
                <a:lnTo>
                  <a:pt x="10259037" y="3900228"/>
                </a:lnTo>
                <a:lnTo>
                  <a:pt x="10101551" y="4057714"/>
                </a:lnTo>
                <a:lnTo>
                  <a:pt x="9039760" y="4057714"/>
                </a:lnTo>
                <a:lnTo>
                  <a:pt x="9039760" y="4062653"/>
                </a:lnTo>
                <a:lnTo>
                  <a:pt x="10103746" y="4062653"/>
                </a:lnTo>
                <a:lnTo>
                  <a:pt x="10261232" y="3905167"/>
                </a:lnTo>
                <a:lnTo>
                  <a:pt x="10417070" y="3905167"/>
                </a:lnTo>
                <a:lnTo>
                  <a:pt x="11070058" y="3252180"/>
                </a:lnTo>
                <a:lnTo>
                  <a:pt x="12534616" y="3252180"/>
                </a:lnTo>
                <a:lnTo>
                  <a:pt x="12690455" y="3096341"/>
                </a:lnTo>
                <a:lnTo>
                  <a:pt x="14000819" y="3096341"/>
                </a:lnTo>
                <a:lnTo>
                  <a:pt x="15355083" y="1742078"/>
                </a:lnTo>
                <a:lnTo>
                  <a:pt x="15684320" y="1742078"/>
                </a:lnTo>
                <a:cubicBezTo>
                  <a:pt x="15685417" y="1751406"/>
                  <a:pt x="15693100" y="1758539"/>
                  <a:pt x="15702977" y="1758539"/>
                </a:cubicBezTo>
                <a:cubicBezTo>
                  <a:pt x="15712854" y="1758539"/>
                  <a:pt x="15721633" y="1750309"/>
                  <a:pt x="15721633" y="1739882"/>
                </a:cubicBezTo>
                <a:cubicBezTo>
                  <a:pt x="15721633" y="1729456"/>
                  <a:pt x="15713402" y="1721226"/>
                  <a:pt x="15702977" y="1721226"/>
                </a:cubicBezTo>
                <a:close/>
                <a:moveTo>
                  <a:pt x="12427065" y="1718071"/>
                </a:moveTo>
                <a:cubicBezTo>
                  <a:pt x="12422263" y="1718071"/>
                  <a:pt x="12417462" y="1719854"/>
                  <a:pt x="12413896" y="1723421"/>
                </a:cubicBezTo>
                <a:cubicBezTo>
                  <a:pt x="12407310" y="1730006"/>
                  <a:pt x="12406762" y="1740431"/>
                  <a:pt x="12412249" y="1748113"/>
                </a:cubicBezTo>
                <a:lnTo>
                  <a:pt x="12160931" y="1999431"/>
                </a:lnTo>
                <a:lnTo>
                  <a:pt x="10934521" y="1999431"/>
                </a:lnTo>
                <a:lnTo>
                  <a:pt x="10934521" y="1998883"/>
                </a:lnTo>
                <a:lnTo>
                  <a:pt x="10088382" y="2845023"/>
                </a:lnTo>
                <a:lnTo>
                  <a:pt x="10087833" y="2845023"/>
                </a:lnTo>
                <a:lnTo>
                  <a:pt x="10087833" y="3320222"/>
                </a:lnTo>
                <a:lnTo>
                  <a:pt x="9699333" y="3708721"/>
                </a:lnTo>
                <a:lnTo>
                  <a:pt x="8995314" y="3708721"/>
                </a:lnTo>
                <a:lnTo>
                  <a:pt x="8995314" y="3713661"/>
                </a:lnTo>
                <a:lnTo>
                  <a:pt x="9701528" y="3713661"/>
                </a:lnTo>
                <a:lnTo>
                  <a:pt x="10092222" y="3322966"/>
                </a:lnTo>
                <a:lnTo>
                  <a:pt x="10092771" y="3322966"/>
                </a:lnTo>
                <a:lnTo>
                  <a:pt x="10092771" y="2847767"/>
                </a:lnTo>
                <a:lnTo>
                  <a:pt x="10936717" y="2003821"/>
                </a:lnTo>
                <a:lnTo>
                  <a:pt x="12163125" y="2003821"/>
                </a:lnTo>
                <a:lnTo>
                  <a:pt x="12415540" y="1751406"/>
                </a:lnTo>
                <a:cubicBezTo>
                  <a:pt x="12422674" y="1756894"/>
                  <a:pt x="12433649" y="1756344"/>
                  <a:pt x="12440234" y="1749760"/>
                </a:cubicBezTo>
                <a:cubicBezTo>
                  <a:pt x="12447367" y="1742626"/>
                  <a:pt x="12447367" y="1730555"/>
                  <a:pt x="12440234" y="1723421"/>
                </a:cubicBezTo>
                <a:cubicBezTo>
                  <a:pt x="12436668" y="1719854"/>
                  <a:pt x="12431866" y="1718071"/>
                  <a:pt x="12427065" y="1718071"/>
                </a:cubicBezTo>
                <a:close/>
                <a:moveTo>
                  <a:pt x="3845149" y="1685353"/>
                </a:moveTo>
                <a:cubicBezTo>
                  <a:pt x="3840280" y="1685284"/>
                  <a:pt x="3835341" y="1686930"/>
                  <a:pt x="3831774" y="1690497"/>
                </a:cubicBezTo>
                <a:cubicBezTo>
                  <a:pt x="3824640" y="1697631"/>
                  <a:pt x="3824640" y="1709702"/>
                  <a:pt x="3831774" y="1716836"/>
                </a:cubicBezTo>
                <a:cubicBezTo>
                  <a:pt x="3838358" y="1723421"/>
                  <a:pt x="3848784" y="1723970"/>
                  <a:pt x="3856466" y="1718482"/>
                </a:cubicBezTo>
                <a:lnTo>
                  <a:pt x="4202166" y="2064181"/>
                </a:lnTo>
                <a:lnTo>
                  <a:pt x="4745408" y="2064181"/>
                </a:lnTo>
                <a:lnTo>
                  <a:pt x="5736961" y="3055735"/>
                </a:lnTo>
                <a:cubicBezTo>
                  <a:pt x="5731474" y="3062868"/>
                  <a:pt x="5732022" y="3073843"/>
                  <a:pt x="5738606" y="3080427"/>
                </a:cubicBezTo>
                <a:cubicBezTo>
                  <a:pt x="5745741" y="3087561"/>
                  <a:pt x="5757813" y="3087561"/>
                  <a:pt x="5764946" y="3080427"/>
                </a:cubicBezTo>
                <a:cubicBezTo>
                  <a:pt x="5772079" y="3073294"/>
                  <a:pt x="5772079" y="3061222"/>
                  <a:pt x="5764946" y="3054088"/>
                </a:cubicBezTo>
                <a:cubicBezTo>
                  <a:pt x="5758362" y="3047504"/>
                  <a:pt x="5747936" y="3046955"/>
                  <a:pt x="5740254" y="3052442"/>
                </a:cubicBezTo>
                <a:lnTo>
                  <a:pt x="4747054" y="2059243"/>
                </a:lnTo>
                <a:lnTo>
                  <a:pt x="4203812" y="2059243"/>
                </a:lnTo>
                <a:lnTo>
                  <a:pt x="3859759" y="1715189"/>
                </a:lnTo>
                <a:cubicBezTo>
                  <a:pt x="3865247" y="1708057"/>
                  <a:pt x="3864697" y="1697082"/>
                  <a:pt x="3858113" y="1690497"/>
                </a:cubicBezTo>
                <a:cubicBezTo>
                  <a:pt x="3854820" y="1687204"/>
                  <a:pt x="3850019" y="1685421"/>
                  <a:pt x="3845149" y="1685353"/>
                </a:cubicBezTo>
                <a:close/>
                <a:moveTo>
                  <a:pt x="13497086" y="1506124"/>
                </a:moveTo>
                <a:cubicBezTo>
                  <a:pt x="13486661" y="1506124"/>
                  <a:pt x="13479527" y="1513258"/>
                  <a:pt x="13478430" y="1522586"/>
                </a:cubicBezTo>
                <a:lnTo>
                  <a:pt x="12637776" y="1522586"/>
                </a:lnTo>
                <a:lnTo>
                  <a:pt x="12571381" y="1588982"/>
                </a:lnTo>
                <a:cubicBezTo>
                  <a:pt x="12564246" y="1583494"/>
                  <a:pt x="12553272" y="1584044"/>
                  <a:pt x="12546688" y="1590628"/>
                </a:cubicBezTo>
                <a:cubicBezTo>
                  <a:pt x="12539554" y="1597761"/>
                  <a:pt x="12539554" y="1609833"/>
                  <a:pt x="12546688" y="1616967"/>
                </a:cubicBezTo>
                <a:cubicBezTo>
                  <a:pt x="12553821" y="1624101"/>
                  <a:pt x="12565893" y="1624101"/>
                  <a:pt x="12573027" y="1616967"/>
                </a:cubicBezTo>
                <a:cubicBezTo>
                  <a:pt x="12579612" y="1610383"/>
                  <a:pt x="12580159" y="1599957"/>
                  <a:pt x="12574673" y="1592275"/>
                </a:cubicBezTo>
                <a:lnTo>
                  <a:pt x="12639972" y="1526976"/>
                </a:lnTo>
                <a:lnTo>
                  <a:pt x="13478430" y="1526976"/>
                </a:lnTo>
                <a:cubicBezTo>
                  <a:pt x="13479527" y="1536304"/>
                  <a:pt x="13487208" y="1543438"/>
                  <a:pt x="13497086" y="1543438"/>
                </a:cubicBezTo>
                <a:cubicBezTo>
                  <a:pt x="13506963" y="1543438"/>
                  <a:pt x="13515743" y="1535207"/>
                  <a:pt x="13515743" y="1524781"/>
                </a:cubicBezTo>
                <a:cubicBezTo>
                  <a:pt x="13515743" y="1514355"/>
                  <a:pt x="13507512" y="1506124"/>
                  <a:pt x="13497086" y="1506124"/>
                </a:cubicBezTo>
                <a:close/>
                <a:moveTo>
                  <a:pt x="6641266" y="1485410"/>
                </a:moveTo>
                <a:cubicBezTo>
                  <a:pt x="6636465" y="1485410"/>
                  <a:pt x="6631663" y="1487193"/>
                  <a:pt x="6628097" y="1490760"/>
                </a:cubicBezTo>
                <a:cubicBezTo>
                  <a:pt x="6620964" y="1497893"/>
                  <a:pt x="6620964" y="1509965"/>
                  <a:pt x="6628097" y="1517099"/>
                </a:cubicBezTo>
                <a:cubicBezTo>
                  <a:pt x="6634682" y="1523684"/>
                  <a:pt x="6645108" y="1524232"/>
                  <a:pt x="6652789" y="1518744"/>
                </a:cubicBezTo>
                <a:lnTo>
                  <a:pt x="6797106" y="1663061"/>
                </a:lnTo>
                <a:lnTo>
                  <a:pt x="6797106" y="1889137"/>
                </a:lnTo>
                <a:lnTo>
                  <a:pt x="7180118" y="2272150"/>
                </a:lnTo>
                <a:cubicBezTo>
                  <a:pt x="7174632" y="2279283"/>
                  <a:pt x="7175180" y="2290257"/>
                  <a:pt x="7181764" y="2296842"/>
                </a:cubicBezTo>
                <a:cubicBezTo>
                  <a:pt x="7188898" y="2303976"/>
                  <a:pt x="7200970" y="2303976"/>
                  <a:pt x="7208103" y="2296842"/>
                </a:cubicBezTo>
                <a:cubicBezTo>
                  <a:pt x="7215237" y="2289709"/>
                  <a:pt x="7215237" y="2277637"/>
                  <a:pt x="7208103" y="2270503"/>
                </a:cubicBezTo>
                <a:cubicBezTo>
                  <a:pt x="7201518" y="2263918"/>
                  <a:pt x="7191093" y="2263370"/>
                  <a:pt x="7183411" y="2268858"/>
                </a:cubicBezTo>
                <a:lnTo>
                  <a:pt x="6802044" y="1887490"/>
                </a:lnTo>
                <a:lnTo>
                  <a:pt x="6802044" y="1661414"/>
                </a:lnTo>
                <a:lnTo>
                  <a:pt x="6656082" y="1515452"/>
                </a:lnTo>
                <a:cubicBezTo>
                  <a:pt x="6661570" y="1508318"/>
                  <a:pt x="6661020" y="1497345"/>
                  <a:pt x="6654436" y="1490760"/>
                </a:cubicBezTo>
                <a:cubicBezTo>
                  <a:pt x="6650869" y="1487193"/>
                  <a:pt x="6646068" y="1485410"/>
                  <a:pt x="6641266" y="1485410"/>
                </a:cubicBezTo>
                <a:close/>
                <a:moveTo>
                  <a:pt x="33472" y="1395830"/>
                </a:moveTo>
                <a:cubicBezTo>
                  <a:pt x="23594" y="1395830"/>
                  <a:pt x="14814" y="1404061"/>
                  <a:pt x="14814" y="1414487"/>
                </a:cubicBezTo>
                <a:cubicBezTo>
                  <a:pt x="14814" y="1424912"/>
                  <a:pt x="23046" y="1433143"/>
                  <a:pt x="33472" y="1433143"/>
                </a:cubicBezTo>
                <a:cubicBezTo>
                  <a:pt x="43898" y="1433143"/>
                  <a:pt x="51032" y="1426010"/>
                  <a:pt x="52128" y="1416681"/>
                </a:cubicBezTo>
                <a:lnTo>
                  <a:pt x="219492" y="1416681"/>
                </a:lnTo>
                <a:lnTo>
                  <a:pt x="796206" y="1993396"/>
                </a:lnTo>
                <a:lnTo>
                  <a:pt x="1512845" y="1993396"/>
                </a:lnTo>
                <a:lnTo>
                  <a:pt x="1769651" y="2250201"/>
                </a:lnTo>
                <a:lnTo>
                  <a:pt x="2471474" y="2250201"/>
                </a:lnTo>
                <a:lnTo>
                  <a:pt x="3019655" y="2798381"/>
                </a:lnTo>
                <a:lnTo>
                  <a:pt x="3422422" y="2798381"/>
                </a:lnTo>
                <a:cubicBezTo>
                  <a:pt x="3423519" y="2807709"/>
                  <a:pt x="3431202" y="2814843"/>
                  <a:pt x="3441079" y="2814843"/>
                </a:cubicBezTo>
                <a:cubicBezTo>
                  <a:pt x="3450956" y="2814843"/>
                  <a:pt x="3459736" y="2806612"/>
                  <a:pt x="3459736" y="2796186"/>
                </a:cubicBezTo>
                <a:cubicBezTo>
                  <a:pt x="3459736" y="2790973"/>
                  <a:pt x="3457678" y="2786309"/>
                  <a:pt x="3454317" y="2782948"/>
                </a:cubicBezTo>
                <a:lnTo>
                  <a:pt x="3441344" y="2777637"/>
                </a:lnTo>
                <a:lnTo>
                  <a:pt x="3429212" y="2782262"/>
                </a:lnTo>
                <a:cubicBezTo>
                  <a:pt x="3425851" y="2785211"/>
                  <a:pt x="3423519" y="2789327"/>
                  <a:pt x="3422971" y="2793991"/>
                </a:cubicBezTo>
                <a:lnTo>
                  <a:pt x="3021849" y="2793991"/>
                </a:lnTo>
                <a:lnTo>
                  <a:pt x="2473670" y="2245811"/>
                </a:lnTo>
                <a:lnTo>
                  <a:pt x="1771845" y="2245811"/>
                </a:lnTo>
                <a:lnTo>
                  <a:pt x="1515040" y="1989005"/>
                </a:lnTo>
                <a:lnTo>
                  <a:pt x="798400" y="1989005"/>
                </a:lnTo>
                <a:lnTo>
                  <a:pt x="221686" y="1412291"/>
                </a:lnTo>
                <a:lnTo>
                  <a:pt x="52128" y="1412291"/>
                </a:lnTo>
                <a:cubicBezTo>
                  <a:pt x="51032" y="1402963"/>
                  <a:pt x="43348" y="1395830"/>
                  <a:pt x="33472" y="1395830"/>
                </a:cubicBezTo>
                <a:close/>
                <a:moveTo>
                  <a:pt x="9174747" y="1151234"/>
                </a:moveTo>
                <a:cubicBezTo>
                  <a:pt x="9169946" y="1151234"/>
                  <a:pt x="9165145" y="1153017"/>
                  <a:pt x="9161578" y="1156584"/>
                </a:cubicBezTo>
                <a:cubicBezTo>
                  <a:pt x="9154993" y="1163169"/>
                  <a:pt x="9154445" y="1173595"/>
                  <a:pt x="9159932" y="1181277"/>
                </a:cubicBezTo>
                <a:lnTo>
                  <a:pt x="8988180" y="1353028"/>
                </a:lnTo>
                <a:lnTo>
                  <a:pt x="8987631" y="1353028"/>
                </a:lnTo>
                <a:lnTo>
                  <a:pt x="8987631" y="1353577"/>
                </a:lnTo>
                <a:lnTo>
                  <a:pt x="8987631" y="2131126"/>
                </a:lnTo>
                <a:cubicBezTo>
                  <a:pt x="8978303" y="2132223"/>
                  <a:pt x="8971169" y="2139906"/>
                  <a:pt x="8971169" y="2149783"/>
                </a:cubicBezTo>
                <a:cubicBezTo>
                  <a:pt x="8971169" y="2159661"/>
                  <a:pt x="8979400" y="2168440"/>
                  <a:pt x="8989826" y="2168440"/>
                </a:cubicBezTo>
                <a:cubicBezTo>
                  <a:pt x="9000252" y="2168440"/>
                  <a:pt x="9008483" y="2160209"/>
                  <a:pt x="9008483" y="2149783"/>
                </a:cubicBezTo>
                <a:cubicBezTo>
                  <a:pt x="9008483" y="2139357"/>
                  <a:pt x="9001349" y="2132223"/>
                  <a:pt x="8992021" y="2131126"/>
                </a:cubicBezTo>
                <a:lnTo>
                  <a:pt x="8992021" y="1355772"/>
                </a:lnTo>
                <a:lnTo>
                  <a:pt x="9163224" y="1184568"/>
                </a:lnTo>
                <a:cubicBezTo>
                  <a:pt x="9170358" y="1190056"/>
                  <a:pt x="9181332" y="1189508"/>
                  <a:pt x="9187917" y="1182923"/>
                </a:cubicBezTo>
                <a:cubicBezTo>
                  <a:pt x="9195051" y="1175789"/>
                  <a:pt x="9195051" y="1163717"/>
                  <a:pt x="9187917" y="1156584"/>
                </a:cubicBezTo>
                <a:cubicBezTo>
                  <a:pt x="9184350" y="1153017"/>
                  <a:pt x="9179549" y="1151234"/>
                  <a:pt x="9174747" y="1151234"/>
                </a:cubicBezTo>
                <a:close/>
                <a:moveTo>
                  <a:pt x="15646457" y="1093480"/>
                </a:moveTo>
                <a:cubicBezTo>
                  <a:pt x="15636032" y="1093480"/>
                  <a:pt x="15628898" y="1100613"/>
                  <a:pt x="15627801" y="1109942"/>
                </a:cubicBezTo>
                <a:lnTo>
                  <a:pt x="15261799" y="1109942"/>
                </a:lnTo>
                <a:lnTo>
                  <a:pt x="14370115" y="2001627"/>
                </a:lnTo>
                <a:lnTo>
                  <a:pt x="12913787" y="2001627"/>
                </a:lnTo>
                <a:lnTo>
                  <a:pt x="12637776" y="2277637"/>
                </a:lnTo>
                <a:cubicBezTo>
                  <a:pt x="12630644" y="2272150"/>
                  <a:pt x="12619669" y="2272699"/>
                  <a:pt x="12613083" y="2279283"/>
                </a:cubicBezTo>
                <a:cubicBezTo>
                  <a:pt x="12605951" y="2286416"/>
                  <a:pt x="12605951" y="2298489"/>
                  <a:pt x="12613083" y="2305623"/>
                </a:cubicBezTo>
                <a:cubicBezTo>
                  <a:pt x="12620217" y="2312755"/>
                  <a:pt x="12632289" y="2312755"/>
                  <a:pt x="12639422" y="2305623"/>
                </a:cubicBezTo>
                <a:cubicBezTo>
                  <a:pt x="12646556" y="2298489"/>
                  <a:pt x="12646556" y="2288612"/>
                  <a:pt x="12641069" y="2280929"/>
                </a:cubicBezTo>
                <a:lnTo>
                  <a:pt x="12915982" y="2006016"/>
                </a:lnTo>
                <a:lnTo>
                  <a:pt x="14372309" y="2006016"/>
                </a:lnTo>
                <a:lnTo>
                  <a:pt x="15263994" y="1114332"/>
                </a:lnTo>
                <a:lnTo>
                  <a:pt x="15627801" y="1114332"/>
                </a:lnTo>
                <a:cubicBezTo>
                  <a:pt x="15628898" y="1123660"/>
                  <a:pt x="15636580" y="1130793"/>
                  <a:pt x="15646457" y="1130793"/>
                </a:cubicBezTo>
                <a:cubicBezTo>
                  <a:pt x="15656335" y="1130793"/>
                  <a:pt x="15665115" y="1122562"/>
                  <a:pt x="15665115" y="1112137"/>
                </a:cubicBezTo>
                <a:cubicBezTo>
                  <a:pt x="15665115" y="1101710"/>
                  <a:pt x="15656884" y="1093480"/>
                  <a:pt x="15646457" y="1093480"/>
                </a:cubicBezTo>
                <a:close/>
                <a:moveTo>
                  <a:pt x="10528462" y="910342"/>
                </a:moveTo>
                <a:cubicBezTo>
                  <a:pt x="10523661" y="910342"/>
                  <a:pt x="10518859" y="912125"/>
                  <a:pt x="10515293" y="915692"/>
                </a:cubicBezTo>
                <a:cubicBezTo>
                  <a:pt x="10508708" y="922277"/>
                  <a:pt x="10508159" y="932702"/>
                  <a:pt x="10513647" y="940385"/>
                </a:cubicBezTo>
                <a:lnTo>
                  <a:pt x="10258488" y="1195543"/>
                </a:lnTo>
                <a:lnTo>
                  <a:pt x="10258488" y="1450154"/>
                </a:lnTo>
                <a:lnTo>
                  <a:pt x="9748718" y="1959923"/>
                </a:lnTo>
                <a:cubicBezTo>
                  <a:pt x="9741585" y="1954435"/>
                  <a:pt x="9730610" y="1954984"/>
                  <a:pt x="9724026" y="1961569"/>
                </a:cubicBezTo>
                <a:cubicBezTo>
                  <a:pt x="9716892" y="1968703"/>
                  <a:pt x="9716892" y="1980775"/>
                  <a:pt x="9724026" y="1987908"/>
                </a:cubicBezTo>
                <a:cubicBezTo>
                  <a:pt x="9731159" y="1995042"/>
                  <a:pt x="9743231" y="1995042"/>
                  <a:pt x="9750364" y="1987908"/>
                </a:cubicBezTo>
                <a:cubicBezTo>
                  <a:pt x="9757498" y="1980775"/>
                  <a:pt x="9757498" y="1970898"/>
                  <a:pt x="9752011" y="1963215"/>
                </a:cubicBezTo>
                <a:lnTo>
                  <a:pt x="10262329" y="1452897"/>
                </a:lnTo>
                <a:lnTo>
                  <a:pt x="10262878" y="1452897"/>
                </a:lnTo>
                <a:lnTo>
                  <a:pt x="10262878" y="1197738"/>
                </a:lnTo>
                <a:lnTo>
                  <a:pt x="10516939" y="943676"/>
                </a:lnTo>
                <a:cubicBezTo>
                  <a:pt x="10524072" y="949164"/>
                  <a:pt x="10535047" y="948616"/>
                  <a:pt x="10541632" y="942031"/>
                </a:cubicBezTo>
                <a:cubicBezTo>
                  <a:pt x="10548765" y="934897"/>
                  <a:pt x="10548765" y="922825"/>
                  <a:pt x="10541632" y="915692"/>
                </a:cubicBezTo>
                <a:cubicBezTo>
                  <a:pt x="10538065" y="912125"/>
                  <a:pt x="10533264" y="910342"/>
                  <a:pt x="10528462" y="910342"/>
                </a:cubicBezTo>
                <a:close/>
                <a:moveTo>
                  <a:pt x="11855289" y="888804"/>
                </a:moveTo>
                <a:cubicBezTo>
                  <a:pt x="11844863" y="888804"/>
                  <a:pt x="11837730" y="895938"/>
                  <a:pt x="11836631" y="905266"/>
                </a:cubicBezTo>
                <a:lnTo>
                  <a:pt x="10989943" y="905266"/>
                </a:lnTo>
                <a:lnTo>
                  <a:pt x="10868674" y="1026535"/>
                </a:lnTo>
                <a:cubicBezTo>
                  <a:pt x="10861541" y="1021048"/>
                  <a:pt x="10850566" y="1021596"/>
                  <a:pt x="10843981" y="1028181"/>
                </a:cubicBezTo>
                <a:cubicBezTo>
                  <a:pt x="10836848" y="1035315"/>
                  <a:pt x="10836848" y="1047387"/>
                  <a:pt x="10843981" y="1054520"/>
                </a:cubicBezTo>
                <a:cubicBezTo>
                  <a:pt x="10851115" y="1061654"/>
                  <a:pt x="10863187" y="1061654"/>
                  <a:pt x="10870320" y="1054520"/>
                </a:cubicBezTo>
                <a:cubicBezTo>
                  <a:pt x="10876905" y="1047935"/>
                  <a:pt x="10877454" y="1037509"/>
                  <a:pt x="10871966" y="1029827"/>
                </a:cubicBezTo>
                <a:lnTo>
                  <a:pt x="10992139" y="909655"/>
                </a:lnTo>
                <a:lnTo>
                  <a:pt x="11836631" y="909655"/>
                </a:lnTo>
                <a:cubicBezTo>
                  <a:pt x="11837730" y="918984"/>
                  <a:pt x="11845412" y="926118"/>
                  <a:pt x="11855289" y="926118"/>
                </a:cubicBezTo>
                <a:cubicBezTo>
                  <a:pt x="11865166" y="926118"/>
                  <a:pt x="11873946" y="917887"/>
                  <a:pt x="11873946" y="907461"/>
                </a:cubicBezTo>
                <a:cubicBezTo>
                  <a:pt x="11873946" y="897035"/>
                  <a:pt x="11865714" y="888804"/>
                  <a:pt x="11855289" y="888804"/>
                </a:cubicBezTo>
                <a:close/>
                <a:moveTo>
                  <a:pt x="2058830" y="752856"/>
                </a:moveTo>
                <a:cubicBezTo>
                  <a:pt x="2054029" y="752856"/>
                  <a:pt x="2049227" y="754640"/>
                  <a:pt x="2045661" y="758206"/>
                </a:cubicBezTo>
                <a:cubicBezTo>
                  <a:pt x="2038527" y="765340"/>
                  <a:pt x="2038527" y="777412"/>
                  <a:pt x="2045661" y="784545"/>
                </a:cubicBezTo>
                <a:cubicBezTo>
                  <a:pt x="2052246" y="791130"/>
                  <a:pt x="2062672" y="791679"/>
                  <a:pt x="2070354" y="786192"/>
                </a:cubicBezTo>
                <a:lnTo>
                  <a:pt x="2323318" y="1039156"/>
                </a:lnTo>
                <a:lnTo>
                  <a:pt x="3025142" y="1039156"/>
                </a:lnTo>
                <a:cubicBezTo>
                  <a:pt x="3026240" y="1048484"/>
                  <a:pt x="3033922" y="1055617"/>
                  <a:pt x="3043799" y="1055617"/>
                </a:cubicBezTo>
                <a:cubicBezTo>
                  <a:pt x="3053676" y="1055617"/>
                  <a:pt x="3062456" y="1047387"/>
                  <a:pt x="3062456" y="1036961"/>
                </a:cubicBezTo>
                <a:cubicBezTo>
                  <a:pt x="3062456" y="1026535"/>
                  <a:pt x="3054225" y="1018304"/>
                  <a:pt x="3043799" y="1018304"/>
                </a:cubicBezTo>
                <a:cubicBezTo>
                  <a:pt x="3033372" y="1018304"/>
                  <a:pt x="3026240" y="1025437"/>
                  <a:pt x="3025142" y="1034766"/>
                </a:cubicBezTo>
                <a:lnTo>
                  <a:pt x="2325512" y="1034766"/>
                </a:lnTo>
                <a:lnTo>
                  <a:pt x="2073647" y="782900"/>
                </a:lnTo>
                <a:cubicBezTo>
                  <a:pt x="2079134" y="775766"/>
                  <a:pt x="2078585" y="764791"/>
                  <a:pt x="2072000" y="758206"/>
                </a:cubicBezTo>
                <a:cubicBezTo>
                  <a:pt x="2068433" y="754640"/>
                  <a:pt x="2063631" y="752856"/>
                  <a:pt x="2058830" y="752856"/>
                </a:cubicBezTo>
                <a:close/>
                <a:moveTo>
                  <a:pt x="9086952" y="747780"/>
                </a:moveTo>
                <a:cubicBezTo>
                  <a:pt x="9076526" y="747780"/>
                  <a:pt x="9068294" y="756011"/>
                  <a:pt x="9068294" y="766437"/>
                </a:cubicBezTo>
                <a:cubicBezTo>
                  <a:pt x="9068294" y="776863"/>
                  <a:pt x="9075428" y="783997"/>
                  <a:pt x="9084757" y="785094"/>
                </a:cubicBezTo>
                <a:lnTo>
                  <a:pt x="9084757" y="966724"/>
                </a:lnTo>
                <a:lnTo>
                  <a:pt x="8528345" y="1523134"/>
                </a:lnTo>
                <a:lnTo>
                  <a:pt x="8527797" y="1523134"/>
                </a:lnTo>
                <a:lnTo>
                  <a:pt x="8527248" y="1523134"/>
                </a:lnTo>
                <a:lnTo>
                  <a:pt x="8527248" y="2683696"/>
                </a:lnTo>
                <a:lnTo>
                  <a:pt x="8318730" y="2892213"/>
                </a:lnTo>
                <a:lnTo>
                  <a:pt x="8318182" y="2892213"/>
                </a:lnTo>
                <a:lnTo>
                  <a:pt x="8318182" y="3225840"/>
                </a:lnTo>
                <a:lnTo>
                  <a:pt x="8323120" y="3225840"/>
                </a:lnTo>
                <a:lnTo>
                  <a:pt x="8323120" y="2894957"/>
                </a:lnTo>
                <a:lnTo>
                  <a:pt x="8531638" y="2686440"/>
                </a:lnTo>
                <a:lnTo>
                  <a:pt x="8532186" y="2686440"/>
                </a:lnTo>
                <a:lnTo>
                  <a:pt x="8532186" y="1525878"/>
                </a:lnTo>
                <a:lnTo>
                  <a:pt x="9088598" y="969467"/>
                </a:lnTo>
                <a:lnTo>
                  <a:pt x="9089146" y="969467"/>
                </a:lnTo>
                <a:lnTo>
                  <a:pt x="9089146" y="785094"/>
                </a:lnTo>
                <a:cubicBezTo>
                  <a:pt x="9098474" y="783997"/>
                  <a:pt x="9105608" y="776315"/>
                  <a:pt x="9105608" y="766437"/>
                </a:cubicBezTo>
                <a:cubicBezTo>
                  <a:pt x="9105608" y="756561"/>
                  <a:pt x="9097377" y="747780"/>
                  <a:pt x="9086952" y="747780"/>
                </a:cubicBezTo>
                <a:close/>
                <a:moveTo>
                  <a:pt x="9961625" y="705117"/>
                </a:moveTo>
                <a:cubicBezTo>
                  <a:pt x="9956824" y="705117"/>
                  <a:pt x="9952023" y="706900"/>
                  <a:pt x="9948456" y="710467"/>
                </a:cubicBezTo>
                <a:cubicBezTo>
                  <a:pt x="9941322" y="717600"/>
                  <a:pt x="9941322" y="727478"/>
                  <a:pt x="9946810" y="735160"/>
                </a:cubicBezTo>
                <a:lnTo>
                  <a:pt x="9173650" y="1508318"/>
                </a:lnTo>
                <a:lnTo>
                  <a:pt x="9173650" y="1507770"/>
                </a:lnTo>
                <a:lnTo>
                  <a:pt x="9173102" y="1507770"/>
                </a:lnTo>
                <a:lnTo>
                  <a:pt x="9173102" y="1703666"/>
                </a:lnTo>
                <a:lnTo>
                  <a:pt x="9293273" y="1823838"/>
                </a:lnTo>
                <a:lnTo>
                  <a:pt x="9293273" y="2141004"/>
                </a:lnTo>
                <a:lnTo>
                  <a:pt x="8559074" y="2875203"/>
                </a:lnTo>
                <a:lnTo>
                  <a:pt x="8558525" y="2875203"/>
                </a:lnTo>
                <a:lnTo>
                  <a:pt x="8558525" y="3232426"/>
                </a:lnTo>
                <a:lnTo>
                  <a:pt x="8563464" y="3232426"/>
                </a:lnTo>
                <a:lnTo>
                  <a:pt x="8563464" y="2877947"/>
                </a:lnTo>
                <a:lnTo>
                  <a:pt x="9297663" y="2143748"/>
                </a:lnTo>
                <a:lnTo>
                  <a:pt x="9298212" y="2143748"/>
                </a:lnTo>
                <a:lnTo>
                  <a:pt x="9298212" y="1822192"/>
                </a:lnTo>
                <a:lnTo>
                  <a:pt x="9178041" y="1702020"/>
                </a:lnTo>
                <a:lnTo>
                  <a:pt x="9178041" y="1510514"/>
                </a:lnTo>
                <a:lnTo>
                  <a:pt x="9950101" y="738452"/>
                </a:lnTo>
                <a:cubicBezTo>
                  <a:pt x="9957236" y="743939"/>
                  <a:pt x="9968210" y="743391"/>
                  <a:pt x="9974795" y="736806"/>
                </a:cubicBezTo>
                <a:cubicBezTo>
                  <a:pt x="9981928" y="729672"/>
                  <a:pt x="9981928" y="717600"/>
                  <a:pt x="9974795" y="710467"/>
                </a:cubicBezTo>
                <a:cubicBezTo>
                  <a:pt x="9971228" y="706900"/>
                  <a:pt x="9966427" y="705117"/>
                  <a:pt x="9961625" y="705117"/>
                </a:cubicBezTo>
                <a:close/>
                <a:moveTo>
                  <a:pt x="6732354" y="645717"/>
                </a:moveTo>
                <a:cubicBezTo>
                  <a:pt x="6721930" y="645717"/>
                  <a:pt x="6713699" y="653948"/>
                  <a:pt x="6713699" y="664374"/>
                </a:cubicBezTo>
                <a:cubicBezTo>
                  <a:pt x="6713699" y="669587"/>
                  <a:pt x="6715482" y="673977"/>
                  <a:pt x="6718432" y="677200"/>
                </a:cubicBezTo>
                <a:lnTo>
                  <a:pt x="6729612" y="682758"/>
                </a:lnTo>
                <a:lnTo>
                  <a:pt x="6729612" y="682482"/>
                </a:lnTo>
                <a:lnTo>
                  <a:pt x="6730160" y="683030"/>
                </a:lnTo>
                <a:lnTo>
                  <a:pt x="6729612" y="682758"/>
                </a:lnTo>
                <a:lnTo>
                  <a:pt x="6729612" y="1223529"/>
                </a:lnTo>
                <a:lnTo>
                  <a:pt x="7265720" y="1759636"/>
                </a:lnTo>
                <a:cubicBezTo>
                  <a:pt x="7260232" y="1766770"/>
                  <a:pt x="7260781" y="1777745"/>
                  <a:pt x="7267366" y="1784330"/>
                </a:cubicBezTo>
                <a:cubicBezTo>
                  <a:pt x="7274500" y="1791463"/>
                  <a:pt x="7286572" y="1791463"/>
                  <a:pt x="7293705" y="1784330"/>
                </a:cubicBezTo>
                <a:cubicBezTo>
                  <a:pt x="7300839" y="1777196"/>
                  <a:pt x="7300839" y="1765124"/>
                  <a:pt x="7293705" y="1757991"/>
                </a:cubicBezTo>
                <a:cubicBezTo>
                  <a:pt x="7287120" y="1751406"/>
                  <a:pt x="7276695" y="1750857"/>
                  <a:pt x="7269012" y="1756344"/>
                </a:cubicBezTo>
                <a:lnTo>
                  <a:pt x="6734550" y="1221882"/>
                </a:lnTo>
                <a:lnTo>
                  <a:pt x="6734550" y="683030"/>
                </a:lnTo>
                <a:cubicBezTo>
                  <a:pt x="6743879" y="681933"/>
                  <a:pt x="6751012" y="674251"/>
                  <a:pt x="6751012" y="664374"/>
                </a:cubicBezTo>
                <a:cubicBezTo>
                  <a:pt x="6751012" y="654496"/>
                  <a:pt x="6742780" y="645717"/>
                  <a:pt x="6732354" y="645717"/>
                </a:cubicBezTo>
                <a:close/>
                <a:moveTo>
                  <a:pt x="10619003" y="642013"/>
                </a:moveTo>
                <a:cubicBezTo>
                  <a:pt x="10614201" y="642013"/>
                  <a:pt x="10609400" y="643797"/>
                  <a:pt x="10605833" y="647363"/>
                </a:cubicBezTo>
                <a:cubicBezTo>
                  <a:pt x="10598700" y="654496"/>
                  <a:pt x="10598700" y="664374"/>
                  <a:pt x="10604187" y="672056"/>
                </a:cubicBezTo>
                <a:lnTo>
                  <a:pt x="9547334" y="1728908"/>
                </a:lnTo>
                <a:lnTo>
                  <a:pt x="9546786" y="1728908"/>
                </a:lnTo>
                <a:lnTo>
                  <a:pt x="9546237" y="1728908"/>
                </a:lnTo>
                <a:lnTo>
                  <a:pt x="9546237" y="1992846"/>
                </a:lnTo>
                <a:lnTo>
                  <a:pt x="8674855" y="2864228"/>
                </a:lnTo>
                <a:lnTo>
                  <a:pt x="8674306" y="2864228"/>
                </a:lnTo>
                <a:lnTo>
                  <a:pt x="8674306" y="3259313"/>
                </a:lnTo>
                <a:lnTo>
                  <a:pt x="8679246" y="3259313"/>
                </a:lnTo>
                <a:lnTo>
                  <a:pt x="8679246" y="2866972"/>
                </a:lnTo>
                <a:lnTo>
                  <a:pt x="9550628" y="1995590"/>
                </a:lnTo>
                <a:lnTo>
                  <a:pt x="9551176" y="1995590"/>
                </a:lnTo>
                <a:lnTo>
                  <a:pt x="9551176" y="1731652"/>
                </a:lnTo>
                <a:lnTo>
                  <a:pt x="10607479" y="675348"/>
                </a:lnTo>
                <a:cubicBezTo>
                  <a:pt x="10614612" y="680836"/>
                  <a:pt x="10625587" y="680287"/>
                  <a:pt x="10632172" y="673703"/>
                </a:cubicBezTo>
                <a:cubicBezTo>
                  <a:pt x="10639306" y="666569"/>
                  <a:pt x="10639306" y="654496"/>
                  <a:pt x="10632172" y="647363"/>
                </a:cubicBezTo>
                <a:cubicBezTo>
                  <a:pt x="10628606" y="643797"/>
                  <a:pt x="10623804" y="642013"/>
                  <a:pt x="10619003" y="642013"/>
                </a:cubicBezTo>
                <a:close/>
                <a:moveTo>
                  <a:pt x="8361532" y="559155"/>
                </a:moveTo>
                <a:cubicBezTo>
                  <a:pt x="8356730" y="559155"/>
                  <a:pt x="8351929" y="560939"/>
                  <a:pt x="8348362" y="564506"/>
                </a:cubicBezTo>
                <a:cubicBezTo>
                  <a:pt x="8341777" y="571090"/>
                  <a:pt x="8341228" y="581516"/>
                  <a:pt x="8346716" y="589198"/>
                </a:cubicBezTo>
                <a:lnTo>
                  <a:pt x="8076192" y="859721"/>
                </a:lnTo>
                <a:lnTo>
                  <a:pt x="8075643" y="859721"/>
                </a:lnTo>
                <a:lnTo>
                  <a:pt x="8075643" y="1055617"/>
                </a:lnTo>
                <a:lnTo>
                  <a:pt x="8195816" y="1175789"/>
                </a:lnTo>
                <a:lnTo>
                  <a:pt x="8195816" y="2295745"/>
                </a:lnTo>
                <a:lnTo>
                  <a:pt x="8195268" y="2295745"/>
                </a:lnTo>
                <a:lnTo>
                  <a:pt x="7973032" y="2517980"/>
                </a:lnTo>
                <a:lnTo>
                  <a:pt x="7972482" y="2517980"/>
                </a:lnTo>
                <a:lnTo>
                  <a:pt x="7972482" y="3202245"/>
                </a:lnTo>
                <a:lnTo>
                  <a:pt x="7977421" y="3202245"/>
                </a:lnTo>
                <a:lnTo>
                  <a:pt x="7977421" y="2520724"/>
                </a:lnTo>
                <a:lnTo>
                  <a:pt x="8199656" y="2298489"/>
                </a:lnTo>
                <a:lnTo>
                  <a:pt x="8200204" y="2298489"/>
                </a:lnTo>
                <a:lnTo>
                  <a:pt x="8200204" y="1174143"/>
                </a:lnTo>
                <a:lnTo>
                  <a:pt x="8080034" y="1053972"/>
                </a:lnTo>
                <a:lnTo>
                  <a:pt x="8080034" y="862465"/>
                </a:lnTo>
                <a:lnTo>
                  <a:pt x="8350008" y="592490"/>
                </a:lnTo>
                <a:cubicBezTo>
                  <a:pt x="8357142" y="597977"/>
                  <a:pt x="8368116" y="597428"/>
                  <a:pt x="8374701" y="590844"/>
                </a:cubicBezTo>
                <a:cubicBezTo>
                  <a:pt x="8381834" y="583711"/>
                  <a:pt x="8381834" y="571638"/>
                  <a:pt x="8374701" y="564506"/>
                </a:cubicBezTo>
                <a:cubicBezTo>
                  <a:pt x="8371134" y="560939"/>
                  <a:pt x="8366333" y="559155"/>
                  <a:pt x="8361532" y="559155"/>
                </a:cubicBezTo>
                <a:close/>
                <a:moveTo>
                  <a:pt x="9196696" y="544202"/>
                </a:moveTo>
                <a:lnTo>
                  <a:pt x="9196148" y="544202"/>
                </a:lnTo>
                <a:lnTo>
                  <a:pt x="9196148" y="544750"/>
                </a:lnTo>
                <a:close/>
                <a:moveTo>
                  <a:pt x="9731159" y="425265"/>
                </a:moveTo>
                <a:cubicBezTo>
                  <a:pt x="9726358" y="425265"/>
                  <a:pt x="9721556" y="427048"/>
                  <a:pt x="9717990" y="430615"/>
                </a:cubicBezTo>
                <a:cubicBezTo>
                  <a:pt x="9710856" y="437749"/>
                  <a:pt x="9710856" y="447626"/>
                  <a:pt x="9716344" y="455308"/>
                </a:cubicBezTo>
                <a:lnTo>
                  <a:pt x="8747837" y="1423815"/>
                </a:lnTo>
                <a:lnTo>
                  <a:pt x="8747288" y="1423815"/>
                </a:lnTo>
                <a:lnTo>
                  <a:pt x="8747288" y="1828228"/>
                </a:lnTo>
                <a:lnTo>
                  <a:pt x="8854291" y="1935230"/>
                </a:lnTo>
                <a:lnTo>
                  <a:pt x="8854291" y="2265017"/>
                </a:lnTo>
                <a:lnTo>
                  <a:pt x="8684733" y="2434574"/>
                </a:lnTo>
                <a:cubicBezTo>
                  <a:pt x="8677599" y="2429086"/>
                  <a:pt x="8666624" y="2429635"/>
                  <a:pt x="8660040" y="2436219"/>
                </a:cubicBezTo>
                <a:cubicBezTo>
                  <a:pt x="8652907" y="2443353"/>
                  <a:pt x="8652907" y="2455425"/>
                  <a:pt x="8660040" y="2462558"/>
                </a:cubicBezTo>
                <a:cubicBezTo>
                  <a:pt x="8667174" y="2469692"/>
                  <a:pt x="8679246" y="2469692"/>
                  <a:pt x="8686379" y="2462558"/>
                </a:cubicBezTo>
                <a:cubicBezTo>
                  <a:pt x="8693513" y="2455425"/>
                  <a:pt x="8693513" y="2445548"/>
                  <a:pt x="8688025" y="2437866"/>
                </a:cubicBezTo>
                <a:lnTo>
                  <a:pt x="8858679" y="2267211"/>
                </a:lnTo>
                <a:lnTo>
                  <a:pt x="8859229" y="2267211"/>
                </a:lnTo>
                <a:lnTo>
                  <a:pt x="8859229" y="1932486"/>
                </a:lnTo>
                <a:lnTo>
                  <a:pt x="8752227" y="1825485"/>
                </a:lnTo>
                <a:lnTo>
                  <a:pt x="8752227" y="1426010"/>
                </a:lnTo>
                <a:lnTo>
                  <a:pt x="9719635" y="458600"/>
                </a:lnTo>
                <a:cubicBezTo>
                  <a:pt x="9726769" y="464088"/>
                  <a:pt x="9737744" y="463539"/>
                  <a:pt x="9744329" y="456954"/>
                </a:cubicBezTo>
                <a:cubicBezTo>
                  <a:pt x="9751462" y="449821"/>
                  <a:pt x="9751462" y="437749"/>
                  <a:pt x="9744329" y="430615"/>
                </a:cubicBezTo>
                <a:cubicBezTo>
                  <a:pt x="9740762" y="427048"/>
                  <a:pt x="9735960" y="425265"/>
                  <a:pt x="9731159" y="425265"/>
                </a:cubicBezTo>
                <a:close/>
                <a:moveTo>
                  <a:pt x="5143236" y="372038"/>
                </a:moveTo>
                <a:cubicBezTo>
                  <a:pt x="5138435" y="372038"/>
                  <a:pt x="5133634" y="373822"/>
                  <a:pt x="5130067" y="377389"/>
                </a:cubicBezTo>
                <a:cubicBezTo>
                  <a:pt x="5122933" y="384522"/>
                  <a:pt x="5122933" y="396594"/>
                  <a:pt x="5130067" y="403728"/>
                </a:cubicBezTo>
                <a:cubicBezTo>
                  <a:pt x="5136652" y="410313"/>
                  <a:pt x="5147077" y="410861"/>
                  <a:pt x="5154760" y="405373"/>
                </a:cubicBezTo>
                <a:lnTo>
                  <a:pt x="5498812" y="749427"/>
                </a:lnTo>
                <a:lnTo>
                  <a:pt x="5498812" y="1292668"/>
                </a:lnTo>
                <a:lnTo>
                  <a:pt x="6492012" y="2285868"/>
                </a:lnTo>
                <a:cubicBezTo>
                  <a:pt x="6486526" y="2293001"/>
                  <a:pt x="6487074" y="2303976"/>
                  <a:pt x="6493658" y="2310561"/>
                </a:cubicBezTo>
                <a:cubicBezTo>
                  <a:pt x="6500243" y="2317146"/>
                  <a:pt x="6512864" y="2317695"/>
                  <a:pt x="6519997" y="2310561"/>
                </a:cubicBezTo>
                <a:cubicBezTo>
                  <a:pt x="6527130" y="2303427"/>
                  <a:pt x="6527130" y="2291356"/>
                  <a:pt x="6519997" y="2284222"/>
                </a:cubicBezTo>
                <a:cubicBezTo>
                  <a:pt x="6512864" y="2277088"/>
                  <a:pt x="6502987" y="2277088"/>
                  <a:pt x="6495304" y="2282575"/>
                </a:cubicBezTo>
                <a:lnTo>
                  <a:pt x="5503751" y="1291022"/>
                </a:lnTo>
                <a:lnTo>
                  <a:pt x="5503751" y="747780"/>
                </a:lnTo>
                <a:lnTo>
                  <a:pt x="5158052" y="402081"/>
                </a:lnTo>
                <a:cubicBezTo>
                  <a:pt x="5163540" y="394948"/>
                  <a:pt x="5162991" y="383974"/>
                  <a:pt x="5156406" y="377389"/>
                </a:cubicBezTo>
                <a:cubicBezTo>
                  <a:pt x="5152839" y="373822"/>
                  <a:pt x="5148038" y="372038"/>
                  <a:pt x="5143236" y="372038"/>
                </a:cubicBezTo>
                <a:close/>
                <a:moveTo>
                  <a:pt x="30180" y="329238"/>
                </a:moveTo>
                <a:cubicBezTo>
                  <a:pt x="25378" y="329238"/>
                  <a:pt x="20578" y="331021"/>
                  <a:pt x="17010" y="334587"/>
                </a:cubicBezTo>
                <a:cubicBezTo>
                  <a:pt x="9876" y="341721"/>
                  <a:pt x="9876" y="353794"/>
                  <a:pt x="17010" y="360926"/>
                </a:cubicBezTo>
                <a:cubicBezTo>
                  <a:pt x="23594" y="367511"/>
                  <a:pt x="34020" y="368060"/>
                  <a:pt x="41702" y="362573"/>
                </a:cubicBezTo>
                <a:lnTo>
                  <a:pt x="560800" y="881671"/>
                </a:lnTo>
                <a:lnTo>
                  <a:pt x="1124344" y="881671"/>
                </a:lnTo>
                <a:lnTo>
                  <a:pt x="1953474" y="1710800"/>
                </a:lnTo>
                <a:lnTo>
                  <a:pt x="2496168" y="1710800"/>
                </a:lnTo>
                <a:lnTo>
                  <a:pt x="3193602" y="2408235"/>
                </a:lnTo>
                <a:lnTo>
                  <a:pt x="3588687" y="2408235"/>
                </a:lnTo>
                <a:lnTo>
                  <a:pt x="4287219" y="3106766"/>
                </a:lnTo>
                <a:lnTo>
                  <a:pt x="5315537" y="3106766"/>
                </a:lnTo>
                <a:lnTo>
                  <a:pt x="5924078" y="3715307"/>
                </a:lnTo>
                <a:lnTo>
                  <a:pt x="6682420" y="3715307"/>
                </a:lnTo>
                <a:lnTo>
                  <a:pt x="6682420" y="3710368"/>
                </a:lnTo>
                <a:lnTo>
                  <a:pt x="5926273" y="3710368"/>
                </a:lnTo>
                <a:lnTo>
                  <a:pt x="5317732" y="3101828"/>
                </a:lnTo>
                <a:lnTo>
                  <a:pt x="4289414" y="3101828"/>
                </a:lnTo>
                <a:lnTo>
                  <a:pt x="3590882" y="2403296"/>
                </a:lnTo>
                <a:lnTo>
                  <a:pt x="3195797" y="2403296"/>
                </a:lnTo>
                <a:lnTo>
                  <a:pt x="2498362" y="1705861"/>
                </a:lnTo>
                <a:lnTo>
                  <a:pt x="1955669" y="1705861"/>
                </a:lnTo>
                <a:lnTo>
                  <a:pt x="1126540" y="876732"/>
                </a:lnTo>
                <a:lnTo>
                  <a:pt x="562996" y="876732"/>
                </a:lnTo>
                <a:lnTo>
                  <a:pt x="44994" y="359280"/>
                </a:lnTo>
                <a:cubicBezTo>
                  <a:pt x="50482" y="352147"/>
                  <a:pt x="49934" y="341172"/>
                  <a:pt x="43348" y="334587"/>
                </a:cubicBezTo>
                <a:cubicBezTo>
                  <a:pt x="39782" y="331021"/>
                  <a:pt x="34982" y="329238"/>
                  <a:pt x="30180" y="329238"/>
                </a:cubicBezTo>
                <a:close/>
                <a:moveTo>
                  <a:pt x="8003760" y="292473"/>
                </a:moveTo>
                <a:cubicBezTo>
                  <a:pt x="7998959" y="292473"/>
                  <a:pt x="7994157" y="294256"/>
                  <a:pt x="7990591" y="297823"/>
                </a:cubicBezTo>
                <a:cubicBezTo>
                  <a:pt x="7984007" y="304407"/>
                  <a:pt x="7983457" y="314833"/>
                  <a:pt x="7988944" y="322515"/>
                </a:cubicBezTo>
                <a:lnTo>
                  <a:pt x="7868774" y="442687"/>
                </a:lnTo>
                <a:lnTo>
                  <a:pt x="7868774" y="1451251"/>
                </a:lnTo>
                <a:lnTo>
                  <a:pt x="7746406" y="1573618"/>
                </a:lnTo>
                <a:lnTo>
                  <a:pt x="7746406" y="3202794"/>
                </a:lnTo>
                <a:lnTo>
                  <a:pt x="7751346" y="3202794"/>
                </a:lnTo>
                <a:lnTo>
                  <a:pt x="7751346" y="1575812"/>
                </a:lnTo>
                <a:lnTo>
                  <a:pt x="7873712" y="1453446"/>
                </a:lnTo>
                <a:lnTo>
                  <a:pt x="7873712" y="444334"/>
                </a:lnTo>
                <a:lnTo>
                  <a:pt x="7992238" y="325808"/>
                </a:lnTo>
                <a:cubicBezTo>
                  <a:pt x="7999370" y="331296"/>
                  <a:pt x="8010345" y="330746"/>
                  <a:pt x="8016930" y="324162"/>
                </a:cubicBezTo>
                <a:cubicBezTo>
                  <a:pt x="8024064" y="317028"/>
                  <a:pt x="8024064" y="304957"/>
                  <a:pt x="8016930" y="297823"/>
                </a:cubicBezTo>
                <a:cubicBezTo>
                  <a:pt x="8013363" y="294256"/>
                  <a:pt x="8008561" y="292473"/>
                  <a:pt x="8003760" y="292473"/>
                </a:cubicBezTo>
                <a:close/>
                <a:moveTo>
                  <a:pt x="11430573" y="181629"/>
                </a:moveTo>
                <a:cubicBezTo>
                  <a:pt x="11425772" y="181629"/>
                  <a:pt x="11420971" y="183413"/>
                  <a:pt x="11417404" y="186979"/>
                </a:cubicBezTo>
                <a:cubicBezTo>
                  <a:pt x="11410819" y="193564"/>
                  <a:pt x="11410269" y="203990"/>
                  <a:pt x="11415757" y="211673"/>
                </a:cubicBezTo>
                <a:lnTo>
                  <a:pt x="11160598" y="466832"/>
                </a:lnTo>
                <a:lnTo>
                  <a:pt x="11160049" y="466832"/>
                </a:lnTo>
                <a:lnTo>
                  <a:pt x="11160049" y="614439"/>
                </a:lnTo>
                <a:cubicBezTo>
                  <a:pt x="11150721" y="615537"/>
                  <a:pt x="11143588" y="623219"/>
                  <a:pt x="11143588" y="633096"/>
                </a:cubicBezTo>
                <a:cubicBezTo>
                  <a:pt x="11143588" y="642973"/>
                  <a:pt x="11151818" y="651753"/>
                  <a:pt x="11162244" y="651753"/>
                </a:cubicBezTo>
                <a:lnTo>
                  <a:pt x="11162793" y="651205"/>
                </a:lnTo>
                <a:cubicBezTo>
                  <a:pt x="11173219" y="651205"/>
                  <a:pt x="11181450" y="642973"/>
                  <a:pt x="11181450" y="632548"/>
                </a:cubicBezTo>
                <a:cubicBezTo>
                  <a:pt x="11181450" y="622122"/>
                  <a:pt x="11174316" y="614988"/>
                  <a:pt x="11164988" y="613891"/>
                </a:cubicBezTo>
                <a:lnTo>
                  <a:pt x="11164988" y="469026"/>
                </a:lnTo>
                <a:lnTo>
                  <a:pt x="11419049" y="214965"/>
                </a:lnTo>
                <a:cubicBezTo>
                  <a:pt x="11426183" y="220452"/>
                  <a:pt x="11437158" y="219903"/>
                  <a:pt x="11443743" y="213318"/>
                </a:cubicBezTo>
                <a:cubicBezTo>
                  <a:pt x="11450876" y="206185"/>
                  <a:pt x="11450876" y="194113"/>
                  <a:pt x="11443743" y="186979"/>
                </a:cubicBezTo>
                <a:cubicBezTo>
                  <a:pt x="11440176" y="183413"/>
                  <a:pt x="11435374" y="181629"/>
                  <a:pt x="11430573" y="181629"/>
                </a:cubicBezTo>
                <a:close/>
                <a:moveTo>
                  <a:pt x="9575320" y="150352"/>
                </a:moveTo>
                <a:cubicBezTo>
                  <a:pt x="9570519" y="150352"/>
                  <a:pt x="9565717" y="152135"/>
                  <a:pt x="9562151" y="155702"/>
                </a:cubicBezTo>
                <a:cubicBezTo>
                  <a:pt x="9555565" y="162287"/>
                  <a:pt x="9555016" y="172712"/>
                  <a:pt x="9560504" y="180394"/>
                </a:cubicBezTo>
                <a:lnTo>
                  <a:pt x="9196696" y="544202"/>
                </a:lnTo>
                <a:lnTo>
                  <a:pt x="9196698" y="544202"/>
                </a:lnTo>
                <a:lnTo>
                  <a:pt x="9196148" y="544750"/>
                </a:lnTo>
                <a:lnTo>
                  <a:pt x="9196148" y="788935"/>
                </a:lnTo>
                <a:cubicBezTo>
                  <a:pt x="9186820" y="790033"/>
                  <a:pt x="9179687" y="797715"/>
                  <a:pt x="9179687" y="807592"/>
                </a:cubicBezTo>
                <a:cubicBezTo>
                  <a:pt x="9179687" y="817469"/>
                  <a:pt x="9187917" y="826249"/>
                  <a:pt x="9198343" y="826249"/>
                </a:cubicBezTo>
                <a:cubicBezTo>
                  <a:pt x="9208769" y="826249"/>
                  <a:pt x="9217000" y="818018"/>
                  <a:pt x="9217000" y="807592"/>
                </a:cubicBezTo>
                <a:cubicBezTo>
                  <a:pt x="9217000" y="797166"/>
                  <a:pt x="9209867" y="790033"/>
                  <a:pt x="9200538" y="788935"/>
                </a:cubicBezTo>
                <a:lnTo>
                  <a:pt x="9200538" y="546946"/>
                </a:lnTo>
                <a:lnTo>
                  <a:pt x="9563797" y="183687"/>
                </a:lnTo>
                <a:cubicBezTo>
                  <a:pt x="9570930" y="189175"/>
                  <a:pt x="9581905" y="188626"/>
                  <a:pt x="9588489" y="182041"/>
                </a:cubicBezTo>
                <a:cubicBezTo>
                  <a:pt x="9595623" y="174908"/>
                  <a:pt x="9595623" y="162836"/>
                  <a:pt x="9588489" y="155702"/>
                </a:cubicBezTo>
                <a:cubicBezTo>
                  <a:pt x="9584922" y="152135"/>
                  <a:pt x="9580121" y="150352"/>
                  <a:pt x="9575320" y="150352"/>
                </a:cubicBezTo>
                <a:close/>
                <a:moveTo>
                  <a:pt x="1234090" y="127716"/>
                </a:moveTo>
                <a:cubicBezTo>
                  <a:pt x="1223665" y="127716"/>
                  <a:pt x="1215434" y="135948"/>
                  <a:pt x="1215434" y="146373"/>
                </a:cubicBezTo>
                <a:cubicBezTo>
                  <a:pt x="1215434" y="156799"/>
                  <a:pt x="1222567" y="163933"/>
                  <a:pt x="1231896" y="165030"/>
                </a:cubicBezTo>
                <a:lnTo>
                  <a:pt x="1230798" y="165030"/>
                </a:lnTo>
                <a:lnTo>
                  <a:pt x="1230798" y="477257"/>
                </a:lnTo>
                <a:lnTo>
                  <a:pt x="1971034" y="1217492"/>
                </a:lnTo>
                <a:lnTo>
                  <a:pt x="3161228" y="1217492"/>
                </a:lnTo>
                <a:lnTo>
                  <a:pt x="3676483" y="1732749"/>
                </a:lnTo>
                <a:cubicBezTo>
                  <a:pt x="3670996" y="1739882"/>
                  <a:pt x="3671545" y="1750857"/>
                  <a:pt x="3678130" y="1757442"/>
                </a:cubicBezTo>
                <a:cubicBezTo>
                  <a:pt x="3685264" y="1764576"/>
                  <a:pt x="3697335" y="1764576"/>
                  <a:pt x="3704469" y="1757442"/>
                </a:cubicBezTo>
                <a:cubicBezTo>
                  <a:pt x="3711602" y="1750309"/>
                  <a:pt x="3711602" y="1738237"/>
                  <a:pt x="3704469" y="1731103"/>
                </a:cubicBezTo>
                <a:cubicBezTo>
                  <a:pt x="3697884" y="1724518"/>
                  <a:pt x="3687458" y="1723970"/>
                  <a:pt x="3679776" y="1729456"/>
                </a:cubicBezTo>
                <a:lnTo>
                  <a:pt x="3163422" y="1213103"/>
                </a:lnTo>
                <a:lnTo>
                  <a:pt x="1973229" y="1213103"/>
                </a:lnTo>
                <a:lnTo>
                  <a:pt x="1236286" y="475611"/>
                </a:lnTo>
                <a:lnTo>
                  <a:pt x="1236286" y="165030"/>
                </a:lnTo>
                <a:cubicBezTo>
                  <a:pt x="1245614" y="163933"/>
                  <a:pt x="1252747" y="156251"/>
                  <a:pt x="1252747" y="146373"/>
                </a:cubicBezTo>
                <a:cubicBezTo>
                  <a:pt x="1252747" y="136497"/>
                  <a:pt x="1244516" y="127716"/>
                  <a:pt x="1234090" y="127716"/>
                </a:cubicBezTo>
                <a:close/>
                <a:moveTo>
                  <a:pt x="12673444" y="85053"/>
                </a:moveTo>
                <a:cubicBezTo>
                  <a:pt x="12668643" y="85053"/>
                  <a:pt x="12663841" y="86837"/>
                  <a:pt x="12660274" y="90404"/>
                </a:cubicBezTo>
                <a:cubicBezTo>
                  <a:pt x="12653689" y="96988"/>
                  <a:pt x="12653141" y="107414"/>
                  <a:pt x="12658628" y="115096"/>
                </a:cubicBezTo>
                <a:lnTo>
                  <a:pt x="11994118" y="779607"/>
                </a:lnTo>
                <a:lnTo>
                  <a:pt x="10936717" y="779607"/>
                </a:lnTo>
                <a:lnTo>
                  <a:pt x="10717774" y="998550"/>
                </a:lnTo>
                <a:lnTo>
                  <a:pt x="10717226" y="998550"/>
                </a:lnTo>
                <a:lnTo>
                  <a:pt x="10717226" y="1374429"/>
                </a:lnTo>
                <a:lnTo>
                  <a:pt x="9451307" y="2640347"/>
                </a:lnTo>
                <a:lnTo>
                  <a:pt x="9450759" y="2640347"/>
                </a:lnTo>
                <a:lnTo>
                  <a:pt x="9450759" y="2640896"/>
                </a:lnTo>
                <a:lnTo>
                  <a:pt x="9450759" y="2952025"/>
                </a:lnTo>
                <a:lnTo>
                  <a:pt x="9278458" y="3124325"/>
                </a:lnTo>
                <a:cubicBezTo>
                  <a:pt x="9271324" y="3118839"/>
                  <a:pt x="9260349" y="3119387"/>
                  <a:pt x="9253764" y="3125971"/>
                </a:cubicBezTo>
                <a:cubicBezTo>
                  <a:pt x="9246632" y="3133106"/>
                  <a:pt x="9246632" y="3145178"/>
                  <a:pt x="9253764" y="3152311"/>
                </a:cubicBezTo>
                <a:cubicBezTo>
                  <a:pt x="9260898" y="3159445"/>
                  <a:pt x="9272970" y="3159445"/>
                  <a:pt x="9280104" y="3152311"/>
                </a:cubicBezTo>
                <a:cubicBezTo>
                  <a:pt x="9286688" y="3145726"/>
                  <a:pt x="9287238" y="3135300"/>
                  <a:pt x="9281750" y="3127618"/>
                </a:cubicBezTo>
                <a:lnTo>
                  <a:pt x="9455148" y="2954220"/>
                </a:lnTo>
                <a:lnTo>
                  <a:pt x="9455697" y="2954220"/>
                </a:lnTo>
                <a:lnTo>
                  <a:pt x="9455697" y="2642542"/>
                </a:lnTo>
                <a:lnTo>
                  <a:pt x="10721614" y="1376624"/>
                </a:lnTo>
                <a:lnTo>
                  <a:pt x="10722164" y="1376624"/>
                </a:lnTo>
                <a:lnTo>
                  <a:pt x="10722164" y="1000745"/>
                </a:lnTo>
                <a:lnTo>
                  <a:pt x="10938912" y="783997"/>
                </a:lnTo>
                <a:lnTo>
                  <a:pt x="11996312" y="783997"/>
                </a:lnTo>
                <a:lnTo>
                  <a:pt x="12661921" y="118388"/>
                </a:lnTo>
                <a:cubicBezTo>
                  <a:pt x="12669055" y="123875"/>
                  <a:pt x="12680029" y="123327"/>
                  <a:pt x="12686613" y="116743"/>
                </a:cubicBezTo>
                <a:cubicBezTo>
                  <a:pt x="12693747" y="109609"/>
                  <a:pt x="12693747" y="97536"/>
                  <a:pt x="12686613" y="90404"/>
                </a:cubicBezTo>
                <a:cubicBezTo>
                  <a:pt x="12683047" y="86837"/>
                  <a:pt x="12678245" y="85053"/>
                  <a:pt x="12673444" y="85053"/>
                </a:cubicBezTo>
                <a:close/>
                <a:moveTo>
                  <a:pt x="5508690" y="82858"/>
                </a:moveTo>
                <a:cubicBezTo>
                  <a:pt x="5503888" y="82858"/>
                  <a:pt x="5499087" y="84642"/>
                  <a:pt x="5495520" y="88208"/>
                </a:cubicBezTo>
                <a:cubicBezTo>
                  <a:pt x="5488386" y="95342"/>
                  <a:pt x="5488386" y="107414"/>
                  <a:pt x="5495520" y="114547"/>
                </a:cubicBezTo>
                <a:cubicBezTo>
                  <a:pt x="5502105" y="121132"/>
                  <a:pt x="5512532" y="121681"/>
                  <a:pt x="5520212" y="116193"/>
                </a:cubicBezTo>
                <a:lnTo>
                  <a:pt x="6066748" y="662728"/>
                </a:lnTo>
                <a:lnTo>
                  <a:pt x="6066748" y="1160425"/>
                </a:lnTo>
                <a:lnTo>
                  <a:pt x="6354830" y="1448508"/>
                </a:lnTo>
                <a:cubicBezTo>
                  <a:pt x="6349342" y="1455641"/>
                  <a:pt x="6349891" y="1466615"/>
                  <a:pt x="6356476" y="1473200"/>
                </a:cubicBezTo>
                <a:cubicBezTo>
                  <a:pt x="6363610" y="1480334"/>
                  <a:pt x="6375682" y="1480334"/>
                  <a:pt x="6382815" y="1473200"/>
                </a:cubicBezTo>
                <a:cubicBezTo>
                  <a:pt x="6389948" y="1466067"/>
                  <a:pt x="6389948" y="1453995"/>
                  <a:pt x="6382815" y="1446861"/>
                </a:cubicBezTo>
                <a:cubicBezTo>
                  <a:pt x="6376230" y="1440276"/>
                  <a:pt x="6365804" y="1439727"/>
                  <a:pt x="6358122" y="1445215"/>
                </a:cubicBezTo>
                <a:lnTo>
                  <a:pt x="6071686" y="1158779"/>
                </a:lnTo>
                <a:lnTo>
                  <a:pt x="6071686" y="661081"/>
                </a:lnTo>
                <a:lnTo>
                  <a:pt x="5523506" y="112902"/>
                </a:lnTo>
                <a:cubicBezTo>
                  <a:pt x="5528993" y="105768"/>
                  <a:pt x="5528444" y="94793"/>
                  <a:pt x="5521859" y="88208"/>
                </a:cubicBezTo>
                <a:cubicBezTo>
                  <a:pt x="5518293" y="84642"/>
                  <a:pt x="5513491" y="82858"/>
                  <a:pt x="5508690" y="82858"/>
                </a:cubicBezTo>
                <a:close/>
                <a:moveTo>
                  <a:pt x="13440567" y="68454"/>
                </a:moveTo>
                <a:cubicBezTo>
                  <a:pt x="13430142" y="68454"/>
                  <a:pt x="13421911" y="76685"/>
                  <a:pt x="13421911" y="87111"/>
                </a:cubicBezTo>
                <a:cubicBezTo>
                  <a:pt x="13421911" y="97536"/>
                  <a:pt x="13429044" y="104670"/>
                  <a:pt x="13438372" y="105768"/>
                </a:cubicBezTo>
                <a:lnTo>
                  <a:pt x="13438372" y="253924"/>
                </a:lnTo>
                <a:lnTo>
                  <a:pt x="13058652" y="633645"/>
                </a:lnTo>
                <a:lnTo>
                  <a:pt x="13058103" y="634194"/>
                </a:lnTo>
                <a:lnTo>
                  <a:pt x="12642716" y="634194"/>
                </a:lnTo>
                <a:lnTo>
                  <a:pt x="11792185" y="1484723"/>
                </a:lnTo>
                <a:lnTo>
                  <a:pt x="10808863" y="1484723"/>
                </a:lnTo>
                <a:lnTo>
                  <a:pt x="9714149" y="2579438"/>
                </a:lnTo>
                <a:lnTo>
                  <a:pt x="9713600" y="2579438"/>
                </a:lnTo>
                <a:lnTo>
                  <a:pt x="9713600" y="3027200"/>
                </a:lnTo>
                <a:lnTo>
                  <a:pt x="9267483" y="3473318"/>
                </a:lnTo>
                <a:lnTo>
                  <a:pt x="9040309" y="3473318"/>
                </a:lnTo>
                <a:lnTo>
                  <a:pt x="9040309" y="3478256"/>
                </a:lnTo>
                <a:lnTo>
                  <a:pt x="9269678" y="3478256"/>
                </a:lnTo>
                <a:lnTo>
                  <a:pt x="9717990" y="3029944"/>
                </a:lnTo>
                <a:lnTo>
                  <a:pt x="9718538" y="3029944"/>
                </a:lnTo>
                <a:lnTo>
                  <a:pt x="9718538" y="2582182"/>
                </a:lnTo>
                <a:lnTo>
                  <a:pt x="10811057" y="1489663"/>
                </a:lnTo>
                <a:lnTo>
                  <a:pt x="11794379" y="1489663"/>
                </a:lnTo>
                <a:lnTo>
                  <a:pt x="12644910" y="639132"/>
                </a:lnTo>
                <a:lnTo>
                  <a:pt x="13060298" y="639132"/>
                </a:lnTo>
                <a:lnTo>
                  <a:pt x="13442213" y="257217"/>
                </a:lnTo>
                <a:lnTo>
                  <a:pt x="13442762" y="257217"/>
                </a:lnTo>
                <a:lnTo>
                  <a:pt x="13442762" y="105768"/>
                </a:lnTo>
                <a:cubicBezTo>
                  <a:pt x="13452091" y="104670"/>
                  <a:pt x="13459225" y="96988"/>
                  <a:pt x="13459225" y="87111"/>
                </a:cubicBezTo>
                <a:cubicBezTo>
                  <a:pt x="13459225" y="77234"/>
                  <a:pt x="13450994" y="68454"/>
                  <a:pt x="13440567" y="68454"/>
                </a:cubicBezTo>
                <a:close/>
                <a:moveTo>
                  <a:pt x="3523593" y="66054"/>
                </a:moveTo>
                <a:cubicBezTo>
                  <a:pt x="3518724" y="65985"/>
                  <a:pt x="3513785" y="67631"/>
                  <a:pt x="3510218" y="71197"/>
                </a:cubicBezTo>
                <a:cubicBezTo>
                  <a:pt x="3503085" y="78331"/>
                  <a:pt x="3503085" y="90404"/>
                  <a:pt x="3510218" y="97536"/>
                </a:cubicBezTo>
                <a:cubicBezTo>
                  <a:pt x="3517352" y="104670"/>
                  <a:pt x="3527230" y="104670"/>
                  <a:pt x="3534912" y="99183"/>
                </a:cubicBezTo>
                <a:lnTo>
                  <a:pt x="3534363" y="99732"/>
                </a:lnTo>
                <a:lnTo>
                  <a:pt x="4713032" y="1278401"/>
                </a:lnTo>
                <a:lnTo>
                  <a:pt x="5114702" y="1278401"/>
                </a:lnTo>
                <a:lnTo>
                  <a:pt x="6142472" y="2306171"/>
                </a:lnTo>
                <a:lnTo>
                  <a:pt x="6142472" y="2360495"/>
                </a:lnTo>
                <a:lnTo>
                  <a:pt x="6719186" y="2937209"/>
                </a:lnTo>
                <a:lnTo>
                  <a:pt x="6719186" y="3015129"/>
                </a:lnTo>
                <a:cubicBezTo>
                  <a:pt x="6709858" y="3016226"/>
                  <a:pt x="6702724" y="3023908"/>
                  <a:pt x="6702724" y="3033785"/>
                </a:cubicBezTo>
                <a:cubicBezTo>
                  <a:pt x="6702724" y="3043663"/>
                  <a:pt x="6710955" y="3052442"/>
                  <a:pt x="6721381" y="3052442"/>
                </a:cubicBezTo>
                <a:cubicBezTo>
                  <a:pt x="6731806" y="3052442"/>
                  <a:pt x="6740038" y="3044212"/>
                  <a:pt x="6740038" y="3033785"/>
                </a:cubicBezTo>
                <a:cubicBezTo>
                  <a:pt x="6740038" y="3023359"/>
                  <a:pt x="6732904" y="3016226"/>
                  <a:pt x="6723576" y="3015129"/>
                </a:cubicBezTo>
                <a:lnTo>
                  <a:pt x="6723576" y="2935563"/>
                </a:lnTo>
                <a:lnTo>
                  <a:pt x="6146862" y="2358849"/>
                </a:lnTo>
                <a:lnTo>
                  <a:pt x="6146862" y="2304525"/>
                </a:lnTo>
                <a:lnTo>
                  <a:pt x="5116348" y="1274011"/>
                </a:lnTo>
                <a:lnTo>
                  <a:pt x="4714678" y="1274011"/>
                </a:lnTo>
                <a:lnTo>
                  <a:pt x="3538204" y="95891"/>
                </a:lnTo>
                <a:cubicBezTo>
                  <a:pt x="3543691" y="88757"/>
                  <a:pt x="3543142" y="77782"/>
                  <a:pt x="3536557" y="71197"/>
                </a:cubicBezTo>
                <a:cubicBezTo>
                  <a:pt x="3533264" y="67905"/>
                  <a:pt x="3528463" y="66122"/>
                  <a:pt x="3523593" y="66054"/>
                </a:cubicBezTo>
                <a:close/>
                <a:moveTo>
                  <a:pt x="12317867" y="62556"/>
                </a:moveTo>
                <a:cubicBezTo>
                  <a:pt x="12313066" y="62556"/>
                  <a:pt x="12308264" y="64339"/>
                  <a:pt x="12304698" y="67906"/>
                </a:cubicBezTo>
                <a:cubicBezTo>
                  <a:pt x="12298114" y="74490"/>
                  <a:pt x="12297564" y="84916"/>
                  <a:pt x="12303051" y="92598"/>
                </a:cubicBezTo>
                <a:lnTo>
                  <a:pt x="12047893" y="347757"/>
                </a:lnTo>
                <a:lnTo>
                  <a:pt x="12047344" y="347757"/>
                </a:lnTo>
                <a:lnTo>
                  <a:pt x="12047344" y="464636"/>
                </a:lnTo>
                <a:lnTo>
                  <a:pt x="11840474" y="671507"/>
                </a:lnTo>
                <a:lnTo>
                  <a:pt x="11451424" y="671507"/>
                </a:lnTo>
                <a:cubicBezTo>
                  <a:pt x="11450327" y="662179"/>
                  <a:pt x="11442645" y="655046"/>
                  <a:pt x="11432768" y="655046"/>
                </a:cubicBezTo>
                <a:cubicBezTo>
                  <a:pt x="11422890" y="655046"/>
                  <a:pt x="11414110" y="663276"/>
                  <a:pt x="11414110" y="673703"/>
                </a:cubicBezTo>
                <a:cubicBezTo>
                  <a:pt x="11414110" y="684128"/>
                  <a:pt x="11422341" y="692359"/>
                  <a:pt x="11432768" y="692359"/>
                </a:cubicBezTo>
                <a:cubicBezTo>
                  <a:pt x="11443193" y="692359"/>
                  <a:pt x="11450327" y="685226"/>
                  <a:pt x="11451424" y="675897"/>
                </a:cubicBezTo>
                <a:lnTo>
                  <a:pt x="11843217" y="675897"/>
                </a:lnTo>
                <a:lnTo>
                  <a:pt x="12051735" y="466832"/>
                </a:lnTo>
                <a:lnTo>
                  <a:pt x="12052282" y="466832"/>
                </a:lnTo>
                <a:lnTo>
                  <a:pt x="12052282" y="349952"/>
                </a:lnTo>
                <a:lnTo>
                  <a:pt x="12306344" y="95891"/>
                </a:lnTo>
                <a:cubicBezTo>
                  <a:pt x="12313478" y="101377"/>
                  <a:pt x="12324453" y="100829"/>
                  <a:pt x="12331037" y="94245"/>
                </a:cubicBezTo>
                <a:cubicBezTo>
                  <a:pt x="12338171" y="87111"/>
                  <a:pt x="12338171" y="75038"/>
                  <a:pt x="12331037" y="67906"/>
                </a:cubicBezTo>
                <a:cubicBezTo>
                  <a:pt x="12327470" y="64339"/>
                  <a:pt x="12322669" y="62556"/>
                  <a:pt x="12317867" y="62556"/>
                </a:cubicBezTo>
                <a:close/>
                <a:moveTo>
                  <a:pt x="2080437" y="62212"/>
                </a:moveTo>
                <a:cubicBezTo>
                  <a:pt x="2075567" y="62144"/>
                  <a:pt x="2070628" y="63790"/>
                  <a:pt x="2067062" y="67356"/>
                </a:cubicBezTo>
                <a:cubicBezTo>
                  <a:pt x="2059928" y="74490"/>
                  <a:pt x="2059928" y="86563"/>
                  <a:pt x="2067062" y="93695"/>
                </a:cubicBezTo>
                <a:cubicBezTo>
                  <a:pt x="2070355" y="96988"/>
                  <a:pt x="2074607" y="98771"/>
                  <a:pt x="2078997" y="99045"/>
                </a:cubicBezTo>
                <a:lnTo>
                  <a:pt x="2091754" y="95342"/>
                </a:lnTo>
                <a:lnTo>
                  <a:pt x="2091205" y="94793"/>
                </a:lnTo>
                <a:lnTo>
                  <a:pt x="2091754" y="95342"/>
                </a:lnTo>
                <a:lnTo>
                  <a:pt x="2091754" y="95342"/>
                </a:lnTo>
                <a:lnTo>
                  <a:pt x="2475316" y="478903"/>
                </a:lnTo>
                <a:lnTo>
                  <a:pt x="2979049" y="478903"/>
                </a:lnTo>
                <a:lnTo>
                  <a:pt x="3953592" y="1453446"/>
                </a:lnTo>
                <a:lnTo>
                  <a:pt x="4179668" y="1453446"/>
                </a:lnTo>
                <a:lnTo>
                  <a:pt x="4465556" y="1739334"/>
                </a:lnTo>
                <a:lnTo>
                  <a:pt x="4727848" y="1739334"/>
                </a:lnTo>
                <a:cubicBezTo>
                  <a:pt x="4728946" y="1748662"/>
                  <a:pt x="4736628" y="1755795"/>
                  <a:pt x="4746505" y="1755795"/>
                </a:cubicBezTo>
                <a:cubicBezTo>
                  <a:pt x="4756382" y="1755795"/>
                  <a:pt x="4765162" y="1747565"/>
                  <a:pt x="4765162" y="1737139"/>
                </a:cubicBezTo>
                <a:cubicBezTo>
                  <a:pt x="4765162" y="1726714"/>
                  <a:pt x="4756932" y="1718482"/>
                  <a:pt x="4746505" y="1718482"/>
                </a:cubicBezTo>
                <a:cubicBezTo>
                  <a:pt x="4736079" y="1718482"/>
                  <a:pt x="4728946" y="1725615"/>
                  <a:pt x="4727848" y="1734944"/>
                </a:cubicBezTo>
                <a:lnTo>
                  <a:pt x="4467751" y="1734944"/>
                </a:lnTo>
                <a:lnTo>
                  <a:pt x="4181863" y="1449057"/>
                </a:lnTo>
                <a:lnTo>
                  <a:pt x="3955787" y="1449057"/>
                </a:lnTo>
                <a:lnTo>
                  <a:pt x="2981244" y="474514"/>
                </a:lnTo>
                <a:lnTo>
                  <a:pt x="2477511" y="474514"/>
                </a:lnTo>
                <a:lnTo>
                  <a:pt x="2095046" y="92049"/>
                </a:lnTo>
                <a:cubicBezTo>
                  <a:pt x="2100534" y="84916"/>
                  <a:pt x="2099985" y="73941"/>
                  <a:pt x="2093401" y="67356"/>
                </a:cubicBezTo>
                <a:cubicBezTo>
                  <a:pt x="2090108" y="64064"/>
                  <a:pt x="2085307" y="62281"/>
                  <a:pt x="2080437" y="62212"/>
                </a:cubicBezTo>
                <a:close/>
                <a:moveTo>
                  <a:pt x="3829579" y="60360"/>
                </a:moveTo>
                <a:cubicBezTo>
                  <a:pt x="3824777" y="60360"/>
                  <a:pt x="3819976" y="62144"/>
                  <a:pt x="3816410" y="65710"/>
                </a:cubicBezTo>
                <a:cubicBezTo>
                  <a:pt x="3809276" y="72844"/>
                  <a:pt x="3809276" y="84916"/>
                  <a:pt x="3816410" y="92049"/>
                </a:cubicBezTo>
                <a:cubicBezTo>
                  <a:pt x="3823542" y="99183"/>
                  <a:pt x="3833420" y="99183"/>
                  <a:pt x="3841102" y="93695"/>
                </a:cubicBezTo>
                <a:lnTo>
                  <a:pt x="4375564" y="628158"/>
                </a:lnTo>
                <a:cubicBezTo>
                  <a:pt x="4370077" y="635291"/>
                  <a:pt x="4370626" y="646265"/>
                  <a:pt x="4377210" y="652850"/>
                </a:cubicBezTo>
                <a:cubicBezTo>
                  <a:pt x="4384344" y="659984"/>
                  <a:pt x="4396416" y="659984"/>
                  <a:pt x="4403550" y="652850"/>
                </a:cubicBezTo>
                <a:cubicBezTo>
                  <a:pt x="4410684" y="645717"/>
                  <a:pt x="4410684" y="633645"/>
                  <a:pt x="4403550" y="626511"/>
                </a:cubicBezTo>
                <a:cubicBezTo>
                  <a:pt x="4396416" y="619378"/>
                  <a:pt x="4386538" y="619378"/>
                  <a:pt x="4378856" y="624866"/>
                </a:cubicBezTo>
                <a:lnTo>
                  <a:pt x="3844394" y="90404"/>
                </a:lnTo>
                <a:cubicBezTo>
                  <a:pt x="3849882" y="83270"/>
                  <a:pt x="3849333" y="72295"/>
                  <a:pt x="3842748" y="65710"/>
                </a:cubicBezTo>
                <a:cubicBezTo>
                  <a:pt x="3839182" y="62144"/>
                  <a:pt x="3834380" y="60360"/>
                  <a:pt x="3829579" y="60360"/>
                </a:cubicBezTo>
                <a:close/>
                <a:moveTo>
                  <a:pt x="6405312" y="58715"/>
                </a:moveTo>
                <a:cubicBezTo>
                  <a:pt x="6400511" y="58714"/>
                  <a:pt x="6395710" y="60498"/>
                  <a:pt x="6392143" y="64065"/>
                </a:cubicBezTo>
                <a:cubicBezTo>
                  <a:pt x="6385010" y="71197"/>
                  <a:pt x="6385010" y="83270"/>
                  <a:pt x="6392143" y="90404"/>
                </a:cubicBezTo>
                <a:cubicBezTo>
                  <a:pt x="6398728" y="96988"/>
                  <a:pt x="6409154" y="97536"/>
                  <a:pt x="6416836" y="92049"/>
                </a:cubicBezTo>
                <a:lnTo>
                  <a:pt x="6647852" y="323064"/>
                </a:lnTo>
                <a:lnTo>
                  <a:pt x="6647852" y="1283889"/>
                </a:lnTo>
                <a:lnTo>
                  <a:pt x="7273951" y="1909988"/>
                </a:lnTo>
                <a:lnTo>
                  <a:pt x="7273951" y="3239559"/>
                </a:lnTo>
                <a:lnTo>
                  <a:pt x="7278890" y="3239559"/>
                </a:lnTo>
                <a:lnTo>
                  <a:pt x="7278890" y="1907794"/>
                </a:lnTo>
                <a:lnTo>
                  <a:pt x="6652789" y="1281694"/>
                </a:lnTo>
                <a:lnTo>
                  <a:pt x="6652789" y="321418"/>
                </a:lnTo>
                <a:lnTo>
                  <a:pt x="6420129" y="88757"/>
                </a:lnTo>
                <a:cubicBezTo>
                  <a:pt x="6425616" y="81623"/>
                  <a:pt x="6425067" y="70649"/>
                  <a:pt x="6418482" y="64065"/>
                </a:cubicBezTo>
                <a:cubicBezTo>
                  <a:pt x="6414915" y="60498"/>
                  <a:pt x="6410114" y="58714"/>
                  <a:pt x="6405312" y="58715"/>
                </a:cubicBezTo>
                <a:close/>
                <a:moveTo>
                  <a:pt x="9445271" y="55422"/>
                </a:moveTo>
                <a:cubicBezTo>
                  <a:pt x="9440470" y="55422"/>
                  <a:pt x="9435668" y="57205"/>
                  <a:pt x="9432102" y="60772"/>
                </a:cubicBezTo>
                <a:cubicBezTo>
                  <a:pt x="9425517" y="67356"/>
                  <a:pt x="9424968" y="77782"/>
                  <a:pt x="9430456" y="85464"/>
                </a:cubicBezTo>
                <a:lnTo>
                  <a:pt x="8428477" y="1087444"/>
                </a:lnTo>
                <a:lnTo>
                  <a:pt x="8427928" y="1087444"/>
                </a:lnTo>
                <a:lnTo>
                  <a:pt x="8427928" y="2614007"/>
                </a:lnTo>
                <a:lnTo>
                  <a:pt x="8206241" y="2835694"/>
                </a:lnTo>
                <a:lnTo>
                  <a:pt x="8205692" y="2835694"/>
                </a:lnTo>
                <a:lnTo>
                  <a:pt x="8205144" y="2836243"/>
                </a:lnTo>
                <a:lnTo>
                  <a:pt x="8205144" y="3230230"/>
                </a:lnTo>
                <a:lnTo>
                  <a:pt x="8210082" y="3230230"/>
                </a:lnTo>
                <a:lnTo>
                  <a:pt x="8210082" y="2837889"/>
                </a:lnTo>
                <a:lnTo>
                  <a:pt x="8431769" y="2616203"/>
                </a:lnTo>
                <a:lnTo>
                  <a:pt x="8432317" y="2616203"/>
                </a:lnTo>
                <a:lnTo>
                  <a:pt x="8432317" y="1090187"/>
                </a:lnTo>
                <a:lnTo>
                  <a:pt x="9433748" y="88757"/>
                </a:lnTo>
                <a:cubicBezTo>
                  <a:pt x="9440882" y="94245"/>
                  <a:pt x="9451856" y="93695"/>
                  <a:pt x="9458441" y="87111"/>
                </a:cubicBezTo>
                <a:cubicBezTo>
                  <a:pt x="9465574" y="79978"/>
                  <a:pt x="9465574" y="67906"/>
                  <a:pt x="9458441" y="60772"/>
                </a:cubicBezTo>
                <a:cubicBezTo>
                  <a:pt x="9454874" y="57205"/>
                  <a:pt x="9450072" y="55422"/>
                  <a:pt x="9445271" y="55422"/>
                </a:cubicBezTo>
                <a:close/>
                <a:moveTo>
                  <a:pt x="7811705" y="51581"/>
                </a:moveTo>
                <a:cubicBezTo>
                  <a:pt x="7806904" y="51581"/>
                  <a:pt x="7802103" y="53364"/>
                  <a:pt x="7798536" y="56931"/>
                </a:cubicBezTo>
                <a:cubicBezTo>
                  <a:pt x="7791952" y="63515"/>
                  <a:pt x="7791402" y="73941"/>
                  <a:pt x="7796889" y="81623"/>
                </a:cubicBezTo>
                <a:lnTo>
                  <a:pt x="7438570" y="439943"/>
                </a:lnTo>
                <a:lnTo>
                  <a:pt x="7438570" y="843260"/>
                </a:lnTo>
                <a:lnTo>
                  <a:pt x="7533499" y="938190"/>
                </a:lnTo>
                <a:cubicBezTo>
                  <a:pt x="7528012" y="945323"/>
                  <a:pt x="7528562" y="956298"/>
                  <a:pt x="7535146" y="962882"/>
                </a:cubicBezTo>
                <a:lnTo>
                  <a:pt x="7534597" y="962882"/>
                </a:lnTo>
                <a:cubicBezTo>
                  <a:pt x="7541731" y="970015"/>
                  <a:pt x="7553802" y="970015"/>
                  <a:pt x="7560936" y="962882"/>
                </a:cubicBezTo>
                <a:cubicBezTo>
                  <a:pt x="7568070" y="955749"/>
                  <a:pt x="7568070" y="943676"/>
                  <a:pt x="7560936" y="936544"/>
                </a:cubicBezTo>
                <a:cubicBezTo>
                  <a:pt x="7554351" y="929959"/>
                  <a:pt x="7543925" y="929410"/>
                  <a:pt x="7536243" y="934897"/>
                </a:cubicBezTo>
                <a:lnTo>
                  <a:pt x="7442959" y="841613"/>
                </a:lnTo>
                <a:lnTo>
                  <a:pt x="7442959" y="442138"/>
                </a:lnTo>
                <a:lnTo>
                  <a:pt x="7800182" y="84916"/>
                </a:lnTo>
                <a:cubicBezTo>
                  <a:pt x="7807315" y="90404"/>
                  <a:pt x="7818290" y="89854"/>
                  <a:pt x="7824874" y="83270"/>
                </a:cubicBezTo>
                <a:cubicBezTo>
                  <a:pt x="7832008" y="76137"/>
                  <a:pt x="7832008" y="64065"/>
                  <a:pt x="7824874" y="56931"/>
                </a:cubicBezTo>
                <a:cubicBezTo>
                  <a:pt x="7821307" y="53364"/>
                  <a:pt x="7816506" y="51581"/>
                  <a:pt x="7811705" y="51581"/>
                </a:cubicBezTo>
                <a:close/>
                <a:moveTo>
                  <a:pt x="10497734" y="48837"/>
                </a:moveTo>
                <a:cubicBezTo>
                  <a:pt x="10492932" y="48837"/>
                  <a:pt x="10488131" y="50620"/>
                  <a:pt x="10484564" y="54187"/>
                </a:cubicBezTo>
                <a:cubicBezTo>
                  <a:pt x="10477979" y="60772"/>
                  <a:pt x="10477430" y="71197"/>
                  <a:pt x="10482918" y="78879"/>
                </a:cubicBezTo>
                <a:lnTo>
                  <a:pt x="10090028" y="471770"/>
                </a:lnTo>
                <a:lnTo>
                  <a:pt x="10089479" y="471770"/>
                </a:lnTo>
                <a:lnTo>
                  <a:pt x="10089479" y="839419"/>
                </a:lnTo>
                <a:lnTo>
                  <a:pt x="9924312" y="1004586"/>
                </a:lnTo>
                <a:cubicBezTo>
                  <a:pt x="9917178" y="999098"/>
                  <a:pt x="9906204" y="999647"/>
                  <a:pt x="9899619" y="1006232"/>
                </a:cubicBezTo>
                <a:cubicBezTo>
                  <a:pt x="9892485" y="1013366"/>
                  <a:pt x="9892485" y="1025437"/>
                  <a:pt x="9899619" y="1032571"/>
                </a:cubicBezTo>
                <a:cubicBezTo>
                  <a:pt x="9906752" y="1039704"/>
                  <a:pt x="9918824" y="1039704"/>
                  <a:pt x="9925958" y="1032571"/>
                </a:cubicBezTo>
                <a:cubicBezTo>
                  <a:pt x="9932543" y="1025986"/>
                  <a:pt x="9933091" y="1015561"/>
                  <a:pt x="9927604" y="1007879"/>
                </a:cubicBezTo>
                <a:lnTo>
                  <a:pt x="10093869" y="841613"/>
                </a:lnTo>
                <a:lnTo>
                  <a:pt x="10094418" y="841613"/>
                </a:lnTo>
                <a:lnTo>
                  <a:pt x="10094418" y="473965"/>
                </a:lnTo>
                <a:lnTo>
                  <a:pt x="10486210" y="82172"/>
                </a:lnTo>
                <a:cubicBezTo>
                  <a:pt x="10493344" y="87660"/>
                  <a:pt x="10504318" y="87111"/>
                  <a:pt x="10510903" y="80526"/>
                </a:cubicBezTo>
                <a:cubicBezTo>
                  <a:pt x="10518036" y="73393"/>
                  <a:pt x="10518036" y="61321"/>
                  <a:pt x="10510903" y="54187"/>
                </a:cubicBezTo>
                <a:cubicBezTo>
                  <a:pt x="10507336" y="50620"/>
                  <a:pt x="10502535" y="48837"/>
                  <a:pt x="10497734" y="48837"/>
                </a:cubicBezTo>
                <a:close/>
                <a:moveTo>
                  <a:pt x="7029971" y="45202"/>
                </a:moveTo>
                <a:cubicBezTo>
                  <a:pt x="7025102" y="45133"/>
                  <a:pt x="7020163" y="46779"/>
                  <a:pt x="7016596" y="50346"/>
                </a:cubicBezTo>
                <a:cubicBezTo>
                  <a:pt x="7009463" y="57480"/>
                  <a:pt x="7009463" y="69551"/>
                  <a:pt x="7016596" y="76685"/>
                </a:cubicBezTo>
                <a:cubicBezTo>
                  <a:pt x="7019889" y="79978"/>
                  <a:pt x="7024142" y="81761"/>
                  <a:pt x="7028532" y="82035"/>
                </a:cubicBezTo>
                <a:lnTo>
                  <a:pt x="7040865" y="78454"/>
                </a:lnTo>
                <a:lnTo>
                  <a:pt x="7040742" y="78331"/>
                </a:lnTo>
                <a:lnTo>
                  <a:pt x="7041290" y="78331"/>
                </a:lnTo>
                <a:lnTo>
                  <a:pt x="7040865" y="78454"/>
                </a:lnTo>
                <a:lnTo>
                  <a:pt x="7268464" y="306054"/>
                </a:lnTo>
                <a:lnTo>
                  <a:pt x="7268464" y="1389793"/>
                </a:lnTo>
                <a:lnTo>
                  <a:pt x="7506612" y="1627942"/>
                </a:lnTo>
                <a:lnTo>
                  <a:pt x="7506612" y="3202245"/>
                </a:lnTo>
                <a:lnTo>
                  <a:pt x="7511550" y="3202245"/>
                </a:lnTo>
                <a:lnTo>
                  <a:pt x="7511550" y="1625747"/>
                </a:lnTo>
                <a:lnTo>
                  <a:pt x="7273402" y="1387598"/>
                </a:lnTo>
                <a:lnTo>
                  <a:pt x="7273402" y="303859"/>
                </a:lnTo>
                <a:lnTo>
                  <a:pt x="7044582" y="75038"/>
                </a:lnTo>
                <a:cubicBezTo>
                  <a:pt x="7050070" y="67906"/>
                  <a:pt x="7049520" y="56931"/>
                  <a:pt x="7042936" y="50346"/>
                </a:cubicBezTo>
                <a:cubicBezTo>
                  <a:pt x="7039643" y="47054"/>
                  <a:pt x="7034841" y="45270"/>
                  <a:pt x="7029971" y="45202"/>
                </a:cubicBezTo>
                <a:close/>
                <a:moveTo>
                  <a:pt x="4452386" y="43350"/>
                </a:moveTo>
                <a:cubicBezTo>
                  <a:pt x="4447585" y="43350"/>
                  <a:pt x="4442783" y="45133"/>
                  <a:pt x="4439216" y="48699"/>
                </a:cubicBezTo>
                <a:cubicBezTo>
                  <a:pt x="4432083" y="55833"/>
                  <a:pt x="4432083" y="67906"/>
                  <a:pt x="4439216" y="75038"/>
                </a:cubicBezTo>
                <a:cubicBezTo>
                  <a:pt x="4445802" y="81623"/>
                  <a:pt x="4456228" y="82172"/>
                  <a:pt x="4463910" y="76685"/>
                </a:cubicBezTo>
                <a:lnTo>
                  <a:pt x="4464458" y="77234"/>
                </a:lnTo>
                <a:lnTo>
                  <a:pt x="4608774" y="221549"/>
                </a:lnTo>
                <a:lnTo>
                  <a:pt x="4608774" y="447626"/>
                </a:lnTo>
                <a:lnTo>
                  <a:pt x="5077938" y="916789"/>
                </a:lnTo>
                <a:lnTo>
                  <a:pt x="5077938" y="1060007"/>
                </a:lnTo>
                <a:cubicBezTo>
                  <a:pt x="5068610" y="1061105"/>
                  <a:pt x="5061476" y="1068787"/>
                  <a:pt x="5061476" y="1078664"/>
                </a:cubicBezTo>
                <a:cubicBezTo>
                  <a:pt x="5061476" y="1088541"/>
                  <a:pt x="5069706" y="1097321"/>
                  <a:pt x="5080132" y="1097321"/>
                </a:cubicBezTo>
                <a:cubicBezTo>
                  <a:pt x="5090558" y="1097321"/>
                  <a:pt x="5098790" y="1089090"/>
                  <a:pt x="5098790" y="1078664"/>
                </a:cubicBezTo>
                <a:cubicBezTo>
                  <a:pt x="5098790" y="1068239"/>
                  <a:pt x="5091656" y="1061105"/>
                  <a:pt x="5082327" y="1060007"/>
                </a:cubicBezTo>
                <a:lnTo>
                  <a:pt x="5082327" y="914594"/>
                </a:lnTo>
                <a:lnTo>
                  <a:pt x="4613164" y="445431"/>
                </a:lnTo>
                <a:lnTo>
                  <a:pt x="4613164" y="219355"/>
                </a:lnTo>
                <a:lnTo>
                  <a:pt x="4467202" y="73393"/>
                </a:lnTo>
                <a:cubicBezTo>
                  <a:pt x="4472689" y="66259"/>
                  <a:pt x="4472140" y="55284"/>
                  <a:pt x="4465556" y="48699"/>
                </a:cubicBezTo>
                <a:cubicBezTo>
                  <a:pt x="4461989" y="45133"/>
                  <a:pt x="4457188" y="43350"/>
                  <a:pt x="4452386" y="43350"/>
                </a:cubicBezTo>
                <a:close/>
                <a:moveTo>
                  <a:pt x="11888213" y="29083"/>
                </a:moveTo>
                <a:cubicBezTo>
                  <a:pt x="11883411" y="29083"/>
                  <a:pt x="11878610" y="30866"/>
                  <a:pt x="11875043" y="34433"/>
                </a:cubicBezTo>
                <a:cubicBezTo>
                  <a:pt x="11868458" y="41017"/>
                  <a:pt x="11867910" y="51443"/>
                  <a:pt x="11873397" y="59125"/>
                </a:cubicBezTo>
                <a:lnTo>
                  <a:pt x="11618239" y="314285"/>
                </a:lnTo>
                <a:lnTo>
                  <a:pt x="11617689" y="314285"/>
                </a:lnTo>
                <a:lnTo>
                  <a:pt x="11617689" y="416897"/>
                </a:lnTo>
                <a:lnTo>
                  <a:pt x="11462948" y="571638"/>
                </a:lnTo>
                <a:lnTo>
                  <a:pt x="11376249" y="571638"/>
                </a:lnTo>
                <a:lnTo>
                  <a:pt x="11279124" y="668763"/>
                </a:lnTo>
                <a:lnTo>
                  <a:pt x="11279671" y="668215"/>
                </a:lnTo>
                <a:cubicBezTo>
                  <a:pt x="11272540" y="662728"/>
                  <a:pt x="11261565" y="663276"/>
                  <a:pt x="11254979" y="669861"/>
                </a:cubicBezTo>
                <a:cubicBezTo>
                  <a:pt x="11247846" y="676995"/>
                  <a:pt x="11247846" y="689067"/>
                  <a:pt x="11254979" y="696200"/>
                </a:cubicBezTo>
                <a:cubicBezTo>
                  <a:pt x="11262113" y="703334"/>
                  <a:pt x="11274184" y="703334"/>
                  <a:pt x="11281318" y="696200"/>
                </a:cubicBezTo>
                <a:cubicBezTo>
                  <a:pt x="11287903" y="689615"/>
                  <a:pt x="11288452" y="679189"/>
                  <a:pt x="11282965" y="671507"/>
                </a:cubicBezTo>
                <a:lnTo>
                  <a:pt x="11378443" y="576029"/>
                </a:lnTo>
                <a:lnTo>
                  <a:pt x="11465142" y="576029"/>
                </a:lnTo>
                <a:lnTo>
                  <a:pt x="11622079" y="419092"/>
                </a:lnTo>
                <a:lnTo>
                  <a:pt x="11622628" y="419092"/>
                </a:lnTo>
                <a:lnTo>
                  <a:pt x="11622628" y="316480"/>
                </a:lnTo>
                <a:lnTo>
                  <a:pt x="11876689" y="62418"/>
                </a:lnTo>
                <a:cubicBezTo>
                  <a:pt x="11883823" y="67906"/>
                  <a:pt x="11894797" y="67356"/>
                  <a:pt x="11901382" y="60772"/>
                </a:cubicBezTo>
                <a:cubicBezTo>
                  <a:pt x="11908516" y="53639"/>
                  <a:pt x="11908516" y="41567"/>
                  <a:pt x="11901382" y="34433"/>
                </a:cubicBezTo>
                <a:cubicBezTo>
                  <a:pt x="11897815" y="30866"/>
                  <a:pt x="11893014" y="29083"/>
                  <a:pt x="11888213" y="29083"/>
                </a:cubicBezTo>
                <a:close/>
                <a:moveTo>
                  <a:pt x="14013990" y="19754"/>
                </a:moveTo>
                <a:cubicBezTo>
                  <a:pt x="14009188" y="19754"/>
                  <a:pt x="14004386" y="21538"/>
                  <a:pt x="14000819" y="25104"/>
                </a:cubicBezTo>
                <a:cubicBezTo>
                  <a:pt x="13994235" y="31689"/>
                  <a:pt x="13993686" y="42115"/>
                  <a:pt x="13999173" y="49797"/>
                </a:cubicBezTo>
                <a:lnTo>
                  <a:pt x="13179921" y="869050"/>
                </a:lnTo>
                <a:lnTo>
                  <a:pt x="12643813" y="869050"/>
                </a:lnTo>
                <a:lnTo>
                  <a:pt x="12374935" y="1137927"/>
                </a:lnTo>
                <a:lnTo>
                  <a:pt x="12374386" y="1137927"/>
                </a:lnTo>
                <a:lnTo>
                  <a:pt x="12374386" y="1230662"/>
                </a:lnTo>
                <a:lnTo>
                  <a:pt x="11985338" y="1619711"/>
                </a:lnTo>
                <a:lnTo>
                  <a:pt x="10850018" y="1619711"/>
                </a:lnTo>
                <a:lnTo>
                  <a:pt x="10752892" y="1716836"/>
                </a:lnTo>
                <a:cubicBezTo>
                  <a:pt x="10745759" y="1711348"/>
                  <a:pt x="10734784" y="1711898"/>
                  <a:pt x="10728200" y="1718482"/>
                </a:cubicBezTo>
                <a:cubicBezTo>
                  <a:pt x="10721066" y="1725615"/>
                  <a:pt x="10721066" y="1737688"/>
                  <a:pt x="10728200" y="1744821"/>
                </a:cubicBezTo>
                <a:cubicBezTo>
                  <a:pt x="10735333" y="1751954"/>
                  <a:pt x="10747406" y="1751954"/>
                  <a:pt x="10754538" y="1744821"/>
                </a:cubicBezTo>
                <a:cubicBezTo>
                  <a:pt x="10761123" y="1738237"/>
                  <a:pt x="10761672" y="1727811"/>
                  <a:pt x="10756185" y="1720128"/>
                </a:cubicBezTo>
                <a:lnTo>
                  <a:pt x="10851663" y="1624649"/>
                </a:lnTo>
                <a:lnTo>
                  <a:pt x="11986984" y="1624649"/>
                </a:lnTo>
                <a:lnTo>
                  <a:pt x="12378228" y="1233405"/>
                </a:lnTo>
                <a:lnTo>
                  <a:pt x="12378776" y="1233405"/>
                </a:lnTo>
                <a:lnTo>
                  <a:pt x="12378776" y="1140671"/>
                </a:lnTo>
                <a:lnTo>
                  <a:pt x="12645459" y="873988"/>
                </a:lnTo>
                <a:lnTo>
                  <a:pt x="13181567" y="873988"/>
                </a:lnTo>
                <a:lnTo>
                  <a:pt x="14002466" y="53090"/>
                </a:lnTo>
                <a:cubicBezTo>
                  <a:pt x="14009598" y="58577"/>
                  <a:pt x="14020573" y="58028"/>
                  <a:pt x="14027159" y="51443"/>
                </a:cubicBezTo>
                <a:cubicBezTo>
                  <a:pt x="14034292" y="44310"/>
                  <a:pt x="14034292" y="32238"/>
                  <a:pt x="14027159" y="25104"/>
                </a:cubicBezTo>
                <a:cubicBezTo>
                  <a:pt x="14023592" y="21538"/>
                  <a:pt x="14018791" y="19754"/>
                  <a:pt x="14013990" y="19754"/>
                </a:cubicBezTo>
                <a:close/>
                <a:moveTo>
                  <a:pt x="15502142" y="0"/>
                </a:moveTo>
                <a:cubicBezTo>
                  <a:pt x="15497341" y="0"/>
                  <a:pt x="15492539" y="1784"/>
                  <a:pt x="15488973" y="5350"/>
                </a:cubicBezTo>
                <a:cubicBezTo>
                  <a:pt x="15482388" y="11935"/>
                  <a:pt x="15481838" y="22360"/>
                  <a:pt x="15487326" y="30043"/>
                </a:cubicBezTo>
                <a:lnTo>
                  <a:pt x="15189365" y="328003"/>
                </a:lnTo>
                <a:lnTo>
                  <a:pt x="14634602" y="328003"/>
                </a:lnTo>
                <a:lnTo>
                  <a:pt x="13882293" y="1080311"/>
                </a:lnTo>
                <a:lnTo>
                  <a:pt x="12793067" y="1080311"/>
                </a:lnTo>
                <a:lnTo>
                  <a:pt x="12792519" y="1080859"/>
                </a:lnTo>
                <a:cubicBezTo>
                  <a:pt x="12791420" y="1071530"/>
                  <a:pt x="12783739" y="1064397"/>
                  <a:pt x="12773861" y="1064397"/>
                </a:cubicBezTo>
                <a:cubicBezTo>
                  <a:pt x="12763984" y="1064397"/>
                  <a:pt x="12755204" y="1072628"/>
                  <a:pt x="12755204" y="1083053"/>
                </a:cubicBezTo>
                <a:cubicBezTo>
                  <a:pt x="12755204" y="1093480"/>
                  <a:pt x="12763436" y="1101710"/>
                  <a:pt x="12773861" y="1101710"/>
                </a:cubicBezTo>
                <a:cubicBezTo>
                  <a:pt x="12784287" y="1101710"/>
                  <a:pt x="12791420" y="1094577"/>
                  <a:pt x="12792519" y="1085249"/>
                </a:cubicBezTo>
                <a:lnTo>
                  <a:pt x="13883940" y="1085249"/>
                </a:lnTo>
                <a:lnTo>
                  <a:pt x="14636248" y="332941"/>
                </a:lnTo>
                <a:lnTo>
                  <a:pt x="15191012" y="332941"/>
                </a:lnTo>
                <a:lnTo>
                  <a:pt x="15490618" y="33335"/>
                </a:lnTo>
                <a:cubicBezTo>
                  <a:pt x="15497753" y="38823"/>
                  <a:pt x="15508727" y="38274"/>
                  <a:pt x="15515312" y="31689"/>
                </a:cubicBezTo>
                <a:cubicBezTo>
                  <a:pt x="15522445" y="24556"/>
                  <a:pt x="15522445" y="12484"/>
                  <a:pt x="15515312" y="5350"/>
                </a:cubicBezTo>
                <a:cubicBezTo>
                  <a:pt x="15511745" y="1784"/>
                  <a:pt x="15506943" y="0"/>
                  <a:pt x="15502142" y="0"/>
                </a:cubicBezTo>
                <a:close/>
              </a:path>
            </a:pathLst>
          </a:custGeom>
          <a:noFill/>
          <a:ln w="5741" cap="flat">
            <a:gradFill flip="none" rotWithShape="1">
              <a:gsLst>
                <a:gs pos="11000">
                  <a:srgbClr val="C8C9C7"/>
                </a:gs>
                <a:gs pos="77000">
                  <a:srgbClr val="EEEEEE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AAF676-AFD6-F935-DC5C-BE0E576EEE8B}"/>
              </a:ext>
            </a:extLst>
          </p:cNvPr>
          <p:cNvSpPr>
            <a:spLocks/>
          </p:cNvSpPr>
          <p:nvPr userDrawn="1"/>
        </p:nvSpPr>
        <p:spPr>
          <a:xfrm>
            <a:off x="-13462" y="0"/>
            <a:ext cx="12195827" cy="6868799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57000">
                <a:schemeClr val="tx2">
                  <a:alpha val="85000"/>
                </a:schemeClr>
              </a:gs>
              <a:gs pos="100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gradFill>
              <a:gsLst>
                <a:gs pos="0">
                  <a:schemeClr val="tx2">
                    <a:alpha val="0"/>
                  </a:schemeClr>
                </a:gs>
                <a:gs pos="100000">
                  <a:schemeClr val="tx2"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3633F6F-1D37-E754-8B3B-D41B31B7BC6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  <a:effectLst/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0A77BDCC-8EF9-878A-270C-03C9AC542554}"/>
              </a:ext>
            </a:extLst>
          </p:cNvPr>
          <p:cNvGrpSpPr/>
          <p:nvPr userDrawn="1"/>
        </p:nvGrpSpPr>
        <p:grpSpPr>
          <a:xfrm>
            <a:off x="0" y="-2381"/>
            <a:ext cx="603250" cy="584200"/>
            <a:chOff x="0" y="-2381"/>
            <a:chExt cx="603250" cy="584200"/>
          </a:xfrm>
          <a:effectLst/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126BD-1998-BC23-322E-F1661B9A0D7B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6B0B532-F772-7D9E-2411-5D58064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F6282F3-C830-376B-F613-EE6FCD6C6329}"/>
              </a:ext>
            </a:extLst>
          </p:cNvPr>
          <p:cNvCxnSpPr>
            <a:cxnSpLocks/>
          </p:cNvCxnSpPr>
          <p:nvPr userDrawn="1"/>
        </p:nvCxnSpPr>
        <p:spPr>
          <a:xfrm rot="10800000">
            <a:off x="12179300" y="6251576"/>
            <a:ext cx="0" cy="584200"/>
          </a:xfrm>
          <a:prstGeom prst="line">
            <a:avLst/>
          </a:prstGeom>
          <a:ln w="28575">
            <a:solidFill>
              <a:srgbClr val="0088EE"/>
            </a:solidFill>
            <a:tailEnd type="non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C07EA87-74F2-31B0-519B-4555E965DA50}"/>
              </a:ext>
            </a:extLst>
          </p:cNvPr>
          <p:cNvCxnSpPr>
            <a:cxnSpLocks/>
          </p:cNvCxnSpPr>
          <p:nvPr userDrawn="1"/>
        </p:nvCxnSpPr>
        <p:spPr>
          <a:xfrm rot="10800000">
            <a:off x="11576050" y="6835776"/>
            <a:ext cx="603250" cy="0"/>
          </a:xfrm>
          <a:prstGeom prst="line">
            <a:avLst/>
          </a:prstGeom>
          <a:ln w="28575">
            <a:solidFill>
              <a:srgbClr val="0088EE"/>
            </a:solidFill>
            <a:tailEnd type="non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306521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2">
            <a:extLst>
              <a:ext uri="{FF2B5EF4-FFF2-40B4-BE49-F238E27FC236}">
                <a16:creationId xmlns:a16="http://schemas.microsoft.com/office/drawing/2014/main" id="{1FCC1C7B-0630-0830-4A08-840519B8F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flipH="1">
            <a:off x="0" y="47662"/>
            <a:ext cx="12192000" cy="6850188"/>
          </a:xfrm>
          <a:custGeom>
            <a:avLst/>
            <a:gdLst>
              <a:gd name="connsiteX0" fmla="*/ 10986103 w 15732060"/>
              <a:gd name="connsiteY0" fmla="*/ 8468534 h 8839200"/>
              <a:gd name="connsiteX1" fmla="*/ 10972932 w 15732060"/>
              <a:gd name="connsiteY1" fmla="*/ 8473884 h 8839200"/>
              <a:gd name="connsiteX2" fmla="*/ 10972932 w 15732060"/>
              <a:gd name="connsiteY2" fmla="*/ 8500223 h 8839200"/>
              <a:gd name="connsiteX3" fmla="*/ 10997626 w 15732060"/>
              <a:gd name="connsiteY3" fmla="*/ 8501870 h 8839200"/>
              <a:gd name="connsiteX4" fmla="*/ 11103530 w 15732060"/>
              <a:gd name="connsiteY4" fmla="*/ 8607774 h 8839200"/>
              <a:gd name="connsiteX5" fmla="*/ 11103530 w 15732060"/>
              <a:gd name="connsiteY5" fmla="*/ 8765808 h 8839200"/>
              <a:gd name="connsiteX6" fmla="*/ 11087069 w 15732060"/>
              <a:gd name="connsiteY6" fmla="*/ 8784465 h 8839200"/>
              <a:gd name="connsiteX7" fmla="*/ 11105724 w 15732060"/>
              <a:gd name="connsiteY7" fmla="*/ 8803121 h 8839200"/>
              <a:gd name="connsiteX8" fmla="*/ 11124382 w 15732060"/>
              <a:gd name="connsiteY8" fmla="*/ 8784465 h 8839200"/>
              <a:gd name="connsiteX9" fmla="*/ 11119649 w 15732060"/>
              <a:gd name="connsiteY9" fmla="*/ 8771639 h 8839200"/>
              <a:gd name="connsiteX10" fmla="*/ 11108468 w 15732060"/>
              <a:gd name="connsiteY10" fmla="*/ 8766081 h 8839200"/>
              <a:gd name="connsiteX11" fmla="*/ 11108468 w 15732060"/>
              <a:gd name="connsiteY11" fmla="*/ 8766357 h 8839200"/>
              <a:gd name="connsiteX12" fmla="*/ 11107920 w 15732060"/>
              <a:gd name="connsiteY12" fmla="*/ 8765808 h 8839200"/>
              <a:gd name="connsiteX13" fmla="*/ 11108468 w 15732060"/>
              <a:gd name="connsiteY13" fmla="*/ 8766081 h 8839200"/>
              <a:gd name="connsiteX14" fmla="*/ 11108468 w 15732060"/>
              <a:gd name="connsiteY14" fmla="*/ 8606128 h 8839200"/>
              <a:gd name="connsiteX15" fmla="*/ 11000918 w 15732060"/>
              <a:gd name="connsiteY15" fmla="*/ 8498577 h 8839200"/>
              <a:gd name="connsiteX16" fmla="*/ 10999272 w 15732060"/>
              <a:gd name="connsiteY16" fmla="*/ 8473884 h 8839200"/>
              <a:gd name="connsiteX17" fmla="*/ 10986103 w 15732060"/>
              <a:gd name="connsiteY17" fmla="*/ 8468534 h 8839200"/>
              <a:gd name="connsiteX18" fmla="*/ 8224898 w 15732060"/>
              <a:gd name="connsiteY18" fmla="*/ 8413113 h 8839200"/>
              <a:gd name="connsiteX19" fmla="*/ 8211729 w 15732060"/>
              <a:gd name="connsiteY19" fmla="*/ 8418462 h 8839200"/>
              <a:gd name="connsiteX20" fmla="*/ 8211729 w 15732060"/>
              <a:gd name="connsiteY20" fmla="*/ 8444801 h 8839200"/>
              <a:gd name="connsiteX21" fmla="*/ 8236421 w 15732060"/>
              <a:gd name="connsiteY21" fmla="*/ 8446447 h 8839200"/>
              <a:gd name="connsiteX22" fmla="*/ 8332998 w 15732060"/>
              <a:gd name="connsiteY22" fmla="*/ 8543025 h 8839200"/>
              <a:gd name="connsiteX23" fmla="*/ 8332998 w 15732060"/>
              <a:gd name="connsiteY23" fmla="*/ 8766906 h 8839200"/>
              <a:gd name="connsiteX24" fmla="*/ 8316536 w 15732060"/>
              <a:gd name="connsiteY24" fmla="*/ 8785562 h 8839200"/>
              <a:gd name="connsiteX25" fmla="*/ 8335193 w 15732060"/>
              <a:gd name="connsiteY25" fmla="*/ 8804219 h 8839200"/>
              <a:gd name="connsiteX26" fmla="*/ 8353849 w 15732060"/>
              <a:gd name="connsiteY26" fmla="*/ 8785562 h 8839200"/>
              <a:gd name="connsiteX27" fmla="*/ 8337388 w 15732060"/>
              <a:gd name="connsiteY27" fmla="*/ 8766906 h 8839200"/>
              <a:gd name="connsiteX28" fmla="*/ 8337388 w 15732060"/>
              <a:gd name="connsiteY28" fmla="*/ 8766357 h 8839200"/>
              <a:gd name="connsiteX29" fmla="*/ 8337388 w 15732060"/>
              <a:gd name="connsiteY29" fmla="*/ 8540829 h 8839200"/>
              <a:gd name="connsiteX30" fmla="*/ 8239714 w 15732060"/>
              <a:gd name="connsiteY30" fmla="*/ 8443156 h 8839200"/>
              <a:gd name="connsiteX31" fmla="*/ 8238067 w 15732060"/>
              <a:gd name="connsiteY31" fmla="*/ 8418462 h 8839200"/>
              <a:gd name="connsiteX32" fmla="*/ 8224898 w 15732060"/>
              <a:gd name="connsiteY32" fmla="*/ 8413113 h 8839200"/>
              <a:gd name="connsiteX33" fmla="*/ 3962920 w 15732060"/>
              <a:gd name="connsiteY33" fmla="*/ 8307757 h 8839200"/>
              <a:gd name="connsiteX34" fmla="*/ 3949750 w 15732060"/>
              <a:gd name="connsiteY34" fmla="*/ 8313107 h 8839200"/>
              <a:gd name="connsiteX35" fmla="*/ 3948105 w 15732060"/>
              <a:gd name="connsiteY35" fmla="*/ 8337800 h 8839200"/>
              <a:gd name="connsiteX36" fmla="*/ 3837261 w 15732060"/>
              <a:gd name="connsiteY36" fmla="*/ 8448642 h 8839200"/>
              <a:gd name="connsiteX37" fmla="*/ 3672642 w 15732060"/>
              <a:gd name="connsiteY37" fmla="*/ 8448642 h 8839200"/>
              <a:gd name="connsiteX38" fmla="*/ 3363708 w 15732060"/>
              <a:gd name="connsiteY38" fmla="*/ 8757578 h 8839200"/>
              <a:gd name="connsiteX39" fmla="*/ 3339016 w 15732060"/>
              <a:gd name="connsiteY39" fmla="*/ 8759223 h 8839200"/>
              <a:gd name="connsiteX40" fmla="*/ 3339016 w 15732060"/>
              <a:gd name="connsiteY40" fmla="*/ 8785562 h 8839200"/>
              <a:gd name="connsiteX41" fmla="*/ 3365354 w 15732060"/>
              <a:gd name="connsiteY41" fmla="*/ 8785562 h 8839200"/>
              <a:gd name="connsiteX42" fmla="*/ 3367000 w 15732060"/>
              <a:gd name="connsiteY42" fmla="*/ 8760869 h 8839200"/>
              <a:gd name="connsiteX43" fmla="*/ 3674289 w 15732060"/>
              <a:gd name="connsiteY43" fmla="*/ 8453582 h 8839200"/>
              <a:gd name="connsiteX44" fmla="*/ 3838908 w 15732060"/>
              <a:gd name="connsiteY44" fmla="*/ 8453582 h 8839200"/>
              <a:gd name="connsiteX45" fmla="*/ 3951397 w 15732060"/>
              <a:gd name="connsiteY45" fmla="*/ 8341092 h 8839200"/>
              <a:gd name="connsiteX46" fmla="*/ 3976090 w 15732060"/>
              <a:gd name="connsiteY46" fmla="*/ 8339446 h 8839200"/>
              <a:gd name="connsiteX47" fmla="*/ 3976090 w 15732060"/>
              <a:gd name="connsiteY47" fmla="*/ 8313107 h 8839200"/>
              <a:gd name="connsiteX48" fmla="*/ 3962920 w 15732060"/>
              <a:gd name="connsiteY48" fmla="*/ 8307757 h 8839200"/>
              <a:gd name="connsiteX49" fmla="*/ 9268031 w 15732060"/>
              <a:gd name="connsiteY49" fmla="*/ 8282516 h 8839200"/>
              <a:gd name="connsiteX50" fmla="*/ 9254862 w 15732060"/>
              <a:gd name="connsiteY50" fmla="*/ 8287866 h 8839200"/>
              <a:gd name="connsiteX51" fmla="*/ 9254862 w 15732060"/>
              <a:gd name="connsiteY51" fmla="*/ 8314204 h 8839200"/>
              <a:gd name="connsiteX52" fmla="*/ 9279556 w 15732060"/>
              <a:gd name="connsiteY52" fmla="*/ 8315851 h 8839200"/>
              <a:gd name="connsiteX53" fmla="*/ 9328941 w 15732060"/>
              <a:gd name="connsiteY53" fmla="*/ 8365236 h 8839200"/>
              <a:gd name="connsiteX54" fmla="*/ 9328941 w 15732060"/>
              <a:gd name="connsiteY54" fmla="*/ 8753736 h 8839200"/>
              <a:gd name="connsiteX55" fmla="*/ 9312479 w 15732060"/>
              <a:gd name="connsiteY55" fmla="*/ 8772392 h 8839200"/>
              <a:gd name="connsiteX56" fmla="*/ 9331135 w 15732060"/>
              <a:gd name="connsiteY56" fmla="*/ 8791049 h 8839200"/>
              <a:gd name="connsiteX57" fmla="*/ 9349792 w 15732060"/>
              <a:gd name="connsiteY57" fmla="*/ 8772392 h 8839200"/>
              <a:gd name="connsiteX58" fmla="*/ 9333330 w 15732060"/>
              <a:gd name="connsiteY58" fmla="*/ 8753736 h 8839200"/>
              <a:gd name="connsiteX59" fmla="*/ 9333330 w 15732060"/>
              <a:gd name="connsiteY59" fmla="*/ 8363042 h 8839200"/>
              <a:gd name="connsiteX60" fmla="*/ 9282847 w 15732060"/>
              <a:gd name="connsiteY60" fmla="*/ 8312558 h 8839200"/>
              <a:gd name="connsiteX61" fmla="*/ 9281201 w 15732060"/>
              <a:gd name="connsiteY61" fmla="*/ 8287866 h 8839200"/>
              <a:gd name="connsiteX62" fmla="*/ 9268031 w 15732060"/>
              <a:gd name="connsiteY62" fmla="*/ 8282516 h 8839200"/>
              <a:gd name="connsiteX63" fmla="*/ 13399413 w 15732060"/>
              <a:gd name="connsiteY63" fmla="*/ 8163990 h 8839200"/>
              <a:gd name="connsiteX64" fmla="*/ 13386243 w 15732060"/>
              <a:gd name="connsiteY64" fmla="*/ 8169340 h 8839200"/>
              <a:gd name="connsiteX65" fmla="*/ 13386243 w 15732060"/>
              <a:gd name="connsiteY65" fmla="*/ 8195679 h 8839200"/>
              <a:gd name="connsiteX66" fmla="*/ 13410936 w 15732060"/>
              <a:gd name="connsiteY66" fmla="*/ 8197326 h 8839200"/>
              <a:gd name="connsiteX67" fmla="*/ 13824129 w 15732060"/>
              <a:gd name="connsiteY67" fmla="*/ 8610517 h 8839200"/>
              <a:gd name="connsiteX68" fmla="*/ 13824677 w 15732060"/>
              <a:gd name="connsiteY68" fmla="*/ 8610517 h 8839200"/>
              <a:gd name="connsiteX69" fmla="*/ 14476568 w 15732060"/>
              <a:gd name="connsiteY69" fmla="*/ 8611066 h 8839200"/>
              <a:gd name="connsiteX70" fmla="*/ 14643380 w 15732060"/>
              <a:gd name="connsiteY70" fmla="*/ 8777880 h 8839200"/>
              <a:gd name="connsiteX71" fmla="*/ 14645027 w 15732060"/>
              <a:gd name="connsiteY71" fmla="*/ 8802573 h 8839200"/>
              <a:gd name="connsiteX72" fmla="*/ 14671366 w 15732060"/>
              <a:gd name="connsiteY72" fmla="*/ 8802573 h 8839200"/>
              <a:gd name="connsiteX73" fmla="*/ 14671366 w 15732060"/>
              <a:gd name="connsiteY73" fmla="*/ 8776235 h 8839200"/>
              <a:gd name="connsiteX74" fmla="*/ 14646673 w 15732060"/>
              <a:gd name="connsiteY74" fmla="*/ 8774588 h 8839200"/>
              <a:gd name="connsiteX75" fmla="*/ 14479311 w 15732060"/>
              <a:gd name="connsiteY75" fmla="*/ 8607225 h 8839200"/>
              <a:gd name="connsiteX76" fmla="*/ 14478762 w 15732060"/>
              <a:gd name="connsiteY76" fmla="*/ 8607225 h 8839200"/>
              <a:gd name="connsiteX77" fmla="*/ 13826872 w 15732060"/>
              <a:gd name="connsiteY77" fmla="*/ 8606676 h 8839200"/>
              <a:gd name="connsiteX78" fmla="*/ 13414228 w 15732060"/>
              <a:gd name="connsiteY78" fmla="*/ 8194032 h 8839200"/>
              <a:gd name="connsiteX79" fmla="*/ 13412582 w 15732060"/>
              <a:gd name="connsiteY79" fmla="*/ 8169340 h 8839200"/>
              <a:gd name="connsiteX80" fmla="*/ 13399413 w 15732060"/>
              <a:gd name="connsiteY80" fmla="*/ 8163990 h 8839200"/>
              <a:gd name="connsiteX81" fmla="*/ 8317084 w 15732060"/>
              <a:gd name="connsiteY81" fmla="*/ 8068511 h 8839200"/>
              <a:gd name="connsiteX82" fmla="*/ 8303915 w 15732060"/>
              <a:gd name="connsiteY82" fmla="*/ 8073861 h 8839200"/>
              <a:gd name="connsiteX83" fmla="*/ 8303915 w 15732060"/>
              <a:gd name="connsiteY83" fmla="*/ 8100200 h 8839200"/>
              <a:gd name="connsiteX84" fmla="*/ 8328608 w 15732060"/>
              <a:gd name="connsiteY84" fmla="*/ 8101846 h 8839200"/>
              <a:gd name="connsiteX85" fmla="*/ 8425733 w 15732060"/>
              <a:gd name="connsiteY85" fmla="*/ 8198971 h 8839200"/>
              <a:gd name="connsiteX86" fmla="*/ 8426282 w 15732060"/>
              <a:gd name="connsiteY86" fmla="*/ 8198971 h 8839200"/>
              <a:gd name="connsiteX87" fmla="*/ 8649614 w 15732060"/>
              <a:gd name="connsiteY87" fmla="*/ 8199520 h 8839200"/>
              <a:gd name="connsiteX88" fmla="*/ 8891603 w 15732060"/>
              <a:gd name="connsiteY88" fmla="*/ 8441510 h 8839200"/>
              <a:gd name="connsiteX89" fmla="*/ 8891603 w 15732060"/>
              <a:gd name="connsiteY89" fmla="*/ 8753187 h 8839200"/>
              <a:gd name="connsiteX90" fmla="*/ 8875142 w 15732060"/>
              <a:gd name="connsiteY90" fmla="*/ 8771844 h 8839200"/>
              <a:gd name="connsiteX91" fmla="*/ 8893799 w 15732060"/>
              <a:gd name="connsiteY91" fmla="*/ 8790501 h 8839200"/>
              <a:gd name="connsiteX92" fmla="*/ 8912456 w 15732060"/>
              <a:gd name="connsiteY92" fmla="*/ 8771844 h 8839200"/>
              <a:gd name="connsiteX93" fmla="*/ 8907723 w 15732060"/>
              <a:gd name="connsiteY93" fmla="*/ 8759018 h 8839200"/>
              <a:gd name="connsiteX94" fmla="*/ 8896542 w 15732060"/>
              <a:gd name="connsiteY94" fmla="*/ 8753460 h 8839200"/>
              <a:gd name="connsiteX95" fmla="*/ 8896542 w 15732060"/>
              <a:gd name="connsiteY95" fmla="*/ 8753736 h 8839200"/>
              <a:gd name="connsiteX96" fmla="*/ 8895993 w 15732060"/>
              <a:gd name="connsiteY96" fmla="*/ 8753187 h 8839200"/>
              <a:gd name="connsiteX97" fmla="*/ 8896542 w 15732060"/>
              <a:gd name="connsiteY97" fmla="*/ 8753460 h 8839200"/>
              <a:gd name="connsiteX98" fmla="*/ 8896542 w 15732060"/>
              <a:gd name="connsiteY98" fmla="*/ 8439863 h 8839200"/>
              <a:gd name="connsiteX99" fmla="*/ 8652358 w 15732060"/>
              <a:gd name="connsiteY99" fmla="*/ 8195679 h 8839200"/>
              <a:gd name="connsiteX100" fmla="*/ 8651810 w 15732060"/>
              <a:gd name="connsiteY100" fmla="*/ 8195679 h 8839200"/>
              <a:gd name="connsiteX101" fmla="*/ 8428477 w 15732060"/>
              <a:gd name="connsiteY101" fmla="*/ 8195130 h 8839200"/>
              <a:gd name="connsiteX102" fmla="*/ 8331900 w 15732060"/>
              <a:gd name="connsiteY102" fmla="*/ 8098555 h 8839200"/>
              <a:gd name="connsiteX103" fmla="*/ 8330254 w 15732060"/>
              <a:gd name="connsiteY103" fmla="*/ 8073861 h 8839200"/>
              <a:gd name="connsiteX104" fmla="*/ 8317084 w 15732060"/>
              <a:gd name="connsiteY104" fmla="*/ 8068511 h 8839200"/>
              <a:gd name="connsiteX105" fmla="*/ 903206 w 15732060"/>
              <a:gd name="connsiteY105" fmla="*/ 7993746 h 8839200"/>
              <a:gd name="connsiteX106" fmla="*/ 884550 w 15732060"/>
              <a:gd name="connsiteY106" fmla="*/ 8010209 h 8839200"/>
              <a:gd name="connsiteX107" fmla="*/ 260646 w 15732060"/>
              <a:gd name="connsiteY107" fmla="*/ 8010209 h 8839200"/>
              <a:gd name="connsiteX108" fmla="*/ 133340 w 15732060"/>
              <a:gd name="connsiteY108" fmla="*/ 8137514 h 8839200"/>
              <a:gd name="connsiteX109" fmla="*/ 108648 w 15732060"/>
              <a:gd name="connsiteY109" fmla="*/ 8139160 h 8839200"/>
              <a:gd name="connsiteX110" fmla="*/ 108648 w 15732060"/>
              <a:gd name="connsiteY110" fmla="*/ 8165499 h 8839200"/>
              <a:gd name="connsiteX111" fmla="*/ 134986 w 15732060"/>
              <a:gd name="connsiteY111" fmla="*/ 8165499 h 8839200"/>
              <a:gd name="connsiteX112" fmla="*/ 136634 w 15732060"/>
              <a:gd name="connsiteY112" fmla="*/ 8140807 h 8839200"/>
              <a:gd name="connsiteX113" fmla="*/ 262840 w 15732060"/>
              <a:gd name="connsiteY113" fmla="*/ 8014598 h 8839200"/>
              <a:gd name="connsiteX114" fmla="*/ 884550 w 15732060"/>
              <a:gd name="connsiteY114" fmla="*/ 8014598 h 8839200"/>
              <a:gd name="connsiteX115" fmla="*/ 903206 w 15732060"/>
              <a:gd name="connsiteY115" fmla="*/ 8031060 h 8839200"/>
              <a:gd name="connsiteX116" fmla="*/ 921864 w 15732060"/>
              <a:gd name="connsiteY116" fmla="*/ 8012403 h 8839200"/>
              <a:gd name="connsiteX117" fmla="*/ 903206 w 15732060"/>
              <a:gd name="connsiteY117" fmla="*/ 7993746 h 8839200"/>
              <a:gd name="connsiteX118" fmla="*/ 4129185 w 15732060"/>
              <a:gd name="connsiteY118" fmla="*/ 7974541 h 8839200"/>
              <a:gd name="connsiteX119" fmla="*/ 4110528 w 15732060"/>
              <a:gd name="connsiteY119" fmla="*/ 7993198 h 8839200"/>
              <a:gd name="connsiteX120" fmla="*/ 4126990 w 15732060"/>
              <a:gd name="connsiteY120" fmla="*/ 8011855 h 8839200"/>
              <a:gd name="connsiteX121" fmla="*/ 4126990 w 15732060"/>
              <a:gd name="connsiteY121" fmla="*/ 8401452 h 8839200"/>
              <a:gd name="connsiteX122" fmla="*/ 3920119 w 15732060"/>
              <a:gd name="connsiteY122" fmla="*/ 8608323 h 8839200"/>
              <a:gd name="connsiteX123" fmla="*/ 3804337 w 15732060"/>
              <a:gd name="connsiteY123" fmla="*/ 8608323 h 8839200"/>
              <a:gd name="connsiteX124" fmla="*/ 3646852 w 15732060"/>
              <a:gd name="connsiteY124" fmla="*/ 8765808 h 8839200"/>
              <a:gd name="connsiteX125" fmla="*/ 3622159 w 15732060"/>
              <a:gd name="connsiteY125" fmla="*/ 8767454 h 8839200"/>
              <a:gd name="connsiteX126" fmla="*/ 3622159 w 15732060"/>
              <a:gd name="connsiteY126" fmla="*/ 8793793 h 8839200"/>
              <a:gd name="connsiteX127" fmla="*/ 3648498 w 15732060"/>
              <a:gd name="connsiteY127" fmla="*/ 8793793 h 8839200"/>
              <a:gd name="connsiteX128" fmla="*/ 3650144 w 15732060"/>
              <a:gd name="connsiteY128" fmla="*/ 8769101 h 8839200"/>
              <a:gd name="connsiteX129" fmla="*/ 3805984 w 15732060"/>
              <a:gd name="connsiteY129" fmla="*/ 8613261 h 8839200"/>
              <a:gd name="connsiteX130" fmla="*/ 3921766 w 15732060"/>
              <a:gd name="connsiteY130" fmla="*/ 8613261 h 8839200"/>
              <a:gd name="connsiteX131" fmla="*/ 4131380 w 15732060"/>
              <a:gd name="connsiteY131" fmla="*/ 8403648 h 8839200"/>
              <a:gd name="connsiteX132" fmla="*/ 4131380 w 15732060"/>
              <a:gd name="connsiteY132" fmla="*/ 8011855 h 8839200"/>
              <a:gd name="connsiteX133" fmla="*/ 4147842 w 15732060"/>
              <a:gd name="connsiteY133" fmla="*/ 7993198 h 8839200"/>
              <a:gd name="connsiteX134" fmla="*/ 4129185 w 15732060"/>
              <a:gd name="connsiteY134" fmla="*/ 7974541 h 8839200"/>
              <a:gd name="connsiteX135" fmla="*/ 9336828 w 15732060"/>
              <a:gd name="connsiteY135" fmla="*/ 7947997 h 8839200"/>
              <a:gd name="connsiteX136" fmla="*/ 9323453 w 15732060"/>
              <a:gd name="connsiteY136" fmla="*/ 7953141 h 8839200"/>
              <a:gd name="connsiteX137" fmla="*/ 9323453 w 15732060"/>
              <a:gd name="connsiteY137" fmla="*/ 7979480 h 8839200"/>
              <a:gd name="connsiteX138" fmla="*/ 9348147 w 15732060"/>
              <a:gd name="connsiteY138" fmla="*/ 7981126 h 8839200"/>
              <a:gd name="connsiteX139" fmla="*/ 9667506 w 15732060"/>
              <a:gd name="connsiteY139" fmla="*/ 8300486 h 8839200"/>
              <a:gd name="connsiteX140" fmla="*/ 9667506 w 15732060"/>
              <a:gd name="connsiteY140" fmla="*/ 8759772 h 8839200"/>
              <a:gd name="connsiteX141" fmla="*/ 9651044 w 15732060"/>
              <a:gd name="connsiteY141" fmla="*/ 8778429 h 8839200"/>
              <a:gd name="connsiteX142" fmla="*/ 9669701 w 15732060"/>
              <a:gd name="connsiteY142" fmla="*/ 8797086 h 8839200"/>
              <a:gd name="connsiteX143" fmla="*/ 9688358 w 15732060"/>
              <a:gd name="connsiteY143" fmla="*/ 8778429 h 8839200"/>
              <a:gd name="connsiteX144" fmla="*/ 9683626 w 15732060"/>
              <a:gd name="connsiteY144" fmla="*/ 8765603 h 8839200"/>
              <a:gd name="connsiteX145" fmla="*/ 9672445 w 15732060"/>
              <a:gd name="connsiteY145" fmla="*/ 8760045 h 8839200"/>
              <a:gd name="connsiteX146" fmla="*/ 9672445 w 15732060"/>
              <a:gd name="connsiteY146" fmla="*/ 8760321 h 8839200"/>
              <a:gd name="connsiteX147" fmla="*/ 9671897 w 15732060"/>
              <a:gd name="connsiteY147" fmla="*/ 8759772 h 8839200"/>
              <a:gd name="connsiteX148" fmla="*/ 9672445 w 15732060"/>
              <a:gd name="connsiteY148" fmla="*/ 8760045 h 8839200"/>
              <a:gd name="connsiteX149" fmla="*/ 9672445 w 15732060"/>
              <a:gd name="connsiteY149" fmla="*/ 8298840 h 8839200"/>
              <a:gd name="connsiteX150" fmla="*/ 9351439 w 15732060"/>
              <a:gd name="connsiteY150" fmla="*/ 7977834 h 8839200"/>
              <a:gd name="connsiteX151" fmla="*/ 9349792 w 15732060"/>
              <a:gd name="connsiteY151" fmla="*/ 7953141 h 8839200"/>
              <a:gd name="connsiteX152" fmla="*/ 9336828 w 15732060"/>
              <a:gd name="connsiteY152" fmla="*/ 7947997 h 8839200"/>
              <a:gd name="connsiteX153" fmla="*/ 7968642 w 15732060"/>
              <a:gd name="connsiteY153" fmla="*/ 7870832 h 8839200"/>
              <a:gd name="connsiteX154" fmla="*/ 7949984 w 15732060"/>
              <a:gd name="connsiteY154" fmla="*/ 7889488 h 8839200"/>
              <a:gd name="connsiteX155" fmla="*/ 7966447 w 15732060"/>
              <a:gd name="connsiteY155" fmla="*/ 7908145 h 8839200"/>
              <a:gd name="connsiteX156" fmla="*/ 7966447 w 15732060"/>
              <a:gd name="connsiteY156" fmla="*/ 8525465 h 8839200"/>
              <a:gd name="connsiteX157" fmla="*/ 7949984 w 15732060"/>
              <a:gd name="connsiteY157" fmla="*/ 8544122 h 8839200"/>
              <a:gd name="connsiteX158" fmla="*/ 7968642 w 15732060"/>
              <a:gd name="connsiteY158" fmla="*/ 8562779 h 8839200"/>
              <a:gd name="connsiteX159" fmla="*/ 7987298 w 15732060"/>
              <a:gd name="connsiteY159" fmla="*/ 8544122 h 8839200"/>
              <a:gd name="connsiteX160" fmla="*/ 7970837 w 15732060"/>
              <a:gd name="connsiteY160" fmla="*/ 8525465 h 8839200"/>
              <a:gd name="connsiteX161" fmla="*/ 7970837 w 15732060"/>
              <a:gd name="connsiteY161" fmla="*/ 7908145 h 8839200"/>
              <a:gd name="connsiteX162" fmla="*/ 7987298 w 15732060"/>
              <a:gd name="connsiteY162" fmla="*/ 7889488 h 8839200"/>
              <a:gd name="connsiteX163" fmla="*/ 7968642 w 15732060"/>
              <a:gd name="connsiteY163" fmla="*/ 7870832 h 8839200"/>
              <a:gd name="connsiteX164" fmla="*/ 4137965 w 15732060"/>
              <a:gd name="connsiteY164" fmla="*/ 7810060 h 8839200"/>
              <a:gd name="connsiteX165" fmla="*/ 4124796 w 15732060"/>
              <a:gd name="connsiteY165" fmla="*/ 7815410 h 8839200"/>
              <a:gd name="connsiteX166" fmla="*/ 4123149 w 15732060"/>
              <a:gd name="connsiteY166" fmla="*/ 7840103 h 8839200"/>
              <a:gd name="connsiteX167" fmla="*/ 4026024 w 15732060"/>
              <a:gd name="connsiteY167" fmla="*/ 7937228 h 8839200"/>
              <a:gd name="connsiteX168" fmla="*/ 4026024 w 15732060"/>
              <a:gd name="connsiteY168" fmla="*/ 8023926 h 8839200"/>
              <a:gd name="connsiteX169" fmla="*/ 3871282 w 15732060"/>
              <a:gd name="connsiteY169" fmla="*/ 8178669 h 8839200"/>
              <a:gd name="connsiteX170" fmla="*/ 3769218 w 15732060"/>
              <a:gd name="connsiteY170" fmla="*/ 8178669 h 8839200"/>
              <a:gd name="connsiteX171" fmla="*/ 3176592 w 15732060"/>
              <a:gd name="connsiteY171" fmla="*/ 8771295 h 8839200"/>
              <a:gd name="connsiteX172" fmla="*/ 3151898 w 15732060"/>
              <a:gd name="connsiteY172" fmla="*/ 8772941 h 8839200"/>
              <a:gd name="connsiteX173" fmla="*/ 3151898 w 15732060"/>
              <a:gd name="connsiteY173" fmla="*/ 8799281 h 8839200"/>
              <a:gd name="connsiteX174" fmla="*/ 3178238 w 15732060"/>
              <a:gd name="connsiteY174" fmla="*/ 8799281 h 8839200"/>
              <a:gd name="connsiteX175" fmla="*/ 3179883 w 15732060"/>
              <a:gd name="connsiteY175" fmla="*/ 8774588 h 8839200"/>
              <a:gd name="connsiteX176" fmla="*/ 3770865 w 15732060"/>
              <a:gd name="connsiteY176" fmla="*/ 8183607 h 8839200"/>
              <a:gd name="connsiteX177" fmla="*/ 3771414 w 15732060"/>
              <a:gd name="connsiteY177" fmla="*/ 8183058 h 8839200"/>
              <a:gd name="connsiteX178" fmla="*/ 3873478 w 15732060"/>
              <a:gd name="connsiteY178" fmla="*/ 8183058 h 8839200"/>
              <a:gd name="connsiteX179" fmla="*/ 4030963 w 15732060"/>
              <a:gd name="connsiteY179" fmla="*/ 8025573 h 8839200"/>
              <a:gd name="connsiteX180" fmla="*/ 4030963 w 15732060"/>
              <a:gd name="connsiteY180" fmla="*/ 7938874 h 8839200"/>
              <a:gd name="connsiteX181" fmla="*/ 4126441 w 15732060"/>
              <a:gd name="connsiteY181" fmla="*/ 7843396 h 8839200"/>
              <a:gd name="connsiteX182" fmla="*/ 4151134 w 15732060"/>
              <a:gd name="connsiteY182" fmla="*/ 7841749 h 8839200"/>
              <a:gd name="connsiteX183" fmla="*/ 4151134 w 15732060"/>
              <a:gd name="connsiteY183" fmla="*/ 7815410 h 8839200"/>
              <a:gd name="connsiteX184" fmla="*/ 4137965 w 15732060"/>
              <a:gd name="connsiteY184" fmla="*/ 7810060 h 8839200"/>
              <a:gd name="connsiteX185" fmla="*/ 6214904 w 15732060"/>
              <a:gd name="connsiteY185" fmla="*/ 7796754 h 8839200"/>
              <a:gd name="connsiteX186" fmla="*/ 6196247 w 15732060"/>
              <a:gd name="connsiteY186" fmla="*/ 7815410 h 8839200"/>
              <a:gd name="connsiteX187" fmla="*/ 6212710 w 15732060"/>
              <a:gd name="connsiteY187" fmla="*/ 7834067 h 8839200"/>
              <a:gd name="connsiteX188" fmla="*/ 6212710 w 15732060"/>
              <a:gd name="connsiteY188" fmla="*/ 8451386 h 8839200"/>
              <a:gd name="connsiteX189" fmla="*/ 6196247 w 15732060"/>
              <a:gd name="connsiteY189" fmla="*/ 8470043 h 8839200"/>
              <a:gd name="connsiteX190" fmla="*/ 6214904 w 15732060"/>
              <a:gd name="connsiteY190" fmla="*/ 8488700 h 8839200"/>
              <a:gd name="connsiteX191" fmla="*/ 6233560 w 15732060"/>
              <a:gd name="connsiteY191" fmla="*/ 8470043 h 8839200"/>
              <a:gd name="connsiteX192" fmla="*/ 6217099 w 15732060"/>
              <a:gd name="connsiteY192" fmla="*/ 8451386 h 8839200"/>
              <a:gd name="connsiteX193" fmla="*/ 6217099 w 15732060"/>
              <a:gd name="connsiteY193" fmla="*/ 7834067 h 8839200"/>
              <a:gd name="connsiteX194" fmla="*/ 6233560 w 15732060"/>
              <a:gd name="connsiteY194" fmla="*/ 7815410 h 8839200"/>
              <a:gd name="connsiteX195" fmla="*/ 6214904 w 15732060"/>
              <a:gd name="connsiteY195" fmla="*/ 7796754 h 8839200"/>
              <a:gd name="connsiteX196" fmla="*/ 2332097 w 15732060"/>
              <a:gd name="connsiteY196" fmla="*/ 7787974 h 8839200"/>
              <a:gd name="connsiteX197" fmla="*/ 2313440 w 15732060"/>
              <a:gd name="connsiteY197" fmla="*/ 7804435 h 8839200"/>
              <a:gd name="connsiteX198" fmla="*/ 1924392 w 15732060"/>
              <a:gd name="connsiteY198" fmla="*/ 7804435 h 8839200"/>
              <a:gd name="connsiteX199" fmla="*/ 1688987 w 15732060"/>
              <a:gd name="connsiteY199" fmla="*/ 8039840 h 8839200"/>
              <a:gd name="connsiteX200" fmla="*/ 1327375 w 15732060"/>
              <a:gd name="connsiteY200" fmla="*/ 8039840 h 8839200"/>
              <a:gd name="connsiteX201" fmla="*/ 596468 w 15732060"/>
              <a:gd name="connsiteY201" fmla="*/ 8770747 h 8839200"/>
              <a:gd name="connsiteX202" fmla="*/ 571774 w 15732060"/>
              <a:gd name="connsiteY202" fmla="*/ 8772392 h 8839200"/>
              <a:gd name="connsiteX203" fmla="*/ 571774 w 15732060"/>
              <a:gd name="connsiteY203" fmla="*/ 8798732 h 8839200"/>
              <a:gd name="connsiteX204" fmla="*/ 598114 w 15732060"/>
              <a:gd name="connsiteY204" fmla="*/ 8798732 h 8839200"/>
              <a:gd name="connsiteX205" fmla="*/ 599760 w 15732060"/>
              <a:gd name="connsiteY205" fmla="*/ 8774039 h 8839200"/>
              <a:gd name="connsiteX206" fmla="*/ 1329570 w 15732060"/>
              <a:gd name="connsiteY206" fmla="*/ 8044230 h 8839200"/>
              <a:gd name="connsiteX207" fmla="*/ 1691182 w 15732060"/>
              <a:gd name="connsiteY207" fmla="*/ 8044230 h 8839200"/>
              <a:gd name="connsiteX208" fmla="*/ 1926586 w 15732060"/>
              <a:gd name="connsiteY208" fmla="*/ 7808826 h 8839200"/>
              <a:gd name="connsiteX209" fmla="*/ 2313440 w 15732060"/>
              <a:gd name="connsiteY209" fmla="*/ 7808826 h 8839200"/>
              <a:gd name="connsiteX210" fmla="*/ 2332097 w 15732060"/>
              <a:gd name="connsiteY210" fmla="*/ 7825287 h 8839200"/>
              <a:gd name="connsiteX211" fmla="*/ 2350754 w 15732060"/>
              <a:gd name="connsiteY211" fmla="*/ 7806630 h 8839200"/>
              <a:gd name="connsiteX212" fmla="*/ 2332097 w 15732060"/>
              <a:gd name="connsiteY212" fmla="*/ 7787974 h 8839200"/>
              <a:gd name="connsiteX213" fmla="*/ 5800614 w 15732060"/>
              <a:gd name="connsiteY213" fmla="*/ 7665744 h 8839200"/>
              <a:gd name="connsiteX214" fmla="*/ 5787444 w 15732060"/>
              <a:gd name="connsiteY214" fmla="*/ 7671094 h 8839200"/>
              <a:gd name="connsiteX215" fmla="*/ 5785798 w 15732060"/>
              <a:gd name="connsiteY215" fmla="*/ 7695788 h 8839200"/>
              <a:gd name="connsiteX216" fmla="*/ 5719401 w 15732060"/>
              <a:gd name="connsiteY216" fmla="*/ 7762183 h 8839200"/>
              <a:gd name="connsiteX217" fmla="*/ 5719401 w 15732060"/>
              <a:gd name="connsiteY217" fmla="*/ 8747700 h 8839200"/>
              <a:gd name="connsiteX218" fmla="*/ 5702940 w 15732060"/>
              <a:gd name="connsiteY218" fmla="*/ 8766357 h 8839200"/>
              <a:gd name="connsiteX219" fmla="*/ 5721596 w 15732060"/>
              <a:gd name="connsiteY219" fmla="*/ 8785014 h 8839200"/>
              <a:gd name="connsiteX220" fmla="*/ 5740254 w 15732060"/>
              <a:gd name="connsiteY220" fmla="*/ 8766357 h 8839200"/>
              <a:gd name="connsiteX221" fmla="*/ 5723792 w 15732060"/>
              <a:gd name="connsiteY221" fmla="*/ 8747700 h 8839200"/>
              <a:gd name="connsiteX222" fmla="*/ 5723792 w 15732060"/>
              <a:gd name="connsiteY222" fmla="*/ 7764379 h 8839200"/>
              <a:gd name="connsiteX223" fmla="*/ 5789090 w 15732060"/>
              <a:gd name="connsiteY223" fmla="*/ 7699079 h 8839200"/>
              <a:gd name="connsiteX224" fmla="*/ 5813784 w 15732060"/>
              <a:gd name="connsiteY224" fmla="*/ 7697433 h 8839200"/>
              <a:gd name="connsiteX225" fmla="*/ 5813784 w 15732060"/>
              <a:gd name="connsiteY225" fmla="*/ 7671094 h 8839200"/>
              <a:gd name="connsiteX226" fmla="*/ 5800614 w 15732060"/>
              <a:gd name="connsiteY226" fmla="*/ 7665744 h 8839200"/>
              <a:gd name="connsiteX227" fmla="*/ 14789891 w 15732060"/>
              <a:gd name="connsiteY227" fmla="*/ 7554901 h 8839200"/>
              <a:gd name="connsiteX228" fmla="*/ 14776722 w 15732060"/>
              <a:gd name="connsiteY228" fmla="*/ 7560251 h 8839200"/>
              <a:gd name="connsiteX229" fmla="*/ 14776722 w 15732060"/>
              <a:gd name="connsiteY229" fmla="*/ 7586590 h 8839200"/>
              <a:gd name="connsiteX230" fmla="*/ 14801415 w 15732060"/>
              <a:gd name="connsiteY230" fmla="*/ 7588236 h 8839200"/>
              <a:gd name="connsiteX231" fmla="*/ 14851349 w 15732060"/>
              <a:gd name="connsiteY231" fmla="*/ 7638170 h 8839200"/>
              <a:gd name="connsiteX232" fmla="*/ 14851898 w 15732060"/>
              <a:gd name="connsiteY232" fmla="*/ 7638170 h 8839200"/>
              <a:gd name="connsiteX233" fmla="*/ 15503787 w 15732060"/>
              <a:gd name="connsiteY233" fmla="*/ 7638719 h 8839200"/>
              <a:gd name="connsiteX234" fmla="*/ 15670602 w 15732060"/>
              <a:gd name="connsiteY234" fmla="*/ 7805533 h 8839200"/>
              <a:gd name="connsiteX235" fmla="*/ 15672247 w 15732060"/>
              <a:gd name="connsiteY235" fmla="*/ 7830226 h 8839200"/>
              <a:gd name="connsiteX236" fmla="*/ 15698586 w 15732060"/>
              <a:gd name="connsiteY236" fmla="*/ 7830226 h 8839200"/>
              <a:gd name="connsiteX237" fmla="*/ 15698586 w 15732060"/>
              <a:gd name="connsiteY237" fmla="*/ 7803887 h 8839200"/>
              <a:gd name="connsiteX238" fmla="*/ 15673894 w 15732060"/>
              <a:gd name="connsiteY238" fmla="*/ 7802241 h 8839200"/>
              <a:gd name="connsiteX239" fmla="*/ 15506531 w 15732060"/>
              <a:gd name="connsiteY239" fmla="*/ 7634879 h 8839200"/>
              <a:gd name="connsiteX240" fmla="*/ 15505984 w 15732060"/>
              <a:gd name="connsiteY240" fmla="*/ 7634879 h 8839200"/>
              <a:gd name="connsiteX241" fmla="*/ 14854093 w 15732060"/>
              <a:gd name="connsiteY241" fmla="*/ 7634329 h 8839200"/>
              <a:gd name="connsiteX242" fmla="*/ 14804707 w 15732060"/>
              <a:gd name="connsiteY242" fmla="*/ 7584944 h 8839200"/>
              <a:gd name="connsiteX243" fmla="*/ 14803061 w 15732060"/>
              <a:gd name="connsiteY243" fmla="*/ 7560251 h 8839200"/>
              <a:gd name="connsiteX244" fmla="*/ 14789891 w 15732060"/>
              <a:gd name="connsiteY244" fmla="*/ 7554901 h 8839200"/>
              <a:gd name="connsiteX245" fmla="*/ 9237851 w 15732060"/>
              <a:gd name="connsiteY245" fmla="*/ 7538988 h 8839200"/>
              <a:gd name="connsiteX246" fmla="*/ 9224682 w 15732060"/>
              <a:gd name="connsiteY246" fmla="*/ 7544338 h 8839200"/>
              <a:gd name="connsiteX247" fmla="*/ 9224682 w 15732060"/>
              <a:gd name="connsiteY247" fmla="*/ 7570677 h 8839200"/>
              <a:gd name="connsiteX248" fmla="*/ 9249376 w 15732060"/>
              <a:gd name="connsiteY248" fmla="*/ 7572323 h 8839200"/>
              <a:gd name="connsiteX249" fmla="*/ 9346500 w 15732060"/>
              <a:gd name="connsiteY249" fmla="*/ 7669448 h 8839200"/>
              <a:gd name="connsiteX250" fmla="*/ 9347048 w 15732060"/>
              <a:gd name="connsiteY250" fmla="*/ 7669448 h 8839200"/>
              <a:gd name="connsiteX251" fmla="*/ 9570382 w 15732060"/>
              <a:gd name="connsiteY251" fmla="*/ 7669996 h 8839200"/>
              <a:gd name="connsiteX252" fmla="*/ 9755303 w 15732060"/>
              <a:gd name="connsiteY252" fmla="*/ 7854919 h 8839200"/>
              <a:gd name="connsiteX253" fmla="*/ 9756949 w 15732060"/>
              <a:gd name="connsiteY253" fmla="*/ 7879611 h 8839200"/>
              <a:gd name="connsiteX254" fmla="*/ 9783288 w 15732060"/>
              <a:gd name="connsiteY254" fmla="*/ 7879611 h 8839200"/>
              <a:gd name="connsiteX255" fmla="*/ 9783288 w 15732060"/>
              <a:gd name="connsiteY255" fmla="*/ 7853272 h 8839200"/>
              <a:gd name="connsiteX256" fmla="*/ 9758595 w 15732060"/>
              <a:gd name="connsiteY256" fmla="*/ 7851626 h 8839200"/>
              <a:gd name="connsiteX257" fmla="*/ 9573126 w 15732060"/>
              <a:gd name="connsiteY257" fmla="*/ 7666156 h 8839200"/>
              <a:gd name="connsiteX258" fmla="*/ 9572577 w 15732060"/>
              <a:gd name="connsiteY258" fmla="*/ 7666156 h 8839200"/>
              <a:gd name="connsiteX259" fmla="*/ 9349244 w 15732060"/>
              <a:gd name="connsiteY259" fmla="*/ 7665608 h 8839200"/>
              <a:gd name="connsiteX260" fmla="*/ 9252667 w 15732060"/>
              <a:gd name="connsiteY260" fmla="*/ 7569031 h 8839200"/>
              <a:gd name="connsiteX261" fmla="*/ 9251021 w 15732060"/>
              <a:gd name="connsiteY261" fmla="*/ 7544338 h 8839200"/>
              <a:gd name="connsiteX262" fmla="*/ 9237851 w 15732060"/>
              <a:gd name="connsiteY262" fmla="*/ 7538988 h 8839200"/>
              <a:gd name="connsiteX263" fmla="*/ 4765711 w 15732060"/>
              <a:gd name="connsiteY263" fmla="*/ 7500028 h 8839200"/>
              <a:gd name="connsiteX264" fmla="*/ 4752542 w 15732060"/>
              <a:gd name="connsiteY264" fmla="*/ 7505378 h 8839200"/>
              <a:gd name="connsiteX265" fmla="*/ 4750895 w 15732060"/>
              <a:gd name="connsiteY265" fmla="*/ 7530071 h 8839200"/>
              <a:gd name="connsiteX266" fmla="*/ 4653770 w 15732060"/>
              <a:gd name="connsiteY266" fmla="*/ 7627196 h 8839200"/>
              <a:gd name="connsiteX267" fmla="*/ 4653770 w 15732060"/>
              <a:gd name="connsiteY267" fmla="*/ 8470043 h 8839200"/>
              <a:gd name="connsiteX268" fmla="*/ 4499028 w 15732060"/>
              <a:gd name="connsiteY268" fmla="*/ 8624785 h 8839200"/>
              <a:gd name="connsiteX269" fmla="*/ 4302584 w 15732060"/>
              <a:gd name="connsiteY269" fmla="*/ 8624785 h 8839200"/>
              <a:gd name="connsiteX270" fmla="*/ 4153878 w 15732060"/>
              <a:gd name="connsiteY270" fmla="*/ 8773491 h 8839200"/>
              <a:gd name="connsiteX271" fmla="*/ 4129185 w 15732060"/>
              <a:gd name="connsiteY271" fmla="*/ 8775136 h 8839200"/>
              <a:gd name="connsiteX272" fmla="*/ 4129185 w 15732060"/>
              <a:gd name="connsiteY272" fmla="*/ 8801475 h 8839200"/>
              <a:gd name="connsiteX273" fmla="*/ 4155524 w 15732060"/>
              <a:gd name="connsiteY273" fmla="*/ 8801475 h 8839200"/>
              <a:gd name="connsiteX274" fmla="*/ 4157170 w 15732060"/>
              <a:gd name="connsiteY274" fmla="*/ 8776783 h 8839200"/>
              <a:gd name="connsiteX275" fmla="*/ 4304778 w 15732060"/>
              <a:gd name="connsiteY275" fmla="*/ 8629174 h 8839200"/>
              <a:gd name="connsiteX276" fmla="*/ 4501224 w 15732060"/>
              <a:gd name="connsiteY276" fmla="*/ 8629174 h 8839200"/>
              <a:gd name="connsiteX277" fmla="*/ 4658709 w 15732060"/>
              <a:gd name="connsiteY277" fmla="*/ 8471690 h 8839200"/>
              <a:gd name="connsiteX278" fmla="*/ 4658709 w 15732060"/>
              <a:gd name="connsiteY278" fmla="*/ 7628842 h 8839200"/>
              <a:gd name="connsiteX279" fmla="*/ 4754188 w 15732060"/>
              <a:gd name="connsiteY279" fmla="*/ 7533364 h 8839200"/>
              <a:gd name="connsiteX280" fmla="*/ 4778880 w 15732060"/>
              <a:gd name="connsiteY280" fmla="*/ 7531717 h 8839200"/>
              <a:gd name="connsiteX281" fmla="*/ 4778880 w 15732060"/>
              <a:gd name="connsiteY281" fmla="*/ 7505378 h 8839200"/>
              <a:gd name="connsiteX282" fmla="*/ 4765711 w 15732060"/>
              <a:gd name="connsiteY282" fmla="*/ 7500028 h 8839200"/>
              <a:gd name="connsiteX283" fmla="*/ 7883040 w 15732060"/>
              <a:gd name="connsiteY283" fmla="*/ 7437473 h 8839200"/>
              <a:gd name="connsiteX284" fmla="*/ 7869870 w 15732060"/>
              <a:gd name="connsiteY284" fmla="*/ 7442823 h 8839200"/>
              <a:gd name="connsiteX285" fmla="*/ 7869870 w 15732060"/>
              <a:gd name="connsiteY285" fmla="*/ 7443372 h 8839200"/>
              <a:gd name="connsiteX286" fmla="*/ 7868224 w 15732060"/>
              <a:gd name="connsiteY286" fmla="*/ 7468065 h 8839200"/>
              <a:gd name="connsiteX287" fmla="*/ 7801828 w 15732060"/>
              <a:gd name="connsiteY287" fmla="*/ 7534461 h 8839200"/>
              <a:gd name="connsiteX288" fmla="*/ 7801828 w 15732060"/>
              <a:gd name="connsiteY288" fmla="*/ 8728495 h 8839200"/>
              <a:gd name="connsiteX289" fmla="*/ 7785366 w 15732060"/>
              <a:gd name="connsiteY289" fmla="*/ 8747152 h 8839200"/>
              <a:gd name="connsiteX290" fmla="*/ 7804024 w 15732060"/>
              <a:gd name="connsiteY290" fmla="*/ 8765808 h 8839200"/>
              <a:gd name="connsiteX291" fmla="*/ 7822680 w 15732060"/>
              <a:gd name="connsiteY291" fmla="*/ 8747152 h 8839200"/>
              <a:gd name="connsiteX292" fmla="*/ 7806218 w 15732060"/>
              <a:gd name="connsiteY292" fmla="*/ 8728495 h 8839200"/>
              <a:gd name="connsiteX293" fmla="*/ 7806218 w 15732060"/>
              <a:gd name="connsiteY293" fmla="*/ 7536107 h 8839200"/>
              <a:gd name="connsiteX294" fmla="*/ 7871518 w 15732060"/>
              <a:gd name="connsiteY294" fmla="*/ 7470809 h 8839200"/>
              <a:gd name="connsiteX295" fmla="*/ 7896210 w 15732060"/>
              <a:gd name="connsiteY295" fmla="*/ 7469162 h 8839200"/>
              <a:gd name="connsiteX296" fmla="*/ 7896210 w 15732060"/>
              <a:gd name="connsiteY296" fmla="*/ 7442823 h 8839200"/>
              <a:gd name="connsiteX297" fmla="*/ 7883040 w 15732060"/>
              <a:gd name="connsiteY297" fmla="*/ 7437473 h 8839200"/>
              <a:gd name="connsiteX298" fmla="*/ 4495736 w 15732060"/>
              <a:gd name="connsiteY298" fmla="*/ 7399062 h 8839200"/>
              <a:gd name="connsiteX299" fmla="*/ 4482566 w 15732060"/>
              <a:gd name="connsiteY299" fmla="*/ 7404412 h 8839200"/>
              <a:gd name="connsiteX300" fmla="*/ 4480920 w 15732060"/>
              <a:gd name="connsiteY300" fmla="*/ 7429105 h 8839200"/>
              <a:gd name="connsiteX301" fmla="*/ 4359651 w 15732060"/>
              <a:gd name="connsiteY301" fmla="*/ 7550374 h 8839200"/>
              <a:gd name="connsiteX302" fmla="*/ 4359651 w 15732060"/>
              <a:gd name="connsiteY302" fmla="*/ 8397062 h 8839200"/>
              <a:gd name="connsiteX303" fmla="*/ 4343190 w 15732060"/>
              <a:gd name="connsiteY303" fmla="*/ 8415718 h 8839200"/>
              <a:gd name="connsiteX304" fmla="*/ 4361846 w 15732060"/>
              <a:gd name="connsiteY304" fmla="*/ 8434376 h 8839200"/>
              <a:gd name="connsiteX305" fmla="*/ 4380503 w 15732060"/>
              <a:gd name="connsiteY305" fmla="*/ 8415718 h 8839200"/>
              <a:gd name="connsiteX306" fmla="*/ 4364041 w 15732060"/>
              <a:gd name="connsiteY306" fmla="*/ 8397062 h 8839200"/>
              <a:gd name="connsiteX307" fmla="*/ 4364041 w 15732060"/>
              <a:gd name="connsiteY307" fmla="*/ 7552569 h 8839200"/>
              <a:gd name="connsiteX308" fmla="*/ 4484212 w 15732060"/>
              <a:gd name="connsiteY308" fmla="*/ 7432398 h 8839200"/>
              <a:gd name="connsiteX309" fmla="*/ 4508906 w 15732060"/>
              <a:gd name="connsiteY309" fmla="*/ 7430751 h 8839200"/>
              <a:gd name="connsiteX310" fmla="*/ 4508906 w 15732060"/>
              <a:gd name="connsiteY310" fmla="*/ 7404412 h 8839200"/>
              <a:gd name="connsiteX311" fmla="*/ 4495736 w 15732060"/>
              <a:gd name="connsiteY311" fmla="*/ 7399062 h 8839200"/>
              <a:gd name="connsiteX312" fmla="*/ 13091026 w 15732060"/>
              <a:gd name="connsiteY312" fmla="*/ 7353928 h 8839200"/>
              <a:gd name="connsiteX313" fmla="*/ 13072370 w 15732060"/>
              <a:gd name="connsiteY313" fmla="*/ 7372586 h 8839200"/>
              <a:gd name="connsiteX314" fmla="*/ 13091026 w 15732060"/>
              <a:gd name="connsiteY314" fmla="*/ 7391243 h 8839200"/>
              <a:gd name="connsiteX315" fmla="*/ 13109683 w 15732060"/>
              <a:gd name="connsiteY315" fmla="*/ 7374781 h 8839200"/>
              <a:gd name="connsiteX316" fmla="*/ 13554153 w 15732060"/>
              <a:gd name="connsiteY316" fmla="*/ 7374781 h 8839200"/>
              <a:gd name="connsiteX317" fmla="*/ 13897658 w 15732060"/>
              <a:gd name="connsiteY317" fmla="*/ 7718285 h 8839200"/>
              <a:gd name="connsiteX318" fmla="*/ 13898207 w 15732060"/>
              <a:gd name="connsiteY318" fmla="*/ 7718285 h 8839200"/>
              <a:gd name="connsiteX319" fmla="*/ 14586862 w 15732060"/>
              <a:gd name="connsiteY319" fmla="*/ 7718833 h 8839200"/>
              <a:gd name="connsiteX320" fmla="*/ 15130652 w 15732060"/>
              <a:gd name="connsiteY320" fmla="*/ 8262624 h 8839200"/>
              <a:gd name="connsiteX321" fmla="*/ 15131201 w 15732060"/>
              <a:gd name="connsiteY321" fmla="*/ 8262624 h 8839200"/>
              <a:gd name="connsiteX322" fmla="*/ 15676637 w 15732060"/>
              <a:gd name="connsiteY322" fmla="*/ 8263173 h 8839200"/>
              <a:gd name="connsiteX323" fmla="*/ 15695295 w 15732060"/>
              <a:gd name="connsiteY323" fmla="*/ 8279635 h 8839200"/>
              <a:gd name="connsiteX324" fmla="*/ 15713951 w 15732060"/>
              <a:gd name="connsiteY324" fmla="*/ 8260978 h 8839200"/>
              <a:gd name="connsiteX325" fmla="*/ 15695295 w 15732060"/>
              <a:gd name="connsiteY325" fmla="*/ 8242320 h 8839200"/>
              <a:gd name="connsiteX326" fmla="*/ 15676637 w 15732060"/>
              <a:gd name="connsiteY326" fmla="*/ 8258783 h 8839200"/>
              <a:gd name="connsiteX327" fmla="*/ 15133396 w 15732060"/>
              <a:gd name="connsiteY327" fmla="*/ 8258783 h 8839200"/>
              <a:gd name="connsiteX328" fmla="*/ 14589606 w 15732060"/>
              <a:gd name="connsiteY328" fmla="*/ 7714993 h 8839200"/>
              <a:gd name="connsiteX329" fmla="*/ 14589057 w 15732060"/>
              <a:gd name="connsiteY329" fmla="*/ 7714993 h 8839200"/>
              <a:gd name="connsiteX330" fmla="*/ 13900401 w 15732060"/>
              <a:gd name="connsiteY330" fmla="*/ 7714444 h 8839200"/>
              <a:gd name="connsiteX331" fmla="*/ 13556897 w 15732060"/>
              <a:gd name="connsiteY331" fmla="*/ 7370939 h 8839200"/>
              <a:gd name="connsiteX332" fmla="*/ 13556349 w 15732060"/>
              <a:gd name="connsiteY332" fmla="*/ 7370939 h 8839200"/>
              <a:gd name="connsiteX333" fmla="*/ 13109683 w 15732060"/>
              <a:gd name="connsiteY333" fmla="*/ 7370391 h 8839200"/>
              <a:gd name="connsiteX334" fmla="*/ 13091026 w 15732060"/>
              <a:gd name="connsiteY334" fmla="*/ 7353928 h 8839200"/>
              <a:gd name="connsiteX335" fmla="*/ 5186037 w 15732060"/>
              <a:gd name="connsiteY335" fmla="*/ 7283829 h 8839200"/>
              <a:gd name="connsiteX336" fmla="*/ 5172868 w 15732060"/>
              <a:gd name="connsiteY336" fmla="*/ 7289180 h 8839200"/>
              <a:gd name="connsiteX337" fmla="*/ 5171222 w 15732060"/>
              <a:gd name="connsiteY337" fmla="*/ 7313872 h 8839200"/>
              <a:gd name="connsiteX338" fmla="*/ 5074096 w 15732060"/>
              <a:gd name="connsiteY338" fmla="*/ 7410997 h 8839200"/>
              <a:gd name="connsiteX339" fmla="*/ 5074096 w 15732060"/>
              <a:gd name="connsiteY339" fmla="*/ 8546316 h 8839200"/>
              <a:gd name="connsiteX340" fmla="*/ 4859544 w 15732060"/>
              <a:gd name="connsiteY340" fmla="*/ 8760869 h 8839200"/>
              <a:gd name="connsiteX341" fmla="*/ 4834851 w 15732060"/>
              <a:gd name="connsiteY341" fmla="*/ 8762516 h 8839200"/>
              <a:gd name="connsiteX342" fmla="*/ 4834851 w 15732060"/>
              <a:gd name="connsiteY342" fmla="*/ 8788855 h 8839200"/>
              <a:gd name="connsiteX343" fmla="*/ 4861189 w 15732060"/>
              <a:gd name="connsiteY343" fmla="*/ 8788855 h 8839200"/>
              <a:gd name="connsiteX344" fmla="*/ 4862836 w 15732060"/>
              <a:gd name="connsiteY344" fmla="*/ 8764162 h 8839200"/>
              <a:gd name="connsiteX345" fmla="*/ 5079034 w 15732060"/>
              <a:gd name="connsiteY345" fmla="*/ 8547962 h 8839200"/>
              <a:gd name="connsiteX346" fmla="*/ 5079034 w 15732060"/>
              <a:gd name="connsiteY346" fmla="*/ 7412643 h 8839200"/>
              <a:gd name="connsiteX347" fmla="*/ 5174514 w 15732060"/>
              <a:gd name="connsiteY347" fmla="*/ 7317164 h 8839200"/>
              <a:gd name="connsiteX348" fmla="*/ 5199206 w 15732060"/>
              <a:gd name="connsiteY348" fmla="*/ 7315518 h 8839200"/>
              <a:gd name="connsiteX349" fmla="*/ 5199206 w 15732060"/>
              <a:gd name="connsiteY349" fmla="*/ 7289180 h 8839200"/>
              <a:gd name="connsiteX350" fmla="*/ 5186037 w 15732060"/>
              <a:gd name="connsiteY350" fmla="*/ 7283829 h 8839200"/>
              <a:gd name="connsiteX351" fmla="*/ 11921685 w 15732060"/>
              <a:gd name="connsiteY351" fmla="*/ 7261331 h 8839200"/>
              <a:gd name="connsiteX352" fmla="*/ 11908516 w 15732060"/>
              <a:gd name="connsiteY352" fmla="*/ 7266681 h 8839200"/>
              <a:gd name="connsiteX353" fmla="*/ 11908516 w 15732060"/>
              <a:gd name="connsiteY353" fmla="*/ 7293020 h 8839200"/>
              <a:gd name="connsiteX354" fmla="*/ 11933209 w 15732060"/>
              <a:gd name="connsiteY354" fmla="*/ 7294666 h 8839200"/>
              <a:gd name="connsiteX355" fmla="*/ 12029785 w 15732060"/>
              <a:gd name="connsiteY355" fmla="*/ 7391243 h 8839200"/>
              <a:gd name="connsiteX356" fmla="*/ 12029785 w 15732060"/>
              <a:gd name="connsiteY356" fmla="*/ 7614575 h 8839200"/>
              <a:gd name="connsiteX357" fmla="*/ 12427614 w 15732060"/>
              <a:gd name="connsiteY357" fmla="*/ 8012403 h 8839200"/>
              <a:gd name="connsiteX358" fmla="*/ 12428162 w 15732060"/>
              <a:gd name="connsiteY358" fmla="*/ 8012403 h 8839200"/>
              <a:gd name="connsiteX359" fmla="*/ 12693747 w 15732060"/>
              <a:gd name="connsiteY359" fmla="*/ 8012952 h 8839200"/>
              <a:gd name="connsiteX360" fmla="*/ 13437823 w 15732060"/>
              <a:gd name="connsiteY360" fmla="*/ 8757029 h 8839200"/>
              <a:gd name="connsiteX361" fmla="*/ 13439470 w 15732060"/>
              <a:gd name="connsiteY361" fmla="*/ 8781721 h 8839200"/>
              <a:gd name="connsiteX362" fmla="*/ 13465809 w 15732060"/>
              <a:gd name="connsiteY362" fmla="*/ 8781721 h 8839200"/>
              <a:gd name="connsiteX363" fmla="*/ 13465809 w 15732060"/>
              <a:gd name="connsiteY363" fmla="*/ 8755382 h 8839200"/>
              <a:gd name="connsiteX364" fmla="*/ 13441116 w 15732060"/>
              <a:gd name="connsiteY364" fmla="*/ 8753736 h 8839200"/>
              <a:gd name="connsiteX365" fmla="*/ 13440567 w 15732060"/>
              <a:gd name="connsiteY365" fmla="*/ 8753187 h 8839200"/>
              <a:gd name="connsiteX366" fmla="*/ 12695941 w 15732060"/>
              <a:gd name="connsiteY366" fmla="*/ 8008563 h 8839200"/>
              <a:gd name="connsiteX367" fmla="*/ 12695393 w 15732060"/>
              <a:gd name="connsiteY367" fmla="*/ 8008563 h 8839200"/>
              <a:gd name="connsiteX368" fmla="*/ 12429809 w 15732060"/>
              <a:gd name="connsiteY368" fmla="*/ 8008014 h 8839200"/>
              <a:gd name="connsiteX369" fmla="*/ 12034174 w 15732060"/>
              <a:gd name="connsiteY369" fmla="*/ 7612380 h 8839200"/>
              <a:gd name="connsiteX370" fmla="*/ 12034174 w 15732060"/>
              <a:gd name="connsiteY370" fmla="*/ 7389048 h 8839200"/>
              <a:gd name="connsiteX371" fmla="*/ 11936501 w 15732060"/>
              <a:gd name="connsiteY371" fmla="*/ 7291374 h 8839200"/>
              <a:gd name="connsiteX372" fmla="*/ 11934855 w 15732060"/>
              <a:gd name="connsiteY372" fmla="*/ 7266681 h 8839200"/>
              <a:gd name="connsiteX373" fmla="*/ 11921685 w 15732060"/>
              <a:gd name="connsiteY373" fmla="*/ 7261331 h 8839200"/>
              <a:gd name="connsiteX374" fmla="*/ 10926291 w 15732060"/>
              <a:gd name="connsiteY374" fmla="*/ 7069825 h 8839200"/>
              <a:gd name="connsiteX375" fmla="*/ 10913121 w 15732060"/>
              <a:gd name="connsiteY375" fmla="*/ 7075175 h 8839200"/>
              <a:gd name="connsiteX376" fmla="*/ 10913121 w 15732060"/>
              <a:gd name="connsiteY376" fmla="*/ 7101513 h 8839200"/>
              <a:gd name="connsiteX377" fmla="*/ 10937814 w 15732060"/>
              <a:gd name="connsiteY377" fmla="*/ 7103160 h 8839200"/>
              <a:gd name="connsiteX378" fmla="*/ 11034391 w 15732060"/>
              <a:gd name="connsiteY378" fmla="*/ 7199737 h 8839200"/>
              <a:gd name="connsiteX379" fmla="*/ 11034391 w 15732060"/>
              <a:gd name="connsiteY379" fmla="*/ 7423069 h 8839200"/>
              <a:gd name="connsiteX380" fmla="*/ 11431671 w 15732060"/>
              <a:gd name="connsiteY380" fmla="*/ 7820348 h 8839200"/>
              <a:gd name="connsiteX381" fmla="*/ 11431671 w 15732060"/>
              <a:gd name="connsiteY381" fmla="*/ 7986614 h 8839200"/>
              <a:gd name="connsiteX382" fmla="*/ 12207024 w 15732060"/>
              <a:gd name="connsiteY382" fmla="*/ 8761966 h 8839200"/>
              <a:gd name="connsiteX383" fmla="*/ 12208671 w 15732060"/>
              <a:gd name="connsiteY383" fmla="*/ 8786660 h 8839200"/>
              <a:gd name="connsiteX384" fmla="*/ 12235010 w 15732060"/>
              <a:gd name="connsiteY384" fmla="*/ 8786660 h 8839200"/>
              <a:gd name="connsiteX385" fmla="*/ 12235010 w 15732060"/>
              <a:gd name="connsiteY385" fmla="*/ 8760321 h 8839200"/>
              <a:gd name="connsiteX386" fmla="*/ 12210316 w 15732060"/>
              <a:gd name="connsiteY386" fmla="*/ 8758675 h 8839200"/>
              <a:gd name="connsiteX387" fmla="*/ 12209768 w 15732060"/>
              <a:gd name="connsiteY387" fmla="*/ 8758126 h 8839200"/>
              <a:gd name="connsiteX388" fmla="*/ 11436059 w 15732060"/>
              <a:gd name="connsiteY388" fmla="*/ 7984418 h 8839200"/>
              <a:gd name="connsiteX389" fmla="*/ 11436059 w 15732060"/>
              <a:gd name="connsiteY389" fmla="*/ 7818154 h 8839200"/>
              <a:gd name="connsiteX390" fmla="*/ 11038780 w 15732060"/>
              <a:gd name="connsiteY390" fmla="*/ 7420874 h 8839200"/>
              <a:gd name="connsiteX391" fmla="*/ 11038780 w 15732060"/>
              <a:gd name="connsiteY391" fmla="*/ 7197541 h 8839200"/>
              <a:gd name="connsiteX392" fmla="*/ 10941106 w 15732060"/>
              <a:gd name="connsiteY392" fmla="*/ 7099867 h 8839200"/>
              <a:gd name="connsiteX393" fmla="*/ 10939461 w 15732060"/>
              <a:gd name="connsiteY393" fmla="*/ 7075175 h 8839200"/>
              <a:gd name="connsiteX394" fmla="*/ 10926291 w 15732060"/>
              <a:gd name="connsiteY394" fmla="*/ 7069825 h 8839200"/>
              <a:gd name="connsiteX395" fmla="*/ 1211592 w 15732060"/>
              <a:gd name="connsiteY395" fmla="*/ 7065298 h 8839200"/>
              <a:gd name="connsiteX396" fmla="*/ 1192936 w 15732060"/>
              <a:gd name="connsiteY396" fmla="*/ 7081759 h 8839200"/>
              <a:gd name="connsiteX397" fmla="*/ 568482 w 15732060"/>
              <a:gd name="connsiteY397" fmla="*/ 7081759 h 8839200"/>
              <a:gd name="connsiteX398" fmla="*/ 427460 w 15732060"/>
              <a:gd name="connsiteY398" fmla="*/ 7222782 h 8839200"/>
              <a:gd name="connsiteX399" fmla="*/ 427460 w 15732060"/>
              <a:gd name="connsiteY399" fmla="*/ 7362709 h 8839200"/>
              <a:gd name="connsiteX400" fmla="*/ 317164 w 15732060"/>
              <a:gd name="connsiteY400" fmla="*/ 7473004 h 8839200"/>
              <a:gd name="connsiteX401" fmla="*/ 292472 w 15732060"/>
              <a:gd name="connsiteY401" fmla="*/ 7474650 h 8839200"/>
              <a:gd name="connsiteX402" fmla="*/ 292472 w 15732060"/>
              <a:gd name="connsiteY402" fmla="*/ 7500989 h 8839200"/>
              <a:gd name="connsiteX403" fmla="*/ 318810 w 15732060"/>
              <a:gd name="connsiteY403" fmla="*/ 7500989 h 8839200"/>
              <a:gd name="connsiteX404" fmla="*/ 320456 w 15732060"/>
              <a:gd name="connsiteY404" fmla="*/ 7476295 h 8839200"/>
              <a:gd name="connsiteX405" fmla="*/ 431848 w 15732060"/>
              <a:gd name="connsiteY405" fmla="*/ 7364903 h 8839200"/>
              <a:gd name="connsiteX406" fmla="*/ 431848 w 15732060"/>
              <a:gd name="connsiteY406" fmla="*/ 7224977 h 8839200"/>
              <a:gd name="connsiteX407" fmla="*/ 432398 w 15732060"/>
              <a:gd name="connsiteY407" fmla="*/ 7224429 h 8839200"/>
              <a:gd name="connsiteX408" fmla="*/ 570678 w 15732060"/>
              <a:gd name="connsiteY408" fmla="*/ 7086150 h 8839200"/>
              <a:gd name="connsiteX409" fmla="*/ 1192936 w 15732060"/>
              <a:gd name="connsiteY409" fmla="*/ 7086150 h 8839200"/>
              <a:gd name="connsiteX410" fmla="*/ 1211592 w 15732060"/>
              <a:gd name="connsiteY410" fmla="*/ 7102611 h 8839200"/>
              <a:gd name="connsiteX411" fmla="*/ 1230249 w 15732060"/>
              <a:gd name="connsiteY411" fmla="*/ 7083954 h 8839200"/>
              <a:gd name="connsiteX412" fmla="*/ 1211592 w 15732060"/>
              <a:gd name="connsiteY412" fmla="*/ 7065298 h 8839200"/>
              <a:gd name="connsiteX413" fmla="*/ 10149290 w 15732060"/>
              <a:gd name="connsiteY413" fmla="*/ 7048973 h 8839200"/>
              <a:gd name="connsiteX414" fmla="*/ 10136121 w 15732060"/>
              <a:gd name="connsiteY414" fmla="*/ 7054323 h 8839200"/>
              <a:gd name="connsiteX415" fmla="*/ 10136121 w 15732060"/>
              <a:gd name="connsiteY415" fmla="*/ 7080662 h 8839200"/>
              <a:gd name="connsiteX416" fmla="*/ 10160814 w 15732060"/>
              <a:gd name="connsiteY416" fmla="*/ 7082308 h 8839200"/>
              <a:gd name="connsiteX417" fmla="*/ 10562483 w 15732060"/>
              <a:gd name="connsiteY417" fmla="*/ 7483978 h 8839200"/>
              <a:gd name="connsiteX418" fmla="*/ 10562483 w 15732060"/>
              <a:gd name="connsiteY418" fmla="*/ 7778645 h 8839200"/>
              <a:gd name="connsiteX419" fmla="*/ 10879101 w 15732060"/>
              <a:gd name="connsiteY419" fmla="*/ 8095261 h 8839200"/>
              <a:gd name="connsiteX420" fmla="*/ 10880746 w 15732060"/>
              <a:gd name="connsiteY420" fmla="*/ 8119954 h 8839200"/>
              <a:gd name="connsiteX421" fmla="*/ 10907085 w 15732060"/>
              <a:gd name="connsiteY421" fmla="*/ 8119954 h 8839200"/>
              <a:gd name="connsiteX422" fmla="*/ 10907085 w 15732060"/>
              <a:gd name="connsiteY422" fmla="*/ 8093615 h 8839200"/>
              <a:gd name="connsiteX423" fmla="*/ 10882392 w 15732060"/>
              <a:gd name="connsiteY423" fmla="*/ 8091969 h 8839200"/>
              <a:gd name="connsiteX424" fmla="*/ 10566874 w 15732060"/>
              <a:gd name="connsiteY424" fmla="*/ 7776999 h 8839200"/>
              <a:gd name="connsiteX425" fmla="*/ 10566874 w 15732060"/>
              <a:gd name="connsiteY425" fmla="*/ 7482332 h 8839200"/>
              <a:gd name="connsiteX426" fmla="*/ 10164106 w 15732060"/>
              <a:gd name="connsiteY426" fmla="*/ 7079565 h 8839200"/>
              <a:gd name="connsiteX427" fmla="*/ 10162460 w 15732060"/>
              <a:gd name="connsiteY427" fmla="*/ 7054872 h 8839200"/>
              <a:gd name="connsiteX428" fmla="*/ 10162460 w 15732060"/>
              <a:gd name="connsiteY428" fmla="*/ 7054323 h 8839200"/>
              <a:gd name="connsiteX429" fmla="*/ 10149290 w 15732060"/>
              <a:gd name="connsiteY429" fmla="*/ 7048973 h 8839200"/>
              <a:gd name="connsiteX430" fmla="*/ 3696238 w 15732060"/>
              <a:gd name="connsiteY430" fmla="*/ 6827149 h 8839200"/>
              <a:gd name="connsiteX431" fmla="*/ 3677581 w 15732060"/>
              <a:gd name="connsiteY431" fmla="*/ 6843611 h 8839200"/>
              <a:gd name="connsiteX432" fmla="*/ 3053128 w 15732060"/>
              <a:gd name="connsiteY432" fmla="*/ 6843611 h 8839200"/>
              <a:gd name="connsiteX433" fmla="*/ 2962587 w 15732060"/>
              <a:gd name="connsiteY433" fmla="*/ 6934151 h 8839200"/>
              <a:gd name="connsiteX434" fmla="*/ 2937894 w 15732060"/>
              <a:gd name="connsiteY434" fmla="*/ 6935798 h 8839200"/>
              <a:gd name="connsiteX435" fmla="*/ 2937894 w 15732060"/>
              <a:gd name="connsiteY435" fmla="*/ 6962136 h 8839200"/>
              <a:gd name="connsiteX436" fmla="*/ 2964233 w 15732060"/>
              <a:gd name="connsiteY436" fmla="*/ 6962136 h 8839200"/>
              <a:gd name="connsiteX437" fmla="*/ 2965880 w 15732060"/>
              <a:gd name="connsiteY437" fmla="*/ 6937444 h 8839200"/>
              <a:gd name="connsiteX438" fmla="*/ 3054773 w 15732060"/>
              <a:gd name="connsiteY438" fmla="*/ 6848549 h 8839200"/>
              <a:gd name="connsiteX439" fmla="*/ 3677032 w 15732060"/>
              <a:gd name="connsiteY439" fmla="*/ 6848549 h 8839200"/>
              <a:gd name="connsiteX440" fmla="*/ 3677581 w 15732060"/>
              <a:gd name="connsiteY440" fmla="*/ 6848001 h 8839200"/>
              <a:gd name="connsiteX441" fmla="*/ 3696238 w 15732060"/>
              <a:gd name="connsiteY441" fmla="*/ 6864463 h 8839200"/>
              <a:gd name="connsiteX442" fmla="*/ 3714895 w 15732060"/>
              <a:gd name="connsiteY442" fmla="*/ 6845806 h 8839200"/>
              <a:gd name="connsiteX443" fmla="*/ 3696238 w 15732060"/>
              <a:gd name="connsiteY443" fmla="*/ 6827149 h 8839200"/>
              <a:gd name="connsiteX444" fmla="*/ 9514411 w 15732060"/>
              <a:gd name="connsiteY444" fmla="*/ 6708760 h 8839200"/>
              <a:gd name="connsiteX445" fmla="*/ 9501242 w 15732060"/>
              <a:gd name="connsiteY445" fmla="*/ 6714111 h 8839200"/>
              <a:gd name="connsiteX446" fmla="*/ 9501242 w 15732060"/>
              <a:gd name="connsiteY446" fmla="*/ 6740450 h 8839200"/>
              <a:gd name="connsiteX447" fmla="*/ 9525934 w 15732060"/>
              <a:gd name="connsiteY447" fmla="*/ 6742096 h 8839200"/>
              <a:gd name="connsiteX448" fmla="*/ 10158070 w 15732060"/>
              <a:gd name="connsiteY448" fmla="*/ 7374232 h 8839200"/>
              <a:gd name="connsiteX449" fmla="*/ 10158070 w 15732060"/>
              <a:gd name="connsiteY449" fmla="*/ 7897171 h 8839200"/>
              <a:gd name="connsiteX450" fmla="*/ 10566325 w 15732060"/>
              <a:gd name="connsiteY450" fmla="*/ 8305425 h 8839200"/>
              <a:gd name="connsiteX451" fmla="*/ 10566874 w 15732060"/>
              <a:gd name="connsiteY451" fmla="*/ 8305425 h 8839200"/>
              <a:gd name="connsiteX452" fmla="*/ 11109018 w 15732060"/>
              <a:gd name="connsiteY452" fmla="*/ 8305973 h 8839200"/>
              <a:gd name="connsiteX453" fmla="*/ 11354300 w 15732060"/>
              <a:gd name="connsiteY453" fmla="*/ 8551255 h 8839200"/>
              <a:gd name="connsiteX454" fmla="*/ 11354300 w 15732060"/>
              <a:gd name="connsiteY454" fmla="*/ 8765808 h 8839200"/>
              <a:gd name="connsiteX455" fmla="*/ 11337837 w 15732060"/>
              <a:gd name="connsiteY455" fmla="*/ 8784465 h 8839200"/>
              <a:gd name="connsiteX456" fmla="*/ 11356494 w 15732060"/>
              <a:gd name="connsiteY456" fmla="*/ 8803121 h 8839200"/>
              <a:gd name="connsiteX457" fmla="*/ 11375152 w 15732060"/>
              <a:gd name="connsiteY457" fmla="*/ 8784465 h 8839200"/>
              <a:gd name="connsiteX458" fmla="*/ 11370419 w 15732060"/>
              <a:gd name="connsiteY458" fmla="*/ 8771639 h 8839200"/>
              <a:gd name="connsiteX459" fmla="*/ 11359238 w 15732060"/>
              <a:gd name="connsiteY459" fmla="*/ 8766081 h 8839200"/>
              <a:gd name="connsiteX460" fmla="*/ 11359238 w 15732060"/>
              <a:gd name="connsiteY460" fmla="*/ 8766357 h 8839200"/>
              <a:gd name="connsiteX461" fmla="*/ 11358689 w 15732060"/>
              <a:gd name="connsiteY461" fmla="*/ 8765808 h 8839200"/>
              <a:gd name="connsiteX462" fmla="*/ 11359238 w 15732060"/>
              <a:gd name="connsiteY462" fmla="*/ 8766081 h 8839200"/>
              <a:gd name="connsiteX463" fmla="*/ 11359238 w 15732060"/>
              <a:gd name="connsiteY463" fmla="*/ 8549609 h 8839200"/>
              <a:gd name="connsiteX464" fmla="*/ 11111762 w 15732060"/>
              <a:gd name="connsiteY464" fmla="*/ 8302133 h 8839200"/>
              <a:gd name="connsiteX465" fmla="*/ 11111212 w 15732060"/>
              <a:gd name="connsiteY465" fmla="*/ 8302133 h 8839200"/>
              <a:gd name="connsiteX466" fmla="*/ 10569068 w 15732060"/>
              <a:gd name="connsiteY466" fmla="*/ 8301584 h 8839200"/>
              <a:gd name="connsiteX467" fmla="*/ 10163009 w 15732060"/>
              <a:gd name="connsiteY467" fmla="*/ 7895525 h 8839200"/>
              <a:gd name="connsiteX468" fmla="*/ 10163009 w 15732060"/>
              <a:gd name="connsiteY468" fmla="*/ 7372586 h 8839200"/>
              <a:gd name="connsiteX469" fmla="*/ 9529227 w 15732060"/>
              <a:gd name="connsiteY469" fmla="*/ 6738804 h 8839200"/>
              <a:gd name="connsiteX470" fmla="*/ 9527580 w 15732060"/>
              <a:gd name="connsiteY470" fmla="*/ 6714111 h 8839200"/>
              <a:gd name="connsiteX471" fmla="*/ 9514411 w 15732060"/>
              <a:gd name="connsiteY471" fmla="*/ 6708760 h 8839200"/>
              <a:gd name="connsiteX472" fmla="*/ 4474336 w 15732060"/>
              <a:gd name="connsiteY472" fmla="*/ 6454151 h 8839200"/>
              <a:gd name="connsiteX473" fmla="*/ 4461166 w 15732060"/>
              <a:gd name="connsiteY473" fmla="*/ 6459501 h 8839200"/>
              <a:gd name="connsiteX474" fmla="*/ 4459520 w 15732060"/>
              <a:gd name="connsiteY474" fmla="*/ 6484193 h 8839200"/>
              <a:gd name="connsiteX475" fmla="*/ 4294352 w 15732060"/>
              <a:gd name="connsiteY475" fmla="*/ 6649361 h 8839200"/>
              <a:gd name="connsiteX476" fmla="*/ 3558507 w 15732060"/>
              <a:gd name="connsiteY476" fmla="*/ 6649361 h 8839200"/>
              <a:gd name="connsiteX477" fmla="*/ 3539850 w 15732060"/>
              <a:gd name="connsiteY477" fmla="*/ 6632899 h 8839200"/>
              <a:gd name="connsiteX478" fmla="*/ 3521193 w 15732060"/>
              <a:gd name="connsiteY478" fmla="*/ 6651556 h 8839200"/>
              <a:gd name="connsiteX479" fmla="*/ 3539850 w 15732060"/>
              <a:gd name="connsiteY479" fmla="*/ 6670213 h 8839200"/>
              <a:gd name="connsiteX480" fmla="*/ 3558507 w 15732060"/>
              <a:gd name="connsiteY480" fmla="*/ 6653750 h 8839200"/>
              <a:gd name="connsiteX481" fmla="*/ 4296547 w 15732060"/>
              <a:gd name="connsiteY481" fmla="*/ 6653750 h 8839200"/>
              <a:gd name="connsiteX482" fmla="*/ 4462813 w 15732060"/>
              <a:gd name="connsiteY482" fmla="*/ 6487486 h 8839200"/>
              <a:gd name="connsiteX483" fmla="*/ 4462812 w 15732060"/>
              <a:gd name="connsiteY483" fmla="*/ 6487486 h 8839200"/>
              <a:gd name="connsiteX484" fmla="*/ 4463362 w 15732060"/>
              <a:gd name="connsiteY484" fmla="*/ 6486937 h 8839200"/>
              <a:gd name="connsiteX485" fmla="*/ 4462813 w 15732060"/>
              <a:gd name="connsiteY485" fmla="*/ 6487486 h 8839200"/>
              <a:gd name="connsiteX486" fmla="*/ 4475364 w 15732060"/>
              <a:gd name="connsiteY486" fmla="*/ 6491189 h 8839200"/>
              <a:gd name="connsiteX487" fmla="*/ 4487505 w 15732060"/>
              <a:gd name="connsiteY487" fmla="*/ 6485840 h 8839200"/>
              <a:gd name="connsiteX488" fmla="*/ 4487505 w 15732060"/>
              <a:gd name="connsiteY488" fmla="*/ 6459501 h 8839200"/>
              <a:gd name="connsiteX489" fmla="*/ 4474336 w 15732060"/>
              <a:gd name="connsiteY489" fmla="*/ 6454151 h 8839200"/>
              <a:gd name="connsiteX490" fmla="*/ 2861072 w 15732060"/>
              <a:gd name="connsiteY490" fmla="*/ 6399141 h 8839200"/>
              <a:gd name="connsiteX491" fmla="*/ 2842416 w 15732060"/>
              <a:gd name="connsiteY491" fmla="*/ 6417798 h 8839200"/>
              <a:gd name="connsiteX492" fmla="*/ 2858877 w 15732060"/>
              <a:gd name="connsiteY492" fmla="*/ 6436454 h 8839200"/>
              <a:gd name="connsiteX493" fmla="*/ 2858877 w 15732060"/>
              <a:gd name="connsiteY493" fmla="*/ 6778312 h 8839200"/>
              <a:gd name="connsiteX494" fmla="*/ 2574086 w 15732060"/>
              <a:gd name="connsiteY494" fmla="*/ 7063102 h 8839200"/>
              <a:gd name="connsiteX495" fmla="*/ 1833852 w 15732060"/>
              <a:gd name="connsiteY495" fmla="*/ 7063102 h 8839200"/>
              <a:gd name="connsiteX496" fmla="*/ 1090324 w 15732060"/>
              <a:gd name="connsiteY496" fmla="*/ 7806630 h 8839200"/>
              <a:gd name="connsiteX497" fmla="*/ 60908 w 15732060"/>
              <a:gd name="connsiteY497" fmla="*/ 7806630 h 8839200"/>
              <a:gd name="connsiteX498" fmla="*/ 42250 w 15732060"/>
              <a:gd name="connsiteY498" fmla="*/ 7790168 h 8839200"/>
              <a:gd name="connsiteX499" fmla="*/ 23594 w 15732060"/>
              <a:gd name="connsiteY499" fmla="*/ 7808826 h 8839200"/>
              <a:gd name="connsiteX500" fmla="*/ 42250 w 15732060"/>
              <a:gd name="connsiteY500" fmla="*/ 7827483 h 8839200"/>
              <a:gd name="connsiteX501" fmla="*/ 60908 w 15732060"/>
              <a:gd name="connsiteY501" fmla="*/ 7811020 h 8839200"/>
              <a:gd name="connsiteX502" fmla="*/ 1091970 w 15732060"/>
              <a:gd name="connsiteY502" fmla="*/ 7811020 h 8839200"/>
              <a:gd name="connsiteX503" fmla="*/ 1835498 w 15732060"/>
              <a:gd name="connsiteY503" fmla="*/ 7067493 h 8839200"/>
              <a:gd name="connsiteX504" fmla="*/ 1835498 w 15732060"/>
              <a:gd name="connsiteY504" fmla="*/ 7068042 h 8839200"/>
              <a:gd name="connsiteX505" fmla="*/ 2575733 w 15732060"/>
              <a:gd name="connsiteY505" fmla="*/ 7068042 h 8839200"/>
              <a:gd name="connsiteX506" fmla="*/ 2863267 w 15732060"/>
              <a:gd name="connsiteY506" fmla="*/ 6780507 h 8839200"/>
              <a:gd name="connsiteX507" fmla="*/ 2863267 w 15732060"/>
              <a:gd name="connsiteY507" fmla="*/ 6436454 h 8839200"/>
              <a:gd name="connsiteX508" fmla="*/ 2879729 w 15732060"/>
              <a:gd name="connsiteY508" fmla="*/ 6417798 h 8839200"/>
              <a:gd name="connsiteX509" fmla="*/ 2861072 w 15732060"/>
              <a:gd name="connsiteY509" fmla="*/ 6399141 h 8839200"/>
              <a:gd name="connsiteX510" fmla="*/ 3111561 w 15732060"/>
              <a:gd name="connsiteY510" fmla="*/ 6398704 h 8839200"/>
              <a:gd name="connsiteX511" fmla="*/ 3098603 w 15732060"/>
              <a:gd name="connsiteY511" fmla="*/ 6404009 h 8839200"/>
              <a:gd name="connsiteX512" fmla="*/ 3093184 w 15732060"/>
              <a:gd name="connsiteY512" fmla="*/ 6417246 h 8839200"/>
              <a:gd name="connsiteX513" fmla="*/ 3109647 w 15732060"/>
              <a:gd name="connsiteY513" fmla="*/ 6435904 h 8839200"/>
              <a:gd name="connsiteX514" fmla="*/ 3109647 w 15732060"/>
              <a:gd name="connsiteY514" fmla="*/ 6726181 h 8839200"/>
              <a:gd name="connsiteX515" fmla="*/ 2526348 w 15732060"/>
              <a:gd name="connsiteY515" fmla="*/ 7309480 h 8839200"/>
              <a:gd name="connsiteX516" fmla="*/ 2231680 w 15732060"/>
              <a:gd name="connsiteY516" fmla="*/ 7309480 h 8839200"/>
              <a:gd name="connsiteX517" fmla="*/ 2131812 w 15732060"/>
              <a:gd name="connsiteY517" fmla="*/ 7209611 h 8839200"/>
              <a:gd name="connsiteX518" fmla="*/ 2131263 w 15732060"/>
              <a:gd name="connsiteY518" fmla="*/ 7209611 h 8839200"/>
              <a:gd name="connsiteX519" fmla="*/ 2021516 w 15732060"/>
              <a:gd name="connsiteY519" fmla="*/ 7209063 h 8839200"/>
              <a:gd name="connsiteX520" fmla="*/ 1603934 w 15732060"/>
              <a:gd name="connsiteY520" fmla="*/ 7626645 h 8839200"/>
              <a:gd name="connsiteX521" fmla="*/ 1396514 w 15732060"/>
              <a:gd name="connsiteY521" fmla="*/ 7626645 h 8839200"/>
              <a:gd name="connsiteX522" fmla="*/ 557508 w 15732060"/>
              <a:gd name="connsiteY522" fmla="*/ 8465652 h 8839200"/>
              <a:gd name="connsiteX523" fmla="*/ 52676 w 15732060"/>
              <a:gd name="connsiteY523" fmla="*/ 8465652 h 8839200"/>
              <a:gd name="connsiteX524" fmla="*/ 34020 w 15732060"/>
              <a:gd name="connsiteY524" fmla="*/ 8449189 h 8839200"/>
              <a:gd name="connsiteX525" fmla="*/ 15364 w 15732060"/>
              <a:gd name="connsiteY525" fmla="*/ 8467846 h 8839200"/>
              <a:gd name="connsiteX526" fmla="*/ 34020 w 15732060"/>
              <a:gd name="connsiteY526" fmla="*/ 8486503 h 8839200"/>
              <a:gd name="connsiteX527" fmla="*/ 52676 w 15732060"/>
              <a:gd name="connsiteY527" fmla="*/ 8470042 h 8839200"/>
              <a:gd name="connsiteX528" fmla="*/ 559154 w 15732060"/>
              <a:gd name="connsiteY528" fmla="*/ 8470042 h 8839200"/>
              <a:gd name="connsiteX529" fmla="*/ 1398161 w 15732060"/>
              <a:gd name="connsiteY529" fmla="*/ 7631035 h 8839200"/>
              <a:gd name="connsiteX530" fmla="*/ 1605580 w 15732060"/>
              <a:gd name="connsiteY530" fmla="*/ 7631035 h 8839200"/>
              <a:gd name="connsiteX531" fmla="*/ 2023163 w 15732060"/>
              <a:gd name="connsiteY531" fmla="*/ 7213452 h 8839200"/>
              <a:gd name="connsiteX532" fmla="*/ 2128519 w 15732060"/>
              <a:gd name="connsiteY532" fmla="*/ 7213452 h 8839200"/>
              <a:gd name="connsiteX533" fmla="*/ 2228387 w 15732060"/>
              <a:gd name="connsiteY533" fmla="*/ 7313321 h 8839200"/>
              <a:gd name="connsiteX534" fmla="*/ 2228936 w 15732060"/>
              <a:gd name="connsiteY534" fmla="*/ 7313321 h 8839200"/>
              <a:gd name="connsiteX535" fmla="*/ 2527445 w 15732060"/>
              <a:gd name="connsiteY535" fmla="*/ 7313870 h 8839200"/>
              <a:gd name="connsiteX536" fmla="*/ 3113488 w 15732060"/>
              <a:gd name="connsiteY536" fmla="*/ 6727827 h 8839200"/>
              <a:gd name="connsiteX537" fmla="*/ 3113488 w 15732060"/>
              <a:gd name="connsiteY537" fmla="*/ 6435904 h 8839200"/>
              <a:gd name="connsiteX538" fmla="*/ 3129950 w 15732060"/>
              <a:gd name="connsiteY538" fmla="*/ 6417246 h 8839200"/>
              <a:gd name="connsiteX539" fmla="*/ 3124531 w 15732060"/>
              <a:gd name="connsiteY539" fmla="*/ 6404215 h 8839200"/>
              <a:gd name="connsiteX540" fmla="*/ 2945028 w 15732060"/>
              <a:gd name="connsiteY540" fmla="*/ 6398590 h 8839200"/>
              <a:gd name="connsiteX541" fmla="*/ 2926371 w 15732060"/>
              <a:gd name="connsiteY541" fmla="*/ 6417246 h 8839200"/>
              <a:gd name="connsiteX542" fmla="*/ 2942832 w 15732060"/>
              <a:gd name="connsiteY542" fmla="*/ 6435904 h 8839200"/>
              <a:gd name="connsiteX543" fmla="*/ 2942832 w 15732060"/>
              <a:gd name="connsiteY543" fmla="*/ 6599974 h 8839200"/>
              <a:gd name="connsiteX544" fmla="*/ 2926371 w 15732060"/>
              <a:gd name="connsiteY544" fmla="*/ 6618630 h 8839200"/>
              <a:gd name="connsiteX545" fmla="*/ 2945028 w 15732060"/>
              <a:gd name="connsiteY545" fmla="*/ 6637287 h 8839200"/>
              <a:gd name="connsiteX546" fmla="*/ 2963685 w 15732060"/>
              <a:gd name="connsiteY546" fmla="*/ 6618630 h 8839200"/>
              <a:gd name="connsiteX547" fmla="*/ 2947223 w 15732060"/>
              <a:gd name="connsiteY547" fmla="*/ 6599974 h 8839200"/>
              <a:gd name="connsiteX548" fmla="*/ 2947223 w 15732060"/>
              <a:gd name="connsiteY548" fmla="*/ 6435904 h 8839200"/>
              <a:gd name="connsiteX549" fmla="*/ 2963685 w 15732060"/>
              <a:gd name="connsiteY549" fmla="*/ 6417246 h 8839200"/>
              <a:gd name="connsiteX550" fmla="*/ 2945028 w 15732060"/>
              <a:gd name="connsiteY550" fmla="*/ 6398590 h 8839200"/>
              <a:gd name="connsiteX551" fmla="*/ 3028983 w 15732060"/>
              <a:gd name="connsiteY551" fmla="*/ 6398590 h 8839200"/>
              <a:gd name="connsiteX552" fmla="*/ 3010326 w 15732060"/>
              <a:gd name="connsiteY552" fmla="*/ 6417246 h 8839200"/>
              <a:gd name="connsiteX553" fmla="*/ 3026789 w 15732060"/>
              <a:gd name="connsiteY553" fmla="*/ 6435904 h 8839200"/>
              <a:gd name="connsiteX554" fmla="*/ 3026789 w 15732060"/>
              <a:gd name="connsiteY554" fmla="*/ 6710817 h 8839200"/>
              <a:gd name="connsiteX555" fmla="*/ 2603718 w 15732060"/>
              <a:gd name="connsiteY555" fmla="*/ 7133887 h 8839200"/>
              <a:gd name="connsiteX556" fmla="*/ 1999018 w 15732060"/>
              <a:gd name="connsiteY556" fmla="*/ 7133887 h 8839200"/>
              <a:gd name="connsiteX557" fmla="*/ 1713131 w 15732060"/>
              <a:gd name="connsiteY557" fmla="*/ 7419775 h 8839200"/>
              <a:gd name="connsiteX558" fmla="*/ 1688438 w 15732060"/>
              <a:gd name="connsiteY558" fmla="*/ 7421420 h 8839200"/>
              <a:gd name="connsiteX559" fmla="*/ 1688438 w 15732060"/>
              <a:gd name="connsiteY559" fmla="*/ 7447759 h 8839200"/>
              <a:gd name="connsiteX560" fmla="*/ 1714777 w 15732060"/>
              <a:gd name="connsiteY560" fmla="*/ 7447759 h 8839200"/>
              <a:gd name="connsiteX561" fmla="*/ 1716423 w 15732060"/>
              <a:gd name="connsiteY561" fmla="*/ 7423066 h 8839200"/>
              <a:gd name="connsiteX562" fmla="*/ 2000665 w 15732060"/>
              <a:gd name="connsiteY562" fmla="*/ 7138825 h 8839200"/>
              <a:gd name="connsiteX563" fmla="*/ 2604815 w 15732060"/>
              <a:gd name="connsiteY563" fmla="*/ 7138825 h 8839200"/>
              <a:gd name="connsiteX564" fmla="*/ 3031178 w 15732060"/>
              <a:gd name="connsiteY564" fmla="*/ 6712463 h 8839200"/>
              <a:gd name="connsiteX565" fmla="*/ 3031178 w 15732060"/>
              <a:gd name="connsiteY565" fmla="*/ 6435904 h 8839200"/>
              <a:gd name="connsiteX566" fmla="*/ 3047640 w 15732060"/>
              <a:gd name="connsiteY566" fmla="*/ 6417246 h 8839200"/>
              <a:gd name="connsiteX567" fmla="*/ 3028983 w 15732060"/>
              <a:gd name="connsiteY567" fmla="*/ 6398590 h 8839200"/>
              <a:gd name="connsiteX568" fmla="*/ 3111841 w 15732060"/>
              <a:gd name="connsiteY568" fmla="*/ 6398590 h 8839200"/>
              <a:gd name="connsiteX569" fmla="*/ 3111292 w 15732060"/>
              <a:gd name="connsiteY569" fmla="*/ 6398590 h 8839200"/>
              <a:gd name="connsiteX570" fmla="*/ 3111561 w 15732060"/>
              <a:gd name="connsiteY570" fmla="*/ 6398704 h 8839200"/>
              <a:gd name="connsiteX571" fmla="*/ 3195248 w 15732060"/>
              <a:gd name="connsiteY571" fmla="*/ 6398590 h 8839200"/>
              <a:gd name="connsiteX572" fmla="*/ 3176591 w 15732060"/>
              <a:gd name="connsiteY572" fmla="*/ 6417246 h 8839200"/>
              <a:gd name="connsiteX573" fmla="*/ 3193054 w 15732060"/>
              <a:gd name="connsiteY573" fmla="*/ 6435904 h 8839200"/>
              <a:gd name="connsiteX574" fmla="*/ 3193054 w 15732060"/>
              <a:gd name="connsiteY574" fmla="*/ 6599974 h 8839200"/>
              <a:gd name="connsiteX575" fmla="*/ 3176591 w 15732060"/>
              <a:gd name="connsiteY575" fmla="*/ 6618630 h 8839200"/>
              <a:gd name="connsiteX576" fmla="*/ 3195248 w 15732060"/>
              <a:gd name="connsiteY576" fmla="*/ 6637287 h 8839200"/>
              <a:gd name="connsiteX577" fmla="*/ 3213905 w 15732060"/>
              <a:gd name="connsiteY577" fmla="*/ 6618630 h 8839200"/>
              <a:gd name="connsiteX578" fmla="*/ 3197443 w 15732060"/>
              <a:gd name="connsiteY578" fmla="*/ 6599974 h 8839200"/>
              <a:gd name="connsiteX579" fmla="*/ 3197443 w 15732060"/>
              <a:gd name="connsiteY579" fmla="*/ 6435904 h 8839200"/>
              <a:gd name="connsiteX580" fmla="*/ 3213905 w 15732060"/>
              <a:gd name="connsiteY580" fmla="*/ 6417246 h 8839200"/>
              <a:gd name="connsiteX581" fmla="*/ 3195248 w 15732060"/>
              <a:gd name="connsiteY581" fmla="*/ 6398590 h 8839200"/>
              <a:gd name="connsiteX582" fmla="*/ 3278654 w 15732060"/>
              <a:gd name="connsiteY582" fmla="*/ 6398590 h 8839200"/>
              <a:gd name="connsiteX583" fmla="*/ 3259998 w 15732060"/>
              <a:gd name="connsiteY583" fmla="*/ 6417246 h 8839200"/>
              <a:gd name="connsiteX584" fmla="*/ 3276460 w 15732060"/>
              <a:gd name="connsiteY584" fmla="*/ 6435904 h 8839200"/>
              <a:gd name="connsiteX585" fmla="*/ 3276460 w 15732060"/>
              <a:gd name="connsiteY585" fmla="*/ 6619728 h 8839200"/>
              <a:gd name="connsiteX586" fmla="*/ 3437786 w 15732060"/>
              <a:gd name="connsiteY586" fmla="*/ 6781054 h 8839200"/>
              <a:gd name="connsiteX587" fmla="*/ 3438335 w 15732060"/>
              <a:gd name="connsiteY587" fmla="*/ 6781054 h 8839200"/>
              <a:gd name="connsiteX588" fmla="*/ 4190094 w 15732060"/>
              <a:gd name="connsiteY588" fmla="*/ 6781604 h 8839200"/>
              <a:gd name="connsiteX589" fmla="*/ 4208751 w 15732060"/>
              <a:gd name="connsiteY589" fmla="*/ 6798065 h 8839200"/>
              <a:gd name="connsiteX590" fmla="*/ 4227408 w 15732060"/>
              <a:gd name="connsiteY590" fmla="*/ 6779408 h 8839200"/>
              <a:gd name="connsiteX591" fmla="*/ 4208751 w 15732060"/>
              <a:gd name="connsiteY591" fmla="*/ 6760751 h 8839200"/>
              <a:gd name="connsiteX592" fmla="*/ 4208202 w 15732060"/>
              <a:gd name="connsiteY592" fmla="*/ 6760203 h 8839200"/>
              <a:gd name="connsiteX593" fmla="*/ 4189546 w 15732060"/>
              <a:gd name="connsiteY593" fmla="*/ 6776664 h 8839200"/>
              <a:gd name="connsiteX594" fmla="*/ 3439981 w 15732060"/>
              <a:gd name="connsiteY594" fmla="*/ 6776664 h 8839200"/>
              <a:gd name="connsiteX595" fmla="*/ 3280850 w 15732060"/>
              <a:gd name="connsiteY595" fmla="*/ 6617533 h 8839200"/>
              <a:gd name="connsiteX596" fmla="*/ 3280850 w 15732060"/>
              <a:gd name="connsiteY596" fmla="*/ 6435904 h 8839200"/>
              <a:gd name="connsiteX597" fmla="*/ 3297312 w 15732060"/>
              <a:gd name="connsiteY597" fmla="*/ 6417246 h 8839200"/>
              <a:gd name="connsiteX598" fmla="*/ 3278654 w 15732060"/>
              <a:gd name="connsiteY598" fmla="*/ 6398590 h 8839200"/>
              <a:gd name="connsiteX599" fmla="*/ 2805102 w 15732060"/>
              <a:gd name="connsiteY599" fmla="*/ 6343170 h 8839200"/>
              <a:gd name="connsiteX600" fmla="*/ 2786445 w 15732060"/>
              <a:gd name="connsiteY600" fmla="*/ 6359632 h 8839200"/>
              <a:gd name="connsiteX601" fmla="*/ 2069805 w 15732060"/>
              <a:gd name="connsiteY601" fmla="*/ 6359632 h 8839200"/>
              <a:gd name="connsiteX602" fmla="*/ 785230 w 15732060"/>
              <a:gd name="connsiteY602" fmla="*/ 7644207 h 8839200"/>
              <a:gd name="connsiteX603" fmla="*/ 50482 w 15732060"/>
              <a:gd name="connsiteY603" fmla="*/ 7644207 h 8839200"/>
              <a:gd name="connsiteX604" fmla="*/ 31826 w 15732060"/>
              <a:gd name="connsiteY604" fmla="*/ 7627744 h 8839200"/>
              <a:gd name="connsiteX605" fmla="*/ 13168 w 15732060"/>
              <a:gd name="connsiteY605" fmla="*/ 7646401 h 8839200"/>
              <a:gd name="connsiteX606" fmla="*/ 31826 w 15732060"/>
              <a:gd name="connsiteY606" fmla="*/ 7665059 h 8839200"/>
              <a:gd name="connsiteX607" fmla="*/ 50482 w 15732060"/>
              <a:gd name="connsiteY607" fmla="*/ 7648597 h 8839200"/>
              <a:gd name="connsiteX608" fmla="*/ 787426 w 15732060"/>
              <a:gd name="connsiteY608" fmla="*/ 7648597 h 8839200"/>
              <a:gd name="connsiteX609" fmla="*/ 2072000 w 15732060"/>
              <a:gd name="connsiteY609" fmla="*/ 6364021 h 8839200"/>
              <a:gd name="connsiteX610" fmla="*/ 2786445 w 15732060"/>
              <a:gd name="connsiteY610" fmla="*/ 6364021 h 8839200"/>
              <a:gd name="connsiteX611" fmla="*/ 2805102 w 15732060"/>
              <a:gd name="connsiteY611" fmla="*/ 6380484 h 8839200"/>
              <a:gd name="connsiteX612" fmla="*/ 2823759 w 15732060"/>
              <a:gd name="connsiteY612" fmla="*/ 6361827 h 8839200"/>
              <a:gd name="connsiteX613" fmla="*/ 2805102 w 15732060"/>
              <a:gd name="connsiteY613" fmla="*/ 6343170 h 8839200"/>
              <a:gd name="connsiteX614" fmla="*/ 4023829 w 15732060"/>
              <a:gd name="connsiteY614" fmla="*/ 6335623 h 8839200"/>
              <a:gd name="connsiteX615" fmla="*/ 4010660 w 15732060"/>
              <a:gd name="connsiteY615" fmla="*/ 6340973 h 8839200"/>
              <a:gd name="connsiteX616" fmla="*/ 4009014 w 15732060"/>
              <a:gd name="connsiteY616" fmla="*/ 6365667 h 8839200"/>
              <a:gd name="connsiteX617" fmla="*/ 3922314 w 15732060"/>
              <a:gd name="connsiteY617" fmla="*/ 6452366 h 8839200"/>
              <a:gd name="connsiteX618" fmla="*/ 3633134 w 15732060"/>
              <a:gd name="connsiteY618" fmla="*/ 6452366 h 8839200"/>
              <a:gd name="connsiteX619" fmla="*/ 3632584 w 15732060"/>
              <a:gd name="connsiteY619" fmla="*/ 6452914 h 8839200"/>
              <a:gd name="connsiteX620" fmla="*/ 3538753 w 15732060"/>
              <a:gd name="connsiteY620" fmla="*/ 6359082 h 8839200"/>
              <a:gd name="connsiteX621" fmla="*/ 3538203 w 15732060"/>
              <a:gd name="connsiteY621" fmla="*/ 6359082 h 8839200"/>
              <a:gd name="connsiteX622" fmla="*/ 3354379 w 15732060"/>
              <a:gd name="connsiteY622" fmla="*/ 6358532 h 8839200"/>
              <a:gd name="connsiteX623" fmla="*/ 3335723 w 15732060"/>
              <a:gd name="connsiteY623" fmla="*/ 6342071 h 8839200"/>
              <a:gd name="connsiteX624" fmla="*/ 3317066 w 15732060"/>
              <a:gd name="connsiteY624" fmla="*/ 6360727 h 8839200"/>
              <a:gd name="connsiteX625" fmla="*/ 3335723 w 15732060"/>
              <a:gd name="connsiteY625" fmla="*/ 6379384 h 8839200"/>
              <a:gd name="connsiteX626" fmla="*/ 3354379 w 15732060"/>
              <a:gd name="connsiteY626" fmla="*/ 6362923 h 8839200"/>
              <a:gd name="connsiteX627" fmla="*/ 3536009 w 15732060"/>
              <a:gd name="connsiteY627" fmla="*/ 6362923 h 8839200"/>
              <a:gd name="connsiteX628" fmla="*/ 3629842 w 15732060"/>
              <a:gd name="connsiteY628" fmla="*/ 6456755 h 8839200"/>
              <a:gd name="connsiteX629" fmla="*/ 3630390 w 15732060"/>
              <a:gd name="connsiteY629" fmla="*/ 6456755 h 8839200"/>
              <a:gd name="connsiteX630" fmla="*/ 3923960 w 15732060"/>
              <a:gd name="connsiteY630" fmla="*/ 6457304 h 8839200"/>
              <a:gd name="connsiteX631" fmla="*/ 4012306 w 15732060"/>
              <a:gd name="connsiteY631" fmla="*/ 6368958 h 8839200"/>
              <a:gd name="connsiteX632" fmla="*/ 4036998 w 15732060"/>
              <a:gd name="connsiteY632" fmla="*/ 6367312 h 8839200"/>
              <a:gd name="connsiteX633" fmla="*/ 4036998 w 15732060"/>
              <a:gd name="connsiteY633" fmla="*/ 6340973 h 8839200"/>
              <a:gd name="connsiteX634" fmla="*/ 4023829 w 15732060"/>
              <a:gd name="connsiteY634" fmla="*/ 6335623 h 8839200"/>
              <a:gd name="connsiteX635" fmla="*/ 5429672 w 15732060"/>
              <a:gd name="connsiteY635" fmla="*/ 6278558 h 8839200"/>
              <a:gd name="connsiteX636" fmla="*/ 5416503 w 15732060"/>
              <a:gd name="connsiteY636" fmla="*/ 6283907 h 8839200"/>
              <a:gd name="connsiteX637" fmla="*/ 5414856 w 15732060"/>
              <a:gd name="connsiteY637" fmla="*/ 6308601 h 8839200"/>
              <a:gd name="connsiteX638" fmla="*/ 4905088 w 15732060"/>
              <a:gd name="connsiteY638" fmla="*/ 6818369 h 8839200"/>
              <a:gd name="connsiteX639" fmla="*/ 4650477 w 15732060"/>
              <a:gd name="connsiteY639" fmla="*/ 6818369 h 8839200"/>
              <a:gd name="connsiteX640" fmla="*/ 4394770 w 15732060"/>
              <a:gd name="connsiteY640" fmla="*/ 7074077 h 8839200"/>
              <a:gd name="connsiteX641" fmla="*/ 4370077 w 15732060"/>
              <a:gd name="connsiteY641" fmla="*/ 7075724 h 8839200"/>
              <a:gd name="connsiteX642" fmla="*/ 4370077 w 15732060"/>
              <a:gd name="connsiteY642" fmla="*/ 7102062 h 8839200"/>
              <a:gd name="connsiteX643" fmla="*/ 4396416 w 15732060"/>
              <a:gd name="connsiteY643" fmla="*/ 7102062 h 8839200"/>
              <a:gd name="connsiteX644" fmla="*/ 4398062 w 15732060"/>
              <a:gd name="connsiteY644" fmla="*/ 7077370 h 8839200"/>
              <a:gd name="connsiteX645" fmla="*/ 4652124 w 15732060"/>
              <a:gd name="connsiteY645" fmla="*/ 6823309 h 8839200"/>
              <a:gd name="connsiteX646" fmla="*/ 4906734 w 15732060"/>
              <a:gd name="connsiteY646" fmla="*/ 6823309 h 8839200"/>
              <a:gd name="connsiteX647" fmla="*/ 5418150 w 15732060"/>
              <a:gd name="connsiteY647" fmla="*/ 6311892 h 8839200"/>
              <a:gd name="connsiteX648" fmla="*/ 5442842 w 15732060"/>
              <a:gd name="connsiteY648" fmla="*/ 6310246 h 8839200"/>
              <a:gd name="connsiteX649" fmla="*/ 5442842 w 15732060"/>
              <a:gd name="connsiteY649" fmla="*/ 6283907 h 8839200"/>
              <a:gd name="connsiteX650" fmla="*/ 5429672 w 15732060"/>
              <a:gd name="connsiteY650" fmla="*/ 6278558 h 8839200"/>
              <a:gd name="connsiteX651" fmla="*/ 2805102 w 15732060"/>
              <a:gd name="connsiteY651" fmla="*/ 6258664 h 8839200"/>
              <a:gd name="connsiteX652" fmla="*/ 2786445 w 15732060"/>
              <a:gd name="connsiteY652" fmla="*/ 6275126 h 8839200"/>
              <a:gd name="connsiteX653" fmla="*/ 2083523 w 15732060"/>
              <a:gd name="connsiteY653" fmla="*/ 6275126 h 8839200"/>
              <a:gd name="connsiteX654" fmla="*/ 1833851 w 15732060"/>
              <a:gd name="connsiteY654" fmla="*/ 6524798 h 8839200"/>
              <a:gd name="connsiteX655" fmla="*/ 1705448 w 15732060"/>
              <a:gd name="connsiteY655" fmla="*/ 6524798 h 8839200"/>
              <a:gd name="connsiteX656" fmla="*/ 1361944 w 15732060"/>
              <a:gd name="connsiteY656" fmla="*/ 6868302 h 8839200"/>
              <a:gd name="connsiteX657" fmla="*/ 696884 w 15732060"/>
              <a:gd name="connsiteY657" fmla="*/ 6868302 h 8839200"/>
              <a:gd name="connsiteX658" fmla="*/ 467516 w 15732060"/>
              <a:gd name="connsiteY658" fmla="*/ 7097670 h 8839200"/>
              <a:gd name="connsiteX659" fmla="*/ 37312 w 15732060"/>
              <a:gd name="connsiteY659" fmla="*/ 7097670 h 8839200"/>
              <a:gd name="connsiteX660" fmla="*/ 18656 w 15732060"/>
              <a:gd name="connsiteY660" fmla="*/ 7081209 h 8839200"/>
              <a:gd name="connsiteX661" fmla="*/ 0 w 15732060"/>
              <a:gd name="connsiteY661" fmla="*/ 7099866 h 8839200"/>
              <a:gd name="connsiteX662" fmla="*/ 18656 w 15732060"/>
              <a:gd name="connsiteY662" fmla="*/ 7118523 h 8839200"/>
              <a:gd name="connsiteX663" fmla="*/ 37312 w 15732060"/>
              <a:gd name="connsiteY663" fmla="*/ 7102060 h 8839200"/>
              <a:gd name="connsiteX664" fmla="*/ 469162 w 15732060"/>
              <a:gd name="connsiteY664" fmla="*/ 7102060 h 8839200"/>
              <a:gd name="connsiteX665" fmla="*/ 698532 w 15732060"/>
              <a:gd name="connsiteY665" fmla="*/ 6872692 h 8839200"/>
              <a:gd name="connsiteX666" fmla="*/ 1363590 w 15732060"/>
              <a:gd name="connsiteY666" fmla="*/ 6872692 h 8839200"/>
              <a:gd name="connsiteX667" fmla="*/ 1707095 w 15732060"/>
              <a:gd name="connsiteY667" fmla="*/ 6529187 h 8839200"/>
              <a:gd name="connsiteX668" fmla="*/ 1835498 w 15732060"/>
              <a:gd name="connsiteY668" fmla="*/ 6529187 h 8839200"/>
              <a:gd name="connsiteX669" fmla="*/ 2085169 w 15732060"/>
              <a:gd name="connsiteY669" fmla="*/ 6279516 h 8839200"/>
              <a:gd name="connsiteX670" fmla="*/ 2786445 w 15732060"/>
              <a:gd name="connsiteY670" fmla="*/ 6279516 h 8839200"/>
              <a:gd name="connsiteX671" fmla="*/ 2805102 w 15732060"/>
              <a:gd name="connsiteY671" fmla="*/ 6295978 h 8839200"/>
              <a:gd name="connsiteX672" fmla="*/ 2823759 w 15732060"/>
              <a:gd name="connsiteY672" fmla="*/ 6277321 h 8839200"/>
              <a:gd name="connsiteX673" fmla="*/ 2805102 w 15732060"/>
              <a:gd name="connsiteY673" fmla="*/ 6258664 h 8839200"/>
              <a:gd name="connsiteX674" fmla="*/ 2804554 w 15732060"/>
              <a:gd name="connsiteY674" fmla="*/ 6175257 h 8839200"/>
              <a:gd name="connsiteX675" fmla="*/ 2785897 w 15732060"/>
              <a:gd name="connsiteY675" fmla="*/ 6191720 h 8839200"/>
              <a:gd name="connsiteX676" fmla="*/ 2621826 w 15732060"/>
              <a:gd name="connsiteY676" fmla="*/ 6191720 h 8839200"/>
              <a:gd name="connsiteX677" fmla="*/ 2603170 w 15732060"/>
              <a:gd name="connsiteY677" fmla="*/ 6175257 h 8839200"/>
              <a:gd name="connsiteX678" fmla="*/ 2584513 w 15732060"/>
              <a:gd name="connsiteY678" fmla="*/ 6193914 h 8839200"/>
              <a:gd name="connsiteX679" fmla="*/ 2603170 w 15732060"/>
              <a:gd name="connsiteY679" fmla="*/ 6212571 h 8839200"/>
              <a:gd name="connsiteX680" fmla="*/ 2621826 w 15732060"/>
              <a:gd name="connsiteY680" fmla="*/ 6196109 h 8839200"/>
              <a:gd name="connsiteX681" fmla="*/ 2785897 w 15732060"/>
              <a:gd name="connsiteY681" fmla="*/ 6196109 h 8839200"/>
              <a:gd name="connsiteX682" fmla="*/ 2804554 w 15732060"/>
              <a:gd name="connsiteY682" fmla="*/ 6212571 h 8839200"/>
              <a:gd name="connsiteX683" fmla="*/ 2823210 w 15732060"/>
              <a:gd name="connsiteY683" fmla="*/ 6193914 h 8839200"/>
              <a:gd name="connsiteX684" fmla="*/ 2804554 w 15732060"/>
              <a:gd name="connsiteY684" fmla="*/ 6175257 h 8839200"/>
              <a:gd name="connsiteX685" fmla="*/ 5032942 w 15732060"/>
              <a:gd name="connsiteY685" fmla="*/ 6093636 h 8839200"/>
              <a:gd name="connsiteX686" fmla="*/ 5019772 w 15732060"/>
              <a:gd name="connsiteY686" fmla="*/ 6098986 h 8839200"/>
              <a:gd name="connsiteX687" fmla="*/ 5018126 w 15732060"/>
              <a:gd name="connsiteY687" fmla="*/ 6123679 h 8839200"/>
              <a:gd name="connsiteX688" fmla="*/ 4240576 w 15732060"/>
              <a:gd name="connsiteY688" fmla="*/ 6901227 h 8839200"/>
              <a:gd name="connsiteX689" fmla="*/ 3982126 w 15732060"/>
              <a:gd name="connsiteY689" fmla="*/ 6901227 h 8839200"/>
              <a:gd name="connsiteX690" fmla="*/ 3452054 w 15732060"/>
              <a:gd name="connsiteY690" fmla="*/ 7431300 h 8839200"/>
              <a:gd name="connsiteX691" fmla="*/ 2989475 w 15732060"/>
              <a:gd name="connsiteY691" fmla="*/ 7431300 h 8839200"/>
              <a:gd name="connsiteX692" fmla="*/ 1999568 w 15732060"/>
              <a:gd name="connsiteY692" fmla="*/ 8421206 h 8839200"/>
              <a:gd name="connsiteX693" fmla="*/ 1184156 w 15732060"/>
              <a:gd name="connsiteY693" fmla="*/ 8421206 h 8839200"/>
              <a:gd name="connsiteX694" fmla="*/ 807180 w 15732060"/>
              <a:gd name="connsiteY694" fmla="*/ 8798184 h 8839200"/>
              <a:gd name="connsiteX695" fmla="*/ 782486 w 15732060"/>
              <a:gd name="connsiteY695" fmla="*/ 8799830 h 8839200"/>
              <a:gd name="connsiteX696" fmla="*/ 782486 w 15732060"/>
              <a:gd name="connsiteY696" fmla="*/ 8826169 h 8839200"/>
              <a:gd name="connsiteX697" fmla="*/ 808826 w 15732060"/>
              <a:gd name="connsiteY697" fmla="*/ 8826169 h 8839200"/>
              <a:gd name="connsiteX698" fmla="*/ 810472 w 15732060"/>
              <a:gd name="connsiteY698" fmla="*/ 8801475 h 8839200"/>
              <a:gd name="connsiteX699" fmla="*/ 1185802 w 15732060"/>
              <a:gd name="connsiteY699" fmla="*/ 8426145 h 8839200"/>
              <a:gd name="connsiteX700" fmla="*/ 2001214 w 15732060"/>
              <a:gd name="connsiteY700" fmla="*/ 8426145 h 8839200"/>
              <a:gd name="connsiteX701" fmla="*/ 2991121 w 15732060"/>
              <a:gd name="connsiteY701" fmla="*/ 7436238 h 8839200"/>
              <a:gd name="connsiteX702" fmla="*/ 3453699 w 15732060"/>
              <a:gd name="connsiteY702" fmla="*/ 7436238 h 8839200"/>
              <a:gd name="connsiteX703" fmla="*/ 3983772 w 15732060"/>
              <a:gd name="connsiteY703" fmla="*/ 6906167 h 8839200"/>
              <a:gd name="connsiteX704" fmla="*/ 4242224 w 15732060"/>
              <a:gd name="connsiteY704" fmla="*/ 6906167 h 8839200"/>
              <a:gd name="connsiteX705" fmla="*/ 5021418 w 15732060"/>
              <a:gd name="connsiteY705" fmla="*/ 6126971 h 8839200"/>
              <a:gd name="connsiteX706" fmla="*/ 5046112 w 15732060"/>
              <a:gd name="connsiteY706" fmla="*/ 6125325 h 8839200"/>
              <a:gd name="connsiteX707" fmla="*/ 5046112 w 15732060"/>
              <a:gd name="connsiteY707" fmla="*/ 6098986 h 8839200"/>
              <a:gd name="connsiteX708" fmla="*/ 5032942 w 15732060"/>
              <a:gd name="connsiteY708" fmla="*/ 6093636 h 8839200"/>
              <a:gd name="connsiteX709" fmla="*/ 2804554 w 15732060"/>
              <a:gd name="connsiteY709" fmla="*/ 6091851 h 8839200"/>
              <a:gd name="connsiteX710" fmla="*/ 2785897 w 15732060"/>
              <a:gd name="connsiteY710" fmla="*/ 6108312 h 8839200"/>
              <a:gd name="connsiteX711" fmla="*/ 2039076 w 15732060"/>
              <a:gd name="connsiteY711" fmla="*/ 6108312 h 8839200"/>
              <a:gd name="connsiteX712" fmla="*/ 1539184 w 15732060"/>
              <a:gd name="connsiteY712" fmla="*/ 6608204 h 8839200"/>
              <a:gd name="connsiteX713" fmla="*/ 856016 w 15732060"/>
              <a:gd name="connsiteY713" fmla="*/ 6608204 h 8839200"/>
              <a:gd name="connsiteX714" fmla="*/ 609636 w 15732060"/>
              <a:gd name="connsiteY714" fmla="*/ 6854584 h 8839200"/>
              <a:gd name="connsiteX715" fmla="*/ 196444 w 15732060"/>
              <a:gd name="connsiteY715" fmla="*/ 6854584 h 8839200"/>
              <a:gd name="connsiteX716" fmla="*/ 177786 w 15732060"/>
              <a:gd name="connsiteY716" fmla="*/ 6838122 h 8839200"/>
              <a:gd name="connsiteX717" fmla="*/ 159130 w 15732060"/>
              <a:gd name="connsiteY717" fmla="*/ 6856778 h 8839200"/>
              <a:gd name="connsiteX718" fmla="*/ 177786 w 15732060"/>
              <a:gd name="connsiteY718" fmla="*/ 6875435 h 8839200"/>
              <a:gd name="connsiteX719" fmla="*/ 196444 w 15732060"/>
              <a:gd name="connsiteY719" fmla="*/ 6858974 h 8839200"/>
              <a:gd name="connsiteX720" fmla="*/ 611832 w 15732060"/>
              <a:gd name="connsiteY720" fmla="*/ 6858974 h 8839200"/>
              <a:gd name="connsiteX721" fmla="*/ 858212 w 15732060"/>
              <a:gd name="connsiteY721" fmla="*/ 6612594 h 8839200"/>
              <a:gd name="connsiteX722" fmla="*/ 1541379 w 15732060"/>
              <a:gd name="connsiteY722" fmla="*/ 6612594 h 8839200"/>
              <a:gd name="connsiteX723" fmla="*/ 2041271 w 15732060"/>
              <a:gd name="connsiteY723" fmla="*/ 6112703 h 8839200"/>
              <a:gd name="connsiteX724" fmla="*/ 2785897 w 15732060"/>
              <a:gd name="connsiteY724" fmla="*/ 6112703 h 8839200"/>
              <a:gd name="connsiteX725" fmla="*/ 2804554 w 15732060"/>
              <a:gd name="connsiteY725" fmla="*/ 6129164 h 8839200"/>
              <a:gd name="connsiteX726" fmla="*/ 2823210 w 15732060"/>
              <a:gd name="connsiteY726" fmla="*/ 6110508 h 8839200"/>
              <a:gd name="connsiteX727" fmla="*/ 2804554 w 15732060"/>
              <a:gd name="connsiteY727" fmla="*/ 6091851 h 8839200"/>
              <a:gd name="connsiteX728" fmla="*/ 3537106 w 15732060"/>
              <a:gd name="connsiteY728" fmla="*/ 6091851 h 8839200"/>
              <a:gd name="connsiteX729" fmla="*/ 3518449 w 15732060"/>
              <a:gd name="connsiteY729" fmla="*/ 6108312 h 8839200"/>
              <a:gd name="connsiteX730" fmla="*/ 3354379 w 15732060"/>
              <a:gd name="connsiteY730" fmla="*/ 6108312 h 8839200"/>
              <a:gd name="connsiteX731" fmla="*/ 3335723 w 15732060"/>
              <a:gd name="connsiteY731" fmla="*/ 6091851 h 8839200"/>
              <a:gd name="connsiteX732" fmla="*/ 3317066 w 15732060"/>
              <a:gd name="connsiteY732" fmla="*/ 6110508 h 8839200"/>
              <a:gd name="connsiteX733" fmla="*/ 3335723 w 15732060"/>
              <a:gd name="connsiteY733" fmla="*/ 6129164 h 8839200"/>
              <a:gd name="connsiteX734" fmla="*/ 3354379 w 15732060"/>
              <a:gd name="connsiteY734" fmla="*/ 6112703 h 8839200"/>
              <a:gd name="connsiteX735" fmla="*/ 3518449 w 15732060"/>
              <a:gd name="connsiteY735" fmla="*/ 6112703 h 8839200"/>
              <a:gd name="connsiteX736" fmla="*/ 3537106 w 15732060"/>
              <a:gd name="connsiteY736" fmla="*/ 6129164 h 8839200"/>
              <a:gd name="connsiteX737" fmla="*/ 3555763 w 15732060"/>
              <a:gd name="connsiteY737" fmla="*/ 6110508 h 8839200"/>
              <a:gd name="connsiteX738" fmla="*/ 3537106 w 15732060"/>
              <a:gd name="connsiteY738" fmla="*/ 6091851 h 8839200"/>
              <a:gd name="connsiteX739" fmla="*/ 12898423 w 15732060"/>
              <a:gd name="connsiteY739" fmla="*/ 6025593 h 8839200"/>
              <a:gd name="connsiteX740" fmla="*/ 12885254 w 15732060"/>
              <a:gd name="connsiteY740" fmla="*/ 6030944 h 8839200"/>
              <a:gd name="connsiteX741" fmla="*/ 12885254 w 15732060"/>
              <a:gd name="connsiteY741" fmla="*/ 6057283 h 8839200"/>
              <a:gd name="connsiteX742" fmla="*/ 12909946 w 15732060"/>
              <a:gd name="connsiteY742" fmla="*/ 6058928 h 8839200"/>
              <a:gd name="connsiteX743" fmla="*/ 12959881 w 15732060"/>
              <a:gd name="connsiteY743" fmla="*/ 6108862 h 8839200"/>
              <a:gd name="connsiteX744" fmla="*/ 12960428 w 15732060"/>
              <a:gd name="connsiteY744" fmla="*/ 6108862 h 8839200"/>
              <a:gd name="connsiteX745" fmla="*/ 14895795 w 15732060"/>
              <a:gd name="connsiteY745" fmla="*/ 6109412 h 8839200"/>
              <a:gd name="connsiteX746" fmla="*/ 15247532 w 15732060"/>
              <a:gd name="connsiteY746" fmla="*/ 6461147 h 8839200"/>
              <a:gd name="connsiteX747" fmla="*/ 15249178 w 15732060"/>
              <a:gd name="connsiteY747" fmla="*/ 6485840 h 8839200"/>
              <a:gd name="connsiteX748" fmla="*/ 15275517 w 15732060"/>
              <a:gd name="connsiteY748" fmla="*/ 6485840 h 8839200"/>
              <a:gd name="connsiteX749" fmla="*/ 15275517 w 15732060"/>
              <a:gd name="connsiteY749" fmla="*/ 6459501 h 8839200"/>
              <a:gd name="connsiteX750" fmla="*/ 15250825 w 15732060"/>
              <a:gd name="connsiteY750" fmla="*/ 6457855 h 8839200"/>
              <a:gd name="connsiteX751" fmla="*/ 14898539 w 15732060"/>
              <a:gd name="connsiteY751" fmla="*/ 6105571 h 8839200"/>
              <a:gd name="connsiteX752" fmla="*/ 14897992 w 15732060"/>
              <a:gd name="connsiteY752" fmla="*/ 6105571 h 8839200"/>
              <a:gd name="connsiteX753" fmla="*/ 12962625 w 15732060"/>
              <a:gd name="connsiteY753" fmla="*/ 6105022 h 8839200"/>
              <a:gd name="connsiteX754" fmla="*/ 12913239 w 15732060"/>
              <a:gd name="connsiteY754" fmla="*/ 6055636 h 8839200"/>
              <a:gd name="connsiteX755" fmla="*/ 12911593 w 15732060"/>
              <a:gd name="connsiteY755" fmla="*/ 6030944 h 8839200"/>
              <a:gd name="connsiteX756" fmla="*/ 12898423 w 15732060"/>
              <a:gd name="connsiteY756" fmla="*/ 6025593 h 8839200"/>
              <a:gd name="connsiteX757" fmla="*/ 2805102 w 15732060"/>
              <a:gd name="connsiteY757" fmla="*/ 6008444 h 8839200"/>
              <a:gd name="connsiteX758" fmla="*/ 2786445 w 15732060"/>
              <a:gd name="connsiteY758" fmla="*/ 6024906 h 8839200"/>
              <a:gd name="connsiteX759" fmla="*/ 2018774 w 15732060"/>
              <a:gd name="connsiteY759" fmla="*/ 6024906 h 8839200"/>
              <a:gd name="connsiteX760" fmla="*/ 1510650 w 15732060"/>
              <a:gd name="connsiteY760" fmla="*/ 6533028 h 8839200"/>
              <a:gd name="connsiteX761" fmla="*/ 1277989 w 15732060"/>
              <a:gd name="connsiteY761" fmla="*/ 6533028 h 8839200"/>
              <a:gd name="connsiteX762" fmla="*/ 1184156 w 15732060"/>
              <a:gd name="connsiteY762" fmla="*/ 6439196 h 8839200"/>
              <a:gd name="connsiteX763" fmla="*/ 1183608 w 15732060"/>
              <a:gd name="connsiteY763" fmla="*/ 6439196 h 8839200"/>
              <a:gd name="connsiteX764" fmla="*/ 931192 w 15732060"/>
              <a:gd name="connsiteY764" fmla="*/ 6438647 h 8839200"/>
              <a:gd name="connsiteX765" fmla="*/ 686458 w 15732060"/>
              <a:gd name="connsiteY765" fmla="*/ 6683380 h 8839200"/>
              <a:gd name="connsiteX766" fmla="*/ 171752 w 15732060"/>
              <a:gd name="connsiteY766" fmla="*/ 6683380 h 8839200"/>
              <a:gd name="connsiteX767" fmla="*/ 32374 w 15732060"/>
              <a:gd name="connsiteY767" fmla="*/ 6822757 h 8839200"/>
              <a:gd name="connsiteX768" fmla="*/ 7682 w 15732060"/>
              <a:gd name="connsiteY768" fmla="*/ 6824403 h 8839200"/>
              <a:gd name="connsiteX769" fmla="*/ 7682 w 15732060"/>
              <a:gd name="connsiteY769" fmla="*/ 6850743 h 8839200"/>
              <a:gd name="connsiteX770" fmla="*/ 34020 w 15732060"/>
              <a:gd name="connsiteY770" fmla="*/ 6850743 h 8839200"/>
              <a:gd name="connsiteX771" fmla="*/ 34568 w 15732060"/>
              <a:gd name="connsiteY771" fmla="*/ 6850743 h 8839200"/>
              <a:gd name="connsiteX772" fmla="*/ 36216 w 15732060"/>
              <a:gd name="connsiteY772" fmla="*/ 6826050 h 8839200"/>
              <a:gd name="connsiteX773" fmla="*/ 174494 w 15732060"/>
              <a:gd name="connsiteY773" fmla="*/ 6687770 h 8839200"/>
              <a:gd name="connsiteX774" fmla="*/ 688654 w 15732060"/>
              <a:gd name="connsiteY774" fmla="*/ 6687770 h 8839200"/>
              <a:gd name="connsiteX775" fmla="*/ 933388 w 15732060"/>
              <a:gd name="connsiteY775" fmla="*/ 6443037 h 8839200"/>
              <a:gd name="connsiteX776" fmla="*/ 1181412 w 15732060"/>
              <a:gd name="connsiteY776" fmla="*/ 6443037 h 8839200"/>
              <a:gd name="connsiteX777" fmla="*/ 1275245 w 15732060"/>
              <a:gd name="connsiteY777" fmla="*/ 6536870 h 8839200"/>
              <a:gd name="connsiteX778" fmla="*/ 1275794 w 15732060"/>
              <a:gd name="connsiteY778" fmla="*/ 6536870 h 8839200"/>
              <a:gd name="connsiteX779" fmla="*/ 1512845 w 15732060"/>
              <a:gd name="connsiteY779" fmla="*/ 6537419 h 8839200"/>
              <a:gd name="connsiteX780" fmla="*/ 2020968 w 15732060"/>
              <a:gd name="connsiteY780" fmla="*/ 6029295 h 8839200"/>
              <a:gd name="connsiteX781" fmla="*/ 2786445 w 15732060"/>
              <a:gd name="connsiteY781" fmla="*/ 6029295 h 8839200"/>
              <a:gd name="connsiteX782" fmla="*/ 2805102 w 15732060"/>
              <a:gd name="connsiteY782" fmla="*/ 6045757 h 8839200"/>
              <a:gd name="connsiteX783" fmla="*/ 2823759 w 15732060"/>
              <a:gd name="connsiteY783" fmla="*/ 6027101 h 8839200"/>
              <a:gd name="connsiteX784" fmla="*/ 2805102 w 15732060"/>
              <a:gd name="connsiteY784" fmla="*/ 6008444 h 8839200"/>
              <a:gd name="connsiteX785" fmla="*/ 4046876 w 15732060"/>
              <a:gd name="connsiteY785" fmla="*/ 6008444 h 8839200"/>
              <a:gd name="connsiteX786" fmla="*/ 4028219 w 15732060"/>
              <a:gd name="connsiteY786" fmla="*/ 6024906 h 8839200"/>
              <a:gd name="connsiteX787" fmla="*/ 3354379 w 15732060"/>
              <a:gd name="connsiteY787" fmla="*/ 6024906 h 8839200"/>
              <a:gd name="connsiteX788" fmla="*/ 3335723 w 15732060"/>
              <a:gd name="connsiteY788" fmla="*/ 6008444 h 8839200"/>
              <a:gd name="connsiteX789" fmla="*/ 3317066 w 15732060"/>
              <a:gd name="connsiteY789" fmla="*/ 6027101 h 8839200"/>
              <a:gd name="connsiteX790" fmla="*/ 3335723 w 15732060"/>
              <a:gd name="connsiteY790" fmla="*/ 6045757 h 8839200"/>
              <a:gd name="connsiteX791" fmla="*/ 3354379 w 15732060"/>
              <a:gd name="connsiteY791" fmla="*/ 6029295 h 8839200"/>
              <a:gd name="connsiteX792" fmla="*/ 4028219 w 15732060"/>
              <a:gd name="connsiteY792" fmla="*/ 6029295 h 8839200"/>
              <a:gd name="connsiteX793" fmla="*/ 4046876 w 15732060"/>
              <a:gd name="connsiteY793" fmla="*/ 6045757 h 8839200"/>
              <a:gd name="connsiteX794" fmla="*/ 4065533 w 15732060"/>
              <a:gd name="connsiteY794" fmla="*/ 6027101 h 8839200"/>
              <a:gd name="connsiteX795" fmla="*/ 4046876 w 15732060"/>
              <a:gd name="connsiteY795" fmla="*/ 6008444 h 8839200"/>
              <a:gd name="connsiteX796" fmla="*/ 2804004 w 15732060"/>
              <a:gd name="connsiteY796" fmla="*/ 5926136 h 8839200"/>
              <a:gd name="connsiteX797" fmla="*/ 2785348 w 15732060"/>
              <a:gd name="connsiteY797" fmla="*/ 5942599 h 8839200"/>
              <a:gd name="connsiteX798" fmla="*/ 1992983 w 15732060"/>
              <a:gd name="connsiteY798" fmla="*/ 5942599 h 8839200"/>
              <a:gd name="connsiteX799" fmla="*/ 1601739 w 15732060"/>
              <a:gd name="connsiteY799" fmla="*/ 6333841 h 8839200"/>
              <a:gd name="connsiteX800" fmla="*/ 932838 w 15732060"/>
              <a:gd name="connsiteY800" fmla="*/ 6333841 h 8839200"/>
              <a:gd name="connsiteX801" fmla="*/ 706762 w 15732060"/>
              <a:gd name="connsiteY801" fmla="*/ 6559919 h 8839200"/>
              <a:gd name="connsiteX802" fmla="*/ 441726 w 15732060"/>
              <a:gd name="connsiteY802" fmla="*/ 6559919 h 8839200"/>
              <a:gd name="connsiteX803" fmla="*/ 423070 w 15732060"/>
              <a:gd name="connsiteY803" fmla="*/ 6543456 h 8839200"/>
              <a:gd name="connsiteX804" fmla="*/ 404412 w 15732060"/>
              <a:gd name="connsiteY804" fmla="*/ 6562113 h 8839200"/>
              <a:gd name="connsiteX805" fmla="*/ 423070 w 15732060"/>
              <a:gd name="connsiteY805" fmla="*/ 6580770 h 8839200"/>
              <a:gd name="connsiteX806" fmla="*/ 441726 w 15732060"/>
              <a:gd name="connsiteY806" fmla="*/ 6564307 h 8839200"/>
              <a:gd name="connsiteX807" fmla="*/ 708958 w 15732060"/>
              <a:gd name="connsiteY807" fmla="*/ 6564307 h 8839200"/>
              <a:gd name="connsiteX808" fmla="*/ 935034 w 15732060"/>
              <a:gd name="connsiteY808" fmla="*/ 6338232 h 8839200"/>
              <a:gd name="connsiteX809" fmla="*/ 1603934 w 15732060"/>
              <a:gd name="connsiteY809" fmla="*/ 6338232 h 8839200"/>
              <a:gd name="connsiteX810" fmla="*/ 1995178 w 15732060"/>
              <a:gd name="connsiteY810" fmla="*/ 5946987 h 8839200"/>
              <a:gd name="connsiteX811" fmla="*/ 2785348 w 15732060"/>
              <a:gd name="connsiteY811" fmla="*/ 5946987 h 8839200"/>
              <a:gd name="connsiteX812" fmla="*/ 2804004 w 15732060"/>
              <a:gd name="connsiteY812" fmla="*/ 5963450 h 8839200"/>
              <a:gd name="connsiteX813" fmla="*/ 2822662 w 15732060"/>
              <a:gd name="connsiteY813" fmla="*/ 5944793 h 8839200"/>
              <a:gd name="connsiteX814" fmla="*/ 2804004 w 15732060"/>
              <a:gd name="connsiteY814" fmla="*/ 5926136 h 8839200"/>
              <a:gd name="connsiteX815" fmla="*/ 11466789 w 15732060"/>
              <a:gd name="connsiteY815" fmla="*/ 5863170 h 8839200"/>
              <a:gd name="connsiteX816" fmla="*/ 11453620 w 15732060"/>
              <a:gd name="connsiteY816" fmla="*/ 5868520 h 8839200"/>
              <a:gd name="connsiteX817" fmla="*/ 11453620 w 15732060"/>
              <a:gd name="connsiteY817" fmla="*/ 5894858 h 8839200"/>
              <a:gd name="connsiteX818" fmla="*/ 11478312 w 15732060"/>
              <a:gd name="connsiteY818" fmla="*/ 5896505 h 8839200"/>
              <a:gd name="connsiteX819" fmla="*/ 11798770 w 15732060"/>
              <a:gd name="connsiteY819" fmla="*/ 6216962 h 8839200"/>
              <a:gd name="connsiteX820" fmla="*/ 11799319 w 15732060"/>
              <a:gd name="connsiteY820" fmla="*/ 6216962 h 8839200"/>
              <a:gd name="connsiteX821" fmla="*/ 12278359 w 15732060"/>
              <a:gd name="connsiteY821" fmla="*/ 6217512 h 8839200"/>
              <a:gd name="connsiteX822" fmla="*/ 12570284 w 15732060"/>
              <a:gd name="connsiteY822" fmla="*/ 6509985 h 8839200"/>
              <a:gd name="connsiteX823" fmla="*/ 12570831 w 15732060"/>
              <a:gd name="connsiteY823" fmla="*/ 6509985 h 8839200"/>
              <a:gd name="connsiteX824" fmla="*/ 13854309 w 15732060"/>
              <a:gd name="connsiteY824" fmla="*/ 6510533 h 8839200"/>
              <a:gd name="connsiteX825" fmla="*/ 14513881 w 15732060"/>
              <a:gd name="connsiteY825" fmla="*/ 7170105 h 8839200"/>
              <a:gd name="connsiteX826" fmla="*/ 14514429 w 15732060"/>
              <a:gd name="connsiteY826" fmla="*/ 7170105 h 8839200"/>
              <a:gd name="connsiteX827" fmla="*/ 15260152 w 15732060"/>
              <a:gd name="connsiteY827" fmla="*/ 7170654 h 8839200"/>
              <a:gd name="connsiteX828" fmla="*/ 15528481 w 15732060"/>
              <a:gd name="connsiteY828" fmla="*/ 6902325 h 8839200"/>
              <a:gd name="connsiteX829" fmla="*/ 15694745 w 15732060"/>
              <a:gd name="connsiteY829" fmla="*/ 6902325 h 8839200"/>
              <a:gd name="connsiteX830" fmla="*/ 15713402 w 15732060"/>
              <a:gd name="connsiteY830" fmla="*/ 6918787 h 8839200"/>
              <a:gd name="connsiteX831" fmla="*/ 15732060 w 15732060"/>
              <a:gd name="connsiteY831" fmla="*/ 6900130 h 8839200"/>
              <a:gd name="connsiteX832" fmla="*/ 15713402 w 15732060"/>
              <a:gd name="connsiteY832" fmla="*/ 6881473 h 8839200"/>
              <a:gd name="connsiteX833" fmla="*/ 15712305 w 15732060"/>
              <a:gd name="connsiteY833" fmla="*/ 6880925 h 8839200"/>
              <a:gd name="connsiteX834" fmla="*/ 15693648 w 15732060"/>
              <a:gd name="connsiteY834" fmla="*/ 6897386 h 8839200"/>
              <a:gd name="connsiteX835" fmla="*/ 15525737 w 15732060"/>
              <a:gd name="connsiteY835" fmla="*/ 6897386 h 8839200"/>
              <a:gd name="connsiteX836" fmla="*/ 15257409 w 15732060"/>
              <a:gd name="connsiteY836" fmla="*/ 7165715 h 8839200"/>
              <a:gd name="connsiteX837" fmla="*/ 14516076 w 15732060"/>
              <a:gd name="connsiteY837" fmla="*/ 7165715 h 8839200"/>
              <a:gd name="connsiteX838" fmla="*/ 13856504 w 15732060"/>
              <a:gd name="connsiteY838" fmla="*/ 6506142 h 8839200"/>
              <a:gd name="connsiteX839" fmla="*/ 13855954 w 15732060"/>
              <a:gd name="connsiteY839" fmla="*/ 6506142 h 8839200"/>
              <a:gd name="connsiteX840" fmla="*/ 12572478 w 15732060"/>
              <a:gd name="connsiteY840" fmla="*/ 6505594 h 8839200"/>
              <a:gd name="connsiteX841" fmla="*/ 12280554 w 15732060"/>
              <a:gd name="connsiteY841" fmla="*/ 6213121 h 8839200"/>
              <a:gd name="connsiteX842" fmla="*/ 12280005 w 15732060"/>
              <a:gd name="connsiteY842" fmla="*/ 6213121 h 8839200"/>
              <a:gd name="connsiteX843" fmla="*/ 11800964 w 15732060"/>
              <a:gd name="connsiteY843" fmla="*/ 6212573 h 8839200"/>
              <a:gd name="connsiteX844" fmla="*/ 11481604 w 15732060"/>
              <a:gd name="connsiteY844" fmla="*/ 5893212 h 8839200"/>
              <a:gd name="connsiteX845" fmla="*/ 11479958 w 15732060"/>
              <a:gd name="connsiteY845" fmla="*/ 5868520 h 8839200"/>
              <a:gd name="connsiteX846" fmla="*/ 11466789 w 15732060"/>
              <a:gd name="connsiteY846" fmla="*/ 5863170 h 8839200"/>
              <a:gd name="connsiteX847" fmla="*/ 10306776 w 15732060"/>
              <a:gd name="connsiteY847" fmla="*/ 5831892 h 8839200"/>
              <a:gd name="connsiteX848" fmla="*/ 10293606 w 15732060"/>
              <a:gd name="connsiteY848" fmla="*/ 5837242 h 8839200"/>
              <a:gd name="connsiteX849" fmla="*/ 10293606 w 15732060"/>
              <a:gd name="connsiteY849" fmla="*/ 5863581 h 8839200"/>
              <a:gd name="connsiteX850" fmla="*/ 10318299 w 15732060"/>
              <a:gd name="connsiteY850" fmla="*/ 5865227 h 8839200"/>
              <a:gd name="connsiteX851" fmla="*/ 11084873 w 15732060"/>
              <a:gd name="connsiteY851" fmla="*/ 6631802 h 8839200"/>
              <a:gd name="connsiteX852" fmla="*/ 11085422 w 15732060"/>
              <a:gd name="connsiteY852" fmla="*/ 6631802 h 8839200"/>
              <a:gd name="connsiteX853" fmla="*/ 11608362 w 15732060"/>
              <a:gd name="connsiteY853" fmla="*/ 6632351 h 8839200"/>
              <a:gd name="connsiteX854" fmla="*/ 12314575 w 15732060"/>
              <a:gd name="connsiteY854" fmla="*/ 7338565 h 8839200"/>
              <a:gd name="connsiteX855" fmla="*/ 12315125 w 15732060"/>
              <a:gd name="connsiteY855" fmla="*/ 7338565 h 8839200"/>
              <a:gd name="connsiteX856" fmla="*/ 12698685 w 15732060"/>
              <a:gd name="connsiteY856" fmla="*/ 7339114 h 8839200"/>
              <a:gd name="connsiteX857" fmla="*/ 13217234 w 15732060"/>
              <a:gd name="connsiteY857" fmla="*/ 7857663 h 8839200"/>
              <a:gd name="connsiteX858" fmla="*/ 13217784 w 15732060"/>
              <a:gd name="connsiteY858" fmla="*/ 7857663 h 8839200"/>
              <a:gd name="connsiteX859" fmla="*/ 14276830 w 15732060"/>
              <a:gd name="connsiteY859" fmla="*/ 7858211 h 8839200"/>
              <a:gd name="connsiteX860" fmla="*/ 15188818 w 15732060"/>
              <a:gd name="connsiteY860" fmla="*/ 8770198 h 8839200"/>
              <a:gd name="connsiteX861" fmla="*/ 15190464 w 15732060"/>
              <a:gd name="connsiteY861" fmla="*/ 8794890 h 8839200"/>
              <a:gd name="connsiteX862" fmla="*/ 15216802 w 15732060"/>
              <a:gd name="connsiteY862" fmla="*/ 8794890 h 8839200"/>
              <a:gd name="connsiteX863" fmla="*/ 15216802 w 15732060"/>
              <a:gd name="connsiteY863" fmla="*/ 8768552 h 8839200"/>
              <a:gd name="connsiteX864" fmla="*/ 15192109 w 15732060"/>
              <a:gd name="connsiteY864" fmla="*/ 8766906 h 8839200"/>
              <a:gd name="connsiteX865" fmla="*/ 14279574 w 15732060"/>
              <a:gd name="connsiteY865" fmla="*/ 7854370 h 8839200"/>
              <a:gd name="connsiteX866" fmla="*/ 14279025 w 15732060"/>
              <a:gd name="connsiteY866" fmla="*/ 7854370 h 8839200"/>
              <a:gd name="connsiteX867" fmla="*/ 13219978 w 15732060"/>
              <a:gd name="connsiteY867" fmla="*/ 7853821 h 8839200"/>
              <a:gd name="connsiteX868" fmla="*/ 12701429 w 15732060"/>
              <a:gd name="connsiteY868" fmla="*/ 7335272 h 8839200"/>
              <a:gd name="connsiteX869" fmla="*/ 12700880 w 15732060"/>
              <a:gd name="connsiteY869" fmla="*/ 7335272 h 8839200"/>
              <a:gd name="connsiteX870" fmla="*/ 12317319 w 15732060"/>
              <a:gd name="connsiteY870" fmla="*/ 7334723 h 8839200"/>
              <a:gd name="connsiteX871" fmla="*/ 11611104 w 15732060"/>
              <a:gd name="connsiteY871" fmla="*/ 6628510 h 8839200"/>
              <a:gd name="connsiteX872" fmla="*/ 11610556 w 15732060"/>
              <a:gd name="connsiteY872" fmla="*/ 6628510 h 8839200"/>
              <a:gd name="connsiteX873" fmla="*/ 11087617 w 15732060"/>
              <a:gd name="connsiteY873" fmla="*/ 6627961 h 8839200"/>
              <a:gd name="connsiteX874" fmla="*/ 10321592 w 15732060"/>
              <a:gd name="connsiteY874" fmla="*/ 5861935 h 8839200"/>
              <a:gd name="connsiteX875" fmla="*/ 10319945 w 15732060"/>
              <a:gd name="connsiteY875" fmla="*/ 5837242 h 8839200"/>
              <a:gd name="connsiteX876" fmla="*/ 10306776 w 15732060"/>
              <a:gd name="connsiteY876" fmla="*/ 5831892 h 8839200"/>
              <a:gd name="connsiteX877" fmla="*/ 8942636 w 15732060"/>
              <a:gd name="connsiteY877" fmla="*/ 5819683 h 8839200"/>
              <a:gd name="connsiteX878" fmla="*/ 8923979 w 15732060"/>
              <a:gd name="connsiteY878" fmla="*/ 5838340 h 8839200"/>
              <a:gd name="connsiteX879" fmla="*/ 8940440 w 15732060"/>
              <a:gd name="connsiteY879" fmla="*/ 5856997 h 8839200"/>
              <a:gd name="connsiteX880" fmla="*/ 8940440 w 15732060"/>
              <a:gd name="connsiteY880" fmla="*/ 6048502 h 8839200"/>
              <a:gd name="connsiteX881" fmla="*/ 9310833 w 15732060"/>
              <a:gd name="connsiteY881" fmla="*/ 6418895 h 8839200"/>
              <a:gd name="connsiteX882" fmla="*/ 9310833 w 15732060"/>
              <a:gd name="connsiteY882" fmla="*/ 6624667 h 8839200"/>
              <a:gd name="connsiteX883" fmla="*/ 9294370 w 15732060"/>
              <a:gd name="connsiteY883" fmla="*/ 6643325 h 8839200"/>
              <a:gd name="connsiteX884" fmla="*/ 9313027 w 15732060"/>
              <a:gd name="connsiteY884" fmla="*/ 6661982 h 8839200"/>
              <a:gd name="connsiteX885" fmla="*/ 9331684 w 15732060"/>
              <a:gd name="connsiteY885" fmla="*/ 6643325 h 8839200"/>
              <a:gd name="connsiteX886" fmla="*/ 9315223 w 15732060"/>
              <a:gd name="connsiteY886" fmla="*/ 6624667 h 8839200"/>
              <a:gd name="connsiteX887" fmla="*/ 9315223 w 15732060"/>
              <a:gd name="connsiteY887" fmla="*/ 6416700 h 8839200"/>
              <a:gd name="connsiteX888" fmla="*/ 8944831 w 15732060"/>
              <a:gd name="connsiteY888" fmla="*/ 6046308 h 8839200"/>
              <a:gd name="connsiteX889" fmla="*/ 8944831 w 15732060"/>
              <a:gd name="connsiteY889" fmla="*/ 5856997 h 8839200"/>
              <a:gd name="connsiteX890" fmla="*/ 8961292 w 15732060"/>
              <a:gd name="connsiteY890" fmla="*/ 5838340 h 8839200"/>
              <a:gd name="connsiteX891" fmla="*/ 8942636 w 15732060"/>
              <a:gd name="connsiteY891" fmla="*/ 5819683 h 8839200"/>
              <a:gd name="connsiteX892" fmla="*/ 11741153 w 15732060"/>
              <a:gd name="connsiteY892" fmla="*/ 5795127 h 8839200"/>
              <a:gd name="connsiteX893" fmla="*/ 11727985 w 15732060"/>
              <a:gd name="connsiteY893" fmla="*/ 5800478 h 8839200"/>
              <a:gd name="connsiteX894" fmla="*/ 11727985 w 15732060"/>
              <a:gd name="connsiteY894" fmla="*/ 5826817 h 8839200"/>
              <a:gd name="connsiteX895" fmla="*/ 11752677 w 15732060"/>
              <a:gd name="connsiteY895" fmla="*/ 5828462 h 8839200"/>
              <a:gd name="connsiteX896" fmla="*/ 11802611 w 15732060"/>
              <a:gd name="connsiteY896" fmla="*/ 5878396 h 8839200"/>
              <a:gd name="connsiteX897" fmla="*/ 11803160 w 15732060"/>
              <a:gd name="connsiteY897" fmla="*/ 5878396 h 8839200"/>
              <a:gd name="connsiteX898" fmla="*/ 12455050 w 15732060"/>
              <a:gd name="connsiteY898" fmla="*/ 5878946 h 8839200"/>
              <a:gd name="connsiteX899" fmla="*/ 12555466 w 15732060"/>
              <a:gd name="connsiteY899" fmla="*/ 5979363 h 8839200"/>
              <a:gd name="connsiteX900" fmla="*/ 12556016 w 15732060"/>
              <a:gd name="connsiteY900" fmla="*/ 5979363 h 8839200"/>
              <a:gd name="connsiteX901" fmla="*/ 12677833 w 15732060"/>
              <a:gd name="connsiteY901" fmla="*/ 5979911 h 8839200"/>
              <a:gd name="connsiteX902" fmla="*/ 12696491 w 15732060"/>
              <a:gd name="connsiteY902" fmla="*/ 5996373 h 8839200"/>
              <a:gd name="connsiteX903" fmla="*/ 12715147 w 15732060"/>
              <a:gd name="connsiteY903" fmla="*/ 5977717 h 8839200"/>
              <a:gd name="connsiteX904" fmla="*/ 12696491 w 15732060"/>
              <a:gd name="connsiteY904" fmla="*/ 5959060 h 8839200"/>
              <a:gd name="connsiteX905" fmla="*/ 12677833 w 15732060"/>
              <a:gd name="connsiteY905" fmla="*/ 5975522 h 8839200"/>
              <a:gd name="connsiteX906" fmla="*/ 12558210 w 15732060"/>
              <a:gd name="connsiteY906" fmla="*/ 5975522 h 8839200"/>
              <a:gd name="connsiteX907" fmla="*/ 12457794 w 15732060"/>
              <a:gd name="connsiteY907" fmla="*/ 5875104 h 8839200"/>
              <a:gd name="connsiteX908" fmla="*/ 12457245 w 15732060"/>
              <a:gd name="connsiteY908" fmla="*/ 5875104 h 8839200"/>
              <a:gd name="connsiteX909" fmla="*/ 11805354 w 15732060"/>
              <a:gd name="connsiteY909" fmla="*/ 5874555 h 8839200"/>
              <a:gd name="connsiteX910" fmla="*/ 11755968 w 15732060"/>
              <a:gd name="connsiteY910" fmla="*/ 5825170 h 8839200"/>
              <a:gd name="connsiteX911" fmla="*/ 11754323 w 15732060"/>
              <a:gd name="connsiteY911" fmla="*/ 5800478 h 8839200"/>
              <a:gd name="connsiteX912" fmla="*/ 11741153 w 15732060"/>
              <a:gd name="connsiteY912" fmla="*/ 5795127 h 8839200"/>
              <a:gd name="connsiteX913" fmla="*/ 4557194 w 15732060"/>
              <a:gd name="connsiteY913" fmla="*/ 5784150 h 8839200"/>
              <a:gd name="connsiteX914" fmla="*/ 4544024 w 15732060"/>
              <a:gd name="connsiteY914" fmla="*/ 5789500 h 8839200"/>
              <a:gd name="connsiteX915" fmla="*/ 4543476 w 15732060"/>
              <a:gd name="connsiteY915" fmla="*/ 5789500 h 8839200"/>
              <a:gd name="connsiteX916" fmla="*/ 4541829 w 15732060"/>
              <a:gd name="connsiteY916" fmla="*/ 5814194 h 8839200"/>
              <a:gd name="connsiteX917" fmla="*/ 4081446 w 15732060"/>
              <a:gd name="connsiteY917" fmla="*/ 6275126 h 8839200"/>
              <a:gd name="connsiteX918" fmla="*/ 3354379 w 15732060"/>
              <a:gd name="connsiteY918" fmla="*/ 6275126 h 8839200"/>
              <a:gd name="connsiteX919" fmla="*/ 3335723 w 15732060"/>
              <a:gd name="connsiteY919" fmla="*/ 6258664 h 8839200"/>
              <a:gd name="connsiteX920" fmla="*/ 3317066 w 15732060"/>
              <a:gd name="connsiteY920" fmla="*/ 6277321 h 8839200"/>
              <a:gd name="connsiteX921" fmla="*/ 3335723 w 15732060"/>
              <a:gd name="connsiteY921" fmla="*/ 6295978 h 8839200"/>
              <a:gd name="connsiteX922" fmla="*/ 3354379 w 15732060"/>
              <a:gd name="connsiteY922" fmla="*/ 6279516 h 8839200"/>
              <a:gd name="connsiteX923" fmla="*/ 4083641 w 15732060"/>
              <a:gd name="connsiteY923" fmla="*/ 6279516 h 8839200"/>
              <a:gd name="connsiteX924" fmla="*/ 4545670 w 15732060"/>
              <a:gd name="connsiteY924" fmla="*/ 5817486 h 8839200"/>
              <a:gd name="connsiteX925" fmla="*/ 4570363 w 15732060"/>
              <a:gd name="connsiteY925" fmla="*/ 5815840 h 8839200"/>
              <a:gd name="connsiteX926" fmla="*/ 4570363 w 15732060"/>
              <a:gd name="connsiteY926" fmla="*/ 5789500 h 8839200"/>
              <a:gd name="connsiteX927" fmla="*/ 4557194 w 15732060"/>
              <a:gd name="connsiteY927" fmla="*/ 5784150 h 8839200"/>
              <a:gd name="connsiteX928" fmla="*/ 10997625 w 15732060"/>
              <a:gd name="connsiteY928" fmla="*/ 5764947 h 8839200"/>
              <a:gd name="connsiteX929" fmla="*/ 10984456 w 15732060"/>
              <a:gd name="connsiteY929" fmla="*/ 5770298 h 8839200"/>
              <a:gd name="connsiteX930" fmla="*/ 10984456 w 15732060"/>
              <a:gd name="connsiteY930" fmla="*/ 5796637 h 8839200"/>
              <a:gd name="connsiteX931" fmla="*/ 11009149 w 15732060"/>
              <a:gd name="connsiteY931" fmla="*/ 5798282 h 8839200"/>
              <a:gd name="connsiteX932" fmla="*/ 11105724 w 15732060"/>
              <a:gd name="connsiteY932" fmla="*/ 5894858 h 8839200"/>
              <a:gd name="connsiteX933" fmla="*/ 11105724 w 15732060"/>
              <a:gd name="connsiteY933" fmla="*/ 6118191 h 8839200"/>
              <a:gd name="connsiteX934" fmla="*/ 11291745 w 15732060"/>
              <a:gd name="connsiteY934" fmla="*/ 6304211 h 8839200"/>
              <a:gd name="connsiteX935" fmla="*/ 11293390 w 15732060"/>
              <a:gd name="connsiteY935" fmla="*/ 6328903 h 8839200"/>
              <a:gd name="connsiteX936" fmla="*/ 11319729 w 15732060"/>
              <a:gd name="connsiteY936" fmla="*/ 6328903 h 8839200"/>
              <a:gd name="connsiteX937" fmla="*/ 11319729 w 15732060"/>
              <a:gd name="connsiteY937" fmla="*/ 6302564 h 8839200"/>
              <a:gd name="connsiteX938" fmla="*/ 11295037 w 15732060"/>
              <a:gd name="connsiteY938" fmla="*/ 6300917 h 8839200"/>
              <a:gd name="connsiteX939" fmla="*/ 11110115 w 15732060"/>
              <a:gd name="connsiteY939" fmla="*/ 6115997 h 8839200"/>
              <a:gd name="connsiteX940" fmla="*/ 11110115 w 15732060"/>
              <a:gd name="connsiteY940" fmla="*/ 5892664 h 8839200"/>
              <a:gd name="connsiteX941" fmla="*/ 11012441 w 15732060"/>
              <a:gd name="connsiteY941" fmla="*/ 5794990 h 8839200"/>
              <a:gd name="connsiteX942" fmla="*/ 11010795 w 15732060"/>
              <a:gd name="connsiteY942" fmla="*/ 5770298 h 8839200"/>
              <a:gd name="connsiteX943" fmla="*/ 10997625 w 15732060"/>
              <a:gd name="connsiteY943" fmla="*/ 5764947 h 8839200"/>
              <a:gd name="connsiteX944" fmla="*/ 9271873 w 15732060"/>
              <a:gd name="connsiteY944" fmla="*/ 5704998 h 8839200"/>
              <a:gd name="connsiteX945" fmla="*/ 9253216 w 15732060"/>
              <a:gd name="connsiteY945" fmla="*/ 5723655 h 8839200"/>
              <a:gd name="connsiteX946" fmla="*/ 9271873 w 15732060"/>
              <a:gd name="connsiteY946" fmla="*/ 5742312 h 8839200"/>
              <a:gd name="connsiteX947" fmla="*/ 9290529 w 15732060"/>
              <a:gd name="connsiteY947" fmla="*/ 5725850 h 8839200"/>
              <a:gd name="connsiteX948" fmla="*/ 9462830 w 15732060"/>
              <a:gd name="connsiteY948" fmla="*/ 5725850 h 8839200"/>
              <a:gd name="connsiteX949" fmla="*/ 10563033 w 15732060"/>
              <a:gd name="connsiteY949" fmla="*/ 6826051 h 8839200"/>
              <a:gd name="connsiteX950" fmla="*/ 10563581 w 15732060"/>
              <a:gd name="connsiteY950" fmla="*/ 6826051 h 8839200"/>
              <a:gd name="connsiteX951" fmla="*/ 11033842 w 15732060"/>
              <a:gd name="connsiteY951" fmla="*/ 6826600 h 8839200"/>
              <a:gd name="connsiteX952" fmla="*/ 11462948 w 15732060"/>
              <a:gd name="connsiteY952" fmla="*/ 7255706 h 8839200"/>
              <a:gd name="connsiteX953" fmla="*/ 11462948 w 15732060"/>
              <a:gd name="connsiteY953" fmla="*/ 7500440 h 8839200"/>
              <a:gd name="connsiteX954" fmla="*/ 12370546 w 15732060"/>
              <a:gd name="connsiteY954" fmla="*/ 8408036 h 8839200"/>
              <a:gd name="connsiteX955" fmla="*/ 12370546 w 15732060"/>
              <a:gd name="connsiteY955" fmla="*/ 8759772 h 8839200"/>
              <a:gd name="connsiteX956" fmla="*/ 12354083 w 15732060"/>
              <a:gd name="connsiteY956" fmla="*/ 8778429 h 8839200"/>
              <a:gd name="connsiteX957" fmla="*/ 12372741 w 15732060"/>
              <a:gd name="connsiteY957" fmla="*/ 8797086 h 8839200"/>
              <a:gd name="connsiteX958" fmla="*/ 12391397 w 15732060"/>
              <a:gd name="connsiteY958" fmla="*/ 8778429 h 8839200"/>
              <a:gd name="connsiteX959" fmla="*/ 12374935 w 15732060"/>
              <a:gd name="connsiteY959" fmla="*/ 8759772 h 8839200"/>
              <a:gd name="connsiteX960" fmla="*/ 12374935 w 15732060"/>
              <a:gd name="connsiteY960" fmla="*/ 8406391 h 8839200"/>
              <a:gd name="connsiteX961" fmla="*/ 11467338 w 15732060"/>
              <a:gd name="connsiteY961" fmla="*/ 7498793 h 8839200"/>
              <a:gd name="connsiteX962" fmla="*/ 11467338 w 15732060"/>
              <a:gd name="connsiteY962" fmla="*/ 7254060 h 8839200"/>
              <a:gd name="connsiteX963" fmla="*/ 11036585 w 15732060"/>
              <a:gd name="connsiteY963" fmla="*/ 6822760 h 8839200"/>
              <a:gd name="connsiteX964" fmla="*/ 11036036 w 15732060"/>
              <a:gd name="connsiteY964" fmla="*/ 6822760 h 8839200"/>
              <a:gd name="connsiteX965" fmla="*/ 10565777 w 15732060"/>
              <a:gd name="connsiteY965" fmla="*/ 6822210 h 8839200"/>
              <a:gd name="connsiteX966" fmla="*/ 9465574 w 15732060"/>
              <a:gd name="connsiteY966" fmla="*/ 5722009 h 8839200"/>
              <a:gd name="connsiteX967" fmla="*/ 9465025 w 15732060"/>
              <a:gd name="connsiteY967" fmla="*/ 5722009 h 8839200"/>
              <a:gd name="connsiteX968" fmla="*/ 9290529 w 15732060"/>
              <a:gd name="connsiteY968" fmla="*/ 5721460 h 8839200"/>
              <a:gd name="connsiteX969" fmla="*/ 9271873 w 15732060"/>
              <a:gd name="connsiteY969" fmla="*/ 5704998 h 8839200"/>
              <a:gd name="connsiteX970" fmla="*/ 2945028 w 15732060"/>
              <a:gd name="connsiteY970" fmla="*/ 5666586 h 8839200"/>
              <a:gd name="connsiteX971" fmla="*/ 2926371 w 15732060"/>
              <a:gd name="connsiteY971" fmla="*/ 5685243 h 8839200"/>
              <a:gd name="connsiteX972" fmla="*/ 2942832 w 15732060"/>
              <a:gd name="connsiteY972" fmla="*/ 5703899 h 8839200"/>
              <a:gd name="connsiteX973" fmla="*/ 2942832 w 15732060"/>
              <a:gd name="connsiteY973" fmla="*/ 5867970 h 8839200"/>
              <a:gd name="connsiteX974" fmla="*/ 2926371 w 15732060"/>
              <a:gd name="connsiteY974" fmla="*/ 5886626 h 8839200"/>
              <a:gd name="connsiteX975" fmla="*/ 2945028 w 15732060"/>
              <a:gd name="connsiteY975" fmla="*/ 5905282 h 8839200"/>
              <a:gd name="connsiteX976" fmla="*/ 2963685 w 15732060"/>
              <a:gd name="connsiteY976" fmla="*/ 5886626 h 8839200"/>
              <a:gd name="connsiteX977" fmla="*/ 2947223 w 15732060"/>
              <a:gd name="connsiteY977" fmla="*/ 5867970 h 8839200"/>
              <a:gd name="connsiteX978" fmla="*/ 2947223 w 15732060"/>
              <a:gd name="connsiteY978" fmla="*/ 5703899 h 8839200"/>
              <a:gd name="connsiteX979" fmla="*/ 2963685 w 15732060"/>
              <a:gd name="connsiteY979" fmla="*/ 5685243 h 8839200"/>
              <a:gd name="connsiteX980" fmla="*/ 2945028 w 15732060"/>
              <a:gd name="connsiteY980" fmla="*/ 5666586 h 8839200"/>
              <a:gd name="connsiteX981" fmla="*/ 6933738 w 15732060"/>
              <a:gd name="connsiteY981" fmla="*/ 5600191 h 8839200"/>
              <a:gd name="connsiteX982" fmla="*/ 6928800 w 15732060"/>
              <a:gd name="connsiteY982" fmla="*/ 5600191 h 8839200"/>
              <a:gd name="connsiteX983" fmla="*/ 6928800 w 15732060"/>
              <a:gd name="connsiteY983" fmla="*/ 5827365 h 8839200"/>
              <a:gd name="connsiteX984" fmla="*/ 6482684 w 15732060"/>
              <a:gd name="connsiteY984" fmla="*/ 6273481 h 8839200"/>
              <a:gd name="connsiteX985" fmla="*/ 6035469 w 15732060"/>
              <a:gd name="connsiteY985" fmla="*/ 6273481 h 8839200"/>
              <a:gd name="connsiteX986" fmla="*/ 4939658 w 15732060"/>
              <a:gd name="connsiteY986" fmla="*/ 7369294 h 8839200"/>
              <a:gd name="connsiteX987" fmla="*/ 4939658 w 15732060"/>
              <a:gd name="connsiteY987" fmla="*/ 8352616 h 8839200"/>
              <a:gd name="connsiteX988" fmla="*/ 4530855 w 15732060"/>
              <a:gd name="connsiteY988" fmla="*/ 8761418 h 8839200"/>
              <a:gd name="connsiteX989" fmla="*/ 4506162 w 15732060"/>
              <a:gd name="connsiteY989" fmla="*/ 8763065 h 8839200"/>
              <a:gd name="connsiteX990" fmla="*/ 4506162 w 15732060"/>
              <a:gd name="connsiteY990" fmla="*/ 8789404 h 8839200"/>
              <a:gd name="connsiteX991" fmla="*/ 4532501 w 15732060"/>
              <a:gd name="connsiteY991" fmla="*/ 8789404 h 8839200"/>
              <a:gd name="connsiteX992" fmla="*/ 4534146 w 15732060"/>
              <a:gd name="connsiteY992" fmla="*/ 8764710 h 8839200"/>
              <a:gd name="connsiteX993" fmla="*/ 4944596 w 15732060"/>
              <a:gd name="connsiteY993" fmla="*/ 8354261 h 8839200"/>
              <a:gd name="connsiteX994" fmla="*/ 4944596 w 15732060"/>
              <a:gd name="connsiteY994" fmla="*/ 7371489 h 8839200"/>
              <a:gd name="connsiteX995" fmla="*/ 6037116 w 15732060"/>
              <a:gd name="connsiteY995" fmla="*/ 6278969 h 8839200"/>
              <a:gd name="connsiteX996" fmla="*/ 6484330 w 15732060"/>
              <a:gd name="connsiteY996" fmla="*/ 6278969 h 8839200"/>
              <a:gd name="connsiteX997" fmla="*/ 6933738 w 15732060"/>
              <a:gd name="connsiteY997" fmla="*/ 5829560 h 8839200"/>
              <a:gd name="connsiteX998" fmla="*/ 7517587 w 15732060"/>
              <a:gd name="connsiteY998" fmla="*/ 5600191 h 8839200"/>
              <a:gd name="connsiteX999" fmla="*/ 7512648 w 15732060"/>
              <a:gd name="connsiteY999" fmla="*/ 5600191 h 8839200"/>
              <a:gd name="connsiteX1000" fmla="*/ 7512648 w 15732060"/>
              <a:gd name="connsiteY1000" fmla="*/ 6661982 h 8839200"/>
              <a:gd name="connsiteX1001" fmla="*/ 7355162 w 15732060"/>
              <a:gd name="connsiteY1001" fmla="*/ 6819466 h 8839200"/>
              <a:gd name="connsiteX1002" fmla="*/ 7355162 w 15732060"/>
              <a:gd name="connsiteY1002" fmla="*/ 6975306 h 8839200"/>
              <a:gd name="connsiteX1003" fmla="*/ 6702174 w 15732060"/>
              <a:gd name="connsiteY1003" fmla="*/ 7628293 h 8839200"/>
              <a:gd name="connsiteX1004" fmla="*/ 6702174 w 15732060"/>
              <a:gd name="connsiteY1004" fmla="*/ 8766357 h 8839200"/>
              <a:gd name="connsiteX1005" fmla="*/ 6685713 w 15732060"/>
              <a:gd name="connsiteY1005" fmla="*/ 8785014 h 8839200"/>
              <a:gd name="connsiteX1006" fmla="*/ 6704370 w 15732060"/>
              <a:gd name="connsiteY1006" fmla="*/ 8803671 h 8839200"/>
              <a:gd name="connsiteX1007" fmla="*/ 6723026 w 15732060"/>
              <a:gd name="connsiteY1007" fmla="*/ 8785014 h 8839200"/>
              <a:gd name="connsiteX1008" fmla="*/ 6706565 w 15732060"/>
              <a:gd name="connsiteY1008" fmla="*/ 8766357 h 8839200"/>
              <a:gd name="connsiteX1009" fmla="*/ 6707114 w 15732060"/>
              <a:gd name="connsiteY1009" fmla="*/ 8766357 h 8839200"/>
              <a:gd name="connsiteX1010" fmla="*/ 6707114 w 15732060"/>
              <a:gd name="connsiteY1010" fmla="*/ 7630488 h 8839200"/>
              <a:gd name="connsiteX1011" fmla="*/ 7360101 w 15732060"/>
              <a:gd name="connsiteY1011" fmla="*/ 6977501 h 8839200"/>
              <a:gd name="connsiteX1012" fmla="*/ 7360101 w 15732060"/>
              <a:gd name="connsiteY1012" fmla="*/ 6821662 h 8839200"/>
              <a:gd name="connsiteX1013" fmla="*/ 7517587 w 15732060"/>
              <a:gd name="connsiteY1013" fmla="*/ 6664176 h 8839200"/>
              <a:gd name="connsiteX1014" fmla="*/ 7745858 w 15732060"/>
              <a:gd name="connsiteY1014" fmla="*/ 5600191 h 8839200"/>
              <a:gd name="connsiteX1015" fmla="*/ 7740920 w 15732060"/>
              <a:gd name="connsiteY1015" fmla="*/ 5600191 h 8839200"/>
              <a:gd name="connsiteX1016" fmla="*/ 7740920 w 15732060"/>
              <a:gd name="connsiteY1016" fmla="*/ 6817821 h 8839200"/>
              <a:gd name="connsiteX1017" fmla="*/ 7741468 w 15732060"/>
              <a:gd name="connsiteY1017" fmla="*/ 6817821 h 8839200"/>
              <a:gd name="connsiteX1018" fmla="*/ 7583982 w 15732060"/>
              <a:gd name="connsiteY1018" fmla="*/ 6975306 h 8839200"/>
              <a:gd name="connsiteX1019" fmla="*/ 7583982 w 15732060"/>
              <a:gd name="connsiteY1019" fmla="*/ 8008014 h 8839200"/>
              <a:gd name="connsiteX1020" fmla="*/ 7281634 w 15732060"/>
              <a:gd name="connsiteY1020" fmla="*/ 8310364 h 8839200"/>
              <a:gd name="connsiteX1021" fmla="*/ 7281634 w 15732060"/>
              <a:gd name="connsiteY1021" fmla="*/ 8747152 h 8839200"/>
              <a:gd name="connsiteX1022" fmla="*/ 7265172 w 15732060"/>
              <a:gd name="connsiteY1022" fmla="*/ 8765808 h 8839200"/>
              <a:gd name="connsiteX1023" fmla="*/ 7283828 w 15732060"/>
              <a:gd name="connsiteY1023" fmla="*/ 8784465 h 8839200"/>
              <a:gd name="connsiteX1024" fmla="*/ 7302484 w 15732060"/>
              <a:gd name="connsiteY1024" fmla="*/ 8765808 h 8839200"/>
              <a:gd name="connsiteX1025" fmla="*/ 7286023 w 15732060"/>
              <a:gd name="connsiteY1025" fmla="*/ 8747152 h 8839200"/>
              <a:gd name="connsiteX1026" fmla="*/ 7286023 w 15732060"/>
              <a:gd name="connsiteY1026" fmla="*/ 8312558 h 8839200"/>
              <a:gd name="connsiteX1027" fmla="*/ 7588372 w 15732060"/>
              <a:gd name="connsiteY1027" fmla="*/ 8010209 h 8839200"/>
              <a:gd name="connsiteX1028" fmla="*/ 7588372 w 15732060"/>
              <a:gd name="connsiteY1028" fmla="*/ 6977501 h 8839200"/>
              <a:gd name="connsiteX1029" fmla="*/ 7745858 w 15732060"/>
              <a:gd name="connsiteY1029" fmla="*/ 6820016 h 8839200"/>
              <a:gd name="connsiteX1030" fmla="*/ 2025358 w 15732060"/>
              <a:gd name="connsiteY1030" fmla="*/ 5590313 h 8839200"/>
              <a:gd name="connsiteX1031" fmla="*/ 1402002 w 15732060"/>
              <a:gd name="connsiteY1031" fmla="*/ 6213669 h 8839200"/>
              <a:gd name="connsiteX1032" fmla="*/ 422520 w 15732060"/>
              <a:gd name="connsiteY1032" fmla="*/ 6213669 h 8839200"/>
              <a:gd name="connsiteX1033" fmla="*/ 47190 w 15732060"/>
              <a:gd name="connsiteY1033" fmla="*/ 6588999 h 8839200"/>
              <a:gd name="connsiteX1034" fmla="*/ 22496 w 15732060"/>
              <a:gd name="connsiteY1034" fmla="*/ 6590645 h 8839200"/>
              <a:gd name="connsiteX1035" fmla="*/ 22496 w 15732060"/>
              <a:gd name="connsiteY1035" fmla="*/ 6616985 h 8839200"/>
              <a:gd name="connsiteX1036" fmla="*/ 48836 w 15732060"/>
              <a:gd name="connsiteY1036" fmla="*/ 6616985 h 8839200"/>
              <a:gd name="connsiteX1037" fmla="*/ 49384 w 15732060"/>
              <a:gd name="connsiteY1037" fmla="*/ 6616435 h 8839200"/>
              <a:gd name="connsiteX1038" fmla="*/ 51032 w 15732060"/>
              <a:gd name="connsiteY1038" fmla="*/ 6591742 h 8839200"/>
              <a:gd name="connsiteX1039" fmla="*/ 424716 w 15732060"/>
              <a:gd name="connsiteY1039" fmla="*/ 6218058 h 8839200"/>
              <a:gd name="connsiteX1040" fmla="*/ 1404745 w 15732060"/>
              <a:gd name="connsiteY1040" fmla="*/ 6218058 h 8839200"/>
              <a:gd name="connsiteX1041" fmla="*/ 2028101 w 15732060"/>
              <a:gd name="connsiteY1041" fmla="*/ 5594702 h 8839200"/>
              <a:gd name="connsiteX1042" fmla="*/ 2767788 w 15732060"/>
              <a:gd name="connsiteY1042" fmla="*/ 5594702 h 8839200"/>
              <a:gd name="connsiteX1043" fmla="*/ 2859426 w 15732060"/>
              <a:gd name="connsiteY1043" fmla="*/ 5686340 h 8839200"/>
              <a:gd name="connsiteX1044" fmla="*/ 2859426 w 15732060"/>
              <a:gd name="connsiteY1044" fmla="*/ 5863031 h 8839200"/>
              <a:gd name="connsiteX1045" fmla="*/ 2842964 w 15732060"/>
              <a:gd name="connsiteY1045" fmla="*/ 5881687 h 8839200"/>
              <a:gd name="connsiteX1046" fmla="*/ 2861621 w 15732060"/>
              <a:gd name="connsiteY1046" fmla="*/ 5900344 h 8839200"/>
              <a:gd name="connsiteX1047" fmla="*/ 2880278 w 15732060"/>
              <a:gd name="connsiteY1047" fmla="*/ 5881687 h 8839200"/>
              <a:gd name="connsiteX1048" fmla="*/ 2863816 w 15732060"/>
              <a:gd name="connsiteY1048" fmla="*/ 5863031 h 8839200"/>
              <a:gd name="connsiteX1049" fmla="*/ 2863816 w 15732060"/>
              <a:gd name="connsiteY1049" fmla="*/ 5684694 h 8839200"/>
              <a:gd name="connsiteX1050" fmla="*/ 2769983 w 15732060"/>
              <a:gd name="connsiteY1050" fmla="*/ 5590861 h 8839200"/>
              <a:gd name="connsiteX1051" fmla="*/ 2769434 w 15732060"/>
              <a:gd name="connsiteY1051" fmla="*/ 5590861 h 8839200"/>
              <a:gd name="connsiteX1052" fmla="*/ 2025358 w 15732060"/>
              <a:gd name="connsiteY1052" fmla="*/ 5590313 h 8839200"/>
              <a:gd name="connsiteX1053" fmla="*/ 7168594 w 15732060"/>
              <a:gd name="connsiteY1053" fmla="*/ 5555195 h 8839200"/>
              <a:gd name="connsiteX1054" fmla="*/ 7163657 w 15732060"/>
              <a:gd name="connsiteY1054" fmla="*/ 5555195 h 8839200"/>
              <a:gd name="connsiteX1055" fmla="*/ 7163657 w 15732060"/>
              <a:gd name="connsiteY1055" fmla="*/ 6259214 h 8839200"/>
              <a:gd name="connsiteX1056" fmla="*/ 6775156 w 15732060"/>
              <a:gd name="connsiteY1056" fmla="*/ 6647715 h 8839200"/>
              <a:gd name="connsiteX1057" fmla="*/ 6300506 w 15732060"/>
              <a:gd name="connsiteY1057" fmla="*/ 6647715 h 8839200"/>
              <a:gd name="connsiteX1058" fmla="*/ 5453817 w 15732060"/>
              <a:gd name="connsiteY1058" fmla="*/ 7494404 h 8839200"/>
              <a:gd name="connsiteX1059" fmla="*/ 5453817 w 15732060"/>
              <a:gd name="connsiteY1059" fmla="*/ 8703253 h 8839200"/>
              <a:gd name="connsiteX1060" fmla="*/ 5437356 w 15732060"/>
              <a:gd name="connsiteY1060" fmla="*/ 8721910 h 8839200"/>
              <a:gd name="connsiteX1061" fmla="*/ 5456011 w 15732060"/>
              <a:gd name="connsiteY1061" fmla="*/ 8740567 h 8839200"/>
              <a:gd name="connsiteX1062" fmla="*/ 5474668 w 15732060"/>
              <a:gd name="connsiteY1062" fmla="*/ 8721910 h 8839200"/>
              <a:gd name="connsiteX1063" fmla="*/ 5458206 w 15732060"/>
              <a:gd name="connsiteY1063" fmla="*/ 8703253 h 8839200"/>
              <a:gd name="connsiteX1064" fmla="*/ 5458206 w 15732060"/>
              <a:gd name="connsiteY1064" fmla="*/ 7496049 h 8839200"/>
              <a:gd name="connsiteX1065" fmla="*/ 6302152 w 15732060"/>
              <a:gd name="connsiteY1065" fmla="*/ 6652105 h 8839200"/>
              <a:gd name="connsiteX1066" fmla="*/ 6776803 w 15732060"/>
              <a:gd name="connsiteY1066" fmla="*/ 6652105 h 8839200"/>
              <a:gd name="connsiteX1067" fmla="*/ 7168046 w 15732060"/>
              <a:gd name="connsiteY1067" fmla="*/ 6260861 h 8839200"/>
              <a:gd name="connsiteX1068" fmla="*/ 7168594 w 15732060"/>
              <a:gd name="connsiteY1068" fmla="*/ 6261409 h 8839200"/>
              <a:gd name="connsiteX1069" fmla="*/ 8094301 w 15732060"/>
              <a:gd name="connsiteY1069" fmla="*/ 5550805 h 8839200"/>
              <a:gd name="connsiteX1070" fmla="*/ 8089362 w 15732060"/>
              <a:gd name="connsiteY1070" fmla="*/ 5550805 h 8839200"/>
              <a:gd name="connsiteX1071" fmla="*/ 8089362 w 15732060"/>
              <a:gd name="connsiteY1071" fmla="*/ 7186018 h 8839200"/>
              <a:gd name="connsiteX1072" fmla="*/ 8236421 w 15732060"/>
              <a:gd name="connsiteY1072" fmla="*/ 7333077 h 8839200"/>
              <a:gd name="connsiteX1073" fmla="*/ 8236421 w 15732060"/>
              <a:gd name="connsiteY1073" fmla="*/ 8138611 h 8839200"/>
              <a:gd name="connsiteX1074" fmla="*/ 8598033 w 15732060"/>
              <a:gd name="connsiteY1074" fmla="*/ 8500223 h 8839200"/>
              <a:gd name="connsiteX1075" fmla="*/ 8598033 w 15732060"/>
              <a:gd name="connsiteY1075" fmla="*/ 8747700 h 8839200"/>
              <a:gd name="connsiteX1076" fmla="*/ 8581572 w 15732060"/>
              <a:gd name="connsiteY1076" fmla="*/ 8766357 h 8839200"/>
              <a:gd name="connsiteX1077" fmla="*/ 8600229 w 15732060"/>
              <a:gd name="connsiteY1077" fmla="*/ 8785014 h 8839200"/>
              <a:gd name="connsiteX1078" fmla="*/ 8618886 w 15732060"/>
              <a:gd name="connsiteY1078" fmla="*/ 8766357 h 8839200"/>
              <a:gd name="connsiteX1079" fmla="*/ 8602423 w 15732060"/>
              <a:gd name="connsiteY1079" fmla="*/ 8747700 h 8839200"/>
              <a:gd name="connsiteX1080" fmla="*/ 8602972 w 15732060"/>
              <a:gd name="connsiteY1080" fmla="*/ 8747700 h 8839200"/>
              <a:gd name="connsiteX1081" fmla="*/ 8602972 w 15732060"/>
              <a:gd name="connsiteY1081" fmla="*/ 8498028 h 8839200"/>
              <a:gd name="connsiteX1082" fmla="*/ 8241360 w 15732060"/>
              <a:gd name="connsiteY1082" fmla="*/ 8136416 h 8839200"/>
              <a:gd name="connsiteX1083" fmla="*/ 8241360 w 15732060"/>
              <a:gd name="connsiteY1083" fmla="*/ 7330883 h 8839200"/>
              <a:gd name="connsiteX1084" fmla="*/ 8094301 w 15732060"/>
              <a:gd name="connsiteY1084" fmla="*/ 7183823 h 8839200"/>
              <a:gd name="connsiteX1085" fmla="*/ 8342874 w 15732060"/>
              <a:gd name="connsiteY1085" fmla="*/ 5550805 h 8839200"/>
              <a:gd name="connsiteX1086" fmla="*/ 8337936 w 15732060"/>
              <a:gd name="connsiteY1086" fmla="*/ 5550805 h 8839200"/>
              <a:gd name="connsiteX1087" fmla="*/ 8337936 w 15732060"/>
              <a:gd name="connsiteY1087" fmla="*/ 7063651 h 8839200"/>
              <a:gd name="connsiteX1088" fmla="*/ 8547002 w 15732060"/>
              <a:gd name="connsiteY1088" fmla="*/ 7272717 h 8839200"/>
              <a:gd name="connsiteX1089" fmla="*/ 8547002 w 15732060"/>
              <a:gd name="connsiteY1089" fmla="*/ 7628293 h 8839200"/>
              <a:gd name="connsiteX1090" fmla="*/ 9146763 w 15732060"/>
              <a:gd name="connsiteY1090" fmla="*/ 8228054 h 8839200"/>
              <a:gd name="connsiteX1091" fmla="*/ 9146763 w 15732060"/>
              <a:gd name="connsiteY1091" fmla="*/ 8759772 h 8839200"/>
              <a:gd name="connsiteX1092" fmla="*/ 9130300 w 15732060"/>
              <a:gd name="connsiteY1092" fmla="*/ 8778429 h 8839200"/>
              <a:gd name="connsiteX1093" fmla="*/ 9148958 w 15732060"/>
              <a:gd name="connsiteY1093" fmla="*/ 8797086 h 8839200"/>
              <a:gd name="connsiteX1094" fmla="*/ 9167615 w 15732060"/>
              <a:gd name="connsiteY1094" fmla="*/ 8778429 h 8839200"/>
              <a:gd name="connsiteX1095" fmla="*/ 9162881 w 15732060"/>
              <a:gd name="connsiteY1095" fmla="*/ 8765603 h 8839200"/>
              <a:gd name="connsiteX1096" fmla="*/ 9151701 w 15732060"/>
              <a:gd name="connsiteY1096" fmla="*/ 8760045 h 8839200"/>
              <a:gd name="connsiteX1097" fmla="*/ 9151701 w 15732060"/>
              <a:gd name="connsiteY1097" fmla="*/ 8760321 h 8839200"/>
              <a:gd name="connsiteX1098" fmla="*/ 9151152 w 15732060"/>
              <a:gd name="connsiteY1098" fmla="*/ 8759772 h 8839200"/>
              <a:gd name="connsiteX1099" fmla="*/ 9151701 w 15732060"/>
              <a:gd name="connsiteY1099" fmla="*/ 8760045 h 8839200"/>
              <a:gd name="connsiteX1100" fmla="*/ 9151701 w 15732060"/>
              <a:gd name="connsiteY1100" fmla="*/ 8226408 h 8839200"/>
              <a:gd name="connsiteX1101" fmla="*/ 8551940 w 15732060"/>
              <a:gd name="connsiteY1101" fmla="*/ 7626647 h 8839200"/>
              <a:gd name="connsiteX1102" fmla="*/ 8551940 w 15732060"/>
              <a:gd name="connsiteY1102" fmla="*/ 7271071 h 8839200"/>
              <a:gd name="connsiteX1103" fmla="*/ 8342874 w 15732060"/>
              <a:gd name="connsiteY1103" fmla="*/ 7062005 h 8839200"/>
              <a:gd name="connsiteX1104" fmla="*/ 8562915 w 15732060"/>
              <a:gd name="connsiteY1104" fmla="*/ 5550805 h 8839200"/>
              <a:gd name="connsiteX1105" fmla="*/ 8557977 w 15732060"/>
              <a:gd name="connsiteY1105" fmla="*/ 5550805 h 8839200"/>
              <a:gd name="connsiteX1106" fmla="*/ 8557977 w 15732060"/>
              <a:gd name="connsiteY1106" fmla="*/ 6582417 h 8839200"/>
              <a:gd name="connsiteX1107" fmla="*/ 8656199 w 15732060"/>
              <a:gd name="connsiteY1107" fmla="*/ 6680639 h 8839200"/>
              <a:gd name="connsiteX1108" fmla="*/ 8656199 w 15732060"/>
              <a:gd name="connsiteY1108" fmla="*/ 6911105 h 8839200"/>
              <a:gd name="connsiteX1109" fmla="*/ 8981595 w 15732060"/>
              <a:gd name="connsiteY1109" fmla="*/ 7236501 h 8839200"/>
              <a:gd name="connsiteX1110" fmla="*/ 8981595 w 15732060"/>
              <a:gd name="connsiteY1110" fmla="*/ 7821995 h 8839200"/>
              <a:gd name="connsiteX1111" fmla="*/ 9516057 w 15732060"/>
              <a:gd name="connsiteY1111" fmla="*/ 8356457 h 8839200"/>
              <a:gd name="connsiteX1112" fmla="*/ 9516057 w 15732060"/>
              <a:gd name="connsiteY1112" fmla="*/ 8760869 h 8839200"/>
              <a:gd name="connsiteX1113" fmla="*/ 9499596 w 15732060"/>
              <a:gd name="connsiteY1113" fmla="*/ 8779526 h 8839200"/>
              <a:gd name="connsiteX1114" fmla="*/ 9518252 w 15732060"/>
              <a:gd name="connsiteY1114" fmla="*/ 8798184 h 8839200"/>
              <a:gd name="connsiteX1115" fmla="*/ 9536909 w 15732060"/>
              <a:gd name="connsiteY1115" fmla="*/ 8779526 h 8839200"/>
              <a:gd name="connsiteX1116" fmla="*/ 9520448 w 15732060"/>
              <a:gd name="connsiteY1116" fmla="*/ 8760869 h 8839200"/>
              <a:gd name="connsiteX1117" fmla="*/ 9520996 w 15732060"/>
              <a:gd name="connsiteY1117" fmla="*/ 8760321 h 8839200"/>
              <a:gd name="connsiteX1118" fmla="*/ 9520996 w 15732060"/>
              <a:gd name="connsiteY1118" fmla="*/ 8354261 h 8839200"/>
              <a:gd name="connsiteX1119" fmla="*/ 8986534 w 15732060"/>
              <a:gd name="connsiteY1119" fmla="*/ 7819799 h 8839200"/>
              <a:gd name="connsiteX1120" fmla="*/ 8986534 w 15732060"/>
              <a:gd name="connsiteY1120" fmla="*/ 7234306 h 8839200"/>
              <a:gd name="connsiteX1121" fmla="*/ 8661137 w 15732060"/>
              <a:gd name="connsiteY1121" fmla="*/ 6908909 h 8839200"/>
              <a:gd name="connsiteX1122" fmla="*/ 8661137 w 15732060"/>
              <a:gd name="connsiteY1122" fmla="*/ 6678444 h 8839200"/>
              <a:gd name="connsiteX1123" fmla="*/ 8562915 w 15732060"/>
              <a:gd name="connsiteY1123" fmla="*/ 6580221 h 8839200"/>
              <a:gd name="connsiteX1124" fmla="*/ 7981263 w 15732060"/>
              <a:gd name="connsiteY1124" fmla="*/ 5550257 h 8839200"/>
              <a:gd name="connsiteX1125" fmla="*/ 7976324 w 15732060"/>
              <a:gd name="connsiteY1125" fmla="*/ 5550257 h 8839200"/>
              <a:gd name="connsiteX1126" fmla="*/ 7976324 w 15732060"/>
              <a:gd name="connsiteY1126" fmla="*/ 7449408 h 8839200"/>
              <a:gd name="connsiteX1127" fmla="*/ 8142588 w 15732060"/>
              <a:gd name="connsiteY1127" fmla="*/ 7615673 h 8839200"/>
              <a:gd name="connsiteX1128" fmla="*/ 8142588 w 15732060"/>
              <a:gd name="connsiteY1128" fmla="*/ 8734530 h 8839200"/>
              <a:gd name="connsiteX1129" fmla="*/ 8126127 w 15732060"/>
              <a:gd name="connsiteY1129" fmla="*/ 8753187 h 8839200"/>
              <a:gd name="connsiteX1130" fmla="*/ 8144784 w 15732060"/>
              <a:gd name="connsiteY1130" fmla="*/ 8771844 h 8839200"/>
              <a:gd name="connsiteX1131" fmla="*/ 8163440 w 15732060"/>
              <a:gd name="connsiteY1131" fmla="*/ 8753187 h 8839200"/>
              <a:gd name="connsiteX1132" fmla="*/ 8158707 w 15732060"/>
              <a:gd name="connsiteY1132" fmla="*/ 8740361 h 8839200"/>
              <a:gd name="connsiteX1133" fmla="*/ 8147526 w 15732060"/>
              <a:gd name="connsiteY1133" fmla="*/ 8734803 h 8839200"/>
              <a:gd name="connsiteX1134" fmla="*/ 8147526 w 15732060"/>
              <a:gd name="connsiteY1134" fmla="*/ 8735080 h 8839200"/>
              <a:gd name="connsiteX1135" fmla="*/ 8146978 w 15732060"/>
              <a:gd name="connsiteY1135" fmla="*/ 8734530 h 8839200"/>
              <a:gd name="connsiteX1136" fmla="*/ 8147526 w 15732060"/>
              <a:gd name="connsiteY1136" fmla="*/ 8734803 h 8839200"/>
              <a:gd name="connsiteX1137" fmla="*/ 8147526 w 15732060"/>
              <a:gd name="connsiteY1137" fmla="*/ 7614027 h 8839200"/>
              <a:gd name="connsiteX1138" fmla="*/ 7981263 w 15732060"/>
              <a:gd name="connsiteY1138" fmla="*/ 7447761 h 8839200"/>
              <a:gd name="connsiteX1139" fmla="*/ 8674855 w 15732060"/>
              <a:gd name="connsiteY1139" fmla="*/ 5545867 h 8839200"/>
              <a:gd name="connsiteX1140" fmla="*/ 8669918 w 15732060"/>
              <a:gd name="connsiteY1140" fmla="*/ 5545867 h 8839200"/>
              <a:gd name="connsiteX1141" fmla="*/ 8669918 w 15732060"/>
              <a:gd name="connsiteY1141" fmla="*/ 6403530 h 8839200"/>
              <a:gd name="connsiteX1142" fmla="*/ 8878983 w 15732060"/>
              <a:gd name="connsiteY1142" fmla="*/ 6612597 h 8839200"/>
              <a:gd name="connsiteX1143" fmla="*/ 8878983 w 15732060"/>
              <a:gd name="connsiteY1143" fmla="*/ 6976953 h 8839200"/>
              <a:gd name="connsiteX1144" fmla="*/ 9308089 w 15732060"/>
              <a:gd name="connsiteY1144" fmla="*/ 7406058 h 8839200"/>
              <a:gd name="connsiteX1145" fmla="*/ 9308638 w 15732060"/>
              <a:gd name="connsiteY1145" fmla="*/ 7406058 h 8839200"/>
              <a:gd name="connsiteX1146" fmla="*/ 9581356 w 15732060"/>
              <a:gd name="connsiteY1146" fmla="*/ 7406606 h 8839200"/>
              <a:gd name="connsiteX1147" fmla="*/ 9900716 w 15732060"/>
              <a:gd name="connsiteY1147" fmla="*/ 7725968 h 8839200"/>
              <a:gd name="connsiteX1148" fmla="*/ 9900716 w 15732060"/>
              <a:gd name="connsiteY1148" fmla="*/ 8574851 h 8839200"/>
              <a:gd name="connsiteX1149" fmla="*/ 10090577 w 15732060"/>
              <a:gd name="connsiteY1149" fmla="*/ 8764710 h 8839200"/>
              <a:gd name="connsiteX1150" fmla="*/ 10092222 w 15732060"/>
              <a:gd name="connsiteY1150" fmla="*/ 8789404 h 8839200"/>
              <a:gd name="connsiteX1151" fmla="*/ 10118562 w 15732060"/>
              <a:gd name="connsiteY1151" fmla="*/ 8789404 h 8839200"/>
              <a:gd name="connsiteX1152" fmla="*/ 10118562 w 15732060"/>
              <a:gd name="connsiteY1152" fmla="*/ 8763065 h 8839200"/>
              <a:gd name="connsiteX1153" fmla="*/ 10093869 w 15732060"/>
              <a:gd name="connsiteY1153" fmla="*/ 8761418 h 8839200"/>
              <a:gd name="connsiteX1154" fmla="*/ 10093869 w 15732060"/>
              <a:gd name="connsiteY1154" fmla="*/ 8760869 h 8839200"/>
              <a:gd name="connsiteX1155" fmla="*/ 9905655 w 15732060"/>
              <a:gd name="connsiteY1155" fmla="*/ 8572655 h 8839200"/>
              <a:gd name="connsiteX1156" fmla="*/ 9905655 w 15732060"/>
              <a:gd name="connsiteY1156" fmla="*/ 7723772 h 8839200"/>
              <a:gd name="connsiteX1157" fmla="*/ 9584099 w 15732060"/>
              <a:gd name="connsiteY1157" fmla="*/ 7402218 h 8839200"/>
              <a:gd name="connsiteX1158" fmla="*/ 9583551 w 15732060"/>
              <a:gd name="connsiteY1158" fmla="*/ 7402218 h 8839200"/>
              <a:gd name="connsiteX1159" fmla="*/ 9310833 w 15732060"/>
              <a:gd name="connsiteY1159" fmla="*/ 7401669 h 8839200"/>
              <a:gd name="connsiteX1160" fmla="*/ 8883922 w 15732060"/>
              <a:gd name="connsiteY1160" fmla="*/ 6974757 h 8839200"/>
              <a:gd name="connsiteX1161" fmla="*/ 8883922 w 15732060"/>
              <a:gd name="connsiteY1161" fmla="*/ 6610401 h 8839200"/>
              <a:gd name="connsiteX1162" fmla="*/ 8674855 w 15732060"/>
              <a:gd name="connsiteY1162" fmla="*/ 6401335 h 8839200"/>
              <a:gd name="connsiteX1163" fmla="*/ 5604168 w 15732060"/>
              <a:gd name="connsiteY1163" fmla="*/ 5531600 h 8839200"/>
              <a:gd name="connsiteX1164" fmla="*/ 5585512 w 15732060"/>
              <a:gd name="connsiteY1164" fmla="*/ 5548062 h 8839200"/>
              <a:gd name="connsiteX1165" fmla="*/ 4807962 w 15732060"/>
              <a:gd name="connsiteY1165" fmla="*/ 5548062 h 8839200"/>
              <a:gd name="connsiteX1166" fmla="*/ 4635662 w 15732060"/>
              <a:gd name="connsiteY1166" fmla="*/ 5720362 h 8839200"/>
              <a:gd name="connsiteX1167" fmla="*/ 4610969 w 15732060"/>
              <a:gd name="connsiteY1167" fmla="*/ 5722009 h 8839200"/>
              <a:gd name="connsiteX1168" fmla="*/ 4610969 w 15732060"/>
              <a:gd name="connsiteY1168" fmla="*/ 5748348 h 8839200"/>
              <a:gd name="connsiteX1169" fmla="*/ 4637308 w 15732060"/>
              <a:gd name="connsiteY1169" fmla="*/ 5748348 h 8839200"/>
              <a:gd name="connsiteX1170" fmla="*/ 4638954 w 15732060"/>
              <a:gd name="connsiteY1170" fmla="*/ 5723655 h 8839200"/>
              <a:gd name="connsiteX1171" fmla="*/ 4810158 w 15732060"/>
              <a:gd name="connsiteY1171" fmla="*/ 5552452 h 8839200"/>
              <a:gd name="connsiteX1172" fmla="*/ 5585512 w 15732060"/>
              <a:gd name="connsiteY1172" fmla="*/ 5552452 h 8839200"/>
              <a:gd name="connsiteX1173" fmla="*/ 5604168 w 15732060"/>
              <a:gd name="connsiteY1173" fmla="*/ 5568914 h 8839200"/>
              <a:gd name="connsiteX1174" fmla="*/ 5622826 w 15732060"/>
              <a:gd name="connsiteY1174" fmla="*/ 5550257 h 8839200"/>
              <a:gd name="connsiteX1175" fmla="*/ 5604168 w 15732060"/>
              <a:gd name="connsiteY1175" fmla="*/ 5531600 h 8839200"/>
              <a:gd name="connsiteX1176" fmla="*/ 7615808 w 15732060"/>
              <a:gd name="connsiteY1176" fmla="*/ 5518431 h 8839200"/>
              <a:gd name="connsiteX1177" fmla="*/ 7610870 w 15732060"/>
              <a:gd name="connsiteY1177" fmla="*/ 5518431 h 8839200"/>
              <a:gd name="connsiteX1178" fmla="*/ 7610870 w 15732060"/>
              <a:gd name="connsiteY1178" fmla="*/ 6798615 h 8839200"/>
              <a:gd name="connsiteX1179" fmla="*/ 7453385 w 15732060"/>
              <a:gd name="connsiteY1179" fmla="*/ 6956101 h 8839200"/>
              <a:gd name="connsiteX1180" fmla="*/ 7453385 w 15732060"/>
              <a:gd name="connsiteY1180" fmla="*/ 7533364 h 8839200"/>
              <a:gd name="connsiteX1181" fmla="*/ 7137866 w 15732060"/>
              <a:gd name="connsiteY1181" fmla="*/ 7848882 h 8839200"/>
              <a:gd name="connsiteX1182" fmla="*/ 7137866 w 15732060"/>
              <a:gd name="connsiteY1182" fmla="*/ 8652221 h 8839200"/>
              <a:gd name="connsiteX1183" fmla="*/ 7121404 w 15732060"/>
              <a:gd name="connsiteY1183" fmla="*/ 8670878 h 8839200"/>
              <a:gd name="connsiteX1184" fmla="*/ 7140061 w 15732060"/>
              <a:gd name="connsiteY1184" fmla="*/ 8689534 h 8839200"/>
              <a:gd name="connsiteX1185" fmla="*/ 7158718 w 15732060"/>
              <a:gd name="connsiteY1185" fmla="*/ 8670878 h 8839200"/>
              <a:gd name="connsiteX1186" fmla="*/ 7142256 w 15732060"/>
              <a:gd name="connsiteY1186" fmla="*/ 8652221 h 8839200"/>
              <a:gd name="connsiteX1187" fmla="*/ 7142805 w 15732060"/>
              <a:gd name="connsiteY1187" fmla="*/ 8651672 h 8839200"/>
              <a:gd name="connsiteX1188" fmla="*/ 7142805 w 15732060"/>
              <a:gd name="connsiteY1188" fmla="*/ 7850528 h 8839200"/>
              <a:gd name="connsiteX1189" fmla="*/ 7458324 w 15732060"/>
              <a:gd name="connsiteY1189" fmla="*/ 7535010 h 8839200"/>
              <a:gd name="connsiteX1190" fmla="*/ 7458324 w 15732060"/>
              <a:gd name="connsiteY1190" fmla="*/ 6957746 h 8839200"/>
              <a:gd name="connsiteX1191" fmla="*/ 7615808 w 15732060"/>
              <a:gd name="connsiteY1191" fmla="*/ 6800261 h 8839200"/>
              <a:gd name="connsiteX1192" fmla="*/ 9293557 w 15732060"/>
              <a:gd name="connsiteY1192" fmla="*/ 5506251 h 8839200"/>
              <a:gd name="connsiteX1193" fmla="*/ 9293273 w 15732060"/>
              <a:gd name="connsiteY1193" fmla="*/ 5506359 h 8839200"/>
              <a:gd name="connsiteX1194" fmla="*/ 9293822 w 15732060"/>
              <a:gd name="connsiteY1194" fmla="*/ 5506359 h 8839200"/>
              <a:gd name="connsiteX1195" fmla="*/ 2078585 w 15732060"/>
              <a:gd name="connsiteY1195" fmla="*/ 5497577 h 8839200"/>
              <a:gd name="connsiteX1196" fmla="*/ 2059928 w 15732060"/>
              <a:gd name="connsiteY1196" fmla="*/ 5516234 h 8839200"/>
              <a:gd name="connsiteX1197" fmla="*/ 2078585 w 15732060"/>
              <a:gd name="connsiteY1197" fmla="*/ 5534891 h 8839200"/>
              <a:gd name="connsiteX1198" fmla="*/ 2078585 w 15732060"/>
              <a:gd name="connsiteY1198" fmla="*/ 5535440 h 8839200"/>
              <a:gd name="connsiteX1199" fmla="*/ 2097241 w 15732060"/>
              <a:gd name="connsiteY1199" fmla="*/ 5518978 h 8839200"/>
              <a:gd name="connsiteX1200" fmla="*/ 2858877 w 15732060"/>
              <a:gd name="connsiteY1200" fmla="*/ 5518978 h 8839200"/>
              <a:gd name="connsiteX1201" fmla="*/ 3026239 w 15732060"/>
              <a:gd name="connsiteY1201" fmla="*/ 5686340 h 8839200"/>
              <a:gd name="connsiteX1202" fmla="*/ 3026239 w 15732060"/>
              <a:gd name="connsiteY1202" fmla="*/ 5870164 h 8839200"/>
              <a:gd name="connsiteX1203" fmla="*/ 3009778 w 15732060"/>
              <a:gd name="connsiteY1203" fmla="*/ 5888821 h 8839200"/>
              <a:gd name="connsiteX1204" fmla="*/ 3028434 w 15732060"/>
              <a:gd name="connsiteY1204" fmla="*/ 5907478 h 8839200"/>
              <a:gd name="connsiteX1205" fmla="*/ 3047091 w 15732060"/>
              <a:gd name="connsiteY1205" fmla="*/ 5888821 h 8839200"/>
              <a:gd name="connsiteX1206" fmla="*/ 3030629 w 15732060"/>
              <a:gd name="connsiteY1206" fmla="*/ 5870164 h 8839200"/>
              <a:gd name="connsiteX1207" fmla="*/ 3030629 w 15732060"/>
              <a:gd name="connsiteY1207" fmla="*/ 5684145 h 8839200"/>
              <a:gd name="connsiteX1208" fmla="*/ 2861073 w 15732060"/>
              <a:gd name="connsiteY1208" fmla="*/ 5514588 h 8839200"/>
              <a:gd name="connsiteX1209" fmla="*/ 2860523 w 15732060"/>
              <a:gd name="connsiteY1209" fmla="*/ 5514588 h 8839200"/>
              <a:gd name="connsiteX1210" fmla="*/ 2097241 w 15732060"/>
              <a:gd name="connsiteY1210" fmla="*/ 5514039 h 8839200"/>
              <a:gd name="connsiteX1211" fmla="*/ 2078585 w 15732060"/>
              <a:gd name="connsiteY1211" fmla="*/ 5497577 h 8839200"/>
              <a:gd name="connsiteX1212" fmla="*/ 9293822 w 15732060"/>
              <a:gd name="connsiteY1212" fmla="*/ 5469044 h 8839200"/>
              <a:gd name="connsiteX1213" fmla="*/ 9275165 w 15732060"/>
              <a:gd name="connsiteY1213" fmla="*/ 5487702 h 8839200"/>
              <a:gd name="connsiteX1214" fmla="*/ 9280584 w 15732060"/>
              <a:gd name="connsiteY1214" fmla="*/ 5500940 h 8839200"/>
              <a:gd name="connsiteX1215" fmla="*/ 9293557 w 15732060"/>
              <a:gd name="connsiteY1215" fmla="*/ 5506251 h 8839200"/>
              <a:gd name="connsiteX1216" fmla="*/ 9305688 w 15732060"/>
              <a:gd name="connsiteY1216" fmla="*/ 5501626 h 8839200"/>
              <a:gd name="connsiteX1217" fmla="*/ 9311930 w 15732060"/>
              <a:gd name="connsiteY1217" fmla="*/ 5489897 h 8839200"/>
              <a:gd name="connsiteX1218" fmla="*/ 9486426 w 15732060"/>
              <a:gd name="connsiteY1218" fmla="*/ 5489897 h 8839200"/>
              <a:gd name="connsiteX1219" fmla="*/ 9856270 w 15732060"/>
              <a:gd name="connsiteY1219" fmla="*/ 5859741 h 8839200"/>
              <a:gd name="connsiteX1220" fmla="*/ 9856818 w 15732060"/>
              <a:gd name="connsiteY1220" fmla="*/ 5859741 h 8839200"/>
              <a:gd name="connsiteX1221" fmla="*/ 10064786 w 15732060"/>
              <a:gd name="connsiteY1221" fmla="*/ 5860289 h 8839200"/>
              <a:gd name="connsiteX1222" fmla="*/ 10083443 w 15732060"/>
              <a:gd name="connsiteY1222" fmla="*/ 5876751 h 8839200"/>
              <a:gd name="connsiteX1223" fmla="*/ 10102100 w 15732060"/>
              <a:gd name="connsiteY1223" fmla="*/ 5858094 h 8839200"/>
              <a:gd name="connsiteX1224" fmla="*/ 10083443 w 15732060"/>
              <a:gd name="connsiteY1224" fmla="*/ 5839437 h 8839200"/>
              <a:gd name="connsiteX1225" fmla="*/ 10064786 w 15732060"/>
              <a:gd name="connsiteY1225" fmla="*/ 5855899 h 8839200"/>
              <a:gd name="connsiteX1226" fmla="*/ 9859012 w 15732060"/>
              <a:gd name="connsiteY1226" fmla="*/ 5855899 h 8839200"/>
              <a:gd name="connsiteX1227" fmla="*/ 9489169 w 15732060"/>
              <a:gd name="connsiteY1227" fmla="*/ 5486055 h 8839200"/>
              <a:gd name="connsiteX1228" fmla="*/ 9488621 w 15732060"/>
              <a:gd name="connsiteY1228" fmla="*/ 5486055 h 8839200"/>
              <a:gd name="connsiteX1229" fmla="*/ 9312479 w 15732060"/>
              <a:gd name="connsiteY1229" fmla="*/ 5485507 h 8839200"/>
              <a:gd name="connsiteX1230" fmla="*/ 9293822 w 15732060"/>
              <a:gd name="connsiteY1230" fmla="*/ 5469044 h 8839200"/>
              <a:gd name="connsiteX1231" fmla="*/ 9005740 w 15732060"/>
              <a:gd name="connsiteY1231" fmla="*/ 5334058 h 8839200"/>
              <a:gd name="connsiteX1232" fmla="*/ 9005740 w 15732060"/>
              <a:gd name="connsiteY1232" fmla="*/ 5338996 h 8839200"/>
              <a:gd name="connsiteX1233" fmla="*/ 9640070 w 15732060"/>
              <a:gd name="connsiteY1233" fmla="*/ 5338996 h 8839200"/>
              <a:gd name="connsiteX1234" fmla="*/ 9835417 w 15732060"/>
              <a:gd name="connsiteY1234" fmla="*/ 5534344 h 8839200"/>
              <a:gd name="connsiteX1235" fmla="*/ 9837064 w 15732060"/>
              <a:gd name="connsiteY1235" fmla="*/ 5559036 h 8839200"/>
              <a:gd name="connsiteX1236" fmla="*/ 9837064 w 15732060"/>
              <a:gd name="connsiteY1236" fmla="*/ 5558487 h 8839200"/>
              <a:gd name="connsiteX1237" fmla="*/ 9863403 w 15732060"/>
              <a:gd name="connsiteY1237" fmla="*/ 5558487 h 8839200"/>
              <a:gd name="connsiteX1238" fmla="*/ 9863403 w 15732060"/>
              <a:gd name="connsiteY1238" fmla="*/ 5532148 h 8839200"/>
              <a:gd name="connsiteX1239" fmla="*/ 9838710 w 15732060"/>
              <a:gd name="connsiteY1239" fmla="*/ 5530503 h 8839200"/>
              <a:gd name="connsiteX1240" fmla="*/ 9642814 w 15732060"/>
              <a:gd name="connsiteY1240" fmla="*/ 5334607 h 8839200"/>
              <a:gd name="connsiteX1241" fmla="*/ 9642265 w 15732060"/>
              <a:gd name="connsiteY1241" fmla="*/ 5334607 h 8839200"/>
              <a:gd name="connsiteX1242" fmla="*/ 9005740 w 15732060"/>
              <a:gd name="connsiteY1242" fmla="*/ 5334058 h 8839200"/>
              <a:gd name="connsiteX1243" fmla="*/ 6706565 w 15732060"/>
              <a:gd name="connsiteY1243" fmla="*/ 5332960 h 8839200"/>
              <a:gd name="connsiteX1244" fmla="*/ 6511218 w 15732060"/>
              <a:gd name="connsiteY1244" fmla="*/ 5332960 h 8839200"/>
              <a:gd name="connsiteX1245" fmla="*/ 4669134 w 15732060"/>
              <a:gd name="connsiteY1245" fmla="*/ 7175043 h 8839200"/>
              <a:gd name="connsiteX1246" fmla="*/ 4276793 w 15732060"/>
              <a:gd name="connsiteY1246" fmla="*/ 7175043 h 8839200"/>
              <a:gd name="connsiteX1247" fmla="*/ 3538204 w 15732060"/>
              <a:gd name="connsiteY1247" fmla="*/ 7913632 h 8839200"/>
              <a:gd name="connsiteX1248" fmla="*/ 3006485 w 15732060"/>
              <a:gd name="connsiteY1248" fmla="*/ 7913632 h 8839200"/>
              <a:gd name="connsiteX1249" fmla="*/ 2406176 w 15732060"/>
              <a:gd name="connsiteY1249" fmla="*/ 8513942 h 8839200"/>
              <a:gd name="connsiteX1250" fmla="*/ 1628078 w 15732060"/>
              <a:gd name="connsiteY1250" fmla="*/ 8513942 h 8839200"/>
              <a:gd name="connsiteX1251" fmla="*/ 1336154 w 15732060"/>
              <a:gd name="connsiteY1251" fmla="*/ 8805865 h 8839200"/>
              <a:gd name="connsiteX1252" fmla="*/ 1311462 w 15732060"/>
              <a:gd name="connsiteY1252" fmla="*/ 8807512 h 8839200"/>
              <a:gd name="connsiteX1253" fmla="*/ 1311462 w 15732060"/>
              <a:gd name="connsiteY1253" fmla="*/ 8833851 h 8839200"/>
              <a:gd name="connsiteX1254" fmla="*/ 1337801 w 15732060"/>
              <a:gd name="connsiteY1254" fmla="*/ 8833851 h 8839200"/>
              <a:gd name="connsiteX1255" fmla="*/ 1339446 w 15732060"/>
              <a:gd name="connsiteY1255" fmla="*/ 8809158 h 8839200"/>
              <a:gd name="connsiteX1256" fmla="*/ 1629724 w 15732060"/>
              <a:gd name="connsiteY1256" fmla="*/ 8518880 h 8839200"/>
              <a:gd name="connsiteX1257" fmla="*/ 2407822 w 15732060"/>
              <a:gd name="connsiteY1257" fmla="*/ 8518880 h 8839200"/>
              <a:gd name="connsiteX1258" fmla="*/ 3008132 w 15732060"/>
              <a:gd name="connsiteY1258" fmla="*/ 7918571 h 8839200"/>
              <a:gd name="connsiteX1259" fmla="*/ 3539850 w 15732060"/>
              <a:gd name="connsiteY1259" fmla="*/ 7918571 h 8839200"/>
              <a:gd name="connsiteX1260" fmla="*/ 4278440 w 15732060"/>
              <a:gd name="connsiteY1260" fmla="*/ 7179982 h 8839200"/>
              <a:gd name="connsiteX1261" fmla="*/ 4278988 w 15732060"/>
              <a:gd name="connsiteY1261" fmla="*/ 7179982 h 8839200"/>
              <a:gd name="connsiteX1262" fmla="*/ 4671330 w 15732060"/>
              <a:gd name="connsiteY1262" fmla="*/ 7179982 h 8839200"/>
              <a:gd name="connsiteX1263" fmla="*/ 6513413 w 15732060"/>
              <a:gd name="connsiteY1263" fmla="*/ 5337899 h 8839200"/>
              <a:gd name="connsiteX1264" fmla="*/ 6706565 w 15732060"/>
              <a:gd name="connsiteY1264" fmla="*/ 5337899 h 8839200"/>
              <a:gd name="connsiteX1265" fmla="*/ 3355477 w 15732060"/>
              <a:gd name="connsiteY1265" fmla="*/ 5325413 h 8839200"/>
              <a:gd name="connsiteX1266" fmla="*/ 3342308 w 15732060"/>
              <a:gd name="connsiteY1266" fmla="*/ 5330764 h 8839200"/>
              <a:gd name="connsiteX1267" fmla="*/ 3340661 w 15732060"/>
              <a:gd name="connsiteY1267" fmla="*/ 5355456 h 8839200"/>
              <a:gd name="connsiteX1268" fmla="*/ 3109647 w 15732060"/>
              <a:gd name="connsiteY1268" fmla="*/ 5586471 h 8839200"/>
              <a:gd name="connsiteX1269" fmla="*/ 3109647 w 15732060"/>
              <a:gd name="connsiteY1269" fmla="*/ 5867420 h 8839200"/>
              <a:gd name="connsiteX1270" fmla="*/ 3093184 w 15732060"/>
              <a:gd name="connsiteY1270" fmla="*/ 5886077 h 8839200"/>
              <a:gd name="connsiteX1271" fmla="*/ 3111841 w 15732060"/>
              <a:gd name="connsiteY1271" fmla="*/ 5904734 h 8839200"/>
              <a:gd name="connsiteX1272" fmla="*/ 3130498 w 15732060"/>
              <a:gd name="connsiteY1272" fmla="*/ 5886077 h 8839200"/>
              <a:gd name="connsiteX1273" fmla="*/ 3114036 w 15732060"/>
              <a:gd name="connsiteY1273" fmla="*/ 5867420 h 8839200"/>
              <a:gd name="connsiteX1274" fmla="*/ 3114036 w 15732060"/>
              <a:gd name="connsiteY1274" fmla="*/ 5588666 h 8839200"/>
              <a:gd name="connsiteX1275" fmla="*/ 3343954 w 15732060"/>
              <a:gd name="connsiteY1275" fmla="*/ 5358749 h 8839200"/>
              <a:gd name="connsiteX1276" fmla="*/ 3368646 w 15732060"/>
              <a:gd name="connsiteY1276" fmla="*/ 5357103 h 8839200"/>
              <a:gd name="connsiteX1277" fmla="*/ 3368646 w 15732060"/>
              <a:gd name="connsiteY1277" fmla="*/ 5330764 h 8839200"/>
              <a:gd name="connsiteX1278" fmla="*/ 3355477 w 15732060"/>
              <a:gd name="connsiteY1278" fmla="*/ 5325413 h 8839200"/>
              <a:gd name="connsiteX1279" fmla="*/ 3814214 w 15732060"/>
              <a:gd name="connsiteY1279" fmla="*/ 5323629 h 8839200"/>
              <a:gd name="connsiteX1280" fmla="*/ 3795558 w 15732060"/>
              <a:gd name="connsiteY1280" fmla="*/ 5340092 h 8839200"/>
              <a:gd name="connsiteX1281" fmla="*/ 3438884 w 15732060"/>
              <a:gd name="connsiteY1281" fmla="*/ 5340092 h 8839200"/>
              <a:gd name="connsiteX1282" fmla="*/ 3191955 w 15732060"/>
              <a:gd name="connsiteY1282" fmla="*/ 5587019 h 8839200"/>
              <a:gd name="connsiteX1283" fmla="*/ 3191955 w 15732060"/>
              <a:gd name="connsiteY1283" fmla="*/ 5867970 h 8839200"/>
              <a:gd name="connsiteX1284" fmla="*/ 3192504 w 15732060"/>
              <a:gd name="connsiteY1284" fmla="*/ 5867970 h 8839200"/>
              <a:gd name="connsiteX1285" fmla="*/ 3176042 w 15732060"/>
              <a:gd name="connsiteY1285" fmla="*/ 5886626 h 8839200"/>
              <a:gd name="connsiteX1286" fmla="*/ 3194699 w 15732060"/>
              <a:gd name="connsiteY1286" fmla="*/ 5905282 h 8839200"/>
              <a:gd name="connsiteX1287" fmla="*/ 3213356 w 15732060"/>
              <a:gd name="connsiteY1287" fmla="*/ 5886626 h 8839200"/>
              <a:gd name="connsiteX1288" fmla="*/ 3196894 w 15732060"/>
              <a:gd name="connsiteY1288" fmla="*/ 5867970 h 8839200"/>
              <a:gd name="connsiteX1289" fmla="*/ 3196894 w 15732060"/>
              <a:gd name="connsiteY1289" fmla="*/ 5588666 h 8839200"/>
              <a:gd name="connsiteX1290" fmla="*/ 3441079 w 15732060"/>
              <a:gd name="connsiteY1290" fmla="*/ 5344482 h 8839200"/>
              <a:gd name="connsiteX1291" fmla="*/ 3795558 w 15732060"/>
              <a:gd name="connsiteY1291" fmla="*/ 5344482 h 8839200"/>
              <a:gd name="connsiteX1292" fmla="*/ 3814214 w 15732060"/>
              <a:gd name="connsiteY1292" fmla="*/ 5360944 h 8839200"/>
              <a:gd name="connsiteX1293" fmla="*/ 3832872 w 15732060"/>
              <a:gd name="connsiteY1293" fmla="*/ 5342287 h 8839200"/>
              <a:gd name="connsiteX1294" fmla="*/ 3814214 w 15732060"/>
              <a:gd name="connsiteY1294" fmla="*/ 5323629 h 8839200"/>
              <a:gd name="connsiteX1295" fmla="*/ 13100904 w 15732060"/>
              <a:gd name="connsiteY1295" fmla="*/ 5298390 h 8839200"/>
              <a:gd name="connsiteX1296" fmla="*/ 13082246 w 15732060"/>
              <a:gd name="connsiteY1296" fmla="*/ 5317047 h 8839200"/>
              <a:gd name="connsiteX1297" fmla="*/ 13100904 w 15732060"/>
              <a:gd name="connsiteY1297" fmla="*/ 5335704 h 8839200"/>
              <a:gd name="connsiteX1298" fmla="*/ 13119561 w 15732060"/>
              <a:gd name="connsiteY1298" fmla="*/ 5319242 h 8839200"/>
              <a:gd name="connsiteX1299" fmla="*/ 14531440 w 15732060"/>
              <a:gd name="connsiteY1299" fmla="*/ 5319242 h 8839200"/>
              <a:gd name="connsiteX1300" fmla="*/ 14688925 w 15732060"/>
              <a:gd name="connsiteY1300" fmla="*/ 5476728 h 8839200"/>
              <a:gd name="connsiteX1301" fmla="*/ 14689474 w 15732060"/>
              <a:gd name="connsiteY1301" fmla="*/ 5476728 h 8839200"/>
              <a:gd name="connsiteX1302" fmla="*/ 15652493 w 15732060"/>
              <a:gd name="connsiteY1302" fmla="*/ 5477276 h 8839200"/>
              <a:gd name="connsiteX1303" fmla="*/ 15671150 w 15732060"/>
              <a:gd name="connsiteY1303" fmla="*/ 5493738 h 8839200"/>
              <a:gd name="connsiteX1304" fmla="*/ 15689808 w 15732060"/>
              <a:gd name="connsiteY1304" fmla="*/ 5475081 h 8839200"/>
              <a:gd name="connsiteX1305" fmla="*/ 15671150 w 15732060"/>
              <a:gd name="connsiteY1305" fmla="*/ 5456424 h 8839200"/>
              <a:gd name="connsiteX1306" fmla="*/ 15652493 w 15732060"/>
              <a:gd name="connsiteY1306" fmla="*/ 5472886 h 8839200"/>
              <a:gd name="connsiteX1307" fmla="*/ 14691668 w 15732060"/>
              <a:gd name="connsiteY1307" fmla="*/ 5472886 h 8839200"/>
              <a:gd name="connsiteX1308" fmla="*/ 14534184 w 15732060"/>
              <a:gd name="connsiteY1308" fmla="*/ 5315401 h 8839200"/>
              <a:gd name="connsiteX1309" fmla="*/ 14533634 w 15732060"/>
              <a:gd name="connsiteY1309" fmla="*/ 5315401 h 8839200"/>
              <a:gd name="connsiteX1310" fmla="*/ 13119561 w 15732060"/>
              <a:gd name="connsiteY1310" fmla="*/ 5314853 h 8839200"/>
              <a:gd name="connsiteX1311" fmla="*/ 13100904 w 15732060"/>
              <a:gd name="connsiteY1311" fmla="*/ 5298390 h 8839200"/>
              <a:gd name="connsiteX1312" fmla="*/ 2501654 w 15732060"/>
              <a:gd name="connsiteY1312" fmla="*/ 5222666 h 8839200"/>
              <a:gd name="connsiteX1313" fmla="*/ 2482998 w 15732060"/>
              <a:gd name="connsiteY1313" fmla="*/ 5239127 h 8839200"/>
              <a:gd name="connsiteX1314" fmla="*/ 1538086 w 15732060"/>
              <a:gd name="connsiteY1314" fmla="*/ 5239127 h 8839200"/>
              <a:gd name="connsiteX1315" fmla="*/ 1012404 w 15732060"/>
              <a:gd name="connsiteY1315" fmla="*/ 5764810 h 8839200"/>
              <a:gd name="connsiteX1316" fmla="*/ 373684 w 15732060"/>
              <a:gd name="connsiteY1316" fmla="*/ 5764810 h 8839200"/>
              <a:gd name="connsiteX1317" fmla="*/ 355028 w 15732060"/>
              <a:gd name="connsiteY1317" fmla="*/ 5748348 h 8839200"/>
              <a:gd name="connsiteX1318" fmla="*/ 336370 w 15732060"/>
              <a:gd name="connsiteY1318" fmla="*/ 5767005 h 8839200"/>
              <a:gd name="connsiteX1319" fmla="*/ 355028 w 15732060"/>
              <a:gd name="connsiteY1319" fmla="*/ 5785662 h 8839200"/>
              <a:gd name="connsiteX1320" fmla="*/ 373684 w 15732060"/>
              <a:gd name="connsiteY1320" fmla="*/ 5769200 h 8839200"/>
              <a:gd name="connsiteX1321" fmla="*/ 1014600 w 15732060"/>
              <a:gd name="connsiteY1321" fmla="*/ 5769200 h 8839200"/>
              <a:gd name="connsiteX1322" fmla="*/ 1540282 w 15732060"/>
              <a:gd name="connsiteY1322" fmla="*/ 5243518 h 8839200"/>
              <a:gd name="connsiteX1323" fmla="*/ 2482998 w 15732060"/>
              <a:gd name="connsiteY1323" fmla="*/ 5243518 h 8839200"/>
              <a:gd name="connsiteX1324" fmla="*/ 2501654 w 15732060"/>
              <a:gd name="connsiteY1324" fmla="*/ 5259979 h 8839200"/>
              <a:gd name="connsiteX1325" fmla="*/ 2520311 w 15732060"/>
              <a:gd name="connsiteY1325" fmla="*/ 5241322 h 8839200"/>
              <a:gd name="connsiteX1326" fmla="*/ 2501654 w 15732060"/>
              <a:gd name="connsiteY1326" fmla="*/ 5222666 h 8839200"/>
              <a:gd name="connsiteX1327" fmla="*/ 6731258 w 15732060"/>
              <a:gd name="connsiteY1327" fmla="*/ 5216629 h 8839200"/>
              <a:gd name="connsiteX1328" fmla="*/ 6337270 w 15732060"/>
              <a:gd name="connsiteY1328" fmla="*/ 5216629 h 8839200"/>
              <a:gd name="connsiteX1329" fmla="*/ 5447780 w 15732060"/>
              <a:gd name="connsiteY1329" fmla="*/ 6106119 h 8839200"/>
              <a:gd name="connsiteX1330" fmla="*/ 5184390 w 15732060"/>
              <a:gd name="connsiteY1330" fmla="*/ 6106119 h 8839200"/>
              <a:gd name="connsiteX1331" fmla="*/ 4126990 w 15732060"/>
              <a:gd name="connsiteY1331" fmla="*/ 7163520 h 8839200"/>
              <a:gd name="connsiteX1332" fmla="*/ 4102298 w 15732060"/>
              <a:gd name="connsiteY1332" fmla="*/ 7165166 h 8839200"/>
              <a:gd name="connsiteX1333" fmla="*/ 4102298 w 15732060"/>
              <a:gd name="connsiteY1333" fmla="*/ 7191505 h 8839200"/>
              <a:gd name="connsiteX1334" fmla="*/ 4128636 w 15732060"/>
              <a:gd name="connsiteY1334" fmla="*/ 7191505 h 8839200"/>
              <a:gd name="connsiteX1335" fmla="*/ 4130282 w 15732060"/>
              <a:gd name="connsiteY1335" fmla="*/ 7166813 h 8839200"/>
              <a:gd name="connsiteX1336" fmla="*/ 5186586 w 15732060"/>
              <a:gd name="connsiteY1336" fmla="*/ 6110509 h 8839200"/>
              <a:gd name="connsiteX1337" fmla="*/ 5449976 w 15732060"/>
              <a:gd name="connsiteY1337" fmla="*/ 6110509 h 8839200"/>
              <a:gd name="connsiteX1338" fmla="*/ 6338917 w 15732060"/>
              <a:gd name="connsiteY1338" fmla="*/ 5221568 h 8839200"/>
              <a:gd name="connsiteX1339" fmla="*/ 6338916 w 15732060"/>
              <a:gd name="connsiteY1339" fmla="*/ 5221568 h 8839200"/>
              <a:gd name="connsiteX1340" fmla="*/ 6339465 w 15732060"/>
              <a:gd name="connsiteY1340" fmla="*/ 5221020 h 8839200"/>
              <a:gd name="connsiteX1341" fmla="*/ 6338917 w 15732060"/>
              <a:gd name="connsiteY1341" fmla="*/ 5221568 h 8839200"/>
              <a:gd name="connsiteX1342" fmla="*/ 6731258 w 15732060"/>
              <a:gd name="connsiteY1342" fmla="*/ 5221568 h 8839200"/>
              <a:gd name="connsiteX1343" fmla="*/ 5903774 w 15732060"/>
              <a:gd name="connsiteY1343" fmla="*/ 5215121 h 8839200"/>
              <a:gd name="connsiteX1344" fmla="*/ 5890605 w 15732060"/>
              <a:gd name="connsiteY1344" fmla="*/ 5220470 h 8839200"/>
              <a:gd name="connsiteX1345" fmla="*/ 5888960 w 15732060"/>
              <a:gd name="connsiteY1345" fmla="*/ 5245164 h 8839200"/>
              <a:gd name="connsiteX1346" fmla="*/ 5719401 w 15732060"/>
              <a:gd name="connsiteY1346" fmla="*/ 5414721 h 8839200"/>
              <a:gd name="connsiteX1347" fmla="*/ 5389616 w 15732060"/>
              <a:gd name="connsiteY1347" fmla="*/ 5414721 h 8839200"/>
              <a:gd name="connsiteX1348" fmla="*/ 5283162 w 15732060"/>
              <a:gd name="connsiteY1348" fmla="*/ 5308268 h 8839200"/>
              <a:gd name="connsiteX1349" fmla="*/ 5282613 w 15732060"/>
              <a:gd name="connsiteY1349" fmla="*/ 5308268 h 8839200"/>
              <a:gd name="connsiteX1350" fmla="*/ 4879298 w 15732060"/>
              <a:gd name="connsiteY1350" fmla="*/ 5307719 h 8839200"/>
              <a:gd name="connsiteX1351" fmla="*/ 3998039 w 15732060"/>
              <a:gd name="connsiteY1351" fmla="*/ 6188977 h 8839200"/>
              <a:gd name="connsiteX1352" fmla="*/ 3354380 w 15732060"/>
              <a:gd name="connsiteY1352" fmla="*/ 6188977 h 8839200"/>
              <a:gd name="connsiteX1353" fmla="*/ 3335723 w 15732060"/>
              <a:gd name="connsiteY1353" fmla="*/ 6172516 h 8839200"/>
              <a:gd name="connsiteX1354" fmla="*/ 3317066 w 15732060"/>
              <a:gd name="connsiteY1354" fmla="*/ 6191172 h 8839200"/>
              <a:gd name="connsiteX1355" fmla="*/ 3335723 w 15732060"/>
              <a:gd name="connsiteY1355" fmla="*/ 6209829 h 8839200"/>
              <a:gd name="connsiteX1356" fmla="*/ 3354380 w 15732060"/>
              <a:gd name="connsiteY1356" fmla="*/ 6193367 h 8839200"/>
              <a:gd name="connsiteX1357" fmla="*/ 4000233 w 15732060"/>
              <a:gd name="connsiteY1357" fmla="*/ 6193367 h 8839200"/>
              <a:gd name="connsiteX1358" fmla="*/ 4881492 w 15732060"/>
              <a:gd name="connsiteY1358" fmla="*/ 5312109 h 8839200"/>
              <a:gd name="connsiteX1359" fmla="*/ 5280967 w 15732060"/>
              <a:gd name="connsiteY1359" fmla="*/ 5312109 h 8839200"/>
              <a:gd name="connsiteX1360" fmla="*/ 5387420 w 15732060"/>
              <a:gd name="connsiteY1360" fmla="*/ 5418562 h 8839200"/>
              <a:gd name="connsiteX1361" fmla="*/ 5387969 w 15732060"/>
              <a:gd name="connsiteY1361" fmla="*/ 5418562 h 8839200"/>
              <a:gd name="connsiteX1362" fmla="*/ 5721596 w 15732060"/>
              <a:gd name="connsiteY1362" fmla="*/ 5419110 h 8839200"/>
              <a:gd name="connsiteX1363" fmla="*/ 5892251 w 15732060"/>
              <a:gd name="connsiteY1363" fmla="*/ 5248456 h 8839200"/>
              <a:gd name="connsiteX1364" fmla="*/ 5892251 w 15732060"/>
              <a:gd name="connsiteY1364" fmla="*/ 5248456 h 8839200"/>
              <a:gd name="connsiteX1365" fmla="*/ 5892800 w 15732060"/>
              <a:gd name="connsiteY1365" fmla="*/ 5247907 h 8839200"/>
              <a:gd name="connsiteX1366" fmla="*/ 5892251 w 15732060"/>
              <a:gd name="connsiteY1366" fmla="*/ 5248456 h 8839200"/>
              <a:gd name="connsiteX1367" fmla="*/ 5904803 w 15732060"/>
              <a:gd name="connsiteY1367" fmla="*/ 5252160 h 8839200"/>
              <a:gd name="connsiteX1368" fmla="*/ 5916944 w 15732060"/>
              <a:gd name="connsiteY1368" fmla="*/ 5246809 h 8839200"/>
              <a:gd name="connsiteX1369" fmla="*/ 5916944 w 15732060"/>
              <a:gd name="connsiteY1369" fmla="*/ 5220470 h 8839200"/>
              <a:gd name="connsiteX1370" fmla="*/ 5903774 w 15732060"/>
              <a:gd name="connsiteY1370" fmla="*/ 5215121 h 8839200"/>
              <a:gd name="connsiteX1371" fmla="*/ 14162694 w 15732060"/>
              <a:gd name="connsiteY1371" fmla="*/ 5037332 h 8839200"/>
              <a:gd name="connsiteX1372" fmla="*/ 14149524 w 15732060"/>
              <a:gd name="connsiteY1372" fmla="*/ 5042682 h 8839200"/>
              <a:gd name="connsiteX1373" fmla="*/ 14149524 w 15732060"/>
              <a:gd name="connsiteY1373" fmla="*/ 5069021 h 8839200"/>
              <a:gd name="connsiteX1374" fmla="*/ 14174217 w 15732060"/>
              <a:gd name="connsiteY1374" fmla="*/ 5070668 h 8839200"/>
              <a:gd name="connsiteX1375" fmla="*/ 14224152 w 15732060"/>
              <a:gd name="connsiteY1375" fmla="*/ 5120602 h 8839200"/>
              <a:gd name="connsiteX1376" fmla="*/ 14224701 w 15732060"/>
              <a:gd name="connsiteY1376" fmla="*/ 5120602 h 8839200"/>
              <a:gd name="connsiteX1377" fmla="*/ 15006090 w 15732060"/>
              <a:gd name="connsiteY1377" fmla="*/ 5121151 h 8839200"/>
              <a:gd name="connsiteX1378" fmla="*/ 15196500 w 15732060"/>
              <a:gd name="connsiteY1378" fmla="*/ 5311560 h 8839200"/>
              <a:gd name="connsiteX1379" fmla="*/ 15197048 w 15732060"/>
              <a:gd name="connsiteY1379" fmla="*/ 5311560 h 8839200"/>
              <a:gd name="connsiteX1380" fmla="*/ 15565794 w 15732060"/>
              <a:gd name="connsiteY1380" fmla="*/ 5312109 h 8839200"/>
              <a:gd name="connsiteX1381" fmla="*/ 15584450 w 15732060"/>
              <a:gd name="connsiteY1381" fmla="*/ 5328570 h 8839200"/>
              <a:gd name="connsiteX1382" fmla="*/ 15603108 w 15732060"/>
              <a:gd name="connsiteY1382" fmla="*/ 5309913 h 8839200"/>
              <a:gd name="connsiteX1383" fmla="*/ 15584450 w 15732060"/>
              <a:gd name="connsiteY1383" fmla="*/ 5291257 h 8839200"/>
              <a:gd name="connsiteX1384" fmla="*/ 15565794 w 15732060"/>
              <a:gd name="connsiteY1384" fmla="*/ 5307719 h 8839200"/>
              <a:gd name="connsiteX1385" fmla="*/ 15199243 w 15732060"/>
              <a:gd name="connsiteY1385" fmla="*/ 5307719 h 8839200"/>
              <a:gd name="connsiteX1386" fmla="*/ 15008834 w 15732060"/>
              <a:gd name="connsiteY1386" fmla="*/ 5117310 h 8839200"/>
              <a:gd name="connsiteX1387" fmla="*/ 15008285 w 15732060"/>
              <a:gd name="connsiteY1387" fmla="*/ 5117310 h 8839200"/>
              <a:gd name="connsiteX1388" fmla="*/ 14226895 w 15732060"/>
              <a:gd name="connsiteY1388" fmla="*/ 5116761 h 8839200"/>
              <a:gd name="connsiteX1389" fmla="*/ 14177510 w 15732060"/>
              <a:gd name="connsiteY1389" fmla="*/ 5067376 h 8839200"/>
              <a:gd name="connsiteX1390" fmla="*/ 14175863 w 15732060"/>
              <a:gd name="connsiteY1390" fmla="*/ 5042682 h 8839200"/>
              <a:gd name="connsiteX1391" fmla="*/ 14162694 w 15732060"/>
              <a:gd name="connsiteY1391" fmla="*/ 5037332 h 8839200"/>
              <a:gd name="connsiteX1392" fmla="*/ 6701626 w 15732060"/>
              <a:gd name="connsiteY1392" fmla="*/ 4985066 h 8839200"/>
              <a:gd name="connsiteX1393" fmla="*/ 6314773 w 15732060"/>
              <a:gd name="connsiteY1393" fmla="*/ 4985066 h 8839200"/>
              <a:gd name="connsiteX1394" fmla="*/ 5641482 w 15732060"/>
              <a:gd name="connsiteY1394" fmla="*/ 5658905 h 8839200"/>
              <a:gd name="connsiteX1395" fmla="*/ 4869421 w 15732060"/>
              <a:gd name="connsiteY1395" fmla="*/ 5658905 h 8839200"/>
              <a:gd name="connsiteX1396" fmla="*/ 3998039 w 15732060"/>
              <a:gd name="connsiteY1396" fmla="*/ 6530287 h 8839200"/>
              <a:gd name="connsiteX1397" fmla="*/ 3561250 w 15732060"/>
              <a:gd name="connsiteY1397" fmla="*/ 6530287 h 8839200"/>
              <a:gd name="connsiteX1398" fmla="*/ 3542594 w 15732060"/>
              <a:gd name="connsiteY1398" fmla="*/ 6513825 h 8839200"/>
              <a:gd name="connsiteX1399" fmla="*/ 3523937 w 15732060"/>
              <a:gd name="connsiteY1399" fmla="*/ 6532481 h 8839200"/>
              <a:gd name="connsiteX1400" fmla="*/ 3542594 w 15732060"/>
              <a:gd name="connsiteY1400" fmla="*/ 6551138 h 8839200"/>
              <a:gd name="connsiteX1401" fmla="*/ 3561250 w 15732060"/>
              <a:gd name="connsiteY1401" fmla="*/ 6534677 h 8839200"/>
              <a:gd name="connsiteX1402" fmla="*/ 4000233 w 15732060"/>
              <a:gd name="connsiteY1402" fmla="*/ 6534677 h 8839200"/>
              <a:gd name="connsiteX1403" fmla="*/ 4871615 w 15732060"/>
              <a:gd name="connsiteY1403" fmla="*/ 5663295 h 8839200"/>
              <a:gd name="connsiteX1404" fmla="*/ 5643678 w 15732060"/>
              <a:gd name="connsiteY1404" fmla="*/ 5663295 h 8839200"/>
              <a:gd name="connsiteX1405" fmla="*/ 5643678 w 15732060"/>
              <a:gd name="connsiteY1405" fmla="*/ 5663843 h 8839200"/>
              <a:gd name="connsiteX1406" fmla="*/ 6316967 w 15732060"/>
              <a:gd name="connsiteY1406" fmla="*/ 4990004 h 8839200"/>
              <a:gd name="connsiteX1407" fmla="*/ 6701626 w 15732060"/>
              <a:gd name="connsiteY1407" fmla="*/ 4990004 h 8839200"/>
              <a:gd name="connsiteX1408" fmla="*/ 8990924 w 15732060"/>
              <a:gd name="connsiteY1408" fmla="*/ 4884100 h 8839200"/>
              <a:gd name="connsiteX1409" fmla="*/ 8990924 w 15732060"/>
              <a:gd name="connsiteY1409" fmla="*/ 4889039 h 8839200"/>
              <a:gd name="connsiteX1410" fmla="*/ 10502123 w 15732060"/>
              <a:gd name="connsiteY1410" fmla="*/ 4889039 h 8839200"/>
              <a:gd name="connsiteX1411" fmla="*/ 10710640 w 15732060"/>
              <a:gd name="connsiteY1411" fmla="*/ 5097556 h 8839200"/>
              <a:gd name="connsiteX1412" fmla="*/ 10711189 w 15732060"/>
              <a:gd name="connsiteY1412" fmla="*/ 5097556 h 8839200"/>
              <a:gd name="connsiteX1413" fmla="*/ 11067314 w 15732060"/>
              <a:gd name="connsiteY1413" fmla="*/ 5098104 h 8839200"/>
              <a:gd name="connsiteX1414" fmla="*/ 11665978 w 15732060"/>
              <a:gd name="connsiteY1414" fmla="*/ 5696767 h 8839200"/>
              <a:gd name="connsiteX1415" fmla="*/ 11666525 w 15732060"/>
              <a:gd name="connsiteY1415" fmla="*/ 5696767 h 8839200"/>
              <a:gd name="connsiteX1416" fmla="*/ 12664664 w 15732060"/>
              <a:gd name="connsiteY1416" fmla="*/ 5696767 h 8839200"/>
              <a:gd name="connsiteX1417" fmla="*/ 12683321 w 15732060"/>
              <a:gd name="connsiteY1417" fmla="*/ 5713229 h 8839200"/>
              <a:gd name="connsiteX1418" fmla="*/ 12701979 w 15732060"/>
              <a:gd name="connsiteY1418" fmla="*/ 5694572 h 8839200"/>
              <a:gd name="connsiteX1419" fmla="*/ 12683321 w 15732060"/>
              <a:gd name="connsiteY1419" fmla="*/ 5675916 h 8839200"/>
              <a:gd name="connsiteX1420" fmla="*/ 12664664 w 15732060"/>
              <a:gd name="connsiteY1420" fmla="*/ 5692378 h 8839200"/>
              <a:gd name="connsiteX1421" fmla="*/ 11668172 w 15732060"/>
              <a:gd name="connsiteY1421" fmla="*/ 5692378 h 8839200"/>
              <a:gd name="connsiteX1422" fmla="*/ 11069509 w 15732060"/>
              <a:gd name="connsiteY1422" fmla="*/ 5093715 h 8839200"/>
              <a:gd name="connsiteX1423" fmla="*/ 11068960 w 15732060"/>
              <a:gd name="connsiteY1423" fmla="*/ 5093715 h 8839200"/>
              <a:gd name="connsiteX1424" fmla="*/ 10712835 w 15732060"/>
              <a:gd name="connsiteY1424" fmla="*/ 5093165 h 8839200"/>
              <a:gd name="connsiteX1425" fmla="*/ 10504318 w 15732060"/>
              <a:gd name="connsiteY1425" fmla="*/ 4884648 h 8839200"/>
              <a:gd name="connsiteX1426" fmla="*/ 10503770 w 15732060"/>
              <a:gd name="connsiteY1426" fmla="*/ 4884648 h 8839200"/>
              <a:gd name="connsiteX1427" fmla="*/ 8990924 w 15732060"/>
              <a:gd name="connsiteY1427" fmla="*/ 4884100 h 8839200"/>
              <a:gd name="connsiteX1428" fmla="*/ 6691750 w 15732060"/>
              <a:gd name="connsiteY1428" fmla="*/ 4867090 h 8839200"/>
              <a:gd name="connsiteX1429" fmla="*/ 6359219 w 15732060"/>
              <a:gd name="connsiteY1429" fmla="*/ 4867090 h 8839200"/>
              <a:gd name="connsiteX1430" fmla="*/ 6139180 w 15732060"/>
              <a:gd name="connsiteY1430" fmla="*/ 5087130 h 8839200"/>
              <a:gd name="connsiteX1431" fmla="*/ 4979166 w 15732060"/>
              <a:gd name="connsiteY1431" fmla="*/ 5087130 h 8839200"/>
              <a:gd name="connsiteX1432" fmla="*/ 4126441 w 15732060"/>
              <a:gd name="connsiteY1432" fmla="*/ 5939855 h 8839200"/>
              <a:gd name="connsiteX1433" fmla="*/ 3354380 w 15732060"/>
              <a:gd name="connsiteY1433" fmla="*/ 5939855 h 8839200"/>
              <a:gd name="connsiteX1434" fmla="*/ 3335723 w 15732060"/>
              <a:gd name="connsiteY1434" fmla="*/ 5923392 h 8839200"/>
              <a:gd name="connsiteX1435" fmla="*/ 3317066 w 15732060"/>
              <a:gd name="connsiteY1435" fmla="*/ 5942050 h 8839200"/>
              <a:gd name="connsiteX1436" fmla="*/ 3335723 w 15732060"/>
              <a:gd name="connsiteY1436" fmla="*/ 5960706 h 8839200"/>
              <a:gd name="connsiteX1437" fmla="*/ 3354380 w 15732060"/>
              <a:gd name="connsiteY1437" fmla="*/ 5944244 h 8839200"/>
              <a:gd name="connsiteX1438" fmla="*/ 4128636 w 15732060"/>
              <a:gd name="connsiteY1438" fmla="*/ 5944244 h 8839200"/>
              <a:gd name="connsiteX1439" fmla="*/ 4981361 w 15732060"/>
              <a:gd name="connsiteY1439" fmla="*/ 5091519 h 8839200"/>
              <a:gd name="connsiteX1440" fmla="*/ 6141374 w 15732060"/>
              <a:gd name="connsiteY1440" fmla="*/ 5091519 h 8839200"/>
              <a:gd name="connsiteX1441" fmla="*/ 6361414 w 15732060"/>
              <a:gd name="connsiteY1441" fmla="*/ 4871479 h 8839200"/>
              <a:gd name="connsiteX1442" fmla="*/ 6360866 w 15732060"/>
              <a:gd name="connsiteY1442" fmla="*/ 4872028 h 8839200"/>
              <a:gd name="connsiteX1443" fmla="*/ 6691750 w 15732060"/>
              <a:gd name="connsiteY1443" fmla="*/ 4872028 h 8839200"/>
              <a:gd name="connsiteX1444" fmla="*/ 11528247 w 15732060"/>
              <a:gd name="connsiteY1444" fmla="*/ 4844729 h 8839200"/>
              <a:gd name="connsiteX1445" fmla="*/ 11515077 w 15732060"/>
              <a:gd name="connsiteY1445" fmla="*/ 4850079 h 8839200"/>
              <a:gd name="connsiteX1446" fmla="*/ 11515077 w 15732060"/>
              <a:gd name="connsiteY1446" fmla="*/ 4876418 h 8839200"/>
              <a:gd name="connsiteX1447" fmla="*/ 11539770 w 15732060"/>
              <a:gd name="connsiteY1447" fmla="*/ 4878064 h 8839200"/>
              <a:gd name="connsiteX1448" fmla="*/ 11636345 w 15732060"/>
              <a:gd name="connsiteY1448" fmla="*/ 4974640 h 8839200"/>
              <a:gd name="connsiteX1449" fmla="*/ 11636345 w 15732060"/>
              <a:gd name="connsiteY1449" fmla="*/ 5197973 h 8839200"/>
              <a:gd name="connsiteX1450" fmla="*/ 11880530 w 15732060"/>
              <a:gd name="connsiteY1450" fmla="*/ 5442157 h 8839200"/>
              <a:gd name="connsiteX1451" fmla="*/ 11881079 w 15732060"/>
              <a:gd name="connsiteY1451" fmla="*/ 5442157 h 8839200"/>
              <a:gd name="connsiteX1452" fmla="*/ 13668290 w 15732060"/>
              <a:gd name="connsiteY1452" fmla="*/ 5442705 h 8839200"/>
              <a:gd name="connsiteX1453" fmla="*/ 13953628 w 15732060"/>
              <a:gd name="connsiteY1453" fmla="*/ 5728046 h 8839200"/>
              <a:gd name="connsiteX1454" fmla="*/ 13954178 w 15732060"/>
              <a:gd name="connsiteY1454" fmla="*/ 5728046 h 8839200"/>
              <a:gd name="connsiteX1455" fmla="*/ 15683771 w 15732060"/>
              <a:gd name="connsiteY1455" fmla="*/ 5728594 h 8839200"/>
              <a:gd name="connsiteX1456" fmla="*/ 15702428 w 15732060"/>
              <a:gd name="connsiteY1456" fmla="*/ 5745056 h 8839200"/>
              <a:gd name="connsiteX1457" fmla="*/ 15702428 w 15732060"/>
              <a:gd name="connsiteY1457" fmla="*/ 5744507 h 8839200"/>
              <a:gd name="connsiteX1458" fmla="*/ 15721085 w 15732060"/>
              <a:gd name="connsiteY1458" fmla="*/ 5725850 h 8839200"/>
              <a:gd name="connsiteX1459" fmla="*/ 15702428 w 15732060"/>
              <a:gd name="connsiteY1459" fmla="*/ 5707193 h 8839200"/>
              <a:gd name="connsiteX1460" fmla="*/ 15683771 w 15732060"/>
              <a:gd name="connsiteY1460" fmla="*/ 5723655 h 8839200"/>
              <a:gd name="connsiteX1461" fmla="*/ 13955824 w 15732060"/>
              <a:gd name="connsiteY1461" fmla="*/ 5723655 h 8839200"/>
              <a:gd name="connsiteX1462" fmla="*/ 13670485 w 15732060"/>
              <a:gd name="connsiteY1462" fmla="*/ 5438316 h 8839200"/>
              <a:gd name="connsiteX1463" fmla="*/ 13669935 w 15732060"/>
              <a:gd name="connsiteY1463" fmla="*/ 5438316 h 8839200"/>
              <a:gd name="connsiteX1464" fmla="*/ 11882726 w 15732060"/>
              <a:gd name="connsiteY1464" fmla="*/ 5437767 h 8839200"/>
              <a:gd name="connsiteX1465" fmla="*/ 11640736 w 15732060"/>
              <a:gd name="connsiteY1465" fmla="*/ 5195778 h 8839200"/>
              <a:gd name="connsiteX1466" fmla="*/ 11640736 w 15732060"/>
              <a:gd name="connsiteY1466" fmla="*/ 4972445 h 8839200"/>
              <a:gd name="connsiteX1467" fmla="*/ 11543061 w 15732060"/>
              <a:gd name="connsiteY1467" fmla="*/ 4874772 h 8839200"/>
              <a:gd name="connsiteX1468" fmla="*/ 11541416 w 15732060"/>
              <a:gd name="connsiteY1468" fmla="*/ 4850079 h 8839200"/>
              <a:gd name="connsiteX1469" fmla="*/ 11528247 w 15732060"/>
              <a:gd name="connsiteY1469" fmla="*/ 4844729 h 8839200"/>
              <a:gd name="connsiteX1470" fmla="*/ 3694591 w 15732060"/>
              <a:gd name="connsiteY1470" fmla="*/ 4724420 h 8839200"/>
              <a:gd name="connsiteX1471" fmla="*/ 3675934 w 15732060"/>
              <a:gd name="connsiteY1471" fmla="*/ 4740882 h 8839200"/>
              <a:gd name="connsiteX1472" fmla="*/ 2397397 w 15732060"/>
              <a:gd name="connsiteY1472" fmla="*/ 4740882 h 8839200"/>
              <a:gd name="connsiteX1473" fmla="*/ 2225096 w 15732060"/>
              <a:gd name="connsiteY1473" fmla="*/ 4913183 h 8839200"/>
              <a:gd name="connsiteX1474" fmla="*/ 2200402 w 15732060"/>
              <a:gd name="connsiteY1474" fmla="*/ 4914828 h 8839200"/>
              <a:gd name="connsiteX1475" fmla="*/ 2200402 w 15732060"/>
              <a:gd name="connsiteY1475" fmla="*/ 4941167 h 8839200"/>
              <a:gd name="connsiteX1476" fmla="*/ 2226741 w 15732060"/>
              <a:gd name="connsiteY1476" fmla="*/ 4941167 h 8839200"/>
              <a:gd name="connsiteX1477" fmla="*/ 2228388 w 15732060"/>
              <a:gd name="connsiteY1477" fmla="*/ 4916475 h 8839200"/>
              <a:gd name="connsiteX1478" fmla="*/ 2399591 w 15732060"/>
              <a:gd name="connsiteY1478" fmla="*/ 4745271 h 8839200"/>
              <a:gd name="connsiteX1479" fmla="*/ 3675934 w 15732060"/>
              <a:gd name="connsiteY1479" fmla="*/ 4745271 h 8839200"/>
              <a:gd name="connsiteX1480" fmla="*/ 3694591 w 15732060"/>
              <a:gd name="connsiteY1480" fmla="*/ 4761734 h 8839200"/>
              <a:gd name="connsiteX1481" fmla="*/ 3713248 w 15732060"/>
              <a:gd name="connsiteY1481" fmla="*/ 4743076 h 8839200"/>
              <a:gd name="connsiteX1482" fmla="*/ 3694591 w 15732060"/>
              <a:gd name="connsiteY1482" fmla="*/ 4724420 h 8839200"/>
              <a:gd name="connsiteX1483" fmla="*/ 8991472 w 15732060"/>
              <a:gd name="connsiteY1483" fmla="*/ 4634977 h 8839200"/>
              <a:gd name="connsiteX1484" fmla="*/ 8991472 w 15732060"/>
              <a:gd name="connsiteY1484" fmla="*/ 4639915 h 8839200"/>
              <a:gd name="connsiteX1485" fmla="*/ 10625039 w 15732060"/>
              <a:gd name="connsiteY1485" fmla="*/ 4639915 h 8839200"/>
              <a:gd name="connsiteX1486" fmla="*/ 10771549 w 15732060"/>
              <a:gd name="connsiteY1486" fmla="*/ 4786426 h 8839200"/>
              <a:gd name="connsiteX1487" fmla="*/ 10772098 w 15732060"/>
              <a:gd name="connsiteY1487" fmla="*/ 4786426 h 8839200"/>
              <a:gd name="connsiteX1488" fmla="*/ 11577632 w 15732060"/>
              <a:gd name="connsiteY1488" fmla="*/ 4786975 h 8839200"/>
              <a:gd name="connsiteX1489" fmla="*/ 12118130 w 15732060"/>
              <a:gd name="connsiteY1489" fmla="*/ 5327473 h 8839200"/>
              <a:gd name="connsiteX1490" fmla="*/ 12118679 w 15732060"/>
              <a:gd name="connsiteY1490" fmla="*/ 5327473 h 8839200"/>
              <a:gd name="connsiteX1491" fmla="*/ 12693747 w 15732060"/>
              <a:gd name="connsiteY1491" fmla="*/ 5328022 h 8839200"/>
              <a:gd name="connsiteX1492" fmla="*/ 12712404 w 15732060"/>
              <a:gd name="connsiteY1492" fmla="*/ 5344484 h 8839200"/>
              <a:gd name="connsiteX1493" fmla="*/ 12731060 w 15732060"/>
              <a:gd name="connsiteY1493" fmla="*/ 5325826 h 8839200"/>
              <a:gd name="connsiteX1494" fmla="*/ 12712404 w 15732060"/>
              <a:gd name="connsiteY1494" fmla="*/ 5307169 h 8839200"/>
              <a:gd name="connsiteX1495" fmla="*/ 12693747 w 15732060"/>
              <a:gd name="connsiteY1495" fmla="*/ 5323632 h 8839200"/>
              <a:gd name="connsiteX1496" fmla="*/ 12693198 w 15732060"/>
              <a:gd name="connsiteY1496" fmla="*/ 5323083 h 8839200"/>
              <a:gd name="connsiteX1497" fmla="*/ 12120326 w 15732060"/>
              <a:gd name="connsiteY1497" fmla="*/ 5323083 h 8839200"/>
              <a:gd name="connsiteX1498" fmla="*/ 11579827 w 15732060"/>
              <a:gd name="connsiteY1498" fmla="*/ 4782585 h 8839200"/>
              <a:gd name="connsiteX1499" fmla="*/ 11579279 w 15732060"/>
              <a:gd name="connsiteY1499" fmla="*/ 4782585 h 8839200"/>
              <a:gd name="connsiteX1500" fmla="*/ 10773744 w 15732060"/>
              <a:gd name="connsiteY1500" fmla="*/ 4782036 h 8839200"/>
              <a:gd name="connsiteX1501" fmla="*/ 10627234 w 15732060"/>
              <a:gd name="connsiteY1501" fmla="*/ 4635526 h 8839200"/>
              <a:gd name="connsiteX1502" fmla="*/ 10626685 w 15732060"/>
              <a:gd name="connsiteY1502" fmla="*/ 4635526 h 8839200"/>
              <a:gd name="connsiteX1503" fmla="*/ 8991472 w 15732060"/>
              <a:gd name="connsiteY1503" fmla="*/ 4634977 h 8839200"/>
              <a:gd name="connsiteX1504" fmla="*/ 6695042 w 15732060"/>
              <a:gd name="connsiteY1504" fmla="*/ 4618513 h 8839200"/>
              <a:gd name="connsiteX1505" fmla="*/ 6676386 w 15732060"/>
              <a:gd name="connsiteY1505" fmla="*/ 4634975 h 8839200"/>
              <a:gd name="connsiteX1506" fmla="*/ 6045896 w 15732060"/>
              <a:gd name="connsiteY1506" fmla="*/ 4634975 h 8839200"/>
              <a:gd name="connsiteX1507" fmla="*/ 5800614 w 15732060"/>
              <a:gd name="connsiteY1507" fmla="*/ 4880257 h 8839200"/>
              <a:gd name="connsiteX1508" fmla="*/ 4406842 w 15732060"/>
              <a:gd name="connsiteY1508" fmla="*/ 4880257 h 8839200"/>
              <a:gd name="connsiteX1509" fmla="*/ 3872928 w 15732060"/>
              <a:gd name="connsiteY1509" fmla="*/ 5414171 h 8839200"/>
              <a:gd name="connsiteX1510" fmla="*/ 3545886 w 15732060"/>
              <a:gd name="connsiteY1510" fmla="*/ 5414171 h 8839200"/>
              <a:gd name="connsiteX1511" fmla="*/ 3275363 w 15732060"/>
              <a:gd name="connsiteY1511" fmla="*/ 5684694 h 8839200"/>
              <a:gd name="connsiteX1512" fmla="*/ 3275363 w 15732060"/>
              <a:gd name="connsiteY1512" fmla="*/ 5867970 h 8839200"/>
              <a:gd name="connsiteX1513" fmla="*/ 3258900 w 15732060"/>
              <a:gd name="connsiteY1513" fmla="*/ 5886626 h 8839200"/>
              <a:gd name="connsiteX1514" fmla="*/ 3277557 w 15732060"/>
              <a:gd name="connsiteY1514" fmla="*/ 5905282 h 8839200"/>
              <a:gd name="connsiteX1515" fmla="*/ 3296214 w 15732060"/>
              <a:gd name="connsiteY1515" fmla="*/ 5886626 h 8839200"/>
              <a:gd name="connsiteX1516" fmla="*/ 3279752 w 15732060"/>
              <a:gd name="connsiteY1516" fmla="*/ 5867970 h 8839200"/>
              <a:gd name="connsiteX1517" fmla="*/ 3279752 w 15732060"/>
              <a:gd name="connsiteY1517" fmla="*/ 5686888 h 8839200"/>
              <a:gd name="connsiteX1518" fmla="*/ 3546984 w 15732060"/>
              <a:gd name="connsiteY1518" fmla="*/ 5419657 h 8839200"/>
              <a:gd name="connsiteX1519" fmla="*/ 3874026 w 15732060"/>
              <a:gd name="connsiteY1519" fmla="*/ 5419657 h 8839200"/>
              <a:gd name="connsiteX1520" fmla="*/ 4407940 w 15732060"/>
              <a:gd name="connsiteY1520" fmla="*/ 4885744 h 8839200"/>
              <a:gd name="connsiteX1521" fmla="*/ 5801711 w 15732060"/>
              <a:gd name="connsiteY1521" fmla="*/ 4885744 h 8839200"/>
              <a:gd name="connsiteX1522" fmla="*/ 6046994 w 15732060"/>
              <a:gd name="connsiteY1522" fmla="*/ 4640462 h 8839200"/>
              <a:gd name="connsiteX1523" fmla="*/ 6675288 w 15732060"/>
              <a:gd name="connsiteY1523" fmla="*/ 4640462 h 8839200"/>
              <a:gd name="connsiteX1524" fmla="*/ 6693944 w 15732060"/>
              <a:gd name="connsiteY1524" fmla="*/ 4656924 h 8839200"/>
              <a:gd name="connsiteX1525" fmla="*/ 6712601 w 15732060"/>
              <a:gd name="connsiteY1525" fmla="*/ 4638267 h 8839200"/>
              <a:gd name="connsiteX1526" fmla="*/ 6693944 w 15732060"/>
              <a:gd name="connsiteY1526" fmla="*/ 4619610 h 8839200"/>
              <a:gd name="connsiteX1527" fmla="*/ 8991472 w 15732060"/>
              <a:gd name="connsiteY1527" fmla="*/ 4523584 h 8839200"/>
              <a:gd name="connsiteX1528" fmla="*/ 8991472 w 15732060"/>
              <a:gd name="connsiteY1528" fmla="*/ 4528523 h 8839200"/>
              <a:gd name="connsiteX1529" fmla="*/ 10888977 w 15732060"/>
              <a:gd name="connsiteY1529" fmla="*/ 4528523 h 8839200"/>
              <a:gd name="connsiteX1530" fmla="*/ 11054145 w 15732060"/>
              <a:gd name="connsiteY1530" fmla="*/ 4693691 h 8839200"/>
              <a:gd name="connsiteX1531" fmla="*/ 11054693 w 15732060"/>
              <a:gd name="connsiteY1531" fmla="*/ 4693691 h 8839200"/>
              <a:gd name="connsiteX1532" fmla="*/ 12657531 w 15732060"/>
              <a:gd name="connsiteY1532" fmla="*/ 4694240 h 8839200"/>
              <a:gd name="connsiteX1533" fmla="*/ 12816113 w 15732060"/>
              <a:gd name="connsiteY1533" fmla="*/ 4852823 h 8839200"/>
              <a:gd name="connsiteX1534" fmla="*/ 12816662 w 15732060"/>
              <a:gd name="connsiteY1534" fmla="*/ 4852823 h 8839200"/>
              <a:gd name="connsiteX1535" fmla="*/ 13567872 w 15732060"/>
              <a:gd name="connsiteY1535" fmla="*/ 4852823 h 8839200"/>
              <a:gd name="connsiteX1536" fmla="*/ 13586529 w 15732060"/>
              <a:gd name="connsiteY1536" fmla="*/ 4869284 h 8839200"/>
              <a:gd name="connsiteX1537" fmla="*/ 13605186 w 15732060"/>
              <a:gd name="connsiteY1537" fmla="*/ 4850627 h 8839200"/>
              <a:gd name="connsiteX1538" fmla="*/ 13586529 w 15732060"/>
              <a:gd name="connsiteY1538" fmla="*/ 4831970 h 8839200"/>
              <a:gd name="connsiteX1539" fmla="*/ 13567872 w 15732060"/>
              <a:gd name="connsiteY1539" fmla="*/ 4848433 h 8839200"/>
              <a:gd name="connsiteX1540" fmla="*/ 12818856 w 15732060"/>
              <a:gd name="connsiteY1540" fmla="*/ 4848433 h 8839200"/>
              <a:gd name="connsiteX1541" fmla="*/ 12660274 w 15732060"/>
              <a:gd name="connsiteY1541" fmla="*/ 4689849 h 8839200"/>
              <a:gd name="connsiteX1542" fmla="*/ 12659725 w 15732060"/>
              <a:gd name="connsiteY1542" fmla="*/ 4689849 h 8839200"/>
              <a:gd name="connsiteX1543" fmla="*/ 11056888 w 15732060"/>
              <a:gd name="connsiteY1543" fmla="*/ 4689301 h 8839200"/>
              <a:gd name="connsiteX1544" fmla="*/ 10891721 w 15732060"/>
              <a:gd name="connsiteY1544" fmla="*/ 4524134 h 8839200"/>
              <a:gd name="connsiteX1545" fmla="*/ 10891172 w 15732060"/>
              <a:gd name="connsiteY1545" fmla="*/ 4524134 h 8839200"/>
              <a:gd name="connsiteX1546" fmla="*/ 8991472 w 15732060"/>
              <a:gd name="connsiteY1546" fmla="*/ 4523584 h 8839200"/>
              <a:gd name="connsiteX1547" fmla="*/ 6703822 w 15732060"/>
              <a:gd name="connsiteY1547" fmla="*/ 4402864 h 8839200"/>
              <a:gd name="connsiteX1548" fmla="*/ 5683734 w 15732060"/>
              <a:gd name="connsiteY1548" fmla="*/ 4402864 h 8839200"/>
              <a:gd name="connsiteX1549" fmla="*/ 5552040 w 15732060"/>
              <a:gd name="connsiteY1549" fmla="*/ 4534559 h 8839200"/>
              <a:gd name="connsiteX1550" fmla="*/ 4131380 w 15732060"/>
              <a:gd name="connsiteY1550" fmla="*/ 4534559 h 8839200"/>
              <a:gd name="connsiteX1551" fmla="*/ 3723126 w 15732060"/>
              <a:gd name="connsiteY1551" fmla="*/ 4942814 h 8839200"/>
              <a:gd name="connsiteX1552" fmla="*/ 2970818 w 15732060"/>
              <a:gd name="connsiteY1552" fmla="*/ 4942814 h 8839200"/>
              <a:gd name="connsiteX1553" fmla="*/ 2818820 w 15732060"/>
              <a:gd name="connsiteY1553" fmla="*/ 5094812 h 8839200"/>
              <a:gd name="connsiteX1554" fmla="*/ 1509552 w 15732060"/>
              <a:gd name="connsiteY1554" fmla="*/ 5094812 h 8839200"/>
              <a:gd name="connsiteX1555" fmla="*/ 1163304 w 15732060"/>
              <a:gd name="connsiteY1555" fmla="*/ 5441060 h 8839200"/>
              <a:gd name="connsiteX1556" fmla="*/ 321006 w 15732060"/>
              <a:gd name="connsiteY1556" fmla="*/ 5441060 h 8839200"/>
              <a:gd name="connsiteX1557" fmla="*/ 59810 w 15732060"/>
              <a:gd name="connsiteY1557" fmla="*/ 5702254 h 8839200"/>
              <a:gd name="connsiteX1558" fmla="*/ 35118 w 15732060"/>
              <a:gd name="connsiteY1558" fmla="*/ 5703901 h 8839200"/>
              <a:gd name="connsiteX1559" fmla="*/ 35118 w 15732060"/>
              <a:gd name="connsiteY1559" fmla="*/ 5730240 h 8839200"/>
              <a:gd name="connsiteX1560" fmla="*/ 61458 w 15732060"/>
              <a:gd name="connsiteY1560" fmla="*/ 5730240 h 8839200"/>
              <a:gd name="connsiteX1561" fmla="*/ 63102 w 15732060"/>
              <a:gd name="connsiteY1561" fmla="*/ 5705547 h 8839200"/>
              <a:gd name="connsiteX1562" fmla="*/ 323200 w 15732060"/>
              <a:gd name="connsiteY1562" fmla="*/ 5445449 h 8839200"/>
              <a:gd name="connsiteX1563" fmla="*/ 1165500 w 15732060"/>
              <a:gd name="connsiteY1563" fmla="*/ 5445449 h 8839200"/>
              <a:gd name="connsiteX1564" fmla="*/ 1511748 w 15732060"/>
              <a:gd name="connsiteY1564" fmla="*/ 5099201 h 8839200"/>
              <a:gd name="connsiteX1565" fmla="*/ 2821015 w 15732060"/>
              <a:gd name="connsiteY1565" fmla="*/ 5099201 h 8839200"/>
              <a:gd name="connsiteX1566" fmla="*/ 2973012 w 15732060"/>
              <a:gd name="connsiteY1566" fmla="*/ 4947204 h 8839200"/>
              <a:gd name="connsiteX1567" fmla="*/ 3725320 w 15732060"/>
              <a:gd name="connsiteY1567" fmla="*/ 4947204 h 8839200"/>
              <a:gd name="connsiteX1568" fmla="*/ 3725320 w 15732060"/>
              <a:gd name="connsiteY1568" fmla="*/ 4947752 h 8839200"/>
              <a:gd name="connsiteX1569" fmla="*/ 4133575 w 15732060"/>
              <a:gd name="connsiteY1569" fmla="*/ 4539498 h 8839200"/>
              <a:gd name="connsiteX1570" fmla="*/ 5554234 w 15732060"/>
              <a:gd name="connsiteY1570" fmla="*/ 4539498 h 8839200"/>
              <a:gd name="connsiteX1571" fmla="*/ 5685930 w 15732060"/>
              <a:gd name="connsiteY1571" fmla="*/ 4407804 h 8839200"/>
              <a:gd name="connsiteX1572" fmla="*/ 6703822 w 15732060"/>
              <a:gd name="connsiteY1572" fmla="*/ 4407804 h 8839200"/>
              <a:gd name="connsiteX1573" fmla="*/ 2547199 w 15732060"/>
              <a:gd name="connsiteY1573" fmla="*/ 4266779 h 8839200"/>
              <a:gd name="connsiteX1574" fmla="*/ 2528542 w 15732060"/>
              <a:gd name="connsiteY1574" fmla="*/ 4283241 h 8839200"/>
              <a:gd name="connsiteX1575" fmla="*/ 2284358 w 15732060"/>
              <a:gd name="connsiteY1575" fmla="*/ 4283241 h 8839200"/>
              <a:gd name="connsiteX1576" fmla="*/ 1833302 w 15732060"/>
              <a:gd name="connsiteY1576" fmla="*/ 4734845 h 8839200"/>
              <a:gd name="connsiteX1577" fmla="*/ 518000 w 15732060"/>
              <a:gd name="connsiteY1577" fmla="*/ 4734845 h 8839200"/>
              <a:gd name="connsiteX1578" fmla="*/ 301800 w 15732060"/>
              <a:gd name="connsiteY1578" fmla="*/ 4951045 h 8839200"/>
              <a:gd name="connsiteX1579" fmla="*/ 47738 w 15732060"/>
              <a:gd name="connsiteY1579" fmla="*/ 4951045 h 8839200"/>
              <a:gd name="connsiteX1580" fmla="*/ 29082 w 15732060"/>
              <a:gd name="connsiteY1580" fmla="*/ 4934583 h 8839200"/>
              <a:gd name="connsiteX1581" fmla="*/ 10424 w 15732060"/>
              <a:gd name="connsiteY1581" fmla="*/ 4953239 h 8839200"/>
              <a:gd name="connsiteX1582" fmla="*/ 29082 w 15732060"/>
              <a:gd name="connsiteY1582" fmla="*/ 4971896 h 8839200"/>
              <a:gd name="connsiteX1583" fmla="*/ 29630 w 15732060"/>
              <a:gd name="connsiteY1583" fmla="*/ 4971348 h 8839200"/>
              <a:gd name="connsiteX1584" fmla="*/ 48288 w 15732060"/>
              <a:gd name="connsiteY1584" fmla="*/ 4954886 h 8839200"/>
              <a:gd name="connsiteX1585" fmla="*/ 303996 w 15732060"/>
              <a:gd name="connsiteY1585" fmla="*/ 4954886 h 8839200"/>
              <a:gd name="connsiteX1586" fmla="*/ 520194 w 15732060"/>
              <a:gd name="connsiteY1586" fmla="*/ 4738686 h 8839200"/>
              <a:gd name="connsiteX1587" fmla="*/ 1835498 w 15732060"/>
              <a:gd name="connsiteY1587" fmla="*/ 4738686 h 8839200"/>
              <a:gd name="connsiteX1588" fmla="*/ 2286553 w 15732060"/>
              <a:gd name="connsiteY1588" fmla="*/ 4287631 h 8839200"/>
              <a:gd name="connsiteX1589" fmla="*/ 2528542 w 15732060"/>
              <a:gd name="connsiteY1589" fmla="*/ 4287631 h 8839200"/>
              <a:gd name="connsiteX1590" fmla="*/ 2547199 w 15732060"/>
              <a:gd name="connsiteY1590" fmla="*/ 4304093 h 8839200"/>
              <a:gd name="connsiteX1591" fmla="*/ 2565856 w 15732060"/>
              <a:gd name="connsiteY1591" fmla="*/ 4285437 h 8839200"/>
              <a:gd name="connsiteX1592" fmla="*/ 2547199 w 15732060"/>
              <a:gd name="connsiteY1592" fmla="*/ 4266779 h 8839200"/>
              <a:gd name="connsiteX1593" fmla="*/ 42800 w 15732060"/>
              <a:gd name="connsiteY1593" fmla="*/ 4115331 h 8839200"/>
              <a:gd name="connsiteX1594" fmla="*/ 24144 w 15732060"/>
              <a:gd name="connsiteY1594" fmla="*/ 4133987 h 8839200"/>
              <a:gd name="connsiteX1595" fmla="*/ 42800 w 15732060"/>
              <a:gd name="connsiteY1595" fmla="*/ 4152644 h 8839200"/>
              <a:gd name="connsiteX1596" fmla="*/ 61458 w 15732060"/>
              <a:gd name="connsiteY1596" fmla="*/ 4136182 h 8839200"/>
              <a:gd name="connsiteX1597" fmla="*/ 351734 w 15732060"/>
              <a:gd name="connsiteY1597" fmla="*/ 4136182 h 8839200"/>
              <a:gd name="connsiteX1598" fmla="*/ 547630 w 15732060"/>
              <a:gd name="connsiteY1598" fmla="*/ 4332078 h 8839200"/>
              <a:gd name="connsiteX1599" fmla="*/ 1194034 w 15732060"/>
              <a:gd name="connsiteY1599" fmla="*/ 4332078 h 8839200"/>
              <a:gd name="connsiteX1600" fmla="*/ 1378955 w 15732060"/>
              <a:gd name="connsiteY1600" fmla="*/ 4147157 h 8839200"/>
              <a:gd name="connsiteX1601" fmla="*/ 2154310 w 15732060"/>
              <a:gd name="connsiteY1601" fmla="*/ 4147157 h 8839200"/>
              <a:gd name="connsiteX1602" fmla="*/ 2172966 w 15732060"/>
              <a:gd name="connsiteY1602" fmla="*/ 4163619 h 8839200"/>
              <a:gd name="connsiteX1603" fmla="*/ 2191623 w 15732060"/>
              <a:gd name="connsiteY1603" fmla="*/ 4144962 h 8839200"/>
              <a:gd name="connsiteX1604" fmla="*/ 2172966 w 15732060"/>
              <a:gd name="connsiteY1604" fmla="*/ 4126305 h 8839200"/>
              <a:gd name="connsiteX1605" fmla="*/ 2154310 w 15732060"/>
              <a:gd name="connsiteY1605" fmla="*/ 4142767 h 8839200"/>
              <a:gd name="connsiteX1606" fmla="*/ 1376760 w 15732060"/>
              <a:gd name="connsiteY1606" fmla="*/ 4142767 h 8839200"/>
              <a:gd name="connsiteX1607" fmla="*/ 1191838 w 15732060"/>
              <a:gd name="connsiteY1607" fmla="*/ 4327689 h 8839200"/>
              <a:gd name="connsiteX1608" fmla="*/ 549276 w 15732060"/>
              <a:gd name="connsiteY1608" fmla="*/ 4327689 h 8839200"/>
              <a:gd name="connsiteX1609" fmla="*/ 353380 w 15732060"/>
              <a:gd name="connsiteY1609" fmla="*/ 4131792 h 8839200"/>
              <a:gd name="connsiteX1610" fmla="*/ 61458 w 15732060"/>
              <a:gd name="connsiteY1610" fmla="*/ 4131792 h 8839200"/>
              <a:gd name="connsiteX1611" fmla="*/ 42800 w 15732060"/>
              <a:gd name="connsiteY1611" fmla="*/ 4115331 h 8839200"/>
              <a:gd name="connsiteX1612" fmla="*/ 15685417 w 15732060"/>
              <a:gd name="connsiteY1612" fmla="*/ 3827248 h 8839200"/>
              <a:gd name="connsiteX1613" fmla="*/ 15666760 w 15732060"/>
              <a:gd name="connsiteY1613" fmla="*/ 3843710 h 8839200"/>
              <a:gd name="connsiteX1614" fmla="*/ 15063708 w 15732060"/>
              <a:gd name="connsiteY1614" fmla="*/ 3843710 h 8839200"/>
              <a:gd name="connsiteX1615" fmla="*/ 14576985 w 15732060"/>
              <a:gd name="connsiteY1615" fmla="*/ 4330432 h 8839200"/>
              <a:gd name="connsiteX1616" fmla="*/ 14109469 w 15732060"/>
              <a:gd name="connsiteY1616" fmla="*/ 4330432 h 8839200"/>
              <a:gd name="connsiteX1617" fmla="*/ 14090811 w 15732060"/>
              <a:gd name="connsiteY1617" fmla="*/ 4313970 h 8839200"/>
              <a:gd name="connsiteX1618" fmla="*/ 14072154 w 15732060"/>
              <a:gd name="connsiteY1618" fmla="*/ 4332627 h 8839200"/>
              <a:gd name="connsiteX1619" fmla="*/ 14090811 w 15732060"/>
              <a:gd name="connsiteY1619" fmla="*/ 4351285 h 8839200"/>
              <a:gd name="connsiteX1620" fmla="*/ 14109469 w 15732060"/>
              <a:gd name="connsiteY1620" fmla="*/ 4334822 h 8839200"/>
              <a:gd name="connsiteX1621" fmla="*/ 14579180 w 15732060"/>
              <a:gd name="connsiteY1621" fmla="*/ 4334822 h 8839200"/>
              <a:gd name="connsiteX1622" fmla="*/ 15065902 w 15732060"/>
              <a:gd name="connsiteY1622" fmla="*/ 3848100 h 8839200"/>
              <a:gd name="connsiteX1623" fmla="*/ 15666760 w 15732060"/>
              <a:gd name="connsiteY1623" fmla="*/ 3848100 h 8839200"/>
              <a:gd name="connsiteX1624" fmla="*/ 15685417 w 15732060"/>
              <a:gd name="connsiteY1624" fmla="*/ 3864561 h 8839200"/>
              <a:gd name="connsiteX1625" fmla="*/ 15704074 w 15732060"/>
              <a:gd name="connsiteY1625" fmla="*/ 3845904 h 8839200"/>
              <a:gd name="connsiteX1626" fmla="*/ 15685417 w 15732060"/>
              <a:gd name="connsiteY1626" fmla="*/ 3827248 h 8839200"/>
              <a:gd name="connsiteX1627" fmla="*/ 77370 w 15732060"/>
              <a:gd name="connsiteY1627" fmla="*/ 3732318 h 8839200"/>
              <a:gd name="connsiteX1628" fmla="*/ 58714 w 15732060"/>
              <a:gd name="connsiteY1628" fmla="*/ 3750975 h 8839200"/>
              <a:gd name="connsiteX1629" fmla="*/ 77370 w 15732060"/>
              <a:gd name="connsiteY1629" fmla="*/ 3769631 h 8839200"/>
              <a:gd name="connsiteX1630" fmla="*/ 96026 w 15732060"/>
              <a:gd name="connsiteY1630" fmla="*/ 3753169 h 8839200"/>
              <a:gd name="connsiteX1631" fmla="*/ 340760 w 15732060"/>
              <a:gd name="connsiteY1631" fmla="*/ 3753169 h 8839200"/>
              <a:gd name="connsiteX1632" fmla="*/ 531168 w 15732060"/>
              <a:gd name="connsiteY1632" fmla="*/ 3943578 h 8839200"/>
              <a:gd name="connsiteX1633" fmla="*/ 2615241 w 15732060"/>
              <a:gd name="connsiteY1633" fmla="*/ 3943578 h 8839200"/>
              <a:gd name="connsiteX1634" fmla="*/ 2970818 w 15732060"/>
              <a:gd name="connsiteY1634" fmla="*/ 4299155 h 8839200"/>
              <a:gd name="connsiteX1635" fmla="*/ 2970818 w 15732060"/>
              <a:gd name="connsiteY1635" fmla="*/ 4299703 h 8839200"/>
              <a:gd name="connsiteX1636" fmla="*/ 3600210 w 15732060"/>
              <a:gd name="connsiteY1636" fmla="*/ 4299703 h 8839200"/>
              <a:gd name="connsiteX1637" fmla="*/ 3896524 w 15732060"/>
              <a:gd name="connsiteY1637" fmla="*/ 4003390 h 8839200"/>
              <a:gd name="connsiteX1638" fmla="*/ 4295998 w 15732060"/>
              <a:gd name="connsiteY1638" fmla="*/ 4003390 h 8839200"/>
              <a:gd name="connsiteX1639" fmla="*/ 4389282 w 15732060"/>
              <a:gd name="connsiteY1639" fmla="*/ 4096674 h 8839200"/>
              <a:gd name="connsiteX1640" fmla="*/ 4390928 w 15732060"/>
              <a:gd name="connsiteY1640" fmla="*/ 4121366 h 8839200"/>
              <a:gd name="connsiteX1641" fmla="*/ 4417268 w 15732060"/>
              <a:gd name="connsiteY1641" fmla="*/ 4121366 h 8839200"/>
              <a:gd name="connsiteX1642" fmla="*/ 4417268 w 15732060"/>
              <a:gd name="connsiteY1642" fmla="*/ 4095027 h 8839200"/>
              <a:gd name="connsiteX1643" fmla="*/ 4392575 w 15732060"/>
              <a:gd name="connsiteY1643" fmla="*/ 4093381 h 8839200"/>
              <a:gd name="connsiteX1644" fmla="*/ 4297645 w 15732060"/>
              <a:gd name="connsiteY1644" fmla="*/ 3998450 h 8839200"/>
              <a:gd name="connsiteX1645" fmla="*/ 3894328 w 15732060"/>
              <a:gd name="connsiteY1645" fmla="*/ 3998450 h 8839200"/>
              <a:gd name="connsiteX1646" fmla="*/ 3598016 w 15732060"/>
              <a:gd name="connsiteY1646" fmla="*/ 4294765 h 8839200"/>
              <a:gd name="connsiteX1647" fmla="*/ 2972464 w 15732060"/>
              <a:gd name="connsiteY1647" fmla="*/ 4294765 h 8839200"/>
              <a:gd name="connsiteX1648" fmla="*/ 2616888 w 15732060"/>
              <a:gd name="connsiteY1648" fmla="*/ 3939189 h 8839200"/>
              <a:gd name="connsiteX1649" fmla="*/ 533364 w 15732060"/>
              <a:gd name="connsiteY1649" fmla="*/ 3939189 h 8839200"/>
              <a:gd name="connsiteX1650" fmla="*/ 342954 w 15732060"/>
              <a:gd name="connsiteY1650" fmla="*/ 3748779 h 8839200"/>
              <a:gd name="connsiteX1651" fmla="*/ 96026 w 15732060"/>
              <a:gd name="connsiteY1651" fmla="*/ 3748779 h 8839200"/>
              <a:gd name="connsiteX1652" fmla="*/ 77370 w 15732060"/>
              <a:gd name="connsiteY1652" fmla="*/ 3732318 h 8839200"/>
              <a:gd name="connsiteX1653" fmla="*/ 15683771 w 15732060"/>
              <a:gd name="connsiteY1653" fmla="*/ 3693357 h 8839200"/>
              <a:gd name="connsiteX1654" fmla="*/ 15683222 w 15732060"/>
              <a:gd name="connsiteY1654" fmla="*/ 3693357 h 8839200"/>
              <a:gd name="connsiteX1655" fmla="*/ 15664565 w 15732060"/>
              <a:gd name="connsiteY1655" fmla="*/ 3709820 h 8839200"/>
              <a:gd name="connsiteX1656" fmla="*/ 14817329 w 15732060"/>
              <a:gd name="connsiteY1656" fmla="*/ 3709820 h 8839200"/>
              <a:gd name="connsiteX1657" fmla="*/ 14361884 w 15732060"/>
              <a:gd name="connsiteY1657" fmla="*/ 4165265 h 8839200"/>
              <a:gd name="connsiteX1658" fmla="*/ 12428711 w 15732060"/>
              <a:gd name="connsiteY1658" fmla="*/ 4165265 h 8839200"/>
              <a:gd name="connsiteX1659" fmla="*/ 12247081 w 15732060"/>
              <a:gd name="connsiteY1659" fmla="*/ 4346894 h 8839200"/>
              <a:gd name="connsiteX1660" fmla="*/ 11035488 w 15732060"/>
              <a:gd name="connsiteY1660" fmla="*/ 4346894 h 8839200"/>
              <a:gd name="connsiteX1661" fmla="*/ 10969092 w 15732060"/>
              <a:gd name="connsiteY1661" fmla="*/ 4413290 h 8839200"/>
              <a:gd name="connsiteX1662" fmla="*/ 10944399 w 15732060"/>
              <a:gd name="connsiteY1662" fmla="*/ 4414936 h 8839200"/>
              <a:gd name="connsiteX1663" fmla="*/ 10944399 w 15732060"/>
              <a:gd name="connsiteY1663" fmla="*/ 4441275 h 8839200"/>
              <a:gd name="connsiteX1664" fmla="*/ 10970738 w 15732060"/>
              <a:gd name="connsiteY1664" fmla="*/ 4441275 h 8839200"/>
              <a:gd name="connsiteX1665" fmla="*/ 10972384 w 15732060"/>
              <a:gd name="connsiteY1665" fmla="*/ 4416583 h 8839200"/>
              <a:gd name="connsiteX1666" fmla="*/ 11037683 w 15732060"/>
              <a:gd name="connsiteY1666" fmla="*/ 4351285 h 8839200"/>
              <a:gd name="connsiteX1667" fmla="*/ 12249277 w 15732060"/>
              <a:gd name="connsiteY1667" fmla="*/ 4351285 h 8839200"/>
              <a:gd name="connsiteX1668" fmla="*/ 12430906 w 15732060"/>
              <a:gd name="connsiteY1668" fmla="*/ 4169655 h 8839200"/>
              <a:gd name="connsiteX1669" fmla="*/ 14364078 w 15732060"/>
              <a:gd name="connsiteY1669" fmla="*/ 4169655 h 8839200"/>
              <a:gd name="connsiteX1670" fmla="*/ 14819523 w 15732060"/>
              <a:gd name="connsiteY1670" fmla="*/ 3714209 h 8839200"/>
              <a:gd name="connsiteX1671" fmla="*/ 15665115 w 15732060"/>
              <a:gd name="connsiteY1671" fmla="*/ 3714209 h 8839200"/>
              <a:gd name="connsiteX1672" fmla="*/ 15683771 w 15732060"/>
              <a:gd name="connsiteY1672" fmla="*/ 3730671 h 8839200"/>
              <a:gd name="connsiteX1673" fmla="*/ 15702428 w 15732060"/>
              <a:gd name="connsiteY1673" fmla="*/ 3712015 h 8839200"/>
              <a:gd name="connsiteX1674" fmla="*/ 15683771 w 15732060"/>
              <a:gd name="connsiteY1674" fmla="*/ 3693357 h 8839200"/>
              <a:gd name="connsiteX1675" fmla="*/ 12974696 w 15732060"/>
              <a:gd name="connsiteY1675" fmla="*/ 3689105 h 8839200"/>
              <a:gd name="connsiteX1676" fmla="*/ 12961526 w 15732060"/>
              <a:gd name="connsiteY1676" fmla="*/ 3694456 h 8839200"/>
              <a:gd name="connsiteX1677" fmla="*/ 12959881 w 15732060"/>
              <a:gd name="connsiteY1677" fmla="*/ 3719148 h 8839200"/>
              <a:gd name="connsiteX1678" fmla="*/ 12852330 w 15732060"/>
              <a:gd name="connsiteY1678" fmla="*/ 3826699 h 8839200"/>
              <a:gd name="connsiteX1679" fmla="*/ 11751031 w 15732060"/>
              <a:gd name="connsiteY1679" fmla="*/ 3826699 h 8839200"/>
              <a:gd name="connsiteX1680" fmla="*/ 11448681 w 15732060"/>
              <a:gd name="connsiteY1680" fmla="*/ 4129048 h 8839200"/>
              <a:gd name="connsiteX1681" fmla="*/ 10415972 w 15732060"/>
              <a:gd name="connsiteY1681" fmla="*/ 4129048 h 8839200"/>
              <a:gd name="connsiteX1682" fmla="*/ 10258488 w 15732060"/>
              <a:gd name="connsiteY1682" fmla="*/ 4286533 h 8839200"/>
              <a:gd name="connsiteX1683" fmla="*/ 10257938 w 15732060"/>
              <a:gd name="connsiteY1683" fmla="*/ 4286533 h 8839200"/>
              <a:gd name="connsiteX1684" fmla="*/ 9040309 w 15732060"/>
              <a:gd name="connsiteY1684" fmla="*/ 4286533 h 8839200"/>
              <a:gd name="connsiteX1685" fmla="*/ 9040309 w 15732060"/>
              <a:gd name="connsiteY1685" fmla="*/ 4291473 h 8839200"/>
              <a:gd name="connsiteX1686" fmla="*/ 10260134 w 15732060"/>
              <a:gd name="connsiteY1686" fmla="*/ 4291473 h 8839200"/>
              <a:gd name="connsiteX1687" fmla="*/ 10417619 w 15732060"/>
              <a:gd name="connsiteY1687" fmla="*/ 4133987 h 8839200"/>
              <a:gd name="connsiteX1688" fmla="*/ 11450327 w 15732060"/>
              <a:gd name="connsiteY1688" fmla="*/ 4133987 h 8839200"/>
              <a:gd name="connsiteX1689" fmla="*/ 11752677 w 15732060"/>
              <a:gd name="connsiteY1689" fmla="*/ 3831637 h 8839200"/>
              <a:gd name="connsiteX1690" fmla="*/ 12853976 w 15732060"/>
              <a:gd name="connsiteY1690" fmla="*/ 3831637 h 8839200"/>
              <a:gd name="connsiteX1691" fmla="*/ 12963172 w 15732060"/>
              <a:gd name="connsiteY1691" fmla="*/ 3722440 h 8839200"/>
              <a:gd name="connsiteX1692" fmla="*/ 12987866 w 15732060"/>
              <a:gd name="connsiteY1692" fmla="*/ 3720795 h 8839200"/>
              <a:gd name="connsiteX1693" fmla="*/ 12987866 w 15732060"/>
              <a:gd name="connsiteY1693" fmla="*/ 3694456 h 8839200"/>
              <a:gd name="connsiteX1694" fmla="*/ 12974696 w 15732060"/>
              <a:gd name="connsiteY1694" fmla="*/ 3689105 h 8839200"/>
              <a:gd name="connsiteX1695" fmla="*/ 12164772 w 15732060"/>
              <a:gd name="connsiteY1695" fmla="*/ 3515569 h 8839200"/>
              <a:gd name="connsiteX1696" fmla="*/ 12146116 w 15732060"/>
              <a:gd name="connsiteY1696" fmla="*/ 3534226 h 8839200"/>
              <a:gd name="connsiteX1697" fmla="*/ 12164772 w 15732060"/>
              <a:gd name="connsiteY1697" fmla="*/ 3552883 h 8839200"/>
              <a:gd name="connsiteX1698" fmla="*/ 12183430 w 15732060"/>
              <a:gd name="connsiteY1698" fmla="*/ 3536421 h 8839200"/>
              <a:gd name="connsiteX1699" fmla="*/ 13138217 w 15732060"/>
              <a:gd name="connsiteY1699" fmla="*/ 3536421 h 8839200"/>
              <a:gd name="connsiteX1700" fmla="*/ 13656218 w 15732060"/>
              <a:gd name="connsiteY1700" fmla="*/ 4054421 h 8839200"/>
              <a:gd name="connsiteX1701" fmla="*/ 14248295 w 15732060"/>
              <a:gd name="connsiteY1701" fmla="*/ 4054421 h 8839200"/>
              <a:gd name="connsiteX1702" fmla="*/ 14525953 w 15732060"/>
              <a:gd name="connsiteY1702" fmla="*/ 3776765 h 8839200"/>
              <a:gd name="connsiteX1703" fmla="*/ 14550645 w 15732060"/>
              <a:gd name="connsiteY1703" fmla="*/ 3775118 h 8839200"/>
              <a:gd name="connsiteX1704" fmla="*/ 14550645 w 15732060"/>
              <a:gd name="connsiteY1704" fmla="*/ 3748779 h 8839200"/>
              <a:gd name="connsiteX1705" fmla="*/ 14524306 w 15732060"/>
              <a:gd name="connsiteY1705" fmla="*/ 3748779 h 8839200"/>
              <a:gd name="connsiteX1706" fmla="*/ 14522660 w 15732060"/>
              <a:gd name="connsiteY1706" fmla="*/ 3773472 h 8839200"/>
              <a:gd name="connsiteX1707" fmla="*/ 14246650 w 15732060"/>
              <a:gd name="connsiteY1707" fmla="*/ 4049483 h 8839200"/>
              <a:gd name="connsiteX1708" fmla="*/ 13658961 w 15732060"/>
              <a:gd name="connsiteY1708" fmla="*/ 4049483 h 8839200"/>
              <a:gd name="connsiteX1709" fmla="*/ 13657864 w 15732060"/>
              <a:gd name="connsiteY1709" fmla="*/ 4050031 h 8839200"/>
              <a:gd name="connsiteX1710" fmla="*/ 13139863 w 15732060"/>
              <a:gd name="connsiteY1710" fmla="*/ 3532031 h 8839200"/>
              <a:gd name="connsiteX1711" fmla="*/ 12183430 w 15732060"/>
              <a:gd name="connsiteY1711" fmla="*/ 3532031 h 8839200"/>
              <a:gd name="connsiteX1712" fmla="*/ 12164772 w 15732060"/>
              <a:gd name="connsiteY1712" fmla="*/ 3515569 h 8839200"/>
              <a:gd name="connsiteX1713" fmla="*/ 12627351 w 15732060"/>
              <a:gd name="connsiteY1713" fmla="*/ 3354791 h 8839200"/>
              <a:gd name="connsiteX1714" fmla="*/ 12608695 w 15732060"/>
              <a:gd name="connsiteY1714" fmla="*/ 3371254 h 8839200"/>
              <a:gd name="connsiteX1715" fmla="*/ 12074781 w 15732060"/>
              <a:gd name="connsiteY1715" fmla="*/ 3371254 h 8839200"/>
              <a:gd name="connsiteX1716" fmla="*/ 11893151 w 15732060"/>
              <a:gd name="connsiteY1716" fmla="*/ 3552883 h 8839200"/>
              <a:gd name="connsiteX1717" fmla="*/ 10993784 w 15732060"/>
              <a:gd name="connsiteY1717" fmla="*/ 3552883 h 8839200"/>
              <a:gd name="connsiteX1718" fmla="*/ 10697472 w 15732060"/>
              <a:gd name="connsiteY1718" fmla="*/ 3849197 h 8839200"/>
              <a:gd name="connsiteX1719" fmla="*/ 10672778 w 15732060"/>
              <a:gd name="connsiteY1719" fmla="*/ 3850842 h 8839200"/>
              <a:gd name="connsiteX1720" fmla="*/ 10672778 w 15732060"/>
              <a:gd name="connsiteY1720" fmla="*/ 3877181 h 8839200"/>
              <a:gd name="connsiteX1721" fmla="*/ 10699117 w 15732060"/>
              <a:gd name="connsiteY1721" fmla="*/ 3877181 h 8839200"/>
              <a:gd name="connsiteX1722" fmla="*/ 10700763 w 15732060"/>
              <a:gd name="connsiteY1722" fmla="*/ 3852489 h 8839200"/>
              <a:gd name="connsiteX1723" fmla="*/ 10995430 w 15732060"/>
              <a:gd name="connsiteY1723" fmla="*/ 3557821 h 8839200"/>
              <a:gd name="connsiteX1724" fmla="*/ 11894797 w 15732060"/>
              <a:gd name="connsiteY1724" fmla="*/ 3557821 h 8839200"/>
              <a:gd name="connsiteX1725" fmla="*/ 12076427 w 15732060"/>
              <a:gd name="connsiteY1725" fmla="*/ 3376192 h 8839200"/>
              <a:gd name="connsiteX1726" fmla="*/ 12608145 w 15732060"/>
              <a:gd name="connsiteY1726" fmla="*/ 3376192 h 8839200"/>
              <a:gd name="connsiteX1727" fmla="*/ 12626801 w 15732060"/>
              <a:gd name="connsiteY1727" fmla="*/ 3392655 h 8839200"/>
              <a:gd name="connsiteX1728" fmla="*/ 12645459 w 15732060"/>
              <a:gd name="connsiteY1728" fmla="*/ 3373997 h 8839200"/>
              <a:gd name="connsiteX1729" fmla="*/ 12626801 w 15732060"/>
              <a:gd name="connsiteY1729" fmla="*/ 3355341 h 8839200"/>
              <a:gd name="connsiteX1730" fmla="*/ 4118210 w 15732060"/>
              <a:gd name="connsiteY1730" fmla="*/ 3273032 h 8839200"/>
              <a:gd name="connsiteX1731" fmla="*/ 4099554 w 15732060"/>
              <a:gd name="connsiteY1731" fmla="*/ 3291688 h 8839200"/>
              <a:gd name="connsiteX1732" fmla="*/ 4118210 w 15732060"/>
              <a:gd name="connsiteY1732" fmla="*/ 3310345 h 8839200"/>
              <a:gd name="connsiteX1733" fmla="*/ 4136867 w 15732060"/>
              <a:gd name="connsiteY1733" fmla="*/ 3293883 h 8839200"/>
              <a:gd name="connsiteX1734" fmla="*/ 4675719 w 15732060"/>
              <a:gd name="connsiteY1734" fmla="*/ 3293883 h 8839200"/>
              <a:gd name="connsiteX1735" fmla="*/ 5210181 w 15732060"/>
              <a:gd name="connsiteY1735" fmla="*/ 3828345 h 8839200"/>
              <a:gd name="connsiteX1736" fmla="*/ 5211826 w 15732060"/>
              <a:gd name="connsiteY1736" fmla="*/ 3853038 h 8839200"/>
              <a:gd name="connsiteX1737" fmla="*/ 5238166 w 15732060"/>
              <a:gd name="connsiteY1737" fmla="*/ 3853038 h 8839200"/>
              <a:gd name="connsiteX1738" fmla="*/ 5238166 w 15732060"/>
              <a:gd name="connsiteY1738" fmla="*/ 3826699 h 8839200"/>
              <a:gd name="connsiteX1739" fmla="*/ 5213474 w 15732060"/>
              <a:gd name="connsiteY1739" fmla="*/ 3825052 h 8839200"/>
              <a:gd name="connsiteX1740" fmla="*/ 4677366 w 15732060"/>
              <a:gd name="connsiteY1740" fmla="*/ 3288944 h 8839200"/>
              <a:gd name="connsiteX1741" fmla="*/ 4136585 w 15732060"/>
              <a:gd name="connsiteY1741" fmla="*/ 3288944 h 8839200"/>
              <a:gd name="connsiteX1742" fmla="*/ 4136867 w 15732060"/>
              <a:gd name="connsiteY1742" fmla="*/ 3289493 h 8839200"/>
              <a:gd name="connsiteX1743" fmla="*/ 4136319 w 15732060"/>
              <a:gd name="connsiteY1743" fmla="*/ 3288944 h 8839200"/>
              <a:gd name="connsiteX1744" fmla="*/ 4136585 w 15732060"/>
              <a:gd name="connsiteY1744" fmla="*/ 3288944 h 8839200"/>
              <a:gd name="connsiteX1745" fmla="*/ 4130831 w 15732060"/>
              <a:gd name="connsiteY1745" fmla="*/ 3277764 h 8839200"/>
              <a:gd name="connsiteX1746" fmla="*/ 4118210 w 15732060"/>
              <a:gd name="connsiteY1746" fmla="*/ 3273032 h 8839200"/>
              <a:gd name="connsiteX1747" fmla="*/ 4958864 w 15732060"/>
              <a:gd name="connsiteY1747" fmla="*/ 3183177 h 8839200"/>
              <a:gd name="connsiteX1748" fmla="*/ 4945694 w 15732060"/>
              <a:gd name="connsiteY1748" fmla="*/ 3188527 h 8839200"/>
              <a:gd name="connsiteX1749" fmla="*/ 4945694 w 15732060"/>
              <a:gd name="connsiteY1749" fmla="*/ 3214866 h 8839200"/>
              <a:gd name="connsiteX1750" fmla="*/ 4970386 w 15732060"/>
              <a:gd name="connsiteY1750" fmla="*/ 3216512 h 8839200"/>
              <a:gd name="connsiteX1751" fmla="*/ 5116348 w 15732060"/>
              <a:gd name="connsiteY1751" fmla="*/ 3362475 h 8839200"/>
              <a:gd name="connsiteX1752" fmla="*/ 5342424 w 15732060"/>
              <a:gd name="connsiteY1752" fmla="*/ 3362475 h 8839200"/>
              <a:gd name="connsiteX1753" fmla="*/ 5723792 w 15732060"/>
              <a:gd name="connsiteY1753" fmla="*/ 3743841 h 8839200"/>
              <a:gd name="connsiteX1754" fmla="*/ 5725438 w 15732060"/>
              <a:gd name="connsiteY1754" fmla="*/ 3768533 h 8839200"/>
              <a:gd name="connsiteX1755" fmla="*/ 5751776 w 15732060"/>
              <a:gd name="connsiteY1755" fmla="*/ 3768533 h 8839200"/>
              <a:gd name="connsiteX1756" fmla="*/ 5751776 w 15732060"/>
              <a:gd name="connsiteY1756" fmla="*/ 3742195 h 8839200"/>
              <a:gd name="connsiteX1757" fmla="*/ 5727084 w 15732060"/>
              <a:gd name="connsiteY1757" fmla="*/ 3740549 h 8839200"/>
              <a:gd name="connsiteX1758" fmla="*/ 5344071 w 15732060"/>
              <a:gd name="connsiteY1758" fmla="*/ 3357535 h 8839200"/>
              <a:gd name="connsiteX1759" fmla="*/ 5117995 w 15732060"/>
              <a:gd name="connsiteY1759" fmla="*/ 3357535 h 8839200"/>
              <a:gd name="connsiteX1760" fmla="*/ 4973678 w 15732060"/>
              <a:gd name="connsiteY1760" fmla="*/ 3213220 h 8839200"/>
              <a:gd name="connsiteX1761" fmla="*/ 4972033 w 15732060"/>
              <a:gd name="connsiteY1761" fmla="*/ 3188527 h 8839200"/>
              <a:gd name="connsiteX1762" fmla="*/ 4958864 w 15732060"/>
              <a:gd name="connsiteY1762" fmla="*/ 3183177 h 8839200"/>
              <a:gd name="connsiteX1763" fmla="*/ 55970 w 15732060"/>
              <a:gd name="connsiteY1763" fmla="*/ 2984400 h 8839200"/>
              <a:gd name="connsiteX1764" fmla="*/ 37312 w 15732060"/>
              <a:gd name="connsiteY1764" fmla="*/ 3003057 h 8839200"/>
              <a:gd name="connsiteX1765" fmla="*/ 55970 w 15732060"/>
              <a:gd name="connsiteY1765" fmla="*/ 3021714 h 8839200"/>
              <a:gd name="connsiteX1766" fmla="*/ 74626 w 15732060"/>
              <a:gd name="connsiteY1766" fmla="*/ 3005251 h 8839200"/>
              <a:gd name="connsiteX1767" fmla="*/ 544888 w 15732060"/>
              <a:gd name="connsiteY1767" fmla="*/ 3005251 h 8839200"/>
              <a:gd name="connsiteX1768" fmla="*/ 1083738 w 15732060"/>
              <a:gd name="connsiteY1768" fmla="*/ 3544103 h 8839200"/>
              <a:gd name="connsiteX1769" fmla="*/ 1490347 w 15732060"/>
              <a:gd name="connsiteY1769" fmla="*/ 3544103 h 8839200"/>
              <a:gd name="connsiteX1770" fmla="*/ 1594606 w 15732060"/>
              <a:gd name="connsiteY1770" fmla="*/ 3439845 h 8839200"/>
              <a:gd name="connsiteX1771" fmla="*/ 3079466 w 15732060"/>
              <a:gd name="connsiteY1771" fmla="*/ 3439845 h 8839200"/>
              <a:gd name="connsiteX1772" fmla="*/ 3098124 w 15732060"/>
              <a:gd name="connsiteY1772" fmla="*/ 3456306 h 8839200"/>
              <a:gd name="connsiteX1773" fmla="*/ 3116780 w 15732060"/>
              <a:gd name="connsiteY1773" fmla="*/ 3437650 h 8839200"/>
              <a:gd name="connsiteX1774" fmla="*/ 3098124 w 15732060"/>
              <a:gd name="connsiteY1774" fmla="*/ 3418993 h 8839200"/>
              <a:gd name="connsiteX1775" fmla="*/ 3079466 w 15732060"/>
              <a:gd name="connsiteY1775" fmla="*/ 3435455 h 8839200"/>
              <a:gd name="connsiteX1776" fmla="*/ 1592960 w 15732060"/>
              <a:gd name="connsiteY1776" fmla="*/ 3435455 h 8839200"/>
              <a:gd name="connsiteX1777" fmla="*/ 1488701 w 15732060"/>
              <a:gd name="connsiteY1777" fmla="*/ 3539714 h 8839200"/>
              <a:gd name="connsiteX1778" fmla="*/ 1085934 w 15732060"/>
              <a:gd name="connsiteY1778" fmla="*/ 3539714 h 8839200"/>
              <a:gd name="connsiteX1779" fmla="*/ 547082 w 15732060"/>
              <a:gd name="connsiteY1779" fmla="*/ 3000861 h 8839200"/>
              <a:gd name="connsiteX1780" fmla="*/ 74626 w 15732060"/>
              <a:gd name="connsiteY1780" fmla="*/ 3000861 h 8839200"/>
              <a:gd name="connsiteX1781" fmla="*/ 55970 w 15732060"/>
              <a:gd name="connsiteY1781" fmla="*/ 2984400 h 8839200"/>
              <a:gd name="connsiteX1782" fmla="*/ 15666760 w 15732060"/>
              <a:gd name="connsiteY1782" fmla="*/ 2930076 h 8839200"/>
              <a:gd name="connsiteX1783" fmla="*/ 15648104 w 15732060"/>
              <a:gd name="connsiteY1783" fmla="*/ 2946538 h 8839200"/>
              <a:gd name="connsiteX1784" fmla="*/ 15219546 w 15732060"/>
              <a:gd name="connsiteY1784" fmla="*/ 2946538 h 8839200"/>
              <a:gd name="connsiteX1785" fmla="*/ 14996213 w 15732060"/>
              <a:gd name="connsiteY1785" fmla="*/ 3169870 h 8839200"/>
              <a:gd name="connsiteX1786" fmla="*/ 14421694 w 15732060"/>
              <a:gd name="connsiteY1786" fmla="*/ 3169870 h 8839200"/>
              <a:gd name="connsiteX1787" fmla="*/ 14403039 w 15732060"/>
              <a:gd name="connsiteY1787" fmla="*/ 3153409 h 8839200"/>
              <a:gd name="connsiteX1788" fmla="*/ 14384381 w 15732060"/>
              <a:gd name="connsiteY1788" fmla="*/ 3172065 h 8839200"/>
              <a:gd name="connsiteX1789" fmla="*/ 14403039 w 15732060"/>
              <a:gd name="connsiteY1789" fmla="*/ 3190722 h 8839200"/>
              <a:gd name="connsiteX1790" fmla="*/ 14421694 w 15732060"/>
              <a:gd name="connsiteY1790" fmla="*/ 3174261 h 8839200"/>
              <a:gd name="connsiteX1791" fmla="*/ 14998409 w 15732060"/>
              <a:gd name="connsiteY1791" fmla="*/ 3174261 h 8839200"/>
              <a:gd name="connsiteX1792" fmla="*/ 15221742 w 15732060"/>
              <a:gd name="connsiteY1792" fmla="*/ 2950927 h 8839200"/>
              <a:gd name="connsiteX1793" fmla="*/ 15648104 w 15732060"/>
              <a:gd name="connsiteY1793" fmla="*/ 2950927 h 8839200"/>
              <a:gd name="connsiteX1794" fmla="*/ 15666760 w 15732060"/>
              <a:gd name="connsiteY1794" fmla="*/ 2967389 h 8839200"/>
              <a:gd name="connsiteX1795" fmla="*/ 15685417 w 15732060"/>
              <a:gd name="connsiteY1795" fmla="*/ 2948732 h 8839200"/>
              <a:gd name="connsiteX1796" fmla="*/ 15666760 w 15732060"/>
              <a:gd name="connsiteY1796" fmla="*/ 2930076 h 8839200"/>
              <a:gd name="connsiteX1797" fmla="*/ 3441628 w 15732060"/>
              <a:gd name="connsiteY1797" fmla="*/ 2777529 h 8839200"/>
              <a:gd name="connsiteX1798" fmla="*/ 3441079 w 15732060"/>
              <a:gd name="connsiteY1798" fmla="*/ 2777529 h 8839200"/>
              <a:gd name="connsiteX1799" fmla="*/ 3441344 w 15732060"/>
              <a:gd name="connsiteY1799" fmla="*/ 2777637 h 8839200"/>
              <a:gd name="connsiteX1800" fmla="*/ 11909613 w 15732060"/>
              <a:gd name="connsiteY1800" fmla="*/ 2741313 h 8839200"/>
              <a:gd name="connsiteX1801" fmla="*/ 11890957 w 15732060"/>
              <a:gd name="connsiteY1801" fmla="*/ 2757775 h 8839200"/>
              <a:gd name="connsiteX1802" fmla="*/ 11273637 w 15732060"/>
              <a:gd name="connsiteY1802" fmla="*/ 2757775 h 8839200"/>
              <a:gd name="connsiteX1803" fmla="*/ 11254979 w 15732060"/>
              <a:gd name="connsiteY1803" fmla="*/ 2741313 h 8839200"/>
              <a:gd name="connsiteX1804" fmla="*/ 11236322 w 15732060"/>
              <a:gd name="connsiteY1804" fmla="*/ 2759970 h 8839200"/>
              <a:gd name="connsiteX1805" fmla="*/ 11254979 w 15732060"/>
              <a:gd name="connsiteY1805" fmla="*/ 2778626 h 8839200"/>
              <a:gd name="connsiteX1806" fmla="*/ 11273637 w 15732060"/>
              <a:gd name="connsiteY1806" fmla="*/ 2762165 h 8839200"/>
              <a:gd name="connsiteX1807" fmla="*/ 11890957 w 15732060"/>
              <a:gd name="connsiteY1807" fmla="*/ 2762165 h 8839200"/>
              <a:gd name="connsiteX1808" fmla="*/ 11909613 w 15732060"/>
              <a:gd name="connsiteY1808" fmla="*/ 2778626 h 8839200"/>
              <a:gd name="connsiteX1809" fmla="*/ 11928271 w 15732060"/>
              <a:gd name="connsiteY1809" fmla="*/ 2759970 h 8839200"/>
              <a:gd name="connsiteX1810" fmla="*/ 11909613 w 15732060"/>
              <a:gd name="connsiteY1810" fmla="*/ 2741313 h 8839200"/>
              <a:gd name="connsiteX1811" fmla="*/ 9326745 w 15732060"/>
              <a:gd name="connsiteY1811" fmla="*/ 2650910 h 8839200"/>
              <a:gd name="connsiteX1812" fmla="*/ 9313576 w 15732060"/>
              <a:gd name="connsiteY1812" fmla="*/ 2656260 h 8839200"/>
              <a:gd name="connsiteX1813" fmla="*/ 9311930 w 15732060"/>
              <a:gd name="connsiteY1813" fmla="*/ 2680953 h 8839200"/>
              <a:gd name="connsiteX1814" fmla="*/ 9167066 w 15732060"/>
              <a:gd name="connsiteY1814" fmla="*/ 2825817 h 8839200"/>
              <a:gd name="connsiteX1815" fmla="*/ 9166518 w 15732060"/>
              <a:gd name="connsiteY1815" fmla="*/ 2825817 h 8839200"/>
              <a:gd name="connsiteX1816" fmla="*/ 9165968 w 15732060"/>
              <a:gd name="connsiteY1816" fmla="*/ 2827463 h 8839200"/>
              <a:gd name="connsiteX1817" fmla="*/ 9165968 w 15732060"/>
              <a:gd name="connsiteY1817" fmla="*/ 3018421 h 8839200"/>
              <a:gd name="connsiteX1818" fmla="*/ 8996411 w 15732060"/>
              <a:gd name="connsiteY1818" fmla="*/ 3187978 h 8839200"/>
              <a:gd name="connsiteX1819" fmla="*/ 8971718 w 15732060"/>
              <a:gd name="connsiteY1819" fmla="*/ 3189625 h 8839200"/>
              <a:gd name="connsiteX1820" fmla="*/ 8971718 w 15732060"/>
              <a:gd name="connsiteY1820" fmla="*/ 3215963 h 8839200"/>
              <a:gd name="connsiteX1821" fmla="*/ 8998057 w 15732060"/>
              <a:gd name="connsiteY1821" fmla="*/ 3215963 h 8839200"/>
              <a:gd name="connsiteX1822" fmla="*/ 8999703 w 15732060"/>
              <a:gd name="connsiteY1822" fmla="*/ 3191271 h 8839200"/>
              <a:gd name="connsiteX1823" fmla="*/ 9170358 w 15732060"/>
              <a:gd name="connsiteY1823" fmla="*/ 3020616 h 8839200"/>
              <a:gd name="connsiteX1824" fmla="*/ 9170906 w 15732060"/>
              <a:gd name="connsiteY1824" fmla="*/ 3020616 h 8839200"/>
              <a:gd name="connsiteX1825" fmla="*/ 9170906 w 15732060"/>
              <a:gd name="connsiteY1825" fmla="*/ 2828561 h 8839200"/>
              <a:gd name="connsiteX1826" fmla="*/ 9315223 w 15732060"/>
              <a:gd name="connsiteY1826" fmla="*/ 2684245 h 8839200"/>
              <a:gd name="connsiteX1827" fmla="*/ 9339916 w 15732060"/>
              <a:gd name="connsiteY1827" fmla="*/ 2682599 h 8839200"/>
              <a:gd name="connsiteX1828" fmla="*/ 9339916 w 15732060"/>
              <a:gd name="connsiteY1828" fmla="*/ 2656260 h 8839200"/>
              <a:gd name="connsiteX1829" fmla="*/ 9326745 w 15732060"/>
              <a:gd name="connsiteY1829" fmla="*/ 2650910 h 8839200"/>
              <a:gd name="connsiteX1830" fmla="*/ 2008896 w 15732060"/>
              <a:gd name="connsiteY1830" fmla="*/ 2464342 h 8839200"/>
              <a:gd name="connsiteX1831" fmla="*/ 1995727 w 15732060"/>
              <a:gd name="connsiteY1831" fmla="*/ 2469692 h 8839200"/>
              <a:gd name="connsiteX1832" fmla="*/ 1995727 w 15732060"/>
              <a:gd name="connsiteY1832" fmla="*/ 2496031 h 8839200"/>
              <a:gd name="connsiteX1833" fmla="*/ 2020419 w 15732060"/>
              <a:gd name="connsiteY1833" fmla="*/ 2497678 h 8839200"/>
              <a:gd name="connsiteX1834" fmla="*/ 2146627 w 15732060"/>
              <a:gd name="connsiteY1834" fmla="*/ 2623885 h 8839200"/>
              <a:gd name="connsiteX1835" fmla="*/ 2602621 w 15732060"/>
              <a:gd name="connsiteY1835" fmla="*/ 2623885 h 8839200"/>
              <a:gd name="connsiteX1836" fmla="*/ 2807846 w 15732060"/>
              <a:gd name="connsiteY1836" fmla="*/ 2829110 h 8839200"/>
              <a:gd name="connsiteX1837" fmla="*/ 2809492 w 15732060"/>
              <a:gd name="connsiteY1837" fmla="*/ 2853802 h 8839200"/>
              <a:gd name="connsiteX1838" fmla="*/ 2835831 w 15732060"/>
              <a:gd name="connsiteY1838" fmla="*/ 2853802 h 8839200"/>
              <a:gd name="connsiteX1839" fmla="*/ 2835831 w 15732060"/>
              <a:gd name="connsiteY1839" fmla="*/ 2827463 h 8839200"/>
              <a:gd name="connsiteX1840" fmla="*/ 2811138 w 15732060"/>
              <a:gd name="connsiteY1840" fmla="*/ 2825817 h 8839200"/>
              <a:gd name="connsiteX1841" fmla="*/ 2604266 w 15732060"/>
              <a:gd name="connsiteY1841" fmla="*/ 2618947 h 8839200"/>
              <a:gd name="connsiteX1842" fmla="*/ 2148273 w 15732060"/>
              <a:gd name="connsiteY1842" fmla="*/ 2618947 h 8839200"/>
              <a:gd name="connsiteX1843" fmla="*/ 2023712 w 15732060"/>
              <a:gd name="connsiteY1843" fmla="*/ 2494385 h 8839200"/>
              <a:gd name="connsiteX1844" fmla="*/ 2022066 w 15732060"/>
              <a:gd name="connsiteY1844" fmla="*/ 2469692 h 8839200"/>
              <a:gd name="connsiteX1845" fmla="*/ 2008896 w 15732060"/>
              <a:gd name="connsiteY1845" fmla="*/ 2464342 h 8839200"/>
              <a:gd name="connsiteX1846" fmla="*/ 77370 w 15732060"/>
              <a:gd name="connsiteY1846" fmla="*/ 2377506 h 8839200"/>
              <a:gd name="connsiteX1847" fmla="*/ 58714 w 15732060"/>
              <a:gd name="connsiteY1847" fmla="*/ 2396163 h 8839200"/>
              <a:gd name="connsiteX1848" fmla="*/ 77370 w 15732060"/>
              <a:gd name="connsiteY1848" fmla="*/ 2414820 h 8839200"/>
              <a:gd name="connsiteX1849" fmla="*/ 96026 w 15732060"/>
              <a:gd name="connsiteY1849" fmla="*/ 2398357 h 8839200"/>
              <a:gd name="connsiteX1850" fmla="*/ 935582 w 15732060"/>
              <a:gd name="connsiteY1850" fmla="*/ 2398357 h 8839200"/>
              <a:gd name="connsiteX1851" fmla="*/ 1728496 w 15732060"/>
              <a:gd name="connsiteY1851" fmla="*/ 3191271 h 8839200"/>
              <a:gd name="connsiteX1852" fmla="*/ 3514060 w 15732060"/>
              <a:gd name="connsiteY1852" fmla="*/ 3191271 h 8839200"/>
              <a:gd name="connsiteX1853" fmla="*/ 3938776 w 15732060"/>
              <a:gd name="connsiteY1853" fmla="*/ 3615987 h 8839200"/>
              <a:gd name="connsiteX1854" fmla="*/ 4752542 w 15732060"/>
              <a:gd name="connsiteY1854" fmla="*/ 3615987 h 8839200"/>
              <a:gd name="connsiteX1855" fmla="*/ 5081230 w 15732060"/>
              <a:gd name="connsiteY1855" fmla="*/ 3944675 h 8839200"/>
              <a:gd name="connsiteX1856" fmla="*/ 6690103 w 15732060"/>
              <a:gd name="connsiteY1856" fmla="*/ 3944675 h 8839200"/>
              <a:gd name="connsiteX1857" fmla="*/ 6690103 w 15732060"/>
              <a:gd name="connsiteY1857" fmla="*/ 3939737 h 8839200"/>
              <a:gd name="connsiteX1858" fmla="*/ 5082876 w 15732060"/>
              <a:gd name="connsiteY1858" fmla="*/ 3939737 h 8839200"/>
              <a:gd name="connsiteX1859" fmla="*/ 4754188 w 15732060"/>
              <a:gd name="connsiteY1859" fmla="*/ 3611049 h 8839200"/>
              <a:gd name="connsiteX1860" fmla="*/ 3940422 w 15732060"/>
              <a:gd name="connsiteY1860" fmla="*/ 3611049 h 8839200"/>
              <a:gd name="connsiteX1861" fmla="*/ 3515706 w 15732060"/>
              <a:gd name="connsiteY1861" fmla="*/ 3186331 h 8839200"/>
              <a:gd name="connsiteX1862" fmla="*/ 3515706 w 15732060"/>
              <a:gd name="connsiteY1862" fmla="*/ 3186881 h 8839200"/>
              <a:gd name="connsiteX1863" fmla="*/ 1730142 w 15732060"/>
              <a:gd name="connsiteY1863" fmla="*/ 3186881 h 8839200"/>
              <a:gd name="connsiteX1864" fmla="*/ 937228 w 15732060"/>
              <a:gd name="connsiteY1864" fmla="*/ 2393968 h 8839200"/>
              <a:gd name="connsiteX1865" fmla="*/ 96026 w 15732060"/>
              <a:gd name="connsiteY1865" fmla="*/ 2393968 h 8839200"/>
              <a:gd name="connsiteX1866" fmla="*/ 77370 w 15732060"/>
              <a:gd name="connsiteY1866" fmla="*/ 2377506 h 8839200"/>
              <a:gd name="connsiteX1867" fmla="*/ 12415254 w 15732060"/>
              <a:gd name="connsiteY1867" fmla="*/ 2285761 h 8839200"/>
              <a:gd name="connsiteX1868" fmla="*/ 12414993 w 15732060"/>
              <a:gd name="connsiteY1868" fmla="*/ 2285868 h 8839200"/>
              <a:gd name="connsiteX1869" fmla="*/ 12415540 w 15732060"/>
              <a:gd name="connsiteY1869" fmla="*/ 2285868 h 8839200"/>
              <a:gd name="connsiteX1870" fmla="*/ 12414993 w 15732060"/>
              <a:gd name="connsiteY1870" fmla="*/ 2248554 h 8839200"/>
              <a:gd name="connsiteX1871" fmla="*/ 12396335 w 15732060"/>
              <a:gd name="connsiteY1871" fmla="*/ 2265017 h 8839200"/>
              <a:gd name="connsiteX1872" fmla="*/ 11202302 w 15732060"/>
              <a:gd name="connsiteY1872" fmla="*/ 2265017 h 8839200"/>
              <a:gd name="connsiteX1873" fmla="*/ 11135905 w 15732060"/>
              <a:gd name="connsiteY1873" fmla="*/ 2331412 h 8839200"/>
              <a:gd name="connsiteX1874" fmla="*/ 11111212 w 15732060"/>
              <a:gd name="connsiteY1874" fmla="*/ 2333059 h 8839200"/>
              <a:gd name="connsiteX1875" fmla="*/ 11111212 w 15732060"/>
              <a:gd name="connsiteY1875" fmla="*/ 2359398 h 8839200"/>
              <a:gd name="connsiteX1876" fmla="*/ 11137551 w 15732060"/>
              <a:gd name="connsiteY1876" fmla="*/ 2359398 h 8839200"/>
              <a:gd name="connsiteX1877" fmla="*/ 11139198 w 15732060"/>
              <a:gd name="connsiteY1877" fmla="*/ 2334705 h 8839200"/>
              <a:gd name="connsiteX1878" fmla="*/ 11204496 w 15732060"/>
              <a:gd name="connsiteY1878" fmla="*/ 2269406 h 8839200"/>
              <a:gd name="connsiteX1879" fmla="*/ 12396885 w 15732060"/>
              <a:gd name="connsiteY1879" fmla="*/ 2269406 h 8839200"/>
              <a:gd name="connsiteX1880" fmla="*/ 12402921 w 15732060"/>
              <a:gd name="connsiteY1880" fmla="*/ 2281135 h 8839200"/>
              <a:gd name="connsiteX1881" fmla="*/ 12415254 w 15732060"/>
              <a:gd name="connsiteY1881" fmla="*/ 2285761 h 8839200"/>
              <a:gd name="connsiteX1882" fmla="*/ 12428230 w 15732060"/>
              <a:gd name="connsiteY1882" fmla="*/ 2280449 h 8839200"/>
              <a:gd name="connsiteX1883" fmla="*/ 12433649 w 15732060"/>
              <a:gd name="connsiteY1883" fmla="*/ 2267211 h 8839200"/>
              <a:gd name="connsiteX1884" fmla="*/ 12414993 w 15732060"/>
              <a:gd name="connsiteY1884" fmla="*/ 2248554 h 8839200"/>
              <a:gd name="connsiteX1885" fmla="*/ 3602405 w 15732060"/>
              <a:gd name="connsiteY1885" fmla="*/ 1914516 h 8839200"/>
              <a:gd name="connsiteX1886" fmla="*/ 3589235 w 15732060"/>
              <a:gd name="connsiteY1886" fmla="*/ 1919866 h 8839200"/>
              <a:gd name="connsiteX1887" fmla="*/ 3589235 w 15732060"/>
              <a:gd name="connsiteY1887" fmla="*/ 1946205 h 8839200"/>
              <a:gd name="connsiteX1888" fmla="*/ 3613928 w 15732060"/>
              <a:gd name="connsiteY1888" fmla="*/ 1947850 h 8839200"/>
              <a:gd name="connsiteX1889" fmla="*/ 3759891 w 15732060"/>
              <a:gd name="connsiteY1889" fmla="*/ 2093813 h 8839200"/>
              <a:gd name="connsiteX1890" fmla="*/ 3985967 w 15732060"/>
              <a:gd name="connsiteY1890" fmla="*/ 2093813 h 8839200"/>
              <a:gd name="connsiteX1891" fmla="*/ 4367334 w 15732060"/>
              <a:gd name="connsiteY1891" fmla="*/ 2475180 h 8839200"/>
              <a:gd name="connsiteX1892" fmla="*/ 4368980 w 15732060"/>
              <a:gd name="connsiteY1892" fmla="*/ 2499872 h 8839200"/>
              <a:gd name="connsiteX1893" fmla="*/ 4395319 w 15732060"/>
              <a:gd name="connsiteY1893" fmla="*/ 2499872 h 8839200"/>
              <a:gd name="connsiteX1894" fmla="*/ 4395319 w 15732060"/>
              <a:gd name="connsiteY1894" fmla="*/ 2473533 h 8839200"/>
              <a:gd name="connsiteX1895" fmla="*/ 4370626 w 15732060"/>
              <a:gd name="connsiteY1895" fmla="*/ 2471887 h 8839200"/>
              <a:gd name="connsiteX1896" fmla="*/ 3987613 w 15732060"/>
              <a:gd name="connsiteY1896" fmla="*/ 2088874 h 8839200"/>
              <a:gd name="connsiteX1897" fmla="*/ 3761536 w 15732060"/>
              <a:gd name="connsiteY1897" fmla="*/ 2088874 h 8839200"/>
              <a:gd name="connsiteX1898" fmla="*/ 3617221 w 15732060"/>
              <a:gd name="connsiteY1898" fmla="*/ 1944558 h 8839200"/>
              <a:gd name="connsiteX1899" fmla="*/ 3615574 w 15732060"/>
              <a:gd name="connsiteY1899" fmla="*/ 1919866 h 8839200"/>
              <a:gd name="connsiteX1900" fmla="*/ 3602405 w 15732060"/>
              <a:gd name="connsiteY1900" fmla="*/ 1914516 h 8839200"/>
              <a:gd name="connsiteX1901" fmla="*/ 15702977 w 15732060"/>
              <a:gd name="connsiteY1901" fmla="*/ 1721226 h 8839200"/>
              <a:gd name="connsiteX1902" fmla="*/ 15684320 w 15732060"/>
              <a:gd name="connsiteY1902" fmla="*/ 1737688 h 8839200"/>
              <a:gd name="connsiteX1903" fmla="*/ 15352887 w 15732060"/>
              <a:gd name="connsiteY1903" fmla="*/ 1737688 h 8839200"/>
              <a:gd name="connsiteX1904" fmla="*/ 13998624 w 15732060"/>
              <a:gd name="connsiteY1904" fmla="*/ 3091951 h 8839200"/>
              <a:gd name="connsiteX1905" fmla="*/ 13998624 w 15732060"/>
              <a:gd name="connsiteY1905" fmla="*/ 3091402 h 8839200"/>
              <a:gd name="connsiteX1906" fmla="*/ 12688260 w 15732060"/>
              <a:gd name="connsiteY1906" fmla="*/ 3091402 h 8839200"/>
              <a:gd name="connsiteX1907" fmla="*/ 12532421 w 15732060"/>
              <a:gd name="connsiteY1907" fmla="*/ 3247241 h 8839200"/>
              <a:gd name="connsiteX1908" fmla="*/ 11067863 w 15732060"/>
              <a:gd name="connsiteY1908" fmla="*/ 3247241 h 8839200"/>
              <a:gd name="connsiteX1909" fmla="*/ 10414875 w 15732060"/>
              <a:gd name="connsiteY1909" fmla="*/ 3900228 h 8839200"/>
              <a:gd name="connsiteX1910" fmla="*/ 10259037 w 15732060"/>
              <a:gd name="connsiteY1910" fmla="*/ 3900228 h 8839200"/>
              <a:gd name="connsiteX1911" fmla="*/ 10101551 w 15732060"/>
              <a:gd name="connsiteY1911" fmla="*/ 4057714 h 8839200"/>
              <a:gd name="connsiteX1912" fmla="*/ 9039760 w 15732060"/>
              <a:gd name="connsiteY1912" fmla="*/ 4057714 h 8839200"/>
              <a:gd name="connsiteX1913" fmla="*/ 9039760 w 15732060"/>
              <a:gd name="connsiteY1913" fmla="*/ 4062653 h 8839200"/>
              <a:gd name="connsiteX1914" fmla="*/ 10103746 w 15732060"/>
              <a:gd name="connsiteY1914" fmla="*/ 4062653 h 8839200"/>
              <a:gd name="connsiteX1915" fmla="*/ 10261232 w 15732060"/>
              <a:gd name="connsiteY1915" fmla="*/ 3905167 h 8839200"/>
              <a:gd name="connsiteX1916" fmla="*/ 10417070 w 15732060"/>
              <a:gd name="connsiteY1916" fmla="*/ 3905167 h 8839200"/>
              <a:gd name="connsiteX1917" fmla="*/ 11070058 w 15732060"/>
              <a:gd name="connsiteY1917" fmla="*/ 3252180 h 8839200"/>
              <a:gd name="connsiteX1918" fmla="*/ 12534616 w 15732060"/>
              <a:gd name="connsiteY1918" fmla="*/ 3252180 h 8839200"/>
              <a:gd name="connsiteX1919" fmla="*/ 12690455 w 15732060"/>
              <a:gd name="connsiteY1919" fmla="*/ 3096341 h 8839200"/>
              <a:gd name="connsiteX1920" fmla="*/ 14000819 w 15732060"/>
              <a:gd name="connsiteY1920" fmla="*/ 3096341 h 8839200"/>
              <a:gd name="connsiteX1921" fmla="*/ 15355083 w 15732060"/>
              <a:gd name="connsiteY1921" fmla="*/ 1742078 h 8839200"/>
              <a:gd name="connsiteX1922" fmla="*/ 15684320 w 15732060"/>
              <a:gd name="connsiteY1922" fmla="*/ 1742078 h 8839200"/>
              <a:gd name="connsiteX1923" fmla="*/ 15702977 w 15732060"/>
              <a:gd name="connsiteY1923" fmla="*/ 1758539 h 8839200"/>
              <a:gd name="connsiteX1924" fmla="*/ 15721633 w 15732060"/>
              <a:gd name="connsiteY1924" fmla="*/ 1739882 h 8839200"/>
              <a:gd name="connsiteX1925" fmla="*/ 15702977 w 15732060"/>
              <a:gd name="connsiteY1925" fmla="*/ 1721226 h 8839200"/>
              <a:gd name="connsiteX1926" fmla="*/ 12427065 w 15732060"/>
              <a:gd name="connsiteY1926" fmla="*/ 1718071 h 8839200"/>
              <a:gd name="connsiteX1927" fmla="*/ 12413896 w 15732060"/>
              <a:gd name="connsiteY1927" fmla="*/ 1723421 h 8839200"/>
              <a:gd name="connsiteX1928" fmla="*/ 12412249 w 15732060"/>
              <a:gd name="connsiteY1928" fmla="*/ 1748113 h 8839200"/>
              <a:gd name="connsiteX1929" fmla="*/ 12160931 w 15732060"/>
              <a:gd name="connsiteY1929" fmla="*/ 1999431 h 8839200"/>
              <a:gd name="connsiteX1930" fmla="*/ 10934521 w 15732060"/>
              <a:gd name="connsiteY1930" fmla="*/ 1999431 h 8839200"/>
              <a:gd name="connsiteX1931" fmla="*/ 10934521 w 15732060"/>
              <a:gd name="connsiteY1931" fmla="*/ 1998883 h 8839200"/>
              <a:gd name="connsiteX1932" fmla="*/ 10088382 w 15732060"/>
              <a:gd name="connsiteY1932" fmla="*/ 2845023 h 8839200"/>
              <a:gd name="connsiteX1933" fmla="*/ 10087833 w 15732060"/>
              <a:gd name="connsiteY1933" fmla="*/ 2845023 h 8839200"/>
              <a:gd name="connsiteX1934" fmla="*/ 10087833 w 15732060"/>
              <a:gd name="connsiteY1934" fmla="*/ 3320222 h 8839200"/>
              <a:gd name="connsiteX1935" fmla="*/ 9699333 w 15732060"/>
              <a:gd name="connsiteY1935" fmla="*/ 3708721 h 8839200"/>
              <a:gd name="connsiteX1936" fmla="*/ 8995314 w 15732060"/>
              <a:gd name="connsiteY1936" fmla="*/ 3708721 h 8839200"/>
              <a:gd name="connsiteX1937" fmla="*/ 8995314 w 15732060"/>
              <a:gd name="connsiteY1937" fmla="*/ 3713661 h 8839200"/>
              <a:gd name="connsiteX1938" fmla="*/ 9701528 w 15732060"/>
              <a:gd name="connsiteY1938" fmla="*/ 3713661 h 8839200"/>
              <a:gd name="connsiteX1939" fmla="*/ 10092222 w 15732060"/>
              <a:gd name="connsiteY1939" fmla="*/ 3322966 h 8839200"/>
              <a:gd name="connsiteX1940" fmla="*/ 10092771 w 15732060"/>
              <a:gd name="connsiteY1940" fmla="*/ 3322966 h 8839200"/>
              <a:gd name="connsiteX1941" fmla="*/ 10092771 w 15732060"/>
              <a:gd name="connsiteY1941" fmla="*/ 2847767 h 8839200"/>
              <a:gd name="connsiteX1942" fmla="*/ 10936717 w 15732060"/>
              <a:gd name="connsiteY1942" fmla="*/ 2003821 h 8839200"/>
              <a:gd name="connsiteX1943" fmla="*/ 12163125 w 15732060"/>
              <a:gd name="connsiteY1943" fmla="*/ 2003821 h 8839200"/>
              <a:gd name="connsiteX1944" fmla="*/ 12415540 w 15732060"/>
              <a:gd name="connsiteY1944" fmla="*/ 1751406 h 8839200"/>
              <a:gd name="connsiteX1945" fmla="*/ 12440234 w 15732060"/>
              <a:gd name="connsiteY1945" fmla="*/ 1749760 h 8839200"/>
              <a:gd name="connsiteX1946" fmla="*/ 12440234 w 15732060"/>
              <a:gd name="connsiteY1946" fmla="*/ 1723421 h 8839200"/>
              <a:gd name="connsiteX1947" fmla="*/ 12427065 w 15732060"/>
              <a:gd name="connsiteY1947" fmla="*/ 1718071 h 8839200"/>
              <a:gd name="connsiteX1948" fmla="*/ 3845149 w 15732060"/>
              <a:gd name="connsiteY1948" fmla="*/ 1685353 h 8839200"/>
              <a:gd name="connsiteX1949" fmla="*/ 3831774 w 15732060"/>
              <a:gd name="connsiteY1949" fmla="*/ 1690497 h 8839200"/>
              <a:gd name="connsiteX1950" fmla="*/ 3831774 w 15732060"/>
              <a:gd name="connsiteY1950" fmla="*/ 1716836 h 8839200"/>
              <a:gd name="connsiteX1951" fmla="*/ 3856466 w 15732060"/>
              <a:gd name="connsiteY1951" fmla="*/ 1718482 h 8839200"/>
              <a:gd name="connsiteX1952" fmla="*/ 4202166 w 15732060"/>
              <a:gd name="connsiteY1952" fmla="*/ 2064181 h 8839200"/>
              <a:gd name="connsiteX1953" fmla="*/ 4745408 w 15732060"/>
              <a:gd name="connsiteY1953" fmla="*/ 2064181 h 8839200"/>
              <a:gd name="connsiteX1954" fmla="*/ 5736961 w 15732060"/>
              <a:gd name="connsiteY1954" fmla="*/ 3055735 h 8839200"/>
              <a:gd name="connsiteX1955" fmla="*/ 5738606 w 15732060"/>
              <a:gd name="connsiteY1955" fmla="*/ 3080427 h 8839200"/>
              <a:gd name="connsiteX1956" fmla="*/ 5764946 w 15732060"/>
              <a:gd name="connsiteY1956" fmla="*/ 3080427 h 8839200"/>
              <a:gd name="connsiteX1957" fmla="*/ 5764946 w 15732060"/>
              <a:gd name="connsiteY1957" fmla="*/ 3054088 h 8839200"/>
              <a:gd name="connsiteX1958" fmla="*/ 5740254 w 15732060"/>
              <a:gd name="connsiteY1958" fmla="*/ 3052442 h 8839200"/>
              <a:gd name="connsiteX1959" fmla="*/ 4747054 w 15732060"/>
              <a:gd name="connsiteY1959" fmla="*/ 2059243 h 8839200"/>
              <a:gd name="connsiteX1960" fmla="*/ 4203812 w 15732060"/>
              <a:gd name="connsiteY1960" fmla="*/ 2059243 h 8839200"/>
              <a:gd name="connsiteX1961" fmla="*/ 3859759 w 15732060"/>
              <a:gd name="connsiteY1961" fmla="*/ 1715189 h 8839200"/>
              <a:gd name="connsiteX1962" fmla="*/ 3858113 w 15732060"/>
              <a:gd name="connsiteY1962" fmla="*/ 1690497 h 8839200"/>
              <a:gd name="connsiteX1963" fmla="*/ 3845149 w 15732060"/>
              <a:gd name="connsiteY1963" fmla="*/ 1685353 h 8839200"/>
              <a:gd name="connsiteX1964" fmla="*/ 13497086 w 15732060"/>
              <a:gd name="connsiteY1964" fmla="*/ 1506124 h 8839200"/>
              <a:gd name="connsiteX1965" fmla="*/ 13478430 w 15732060"/>
              <a:gd name="connsiteY1965" fmla="*/ 1522586 h 8839200"/>
              <a:gd name="connsiteX1966" fmla="*/ 12637776 w 15732060"/>
              <a:gd name="connsiteY1966" fmla="*/ 1522586 h 8839200"/>
              <a:gd name="connsiteX1967" fmla="*/ 12571381 w 15732060"/>
              <a:gd name="connsiteY1967" fmla="*/ 1588982 h 8839200"/>
              <a:gd name="connsiteX1968" fmla="*/ 12546688 w 15732060"/>
              <a:gd name="connsiteY1968" fmla="*/ 1590628 h 8839200"/>
              <a:gd name="connsiteX1969" fmla="*/ 12546688 w 15732060"/>
              <a:gd name="connsiteY1969" fmla="*/ 1616967 h 8839200"/>
              <a:gd name="connsiteX1970" fmla="*/ 12573027 w 15732060"/>
              <a:gd name="connsiteY1970" fmla="*/ 1616967 h 8839200"/>
              <a:gd name="connsiteX1971" fmla="*/ 12574673 w 15732060"/>
              <a:gd name="connsiteY1971" fmla="*/ 1592275 h 8839200"/>
              <a:gd name="connsiteX1972" fmla="*/ 12639972 w 15732060"/>
              <a:gd name="connsiteY1972" fmla="*/ 1526976 h 8839200"/>
              <a:gd name="connsiteX1973" fmla="*/ 13478430 w 15732060"/>
              <a:gd name="connsiteY1973" fmla="*/ 1526976 h 8839200"/>
              <a:gd name="connsiteX1974" fmla="*/ 13497086 w 15732060"/>
              <a:gd name="connsiteY1974" fmla="*/ 1543438 h 8839200"/>
              <a:gd name="connsiteX1975" fmla="*/ 13515743 w 15732060"/>
              <a:gd name="connsiteY1975" fmla="*/ 1524781 h 8839200"/>
              <a:gd name="connsiteX1976" fmla="*/ 13497086 w 15732060"/>
              <a:gd name="connsiteY1976" fmla="*/ 1506124 h 8839200"/>
              <a:gd name="connsiteX1977" fmla="*/ 6641266 w 15732060"/>
              <a:gd name="connsiteY1977" fmla="*/ 1485410 h 8839200"/>
              <a:gd name="connsiteX1978" fmla="*/ 6628097 w 15732060"/>
              <a:gd name="connsiteY1978" fmla="*/ 1490760 h 8839200"/>
              <a:gd name="connsiteX1979" fmla="*/ 6628097 w 15732060"/>
              <a:gd name="connsiteY1979" fmla="*/ 1517099 h 8839200"/>
              <a:gd name="connsiteX1980" fmla="*/ 6652789 w 15732060"/>
              <a:gd name="connsiteY1980" fmla="*/ 1518744 h 8839200"/>
              <a:gd name="connsiteX1981" fmla="*/ 6797106 w 15732060"/>
              <a:gd name="connsiteY1981" fmla="*/ 1663061 h 8839200"/>
              <a:gd name="connsiteX1982" fmla="*/ 6797106 w 15732060"/>
              <a:gd name="connsiteY1982" fmla="*/ 1889137 h 8839200"/>
              <a:gd name="connsiteX1983" fmla="*/ 7180118 w 15732060"/>
              <a:gd name="connsiteY1983" fmla="*/ 2272150 h 8839200"/>
              <a:gd name="connsiteX1984" fmla="*/ 7181764 w 15732060"/>
              <a:gd name="connsiteY1984" fmla="*/ 2296842 h 8839200"/>
              <a:gd name="connsiteX1985" fmla="*/ 7208103 w 15732060"/>
              <a:gd name="connsiteY1985" fmla="*/ 2296842 h 8839200"/>
              <a:gd name="connsiteX1986" fmla="*/ 7208103 w 15732060"/>
              <a:gd name="connsiteY1986" fmla="*/ 2270503 h 8839200"/>
              <a:gd name="connsiteX1987" fmla="*/ 7183411 w 15732060"/>
              <a:gd name="connsiteY1987" fmla="*/ 2268858 h 8839200"/>
              <a:gd name="connsiteX1988" fmla="*/ 6802044 w 15732060"/>
              <a:gd name="connsiteY1988" fmla="*/ 1887490 h 8839200"/>
              <a:gd name="connsiteX1989" fmla="*/ 6802044 w 15732060"/>
              <a:gd name="connsiteY1989" fmla="*/ 1661414 h 8839200"/>
              <a:gd name="connsiteX1990" fmla="*/ 6656082 w 15732060"/>
              <a:gd name="connsiteY1990" fmla="*/ 1515452 h 8839200"/>
              <a:gd name="connsiteX1991" fmla="*/ 6654436 w 15732060"/>
              <a:gd name="connsiteY1991" fmla="*/ 1490760 h 8839200"/>
              <a:gd name="connsiteX1992" fmla="*/ 6641266 w 15732060"/>
              <a:gd name="connsiteY1992" fmla="*/ 1485410 h 8839200"/>
              <a:gd name="connsiteX1993" fmla="*/ 33472 w 15732060"/>
              <a:gd name="connsiteY1993" fmla="*/ 1395830 h 8839200"/>
              <a:gd name="connsiteX1994" fmla="*/ 14814 w 15732060"/>
              <a:gd name="connsiteY1994" fmla="*/ 1414487 h 8839200"/>
              <a:gd name="connsiteX1995" fmla="*/ 33472 w 15732060"/>
              <a:gd name="connsiteY1995" fmla="*/ 1433143 h 8839200"/>
              <a:gd name="connsiteX1996" fmla="*/ 52128 w 15732060"/>
              <a:gd name="connsiteY1996" fmla="*/ 1416681 h 8839200"/>
              <a:gd name="connsiteX1997" fmla="*/ 219492 w 15732060"/>
              <a:gd name="connsiteY1997" fmla="*/ 1416681 h 8839200"/>
              <a:gd name="connsiteX1998" fmla="*/ 796206 w 15732060"/>
              <a:gd name="connsiteY1998" fmla="*/ 1993396 h 8839200"/>
              <a:gd name="connsiteX1999" fmla="*/ 1512845 w 15732060"/>
              <a:gd name="connsiteY1999" fmla="*/ 1993396 h 8839200"/>
              <a:gd name="connsiteX2000" fmla="*/ 1769651 w 15732060"/>
              <a:gd name="connsiteY2000" fmla="*/ 2250201 h 8839200"/>
              <a:gd name="connsiteX2001" fmla="*/ 2471474 w 15732060"/>
              <a:gd name="connsiteY2001" fmla="*/ 2250201 h 8839200"/>
              <a:gd name="connsiteX2002" fmla="*/ 3019655 w 15732060"/>
              <a:gd name="connsiteY2002" fmla="*/ 2798381 h 8839200"/>
              <a:gd name="connsiteX2003" fmla="*/ 3422422 w 15732060"/>
              <a:gd name="connsiteY2003" fmla="*/ 2798381 h 8839200"/>
              <a:gd name="connsiteX2004" fmla="*/ 3441079 w 15732060"/>
              <a:gd name="connsiteY2004" fmla="*/ 2814843 h 8839200"/>
              <a:gd name="connsiteX2005" fmla="*/ 3459736 w 15732060"/>
              <a:gd name="connsiteY2005" fmla="*/ 2796186 h 8839200"/>
              <a:gd name="connsiteX2006" fmla="*/ 3454317 w 15732060"/>
              <a:gd name="connsiteY2006" fmla="*/ 2782948 h 8839200"/>
              <a:gd name="connsiteX2007" fmla="*/ 3441344 w 15732060"/>
              <a:gd name="connsiteY2007" fmla="*/ 2777637 h 8839200"/>
              <a:gd name="connsiteX2008" fmla="*/ 3429212 w 15732060"/>
              <a:gd name="connsiteY2008" fmla="*/ 2782262 h 8839200"/>
              <a:gd name="connsiteX2009" fmla="*/ 3422971 w 15732060"/>
              <a:gd name="connsiteY2009" fmla="*/ 2793991 h 8839200"/>
              <a:gd name="connsiteX2010" fmla="*/ 3021849 w 15732060"/>
              <a:gd name="connsiteY2010" fmla="*/ 2793991 h 8839200"/>
              <a:gd name="connsiteX2011" fmla="*/ 2473670 w 15732060"/>
              <a:gd name="connsiteY2011" fmla="*/ 2245811 h 8839200"/>
              <a:gd name="connsiteX2012" fmla="*/ 1771845 w 15732060"/>
              <a:gd name="connsiteY2012" fmla="*/ 2245811 h 8839200"/>
              <a:gd name="connsiteX2013" fmla="*/ 1515040 w 15732060"/>
              <a:gd name="connsiteY2013" fmla="*/ 1989005 h 8839200"/>
              <a:gd name="connsiteX2014" fmla="*/ 798400 w 15732060"/>
              <a:gd name="connsiteY2014" fmla="*/ 1989005 h 8839200"/>
              <a:gd name="connsiteX2015" fmla="*/ 221686 w 15732060"/>
              <a:gd name="connsiteY2015" fmla="*/ 1412291 h 8839200"/>
              <a:gd name="connsiteX2016" fmla="*/ 52128 w 15732060"/>
              <a:gd name="connsiteY2016" fmla="*/ 1412291 h 8839200"/>
              <a:gd name="connsiteX2017" fmla="*/ 33472 w 15732060"/>
              <a:gd name="connsiteY2017" fmla="*/ 1395830 h 8839200"/>
              <a:gd name="connsiteX2018" fmla="*/ 9174747 w 15732060"/>
              <a:gd name="connsiteY2018" fmla="*/ 1151234 h 8839200"/>
              <a:gd name="connsiteX2019" fmla="*/ 9161578 w 15732060"/>
              <a:gd name="connsiteY2019" fmla="*/ 1156584 h 8839200"/>
              <a:gd name="connsiteX2020" fmla="*/ 9159932 w 15732060"/>
              <a:gd name="connsiteY2020" fmla="*/ 1181277 h 8839200"/>
              <a:gd name="connsiteX2021" fmla="*/ 8988180 w 15732060"/>
              <a:gd name="connsiteY2021" fmla="*/ 1353028 h 8839200"/>
              <a:gd name="connsiteX2022" fmla="*/ 8987631 w 15732060"/>
              <a:gd name="connsiteY2022" fmla="*/ 1353028 h 8839200"/>
              <a:gd name="connsiteX2023" fmla="*/ 8987631 w 15732060"/>
              <a:gd name="connsiteY2023" fmla="*/ 1353577 h 8839200"/>
              <a:gd name="connsiteX2024" fmla="*/ 8987631 w 15732060"/>
              <a:gd name="connsiteY2024" fmla="*/ 2131126 h 8839200"/>
              <a:gd name="connsiteX2025" fmla="*/ 8971169 w 15732060"/>
              <a:gd name="connsiteY2025" fmla="*/ 2149783 h 8839200"/>
              <a:gd name="connsiteX2026" fmla="*/ 8989826 w 15732060"/>
              <a:gd name="connsiteY2026" fmla="*/ 2168440 h 8839200"/>
              <a:gd name="connsiteX2027" fmla="*/ 9008483 w 15732060"/>
              <a:gd name="connsiteY2027" fmla="*/ 2149783 h 8839200"/>
              <a:gd name="connsiteX2028" fmla="*/ 8992021 w 15732060"/>
              <a:gd name="connsiteY2028" fmla="*/ 2131126 h 8839200"/>
              <a:gd name="connsiteX2029" fmla="*/ 8992021 w 15732060"/>
              <a:gd name="connsiteY2029" fmla="*/ 1355772 h 8839200"/>
              <a:gd name="connsiteX2030" fmla="*/ 9163224 w 15732060"/>
              <a:gd name="connsiteY2030" fmla="*/ 1184568 h 8839200"/>
              <a:gd name="connsiteX2031" fmla="*/ 9187917 w 15732060"/>
              <a:gd name="connsiteY2031" fmla="*/ 1182923 h 8839200"/>
              <a:gd name="connsiteX2032" fmla="*/ 9187917 w 15732060"/>
              <a:gd name="connsiteY2032" fmla="*/ 1156584 h 8839200"/>
              <a:gd name="connsiteX2033" fmla="*/ 9174747 w 15732060"/>
              <a:gd name="connsiteY2033" fmla="*/ 1151234 h 8839200"/>
              <a:gd name="connsiteX2034" fmla="*/ 15646457 w 15732060"/>
              <a:gd name="connsiteY2034" fmla="*/ 1093480 h 8839200"/>
              <a:gd name="connsiteX2035" fmla="*/ 15627801 w 15732060"/>
              <a:gd name="connsiteY2035" fmla="*/ 1109942 h 8839200"/>
              <a:gd name="connsiteX2036" fmla="*/ 15261799 w 15732060"/>
              <a:gd name="connsiteY2036" fmla="*/ 1109942 h 8839200"/>
              <a:gd name="connsiteX2037" fmla="*/ 14370115 w 15732060"/>
              <a:gd name="connsiteY2037" fmla="*/ 2001627 h 8839200"/>
              <a:gd name="connsiteX2038" fmla="*/ 12913787 w 15732060"/>
              <a:gd name="connsiteY2038" fmla="*/ 2001627 h 8839200"/>
              <a:gd name="connsiteX2039" fmla="*/ 12637776 w 15732060"/>
              <a:gd name="connsiteY2039" fmla="*/ 2277637 h 8839200"/>
              <a:gd name="connsiteX2040" fmla="*/ 12613083 w 15732060"/>
              <a:gd name="connsiteY2040" fmla="*/ 2279283 h 8839200"/>
              <a:gd name="connsiteX2041" fmla="*/ 12613083 w 15732060"/>
              <a:gd name="connsiteY2041" fmla="*/ 2305623 h 8839200"/>
              <a:gd name="connsiteX2042" fmla="*/ 12639422 w 15732060"/>
              <a:gd name="connsiteY2042" fmla="*/ 2305623 h 8839200"/>
              <a:gd name="connsiteX2043" fmla="*/ 12641069 w 15732060"/>
              <a:gd name="connsiteY2043" fmla="*/ 2280929 h 8839200"/>
              <a:gd name="connsiteX2044" fmla="*/ 12915982 w 15732060"/>
              <a:gd name="connsiteY2044" fmla="*/ 2006016 h 8839200"/>
              <a:gd name="connsiteX2045" fmla="*/ 14372309 w 15732060"/>
              <a:gd name="connsiteY2045" fmla="*/ 2006016 h 8839200"/>
              <a:gd name="connsiteX2046" fmla="*/ 15263994 w 15732060"/>
              <a:gd name="connsiteY2046" fmla="*/ 1114332 h 8839200"/>
              <a:gd name="connsiteX2047" fmla="*/ 15627801 w 15732060"/>
              <a:gd name="connsiteY2047" fmla="*/ 1114332 h 8839200"/>
              <a:gd name="connsiteX2048" fmla="*/ 15646457 w 15732060"/>
              <a:gd name="connsiteY2048" fmla="*/ 1130793 h 8839200"/>
              <a:gd name="connsiteX2049" fmla="*/ 15665115 w 15732060"/>
              <a:gd name="connsiteY2049" fmla="*/ 1112137 h 8839200"/>
              <a:gd name="connsiteX2050" fmla="*/ 15646457 w 15732060"/>
              <a:gd name="connsiteY2050" fmla="*/ 1093480 h 8839200"/>
              <a:gd name="connsiteX2051" fmla="*/ 10528462 w 15732060"/>
              <a:gd name="connsiteY2051" fmla="*/ 910342 h 8839200"/>
              <a:gd name="connsiteX2052" fmla="*/ 10515293 w 15732060"/>
              <a:gd name="connsiteY2052" fmla="*/ 915692 h 8839200"/>
              <a:gd name="connsiteX2053" fmla="*/ 10513647 w 15732060"/>
              <a:gd name="connsiteY2053" fmla="*/ 940385 h 8839200"/>
              <a:gd name="connsiteX2054" fmla="*/ 10258488 w 15732060"/>
              <a:gd name="connsiteY2054" fmla="*/ 1195543 h 8839200"/>
              <a:gd name="connsiteX2055" fmla="*/ 10258488 w 15732060"/>
              <a:gd name="connsiteY2055" fmla="*/ 1450154 h 8839200"/>
              <a:gd name="connsiteX2056" fmla="*/ 9748718 w 15732060"/>
              <a:gd name="connsiteY2056" fmla="*/ 1959923 h 8839200"/>
              <a:gd name="connsiteX2057" fmla="*/ 9724026 w 15732060"/>
              <a:gd name="connsiteY2057" fmla="*/ 1961569 h 8839200"/>
              <a:gd name="connsiteX2058" fmla="*/ 9724026 w 15732060"/>
              <a:gd name="connsiteY2058" fmla="*/ 1987908 h 8839200"/>
              <a:gd name="connsiteX2059" fmla="*/ 9750364 w 15732060"/>
              <a:gd name="connsiteY2059" fmla="*/ 1987908 h 8839200"/>
              <a:gd name="connsiteX2060" fmla="*/ 9752011 w 15732060"/>
              <a:gd name="connsiteY2060" fmla="*/ 1963215 h 8839200"/>
              <a:gd name="connsiteX2061" fmla="*/ 10262329 w 15732060"/>
              <a:gd name="connsiteY2061" fmla="*/ 1452897 h 8839200"/>
              <a:gd name="connsiteX2062" fmla="*/ 10262878 w 15732060"/>
              <a:gd name="connsiteY2062" fmla="*/ 1452897 h 8839200"/>
              <a:gd name="connsiteX2063" fmla="*/ 10262878 w 15732060"/>
              <a:gd name="connsiteY2063" fmla="*/ 1197738 h 8839200"/>
              <a:gd name="connsiteX2064" fmla="*/ 10516939 w 15732060"/>
              <a:gd name="connsiteY2064" fmla="*/ 943676 h 8839200"/>
              <a:gd name="connsiteX2065" fmla="*/ 10541632 w 15732060"/>
              <a:gd name="connsiteY2065" fmla="*/ 942031 h 8839200"/>
              <a:gd name="connsiteX2066" fmla="*/ 10541632 w 15732060"/>
              <a:gd name="connsiteY2066" fmla="*/ 915692 h 8839200"/>
              <a:gd name="connsiteX2067" fmla="*/ 10528462 w 15732060"/>
              <a:gd name="connsiteY2067" fmla="*/ 910342 h 8839200"/>
              <a:gd name="connsiteX2068" fmla="*/ 11855289 w 15732060"/>
              <a:gd name="connsiteY2068" fmla="*/ 888804 h 8839200"/>
              <a:gd name="connsiteX2069" fmla="*/ 11836631 w 15732060"/>
              <a:gd name="connsiteY2069" fmla="*/ 905266 h 8839200"/>
              <a:gd name="connsiteX2070" fmla="*/ 10989943 w 15732060"/>
              <a:gd name="connsiteY2070" fmla="*/ 905266 h 8839200"/>
              <a:gd name="connsiteX2071" fmla="*/ 10868674 w 15732060"/>
              <a:gd name="connsiteY2071" fmla="*/ 1026535 h 8839200"/>
              <a:gd name="connsiteX2072" fmla="*/ 10843981 w 15732060"/>
              <a:gd name="connsiteY2072" fmla="*/ 1028181 h 8839200"/>
              <a:gd name="connsiteX2073" fmla="*/ 10843981 w 15732060"/>
              <a:gd name="connsiteY2073" fmla="*/ 1054520 h 8839200"/>
              <a:gd name="connsiteX2074" fmla="*/ 10870320 w 15732060"/>
              <a:gd name="connsiteY2074" fmla="*/ 1054520 h 8839200"/>
              <a:gd name="connsiteX2075" fmla="*/ 10871966 w 15732060"/>
              <a:gd name="connsiteY2075" fmla="*/ 1029827 h 8839200"/>
              <a:gd name="connsiteX2076" fmla="*/ 10992139 w 15732060"/>
              <a:gd name="connsiteY2076" fmla="*/ 909655 h 8839200"/>
              <a:gd name="connsiteX2077" fmla="*/ 11836631 w 15732060"/>
              <a:gd name="connsiteY2077" fmla="*/ 909655 h 8839200"/>
              <a:gd name="connsiteX2078" fmla="*/ 11855289 w 15732060"/>
              <a:gd name="connsiteY2078" fmla="*/ 926118 h 8839200"/>
              <a:gd name="connsiteX2079" fmla="*/ 11873946 w 15732060"/>
              <a:gd name="connsiteY2079" fmla="*/ 907461 h 8839200"/>
              <a:gd name="connsiteX2080" fmla="*/ 11855289 w 15732060"/>
              <a:gd name="connsiteY2080" fmla="*/ 888804 h 8839200"/>
              <a:gd name="connsiteX2081" fmla="*/ 2058830 w 15732060"/>
              <a:gd name="connsiteY2081" fmla="*/ 752856 h 8839200"/>
              <a:gd name="connsiteX2082" fmla="*/ 2045661 w 15732060"/>
              <a:gd name="connsiteY2082" fmla="*/ 758206 h 8839200"/>
              <a:gd name="connsiteX2083" fmla="*/ 2045661 w 15732060"/>
              <a:gd name="connsiteY2083" fmla="*/ 784545 h 8839200"/>
              <a:gd name="connsiteX2084" fmla="*/ 2070354 w 15732060"/>
              <a:gd name="connsiteY2084" fmla="*/ 786192 h 8839200"/>
              <a:gd name="connsiteX2085" fmla="*/ 2323318 w 15732060"/>
              <a:gd name="connsiteY2085" fmla="*/ 1039156 h 8839200"/>
              <a:gd name="connsiteX2086" fmla="*/ 3025142 w 15732060"/>
              <a:gd name="connsiteY2086" fmla="*/ 1039156 h 8839200"/>
              <a:gd name="connsiteX2087" fmla="*/ 3043799 w 15732060"/>
              <a:gd name="connsiteY2087" fmla="*/ 1055617 h 8839200"/>
              <a:gd name="connsiteX2088" fmla="*/ 3062456 w 15732060"/>
              <a:gd name="connsiteY2088" fmla="*/ 1036961 h 8839200"/>
              <a:gd name="connsiteX2089" fmla="*/ 3043799 w 15732060"/>
              <a:gd name="connsiteY2089" fmla="*/ 1018304 h 8839200"/>
              <a:gd name="connsiteX2090" fmla="*/ 3025142 w 15732060"/>
              <a:gd name="connsiteY2090" fmla="*/ 1034766 h 8839200"/>
              <a:gd name="connsiteX2091" fmla="*/ 2325512 w 15732060"/>
              <a:gd name="connsiteY2091" fmla="*/ 1034766 h 8839200"/>
              <a:gd name="connsiteX2092" fmla="*/ 2073647 w 15732060"/>
              <a:gd name="connsiteY2092" fmla="*/ 782900 h 8839200"/>
              <a:gd name="connsiteX2093" fmla="*/ 2072000 w 15732060"/>
              <a:gd name="connsiteY2093" fmla="*/ 758206 h 8839200"/>
              <a:gd name="connsiteX2094" fmla="*/ 2058830 w 15732060"/>
              <a:gd name="connsiteY2094" fmla="*/ 752856 h 8839200"/>
              <a:gd name="connsiteX2095" fmla="*/ 9086952 w 15732060"/>
              <a:gd name="connsiteY2095" fmla="*/ 747780 h 8839200"/>
              <a:gd name="connsiteX2096" fmla="*/ 9068294 w 15732060"/>
              <a:gd name="connsiteY2096" fmla="*/ 766437 h 8839200"/>
              <a:gd name="connsiteX2097" fmla="*/ 9084757 w 15732060"/>
              <a:gd name="connsiteY2097" fmla="*/ 785094 h 8839200"/>
              <a:gd name="connsiteX2098" fmla="*/ 9084757 w 15732060"/>
              <a:gd name="connsiteY2098" fmla="*/ 966724 h 8839200"/>
              <a:gd name="connsiteX2099" fmla="*/ 8528345 w 15732060"/>
              <a:gd name="connsiteY2099" fmla="*/ 1523134 h 8839200"/>
              <a:gd name="connsiteX2100" fmla="*/ 8527797 w 15732060"/>
              <a:gd name="connsiteY2100" fmla="*/ 1523134 h 8839200"/>
              <a:gd name="connsiteX2101" fmla="*/ 8527248 w 15732060"/>
              <a:gd name="connsiteY2101" fmla="*/ 1523134 h 8839200"/>
              <a:gd name="connsiteX2102" fmla="*/ 8527248 w 15732060"/>
              <a:gd name="connsiteY2102" fmla="*/ 2683696 h 8839200"/>
              <a:gd name="connsiteX2103" fmla="*/ 8318730 w 15732060"/>
              <a:gd name="connsiteY2103" fmla="*/ 2892213 h 8839200"/>
              <a:gd name="connsiteX2104" fmla="*/ 8318182 w 15732060"/>
              <a:gd name="connsiteY2104" fmla="*/ 2892213 h 8839200"/>
              <a:gd name="connsiteX2105" fmla="*/ 8318182 w 15732060"/>
              <a:gd name="connsiteY2105" fmla="*/ 3225840 h 8839200"/>
              <a:gd name="connsiteX2106" fmla="*/ 8323120 w 15732060"/>
              <a:gd name="connsiteY2106" fmla="*/ 3225840 h 8839200"/>
              <a:gd name="connsiteX2107" fmla="*/ 8323120 w 15732060"/>
              <a:gd name="connsiteY2107" fmla="*/ 2894957 h 8839200"/>
              <a:gd name="connsiteX2108" fmla="*/ 8531638 w 15732060"/>
              <a:gd name="connsiteY2108" fmla="*/ 2686440 h 8839200"/>
              <a:gd name="connsiteX2109" fmla="*/ 8532186 w 15732060"/>
              <a:gd name="connsiteY2109" fmla="*/ 2686440 h 8839200"/>
              <a:gd name="connsiteX2110" fmla="*/ 8532186 w 15732060"/>
              <a:gd name="connsiteY2110" fmla="*/ 1525878 h 8839200"/>
              <a:gd name="connsiteX2111" fmla="*/ 9088598 w 15732060"/>
              <a:gd name="connsiteY2111" fmla="*/ 969467 h 8839200"/>
              <a:gd name="connsiteX2112" fmla="*/ 9089146 w 15732060"/>
              <a:gd name="connsiteY2112" fmla="*/ 969467 h 8839200"/>
              <a:gd name="connsiteX2113" fmla="*/ 9089146 w 15732060"/>
              <a:gd name="connsiteY2113" fmla="*/ 785094 h 8839200"/>
              <a:gd name="connsiteX2114" fmla="*/ 9105608 w 15732060"/>
              <a:gd name="connsiteY2114" fmla="*/ 766437 h 8839200"/>
              <a:gd name="connsiteX2115" fmla="*/ 9086952 w 15732060"/>
              <a:gd name="connsiteY2115" fmla="*/ 747780 h 8839200"/>
              <a:gd name="connsiteX2116" fmla="*/ 9961625 w 15732060"/>
              <a:gd name="connsiteY2116" fmla="*/ 705117 h 8839200"/>
              <a:gd name="connsiteX2117" fmla="*/ 9948456 w 15732060"/>
              <a:gd name="connsiteY2117" fmla="*/ 710467 h 8839200"/>
              <a:gd name="connsiteX2118" fmla="*/ 9946810 w 15732060"/>
              <a:gd name="connsiteY2118" fmla="*/ 735160 h 8839200"/>
              <a:gd name="connsiteX2119" fmla="*/ 9173650 w 15732060"/>
              <a:gd name="connsiteY2119" fmla="*/ 1508318 h 8839200"/>
              <a:gd name="connsiteX2120" fmla="*/ 9173650 w 15732060"/>
              <a:gd name="connsiteY2120" fmla="*/ 1507770 h 8839200"/>
              <a:gd name="connsiteX2121" fmla="*/ 9173102 w 15732060"/>
              <a:gd name="connsiteY2121" fmla="*/ 1507770 h 8839200"/>
              <a:gd name="connsiteX2122" fmla="*/ 9173102 w 15732060"/>
              <a:gd name="connsiteY2122" fmla="*/ 1703666 h 8839200"/>
              <a:gd name="connsiteX2123" fmla="*/ 9293273 w 15732060"/>
              <a:gd name="connsiteY2123" fmla="*/ 1823838 h 8839200"/>
              <a:gd name="connsiteX2124" fmla="*/ 9293273 w 15732060"/>
              <a:gd name="connsiteY2124" fmla="*/ 2141004 h 8839200"/>
              <a:gd name="connsiteX2125" fmla="*/ 8559074 w 15732060"/>
              <a:gd name="connsiteY2125" fmla="*/ 2875203 h 8839200"/>
              <a:gd name="connsiteX2126" fmla="*/ 8558525 w 15732060"/>
              <a:gd name="connsiteY2126" fmla="*/ 2875203 h 8839200"/>
              <a:gd name="connsiteX2127" fmla="*/ 8558525 w 15732060"/>
              <a:gd name="connsiteY2127" fmla="*/ 3232426 h 8839200"/>
              <a:gd name="connsiteX2128" fmla="*/ 8563464 w 15732060"/>
              <a:gd name="connsiteY2128" fmla="*/ 3232426 h 8839200"/>
              <a:gd name="connsiteX2129" fmla="*/ 8563464 w 15732060"/>
              <a:gd name="connsiteY2129" fmla="*/ 2877947 h 8839200"/>
              <a:gd name="connsiteX2130" fmla="*/ 9297663 w 15732060"/>
              <a:gd name="connsiteY2130" fmla="*/ 2143748 h 8839200"/>
              <a:gd name="connsiteX2131" fmla="*/ 9298212 w 15732060"/>
              <a:gd name="connsiteY2131" fmla="*/ 2143748 h 8839200"/>
              <a:gd name="connsiteX2132" fmla="*/ 9298212 w 15732060"/>
              <a:gd name="connsiteY2132" fmla="*/ 1822192 h 8839200"/>
              <a:gd name="connsiteX2133" fmla="*/ 9178041 w 15732060"/>
              <a:gd name="connsiteY2133" fmla="*/ 1702020 h 8839200"/>
              <a:gd name="connsiteX2134" fmla="*/ 9178041 w 15732060"/>
              <a:gd name="connsiteY2134" fmla="*/ 1510514 h 8839200"/>
              <a:gd name="connsiteX2135" fmla="*/ 9950101 w 15732060"/>
              <a:gd name="connsiteY2135" fmla="*/ 738452 h 8839200"/>
              <a:gd name="connsiteX2136" fmla="*/ 9974795 w 15732060"/>
              <a:gd name="connsiteY2136" fmla="*/ 736806 h 8839200"/>
              <a:gd name="connsiteX2137" fmla="*/ 9974795 w 15732060"/>
              <a:gd name="connsiteY2137" fmla="*/ 710467 h 8839200"/>
              <a:gd name="connsiteX2138" fmla="*/ 9961625 w 15732060"/>
              <a:gd name="connsiteY2138" fmla="*/ 705117 h 8839200"/>
              <a:gd name="connsiteX2139" fmla="*/ 6732354 w 15732060"/>
              <a:gd name="connsiteY2139" fmla="*/ 645717 h 8839200"/>
              <a:gd name="connsiteX2140" fmla="*/ 6713699 w 15732060"/>
              <a:gd name="connsiteY2140" fmla="*/ 664374 h 8839200"/>
              <a:gd name="connsiteX2141" fmla="*/ 6718432 w 15732060"/>
              <a:gd name="connsiteY2141" fmla="*/ 677200 h 8839200"/>
              <a:gd name="connsiteX2142" fmla="*/ 6729612 w 15732060"/>
              <a:gd name="connsiteY2142" fmla="*/ 682758 h 8839200"/>
              <a:gd name="connsiteX2143" fmla="*/ 6729612 w 15732060"/>
              <a:gd name="connsiteY2143" fmla="*/ 682482 h 8839200"/>
              <a:gd name="connsiteX2144" fmla="*/ 6730160 w 15732060"/>
              <a:gd name="connsiteY2144" fmla="*/ 683030 h 8839200"/>
              <a:gd name="connsiteX2145" fmla="*/ 6729612 w 15732060"/>
              <a:gd name="connsiteY2145" fmla="*/ 682758 h 8839200"/>
              <a:gd name="connsiteX2146" fmla="*/ 6729612 w 15732060"/>
              <a:gd name="connsiteY2146" fmla="*/ 1223529 h 8839200"/>
              <a:gd name="connsiteX2147" fmla="*/ 7265720 w 15732060"/>
              <a:gd name="connsiteY2147" fmla="*/ 1759636 h 8839200"/>
              <a:gd name="connsiteX2148" fmla="*/ 7267366 w 15732060"/>
              <a:gd name="connsiteY2148" fmla="*/ 1784330 h 8839200"/>
              <a:gd name="connsiteX2149" fmla="*/ 7293705 w 15732060"/>
              <a:gd name="connsiteY2149" fmla="*/ 1784330 h 8839200"/>
              <a:gd name="connsiteX2150" fmla="*/ 7293705 w 15732060"/>
              <a:gd name="connsiteY2150" fmla="*/ 1757991 h 8839200"/>
              <a:gd name="connsiteX2151" fmla="*/ 7269012 w 15732060"/>
              <a:gd name="connsiteY2151" fmla="*/ 1756344 h 8839200"/>
              <a:gd name="connsiteX2152" fmla="*/ 6734550 w 15732060"/>
              <a:gd name="connsiteY2152" fmla="*/ 1221882 h 8839200"/>
              <a:gd name="connsiteX2153" fmla="*/ 6734550 w 15732060"/>
              <a:gd name="connsiteY2153" fmla="*/ 683030 h 8839200"/>
              <a:gd name="connsiteX2154" fmla="*/ 6751012 w 15732060"/>
              <a:gd name="connsiteY2154" fmla="*/ 664374 h 8839200"/>
              <a:gd name="connsiteX2155" fmla="*/ 6732354 w 15732060"/>
              <a:gd name="connsiteY2155" fmla="*/ 645717 h 8839200"/>
              <a:gd name="connsiteX2156" fmla="*/ 10619003 w 15732060"/>
              <a:gd name="connsiteY2156" fmla="*/ 642013 h 8839200"/>
              <a:gd name="connsiteX2157" fmla="*/ 10605833 w 15732060"/>
              <a:gd name="connsiteY2157" fmla="*/ 647363 h 8839200"/>
              <a:gd name="connsiteX2158" fmla="*/ 10604187 w 15732060"/>
              <a:gd name="connsiteY2158" fmla="*/ 672056 h 8839200"/>
              <a:gd name="connsiteX2159" fmla="*/ 9547334 w 15732060"/>
              <a:gd name="connsiteY2159" fmla="*/ 1728908 h 8839200"/>
              <a:gd name="connsiteX2160" fmla="*/ 9546786 w 15732060"/>
              <a:gd name="connsiteY2160" fmla="*/ 1728908 h 8839200"/>
              <a:gd name="connsiteX2161" fmla="*/ 9546237 w 15732060"/>
              <a:gd name="connsiteY2161" fmla="*/ 1728908 h 8839200"/>
              <a:gd name="connsiteX2162" fmla="*/ 9546237 w 15732060"/>
              <a:gd name="connsiteY2162" fmla="*/ 1992846 h 8839200"/>
              <a:gd name="connsiteX2163" fmla="*/ 8674855 w 15732060"/>
              <a:gd name="connsiteY2163" fmla="*/ 2864228 h 8839200"/>
              <a:gd name="connsiteX2164" fmla="*/ 8674306 w 15732060"/>
              <a:gd name="connsiteY2164" fmla="*/ 2864228 h 8839200"/>
              <a:gd name="connsiteX2165" fmla="*/ 8674306 w 15732060"/>
              <a:gd name="connsiteY2165" fmla="*/ 3259313 h 8839200"/>
              <a:gd name="connsiteX2166" fmla="*/ 8679246 w 15732060"/>
              <a:gd name="connsiteY2166" fmla="*/ 3259313 h 8839200"/>
              <a:gd name="connsiteX2167" fmla="*/ 8679246 w 15732060"/>
              <a:gd name="connsiteY2167" fmla="*/ 2866972 h 8839200"/>
              <a:gd name="connsiteX2168" fmla="*/ 9550628 w 15732060"/>
              <a:gd name="connsiteY2168" fmla="*/ 1995590 h 8839200"/>
              <a:gd name="connsiteX2169" fmla="*/ 9551176 w 15732060"/>
              <a:gd name="connsiteY2169" fmla="*/ 1995590 h 8839200"/>
              <a:gd name="connsiteX2170" fmla="*/ 9551176 w 15732060"/>
              <a:gd name="connsiteY2170" fmla="*/ 1731652 h 8839200"/>
              <a:gd name="connsiteX2171" fmla="*/ 10607479 w 15732060"/>
              <a:gd name="connsiteY2171" fmla="*/ 675348 h 8839200"/>
              <a:gd name="connsiteX2172" fmla="*/ 10632172 w 15732060"/>
              <a:gd name="connsiteY2172" fmla="*/ 673703 h 8839200"/>
              <a:gd name="connsiteX2173" fmla="*/ 10632172 w 15732060"/>
              <a:gd name="connsiteY2173" fmla="*/ 647363 h 8839200"/>
              <a:gd name="connsiteX2174" fmla="*/ 10619003 w 15732060"/>
              <a:gd name="connsiteY2174" fmla="*/ 642013 h 8839200"/>
              <a:gd name="connsiteX2175" fmla="*/ 8361532 w 15732060"/>
              <a:gd name="connsiteY2175" fmla="*/ 559155 h 8839200"/>
              <a:gd name="connsiteX2176" fmla="*/ 8348362 w 15732060"/>
              <a:gd name="connsiteY2176" fmla="*/ 564506 h 8839200"/>
              <a:gd name="connsiteX2177" fmla="*/ 8346716 w 15732060"/>
              <a:gd name="connsiteY2177" fmla="*/ 589198 h 8839200"/>
              <a:gd name="connsiteX2178" fmla="*/ 8076192 w 15732060"/>
              <a:gd name="connsiteY2178" fmla="*/ 859721 h 8839200"/>
              <a:gd name="connsiteX2179" fmla="*/ 8075643 w 15732060"/>
              <a:gd name="connsiteY2179" fmla="*/ 859721 h 8839200"/>
              <a:gd name="connsiteX2180" fmla="*/ 8075643 w 15732060"/>
              <a:gd name="connsiteY2180" fmla="*/ 1055617 h 8839200"/>
              <a:gd name="connsiteX2181" fmla="*/ 8195816 w 15732060"/>
              <a:gd name="connsiteY2181" fmla="*/ 1175789 h 8839200"/>
              <a:gd name="connsiteX2182" fmla="*/ 8195816 w 15732060"/>
              <a:gd name="connsiteY2182" fmla="*/ 2295745 h 8839200"/>
              <a:gd name="connsiteX2183" fmla="*/ 8195268 w 15732060"/>
              <a:gd name="connsiteY2183" fmla="*/ 2295745 h 8839200"/>
              <a:gd name="connsiteX2184" fmla="*/ 7973032 w 15732060"/>
              <a:gd name="connsiteY2184" fmla="*/ 2517980 h 8839200"/>
              <a:gd name="connsiteX2185" fmla="*/ 7972482 w 15732060"/>
              <a:gd name="connsiteY2185" fmla="*/ 2517980 h 8839200"/>
              <a:gd name="connsiteX2186" fmla="*/ 7972482 w 15732060"/>
              <a:gd name="connsiteY2186" fmla="*/ 3202245 h 8839200"/>
              <a:gd name="connsiteX2187" fmla="*/ 7977421 w 15732060"/>
              <a:gd name="connsiteY2187" fmla="*/ 3202245 h 8839200"/>
              <a:gd name="connsiteX2188" fmla="*/ 7977421 w 15732060"/>
              <a:gd name="connsiteY2188" fmla="*/ 2520724 h 8839200"/>
              <a:gd name="connsiteX2189" fmla="*/ 8199656 w 15732060"/>
              <a:gd name="connsiteY2189" fmla="*/ 2298489 h 8839200"/>
              <a:gd name="connsiteX2190" fmla="*/ 8200204 w 15732060"/>
              <a:gd name="connsiteY2190" fmla="*/ 2298489 h 8839200"/>
              <a:gd name="connsiteX2191" fmla="*/ 8200204 w 15732060"/>
              <a:gd name="connsiteY2191" fmla="*/ 1174143 h 8839200"/>
              <a:gd name="connsiteX2192" fmla="*/ 8080034 w 15732060"/>
              <a:gd name="connsiteY2192" fmla="*/ 1053972 h 8839200"/>
              <a:gd name="connsiteX2193" fmla="*/ 8080034 w 15732060"/>
              <a:gd name="connsiteY2193" fmla="*/ 862465 h 8839200"/>
              <a:gd name="connsiteX2194" fmla="*/ 8350008 w 15732060"/>
              <a:gd name="connsiteY2194" fmla="*/ 592490 h 8839200"/>
              <a:gd name="connsiteX2195" fmla="*/ 8374701 w 15732060"/>
              <a:gd name="connsiteY2195" fmla="*/ 590844 h 8839200"/>
              <a:gd name="connsiteX2196" fmla="*/ 8374701 w 15732060"/>
              <a:gd name="connsiteY2196" fmla="*/ 564506 h 8839200"/>
              <a:gd name="connsiteX2197" fmla="*/ 8361532 w 15732060"/>
              <a:gd name="connsiteY2197" fmla="*/ 559155 h 8839200"/>
              <a:gd name="connsiteX2198" fmla="*/ 9196696 w 15732060"/>
              <a:gd name="connsiteY2198" fmla="*/ 544202 h 8839200"/>
              <a:gd name="connsiteX2199" fmla="*/ 9196148 w 15732060"/>
              <a:gd name="connsiteY2199" fmla="*/ 544202 h 8839200"/>
              <a:gd name="connsiteX2200" fmla="*/ 9196148 w 15732060"/>
              <a:gd name="connsiteY2200" fmla="*/ 544750 h 8839200"/>
              <a:gd name="connsiteX2201" fmla="*/ 9731159 w 15732060"/>
              <a:gd name="connsiteY2201" fmla="*/ 425265 h 8839200"/>
              <a:gd name="connsiteX2202" fmla="*/ 9717990 w 15732060"/>
              <a:gd name="connsiteY2202" fmla="*/ 430615 h 8839200"/>
              <a:gd name="connsiteX2203" fmla="*/ 9716344 w 15732060"/>
              <a:gd name="connsiteY2203" fmla="*/ 455308 h 8839200"/>
              <a:gd name="connsiteX2204" fmla="*/ 8747837 w 15732060"/>
              <a:gd name="connsiteY2204" fmla="*/ 1423815 h 8839200"/>
              <a:gd name="connsiteX2205" fmla="*/ 8747288 w 15732060"/>
              <a:gd name="connsiteY2205" fmla="*/ 1423815 h 8839200"/>
              <a:gd name="connsiteX2206" fmla="*/ 8747288 w 15732060"/>
              <a:gd name="connsiteY2206" fmla="*/ 1828228 h 8839200"/>
              <a:gd name="connsiteX2207" fmla="*/ 8854291 w 15732060"/>
              <a:gd name="connsiteY2207" fmla="*/ 1935230 h 8839200"/>
              <a:gd name="connsiteX2208" fmla="*/ 8854291 w 15732060"/>
              <a:gd name="connsiteY2208" fmla="*/ 2265017 h 8839200"/>
              <a:gd name="connsiteX2209" fmla="*/ 8684733 w 15732060"/>
              <a:gd name="connsiteY2209" fmla="*/ 2434574 h 8839200"/>
              <a:gd name="connsiteX2210" fmla="*/ 8660040 w 15732060"/>
              <a:gd name="connsiteY2210" fmla="*/ 2436219 h 8839200"/>
              <a:gd name="connsiteX2211" fmla="*/ 8660040 w 15732060"/>
              <a:gd name="connsiteY2211" fmla="*/ 2462558 h 8839200"/>
              <a:gd name="connsiteX2212" fmla="*/ 8686379 w 15732060"/>
              <a:gd name="connsiteY2212" fmla="*/ 2462558 h 8839200"/>
              <a:gd name="connsiteX2213" fmla="*/ 8688025 w 15732060"/>
              <a:gd name="connsiteY2213" fmla="*/ 2437866 h 8839200"/>
              <a:gd name="connsiteX2214" fmla="*/ 8858679 w 15732060"/>
              <a:gd name="connsiteY2214" fmla="*/ 2267211 h 8839200"/>
              <a:gd name="connsiteX2215" fmla="*/ 8859229 w 15732060"/>
              <a:gd name="connsiteY2215" fmla="*/ 2267211 h 8839200"/>
              <a:gd name="connsiteX2216" fmla="*/ 8859229 w 15732060"/>
              <a:gd name="connsiteY2216" fmla="*/ 1932486 h 8839200"/>
              <a:gd name="connsiteX2217" fmla="*/ 8752227 w 15732060"/>
              <a:gd name="connsiteY2217" fmla="*/ 1825485 h 8839200"/>
              <a:gd name="connsiteX2218" fmla="*/ 8752227 w 15732060"/>
              <a:gd name="connsiteY2218" fmla="*/ 1426010 h 8839200"/>
              <a:gd name="connsiteX2219" fmla="*/ 9719635 w 15732060"/>
              <a:gd name="connsiteY2219" fmla="*/ 458600 h 8839200"/>
              <a:gd name="connsiteX2220" fmla="*/ 9744329 w 15732060"/>
              <a:gd name="connsiteY2220" fmla="*/ 456954 h 8839200"/>
              <a:gd name="connsiteX2221" fmla="*/ 9744329 w 15732060"/>
              <a:gd name="connsiteY2221" fmla="*/ 430615 h 8839200"/>
              <a:gd name="connsiteX2222" fmla="*/ 9731159 w 15732060"/>
              <a:gd name="connsiteY2222" fmla="*/ 425265 h 8839200"/>
              <a:gd name="connsiteX2223" fmla="*/ 5143236 w 15732060"/>
              <a:gd name="connsiteY2223" fmla="*/ 372038 h 8839200"/>
              <a:gd name="connsiteX2224" fmla="*/ 5130067 w 15732060"/>
              <a:gd name="connsiteY2224" fmla="*/ 377389 h 8839200"/>
              <a:gd name="connsiteX2225" fmla="*/ 5130067 w 15732060"/>
              <a:gd name="connsiteY2225" fmla="*/ 403728 h 8839200"/>
              <a:gd name="connsiteX2226" fmla="*/ 5154760 w 15732060"/>
              <a:gd name="connsiteY2226" fmla="*/ 405373 h 8839200"/>
              <a:gd name="connsiteX2227" fmla="*/ 5498812 w 15732060"/>
              <a:gd name="connsiteY2227" fmla="*/ 749427 h 8839200"/>
              <a:gd name="connsiteX2228" fmla="*/ 5498812 w 15732060"/>
              <a:gd name="connsiteY2228" fmla="*/ 1292668 h 8839200"/>
              <a:gd name="connsiteX2229" fmla="*/ 6492012 w 15732060"/>
              <a:gd name="connsiteY2229" fmla="*/ 2285868 h 8839200"/>
              <a:gd name="connsiteX2230" fmla="*/ 6493658 w 15732060"/>
              <a:gd name="connsiteY2230" fmla="*/ 2310561 h 8839200"/>
              <a:gd name="connsiteX2231" fmla="*/ 6519997 w 15732060"/>
              <a:gd name="connsiteY2231" fmla="*/ 2310561 h 8839200"/>
              <a:gd name="connsiteX2232" fmla="*/ 6519997 w 15732060"/>
              <a:gd name="connsiteY2232" fmla="*/ 2284222 h 8839200"/>
              <a:gd name="connsiteX2233" fmla="*/ 6495304 w 15732060"/>
              <a:gd name="connsiteY2233" fmla="*/ 2282575 h 8839200"/>
              <a:gd name="connsiteX2234" fmla="*/ 5503751 w 15732060"/>
              <a:gd name="connsiteY2234" fmla="*/ 1291022 h 8839200"/>
              <a:gd name="connsiteX2235" fmla="*/ 5503751 w 15732060"/>
              <a:gd name="connsiteY2235" fmla="*/ 747780 h 8839200"/>
              <a:gd name="connsiteX2236" fmla="*/ 5158052 w 15732060"/>
              <a:gd name="connsiteY2236" fmla="*/ 402081 h 8839200"/>
              <a:gd name="connsiteX2237" fmla="*/ 5156406 w 15732060"/>
              <a:gd name="connsiteY2237" fmla="*/ 377389 h 8839200"/>
              <a:gd name="connsiteX2238" fmla="*/ 5143236 w 15732060"/>
              <a:gd name="connsiteY2238" fmla="*/ 372038 h 8839200"/>
              <a:gd name="connsiteX2239" fmla="*/ 30180 w 15732060"/>
              <a:gd name="connsiteY2239" fmla="*/ 329238 h 8839200"/>
              <a:gd name="connsiteX2240" fmla="*/ 17010 w 15732060"/>
              <a:gd name="connsiteY2240" fmla="*/ 334587 h 8839200"/>
              <a:gd name="connsiteX2241" fmla="*/ 17010 w 15732060"/>
              <a:gd name="connsiteY2241" fmla="*/ 360926 h 8839200"/>
              <a:gd name="connsiteX2242" fmla="*/ 41702 w 15732060"/>
              <a:gd name="connsiteY2242" fmla="*/ 362573 h 8839200"/>
              <a:gd name="connsiteX2243" fmla="*/ 560800 w 15732060"/>
              <a:gd name="connsiteY2243" fmla="*/ 881671 h 8839200"/>
              <a:gd name="connsiteX2244" fmla="*/ 1124344 w 15732060"/>
              <a:gd name="connsiteY2244" fmla="*/ 881671 h 8839200"/>
              <a:gd name="connsiteX2245" fmla="*/ 1953474 w 15732060"/>
              <a:gd name="connsiteY2245" fmla="*/ 1710800 h 8839200"/>
              <a:gd name="connsiteX2246" fmla="*/ 2496168 w 15732060"/>
              <a:gd name="connsiteY2246" fmla="*/ 1710800 h 8839200"/>
              <a:gd name="connsiteX2247" fmla="*/ 3193602 w 15732060"/>
              <a:gd name="connsiteY2247" fmla="*/ 2408235 h 8839200"/>
              <a:gd name="connsiteX2248" fmla="*/ 3588687 w 15732060"/>
              <a:gd name="connsiteY2248" fmla="*/ 2408235 h 8839200"/>
              <a:gd name="connsiteX2249" fmla="*/ 4287219 w 15732060"/>
              <a:gd name="connsiteY2249" fmla="*/ 3106766 h 8839200"/>
              <a:gd name="connsiteX2250" fmla="*/ 5315537 w 15732060"/>
              <a:gd name="connsiteY2250" fmla="*/ 3106766 h 8839200"/>
              <a:gd name="connsiteX2251" fmla="*/ 5924078 w 15732060"/>
              <a:gd name="connsiteY2251" fmla="*/ 3715307 h 8839200"/>
              <a:gd name="connsiteX2252" fmla="*/ 6682420 w 15732060"/>
              <a:gd name="connsiteY2252" fmla="*/ 3715307 h 8839200"/>
              <a:gd name="connsiteX2253" fmla="*/ 6682420 w 15732060"/>
              <a:gd name="connsiteY2253" fmla="*/ 3710368 h 8839200"/>
              <a:gd name="connsiteX2254" fmla="*/ 5926273 w 15732060"/>
              <a:gd name="connsiteY2254" fmla="*/ 3710368 h 8839200"/>
              <a:gd name="connsiteX2255" fmla="*/ 5317732 w 15732060"/>
              <a:gd name="connsiteY2255" fmla="*/ 3101828 h 8839200"/>
              <a:gd name="connsiteX2256" fmla="*/ 4289414 w 15732060"/>
              <a:gd name="connsiteY2256" fmla="*/ 3101828 h 8839200"/>
              <a:gd name="connsiteX2257" fmla="*/ 3590882 w 15732060"/>
              <a:gd name="connsiteY2257" fmla="*/ 2403296 h 8839200"/>
              <a:gd name="connsiteX2258" fmla="*/ 3195797 w 15732060"/>
              <a:gd name="connsiteY2258" fmla="*/ 2403296 h 8839200"/>
              <a:gd name="connsiteX2259" fmla="*/ 2498362 w 15732060"/>
              <a:gd name="connsiteY2259" fmla="*/ 1705861 h 8839200"/>
              <a:gd name="connsiteX2260" fmla="*/ 1955669 w 15732060"/>
              <a:gd name="connsiteY2260" fmla="*/ 1705861 h 8839200"/>
              <a:gd name="connsiteX2261" fmla="*/ 1126540 w 15732060"/>
              <a:gd name="connsiteY2261" fmla="*/ 876732 h 8839200"/>
              <a:gd name="connsiteX2262" fmla="*/ 562996 w 15732060"/>
              <a:gd name="connsiteY2262" fmla="*/ 876732 h 8839200"/>
              <a:gd name="connsiteX2263" fmla="*/ 44994 w 15732060"/>
              <a:gd name="connsiteY2263" fmla="*/ 359280 h 8839200"/>
              <a:gd name="connsiteX2264" fmla="*/ 43348 w 15732060"/>
              <a:gd name="connsiteY2264" fmla="*/ 334587 h 8839200"/>
              <a:gd name="connsiteX2265" fmla="*/ 30180 w 15732060"/>
              <a:gd name="connsiteY2265" fmla="*/ 329238 h 8839200"/>
              <a:gd name="connsiteX2266" fmla="*/ 8003760 w 15732060"/>
              <a:gd name="connsiteY2266" fmla="*/ 292473 h 8839200"/>
              <a:gd name="connsiteX2267" fmla="*/ 7990591 w 15732060"/>
              <a:gd name="connsiteY2267" fmla="*/ 297823 h 8839200"/>
              <a:gd name="connsiteX2268" fmla="*/ 7988944 w 15732060"/>
              <a:gd name="connsiteY2268" fmla="*/ 322515 h 8839200"/>
              <a:gd name="connsiteX2269" fmla="*/ 7868774 w 15732060"/>
              <a:gd name="connsiteY2269" fmla="*/ 442687 h 8839200"/>
              <a:gd name="connsiteX2270" fmla="*/ 7868774 w 15732060"/>
              <a:gd name="connsiteY2270" fmla="*/ 1451251 h 8839200"/>
              <a:gd name="connsiteX2271" fmla="*/ 7746406 w 15732060"/>
              <a:gd name="connsiteY2271" fmla="*/ 1573618 h 8839200"/>
              <a:gd name="connsiteX2272" fmla="*/ 7746406 w 15732060"/>
              <a:gd name="connsiteY2272" fmla="*/ 3202794 h 8839200"/>
              <a:gd name="connsiteX2273" fmla="*/ 7751346 w 15732060"/>
              <a:gd name="connsiteY2273" fmla="*/ 3202794 h 8839200"/>
              <a:gd name="connsiteX2274" fmla="*/ 7751346 w 15732060"/>
              <a:gd name="connsiteY2274" fmla="*/ 1575812 h 8839200"/>
              <a:gd name="connsiteX2275" fmla="*/ 7873712 w 15732060"/>
              <a:gd name="connsiteY2275" fmla="*/ 1453446 h 8839200"/>
              <a:gd name="connsiteX2276" fmla="*/ 7873712 w 15732060"/>
              <a:gd name="connsiteY2276" fmla="*/ 444334 h 8839200"/>
              <a:gd name="connsiteX2277" fmla="*/ 7992238 w 15732060"/>
              <a:gd name="connsiteY2277" fmla="*/ 325808 h 8839200"/>
              <a:gd name="connsiteX2278" fmla="*/ 8016930 w 15732060"/>
              <a:gd name="connsiteY2278" fmla="*/ 324162 h 8839200"/>
              <a:gd name="connsiteX2279" fmla="*/ 8016930 w 15732060"/>
              <a:gd name="connsiteY2279" fmla="*/ 297823 h 8839200"/>
              <a:gd name="connsiteX2280" fmla="*/ 8003760 w 15732060"/>
              <a:gd name="connsiteY2280" fmla="*/ 292473 h 8839200"/>
              <a:gd name="connsiteX2281" fmla="*/ 11430573 w 15732060"/>
              <a:gd name="connsiteY2281" fmla="*/ 181629 h 8839200"/>
              <a:gd name="connsiteX2282" fmla="*/ 11417404 w 15732060"/>
              <a:gd name="connsiteY2282" fmla="*/ 186979 h 8839200"/>
              <a:gd name="connsiteX2283" fmla="*/ 11415757 w 15732060"/>
              <a:gd name="connsiteY2283" fmla="*/ 211673 h 8839200"/>
              <a:gd name="connsiteX2284" fmla="*/ 11160598 w 15732060"/>
              <a:gd name="connsiteY2284" fmla="*/ 466832 h 8839200"/>
              <a:gd name="connsiteX2285" fmla="*/ 11160049 w 15732060"/>
              <a:gd name="connsiteY2285" fmla="*/ 466832 h 8839200"/>
              <a:gd name="connsiteX2286" fmla="*/ 11160049 w 15732060"/>
              <a:gd name="connsiteY2286" fmla="*/ 614439 h 8839200"/>
              <a:gd name="connsiteX2287" fmla="*/ 11143588 w 15732060"/>
              <a:gd name="connsiteY2287" fmla="*/ 633096 h 8839200"/>
              <a:gd name="connsiteX2288" fmla="*/ 11162244 w 15732060"/>
              <a:gd name="connsiteY2288" fmla="*/ 651753 h 8839200"/>
              <a:gd name="connsiteX2289" fmla="*/ 11162793 w 15732060"/>
              <a:gd name="connsiteY2289" fmla="*/ 651205 h 8839200"/>
              <a:gd name="connsiteX2290" fmla="*/ 11181450 w 15732060"/>
              <a:gd name="connsiteY2290" fmla="*/ 632548 h 8839200"/>
              <a:gd name="connsiteX2291" fmla="*/ 11164988 w 15732060"/>
              <a:gd name="connsiteY2291" fmla="*/ 613891 h 8839200"/>
              <a:gd name="connsiteX2292" fmla="*/ 11164988 w 15732060"/>
              <a:gd name="connsiteY2292" fmla="*/ 469026 h 8839200"/>
              <a:gd name="connsiteX2293" fmla="*/ 11419049 w 15732060"/>
              <a:gd name="connsiteY2293" fmla="*/ 214965 h 8839200"/>
              <a:gd name="connsiteX2294" fmla="*/ 11443743 w 15732060"/>
              <a:gd name="connsiteY2294" fmla="*/ 213318 h 8839200"/>
              <a:gd name="connsiteX2295" fmla="*/ 11443743 w 15732060"/>
              <a:gd name="connsiteY2295" fmla="*/ 186979 h 8839200"/>
              <a:gd name="connsiteX2296" fmla="*/ 11430573 w 15732060"/>
              <a:gd name="connsiteY2296" fmla="*/ 181629 h 8839200"/>
              <a:gd name="connsiteX2297" fmla="*/ 9575320 w 15732060"/>
              <a:gd name="connsiteY2297" fmla="*/ 150352 h 8839200"/>
              <a:gd name="connsiteX2298" fmla="*/ 9562151 w 15732060"/>
              <a:gd name="connsiteY2298" fmla="*/ 155702 h 8839200"/>
              <a:gd name="connsiteX2299" fmla="*/ 9560504 w 15732060"/>
              <a:gd name="connsiteY2299" fmla="*/ 180394 h 8839200"/>
              <a:gd name="connsiteX2300" fmla="*/ 9196696 w 15732060"/>
              <a:gd name="connsiteY2300" fmla="*/ 544202 h 8839200"/>
              <a:gd name="connsiteX2301" fmla="*/ 9196698 w 15732060"/>
              <a:gd name="connsiteY2301" fmla="*/ 544202 h 8839200"/>
              <a:gd name="connsiteX2302" fmla="*/ 9196148 w 15732060"/>
              <a:gd name="connsiteY2302" fmla="*/ 544750 h 8839200"/>
              <a:gd name="connsiteX2303" fmla="*/ 9196148 w 15732060"/>
              <a:gd name="connsiteY2303" fmla="*/ 788935 h 8839200"/>
              <a:gd name="connsiteX2304" fmla="*/ 9179687 w 15732060"/>
              <a:gd name="connsiteY2304" fmla="*/ 807592 h 8839200"/>
              <a:gd name="connsiteX2305" fmla="*/ 9198343 w 15732060"/>
              <a:gd name="connsiteY2305" fmla="*/ 826249 h 8839200"/>
              <a:gd name="connsiteX2306" fmla="*/ 9217000 w 15732060"/>
              <a:gd name="connsiteY2306" fmla="*/ 807592 h 8839200"/>
              <a:gd name="connsiteX2307" fmla="*/ 9200538 w 15732060"/>
              <a:gd name="connsiteY2307" fmla="*/ 788935 h 8839200"/>
              <a:gd name="connsiteX2308" fmla="*/ 9200538 w 15732060"/>
              <a:gd name="connsiteY2308" fmla="*/ 546946 h 8839200"/>
              <a:gd name="connsiteX2309" fmla="*/ 9563797 w 15732060"/>
              <a:gd name="connsiteY2309" fmla="*/ 183687 h 8839200"/>
              <a:gd name="connsiteX2310" fmla="*/ 9588489 w 15732060"/>
              <a:gd name="connsiteY2310" fmla="*/ 182041 h 8839200"/>
              <a:gd name="connsiteX2311" fmla="*/ 9588489 w 15732060"/>
              <a:gd name="connsiteY2311" fmla="*/ 155702 h 8839200"/>
              <a:gd name="connsiteX2312" fmla="*/ 9575320 w 15732060"/>
              <a:gd name="connsiteY2312" fmla="*/ 150352 h 8839200"/>
              <a:gd name="connsiteX2313" fmla="*/ 1234090 w 15732060"/>
              <a:gd name="connsiteY2313" fmla="*/ 127716 h 8839200"/>
              <a:gd name="connsiteX2314" fmla="*/ 1215434 w 15732060"/>
              <a:gd name="connsiteY2314" fmla="*/ 146373 h 8839200"/>
              <a:gd name="connsiteX2315" fmla="*/ 1231896 w 15732060"/>
              <a:gd name="connsiteY2315" fmla="*/ 165030 h 8839200"/>
              <a:gd name="connsiteX2316" fmla="*/ 1230798 w 15732060"/>
              <a:gd name="connsiteY2316" fmla="*/ 165030 h 8839200"/>
              <a:gd name="connsiteX2317" fmla="*/ 1230798 w 15732060"/>
              <a:gd name="connsiteY2317" fmla="*/ 477257 h 8839200"/>
              <a:gd name="connsiteX2318" fmla="*/ 1971034 w 15732060"/>
              <a:gd name="connsiteY2318" fmla="*/ 1217492 h 8839200"/>
              <a:gd name="connsiteX2319" fmla="*/ 3161228 w 15732060"/>
              <a:gd name="connsiteY2319" fmla="*/ 1217492 h 8839200"/>
              <a:gd name="connsiteX2320" fmla="*/ 3676483 w 15732060"/>
              <a:gd name="connsiteY2320" fmla="*/ 1732749 h 8839200"/>
              <a:gd name="connsiteX2321" fmla="*/ 3678130 w 15732060"/>
              <a:gd name="connsiteY2321" fmla="*/ 1757442 h 8839200"/>
              <a:gd name="connsiteX2322" fmla="*/ 3704469 w 15732060"/>
              <a:gd name="connsiteY2322" fmla="*/ 1757442 h 8839200"/>
              <a:gd name="connsiteX2323" fmla="*/ 3704469 w 15732060"/>
              <a:gd name="connsiteY2323" fmla="*/ 1731103 h 8839200"/>
              <a:gd name="connsiteX2324" fmla="*/ 3679776 w 15732060"/>
              <a:gd name="connsiteY2324" fmla="*/ 1729456 h 8839200"/>
              <a:gd name="connsiteX2325" fmla="*/ 3163422 w 15732060"/>
              <a:gd name="connsiteY2325" fmla="*/ 1213103 h 8839200"/>
              <a:gd name="connsiteX2326" fmla="*/ 1973229 w 15732060"/>
              <a:gd name="connsiteY2326" fmla="*/ 1213103 h 8839200"/>
              <a:gd name="connsiteX2327" fmla="*/ 1236286 w 15732060"/>
              <a:gd name="connsiteY2327" fmla="*/ 475611 h 8839200"/>
              <a:gd name="connsiteX2328" fmla="*/ 1236286 w 15732060"/>
              <a:gd name="connsiteY2328" fmla="*/ 165030 h 8839200"/>
              <a:gd name="connsiteX2329" fmla="*/ 1252747 w 15732060"/>
              <a:gd name="connsiteY2329" fmla="*/ 146373 h 8839200"/>
              <a:gd name="connsiteX2330" fmla="*/ 1234090 w 15732060"/>
              <a:gd name="connsiteY2330" fmla="*/ 127716 h 8839200"/>
              <a:gd name="connsiteX2331" fmla="*/ 12673444 w 15732060"/>
              <a:gd name="connsiteY2331" fmla="*/ 85053 h 8839200"/>
              <a:gd name="connsiteX2332" fmla="*/ 12660274 w 15732060"/>
              <a:gd name="connsiteY2332" fmla="*/ 90404 h 8839200"/>
              <a:gd name="connsiteX2333" fmla="*/ 12658628 w 15732060"/>
              <a:gd name="connsiteY2333" fmla="*/ 115096 h 8839200"/>
              <a:gd name="connsiteX2334" fmla="*/ 11994118 w 15732060"/>
              <a:gd name="connsiteY2334" fmla="*/ 779607 h 8839200"/>
              <a:gd name="connsiteX2335" fmla="*/ 10936717 w 15732060"/>
              <a:gd name="connsiteY2335" fmla="*/ 779607 h 8839200"/>
              <a:gd name="connsiteX2336" fmla="*/ 10717774 w 15732060"/>
              <a:gd name="connsiteY2336" fmla="*/ 998550 h 8839200"/>
              <a:gd name="connsiteX2337" fmla="*/ 10717226 w 15732060"/>
              <a:gd name="connsiteY2337" fmla="*/ 998550 h 8839200"/>
              <a:gd name="connsiteX2338" fmla="*/ 10717226 w 15732060"/>
              <a:gd name="connsiteY2338" fmla="*/ 1374429 h 8839200"/>
              <a:gd name="connsiteX2339" fmla="*/ 9451307 w 15732060"/>
              <a:gd name="connsiteY2339" fmla="*/ 2640347 h 8839200"/>
              <a:gd name="connsiteX2340" fmla="*/ 9450759 w 15732060"/>
              <a:gd name="connsiteY2340" fmla="*/ 2640347 h 8839200"/>
              <a:gd name="connsiteX2341" fmla="*/ 9450759 w 15732060"/>
              <a:gd name="connsiteY2341" fmla="*/ 2640896 h 8839200"/>
              <a:gd name="connsiteX2342" fmla="*/ 9450759 w 15732060"/>
              <a:gd name="connsiteY2342" fmla="*/ 2952025 h 8839200"/>
              <a:gd name="connsiteX2343" fmla="*/ 9278458 w 15732060"/>
              <a:gd name="connsiteY2343" fmla="*/ 3124325 h 8839200"/>
              <a:gd name="connsiteX2344" fmla="*/ 9253764 w 15732060"/>
              <a:gd name="connsiteY2344" fmla="*/ 3125971 h 8839200"/>
              <a:gd name="connsiteX2345" fmla="*/ 9253764 w 15732060"/>
              <a:gd name="connsiteY2345" fmla="*/ 3152311 h 8839200"/>
              <a:gd name="connsiteX2346" fmla="*/ 9280104 w 15732060"/>
              <a:gd name="connsiteY2346" fmla="*/ 3152311 h 8839200"/>
              <a:gd name="connsiteX2347" fmla="*/ 9281750 w 15732060"/>
              <a:gd name="connsiteY2347" fmla="*/ 3127618 h 8839200"/>
              <a:gd name="connsiteX2348" fmla="*/ 9455148 w 15732060"/>
              <a:gd name="connsiteY2348" fmla="*/ 2954220 h 8839200"/>
              <a:gd name="connsiteX2349" fmla="*/ 9455697 w 15732060"/>
              <a:gd name="connsiteY2349" fmla="*/ 2954220 h 8839200"/>
              <a:gd name="connsiteX2350" fmla="*/ 9455697 w 15732060"/>
              <a:gd name="connsiteY2350" fmla="*/ 2642542 h 8839200"/>
              <a:gd name="connsiteX2351" fmla="*/ 10721614 w 15732060"/>
              <a:gd name="connsiteY2351" fmla="*/ 1376624 h 8839200"/>
              <a:gd name="connsiteX2352" fmla="*/ 10722164 w 15732060"/>
              <a:gd name="connsiteY2352" fmla="*/ 1376624 h 8839200"/>
              <a:gd name="connsiteX2353" fmla="*/ 10722164 w 15732060"/>
              <a:gd name="connsiteY2353" fmla="*/ 1000745 h 8839200"/>
              <a:gd name="connsiteX2354" fmla="*/ 10938912 w 15732060"/>
              <a:gd name="connsiteY2354" fmla="*/ 783997 h 8839200"/>
              <a:gd name="connsiteX2355" fmla="*/ 11996312 w 15732060"/>
              <a:gd name="connsiteY2355" fmla="*/ 783997 h 8839200"/>
              <a:gd name="connsiteX2356" fmla="*/ 12661921 w 15732060"/>
              <a:gd name="connsiteY2356" fmla="*/ 118388 h 8839200"/>
              <a:gd name="connsiteX2357" fmla="*/ 12686613 w 15732060"/>
              <a:gd name="connsiteY2357" fmla="*/ 116743 h 8839200"/>
              <a:gd name="connsiteX2358" fmla="*/ 12686613 w 15732060"/>
              <a:gd name="connsiteY2358" fmla="*/ 90404 h 8839200"/>
              <a:gd name="connsiteX2359" fmla="*/ 12673444 w 15732060"/>
              <a:gd name="connsiteY2359" fmla="*/ 85053 h 8839200"/>
              <a:gd name="connsiteX2360" fmla="*/ 5508690 w 15732060"/>
              <a:gd name="connsiteY2360" fmla="*/ 82858 h 8839200"/>
              <a:gd name="connsiteX2361" fmla="*/ 5495520 w 15732060"/>
              <a:gd name="connsiteY2361" fmla="*/ 88208 h 8839200"/>
              <a:gd name="connsiteX2362" fmla="*/ 5495520 w 15732060"/>
              <a:gd name="connsiteY2362" fmla="*/ 114547 h 8839200"/>
              <a:gd name="connsiteX2363" fmla="*/ 5520212 w 15732060"/>
              <a:gd name="connsiteY2363" fmla="*/ 116193 h 8839200"/>
              <a:gd name="connsiteX2364" fmla="*/ 6066748 w 15732060"/>
              <a:gd name="connsiteY2364" fmla="*/ 662728 h 8839200"/>
              <a:gd name="connsiteX2365" fmla="*/ 6066748 w 15732060"/>
              <a:gd name="connsiteY2365" fmla="*/ 1160425 h 8839200"/>
              <a:gd name="connsiteX2366" fmla="*/ 6354830 w 15732060"/>
              <a:gd name="connsiteY2366" fmla="*/ 1448508 h 8839200"/>
              <a:gd name="connsiteX2367" fmla="*/ 6356476 w 15732060"/>
              <a:gd name="connsiteY2367" fmla="*/ 1473200 h 8839200"/>
              <a:gd name="connsiteX2368" fmla="*/ 6382815 w 15732060"/>
              <a:gd name="connsiteY2368" fmla="*/ 1473200 h 8839200"/>
              <a:gd name="connsiteX2369" fmla="*/ 6382815 w 15732060"/>
              <a:gd name="connsiteY2369" fmla="*/ 1446861 h 8839200"/>
              <a:gd name="connsiteX2370" fmla="*/ 6358122 w 15732060"/>
              <a:gd name="connsiteY2370" fmla="*/ 1445215 h 8839200"/>
              <a:gd name="connsiteX2371" fmla="*/ 6071686 w 15732060"/>
              <a:gd name="connsiteY2371" fmla="*/ 1158779 h 8839200"/>
              <a:gd name="connsiteX2372" fmla="*/ 6071686 w 15732060"/>
              <a:gd name="connsiteY2372" fmla="*/ 661081 h 8839200"/>
              <a:gd name="connsiteX2373" fmla="*/ 5523506 w 15732060"/>
              <a:gd name="connsiteY2373" fmla="*/ 112902 h 8839200"/>
              <a:gd name="connsiteX2374" fmla="*/ 5521859 w 15732060"/>
              <a:gd name="connsiteY2374" fmla="*/ 88208 h 8839200"/>
              <a:gd name="connsiteX2375" fmla="*/ 5508690 w 15732060"/>
              <a:gd name="connsiteY2375" fmla="*/ 82858 h 8839200"/>
              <a:gd name="connsiteX2376" fmla="*/ 13440567 w 15732060"/>
              <a:gd name="connsiteY2376" fmla="*/ 68454 h 8839200"/>
              <a:gd name="connsiteX2377" fmla="*/ 13421911 w 15732060"/>
              <a:gd name="connsiteY2377" fmla="*/ 87111 h 8839200"/>
              <a:gd name="connsiteX2378" fmla="*/ 13438372 w 15732060"/>
              <a:gd name="connsiteY2378" fmla="*/ 105768 h 8839200"/>
              <a:gd name="connsiteX2379" fmla="*/ 13438372 w 15732060"/>
              <a:gd name="connsiteY2379" fmla="*/ 253924 h 8839200"/>
              <a:gd name="connsiteX2380" fmla="*/ 13058652 w 15732060"/>
              <a:gd name="connsiteY2380" fmla="*/ 633645 h 8839200"/>
              <a:gd name="connsiteX2381" fmla="*/ 13058103 w 15732060"/>
              <a:gd name="connsiteY2381" fmla="*/ 634194 h 8839200"/>
              <a:gd name="connsiteX2382" fmla="*/ 12642716 w 15732060"/>
              <a:gd name="connsiteY2382" fmla="*/ 634194 h 8839200"/>
              <a:gd name="connsiteX2383" fmla="*/ 11792185 w 15732060"/>
              <a:gd name="connsiteY2383" fmla="*/ 1484723 h 8839200"/>
              <a:gd name="connsiteX2384" fmla="*/ 10808863 w 15732060"/>
              <a:gd name="connsiteY2384" fmla="*/ 1484723 h 8839200"/>
              <a:gd name="connsiteX2385" fmla="*/ 9714149 w 15732060"/>
              <a:gd name="connsiteY2385" fmla="*/ 2579438 h 8839200"/>
              <a:gd name="connsiteX2386" fmla="*/ 9713600 w 15732060"/>
              <a:gd name="connsiteY2386" fmla="*/ 2579438 h 8839200"/>
              <a:gd name="connsiteX2387" fmla="*/ 9713600 w 15732060"/>
              <a:gd name="connsiteY2387" fmla="*/ 3027200 h 8839200"/>
              <a:gd name="connsiteX2388" fmla="*/ 9267483 w 15732060"/>
              <a:gd name="connsiteY2388" fmla="*/ 3473318 h 8839200"/>
              <a:gd name="connsiteX2389" fmla="*/ 9040309 w 15732060"/>
              <a:gd name="connsiteY2389" fmla="*/ 3473318 h 8839200"/>
              <a:gd name="connsiteX2390" fmla="*/ 9040309 w 15732060"/>
              <a:gd name="connsiteY2390" fmla="*/ 3478256 h 8839200"/>
              <a:gd name="connsiteX2391" fmla="*/ 9269678 w 15732060"/>
              <a:gd name="connsiteY2391" fmla="*/ 3478256 h 8839200"/>
              <a:gd name="connsiteX2392" fmla="*/ 9717990 w 15732060"/>
              <a:gd name="connsiteY2392" fmla="*/ 3029944 h 8839200"/>
              <a:gd name="connsiteX2393" fmla="*/ 9718538 w 15732060"/>
              <a:gd name="connsiteY2393" fmla="*/ 3029944 h 8839200"/>
              <a:gd name="connsiteX2394" fmla="*/ 9718538 w 15732060"/>
              <a:gd name="connsiteY2394" fmla="*/ 2582182 h 8839200"/>
              <a:gd name="connsiteX2395" fmla="*/ 10811057 w 15732060"/>
              <a:gd name="connsiteY2395" fmla="*/ 1489663 h 8839200"/>
              <a:gd name="connsiteX2396" fmla="*/ 11794379 w 15732060"/>
              <a:gd name="connsiteY2396" fmla="*/ 1489663 h 8839200"/>
              <a:gd name="connsiteX2397" fmla="*/ 12644910 w 15732060"/>
              <a:gd name="connsiteY2397" fmla="*/ 639132 h 8839200"/>
              <a:gd name="connsiteX2398" fmla="*/ 13060298 w 15732060"/>
              <a:gd name="connsiteY2398" fmla="*/ 639132 h 8839200"/>
              <a:gd name="connsiteX2399" fmla="*/ 13442213 w 15732060"/>
              <a:gd name="connsiteY2399" fmla="*/ 257217 h 8839200"/>
              <a:gd name="connsiteX2400" fmla="*/ 13442762 w 15732060"/>
              <a:gd name="connsiteY2400" fmla="*/ 257217 h 8839200"/>
              <a:gd name="connsiteX2401" fmla="*/ 13442762 w 15732060"/>
              <a:gd name="connsiteY2401" fmla="*/ 105768 h 8839200"/>
              <a:gd name="connsiteX2402" fmla="*/ 13459225 w 15732060"/>
              <a:gd name="connsiteY2402" fmla="*/ 87111 h 8839200"/>
              <a:gd name="connsiteX2403" fmla="*/ 13440567 w 15732060"/>
              <a:gd name="connsiteY2403" fmla="*/ 68454 h 8839200"/>
              <a:gd name="connsiteX2404" fmla="*/ 3523593 w 15732060"/>
              <a:gd name="connsiteY2404" fmla="*/ 66054 h 8839200"/>
              <a:gd name="connsiteX2405" fmla="*/ 3510218 w 15732060"/>
              <a:gd name="connsiteY2405" fmla="*/ 71197 h 8839200"/>
              <a:gd name="connsiteX2406" fmla="*/ 3510218 w 15732060"/>
              <a:gd name="connsiteY2406" fmla="*/ 97536 h 8839200"/>
              <a:gd name="connsiteX2407" fmla="*/ 3534912 w 15732060"/>
              <a:gd name="connsiteY2407" fmla="*/ 99183 h 8839200"/>
              <a:gd name="connsiteX2408" fmla="*/ 3534363 w 15732060"/>
              <a:gd name="connsiteY2408" fmla="*/ 99732 h 8839200"/>
              <a:gd name="connsiteX2409" fmla="*/ 4713032 w 15732060"/>
              <a:gd name="connsiteY2409" fmla="*/ 1278401 h 8839200"/>
              <a:gd name="connsiteX2410" fmla="*/ 5114702 w 15732060"/>
              <a:gd name="connsiteY2410" fmla="*/ 1278401 h 8839200"/>
              <a:gd name="connsiteX2411" fmla="*/ 6142472 w 15732060"/>
              <a:gd name="connsiteY2411" fmla="*/ 2306171 h 8839200"/>
              <a:gd name="connsiteX2412" fmla="*/ 6142472 w 15732060"/>
              <a:gd name="connsiteY2412" fmla="*/ 2360495 h 8839200"/>
              <a:gd name="connsiteX2413" fmla="*/ 6719186 w 15732060"/>
              <a:gd name="connsiteY2413" fmla="*/ 2937209 h 8839200"/>
              <a:gd name="connsiteX2414" fmla="*/ 6719186 w 15732060"/>
              <a:gd name="connsiteY2414" fmla="*/ 3015129 h 8839200"/>
              <a:gd name="connsiteX2415" fmla="*/ 6702724 w 15732060"/>
              <a:gd name="connsiteY2415" fmla="*/ 3033785 h 8839200"/>
              <a:gd name="connsiteX2416" fmla="*/ 6721381 w 15732060"/>
              <a:gd name="connsiteY2416" fmla="*/ 3052442 h 8839200"/>
              <a:gd name="connsiteX2417" fmla="*/ 6740038 w 15732060"/>
              <a:gd name="connsiteY2417" fmla="*/ 3033785 h 8839200"/>
              <a:gd name="connsiteX2418" fmla="*/ 6723576 w 15732060"/>
              <a:gd name="connsiteY2418" fmla="*/ 3015129 h 8839200"/>
              <a:gd name="connsiteX2419" fmla="*/ 6723576 w 15732060"/>
              <a:gd name="connsiteY2419" fmla="*/ 2935563 h 8839200"/>
              <a:gd name="connsiteX2420" fmla="*/ 6146862 w 15732060"/>
              <a:gd name="connsiteY2420" fmla="*/ 2358849 h 8839200"/>
              <a:gd name="connsiteX2421" fmla="*/ 6146862 w 15732060"/>
              <a:gd name="connsiteY2421" fmla="*/ 2304525 h 8839200"/>
              <a:gd name="connsiteX2422" fmla="*/ 5116348 w 15732060"/>
              <a:gd name="connsiteY2422" fmla="*/ 1274011 h 8839200"/>
              <a:gd name="connsiteX2423" fmla="*/ 4714678 w 15732060"/>
              <a:gd name="connsiteY2423" fmla="*/ 1274011 h 8839200"/>
              <a:gd name="connsiteX2424" fmla="*/ 3538204 w 15732060"/>
              <a:gd name="connsiteY2424" fmla="*/ 95891 h 8839200"/>
              <a:gd name="connsiteX2425" fmla="*/ 3536557 w 15732060"/>
              <a:gd name="connsiteY2425" fmla="*/ 71197 h 8839200"/>
              <a:gd name="connsiteX2426" fmla="*/ 3523593 w 15732060"/>
              <a:gd name="connsiteY2426" fmla="*/ 66054 h 8839200"/>
              <a:gd name="connsiteX2427" fmla="*/ 12317867 w 15732060"/>
              <a:gd name="connsiteY2427" fmla="*/ 62556 h 8839200"/>
              <a:gd name="connsiteX2428" fmla="*/ 12304698 w 15732060"/>
              <a:gd name="connsiteY2428" fmla="*/ 67906 h 8839200"/>
              <a:gd name="connsiteX2429" fmla="*/ 12303051 w 15732060"/>
              <a:gd name="connsiteY2429" fmla="*/ 92598 h 8839200"/>
              <a:gd name="connsiteX2430" fmla="*/ 12047893 w 15732060"/>
              <a:gd name="connsiteY2430" fmla="*/ 347757 h 8839200"/>
              <a:gd name="connsiteX2431" fmla="*/ 12047344 w 15732060"/>
              <a:gd name="connsiteY2431" fmla="*/ 347757 h 8839200"/>
              <a:gd name="connsiteX2432" fmla="*/ 12047344 w 15732060"/>
              <a:gd name="connsiteY2432" fmla="*/ 464636 h 8839200"/>
              <a:gd name="connsiteX2433" fmla="*/ 11840474 w 15732060"/>
              <a:gd name="connsiteY2433" fmla="*/ 671507 h 8839200"/>
              <a:gd name="connsiteX2434" fmla="*/ 11451424 w 15732060"/>
              <a:gd name="connsiteY2434" fmla="*/ 671507 h 8839200"/>
              <a:gd name="connsiteX2435" fmla="*/ 11432768 w 15732060"/>
              <a:gd name="connsiteY2435" fmla="*/ 655046 h 8839200"/>
              <a:gd name="connsiteX2436" fmla="*/ 11414110 w 15732060"/>
              <a:gd name="connsiteY2436" fmla="*/ 673703 h 8839200"/>
              <a:gd name="connsiteX2437" fmla="*/ 11432768 w 15732060"/>
              <a:gd name="connsiteY2437" fmla="*/ 692359 h 8839200"/>
              <a:gd name="connsiteX2438" fmla="*/ 11451424 w 15732060"/>
              <a:gd name="connsiteY2438" fmla="*/ 675897 h 8839200"/>
              <a:gd name="connsiteX2439" fmla="*/ 11843217 w 15732060"/>
              <a:gd name="connsiteY2439" fmla="*/ 675897 h 8839200"/>
              <a:gd name="connsiteX2440" fmla="*/ 12051735 w 15732060"/>
              <a:gd name="connsiteY2440" fmla="*/ 466832 h 8839200"/>
              <a:gd name="connsiteX2441" fmla="*/ 12052282 w 15732060"/>
              <a:gd name="connsiteY2441" fmla="*/ 466832 h 8839200"/>
              <a:gd name="connsiteX2442" fmla="*/ 12052282 w 15732060"/>
              <a:gd name="connsiteY2442" fmla="*/ 349952 h 8839200"/>
              <a:gd name="connsiteX2443" fmla="*/ 12306344 w 15732060"/>
              <a:gd name="connsiteY2443" fmla="*/ 95891 h 8839200"/>
              <a:gd name="connsiteX2444" fmla="*/ 12331037 w 15732060"/>
              <a:gd name="connsiteY2444" fmla="*/ 94245 h 8839200"/>
              <a:gd name="connsiteX2445" fmla="*/ 12331037 w 15732060"/>
              <a:gd name="connsiteY2445" fmla="*/ 67906 h 8839200"/>
              <a:gd name="connsiteX2446" fmla="*/ 12317867 w 15732060"/>
              <a:gd name="connsiteY2446" fmla="*/ 62556 h 8839200"/>
              <a:gd name="connsiteX2447" fmla="*/ 2080437 w 15732060"/>
              <a:gd name="connsiteY2447" fmla="*/ 62212 h 8839200"/>
              <a:gd name="connsiteX2448" fmla="*/ 2067062 w 15732060"/>
              <a:gd name="connsiteY2448" fmla="*/ 67356 h 8839200"/>
              <a:gd name="connsiteX2449" fmla="*/ 2067062 w 15732060"/>
              <a:gd name="connsiteY2449" fmla="*/ 93695 h 8839200"/>
              <a:gd name="connsiteX2450" fmla="*/ 2078997 w 15732060"/>
              <a:gd name="connsiteY2450" fmla="*/ 99045 h 8839200"/>
              <a:gd name="connsiteX2451" fmla="*/ 2091754 w 15732060"/>
              <a:gd name="connsiteY2451" fmla="*/ 95342 h 8839200"/>
              <a:gd name="connsiteX2452" fmla="*/ 2091205 w 15732060"/>
              <a:gd name="connsiteY2452" fmla="*/ 94793 h 8839200"/>
              <a:gd name="connsiteX2453" fmla="*/ 2091754 w 15732060"/>
              <a:gd name="connsiteY2453" fmla="*/ 95342 h 8839200"/>
              <a:gd name="connsiteX2454" fmla="*/ 2091754 w 15732060"/>
              <a:gd name="connsiteY2454" fmla="*/ 95342 h 8839200"/>
              <a:gd name="connsiteX2455" fmla="*/ 2475316 w 15732060"/>
              <a:gd name="connsiteY2455" fmla="*/ 478903 h 8839200"/>
              <a:gd name="connsiteX2456" fmla="*/ 2979049 w 15732060"/>
              <a:gd name="connsiteY2456" fmla="*/ 478903 h 8839200"/>
              <a:gd name="connsiteX2457" fmla="*/ 3953592 w 15732060"/>
              <a:gd name="connsiteY2457" fmla="*/ 1453446 h 8839200"/>
              <a:gd name="connsiteX2458" fmla="*/ 4179668 w 15732060"/>
              <a:gd name="connsiteY2458" fmla="*/ 1453446 h 8839200"/>
              <a:gd name="connsiteX2459" fmla="*/ 4465556 w 15732060"/>
              <a:gd name="connsiteY2459" fmla="*/ 1739334 h 8839200"/>
              <a:gd name="connsiteX2460" fmla="*/ 4727848 w 15732060"/>
              <a:gd name="connsiteY2460" fmla="*/ 1739334 h 8839200"/>
              <a:gd name="connsiteX2461" fmla="*/ 4746505 w 15732060"/>
              <a:gd name="connsiteY2461" fmla="*/ 1755795 h 8839200"/>
              <a:gd name="connsiteX2462" fmla="*/ 4765162 w 15732060"/>
              <a:gd name="connsiteY2462" fmla="*/ 1737139 h 8839200"/>
              <a:gd name="connsiteX2463" fmla="*/ 4746505 w 15732060"/>
              <a:gd name="connsiteY2463" fmla="*/ 1718482 h 8839200"/>
              <a:gd name="connsiteX2464" fmla="*/ 4727848 w 15732060"/>
              <a:gd name="connsiteY2464" fmla="*/ 1734944 h 8839200"/>
              <a:gd name="connsiteX2465" fmla="*/ 4467751 w 15732060"/>
              <a:gd name="connsiteY2465" fmla="*/ 1734944 h 8839200"/>
              <a:gd name="connsiteX2466" fmla="*/ 4181863 w 15732060"/>
              <a:gd name="connsiteY2466" fmla="*/ 1449057 h 8839200"/>
              <a:gd name="connsiteX2467" fmla="*/ 3955787 w 15732060"/>
              <a:gd name="connsiteY2467" fmla="*/ 1449057 h 8839200"/>
              <a:gd name="connsiteX2468" fmla="*/ 2981244 w 15732060"/>
              <a:gd name="connsiteY2468" fmla="*/ 474514 h 8839200"/>
              <a:gd name="connsiteX2469" fmla="*/ 2477511 w 15732060"/>
              <a:gd name="connsiteY2469" fmla="*/ 474514 h 8839200"/>
              <a:gd name="connsiteX2470" fmla="*/ 2095046 w 15732060"/>
              <a:gd name="connsiteY2470" fmla="*/ 92049 h 8839200"/>
              <a:gd name="connsiteX2471" fmla="*/ 2093401 w 15732060"/>
              <a:gd name="connsiteY2471" fmla="*/ 67356 h 8839200"/>
              <a:gd name="connsiteX2472" fmla="*/ 2080437 w 15732060"/>
              <a:gd name="connsiteY2472" fmla="*/ 62212 h 8839200"/>
              <a:gd name="connsiteX2473" fmla="*/ 3829579 w 15732060"/>
              <a:gd name="connsiteY2473" fmla="*/ 60360 h 8839200"/>
              <a:gd name="connsiteX2474" fmla="*/ 3816410 w 15732060"/>
              <a:gd name="connsiteY2474" fmla="*/ 65710 h 8839200"/>
              <a:gd name="connsiteX2475" fmla="*/ 3816410 w 15732060"/>
              <a:gd name="connsiteY2475" fmla="*/ 92049 h 8839200"/>
              <a:gd name="connsiteX2476" fmla="*/ 3841102 w 15732060"/>
              <a:gd name="connsiteY2476" fmla="*/ 93695 h 8839200"/>
              <a:gd name="connsiteX2477" fmla="*/ 4375564 w 15732060"/>
              <a:gd name="connsiteY2477" fmla="*/ 628158 h 8839200"/>
              <a:gd name="connsiteX2478" fmla="*/ 4377210 w 15732060"/>
              <a:gd name="connsiteY2478" fmla="*/ 652850 h 8839200"/>
              <a:gd name="connsiteX2479" fmla="*/ 4403550 w 15732060"/>
              <a:gd name="connsiteY2479" fmla="*/ 652850 h 8839200"/>
              <a:gd name="connsiteX2480" fmla="*/ 4403550 w 15732060"/>
              <a:gd name="connsiteY2480" fmla="*/ 626511 h 8839200"/>
              <a:gd name="connsiteX2481" fmla="*/ 4378856 w 15732060"/>
              <a:gd name="connsiteY2481" fmla="*/ 624866 h 8839200"/>
              <a:gd name="connsiteX2482" fmla="*/ 3844394 w 15732060"/>
              <a:gd name="connsiteY2482" fmla="*/ 90404 h 8839200"/>
              <a:gd name="connsiteX2483" fmla="*/ 3842748 w 15732060"/>
              <a:gd name="connsiteY2483" fmla="*/ 65710 h 8839200"/>
              <a:gd name="connsiteX2484" fmla="*/ 3829579 w 15732060"/>
              <a:gd name="connsiteY2484" fmla="*/ 60360 h 8839200"/>
              <a:gd name="connsiteX2485" fmla="*/ 6405312 w 15732060"/>
              <a:gd name="connsiteY2485" fmla="*/ 58715 h 8839200"/>
              <a:gd name="connsiteX2486" fmla="*/ 6392143 w 15732060"/>
              <a:gd name="connsiteY2486" fmla="*/ 64065 h 8839200"/>
              <a:gd name="connsiteX2487" fmla="*/ 6392143 w 15732060"/>
              <a:gd name="connsiteY2487" fmla="*/ 90404 h 8839200"/>
              <a:gd name="connsiteX2488" fmla="*/ 6416836 w 15732060"/>
              <a:gd name="connsiteY2488" fmla="*/ 92049 h 8839200"/>
              <a:gd name="connsiteX2489" fmla="*/ 6647852 w 15732060"/>
              <a:gd name="connsiteY2489" fmla="*/ 323064 h 8839200"/>
              <a:gd name="connsiteX2490" fmla="*/ 6647852 w 15732060"/>
              <a:gd name="connsiteY2490" fmla="*/ 1283889 h 8839200"/>
              <a:gd name="connsiteX2491" fmla="*/ 7273951 w 15732060"/>
              <a:gd name="connsiteY2491" fmla="*/ 1909988 h 8839200"/>
              <a:gd name="connsiteX2492" fmla="*/ 7273951 w 15732060"/>
              <a:gd name="connsiteY2492" fmla="*/ 3239559 h 8839200"/>
              <a:gd name="connsiteX2493" fmla="*/ 7278890 w 15732060"/>
              <a:gd name="connsiteY2493" fmla="*/ 3239559 h 8839200"/>
              <a:gd name="connsiteX2494" fmla="*/ 7278890 w 15732060"/>
              <a:gd name="connsiteY2494" fmla="*/ 1907794 h 8839200"/>
              <a:gd name="connsiteX2495" fmla="*/ 6652789 w 15732060"/>
              <a:gd name="connsiteY2495" fmla="*/ 1281694 h 8839200"/>
              <a:gd name="connsiteX2496" fmla="*/ 6652789 w 15732060"/>
              <a:gd name="connsiteY2496" fmla="*/ 321418 h 8839200"/>
              <a:gd name="connsiteX2497" fmla="*/ 6420129 w 15732060"/>
              <a:gd name="connsiteY2497" fmla="*/ 88757 h 8839200"/>
              <a:gd name="connsiteX2498" fmla="*/ 6418482 w 15732060"/>
              <a:gd name="connsiteY2498" fmla="*/ 64065 h 8839200"/>
              <a:gd name="connsiteX2499" fmla="*/ 6405312 w 15732060"/>
              <a:gd name="connsiteY2499" fmla="*/ 58715 h 8839200"/>
              <a:gd name="connsiteX2500" fmla="*/ 9445271 w 15732060"/>
              <a:gd name="connsiteY2500" fmla="*/ 55422 h 8839200"/>
              <a:gd name="connsiteX2501" fmla="*/ 9432102 w 15732060"/>
              <a:gd name="connsiteY2501" fmla="*/ 60772 h 8839200"/>
              <a:gd name="connsiteX2502" fmla="*/ 9430456 w 15732060"/>
              <a:gd name="connsiteY2502" fmla="*/ 85464 h 8839200"/>
              <a:gd name="connsiteX2503" fmla="*/ 8428477 w 15732060"/>
              <a:gd name="connsiteY2503" fmla="*/ 1087444 h 8839200"/>
              <a:gd name="connsiteX2504" fmla="*/ 8427928 w 15732060"/>
              <a:gd name="connsiteY2504" fmla="*/ 1087444 h 8839200"/>
              <a:gd name="connsiteX2505" fmla="*/ 8427928 w 15732060"/>
              <a:gd name="connsiteY2505" fmla="*/ 2614007 h 8839200"/>
              <a:gd name="connsiteX2506" fmla="*/ 8206241 w 15732060"/>
              <a:gd name="connsiteY2506" fmla="*/ 2835694 h 8839200"/>
              <a:gd name="connsiteX2507" fmla="*/ 8205692 w 15732060"/>
              <a:gd name="connsiteY2507" fmla="*/ 2835694 h 8839200"/>
              <a:gd name="connsiteX2508" fmla="*/ 8205144 w 15732060"/>
              <a:gd name="connsiteY2508" fmla="*/ 2836243 h 8839200"/>
              <a:gd name="connsiteX2509" fmla="*/ 8205144 w 15732060"/>
              <a:gd name="connsiteY2509" fmla="*/ 3230230 h 8839200"/>
              <a:gd name="connsiteX2510" fmla="*/ 8210082 w 15732060"/>
              <a:gd name="connsiteY2510" fmla="*/ 3230230 h 8839200"/>
              <a:gd name="connsiteX2511" fmla="*/ 8210082 w 15732060"/>
              <a:gd name="connsiteY2511" fmla="*/ 2837889 h 8839200"/>
              <a:gd name="connsiteX2512" fmla="*/ 8431769 w 15732060"/>
              <a:gd name="connsiteY2512" fmla="*/ 2616203 h 8839200"/>
              <a:gd name="connsiteX2513" fmla="*/ 8432317 w 15732060"/>
              <a:gd name="connsiteY2513" fmla="*/ 2616203 h 8839200"/>
              <a:gd name="connsiteX2514" fmla="*/ 8432317 w 15732060"/>
              <a:gd name="connsiteY2514" fmla="*/ 1090187 h 8839200"/>
              <a:gd name="connsiteX2515" fmla="*/ 9433748 w 15732060"/>
              <a:gd name="connsiteY2515" fmla="*/ 88757 h 8839200"/>
              <a:gd name="connsiteX2516" fmla="*/ 9458441 w 15732060"/>
              <a:gd name="connsiteY2516" fmla="*/ 87111 h 8839200"/>
              <a:gd name="connsiteX2517" fmla="*/ 9458441 w 15732060"/>
              <a:gd name="connsiteY2517" fmla="*/ 60772 h 8839200"/>
              <a:gd name="connsiteX2518" fmla="*/ 9445271 w 15732060"/>
              <a:gd name="connsiteY2518" fmla="*/ 55422 h 8839200"/>
              <a:gd name="connsiteX2519" fmla="*/ 7811705 w 15732060"/>
              <a:gd name="connsiteY2519" fmla="*/ 51581 h 8839200"/>
              <a:gd name="connsiteX2520" fmla="*/ 7798536 w 15732060"/>
              <a:gd name="connsiteY2520" fmla="*/ 56931 h 8839200"/>
              <a:gd name="connsiteX2521" fmla="*/ 7796889 w 15732060"/>
              <a:gd name="connsiteY2521" fmla="*/ 81623 h 8839200"/>
              <a:gd name="connsiteX2522" fmla="*/ 7438570 w 15732060"/>
              <a:gd name="connsiteY2522" fmla="*/ 439943 h 8839200"/>
              <a:gd name="connsiteX2523" fmla="*/ 7438570 w 15732060"/>
              <a:gd name="connsiteY2523" fmla="*/ 843260 h 8839200"/>
              <a:gd name="connsiteX2524" fmla="*/ 7533499 w 15732060"/>
              <a:gd name="connsiteY2524" fmla="*/ 938190 h 8839200"/>
              <a:gd name="connsiteX2525" fmla="*/ 7535146 w 15732060"/>
              <a:gd name="connsiteY2525" fmla="*/ 962882 h 8839200"/>
              <a:gd name="connsiteX2526" fmla="*/ 7534597 w 15732060"/>
              <a:gd name="connsiteY2526" fmla="*/ 962882 h 8839200"/>
              <a:gd name="connsiteX2527" fmla="*/ 7560936 w 15732060"/>
              <a:gd name="connsiteY2527" fmla="*/ 962882 h 8839200"/>
              <a:gd name="connsiteX2528" fmla="*/ 7560936 w 15732060"/>
              <a:gd name="connsiteY2528" fmla="*/ 936544 h 8839200"/>
              <a:gd name="connsiteX2529" fmla="*/ 7536243 w 15732060"/>
              <a:gd name="connsiteY2529" fmla="*/ 934897 h 8839200"/>
              <a:gd name="connsiteX2530" fmla="*/ 7442959 w 15732060"/>
              <a:gd name="connsiteY2530" fmla="*/ 841613 h 8839200"/>
              <a:gd name="connsiteX2531" fmla="*/ 7442959 w 15732060"/>
              <a:gd name="connsiteY2531" fmla="*/ 442138 h 8839200"/>
              <a:gd name="connsiteX2532" fmla="*/ 7800182 w 15732060"/>
              <a:gd name="connsiteY2532" fmla="*/ 84916 h 8839200"/>
              <a:gd name="connsiteX2533" fmla="*/ 7824874 w 15732060"/>
              <a:gd name="connsiteY2533" fmla="*/ 83270 h 8839200"/>
              <a:gd name="connsiteX2534" fmla="*/ 7824874 w 15732060"/>
              <a:gd name="connsiteY2534" fmla="*/ 56931 h 8839200"/>
              <a:gd name="connsiteX2535" fmla="*/ 7811705 w 15732060"/>
              <a:gd name="connsiteY2535" fmla="*/ 51581 h 8839200"/>
              <a:gd name="connsiteX2536" fmla="*/ 10497734 w 15732060"/>
              <a:gd name="connsiteY2536" fmla="*/ 48837 h 8839200"/>
              <a:gd name="connsiteX2537" fmla="*/ 10484564 w 15732060"/>
              <a:gd name="connsiteY2537" fmla="*/ 54187 h 8839200"/>
              <a:gd name="connsiteX2538" fmla="*/ 10482918 w 15732060"/>
              <a:gd name="connsiteY2538" fmla="*/ 78879 h 8839200"/>
              <a:gd name="connsiteX2539" fmla="*/ 10090028 w 15732060"/>
              <a:gd name="connsiteY2539" fmla="*/ 471770 h 8839200"/>
              <a:gd name="connsiteX2540" fmla="*/ 10089479 w 15732060"/>
              <a:gd name="connsiteY2540" fmla="*/ 471770 h 8839200"/>
              <a:gd name="connsiteX2541" fmla="*/ 10089479 w 15732060"/>
              <a:gd name="connsiteY2541" fmla="*/ 839419 h 8839200"/>
              <a:gd name="connsiteX2542" fmla="*/ 9924312 w 15732060"/>
              <a:gd name="connsiteY2542" fmla="*/ 1004586 h 8839200"/>
              <a:gd name="connsiteX2543" fmla="*/ 9899619 w 15732060"/>
              <a:gd name="connsiteY2543" fmla="*/ 1006232 h 8839200"/>
              <a:gd name="connsiteX2544" fmla="*/ 9899619 w 15732060"/>
              <a:gd name="connsiteY2544" fmla="*/ 1032571 h 8839200"/>
              <a:gd name="connsiteX2545" fmla="*/ 9925958 w 15732060"/>
              <a:gd name="connsiteY2545" fmla="*/ 1032571 h 8839200"/>
              <a:gd name="connsiteX2546" fmla="*/ 9927604 w 15732060"/>
              <a:gd name="connsiteY2546" fmla="*/ 1007879 h 8839200"/>
              <a:gd name="connsiteX2547" fmla="*/ 10093869 w 15732060"/>
              <a:gd name="connsiteY2547" fmla="*/ 841613 h 8839200"/>
              <a:gd name="connsiteX2548" fmla="*/ 10094418 w 15732060"/>
              <a:gd name="connsiteY2548" fmla="*/ 841613 h 8839200"/>
              <a:gd name="connsiteX2549" fmla="*/ 10094418 w 15732060"/>
              <a:gd name="connsiteY2549" fmla="*/ 473965 h 8839200"/>
              <a:gd name="connsiteX2550" fmla="*/ 10486210 w 15732060"/>
              <a:gd name="connsiteY2550" fmla="*/ 82172 h 8839200"/>
              <a:gd name="connsiteX2551" fmla="*/ 10510903 w 15732060"/>
              <a:gd name="connsiteY2551" fmla="*/ 80526 h 8839200"/>
              <a:gd name="connsiteX2552" fmla="*/ 10510903 w 15732060"/>
              <a:gd name="connsiteY2552" fmla="*/ 54187 h 8839200"/>
              <a:gd name="connsiteX2553" fmla="*/ 10497734 w 15732060"/>
              <a:gd name="connsiteY2553" fmla="*/ 48837 h 8839200"/>
              <a:gd name="connsiteX2554" fmla="*/ 7029971 w 15732060"/>
              <a:gd name="connsiteY2554" fmla="*/ 45202 h 8839200"/>
              <a:gd name="connsiteX2555" fmla="*/ 7016596 w 15732060"/>
              <a:gd name="connsiteY2555" fmla="*/ 50346 h 8839200"/>
              <a:gd name="connsiteX2556" fmla="*/ 7016596 w 15732060"/>
              <a:gd name="connsiteY2556" fmla="*/ 76685 h 8839200"/>
              <a:gd name="connsiteX2557" fmla="*/ 7028532 w 15732060"/>
              <a:gd name="connsiteY2557" fmla="*/ 82035 h 8839200"/>
              <a:gd name="connsiteX2558" fmla="*/ 7040865 w 15732060"/>
              <a:gd name="connsiteY2558" fmla="*/ 78454 h 8839200"/>
              <a:gd name="connsiteX2559" fmla="*/ 7040742 w 15732060"/>
              <a:gd name="connsiteY2559" fmla="*/ 78331 h 8839200"/>
              <a:gd name="connsiteX2560" fmla="*/ 7041290 w 15732060"/>
              <a:gd name="connsiteY2560" fmla="*/ 78331 h 8839200"/>
              <a:gd name="connsiteX2561" fmla="*/ 7040865 w 15732060"/>
              <a:gd name="connsiteY2561" fmla="*/ 78454 h 8839200"/>
              <a:gd name="connsiteX2562" fmla="*/ 7268464 w 15732060"/>
              <a:gd name="connsiteY2562" fmla="*/ 306054 h 8839200"/>
              <a:gd name="connsiteX2563" fmla="*/ 7268464 w 15732060"/>
              <a:gd name="connsiteY2563" fmla="*/ 1389793 h 8839200"/>
              <a:gd name="connsiteX2564" fmla="*/ 7506612 w 15732060"/>
              <a:gd name="connsiteY2564" fmla="*/ 1627942 h 8839200"/>
              <a:gd name="connsiteX2565" fmla="*/ 7506612 w 15732060"/>
              <a:gd name="connsiteY2565" fmla="*/ 3202245 h 8839200"/>
              <a:gd name="connsiteX2566" fmla="*/ 7511550 w 15732060"/>
              <a:gd name="connsiteY2566" fmla="*/ 3202245 h 8839200"/>
              <a:gd name="connsiteX2567" fmla="*/ 7511550 w 15732060"/>
              <a:gd name="connsiteY2567" fmla="*/ 1625747 h 8839200"/>
              <a:gd name="connsiteX2568" fmla="*/ 7273402 w 15732060"/>
              <a:gd name="connsiteY2568" fmla="*/ 1387598 h 8839200"/>
              <a:gd name="connsiteX2569" fmla="*/ 7273402 w 15732060"/>
              <a:gd name="connsiteY2569" fmla="*/ 303859 h 8839200"/>
              <a:gd name="connsiteX2570" fmla="*/ 7044582 w 15732060"/>
              <a:gd name="connsiteY2570" fmla="*/ 75038 h 8839200"/>
              <a:gd name="connsiteX2571" fmla="*/ 7042936 w 15732060"/>
              <a:gd name="connsiteY2571" fmla="*/ 50346 h 8839200"/>
              <a:gd name="connsiteX2572" fmla="*/ 7029971 w 15732060"/>
              <a:gd name="connsiteY2572" fmla="*/ 45202 h 8839200"/>
              <a:gd name="connsiteX2573" fmla="*/ 4452386 w 15732060"/>
              <a:gd name="connsiteY2573" fmla="*/ 43350 h 8839200"/>
              <a:gd name="connsiteX2574" fmla="*/ 4439216 w 15732060"/>
              <a:gd name="connsiteY2574" fmla="*/ 48699 h 8839200"/>
              <a:gd name="connsiteX2575" fmla="*/ 4439216 w 15732060"/>
              <a:gd name="connsiteY2575" fmla="*/ 75038 h 8839200"/>
              <a:gd name="connsiteX2576" fmla="*/ 4463910 w 15732060"/>
              <a:gd name="connsiteY2576" fmla="*/ 76685 h 8839200"/>
              <a:gd name="connsiteX2577" fmla="*/ 4464458 w 15732060"/>
              <a:gd name="connsiteY2577" fmla="*/ 77234 h 8839200"/>
              <a:gd name="connsiteX2578" fmla="*/ 4608774 w 15732060"/>
              <a:gd name="connsiteY2578" fmla="*/ 221549 h 8839200"/>
              <a:gd name="connsiteX2579" fmla="*/ 4608774 w 15732060"/>
              <a:gd name="connsiteY2579" fmla="*/ 447626 h 8839200"/>
              <a:gd name="connsiteX2580" fmla="*/ 5077938 w 15732060"/>
              <a:gd name="connsiteY2580" fmla="*/ 916789 h 8839200"/>
              <a:gd name="connsiteX2581" fmla="*/ 5077938 w 15732060"/>
              <a:gd name="connsiteY2581" fmla="*/ 1060007 h 8839200"/>
              <a:gd name="connsiteX2582" fmla="*/ 5061476 w 15732060"/>
              <a:gd name="connsiteY2582" fmla="*/ 1078664 h 8839200"/>
              <a:gd name="connsiteX2583" fmla="*/ 5080132 w 15732060"/>
              <a:gd name="connsiteY2583" fmla="*/ 1097321 h 8839200"/>
              <a:gd name="connsiteX2584" fmla="*/ 5098790 w 15732060"/>
              <a:gd name="connsiteY2584" fmla="*/ 1078664 h 8839200"/>
              <a:gd name="connsiteX2585" fmla="*/ 5082327 w 15732060"/>
              <a:gd name="connsiteY2585" fmla="*/ 1060007 h 8839200"/>
              <a:gd name="connsiteX2586" fmla="*/ 5082327 w 15732060"/>
              <a:gd name="connsiteY2586" fmla="*/ 914594 h 8839200"/>
              <a:gd name="connsiteX2587" fmla="*/ 4613164 w 15732060"/>
              <a:gd name="connsiteY2587" fmla="*/ 445431 h 8839200"/>
              <a:gd name="connsiteX2588" fmla="*/ 4613164 w 15732060"/>
              <a:gd name="connsiteY2588" fmla="*/ 219355 h 8839200"/>
              <a:gd name="connsiteX2589" fmla="*/ 4467202 w 15732060"/>
              <a:gd name="connsiteY2589" fmla="*/ 73393 h 8839200"/>
              <a:gd name="connsiteX2590" fmla="*/ 4465556 w 15732060"/>
              <a:gd name="connsiteY2590" fmla="*/ 48699 h 8839200"/>
              <a:gd name="connsiteX2591" fmla="*/ 4452386 w 15732060"/>
              <a:gd name="connsiteY2591" fmla="*/ 43350 h 8839200"/>
              <a:gd name="connsiteX2592" fmla="*/ 11888213 w 15732060"/>
              <a:gd name="connsiteY2592" fmla="*/ 29083 h 8839200"/>
              <a:gd name="connsiteX2593" fmla="*/ 11875043 w 15732060"/>
              <a:gd name="connsiteY2593" fmla="*/ 34433 h 8839200"/>
              <a:gd name="connsiteX2594" fmla="*/ 11873397 w 15732060"/>
              <a:gd name="connsiteY2594" fmla="*/ 59125 h 8839200"/>
              <a:gd name="connsiteX2595" fmla="*/ 11618239 w 15732060"/>
              <a:gd name="connsiteY2595" fmla="*/ 314285 h 8839200"/>
              <a:gd name="connsiteX2596" fmla="*/ 11617689 w 15732060"/>
              <a:gd name="connsiteY2596" fmla="*/ 314285 h 8839200"/>
              <a:gd name="connsiteX2597" fmla="*/ 11617689 w 15732060"/>
              <a:gd name="connsiteY2597" fmla="*/ 416897 h 8839200"/>
              <a:gd name="connsiteX2598" fmla="*/ 11462948 w 15732060"/>
              <a:gd name="connsiteY2598" fmla="*/ 571638 h 8839200"/>
              <a:gd name="connsiteX2599" fmla="*/ 11376249 w 15732060"/>
              <a:gd name="connsiteY2599" fmla="*/ 571638 h 8839200"/>
              <a:gd name="connsiteX2600" fmla="*/ 11279124 w 15732060"/>
              <a:gd name="connsiteY2600" fmla="*/ 668763 h 8839200"/>
              <a:gd name="connsiteX2601" fmla="*/ 11279671 w 15732060"/>
              <a:gd name="connsiteY2601" fmla="*/ 668215 h 8839200"/>
              <a:gd name="connsiteX2602" fmla="*/ 11254979 w 15732060"/>
              <a:gd name="connsiteY2602" fmla="*/ 669861 h 8839200"/>
              <a:gd name="connsiteX2603" fmla="*/ 11254979 w 15732060"/>
              <a:gd name="connsiteY2603" fmla="*/ 696200 h 8839200"/>
              <a:gd name="connsiteX2604" fmla="*/ 11281318 w 15732060"/>
              <a:gd name="connsiteY2604" fmla="*/ 696200 h 8839200"/>
              <a:gd name="connsiteX2605" fmla="*/ 11282965 w 15732060"/>
              <a:gd name="connsiteY2605" fmla="*/ 671507 h 8839200"/>
              <a:gd name="connsiteX2606" fmla="*/ 11378443 w 15732060"/>
              <a:gd name="connsiteY2606" fmla="*/ 576029 h 8839200"/>
              <a:gd name="connsiteX2607" fmla="*/ 11465142 w 15732060"/>
              <a:gd name="connsiteY2607" fmla="*/ 576029 h 8839200"/>
              <a:gd name="connsiteX2608" fmla="*/ 11622079 w 15732060"/>
              <a:gd name="connsiteY2608" fmla="*/ 419092 h 8839200"/>
              <a:gd name="connsiteX2609" fmla="*/ 11622628 w 15732060"/>
              <a:gd name="connsiteY2609" fmla="*/ 419092 h 8839200"/>
              <a:gd name="connsiteX2610" fmla="*/ 11622628 w 15732060"/>
              <a:gd name="connsiteY2610" fmla="*/ 316480 h 8839200"/>
              <a:gd name="connsiteX2611" fmla="*/ 11876689 w 15732060"/>
              <a:gd name="connsiteY2611" fmla="*/ 62418 h 8839200"/>
              <a:gd name="connsiteX2612" fmla="*/ 11901382 w 15732060"/>
              <a:gd name="connsiteY2612" fmla="*/ 60772 h 8839200"/>
              <a:gd name="connsiteX2613" fmla="*/ 11901382 w 15732060"/>
              <a:gd name="connsiteY2613" fmla="*/ 34433 h 8839200"/>
              <a:gd name="connsiteX2614" fmla="*/ 11888213 w 15732060"/>
              <a:gd name="connsiteY2614" fmla="*/ 29083 h 8839200"/>
              <a:gd name="connsiteX2615" fmla="*/ 14013990 w 15732060"/>
              <a:gd name="connsiteY2615" fmla="*/ 19754 h 8839200"/>
              <a:gd name="connsiteX2616" fmla="*/ 14000819 w 15732060"/>
              <a:gd name="connsiteY2616" fmla="*/ 25104 h 8839200"/>
              <a:gd name="connsiteX2617" fmla="*/ 13999173 w 15732060"/>
              <a:gd name="connsiteY2617" fmla="*/ 49797 h 8839200"/>
              <a:gd name="connsiteX2618" fmla="*/ 13179921 w 15732060"/>
              <a:gd name="connsiteY2618" fmla="*/ 869050 h 8839200"/>
              <a:gd name="connsiteX2619" fmla="*/ 12643813 w 15732060"/>
              <a:gd name="connsiteY2619" fmla="*/ 869050 h 8839200"/>
              <a:gd name="connsiteX2620" fmla="*/ 12374935 w 15732060"/>
              <a:gd name="connsiteY2620" fmla="*/ 1137927 h 8839200"/>
              <a:gd name="connsiteX2621" fmla="*/ 12374386 w 15732060"/>
              <a:gd name="connsiteY2621" fmla="*/ 1137927 h 8839200"/>
              <a:gd name="connsiteX2622" fmla="*/ 12374386 w 15732060"/>
              <a:gd name="connsiteY2622" fmla="*/ 1230662 h 8839200"/>
              <a:gd name="connsiteX2623" fmla="*/ 11985338 w 15732060"/>
              <a:gd name="connsiteY2623" fmla="*/ 1619711 h 8839200"/>
              <a:gd name="connsiteX2624" fmla="*/ 10850018 w 15732060"/>
              <a:gd name="connsiteY2624" fmla="*/ 1619711 h 8839200"/>
              <a:gd name="connsiteX2625" fmla="*/ 10752892 w 15732060"/>
              <a:gd name="connsiteY2625" fmla="*/ 1716836 h 8839200"/>
              <a:gd name="connsiteX2626" fmla="*/ 10728200 w 15732060"/>
              <a:gd name="connsiteY2626" fmla="*/ 1718482 h 8839200"/>
              <a:gd name="connsiteX2627" fmla="*/ 10728200 w 15732060"/>
              <a:gd name="connsiteY2627" fmla="*/ 1744821 h 8839200"/>
              <a:gd name="connsiteX2628" fmla="*/ 10754538 w 15732060"/>
              <a:gd name="connsiteY2628" fmla="*/ 1744821 h 8839200"/>
              <a:gd name="connsiteX2629" fmla="*/ 10756185 w 15732060"/>
              <a:gd name="connsiteY2629" fmla="*/ 1720128 h 8839200"/>
              <a:gd name="connsiteX2630" fmla="*/ 10851663 w 15732060"/>
              <a:gd name="connsiteY2630" fmla="*/ 1624649 h 8839200"/>
              <a:gd name="connsiteX2631" fmla="*/ 11986984 w 15732060"/>
              <a:gd name="connsiteY2631" fmla="*/ 1624649 h 8839200"/>
              <a:gd name="connsiteX2632" fmla="*/ 12378228 w 15732060"/>
              <a:gd name="connsiteY2632" fmla="*/ 1233405 h 8839200"/>
              <a:gd name="connsiteX2633" fmla="*/ 12378776 w 15732060"/>
              <a:gd name="connsiteY2633" fmla="*/ 1233405 h 8839200"/>
              <a:gd name="connsiteX2634" fmla="*/ 12378776 w 15732060"/>
              <a:gd name="connsiteY2634" fmla="*/ 1140671 h 8839200"/>
              <a:gd name="connsiteX2635" fmla="*/ 12645459 w 15732060"/>
              <a:gd name="connsiteY2635" fmla="*/ 873988 h 8839200"/>
              <a:gd name="connsiteX2636" fmla="*/ 13181567 w 15732060"/>
              <a:gd name="connsiteY2636" fmla="*/ 873988 h 8839200"/>
              <a:gd name="connsiteX2637" fmla="*/ 14002466 w 15732060"/>
              <a:gd name="connsiteY2637" fmla="*/ 53090 h 8839200"/>
              <a:gd name="connsiteX2638" fmla="*/ 14027159 w 15732060"/>
              <a:gd name="connsiteY2638" fmla="*/ 51443 h 8839200"/>
              <a:gd name="connsiteX2639" fmla="*/ 14027159 w 15732060"/>
              <a:gd name="connsiteY2639" fmla="*/ 25104 h 8839200"/>
              <a:gd name="connsiteX2640" fmla="*/ 14013990 w 15732060"/>
              <a:gd name="connsiteY2640" fmla="*/ 19754 h 8839200"/>
              <a:gd name="connsiteX2641" fmla="*/ 15502142 w 15732060"/>
              <a:gd name="connsiteY2641" fmla="*/ 0 h 8839200"/>
              <a:gd name="connsiteX2642" fmla="*/ 15488973 w 15732060"/>
              <a:gd name="connsiteY2642" fmla="*/ 5350 h 8839200"/>
              <a:gd name="connsiteX2643" fmla="*/ 15487326 w 15732060"/>
              <a:gd name="connsiteY2643" fmla="*/ 30043 h 8839200"/>
              <a:gd name="connsiteX2644" fmla="*/ 15189365 w 15732060"/>
              <a:gd name="connsiteY2644" fmla="*/ 328003 h 8839200"/>
              <a:gd name="connsiteX2645" fmla="*/ 14634602 w 15732060"/>
              <a:gd name="connsiteY2645" fmla="*/ 328003 h 8839200"/>
              <a:gd name="connsiteX2646" fmla="*/ 13882293 w 15732060"/>
              <a:gd name="connsiteY2646" fmla="*/ 1080311 h 8839200"/>
              <a:gd name="connsiteX2647" fmla="*/ 12793067 w 15732060"/>
              <a:gd name="connsiteY2647" fmla="*/ 1080311 h 8839200"/>
              <a:gd name="connsiteX2648" fmla="*/ 12792519 w 15732060"/>
              <a:gd name="connsiteY2648" fmla="*/ 1080859 h 8839200"/>
              <a:gd name="connsiteX2649" fmla="*/ 12773861 w 15732060"/>
              <a:gd name="connsiteY2649" fmla="*/ 1064397 h 8839200"/>
              <a:gd name="connsiteX2650" fmla="*/ 12755204 w 15732060"/>
              <a:gd name="connsiteY2650" fmla="*/ 1083053 h 8839200"/>
              <a:gd name="connsiteX2651" fmla="*/ 12773861 w 15732060"/>
              <a:gd name="connsiteY2651" fmla="*/ 1101710 h 8839200"/>
              <a:gd name="connsiteX2652" fmla="*/ 12792519 w 15732060"/>
              <a:gd name="connsiteY2652" fmla="*/ 1085249 h 8839200"/>
              <a:gd name="connsiteX2653" fmla="*/ 13883940 w 15732060"/>
              <a:gd name="connsiteY2653" fmla="*/ 1085249 h 8839200"/>
              <a:gd name="connsiteX2654" fmla="*/ 14636248 w 15732060"/>
              <a:gd name="connsiteY2654" fmla="*/ 332941 h 8839200"/>
              <a:gd name="connsiteX2655" fmla="*/ 15191012 w 15732060"/>
              <a:gd name="connsiteY2655" fmla="*/ 332941 h 8839200"/>
              <a:gd name="connsiteX2656" fmla="*/ 15490618 w 15732060"/>
              <a:gd name="connsiteY2656" fmla="*/ 33335 h 8839200"/>
              <a:gd name="connsiteX2657" fmla="*/ 15515312 w 15732060"/>
              <a:gd name="connsiteY2657" fmla="*/ 31689 h 8839200"/>
              <a:gd name="connsiteX2658" fmla="*/ 15515312 w 15732060"/>
              <a:gd name="connsiteY2658" fmla="*/ 5350 h 8839200"/>
              <a:gd name="connsiteX2659" fmla="*/ 15502142 w 15732060"/>
              <a:gd name="connsiteY2659" fmla="*/ 0 h 883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</a:cxnLst>
            <a:rect l="l" t="t" r="r" b="b"/>
            <a:pathLst>
              <a:path w="15732060" h="8839200">
                <a:moveTo>
                  <a:pt x="10986103" y="8468534"/>
                </a:moveTo>
                <a:cubicBezTo>
                  <a:pt x="10981301" y="8468534"/>
                  <a:pt x="10976500" y="8470318"/>
                  <a:pt x="10972932" y="8473884"/>
                </a:cubicBezTo>
                <a:cubicBezTo>
                  <a:pt x="10965799" y="8481018"/>
                  <a:pt x="10965799" y="8493090"/>
                  <a:pt x="10972932" y="8500223"/>
                </a:cubicBezTo>
                <a:cubicBezTo>
                  <a:pt x="10979517" y="8506808"/>
                  <a:pt x="10989943" y="8507357"/>
                  <a:pt x="10997626" y="8501870"/>
                </a:cubicBezTo>
                <a:lnTo>
                  <a:pt x="11103530" y="8607774"/>
                </a:lnTo>
                <a:lnTo>
                  <a:pt x="11103530" y="8765808"/>
                </a:lnTo>
                <a:cubicBezTo>
                  <a:pt x="11094202" y="8766906"/>
                  <a:pt x="11087069" y="8774588"/>
                  <a:pt x="11087069" y="8784465"/>
                </a:cubicBezTo>
                <a:cubicBezTo>
                  <a:pt x="11087069" y="8794342"/>
                  <a:pt x="11095299" y="8803121"/>
                  <a:pt x="11105724" y="8803121"/>
                </a:cubicBezTo>
                <a:cubicBezTo>
                  <a:pt x="11116151" y="8803121"/>
                  <a:pt x="11124382" y="8794890"/>
                  <a:pt x="11124382" y="8784465"/>
                </a:cubicBezTo>
                <a:cubicBezTo>
                  <a:pt x="11124382" y="8779252"/>
                  <a:pt x="11122599" y="8774863"/>
                  <a:pt x="11119649" y="8771639"/>
                </a:cubicBezTo>
                <a:lnTo>
                  <a:pt x="11108468" y="8766081"/>
                </a:lnTo>
                <a:lnTo>
                  <a:pt x="11108468" y="8766357"/>
                </a:lnTo>
                <a:lnTo>
                  <a:pt x="11107920" y="8765808"/>
                </a:lnTo>
                <a:lnTo>
                  <a:pt x="11108468" y="8766081"/>
                </a:lnTo>
                <a:lnTo>
                  <a:pt x="11108468" y="8606128"/>
                </a:lnTo>
                <a:lnTo>
                  <a:pt x="11000918" y="8498577"/>
                </a:lnTo>
                <a:cubicBezTo>
                  <a:pt x="11006405" y="8491444"/>
                  <a:pt x="11005856" y="8480469"/>
                  <a:pt x="10999272" y="8473884"/>
                </a:cubicBezTo>
                <a:cubicBezTo>
                  <a:pt x="10995706" y="8470318"/>
                  <a:pt x="10990904" y="8468534"/>
                  <a:pt x="10986103" y="8468534"/>
                </a:cubicBezTo>
                <a:close/>
                <a:moveTo>
                  <a:pt x="8224898" y="8413113"/>
                </a:moveTo>
                <a:cubicBezTo>
                  <a:pt x="8220097" y="8413113"/>
                  <a:pt x="8215295" y="8414896"/>
                  <a:pt x="8211729" y="8418462"/>
                </a:cubicBezTo>
                <a:cubicBezTo>
                  <a:pt x="8204595" y="8425596"/>
                  <a:pt x="8204595" y="8437668"/>
                  <a:pt x="8211729" y="8444801"/>
                </a:cubicBezTo>
                <a:cubicBezTo>
                  <a:pt x="8218313" y="8451386"/>
                  <a:pt x="8228739" y="8451935"/>
                  <a:pt x="8236421" y="8446447"/>
                </a:cubicBezTo>
                <a:lnTo>
                  <a:pt x="8332998" y="8543025"/>
                </a:lnTo>
                <a:lnTo>
                  <a:pt x="8332998" y="8766906"/>
                </a:lnTo>
                <a:cubicBezTo>
                  <a:pt x="8323669" y="8768004"/>
                  <a:pt x="8316536" y="8775685"/>
                  <a:pt x="8316536" y="8785562"/>
                </a:cubicBezTo>
                <a:cubicBezTo>
                  <a:pt x="8316536" y="8795440"/>
                  <a:pt x="8324767" y="8804219"/>
                  <a:pt x="8335193" y="8804219"/>
                </a:cubicBezTo>
                <a:cubicBezTo>
                  <a:pt x="8345618" y="8804219"/>
                  <a:pt x="8353849" y="8795989"/>
                  <a:pt x="8353849" y="8785562"/>
                </a:cubicBezTo>
                <a:cubicBezTo>
                  <a:pt x="8353849" y="8775136"/>
                  <a:pt x="8346716" y="8768004"/>
                  <a:pt x="8337388" y="8766906"/>
                </a:cubicBezTo>
                <a:lnTo>
                  <a:pt x="8337388" y="8766357"/>
                </a:lnTo>
                <a:lnTo>
                  <a:pt x="8337388" y="8540829"/>
                </a:lnTo>
                <a:lnTo>
                  <a:pt x="8239714" y="8443156"/>
                </a:lnTo>
                <a:cubicBezTo>
                  <a:pt x="8245202" y="8436022"/>
                  <a:pt x="8244653" y="8425047"/>
                  <a:pt x="8238067" y="8418462"/>
                </a:cubicBezTo>
                <a:cubicBezTo>
                  <a:pt x="8234500" y="8414896"/>
                  <a:pt x="8229699" y="8413113"/>
                  <a:pt x="8224898" y="8413113"/>
                </a:cubicBezTo>
                <a:close/>
                <a:moveTo>
                  <a:pt x="3962920" y="8307757"/>
                </a:moveTo>
                <a:cubicBezTo>
                  <a:pt x="3958119" y="8307757"/>
                  <a:pt x="3953317" y="8309540"/>
                  <a:pt x="3949750" y="8313107"/>
                </a:cubicBezTo>
                <a:cubicBezTo>
                  <a:pt x="3943166" y="8319692"/>
                  <a:pt x="3942617" y="8330118"/>
                  <a:pt x="3948105" y="8337800"/>
                </a:cubicBezTo>
                <a:lnTo>
                  <a:pt x="3837261" y="8448642"/>
                </a:lnTo>
                <a:lnTo>
                  <a:pt x="3672642" y="8448642"/>
                </a:lnTo>
                <a:lnTo>
                  <a:pt x="3363708" y="8757578"/>
                </a:lnTo>
                <a:cubicBezTo>
                  <a:pt x="3356574" y="8752090"/>
                  <a:pt x="3345600" y="8752638"/>
                  <a:pt x="3339016" y="8759223"/>
                </a:cubicBezTo>
                <a:cubicBezTo>
                  <a:pt x="3331882" y="8766357"/>
                  <a:pt x="3331882" y="8778429"/>
                  <a:pt x="3339016" y="8785562"/>
                </a:cubicBezTo>
                <a:cubicBezTo>
                  <a:pt x="3346149" y="8792696"/>
                  <a:pt x="3358221" y="8792696"/>
                  <a:pt x="3365354" y="8785562"/>
                </a:cubicBezTo>
                <a:cubicBezTo>
                  <a:pt x="3371938" y="8778977"/>
                  <a:pt x="3372488" y="8768552"/>
                  <a:pt x="3367000" y="8760869"/>
                </a:cubicBezTo>
                <a:lnTo>
                  <a:pt x="3674289" y="8453582"/>
                </a:lnTo>
                <a:lnTo>
                  <a:pt x="3838908" y="8453582"/>
                </a:lnTo>
                <a:lnTo>
                  <a:pt x="3951397" y="8341092"/>
                </a:lnTo>
                <a:cubicBezTo>
                  <a:pt x="3958530" y="8346579"/>
                  <a:pt x="3969504" y="8346031"/>
                  <a:pt x="3976090" y="8339446"/>
                </a:cubicBezTo>
                <a:cubicBezTo>
                  <a:pt x="3983223" y="8332313"/>
                  <a:pt x="3983223" y="8320240"/>
                  <a:pt x="3976090" y="8313107"/>
                </a:cubicBezTo>
                <a:cubicBezTo>
                  <a:pt x="3972523" y="8309540"/>
                  <a:pt x="3967722" y="8307757"/>
                  <a:pt x="3962920" y="8307757"/>
                </a:cubicBezTo>
                <a:close/>
                <a:moveTo>
                  <a:pt x="9268031" y="8282516"/>
                </a:moveTo>
                <a:cubicBezTo>
                  <a:pt x="9263230" y="8282516"/>
                  <a:pt x="9258428" y="8284299"/>
                  <a:pt x="9254862" y="8287866"/>
                </a:cubicBezTo>
                <a:cubicBezTo>
                  <a:pt x="9247729" y="8294998"/>
                  <a:pt x="9247729" y="8307071"/>
                  <a:pt x="9254862" y="8314204"/>
                </a:cubicBezTo>
                <a:cubicBezTo>
                  <a:pt x="9261446" y="8320790"/>
                  <a:pt x="9271873" y="8321338"/>
                  <a:pt x="9279556" y="8315851"/>
                </a:cubicBezTo>
                <a:lnTo>
                  <a:pt x="9328941" y="8365236"/>
                </a:lnTo>
                <a:lnTo>
                  <a:pt x="9328941" y="8753736"/>
                </a:lnTo>
                <a:cubicBezTo>
                  <a:pt x="9319612" y="8754834"/>
                  <a:pt x="9312479" y="8762516"/>
                  <a:pt x="9312479" y="8772392"/>
                </a:cubicBezTo>
                <a:cubicBezTo>
                  <a:pt x="9312479" y="8782270"/>
                  <a:pt x="9320709" y="8791049"/>
                  <a:pt x="9331135" y="8791049"/>
                </a:cubicBezTo>
                <a:cubicBezTo>
                  <a:pt x="9341562" y="8791049"/>
                  <a:pt x="9349792" y="8782819"/>
                  <a:pt x="9349792" y="8772392"/>
                </a:cubicBezTo>
                <a:cubicBezTo>
                  <a:pt x="9349792" y="8761966"/>
                  <a:pt x="9342659" y="8754834"/>
                  <a:pt x="9333330" y="8753736"/>
                </a:cubicBezTo>
                <a:lnTo>
                  <a:pt x="9333330" y="8363042"/>
                </a:lnTo>
                <a:lnTo>
                  <a:pt x="9282847" y="8312558"/>
                </a:lnTo>
                <a:cubicBezTo>
                  <a:pt x="9288335" y="8305425"/>
                  <a:pt x="9287786" y="8294450"/>
                  <a:pt x="9281201" y="8287866"/>
                </a:cubicBezTo>
                <a:cubicBezTo>
                  <a:pt x="9277634" y="8284299"/>
                  <a:pt x="9272833" y="8282516"/>
                  <a:pt x="9268031" y="8282516"/>
                </a:cubicBezTo>
                <a:close/>
                <a:moveTo>
                  <a:pt x="13399413" y="8163990"/>
                </a:moveTo>
                <a:cubicBezTo>
                  <a:pt x="13394611" y="8163990"/>
                  <a:pt x="13389810" y="8165773"/>
                  <a:pt x="13386243" y="8169340"/>
                </a:cubicBezTo>
                <a:cubicBezTo>
                  <a:pt x="13379109" y="8176473"/>
                  <a:pt x="13379109" y="8188545"/>
                  <a:pt x="13386243" y="8195679"/>
                </a:cubicBezTo>
                <a:cubicBezTo>
                  <a:pt x="13392828" y="8202264"/>
                  <a:pt x="13403253" y="8202812"/>
                  <a:pt x="13410936" y="8197326"/>
                </a:cubicBezTo>
                <a:lnTo>
                  <a:pt x="13824129" y="8610517"/>
                </a:lnTo>
                <a:lnTo>
                  <a:pt x="13824677" y="8610517"/>
                </a:lnTo>
                <a:cubicBezTo>
                  <a:pt x="13824677" y="8611066"/>
                  <a:pt x="14476568" y="8611066"/>
                  <a:pt x="14476568" y="8611066"/>
                </a:cubicBezTo>
                <a:lnTo>
                  <a:pt x="14643380" y="8777880"/>
                </a:lnTo>
                <a:cubicBezTo>
                  <a:pt x="14637893" y="8785014"/>
                  <a:pt x="14638443" y="8795989"/>
                  <a:pt x="14645027" y="8802573"/>
                </a:cubicBezTo>
                <a:cubicBezTo>
                  <a:pt x="14652160" y="8809706"/>
                  <a:pt x="14664232" y="8809706"/>
                  <a:pt x="14671366" y="8802573"/>
                </a:cubicBezTo>
                <a:cubicBezTo>
                  <a:pt x="14678500" y="8795440"/>
                  <a:pt x="14678500" y="8783367"/>
                  <a:pt x="14671366" y="8776235"/>
                </a:cubicBezTo>
                <a:cubicBezTo>
                  <a:pt x="14664782" y="8769650"/>
                  <a:pt x="14654355" y="8769101"/>
                  <a:pt x="14646673" y="8774588"/>
                </a:cubicBezTo>
                <a:lnTo>
                  <a:pt x="14479311" y="8607225"/>
                </a:lnTo>
                <a:lnTo>
                  <a:pt x="14478762" y="8607225"/>
                </a:lnTo>
                <a:cubicBezTo>
                  <a:pt x="14478762" y="8606676"/>
                  <a:pt x="13826872" y="8606676"/>
                  <a:pt x="13826872" y="8606676"/>
                </a:cubicBezTo>
                <a:lnTo>
                  <a:pt x="13414228" y="8194032"/>
                </a:lnTo>
                <a:cubicBezTo>
                  <a:pt x="13419715" y="8186900"/>
                  <a:pt x="13419167" y="8175925"/>
                  <a:pt x="13412582" y="8169340"/>
                </a:cubicBezTo>
                <a:cubicBezTo>
                  <a:pt x="13409015" y="8165773"/>
                  <a:pt x="13404214" y="8163990"/>
                  <a:pt x="13399413" y="8163990"/>
                </a:cubicBezTo>
                <a:close/>
                <a:moveTo>
                  <a:pt x="8317084" y="8068511"/>
                </a:moveTo>
                <a:cubicBezTo>
                  <a:pt x="8312282" y="8068511"/>
                  <a:pt x="8307481" y="8070295"/>
                  <a:pt x="8303915" y="8073861"/>
                </a:cubicBezTo>
                <a:cubicBezTo>
                  <a:pt x="8296782" y="8080994"/>
                  <a:pt x="8296782" y="8093067"/>
                  <a:pt x="8303915" y="8100200"/>
                </a:cubicBezTo>
                <a:cubicBezTo>
                  <a:pt x="8310500" y="8106785"/>
                  <a:pt x="8320925" y="8107334"/>
                  <a:pt x="8328608" y="8101846"/>
                </a:cubicBezTo>
                <a:lnTo>
                  <a:pt x="8425733" y="8198971"/>
                </a:lnTo>
                <a:lnTo>
                  <a:pt x="8426282" y="8198971"/>
                </a:lnTo>
                <a:cubicBezTo>
                  <a:pt x="8426282" y="8199520"/>
                  <a:pt x="8649614" y="8199520"/>
                  <a:pt x="8649614" y="8199520"/>
                </a:cubicBezTo>
                <a:lnTo>
                  <a:pt x="8891603" y="8441510"/>
                </a:lnTo>
                <a:lnTo>
                  <a:pt x="8891603" y="8753187"/>
                </a:lnTo>
                <a:cubicBezTo>
                  <a:pt x="8882275" y="8754285"/>
                  <a:pt x="8875142" y="8761966"/>
                  <a:pt x="8875142" y="8771844"/>
                </a:cubicBezTo>
                <a:cubicBezTo>
                  <a:pt x="8875142" y="8781721"/>
                  <a:pt x="8883373" y="8790501"/>
                  <a:pt x="8893799" y="8790501"/>
                </a:cubicBezTo>
                <a:cubicBezTo>
                  <a:pt x="8904225" y="8790501"/>
                  <a:pt x="8912456" y="8782270"/>
                  <a:pt x="8912456" y="8771844"/>
                </a:cubicBezTo>
                <a:cubicBezTo>
                  <a:pt x="8912456" y="8766631"/>
                  <a:pt x="8910672" y="8762242"/>
                  <a:pt x="8907723" y="8759018"/>
                </a:cubicBezTo>
                <a:lnTo>
                  <a:pt x="8896542" y="8753460"/>
                </a:lnTo>
                <a:lnTo>
                  <a:pt x="8896542" y="8753736"/>
                </a:lnTo>
                <a:lnTo>
                  <a:pt x="8895993" y="8753187"/>
                </a:lnTo>
                <a:lnTo>
                  <a:pt x="8896542" y="8753460"/>
                </a:lnTo>
                <a:lnTo>
                  <a:pt x="8896542" y="8439863"/>
                </a:lnTo>
                <a:lnTo>
                  <a:pt x="8652358" y="8195679"/>
                </a:lnTo>
                <a:lnTo>
                  <a:pt x="8651810" y="8195679"/>
                </a:lnTo>
                <a:cubicBezTo>
                  <a:pt x="8651810" y="8195130"/>
                  <a:pt x="8428477" y="8195130"/>
                  <a:pt x="8428477" y="8195130"/>
                </a:cubicBezTo>
                <a:lnTo>
                  <a:pt x="8331900" y="8098555"/>
                </a:lnTo>
                <a:cubicBezTo>
                  <a:pt x="8337388" y="8091420"/>
                  <a:pt x="8336839" y="8080445"/>
                  <a:pt x="8330254" y="8073861"/>
                </a:cubicBezTo>
                <a:cubicBezTo>
                  <a:pt x="8326687" y="8070295"/>
                  <a:pt x="8321885" y="8068511"/>
                  <a:pt x="8317084" y="8068511"/>
                </a:cubicBezTo>
                <a:close/>
                <a:moveTo>
                  <a:pt x="903206" y="7993746"/>
                </a:moveTo>
                <a:cubicBezTo>
                  <a:pt x="892782" y="7993746"/>
                  <a:pt x="885648" y="8000881"/>
                  <a:pt x="884550" y="8010209"/>
                </a:cubicBezTo>
                <a:lnTo>
                  <a:pt x="260646" y="8010209"/>
                </a:lnTo>
                <a:lnTo>
                  <a:pt x="133340" y="8137514"/>
                </a:lnTo>
                <a:cubicBezTo>
                  <a:pt x="126208" y="8132026"/>
                  <a:pt x="115232" y="8132575"/>
                  <a:pt x="108648" y="8139160"/>
                </a:cubicBezTo>
                <a:cubicBezTo>
                  <a:pt x="102062" y="8145745"/>
                  <a:pt x="101514" y="8158365"/>
                  <a:pt x="108648" y="8165499"/>
                </a:cubicBezTo>
                <a:cubicBezTo>
                  <a:pt x="115780" y="8172632"/>
                  <a:pt x="127852" y="8172632"/>
                  <a:pt x="134986" y="8165499"/>
                </a:cubicBezTo>
                <a:cubicBezTo>
                  <a:pt x="141572" y="8158915"/>
                  <a:pt x="142120" y="8148489"/>
                  <a:pt x="136634" y="8140807"/>
                </a:cubicBezTo>
                <a:lnTo>
                  <a:pt x="262840" y="8014598"/>
                </a:lnTo>
                <a:lnTo>
                  <a:pt x="884550" y="8014598"/>
                </a:lnTo>
                <a:cubicBezTo>
                  <a:pt x="885648" y="8023926"/>
                  <a:pt x="893330" y="8031060"/>
                  <a:pt x="903206" y="8031060"/>
                </a:cubicBezTo>
                <a:cubicBezTo>
                  <a:pt x="913084" y="8031060"/>
                  <a:pt x="921864" y="8022829"/>
                  <a:pt x="921864" y="8012403"/>
                </a:cubicBezTo>
                <a:cubicBezTo>
                  <a:pt x="921864" y="8001978"/>
                  <a:pt x="913632" y="7993746"/>
                  <a:pt x="903206" y="7993746"/>
                </a:cubicBezTo>
                <a:close/>
                <a:moveTo>
                  <a:pt x="4129185" y="7974541"/>
                </a:moveTo>
                <a:cubicBezTo>
                  <a:pt x="4118759" y="7974541"/>
                  <a:pt x="4110528" y="7982772"/>
                  <a:pt x="4110528" y="7993198"/>
                </a:cubicBezTo>
                <a:cubicBezTo>
                  <a:pt x="4110528" y="8003624"/>
                  <a:pt x="4117662" y="8010757"/>
                  <a:pt x="4126990" y="8011855"/>
                </a:cubicBezTo>
                <a:lnTo>
                  <a:pt x="4126990" y="8401452"/>
                </a:lnTo>
                <a:lnTo>
                  <a:pt x="3920119" y="8608323"/>
                </a:lnTo>
                <a:lnTo>
                  <a:pt x="3804337" y="8608323"/>
                </a:lnTo>
                <a:lnTo>
                  <a:pt x="3646852" y="8765808"/>
                </a:lnTo>
                <a:cubicBezTo>
                  <a:pt x="3639719" y="8760321"/>
                  <a:pt x="3628744" y="8760869"/>
                  <a:pt x="3622159" y="8767454"/>
                </a:cubicBezTo>
                <a:cubicBezTo>
                  <a:pt x="3615026" y="8774588"/>
                  <a:pt x="3615026" y="8786660"/>
                  <a:pt x="3622159" y="8793793"/>
                </a:cubicBezTo>
                <a:cubicBezTo>
                  <a:pt x="3629293" y="8800927"/>
                  <a:pt x="3641365" y="8800927"/>
                  <a:pt x="3648498" y="8793793"/>
                </a:cubicBezTo>
                <a:cubicBezTo>
                  <a:pt x="3655083" y="8787209"/>
                  <a:pt x="3655632" y="8776783"/>
                  <a:pt x="3650144" y="8769101"/>
                </a:cubicBezTo>
                <a:lnTo>
                  <a:pt x="3805984" y="8613261"/>
                </a:lnTo>
                <a:lnTo>
                  <a:pt x="3921766" y="8613261"/>
                </a:lnTo>
                <a:lnTo>
                  <a:pt x="4131380" y="8403648"/>
                </a:lnTo>
                <a:lnTo>
                  <a:pt x="4131380" y="8011855"/>
                </a:lnTo>
                <a:cubicBezTo>
                  <a:pt x="4140708" y="8010757"/>
                  <a:pt x="4147842" y="8003075"/>
                  <a:pt x="4147842" y="7993198"/>
                </a:cubicBezTo>
                <a:cubicBezTo>
                  <a:pt x="4147842" y="7983321"/>
                  <a:pt x="4139611" y="7974541"/>
                  <a:pt x="4129185" y="7974541"/>
                </a:cubicBezTo>
                <a:close/>
                <a:moveTo>
                  <a:pt x="9336828" y="7947997"/>
                </a:moveTo>
                <a:cubicBezTo>
                  <a:pt x="9331958" y="7947928"/>
                  <a:pt x="9327020" y="7949574"/>
                  <a:pt x="9323453" y="7953141"/>
                </a:cubicBezTo>
                <a:cubicBezTo>
                  <a:pt x="9316320" y="7960275"/>
                  <a:pt x="9316320" y="7972347"/>
                  <a:pt x="9323453" y="7979480"/>
                </a:cubicBezTo>
                <a:cubicBezTo>
                  <a:pt x="9330038" y="7986065"/>
                  <a:pt x="9340464" y="7986614"/>
                  <a:pt x="9348147" y="7981126"/>
                </a:cubicBezTo>
                <a:lnTo>
                  <a:pt x="9667506" y="8300486"/>
                </a:lnTo>
                <a:lnTo>
                  <a:pt x="9667506" y="8759772"/>
                </a:lnTo>
                <a:cubicBezTo>
                  <a:pt x="9658178" y="8760869"/>
                  <a:pt x="9651044" y="8768552"/>
                  <a:pt x="9651044" y="8778429"/>
                </a:cubicBezTo>
                <a:cubicBezTo>
                  <a:pt x="9651044" y="8788306"/>
                  <a:pt x="9659275" y="8797086"/>
                  <a:pt x="9669701" y="8797086"/>
                </a:cubicBezTo>
                <a:cubicBezTo>
                  <a:pt x="9680127" y="8797086"/>
                  <a:pt x="9688358" y="8788855"/>
                  <a:pt x="9688358" y="8778429"/>
                </a:cubicBezTo>
                <a:cubicBezTo>
                  <a:pt x="9688358" y="8773217"/>
                  <a:pt x="9686575" y="8768827"/>
                  <a:pt x="9683626" y="8765603"/>
                </a:cubicBezTo>
                <a:lnTo>
                  <a:pt x="9672445" y="8760045"/>
                </a:lnTo>
                <a:lnTo>
                  <a:pt x="9672445" y="8760321"/>
                </a:lnTo>
                <a:lnTo>
                  <a:pt x="9671897" y="8759772"/>
                </a:lnTo>
                <a:lnTo>
                  <a:pt x="9672445" y="8760045"/>
                </a:lnTo>
                <a:lnTo>
                  <a:pt x="9672445" y="8298840"/>
                </a:lnTo>
                <a:lnTo>
                  <a:pt x="9351439" y="7977834"/>
                </a:lnTo>
                <a:cubicBezTo>
                  <a:pt x="9356926" y="7970701"/>
                  <a:pt x="9356377" y="7959726"/>
                  <a:pt x="9349792" y="7953141"/>
                </a:cubicBezTo>
                <a:cubicBezTo>
                  <a:pt x="9346499" y="7949849"/>
                  <a:pt x="9341698" y="7948065"/>
                  <a:pt x="9336828" y="7947997"/>
                </a:cubicBezTo>
                <a:close/>
                <a:moveTo>
                  <a:pt x="7968642" y="7870832"/>
                </a:moveTo>
                <a:cubicBezTo>
                  <a:pt x="7958216" y="7870832"/>
                  <a:pt x="7949984" y="7879062"/>
                  <a:pt x="7949984" y="7889488"/>
                </a:cubicBezTo>
                <a:cubicBezTo>
                  <a:pt x="7949984" y="7899915"/>
                  <a:pt x="7957118" y="7907048"/>
                  <a:pt x="7966447" y="7908145"/>
                </a:cubicBezTo>
                <a:lnTo>
                  <a:pt x="7966447" y="8525465"/>
                </a:lnTo>
                <a:cubicBezTo>
                  <a:pt x="7957118" y="8526562"/>
                  <a:pt x="7949984" y="8534244"/>
                  <a:pt x="7949984" y="8544122"/>
                </a:cubicBezTo>
                <a:cubicBezTo>
                  <a:pt x="7949984" y="8553999"/>
                  <a:pt x="7958216" y="8562779"/>
                  <a:pt x="7968642" y="8562779"/>
                </a:cubicBezTo>
                <a:cubicBezTo>
                  <a:pt x="7979068" y="8562779"/>
                  <a:pt x="7987298" y="8554548"/>
                  <a:pt x="7987298" y="8544122"/>
                </a:cubicBezTo>
                <a:cubicBezTo>
                  <a:pt x="7987298" y="8533696"/>
                  <a:pt x="7980165" y="8526562"/>
                  <a:pt x="7970837" y="8525465"/>
                </a:cubicBezTo>
                <a:lnTo>
                  <a:pt x="7970837" y="7908145"/>
                </a:lnTo>
                <a:cubicBezTo>
                  <a:pt x="7980165" y="7907048"/>
                  <a:pt x="7987298" y="7899366"/>
                  <a:pt x="7987298" y="7889488"/>
                </a:cubicBezTo>
                <a:cubicBezTo>
                  <a:pt x="7987298" y="7879062"/>
                  <a:pt x="7979068" y="7870832"/>
                  <a:pt x="7968642" y="7870832"/>
                </a:cubicBezTo>
                <a:close/>
                <a:moveTo>
                  <a:pt x="4137965" y="7810060"/>
                </a:moveTo>
                <a:cubicBezTo>
                  <a:pt x="4133164" y="7810060"/>
                  <a:pt x="4128362" y="7811843"/>
                  <a:pt x="4124796" y="7815410"/>
                </a:cubicBezTo>
                <a:cubicBezTo>
                  <a:pt x="4118210" y="7821995"/>
                  <a:pt x="4117662" y="7832421"/>
                  <a:pt x="4123149" y="7840103"/>
                </a:cubicBezTo>
                <a:lnTo>
                  <a:pt x="4026024" y="7937228"/>
                </a:lnTo>
                <a:lnTo>
                  <a:pt x="4026024" y="8023926"/>
                </a:lnTo>
                <a:lnTo>
                  <a:pt x="3871282" y="8178669"/>
                </a:lnTo>
                <a:lnTo>
                  <a:pt x="3769218" y="8178669"/>
                </a:lnTo>
                <a:lnTo>
                  <a:pt x="3176592" y="8771295"/>
                </a:lnTo>
                <a:cubicBezTo>
                  <a:pt x="3169458" y="8765808"/>
                  <a:pt x="3158484" y="8766357"/>
                  <a:pt x="3151898" y="8772941"/>
                </a:cubicBezTo>
                <a:cubicBezTo>
                  <a:pt x="3144765" y="8780075"/>
                  <a:pt x="3144765" y="8792146"/>
                  <a:pt x="3151898" y="8799281"/>
                </a:cubicBezTo>
                <a:cubicBezTo>
                  <a:pt x="3159032" y="8806415"/>
                  <a:pt x="3171104" y="8806415"/>
                  <a:pt x="3178238" y="8799281"/>
                </a:cubicBezTo>
                <a:cubicBezTo>
                  <a:pt x="3185371" y="8792146"/>
                  <a:pt x="3185371" y="8782270"/>
                  <a:pt x="3179883" y="8774588"/>
                </a:cubicBezTo>
                <a:lnTo>
                  <a:pt x="3770865" y="8183607"/>
                </a:lnTo>
                <a:lnTo>
                  <a:pt x="3771414" y="8183058"/>
                </a:lnTo>
                <a:lnTo>
                  <a:pt x="3873478" y="8183058"/>
                </a:lnTo>
                <a:lnTo>
                  <a:pt x="4030963" y="8025573"/>
                </a:lnTo>
                <a:lnTo>
                  <a:pt x="4030963" y="7938874"/>
                </a:lnTo>
                <a:lnTo>
                  <a:pt x="4126441" y="7843396"/>
                </a:lnTo>
                <a:cubicBezTo>
                  <a:pt x="4133575" y="7848882"/>
                  <a:pt x="4144550" y="7848334"/>
                  <a:pt x="4151134" y="7841749"/>
                </a:cubicBezTo>
                <a:cubicBezTo>
                  <a:pt x="4158267" y="7834615"/>
                  <a:pt x="4158267" y="7822543"/>
                  <a:pt x="4151134" y="7815410"/>
                </a:cubicBezTo>
                <a:cubicBezTo>
                  <a:pt x="4147567" y="7811843"/>
                  <a:pt x="4142766" y="7810060"/>
                  <a:pt x="4137965" y="7810060"/>
                </a:cubicBezTo>
                <a:close/>
                <a:moveTo>
                  <a:pt x="6214904" y="7796754"/>
                </a:moveTo>
                <a:cubicBezTo>
                  <a:pt x="6204478" y="7796754"/>
                  <a:pt x="6196247" y="7804985"/>
                  <a:pt x="6196247" y="7815410"/>
                </a:cubicBezTo>
                <a:cubicBezTo>
                  <a:pt x="6196247" y="7825836"/>
                  <a:pt x="6203380" y="7832969"/>
                  <a:pt x="6212710" y="7834067"/>
                </a:cubicBezTo>
                <a:lnTo>
                  <a:pt x="6212710" y="8451386"/>
                </a:lnTo>
                <a:cubicBezTo>
                  <a:pt x="6203380" y="8452484"/>
                  <a:pt x="6196247" y="8460166"/>
                  <a:pt x="6196247" y="8470043"/>
                </a:cubicBezTo>
                <a:cubicBezTo>
                  <a:pt x="6196247" y="8479921"/>
                  <a:pt x="6204478" y="8488700"/>
                  <a:pt x="6214904" y="8488700"/>
                </a:cubicBezTo>
                <a:cubicBezTo>
                  <a:pt x="6225330" y="8488700"/>
                  <a:pt x="6233560" y="8480469"/>
                  <a:pt x="6233560" y="8470043"/>
                </a:cubicBezTo>
                <a:cubicBezTo>
                  <a:pt x="6233560" y="8459617"/>
                  <a:pt x="6226427" y="8452484"/>
                  <a:pt x="6217099" y="8451386"/>
                </a:cubicBezTo>
                <a:lnTo>
                  <a:pt x="6217099" y="7834067"/>
                </a:lnTo>
                <a:cubicBezTo>
                  <a:pt x="6226427" y="7832969"/>
                  <a:pt x="6233560" y="7825287"/>
                  <a:pt x="6233560" y="7815410"/>
                </a:cubicBezTo>
                <a:cubicBezTo>
                  <a:pt x="6233560" y="7804985"/>
                  <a:pt x="6225330" y="7796754"/>
                  <a:pt x="6214904" y="7796754"/>
                </a:cubicBezTo>
                <a:close/>
                <a:moveTo>
                  <a:pt x="2332097" y="7787974"/>
                </a:moveTo>
                <a:cubicBezTo>
                  <a:pt x="2321671" y="7787974"/>
                  <a:pt x="2314539" y="7795107"/>
                  <a:pt x="2313440" y="7804435"/>
                </a:cubicBezTo>
                <a:lnTo>
                  <a:pt x="1924392" y="7804435"/>
                </a:lnTo>
                <a:lnTo>
                  <a:pt x="1688987" y="8039840"/>
                </a:lnTo>
                <a:lnTo>
                  <a:pt x="1327375" y="8039840"/>
                </a:lnTo>
                <a:lnTo>
                  <a:pt x="596468" y="8770747"/>
                </a:lnTo>
                <a:cubicBezTo>
                  <a:pt x="589334" y="8765260"/>
                  <a:pt x="578360" y="8765808"/>
                  <a:pt x="571774" y="8772392"/>
                </a:cubicBezTo>
                <a:cubicBezTo>
                  <a:pt x="565190" y="8778977"/>
                  <a:pt x="564640" y="8791598"/>
                  <a:pt x="571774" y="8798732"/>
                </a:cubicBezTo>
                <a:cubicBezTo>
                  <a:pt x="578908" y="8805865"/>
                  <a:pt x="590980" y="8805865"/>
                  <a:pt x="598114" y="8798732"/>
                </a:cubicBezTo>
                <a:cubicBezTo>
                  <a:pt x="604698" y="8792146"/>
                  <a:pt x="605248" y="8781721"/>
                  <a:pt x="599760" y="8774039"/>
                </a:cubicBezTo>
                <a:lnTo>
                  <a:pt x="1329570" y="8044230"/>
                </a:lnTo>
                <a:lnTo>
                  <a:pt x="1691182" y="8044230"/>
                </a:lnTo>
                <a:lnTo>
                  <a:pt x="1926586" y="7808826"/>
                </a:lnTo>
                <a:lnTo>
                  <a:pt x="2313440" y="7808826"/>
                </a:lnTo>
                <a:cubicBezTo>
                  <a:pt x="2314539" y="7818154"/>
                  <a:pt x="2322221" y="7825287"/>
                  <a:pt x="2332097" y="7825287"/>
                </a:cubicBezTo>
                <a:cubicBezTo>
                  <a:pt x="2341975" y="7825287"/>
                  <a:pt x="2350754" y="7817057"/>
                  <a:pt x="2350754" y="7806630"/>
                </a:cubicBezTo>
                <a:cubicBezTo>
                  <a:pt x="2350754" y="7796204"/>
                  <a:pt x="2342524" y="7787974"/>
                  <a:pt x="2332097" y="7787974"/>
                </a:cubicBezTo>
                <a:close/>
                <a:moveTo>
                  <a:pt x="5800614" y="7665744"/>
                </a:moveTo>
                <a:cubicBezTo>
                  <a:pt x="5795813" y="7665744"/>
                  <a:pt x="5791011" y="7667527"/>
                  <a:pt x="5787444" y="7671094"/>
                </a:cubicBezTo>
                <a:cubicBezTo>
                  <a:pt x="5780860" y="7677679"/>
                  <a:pt x="5780310" y="7688105"/>
                  <a:pt x="5785798" y="7695788"/>
                </a:cubicBezTo>
                <a:lnTo>
                  <a:pt x="5719401" y="7762183"/>
                </a:lnTo>
                <a:lnTo>
                  <a:pt x="5719401" y="8747700"/>
                </a:lnTo>
                <a:cubicBezTo>
                  <a:pt x="5710073" y="8748797"/>
                  <a:pt x="5702940" y="8756480"/>
                  <a:pt x="5702940" y="8766357"/>
                </a:cubicBezTo>
                <a:cubicBezTo>
                  <a:pt x="5702940" y="8776235"/>
                  <a:pt x="5711170" y="8785014"/>
                  <a:pt x="5721596" y="8785014"/>
                </a:cubicBezTo>
                <a:cubicBezTo>
                  <a:pt x="5732022" y="8785014"/>
                  <a:pt x="5740254" y="8776783"/>
                  <a:pt x="5740254" y="8766357"/>
                </a:cubicBezTo>
                <a:cubicBezTo>
                  <a:pt x="5740254" y="8755931"/>
                  <a:pt x="5733120" y="8748797"/>
                  <a:pt x="5723792" y="8747700"/>
                </a:cubicBezTo>
                <a:lnTo>
                  <a:pt x="5723792" y="7764379"/>
                </a:lnTo>
                <a:lnTo>
                  <a:pt x="5789090" y="7699079"/>
                </a:lnTo>
                <a:cubicBezTo>
                  <a:pt x="5796224" y="7704567"/>
                  <a:pt x="5807198" y="7704018"/>
                  <a:pt x="5813784" y="7697433"/>
                </a:cubicBezTo>
                <a:cubicBezTo>
                  <a:pt x="5820916" y="7690300"/>
                  <a:pt x="5820916" y="7678228"/>
                  <a:pt x="5813784" y="7671094"/>
                </a:cubicBezTo>
                <a:cubicBezTo>
                  <a:pt x="5810217" y="7667527"/>
                  <a:pt x="5805416" y="7665744"/>
                  <a:pt x="5800614" y="7665744"/>
                </a:cubicBezTo>
                <a:close/>
                <a:moveTo>
                  <a:pt x="14789891" y="7554901"/>
                </a:moveTo>
                <a:cubicBezTo>
                  <a:pt x="14785090" y="7554901"/>
                  <a:pt x="14780288" y="7556684"/>
                  <a:pt x="14776722" y="7560251"/>
                </a:cubicBezTo>
                <a:cubicBezTo>
                  <a:pt x="14769588" y="7567384"/>
                  <a:pt x="14769588" y="7579456"/>
                  <a:pt x="14776722" y="7586590"/>
                </a:cubicBezTo>
                <a:cubicBezTo>
                  <a:pt x="14783307" y="7593175"/>
                  <a:pt x="14793733" y="7593724"/>
                  <a:pt x="14801415" y="7588236"/>
                </a:cubicBezTo>
                <a:lnTo>
                  <a:pt x="14851349" y="7638170"/>
                </a:lnTo>
                <a:lnTo>
                  <a:pt x="14851898" y="7638170"/>
                </a:lnTo>
                <a:cubicBezTo>
                  <a:pt x="14851898" y="7638719"/>
                  <a:pt x="15503787" y="7638719"/>
                  <a:pt x="15503787" y="7638719"/>
                </a:cubicBezTo>
                <a:lnTo>
                  <a:pt x="15670602" y="7805533"/>
                </a:lnTo>
                <a:cubicBezTo>
                  <a:pt x="15665115" y="7812666"/>
                  <a:pt x="15665662" y="7823641"/>
                  <a:pt x="15672247" y="7830226"/>
                </a:cubicBezTo>
                <a:cubicBezTo>
                  <a:pt x="15679381" y="7837359"/>
                  <a:pt x="15691453" y="7837359"/>
                  <a:pt x="15698586" y="7830226"/>
                </a:cubicBezTo>
                <a:cubicBezTo>
                  <a:pt x="15705720" y="7823092"/>
                  <a:pt x="15705720" y="7811020"/>
                  <a:pt x="15698586" y="7803887"/>
                </a:cubicBezTo>
                <a:cubicBezTo>
                  <a:pt x="15692002" y="7797303"/>
                  <a:pt x="15681576" y="7796754"/>
                  <a:pt x="15673894" y="7802241"/>
                </a:cubicBezTo>
                <a:lnTo>
                  <a:pt x="15506531" y="7634879"/>
                </a:lnTo>
                <a:lnTo>
                  <a:pt x="15505984" y="7634879"/>
                </a:lnTo>
                <a:cubicBezTo>
                  <a:pt x="15505984" y="7634329"/>
                  <a:pt x="14854093" y="7634329"/>
                  <a:pt x="14854093" y="7634329"/>
                </a:cubicBezTo>
                <a:lnTo>
                  <a:pt x="14804707" y="7584944"/>
                </a:lnTo>
                <a:cubicBezTo>
                  <a:pt x="14810195" y="7577810"/>
                  <a:pt x="14809646" y="7566836"/>
                  <a:pt x="14803061" y="7560251"/>
                </a:cubicBezTo>
                <a:cubicBezTo>
                  <a:pt x="14799494" y="7556684"/>
                  <a:pt x="14794692" y="7554901"/>
                  <a:pt x="14789891" y="7554901"/>
                </a:cubicBezTo>
                <a:close/>
                <a:moveTo>
                  <a:pt x="9237851" y="7538988"/>
                </a:moveTo>
                <a:cubicBezTo>
                  <a:pt x="9233050" y="7538988"/>
                  <a:pt x="9228248" y="7540771"/>
                  <a:pt x="9224682" y="7544338"/>
                </a:cubicBezTo>
                <a:cubicBezTo>
                  <a:pt x="9217549" y="7551471"/>
                  <a:pt x="9217549" y="7563544"/>
                  <a:pt x="9224682" y="7570677"/>
                </a:cubicBezTo>
                <a:cubicBezTo>
                  <a:pt x="9231266" y="7577262"/>
                  <a:pt x="9241692" y="7577810"/>
                  <a:pt x="9249376" y="7572323"/>
                </a:cubicBezTo>
                <a:lnTo>
                  <a:pt x="9346500" y="7669448"/>
                </a:lnTo>
                <a:lnTo>
                  <a:pt x="9347048" y="7669448"/>
                </a:lnTo>
                <a:cubicBezTo>
                  <a:pt x="9347048" y="7669996"/>
                  <a:pt x="9570382" y="7669996"/>
                  <a:pt x="9570382" y="7669996"/>
                </a:cubicBezTo>
                <a:lnTo>
                  <a:pt x="9755303" y="7854919"/>
                </a:lnTo>
                <a:cubicBezTo>
                  <a:pt x="9749815" y="7862051"/>
                  <a:pt x="9750364" y="7873026"/>
                  <a:pt x="9756949" y="7879611"/>
                </a:cubicBezTo>
                <a:cubicBezTo>
                  <a:pt x="9764083" y="7886745"/>
                  <a:pt x="9776155" y="7886745"/>
                  <a:pt x="9783288" y="7879611"/>
                </a:cubicBezTo>
                <a:cubicBezTo>
                  <a:pt x="9790422" y="7872477"/>
                  <a:pt x="9790422" y="7860406"/>
                  <a:pt x="9783288" y="7853272"/>
                </a:cubicBezTo>
                <a:cubicBezTo>
                  <a:pt x="9776704" y="7846688"/>
                  <a:pt x="9766278" y="7846139"/>
                  <a:pt x="9758595" y="7851626"/>
                </a:cubicBezTo>
                <a:lnTo>
                  <a:pt x="9573126" y="7666156"/>
                </a:lnTo>
                <a:lnTo>
                  <a:pt x="9572577" y="7666156"/>
                </a:lnTo>
                <a:cubicBezTo>
                  <a:pt x="9572577" y="7665608"/>
                  <a:pt x="9349244" y="7665608"/>
                  <a:pt x="9349244" y="7665608"/>
                </a:cubicBezTo>
                <a:lnTo>
                  <a:pt x="9252667" y="7569031"/>
                </a:lnTo>
                <a:cubicBezTo>
                  <a:pt x="9258155" y="7561897"/>
                  <a:pt x="9257606" y="7550923"/>
                  <a:pt x="9251021" y="7544338"/>
                </a:cubicBezTo>
                <a:cubicBezTo>
                  <a:pt x="9247454" y="7540771"/>
                  <a:pt x="9242653" y="7538988"/>
                  <a:pt x="9237851" y="7538988"/>
                </a:cubicBezTo>
                <a:close/>
                <a:moveTo>
                  <a:pt x="4765711" y="7500028"/>
                </a:moveTo>
                <a:cubicBezTo>
                  <a:pt x="4760910" y="7500028"/>
                  <a:pt x="4756109" y="7501811"/>
                  <a:pt x="4752542" y="7505378"/>
                </a:cubicBezTo>
                <a:cubicBezTo>
                  <a:pt x="4745956" y="7511963"/>
                  <a:pt x="4745408" y="7522389"/>
                  <a:pt x="4750895" y="7530071"/>
                </a:cubicBezTo>
                <a:lnTo>
                  <a:pt x="4653770" y="7627196"/>
                </a:lnTo>
                <a:lnTo>
                  <a:pt x="4653770" y="8470043"/>
                </a:lnTo>
                <a:lnTo>
                  <a:pt x="4499028" y="8624785"/>
                </a:lnTo>
                <a:lnTo>
                  <a:pt x="4302584" y="8624785"/>
                </a:lnTo>
                <a:lnTo>
                  <a:pt x="4153878" y="8773491"/>
                </a:lnTo>
                <a:cubicBezTo>
                  <a:pt x="4146745" y="8768004"/>
                  <a:pt x="4135770" y="8768552"/>
                  <a:pt x="4129185" y="8775136"/>
                </a:cubicBezTo>
                <a:cubicBezTo>
                  <a:pt x="4122052" y="8782270"/>
                  <a:pt x="4122052" y="8794342"/>
                  <a:pt x="4129185" y="8801475"/>
                </a:cubicBezTo>
                <a:cubicBezTo>
                  <a:pt x="4136319" y="8808609"/>
                  <a:pt x="4148390" y="8808609"/>
                  <a:pt x="4155524" y="8801475"/>
                </a:cubicBezTo>
                <a:cubicBezTo>
                  <a:pt x="4162109" y="8794890"/>
                  <a:pt x="4162658" y="8784465"/>
                  <a:pt x="4157170" y="8776783"/>
                </a:cubicBezTo>
                <a:lnTo>
                  <a:pt x="4304778" y="8629174"/>
                </a:lnTo>
                <a:lnTo>
                  <a:pt x="4501224" y="8629174"/>
                </a:lnTo>
                <a:lnTo>
                  <a:pt x="4658709" y="8471690"/>
                </a:lnTo>
                <a:lnTo>
                  <a:pt x="4658709" y="7628842"/>
                </a:lnTo>
                <a:lnTo>
                  <a:pt x="4754188" y="7533364"/>
                </a:lnTo>
                <a:cubicBezTo>
                  <a:pt x="4761321" y="7538851"/>
                  <a:pt x="4772296" y="7538301"/>
                  <a:pt x="4778880" y="7531717"/>
                </a:cubicBezTo>
                <a:cubicBezTo>
                  <a:pt x="4786013" y="7524584"/>
                  <a:pt x="4786013" y="7512512"/>
                  <a:pt x="4778880" y="7505378"/>
                </a:cubicBezTo>
                <a:cubicBezTo>
                  <a:pt x="4775314" y="7501811"/>
                  <a:pt x="4770512" y="7500028"/>
                  <a:pt x="4765711" y="7500028"/>
                </a:cubicBezTo>
                <a:close/>
                <a:moveTo>
                  <a:pt x="7883040" y="7437473"/>
                </a:moveTo>
                <a:cubicBezTo>
                  <a:pt x="7878238" y="7437473"/>
                  <a:pt x="7873437" y="7439256"/>
                  <a:pt x="7869870" y="7442823"/>
                </a:cubicBezTo>
                <a:lnTo>
                  <a:pt x="7869870" y="7443372"/>
                </a:lnTo>
                <a:cubicBezTo>
                  <a:pt x="7863286" y="7449956"/>
                  <a:pt x="7862737" y="7460383"/>
                  <a:pt x="7868224" y="7468065"/>
                </a:cubicBezTo>
                <a:lnTo>
                  <a:pt x="7801828" y="7534461"/>
                </a:lnTo>
                <a:lnTo>
                  <a:pt x="7801828" y="8728495"/>
                </a:lnTo>
                <a:cubicBezTo>
                  <a:pt x="7792500" y="8729592"/>
                  <a:pt x="7785366" y="8737274"/>
                  <a:pt x="7785366" y="8747152"/>
                </a:cubicBezTo>
                <a:cubicBezTo>
                  <a:pt x="7785366" y="8757029"/>
                  <a:pt x="7793598" y="8765808"/>
                  <a:pt x="7804024" y="8765808"/>
                </a:cubicBezTo>
                <a:cubicBezTo>
                  <a:pt x="7814448" y="8765808"/>
                  <a:pt x="7822680" y="8757578"/>
                  <a:pt x="7822680" y="8747152"/>
                </a:cubicBezTo>
                <a:cubicBezTo>
                  <a:pt x="7822680" y="8736726"/>
                  <a:pt x="7815546" y="8729592"/>
                  <a:pt x="7806218" y="8728495"/>
                </a:cubicBezTo>
                <a:lnTo>
                  <a:pt x="7806218" y="7536107"/>
                </a:lnTo>
                <a:lnTo>
                  <a:pt x="7871518" y="7470809"/>
                </a:lnTo>
                <a:cubicBezTo>
                  <a:pt x="7878650" y="7476295"/>
                  <a:pt x="7889624" y="7475747"/>
                  <a:pt x="7896210" y="7469162"/>
                </a:cubicBezTo>
                <a:cubicBezTo>
                  <a:pt x="7903343" y="7462029"/>
                  <a:pt x="7903343" y="7449956"/>
                  <a:pt x="7896210" y="7442823"/>
                </a:cubicBezTo>
                <a:cubicBezTo>
                  <a:pt x="7892643" y="7439256"/>
                  <a:pt x="7887841" y="7437473"/>
                  <a:pt x="7883040" y="7437473"/>
                </a:cubicBezTo>
                <a:close/>
                <a:moveTo>
                  <a:pt x="4495736" y="7399062"/>
                </a:moveTo>
                <a:cubicBezTo>
                  <a:pt x="4490935" y="7399062"/>
                  <a:pt x="4486133" y="7400845"/>
                  <a:pt x="4482566" y="7404412"/>
                </a:cubicBezTo>
                <a:cubicBezTo>
                  <a:pt x="4475433" y="7411546"/>
                  <a:pt x="4475433" y="7421423"/>
                  <a:pt x="4480920" y="7429105"/>
                </a:cubicBezTo>
                <a:lnTo>
                  <a:pt x="4359651" y="7550374"/>
                </a:lnTo>
                <a:lnTo>
                  <a:pt x="4359651" y="8397062"/>
                </a:lnTo>
                <a:cubicBezTo>
                  <a:pt x="4350323" y="8398160"/>
                  <a:pt x="4343190" y="8405842"/>
                  <a:pt x="4343190" y="8415718"/>
                </a:cubicBezTo>
                <a:cubicBezTo>
                  <a:pt x="4343190" y="8425596"/>
                  <a:pt x="4351420" y="8434376"/>
                  <a:pt x="4361846" y="8434376"/>
                </a:cubicBezTo>
                <a:cubicBezTo>
                  <a:pt x="4372272" y="8434376"/>
                  <a:pt x="4380503" y="8426145"/>
                  <a:pt x="4380503" y="8415718"/>
                </a:cubicBezTo>
                <a:cubicBezTo>
                  <a:pt x="4380503" y="8405293"/>
                  <a:pt x="4373370" y="8398160"/>
                  <a:pt x="4364041" y="8397062"/>
                </a:cubicBezTo>
                <a:lnTo>
                  <a:pt x="4364041" y="7552569"/>
                </a:lnTo>
                <a:lnTo>
                  <a:pt x="4484212" y="7432398"/>
                </a:lnTo>
                <a:cubicBezTo>
                  <a:pt x="4491346" y="7437885"/>
                  <a:pt x="4502320" y="7437336"/>
                  <a:pt x="4508906" y="7430751"/>
                </a:cubicBezTo>
                <a:cubicBezTo>
                  <a:pt x="4515490" y="7424166"/>
                  <a:pt x="4516040" y="7411546"/>
                  <a:pt x="4508906" y="7404412"/>
                </a:cubicBezTo>
                <a:cubicBezTo>
                  <a:pt x="4505339" y="7400845"/>
                  <a:pt x="4500538" y="7399062"/>
                  <a:pt x="4495736" y="7399062"/>
                </a:cubicBezTo>
                <a:close/>
                <a:moveTo>
                  <a:pt x="13091026" y="7353928"/>
                </a:moveTo>
                <a:cubicBezTo>
                  <a:pt x="13081149" y="7353928"/>
                  <a:pt x="13072370" y="7362160"/>
                  <a:pt x="13072370" y="7372586"/>
                </a:cubicBezTo>
                <a:cubicBezTo>
                  <a:pt x="13072370" y="7383011"/>
                  <a:pt x="13080601" y="7391243"/>
                  <a:pt x="13091026" y="7391243"/>
                </a:cubicBezTo>
                <a:cubicBezTo>
                  <a:pt x="13101452" y="7391243"/>
                  <a:pt x="13108586" y="7384108"/>
                  <a:pt x="13109683" y="7374781"/>
                </a:cubicBezTo>
                <a:lnTo>
                  <a:pt x="13554153" y="7374781"/>
                </a:lnTo>
                <a:lnTo>
                  <a:pt x="13897658" y="7718285"/>
                </a:lnTo>
                <a:lnTo>
                  <a:pt x="13898207" y="7718285"/>
                </a:lnTo>
                <a:cubicBezTo>
                  <a:pt x="13898207" y="7718833"/>
                  <a:pt x="14586862" y="7718833"/>
                  <a:pt x="14586862" y="7718833"/>
                </a:cubicBezTo>
                <a:lnTo>
                  <a:pt x="15130652" y="8262624"/>
                </a:lnTo>
                <a:lnTo>
                  <a:pt x="15131201" y="8262624"/>
                </a:lnTo>
                <a:cubicBezTo>
                  <a:pt x="15131201" y="8263173"/>
                  <a:pt x="15676637" y="8263173"/>
                  <a:pt x="15676637" y="8263173"/>
                </a:cubicBezTo>
                <a:cubicBezTo>
                  <a:pt x="15677734" y="8272501"/>
                  <a:pt x="15685417" y="8279635"/>
                  <a:pt x="15695295" y="8279635"/>
                </a:cubicBezTo>
                <a:cubicBezTo>
                  <a:pt x="15705171" y="8279635"/>
                  <a:pt x="15713951" y="8271404"/>
                  <a:pt x="15713951" y="8260978"/>
                </a:cubicBezTo>
                <a:cubicBezTo>
                  <a:pt x="15713951" y="8250552"/>
                  <a:pt x="15705720" y="8242320"/>
                  <a:pt x="15695295" y="8242320"/>
                </a:cubicBezTo>
                <a:cubicBezTo>
                  <a:pt x="15685965" y="8242320"/>
                  <a:pt x="15677734" y="8249455"/>
                  <a:pt x="15676637" y="8258783"/>
                </a:cubicBezTo>
                <a:lnTo>
                  <a:pt x="15133396" y="8258783"/>
                </a:lnTo>
                <a:lnTo>
                  <a:pt x="14589606" y="7714993"/>
                </a:lnTo>
                <a:lnTo>
                  <a:pt x="14589057" y="7714993"/>
                </a:lnTo>
                <a:cubicBezTo>
                  <a:pt x="14589057" y="7714444"/>
                  <a:pt x="13900401" y="7714444"/>
                  <a:pt x="13900401" y="7714444"/>
                </a:cubicBezTo>
                <a:lnTo>
                  <a:pt x="13556897" y="7370939"/>
                </a:lnTo>
                <a:lnTo>
                  <a:pt x="13556349" y="7370939"/>
                </a:lnTo>
                <a:cubicBezTo>
                  <a:pt x="13556349" y="7370391"/>
                  <a:pt x="13109683" y="7370391"/>
                  <a:pt x="13109683" y="7370391"/>
                </a:cubicBezTo>
                <a:cubicBezTo>
                  <a:pt x="13108586" y="7361063"/>
                  <a:pt x="13100904" y="7353928"/>
                  <a:pt x="13091026" y="7353928"/>
                </a:cubicBezTo>
                <a:close/>
                <a:moveTo>
                  <a:pt x="5186037" y="7283829"/>
                </a:moveTo>
                <a:cubicBezTo>
                  <a:pt x="5181236" y="7283829"/>
                  <a:pt x="5176435" y="7285612"/>
                  <a:pt x="5172868" y="7289180"/>
                </a:cubicBezTo>
                <a:cubicBezTo>
                  <a:pt x="5166282" y="7295764"/>
                  <a:pt x="5165734" y="7306190"/>
                  <a:pt x="5171222" y="7313872"/>
                </a:cubicBezTo>
                <a:lnTo>
                  <a:pt x="5074096" y="7410997"/>
                </a:lnTo>
                <a:lnTo>
                  <a:pt x="5074096" y="8546316"/>
                </a:lnTo>
                <a:lnTo>
                  <a:pt x="4859544" y="8760869"/>
                </a:lnTo>
                <a:cubicBezTo>
                  <a:pt x="4852410" y="8755382"/>
                  <a:pt x="4841435" y="8755931"/>
                  <a:pt x="4834851" y="8762516"/>
                </a:cubicBezTo>
                <a:cubicBezTo>
                  <a:pt x="4827716" y="8769650"/>
                  <a:pt x="4827716" y="8781721"/>
                  <a:pt x="4834851" y="8788855"/>
                </a:cubicBezTo>
                <a:cubicBezTo>
                  <a:pt x="4841984" y="8795989"/>
                  <a:pt x="4854056" y="8795989"/>
                  <a:pt x="4861189" y="8788855"/>
                </a:cubicBezTo>
                <a:cubicBezTo>
                  <a:pt x="4867774" y="8782270"/>
                  <a:pt x="4868322" y="8771844"/>
                  <a:pt x="4862836" y="8764162"/>
                </a:cubicBezTo>
                <a:lnTo>
                  <a:pt x="5079034" y="8547962"/>
                </a:lnTo>
                <a:lnTo>
                  <a:pt x="5079034" y="7412643"/>
                </a:lnTo>
                <a:lnTo>
                  <a:pt x="5174514" y="7317164"/>
                </a:lnTo>
                <a:cubicBezTo>
                  <a:pt x="5181646" y="7322651"/>
                  <a:pt x="5192622" y="7322103"/>
                  <a:pt x="5199206" y="7315518"/>
                </a:cubicBezTo>
                <a:cubicBezTo>
                  <a:pt x="5206340" y="7308385"/>
                  <a:pt x="5206340" y="7296312"/>
                  <a:pt x="5199206" y="7289180"/>
                </a:cubicBezTo>
                <a:cubicBezTo>
                  <a:pt x="5195639" y="7285612"/>
                  <a:pt x="5190838" y="7283829"/>
                  <a:pt x="5186037" y="7283829"/>
                </a:cubicBezTo>
                <a:close/>
                <a:moveTo>
                  <a:pt x="11921685" y="7261331"/>
                </a:moveTo>
                <a:cubicBezTo>
                  <a:pt x="11916884" y="7261331"/>
                  <a:pt x="11912082" y="7263114"/>
                  <a:pt x="11908516" y="7266681"/>
                </a:cubicBezTo>
                <a:cubicBezTo>
                  <a:pt x="11901382" y="7273814"/>
                  <a:pt x="11901382" y="7285886"/>
                  <a:pt x="11908516" y="7293020"/>
                </a:cubicBezTo>
                <a:cubicBezTo>
                  <a:pt x="11915101" y="7299605"/>
                  <a:pt x="11925527" y="7300154"/>
                  <a:pt x="11933209" y="7294666"/>
                </a:cubicBezTo>
                <a:lnTo>
                  <a:pt x="12029785" y="7391243"/>
                </a:lnTo>
                <a:lnTo>
                  <a:pt x="12029785" y="7614575"/>
                </a:lnTo>
                <a:lnTo>
                  <a:pt x="12427614" y="8012403"/>
                </a:lnTo>
                <a:lnTo>
                  <a:pt x="12428162" y="8012403"/>
                </a:lnTo>
                <a:cubicBezTo>
                  <a:pt x="12428162" y="8012952"/>
                  <a:pt x="12693747" y="8012952"/>
                  <a:pt x="12693747" y="8012952"/>
                </a:cubicBezTo>
                <a:lnTo>
                  <a:pt x="13437823" y="8757029"/>
                </a:lnTo>
                <a:cubicBezTo>
                  <a:pt x="13432336" y="8764162"/>
                  <a:pt x="13432886" y="8775136"/>
                  <a:pt x="13439470" y="8781721"/>
                </a:cubicBezTo>
                <a:cubicBezTo>
                  <a:pt x="13446603" y="8788855"/>
                  <a:pt x="13458675" y="8788855"/>
                  <a:pt x="13465809" y="8781721"/>
                </a:cubicBezTo>
                <a:cubicBezTo>
                  <a:pt x="13472942" y="8774588"/>
                  <a:pt x="13472942" y="8762516"/>
                  <a:pt x="13465809" y="8755382"/>
                </a:cubicBezTo>
                <a:cubicBezTo>
                  <a:pt x="13459225" y="8748797"/>
                  <a:pt x="13448797" y="8748249"/>
                  <a:pt x="13441116" y="8753736"/>
                </a:cubicBezTo>
                <a:lnTo>
                  <a:pt x="13440567" y="8753187"/>
                </a:lnTo>
                <a:lnTo>
                  <a:pt x="12695941" y="8008563"/>
                </a:lnTo>
                <a:lnTo>
                  <a:pt x="12695393" y="8008563"/>
                </a:lnTo>
                <a:cubicBezTo>
                  <a:pt x="12695393" y="8008014"/>
                  <a:pt x="12429809" y="8008014"/>
                  <a:pt x="12429809" y="8008014"/>
                </a:cubicBezTo>
                <a:lnTo>
                  <a:pt x="12034174" y="7612380"/>
                </a:lnTo>
                <a:lnTo>
                  <a:pt x="12034174" y="7389048"/>
                </a:lnTo>
                <a:lnTo>
                  <a:pt x="11936501" y="7291374"/>
                </a:lnTo>
                <a:cubicBezTo>
                  <a:pt x="11941989" y="7284240"/>
                  <a:pt x="11941440" y="7273266"/>
                  <a:pt x="11934855" y="7266681"/>
                </a:cubicBezTo>
                <a:cubicBezTo>
                  <a:pt x="11931288" y="7263114"/>
                  <a:pt x="11926487" y="7261331"/>
                  <a:pt x="11921685" y="7261331"/>
                </a:cubicBezTo>
                <a:close/>
                <a:moveTo>
                  <a:pt x="10926291" y="7069825"/>
                </a:moveTo>
                <a:cubicBezTo>
                  <a:pt x="10921490" y="7069825"/>
                  <a:pt x="10916688" y="7071609"/>
                  <a:pt x="10913121" y="7075175"/>
                </a:cubicBezTo>
                <a:cubicBezTo>
                  <a:pt x="10905988" y="7082308"/>
                  <a:pt x="10905988" y="7094381"/>
                  <a:pt x="10913121" y="7101513"/>
                </a:cubicBezTo>
                <a:cubicBezTo>
                  <a:pt x="10919707" y="7108099"/>
                  <a:pt x="10930132" y="7108648"/>
                  <a:pt x="10937814" y="7103160"/>
                </a:cubicBezTo>
                <a:lnTo>
                  <a:pt x="11034391" y="7199737"/>
                </a:lnTo>
                <a:lnTo>
                  <a:pt x="11034391" y="7423069"/>
                </a:lnTo>
                <a:lnTo>
                  <a:pt x="11431671" y="7820348"/>
                </a:lnTo>
                <a:lnTo>
                  <a:pt x="11431671" y="7986614"/>
                </a:lnTo>
                <a:lnTo>
                  <a:pt x="12207024" y="8761966"/>
                </a:lnTo>
                <a:cubicBezTo>
                  <a:pt x="12201536" y="8769101"/>
                  <a:pt x="12202086" y="8780075"/>
                  <a:pt x="12208671" y="8786660"/>
                </a:cubicBezTo>
                <a:cubicBezTo>
                  <a:pt x="12215804" y="8793793"/>
                  <a:pt x="12227876" y="8793793"/>
                  <a:pt x="12235010" y="8786660"/>
                </a:cubicBezTo>
                <a:cubicBezTo>
                  <a:pt x="12242143" y="8779526"/>
                  <a:pt x="12242143" y="8767454"/>
                  <a:pt x="12235010" y="8760321"/>
                </a:cubicBezTo>
                <a:cubicBezTo>
                  <a:pt x="12228425" y="8753736"/>
                  <a:pt x="12217998" y="8753187"/>
                  <a:pt x="12210316" y="8758675"/>
                </a:cubicBezTo>
                <a:lnTo>
                  <a:pt x="12209768" y="8758126"/>
                </a:lnTo>
                <a:lnTo>
                  <a:pt x="11436059" y="7984418"/>
                </a:lnTo>
                <a:lnTo>
                  <a:pt x="11436059" y="7818154"/>
                </a:lnTo>
                <a:lnTo>
                  <a:pt x="11038780" y="7420874"/>
                </a:lnTo>
                <a:lnTo>
                  <a:pt x="11038780" y="7197541"/>
                </a:lnTo>
                <a:lnTo>
                  <a:pt x="10941106" y="7099867"/>
                </a:lnTo>
                <a:cubicBezTo>
                  <a:pt x="10946593" y="7092734"/>
                  <a:pt x="10946045" y="7081759"/>
                  <a:pt x="10939461" y="7075175"/>
                </a:cubicBezTo>
                <a:cubicBezTo>
                  <a:pt x="10935894" y="7071609"/>
                  <a:pt x="10931093" y="7069825"/>
                  <a:pt x="10926291" y="7069825"/>
                </a:cubicBezTo>
                <a:close/>
                <a:moveTo>
                  <a:pt x="1211592" y="7065298"/>
                </a:moveTo>
                <a:cubicBezTo>
                  <a:pt x="1201168" y="7065298"/>
                  <a:pt x="1194034" y="7072431"/>
                  <a:pt x="1192936" y="7081759"/>
                </a:cubicBezTo>
                <a:lnTo>
                  <a:pt x="568482" y="7081759"/>
                </a:lnTo>
                <a:lnTo>
                  <a:pt x="427460" y="7222782"/>
                </a:lnTo>
                <a:lnTo>
                  <a:pt x="427460" y="7362709"/>
                </a:lnTo>
                <a:lnTo>
                  <a:pt x="317164" y="7473004"/>
                </a:lnTo>
                <a:cubicBezTo>
                  <a:pt x="310032" y="7467516"/>
                  <a:pt x="299056" y="7468065"/>
                  <a:pt x="292472" y="7474650"/>
                </a:cubicBezTo>
                <a:cubicBezTo>
                  <a:pt x="285338" y="7481783"/>
                  <a:pt x="285338" y="7493855"/>
                  <a:pt x="292472" y="7500989"/>
                </a:cubicBezTo>
                <a:cubicBezTo>
                  <a:pt x="299606" y="7508121"/>
                  <a:pt x="311678" y="7508121"/>
                  <a:pt x="318810" y="7500989"/>
                </a:cubicBezTo>
                <a:cubicBezTo>
                  <a:pt x="325396" y="7494404"/>
                  <a:pt x="325944" y="7483978"/>
                  <a:pt x="320456" y="7476295"/>
                </a:cubicBezTo>
                <a:lnTo>
                  <a:pt x="431848" y="7364903"/>
                </a:lnTo>
                <a:lnTo>
                  <a:pt x="431848" y="7224977"/>
                </a:lnTo>
                <a:lnTo>
                  <a:pt x="432398" y="7224429"/>
                </a:lnTo>
                <a:lnTo>
                  <a:pt x="570678" y="7086150"/>
                </a:lnTo>
                <a:lnTo>
                  <a:pt x="1192936" y="7086150"/>
                </a:lnTo>
                <a:cubicBezTo>
                  <a:pt x="1194034" y="7095478"/>
                  <a:pt x="1201716" y="7102611"/>
                  <a:pt x="1211592" y="7102611"/>
                </a:cubicBezTo>
                <a:cubicBezTo>
                  <a:pt x="1221470" y="7102611"/>
                  <a:pt x="1230249" y="7094381"/>
                  <a:pt x="1230249" y="7083954"/>
                </a:cubicBezTo>
                <a:cubicBezTo>
                  <a:pt x="1230249" y="7073528"/>
                  <a:pt x="1222019" y="7065298"/>
                  <a:pt x="1211592" y="7065298"/>
                </a:cubicBezTo>
                <a:close/>
                <a:moveTo>
                  <a:pt x="10149290" y="7048973"/>
                </a:moveTo>
                <a:cubicBezTo>
                  <a:pt x="10144489" y="7048973"/>
                  <a:pt x="10139688" y="7050756"/>
                  <a:pt x="10136121" y="7054323"/>
                </a:cubicBezTo>
                <a:cubicBezTo>
                  <a:pt x="10128987" y="7061457"/>
                  <a:pt x="10128987" y="7073528"/>
                  <a:pt x="10136121" y="7080662"/>
                </a:cubicBezTo>
                <a:cubicBezTo>
                  <a:pt x="10142706" y="7087247"/>
                  <a:pt x="10153131" y="7087796"/>
                  <a:pt x="10160814" y="7082308"/>
                </a:cubicBezTo>
                <a:lnTo>
                  <a:pt x="10562483" y="7483978"/>
                </a:lnTo>
                <a:lnTo>
                  <a:pt x="10562483" y="7778645"/>
                </a:lnTo>
                <a:lnTo>
                  <a:pt x="10879101" y="8095261"/>
                </a:lnTo>
                <a:cubicBezTo>
                  <a:pt x="10873613" y="8102395"/>
                  <a:pt x="10874161" y="8113369"/>
                  <a:pt x="10880746" y="8119954"/>
                </a:cubicBezTo>
                <a:cubicBezTo>
                  <a:pt x="10887880" y="8127088"/>
                  <a:pt x="10899952" y="8127088"/>
                  <a:pt x="10907085" y="8119954"/>
                </a:cubicBezTo>
                <a:cubicBezTo>
                  <a:pt x="10914219" y="8112821"/>
                  <a:pt x="10914219" y="8100749"/>
                  <a:pt x="10907085" y="8093615"/>
                </a:cubicBezTo>
                <a:cubicBezTo>
                  <a:pt x="10900500" y="8087030"/>
                  <a:pt x="10890075" y="8086482"/>
                  <a:pt x="10882392" y="8091969"/>
                </a:cubicBezTo>
                <a:lnTo>
                  <a:pt x="10566874" y="7776999"/>
                </a:lnTo>
                <a:lnTo>
                  <a:pt x="10566874" y="7482332"/>
                </a:lnTo>
                <a:lnTo>
                  <a:pt x="10164106" y="7079565"/>
                </a:lnTo>
                <a:cubicBezTo>
                  <a:pt x="10169594" y="7072431"/>
                  <a:pt x="10169045" y="7061457"/>
                  <a:pt x="10162460" y="7054872"/>
                </a:cubicBezTo>
                <a:lnTo>
                  <a:pt x="10162460" y="7054323"/>
                </a:lnTo>
                <a:cubicBezTo>
                  <a:pt x="10158893" y="7050756"/>
                  <a:pt x="10154092" y="7048973"/>
                  <a:pt x="10149290" y="7048973"/>
                </a:cubicBezTo>
                <a:close/>
                <a:moveTo>
                  <a:pt x="3696238" y="6827149"/>
                </a:moveTo>
                <a:cubicBezTo>
                  <a:pt x="3685812" y="6827149"/>
                  <a:pt x="3678678" y="6834283"/>
                  <a:pt x="3677581" y="6843611"/>
                </a:cubicBezTo>
                <a:lnTo>
                  <a:pt x="3053128" y="6843611"/>
                </a:lnTo>
                <a:lnTo>
                  <a:pt x="2962587" y="6934151"/>
                </a:lnTo>
                <a:cubicBezTo>
                  <a:pt x="2955454" y="6928664"/>
                  <a:pt x="2944479" y="6929212"/>
                  <a:pt x="2937894" y="6935798"/>
                </a:cubicBezTo>
                <a:cubicBezTo>
                  <a:pt x="2930760" y="6942931"/>
                  <a:pt x="2930760" y="6955003"/>
                  <a:pt x="2937894" y="6962136"/>
                </a:cubicBezTo>
                <a:cubicBezTo>
                  <a:pt x="2945028" y="6969270"/>
                  <a:pt x="2957100" y="6969270"/>
                  <a:pt x="2964233" y="6962136"/>
                </a:cubicBezTo>
                <a:cubicBezTo>
                  <a:pt x="2970818" y="6955552"/>
                  <a:pt x="2971367" y="6945126"/>
                  <a:pt x="2965880" y="6937444"/>
                </a:cubicBezTo>
                <a:lnTo>
                  <a:pt x="3054773" y="6848549"/>
                </a:lnTo>
                <a:lnTo>
                  <a:pt x="3677032" y="6848549"/>
                </a:lnTo>
                <a:lnTo>
                  <a:pt x="3677581" y="6848001"/>
                </a:lnTo>
                <a:cubicBezTo>
                  <a:pt x="3678678" y="6857329"/>
                  <a:pt x="3686360" y="6864463"/>
                  <a:pt x="3696238" y="6864463"/>
                </a:cubicBezTo>
                <a:cubicBezTo>
                  <a:pt x="3706114" y="6864463"/>
                  <a:pt x="3714895" y="6856232"/>
                  <a:pt x="3714895" y="6845806"/>
                </a:cubicBezTo>
                <a:cubicBezTo>
                  <a:pt x="3714895" y="6835380"/>
                  <a:pt x="3706663" y="6827149"/>
                  <a:pt x="3696238" y="6827149"/>
                </a:cubicBezTo>
                <a:close/>
                <a:moveTo>
                  <a:pt x="9514411" y="6708760"/>
                </a:moveTo>
                <a:cubicBezTo>
                  <a:pt x="9509610" y="6708760"/>
                  <a:pt x="9504808" y="6710544"/>
                  <a:pt x="9501242" y="6714111"/>
                </a:cubicBezTo>
                <a:cubicBezTo>
                  <a:pt x="9494108" y="6721245"/>
                  <a:pt x="9494108" y="6733317"/>
                  <a:pt x="9501242" y="6740450"/>
                </a:cubicBezTo>
                <a:cubicBezTo>
                  <a:pt x="9507826" y="6747034"/>
                  <a:pt x="9518252" y="6747583"/>
                  <a:pt x="9525934" y="6742096"/>
                </a:cubicBezTo>
                <a:lnTo>
                  <a:pt x="10158070" y="7374232"/>
                </a:lnTo>
                <a:lnTo>
                  <a:pt x="10158070" y="7897171"/>
                </a:lnTo>
                <a:lnTo>
                  <a:pt x="10566325" y="8305425"/>
                </a:lnTo>
                <a:lnTo>
                  <a:pt x="10566874" y="8305425"/>
                </a:lnTo>
                <a:cubicBezTo>
                  <a:pt x="10566874" y="8305973"/>
                  <a:pt x="11109018" y="8305973"/>
                  <a:pt x="11109018" y="8305973"/>
                </a:cubicBezTo>
                <a:lnTo>
                  <a:pt x="11354300" y="8551255"/>
                </a:lnTo>
                <a:lnTo>
                  <a:pt x="11354300" y="8765808"/>
                </a:lnTo>
                <a:cubicBezTo>
                  <a:pt x="11344972" y="8766906"/>
                  <a:pt x="11337837" y="8774588"/>
                  <a:pt x="11337837" y="8784465"/>
                </a:cubicBezTo>
                <a:cubicBezTo>
                  <a:pt x="11337837" y="8794342"/>
                  <a:pt x="11346069" y="8803121"/>
                  <a:pt x="11356494" y="8803121"/>
                </a:cubicBezTo>
                <a:cubicBezTo>
                  <a:pt x="11366920" y="8803121"/>
                  <a:pt x="11375152" y="8794890"/>
                  <a:pt x="11375152" y="8784465"/>
                </a:cubicBezTo>
                <a:cubicBezTo>
                  <a:pt x="11375152" y="8779252"/>
                  <a:pt x="11373368" y="8774863"/>
                  <a:pt x="11370419" y="8771639"/>
                </a:cubicBezTo>
                <a:lnTo>
                  <a:pt x="11359238" y="8766081"/>
                </a:lnTo>
                <a:lnTo>
                  <a:pt x="11359238" y="8766357"/>
                </a:lnTo>
                <a:lnTo>
                  <a:pt x="11358689" y="8765808"/>
                </a:lnTo>
                <a:lnTo>
                  <a:pt x="11359238" y="8766081"/>
                </a:lnTo>
                <a:lnTo>
                  <a:pt x="11359238" y="8549609"/>
                </a:lnTo>
                <a:lnTo>
                  <a:pt x="11111762" y="8302133"/>
                </a:lnTo>
                <a:lnTo>
                  <a:pt x="11111212" y="8302133"/>
                </a:lnTo>
                <a:cubicBezTo>
                  <a:pt x="11111212" y="8301584"/>
                  <a:pt x="10569068" y="8301584"/>
                  <a:pt x="10569068" y="8301584"/>
                </a:cubicBezTo>
                <a:lnTo>
                  <a:pt x="10163009" y="7895525"/>
                </a:lnTo>
                <a:lnTo>
                  <a:pt x="10163009" y="7372586"/>
                </a:lnTo>
                <a:lnTo>
                  <a:pt x="9529227" y="6738804"/>
                </a:lnTo>
                <a:cubicBezTo>
                  <a:pt x="9534714" y="6731670"/>
                  <a:pt x="9534165" y="6720695"/>
                  <a:pt x="9527580" y="6714111"/>
                </a:cubicBezTo>
                <a:cubicBezTo>
                  <a:pt x="9524014" y="6710544"/>
                  <a:pt x="9519212" y="6708760"/>
                  <a:pt x="9514411" y="6708760"/>
                </a:cubicBezTo>
                <a:close/>
                <a:moveTo>
                  <a:pt x="4474336" y="6454151"/>
                </a:moveTo>
                <a:cubicBezTo>
                  <a:pt x="4469535" y="6454151"/>
                  <a:pt x="4464733" y="6455934"/>
                  <a:pt x="4461166" y="6459501"/>
                </a:cubicBezTo>
                <a:cubicBezTo>
                  <a:pt x="4454581" y="6466086"/>
                  <a:pt x="4454032" y="6476511"/>
                  <a:pt x="4459520" y="6484193"/>
                </a:cubicBezTo>
                <a:lnTo>
                  <a:pt x="4294352" y="6649361"/>
                </a:lnTo>
                <a:lnTo>
                  <a:pt x="3558507" y="6649361"/>
                </a:lnTo>
                <a:cubicBezTo>
                  <a:pt x="3557410" y="6640033"/>
                  <a:pt x="3549727" y="6632899"/>
                  <a:pt x="3539850" y="6632899"/>
                </a:cubicBezTo>
                <a:cubicBezTo>
                  <a:pt x="3529972" y="6632899"/>
                  <a:pt x="3521193" y="6641130"/>
                  <a:pt x="3521193" y="6651556"/>
                </a:cubicBezTo>
                <a:cubicBezTo>
                  <a:pt x="3521193" y="6661982"/>
                  <a:pt x="3529424" y="6670213"/>
                  <a:pt x="3539850" y="6670213"/>
                </a:cubicBezTo>
                <a:cubicBezTo>
                  <a:pt x="3550276" y="6670213"/>
                  <a:pt x="3557410" y="6663079"/>
                  <a:pt x="3558507" y="6653750"/>
                </a:cubicBezTo>
                <a:lnTo>
                  <a:pt x="4296547" y="6653750"/>
                </a:lnTo>
                <a:lnTo>
                  <a:pt x="4462813" y="6487486"/>
                </a:lnTo>
                <a:lnTo>
                  <a:pt x="4462812" y="6487486"/>
                </a:lnTo>
                <a:lnTo>
                  <a:pt x="4463362" y="6486937"/>
                </a:lnTo>
                <a:lnTo>
                  <a:pt x="4462813" y="6487486"/>
                </a:lnTo>
                <a:lnTo>
                  <a:pt x="4475364" y="6491189"/>
                </a:lnTo>
                <a:cubicBezTo>
                  <a:pt x="4479823" y="6490915"/>
                  <a:pt x="4484212" y="6489132"/>
                  <a:pt x="4487505" y="6485840"/>
                </a:cubicBezTo>
                <a:cubicBezTo>
                  <a:pt x="4494638" y="6478706"/>
                  <a:pt x="4494638" y="6466634"/>
                  <a:pt x="4487505" y="6459501"/>
                </a:cubicBezTo>
                <a:cubicBezTo>
                  <a:pt x="4483938" y="6455934"/>
                  <a:pt x="4479137" y="6454151"/>
                  <a:pt x="4474336" y="6454151"/>
                </a:cubicBezTo>
                <a:close/>
                <a:moveTo>
                  <a:pt x="2861072" y="6399141"/>
                </a:moveTo>
                <a:cubicBezTo>
                  <a:pt x="2850646" y="6399141"/>
                  <a:pt x="2842416" y="6407372"/>
                  <a:pt x="2842416" y="6417798"/>
                </a:cubicBezTo>
                <a:cubicBezTo>
                  <a:pt x="2842416" y="6428224"/>
                  <a:pt x="2849549" y="6435356"/>
                  <a:pt x="2858877" y="6436454"/>
                </a:cubicBezTo>
                <a:lnTo>
                  <a:pt x="2858877" y="6778312"/>
                </a:lnTo>
                <a:lnTo>
                  <a:pt x="2574086" y="7063102"/>
                </a:lnTo>
                <a:lnTo>
                  <a:pt x="1833852" y="7063102"/>
                </a:lnTo>
                <a:lnTo>
                  <a:pt x="1090324" y="7806630"/>
                </a:lnTo>
                <a:lnTo>
                  <a:pt x="60908" y="7806630"/>
                </a:lnTo>
                <a:cubicBezTo>
                  <a:pt x="59810" y="7797303"/>
                  <a:pt x="52128" y="7790168"/>
                  <a:pt x="42250" y="7790168"/>
                </a:cubicBezTo>
                <a:cubicBezTo>
                  <a:pt x="32374" y="7790168"/>
                  <a:pt x="23594" y="7798400"/>
                  <a:pt x="23594" y="7808826"/>
                </a:cubicBezTo>
                <a:cubicBezTo>
                  <a:pt x="23594" y="7819251"/>
                  <a:pt x="31826" y="7827483"/>
                  <a:pt x="42250" y="7827483"/>
                </a:cubicBezTo>
                <a:cubicBezTo>
                  <a:pt x="52676" y="7827483"/>
                  <a:pt x="59810" y="7820348"/>
                  <a:pt x="60908" y="7811020"/>
                </a:cubicBezTo>
                <a:lnTo>
                  <a:pt x="1091970" y="7811020"/>
                </a:lnTo>
                <a:lnTo>
                  <a:pt x="1835498" y="7067493"/>
                </a:lnTo>
                <a:lnTo>
                  <a:pt x="1835498" y="7068042"/>
                </a:lnTo>
                <a:lnTo>
                  <a:pt x="2575733" y="7068042"/>
                </a:lnTo>
                <a:lnTo>
                  <a:pt x="2863267" y="6780507"/>
                </a:lnTo>
                <a:lnTo>
                  <a:pt x="2863267" y="6436454"/>
                </a:lnTo>
                <a:cubicBezTo>
                  <a:pt x="2872596" y="6435356"/>
                  <a:pt x="2879729" y="6427675"/>
                  <a:pt x="2879729" y="6417798"/>
                </a:cubicBezTo>
                <a:cubicBezTo>
                  <a:pt x="2879729" y="6407920"/>
                  <a:pt x="2871498" y="6399141"/>
                  <a:pt x="2861072" y="6399141"/>
                </a:cubicBezTo>
                <a:close/>
                <a:moveTo>
                  <a:pt x="3111561" y="6398704"/>
                </a:moveTo>
                <a:lnTo>
                  <a:pt x="3098603" y="6404009"/>
                </a:lnTo>
                <a:cubicBezTo>
                  <a:pt x="3095242" y="6407370"/>
                  <a:pt x="3093184" y="6412034"/>
                  <a:pt x="3093184" y="6417246"/>
                </a:cubicBezTo>
                <a:cubicBezTo>
                  <a:pt x="3093184" y="6427673"/>
                  <a:pt x="3100318" y="6434806"/>
                  <a:pt x="3109647" y="6435904"/>
                </a:cubicBezTo>
                <a:lnTo>
                  <a:pt x="3109647" y="6726181"/>
                </a:lnTo>
                <a:lnTo>
                  <a:pt x="2526348" y="7309480"/>
                </a:lnTo>
                <a:lnTo>
                  <a:pt x="2231680" y="7309480"/>
                </a:lnTo>
                <a:lnTo>
                  <a:pt x="2131812" y="7209611"/>
                </a:lnTo>
                <a:lnTo>
                  <a:pt x="2131263" y="7209611"/>
                </a:lnTo>
                <a:cubicBezTo>
                  <a:pt x="2131263" y="7209063"/>
                  <a:pt x="2021516" y="7209063"/>
                  <a:pt x="2021516" y="7209063"/>
                </a:cubicBezTo>
                <a:lnTo>
                  <a:pt x="1603934" y="7626645"/>
                </a:lnTo>
                <a:lnTo>
                  <a:pt x="1396514" y="7626645"/>
                </a:lnTo>
                <a:lnTo>
                  <a:pt x="557508" y="8465652"/>
                </a:lnTo>
                <a:lnTo>
                  <a:pt x="52676" y="8465652"/>
                </a:lnTo>
                <a:cubicBezTo>
                  <a:pt x="51580" y="8456323"/>
                  <a:pt x="43898" y="8449189"/>
                  <a:pt x="34020" y="8449189"/>
                </a:cubicBezTo>
                <a:cubicBezTo>
                  <a:pt x="24142" y="8449189"/>
                  <a:pt x="15364" y="8457420"/>
                  <a:pt x="15364" y="8467846"/>
                </a:cubicBezTo>
                <a:cubicBezTo>
                  <a:pt x="15364" y="8478272"/>
                  <a:pt x="23594" y="8486503"/>
                  <a:pt x="34020" y="8486503"/>
                </a:cubicBezTo>
                <a:cubicBezTo>
                  <a:pt x="44446" y="8486503"/>
                  <a:pt x="51580" y="8479370"/>
                  <a:pt x="52676" y="8470042"/>
                </a:cubicBezTo>
                <a:lnTo>
                  <a:pt x="559154" y="8470042"/>
                </a:lnTo>
                <a:lnTo>
                  <a:pt x="1398161" y="7631035"/>
                </a:lnTo>
                <a:lnTo>
                  <a:pt x="1605580" y="7631035"/>
                </a:lnTo>
                <a:lnTo>
                  <a:pt x="2023163" y="7213452"/>
                </a:lnTo>
                <a:lnTo>
                  <a:pt x="2128519" y="7213452"/>
                </a:lnTo>
                <a:lnTo>
                  <a:pt x="2228387" y="7313321"/>
                </a:lnTo>
                <a:lnTo>
                  <a:pt x="2228936" y="7313321"/>
                </a:lnTo>
                <a:cubicBezTo>
                  <a:pt x="2228936" y="7313870"/>
                  <a:pt x="2527445" y="7313870"/>
                  <a:pt x="2527445" y="7313870"/>
                </a:cubicBezTo>
                <a:lnTo>
                  <a:pt x="3113488" y="6727827"/>
                </a:lnTo>
                <a:lnTo>
                  <a:pt x="3113488" y="6435904"/>
                </a:lnTo>
                <a:cubicBezTo>
                  <a:pt x="3122816" y="6434806"/>
                  <a:pt x="3129950" y="6427124"/>
                  <a:pt x="3129950" y="6417246"/>
                </a:cubicBezTo>
                <a:cubicBezTo>
                  <a:pt x="3129950" y="6412308"/>
                  <a:pt x="3127892" y="6407644"/>
                  <a:pt x="3124531" y="6404215"/>
                </a:cubicBezTo>
                <a:close/>
                <a:moveTo>
                  <a:pt x="2945028" y="6398590"/>
                </a:moveTo>
                <a:cubicBezTo>
                  <a:pt x="2934602" y="6398590"/>
                  <a:pt x="2926371" y="6406821"/>
                  <a:pt x="2926371" y="6417246"/>
                </a:cubicBezTo>
                <a:cubicBezTo>
                  <a:pt x="2926371" y="6427673"/>
                  <a:pt x="2933505" y="6434806"/>
                  <a:pt x="2942832" y="6435904"/>
                </a:cubicBezTo>
                <a:lnTo>
                  <a:pt x="2942832" y="6599974"/>
                </a:lnTo>
                <a:cubicBezTo>
                  <a:pt x="2933505" y="6601071"/>
                  <a:pt x="2926371" y="6608754"/>
                  <a:pt x="2926371" y="6618630"/>
                </a:cubicBezTo>
                <a:cubicBezTo>
                  <a:pt x="2926371" y="6628508"/>
                  <a:pt x="2934602" y="6637287"/>
                  <a:pt x="2945028" y="6637287"/>
                </a:cubicBezTo>
                <a:cubicBezTo>
                  <a:pt x="2955454" y="6637287"/>
                  <a:pt x="2963685" y="6629056"/>
                  <a:pt x="2963685" y="6618630"/>
                </a:cubicBezTo>
                <a:cubicBezTo>
                  <a:pt x="2963685" y="6608204"/>
                  <a:pt x="2956551" y="6601071"/>
                  <a:pt x="2947223" y="6599974"/>
                </a:cubicBezTo>
                <a:lnTo>
                  <a:pt x="2947223" y="6435904"/>
                </a:lnTo>
                <a:cubicBezTo>
                  <a:pt x="2956551" y="6434806"/>
                  <a:pt x="2963685" y="6427124"/>
                  <a:pt x="2963685" y="6417246"/>
                </a:cubicBezTo>
                <a:cubicBezTo>
                  <a:pt x="2963685" y="6406821"/>
                  <a:pt x="2955454" y="6398590"/>
                  <a:pt x="2945028" y="6398590"/>
                </a:cubicBezTo>
                <a:close/>
                <a:moveTo>
                  <a:pt x="3028983" y="6398590"/>
                </a:moveTo>
                <a:cubicBezTo>
                  <a:pt x="3018557" y="6398590"/>
                  <a:pt x="3010326" y="6406821"/>
                  <a:pt x="3010326" y="6417246"/>
                </a:cubicBezTo>
                <a:cubicBezTo>
                  <a:pt x="3010326" y="6427673"/>
                  <a:pt x="3017460" y="6434806"/>
                  <a:pt x="3026789" y="6435904"/>
                </a:cubicBezTo>
                <a:lnTo>
                  <a:pt x="3026789" y="6710817"/>
                </a:lnTo>
                <a:lnTo>
                  <a:pt x="2603718" y="7133887"/>
                </a:lnTo>
                <a:lnTo>
                  <a:pt x="1999018" y="7133887"/>
                </a:lnTo>
                <a:lnTo>
                  <a:pt x="1713131" y="7419775"/>
                </a:lnTo>
                <a:cubicBezTo>
                  <a:pt x="1705998" y="7414287"/>
                  <a:pt x="1695023" y="7414835"/>
                  <a:pt x="1688438" y="7421420"/>
                </a:cubicBezTo>
                <a:cubicBezTo>
                  <a:pt x="1681305" y="7428554"/>
                  <a:pt x="1681305" y="7440627"/>
                  <a:pt x="1688438" y="7447759"/>
                </a:cubicBezTo>
                <a:cubicBezTo>
                  <a:pt x="1695572" y="7454893"/>
                  <a:pt x="1707644" y="7454893"/>
                  <a:pt x="1714777" y="7447759"/>
                </a:cubicBezTo>
                <a:cubicBezTo>
                  <a:pt x="1721362" y="7441175"/>
                  <a:pt x="1721911" y="7430749"/>
                  <a:pt x="1716423" y="7423066"/>
                </a:cubicBezTo>
                <a:lnTo>
                  <a:pt x="2000665" y="7138825"/>
                </a:lnTo>
                <a:lnTo>
                  <a:pt x="2604815" y="7138825"/>
                </a:lnTo>
                <a:lnTo>
                  <a:pt x="3031178" y="6712463"/>
                </a:lnTo>
                <a:lnTo>
                  <a:pt x="3031178" y="6435904"/>
                </a:lnTo>
                <a:cubicBezTo>
                  <a:pt x="3040506" y="6434806"/>
                  <a:pt x="3047640" y="6427124"/>
                  <a:pt x="3047640" y="6417246"/>
                </a:cubicBezTo>
                <a:cubicBezTo>
                  <a:pt x="3047640" y="6407370"/>
                  <a:pt x="3039409" y="6398590"/>
                  <a:pt x="3028983" y="6398590"/>
                </a:cubicBezTo>
                <a:close/>
                <a:moveTo>
                  <a:pt x="3111841" y="6398590"/>
                </a:moveTo>
                <a:lnTo>
                  <a:pt x="3111292" y="6398590"/>
                </a:lnTo>
                <a:lnTo>
                  <a:pt x="3111561" y="6398704"/>
                </a:lnTo>
                <a:close/>
                <a:moveTo>
                  <a:pt x="3195248" y="6398590"/>
                </a:moveTo>
                <a:cubicBezTo>
                  <a:pt x="3184823" y="6398590"/>
                  <a:pt x="3176591" y="6406821"/>
                  <a:pt x="3176591" y="6417246"/>
                </a:cubicBezTo>
                <a:cubicBezTo>
                  <a:pt x="3176591" y="6427673"/>
                  <a:pt x="3183724" y="6434806"/>
                  <a:pt x="3193054" y="6435904"/>
                </a:cubicBezTo>
                <a:lnTo>
                  <a:pt x="3193054" y="6599974"/>
                </a:lnTo>
                <a:cubicBezTo>
                  <a:pt x="3183724" y="6601071"/>
                  <a:pt x="3176591" y="6608754"/>
                  <a:pt x="3176591" y="6618630"/>
                </a:cubicBezTo>
                <a:cubicBezTo>
                  <a:pt x="3176591" y="6628508"/>
                  <a:pt x="3184823" y="6637287"/>
                  <a:pt x="3195248" y="6637287"/>
                </a:cubicBezTo>
                <a:cubicBezTo>
                  <a:pt x="3205674" y="6637287"/>
                  <a:pt x="3213905" y="6629056"/>
                  <a:pt x="3213905" y="6618630"/>
                </a:cubicBezTo>
                <a:cubicBezTo>
                  <a:pt x="3213905" y="6608204"/>
                  <a:pt x="3206771" y="6601071"/>
                  <a:pt x="3197443" y="6599974"/>
                </a:cubicBezTo>
                <a:lnTo>
                  <a:pt x="3197443" y="6435904"/>
                </a:lnTo>
                <a:cubicBezTo>
                  <a:pt x="3206771" y="6434806"/>
                  <a:pt x="3213905" y="6427124"/>
                  <a:pt x="3213905" y="6417246"/>
                </a:cubicBezTo>
                <a:cubicBezTo>
                  <a:pt x="3213905" y="6406821"/>
                  <a:pt x="3205674" y="6398590"/>
                  <a:pt x="3195248" y="6398590"/>
                </a:cubicBezTo>
                <a:close/>
                <a:moveTo>
                  <a:pt x="3278654" y="6398590"/>
                </a:moveTo>
                <a:cubicBezTo>
                  <a:pt x="3268229" y="6398590"/>
                  <a:pt x="3259998" y="6406821"/>
                  <a:pt x="3259998" y="6417246"/>
                </a:cubicBezTo>
                <a:cubicBezTo>
                  <a:pt x="3259998" y="6427673"/>
                  <a:pt x="3267131" y="6434806"/>
                  <a:pt x="3276460" y="6435904"/>
                </a:cubicBezTo>
                <a:lnTo>
                  <a:pt x="3276460" y="6619728"/>
                </a:lnTo>
                <a:lnTo>
                  <a:pt x="3437786" y="6781054"/>
                </a:lnTo>
                <a:lnTo>
                  <a:pt x="3438335" y="6781054"/>
                </a:lnTo>
                <a:cubicBezTo>
                  <a:pt x="3438335" y="6781604"/>
                  <a:pt x="4190094" y="6781604"/>
                  <a:pt x="4190094" y="6781604"/>
                </a:cubicBezTo>
                <a:cubicBezTo>
                  <a:pt x="4191191" y="6790931"/>
                  <a:pt x="4198874" y="6798065"/>
                  <a:pt x="4208751" y="6798065"/>
                </a:cubicBezTo>
                <a:cubicBezTo>
                  <a:pt x="4218628" y="6798065"/>
                  <a:pt x="4227408" y="6789834"/>
                  <a:pt x="4227408" y="6779408"/>
                </a:cubicBezTo>
                <a:cubicBezTo>
                  <a:pt x="4227408" y="6768982"/>
                  <a:pt x="4219177" y="6760751"/>
                  <a:pt x="4208751" y="6760751"/>
                </a:cubicBezTo>
                <a:lnTo>
                  <a:pt x="4208202" y="6760203"/>
                </a:lnTo>
                <a:cubicBezTo>
                  <a:pt x="4198874" y="6760203"/>
                  <a:pt x="4190643" y="6767335"/>
                  <a:pt x="4189546" y="6776664"/>
                </a:cubicBezTo>
                <a:lnTo>
                  <a:pt x="3439981" y="6776664"/>
                </a:lnTo>
                <a:lnTo>
                  <a:pt x="3280850" y="6617533"/>
                </a:lnTo>
                <a:lnTo>
                  <a:pt x="3280850" y="6435904"/>
                </a:lnTo>
                <a:cubicBezTo>
                  <a:pt x="3290179" y="6434806"/>
                  <a:pt x="3297312" y="6427124"/>
                  <a:pt x="3297312" y="6417246"/>
                </a:cubicBezTo>
                <a:cubicBezTo>
                  <a:pt x="3297312" y="6407370"/>
                  <a:pt x="3289080" y="6398590"/>
                  <a:pt x="3278654" y="6398590"/>
                </a:cubicBezTo>
                <a:close/>
                <a:moveTo>
                  <a:pt x="2805102" y="6343170"/>
                </a:moveTo>
                <a:cubicBezTo>
                  <a:pt x="2794676" y="6343170"/>
                  <a:pt x="2787542" y="6350304"/>
                  <a:pt x="2786445" y="6359632"/>
                </a:cubicBezTo>
                <a:lnTo>
                  <a:pt x="2069805" y="6359632"/>
                </a:lnTo>
                <a:lnTo>
                  <a:pt x="785230" y="7644207"/>
                </a:lnTo>
                <a:lnTo>
                  <a:pt x="50482" y="7644207"/>
                </a:lnTo>
                <a:cubicBezTo>
                  <a:pt x="49384" y="7634879"/>
                  <a:pt x="41702" y="7627744"/>
                  <a:pt x="31826" y="7627744"/>
                </a:cubicBezTo>
                <a:cubicBezTo>
                  <a:pt x="21948" y="7627744"/>
                  <a:pt x="13168" y="7635976"/>
                  <a:pt x="13168" y="7646401"/>
                </a:cubicBezTo>
                <a:cubicBezTo>
                  <a:pt x="13168" y="7656827"/>
                  <a:pt x="21400" y="7665059"/>
                  <a:pt x="31826" y="7665059"/>
                </a:cubicBezTo>
                <a:cubicBezTo>
                  <a:pt x="42250" y="7665059"/>
                  <a:pt x="49384" y="7657924"/>
                  <a:pt x="50482" y="7648597"/>
                </a:cubicBezTo>
                <a:lnTo>
                  <a:pt x="787426" y="7648597"/>
                </a:lnTo>
                <a:lnTo>
                  <a:pt x="2072000" y="6364021"/>
                </a:lnTo>
                <a:lnTo>
                  <a:pt x="2786445" y="6364021"/>
                </a:lnTo>
                <a:cubicBezTo>
                  <a:pt x="2787542" y="6373350"/>
                  <a:pt x="2795224" y="6380484"/>
                  <a:pt x="2805102" y="6380484"/>
                </a:cubicBezTo>
                <a:cubicBezTo>
                  <a:pt x="2814978" y="6380484"/>
                  <a:pt x="2823759" y="6372252"/>
                  <a:pt x="2823759" y="6361827"/>
                </a:cubicBezTo>
                <a:cubicBezTo>
                  <a:pt x="2823759" y="6351401"/>
                  <a:pt x="2815528" y="6343170"/>
                  <a:pt x="2805102" y="6343170"/>
                </a:cubicBezTo>
                <a:close/>
                <a:moveTo>
                  <a:pt x="4023829" y="6335623"/>
                </a:moveTo>
                <a:cubicBezTo>
                  <a:pt x="4019028" y="6335623"/>
                  <a:pt x="4014226" y="6337406"/>
                  <a:pt x="4010660" y="6340973"/>
                </a:cubicBezTo>
                <a:cubicBezTo>
                  <a:pt x="4004074" y="6347558"/>
                  <a:pt x="4003526" y="6357984"/>
                  <a:pt x="4009014" y="6365667"/>
                </a:cubicBezTo>
                <a:lnTo>
                  <a:pt x="3922314" y="6452366"/>
                </a:lnTo>
                <a:lnTo>
                  <a:pt x="3633134" y="6452366"/>
                </a:lnTo>
                <a:lnTo>
                  <a:pt x="3632584" y="6452914"/>
                </a:lnTo>
                <a:lnTo>
                  <a:pt x="3538753" y="6359082"/>
                </a:lnTo>
                <a:lnTo>
                  <a:pt x="3538203" y="6359082"/>
                </a:lnTo>
                <a:cubicBezTo>
                  <a:pt x="3538203" y="6358532"/>
                  <a:pt x="3354379" y="6358532"/>
                  <a:pt x="3354379" y="6358532"/>
                </a:cubicBezTo>
                <a:cubicBezTo>
                  <a:pt x="3353282" y="6349204"/>
                  <a:pt x="3345600" y="6342071"/>
                  <a:pt x="3335723" y="6342071"/>
                </a:cubicBezTo>
                <a:cubicBezTo>
                  <a:pt x="3325846" y="6342071"/>
                  <a:pt x="3317066" y="6350301"/>
                  <a:pt x="3317066" y="6360727"/>
                </a:cubicBezTo>
                <a:cubicBezTo>
                  <a:pt x="3317066" y="6371153"/>
                  <a:pt x="3325297" y="6379384"/>
                  <a:pt x="3335723" y="6379384"/>
                </a:cubicBezTo>
                <a:cubicBezTo>
                  <a:pt x="3346148" y="6379384"/>
                  <a:pt x="3353282" y="6372251"/>
                  <a:pt x="3354379" y="6362923"/>
                </a:cubicBezTo>
                <a:lnTo>
                  <a:pt x="3536009" y="6362923"/>
                </a:lnTo>
                <a:lnTo>
                  <a:pt x="3629842" y="6456755"/>
                </a:lnTo>
                <a:lnTo>
                  <a:pt x="3630390" y="6456755"/>
                </a:lnTo>
                <a:cubicBezTo>
                  <a:pt x="3630390" y="6457304"/>
                  <a:pt x="3923960" y="6457304"/>
                  <a:pt x="3923960" y="6457304"/>
                </a:cubicBezTo>
                <a:lnTo>
                  <a:pt x="4012306" y="6368958"/>
                </a:lnTo>
                <a:cubicBezTo>
                  <a:pt x="4019439" y="6374446"/>
                  <a:pt x="4030414" y="6373897"/>
                  <a:pt x="4036998" y="6367312"/>
                </a:cubicBezTo>
                <a:cubicBezTo>
                  <a:pt x="4044132" y="6360179"/>
                  <a:pt x="4044132" y="6348107"/>
                  <a:pt x="4036998" y="6340973"/>
                </a:cubicBezTo>
                <a:cubicBezTo>
                  <a:pt x="4033431" y="6337406"/>
                  <a:pt x="4028630" y="6335623"/>
                  <a:pt x="4023829" y="6335623"/>
                </a:cubicBezTo>
                <a:close/>
                <a:moveTo>
                  <a:pt x="5429672" y="6278558"/>
                </a:moveTo>
                <a:cubicBezTo>
                  <a:pt x="5424871" y="6278558"/>
                  <a:pt x="5420070" y="6280341"/>
                  <a:pt x="5416503" y="6283907"/>
                </a:cubicBezTo>
                <a:cubicBezTo>
                  <a:pt x="5409370" y="6291041"/>
                  <a:pt x="5409370" y="6300917"/>
                  <a:pt x="5414856" y="6308601"/>
                </a:cubicBezTo>
                <a:lnTo>
                  <a:pt x="4905088" y="6818369"/>
                </a:lnTo>
                <a:lnTo>
                  <a:pt x="4650477" y="6818369"/>
                </a:lnTo>
                <a:lnTo>
                  <a:pt x="4394770" y="7074077"/>
                </a:lnTo>
                <a:cubicBezTo>
                  <a:pt x="4387637" y="7068590"/>
                  <a:pt x="4376662" y="7069139"/>
                  <a:pt x="4370077" y="7075724"/>
                </a:cubicBezTo>
                <a:cubicBezTo>
                  <a:pt x="4362944" y="7082856"/>
                  <a:pt x="4362944" y="7094929"/>
                  <a:pt x="4370077" y="7102062"/>
                </a:cubicBezTo>
                <a:cubicBezTo>
                  <a:pt x="4377210" y="7109196"/>
                  <a:pt x="4389282" y="7109196"/>
                  <a:pt x="4396416" y="7102062"/>
                </a:cubicBezTo>
                <a:cubicBezTo>
                  <a:pt x="4403001" y="7095478"/>
                  <a:pt x="4403550" y="7085052"/>
                  <a:pt x="4398062" y="7077370"/>
                </a:cubicBezTo>
                <a:lnTo>
                  <a:pt x="4652124" y="6823309"/>
                </a:lnTo>
                <a:lnTo>
                  <a:pt x="4906734" y="6823309"/>
                </a:lnTo>
                <a:lnTo>
                  <a:pt x="5418150" y="6311892"/>
                </a:lnTo>
                <a:cubicBezTo>
                  <a:pt x="5425282" y="6317380"/>
                  <a:pt x="5436257" y="6316831"/>
                  <a:pt x="5442842" y="6310246"/>
                </a:cubicBezTo>
                <a:cubicBezTo>
                  <a:pt x="5449976" y="6303113"/>
                  <a:pt x="5449976" y="6291041"/>
                  <a:pt x="5442842" y="6283907"/>
                </a:cubicBezTo>
                <a:cubicBezTo>
                  <a:pt x="5439275" y="6280341"/>
                  <a:pt x="5434474" y="6278558"/>
                  <a:pt x="5429672" y="6278558"/>
                </a:cubicBezTo>
                <a:close/>
                <a:moveTo>
                  <a:pt x="2805102" y="6258664"/>
                </a:moveTo>
                <a:cubicBezTo>
                  <a:pt x="2794676" y="6258664"/>
                  <a:pt x="2787542" y="6265798"/>
                  <a:pt x="2786445" y="6275126"/>
                </a:cubicBezTo>
                <a:lnTo>
                  <a:pt x="2083523" y="6275126"/>
                </a:lnTo>
                <a:lnTo>
                  <a:pt x="1833851" y="6524798"/>
                </a:lnTo>
                <a:lnTo>
                  <a:pt x="1705448" y="6524798"/>
                </a:lnTo>
                <a:lnTo>
                  <a:pt x="1361944" y="6868302"/>
                </a:lnTo>
                <a:lnTo>
                  <a:pt x="696884" y="6868302"/>
                </a:lnTo>
                <a:lnTo>
                  <a:pt x="467516" y="7097670"/>
                </a:lnTo>
                <a:lnTo>
                  <a:pt x="37312" y="7097670"/>
                </a:lnTo>
                <a:cubicBezTo>
                  <a:pt x="36216" y="7088342"/>
                  <a:pt x="28534" y="7081209"/>
                  <a:pt x="18656" y="7081209"/>
                </a:cubicBezTo>
                <a:cubicBezTo>
                  <a:pt x="8778" y="7081209"/>
                  <a:pt x="0" y="7089440"/>
                  <a:pt x="0" y="7099866"/>
                </a:cubicBezTo>
                <a:cubicBezTo>
                  <a:pt x="0" y="7110291"/>
                  <a:pt x="8230" y="7118523"/>
                  <a:pt x="18656" y="7118523"/>
                </a:cubicBezTo>
                <a:cubicBezTo>
                  <a:pt x="29082" y="7118523"/>
                  <a:pt x="36216" y="7111389"/>
                  <a:pt x="37312" y="7102060"/>
                </a:cubicBezTo>
                <a:lnTo>
                  <a:pt x="469162" y="7102060"/>
                </a:lnTo>
                <a:lnTo>
                  <a:pt x="698532" y="6872692"/>
                </a:lnTo>
                <a:lnTo>
                  <a:pt x="1363590" y="6872692"/>
                </a:lnTo>
                <a:lnTo>
                  <a:pt x="1707095" y="6529187"/>
                </a:lnTo>
                <a:lnTo>
                  <a:pt x="1835498" y="6529187"/>
                </a:lnTo>
                <a:lnTo>
                  <a:pt x="2085169" y="6279516"/>
                </a:lnTo>
                <a:lnTo>
                  <a:pt x="2786445" y="6279516"/>
                </a:lnTo>
                <a:cubicBezTo>
                  <a:pt x="2787542" y="6288844"/>
                  <a:pt x="2795225" y="6295978"/>
                  <a:pt x="2805102" y="6295978"/>
                </a:cubicBezTo>
                <a:cubicBezTo>
                  <a:pt x="2814979" y="6295978"/>
                  <a:pt x="2823759" y="6287747"/>
                  <a:pt x="2823759" y="6277321"/>
                </a:cubicBezTo>
                <a:cubicBezTo>
                  <a:pt x="2823759" y="6266895"/>
                  <a:pt x="2815528" y="6258664"/>
                  <a:pt x="2805102" y="6258664"/>
                </a:cubicBezTo>
                <a:close/>
                <a:moveTo>
                  <a:pt x="2804554" y="6175257"/>
                </a:moveTo>
                <a:cubicBezTo>
                  <a:pt x="2794128" y="6175257"/>
                  <a:pt x="2786994" y="6182391"/>
                  <a:pt x="2785897" y="6191720"/>
                </a:cubicBezTo>
                <a:lnTo>
                  <a:pt x="2621826" y="6191720"/>
                </a:lnTo>
                <a:cubicBezTo>
                  <a:pt x="2620729" y="6182391"/>
                  <a:pt x="2613047" y="6175257"/>
                  <a:pt x="2603170" y="6175257"/>
                </a:cubicBezTo>
                <a:cubicBezTo>
                  <a:pt x="2593292" y="6175257"/>
                  <a:pt x="2584513" y="6183488"/>
                  <a:pt x="2584513" y="6193914"/>
                </a:cubicBezTo>
                <a:cubicBezTo>
                  <a:pt x="2584513" y="6204340"/>
                  <a:pt x="2592744" y="6212571"/>
                  <a:pt x="2603170" y="6212571"/>
                </a:cubicBezTo>
                <a:cubicBezTo>
                  <a:pt x="2612498" y="6212571"/>
                  <a:pt x="2620729" y="6205437"/>
                  <a:pt x="2621826" y="6196109"/>
                </a:cubicBezTo>
                <a:lnTo>
                  <a:pt x="2785897" y="6196109"/>
                </a:lnTo>
                <a:cubicBezTo>
                  <a:pt x="2786994" y="6205437"/>
                  <a:pt x="2794676" y="6212571"/>
                  <a:pt x="2804554" y="6212571"/>
                </a:cubicBezTo>
                <a:cubicBezTo>
                  <a:pt x="2814430" y="6212571"/>
                  <a:pt x="2823210" y="6204340"/>
                  <a:pt x="2823210" y="6193914"/>
                </a:cubicBezTo>
                <a:cubicBezTo>
                  <a:pt x="2823210" y="6183488"/>
                  <a:pt x="2814979" y="6175257"/>
                  <a:pt x="2804554" y="6175257"/>
                </a:cubicBezTo>
                <a:close/>
                <a:moveTo>
                  <a:pt x="5032942" y="6093636"/>
                </a:moveTo>
                <a:cubicBezTo>
                  <a:pt x="5028140" y="6093636"/>
                  <a:pt x="5023339" y="6095419"/>
                  <a:pt x="5019772" y="6098986"/>
                </a:cubicBezTo>
                <a:cubicBezTo>
                  <a:pt x="5013188" y="6105571"/>
                  <a:pt x="5012639" y="6115997"/>
                  <a:pt x="5018126" y="6123679"/>
                </a:cubicBezTo>
                <a:lnTo>
                  <a:pt x="4240576" y="6901227"/>
                </a:lnTo>
                <a:lnTo>
                  <a:pt x="3982126" y="6901227"/>
                </a:lnTo>
                <a:lnTo>
                  <a:pt x="3452054" y="7431300"/>
                </a:lnTo>
                <a:lnTo>
                  <a:pt x="2989475" y="7431300"/>
                </a:lnTo>
                <a:lnTo>
                  <a:pt x="1999568" y="8421206"/>
                </a:lnTo>
                <a:lnTo>
                  <a:pt x="1184156" y="8421206"/>
                </a:lnTo>
                <a:lnTo>
                  <a:pt x="807180" y="8798184"/>
                </a:lnTo>
                <a:cubicBezTo>
                  <a:pt x="800046" y="8792696"/>
                  <a:pt x="789072" y="8793245"/>
                  <a:pt x="782486" y="8799830"/>
                </a:cubicBezTo>
                <a:cubicBezTo>
                  <a:pt x="775352" y="8806963"/>
                  <a:pt x="775352" y="8819035"/>
                  <a:pt x="782486" y="8826169"/>
                </a:cubicBezTo>
                <a:cubicBezTo>
                  <a:pt x="789620" y="8833301"/>
                  <a:pt x="801692" y="8833301"/>
                  <a:pt x="808826" y="8826169"/>
                </a:cubicBezTo>
                <a:cubicBezTo>
                  <a:pt x="815410" y="8819584"/>
                  <a:pt x="815960" y="8809158"/>
                  <a:pt x="810472" y="8801475"/>
                </a:cubicBezTo>
                <a:lnTo>
                  <a:pt x="1185802" y="8426145"/>
                </a:lnTo>
                <a:lnTo>
                  <a:pt x="2001214" y="8426145"/>
                </a:lnTo>
                <a:lnTo>
                  <a:pt x="2991121" y="7436238"/>
                </a:lnTo>
                <a:lnTo>
                  <a:pt x="3453699" y="7436238"/>
                </a:lnTo>
                <a:lnTo>
                  <a:pt x="3983772" y="6906167"/>
                </a:lnTo>
                <a:lnTo>
                  <a:pt x="4242224" y="6906167"/>
                </a:lnTo>
                <a:lnTo>
                  <a:pt x="5021418" y="6126971"/>
                </a:lnTo>
                <a:cubicBezTo>
                  <a:pt x="5028552" y="6132458"/>
                  <a:pt x="5039526" y="6131910"/>
                  <a:pt x="5046112" y="6125325"/>
                </a:cubicBezTo>
                <a:cubicBezTo>
                  <a:pt x="5053245" y="6118191"/>
                  <a:pt x="5053245" y="6106119"/>
                  <a:pt x="5046112" y="6098986"/>
                </a:cubicBezTo>
                <a:cubicBezTo>
                  <a:pt x="5042545" y="6095419"/>
                  <a:pt x="5037743" y="6093636"/>
                  <a:pt x="5032942" y="6093636"/>
                </a:cubicBezTo>
                <a:close/>
                <a:moveTo>
                  <a:pt x="2804554" y="6091851"/>
                </a:moveTo>
                <a:cubicBezTo>
                  <a:pt x="2794128" y="6091851"/>
                  <a:pt x="2786994" y="6098984"/>
                  <a:pt x="2785897" y="6108312"/>
                </a:cubicBezTo>
                <a:lnTo>
                  <a:pt x="2039076" y="6108312"/>
                </a:lnTo>
                <a:lnTo>
                  <a:pt x="1539184" y="6608204"/>
                </a:lnTo>
                <a:lnTo>
                  <a:pt x="856016" y="6608204"/>
                </a:lnTo>
                <a:lnTo>
                  <a:pt x="609636" y="6854584"/>
                </a:lnTo>
                <a:lnTo>
                  <a:pt x="196444" y="6854584"/>
                </a:lnTo>
                <a:cubicBezTo>
                  <a:pt x="195346" y="6845255"/>
                  <a:pt x="187664" y="6838122"/>
                  <a:pt x="177786" y="6838122"/>
                </a:cubicBezTo>
                <a:cubicBezTo>
                  <a:pt x="167910" y="6838122"/>
                  <a:pt x="159130" y="6846352"/>
                  <a:pt x="159130" y="6856778"/>
                </a:cubicBezTo>
                <a:cubicBezTo>
                  <a:pt x="159130" y="6867204"/>
                  <a:pt x="167360" y="6875435"/>
                  <a:pt x="177786" y="6875435"/>
                </a:cubicBezTo>
                <a:cubicBezTo>
                  <a:pt x="188214" y="6875435"/>
                  <a:pt x="195346" y="6868302"/>
                  <a:pt x="196444" y="6858974"/>
                </a:cubicBezTo>
                <a:lnTo>
                  <a:pt x="611832" y="6858974"/>
                </a:lnTo>
                <a:lnTo>
                  <a:pt x="858212" y="6612594"/>
                </a:lnTo>
                <a:lnTo>
                  <a:pt x="1541379" y="6612594"/>
                </a:lnTo>
                <a:lnTo>
                  <a:pt x="2041271" y="6112703"/>
                </a:lnTo>
                <a:lnTo>
                  <a:pt x="2785897" y="6112703"/>
                </a:lnTo>
                <a:cubicBezTo>
                  <a:pt x="2786994" y="6122031"/>
                  <a:pt x="2794676" y="6129164"/>
                  <a:pt x="2804554" y="6129164"/>
                </a:cubicBezTo>
                <a:cubicBezTo>
                  <a:pt x="2814979" y="6129164"/>
                  <a:pt x="2823210" y="6120934"/>
                  <a:pt x="2823210" y="6110508"/>
                </a:cubicBezTo>
                <a:cubicBezTo>
                  <a:pt x="2823210" y="6100081"/>
                  <a:pt x="2814979" y="6091851"/>
                  <a:pt x="2804554" y="6091851"/>
                </a:cubicBezTo>
                <a:close/>
                <a:moveTo>
                  <a:pt x="3537106" y="6091851"/>
                </a:moveTo>
                <a:cubicBezTo>
                  <a:pt x="3526680" y="6091851"/>
                  <a:pt x="3519548" y="6098984"/>
                  <a:pt x="3518449" y="6108312"/>
                </a:cubicBezTo>
                <a:lnTo>
                  <a:pt x="3354379" y="6108312"/>
                </a:lnTo>
                <a:cubicBezTo>
                  <a:pt x="3353282" y="6098984"/>
                  <a:pt x="3345600" y="6091851"/>
                  <a:pt x="3335723" y="6091851"/>
                </a:cubicBezTo>
                <a:cubicBezTo>
                  <a:pt x="3325846" y="6091851"/>
                  <a:pt x="3317066" y="6100081"/>
                  <a:pt x="3317066" y="6110508"/>
                </a:cubicBezTo>
                <a:cubicBezTo>
                  <a:pt x="3317066" y="6120934"/>
                  <a:pt x="3325297" y="6129164"/>
                  <a:pt x="3335723" y="6129164"/>
                </a:cubicBezTo>
                <a:cubicBezTo>
                  <a:pt x="3345051" y="6129164"/>
                  <a:pt x="3353282" y="6122031"/>
                  <a:pt x="3354379" y="6112703"/>
                </a:cubicBezTo>
                <a:lnTo>
                  <a:pt x="3518449" y="6112703"/>
                </a:lnTo>
                <a:cubicBezTo>
                  <a:pt x="3519548" y="6122031"/>
                  <a:pt x="3527229" y="6129164"/>
                  <a:pt x="3537106" y="6129164"/>
                </a:cubicBezTo>
                <a:cubicBezTo>
                  <a:pt x="3546984" y="6129164"/>
                  <a:pt x="3555763" y="6120934"/>
                  <a:pt x="3555763" y="6110508"/>
                </a:cubicBezTo>
                <a:cubicBezTo>
                  <a:pt x="3555763" y="6100081"/>
                  <a:pt x="3547532" y="6091851"/>
                  <a:pt x="3537106" y="6091851"/>
                </a:cubicBezTo>
                <a:close/>
                <a:moveTo>
                  <a:pt x="12898423" y="6025593"/>
                </a:moveTo>
                <a:cubicBezTo>
                  <a:pt x="12893622" y="6025593"/>
                  <a:pt x="12888820" y="6027377"/>
                  <a:pt x="12885254" y="6030944"/>
                </a:cubicBezTo>
                <a:cubicBezTo>
                  <a:pt x="12878120" y="6038077"/>
                  <a:pt x="12878120" y="6050149"/>
                  <a:pt x="12885254" y="6057283"/>
                </a:cubicBezTo>
                <a:cubicBezTo>
                  <a:pt x="12891838" y="6063867"/>
                  <a:pt x="12902265" y="6064416"/>
                  <a:pt x="12909946" y="6058928"/>
                </a:cubicBezTo>
                <a:lnTo>
                  <a:pt x="12959881" y="6108862"/>
                </a:lnTo>
                <a:lnTo>
                  <a:pt x="12960428" y="6108862"/>
                </a:lnTo>
                <a:cubicBezTo>
                  <a:pt x="12960428" y="6109412"/>
                  <a:pt x="14895795" y="6109412"/>
                  <a:pt x="14895795" y="6109412"/>
                </a:cubicBezTo>
                <a:lnTo>
                  <a:pt x="15247532" y="6461147"/>
                </a:lnTo>
                <a:cubicBezTo>
                  <a:pt x="15242044" y="6468280"/>
                  <a:pt x="15242594" y="6479255"/>
                  <a:pt x="15249178" y="6485840"/>
                </a:cubicBezTo>
                <a:cubicBezTo>
                  <a:pt x="15256311" y="6492973"/>
                  <a:pt x="15268383" y="6492973"/>
                  <a:pt x="15275517" y="6485840"/>
                </a:cubicBezTo>
                <a:cubicBezTo>
                  <a:pt x="15282649" y="6478706"/>
                  <a:pt x="15282649" y="6466634"/>
                  <a:pt x="15275517" y="6459501"/>
                </a:cubicBezTo>
                <a:cubicBezTo>
                  <a:pt x="15268932" y="6452916"/>
                  <a:pt x="15258506" y="6452367"/>
                  <a:pt x="15250825" y="6457855"/>
                </a:cubicBezTo>
                <a:lnTo>
                  <a:pt x="14898539" y="6105571"/>
                </a:lnTo>
                <a:lnTo>
                  <a:pt x="14897992" y="6105571"/>
                </a:lnTo>
                <a:cubicBezTo>
                  <a:pt x="14897992" y="6105022"/>
                  <a:pt x="12962625" y="6105022"/>
                  <a:pt x="12962625" y="6105022"/>
                </a:cubicBezTo>
                <a:lnTo>
                  <a:pt x="12913239" y="6055636"/>
                </a:lnTo>
                <a:cubicBezTo>
                  <a:pt x="12918726" y="6048502"/>
                  <a:pt x="12918177" y="6037528"/>
                  <a:pt x="12911593" y="6030944"/>
                </a:cubicBezTo>
                <a:cubicBezTo>
                  <a:pt x="12908026" y="6027377"/>
                  <a:pt x="12903224" y="6025593"/>
                  <a:pt x="12898423" y="6025593"/>
                </a:cubicBezTo>
                <a:close/>
                <a:moveTo>
                  <a:pt x="2805102" y="6008444"/>
                </a:moveTo>
                <a:cubicBezTo>
                  <a:pt x="2794676" y="6008444"/>
                  <a:pt x="2787542" y="6015577"/>
                  <a:pt x="2786445" y="6024906"/>
                </a:cubicBezTo>
                <a:lnTo>
                  <a:pt x="2018774" y="6024906"/>
                </a:lnTo>
                <a:lnTo>
                  <a:pt x="1510650" y="6533028"/>
                </a:lnTo>
                <a:lnTo>
                  <a:pt x="1277989" y="6533028"/>
                </a:lnTo>
                <a:lnTo>
                  <a:pt x="1184156" y="6439196"/>
                </a:lnTo>
                <a:lnTo>
                  <a:pt x="1183608" y="6439196"/>
                </a:lnTo>
                <a:cubicBezTo>
                  <a:pt x="1183608" y="6438647"/>
                  <a:pt x="931192" y="6438647"/>
                  <a:pt x="931192" y="6438647"/>
                </a:cubicBezTo>
                <a:lnTo>
                  <a:pt x="686458" y="6683380"/>
                </a:lnTo>
                <a:lnTo>
                  <a:pt x="171752" y="6683380"/>
                </a:lnTo>
                <a:lnTo>
                  <a:pt x="32374" y="6822757"/>
                </a:lnTo>
                <a:cubicBezTo>
                  <a:pt x="25240" y="6817270"/>
                  <a:pt x="14266" y="6817819"/>
                  <a:pt x="7682" y="6824403"/>
                </a:cubicBezTo>
                <a:cubicBezTo>
                  <a:pt x="548" y="6831538"/>
                  <a:pt x="548" y="6843609"/>
                  <a:pt x="7682" y="6850743"/>
                </a:cubicBezTo>
                <a:cubicBezTo>
                  <a:pt x="14814" y="6857876"/>
                  <a:pt x="26886" y="6857876"/>
                  <a:pt x="34020" y="6850743"/>
                </a:cubicBezTo>
                <a:lnTo>
                  <a:pt x="34568" y="6850743"/>
                </a:lnTo>
                <a:cubicBezTo>
                  <a:pt x="41154" y="6844158"/>
                  <a:pt x="41702" y="6833732"/>
                  <a:pt x="36216" y="6826050"/>
                </a:cubicBezTo>
                <a:lnTo>
                  <a:pt x="174494" y="6687770"/>
                </a:lnTo>
                <a:lnTo>
                  <a:pt x="688654" y="6687770"/>
                </a:lnTo>
                <a:lnTo>
                  <a:pt x="933388" y="6443037"/>
                </a:lnTo>
                <a:lnTo>
                  <a:pt x="1181412" y="6443037"/>
                </a:lnTo>
                <a:lnTo>
                  <a:pt x="1275245" y="6536870"/>
                </a:lnTo>
                <a:lnTo>
                  <a:pt x="1275794" y="6536870"/>
                </a:lnTo>
                <a:cubicBezTo>
                  <a:pt x="1275794" y="6537419"/>
                  <a:pt x="1512845" y="6537419"/>
                  <a:pt x="1512845" y="6537419"/>
                </a:cubicBezTo>
                <a:lnTo>
                  <a:pt x="2020968" y="6029295"/>
                </a:lnTo>
                <a:lnTo>
                  <a:pt x="2786445" y="6029295"/>
                </a:lnTo>
                <a:cubicBezTo>
                  <a:pt x="2787542" y="6038624"/>
                  <a:pt x="2795225" y="6045757"/>
                  <a:pt x="2805102" y="6045757"/>
                </a:cubicBezTo>
                <a:cubicBezTo>
                  <a:pt x="2814979" y="6045757"/>
                  <a:pt x="2823759" y="6037526"/>
                  <a:pt x="2823759" y="6027101"/>
                </a:cubicBezTo>
                <a:cubicBezTo>
                  <a:pt x="2823759" y="6016675"/>
                  <a:pt x="2815528" y="6008444"/>
                  <a:pt x="2805102" y="6008444"/>
                </a:cubicBezTo>
                <a:close/>
                <a:moveTo>
                  <a:pt x="4046876" y="6008444"/>
                </a:moveTo>
                <a:cubicBezTo>
                  <a:pt x="4036450" y="6008444"/>
                  <a:pt x="4029316" y="6015577"/>
                  <a:pt x="4028219" y="6024906"/>
                </a:cubicBezTo>
                <a:lnTo>
                  <a:pt x="3354379" y="6024906"/>
                </a:lnTo>
                <a:cubicBezTo>
                  <a:pt x="3353282" y="6015577"/>
                  <a:pt x="3345600" y="6008444"/>
                  <a:pt x="3335723" y="6008444"/>
                </a:cubicBezTo>
                <a:cubicBezTo>
                  <a:pt x="3325846" y="6008444"/>
                  <a:pt x="3317066" y="6016675"/>
                  <a:pt x="3317066" y="6027101"/>
                </a:cubicBezTo>
                <a:cubicBezTo>
                  <a:pt x="3317066" y="6037526"/>
                  <a:pt x="3325297" y="6045757"/>
                  <a:pt x="3335723" y="6045757"/>
                </a:cubicBezTo>
                <a:cubicBezTo>
                  <a:pt x="3345051" y="6045757"/>
                  <a:pt x="3353282" y="6038624"/>
                  <a:pt x="3354379" y="6029295"/>
                </a:cubicBezTo>
                <a:lnTo>
                  <a:pt x="4028219" y="6029295"/>
                </a:lnTo>
                <a:cubicBezTo>
                  <a:pt x="4029316" y="6038624"/>
                  <a:pt x="4036998" y="6045757"/>
                  <a:pt x="4046876" y="6045757"/>
                </a:cubicBezTo>
                <a:cubicBezTo>
                  <a:pt x="4056752" y="6045757"/>
                  <a:pt x="4065533" y="6037526"/>
                  <a:pt x="4065533" y="6027101"/>
                </a:cubicBezTo>
                <a:cubicBezTo>
                  <a:pt x="4065533" y="6016675"/>
                  <a:pt x="4057302" y="6008444"/>
                  <a:pt x="4046876" y="6008444"/>
                </a:cubicBezTo>
                <a:close/>
                <a:moveTo>
                  <a:pt x="2804004" y="5926136"/>
                </a:moveTo>
                <a:cubicBezTo>
                  <a:pt x="2793579" y="5926136"/>
                  <a:pt x="2786445" y="5933270"/>
                  <a:pt x="2785348" y="5942599"/>
                </a:cubicBezTo>
                <a:lnTo>
                  <a:pt x="1992983" y="5942599"/>
                </a:lnTo>
                <a:lnTo>
                  <a:pt x="1601739" y="6333841"/>
                </a:lnTo>
                <a:lnTo>
                  <a:pt x="932838" y="6333841"/>
                </a:lnTo>
                <a:lnTo>
                  <a:pt x="706762" y="6559919"/>
                </a:lnTo>
                <a:lnTo>
                  <a:pt x="441726" y="6559919"/>
                </a:lnTo>
                <a:cubicBezTo>
                  <a:pt x="440628" y="6550590"/>
                  <a:pt x="432946" y="6543456"/>
                  <a:pt x="423070" y="6543456"/>
                </a:cubicBezTo>
                <a:cubicBezTo>
                  <a:pt x="413192" y="6543456"/>
                  <a:pt x="404412" y="6551687"/>
                  <a:pt x="404412" y="6562113"/>
                </a:cubicBezTo>
                <a:cubicBezTo>
                  <a:pt x="404412" y="6572539"/>
                  <a:pt x="412644" y="6580770"/>
                  <a:pt x="423070" y="6580770"/>
                </a:cubicBezTo>
                <a:cubicBezTo>
                  <a:pt x="433494" y="6580770"/>
                  <a:pt x="440628" y="6573636"/>
                  <a:pt x="441726" y="6564307"/>
                </a:cubicBezTo>
                <a:lnTo>
                  <a:pt x="708958" y="6564307"/>
                </a:lnTo>
                <a:lnTo>
                  <a:pt x="935034" y="6338232"/>
                </a:lnTo>
                <a:lnTo>
                  <a:pt x="1603934" y="6338232"/>
                </a:lnTo>
                <a:lnTo>
                  <a:pt x="1995178" y="5946987"/>
                </a:lnTo>
                <a:lnTo>
                  <a:pt x="2785348" y="5946987"/>
                </a:lnTo>
                <a:cubicBezTo>
                  <a:pt x="2786445" y="5956316"/>
                  <a:pt x="2794127" y="5963450"/>
                  <a:pt x="2804004" y="5963450"/>
                </a:cubicBezTo>
                <a:cubicBezTo>
                  <a:pt x="2813881" y="5963450"/>
                  <a:pt x="2822662" y="5955218"/>
                  <a:pt x="2822662" y="5944793"/>
                </a:cubicBezTo>
                <a:cubicBezTo>
                  <a:pt x="2822662" y="5934367"/>
                  <a:pt x="2814430" y="5926136"/>
                  <a:pt x="2804004" y="5926136"/>
                </a:cubicBezTo>
                <a:close/>
                <a:moveTo>
                  <a:pt x="11466789" y="5863170"/>
                </a:moveTo>
                <a:cubicBezTo>
                  <a:pt x="11461988" y="5863170"/>
                  <a:pt x="11457187" y="5864953"/>
                  <a:pt x="11453620" y="5868520"/>
                </a:cubicBezTo>
                <a:cubicBezTo>
                  <a:pt x="11446487" y="5875653"/>
                  <a:pt x="11446487" y="5887725"/>
                  <a:pt x="11453620" y="5894858"/>
                </a:cubicBezTo>
                <a:cubicBezTo>
                  <a:pt x="11460204" y="5901444"/>
                  <a:pt x="11470629" y="5901992"/>
                  <a:pt x="11478312" y="5896505"/>
                </a:cubicBezTo>
                <a:lnTo>
                  <a:pt x="11798770" y="6216962"/>
                </a:lnTo>
                <a:lnTo>
                  <a:pt x="11799319" y="6216962"/>
                </a:lnTo>
                <a:cubicBezTo>
                  <a:pt x="11799319" y="6217512"/>
                  <a:pt x="12278359" y="6217512"/>
                  <a:pt x="12278359" y="6217512"/>
                </a:cubicBezTo>
                <a:lnTo>
                  <a:pt x="12570284" y="6509985"/>
                </a:lnTo>
                <a:lnTo>
                  <a:pt x="12570831" y="6509985"/>
                </a:lnTo>
                <a:cubicBezTo>
                  <a:pt x="12570831" y="6510533"/>
                  <a:pt x="13854309" y="6510533"/>
                  <a:pt x="13854309" y="6510533"/>
                </a:cubicBezTo>
                <a:lnTo>
                  <a:pt x="14513881" y="7170105"/>
                </a:lnTo>
                <a:lnTo>
                  <a:pt x="14514429" y="7170105"/>
                </a:lnTo>
                <a:cubicBezTo>
                  <a:pt x="14514429" y="7170654"/>
                  <a:pt x="15260152" y="7170654"/>
                  <a:pt x="15260152" y="7170654"/>
                </a:cubicBezTo>
                <a:lnTo>
                  <a:pt x="15528481" y="6902325"/>
                </a:lnTo>
                <a:lnTo>
                  <a:pt x="15694745" y="6902325"/>
                </a:lnTo>
                <a:cubicBezTo>
                  <a:pt x="15695843" y="6911653"/>
                  <a:pt x="15703526" y="6918787"/>
                  <a:pt x="15713402" y="6918787"/>
                </a:cubicBezTo>
                <a:cubicBezTo>
                  <a:pt x="15723280" y="6918787"/>
                  <a:pt x="15732060" y="6910556"/>
                  <a:pt x="15732060" y="6900130"/>
                </a:cubicBezTo>
                <a:cubicBezTo>
                  <a:pt x="15732060" y="6889704"/>
                  <a:pt x="15723828" y="6881473"/>
                  <a:pt x="15713402" y="6881473"/>
                </a:cubicBezTo>
                <a:lnTo>
                  <a:pt x="15712305" y="6880925"/>
                </a:lnTo>
                <a:cubicBezTo>
                  <a:pt x="15702977" y="6880925"/>
                  <a:pt x="15694745" y="6888057"/>
                  <a:pt x="15693648" y="6897386"/>
                </a:cubicBezTo>
                <a:lnTo>
                  <a:pt x="15525737" y="6897386"/>
                </a:lnTo>
                <a:lnTo>
                  <a:pt x="15257409" y="7165715"/>
                </a:lnTo>
                <a:lnTo>
                  <a:pt x="14516076" y="7165715"/>
                </a:lnTo>
                <a:lnTo>
                  <a:pt x="13856504" y="6506142"/>
                </a:lnTo>
                <a:lnTo>
                  <a:pt x="13855954" y="6506142"/>
                </a:lnTo>
                <a:cubicBezTo>
                  <a:pt x="13855954" y="6505594"/>
                  <a:pt x="12572478" y="6505594"/>
                  <a:pt x="12572478" y="6505594"/>
                </a:cubicBezTo>
                <a:lnTo>
                  <a:pt x="12280554" y="6213121"/>
                </a:lnTo>
                <a:lnTo>
                  <a:pt x="12280005" y="6213121"/>
                </a:lnTo>
                <a:cubicBezTo>
                  <a:pt x="12280005" y="6212573"/>
                  <a:pt x="11800964" y="6212573"/>
                  <a:pt x="11800964" y="6212573"/>
                </a:cubicBezTo>
                <a:lnTo>
                  <a:pt x="11481604" y="5893212"/>
                </a:lnTo>
                <a:cubicBezTo>
                  <a:pt x="11487092" y="5886079"/>
                  <a:pt x="11486544" y="5875104"/>
                  <a:pt x="11479958" y="5868520"/>
                </a:cubicBezTo>
                <a:cubicBezTo>
                  <a:pt x="11476392" y="5864953"/>
                  <a:pt x="11471591" y="5863170"/>
                  <a:pt x="11466789" y="5863170"/>
                </a:cubicBezTo>
                <a:close/>
                <a:moveTo>
                  <a:pt x="10306776" y="5831892"/>
                </a:moveTo>
                <a:cubicBezTo>
                  <a:pt x="10301974" y="5831892"/>
                  <a:pt x="10297173" y="5833675"/>
                  <a:pt x="10293606" y="5837242"/>
                </a:cubicBezTo>
                <a:cubicBezTo>
                  <a:pt x="10286473" y="5844375"/>
                  <a:pt x="10286473" y="5856447"/>
                  <a:pt x="10293606" y="5863581"/>
                </a:cubicBezTo>
                <a:cubicBezTo>
                  <a:pt x="10300191" y="5870166"/>
                  <a:pt x="10310617" y="5870715"/>
                  <a:pt x="10318299" y="5865227"/>
                </a:cubicBezTo>
                <a:lnTo>
                  <a:pt x="11084873" y="6631802"/>
                </a:lnTo>
                <a:lnTo>
                  <a:pt x="11085422" y="6631802"/>
                </a:lnTo>
                <a:cubicBezTo>
                  <a:pt x="11085422" y="6632351"/>
                  <a:pt x="11608362" y="6632351"/>
                  <a:pt x="11608362" y="6632351"/>
                </a:cubicBezTo>
                <a:lnTo>
                  <a:pt x="12314575" y="7338565"/>
                </a:lnTo>
                <a:lnTo>
                  <a:pt x="12315125" y="7338565"/>
                </a:lnTo>
                <a:cubicBezTo>
                  <a:pt x="12315125" y="7339114"/>
                  <a:pt x="12698685" y="7339114"/>
                  <a:pt x="12698685" y="7339114"/>
                </a:cubicBezTo>
                <a:lnTo>
                  <a:pt x="13217234" y="7857663"/>
                </a:lnTo>
                <a:lnTo>
                  <a:pt x="13217784" y="7857663"/>
                </a:lnTo>
                <a:cubicBezTo>
                  <a:pt x="13217784" y="7858211"/>
                  <a:pt x="14276830" y="7858211"/>
                  <a:pt x="14276830" y="7858211"/>
                </a:cubicBezTo>
                <a:lnTo>
                  <a:pt x="15188818" y="8770198"/>
                </a:lnTo>
                <a:cubicBezTo>
                  <a:pt x="15183331" y="8777332"/>
                  <a:pt x="15183878" y="8788306"/>
                  <a:pt x="15190464" y="8794890"/>
                </a:cubicBezTo>
                <a:cubicBezTo>
                  <a:pt x="15197597" y="8802024"/>
                  <a:pt x="15209670" y="8802024"/>
                  <a:pt x="15216802" y="8794890"/>
                </a:cubicBezTo>
                <a:cubicBezTo>
                  <a:pt x="15223936" y="8787758"/>
                  <a:pt x="15223936" y="8775685"/>
                  <a:pt x="15216802" y="8768552"/>
                </a:cubicBezTo>
                <a:cubicBezTo>
                  <a:pt x="15210217" y="8761966"/>
                  <a:pt x="15199792" y="8761418"/>
                  <a:pt x="15192109" y="8766906"/>
                </a:cubicBezTo>
                <a:lnTo>
                  <a:pt x="14279574" y="7854370"/>
                </a:lnTo>
                <a:lnTo>
                  <a:pt x="14279025" y="7854370"/>
                </a:lnTo>
                <a:cubicBezTo>
                  <a:pt x="14279025" y="7853821"/>
                  <a:pt x="13219978" y="7853821"/>
                  <a:pt x="13219978" y="7853821"/>
                </a:cubicBezTo>
                <a:lnTo>
                  <a:pt x="12701429" y="7335272"/>
                </a:lnTo>
                <a:lnTo>
                  <a:pt x="12700880" y="7335272"/>
                </a:lnTo>
                <a:cubicBezTo>
                  <a:pt x="12700880" y="7334723"/>
                  <a:pt x="12317319" y="7334723"/>
                  <a:pt x="12317319" y="7334723"/>
                </a:cubicBezTo>
                <a:lnTo>
                  <a:pt x="11611104" y="6628510"/>
                </a:lnTo>
                <a:lnTo>
                  <a:pt x="11610556" y="6628510"/>
                </a:lnTo>
                <a:cubicBezTo>
                  <a:pt x="11610556" y="6627961"/>
                  <a:pt x="11087617" y="6627961"/>
                  <a:pt x="11087617" y="6627961"/>
                </a:cubicBezTo>
                <a:lnTo>
                  <a:pt x="10321592" y="5861935"/>
                </a:lnTo>
                <a:cubicBezTo>
                  <a:pt x="10327079" y="5854801"/>
                  <a:pt x="10326529" y="5843827"/>
                  <a:pt x="10319945" y="5837242"/>
                </a:cubicBezTo>
                <a:cubicBezTo>
                  <a:pt x="10316378" y="5833675"/>
                  <a:pt x="10311577" y="5831892"/>
                  <a:pt x="10306776" y="5831892"/>
                </a:cubicBezTo>
                <a:close/>
                <a:moveTo>
                  <a:pt x="8942636" y="5819683"/>
                </a:moveTo>
                <a:cubicBezTo>
                  <a:pt x="8932210" y="5819683"/>
                  <a:pt x="8923979" y="5827914"/>
                  <a:pt x="8923979" y="5838340"/>
                </a:cubicBezTo>
                <a:cubicBezTo>
                  <a:pt x="8923979" y="5848766"/>
                  <a:pt x="8931112" y="5855899"/>
                  <a:pt x="8940440" y="5856997"/>
                </a:cubicBezTo>
                <a:lnTo>
                  <a:pt x="8940440" y="6048502"/>
                </a:lnTo>
                <a:lnTo>
                  <a:pt x="9310833" y="6418895"/>
                </a:lnTo>
                <a:lnTo>
                  <a:pt x="9310833" y="6624667"/>
                </a:lnTo>
                <a:cubicBezTo>
                  <a:pt x="9301504" y="6625766"/>
                  <a:pt x="9294370" y="6633448"/>
                  <a:pt x="9294370" y="6643325"/>
                </a:cubicBezTo>
                <a:cubicBezTo>
                  <a:pt x="9294370" y="6653202"/>
                  <a:pt x="9302601" y="6661982"/>
                  <a:pt x="9313027" y="6661982"/>
                </a:cubicBezTo>
                <a:cubicBezTo>
                  <a:pt x="9323453" y="6661982"/>
                  <a:pt x="9331684" y="6653750"/>
                  <a:pt x="9331684" y="6643325"/>
                </a:cubicBezTo>
                <a:cubicBezTo>
                  <a:pt x="9331684" y="6632899"/>
                  <a:pt x="9324550" y="6625766"/>
                  <a:pt x="9315223" y="6624667"/>
                </a:cubicBezTo>
                <a:lnTo>
                  <a:pt x="9315223" y="6416700"/>
                </a:lnTo>
                <a:lnTo>
                  <a:pt x="8944831" y="6046308"/>
                </a:lnTo>
                <a:lnTo>
                  <a:pt x="8944831" y="5856997"/>
                </a:lnTo>
                <a:cubicBezTo>
                  <a:pt x="8954159" y="5855899"/>
                  <a:pt x="8961292" y="5848216"/>
                  <a:pt x="8961292" y="5838340"/>
                </a:cubicBezTo>
                <a:cubicBezTo>
                  <a:pt x="8961292" y="5828462"/>
                  <a:pt x="8953062" y="5819683"/>
                  <a:pt x="8942636" y="5819683"/>
                </a:cubicBezTo>
                <a:close/>
                <a:moveTo>
                  <a:pt x="11741153" y="5795127"/>
                </a:moveTo>
                <a:cubicBezTo>
                  <a:pt x="11736352" y="5795127"/>
                  <a:pt x="11731550" y="5796911"/>
                  <a:pt x="11727985" y="5800478"/>
                </a:cubicBezTo>
                <a:cubicBezTo>
                  <a:pt x="11720851" y="5807611"/>
                  <a:pt x="11720851" y="5819683"/>
                  <a:pt x="11727985" y="5826817"/>
                </a:cubicBezTo>
                <a:cubicBezTo>
                  <a:pt x="11734569" y="5833401"/>
                  <a:pt x="11744994" y="5833949"/>
                  <a:pt x="11752677" y="5828462"/>
                </a:cubicBezTo>
                <a:lnTo>
                  <a:pt x="11802611" y="5878396"/>
                </a:lnTo>
                <a:lnTo>
                  <a:pt x="11803160" y="5878396"/>
                </a:lnTo>
                <a:cubicBezTo>
                  <a:pt x="11803160" y="5878946"/>
                  <a:pt x="12455050" y="5878946"/>
                  <a:pt x="12455050" y="5878946"/>
                </a:cubicBezTo>
                <a:lnTo>
                  <a:pt x="12555466" y="5979363"/>
                </a:lnTo>
                <a:lnTo>
                  <a:pt x="12556016" y="5979363"/>
                </a:lnTo>
                <a:cubicBezTo>
                  <a:pt x="12556016" y="5979911"/>
                  <a:pt x="12677833" y="5979911"/>
                  <a:pt x="12677833" y="5979911"/>
                </a:cubicBezTo>
                <a:cubicBezTo>
                  <a:pt x="12678930" y="5989240"/>
                  <a:pt x="12686613" y="5996373"/>
                  <a:pt x="12696491" y="5996373"/>
                </a:cubicBezTo>
                <a:cubicBezTo>
                  <a:pt x="12706367" y="5996373"/>
                  <a:pt x="12715147" y="5988142"/>
                  <a:pt x="12715147" y="5977717"/>
                </a:cubicBezTo>
                <a:cubicBezTo>
                  <a:pt x="12715147" y="5967291"/>
                  <a:pt x="12706916" y="5959060"/>
                  <a:pt x="12696491" y="5959060"/>
                </a:cubicBezTo>
                <a:cubicBezTo>
                  <a:pt x="12686064" y="5959060"/>
                  <a:pt x="12678930" y="5966193"/>
                  <a:pt x="12677833" y="5975522"/>
                </a:cubicBezTo>
                <a:lnTo>
                  <a:pt x="12558210" y="5975522"/>
                </a:lnTo>
                <a:lnTo>
                  <a:pt x="12457794" y="5875104"/>
                </a:lnTo>
                <a:lnTo>
                  <a:pt x="12457245" y="5875104"/>
                </a:lnTo>
                <a:cubicBezTo>
                  <a:pt x="12457245" y="5874555"/>
                  <a:pt x="11805354" y="5874555"/>
                  <a:pt x="11805354" y="5874555"/>
                </a:cubicBezTo>
                <a:lnTo>
                  <a:pt x="11755968" y="5825170"/>
                </a:lnTo>
                <a:cubicBezTo>
                  <a:pt x="11761456" y="5818036"/>
                  <a:pt x="11760908" y="5807062"/>
                  <a:pt x="11754323" y="5800478"/>
                </a:cubicBezTo>
                <a:cubicBezTo>
                  <a:pt x="11750757" y="5796911"/>
                  <a:pt x="11745955" y="5795127"/>
                  <a:pt x="11741153" y="5795127"/>
                </a:cubicBezTo>
                <a:close/>
                <a:moveTo>
                  <a:pt x="4557194" y="5784150"/>
                </a:moveTo>
                <a:cubicBezTo>
                  <a:pt x="4552392" y="5784150"/>
                  <a:pt x="4547591" y="5785934"/>
                  <a:pt x="4544024" y="5789500"/>
                </a:cubicBezTo>
                <a:lnTo>
                  <a:pt x="4543476" y="5789500"/>
                </a:lnTo>
                <a:cubicBezTo>
                  <a:pt x="4536890" y="5796085"/>
                  <a:pt x="4536342" y="5806512"/>
                  <a:pt x="4541829" y="5814194"/>
                </a:cubicBezTo>
                <a:lnTo>
                  <a:pt x="4081446" y="6275126"/>
                </a:lnTo>
                <a:lnTo>
                  <a:pt x="3354379" y="6275126"/>
                </a:lnTo>
                <a:cubicBezTo>
                  <a:pt x="3353282" y="6265798"/>
                  <a:pt x="3345600" y="6258664"/>
                  <a:pt x="3335723" y="6258664"/>
                </a:cubicBezTo>
                <a:cubicBezTo>
                  <a:pt x="3325846" y="6258664"/>
                  <a:pt x="3317066" y="6266895"/>
                  <a:pt x="3317066" y="6277321"/>
                </a:cubicBezTo>
                <a:cubicBezTo>
                  <a:pt x="3317066" y="6287747"/>
                  <a:pt x="3325297" y="6295978"/>
                  <a:pt x="3335723" y="6295978"/>
                </a:cubicBezTo>
                <a:cubicBezTo>
                  <a:pt x="3346148" y="6295978"/>
                  <a:pt x="3353282" y="6288844"/>
                  <a:pt x="3354379" y="6279516"/>
                </a:cubicBezTo>
                <a:lnTo>
                  <a:pt x="4083641" y="6279516"/>
                </a:lnTo>
                <a:lnTo>
                  <a:pt x="4545670" y="5817486"/>
                </a:lnTo>
                <a:cubicBezTo>
                  <a:pt x="4552804" y="5822973"/>
                  <a:pt x="4563778" y="5822424"/>
                  <a:pt x="4570363" y="5815840"/>
                </a:cubicBezTo>
                <a:cubicBezTo>
                  <a:pt x="4577497" y="5808707"/>
                  <a:pt x="4577497" y="5796635"/>
                  <a:pt x="4570363" y="5789500"/>
                </a:cubicBezTo>
                <a:cubicBezTo>
                  <a:pt x="4566796" y="5785934"/>
                  <a:pt x="4561995" y="5784150"/>
                  <a:pt x="4557194" y="5784150"/>
                </a:cubicBezTo>
                <a:close/>
                <a:moveTo>
                  <a:pt x="10997625" y="5764947"/>
                </a:moveTo>
                <a:cubicBezTo>
                  <a:pt x="10992824" y="5764947"/>
                  <a:pt x="10988023" y="5766730"/>
                  <a:pt x="10984456" y="5770298"/>
                </a:cubicBezTo>
                <a:cubicBezTo>
                  <a:pt x="10977323" y="5777431"/>
                  <a:pt x="10977323" y="5789503"/>
                  <a:pt x="10984456" y="5796637"/>
                </a:cubicBezTo>
                <a:cubicBezTo>
                  <a:pt x="10991041" y="5803221"/>
                  <a:pt x="11001467" y="5803769"/>
                  <a:pt x="11009149" y="5798282"/>
                </a:cubicBezTo>
                <a:lnTo>
                  <a:pt x="11105724" y="5894858"/>
                </a:lnTo>
                <a:lnTo>
                  <a:pt x="11105724" y="6118191"/>
                </a:lnTo>
                <a:lnTo>
                  <a:pt x="11291745" y="6304211"/>
                </a:lnTo>
                <a:cubicBezTo>
                  <a:pt x="11286257" y="6311344"/>
                  <a:pt x="11286806" y="6322318"/>
                  <a:pt x="11293390" y="6328903"/>
                </a:cubicBezTo>
                <a:cubicBezTo>
                  <a:pt x="11300523" y="6336037"/>
                  <a:pt x="11312595" y="6336037"/>
                  <a:pt x="11319729" y="6328903"/>
                </a:cubicBezTo>
                <a:cubicBezTo>
                  <a:pt x="11326863" y="6321770"/>
                  <a:pt x="11326863" y="6309698"/>
                  <a:pt x="11319729" y="6302564"/>
                </a:cubicBezTo>
                <a:cubicBezTo>
                  <a:pt x="11313145" y="6295980"/>
                  <a:pt x="11302720" y="6295431"/>
                  <a:pt x="11295037" y="6300917"/>
                </a:cubicBezTo>
                <a:lnTo>
                  <a:pt x="11110115" y="6115997"/>
                </a:lnTo>
                <a:lnTo>
                  <a:pt x="11110115" y="5892664"/>
                </a:lnTo>
                <a:lnTo>
                  <a:pt x="11012441" y="5794990"/>
                </a:lnTo>
                <a:cubicBezTo>
                  <a:pt x="11017928" y="5787856"/>
                  <a:pt x="11017380" y="5776882"/>
                  <a:pt x="11010795" y="5770298"/>
                </a:cubicBezTo>
                <a:cubicBezTo>
                  <a:pt x="11007228" y="5766730"/>
                  <a:pt x="11002427" y="5764947"/>
                  <a:pt x="10997625" y="5764947"/>
                </a:cubicBezTo>
                <a:close/>
                <a:moveTo>
                  <a:pt x="9271873" y="5704998"/>
                </a:moveTo>
                <a:cubicBezTo>
                  <a:pt x="9261995" y="5704998"/>
                  <a:pt x="9253216" y="5713229"/>
                  <a:pt x="9253216" y="5723655"/>
                </a:cubicBezTo>
                <a:cubicBezTo>
                  <a:pt x="9253216" y="5734081"/>
                  <a:pt x="9261446" y="5742312"/>
                  <a:pt x="9271873" y="5742312"/>
                </a:cubicBezTo>
                <a:cubicBezTo>
                  <a:pt x="9282299" y="5742312"/>
                  <a:pt x="9289432" y="5735178"/>
                  <a:pt x="9290529" y="5725850"/>
                </a:cubicBezTo>
                <a:lnTo>
                  <a:pt x="9462830" y="5725850"/>
                </a:lnTo>
                <a:lnTo>
                  <a:pt x="10563033" y="6826051"/>
                </a:lnTo>
                <a:lnTo>
                  <a:pt x="10563581" y="6826051"/>
                </a:lnTo>
                <a:cubicBezTo>
                  <a:pt x="10563581" y="6826600"/>
                  <a:pt x="11033842" y="6826600"/>
                  <a:pt x="11033842" y="6826600"/>
                </a:cubicBezTo>
                <a:lnTo>
                  <a:pt x="11462948" y="7255706"/>
                </a:lnTo>
                <a:lnTo>
                  <a:pt x="11462948" y="7500440"/>
                </a:lnTo>
                <a:lnTo>
                  <a:pt x="12370546" y="8408036"/>
                </a:lnTo>
                <a:lnTo>
                  <a:pt x="12370546" y="8759772"/>
                </a:lnTo>
                <a:cubicBezTo>
                  <a:pt x="12361217" y="8760869"/>
                  <a:pt x="12354083" y="8768552"/>
                  <a:pt x="12354083" y="8778429"/>
                </a:cubicBezTo>
                <a:cubicBezTo>
                  <a:pt x="12354083" y="8788306"/>
                  <a:pt x="12362314" y="8797086"/>
                  <a:pt x="12372741" y="8797086"/>
                </a:cubicBezTo>
                <a:cubicBezTo>
                  <a:pt x="12383166" y="8797086"/>
                  <a:pt x="12391397" y="8788855"/>
                  <a:pt x="12391397" y="8778429"/>
                </a:cubicBezTo>
                <a:cubicBezTo>
                  <a:pt x="12391397" y="8768004"/>
                  <a:pt x="12384263" y="8760869"/>
                  <a:pt x="12374935" y="8759772"/>
                </a:cubicBezTo>
                <a:lnTo>
                  <a:pt x="12374935" y="8406391"/>
                </a:lnTo>
                <a:lnTo>
                  <a:pt x="11467338" y="7498793"/>
                </a:lnTo>
                <a:lnTo>
                  <a:pt x="11467338" y="7254060"/>
                </a:lnTo>
                <a:lnTo>
                  <a:pt x="11036585" y="6822760"/>
                </a:lnTo>
                <a:lnTo>
                  <a:pt x="11036036" y="6822760"/>
                </a:lnTo>
                <a:cubicBezTo>
                  <a:pt x="11036036" y="6822210"/>
                  <a:pt x="10565777" y="6822210"/>
                  <a:pt x="10565777" y="6822210"/>
                </a:cubicBezTo>
                <a:lnTo>
                  <a:pt x="9465574" y="5722009"/>
                </a:lnTo>
                <a:lnTo>
                  <a:pt x="9465025" y="5722009"/>
                </a:lnTo>
                <a:cubicBezTo>
                  <a:pt x="9465025" y="5721460"/>
                  <a:pt x="9290529" y="5721460"/>
                  <a:pt x="9290529" y="5721460"/>
                </a:cubicBezTo>
                <a:cubicBezTo>
                  <a:pt x="9289432" y="5712132"/>
                  <a:pt x="9281750" y="5704998"/>
                  <a:pt x="9271873" y="5704998"/>
                </a:cubicBezTo>
                <a:close/>
                <a:moveTo>
                  <a:pt x="2945028" y="5666586"/>
                </a:moveTo>
                <a:cubicBezTo>
                  <a:pt x="2934602" y="5666586"/>
                  <a:pt x="2926371" y="5674817"/>
                  <a:pt x="2926371" y="5685243"/>
                </a:cubicBezTo>
                <a:cubicBezTo>
                  <a:pt x="2926371" y="5695669"/>
                  <a:pt x="2933505" y="5702801"/>
                  <a:pt x="2942832" y="5703899"/>
                </a:cubicBezTo>
                <a:lnTo>
                  <a:pt x="2942832" y="5867970"/>
                </a:lnTo>
                <a:cubicBezTo>
                  <a:pt x="2933505" y="5869067"/>
                  <a:pt x="2926371" y="5876749"/>
                  <a:pt x="2926371" y="5886626"/>
                </a:cubicBezTo>
                <a:cubicBezTo>
                  <a:pt x="2926371" y="5897052"/>
                  <a:pt x="2934602" y="5905282"/>
                  <a:pt x="2945028" y="5905282"/>
                </a:cubicBezTo>
                <a:cubicBezTo>
                  <a:pt x="2955454" y="5905282"/>
                  <a:pt x="2963685" y="5897052"/>
                  <a:pt x="2963685" y="5886626"/>
                </a:cubicBezTo>
                <a:cubicBezTo>
                  <a:pt x="2963685" y="5876201"/>
                  <a:pt x="2956551" y="5869067"/>
                  <a:pt x="2947223" y="5867970"/>
                </a:cubicBezTo>
                <a:lnTo>
                  <a:pt x="2947223" y="5703899"/>
                </a:lnTo>
                <a:cubicBezTo>
                  <a:pt x="2956551" y="5702801"/>
                  <a:pt x="2963685" y="5695120"/>
                  <a:pt x="2963685" y="5685243"/>
                </a:cubicBezTo>
                <a:cubicBezTo>
                  <a:pt x="2963685" y="5675365"/>
                  <a:pt x="2955454" y="5666586"/>
                  <a:pt x="2945028" y="5666586"/>
                </a:cubicBezTo>
                <a:close/>
                <a:moveTo>
                  <a:pt x="6933738" y="5600191"/>
                </a:moveTo>
                <a:lnTo>
                  <a:pt x="6928800" y="5600191"/>
                </a:lnTo>
                <a:lnTo>
                  <a:pt x="6928800" y="5827365"/>
                </a:lnTo>
                <a:lnTo>
                  <a:pt x="6482684" y="6273481"/>
                </a:lnTo>
                <a:lnTo>
                  <a:pt x="6035469" y="6273481"/>
                </a:lnTo>
                <a:lnTo>
                  <a:pt x="4939658" y="7369294"/>
                </a:lnTo>
                <a:lnTo>
                  <a:pt x="4939658" y="8352616"/>
                </a:lnTo>
                <a:lnTo>
                  <a:pt x="4530855" y="8761418"/>
                </a:lnTo>
                <a:cubicBezTo>
                  <a:pt x="4523722" y="8755931"/>
                  <a:pt x="4512747" y="8756480"/>
                  <a:pt x="4506162" y="8763065"/>
                </a:cubicBezTo>
                <a:cubicBezTo>
                  <a:pt x="4499028" y="8770198"/>
                  <a:pt x="4499028" y="8782270"/>
                  <a:pt x="4506162" y="8789404"/>
                </a:cubicBezTo>
                <a:cubicBezTo>
                  <a:pt x="4513296" y="8796537"/>
                  <a:pt x="4525367" y="8796537"/>
                  <a:pt x="4532501" y="8789404"/>
                </a:cubicBezTo>
                <a:cubicBezTo>
                  <a:pt x="4539086" y="8782819"/>
                  <a:pt x="4539634" y="8772392"/>
                  <a:pt x="4534146" y="8764710"/>
                </a:cubicBezTo>
                <a:lnTo>
                  <a:pt x="4944596" y="8354261"/>
                </a:lnTo>
                <a:lnTo>
                  <a:pt x="4944596" y="7371489"/>
                </a:lnTo>
                <a:lnTo>
                  <a:pt x="6037116" y="6278969"/>
                </a:lnTo>
                <a:lnTo>
                  <a:pt x="6484330" y="6278969"/>
                </a:lnTo>
                <a:lnTo>
                  <a:pt x="6933738" y="5829560"/>
                </a:lnTo>
                <a:close/>
                <a:moveTo>
                  <a:pt x="7517587" y="5600191"/>
                </a:moveTo>
                <a:lnTo>
                  <a:pt x="7512648" y="5600191"/>
                </a:lnTo>
                <a:lnTo>
                  <a:pt x="7512648" y="6661982"/>
                </a:lnTo>
                <a:lnTo>
                  <a:pt x="7355162" y="6819466"/>
                </a:lnTo>
                <a:lnTo>
                  <a:pt x="7355162" y="6975306"/>
                </a:lnTo>
                <a:lnTo>
                  <a:pt x="6702174" y="7628293"/>
                </a:lnTo>
                <a:lnTo>
                  <a:pt x="6702174" y="8766357"/>
                </a:lnTo>
                <a:cubicBezTo>
                  <a:pt x="6692846" y="8767454"/>
                  <a:pt x="6685713" y="8775136"/>
                  <a:pt x="6685713" y="8785014"/>
                </a:cubicBezTo>
                <a:cubicBezTo>
                  <a:pt x="6685713" y="8794890"/>
                  <a:pt x="6693944" y="8803671"/>
                  <a:pt x="6704370" y="8803671"/>
                </a:cubicBezTo>
                <a:cubicBezTo>
                  <a:pt x="6714796" y="8803671"/>
                  <a:pt x="6723026" y="8795440"/>
                  <a:pt x="6723026" y="8785014"/>
                </a:cubicBezTo>
                <a:cubicBezTo>
                  <a:pt x="6723026" y="8774588"/>
                  <a:pt x="6715893" y="8767454"/>
                  <a:pt x="6706565" y="8766357"/>
                </a:cubicBezTo>
                <a:lnTo>
                  <a:pt x="6707114" y="8766357"/>
                </a:lnTo>
                <a:lnTo>
                  <a:pt x="6707114" y="7630488"/>
                </a:lnTo>
                <a:lnTo>
                  <a:pt x="7360101" y="6977501"/>
                </a:lnTo>
                <a:lnTo>
                  <a:pt x="7360101" y="6821662"/>
                </a:lnTo>
                <a:lnTo>
                  <a:pt x="7517587" y="6664176"/>
                </a:lnTo>
                <a:close/>
                <a:moveTo>
                  <a:pt x="7745858" y="5600191"/>
                </a:moveTo>
                <a:lnTo>
                  <a:pt x="7740920" y="5600191"/>
                </a:lnTo>
                <a:lnTo>
                  <a:pt x="7740920" y="6817821"/>
                </a:lnTo>
                <a:lnTo>
                  <a:pt x="7741468" y="6817821"/>
                </a:lnTo>
                <a:lnTo>
                  <a:pt x="7583982" y="6975306"/>
                </a:lnTo>
                <a:lnTo>
                  <a:pt x="7583982" y="8008014"/>
                </a:lnTo>
                <a:lnTo>
                  <a:pt x="7281634" y="8310364"/>
                </a:lnTo>
                <a:lnTo>
                  <a:pt x="7281634" y="8747152"/>
                </a:lnTo>
                <a:cubicBezTo>
                  <a:pt x="7272304" y="8748249"/>
                  <a:pt x="7265172" y="8755931"/>
                  <a:pt x="7265172" y="8765808"/>
                </a:cubicBezTo>
                <a:cubicBezTo>
                  <a:pt x="7265172" y="8775685"/>
                  <a:pt x="7273402" y="8784465"/>
                  <a:pt x="7283828" y="8784465"/>
                </a:cubicBezTo>
                <a:cubicBezTo>
                  <a:pt x="7294254" y="8784465"/>
                  <a:pt x="7302484" y="8776235"/>
                  <a:pt x="7302484" y="8765808"/>
                </a:cubicBezTo>
                <a:cubicBezTo>
                  <a:pt x="7302484" y="8755382"/>
                  <a:pt x="7295352" y="8748249"/>
                  <a:pt x="7286023" y="8747152"/>
                </a:cubicBezTo>
                <a:lnTo>
                  <a:pt x="7286023" y="8312558"/>
                </a:lnTo>
                <a:lnTo>
                  <a:pt x="7588372" y="8010209"/>
                </a:lnTo>
                <a:lnTo>
                  <a:pt x="7588372" y="6977501"/>
                </a:lnTo>
                <a:lnTo>
                  <a:pt x="7745858" y="6820016"/>
                </a:lnTo>
                <a:close/>
                <a:moveTo>
                  <a:pt x="2025358" y="5590313"/>
                </a:moveTo>
                <a:lnTo>
                  <a:pt x="1402002" y="6213669"/>
                </a:lnTo>
                <a:lnTo>
                  <a:pt x="422520" y="6213669"/>
                </a:lnTo>
                <a:lnTo>
                  <a:pt x="47190" y="6588999"/>
                </a:lnTo>
                <a:cubicBezTo>
                  <a:pt x="40056" y="6583511"/>
                  <a:pt x="29082" y="6584061"/>
                  <a:pt x="22496" y="6590645"/>
                </a:cubicBezTo>
                <a:cubicBezTo>
                  <a:pt x="15364" y="6597779"/>
                  <a:pt x="15364" y="6609851"/>
                  <a:pt x="22496" y="6616985"/>
                </a:cubicBezTo>
                <a:cubicBezTo>
                  <a:pt x="29630" y="6624117"/>
                  <a:pt x="41702" y="6624117"/>
                  <a:pt x="48836" y="6616985"/>
                </a:cubicBezTo>
                <a:lnTo>
                  <a:pt x="49384" y="6616435"/>
                </a:lnTo>
                <a:cubicBezTo>
                  <a:pt x="55970" y="6609851"/>
                  <a:pt x="56518" y="6599425"/>
                  <a:pt x="51032" y="6591742"/>
                </a:cubicBezTo>
                <a:lnTo>
                  <a:pt x="424716" y="6218058"/>
                </a:lnTo>
                <a:lnTo>
                  <a:pt x="1404745" y="6218058"/>
                </a:lnTo>
                <a:lnTo>
                  <a:pt x="2028101" y="5594702"/>
                </a:lnTo>
                <a:lnTo>
                  <a:pt x="2767788" y="5594702"/>
                </a:lnTo>
                <a:lnTo>
                  <a:pt x="2859426" y="5686340"/>
                </a:lnTo>
                <a:lnTo>
                  <a:pt x="2859426" y="5863031"/>
                </a:lnTo>
                <a:cubicBezTo>
                  <a:pt x="2850098" y="5864128"/>
                  <a:pt x="2842964" y="5871810"/>
                  <a:pt x="2842964" y="5881687"/>
                </a:cubicBezTo>
                <a:cubicBezTo>
                  <a:pt x="2842964" y="5891564"/>
                  <a:pt x="2851195" y="5900344"/>
                  <a:pt x="2861621" y="5900344"/>
                </a:cubicBezTo>
                <a:cubicBezTo>
                  <a:pt x="2872046" y="5900344"/>
                  <a:pt x="2880278" y="5892112"/>
                  <a:pt x="2880278" y="5881687"/>
                </a:cubicBezTo>
                <a:cubicBezTo>
                  <a:pt x="2880278" y="5871261"/>
                  <a:pt x="2873144" y="5864128"/>
                  <a:pt x="2863816" y="5863031"/>
                </a:cubicBezTo>
                <a:lnTo>
                  <a:pt x="2863816" y="5684694"/>
                </a:lnTo>
                <a:lnTo>
                  <a:pt x="2769983" y="5590861"/>
                </a:lnTo>
                <a:lnTo>
                  <a:pt x="2769434" y="5590861"/>
                </a:lnTo>
                <a:cubicBezTo>
                  <a:pt x="2769434" y="5590313"/>
                  <a:pt x="2025358" y="5590313"/>
                  <a:pt x="2025358" y="5590313"/>
                </a:cubicBezTo>
                <a:close/>
                <a:moveTo>
                  <a:pt x="7168594" y="5555195"/>
                </a:moveTo>
                <a:lnTo>
                  <a:pt x="7163657" y="5555195"/>
                </a:lnTo>
                <a:lnTo>
                  <a:pt x="7163657" y="6259214"/>
                </a:lnTo>
                <a:lnTo>
                  <a:pt x="6775156" y="6647715"/>
                </a:lnTo>
                <a:lnTo>
                  <a:pt x="6300506" y="6647715"/>
                </a:lnTo>
                <a:lnTo>
                  <a:pt x="5453817" y="7494404"/>
                </a:lnTo>
                <a:lnTo>
                  <a:pt x="5453817" y="8703253"/>
                </a:lnTo>
                <a:cubicBezTo>
                  <a:pt x="5444488" y="8704350"/>
                  <a:pt x="5437356" y="8712032"/>
                  <a:pt x="5437356" y="8721910"/>
                </a:cubicBezTo>
                <a:cubicBezTo>
                  <a:pt x="5437356" y="8731786"/>
                  <a:pt x="5445586" y="8740567"/>
                  <a:pt x="5456011" y="8740567"/>
                </a:cubicBezTo>
                <a:cubicBezTo>
                  <a:pt x="5466438" y="8740567"/>
                  <a:pt x="5474668" y="8732336"/>
                  <a:pt x="5474668" y="8721910"/>
                </a:cubicBezTo>
                <a:cubicBezTo>
                  <a:pt x="5474668" y="8711484"/>
                  <a:pt x="5467536" y="8704350"/>
                  <a:pt x="5458206" y="8703253"/>
                </a:cubicBezTo>
                <a:lnTo>
                  <a:pt x="5458206" y="7496049"/>
                </a:lnTo>
                <a:lnTo>
                  <a:pt x="6302152" y="6652105"/>
                </a:lnTo>
                <a:lnTo>
                  <a:pt x="6776803" y="6652105"/>
                </a:lnTo>
                <a:lnTo>
                  <a:pt x="7168046" y="6260861"/>
                </a:lnTo>
                <a:lnTo>
                  <a:pt x="7168594" y="6261409"/>
                </a:lnTo>
                <a:close/>
                <a:moveTo>
                  <a:pt x="8094301" y="5550805"/>
                </a:moveTo>
                <a:lnTo>
                  <a:pt x="8089362" y="5550805"/>
                </a:lnTo>
                <a:lnTo>
                  <a:pt x="8089362" y="7186018"/>
                </a:lnTo>
                <a:lnTo>
                  <a:pt x="8236421" y="7333077"/>
                </a:lnTo>
                <a:lnTo>
                  <a:pt x="8236421" y="8138611"/>
                </a:lnTo>
                <a:lnTo>
                  <a:pt x="8598033" y="8500223"/>
                </a:lnTo>
                <a:lnTo>
                  <a:pt x="8598033" y="8747700"/>
                </a:lnTo>
                <a:cubicBezTo>
                  <a:pt x="8588705" y="8748797"/>
                  <a:pt x="8581572" y="8756480"/>
                  <a:pt x="8581572" y="8766357"/>
                </a:cubicBezTo>
                <a:cubicBezTo>
                  <a:pt x="8581572" y="8776235"/>
                  <a:pt x="8589803" y="8785014"/>
                  <a:pt x="8600229" y="8785014"/>
                </a:cubicBezTo>
                <a:cubicBezTo>
                  <a:pt x="8610655" y="8785014"/>
                  <a:pt x="8618886" y="8776783"/>
                  <a:pt x="8618886" y="8766357"/>
                </a:cubicBezTo>
                <a:cubicBezTo>
                  <a:pt x="8618886" y="8755931"/>
                  <a:pt x="8611752" y="8748797"/>
                  <a:pt x="8602423" y="8747700"/>
                </a:cubicBezTo>
                <a:lnTo>
                  <a:pt x="8602972" y="8747700"/>
                </a:lnTo>
                <a:lnTo>
                  <a:pt x="8602972" y="8498028"/>
                </a:lnTo>
                <a:lnTo>
                  <a:pt x="8241360" y="8136416"/>
                </a:lnTo>
                <a:lnTo>
                  <a:pt x="8241360" y="7330883"/>
                </a:lnTo>
                <a:lnTo>
                  <a:pt x="8094301" y="7183823"/>
                </a:lnTo>
                <a:close/>
                <a:moveTo>
                  <a:pt x="8342874" y="5550805"/>
                </a:moveTo>
                <a:lnTo>
                  <a:pt x="8337936" y="5550805"/>
                </a:lnTo>
                <a:lnTo>
                  <a:pt x="8337936" y="7063651"/>
                </a:lnTo>
                <a:lnTo>
                  <a:pt x="8547002" y="7272717"/>
                </a:lnTo>
                <a:lnTo>
                  <a:pt x="8547002" y="7628293"/>
                </a:lnTo>
                <a:lnTo>
                  <a:pt x="9146763" y="8228054"/>
                </a:lnTo>
                <a:lnTo>
                  <a:pt x="9146763" y="8759772"/>
                </a:lnTo>
                <a:cubicBezTo>
                  <a:pt x="9137435" y="8760869"/>
                  <a:pt x="9130300" y="8768552"/>
                  <a:pt x="9130300" y="8778429"/>
                </a:cubicBezTo>
                <a:cubicBezTo>
                  <a:pt x="9130300" y="8788306"/>
                  <a:pt x="9138532" y="8797086"/>
                  <a:pt x="9148958" y="8797086"/>
                </a:cubicBezTo>
                <a:cubicBezTo>
                  <a:pt x="9159383" y="8797086"/>
                  <a:pt x="9167615" y="8788855"/>
                  <a:pt x="9167615" y="8778429"/>
                </a:cubicBezTo>
                <a:cubicBezTo>
                  <a:pt x="9167615" y="8773217"/>
                  <a:pt x="9165831" y="8768827"/>
                  <a:pt x="9162881" y="8765603"/>
                </a:cubicBezTo>
                <a:lnTo>
                  <a:pt x="9151701" y="8760045"/>
                </a:lnTo>
                <a:lnTo>
                  <a:pt x="9151701" y="8760321"/>
                </a:lnTo>
                <a:lnTo>
                  <a:pt x="9151152" y="8759772"/>
                </a:lnTo>
                <a:lnTo>
                  <a:pt x="9151701" y="8760045"/>
                </a:lnTo>
                <a:lnTo>
                  <a:pt x="9151701" y="8226408"/>
                </a:lnTo>
                <a:lnTo>
                  <a:pt x="8551940" y="7626647"/>
                </a:lnTo>
                <a:lnTo>
                  <a:pt x="8551940" y="7271071"/>
                </a:lnTo>
                <a:lnTo>
                  <a:pt x="8342874" y="7062005"/>
                </a:lnTo>
                <a:close/>
                <a:moveTo>
                  <a:pt x="8562915" y="5550805"/>
                </a:moveTo>
                <a:lnTo>
                  <a:pt x="8557977" y="5550805"/>
                </a:lnTo>
                <a:lnTo>
                  <a:pt x="8557977" y="6582417"/>
                </a:lnTo>
                <a:lnTo>
                  <a:pt x="8656199" y="6680639"/>
                </a:lnTo>
                <a:lnTo>
                  <a:pt x="8656199" y="6911105"/>
                </a:lnTo>
                <a:lnTo>
                  <a:pt x="8981595" y="7236501"/>
                </a:lnTo>
                <a:lnTo>
                  <a:pt x="8981595" y="7821995"/>
                </a:lnTo>
                <a:lnTo>
                  <a:pt x="9516057" y="8356457"/>
                </a:lnTo>
                <a:lnTo>
                  <a:pt x="9516057" y="8760869"/>
                </a:lnTo>
                <a:cubicBezTo>
                  <a:pt x="9506729" y="8761966"/>
                  <a:pt x="9499596" y="8769650"/>
                  <a:pt x="9499596" y="8779526"/>
                </a:cubicBezTo>
                <a:cubicBezTo>
                  <a:pt x="9499596" y="8789404"/>
                  <a:pt x="9507826" y="8798184"/>
                  <a:pt x="9518252" y="8798184"/>
                </a:cubicBezTo>
                <a:cubicBezTo>
                  <a:pt x="9528678" y="8798184"/>
                  <a:pt x="9536909" y="8789952"/>
                  <a:pt x="9536909" y="8779526"/>
                </a:cubicBezTo>
                <a:cubicBezTo>
                  <a:pt x="9536909" y="8769101"/>
                  <a:pt x="9529776" y="8761966"/>
                  <a:pt x="9520448" y="8760869"/>
                </a:cubicBezTo>
                <a:lnTo>
                  <a:pt x="9520996" y="8760321"/>
                </a:lnTo>
                <a:lnTo>
                  <a:pt x="9520996" y="8354261"/>
                </a:lnTo>
                <a:lnTo>
                  <a:pt x="8986534" y="7819799"/>
                </a:lnTo>
                <a:lnTo>
                  <a:pt x="8986534" y="7234306"/>
                </a:lnTo>
                <a:lnTo>
                  <a:pt x="8661137" y="6908909"/>
                </a:lnTo>
                <a:lnTo>
                  <a:pt x="8661137" y="6678444"/>
                </a:lnTo>
                <a:lnTo>
                  <a:pt x="8562915" y="6580221"/>
                </a:lnTo>
                <a:close/>
                <a:moveTo>
                  <a:pt x="7981263" y="5550257"/>
                </a:moveTo>
                <a:lnTo>
                  <a:pt x="7976324" y="5550257"/>
                </a:lnTo>
                <a:lnTo>
                  <a:pt x="7976324" y="7449408"/>
                </a:lnTo>
                <a:lnTo>
                  <a:pt x="8142588" y="7615673"/>
                </a:lnTo>
                <a:lnTo>
                  <a:pt x="8142588" y="8734530"/>
                </a:lnTo>
                <a:cubicBezTo>
                  <a:pt x="8133260" y="8735628"/>
                  <a:pt x="8126127" y="8743311"/>
                  <a:pt x="8126127" y="8753187"/>
                </a:cubicBezTo>
                <a:cubicBezTo>
                  <a:pt x="8126127" y="8763065"/>
                  <a:pt x="8134358" y="8771844"/>
                  <a:pt x="8144784" y="8771844"/>
                </a:cubicBezTo>
                <a:cubicBezTo>
                  <a:pt x="8155210" y="8771844"/>
                  <a:pt x="8163440" y="8763613"/>
                  <a:pt x="8163440" y="8753187"/>
                </a:cubicBezTo>
                <a:cubicBezTo>
                  <a:pt x="8163440" y="8747974"/>
                  <a:pt x="8161657" y="8743584"/>
                  <a:pt x="8158707" y="8740361"/>
                </a:cubicBezTo>
                <a:lnTo>
                  <a:pt x="8147526" y="8734803"/>
                </a:lnTo>
                <a:lnTo>
                  <a:pt x="8147526" y="8735080"/>
                </a:lnTo>
                <a:lnTo>
                  <a:pt x="8146978" y="8734530"/>
                </a:lnTo>
                <a:lnTo>
                  <a:pt x="8147526" y="8734803"/>
                </a:lnTo>
                <a:lnTo>
                  <a:pt x="8147526" y="7614027"/>
                </a:lnTo>
                <a:lnTo>
                  <a:pt x="7981263" y="7447761"/>
                </a:lnTo>
                <a:close/>
                <a:moveTo>
                  <a:pt x="8674855" y="5545867"/>
                </a:moveTo>
                <a:lnTo>
                  <a:pt x="8669918" y="5545867"/>
                </a:lnTo>
                <a:lnTo>
                  <a:pt x="8669918" y="6403530"/>
                </a:lnTo>
                <a:lnTo>
                  <a:pt x="8878983" y="6612597"/>
                </a:lnTo>
                <a:lnTo>
                  <a:pt x="8878983" y="6976953"/>
                </a:lnTo>
                <a:lnTo>
                  <a:pt x="9308089" y="7406058"/>
                </a:lnTo>
                <a:lnTo>
                  <a:pt x="9308638" y="7406058"/>
                </a:lnTo>
                <a:cubicBezTo>
                  <a:pt x="9308638" y="7406606"/>
                  <a:pt x="9581356" y="7406606"/>
                  <a:pt x="9581356" y="7406606"/>
                </a:cubicBezTo>
                <a:lnTo>
                  <a:pt x="9900716" y="7725968"/>
                </a:lnTo>
                <a:lnTo>
                  <a:pt x="9900716" y="8574851"/>
                </a:lnTo>
                <a:lnTo>
                  <a:pt x="10090577" y="8764710"/>
                </a:lnTo>
                <a:cubicBezTo>
                  <a:pt x="10085089" y="8771844"/>
                  <a:pt x="10085638" y="8782819"/>
                  <a:pt x="10092222" y="8789404"/>
                </a:cubicBezTo>
                <a:cubicBezTo>
                  <a:pt x="10099357" y="8796537"/>
                  <a:pt x="10111429" y="8796537"/>
                  <a:pt x="10118562" y="8789404"/>
                </a:cubicBezTo>
                <a:cubicBezTo>
                  <a:pt x="10125695" y="8782270"/>
                  <a:pt x="10125695" y="8770198"/>
                  <a:pt x="10118562" y="8763065"/>
                </a:cubicBezTo>
                <a:cubicBezTo>
                  <a:pt x="10111977" y="8756480"/>
                  <a:pt x="10101551" y="8755931"/>
                  <a:pt x="10093869" y="8761418"/>
                </a:cubicBezTo>
                <a:lnTo>
                  <a:pt x="10093869" y="8760869"/>
                </a:lnTo>
                <a:lnTo>
                  <a:pt x="9905655" y="8572655"/>
                </a:lnTo>
                <a:lnTo>
                  <a:pt x="9905655" y="7723772"/>
                </a:lnTo>
                <a:lnTo>
                  <a:pt x="9584099" y="7402218"/>
                </a:lnTo>
                <a:lnTo>
                  <a:pt x="9583551" y="7402218"/>
                </a:lnTo>
                <a:cubicBezTo>
                  <a:pt x="9583551" y="7401669"/>
                  <a:pt x="9310833" y="7401669"/>
                  <a:pt x="9310833" y="7401669"/>
                </a:cubicBezTo>
                <a:lnTo>
                  <a:pt x="8883922" y="6974757"/>
                </a:lnTo>
                <a:lnTo>
                  <a:pt x="8883922" y="6610401"/>
                </a:lnTo>
                <a:lnTo>
                  <a:pt x="8674855" y="6401335"/>
                </a:lnTo>
                <a:close/>
                <a:moveTo>
                  <a:pt x="5604168" y="5531600"/>
                </a:moveTo>
                <a:cubicBezTo>
                  <a:pt x="5593742" y="5531600"/>
                  <a:pt x="5586609" y="5538733"/>
                  <a:pt x="5585512" y="5548062"/>
                </a:cubicBezTo>
                <a:lnTo>
                  <a:pt x="4807962" y="5548062"/>
                </a:lnTo>
                <a:lnTo>
                  <a:pt x="4635662" y="5720362"/>
                </a:lnTo>
                <a:cubicBezTo>
                  <a:pt x="4628529" y="5714876"/>
                  <a:pt x="4617554" y="5715424"/>
                  <a:pt x="4610969" y="5722009"/>
                </a:cubicBezTo>
                <a:cubicBezTo>
                  <a:pt x="4603836" y="5729143"/>
                  <a:pt x="4603836" y="5741215"/>
                  <a:pt x="4610969" y="5748348"/>
                </a:cubicBezTo>
                <a:cubicBezTo>
                  <a:pt x="4618102" y="5755482"/>
                  <a:pt x="4630174" y="5755482"/>
                  <a:pt x="4637308" y="5748348"/>
                </a:cubicBezTo>
                <a:cubicBezTo>
                  <a:pt x="4643893" y="5741763"/>
                  <a:pt x="4644442" y="5731337"/>
                  <a:pt x="4638954" y="5723655"/>
                </a:cubicBezTo>
                <a:lnTo>
                  <a:pt x="4810158" y="5552452"/>
                </a:lnTo>
                <a:lnTo>
                  <a:pt x="5585512" y="5552452"/>
                </a:lnTo>
                <a:cubicBezTo>
                  <a:pt x="5586609" y="5561780"/>
                  <a:pt x="5594292" y="5568914"/>
                  <a:pt x="5604168" y="5568914"/>
                </a:cubicBezTo>
                <a:cubicBezTo>
                  <a:pt x="5614046" y="5568914"/>
                  <a:pt x="5622826" y="5560683"/>
                  <a:pt x="5622826" y="5550257"/>
                </a:cubicBezTo>
                <a:cubicBezTo>
                  <a:pt x="5622826" y="5539831"/>
                  <a:pt x="5614594" y="5531600"/>
                  <a:pt x="5604168" y="5531600"/>
                </a:cubicBezTo>
                <a:close/>
                <a:moveTo>
                  <a:pt x="7615808" y="5518431"/>
                </a:moveTo>
                <a:lnTo>
                  <a:pt x="7610870" y="5518431"/>
                </a:lnTo>
                <a:lnTo>
                  <a:pt x="7610870" y="6798615"/>
                </a:lnTo>
                <a:lnTo>
                  <a:pt x="7453385" y="6956101"/>
                </a:lnTo>
                <a:lnTo>
                  <a:pt x="7453385" y="7533364"/>
                </a:lnTo>
                <a:lnTo>
                  <a:pt x="7137866" y="7848882"/>
                </a:lnTo>
                <a:lnTo>
                  <a:pt x="7137866" y="8652221"/>
                </a:lnTo>
                <a:cubicBezTo>
                  <a:pt x="7128538" y="8653319"/>
                  <a:pt x="7121404" y="8661001"/>
                  <a:pt x="7121404" y="8670878"/>
                </a:cubicBezTo>
                <a:cubicBezTo>
                  <a:pt x="7121404" y="8680755"/>
                  <a:pt x="7129635" y="8689534"/>
                  <a:pt x="7140061" y="8689534"/>
                </a:cubicBezTo>
                <a:cubicBezTo>
                  <a:pt x="7150487" y="8689534"/>
                  <a:pt x="7158718" y="8681304"/>
                  <a:pt x="7158718" y="8670878"/>
                </a:cubicBezTo>
                <a:cubicBezTo>
                  <a:pt x="7158718" y="8660452"/>
                  <a:pt x="7151584" y="8653319"/>
                  <a:pt x="7142256" y="8652221"/>
                </a:cubicBezTo>
                <a:lnTo>
                  <a:pt x="7142805" y="8651672"/>
                </a:lnTo>
                <a:lnTo>
                  <a:pt x="7142805" y="7850528"/>
                </a:lnTo>
                <a:lnTo>
                  <a:pt x="7458324" y="7535010"/>
                </a:lnTo>
                <a:lnTo>
                  <a:pt x="7458324" y="6957746"/>
                </a:lnTo>
                <a:lnTo>
                  <a:pt x="7615808" y="6800261"/>
                </a:lnTo>
                <a:close/>
                <a:moveTo>
                  <a:pt x="9293557" y="5506251"/>
                </a:moveTo>
                <a:lnTo>
                  <a:pt x="9293273" y="5506359"/>
                </a:lnTo>
                <a:lnTo>
                  <a:pt x="9293822" y="5506359"/>
                </a:lnTo>
                <a:close/>
                <a:moveTo>
                  <a:pt x="2078585" y="5497577"/>
                </a:moveTo>
                <a:cubicBezTo>
                  <a:pt x="2068708" y="5497577"/>
                  <a:pt x="2059928" y="5505808"/>
                  <a:pt x="2059928" y="5516234"/>
                </a:cubicBezTo>
                <a:cubicBezTo>
                  <a:pt x="2059928" y="5526659"/>
                  <a:pt x="2068159" y="5534891"/>
                  <a:pt x="2078585" y="5534891"/>
                </a:cubicBezTo>
                <a:lnTo>
                  <a:pt x="2078585" y="5535440"/>
                </a:lnTo>
                <a:cubicBezTo>
                  <a:pt x="2087913" y="5535440"/>
                  <a:pt x="2096144" y="5528306"/>
                  <a:pt x="2097241" y="5518978"/>
                </a:cubicBezTo>
                <a:lnTo>
                  <a:pt x="2858877" y="5518978"/>
                </a:lnTo>
                <a:lnTo>
                  <a:pt x="3026239" y="5686340"/>
                </a:lnTo>
                <a:lnTo>
                  <a:pt x="3026239" y="5870164"/>
                </a:lnTo>
                <a:cubicBezTo>
                  <a:pt x="3016911" y="5871261"/>
                  <a:pt x="3009778" y="5878944"/>
                  <a:pt x="3009778" y="5888821"/>
                </a:cubicBezTo>
                <a:cubicBezTo>
                  <a:pt x="3009778" y="5898698"/>
                  <a:pt x="3018008" y="5907478"/>
                  <a:pt x="3028434" y="5907478"/>
                </a:cubicBezTo>
                <a:cubicBezTo>
                  <a:pt x="3038860" y="5907478"/>
                  <a:pt x="3047091" y="5899247"/>
                  <a:pt x="3047091" y="5888821"/>
                </a:cubicBezTo>
                <a:cubicBezTo>
                  <a:pt x="3047091" y="5878395"/>
                  <a:pt x="3039958" y="5871261"/>
                  <a:pt x="3030629" y="5870164"/>
                </a:cubicBezTo>
                <a:lnTo>
                  <a:pt x="3030629" y="5684145"/>
                </a:lnTo>
                <a:lnTo>
                  <a:pt x="2861073" y="5514588"/>
                </a:lnTo>
                <a:lnTo>
                  <a:pt x="2860523" y="5514588"/>
                </a:lnTo>
                <a:cubicBezTo>
                  <a:pt x="2860523" y="5514039"/>
                  <a:pt x="2097241" y="5514039"/>
                  <a:pt x="2097241" y="5514039"/>
                </a:cubicBezTo>
                <a:cubicBezTo>
                  <a:pt x="2096144" y="5504711"/>
                  <a:pt x="2088462" y="5497577"/>
                  <a:pt x="2078585" y="5497577"/>
                </a:cubicBezTo>
                <a:close/>
                <a:moveTo>
                  <a:pt x="9293822" y="5469044"/>
                </a:moveTo>
                <a:cubicBezTo>
                  <a:pt x="9283944" y="5469044"/>
                  <a:pt x="9275165" y="5477276"/>
                  <a:pt x="9275165" y="5487702"/>
                </a:cubicBezTo>
                <a:cubicBezTo>
                  <a:pt x="9275165" y="5492915"/>
                  <a:pt x="9277223" y="5497579"/>
                  <a:pt x="9280584" y="5500940"/>
                </a:cubicBezTo>
                <a:lnTo>
                  <a:pt x="9293557" y="5506251"/>
                </a:lnTo>
                <a:lnTo>
                  <a:pt x="9305688" y="5501626"/>
                </a:lnTo>
                <a:cubicBezTo>
                  <a:pt x="9309049" y="5498676"/>
                  <a:pt x="9311381" y="5494561"/>
                  <a:pt x="9311930" y="5489897"/>
                </a:cubicBezTo>
                <a:lnTo>
                  <a:pt x="9486426" y="5489897"/>
                </a:lnTo>
                <a:lnTo>
                  <a:pt x="9856270" y="5859741"/>
                </a:lnTo>
                <a:lnTo>
                  <a:pt x="9856818" y="5859741"/>
                </a:lnTo>
                <a:cubicBezTo>
                  <a:pt x="9856818" y="5860289"/>
                  <a:pt x="10064786" y="5860289"/>
                  <a:pt x="10064786" y="5860289"/>
                </a:cubicBezTo>
                <a:cubicBezTo>
                  <a:pt x="10065883" y="5869617"/>
                  <a:pt x="10073566" y="5876751"/>
                  <a:pt x="10083443" y="5876751"/>
                </a:cubicBezTo>
                <a:cubicBezTo>
                  <a:pt x="10093320" y="5876751"/>
                  <a:pt x="10102100" y="5868520"/>
                  <a:pt x="10102100" y="5858094"/>
                </a:cubicBezTo>
                <a:cubicBezTo>
                  <a:pt x="10102100" y="5847668"/>
                  <a:pt x="10093869" y="5839437"/>
                  <a:pt x="10083443" y="5839437"/>
                </a:cubicBezTo>
                <a:cubicBezTo>
                  <a:pt x="10073017" y="5839437"/>
                  <a:pt x="10065883" y="5846571"/>
                  <a:pt x="10064786" y="5855899"/>
                </a:cubicBezTo>
                <a:lnTo>
                  <a:pt x="9859012" y="5855899"/>
                </a:lnTo>
                <a:lnTo>
                  <a:pt x="9489169" y="5486055"/>
                </a:lnTo>
                <a:lnTo>
                  <a:pt x="9488621" y="5486055"/>
                </a:lnTo>
                <a:cubicBezTo>
                  <a:pt x="9488621" y="5485507"/>
                  <a:pt x="9312479" y="5485507"/>
                  <a:pt x="9312479" y="5485507"/>
                </a:cubicBezTo>
                <a:cubicBezTo>
                  <a:pt x="9311381" y="5476179"/>
                  <a:pt x="9303699" y="5469044"/>
                  <a:pt x="9293822" y="5469044"/>
                </a:cubicBezTo>
                <a:close/>
                <a:moveTo>
                  <a:pt x="9005740" y="5334058"/>
                </a:moveTo>
                <a:lnTo>
                  <a:pt x="9005740" y="5338996"/>
                </a:lnTo>
                <a:lnTo>
                  <a:pt x="9640070" y="5338996"/>
                </a:lnTo>
                <a:lnTo>
                  <a:pt x="9835417" y="5534344"/>
                </a:lnTo>
                <a:cubicBezTo>
                  <a:pt x="9829930" y="5541477"/>
                  <a:pt x="9830479" y="5552452"/>
                  <a:pt x="9837064" y="5559036"/>
                </a:cubicBezTo>
                <a:lnTo>
                  <a:pt x="9837064" y="5558487"/>
                </a:lnTo>
                <a:cubicBezTo>
                  <a:pt x="9844198" y="5565621"/>
                  <a:pt x="9856270" y="5565621"/>
                  <a:pt x="9863403" y="5558487"/>
                </a:cubicBezTo>
                <a:cubicBezTo>
                  <a:pt x="9870536" y="5551354"/>
                  <a:pt x="9870536" y="5539282"/>
                  <a:pt x="9863403" y="5532148"/>
                </a:cubicBezTo>
                <a:cubicBezTo>
                  <a:pt x="9856270" y="5525015"/>
                  <a:pt x="9846392" y="5525015"/>
                  <a:pt x="9838710" y="5530503"/>
                </a:cubicBezTo>
                <a:lnTo>
                  <a:pt x="9642814" y="5334607"/>
                </a:lnTo>
                <a:lnTo>
                  <a:pt x="9642265" y="5334607"/>
                </a:lnTo>
                <a:cubicBezTo>
                  <a:pt x="9642265" y="5334058"/>
                  <a:pt x="9005740" y="5334058"/>
                  <a:pt x="9005740" y="5334058"/>
                </a:cubicBezTo>
                <a:close/>
                <a:moveTo>
                  <a:pt x="6706565" y="5332960"/>
                </a:moveTo>
                <a:lnTo>
                  <a:pt x="6511218" y="5332960"/>
                </a:lnTo>
                <a:lnTo>
                  <a:pt x="4669134" y="7175043"/>
                </a:lnTo>
                <a:lnTo>
                  <a:pt x="4276793" y="7175043"/>
                </a:lnTo>
                <a:lnTo>
                  <a:pt x="3538204" y="7913632"/>
                </a:lnTo>
                <a:lnTo>
                  <a:pt x="3006485" y="7913632"/>
                </a:lnTo>
                <a:lnTo>
                  <a:pt x="2406176" y="8513942"/>
                </a:lnTo>
                <a:lnTo>
                  <a:pt x="1628078" y="8513942"/>
                </a:lnTo>
                <a:lnTo>
                  <a:pt x="1336154" y="8805865"/>
                </a:lnTo>
                <a:cubicBezTo>
                  <a:pt x="1329021" y="8800378"/>
                  <a:pt x="1318047" y="8800927"/>
                  <a:pt x="1311462" y="8807512"/>
                </a:cubicBezTo>
                <a:cubicBezTo>
                  <a:pt x="1304328" y="8814645"/>
                  <a:pt x="1304328" y="8826717"/>
                  <a:pt x="1311462" y="8833851"/>
                </a:cubicBezTo>
                <a:cubicBezTo>
                  <a:pt x="1318595" y="8840983"/>
                  <a:pt x="1330667" y="8840983"/>
                  <a:pt x="1337801" y="8833851"/>
                </a:cubicBezTo>
                <a:cubicBezTo>
                  <a:pt x="1344386" y="8827266"/>
                  <a:pt x="1344934" y="8816840"/>
                  <a:pt x="1339446" y="8809158"/>
                </a:cubicBezTo>
                <a:lnTo>
                  <a:pt x="1629724" y="8518880"/>
                </a:lnTo>
                <a:lnTo>
                  <a:pt x="2407822" y="8518880"/>
                </a:lnTo>
                <a:lnTo>
                  <a:pt x="3008132" y="7918571"/>
                </a:lnTo>
                <a:lnTo>
                  <a:pt x="3539850" y="7918571"/>
                </a:lnTo>
                <a:lnTo>
                  <a:pt x="4278440" y="7179982"/>
                </a:lnTo>
                <a:lnTo>
                  <a:pt x="4278988" y="7179982"/>
                </a:lnTo>
                <a:lnTo>
                  <a:pt x="4671330" y="7179982"/>
                </a:lnTo>
                <a:lnTo>
                  <a:pt x="6513413" y="5337899"/>
                </a:lnTo>
                <a:lnTo>
                  <a:pt x="6706565" y="5337899"/>
                </a:lnTo>
                <a:close/>
                <a:moveTo>
                  <a:pt x="3355477" y="5325413"/>
                </a:moveTo>
                <a:cubicBezTo>
                  <a:pt x="3350676" y="5325413"/>
                  <a:pt x="3345875" y="5327197"/>
                  <a:pt x="3342308" y="5330764"/>
                </a:cubicBezTo>
                <a:cubicBezTo>
                  <a:pt x="3335723" y="5337348"/>
                  <a:pt x="3335174" y="5347774"/>
                  <a:pt x="3340661" y="5355456"/>
                </a:cubicBezTo>
                <a:lnTo>
                  <a:pt x="3109647" y="5586471"/>
                </a:lnTo>
                <a:lnTo>
                  <a:pt x="3109647" y="5867420"/>
                </a:lnTo>
                <a:cubicBezTo>
                  <a:pt x="3100318" y="5868518"/>
                  <a:pt x="3093184" y="5876201"/>
                  <a:pt x="3093184" y="5886077"/>
                </a:cubicBezTo>
                <a:cubicBezTo>
                  <a:pt x="3093184" y="5895955"/>
                  <a:pt x="3101415" y="5904734"/>
                  <a:pt x="3111841" y="5904734"/>
                </a:cubicBezTo>
                <a:cubicBezTo>
                  <a:pt x="3122267" y="5904734"/>
                  <a:pt x="3130498" y="5896503"/>
                  <a:pt x="3130498" y="5886077"/>
                </a:cubicBezTo>
                <a:cubicBezTo>
                  <a:pt x="3130498" y="5875651"/>
                  <a:pt x="3123364" y="5868518"/>
                  <a:pt x="3114036" y="5867420"/>
                </a:cubicBezTo>
                <a:lnTo>
                  <a:pt x="3114036" y="5588666"/>
                </a:lnTo>
                <a:lnTo>
                  <a:pt x="3343954" y="5358749"/>
                </a:lnTo>
                <a:cubicBezTo>
                  <a:pt x="3351088" y="5364236"/>
                  <a:pt x="3362062" y="5363687"/>
                  <a:pt x="3368646" y="5357103"/>
                </a:cubicBezTo>
                <a:cubicBezTo>
                  <a:pt x="3375780" y="5349969"/>
                  <a:pt x="3375780" y="5337897"/>
                  <a:pt x="3368646" y="5330764"/>
                </a:cubicBezTo>
                <a:cubicBezTo>
                  <a:pt x="3365080" y="5327197"/>
                  <a:pt x="3360279" y="5325413"/>
                  <a:pt x="3355477" y="5325413"/>
                </a:cubicBezTo>
                <a:close/>
                <a:moveTo>
                  <a:pt x="3814214" y="5323629"/>
                </a:moveTo>
                <a:cubicBezTo>
                  <a:pt x="3803788" y="5323629"/>
                  <a:pt x="3796655" y="5330764"/>
                  <a:pt x="3795558" y="5340092"/>
                </a:cubicBezTo>
                <a:lnTo>
                  <a:pt x="3438884" y="5340092"/>
                </a:lnTo>
                <a:lnTo>
                  <a:pt x="3191955" y="5587019"/>
                </a:lnTo>
                <a:lnTo>
                  <a:pt x="3191955" y="5867970"/>
                </a:lnTo>
                <a:lnTo>
                  <a:pt x="3192504" y="5867970"/>
                </a:lnTo>
                <a:cubicBezTo>
                  <a:pt x="3183176" y="5869067"/>
                  <a:pt x="3176042" y="5876749"/>
                  <a:pt x="3176042" y="5886626"/>
                </a:cubicBezTo>
                <a:cubicBezTo>
                  <a:pt x="3176042" y="5896503"/>
                  <a:pt x="3184273" y="5905282"/>
                  <a:pt x="3194699" y="5905282"/>
                </a:cubicBezTo>
                <a:cubicBezTo>
                  <a:pt x="3205125" y="5905282"/>
                  <a:pt x="3213356" y="5897052"/>
                  <a:pt x="3213356" y="5886626"/>
                </a:cubicBezTo>
                <a:cubicBezTo>
                  <a:pt x="3213356" y="5876201"/>
                  <a:pt x="3206222" y="5869067"/>
                  <a:pt x="3196894" y="5867970"/>
                </a:cubicBezTo>
                <a:lnTo>
                  <a:pt x="3196894" y="5588666"/>
                </a:lnTo>
                <a:lnTo>
                  <a:pt x="3441079" y="5344482"/>
                </a:lnTo>
                <a:lnTo>
                  <a:pt x="3795558" y="5344482"/>
                </a:lnTo>
                <a:cubicBezTo>
                  <a:pt x="3796655" y="5353810"/>
                  <a:pt x="3804337" y="5360944"/>
                  <a:pt x="3814214" y="5360944"/>
                </a:cubicBezTo>
                <a:cubicBezTo>
                  <a:pt x="3824092" y="5360944"/>
                  <a:pt x="3832872" y="5352712"/>
                  <a:pt x="3832872" y="5342287"/>
                </a:cubicBezTo>
                <a:cubicBezTo>
                  <a:pt x="3832872" y="5331861"/>
                  <a:pt x="3824641" y="5323629"/>
                  <a:pt x="3814214" y="5323629"/>
                </a:cubicBezTo>
                <a:close/>
                <a:moveTo>
                  <a:pt x="13100904" y="5298390"/>
                </a:moveTo>
                <a:cubicBezTo>
                  <a:pt x="13091026" y="5298390"/>
                  <a:pt x="13082246" y="5306621"/>
                  <a:pt x="13082246" y="5317047"/>
                </a:cubicBezTo>
                <a:cubicBezTo>
                  <a:pt x="13082246" y="5327473"/>
                  <a:pt x="13090478" y="5335704"/>
                  <a:pt x="13100904" y="5335704"/>
                </a:cubicBezTo>
                <a:cubicBezTo>
                  <a:pt x="13110232" y="5335704"/>
                  <a:pt x="13118463" y="5328570"/>
                  <a:pt x="13119561" y="5319242"/>
                </a:cubicBezTo>
                <a:lnTo>
                  <a:pt x="14531440" y="5319242"/>
                </a:lnTo>
                <a:lnTo>
                  <a:pt x="14688925" y="5476728"/>
                </a:lnTo>
                <a:lnTo>
                  <a:pt x="14689474" y="5476728"/>
                </a:lnTo>
                <a:cubicBezTo>
                  <a:pt x="14689474" y="5477276"/>
                  <a:pt x="15652493" y="5477276"/>
                  <a:pt x="15652493" y="5477276"/>
                </a:cubicBezTo>
                <a:cubicBezTo>
                  <a:pt x="15653591" y="5486604"/>
                  <a:pt x="15661273" y="5493738"/>
                  <a:pt x="15671150" y="5493738"/>
                </a:cubicBezTo>
                <a:cubicBezTo>
                  <a:pt x="15681028" y="5493738"/>
                  <a:pt x="15689808" y="5485507"/>
                  <a:pt x="15689808" y="5475081"/>
                </a:cubicBezTo>
                <a:cubicBezTo>
                  <a:pt x="15689808" y="5464655"/>
                  <a:pt x="15681576" y="5456424"/>
                  <a:pt x="15671150" y="5456424"/>
                </a:cubicBezTo>
                <a:cubicBezTo>
                  <a:pt x="15660725" y="5456424"/>
                  <a:pt x="15653591" y="5463558"/>
                  <a:pt x="15652493" y="5472886"/>
                </a:cubicBezTo>
                <a:lnTo>
                  <a:pt x="14691668" y="5472886"/>
                </a:lnTo>
                <a:lnTo>
                  <a:pt x="14534184" y="5315401"/>
                </a:lnTo>
                <a:lnTo>
                  <a:pt x="14533634" y="5315401"/>
                </a:lnTo>
                <a:cubicBezTo>
                  <a:pt x="14533634" y="5314853"/>
                  <a:pt x="13119561" y="5314853"/>
                  <a:pt x="13119561" y="5314853"/>
                </a:cubicBezTo>
                <a:cubicBezTo>
                  <a:pt x="13118463" y="5305524"/>
                  <a:pt x="13110781" y="5298390"/>
                  <a:pt x="13100904" y="5298390"/>
                </a:cubicBezTo>
                <a:close/>
                <a:moveTo>
                  <a:pt x="2501654" y="5222666"/>
                </a:moveTo>
                <a:cubicBezTo>
                  <a:pt x="2491228" y="5222666"/>
                  <a:pt x="2484096" y="5229799"/>
                  <a:pt x="2482998" y="5239127"/>
                </a:cubicBezTo>
                <a:lnTo>
                  <a:pt x="1538086" y="5239127"/>
                </a:lnTo>
                <a:lnTo>
                  <a:pt x="1012404" y="5764810"/>
                </a:lnTo>
                <a:lnTo>
                  <a:pt x="373684" y="5764810"/>
                </a:lnTo>
                <a:cubicBezTo>
                  <a:pt x="372586" y="5755482"/>
                  <a:pt x="364904" y="5748348"/>
                  <a:pt x="355028" y="5748348"/>
                </a:cubicBezTo>
                <a:cubicBezTo>
                  <a:pt x="345150" y="5748348"/>
                  <a:pt x="336370" y="5756579"/>
                  <a:pt x="336370" y="5767005"/>
                </a:cubicBezTo>
                <a:cubicBezTo>
                  <a:pt x="336370" y="5777431"/>
                  <a:pt x="344602" y="5785662"/>
                  <a:pt x="355028" y="5785662"/>
                </a:cubicBezTo>
                <a:cubicBezTo>
                  <a:pt x="365452" y="5785662"/>
                  <a:pt x="372586" y="5778528"/>
                  <a:pt x="373684" y="5769200"/>
                </a:cubicBezTo>
                <a:lnTo>
                  <a:pt x="1014600" y="5769200"/>
                </a:lnTo>
                <a:lnTo>
                  <a:pt x="1540282" y="5243518"/>
                </a:lnTo>
                <a:lnTo>
                  <a:pt x="2482998" y="5243518"/>
                </a:lnTo>
                <a:cubicBezTo>
                  <a:pt x="2484096" y="5252846"/>
                  <a:pt x="2491778" y="5259979"/>
                  <a:pt x="2501654" y="5259979"/>
                </a:cubicBezTo>
                <a:cubicBezTo>
                  <a:pt x="2511532" y="5259979"/>
                  <a:pt x="2520311" y="5251748"/>
                  <a:pt x="2520311" y="5241322"/>
                </a:cubicBezTo>
                <a:cubicBezTo>
                  <a:pt x="2520311" y="5230896"/>
                  <a:pt x="2512080" y="5222666"/>
                  <a:pt x="2501654" y="5222666"/>
                </a:cubicBezTo>
                <a:close/>
                <a:moveTo>
                  <a:pt x="6731258" y="5216629"/>
                </a:moveTo>
                <a:lnTo>
                  <a:pt x="6337270" y="5216629"/>
                </a:lnTo>
                <a:lnTo>
                  <a:pt x="5447780" y="6106119"/>
                </a:lnTo>
                <a:lnTo>
                  <a:pt x="5184390" y="6106119"/>
                </a:lnTo>
                <a:lnTo>
                  <a:pt x="4126990" y="7163520"/>
                </a:lnTo>
                <a:cubicBezTo>
                  <a:pt x="4119856" y="7158033"/>
                  <a:pt x="4108882" y="7158582"/>
                  <a:pt x="4102298" y="7165166"/>
                </a:cubicBezTo>
                <a:cubicBezTo>
                  <a:pt x="4095164" y="7172299"/>
                  <a:pt x="4095164" y="7184371"/>
                  <a:pt x="4102298" y="7191505"/>
                </a:cubicBezTo>
                <a:cubicBezTo>
                  <a:pt x="4109431" y="7198639"/>
                  <a:pt x="4121503" y="7198639"/>
                  <a:pt x="4128636" y="7191505"/>
                </a:cubicBezTo>
                <a:cubicBezTo>
                  <a:pt x="4135222" y="7184921"/>
                  <a:pt x="4135770" y="7174495"/>
                  <a:pt x="4130282" y="7166813"/>
                </a:cubicBezTo>
                <a:lnTo>
                  <a:pt x="5186586" y="6110509"/>
                </a:lnTo>
                <a:lnTo>
                  <a:pt x="5449976" y="6110509"/>
                </a:lnTo>
                <a:lnTo>
                  <a:pt x="6338917" y="5221568"/>
                </a:lnTo>
                <a:lnTo>
                  <a:pt x="6338916" y="5221568"/>
                </a:lnTo>
                <a:lnTo>
                  <a:pt x="6339465" y="5221020"/>
                </a:lnTo>
                <a:lnTo>
                  <a:pt x="6338917" y="5221568"/>
                </a:lnTo>
                <a:lnTo>
                  <a:pt x="6731258" y="5221568"/>
                </a:lnTo>
                <a:close/>
                <a:moveTo>
                  <a:pt x="5903774" y="5215121"/>
                </a:moveTo>
                <a:cubicBezTo>
                  <a:pt x="5898973" y="5215121"/>
                  <a:pt x="5894171" y="5216904"/>
                  <a:pt x="5890605" y="5220470"/>
                </a:cubicBezTo>
                <a:cubicBezTo>
                  <a:pt x="5884020" y="5227055"/>
                  <a:pt x="5883472" y="5237481"/>
                  <a:pt x="5888960" y="5245164"/>
                </a:cubicBezTo>
                <a:lnTo>
                  <a:pt x="5719401" y="5414721"/>
                </a:lnTo>
                <a:lnTo>
                  <a:pt x="5389616" y="5414721"/>
                </a:lnTo>
                <a:lnTo>
                  <a:pt x="5283162" y="5308268"/>
                </a:lnTo>
                <a:lnTo>
                  <a:pt x="5282613" y="5308268"/>
                </a:lnTo>
                <a:cubicBezTo>
                  <a:pt x="5282613" y="5307719"/>
                  <a:pt x="4879298" y="5307719"/>
                  <a:pt x="4879298" y="5307719"/>
                </a:cubicBezTo>
                <a:lnTo>
                  <a:pt x="3998039" y="6188977"/>
                </a:lnTo>
                <a:lnTo>
                  <a:pt x="3354380" y="6188977"/>
                </a:lnTo>
                <a:cubicBezTo>
                  <a:pt x="3353282" y="6179649"/>
                  <a:pt x="3345600" y="6172516"/>
                  <a:pt x="3335723" y="6172516"/>
                </a:cubicBezTo>
                <a:cubicBezTo>
                  <a:pt x="3325846" y="6172516"/>
                  <a:pt x="3317066" y="6180747"/>
                  <a:pt x="3317066" y="6191172"/>
                </a:cubicBezTo>
                <a:cubicBezTo>
                  <a:pt x="3317066" y="6201598"/>
                  <a:pt x="3325297" y="6209829"/>
                  <a:pt x="3335723" y="6209829"/>
                </a:cubicBezTo>
                <a:cubicBezTo>
                  <a:pt x="3346149" y="6209829"/>
                  <a:pt x="3353282" y="6202696"/>
                  <a:pt x="3354380" y="6193367"/>
                </a:cubicBezTo>
                <a:lnTo>
                  <a:pt x="4000233" y="6193367"/>
                </a:lnTo>
                <a:lnTo>
                  <a:pt x="4881492" y="5312109"/>
                </a:lnTo>
                <a:lnTo>
                  <a:pt x="5280967" y="5312109"/>
                </a:lnTo>
                <a:lnTo>
                  <a:pt x="5387420" y="5418562"/>
                </a:lnTo>
                <a:lnTo>
                  <a:pt x="5387969" y="5418562"/>
                </a:lnTo>
                <a:cubicBezTo>
                  <a:pt x="5387969" y="5419110"/>
                  <a:pt x="5721596" y="5419110"/>
                  <a:pt x="5721596" y="5419110"/>
                </a:cubicBezTo>
                <a:lnTo>
                  <a:pt x="5892251" y="5248456"/>
                </a:lnTo>
                <a:lnTo>
                  <a:pt x="5892251" y="5248456"/>
                </a:lnTo>
                <a:lnTo>
                  <a:pt x="5892800" y="5247907"/>
                </a:lnTo>
                <a:lnTo>
                  <a:pt x="5892251" y="5248456"/>
                </a:lnTo>
                <a:lnTo>
                  <a:pt x="5904803" y="5252160"/>
                </a:lnTo>
                <a:cubicBezTo>
                  <a:pt x="5909261" y="5251885"/>
                  <a:pt x="5913651" y="5250102"/>
                  <a:pt x="5916944" y="5246809"/>
                </a:cubicBezTo>
                <a:cubicBezTo>
                  <a:pt x="5924078" y="5239677"/>
                  <a:pt x="5924078" y="5227604"/>
                  <a:pt x="5916944" y="5220470"/>
                </a:cubicBezTo>
                <a:cubicBezTo>
                  <a:pt x="5913377" y="5216904"/>
                  <a:pt x="5908575" y="5215121"/>
                  <a:pt x="5903774" y="5215121"/>
                </a:cubicBezTo>
                <a:close/>
                <a:moveTo>
                  <a:pt x="14162694" y="5037332"/>
                </a:moveTo>
                <a:cubicBezTo>
                  <a:pt x="14157892" y="5037332"/>
                  <a:pt x="14153091" y="5039115"/>
                  <a:pt x="14149524" y="5042682"/>
                </a:cubicBezTo>
                <a:cubicBezTo>
                  <a:pt x="14142392" y="5049816"/>
                  <a:pt x="14142392" y="5061888"/>
                  <a:pt x="14149524" y="5069021"/>
                </a:cubicBezTo>
                <a:cubicBezTo>
                  <a:pt x="14156110" y="5075606"/>
                  <a:pt x="14166535" y="5076155"/>
                  <a:pt x="14174217" y="5070668"/>
                </a:cubicBezTo>
                <a:lnTo>
                  <a:pt x="14224152" y="5120602"/>
                </a:lnTo>
                <a:lnTo>
                  <a:pt x="14224701" y="5120602"/>
                </a:lnTo>
                <a:cubicBezTo>
                  <a:pt x="14224701" y="5121151"/>
                  <a:pt x="15006090" y="5121151"/>
                  <a:pt x="15006090" y="5121151"/>
                </a:cubicBezTo>
                <a:lnTo>
                  <a:pt x="15196500" y="5311560"/>
                </a:lnTo>
                <a:lnTo>
                  <a:pt x="15197048" y="5311560"/>
                </a:lnTo>
                <a:cubicBezTo>
                  <a:pt x="15197048" y="5312109"/>
                  <a:pt x="15565794" y="5312109"/>
                  <a:pt x="15565794" y="5312109"/>
                </a:cubicBezTo>
                <a:cubicBezTo>
                  <a:pt x="15566891" y="5321437"/>
                  <a:pt x="15574575" y="5328570"/>
                  <a:pt x="15584450" y="5328570"/>
                </a:cubicBezTo>
                <a:cubicBezTo>
                  <a:pt x="15594328" y="5328570"/>
                  <a:pt x="15603108" y="5320339"/>
                  <a:pt x="15603108" y="5309913"/>
                </a:cubicBezTo>
                <a:cubicBezTo>
                  <a:pt x="15603108" y="5299488"/>
                  <a:pt x="15594877" y="5291257"/>
                  <a:pt x="15584450" y="5291257"/>
                </a:cubicBezTo>
                <a:cubicBezTo>
                  <a:pt x="15574025" y="5291257"/>
                  <a:pt x="15566891" y="5298390"/>
                  <a:pt x="15565794" y="5307719"/>
                </a:cubicBezTo>
                <a:lnTo>
                  <a:pt x="15199243" y="5307719"/>
                </a:lnTo>
                <a:lnTo>
                  <a:pt x="15008834" y="5117310"/>
                </a:lnTo>
                <a:lnTo>
                  <a:pt x="15008285" y="5117310"/>
                </a:lnTo>
                <a:cubicBezTo>
                  <a:pt x="15008285" y="5116761"/>
                  <a:pt x="14226895" y="5116761"/>
                  <a:pt x="14226895" y="5116761"/>
                </a:cubicBezTo>
                <a:lnTo>
                  <a:pt x="14177510" y="5067376"/>
                </a:lnTo>
                <a:cubicBezTo>
                  <a:pt x="14182998" y="5060242"/>
                  <a:pt x="14182448" y="5049267"/>
                  <a:pt x="14175863" y="5042682"/>
                </a:cubicBezTo>
                <a:cubicBezTo>
                  <a:pt x="14172296" y="5039115"/>
                  <a:pt x="14167495" y="5037332"/>
                  <a:pt x="14162694" y="5037332"/>
                </a:cubicBezTo>
                <a:close/>
                <a:moveTo>
                  <a:pt x="6701626" y="4985066"/>
                </a:moveTo>
                <a:lnTo>
                  <a:pt x="6314773" y="4985066"/>
                </a:lnTo>
                <a:lnTo>
                  <a:pt x="5641482" y="5658905"/>
                </a:lnTo>
                <a:lnTo>
                  <a:pt x="4869421" y="5658905"/>
                </a:lnTo>
                <a:lnTo>
                  <a:pt x="3998039" y="6530287"/>
                </a:lnTo>
                <a:lnTo>
                  <a:pt x="3561250" y="6530287"/>
                </a:lnTo>
                <a:cubicBezTo>
                  <a:pt x="3560152" y="6520958"/>
                  <a:pt x="3552471" y="6513825"/>
                  <a:pt x="3542594" y="6513825"/>
                </a:cubicBezTo>
                <a:cubicBezTo>
                  <a:pt x="3532716" y="6513825"/>
                  <a:pt x="3523937" y="6522055"/>
                  <a:pt x="3523937" y="6532481"/>
                </a:cubicBezTo>
                <a:cubicBezTo>
                  <a:pt x="3523937" y="6542908"/>
                  <a:pt x="3532168" y="6551138"/>
                  <a:pt x="3542594" y="6551138"/>
                </a:cubicBezTo>
                <a:cubicBezTo>
                  <a:pt x="3553020" y="6551138"/>
                  <a:pt x="3560152" y="6544005"/>
                  <a:pt x="3561250" y="6534677"/>
                </a:cubicBezTo>
                <a:lnTo>
                  <a:pt x="4000233" y="6534677"/>
                </a:lnTo>
                <a:lnTo>
                  <a:pt x="4871615" y="5663295"/>
                </a:lnTo>
                <a:lnTo>
                  <a:pt x="5643678" y="5663295"/>
                </a:lnTo>
                <a:lnTo>
                  <a:pt x="5643678" y="5663843"/>
                </a:lnTo>
                <a:lnTo>
                  <a:pt x="6316967" y="4990004"/>
                </a:lnTo>
                <a:lnTo>
                  <a:pt x="6701626" y="4990004"/>
                </a:lnTo>
                <a:close/>
                <a:moveTo>
                  <a:pt x="8990924" y="4884100"/>
                </a:moveTo>
                <a:lnTo>
                  <a:pt x="8990924" y="4889039"/>
                </a:lnTo>
                <a:lnTo>
                  <a:pt x="10502123" y="4889039"/>
                </a:lnTo>
                <a:lnTo>
                  <a:pt x="10710640" y="5097556"/>
                </a:lnTo>
                <a:lnTo>
                  <a:pt x="10711189" y="5097556"/>
                </a:lnTo>
                <a:cubicBezTo>
                  <a:pt x="10711189" y="5098104"/>
                  <a:pt x="11067314" y="5098104"/>
                  <a:pt x="11067314" y="5098104"/>
                </a:cubicBezTo>
                <a:lnTo>
                  <a:pt x="11665978" y="5696767"/>
                </a:lnTo>
                <a:lnTo>
                  <a:pt x="11666525" y="5696767"/>
                </a:lnTo>
                <a:lnTo>
                  <a:pt x="12664664" y="5696767"/>
                </a:lnTo>
                <a:cubicBezTo>
                  <a:pt x="12665761" y="5706096"/>
                  <a:pt x="12673443" y="5713229"/>
                  <a:pt x="12683321" y="5713229"/>
                </a:cubicBezTo>
                <a:cubicBezTo>
                  <a:pt x="12693198" y="5713229"/>
                  <a:pt x="12701979" y="5704998"/>
                  <a:pt x="12701979" y="5694572"/>
                </a:cubicBezTo>
                <a:cubicBezTo>
                  <a:pt x="12701979" y="5684147"/>
                  <a:pt x="12693747" y="5675916"/>
                  <a:pt x="12683321" y="5675916"/>
                </a:cubicBezTo>
                <a:cubicBezTo>
                  <a:pt x="12672896" y="5675916"/>
                  <a:pt x="12665761" y="5683049"/>
                  <a:pt x="12664664" y="5692378"/>
                </a:cubicBezTo>
                <a:lnTo>
                  <a:pt x="11668172" y="5692378"/>
                </a:lnTo>
                <a:lnTo>
                  <a:pt x="11069509" y="5093715"/>
                </a:lnTo>
                <a:lnTo>
                  <a:pt x="11068960" y="5093715"/>
                </a:lnTo>
                <a:cubicBezTo>
                  <a:pt x="11068960" y="5093165"/>
                  <a:pt x="10712835" y="5093165"/>
                  <a:pt x="10712835" y="5093165"/>
                </a:cubicBezTo>
                <a:lnTo>
                  <a:pt x="10504318" y="4884648"/>
                </a:lnTo>
                <a:lnTo>
                  <a:pt x="10503770" y="4884648"/>
                </a:lnTo>
                <a:cubicBezTo>
                  <a:pt x="10503770" y="4884100"/>
                  <a:pt x="8990924" y="4884100"/>
                  <a:pt x="8990924" y="4884100"/>
                </a:cubicBezTo>
                <a:close/>
                <a:moveTo>
                  <a:pt x="6691750" y="4867090"/>
                </a:moveTo>
                <a:lnTo>
                  <a:pt x="6359219" y="4867090"/>
                </a:lnTo>
                <a:lnTo>
                  <a:pt x="6139180" y="5087130"/>
                </a:lnTo>
                <a:lnTo>
                  <a:pt x="4979166" y="5087130"/>
                </a:lnTo>
                <a:lnTo>
                  <a:pt x="4126441" y="5939855"/>
                </a:lnTo>
                <a:lnTo>
                  <a:pt x="3354380" y="5939855"/>
                </a:lnTo>
                <a:cubicBezTo>
                  <a:pt x="3353282" y="5930526"/>
                  <a:pt x="3345600" y="5923392"/>
                  <a:pt x="3335723" y="5923392"/>
                </a:cubicBezTo>
                <a:cubicBezTo>
                  <a:pt x="3325846" y="5923392"/>
                  <a:pt x="3317066" y="5931624"/>
                  <a:pt x="3317066" y="5942050"/>
                </a:cubicBezTo>
                <a:cubicBezTo>
                  <a:pt x="3317066" y="5952475"/>
                  <a:pt x="3325297" y="5960706"/>
                  <a:pt x="3335723" y="5960706"/>
                </a:cubicBezTo>
                <a:cubicBezTo>
                  <a:pt x="3346149" y="5960706"/>
                  <a:pt x="3353282" y="5953572"/>
                  <a:pt x="3354380" y="5944244"/>
                </a:cubicBezTo>
                <a:lnTo>
                  <a:pt x="4128636" y="5944244"/>
                </a:lnTo>
                <a:lnTo>
                  <a:pt x="4981361" y="5091519"/>
                </a:lnTo>
                <a:lnTo>
                  <a:pt x="6141374" y="5091519"/>
                </a:lnTo>
                <a:lnTo>
                  <a:pt x="6361414" y="4871479"/>
                </a:lnTo>
                <a:lnTo>
                  <a:pt x="6360866" y="4872028"/>
                </a:lnTo>
                <a:lnTo>
                  <a:pt x="6691750" y="4872028"/>
                </a:lnTo>
                <a:close/>
                <a:moveTo>
                  <a:pt x="11528247" y="4844729"/>
                </a:moveTo>
                <a:cubicBezTo>
                  <a:pt x="11523446" y="4844729"/>
                  <a:pt x="11518644" y="4846512"/>
                  <a:pt x="11515077" y="4850079"/>
                </a:cubicBezTo>
                <a:cubicBezTo>
                  <a:pt x="11507944" y="4857212"/>
                  <a:pt x="11507944" y="4869284"/>
                  <a:pt x="11515077" y="4876418"/>
                </a:cubicBezTo>
                <a:cubicBezTo>
                  <a:pt x="11521661" y="4883003"/>
                  <a:pt x="11532088" y="4883551"/>
                  <a:pt x="11539770" y="4878064"/>
                </a:cubicBezTo>
                <a:lnTo>
                  <a:pt x="11636345" y="4974640"/>
                </a:lnTo>
                <a:lnTo>
                  <a:pt x="11636345" y="5197973"/>
                </a:lnTo>
                <a:lnTo>
                  <a:pt x="11880530" y="5442157"/>
                </a:lnTo>
                <a:lnTo>
                  <a:pt x="11881079" y="5442157"/>
                </a:lnTo>
                <a:cubicBezTo>
                  <a:pt x="11881079" y="5442705"/>
                  <a:pt x="13668290" y="5442705"/>
                  <a:pt x="13668290" y="5442705"/>
                </a:cubicBezTo>
                <a:lnTo>
                  <a:pt x="13953628" y="5728046"/>
                </a:lnTo>
                <a:lnTo>
                  <a:pt x="13954178" y="5728046"/>
                </a:lnTo>
                <a:cubicBezTo>
                  <a:pt x="13954178" y="5728594"/>
                  <a:pt x="15683771" y="5728594"/>
                  <a:pt x="15683771" y="5728594"/>
                </a:cubicBezTo>
                <a:cubicBezTo>
                  <a:pt x="15684868" y="5737922"/>
                  <a:pt x="15692551" y="5745056"/>
                  <a:pt x="15702428" y="5745056"/>
                </a:cubicBezTo>
                <a:lnTo>
                  <a:pt x="15702428" y="5744507"/>
                </a:lnTo>
                <a:cubicBezTo>
                  <a:pt x="15712854" y="5744507"/>
                  <a:pt x="15721085" y="5736276"/>
                  <a:pt x="15721085" y="5725850"/>
                </a:cubicBezTo>
                <a:cubicBezTo>
                  <a:pt x="15721085" y="5715424"/>
                  <a:pt x="15712854" y="5707193"/>
                  <a:pt x="15702428" y="5707193"/>
                </a:cubicBezTo>
                <a:cubicBezTo>
                  <a:pt x="15692002" y="5707193"/>
                  <a:pt x="15684868" y="5714327"/>
                  <a:pt x="15683771" y="5723655"/>
                </a:cubicBezTo>
                <a:lnTo>
                  <a:pt x="13955824" y="5723655"/>
                </a:lnTo>
                <a:lnTo>
                  <a:pt x="13670485" y="5438316"/>
                </a:lnTo>
                <a:lnTo>
                  <a:pt x="13669935" y="5438316"/>
                </a:lnTo>
                <a:cubicBezTo>
                  <a:pt x="13669935" y="5437767"/>
                  <a:pt x="11882726" y="5437767"/>
                  <a:pt x="11882726" y="5437767"/>
                </a:cubicBezTo>
                <a:lnTo>
                  <a:pt x="11640736" y="5195778"/>
                </a:lnTo>
                <a:lnTo>
                  <a:pt x="11640736" y="4972445"/>
                </a:lnTo>
                <a:lnTo>
                  <a:pt x="11543061" y="4874772"/>
                </a:lnTo>
                <a:cubicBezTo>
                  <a:pt x="11548549" y="4867638"/>
                  <a:pt x="11548001" y="4856664"/>
                  <a:pt x="11541416" y="4850079"/>
                </a:cubicBezTo>
                <a:cubicBezTo>
                  <a:pt x="11537849" y="4846512"/>
                  <a:pt x="11533048" y="4844729"/>
                  <a:pt x="11528247" y="4844729"/>
                </a:cubicBezTo>
                <a:close/>
                <a:moveTo>
                  <a:pt x="3694591" y="4724420"/>
                </a:moveTo>
                <a:cubicBezTo>
                  <a:pt x="3684166" y="4724420"/>
                  <a:pt x="3677032" y="4731554"/>
                  <a:pt x="3675934" y="4740882"/>
                </a:cubicBezTo>
                <a:lnTo>
                  <a:pt x="2397397" y="4740882"/>
                </a:lnTo>
                <a:lnTo>
                  <a:pt x="2225096" y="4913183"/>
                </a:lnTo>
                <a:cubicBezTo>
                  <a:pt x="2217962" y="4907695"/>
                  <a:pt x="2206987" y="4908244"/>
                  <a:pt x="2200402" y="4914828"/>
                </a:cubicBezTo>
                <a:cubicBezTo>
                  <a:pt x="2193269" y="4921962"/>
                  <a:pt x="2193269" y="4934034"/>
                  <a:pt x="2200402" y="4941167"/>
                </a:cubicBezTo>
                <a:cubicBezTo>
                  <a:pt x="2207536" y="4948301"/>
                  <a:pt x="2219608" y="4948301"/>
                  <a:pt x="2226741" y="4941167"/>
                </a:cubicBezTo>
                <a:cubicBezTo>
                  <a:pt x="2233326" y="4934583"/>
                  <a:pt x="2233875" y="4924157"/>
                  <a:pt x="2228388" y="4916475"/>
                </a:cubicBezTo>
                <a:lnTo>
                  <a:pt x="2399591" y="4745271"/>
                </a:lnTo>
                <a:lnTo>
                  <a:pt x="3675934" y="4745271"/>
                </a:lnTo>
                <a:cubicBezTo>
                  <a:pt x="3677032" y="4754600"/>
                  <a:pt x="3684715" y="4761734"/>
                  <a:pt x="3694591" y="4761734"/>
                </a:cubicBezTo>
                <a:cubicBezTo>
                  <a:pt x="3704469" y="4761734"/>
                  <a:pt x="3713248" y="4753502"/>
                  <a:pt x="3713248" y="4743076"/>
                </a:cubicBezTo>
                <a:cubicBezTo>
                  <a:pt x="3713248" y="4732651"/>
                  <a:pt x="3705018" y="4724420"/>
                  <a:pt x="3694591" y="4724420"/>
                </a:cubicBezTo>
                <a:close/>
                <a:moveTo>
                  <a:pt x="8991472" y="4634977"/>
                </a:moveTo>
                <a:lnTo>
                  <a:pt x="8991472" y="4639915"/>
                </a:lnTo>
                <a:lnTo>
                  <a:pt x="10625039" y="4639915"/>
                </a:lnTo>
                <a:lnTo>
                  <a:pt x="10771549" y="4786426"/>
                </a:lnTo>
                <a:lnTo>
                  <a:pt x="10772098" y="4786426"/>
                </a:lnTo>
                <a:cubicBezTo>
                  <a:pt x="10772098" y="4786975"/>
                  <a:pt x="11577632" y="4786975"/>
                  <a:pt x="11577632" y="4786975"/>
                </a:cubicBezTo>
                <a:lnTo>
                  <a:pt x="12118130" y="5327473"/>
                </a:lnTo>
                <a:lnTo>
                  <a:pt x="12118679" y="5327473"/>
                </a:lnTo>
                <a:cubicBezTo>
                  <a:pt x="12118679" y="5328022"/>
                  <a:pt x="12693747" y="5328022"/>
                  <a:pt x="12693747" y="5328022"/>
                </a:cubicBezTo>
                <a:cubicBezTo>
                  <a:pt x="12694844" y="5337349"/>
                  <a:pt x="12702526" y="5344484"/>
                  <a:pt x="12712404" y="5344484"/>
                </a:cubicBezTo>
                <a:cubicBezTo>
                  <a:pt x="12722281" y="5344484"/>
                  <a:pt x="12731060" y="5336252"/>
                  <a:pt x="12731060" y="5325826"/>
                </a:cubicBezTo>
                <a:cubicBezTo>
                  <a:pt x="12731060" y="5315401"/>
                  <a:pt x="12722829" y="5307169"/>
                  <a:pt x="12712404" y="5307169"/>
                </a:cubicBezTo>
                <a:cubicBezTo>
                  <a:pt x="12701979" y="5307169"/>
                  <a:pt x="12694844" y="5314304"/>
                  <a:pt x="12693747" y="5323632"/>
                </a:cubicBezTo>
                <a:lnTo>
                  <a:pt x="12693198" y="5323083"/>
                </a:lnTo>
                <a:lnTo>
                  <a:pt x="12120326" y="5323083"/>
                </a:lnTo>
                <a:lnTo>
                  <a:pt x="11579827" y="4782585"/>
                </a:lnTo>
                <a:lnTo>
                  <a:pt x="11579279" y="4782585"/>
                </a:lnTo>
                <a:cubicBezTo>
                  <a:pt x="11579279" y="4782036"/>
                  <a:pt x="10773744" y="4782036"/>
                  <a:pt x="10773744" y="4782036"/>
                </a:cubicBezTo>
                <a:lnTo>
                  <a:pt x="10627234" y="4635526"/>
                </a:lnTo>
                <a:lnTo>
                  <a:pt x="10626685" y="4635526"/>
                </a:lnTo>
                <a:cubicBezTo>
                  <a:pt x="10626685" y="4634977"/>
                  <a:pt x="8991472" y="4634977"/>
                  <a:pt x="8991472" y="4634977"/>
                </a:cubicBezTo>
                <a:close/>
                <a:moveTo>
                  <a:pt x="6695042" y="4618513"/>
                </a:moveTo>
                <a:cubicBezTo>
                  <a:pt x="6685714" y="4618513"/>
                  <a:pt x="6677482" y="4625647"/>
                  <a:pt x="6676386" y="4634975"/>
                </a:cubicBezTo>
                <a:lnTo>
                  <a:pt x="6045896" y="4634975"/>
                </a:lnTo>
                <a:lnTo>
                  <a:pt x="5800614" y="4880257"/>
                </a:lnTo>
                <a:lnTo>
                  <a:pt x="4406842" y="4880257"/>
                </a:lnTo>
                <a:lnTo>
                  <a:pt x="3872928" y="5414171"/>
                </a:lnTo>
                <a:lnTo>
                  <a:pt x="3545886" y="5414171"/>
                </a:lnTo>
                <a:lnTo>
                  <a:pt x="3275363" y="5684694"/>
                </a:lnTo>
                <a:lnTo>
                  <a:pt x="3275363" y="5867970"/>
                </a:lnTo>
                <a:cubicBezTo>
                  <a:pt x="3266034" y="5869067"/>
                  <a:pt x="3258900" y="5876749"/>
                  <a:pt x="3258900" y="5886626"/>
                </a:cubicBezTo>
                <a:cubicBezTo>
                  <a:pt x="3258900" y="5896503"/>
                  <a:pt x="3267131" y="5905282"/>
                  <a:pt x="3277557" y="5905282"/>
                </a:cubicBezTo>
                <a:cubicBezTo>
                  <a:pt x="3287983" y="5905282"/>
                  <a:pt x="3296214" y="5897052"/>
                  <a:pt x="3296214" y="5886626"/>
                </a:cubicBezTo>
                <a:cubicBezTo>
                  <a:pt x="3296214" y="5876201"/>
                  <a:pt x="3289080" y="5869067"/>
                  <a:pt x="3279752" y="5867970"/>
                </a:cubicBezTo>
                <a:lnTo>
                  <a:pt x="3279752" y="5686888"/>
                </a:lnTo>
                <a:lnTo>
                  <a:pt x="3546984" y="5419657"/>
                </a:lnTo>
                <a:lnTo>
                  <a:pt x="3874026" y="5419657"/>
                </a:lnTo>
                <a:lnTo>
                  <a:pt x="4407940" y="4885744"/>
                </a:lnTo>
                <a:lnTo>
                  <a:pt x="5801711" y="4885744"/>
                </a:lnTo>
                <a:lnTo>
                  <a:pt x="6046994" y="4640462"/>
                </a:lnTo>
                <a:lnTo>
                  <a:pt x="6675288" y="4640462"/>
                </a:lnTo>
                <a:cubicBezTo>
                  <a:pt x="6676386" y="4649790"/>
                  <a:pt x="6684068" y="4656924"/>
                  <a:pt x="6693944" y="4656924"/>
                </a:cubicBezTo>
                <a:cubicBezTo>
                  <a:pt x="6703822" y="4656924"/>
                  <a:pt x="6712601" y="4648693"/>
                  <a:pt x="6712601" y="4638267"/>
                </a:cubicBezTo>
                <a:cubicBezTo>
                  <a:pt x="6712601" y="4627842"/>
                  <a:pt x="6704370" y="4619610"/>
                  <a:pt x="6693944" y="4619610"/>
                </a:cubicBezTo>
                <a:close/>
                <a:moveTo>
                  <a:pt x="8991472" y="4523584"/>
                </a:moveTo>
                <a:lnTo>
                  <a:pt x="8991472" y="4528523"/>
                </a:lnTo>
                <a:lnTo>
                  <a:pt x="10888977" y="4528523"/>
                </a:lnTo>
                <a:lnTo>
                  <a:pt x="11054145" y="4693691"/>
                </a:lnTo>
                <a:lnTo>
                  <a:pt x="11054693" y="4693691"/>
                </a:lnTo>
                <a:cubicBezTo>
                  <a:pt x="11054693" y="4694240"/>
                  <a:pt x="12657531" y="4694240"/>
                  <a:pt x="12657531" y="4694240"/>
                </a:cubicBezTo>
                <a:lnTo>
                  <a:pt x="12816113" y="4852823"/>
                </a:lnTo>
                <a:lnTo>
                  <a:pt x="12816662" y="4852823"/>
                </a:lnTo>
                <a:lnTo>
                  <a:pt x="13567872" y="4852823"/>
                </a:lnTo>
                <a:cubicBezTo>
                  <a:pt x="13568970" y="4862151"/>
                  <a:pt x="13576651" y="4869284"/>
                  <a:pt x="13586529" y="4869284"/>
                </a:cubicBezTo>
                <a:cubicBezTo>
                  <a:pt x="13596406" y="4869284"/>
                  <a:pt x="13605186" y="4861053"/>
                  <a:pt x="13605186" y="4850627"/>
                </a:cubicBezTo>
                <a:cubicBezTo>
                  <a:pt x="13605186" y="4840201"/>
                  <a:pt x="13596955" y="4831970"/>
                  <a:pt x="13586529" y="4831970"/>
                </a:cubicBezTo>
                <a:cubicBezTo>
                  <a:pt x="13576103" y="4831970"/>
                  <a:pt x="13568970" y="4839104"/>
                  <a:pt x="13567872" y="4848433"/>
                </a:cubicBezTo>
                <a:lnTo>
                  <a:pt x="12818856" y="4848433"/>
                </a:lnTo>
                <a:lnTo>
                  <a:pt x="12660274" y="4689849"/>
                </a:lnTo>
                <a:lnTo>
                  <a:pt x="12659725" y="4689849"/>
                </a:lnTo>
                <a:cubicBezTo>
                  <a:pt x="12659725" y="4689301"/>
                  <a:pt x="11056888" y="4689301"/>
                  <a:pt x="11056888" y="4689301"/>
                </a:cubicBezTo>
                <a:lnTo>
                  <a:pt x="10891721" y="4524134"/>
                </a:lnTo>
                <a:lnTo>
                  <a:pt x="10891172" y="4524134"/>
                </a:lnTo>
                <a:cubicBezTo>
                  <a:pt x="10891172" y="4523584"/>
                  <a:pt x="8991472" y="4523584"/>
                  <a:pt x="8991472" y="4523584"/>
                </a:cubicBezTo>
                <a:close/>
                <a:moveTo>
                  <a:pt x="6703822" y="4402864"/>
                </a:moveTo>
                <a:lnTo>
                  <a:pt x="5683734" y="4402864"/>
                </a:lnTo>
                <a:lnTo>
                  <a:pt x="5552040" y="4534559"/>
                </a:lnTo>
                <a:lnTo>
                  <a:pt x="4131380" y="4534559"/>
                </a:lnTo>
                <a:lnTo>
                  <a:pt x="3723126" y="4942814"/>
                </a:lnTo>
                <a:lnTo>
                  <a:pt x="2970818" y="4942814"/>
                </a:lnTo>
                <a:lnTo>
                  <a:pt x="2818820" y="5094812"/>
                </a:lnTo>
                <a:lnTo>
                  <a:pt x="1509552" y="5094812"/>
                </a:lnTo>
                <a:lnTo>
                  <a:pt x="1163304" y="5441060"/>
                </a:lnTo>
                <a:lnTo>
                  <a:pt x="321006" y="5441060"/>
                </a:lnTo>
                <a:lnTo>
                  <a:pt x="59810" y="5702254"/>
                </a:lnTo>
                <a:cubicBezTo>
                  <a:pt x="52676" y="5696767"/>
                  <a:pt x="41702" y="5697316"/>
                  <a:pt x="35118" y="5703901"/>
                </a:cubicBezTo>
                <a:cubicBezTo>
                  <a:pt x="27984" y="5711035"/>
                  <a:pt x="27984" y="5723106"/>
                  <a:pt x="35118" y="5730240"/>
                </a:cubicBezTo>
                <a:cubicBezTo>
                  <a:pt x="42250" y="5737374"/>
                  <a:pt x="54324" y="5737374"/>
                  <a:pt x="61458" y="5730240"/>
                </a:cubicBezTo>
                <a:cubicBezTo>
                  <a:pt x="68590" y="5723106"/>
                  <a:pt x="68590" y="5713229"/>
                  <a:pt x="63102" y="5705547"/>
                </a:cubicBezTo>
                <a:lnTo>
                  <a:pt x="323200" y="5445449"/>
                </a:lnTo>
                <a:lnTo>
                  <a:pt x="1165500" y="5445449"/>
                </a:lnTo>
                <a:lnTo>
                  <a:pt x="1511748" y="5099201"/>
                </a:lnTo>
                <a:lnTo>
                  <a:pt x="2821015" y="5099201"/>
                </a:lnTo>
                <a:lnTo>
                  <a:pt x="2973012" y="4947204"/>
                </a:lnTo>
                <a:lnTo>
                  <a:pt x="3725320" y="4947204"/>
                </a:lnTo>
                <a:lnTo>
                  <a:pt x="3725320" y="4947752"/>
                </a:lnTo>
                <a:lnTo>
                  <a:pt x="4133575" y="4539498"/>
                </a:lnTo>
                <a:lnTo>
                  <a:pt x="5554234" y="4539498"/>
                </a:lnTo>
                <a:lnTo>
                  <a:pt x="5685930" y="4407804"/>
                </a:lnTo>
                <a:lnTo>
                  <a:pt x="6703822" y="4407804"/>
                </a:lnTo>
                <a:close/>
                <a:moveTo>
                  <a:pt x="2547199" y="4266779"/>
                </a:moveTo>
                <a:cubicBezTo>
                  <a:pt x="2536774" y="4266779"/>
                  <a:pt x="2529640" y="4273913"/>
                  <a:pt x="2528542" y="4283241"/>
                </a:cubicBezTo>
                <a:lnTo>
                  <a:pt x="2284358" y="4283241"/>
                </a:lnTo>
                <a:lnTo>
                  <a:pt x="1833302" y="4734845"/>
                </a:lnTo>
                <a:lnTo>
                  <a:pt x="518000" y="4734845"/>
                </a:lnTo>
                <a:lnTo>
                  <a:pt x="301800" y="4951045"/>
                </a:lnTo>
                <a:lnTo>
                  <a:pt x="47738" y="4951045"/>
                </a:lnTo>
                <a:cubicBezTo>
                  <a:pt x="46642" y="4941716"/>
                  <a:pt x="38960" y="4934583"/>
                  <a:pt x="29082" y="4934583"/>
                </a:cubicBezTo>
                <a:cubicBezTo>
                  <a:pt x="19204" y="4934583"/>
                  <a:pt x="10424" y="4942814"/>
                  <a:pt x="10424" y="4953239"/>
                </a:cubicBezTo>
                <a:cubicBezTo>
                  <a:pt x="10424" y="4963665"/>
                  <a:pt x="18656" y="4971896"/>
                  <a:pt x="29082" y="4971896"/>
                </a:cubicBezTo>
                <a:lnTo>
                  <a:pt x="29630" y="4971348"/>
                </a:lnTo>
                <a:cubicBezTo>
                  <a:pt x="38960" y="4971348"/>
                  <a:pt x="47190" y="4964214"/>
                  <a:pt x="48288" y="4954886"/>
                </a:cubicBezTo>
                <a:lnTo>
                  <a:pt x="303996" y="4954886"/>
                </a:lnTo>
                <a:lnTo>
                  <a:pt x="520194" y="4738686"/>
                </a:lnTo>
                <a:lnTo>
                  <a:pt x="1835498" y="4738686"/>
                </a:lnTo>
                <a:lnTo>
                  <a:pt x="2286553" y="4287631"/>
                </a:lnTo>
                <a:lnTo>
                  <a:pt x="2528542" y="4287631"/>
                </a:lnTo>
                <a:cubicBezTo>
                  <a:pt x="2529640" y="4296959"/>
                  <a:pt x="2537322" y="4304093"/>
                  <a:pt x="2547199" y="4304093"/>
                </a:cubicBezTo>
                <a:cubicBezTo>
                  <a:pt x="2557076" y="4304093"/>
                  <a:pt x="2565856" y="4295863"/>
                  <a:pt x="2565856" y="4285437"/>
                </a:cubicBezTo>
                <a:cubicBezTo>
                  <a:pt x="2565856" y="4275010"/>
                  <a:pt x="2557625" y="4266779"/>
                  <a:pt x="2547199" y="4266779"/>
                </a:cubicBezTo>
                <a:close/>
                <a:moveTo>
                  <a:pt x="42800" y="4115331"/>
                </a:moveTo>
                <a:cubicBezTo>
                  <a:pt x="32922" y="4115331"/>
                  <a:pt x="24144" y="4123561"/>
                  <a:pt x="24144" y="4133987"/>
                </a:cubicBezTo>
                <a:cubicBezTo>
                  <a:pt x="24144" y="4144413"/>
                  <a:pt x="32374" y="4152644"/>
                  <a:pt x="42800" y="4152644"/>
                </a:cubicBezTo>
                <a:cubicBezTo>
                  <a:pt x="52128" y="4152644"/>
                  <a:pt x="60360" y="4145511"/>
                  <a:pt x="61458" y="4136182"/>
                </a:cubicBezTo>
                <a:lnTo>
                  <a:pt x="351734" y="4136182"/>
                </a:lnTo>
                <a:lnTo>
                  <a:pt x="547630" y="4332078"/>
                </a:lnTo>
                <a:lnTo>
                  <a:pt x="1194034" y="4332078"/>
                </a:lnTo>
                <a:lnTo>
                  <a:pt x="1378955" y="4147157"/>
                </a:lnTo>
                <a:lnTo>
                  <a:pt x="2154310" y="4147157"/>
                </a:lnTo>
                <a:cubicBezTo>
                  <a:pt x="2155406" y="4156485"/>
                  <a:pt x="2163089" y="4163619"/>
                  <a:pt x="2172966" y="4163619"/>
                </a:cubicBezTo>
                <a:cubicBezTo>
                  <a:pt x="2182844" y="4163619"/>
                  <a:pt x="2191623" y="4155387"/>
                  <a:pt x="2191623" y="4144962"/>
                </a:cubicBezTo>
                <a:cubicBezTo>
                  <a:pt x="2191623" y="4134536"/>
                  <a:pt x="2183392" y="4126305"/>
                  <a:pt x="2172966" y="4126305"/>
                </a:cubicBezTo>
                <a:cubicBezTo>
                  <a:pt x="2162540" y="4126305"/>
                  <a:pt x="2155406" y="4133439"/>
                  <a:pt x="2154310" y="4142767"/>
                </a:cubicBezTo>
                <a:lnTo>
                  <a:pt x="1376760" y="4142767"/>
                </a:lnTo>
                <a:lnTo>
                  <a:pt x="1191838" y="4327689"/>
                </a:lnTo>
                <a:lnTo>
                  <a:pt x="549276" y="4327689"/>
                </a:lnTo>
                <a:lnTo>
                  <a:pt x="353380" y="4131792"/>
                </a:lnTo>
                <a:lnTo>
                  <a:pt x="61458" y="4131792"/>
                </a:lnTo>
                <a:cubicBezTo>
                  <a:pt x="60360" y="4122464"/>
                  <a:pt x="52676" y="4115331"/>
                  <a:pt x="42800" y="4115331"/>
                </a:cubicBezTo>
                <a:close/>
                <a:moveTo>
                  <a:pt x="15685417" y="3827248"/>
                </a:moveTo>
                <a:cubicBezTo>
                  <a:pt x="15674991" y="3827248"/>
                  <a:pt x="15667859" y="3834381"/>
                  <a:pt x="15666760" y="3843710"/>
                </a:cubicBezTo>
                <a:lnTo>
                  <a:pt x="15063708" y="3843710"/>
                </a:lnTo>
                <a:lnTo>
                  <a:pt x="14576985" y="4330432"/>
                </a:lnTo>
                <a:lnTo>
                  <a:pt x="14109469" y="4330432"/>
                </a:lnTo>
                <a:cubicBezTo>
                  <a:pt x="14108369" y="4321105"/>
                  <a:pt x="14100688" y="4313970"/>
                  <a:pt x="14090811" y="4313970"/>
                </a:cubicBezTo>
                <a:cubicBezTo>
                  <a:pt x="14080933" y="4313970"/>
                  <a:pt x="14072154" y="4322201"/>
                  <a:pt x="14072154" y="4332627"/>
                </a:cubicBezTo>
                <a:cubicBezTo>
                  <a:pt x="14072154" y="4343052"/>
                  <a:pt x="14080386" y="4351285"/>
                  <a:pt x="14090811" y="4351285"/>
                </a:cubicBezTo>
                <a:cubicBezTo>
                  <a:pt x="14101237" y="4351285"/>
                  <a:pt x="14108369" y="4344150"/>
                  <a:pt x="14109469" y="4334822"/>
                </a:cubicBezTo>
                <a:lnTo>
                  <a:pt x="14579180" y="4334822"/>
                </a:lnTo>
                <a:lnTo>
                  <a:pt x="15065902" y="3848100"/>
                </a:lnTo>
                <a:lnTo>
                  <a:pt x="15666760" y="3848100"/>
                </a:lnTo>
                <a:cubicBezTo>
                  <a:pt x="15667859" y="3857428"/>
                  <a:pt x="15675540" y="3864561"/>
                  <a:pt x="15685417" y="3864561"/>
                </a:cubicBezTo>
                <a:cubicBezTo>
                  <a:pt x="15695295" y="3864561"/>
                  <a:pt x="15704074" y="3856330"/>
                  <a:pt x="15704074" y="3845904"/>
                </a:cubicBezTo>
                <a:cubicBezTo>
                  <a:pt x="15704074" y="3835478"/>
                  <a:pt x="15695843" y="3827248"/>
                  <a:pt x="15685417" y="3827248"/>
                </a:cubicBezTo>
                <a:close/>
                <a:moveTo>
                  <a:pt x="77370" y="3732318"/>
                </a:moveTo>
                <a:cubicBezTo>
                  <a:pt x="67492" y="3732318"/>
                  <a:pt x="58714" y="3740549"/>
                  <a:pt x="58714" y="3750975"/>
                </a:cubicBezTo>
                <a:cubicBezTo>
                  <a:pt x="58714" y="3761401"/>
                  <a:pt x="66944" y="3769631"/>
                  <a:pt x="77370" y="3769631"/>
                </a:cubicBezTo>
                <a:cubicBezTo>
                  <a:pt x="87796" y="3769631"/>
                  <a:pt x="94928" y="3762498"/>
                  <a:pt x="96026" y="3753169"/>
                </a:cubicBezTo>
                <a:lnTo>
                  <a:pt x="340760" y="3753169"/>
                </a:lnTo>
                <a:lnTo>
                  <a:pt x="531168" y="3943578"/>
                </a:lnTo>
                <a:lnTo>
                  <a:pt x="2615241" y="3943578"/>
                </a:lnTo>
                <a:lnTo>
                  <a:pt x="2970818" y="4299155"/>
                </a:lnTo>
                <a:lnTo>
                  <a:pt x="2970818" y="4299703"/>
                </a:lnTo>
                <a:lnTo>
                  <a:pt x="3600210" y="4299703"/>
                </a:lnTo>
                <a:lnTo>
                  <a:pt x="3896524" y="4003390"/>
                </a:lnTo>
                <a:lnTo>
                  <a:pt x="4295998" y="4003390"/>
                </a:lnTo>
                <a:lnTo>
                  <a:pt x="4389282" y="4096674"/>
                </a:lnTo>
                <a:cubicBezTo>
                  <a:pt x="4383796" y="4103807"/>
                  <a:pt x="4384344" y="4114781"/>
                  <a:pt x="4390928" y="4121366"/>
                </a:cubicBezTo>
                <a:cubicBezTo>
                  <a:pt x="4398062" y="4128500"/>
                  <a:pt x="4410134" y="4128500"/>
                  <a:pt x="4417268" y="4121366"/>
                </a:cubicBezTo>
                <a:cubicBezTo>
                  <a:pt x="4424401" y="4114233"/>
                  <a:pt x="4424401" y="4102161"/>
                  <a:pt x="4417268" y="4095027"/>
                </a:cubicBezTo>
                <a:cubicBezTo>
                  <a:pt x="4410684" y="4088443"/>
                  <a:pt x="4400257" y="4087895"/>
                  <a:pt x="4392575" y="4093381"/>
                </a:cubicBezTo>
                <a:lnTo>
                  <a:pt x="4297645" y="3998450"/>
                </a:lnTo>
                <a:lnTo>
                  <a:pt x="3894328" y="3998450"/>
                </a:lnTo>
                <a:lnTo>
                  <a:pt x="3598016" y="4294765"/>
                </a:lnTo>
                <a:lnTo>
                  <a:pt x="2972464" y="4294765"/>
                </a:lnTo>
                <a:lnTo>
                  <a:pt x="2616888" y="3939189"/>
                </a:lnTo>
                <a:lnTo>
                  <a:pt x="533364" y="3939189"/>
                </a:lnTo>
                <a:lnTo>
                  <a:pt x="342954" y="3748779"/>
                </a:lnTo>
                <a:lnTo>
                  <a:pt x="96026" y="3748779"/>
                </a:lnTo>
                <a:cubicBezTo>
                  <a:pt x="94928" y="3739451"/>
                  <a:pt x="87246" y="3732318"/>
                  <a:pt x="77370" y="3732318"/>
                </a:cubicBezTo>
                <a:close/>
                <a:moveTo>
                  <a:pt x="15683771" y="3693357"/>
                </a:moveTo>
                <a:lnTo>
                  <a:pt x="15683222" y="3693357"/>
                </a:lnTo>
                <a:cubicBezTo>
                  <a:pt x="15673894" y="3693357"/>
                  <a:pt x="15665662" y="3700491"/>
                  <a:pt x="15664565" y="3709820"/>
                </a:cubicBezTo>
                <a:lnTo>
                  <a:pt x="14817329" y="3709820"/>
                </a:lnTo>
                <a:lnTo>
                  <a:pt x="14361884" y="4165265"/>
                </a:lnTo>
                <a:lnTo>
                  <a:pt x="12428711" y="4165265"/>
                </a:lnTo>
                <a:lnTo>
                  <a:pt x="12247081" y="4346894"/>
                </a:lnTo>
                <a:lnTo>
                  <a:pt x="11035488" y="4346894"/>
                </a:lnTo>
                <a:lnTo>
                  <a:pt x="10969092" y="4413290"/>
                </a:lnTo>
                <a:cubicBezTo>
                  <a:pt x="10961959" y="4407804"/>
                  <a:pt x="10950984" y="4408352"/>
                  <a:pt x="10944399" y="4414936"/>
                </a:cubicBezTo>
                <a:cubicBezTo>
                  <a:pt x="10937814" y="4421521"/>
                  <a:pt x="10937265" y="4434141"/>
                  <a:pt x="10944399" y="4441275"/>
                </a:cubicBezTo>
                <a:cubicBezTo>
                  <a:pt x="10951533" y="4448408"/>
                  <a:pt x="10963604" y="4448408"/>
                  <a:pt x="10970738" y="4441275"/>
                </a:cubicBezTo>
                <a:cubicBezTo>
                  <a:pt x="10977323" y="4434690"/>
                  <a:pt x="10977872" y="4424265"/>
                  <a:pt x="10972384" y="4416583"/>
                </a:cubicBezTo>
                <a:lnTo>
                  <a:pt x="11037683" y="4351285"/>
                </a:lnTo>
                <a:lnTo>
                  <a:pt x="12249277" y="4351285"/>
                </a:lnTo>
                <a:lnTo>
                  <a:pt x="12430906" y="4169655"/>
                </a:lnTo>
                <a:lnTo>
                  <a:pt x="14364078" y="4169655"/>
                </a:lnTo>
                <a:lnTo>
                  <a:pt x="14819523" y="3714209"/>
                </a:lnTo>
                <a:lnTo>
                  <a:pt x="15665115" y="3714209"/>
                </a:lnTo>
                <a:cubicBezTo>
                  <a:pt x="15666212" y="3723537"/>
                  <a:pt x="15673894" y="3730671"/>
                  <a:pt x="15683771" y="3730671"/>
                </a:cubicBezTo>
                <a:cubicBezTo>
                  <a:pt x="15693648" y="3730671"/>
                  <a:pt x="15702428" y="3722440"/>
                  <a:pt x="15702428" y="3712015"/>
                </a:cubicBezTo>
                <a:cubicBezTo>
                  <a:pt x="15702428" y="3701589"/>
                  <a:pt x="15694197" y="3693357"/>
                  <a:pt x="15683771" y="3693357"/>
                </a:cubicBezTo>
                <a:close/>
                <a:moveTo>
                  <a:pt x="12974696" y="3689105"/>
                </a:moveTo>
                <a:cubicBezTo>
                  <a:pt x="12969894" y="3689105"/>
                  <a:pt x="12965093" y="3690889"/>
                  <a:pt x="12961526" y="3694456"/>
                </a:cubicBezTo>
                <a:cubicBezTo>
                  <a:pt x="12954942" y="3701041"/>
                  <a:pt x="12954394" y="3711465"/>
                  <a:pt x="12959881" y="3719148"/>
                </a:cubicBezTo>
                <a:lnTo>
                  <a:pt x="12852330" y="3826699"/>
                </a:lnTo>
                <a:lnTo>
                  <a:pt x="11751031" y="3826699"/>
                </a:lnTo>
                <a:lnTo>
                  <a:pt x="11448681" y="4129048"/>
                </a:lnTo>
                <a:lnTo>
                  <a:pt x="10415972" y="4129048"/>
                </a:lnTo>
                <a:lnTo>
                  <a:pt x="10258488" y="4286533"/>
                </a:lnTo>
                <a:lnTo>
                  <a:pt x="10257938" y="4286533"/>
                </a:lnTo>
                <a:lnTo>
                  <a:pt x="9040309" y="4286533"/>
                </a:lnTo>
                <a:lnTo>
                  <a:pt x="9040309" y="4291473"/>
                </a:lnTo>
                <a:lnTo>
                  <a:pt x="10260134" y="4291473"/>
                </a:lnTo>
                <a:lnTo>
                  <a:pt x="10417619" y="4133987"/>
                </a:lnTo>
                <a:lnTo>
                  <a:pt x="11450327" y="4133987"/>
                </a:lnTo>
                <a:lnTo>
                  <a:pt x="11752677" y="3831637"/>
                </a:lnTo>
                <a:lnTo>
                  <a:pt x="12853976" y="3831637"/>
                </a:lnTo>
                <a:lnTo>
                  <a:pt x="12963172" y="3722440"/>
                </a:lnTo>
                <a:cubicBezTo>
                  <a:pt x="12970306" y="3727928"/>
                  <a:pt x="12981281" y="3727379"/>
                  <a:pt x="12987866" y="3720795"/>
                </a:cubicBezTo>
                <a:cubicBezTo>
                  <a:pt x="12994999" y="3713661"/>
                  <a:pt x="12994999" y="3701589"/>
                  <a:pt x="12987866" y="3694456"/>
                </a:cubicBezTo>
                <a:cubicBezTo>
                  <a:pt x="12984299" y="3690889"/>
                  <a:pt x="12979498" y="3689105"/>
                  <a:pt x="12974696" y="3689105"/>
                </a:cubicBezTo>
                <a:close/>
                <a:moveTo>
                  <a:pt x="12164772" y="3515569"/>
                </a:moveTo>
                <a:cubicBezTo>
                  <a:pt x="12154894" y="3515569"/>
                  <a:pt x="12146116" y="3523800"/>
                  <a:pt x="12146116" y="3534226"/>
                </a:cubicBezTo>
                <a:cubicBezTo>
                  <a:pt x="12146116" y="3544652"/>
                  <a:pt x="12154347" y="3552883"/>
                  <a:pt x="12164772" y="3552883"/>
                </a:cubicBezTo>
                <a:cubicBezTo>
                  <a:pt x="12174100" y="3552883"/>
                  <a:pt x="12182331" y="3545749"/>
                  <a:pt x="12183430" y="3536421"/>
                </a:cubicBezTo>
                <a:lnTo>
                  <a:pt x="13138217" y="3536421"/>
                </a:lnTo>
                <a:lnTo>
                  <a:pt x="13656218" y="4054421"/>
                </a:lnTo>
                <a:lnTo>
                  <a:pt x="14248295" y="4054421"/>
                </a:lnTo>
                <a:lnTo>
                  <a:pt x="14525953" y="3776765"/>
                </a:lnTo>
                <a:cubicBezTo>
                  <a:pt x="14533087" y="3782252"/>
                  <a:pt x="14544061" y="3781703"/>
                  <a:pt x="14550645" y="3775118"/>
                </a:cubicBezTo>
                <a:cubicBezTo>
                  <a:pt x="14557779" y="3767985"/>
                  <a:pt x="14557779" y="3755913"/>
                  <a:pt x="14550645" y="3748779"/>
                </a:cubicBezTo>
                <a:cubicBezTo>
                  <a:pt x="14543512" y="3741645"/>
                  <a:pt x="14531440" y="3741645"/>
                  <a:pt x="14524306" y="3748779"/>
                </a:cubicBezTo>
                <a:cubicBezTo>
                  <a:pt x="14517722" y="3755364"/>
                  <a:pt x="14517173" y="3765790"/>
                  <a:pt x="14522660" y="3773472"/>
                </a:cubicBezTo>
                <a:lnTo>
                  <a:pt x="14246650" y="4049483"/>
                </a:lnTo>
                <a:lnTo>
                  <a:pt x="13658961" y="4049483"/>
                </a:lnTo>
                <a:lnTo>
                  <a:pt x="13657864" y="4050031"/>
                </a:lnTo>
                <a:lnTo>
                  <a:pt x="13139863" y="3532031"/>
                </a:lnTo>
                <a:lnTo>
                  <a:pt x="12183430" y="3532031"/>
                </a:lnTo>
                <a:cubicBezTo>
                  <a:pt x="12182331" y="3522703"/>
                  <a:pt x="12174649" y="3515569"/>
                  <a:pt x="12164772" y="3515569"/>
                </a:cubicBezTo>
                <a:close/>
                <a:moveTo>
                  <a:pt x="12627351" y="3354791"/>
                </a:moveTo>
                <a:cubicBezTo>
                  <a:pt x="12618023" y="3354791"/>
                  <a:pt x="12609792" y="3361925"/>
                  <a:pt x="12608695" y="3371254"/>
                </a:cubicBezTo>
                <a:lnTo>
                  <a:pt x="12074781" y="3371254"/>
                </a:lnTo>
                <a:lnTo>
                  <a:pt x="11893151" y="3552883"/>
                </a:lnTo>
                <a:lnTo>
                  <a:pt x="10993784" y="3552883"/>
                </a:lnTo>
                <a:lnTo>
                  <a:pt x="10697472" y="3849197"/>
                </a:lnTo>
                <a:cubicBezTo>
                  <a:pt x="10690337" y="3843710"/>
                  <a:pt x="10679362" y="3844259"/>
                  <a:pt x="10672778" y="3850842"/>
                </a:cubicBezTo>
                <a:cubicBezTo>
                  <a:pt x="10665645" y="3857976"/>
                  <a:pt x="10665645" y="3870048"/>
                  <a:pt x="10672778" y="3877181"/>
                </a:cubicBezTo>
                <a:cubicBezTo>
                  <a:pt x="10679911" y="3884315"/>
                  <a:pt x="10691984" y="3884315"/>
                  <a:pt x="10699117" y="3877181"/>
                </a:cubicBezTo>
                <a:cubicBezTo>
                  <a:pt x="10705702" y="3870597"/>
                  <a:pt x="10706251" y="3860172"/>
                  <a:pt x="10700763" y="3852489"/>
                </a:cubicBezTo>
                <a:lnTo>
                  <a:pt x="10995430" y="3557821"/>
                </a:lnTo>
                <a:lnTo>
                  <a:pt x="11894797" y="3557821"/>
                </a:lnTo>
                <a:lnTo>
                  <a:pt x="12076427" y="3376192"/>
                </a:lnTo>
                <a:lnTo>
                  <a:pt x="12608145" y="3376192"/>
                </a:lnTo>
                <a:cubicBezTo>
                  <a:pt x="12609242" y="3385521"/>
                  <a:pt x="12616925" y="3392655"/>
                  <a:pt x="12626801" y="3392655"/>
                </a:cubicBezTo>
                <a:cubicBezTo>
                  <a:pt x="12636678" y="3392655"/>
                  <a:pt x="12645459" y="3384423"/>
                  <a:pt x="12645459" y="3373997"/>
                </a:cubicBezTo>
                <a:cubicBezTo>
                  <a:pt x="12645459" y="3363572"/>
                  <a:pt x="12637228" y="3355341"/>
                  <a:pt x="12626801" y="3355341"/>
                </a:cubicBezTo>
                <a:close/>
                <a:moveTo>
                  <a:pt x="4118210" y="3273032"/>
                </a:moveTo>
                <a:cubicBezTo>
                  <a:pt x="4108333" y="3273032"/>
                  <a:pt x="4099554" y="3281262"/>
                  <a:pt x="4099554" y="3291688"/>
                </a:cubicBezTo>
                <a:cubicBezTo>
                  <a:pt x="4099554" y="3302114"/>
                  <a:pt x="4107784" y="3310345"/>
                  <a:pt x="4118210" y="3310345"/>
                </a:cubicBezTo>
                <a:cubicBezTo>
                  <a:pt x="4128636" y="3310345"/>
                  <a:pt x="4135770" y="3303212"/>
                  <a:pt x="4136867" y="3293883"/>
                </a:cubicBezTo>
                <a:lnTo>
                  <a:pt x="4675719" y="3293883"/>
                </a:lnTo>
                <a:lnTo>
                  <a:pt x="5210181" y="3828345"/>
                </a:lnTo>
                <a:cubicBezTo>
                  <a:pt x="5204694" y="3835478"/>
                  <a:pt x="5205242" y="3846453"/>
                  <a:pt x="5211826" y="3853038"/>
                </a:cubicBezTo>
                <a:cubicBezTo>
                  <a:pt x="5218962" y="3860172"/>
                  <a:pt x="5231033" y="3860172"/>
                  <a:pt x="5238166" y="3853038"/>
                </a:cubicBezTo>
                <a:cubicBezTo>
                  <a:pt x="5245300" y="3845904"/>
                  <a:pt x="5245300" y="3833832"/>
                  <a:pt x="5238166" y="3826699"/>
                </a:cubicBezTo>
                <a:cubicBezTo>
                  <a:pt x="5231582" y="3820114"/>
                  <a:pt x="5221156" y="3819565"/>
                  <a:pt x="5213474" y="3825052"/>
                </a:cubicBezTo>
                <a:lnTo>
                  <a:pt x="4677366" y="3288944"/>
                </a:lnTo>
                <a:lnTo>
                  <a:pt x="4136585" y="3288944"/>
                </a:lnTo>
                <a:lnTo>
                  <a:pt x="4136867" y="3289493"/>
                </a:lnTo>
                <a:lnTo>
                  <a:pt x="4136319" y="3288944"/>
                </a:lnTo>
                <a:lnTo>
                  <a:pt x="4136585" y="3288944"/>
                </a:lnTo>
                <a:lnTo>
                  <a:pt x="4130831" y="3277764"/>
                </a:lnTo>
                <a:cubicBezTo>
                  <a:pt x="4127539" y="3274815"/>
                  <a:pt x="4123148" y="3273032"/>
                  <a:pt x="4118210" y="3273032"/>
                </a:cubicBezTo>
                <a:close/>
                <a:moveTo>
                  <a:pt x="4958864" y="3183177"/>
                </a:moveTo>
                <a:cubicBezTo>
                  <a:pt x="4954063" y="3183177"/>
                  <a:pt x="4949261" y="3184960"/>
                  <a:pt x="4945694" y="3188527"/>
                </a:cubicBezTo>
                <a:cubicBezTo>
                  <a:pt x="4938560" y="3195660"/>
                  <a:pt x="4938560" y="3207732"/>
                  <a:pt x="4945694" y="3214866"/>
                </a:cubicBezTo>
                <a:cubicBezTo>
                  <a:pt x="4952279" y="3221451"/>
                  <a:pt x="4962704" y="3221999"/>
                  <a:pt x="4970386" y="3216512"/>
                </a:cubicBezTo>
                <a:lnTo>
                  <a:pt x="5116348" y="3362475"/>
                </a:lnTo>
                <a:lnTo>
                  <a:pt x="5342424" y="3362475"/>
                </a:lnTo>
                <a:lnTo>
                  <a:pt x="5723792" y="3743841"/>
                </a:lnTo>
                <a:cubicBezTo>
                  <a:pt x="5718304" y="3750975"/>
                  <a:pt x="5718852" y="3761949"/>
                  <a:pt x="5725438" y="3768533"/>
                </a:cubicBezTo>
                <a:cubicBezTo>
                  <a:pt x="5732022" y="3775118"/>
                  <a:pt x="5744643" y="3775667"/>
                  <a:pt x="5751776" y="3768533"/>
                </a:cubicBezTo>
                <a:cubicBezTo>
                  <a:pt x="5758910" y="3761401"/>
                  <a:pt x="5758910" y="3749328"/>
                  <a:pt x="5751776" y="3742195"/>
                </a:cubicBezTo>
                <a:cubicBezTo>
                  <a:pt x="5745192" y="3735610"/>
                  <a:pt x="5734766" y="3735061"/>
                  <a:pt x="5727084" y="3740549"/>
                </a:cubicBezTo>
                <a:lnTo>
                  <a:pt x="5344071" y="3357535"/>
                </a:lnTo>
                <a:lnTo>
                  <a:pt x="5117995" y="3357535"/>
                </a:lnTo>
                <a:lnTo>
                  <a:pt x="4973678" y="3213220"/>
                </a:lnTo>
                <a:cubicBezTo>
                  <a:pt x="4979166" y="3206087"/>
                  <a:pt x="4978617" y="3195112"/>
                  <a:pt x="4972033" y="3188527"/>
                </a:cubicBezTo>
                <a:cubicBezTo>
                  <a:pt x="4968466" y="3184960"/>
                  <a:pt x="4963665" y="3183177"/>
                  <a:pt x="4958864" y="3183177"/>
                </a:cubicBezTo>
                <a:close/>
                <a:moveTo>
                  <a:pt x="55970" y="2984400"/>
                </a:moveTo>
                <a:cubicBezTo>
                  <a:pt x="46092" y="2984400"/>
                  <a:pt x="37312" y="2992631"/>
                  <a:pt x="37312" y="3003057"/>
                </a:cubicBezTo>
                <a:cubicBezTo>
                  <a:pt x="37312" y="3013483"/>
                  <a:pt x="45544" y="3021714"/>
                  <a:pt x="55970" y="3021714"/>
                </a:cubicBezTo>
                <a:cubicBezTo>
                  <a:pt x="66396" y="3021714"/>
                  <a:pt x="73530" y="3014580"/>
                  <a:pt x="74626" y="3005251"/>
                </a:cubicBezTo>
                <a:lnTo>
                  <a:pt x="544888" y="3005251"/>
                </a:lnTo>
                <a:lnTo>
                  <a:pt x="1083738" y="3544103"/>
                </a:lnTo>
                <a:lnTo>
                  <a:pt x="1490347" y="3544103"/>
                </a:lnTo>
                <a:lnTo>
                  <a:pt x="1594606" y="3439845"/>
                </a:lnTo>
                <a:lnTo>
                  <a:pt x="3079466" y="3439845"/>
                </a:lnTo>
                <a:cubicBezTo>
                  <a:pt x="3080564" y="3449173"/>
                  <a:pt x="3088246" y="3456306"/>
                  <a:pt x="3098124" y="3456306"/>
                </a:cubicBezTo>
                <a:cubicBezTo>
                  <a:pt x="3108000" y="3456306"/>
                  <a:pt x="3116780" y="3448076"/>
                  <a:pt x="3116780" y="3437650"/>
                </a:cubicBezTo>
                <a:cubicBezTo>
                  <a:pt x="3116780" y="3427224"/>
                  <a:pt x="3108548" y="3418993"/>
                  <a:pt x="3098124" y="3418993"/>
                </a:cubicBezTo>
                <a:cubicBezTo>
                  <a:pt x="3087697" y="3418993"/>
                  <a:pt x="3080564" y="3426126"/>
                  <a:pt x="3079466" y="3435455"/>
                </a:cubicBezTo>
                <a:lnTo>
                  <a:pt x="1592960" y="3435455"/>
                </a:lnTo>
                <a:lnTo>
                  <a:pt x="1488701" y="3539714"/>
                </a:lnTo>
                <a:lnTo>
                  <a:pt x="1085934" y="3539714"/>
                </a:lnTo>
                <a:lnTo>
                  <a:pt x="547082" y="3000861"/>
                </a:lnTo>
                <a:lnTo>
                  <a:pt x="74626" y="3000861"/>
                </a:lnTo>
                <a:cubicBezTo>
                  <a:pt x="73530" y="2991534"/>
                  <a:pt x="65846" y="2984400"/>
                  <a:pt x="55970" y="2984400"/>
                </a:cubicBezTo>
                <a:close/>
                <a:moveTo>
                  <a:pt x="15666760" y="2930076"/>
                </a:moveTo>
                <a:cubicBezTo>
                  <a:pt x="15657432" y="2930076"/>
                  <a:pt x="15649201" y="2937209"/>
                  <a:pt x="15648104" y="2946538"/>
                </a:cubicBezTo>
                <a:lnTo>
                  <a:pt x="15219546" y="2946538"/>
                </a:lnTo>
                <a:lnTo>
                  <a:pt x="14996213" y="3169870"/>
                </a:lnTo>
                <a:lnTo>
                  <a:pt x="14421694" y="3169870"/>
                </a:lnTo>
                <a:cubicBezTo>
                  <a:pt x="14420597" y="3160542"/>
                  <a:pt x="14412914" y="3153409"/>
                  <a:pt x="14403039" y="3153409"/>
                </a:cubicBezTo>
                <a:cubicBezTo>
                  <a:pt x="14393161" y="3153409"/>
                  <a:pt x="14384381" y="3161639"/>
                  <a:pt x="14384381" y="3172065"/>
                </a:cubicBezTo>
                <a:cubicBezTo>
                  <a:pt x="14384381" y="3182491"/>
                  <a:pt x="14392612" y="3190722"/>
                  <a:pt x="14403039" y="3190722"/>
                </a:cubicBezTo>
                <a:cubicBezTo>
                  <a:pt x="14413464" y="3190722"/>
                  <a:pt x="14420597" y="3183589"/>
                  <a:pt x="14421694" y="3174261"/>
                </a:cubicBezTo>
                <a:lnTo>
                  <a:pt x="14998409" y="3174261"/>
                </a:lnTo>
                <a:lnTo>
                  <a:pt x="15221742" y="2950927"/>
                </a:lnTo>
                <a:lnTo>
                  <a:pt x="15648104" y="2950927"/>
                </a:lnTo>
                <a:cubicBezTo>
                  <a:pt x="15649201" y="2960256"/>
                  <a:pt x="15656884" y="2967389"/>
                  <a:pt x="15666760" y="2967389"/>
                </a:cubicBezTo>
                <a:cubicBezTo>
                  <a:pt x="15676637" y="2967389"/>
                  <a:pt x="15685417" y="2959158"/>
                  <a:pt x="15685417" y="2948732"/>
                </a:cubicBezTo>
                <a:cubicBezTo>
                  <a:pt x="15685417" y="2938307"/>
                  <a:pt x="15677187" y="2930076"/>
                  <a:pt x="15666760" y="2930076"/>
                </a:cubicBezTo>
                <a:close/>
                <a:moveTo>
                  <a:pt x="3441628" y="2777529"/>
                </a:moveTo>
                <a:lnTo>
                  <a:pt x="3441079" y="2777529"/>
                </a:lnTo>
                <a:lnTo>
                  <a:pt x="3441344" y="2777637"/>
                </a:lnTo>
                <a:close/>
                <a:moveTo>
                  <a:pt x="11909613" y="2741313"/>
                </a:moveTo>
                <a:cubicBezTo>
                  <a:pt x="11899188" y="2741313"/>
                  <a:pt x="11892054" y="2748446"/>
                  <a:pt x="11890957" y="2757775"/>
                </a:cubicBezTo>
                <a:lnTo>
                  <a:pt x="11273637" y="2757775"/>
                </a:lnTo>
                <a:cubicBezTo>
                  <a:pt x="11272540" y="2748446"/>
                  <a:pt x="11264857" y="2741313"/>
                  <a:pt x="11254979" y="2741313"/>
                </a:cubicBezTo>
                <a:cubicBezTo>
                  <a:pt x="11245103" y="2741313"/>
                  <a:pt x="11236322" y="2749544"/>
                  <a:pt x="11236322" y="2759970"/>
                </a:cubicBezTo>
                <a:cubicBezTo>
                  <a:pt x="11236322" y="2770396"/>
                  <a:pt x="11244554" y="2778626"/>
                  <a:pt x="11254979" y="2778626"/>
                </a:cubicBezTo>
                <a:cubicBezTo>
                  <a:pt x="11265405" y="2778626"/>
                  <a:pt x="11272540" y="2771493"/>
                  <a:pt x="11273637" y="2762165"/>
                </a:cubicBezTo>
                <a:lnTo>
                  <a:pt x="11890957" y="2762165"/>
                </a:lnTo>
                <a:cubicBezTo>
                  <a:pt x="11892054" y="2771493"/>
                  <a:pt x="11899735" y="2778626"/>
                  <a:pt x="11909613" y="2778626"/>
                </a:cubicBezTo>
                <a:cubicBezTo>
                  <a:pt x="11919490" y="2778626"/>
                  <a:pt x="11928271" y="2770396"/>
                  <a:pt x="11928271" y="2759970"/>
                </a:cubicBezTo>
                <a:cubicBezTo>
                  <a:pt x="11928271" y="2749544"/>
                  <a:pt x="11920040" y="2741313"/>
                  <a:pt x="11909613" y="2741313"/>
                </a:cubicBezTo>
                <a:close/>
                <a:moveTo>
                  <a:pt x="9326745" y="2650910"/>
                </a:moveTo>
                <a:cubicBezTo>
                  <a:pt x="9321944" y="2650910"/>
                  <a:pt x="9317142" y="2652693"/>
                  <a:pt x="9313576" y="2656260"/>
                </a:cubicBezTo>
                <a:cubicBezTo>
                  <a:pt x="9306992" y="2662845"/>
                  <a:pt x="9306443" y="2673270"/>
                  <a:pt x="9311930" y="2680953"/>
                </a:cubicBezTo>
                <a:lnTo>
                  <a:pt x="9167066" y="2825817"/>
                </a:lnTo>
                <a:lnTo>
                  <a:pt x="9166518" y="2825817"/>
                </a:lnTo>
                <a:lnTo>
                  <a:pt x="9165968" y="2827463"/>
                </a:lnTo>
                <a:lnTo>
                  <a:pt x="9165968" y="3018421"/>
                </a:lnTo>
                <a:lnTo>
                  <a:pt x="8996411" y="3187978"/>
                </a:lnTo>
                <a:cubicBezTo>
                  <a:pt x="8989277" y="3182491"/>
                  <a:pt x="8978303" y="3183040"/>
                  <a:pt x="8971718" y="3189625"/>
                </a:cubicBezTo>
                <a:cubicBezTo>
                  <a:pt x="8964585" y="3196757"/>
                  <a:pt x="8964585" y="3208830"/>
                  <a:pt x="8971718" y="3215963"/>
                </a:cubicBezTo>
                <a:cubicBezTo>
                  <a:pt x="8978851" y="3223096"/>
                  <a:pt x="8990924" y="3223096"/>
                  <a:pt x="8998057" y="3215963"/>
                </a:cubicBezTo>
                <a:cubicBezTo>
                  <a:pt x="9004642" y="3209379"/>
                  <a:pt x="9005191" y="3198953"/>
                  <a:pt x="8999703" y="3191271"/>
                </a:cubicBezTo>
                <a:lnTo>
                  <a:pt x="9170358" y="3020616"/>
                </a:lnTo>
                <a:lnTo>
                  <a:pt x="9170906" y="3020616"/>
                </a:lnTo>
                <a:lnTo>
                  <a:pt x="9170906" y="2828561"/>
                </a:lnTo>
                <a:lnTo>
                  <a:pt x="9315223" y="2684245"/>
                </a:lnTo>
                <a:cubicBezTo>
                  <a:pt x="9322356" y="2689733"/>
                  <a:pt x="9333330" y="2689183"/>
                  <a:pt x="9339916" y="2682599"/>
                </a:cubicBezTo>
                <a:cubicBezTo>
                  <a:pt x="9347048" y="2675466"/>
                  <a:pt x="9347048" y="2663394"/>
                  <a:pt x="9339916" y="2656260"/>
                </a:cubicBezTo>
                <a:cubicBezTo>
                  <a:pt x="9336348" y="2652693"/>
                  <a:pt x="9331547" y="2650910"/>
                  <a:pt x="9326745" y="2650910"/>
                </a:cubicBezTo>
                <a:close/>
                <a:moveTo>
                  <a:pt x="2008896" y="2464342"/>
                </a:moveTo>
                <a:cubicBezTo>
                  <a:pt x="2004095" y="2464342"/>
                  <a:pt x="1999293" y="2466125"/>
                  <a:pt x="1995727" y="2469692"/>
                </a:cubicBezTo>
                <a:cubicBezTo>
                  <a:pt x="1988593" y="2476826"/>
                  <a:pt x="1988593" y="2488897"/>
                  <a:pt x="1995727" y="2496031"/>
                </a:cubicBezTo>
                <a:cubicBezTo>
                  <a:pt x="2002860" y="2503165"/>
                  <a:pt x="2012737" y="2503165"/>
                  <a:pt x="2020419" y="2497678"/>
                </a:cubicBezTo>
                <a:lnTo>
                  <a:pt x="2146627" y="2623885"/>
                </a:lnTo>
                <a:lnTo>
                  <a:pt x="2602621" y="2623885"/>
                </a:lnTo>
                <a:lnTo>
                  <a:pt x="2807846" y="2829110"/>
                </a:lnTo>
                <a:cubicBezTo>
                  <a:pt x="2802358" y="2836243"/>
                  <a:pt x="2802907" y="2847217"/>
                  <a:pt x="2809492" y="2853802"/>
                </a:cubicBezTo>
                <a:cubicBezTo>
                  <a:pt x="2816625" y="2860936"/>
                  <a:pt x="2828697" y="2860936"/>
                  <a:pt x="2835831" y="2853802"/>
                </a:cubicBezTo>
                <a:cubicBezTo>
                  <a:pt x="2842964" y="2846669"/>
                  <a:pt x="2842964" y="2834597"/>
                  <a:pt x="2835831" y="2827463"/>
                </a:cubicBezTo>
                <a:cubicBezTo>
                  <a:pt x="2829246" y="2820878"/>
                  <a:pt x="2818820" y="2820330"/>
                  <a:pt x="2811138" y="2825817"/>
                </a:cubicBezTo>
                <a:lnTo>
                  <a:pt x="2604266" y="2618947"/>
                </a:lnTo>
                <a:lnTo>
                  <a:pt x="2148273" y="2618947"/>
                </a:lnTo>
                <a:lnTo>
                  <a:pt x="2023712" y="2494385"/>
                </a:lnTo>
                <a:cubicBezTo>
                  <a:pt x="2029199" y="2487252"/>
                  <a:pt x="2028651" y="2476277"/>
                  <a:pt x="2022066" y="2469692"/>
                </a:cubicBezTo>
                <a:cubicBezTo>
                  <a:pt x="2018499" y="2466125"/>
                  <a:pt x="2013698" y="2464342"/>
                  <a:pt x="2008896" y="2464342"/>
                </a:cubicBezTo>
                <a:close/>
                <a:moveTo>
                  <a:pt x="77370" y="2377506"/>
                </a:moveTo>
                <a:cubicBezTo>
                  <a:pt x="67492" y="2377506"/>
                  <a:pt x="58714" y="2385737"/>
                  <a:pt x="58714" y="2396163"/>
                </a:cubicBezTo>
                <a:cubicBezTo>
                  <a:pt x="58714" y="2406588"/>
                  <a:pt x="66944" y="2414820"/>
                  <a:pt x="77370" y="2414820"/>
                </a:cubicBezTo>
                <a:cubicBezTo>
                  <a:pt x="87796" y="2414820"/>
                  <a:pt x="94928" y="2407686"/>
                  <a:pt x="96026" y="2398357"/>
                </a:cubicBezTo>
                <a:lnTo>
                  <a:pt x="935582" y="2398357"/>
                </a:lnTo>
                <a:lnTo>
                  <a:pt x="1728496" y="3191271"/>
                </a:lnTo>
                <a:lnTo>
                  <a:pt x="3514060" y="3191271"/>
                </a:lnTo>
                <a:lnTo>
                  <a:pt x="3938776" y="3615987"/>
                </a:lnTo>
                <a:lnTo>
                  <a:pt x="4752542" y="3615987"/>
                </a:lnTo>
                <a:lnTo>
                  <a:pt x="5081230" y="3944675"/>
                </a:lnTo>
                <a:lnTo>
                  <a:pt x="6690103" y="3944675"/>
                </a:lnTo>
                <a:lnTo>
                  <a:pt x="6690103" y="3939737"/>
                </a:lnTo>
                <a:lnTo>
                  <a:pt x="5082876" y="3939737"/>
                </a:lnTo>
                <a:lnTo>
                  <a:pt x="4754188" y="3611049"/>
                </a:lnTo>
                <a:lnTo>
                  <a:pt x="3940422" y="3611049"/>
                </a:lnTo>
                <a:lnTo>
                  <a:pt x="3515706" y="3186331"/>
                </a:lnTo>
                <a:lnTo>
                  <a:pt x="3515706" y="3186881"/>
                </a:lnTo>
                <a:lnTo>
                  <a:pt x="1730142" y="3186881"/>
                </a:lnTo>
                <a:lnTo>
                  <a:pt x="937228" y="2393968"/>
                </a:lnTo>
                <a:lnTo>
                  <a:pt x="96026" y="2393968"/>
                </a:lnTo>
                <a:cubicBezTo>
                  <a:pt x="94928" y="2384640"/>
                  <a:pt x="87246" y="2377506"/>
                  <a:pt x="77370" y="2377506"/>
                </a:cubicBezTo>
                <a:close/>
                <a:moveTo>
                  <a:pt x="12415254" y="2285761"/>
                </a:moveTo>
                <a:lnTo>
                  <a:pt x="12414993" y="2285868"/>
                </a:lnTo>
                <a:lnTo>
                  <a:pt x="12415540" y="2285868"/>
                </a:lnTo>
                <a:close/>
                <a:moveTo>
                  <a:pt x="12414993" y="2248554"/>
                </a:moveTo>
                <a:cubicBezTo>
                  <a:pt x="12404566" y="2248554"/>
                  <a:pt x="12397434" y="2255688"/>
                  <a:pt x="12396335" y="2265017"/>
                </a:cubicBezTo>
                <a:lnTo>
                  <a:pt x="11202302" y="2265017"/>
                </a:lnTo>
                <a:lnTo>
                  <a:pt x="11135905" y="2331412"/>
                </a:lnTo>
                <a:cubicBezTo>
                  <a:pt x="11128772" y="2325925"/>
                  <a:pt x="11117797" y="2326474"/>
                  <a:pt x="11111212" y="2333059"/>
                </a:cubicBezTo>
                <a:cubicBezTo>
                  <a:pt x="11104079" y="2340192"/>
                  <a:pt x="11104079" y="2352264"/>
                  <a:pt x="11111212" y="2359398"/>
                </a:cubicBezTo>
                <a:cubicBezTo>
                  <a:pt x="11118346" y="2366531"/>
                  <a:pt x="11130418" y="2366531"/>
                  <a:pt x="11137551" y="2359398"/>
                </a:cubicBezTo>
                <a:cubicBezTo>
                  <a:pt x="11144136" y="2352813"/>
                  <a:pt x="11144685" y="2342387"/>
                  <a:pt x="11139198" y="2334705"/>
                </a:cubicBezTo>
                <a:lnTo>
                  <a:pt x="11204496" y="2269406"/>
                </a:lnTo>
                <a:lnTo>
                  <a:pt x="12396885" y="2269406"/>
                </a:lnTo>
                <a:cubicBezTo>
                  <a:pt x="12397434" y="2274070"/>
                  <a:pt x="12399629" y="2278185"/>
                  <a:pt x="12402921" y="2281135"/>
                </a:cubicBezTo>
                <a:lnTo>
                  <a:pt x="12415254" y="2285761"/>
                </a:lnTo>
                <a:lnTo>
                  <a:pt x="12428230" y="2280449"/>
                </a:lnTo>
                <a:cubicBezTo>
                  <a:pt x="12431591" y="2277088"/>
                  <a:pt x="12433649" y="2272424"/>
                  <a:pt x="12433649" y="2267211"/>
                </a:cubicBezTo>
                <a:cubicBezTo>
                  <a:pt x="12433649" y="2256786"/>
                  <a:pt x="12425418" y="2248554"/>
                  <a:pt x="12414993" y="2248554"/>
                </a:cubicBezTo>
                <a:close/>
                <a:moveTo>
                  <a:pt x="3602405" y="1914516"/>
                </a:moveTo>
                <a:cubicBezTo>
                  <a:pt x="3597604" y="1914516"/>
                  <a:pt x="3592802" y="1916299"/>
                  <a:pt x="3589235" y="1919866"/>
                </a:cubicBezTo>
                <a:cubicBezTo>
                  <a:pt x="3582102" y="1926999"/>
                  <a:pt x="3582102" y="1939071"/>
                  <a:pt x="3589235" y="1946205"/>
                </a:cubicBezTo>
                <a:cubicBezTo>
                  <a:pt x="3596369" y="1953338"/>
                  <a:pt x="3606246" y="1953338"/>
                  <a:pt x="3613928" y="1947850"/>
                </a:cubicBezTo>
                <a:lnTo>
                  <a:pt x="3759891" y="2093813"/>
                </a:lnTo>
                <a:lnTo>
                  <a:pt x="3985967" y="2093813"/>
                </a:lnTo>
                <a:lnTo>
                  <a:pt x="4367334" y="2475180"/>
                </a:lnTo>
                <a:cubicBezTo>
                  <a:pt x="4361846" y="2482312"/>
                  <a:pt x="4362395" y="2493287"/>
                  <a:pt x="4368980" y="2499872"/>
                </a:cubicBezTo>
                <a:cubicBezTo>
                  <a:pt x="4376112" y="2507006"/>
                  <a:pt x="4388186" y="2507006"/>
                  <a:pt x="4395319" y="2499872"/>
                </a:cubicBezTo>
                <a:cubicBezTo>
                  <a:pt x="4402452" y="2492739"/>
                  <a:pt x="4402452" y="2480667"/>
                  <a:pt x="4395319" y="2473533"/>
                </a:cubicBezTo>
                <a:cubicBezTo>
                  <a:pt x="4388734" y="2466948"/>
                  <a:pt x="4378308" y="2466400"/>
                  <a:pt x="4370626" y="2471887"/>
                </a:cubicBezTo>
                <a:lnTo>
                  <a:pt x="3987613" y="2088874"/>
                </a:lnTo>
                <a:lnTo>
                  <a:pt x="3761536" y="2088874"/>
                </a:lnTo>
                <a:lnTo>
                  <a:pt x="3617221" y="1944558"/>
                </a:lnTo>
                <a:cubicBezTo>
                  <a:pt x="3622708" y="1937425"/>
                  <a:pt x="3622159" y="1926451"/>
                  <a:pt x="3615574" y="1919866"/>
                </a:cubicBezTo>
                <a:cubicBezTo>
                  <a:pt x="3612008" y="1916299"/>
                  <a:pt x="3607206" y="1914516"/>
                  <a:pt x="3602405" y="1914516"/>
                </a:cubicBezTo>
                <a:close/>
                <a:moveTo>
                  <a:pt x="15702977" y="1721226"/>
                </a:moveTo>
                <a:cubicBezTo>
                  <a:pt x="15692551" y="1721226"/>
                  <a:pt x="15685417" y="1728359"/>
                  <a:pt x="15684320" y="1737688"/>
                </a:cubicBezTo>
                <a:lnTo>
                  <a:pt x="15352887" y="1737688"/>
                </a:lnTo>
                <a:lnTo>
                  <a:pt x="13998624" y="3091951"/>
                </a:lnTo>
                <a:lnTo>
                  <a:pt x="13998624" y="3091402"/>
                </a:lnTo>
                <a:lnTo>
                  <a:pt x="12688260" y="3091402"/>
                </a:lnTo>
                <a:lnTo>
                  <a:pt x="12532421" y="3247241"/>
                </a:lnTo>
                <a:lnTo>
                  <a:pt x="11067863" y="3247241"/>
                </a:lnTo>
                <a:lnTo>
                  <a:pt x="10414875" y="3900228"/>
                </a:lnTo>
                <a:lnTo>
                  <a:pt x="10259037" y="3900228"/>
                </a:lnTo>
                <a:lnTo>
                  <a:pt x="10101551" y="4057714"/>
                </a:lnTo>
                <a:lnTo>
                  <a:pt x="9039760" y="4057714"/>
                </a:lnTo>
                <a:lnTo>
                  <a:pt x="9039760" y="4062653"/>
                </a:lnTo>
                <a:lnTo>
                  <a:pt x="10103746" y="4062653"/>
                </a:lnTo>
                <a:lnTo>
                  <a:pt x="10261232" y="3905167"/>
                </a:lnTo>
                <a:lnTo>
                  <a:pt x="10417070" y="3905167"/>
                </a:lnTo>
                <a:lnTo>
                  <a:pt x="11070058" y="3252180"/>
                </a:lnTo>
                <a:lnTo>
                  <a:pt x="12534616" y="3252180"/>
                </a:lnTo>
                <a:lnTo>
                  <a:pt x="12690455" y="3096341"/>
                </a:lnTo>
                <a:lnTo>
                  <a:pt x="14000819" y="3096341"/>
                </a:lnTo>
                <a:lnTo>
                  <a:pt x="15355083" y="1742078"/>
                </a:lnTo>
                <a:lnTo>
                  <a:pt x="15684320" y="1742078"/>
                </a:lnTo>
                <a:cubicBezTo>
                  <a:pt x="15685417" y="1751406"/>
                  <a:pt x="15693100" y="1758539"/>
                  <a:pt x="15702977" y="1758539"/>
                </a:cubicBezTo>
                <a:cubicBezTo>
                  <a:pt x="15712854" y="1758539"/>
                  <a:pt x="15721633" y="1750309"/>
                  <a:pt x="15721633" y="1739882"/>
                </a:cubicBezTo>
                <a:cubicBezTo>
                  <a:pt x="15721633" y="1729456"/>
                  <a:pt x="15713402" y="1721226"/>
                  <a:pt x="15702977" y="1721226"/>
                </a:cubicBezTo>
                <a:close/>
                <a:moveTo>
                  <a:pt x="12427065" y="1718071"/>
                </a:moveTo>
                <a:cubicBezTo>
                  <a:pt x="12422263" y="1718071"/>
                  <a:pt x="12417462" y="1719854"/>
                  <a:pt x="12413896" y="1723421"/>
                </a:cubicBezTo>
                <a:cubicBezTo>
                  <a:pt x="12407310" y="1730006"/>
                  <a:pt x="12406762" y="1740431"/>
                  <a:pt x="12412249" y="1748113"/>
                </a:cubicBezTo>
                <a:lnTo>
                  <a:pt x="12160931" y="1999431"/>
                </a:lnTo>
                <a:lnTo>
                  <a:pt x="10934521" y="1999431"/>
                </a:lnTo>
                <a:lnTo>
                  <a:pt x="10934521" y="1998883"/>
                </a:lnTo>
                <a:lnTo>
                  <a:pt x="10088382" y="2845023"/>
                </a:lnTo>
                <a:lnTo>
                  <a:pt x="10087833" y="2845023"/>
                </a:lnTo>
                <a:lnTo>
                  <a:pt x="10087833" y="3320222"/>
                </a:lnTo>
                <a:lnTo>
                  <a:pt x="9699333" y="3708721"/>
                </a:lnTo>
                <a:lnTo>
                  <a:pt x="8995314" y="3708721"/>
                </a:lnTo>
                <a:lnTo>
                  <a:pt x="8995314" y="3713661"/>
                </a:lnTo>
                <a:lnTo>
                  <a:pt x="9701528" y="3713661"/>
                </a:lnTo>
                <a:lnTo>
                  <a:pt x="10092222" y="3322966"/>
                </a:lnTo>
                <a:lnTo>
                  <a:pt x="10092771" y="3322966"/>
                </a:lnTo>
                <a:lnTo>
                  <a:pt x="10092771" y="2847767"/>
                </a:lnTo>
                <a:lnTo>
                  <a:pt x="10936717" y="2003821"/>
                </a:lnTo>
                <a:lnTo>
                  <a:pt x="12163125" y="2003821"/>
                </a:lnTo>
                <a:lnTo>
                  <a:pt x="12415540" y="1751406"/>
                </a:lnTo>
                <a:cubicBezTo>
                  <a:pt x="12422674" y="1756894"/>
                  <a:pt x="12433649" y="1756344"/>
                  <a:pt x="12440234" y="1749760"/>
                </a:cubicBezTo>
                <a:cubicBezTo>
                  <a:pt x="12447367" y="1742626"/>
                  <a:pt x="12447367" y="1730555"/>
                  <a:pt x="12440234" y="1723421"/>
                </a:cubicBezTo>
                <a:cubicBezTo>
                  <a:pt x="12436668" y="1719854"/>
                  <a:pt x="12431866" y="1718071"/>
                  <a:pt x="12427065" y="1718071"/>
                </a:cubicBezTo>
                <a:close/>
                <a:moveTo>
                  <a:pt x="3845149" y="1685353"/>
                </a:moveTo>
                <a:cubicBezTo>
                  <a:pt x="3840280" y="1685284"/>
                  <a:pt x="3835341" y="1686930"/>
                  <a:pt x="3831774" y="1690497"/>
                </a:cubicBezTo>
                <a:cubicBezTo>
                  <a:pt x="3824640" y="1697631"/>
                  <a:pt x="3824640" y="1709702"/>
                  <a:pt x="3831774" y="1716836"/>
                </a:cubicBezTo>
                <a:cubicBezTo>
                  <a:pt x="3838358" y="1723421"/>
                  <a:pt x="3848784" y="1723970"/>
                  <a:pt x="3856466" y="1718482"/>
                </a:cubicBezTo>
                <a:lnTo>
                  <a:pt x="4202166" y="2064181"/>
                </a:lnTo>
                <a:lnTo>
                  <a:pt x="4745408" y="2064181"/>
                </a:lnTo>
                <a:lnTo>
                  <a:pt x="5736961" y="3055735"/>
                </a:lnTo>
                <a:cubicBezTo>
                  <a:pt x="5731474" y="3062868"/>
                  <a:pt x="5732022" y="3073843"/>
                  <a:pt x="5738606" y="3080427"/>
                </a:cubicBezTo>
                <a:cubicBezTo>
                  <a:pt x="5745741" y="3087561"/>
                  <a:pt x="5757813" y="3087561"/>
                  <a:pt x="5764946" y="3080427"/>
                </a:cubicBezTo>
                <a:cubicBezTo>
                  <a:pt x="5772079" y="3073294"/>
                  <a:pt x="5772079" y="3061222"/>
                  <a:pt x="5764946" y="3054088"/>
                </a:cubicBezTo>
                <a:cubicBezTo>
                  <a:pt x="5758362" y="3047504"/>
                  <a:pt x="5747936" y="3046955"/>
                  <a:pt x="5740254" y="3052442"/>
                </a:cubicBezTo>
                <a:lnTo>
                  <a:pt x="4747054" y="2059243"/>
                </a:lnTo>
                <a:lnTo>
                  <a:pt x="4203812" y="2059243"/>
                </a:lnTo>
                <a:lnTo>
                  <a:pt x="3859759" y="1715189"/>
                </a:lnTo>
                <a:cubicBezTo>
                  <a:pt x="3865247" y="1708057"/>
                  <a:pt x="3864697" y="1697082"/>
                  <a:pt x="3858113" y="1690497"/>
                </a:cubicBezTo>
                <a:cubicBezTo>
                  <a:pt x="3854820" y="1687204"/>
                  <a:pt x="3850019" y="1685421"/>
                  <a:pt x="3845149" y="1685353"/>
                </a:cubicBezTo>
                <a:close/>
                <a:moveTo>
                  <a:pt x="13497086" y="1506124"/>
                </a:moveTo>
                <a:cubicBezTo>
                  <a:pt x="13486661" y="1506124"/>
                  <a:pt x="13479527" y="1513258"/>
                  <a:pt x="13478430" y="1522586"/>
                </a:cubicBezTo>
                <a:lnTo>
                  <a:pt x="12637776" y="1522586"/>
                </a:lnTo>
                <a:lnTo>
                  <a:pt x="12571381" y="1588982"/>
                </a:lnTo>
                <a:cubicBezTo>
                  <a:pt x="12564246" y="1583494"/>
                  <a:pt x="12553272" y="1584044"/>
                  <a:pt x="12546688" y="1590628"/>
                </a:cubicBezTo>
                <a:cubicBezTo>
                  <a:pt x="12539554" y="1597761"/>
                  <a:pt x="12539554" y="1609833"/>
                  <a:pt x="12546688" y="1616967"/>
                </a:cubicBezTo>
                <a:cubicBezTo>
                  <a:pt x="12553821" y="1624101"/>
                  <a:pt x="12565893" y="1624101"/>
                  <a:pt x="12573027" y="1616967"/>
                </a:cubicBezTo>
                <a:cubicBezTo>
                  <a:pt x="12579612" y="1610383"/>
                  <a:pt x="12580159" y="1599957"/>
                  <a:pt x="12574673" y="1592275"/>
                </a:cubicBezTo>
                <a:lnTo>
                  <a:pt x="12639972" y="1526976"/>
                </a:lnTo>
                <a:lnTo>
                  <a:pt x="13478430" y="1526976"/>
                </a:lnTo>
                <a:cubicBezTo>
                  <a:pt x="13479527" y="1536304"/>
                  <a:pt x="13487208" y="1543438"/>
                  <a:pt x="13497086" y="1543438"/>
                </a:cubicBezTo>
                <a:cubicBezTo>
                  <a:pt x="13506963" y="1543438"/>
                  <a:pt x="13515743" y="1535207"/>
                  <a:pt x="13515743" y="1524781"/>
                </a:cubicBezTo>
                <a:cubicBezTo>
                  <a:pt x="13515743" y="1514355"/>
                  <a:pt x="13507512" y="1506124"/>
                  <a:pt x="13497086" y="1506124"/>
                </a:cubicBezTo>
                <a:close/>
                <a:moveTo>
                  <a:pt x="6641266" y="1485410"/>
                </a:moveTo>
                <a:cubicBezTo>
                  <a:pt x="6636465" y="1485410"/>
                  <a:pt x="6631663" y="1487193"/>
                  <a:pt x="6628097" y="1490760"/>
                </a:cubicBezTo>
                <a:cubicBezTo>
                  <a:pt x="6620964" y="1497893"/>
                  <a:pt x="6620964" y="1509965"/>
                  <a:pt x="6628097" y="1517099"/>
                </a:cubicBezTo>
                <a:cubicBezTo>
                  <a:pt x="6634682" y="1523684"/>
                  <a:pt x="6645108" y="1524232"/>
                  <a:pt x="6652789" y="1518744"/>
                </a:cubicBezTo>
                <a:lnTo>
                  <a:pt x="6797106" y="1663061"/>
                </a:lnTo>
                <a:lnTo>
                  <a:pt x="6797106" y="1889137"/>
                </a:lnTo>
                <a:lnTo>
                  <a:pt x="7180118" y="2272150"/>
                </a:lnTo>
                <a:cubicBezTo>
                  <a:pt x="7174632" y="2279283"/>
                  <a:pt x="7175180" y="2290257"/>
                  <a:pt x="7181764" y="2296842"/>
                </a:cubicBezTo>
                <a:cubicBezTo>
                  <a:pt x="7188898" y="2303976"/>
                  <a:pt x="7200970" y="2303976"/>
                  <a:pt x="7208103" y="2296842"/>
                </a:cubicBezTo>
                <a:cubicBezTo>
                  <a:pt x="7215237" y="2289709"/>
                  <a:pt x="7215237" y="2277637"/>
                  <a:pt x="7208103" y="2270503"/>
                </a:cubicBezTo>
                <a:cubicBezTo>
                  <a:pt x="7201518" y="2263918"/>
                  <a:pt x="7191093" y="2263370"/>
                  <a:pt x="7183411" y="2268858"/>
                </a:cubicBezTo>
                <a:lnTo>
                  <a:pt x="6802044" y="1887490"/>
                </a:lnTo>
                <a:lnTo>
                  <a:pt x="6802044" y="1661414"/>
                </a:lnTo>
                <a:lnTo>
                  <a:pt x="6656082" y="1515452"/>
                </a:lnTo>
                <a:cubicBezTo>
                  <a:pt x="6661570" y="1508318"/>
                  <a:pt x="6661020" y="1497345"/>
                  <a:pt x="6654436" y="1490760"/>
                </a:cubicBezTo>
                <a:cubicBezTo>
                  <a:pt x="6650869" y="1487193"/>
                  <a:pt x="6646068" y="1485410"/>
                  <a:pt x="6641266" y="1485410"/>
                </a:cubicBezTo>
                <a:close/>
                <a:moveTo>
                  <a:pt x="33472" y="1395830"/>
                </a:moveTo>
                <a:cubicBezTo>
                  <a:pt x="23594" y="1395830"/>
                  <a:pt x="14814" y="1404061"/>
                  <a:pt x="14814" y="1414487"/>
                </a:cubicBezTo>
                <a:cubicBezTo>
                  <a:pt x="14814" y="1424912"/>
                  <a:pt x="23046" y="1433143"/>
                  <a:pt x="33472" y="1433143"/>
                </a:cubicBezTo>
                <a:cubicBezTo>
                  <a:pt x="43898" y="1433143"/>
                  <a:pt x="51032" y="1426010"/>
                  <a:pt x="52128" y="1416681"/>
                </a:cubicBezTo>
                <a:lnTo>
                  <a:pt x="219492" y="1416681"/>
                </a:lnTo>
                <a:lnTo>
                  <a:pt x="796206" y="1993396"/>
                </a:lnTo>
                <a:lnTo>
                  <a:pt x="1512845" y="1993396"/>
                </a:lnTo>
                <a:lnTo>
                  <a:pt x="1769651" y="2250201"/>
                </a:lnTo>
                <a:lnTo>
                  <a:pt x="2471474" y="2250201"/>
                </a:lnTo>
                <a:lnTo>
                  <a:pt x="3019655" y="2798381"/>
                </a:lnTo>
                <a:lnTo>
                  <a:pt x="3422422" y="2798381"/>
                </a:lnTo>
                <a:cubicBezTo>
                  <a:pt x="3423519" y="2807709"/>
                  <a:pt x="3431202" y="2814843"/>
                  <a:pt x="3441079" y="2814843"/>
                </a:cubicBezTo>
                <a:cubicBezTo>
                  <a:pt x="3450956" y="2814843"/>
                  <a:pt x="3459736" y="2806612"/>
                  <a:pt x="3459736" y="2796186"/>
                </a:cubicBezTo>
                <a:cubicBezTo>
                  <a:pt x="3459736" y="2790973"/>
                  <a:pt x="3457678" y="2786309"/>
                  <a:pt x="3454317" y="2782948"/>
                </a:cubicBezTo>
                <a:lnTo>
                  <a:pt x="3441344" y="2777637"/>
                </a:lnTo>
                <a:lnTo>
                  <a:pt x="3429212" y="2782262"/>
                </a:lnTo>
                <a:cubicBezTo>
                  <a:pt x="3425851" y="2785211"/>
                  <a:pt x="3423519" y="2789327"/>
                  <a:pt x="3422971" y="2793991"/>
                </a:cubicBezTo>
                <a:lnTo>
                  <a:pt x="3021849" y="2793991"/>
                </a:lnTo>
                <a:lnTo>
                  <a:pt x="2473670" y="2245811"/>
                </a:lnTo>
                <a:lnTo>
                  <a:pt x="1771845" y="2245811"/>
                </a:lnTo>
                <a:lnTo>
                  <a:pt x="1515040" y="1989005"/>
                </a:lnTo>
                <a:lnTo>
                  <a:pt x="798400" y="1989005"/>
                </a:lnTo>
                <a:lnTo>
                  <a:pt x="221686" y="1412291"/>
                </a:lnTo>
                <a:lnTo>
                  <a:pt x="52128" y="1412291"/>
                </a:lnTo>
                <a:cubicBezTo>
                  <a:pt x="51032" y="1402963"/>
                  <a:pt x="43348" y="1395830"/>
                  <a:pt x="33472" y="1395830"/>
                </a:cubicBezTo>
                <a:close/>
                <a:moveTo>
                  <a:pt x="9174747" y="1151234"/>
                </a:moveTo>
                <a:cubicBezTo>
                  <a:pt x="9169946" y="1151234"/>
                  <a:pt x="9165145" y="1153017"/>
                  <a:pt x="9161578" y="1156584"/>
                </a:cubicBezTo>
                <a:cubicBezTo>
                  <a:pt x="9154993" y="1163169"/>
                  <a:pt x="9154445" y="1173595"/>
                  <a:pt x="9159932" y="1181277"/>
                </a:cubicBezTo>
                <a:lnTo>
                  <a:pt x="8988180" y="1353028"/>
                </a:lnTo>
                <a:lnTo>
                  <a:pt x="8987631" y="1353028"/>
                </a:lnTo>
                <a:lnTo>
                  <a:pt x="8987631" y="1353577"/>
                </a:lnTo>
                <a:lnTo>
                  <a:pt x="8987631" y="2131126"/>
                </a:lnTo>
                <a:cubicBezTo>
                  <a:pt x="8978303" y="2132223"/>
                  <a:pt x="8971169" y="2139906"/>
                  <a:pt x="8971169" y="2149783"/>
                </a:cubicBezTo>
                <a:cubicBezTo>
                  <a:pt x="8971169" y="2159661"/>
                  <a:pt x="8979400" y="2168440"/>
                  <a:pt x="8989826" y="2168440"/>
                </a:cubicBezTo>
                <a:cubicBezTo>
                  <a:pt x="9000252" y="2168440"/>
                  <a:pt x="9008483" y="2160209"/>
                  <a:pt x="9008483" y="2149783"/>
                </a:cubicBezTo>
                <a:cubicBezTo>
                  <a:pt x="9008483" y="2139357"/>
                  <a:pt x="9001349" y="2132223"/>
                  <a:pt x="8992021" y="2131126"/>
                </a:cubicBezTo>
                <a:lnTo>
                  <a:pt x="8992021" y="1355772"/>
                </a:lnTo>
                <a:lnTo>
                  <a:pt x="9163224" y="1184568"/>
                </a:lnTo>
                <a:cubicBezTo>
                  <a:pt x="9170358" y="1190056"/>
                  <a:pt x="9181332" y="1189508"/>
                  <a:pt x="9187917" y="1182923"/>
                </a:cubicBezTo>
                <a:cubicBezTo>
                  <a:pt x="9195051" y="1175789"/>
                  <a:pt x="9195051" y="1163717"/>
                  <a:pt x="9187917" y="1156584"/>
                </a:cubicBezTo>
                <a:cubicBezTo>
                  <a:pt x="9184350" y="1153017"/>
                  <a:pt x="9179549" y="1151234"/>
                  <a:pt x="9174747" y="1151234"/>
                </a:cubicBezTo>
                <a:close/>
                <a:moveTo>
                  <a:pt x="15646457" y="1093480"/>
                </a:moveTo>
                <a:cubicBezTo>
                  <a:pt x="15636032" y="1093480"/>
                  <a:pt x="15628898" y="1100613"/>
                  <a:pt x="15627801" y="1109942"/>
                </a:cubicBezTo>
                <a:lnTo>
                  <a:pt x="15261799" y="1109942"/>
                </a:lnTo>
                <a:lnTo>
                  <a:pt x="14370115" y="2001627"/>
                </a:lnTo>
                <a:lnTo>
                  <a:pt x="12913787" y="2001627"/>
                </a:lnTo>
                <a:lnTo>
                  <a:pt x="12637776" y="2277637"/>
                </a:lnTo>
                <a:cubicBezTo>
                  <a:pt x="12630644" y="2272150"/>
                  <a:pt x="12619669" y="2272699"/>
                  <a:pt x="12613083" y="2279283"/>
                </a:cubicBezTo>
                <a:cubicBezTo>
                  <a:pt x="12605951" y="2286416"/>
                  <a:pt x="12605951" y="2298489"/>
                  <a:pt x="12613083" y="2305623"/>
                </a:cubicBezTo>
                <a:cubicBezTo>
                  <a:pt x="12620217" y="2312755"/>
                  <a:pt x="12632289" y="2312755"/>
                  <a:pt x="12639422" y="2305623"/>
                </a:cubicBezTo>
                <a:cubicBezTo>
                  <a:pt x="12646556" y="2298489"/>
                  <a:pt x="12646556" y="2288612"/>
                  <a:pt x="12641069" y="2280929"/>
                </a:cubicBezTo>
                <a:lnTo>
                  <a:pt x="12915982" y="2006016"/>
                </a:lnTo>
                <a:lnTo>
                  <a:pt x="14372309" y="2006016"/>
                </a:lnTo>
                <a:lnTo>
                  <a:pt x="15263994" y="1114332"/>
                </a:lnTo>
                <a:lnTo>
                  <a:pt x="15627801" y="1114332"/>
                </a:lnTo>
                <a:cubicBezTo>
                  <a:pt x="15628898" y="1123660"/>
                  <a:pt x="15636580" y="1130793"/>
                  <a:pt x="15646457" y="1130793"/>
                </a:cubicBezTo>
                <a:cubicBezTo>
                  <a:pt x="15656335" y="1130793"/>
                  <a:pt x="15665115" y="1122562"/>
                  <a:pt x="15665115" y="1112137"/>
                </a:cubicBezTo>
                <a:cubicBezTo>
                  <a:pt x="15665115" y="1101710"/>
                  <a:pt x="15656884" y="1093480"/>
                  <a:pt x="15646457" y="1093480"/>
                </a:cubicBezTo>
                <a:close/>
                <a:moveTo>
                  <a:pt x="10528462" y="910342"/>
                </a:moveTo>
                <a:cubicBezTo>
                  <a:pt x="10523661" y="910342"/>
                  <a:pt x="10518859" y="912125"/>
                  <a:pt x="10515293" y="915692"/>
                </a:cubicBezTo>
                <a:cubicBezTo>
                  <a:pt x="10508708" y="922277"/>
                  <a:pt x="10508159" y="932702"/>
                  <a:pt x="10513647" y="940385"/>
                </a:cubicBezTo>
                <a:lnTo>
                  <a:pt x="10258488" y="1195543"/>
                </a:lnTo>
                <a:lnTo>
                  <a:pt x="10258488" y="1450154"/>
                </a:lnTo>
                <a:lnTo>
                  <a:pt x="9748718" y="1959923"/>
                </a:lnTo>
                <a:cubicBezTo>
                  <a:pt x="9741585" y="1954435"/>
                  <a:pt x="9730610" y="1954984"/>
                  <a:pt x="9724026" y="1961569"/>
                </a:cubicBezTo>
                <a:cubicBezTo>
                  <a:pt x="9716892" y="1968703"/>
                  <a:pt x="9716892" y="1980775"/>
                  <a:pt x="9724026" y="1987908"/>
                </a:cubicBezTo>
                <a:cubicBezTo>
                  <a:pt x="9731159" y="1995042"/>
                  <a:pt x="9743231" y="1995042"/>
                  <a:pt x="9750364" y="1987908"/>
                </a:cubicBezTo>
                <a:cubicBezTo>
                  <a:pt x="9757498" y="1980775"/>
                  <a:pt x="9757498" y="1970898"/>
                  <a:pt x="9752011" y="1963215"/>
                </a:cubicBezTo>
                <a:lnTo>
                  <a:pt x="10262329" y="1452897"/>
                </a:lnTo>
                <a:lnTo>
                  <a:pt x="10262878" y="1452897"/>
                </a:lnTo>
                <a:lnTo>
                  <a:pt x="10262878" y="1197738"/>
                </a:lnTo>
                <a:lnTo>
                  <a:pt x="10516939" y="943676"/>
                </a:lnTo>
                <a:cubicBezTo>
                  <a:pt x="10524072" y="949164"/>
                  <a:pt x="10535047" y="948616"/>
                  <a:pt x="10541632" y="942031"/>
                </a:cubicBezTo>
                <a:cubicBezTo>
                  <a:pt x="10548765" y="934897"/>
                  <a:pt x="10548765" y="922825"/>
                  <a:pt x="10541632" y="915692"/>
                </a:cubicBezTo>
                <a:cubicBezTo>
                  <a:pt x="10538065" y="912125"/>
                  <a:pt x="10533264" y="910342"/>
                  <a:pt x="10528462" y="910342"/>
                </a:cubicBezTo>
                <a:close/>
                <a:moveTo>
                  <a:pt x="11855289" y="888804"/>
                </a:moveTo>
                <a:cubicBezTo>
                  <a:pt x="11844863" y="888804"/>
                  <a:pt x="11837730" y="895938"/>
                  <a:pt x="11836631" y="905266"/>
                </a:cubicBezTo>
                <a:lnTo>
                  <a:pt x="10989943" y="905266"/>
                </a:lnTo>
                <a:lnTo>
                  <a:pt x="10868674" y="1026535"/>
                </a:lnTo>
                <a:cubicBezTo>
                  <a:pt x="10861541" y="1021048"/>
                  <a:pt x="10850566" y="1021596"/>
                  <a:pt x="10843981" y="1028181"/>
                </a:cubicBezTo>
                <a:cubicBezTo>
                  <a:pt x="10836848" y="1035315"/>
                  <a:pt x="10836848" y="1047387"/>
                  <a:pt x="10843981" y="1054520"/>
                </a:cubicBezTo>
                <a:cubicBezTo>
                  <a:pt x="10851115" y="1061654"/>
                  <a:pt x="10863187" y="1061654"/>
                  <a:pt x="10870320" y="1054520"/>
                </a:cubicBezTo>
                <a:cubicBezTo>
                  <a:pt x="10876905" y="1047935"/>
                  <a:pt x="10877454" y="1037509"/>
                  <a:pt x="10871966" y="1029827"/>
                </a:cubicBezTo>
                <a:lnTo>
                  <a:pt x="10992139" y="909655"/>
                </a:lnTo>
                <a:lnTo>
                  <a:pt x="11836631" y="909655"/>
                </a:lnTo>
                <a:cubicBezTo>
                  <a:pt x="11837730" y="918984"/>
                  <a:pt x="11845412" y="926118"/>
                  <a:pt x="11855289" y="926118"/>
                </a:cubicBezTo>
                <a:cubicBezTo>
                  <a:pt x="11865166" y="926118"/>
                  <a:pt x="11873946" y="917887"/>
                  <a:pt x="11873946" y="907461"/>
                </a:cubicBezTo>
                <a:cubicBezTo>
                  <a:pt x="11873946" y="897035"/>
                  <a:pt x="11865714" y="888804"/>
                  <a:pt x="11855289" y="888804"/>
                </a:cubicBezTo>
                <a:close/>
                <a:moveTo>
                  <a:pt x="2058830" y="752856"/>
                </a:moveTo>
                <a:cubicBezTo>
                  <a:pt x="2054029" y="752856"/>
                  <a:pt x="2049227" y="754640"/>
                  <a:pt x="2045661" y="758206"/>
                </a:cubicBezTo>
                <a:cubicBezTo>
                  <a:pt x="2038527" y="765340"/>
                  <a:pt x="2038527" y="777412"/>
                  <a:pt x="2045661" y="784545"/>
                </a:cubicBezTo>
                <a:cubicBezTo>
                  <a:pt x="2052246" y="791130"/>
                  <a:pt x="2062672" y="791679"/>
                  <a:pt x="2070354" y="786192"/>
                </a:cubicBezTo>
                <a:lnTo>
                  <a:pt x="2323318" y="1039156"/>
                </a:lnTo>
                <a:lnTo>
                  <a:pt x="3025142" y="1039156"/>
                </a:lnTo>
                <a:cubicBezTo>
                  <a:pt x="3026240" y="1048484"/>
                  <a:pt x="3033922" y="1055617"/>
                  <a:pt x="3043799" y="1055617"/>
                </a:cubicBezTo>
                <a:cubicBezTo>
                  <a:pt x="3053676" y="1055617"/>
                  <a:pt x="3062456" y="1047387"/>
                  <a:pt x="3062456" y="1036961"/>
                </a:cubicBezTo>
                <a:cubicBezTo>
                  <a:pt x="3062456" y="1026535"/>
                  <a:pt x="3054225" y="1018304"/>
                  <a:pt x="3043799" y="1018304"/>
                </a:cubicBezTo>
                <a:cubicBezTo>
                  <a:pt x="3033372" y="1018304"/>
                  <a:pt x="3026240" y="1025437"/>
                  <a:pt x="3025142" y="1034766"/>
                </a:cubicBezTo>
                <a:lnTo>
                  <a:pt x="2325512" y="1034766"/>
                </a:lnTo>
                <a:lnTo>
                  <a:pt x="2073647" y="782900"/>
                </a:lnTo>
                <a:cubicBezTo>
                  <a:pt x="2079134" y="775766"/>
                  <a:pt x="2078585" y="764791"/>
                  <a:pt x="2072000" y="758206"/>
                </a:cubicBezTo>
                <a:cubicBezTo>
                  <a:pt x="2068433" y="754640"/>
                  <a:pt x="2063631" y="752856"/>
                  <a:pt x="2058830" y="752856"/>
                </a:cubicBezTo>
                <a:close/>
                <a:moveTo>
                  <a:pt x="9086952" y="747780"/>
                </a:moveTo>
                <a:cubicBezTo>
                  <a:pt x="9076526" y="747780"/>
                  <a:pt x="9068294" y="756011"/>
                  <a:pt x="9068294" y="766437"/>
                </a:cubicBezTo>
                <a:cubicBezTo>
                  <a:pt x="9068294" y="776863"/>
                  <a:pt x="9075428" y="783997"/>
                  <a:pt x="9084757" y="785094"/>
                </a:cubicBezTo>
                <a:lnTo>
                  <a:pt x="9084757" y="966724"/>
                </a:lnTo>
                <a:lnTo>
                  <a:pt x="8528345" y="1523134"/>
                </a:lnTo>
                <a:lnTo>
                  <a:pt x="8527797" y="1523134"/>
                </a:lnTo>
                <a:lnTo>
                  <a:pt x="8527248" y="1523134"/>
                </a:lnTo>
                <a:lnTo>
                  <a:pt x="8527248" y="2683696"/>
                </a:lnTo>
                <a:lnTo>
                  <a:pt x="8318730" y="2892213"/>
                </a:lnTo>
                <a:lnTo>
                  <a:pt x="8318182" y="2892213"/>
                </a:lnTo>
                <a:lnTo>
                  <a:pt x="8318182" y="3225840"/>
                </a:lnTo>
                <a:lnTo>
                  <a:pt x="8323120" y="3225840"/>
                </a:lnTo>
                <a:lnTo>
                  <a:pt x="8323120" y="2894957"/>
                </a:lnTo>
                <a:lnTo>
                  <a:pt x="8531638" y="2686440"/>
                </a:lnTo>
                <a:lnTo>
                  <a:pt x="8532186" y="2686440"/>
                </a:lnTo>
                <a:lnTo>
                  <a:pt x="8532186" y="1525878"/>
                </a:lnTo>
                <a:lnTo>
                  <a:pt x="9088598" y="969467"/>
                </a:lnTo>
                <a:lnTo>
                  <a:pt x="9089146" y="969467"/>
                </a:lnTo>
                <a:lnTo>
                  <a:pt x="9089146" y="785094"/>
                </a:lnTo>
                <a:cubicBezTo>
                  <a:pt x="9098474" y="783997"/>
                  <a:pt x="9105608" y="776315"/>
                  <a:pt x="9105608" y="766437"/>
                </a:cubicBezTo>
                <a:cubicBezTo>
                  <a:pt x="9105608" y="756561"/>
                  <a:pt x="9097377" y="747780"/>
                  <a:pt x="9086952" y="747780"/>
                </a:cubicBezTo>
                <a:close/>
                <a:moveTo>
                  <a:pt x="9961625" y="705117"/>
                </a:moveTo>
                <a:cubicBezTo>
                  <a:pt x="9956824" y="705117"/>
                  <a:pt x="9952023" y="706900"/>
                  <a:pt x="9948456" y="710467"/>
                </a:cubicBezTo>
                <a:cubicBezTo>
                  <a:pt x="9941322" y="717600"/>
                  <a:pt x="9941322" y="727478"/>
                  <a:pt x="9946810" y="735160"/>
                </a:cubicBezTo>
                <a:lnTo>
                  <a:pt x="9173650" y="1508318"/>
                </a:lnTo>
                <a:lnTo>
                  <a:pt x="9173650" y="1507770"/>
                </a:lnTo>
                <a:lnTo>
                  <a:pt x="9173102" y="1507770"/>
                </a:lnTo>
                <a:lnTo>
                  <a:pt x="9173102" y="1703666"/>
                </a:lnTo>
                <a:lnTo>
                  <a:pt x="9293273" y="1823838"/>
                </a:lnTo>
                <a:lnTo>
                  <a:pt x="9293273" y="2141004"/>
                </a:lnTo>
                <a:lnTo>
                  <a:pt x="8559074" y="2875203"/>
                </a:lnTo>
                <a:lnTo>
                  <a:pt x="8558525" y="2875203"/>
                </a:lnTo>
                <a:lnTo>
                  <a:pt x="8558525" y="3232426"/>
                </a:lnTo>
                <a:lnTo>
                  <a:pt x="8563464" y="3232426"/>
                </a:lnTo>
                <a:lnTo>
                  <a:pt x="8563464" y="2877947"/>
                </a:lnTo>
                <a:lnTo>
                  <a:pt x="9297663" y="2143748"/>
                </a:lnTo>
                <a:lnTo>
                  <a:pt x="9298212" y="2143748"/>
                </a:lnTo>
                <a:lnTo>
                  <a:pt x="9298212" y="1822192"/>
                </a:lnTo>
                <a:lnTo>
                  <a:pt x="9178041" y="1702020"/>
                </a:lnTo>
                <a:lnTo>
                  <a:pt x="9178041" y="1510514"/>
                </a:lnTo>
                <a:lnTo>
                  <a:pt x="9950101" y="738452"/>
                </a:lnTo>
                <a:cubicBezTo>
                  <a:pt x="9957236" y="743939"/>
                  <a:pt x="9968210" y="743391"/>
                  <a:pt x="9974795" y="736806"/>
                </a:cubicBezTo>
                <a:cubicBezTo>
                  <a:pt x="9981928" y="729672"/>
                  <a:pt x="9981928" y="717600"/>
                  <a:pt x="9974795" y="710467"/>
                </a:cubicBezTo>
                <a:cubicBezTo>
                  <a:pt x="9971228" y="706900"/>
                  <a:pt x="9966427" y="705117"/>
                  <a:pt x="9961625" y="705117"/>
                </a:cubicBezTo>
                <a:close/>
                <a:moveTo>
                  <a:pt x="6732354" y="645717"/>
                </a:moveTo>
                <a:cubicBezTo>
                  <a:pt x="6721930" y="645717"/>
                  <a:pt x="6713699" y="653948"/>
                  <a:pt x="6713699" y="664374"/>
                </a:cubicBezTo>
                <a:cubicBezTo>
                  <a:pt x="6713699" y="669587"/>
                  <a:pt x="6715482" y="673977"/>
                  <a:pt x="6718432" y="677200"/>
                </a:cubicBezTo>
                <a:lnTo>
                  <a:pt x="6729612" y="682758"/>
                </a:lnTo>
                <a:lnTo>
                  <a:pt x="6729612" y="682482"/>
                </a:lnTo>
                <a:lnTo>
                  <a:pt x="6730160" y="683030"/>
                </a:lnTo>
                <a:lnTo>
                  <a:pt x="6729612" y="682758"/>
                </a:lnTo>
                <a:lnTo>
                  <a:pt x="6729612" y="1223529"/>
                </a:lnTo>
                <a:lnTo>
                  <a:pt x="7265720" y="1759636"/>
                </a:lnTo>
                <a:cubicBezTo>
                  <a:pt x="7260232" y="1766770"/>
                  <a:pt x="7260781" y="1777745"/>
                  <a:pt x="7267366" y="1784330"/>
                </a:cubicBezTo>
                <a:cubicBezTo>
                  <a:pt x="7274500" y="1791463"/>
                  <a:pt x="7286572" y="1791463"/>
                  <a:pt x="7293705" y="1784330"/>
                </a:cubicBezTo>
                <a:cubicBezTo>
                  <a:pt x="7300839" y="1777196"/>
                  <a:pt x="7300839" y="1765124"/>
                  <a:pt x="7293705" y="1757991"/>
                </a:cubicBezTo>
                <a:cubicBezTo>
                  <a:pt x="7287120" y="1751406"/>
                  <a:pt x="7276695" y="1750857"/>
                  <a:pt x="7269012" y="1756344"/>
                </a:cubicBezTo>
                <a:lnTo>
                  <a:pt x="6734550" y="1221882"/>
                </a:lnTo>
                <a:lnTo>
                  <a:pt x="6734550" y="683030"/>
                </a:lnTo>
                <a:cubicBezTo>
                  <a:pt x="6743879" y="681933"/>
                  <a:pt x="6751012" y="674251"/>
                  <a:pt x="6751012" y="664374"/>
                </a:cubicBezTo>
                <a:cubicBezTo>
                  <a:pt x="6751012" y="654496"/>
                  <a:pt x="6742780" y="645717"/>
                  <a:pt x="6732354" y="645717"/>
                </a:cubicBezTo>
                <a:close/>
                <a:moveTo>
                  <a:pt x="10619003" y="642013"/>
                </a:moveTo>
                <a:cubicBezTo>
                  <a:pt x="10614201" y="642013"/>
                  <a:pt x="10609400" y="643797"/>
                  <a:pt x="10605833" y="647363"/>
                </a:cubicBezTo>
                <a:cubicBezTo>
                  <a:pt x="10598700" y="654496"/>
                  <a:pt x="10598700" y="664374"/>
                  <a:pt x="10604187" y="672056"/>
                </a:cubicBezTo>
                <a:lnTo>
                  <a:pt x="9547334" y="1728908"/>
                </a:lnTo>
                <a:lnTo>
                  <a:pt x="9546786" y="1728908"/>
                </a:lnTo>
                <a:lnTo>
                  <a:pt x="9546237" y="1728908"/>
                </a:lnTo>
                <a:lnTo>
                  <a:pt x="9546237" y="1992846"/>
                </a:lnTo>
                <a:lnTo>
                  <a:pt x="8674855" y="2864228"/>
                </a:lnTo>
                <a:lnTo>
                  <a:pt x="8674306" y="2864228"/>
                </a:lnTo>
                <a:lnTo>
                  <a:pt x="8674306" y="3259313"/>
                </a:lnTo>
                <a:lnTo>
                  <a:pt x="8679246" y="3259313"/>
                </a:lnTo>
                <a:lnTo>
                  <a:pt x="8679246" y="2866972"/>
                </a:lnTo>
                <a:lnTo>
                  <a:pt x="9550628" y="1995590"/>
                </a:lnTo>
                <a:lnTo>
                  <a:pt x="9551176" y="1995590"/>
                </a:lnTo>
                <a:lnTo>
                  <a:pt x="9551176" y="1731652"/>
                </a:lnTo>
                <a:lnTo>
                  <a:pt x="10607479" y="675348"/>
                </a:lnTo>
                <a:cubicBezTo>
                  <a:pt x="10614612" y="680836"/>
                  <a:pt x="10625587" y="680287"/>
                  <a:pt x="10632172" y="673703"/>
                </a:cubicBezTo>
                <a:cubicBezTo>
                  <a:pt x="10639306" y="666569"/>
                  <a:pt x="10639306" y="654496"/>
                  <a:pt x="10632172" y="647363"/>
                </a:cubicBezTo>
                <a:cubicBezTo>
                  <a:pt x="10628606" y="643797"/>
                  <a:pt x="10623804" y="642013"/>
                  <a:pt x="10619003" y="642013"/>
                </a:cubicBezTo>
                <a:close/>
                <a:moveTo>
                  <a:pt x="8361532" y="559155"/>
                </a:moveTo>
                <a:cubicBezTo>
                  <a:pt x="8356730" y="559155"/>
                  <a:pt x="8351929" y="560939"/>
                  <a:pt x="8348362" y="564506"/>
                </a:cubicBezTo>
                <a:cubicBezTo>
                  <a:pt x="8341777" y="571090"/>
                  <a:pt x="8341228" y="581516"/>
                  <a:pt x="8346716" y="589198"/>
                </a:cubicBezTo>
                <a:lnTo>
                  <a:pt x="8076192" y="859721"/>
                </a:lnTo>
                <a:lnTo>
                  <a:pt x="8075643" y="859721"/>
                </a:lnTo>
                <a:lnTo>
                  <a:pt x="8075643" y="1055617"/>
                </a:lnTo>
                <a:lnTo>
                  <a:pt x="8195816" y="1175789"/>
                </a:lnTo>
                <a:lnTo>
                  <a:pt x="8195816" y="2295745"/>
                </a:lnTo>
                <a:lnTo>
                  <a:pt x="8195268" y="2295745"/>
                </a:lnTo>
                <a:lnTo>
                  <a:pt x="7973032" y="2517980"/>
                </a:lnTo>
                <a:lnTo>
                  <a:pt x="7972482" y="2517980"/>
                </a:lnTo>
                <a:lnTo>
                  <a:pt x="7972482" y="3202245"/>
                </a:lnTo>
                <a:lnTo>
                  <a:pt x="7977421" y="3202245"/>
                </a:lnTo>
                <a:lnTo>
                  <a:pt x="7977421" y="2520724"/>
                </a:lnTo>
                <a:lnTo>
                  <a:pt x="8199656" y="2298489"/>
                </a:lnTo>
                <a:lnTo>
                  <a:pt x="8200204" y="2298489"/>
                </a:lnTo>
                <a:lnTo>
                  <a:pt x="8200204" y="1174143"/>
                </a:lnTo>
                <a:lnTo>
                  <a:pt x="8080034" y="1053972"/>
                </a:lnTo>
                <a:lnTo>
                  <a:pt x="8080034" y="862465"/>
                </a:lnTo>
                <a:lnTo>
                  <a:pt x="8350008" y="592490"/>
                </a:lnTo>
                <a:cubicBezTo>
                  <a:pt x="8357142" y="597977"/>
                  <a:pt x="8368116" y="597428"/>
                  <a:pt x="8374701" y="590844"/>
                </a:cubicBezTo>
                <a:cubicBezTo>
                  <a:pt x="8381834" y="583711"/>
                  <a:pt x="8381834" y="571638"/>
                  <a:pt x="8374701" y="564506"/>
                </a:cubicBezTo>
                <a:cubicBezTo>
                  <a:pt x="8371134" y="560939"/>
                  <a:pt x="8366333" y="559155"/>
                  <a:pt x="8361532" y="559155"/>
                </a:cubicBezTo>
                <a:close/>
                <a:moveTo>
                  <a:pt x="9196696" y="544202"/>
                </a:moveTo>
                <a:lnTo>
                  <a:pt x="9196148" y="544202"/>
                </a:lnTo>
                <a:lnTo>
                  <a:pt x="9196148" y="544750"/>
                </a:lnTo>
                <a:close/>
                <a:moveTo>
                  <a:pt x="9731159" y="425265"/>
                </a:moveTo>
                <a:cubicBezTo>
                  <a:pt x="9726358" y="425265"/>
                  <a:pt x="9721556" y="427048"/>
                  <a:pt x="9717990" y="430615"/>
                </a:cubicBezTo>
                <a:cubicBezTo>
                  <a:pt x="9710856" y="437749"/>
                  <a:pt x="9710856" y="447626"/>
                  <a:pt x="9716344" y="455308"/>
                </a:cubicBezTo>
                <a:lnTo>
                  <a:pt x="8747837" y="1423815"/>
                </a:lnTo>
                <a:lnTo>
                  <a:pt x="8747288" y="1423815"/>
                </a:lnTo>
                <a:lnTo>
                  <a:pt x="8747288" y="1828228"/>
                </a:lnTo>
                <a:lnTo>
                  <a:pt x="8854291" y="1935230"/>
                </a:lnTo>
                <a:lnTo>
                  <a:pt x="8854291" y="2265017"/>
                </a:lnTo>
                <a:lnTo>
                  <a:pt x="8684733" y="2434574"/>
                </a:lnTo>
                <a:cubicBezTo>
                  <a:pt x="8677599" y="2429086"/>
                  <a:pt x="8666624" y="2429635"/>
                  <a:pt x="8660040" y="2436219"/>
                </a:cubicBezTo>
                <a:cubicBezTo>
                  <a:pt x="8652907" y="2443353"/>
                  <a:pt x="8652907" y="2455425"/>
                  <a:pt x="8660040" y="2462558"/>
                </a:cubicBezTo>
                <a:cubicBezTo>
                  <a:pt x="8667174" y="2469692"/>
                  <a:pt x="8679246" y="2469692"/>
                  <a:pt x="8686379" y="2462558"/>
                </a:cubicBezTo>
                <a:cubicBezTo>
                  <a:pt x="8693513" y="2455425"/>
                  <a:pt x="8693513" y="2445548"/>
                  <a:pt x="8688025" y="2437866"/>
                </a:cubicBezTo>
                <a:lnTo>
                  <a:pt x="8858679" y="2267211"/>
                </a:lnTo>
                <a:lnTo>
                  <a:pt x="8859229" y="2267211"/>
                </a:lnTo>
                <a:lnTo>
                  <a:pt x="8859229" y="1932486"/>
                </a:lnTo>
                <a:lnTo>
                  <a:pt x="8752227" y="1825485"/>
                </a:lnTo>
                <a:lnTo>
                  <a:pt x="8752227" y="1426010"/>
                </a:lnTo>
                <a:lnTo>
                  <a:pt x="9719635" y="458600"/>
                </a:lnTo>
                <a:cubicBezTo>
                  <a:pt x="9726769" y="464088"/>
                  <a:pt x="9737744" y="463539"/>
                  <a:pt x="9744329" y="456954"/>
                </a:cubicBezTo>
                <a:cubicBezTo>
                  <a:pt x="9751462" y="449821"/>
                  <a:pt x="9751462" y="437749"/>
                  <a:pt x="9744329" y="430615"/>
                </a:cubicBezTo>
                <a:cubicBezTo>
                  <a:pt x="9740762" y="427048"/>
                  <a:pt x="9735960" y="425265"/>
                  <a:pt x="9731159" y="425265"/>
                </a:cubicBezTo>
                <a:close/>
                <a:moveTo>
                  <a:pt x="5143236" y="372038"/>
                </a:moveTo>
                <a:cubicBezTo>
                  <a:pt x="5138435" y="372038"/>
                  <a:pt x="5133634" y="373822"/>
                  <a:pt x="5130067" y="377389"/>
                </a:cubicBezTo>
                <a:cubicBezTo>
                  <a:pt x="5122933" y="384522"/>
                  <a:pt x="5122933" y="396594"/>
                  <a:pt x="5130067" y="403728"/>
                </a:cubicBezTo>
                <a:cubicBezTo>
                  <a:pt x="5136652" y="410313"/>
                  <a:pt x="5147077" y="410861"/>
                  <a:pt x="5154760" y="405373"/>
                </a:cubicBezTo>
                <a:lnTo>
                  <a:pt x="5498812" y="749427"/>
                </a:lnTo>
                <a:lnTo>
                  <a:pt x="5498812" y="1292668"/>
                </a:lnTo>
                <a:lnTo>
                  <a:pt x="6492012" y="2285868"/>
                </a:lnTo>
                <a:cubicBezTo>
                  <a:pt x="6486526" y="2293001"/>
                  <a:pt x="6487074" y="2303976"/>
                  <a:pt x="6493658" y="2310561"/>
                </a:cubicBezTo>
                <a:cubicBezTo>
                  <a:pt x="6500243" y="2317146"/>
                  <a:pt x="6512864" y="2317695"/>
                  <a:pt x="6519997" y="2310561"/>
                </a:cubicBezTo>
                <a:cubicBezTo>
                  <a:pt x="6527130" y="2303427"/>
                  <a:pt x="6527130" y="2291356"/>
                  <a:pt x="6519997" y="2284222"/>
                </a:cubicBezTo>
                <a:cubicBezTo>
                  <a:pt x="6512864" y="2277088"/>
                  <a:pt x="6502987" y="2277088"/>
                  <a:pt x="6495304" y="2282575"/>
                </a:cubicBezTo>
                <a:lnTo>
                  <a:pt x="5503751" y="1291022"/>
                </a:lnTo>
                <a:lnTo>
                  <a:pt x="5503751" y="747780"/>
                </a:lnTo>
                <a:lnTo>
                  <a:pt x="5158052" y="402081"/>
                </a:lnTo>
                <a:cubicBezTo>
                  <a:pt x="5163540" y="394948"/>
                  <a:pt x="5162991" y="383974"/>
                  <a:pt x="5156406" y="377389"/>
                </a:cubicBezTo>
                <a:cubicBezTo>
                  <a:pt x="5152839" y="373822"/>
                  <a:pt x="5148038" y="372038"/>
                  <a:pt x="5143236" y="372038"/>
                </a:cubicBezTo>
                <a:close/>
                <a:moveTo>
                  <a:pt x="30180" y="329238"/>
                </a:moveTo>
                <a:cubicBezTo>
                  <a:pt x="25378" y="329238"/>
                  <a:pt x="20578" y="331021"/>
                  <a:pt x="17010" y="334587"/>
                </a:cubicBezTo>
                <a:cubicBezTo>
                  <a:pt x="9876" y="341721"/>
                  <a:pt x="9876" y="353794"/>
                  <a:pt x="17010" y="360926"/>
                </a:cubicBezTo>
                <a:cubicBezTo>
                  <a:pt x="23594" y="367511"/>
                  <a:pt x="34020" y="368060"/>
                  <a:pt x="41702" y="362573"/>
                </a:cubicBezTo>
                <a:lnTo>
                  <a:pt x="560800" y="881671"/>
                </a:lnTo>
                <a:lnTo>
                  <a:pt x="1124344" y="881671"/>
                </a:lnTo>
                <a:lnTo>
                  <a:pt x="1953474" y="1710800"/>
                </a:lnTo>
                <a:lnTo>
                  <a:pt x="2496168" y="1710800"/>
                </a:lnTo>
                <a:lnTo>
                  <a:pt x="3193602" y="2408235"/>
                </a:lnTo>
                <a:lnTo>
                  <a:pt x="3588687" y="2408235"/>
                </a:lnTo>
                <a:lnTo>
                  <a:pt x="4287219" y="3106766"/>
                </a:lnTo>
                <a:lnTo>
                  <a:pt x="5315537" y="3106766"/>
                </a:lnTo>
                <a:lnTo>
                  <a:pt x="5924078" y="3715307"/>
                </a:lnTo>
                <a:lnTo>
                  <a:pt x="6682420" y="3715307"/>
                </a:lnTo>
                <a:lnTo>
                  <a:pt x="6682420" y="3710368"/>
                </a:lnTo>
                <a:lnTo>
                  <a:pt x="5926273" y="3710368"/>
                </a:lnTo>
                <a:lnTo>
                  <a:pt x="5317732" y="3101828"/>
                </a:lnTo>
                <a:lnTo>
                  <a:pt x="4289414" y="3101828"/>
                </a:lnTo>
                <a:lnTo>
                  <a:pt x="3590882" y="2403296"/>
                </a:lnTo>
                <a:lnTo>
                  <a:pt x="3195797" y="2403296"/>
                </a:lnTo>
                <a:lnTo>
                  <a:pt x="2498362" y="1705861"/>
                </a:lnTo>
                <a:lnTo>
                  <a:pt x="1955669" y="1705861"/>
                </a:lnTo>
                <a:lnTo>
                  <a:pt x="1126540" y="876732"/>
                </a:lnTo>
                <a:lnTo>
                  <a:pt x="562996" y="876732"/>
                </a:lnTo>
                <a:lnTo>
                  <a:pt x="44994" y="359280"/>
                </a:lnTo>
                <a:cubicBezTo>
                  <a:pt x="50482" y="352147"/>
                  <a:pt x="49934" y="341172"/>
                  <a:pt x="43348" y="334587"/>
                </a:cubicBezTo>
                <a:cubicBezTo>
                  <a:pt x="39782" y="331021"/>
                  <a:pt x="34982" y="329238"/>
                  <a:pt x="30180" y="329238"/>
                </a:cubicBezTo>
                <a:close/>
                <a:moveTo>
                  <a:pt x="8003760" y="292473"/>
                </a:moveTo>
                <a:cubicBezTo>
                  <a:pt x="7998959" y="292473"/>
                  <a:pt x="7994157" y="294256"/>
                  <a:pt x="7990591" y="297823"/>
                </a:cubicBezTo>
                <a:cubicBezTo>
                  <a:pt x="7984007" y="304407"/>
                  <a:pt x="7983457" y="314833"/>
                  <a:pt x="7988944" y="322515"/>
                </a:cubicBezTo>
                <a:lnTo>
                  <a:pt x="7868774" y="442687"/>
                </a:lnTo>
                <a:lnTo>
                  <a:pt x="7868774" y="1451251"/>
                </a:lnTo>
                <a:lnTo>
                  <a:pt x="7746406" y="1573618"/>
                </a:lnTo>
                <a:lnTo>
                  <a:pt x="7746406" y="3202794"/>
                </a:lnTo>
                <a:lnTo>
                  <a:pt x="7751346" y="3202794"/>
                </a:lnTo>
                <a:lnTo>
                  <a:pt x="7751346" y="1575812"/>
                </a:lnTo>
                <a:lnTo>
                  <a:pt x="7873712" y="1453446"/>
                </a:lnTo>
                <a:lnTo>
                  <a:pt x="7873712" y="444334"/>
                </a:lnTo>
                <a:lnTo>
                  <a:pt x="7992238" y="325808"/>
                </a:lnTo>
                <a:cubicBezTo>
                  <a:pt x="7999370" y="331296"/>
                  <a:pt x="8010345" y="330746"/>
                  <a:pt x="8016930" y="324162"/>
                </a:cubicBezTo>
                <a:cubicBezTo>
                  <a:pt x="8024064" y="317028"/>
                  <a:pt x="8024064" y="304957"/>
                  <a:pt x="8016930" y="297823"/>
                </a:cubicBezTo>
                <a:cubicBezTo>
                  <a:pt x="8013363" y="294256"/>
                  <a:pt x="8008561" y="292473"/>
                  <a:pt x="8003760" y="292473"/>
                </a:cubicBezTo>
                <a:close/>
                <a:moveTo>
                  <a:pt x="11430573" y="181629"/>
                </a:moveTo>
                <a:cubicBezTo>
                  <a:pt x="11425772" y="181629"/>
                  <a:pt x="11420971" y="183413"/>
                  <a:pt x="11417404" y="186979"/>
                </a:cubicBezTo>
                <a:cubicBezTo>
                  <a:pt x="11410819" y="193564"/>
                  <a:pt x="11410269" y="203990"/>
                  <a:pt x="11415757" y="211673"/>
                </a:cubicBezTo>
                <a:lnTo>
                  <a:pt x="11160598" y="466832"/>
                </a:lnTo>
                <a:lnTo>
                  <a:pt x="11160049" y="466832"/>
                </a:lnTo>
                <a:lnTo>
                  <a:pt x="11160049" y="614439"/>
                </a:lnTo>
                <a:cubicBezTo>
                  <a:pt x="11150721" y="615537"/>
                  <a:pt x="11143588" y="623219"/>
                  <a:pt x="11143588" y="633096"/>
                </a:cubicBezTo>
                <a:cubicBezTo>
                  <a:pt x="11143588" y="642973"/>
                  <a:pt x="11151818" y="651753"/>
                  <a:pt x="11162244" y="651753"/>
                </a:cubicBezTo>
                <a:lnTo>
                  <a:pt x="11162793" y="651205"/>
                </a:lnTo>
                <a:cubicBezTo>
                  <a:pt x="11173219" y="651205"/>
                  <a:pt x="11181450" y="642973"/>
                  <a:pt x="11181450" y="632548"/>
                </a:cubicBezTo>
                <a:cubicBezTo>
                  <a:pt x="11181450" y="622122"/>
                  <a:pt x="11174316" y="614988"/>
                  <a:pt x="11164988" y="613891"/>
                </a:cubicBezTo>
                <a:lnTo>
                  <a:pt x="11164988" y="469026"/>
                </a:lnTo>
                <a:lnTo>
                  <a:pt x="11419049" y="214965"/>
                </a:lnTo>
                <a:cubicBezTo>
                  <a:pt x="11426183" y="220452"/>
                  <a:pt x="11437158" y="219903"/>
                  <a:pt x="11443743" y="213318"/>
                </a:cubicBezTo>
                <a:cubicBezTo>
                  <a:pt x="11450876" y="206185"/>
                  <a:pt x="11450876" y="194113"/>
                  <a:pt x="11443743" y="186979"/>
                </a:cubicBezTo>
                <a:cubicBezTo>
                  <a:pt x="11440176" y="183413"/>
                  <a:pt x="11435374" y="181629"/>
                  <a:pt x="11430573" y="181629"/>
                </a:cubicBezTo>
                <a:close/>
                <a:moveTo>
                  <a:pt x="9575320" y="150352"/>
                </a:moveTo>
                <a:cubicBezTo>
                  <a:pt x="9570519" y="150352"/>
                  <a:pt x="9565717" y="152135"/>
                  <a:pt x="9562151" y="155702"/>
                </a:cubicBezTo>
                <a:cubicBezTo>
                  <a:pt x="9555565" y="162287"/>
                  <a:pt x="9555016" y="172712"/>
                  <a:pt x="9560504" y="180394"/>
                </a:cubicBezTo>
                <a:lnTo>
                  <a:pt x="9196696" y="544202"/>
                </a:lnTo>
                <a:lnTo>
                  <a:pt x="9196698" y="544202"/>
                </a:lnTo>
                <a:lnTo>
                  <a:pt x="9196148" y="544750"/>
                </a:lnTo>
                <a:lnTo>
                  <a:pt x="9196148" y="788935"/>
                </a:lnTo>
                <a:cubicBezTo>
                  <a:pt x="9186820" y="790033"/>
                  <a:pt x="9179687" y="797715"/>
                  <a:pt x="9179687" y="807592"/>
                </a:cubicBezTo>
                <a:cubicBezTo>
                  <a:pt x="9179687" y="817469"/>
                  <a:pt x="9187917" y="826249"/>
                  <a:pt x="9198343" y="826249"/>
                </a:cubicBezTo>
                <a:cubicBezTo>
                  <a:pt x="9208769" y="826249"/>
                  <a:pt x="9217000" y="818018"/>
                  <a:pt x="9217000" y="807592"/>
                </a:cubicBezTo>
                <a:cubicBezTo>
                  <a:pt x="9217000" y="797166"/>
                  <a:pt x="9209867" y="790033"/>
                  <a:pt x="9200538" y="788935"/>
                </a:cubicBezTo>
                <a:lnTo>
                  <a:pt x="9200538" y="546946"/>
                </a:lnTo>
                <a:lnTo>
                  <a:pt x="9563797" y="183687"/>
                </a:lnTo>
                <a:cubicBezTo>
                  <a:pt x="9570930" y="189175"/>
                  <a:pt x="9581905" y="188626"/>
                  <a:pt x="9588489" y="182041"/>
                </a:cubicBezTo>
                <a:cubicBezTo>
                  <a:pt x="9595623" y="174908"/>
                  <a:pt x="9595623" y="162836"/>
                  <a:pt x="9588489" y="155702"/>
                </a:cubicBezTo>
                <a:cubicBezTo>
                  <a:pt x="9584922" y="152135"/>
                  <a:pt x="9580121" y="150352"/>
                  <a:pt x="9575320" y="150352"/>
                </a:cubicBezTo>
                <a:close/>
                <a:moveTo>
                  <a:pt x="1234090" y="127716"/>
                </a:moveTo>
                <a:cubicBezTo>
                  <a:pt x="1223665" y="127716"/>
                  <a:pt x="1215434" y="135948"/>
                  <a:pt x="1215434" y="146373"/>
                </a:cubicBezTo>
                <a:cubicBezTo>
                  <a:pt x="1215434" y="156799"/>
                  <a:pt x="1222567" y="163933"/>
                  <a:pt x="1231896" y="165030"/>
                </a:cubicBezTo>
                <a:lnTo>
                  <a:pt x="1230798" y="165030"/>
                </a:lnTo>
                <a:lnTo>
                  <a:pt x="1230798" y="477257"/>
                </a:lnTo>
                <a:lnTo>
                  <a:pt x="1971034" y="1217492"/>
                </a:lnTo>
                <a:lnTo>
                  <a:pt x="3161228" y="1217492"/>
                </a:lnTo>
                <a:lnTo>
                  <a:pt x="3676483" y="1732749"/>
                </a:lnTo>
                <a:cubicBezTo>
                  <a:pt x="3670996" y="1739882"/>
                  <a:pt x="3671545" y="1750857"/>
                  <a:pt x="3678130" y="1757442"/>
                </a:cubicBezTo>
                <a:cubicBezTo>
                  <a:pt x="3685264" y="1764576"/>
                  <a:pt x="3697335" y="1764576"/>
                  <a:pt x="3704469" y="1757442"/>
                </a:cubicBezTo>
                <a:cubicBezTo>
                  <a:pt x="3711602" y="1750309"/>
                  <a:pt x="3711602" y="1738237"/>
                  <a:pt x="3704469" y="1731103"/>
                </a:cubicBezTo>
                <a:cubicBezTo>
                  <a:pt x="3697884" y="1724518"/>
                  <a:pt x="3687458" y="1723970"/>
                  <a:pt x="3679776" y="1729456"/>
                </a:cubicBezTo>
                <a:lnTo>
                  <a:pt x="3163422" y="1213103"/>
                </a:lnTo>
                <a:lnTo>
                  <a:pt x="1973229" y="1213103"/>
                </a:lnTo>
                <a:lnTo>
                  <a:pt x="1236286" y="475611"/>
                </a:lnTo>
                <a:lnTo>
                  <a:pt x="1236286" y="165030"/>
                </a:lnTo>
                <a:cubicBezTo>
                  <a:pt x="1245614" y="163933"/>
                  <a:pt x="1252747" y="156251"/>
                  <a:pt x="1252747" y="146373"/>
                </a:cubicBezTo>
                <a:cubicBezTo>
                  <a:pt x="1252747" y="136497"/>
                  <a:pt x="1244516" y="127716"/>
                  <a:pt x="1234090" y="127716"/>
                </a:cubicBezTo>
                <a:close/>
                <a:moveTo>
                  <a:pt x="12673444" y="85053"/>
                </a:moveTo>
                <a:cubicBezTo>
                  <a:pt x="12668643" y="85053"/>
                  <a:pt x="12663841" y="86837"/>
                  <a:pt x="12660274" y="90404"/>
                </a:cubicBezTo>
                <a:cubicBezTo>
                  <a:pt x="12653689" y="96988"/>
                  <a:pt x="12653141" y="107414"/>
                  <a:pt x="12658628" y="115096"/>
                </a:cubicBezTo>
                <a:lnTo>
                  <a:pt x="11994118" y="779607"/>
                </a:lnTo>
                <a:lnTo>
                  <a:pt x="10936717" y="779607"/>
                </a:lnTo>
                <a:lnTo>
                  <a:pt x="10717774" y="998550"/>
                </a:lnTo>
                <a:lnTo>
                  <a:pt x="10717226" y="998550"/>
                </a:lnTo>
                <a:lnTo>
                  <a:pt x="10717226" y="1374429"/>
                </a:lnTo>
                <a:lnTo>
                  <a:pt x="9451307" y="2640347"/>
                </a:lnTo>
                <a:lnTo>
                  <a:pt x="9450759" y="2640347"/>
                </a:lnTo>
                <a:lnTo>
                  <a:pt x="9450759" y="2640896"/>
                </a:lnTo>
                <a:lnTo>
                  <a:pt x="9450759" y="2952025"/>
                </a:lnTo>
                <a:lnTo>
                  <a:pt x="9278458" y="3124325"/>
                </a:lnTo>
                <a:cubicBezTo>
                  <a:pt x="9271324" y="3118839"/>
                  <a:pt x="9260349" y="3119387"/>
                  <a:pt x="9253764" y="3125971"/>
                </a:cubicBezTo>
                <a:cubicBezTo>
                  <a:pt x="9246632" y="3133106"/>
                  <a:pt x="9246632" y="3145178"/>
                  <a:pt x="9253764" y="3152311"/>
                </a:cubicBezTo>
                <a:cubicBezTo>
                  <a:pt x="9260898" y="3159445"/>
                  <a:pt x="9272970" y="3159445"/>
                  <a:pt x="9280104" y="3152311"/>
                </a:cubicBezTo>
                <a:cubicBezTo>
                  <a:pt x="9286688" y="3145726"/>
                  <a:pt x="9287238" y="3135300"/>
                  <a:pt x="9281750" y="3127618"/>
                </a:cubicBezTo>
                <a:lnTo>
                  <a:pt x="9455148" y="2954220"/>
                </a:lnTo>
                <a:lnTo>
                  <a:pt x="9455697" y="2954220"/>
                </a:lnTo>
                <a:lnTo>
                  <a:pt x="9455697" y="2642542"/>
                </a:lnTo>
                <a:lnTo>
                  <a:pt x="10721614" y="1376624"/>
                </a:lnTo>
                <a:lnTo>
                  <a:pt x="10722164" y="1376624"/>
                </a:lnTo>
                <a:lnTo>
                  <a:pt x="10722164" y="1000745"/>
                </a:lnTo>
                <a:lnTo>
                  <a:pt x="10938912" y="783997"/>
                </a:lnTo>
                <a:lnTo>
                  <a:pt x="11996312" y="783997"/>
                </a:lnTo>
                <a:lnTo>
                  <a:pt x="12661921" y="118388"/>
                </a:lnTo>
                <a:cubicBezTo>
                  <a:pt x="12669055" y="123875"/>
                  <a:pt x="12680029" y="123327"/>
                  <a:pt x="12686613" y="116743"/>
                </a:cubicBezTo>
                <a:cubicBezTo>
                  <a:pt x="12693747" y="109609"/>
                  <a:pt x="12693747" y="97536"/>
                  <a:pt x="12686613" y="90404"/>
                </a:cubicBezTo>
                <a:cubicBezTo>
                  <a:pt x="12683047" y="86837"/>
                  <a:pt x="12678245" y="85053"/>
                  <a:pt x="12673444" y="85053"/>
                </a:cubicBezTo>
                <a:close/>
                <a:moveTo>
                  <a:pt x="5508690" y="82858"/>
                </a:moveTo>
                <a:cubicBezTo>
                  <a:pt x="5503888" y="82858"/>
                  <a:pt x="5499087" y="84642"/>
                  <a:pt x="5495520" y="88208"/>
                </a:cubicBezTo>
                <a:cubicBezTo>
                  <a:pt x="5488386" y="95342"/>
                  <a:pt x="5488386" y="107414"/>
                  <a:pt x="5495520" y="114547"/>
                </a:cubicBezTo>
                <a:cubicBezTo>
                  <a:pt x="5502105" y="121132"/>
                  <a:pt x="5512532" y="121681"/>
                  <a:pt x="5520212" y="116193"/>
                </a:cubicBezTo>
                <a:lnTo>
                  <a:pt x="6066748" y="662728"/>
                </a:lnTo>
                <a:lnTo>
                  <a:pt x="6066748" y="1160425"/>
                </a:lnTo>
                <a:lnTo>
                  <a:pt x="6354830" y="1448508"/>
                </a:lnTo>
                <a:cubicBezTo>
                  <a:pt x="6349342" y="1455641"/>
                  <a:pt x="6349891" y="1466615"/>
                  <a:pt x="6356476" y="1473200"/>
                </a:cubicBezTo>
                <a:cubicBezTo>
                  <a:pt x="6363610" y="1480334"/>
                  <a:pt x="6375682" y="1480334"/>
                  <a:pt x="6382815" y="1473200"/>
                </a:cubicBezTo>
                <a:cubicBezTo>
                  <a:pt x="6389948" y="1466067"/>
                  <a:pt x="6389948" y="1453995"/>
                  <a:pt x="6382815" y="1446861"/>
                </a:cubicBezTo>
                <a:cubicBezTo>
                  <a:pt x="6376230" y="1440276"/>
                  <a:pt x="6365804" y="1439727"/>
                  <a:pt x="6358122" y="1445215"/>
                </a:cubicBezTo>
                <a:lnTo>
                  <a:pt x="6071686" y="1158779"/>
                </a:lnTo>
                <a:lnTo>
                  <a:pt x="6071686" y="661081"/>
                </a:lnTo>
                <a:lnTo>
                  <a:pt x="5523506" y="112902"/>
                </a:lnTo>
                <a:cubicBezTo>
                  <a:pt x="5528993" y="105768"/>
                  <a:pt x="5528444" y="94793"/>
                  <a:pt x="5521859" y="88208"/>
                </a:cubicBezTo>
                <a:cubicBezTo>
                  <a:pt x="5518293" y="84642"/>
                  <a:pt x="5513491" y="82858"/>
                  <a:pt x="5508690" y="82858"/>
                </a:cubicBezTo>
                <a:close/>
                <a:moveTo>
                  <a:pt x="13440567" y="68454"/>
                </a:moveTo>
                <a:cubicBezTo>
                  <a:pt x="13430142" y="68454"/>
                  <a:pt x="13421911" y="76685"/>
                  <a:pt x="13421911" y="87111"/>
                </a:cubicBezTo>
                <a:cubicBezTo>
                  <a:pt x="13421911" y="97536"/>
                  <a:pt x="13429044" y="104670"/>
                  <a:pt x="13438372" y="105768"/>
                </a:cubicBezTo>
                <a:lnTo>
                  <a:pt x="13438372" y="253924"/>
                </a:lnTo>
                <a:lnTo>
                  <a:pt x="13058652" y="633645"/>
                </a:lnTo>
                <a:lnTo>
                  <a:pt x="13058103" y="634194"/>
                </a:lnTo>
                <a:lnTo>
                  <a:pt x="12642716" y="634194"/>
                </a:lnTo>
                <a:lnTo>
                  <a:pt x="11792185" y="1484723"/>
                </a:lnTo>
                <a:lnTo>
                  <a:pt x="10808863" y="1484723"/>
                </a:lnTo>
                <a:lnTo>
                  <a:pt x="9714149" y="2579438"/>
                </a:lnTo>
                <a:lnTo>
                  <a:pt x="9713600" y="2579438"/>
                </a:lnTo>
                <a:lnTo>
                  <a:pt x="9713600" y="3027200"/>
                </a:lnTo>
                <a:lnTo>
                  <a:pt x="9267483" y="3473318"/>
                </a:lnTo>
                <a:lnTo>
                  <a:pt x="9040309" y="3473318"/>
                </a:lnTo>
                <a:lnTo>
                  <a:pt x="9040309" y="3478256"/>
                </a:lnTo>
                <a:lnTo>
                  <a:pt x="9269678" y="3478256"/>
                </a:lnTo>
                <a:lnTo>
                  <a:pt x="9717990" y="3029944"/>
                </a:lnTo>
                <a:lnTo>
                  <a:pt x="9718538" y="3029944"/>
                </a:lnTo>
                <a:lnTo>
                  <a:pt x="9718538" y="2582182"/>
                </a:lnTo>
                <a:lnTo>
                  <a:pt x="10811057" y="1489663"/>
                </a:lnTo>
                <a:lnTo>
                  <a:pt x="11794379" y="1489663"/>
                </a:lnTo>
                <a:lnTo>
                  <a:pt x="12644910" y="639132"/>
                </a:lnTo>
                <a:lnTo>
                  <a:pt x="13060298" y="639132"/>
                </a:lnTo>
                <a:lnTo>
                  <a:pt x="13442213" y="257217"/>
                </a:lnTo>
                <a:lnTo>
                  <a:pt x="13442762" y="257217"/>
                </a:lnTo>
                <a:lnTo>
                  <a:pt x="13442762" y="105768"/>
                </a:lnTo>
                <a:cubicBezTo>
                  <a:pt x="13452091" y="104670"/>
                  <a:pt x="13459225" y="96988"/>
                  <a:pt x="13459225" y="87111"/>
                </a:cubicBezTo>
                <a:cubicBezTo>
                  <a:pt x="13459225" y="77234"/>
                  <a:pt x="13450994" y="68454"/>
                  <a:pt x="13440567" y="68454"/>
                </a:cubicBezTo>
                <a:close/>
                <a:moveTo>
                  <a:pt x="3523593" y="66054"/>
                </a:moveTo>
                <a:cubicBezTo>
                  <a:pt x="3518724" y="65985"/>
                  <a:pt x="3513785" y="67631"/>
                  <a:pt x="3510218" y="71197"/>
                </a:cubicBezTo>
                <a:cubicBezTo>
                  <a:pt x="3503085" y="78331"/>
                  <a:pt x="3503085" y="90404"/>
                  <a:pt x="3510218" y="97536"/>
                </a:cubicBezTo>
                <a:cubicBezTo>
                  <a:pt x="3517352" y="104670"/>
                  <a:pt x="3527230" y="104670"/>
                  <a:pt x="3534912" y="99183"/>
                </a:cubicBezTo>
                <a:lnTo>
                  <a:pt x="3534363" y="99732"/>
                </a:lnTo>
                <a:lnTo>
                  <a:pt x="4713032" y="1278401"/>
                </a:lnTo>
                <a:lnTo>
                  <a:pt x="5114702" y="1278401"/>
                </a:lnTo>
                <a:lnTo>
                  <a:pt x="6142472" y="2306171"/>
                </a:lnTo>
                <a:lnTo>
                  <a:pt x="6142472" y="2360495"/>
                </a:lnTo>
                <a:lnTo>
                  <a:pt x="6719186" y="2937209"/>
                </a:lnTo>
                <a:lnTo>
                  <a:pt x="6719186" y="3015129"/>
                </a:lnTo>
                <a:cubicBezTo>
                  <a:pt x="6709858" y="3016226"/>
                  <a:pt x="6702724" y="3023908"/>
                  <a:pt x="6702724" y="3033785"/>
                </a:cubicBezTo>
                <a:cubicBezTo>
                  <a:pt x="6702724" y="3043663"/>
                  <a:pt x="6710955" y="3052442"/>
                  <a:pt x="6721381" y="3052442"/>
                </a:cubicBezTo>
                <a:cubicBezTo>
                  <a:pt x="6731806" y="3052442"/>
                  <a:pt x="6740038" y="3044212"/>
                  <a:pt x="6740038" y="3033785"/>
                </a:cubicBezTo>
                <a:cubicBezTo>
                  <a:pt x="6740038" y="3023359"/>
                  <a:pt x="6732904" y="3016226"/>
                  <a:pt x="6723576" y="3015129"/>
                </a:cubicBezTo>
                <a:lnTo>
                  <a:pt x="6723576" y="2935563"/>
                </a:lnTo>
                <a:lnTo>
                  <a:pt x="6146862" y="2358849"/>
                </a:lnTo>
                <a:lnTo>
                  <a:pt x="6146862" y="2304525"/>
                </a:lnTo>
                <a:lnTo>
                  <a:pt x="5116348" y="1274011"/>
                </a:lnTo>
                <a:lnTo>
                  <a:pt x="4714678" y="1274011"/>
                </a:lnTo>
                <a:lnTo>
                  <a:pt x="3538204" y="95891"/>
                </a:lnTo>
                <a:cubicBezTo>
                  <a:pt x="3543691" y="88757"/>
                  <a:pt x="3543142" y="77782"/>
                  <a:pt x="3536557" y="71197"/>
                </a:cubicBezTo>
                <a:cubicBezTo>
                  <a:pt x="3533264" y="67905"/>
                  <a:pt x="3528463" y="66122"/>
                  <a:pt x="3523593" y="66054"/>
                </a:cubicBezTo>
                <a:close/>
                <a:moveTo>
                  <a:pt x="12317867" y="62556"/>
                </a:moveTo>
                <a:cubicBezTo>
                  <a:pt x="12313066" y="62556"/>
                  <a:pt x="12308264" y="64339"/>
                  <a:pt x="12304698" y="67906"/>
                </a:cubicBezTo>
                <a:cubicBezTo>
                  <a:pt x="12298114" y="74490"/>
                  <a:pt x="12297564" y="84916"/>
                  <a:pt x="12303051" y="92598"/>
                </a:cubicBezTo>
                <a:lnTo>
                  <a:pt x="12047893" y="347757"/>
                </a:lnTo>
                <a:lnTo>
                  <a:pt x="12047344" y="347757"/>
                </a:lnTo>
                <a:lnTo>
                  <a:pt x="12047344" y="464636"/>
                </a:lnTo>
                <a:lnTo>
                  <a:pt x="11840474" y="671507"/>
                </a:lnTo>
                <a:lnTo>
                  <a:pt x="11451424" y="671507"/>
                </a:lnTo>
                <a:cubicBezTo>
                  <a:pt x="11450327" y="662179"/>
                  <a:pt x="11442645" y="655046"/>
                  <a:pt x="11432768" y="655046"/>
                </a:cubicBezTo>
                <a:cubicBezTo>
                  <a:pt x="11422890" y="655046"/>
                  <a:pt x="11414110" y="663276"/>
                  <a:pt x="11414110" y="673703"/>
                </a:cubicBezTo>
                <a:cubicBezTo>
                  <a:pt x="11414110" y="684128"/>
                  <a:pt x="11422341" y="692359"/>
                  <a:pt x="11432768" y="692359"/>
                </a:cubicBezTo>
                <a:cubicBezTo>
                  <a:pt x="11443193" y="692359"/>
                  <a:pt x="11450327" y="685226"/>
                  <a:pt x="11451424" y="675897"/>
                </a:cubicBezTo>
                <a:lnTo>
                  <a:pt x="11843217" y="675897"/>
                </a:lnTo>
                <a:lnTo>
                  <a:pt x="12051735" y="466832"/>
                </a:lnTo>
                <a:lnTo>
                  <a:pt x="12052282" y="466832"/>
                </a:lnTo>
                <a:lnTo>
                  <a:pt x="12052282" y="349952"/>
                </a:lnTo>
                <a:lnTo>
                  <a:pt x="12306344" y="95891"/>
                </a:lnTo>
                <a:cubicBezTo>
                  <a:pt x="12313478" y="101377"/>
                  <a:pt x="12324453" y="100829"/>
                  <a:pt x="12331037" y="94245"/>
                </a:cubicBezTo>
                <a:cubicBezTo>
                  <a:pt x="12338171" y="87111"/>
                  <a:pt x="12338171" y="75038"/>
                  <a:pt x="12331037" y="67906"/>
                </a:cubicBezTo>
                <a:cubicBezTo>
                  <a:pt x="12327470" y="64339"/>
                  <a:pt x="12322669" y="62556"/>
                  <a:pt x="12317867" y="62556"/>
                </a:cubicBezTo>
                <a:close/>
                <a:moveTo>
                  <a:pt x="2080437" y="62212"/>
                </a:moveTo>
                <a:cubicBezTo>
                  <a:pt x="2075567" y="62144"/>
                  <a:pt x="2070628" y="63790"/>
                  <a:pt x="2067062" y="67356"/>
                </a:cubicBezTo>
                <a:cubicBezTo>
                  <a:pt x="2059928" y="74490"/>
                  <a:pt x="2059928" y="86563"/>
                  <a:pt x="2067062" y="93695"/>
                </a:cubicBezTo>
                <a:cubicBezTo>
                  <a:pt x="2070355" y="96988"/>
                  <a:pt x="2074607" y="98771"/>
                  <a:pt x="2078997" y="99045"/>
                </a:cubicBezTo>
                <a:lnTo>
                  <a:pt x="2091754" y="95342"/>
                </a:lnTo>
                <a:lnTo>
                  <a:pt x="2091205" y="94793"/>
                </a:lnTo>
                <a:lnTo>
                  <a:pt x="2091754" y="95342"/>
                </a:lnTo>
                <a:lnTo>
                  <a:pt x="2091754" y="95342"/>
                </a:lnTo>
                <a:lnTo>
                  <a:pt x="2475316" y="478903"/>
                </a:lnTo>
                <a:lnTo>
                  <a:pt x="2979049" y="478903"/>
                </a:lnTo>
                <a:lnTo>
                  <a:pt x="3953592" y="1453446"/>
                </a:lnTo>
                <a:lnTo>
                  <a:pt x="4179668" y="1453446"/>
                </a:lnTo>
                <a:lnTo>
                  <a:pt x="4465556" y="1739334"/>
                </a:lnTo>
                <a:lnTo>
                  <a:pt x="4727848" y="1739334"/>
                </a:lnTo>
                <a:cubicBezTo>
                  <a:pt x="4728946" y="1748662"/>
                  <a:pt x="4736628" y="1755795"/>
                  <a:pt x="4746505" y="1755795"/>
                </a:cubicBezTo>
                <a:cubicBezTo>
                  <a:pt x="4756382" y="1755795"/>
                  <a:pt x="4765162" y="1747565"/>
                  <a:pt x="4765162" y="1737139"/>
                </a:cubicBezTo>
                <a:cubicBezTo>
                  <a:pt x="4765162" y="1726714"/>
                  <a:pt x="4756932" y="1718482"/>
                  <a:pt x="4746505" y="1718482"/>
                </a:cubicBezTo>
                <a:cubicBezTo>
                  <a:pt x="4736079" y="1718482"/>
                  <a:pt x="4728946" y="1725615"/>
                  <a:pt x="4727848" y="1734944"/>
                </a:cubicBezTo>
                <a:lnTo>
                  <a:pt x="4467751" y="1734944"/>
                </a:lnTo>
                <a:lnTo>
                  <a:pt x="4181863" y="1449057"/>
                </a:lnTo>
                <a:lnTo>
                  <a:pt x="3955787" y="1449057"/>
                </a:lnTo>
                <a:lnTo>
                  <a:pt x="2981244" y="474514"/>
                </a:lnTo>
                <a:lnTo>
                  <a:pt x="2477511" y="474514"/>
                </a:lnTo>
                <a:lnTo>
                  <a:pt x="2095046" y="92049"/>
                </a:lnTo>
                <a:cubicBezTo>
                  <a:pt x="2100534" y="84916"/>
                  <a:pt x="2099985" y="73941"/>
                  <a:pt x="2093401" y="67356"/>
                </a:cubicBezTo>
                <a:cubicBezTo>
                  <a:pt x="2090108" y="64064"/>
                  <a:pt x="2085307" y="62281"/>
                  <a:pt x="2080437" y="62212"/>
                </a:cubicBezTo>
                <a:close/>
                <a:moveTo>
                  <a:pt x="3829579" y="60360"/>
                </a:moveTo>
                <a:cubicBezTo>
                  <a:pt x="3824777" y="60360"/>
                  <a:pt x="3819976" y="62144"/>
                  <a:pt x="3816410" y="65710"/>
                </a:cubicBezTo>
                <a:cubicBezTo>
                  <a:pt x="3809276" y="72844"/>
                  <a:pt x="3809276" y="84916"/>
                  <a:pt x="3816410" y="92049"/>
                </a:cubicBezTo>
                <a:cubicBezTo>
                  <a:pt x="3823542" y="99183"/>
                  <a:pt x="3833420" y="99183"/>
                  <a:pt x="3841102" y="93695"/>
                </a:cubicBezTo>
                <a:lnTo>
                  <a:pt x="4375564" y="628158"/>
                </a:lnTo>
                <a:cubicBezTo>
                  <a:pt x="4370077" y="635291"/>
                  <a:pt x="4370626" y="646265"/>
                  <a:pt x="4377210" y="652850"/>
                </a:cubicBezTo>
                <a:cubicBezTo>
                  <a:pt x="4384344" y="659984"/>
                  <a:pt x="4396416" y="659984"/>
                  <a:pt x="4403550" y="652850"/>
                </a:cubicBezTo>
                <a:cubicBezTo>
                  <a:pt x="4410684" y="645717"/>
                  <a:pt x="4410684" y="633645"/>
                  <a:pt x="4403550" y="626511"/>
                </a:cubicBezTo>
                <a:cubicBezTo>
                  <a:pt x="4396416" y="619378"/>
                  <a:pt x="4386538" y="619378"/>
                  <a:pt x="4378856" y="624866"/>
                </a:cubicBezTo>
                <a:lnTo>
                  <a:pt x="3844394" y="90404"/>
                </a:lnTo>
                <a:cubicBezTo>
                  <a:pt x="3849882" y="83270"/>
                  <a:pt x="3849333" y="72295"/>
                  <a:pt x="3842748" y="65710"/>
                </a:cubicBezTo>
                <a:cubicBezTo>
                  <a:pt x="3839182" y="62144"/>
                  <a:pt x="3834380" y="60360"/>
                  <a:pt x="3829579" y="60360"/>
                </a:cubicBezTo>
                <a:close/>
                <a:moveTo>
                  <a:pt x="6405312" y="58715"/>
                </a:moveTo>
                <a:cubicBezTo>
                  <a:pt x="6400511" y="58714"/>
                  <a:pt x="6395710" y="60498"/>
                  <a:pt x="6392143" y="64065"/>
                </a:cubicBezTo>
                <a:cubicBezTo>
                  <a:pt x="6385010" y="71197"/>
                  <a:pt x="6385010" y="83270"/>
                  <a:pt x="6392143" y="90404"/>
                </a:cubicBezTo>
                <a:cubicBezTo>
                  <a:pt x="6398728" y="96988"/>
                  <a:pt x="6409154" y="97536"/>
                  <a:pt x="6416836" y="92049"/>
                </a:cubicBezTo>
                <a:lnTo>
                  <a:pt x="6647852" y="323064"/>
                </a:lnTo>
                <a:lnTo>
                  <a:pt x="6647852" y="1283889"/>
                </a:lnTo>
                <a:lnTo>
                  <a:pt x="7273951" y="1909988"/>
                </a:lnTo>
                <a:lnTo>
                  <a:pt x="7273951" y="3239559"/>
                </a:lnTo>
                <a:lnTo>
                  <a:pt x="7278890" y="3239559"/>
                </a:lnTo>
                <a:lnTo>
                  <a:pt x="7278890" y="1907794"/>
                </a:lnTo>
                <a:lnTo>
                  <a:pt x="6652789" y="1281694"/>
                </a:lnTo>
                <a:lnTo>
                  <a:pt x="6652789" y="321418"/>
                </a:lnTo>
                <a:lnTo>
                  <a:pt x="6420129" y="88757"/>
                </a:lnTo>
                <a:cubicBezTo>
                  <a:pt x="6425616" y="81623"/>
                  <a:pt x="6425067" y="70649"/>
                  <a:pt x="6418482" y="64065"/>
                </a:cubicBezTo>
                <a:cubicBezTo>
                  <a:pt x="6414915" y="60498"/>
                  <a:pt x="6410114" y="58714"/>
                  <a:pt x="6405312" y="58715"/>
                </a:cubicBezTo>
                <a:close/>
                <a:moveTo>
                  <a:pt x="9445271" y="55422"/>
                </a:moveTo>
                <a:cubicBezTo>
                  <a:pt x="9440470" y="55422"/>
                  <a:pt x="9435668" y="57205"/>
                  <a:pt x="9432102" y="60772"/>
                </a:cubicBezTo>
                <a:cubicBezTo>
                  <a:pt x="9425517" y="67356"/>
                  <a:pt x="9424968" y="77782"/>
                  <a:pt x="9430456" y="85464"/>
                </a:cubicBezTo>
                <a:lnTo>
                  <a:pt x="8428477" y="1087444"/>
                </a:lnTo>
                <a:lnTo>
                  <a:pt x="8427928" y="1087444"/>
                </a:lnTo>
                <a:lnTo>
                  <a:pt x="8427928" y="2614007"/>
                </a:lnTo>
                <a:lnTo>
                  <a:pt x="8206241" y="2835694"/>
                </a:lnTo>
                <a:lnTo>
                  <a:pt x="8205692" y="2835694"/>
                </a:lnTo>
                <a:lnTo>
                  <a:pt x="8205144" y="2836243"/>
                </a:lnTo>
                <a:lnTo>
                  <a:pt x="8205144" y="3230230"/>
                </a:lnTo>
                <a:lnTo>
                  <a:pt x="8210082" y="3230230"/>
                </a:lnTo>
                <a:lnTo>
                  <a:pt x="8210082" y="2837889"/>
                </a:lnTo>
                <a:lnTo>
                  <a:pt x="8431769" y="2616203"/>
                </a:lnTo>
                <a:lnTo>
                  <a:pt x="8432317" y="2616203"/>
                </a:lnTo>
                <a:lnTo>
                  <a:pt x="8432317" y="1090187"/>
                </a:lnTo>
                <a:lnTo>
                  <a:pt x="9433748" y="88757"/>
                </a:lnTo>
                <a:cubicBezTo>
                  <a:pt x="9440882" y="94245"/>
                  <a:pt x="9451856" y="93695"/>
                  <a:pt x="9458441" y="87111"/>
                </a:cubicBezTo>
                <a:cubicBezTo>
                  <a:pt x="9465574" y="79978"/>
                  <a:pt x="9465574" y="67906"/>
                  <a:pt x="9458441" y="60772"/>
                </a:cubicBezTo>
                <a:cubicBezTo>
                  <a:pt x="9454874" y="57205"/>
                  <a:pt x="9450072" y="55422"/>
                  <a:pt x="9445271" y="55422"/>
                </a:cubicBezTo>
                <a:close/>
                <a:moveTo>
                  <a:pt x="7811705" y="51581"/>
                </a:moveTo>
                <a:cubicBezTo>
                  <a:pt x="7806904" y="51581"/>
                  <a:pt x="7802103" y="53364"/>
                  <a:pt x="7798536" y="56931"/>
                </a:cubicBezTo>
                <a:cubicBezTo>
                  <a:pt x="7791952" y="63515"/>
                  <a:pt x="7791402" y="73941"/>
                  <a:pt x="7796889" y="81623"/>
                </a:cubicBezTo>
                <a:lnTo>
                  <a:pt x="7438570" y="439943"/>
                </a:lnTo>
                <a:lnTo>
                  <a:pt x="7438570" y="843260"/>
                </a:lnTo>
                <a:lnTo>
                  <a:pt x="7533499" y="938190"/>
                </a:lnTo>
                <a:cubicBezTo>
                  <a:pt x="7528012" y="945323"/>
                  <a:pt x="7528562" y="956298"/>
                  <a:pt x="7535146" y="962882"/>
                </a:cubicBezTo>
                <a:lnTo>
                  <a:pt x="7534597" y="962882"/>
                </a:lnTo>
                <a:cubicBezTo>
                  <a:pt x="7541731" y="970015"/>
                  <a:pt x="7553802" y="970015"/>
                  <a:pt x="7560936" y="962882"/>
                </a:cubicBezTo>
                <a:cubicBezTo>
                  <a:pt x="7568070" y="955749"/>
                  <a:pt x="7568070" y="943676"/>
                  <a:pt x="7560936" y="936544"/>
                </a:cubicBezTo>
                <a:cubicBezTo>
                  <a:pt x="7554351" y="929959"/>
                  <a:pt x="7543925" y="929410"/>
                  <a:pt x="7536243" y="934897"/>
                </a:cubicBezTo>
                <a:lnTo>
                  <a:pt x="7442959" y="841613"/>
                </a:lnTo>
                <a:lnTo>
                  <a:pt x="7442959" y="442138"/>
                </a:lnTo>
                <a:lnTo>
                  <a:pt x="7800182" y="84916"/>
                </a:lnTo>
                <a:cubicBezTo>
                  <a:pt x="7807315" y="90404"/>
                  <a:pt x="7818290" y="89854"/>
                  <a:pt x="7824874" y="83270"/>
                </a:cubicBezTo>
                <a:cubicBezTo>
                  <a:pt x="7832008" y="76137"/>
                  <a:pt x="7832008" y="64065"/>
                  <a:pt x="7824874" y="56931"/>
                </a:cubicBezTo>
                <a:cubicBezTo>
                  <a:pt x="7821307" y="53364"/>
                  <a:pt x="7816506" y="51581"/>
                  <a:pt x="7811705" y="51581"/>
                </a:cubicBezTo>
                <a:close/>
                <a:moveTo>
                  <a:pt x="10497734" y="48837"/>
                </a:moveTo>
                <a:cubicBezTo>
                  <a:pt x="10492932" y="48837"/>
                  <a:pt x="10488131" y="50620"/>
                  <a:pt x="10484564" y="54187"/>
                </a:cubicBezTo>
                <a:cubicBezTo>
                  <a:pt x="10477979" y="60772"/>
                  <a:pt x="10477430" y="71197"/>
                  <a:pt x="10482918" y="78879"/>
                </a:cubicBezTo>
                <a:lnTo>
                  <a:pt x="10090028" y="471770"/>
                </a:lnTo>
                <a:lnTo>
                  <a:pt x="10089479" y="471770"/>
                </a:lnTo>
                <a:lnTo>
                  <a:pt x="10089479" y="839419"/>
                </a:lnTo>
                <a:lnTo>
                  <a:pt x="9924312" y="1004586"/>
                </a:lnTo>
                <a:cubicBezTo>
                  <a:pt x="9917178" y="999098"/>
                  <a:pt x="9906204" y="999647"/>
                  <a:pt x="9899619" y="1006232"/>
                </a:cubicBezTo>
                <a:cubicBezTo>
                  <a:pt x="9892485" y="1013366"/>
                  <a:pt x="9892485" y="1025437"/>
                  <a:pt x="9899619" y="1032571"/>
                </a:cubicBezTo>
                <a:cubicBezTo>
                  <a:pt x="9906752" y="1039704"/>
                  <a:pt x="9918824" y="1039704"/>
                  <a:pt x="9925958" y="1032571"/>
                </a:cubicBezTo>
                <a:cubicBezTo>
                  <a:pt x="9932543" y="1025986"/>
                  <a:pt x="9933091" y="1015561"/>
                  <a:pt x="9927604" y="1007879"/>
                </a:cubicBezTo>
                <a:lnTo>
                  <a:pt x="10093869" y="841613"/>
                </a:lnTo>
                <a:lnTo>
                  <a:pt x="10094418" y="841613"/>
                </a:lnTo>
                <a:lnTo>
                  <a:pt x="10094418" y="473965"/>
                </a:lnTo>
                <a:lnTo>
                  <a:pt x="10486210" y="82172"/>
                </a:lnTo>
                <a:cubicBezTo>
                  <a:pt x="10493344" y="87660"/>
                  <a:pt x="10504318" y="87111"/>
                  <a:pt x="10510903" y="80526"/>
                </a:cubicBezTo>
                <a:cubicBezTo>
                  <a:pt x="10518036" y="73393"/>
                  <a:pt x="10518036" y="61321"/>
                  <a:pt x="10510903" y="54187"/>
                </a:cubicBezTo>
                <a:cubicBezTo>
                  <a:pt x="10507336" y="50620"/>
                  <a:pt x="10502535" y="48837"/>
                  <a:pt x="10497734" y="48837"/>
                </a:cubicBezTo>
                <a:close/>
                <a:moveTo>
                  <a:pt x="7029971" y="45202"/>
                </a:moveTo>
                <a:cubicBezTo>
                  <a:pt x="7025102" y="45133"/>
                  <a:pt x="7020163" y="46779"/>
                  <a:pt x="7016596" y="50346"/>
                </a:cubicBezTo>
                <a:cubicBezTo>
                  <a:pt x="7009463" y="57480"/>
                  <a:pt x="7009463" y="69551"/>
                  <a:pt x="7016596" y="76685"/>
                </a:cubicBezTo>
                <a:cubicBezTo>
                  <a:pt x="7019889" y="79978"/>
                  <a:pt x="7024142" y="81761"/>
                  <a:pt x="7028532" y="82035"/>
                </a:cubicBezTo>
                <a:lnTo>
                  <a:pt x="7040865" y="78454"/>
                </a:lnTo>
                <a:lnTo>
                  <a:pt x="7040742" y="78331"/>
                </a:lnTo>
                <a:lnTo>
                  <a:pt x="7041290" y="78331"/>
                </a:lnTo>
                <a:lnTo>
                  <a:pt x="7040865" y="78454"/>
                </a:lnTo>
                <a:lnTo>
                  <a:pt x="7268464" y="306054"/>
                </a:lnTo>
                <a:lnTo>
                  <a:pt x="7268464" y="1389793"/>
                </a:lnTo>
                <a:lnTo>
                  <a:pt x="7506612" y="1627942"/>
                </a:lnTo>
                <a:lnTo>
                  <a:pt x="7506612" y="3202245"/>
                </a:lnTo>
                <a:lnTo>
                  <a:pt x="7511550" y="3202245"/>
                </a:lnTo>
                <a:lnTo>
                  <a:pt x="7511550" y="1625747"/>
                </a:lnTo>
                <a:lnTo>
                  <a:pt x="7273402" y="1387598"/>
                </a:lnTo>
                <a:lnTo>
                  <a:pt x="7273402" y="303859"/>
                </a:lnTo>
                <a:lnTo>
                  <a:pt x="7044582" y="75038"/>
                </a:lnTo>
                <a:cubicBezTo>
                  <a:pt x="7050070" y="67906"/>
                  <a:pt x="7049520" y="56931"/>
                  <a:pt x="7042936" y="50346"/>
                </a:cubicBezTo>
                <a:cubicBezTo>
                  <a:pt x="7039643" y="47054"/>
                  <a:pt x="7034841" y="45270"/>
                  <a:pt x="7029971" y="45202"/>
                </a:cubicBezTo>
                <a:close/>
                <a:moveTo>
                  <a:pt x="4452386" y="43350"/>
                </a:moveTo>
                <a:cubicBezTo>
                  <a:pt x="4447585" y="43350"/>
                  <a:pt x="4442783" y="45133"/>
                  <a:pt x="4439216" y="48699"/>
                </a:cubicBezTo>
                <a:cubicBezTo>
                  <a:pt x="4432083" y="55833"/>
                  <a:pt x="4432083" y="67906"/>
                  <a:pt x="4439216" y="75038"/>
                </a:cubicBezTo>
                <a:cubicBezTo>
                  <a:pt x="4445802" y="81623"/>
                  <a:pt x="4456228" y="82172"/>
                  <a:pt x="4463910" y="76685"/>
                </a:cubicBezTo>
                <a:lnTo>
                  <a:pt x="4464458" y="77234"/>
                </a:lnTo>
                <a:lnTo>
                  <a:pt x="4608774" y="221549"/>
                </a:lnTo>
                <a:lnTo>
                  <a:pt x="4608774" y="447626"/>
                </a:lnTo>
                <a:lnTo>
                  <a:pt x="5077938" y="916789"/>
                </a:lnTo>
                <a:lnTo>
                  <a:pt x="5077938" y="1060007"/>
                </a:lnTo>
                <a:cubicBezTo>
                  <a:pt x="5068610" y="1061105"/>
                  <a:pt x="5061476" y="1068787"/>
                  <a:pt x="5061476" y="1078664"/>
                </a:cubicBezTo>
                <a:cubicBezTo>
                  <a:pt x="5061476" y="1088541"/>
                  <a:pt x="5069706" y="1097321"/>
                  <a:pt x="5080132" y="1097321"/>
                </a:cubicBezTo>
                <a:cubicBezTo>
                  <a:pt x="5090558" y="1097321"/>
                  <a:pt x="5098790" y="1089090"/>
                  <a:pt x="5098790" y="1078664"/>
                </a:cubicBezTo>
                <a:cubicBezTo>
                  <a:pt x="5098790" y="1068239"/>
                  <a:pt x="5091656" y="1061105"/>
                  <a:pt x="5082327" y="1060007"/>
                </a:cubicBezTo>
                <a:lnTo>
                  <a:pt x="5082327" y="914594"/>
                </a:lnTo>
                <a:lnTo>
                  <a:pt x="4613164" y="445431"/>
                </a:lnTo>
                <a:lnTo>
                  <a:pt x="4613164" y="219355"/>
                </a:lnTo>
                <a:lnTo>
                  <a:pt x="4467202" y="73393"/>
                </a:lnTo>
                <a:cubicBezTo>
                  <a:pt x="4472689" y="66259"/>
                  <a:pt x="4472140" y="55284"/>
                  <a:pt x="4465556" y="48699"/>
                </a:cubicBezTo>
                <a:cubicBezTo>
                  <a:pt x="4461989" y="45133"/>
                  <a:pt x="4457188" y="43350"/>
                  <a:pt x="4452386" y="43350"/>
                </a:cubicBezTo>
                <a:close/>
                <a:moveTo>
                  <a:pt x="11888213" y="29083"/>
                </a:moveTo>
                <a:cubicBezTo>
                  <a:pt x="11883411" y="29083"/>
                  <a:pt x="11878610" y="30866"/>
                  <a:pt x="11875043" y="34433"/>
                </a:cubicBezTo>
                <a:cubicBezTo>
                  <a:pt x="11868458" y="41017"/>
                  <a:pt x="11867910" y="51443"/>
                  <a:pt x="11873397" y="59125"/>
                </a:cubicBezTo>
                <a:lnTo>
                  <a:pt x="11618239" y="314285"/>
                </a:lnTo>
                <a:lnTo>
                  <a:pt x="11617689" y="314285"/>
                </a:lnTo>
                <a:lnTo>
                  <a:pt x="11617689" y="416897"/>
                </a:lnTo>
                <a:lnTo>
                  <a:pt x="11462948" y="571638"/>
                </a:lnTo>
                <a:lnTo>
                  <a:pt x="11376249" y="571638"/>
                </a:lnTo>
                <a:lnTo>
                  <a:pt x="11279124" y="668763"/>
                </a:lnTo>
                <a:lnTo>
                  <a:pt x="11279671" y="668215"/>
                </a:lnTo>
                <a:cubicBezTo>
                  <a:pt x="11272540" y="662728"/>
                  <a:pt x="11261565" y="663276"/>
                  <a:pt x="11254979" y="669861"/>
                </a:cubicBezTo>
                <a:cubicBezTo>
                  <a:pt x="11247846" y="676995"/>
                  <a:pt x="11247846" y="689067"/>
                  <a:pt x="11254979" y="696200"/>
                </a:cubicBezTo>
                <a:cubicBezTo>
                  <a:pt x="11262113" y="703334"/>
                  <a:pt x="11274184" y="703334"/>
                  <a:pt x="11281318" y="696200"/>
                </a:cubicBezTo>
                <a:cubicBezTo>
                  <a:pt x="11287903" y="689615"/>
                  <a:pt x="11288452" y="679189"/>
                  <a:pt x="11282965" y="671507"/>
                </a:cubicBezTo>
                <a:lnTo>
                  <a:pt x="11378443" y="576029"/>
                </a:lnTo>
                <a:lnTo>
                  <a:pt x="11465142" y="576029"/>
                </a:lnTo>
                <a:lnTo>
                  <a:pt x="11622079" y="419092"/>
                </a:lnTo>
                <a:lnTo>
                  <a:pt x="11622628" y="419092"/>
                </a:lnTo>
                <a:lnTo>
                  <a:pt x="11622628" y="316480"/>
                </a:lnTo>
                <a:lnTo>
                  <a:pt x="11876689" y="62418"/>
                </a:lnTo>
                <a:cubicBezTo>
                  <a:pt x="11883823" y="67906"/>
                  <a:pt x="11894797" y="67356"/>
                  <a:pt x="11901382" y="60772"/>
                </a:cubicBezTo>
                <a:cubicBezTo>
                  <a:pt x="11908516" y="53639"/>
                  <a:pt x="11908516" y="41567"/>
                  <a:pt x="11901382" y="34433"/>
                </a:cubicBezTo>
                <a:cubicBezTo>
                  <a:pt x="11897815" y="30866"/>
                  <a:pt x="11893014" y="29083"/>
                  <a:pt x="11888213" y="29083"/>
                </a:cubicBezTo>
                <a:close/>
                <a:moveTo>
                  <a:pt x="14013990" y="19754"/>
                </a:moveTo>
                <a:cubicBezTo>
                  <a:pt x="14009188" y="19754"/>
                  <a:pt x="14004386" y="21538"/>
                  <a:pt x="14000819" y="25104"/>
                </a:cubicBezTo>
                <a:cubicBezTo>
                  <a:pt x="13994235" y="31689"/>
                  <a:pt x="13993686" y="42115"/>
                  <a:pt x="13999173" y="49797"/>
                </a:cubicBezTo>
                <a:lnTo>
                  <a:pt x="13179921" y="869050"/>
                </a:lnTo>
                <a:lnTo>
                  <a:pt x="12643813" y="869050"/>
                </a:lnTo>
                <a:lnTo>
                  <a:pt x="12374935" y="1137927"/>
                </a:lnTo>
                <a:lnTo>
                  <a:pt x="12374386" y="1137927"/>
                </a:lnTo>
                <a:lnTo>
                  <a:pt x="12374386" y="1230662"/>
                </a:lnTo>
                <a:lnTo>
                  <a:pt x="11985338" y="1619711"/>
                </a:lnTo>
                <a:lnTo>
                  <a:pt x="10850018" y="1619711"/>
                </a:lnTo>
                <a:lnTo>
                  <a:pt x="10752892" y="1716836"/>
                </a:lnTo>
                <a:cubicBezTo>
                  <a:pt x="10745759" y="1711348"/>
                  <a:pt x="10734784" y="1711898"/>
                  <a:pt x="10728200" y="1718482"/>
                </a:cubicBezTo>
                <a:cubicBezTo>
                  <a:pt x="10721066" y="1725615"/>
                  <a:pt x="10721066" y="1737688"/>
                  <a:pt x="10728200" y="1744821"/>
                </a:cubicBezTo>
                <a:cubicBezTo>
                  <a:pt x="10735333" y="1751954"/>
                  <a:pt x="10747406" y="1751954"/>
                  <a:pt x="10754538" y="1744821"/>
                </a:cubicBezTo>
                <a:cubicBezTo>
                  <a:pt x="10761123" y="1738237"/>
                  <a:pt x="10761672" y="1727811"/>
                  <a:pt x="10756185" y="1720128"/>
                </a:cubicBezTo>
                <a:lnTo>
                  <a:pt x="10851663" y="1624649"/>
                </a:lnTo>
                <a:lnTo>
                  <a:pt x="11986984" y="1624649"/>
                </a:lnTo>
                <a:lnTo>
                  <a:pt x="12378228" y="1233405"/>
                </a:lnTo>
                <a:lnTo>
                  <a:pt x="12378776" y="1233405"/>
                </a:lnTo>
                <a:lnTo>
                  <a:pt x="12378776" y="1140671"/>
                </a:lnTo>
                <a:lnTo>
                  <a:pt x="12645459" y="873988"/>
                </a:lnTo>
                <a:lnTo>
                  <a:pt x="13181567" y="873988"/>
                </a:lnTo>
                <a:lnTo>
                  <a:pt x="14002466" y="53090"/>
                </a:lnTo>
                <a:cubicBezTo>
                  <a:pt x="14009598" y="58577"/>
                  <a:pt x="14020573" y="58028"/>
                  <a:pt x="14027159" y="51443"/>
                </a:cubicBezTo>
                <a:cubicBezTo>
                  <a:pt x="14034292" y="44310"/>
                  <a:pt x="14034292" y="32238"/>
                  <a:pt x="14027159" y="25104"/>
                </a:cubicBezTo>
                <a:cubicBezTo>
                  <a:pt x="14023592" y="21538"/>
                  <a:pt x="14018791" y="19754"/>
                  <a:pt x="14013990" y="19754"/>
                </a:cubicBezTo>
                <a:close/>
                <a:moveTo>
                  <a:pt x="15502142" y="0"/>
                </a:moveTo>
                <a:cubicBezTo>
                  <a:pt x="15497341" y="0"/>
                  <a:pt x="15492539" y="1784"/>
                  <a:pt x="15488973" y="5350"/>
                </a:cubicBezTo>
                <a:cubicBezTo>
                  <a:pt x="15482388" y="11935"/>
                  <a:pt x="15481838" y="22360"/>
                  <a:pt x="15487326" y="30043"/>
                </a:cubicBezTo>
                <a:lnTo>
                  <a:pt x="15189365" y="328003"/>
                </a:lnTo>
                <a:lnTo>
                  <a:pt x="14634602" y="328003"/>
                </a:lnTo>
                <a:lnTo>
                  <a:pt x="13882293" y="1080311"/>
                </a:lnTo>
                <a:lnTo>
                  <a:pt x="12793067" y="1080311"/>
                </a:lnTo>
                <a:lnTo>
                  <a:pt x="12792519" y="1080859"/>
                </a:lnTo>
                <a:cubicBezTo>
                  <a:pt x="12791420" y="1071530"/>
                  <a:pt x="12783739" y="1064397"/>
                  <a:pt x="12773861" y="1064397"/>
                </a:cubicBezTo>
                <a:cubicBezTo>
                  <a:pt x="12763984" y="1064397"/>
                  <a:pt x="12755204" y="1072628"/>
                  <a:pt x="12755204" y="1083053"/>
                </a:cubicBezTo>
                <a:cubicBezTo>
                  <a:pt x="12755204" y="1093480"/>
                  <a:pt x="12763436" y="1101710"/>
                  <a:pt x="12773861" y="1101710"/>
                </a:cubicBezTo>
                <a:cubicBezTo>
                  <a:pt x="12784287" y="1101710"/>
                  <a:pt x="12791420" y="1094577"/>
                  <a:pt x="12792519" y="1085249"/>
                </a:cubicBezTo>
                <a:lnTo>
                  <a:pt x="13883940" y="1085249"/>
                </a:lnTo>
                <a:lnTo>
                  <a:pt x="14636248" y="332941"/>
                </a:lnTo>
                <a:lnTo>
                  <a:pt x="15191012" y="332941"/>
                </a:lnTo>
                <a:lnTo>
                  <a:pt x="15490618" y="33335"/>
                </a:lnTo>
                <a:cubicBezTo>
                  <a:pt x="15497753" y="38823"/>
                  <a:pt x="15508727" y="38274"/>
                  <a:pt x="15515312" y="31689"/>
                </a:cubicBezTo>
                <a:cubicBezTo>
                  <a:pt x="15522445" y="24556"/>
                  <a:pt x="15522445" y="12484"/>
                  <a:pt x="15515312" y="5350"/>
                </a:cubicBezTo>
                <a:cubicBezTo>
                  <a:pt x="15511745" y="1784"/>
                  <a:pt x="15506943" y="0"/>
                  <a:pt x="15502142" y="0"/>
                </a:cubicBezTo>
                <a:close/>
              </a:path>
            </a:pathLst>
          </a:custGeom>
          <a:noFill/>
          <a:ln w="5741" cap="flat">
            <a:gradFill flip="none" rotWithShape="1">
              <a:gsLst>
                <a:gs pos="11000">
                  <a:srgbClr val="C8C9C7"/>
                </a:gs>
                <a:gs pos="77000">
                  <a:srgbClr val="EEEEEE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  <a:miter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AAF676-AFD6-F935-DC5C-BE0E576EEE8B}"/>
              </a:ext>
            </a:extLst>
          </p:cNvPr>
          <p:cNvSpPr>
            <a:spLocks/>
          </p:cNvSpPr>
          <p:nvPr userDrawn="1"/>
        </p:nvSpPr>
        <p:spPr>
          <a:xfrm>
            <a:off x="-13462" y="0"/>
            <a:ext cx="12195827" cy="6868799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57000">
                <a:schemeClr val="tx2">
                  <a:alpha val="85000"/>
                </a:schemeClr>
              </a:gs>
              <a:gs pos="100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gradFill>
              <a:gsLst>
                <a:gs pos="0">
                  <a:schemeClr val="tx2">
                    <a:alpha val="0"/>
                  </a:schemeClr>
                </a:gs>
                <a:gs pos="100000">
                  <a:schemeClr val="tx2">
                    <a:alpha val="0"/>
                  </a:schemeClr>
                </a:gs>
              </a:gsLst>
              <a:lin ang="5400000" scaled="1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3633F6F-1D37-E754-8B3B-D41B31B7BC6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  <a:effectLst/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0EAC086C-A14D-F0CB-58B4-9705F782A631}"/>
              </a:ext>
            </a:extLst>
          </p:cNvPr>
          <p:cNvGrpSpPr/>
          <p:nvPr userDrawn="1"/>
        </p:nvGrpSpPr>
        <p:grpSpPr>
          <a:xfrm rot="5400000">
            <a:off x="2658156" y="-2663774"/>
            <a:ext cx="6870270" cy="12189478"/>
            <a:chOff x="-1303" y="1856"/>
            <a:chExt cx="12197128" cy="6866558"/>
          </a:xfrm>
          <a:effectLst/>
        </p:grpSpPr>
        <p:sp>
          <p:nvSpPr>
            <p:cNvPr id="9" name="gradient">
              <a:extLst>
                <a:ext uri="{FF2B5EF4-FFF2-40B4-BE49-F238E27FC236}">
                  <a16:creationId xmlns:a16="http://schemas.microsoft.com/office/drawing/2014/main" id="{C0D52BE1-F1A5-F75D-6DE0-0482AF2097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/>
            </p:cNvSpPr>
            <p:nvPr/>
          </p:nvSpPr>
          <p:spPr>
            <a:xfrm flipV="1">
              <a:off x="2722" y="1856"/>
              <a:ext cx="12193103" cy="1420544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20000"/>
                    <a:lumOff val="80000"/>
                    <a:alpha val="0"/>
                  </a:schemeClr>
                </a:gs>
                <a:gs pos="100000">
                  <a:schemeClr val="bg1">
                    <a:lumMod val="60000"/>
                    <a:lumOff val="40000"/>
                    <a:alpha val="9000"/>
                  </a:scheme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gradient">
              <a:extLst>
                <a:ext uri="{FF2B5EF4-FFF2-40B4-BE49-F238E27FC236}">
                  <a16:creationId xmlns:a16="http://schemas.microsoft.com/office/drawing/2014/main" id="{67C5B679-0067-7CDD-B48A-1330C6A86F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/>
            </p:cNvSpPr>
            <p:nvPr/>
          </p:nvSpPr>
          <p:spPr>
            <a:xfrm rot="10800000" flipV="1">
              <a:off x="-1303" y="5447870"/>
              <a:ext cx="12193103" cy="1420544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20000"/>
                    <a:lumOff val="80000"/>
                    <a:alpha val="0"/>
                  </a:schemeClr>
                </a:gs>
                <a:gs pos="100000">
                  <a:schemeClr val="bg1">
                    <a:lumMod val="60000"/>
                    <a:lumOff val="40000"/>
                    <a:alpha val="12000"/>
                  </a:scheme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A77BDCC-8EF9-878A-270C-03C9AC542554}"/>
              </a:ext>
            </a:extLst>
          </p:cNvPr>
          <p:cNvGrpSpPr/>
          <p:nvPr userDrawn="1"/>
        </p:nvGrpSpPr>
        <p:grpSpPr>
          <a:xfrm>
            <a:off x="0" y="0"/>
            <a:ext cx="603250" cy="584200"/>
            <a:chOff x="0" y="-2381"/>
            <a:chExt cx="603250" cy="584200"/>
          </a:xfrm>
          <a:effectLst/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126BD-1998-BC23-322E-F1661B9A0D7B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6B0B532-F772-7D9E-2411-5D58064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7A0A897-078D-D91B-D342-19AA61B0BF95}"/>
              </a:ext>
            </a:extLst>
          </p:cNvPr>
          <p:cNvGrpSpPr/>
          <p:nvPr userDrawn="1"/>
        </p:nvGrpSpPr>
        <p:grpSpPr>
          <a:xfrm>
            <a:off x="11572338" y="6273526"/>
            <a:ext cx="603250" cy="584200"/>
            <a:chOff x="11576050" y="6265865"/>
            <a:chExt cx="603250" cy="584200"/>
          </a:xfrm>
          <a:effectLst/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F6282F3-C830-376B-F613-EE6FCD6C6329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2179300" y="6265865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C07EA87-74F2-31B0-519B-4555E965DA50}"/>
                </a:ext>
              </a:extLst>
            </p:cNvPr>
            <p:cNvCxnSpPr>
              <a:cxnSpLocks/>
            </p:cNvCxnSpPr>
            <p:nvPr userDrawn="1"/>
          </p:nvCxnSpPr>
          <p:spPr>
            <a:xfrm rot="10800000">
              <a:off x="11576050" y="6835776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287911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2">
            <a:extLst>
              <a:ext uri="{FF2B5EF4-FFF2-40B4-BE49-F238E27FC236}">
                <a16:creationId xmlns:a16="http://schemas.microsoft.com/office/drawing/2014/main" id="{1FCC1C7B-0630-0830-4A08-840519B8F7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 flipH="1">
            <a:off x="0" y="47662"/>
            <a:ext cx="12192000" cy="6850188"/>
          </a:xfrm>
          <a:custGeom>
            <a:avLst/>
            <a:gdLst>
              <a:gd name="connsiteX0" fmla="*/ 10986103 w 15732060"/>
              <a:gd name="connsiteY0" fmla="*/ 8468534 h 8839200"/>
              <a:gd name="connsiteX1" fmla="*/ 10972932 w 15732060"/>
              <a:gd name="connsiteY1" fmla="*/ 8473884 h 8839200"/>
              <a:gd name="connsiteX2" fmla="*/ 10972932 w 15732060"/>
              <a:gd name="connsiteY2" fmla="*/ 8500223 h 8839200"/>
              <a:gd name="connsiteX3" fmla="*/ 10997626 w 15732060"/>
              <a:gd name="connsiteY3" fmla="*/ 8501870 h 8839200"/>
              <a:gd name="connsiteX4" fmla="*/ 11103530 w 15732060"/>
              <a:gd name="connsiteY4" fmla="*/ 8607774 h 8839200"/>
              <a:gd name="connsiteX5" fmla="*/ 11103530 w 15732060"/>
              <a:gd name="connsiteY5" fmla="*/ 8765808 h 8839200"/>
              <a:gd name="connsiteX6" fmla="*/ 11087069 w 15732060"/>
              <a:gd name="connsiteY6" fmla="*/ 8784465 h 8839200"/>
              <a:gd name="connsiteX7" fmla="*/ 11105724 w 15732060"/>
              <a:gd name="connsiteY7" fmla="*/ 8803121 h 8839200"/>
              <a:gd name="connsiteX8" fmla="*/ 11124382 w 15732060"/>
              <a:gd name="connsiteY8" fmla="*/ 8784465 h 8839200"/>
              <a:gd name="connsiteX9" fmla="*/ 11119649 w 15732060"/>
              <a:gd name="connsiteY9" fmla="*/ 8771639 h 8839200"/>
              <a:gd name="connsiteX10" fmla="*/ 11108468 w 15732060"/>
              <a:gd name="connsiteY10" fmla="*/ 8766081 h 8839200"/>
              <a:gd name="connsiteX11" fmla="*/ 11108468 w 15732060"/>
              <a:gd name="connsiteY11" fmla="*/ 8766357 h 8839200"/>
              <a:gd name="connsiteX12" fmla="*/ 11107920 w 15732060"/>
              <a:gd name="connsiteY12" fmla="*/ 8765808 h 8839200"/>
              <a:gd name="connsiteX13" fmla="*/ 11108468 w 15732060"/>
              <a:gd name="connsiteY13" fmla="*/ 8766081 h 8839200"/>
              <a:gd name="connsiteX14" fmla="*/ 11108468 w 15732060"/>
              <a:gd name="connsiteY14" fmla="*/ 8606128 h 8839200"/>
              <a:gd name="connsiteX15" fmla="*/ 11000918 w 15732060"/>
              <a:gd name="connsiteY15" fmla="*/ 8498577 h 8839200"/>
              <a:gd name="connsiteX16" fmla="*/ 10999272 w 15732060"/>
              <a:gd name="connsiteY16" fmla="*/ 8473884 h 8839200"/>
              <a:gd name="connsiteX17" fmla="*/ 10986103 w 15732060"/>
              <a:gd name="connsiteY17" fmla="*/ 8468534 h 8839200"/>
              <a:gd name="connsiteX18" fmla="*/ 8224898 w 15732060"/>
              <a:gd name="connsiteY18" fmla="*/ 8413113 h 8839200"/>
              <a:gd name="connsiteX19" fmla="*/ 8211729 w 15732060"/>
              <a:gd name="connsiteY19" fmla="*/ 8418462 h 8839200"/>
              <a:gd name="connsiteX20" fmla="*/ 8211729 w 15732060"/>
              <a:gd name="connsiteY20" fmla="*/ 8444801 h 8839200"/>
              <a:gd name="connsiteX21" fmla="*/ 8236421 w 15732060"/>
              <a:gd name="connsiteY21" fmla="*/ 8446447 h 8839200"/>
              <a:gd name="connsiteX22" fmla="*/ 8332998 w 15732060"/>
              <a:gd name="connsiteY22" fmla="*/ 8543025 h 8839200"/>
              <a:gd name="connsiteX23" fmla="*/ 8332998 w 15732060"/>
              <a:gd name="connsiteY23" fmla="*/ 8766906 h 8839200"/>
              <a:gd name="connsiteX24" fmla="*/ 8316536 w 15732060"/>
              <a:gd name="connsiteY24" fmla="*/ 8785562 h 8839200"/>
              <a:gd name="connsiteX25" fmla="*/ 8335193 w 15732060"/>
              <a:gd name="connsiteY25" fmla="*/ 8804219 h 8839200"/>
              <a:gd name="connsiteX26" fmla="*/ 8353849 w 15732060"/>
              <a:gd name="connsiteY26" fmla="*/ 8785562 h 8839200"/>
              <a:gd name="connsiteX27" fmla="*/ 8337388 w 15732060"/>
              <a:gd name="connsiteY27" fmla="*/ 8766906 h 8839200"/>
              <a:gd name="connsiteX28" fmla="*/ 8337388 w 15732060"/>
              <a:gd name="connsiteY28" fmla="*/ 8766357 h 8839200"/>
              <a:gd name="connsiteX29" fmla="*/ 8337388 w 15732060"/>
              <a:gd name="connsiteY29" fmla="*/ 8540829 h 8839200"/>
              <a:gd name="connsiteX30" fmla="*/ 8239714 w 15732060"/>
              <a:gd name="connsiteY30" fmla="*/ 8443156 h 8839200"/>
              <a:gd name="connsiteX31" fmla="*/ 8238067 w 15732060"/>
              <a:gd name="connsiteY31" fmla="*/ 8418462 h 8839200"/>
              <a:gd name="connsiteX32" fmla="*/ 8224898 w 15732060"/>
              <a:gd name="connsiteY32" fmla="*/ 8413113 h 8839200"/>
              <a:gd name="connsiteX33" fmla="*/ 3962920 w 15732060"/>
              <a:gd name="connsiteY33" fmla="*/ 8307757 h 8839200"/>
              <a:gd name="connsiteX34" fmla="*/ 3949750 w 15732060"/>
              <a:gd name="connsiteY34" fmla="*/ 8313107 h 8839200"/>
              <a:gd name="connsiteX35" fmla="*/ 3948105 w 15732060"/>
              <a:gd name="connsiteY35" fmla="*/ 8337800 h 8839200"/>
              <a:gd name="connsiteX36" fmla="*/ 3837261 w 15732060"/>
              <a:gd name="connsiteY36" fmla="*/ 8448642 h 8839200"/>
              <a:gd name="connsiteX37" fmla="*/ 3672642 w 15732060"/>
              <a:gd name="connsiteY37" fmla="*/ 8448642 h 8839200"/>
              <a:gd name="connsiteX38" fmla="*/ 3363708 w 15732060"/>
              <a:gd name="connsiteY38" fmla="*/ 8757578 h 8839200"/>
              <a:gd name="connsiteX39" fmla="*/ 3339016 w 15732060"/>
              <a:gd name="connsiteY39" fmla="*/ 8759223 h 8839200"/>
              <a:gd name="connsiteX40" fmla="*/ 3339016 w 15732060"/>
              <a:gd name="connsiteY40" fmla="*/ 8785562 h 8839200"/>
              <a:gd name="connsiteX41" fmla="*/ 3365354 w 15732060"/>
              <a:gd name="connsiteY41" fmla="*/ 8785562 h 8839200"/>
              <a:gd name="connsiteX42" fmla="*/ 3367000 w 15732060"/>
              <a:gd name="connsiteY42" fmla="*/ 8760869 h 8839200"/>
              <a:gd name="connsiteX43" fmla="*/ 3674289 w 15732060"/>
              <a:gd name="connsiteY43" fmla="*/ 8453582 h 8839200"/>
              <a:gd name="connsiteX44" fmla="*/ 3838908 w 15732060"/>
              <a:gd name="connsiteY44" fmla="*/ 8453582 h 8839200"/>
              <a:gd name="connsiteX45" fmla="*/ 3951397 w 15732060"/>
              <a:gd name="connsiteY45" fmla="*/ 8341092 h 8839200"/>
              <a:gd name="connsiteX46" fmla="*/ 3976090 w 15732060"/>
              <a:gd name="connsiteY46" fmla="*/ 8339446 h 8839200"/>
              <a:gd name="connsiteX47" fmla="*/ 3976090 w 15732060"/>
              <a:gd name="connsiteY47" fmla="*/ 8313107 h 8839200"/>
              <a:gd name="connsiteX48" fmla="*/ 3962920 w 15732060"/>
              <a:gd name="connsiteY48" fmla="*/ 8307757 h 8839200"/>
              <a:gd name="connsiteX49" fmla="*/ 9268031 w 15732060"/>
              <a:gd name="connsiteY49" fmla="*/ 8282516 h 8839200"/>
              <a:gd name="connsiteX50" fmla="*/ 9254862 w 15732060"/>
              <a:gd name="connsiteY50" fmla="*/ 8287866 h 8839200"/>
              <a:gd name="connsiteX51" fmla="*/ 9254862 w 15732060"/>
              <a:gd name="connsiteY51" fmla="*/ 8314204 h 8839200"/>
              <a:gd name="connsiteX52" fmla="*/ 9279556 w 15732060"/>
              <a:gd name="connsiteY52" fmla="*/ 8315851 h 8839200"/>
              <a:gd name="connsiteX53" fmla="*/ 9328941 w 15732060"/>
              <a:gd name="connsiteY53" fmla="*/ 8365236 h 8839200"/>
              <a:gd name="connsiteX54" fmla="*/ 9328941 w 15732060"/>
              <a:gd name="connsiteY54" fmla="*/ 8753736 h 8839200"/>
              <a:gd name="connsiteX55" fmla="*/ 9312479 w 15732060"/>
              <a:gd name="connsiteY55" fmla="*/ 8772392 h 8839200"/>
              <a:gd name="connsiteX56" fmla="*/ 9331135 w 15732060"/>
              <a:gd name="connsiteY56" fmla="*/ 8791049 h 8839200"/>
              <a:gd name="connsiteX57" fmla="*/ 9349792 w 15732060"/>
              <a:gd name="connsiteY57" fmla="*/ 8772392 h 8839200"/>
              <a:gd name="connsiteX58" fmla="*/ 9333330 w 15732060"/>
              <a:gd name="connsiteY58" fmla="*/ 8753736 h 8839200"/>
              <a:gd name="connsiteX59" fmla="*/ 9333330 w 15732060"/>
              <a:gd name="connsiteY59" fmla="*/ 8363042 h 8839200"/>
              <a:gd name="connsiteX60" fmla="*/ 9282847 w 15732060"/>
              <a:gd name="connsiteY60" fmla="*/ 8312558 h 8839200"/>
              <a:gd name="connsiteX61" fmla="*/ 9281201 w 15732060"/>
              <a:gd name="connsiteY61" fmla="*/ 8287866 h 8839200"/>
              <a:gd name="connsiteX62" fmla="*/ 9268031 w 15732060"/>
              <a:gd name="connsiteY62" fmla="*/ 8282516 h 8839200"/>
              <a:gd name="connsiteX63" fmla="*/ 13399413 w 15732060"/>
              <a:gd name="connsiteY63" fmla="*/ 8163990 h 8839200"/>
              <a:gd name="connsiteX64" fmla="*/ 13386243 w 15732060"/>
              <a:gd name="connsiteY64" fmla="*/ 8169340 h 8839200"/>
              <a:gd name="connsiteX65" fmla="*/ 13386243 w 15732060"/>
              <a:gd name="connsiteY65" fmla="*/ 8195679 h 8839200"/>
              <a:gd name="connsiteX66" fmla="*/ 13410936 w 15732060"/>
              <a:gd name="connsiteY66" fmla="*/ 8197326 h 8839200"/>
              <a:gd name="connsiteX67" fmla="*/ 13824129 w 15732060"/>
              <a:gd name="connsiteY67" fmla="*/ 8610517 h 8839200"/>
              <a:gd name="connsiteX68" fmla="*/ 13824677 w 15732060"/>
              <a:gd name="connsiteY68" fmla="*/ 8610517 h 8839200"/>
              <a:gd name="connsiteX69" fmla="*/ 14476568 w 15732060"/>
              <a:gd name="connsiteY69" fmla="*/ 8611066 h 8839200"/>
              <a:gd name="connsiteX70" fmla="*/ 14643380 w 15732060"/>
              <a:gd name="connsiteY70" fmla="*/ 8777880 h 8839200"/>
              <a:gd name="connsiteX71" fmla="*/ 14645027 w 15732060"/>
              <a:gd name="connsiteY71" fmla="*/ 8802573 h 8839200"/>
              <a:gd name="connsiteX72" fmla="*/ 14671366 w 15732060"/>
              <a:gd name="connsiteY72" fmla="*/ 8802573 h 8839200"/>
              <a:gd name="connsiteX73" fmla="*/ 14671366 w 15732060"/>
              <a:gd name="connsiteY73" fmla="*/ 8776235 h 8839200"/>
              <a:gd name="connsiteX74" fmla="*/ 14646673 w 15732060"/>
              <a:gd name="connsiteY74" fmla="*/ 8774588 h 8839200"/>
              <a:gd name="connsiteX75" fmla="*/ 14479311 w 15732060"/>
              <a:gd name="connsiteY75" fmla="*/ 8607225 h 8839200"/>
              <a:gd name="connsiteX76" fmla="*/ 14478762 w 15732060"/>
              <a:gd name="connsiteY76" fmla="*/ 8607225 h 8839200"/>
              <a:gd name="connsiteX77" fmla="*/ 13826872 w 15732060"/>
              <a:gd name="connsiteY77" fmla="*/ 8606676 h 8839200"/>
              <a:gd name="connsiteX78" fmla="*/ 13414228 w 15732060"/>
              <a:gd name="connsiteY78" fmla="*/ 8194032 h 8839200"/>
              <a:gd name="connsiteX79" fmla="*/ 13412582 w 15732060"/>
              <a:gd name="connsiteY79" fmla="*/ 8169340 h 8839200"/>
              <a:gd name="connsiteX80" fmla="*/ 13399413 w 15732060"/>
              <a:gd name="connsiteY80" fmla="*/ 8163990 h 8839200"/>
              <a:gd name="connsiteX81" fmla="*/ 8317084 w 15732060"/>
              <a:gd name="connsiteY81" fmla="*/ 8068511 h 8839200"/>
              <a:gd name="connsiteX82" fmla="*/ 8303915 w 15732060"/>
              <a:gd name="connsiteY82" fmla="*/ 8073861 h 8839200"/>
              <a:gd name="connsiteX83" fmla="*/ 8303915 w 15732060"/>
              <a:gd name="connsiteY83" fmla="*/ 8100200 h 8839200"/>
              <a:gd name="connsiteX84" fmla="*/ 8328608 w 15732060"/>
              <a:gd name="connsiteY84" fmla="*/ 8101846 h 8839200"/>
              <a:gd name="connsiteX85" fmla="*/ 8425733 w 15732060"/>
              <a:gd name="connsiteY85" fmla="*/ 8198971 h 8839200"/>
              <a:gd name="connsiteX86" fmla="*/ 8426282 w 15732060"/>
              <a:gd name="connsiteY86" fmla="*/ 8198971 h 8839200"/>
              <a:gd name="connsiteX87" fmla="*/ 8649614 w 15732060"/>
              <a:gd name="connsiteY87" fmla="*/ 8199520 h 8839200"/>
              <a:gd name="connsiteX88" fmla="*/ 8891603 w 15732060"/>
              <a:gd name="connsiteY88" fmla="*/ 8441510 h 8839200"/>
              <a:gd name="connsiteX89" fmla="*/ 8891603 w 15732060"/>
              <a:gd name="connsiteY89" fmla="*/ 8753187 h 8839200"/>
              <a:gd name="connsiteX90" fmla="*/ 8875142 w 15732060"/>
              <a:gd name="connsiteY90" fmla="*/ 8771844 h 8839200"/>
              <a:gd name="connsiteX91" fmla="*/ 8893799 w 15732060"/>
              <a:gd name="connsiteY91" fmla="*/ 8790501 h 8839200"/>
              <a:gd name="connsiteX92" fmla="*/ 8912456 w 15732060"/>
              <a:gd name="connsiteY92" fmla="*/ 8771844 h 8839200"/>
              <a:gd name="connsiteX93" fmla="*/ 8907723 w 15732060"/>
              <a:gd name="connsiteY93" fmla="*/ 8759018 h 8839200"/>
              <a:gd name="connsiteX94" fmla="*/ 8896542 w 15732060"/>
              <a:gd name="connsiteY94" fmla="*/ 8753460 h 8839200"/>
              <a:gd name="connsiteX95" fmla="*/ 8896542 w 15732060"/>
              <a:gd name="connsiteY95" fmla="*/ 8753736 h 8839200"/>
              <a:gd name="connsiteX96" fmla="*/ 8895993 w 15732060"/>
              <a:gd name="connsiteY96" fmla="*/ 8753187 h 8839200"/>
              <a:gd name="connsiteX97" fmla="*/ 8896542 w 15732060"/>
              <a:gd name="connsiteY97" fmla="*/ 8753460 h 8839200"/>
              <a:gd name="connsiteX98" fmla="*/ 8896542 w 15732060"/>
              <a:gd name="connsiteY98" fmla="*/ 8439863 h 8839200"/>
              <a:gd name="connsiteX99" fmla="*/ 8652358 w 15732060"/>
              <a:gd name="connsiteY99" fmla="*/ 8195679 h 8839200"/>
              <a:gd name="connsiteX100" fmla="*/ 8651810 w 15732060"/>
              <a:gd name="connsiteY100" fmla="*/ 8195679 h 8839200"/>
              <a:gd name="connsiteX101" fmla="*/ 8428477 w 15732060"/>
              <a:gd name="connsiteY101" fmla="*/ 8195130 h 8839200"/>
              <a:gd name="connsiteX102" fmla="*/ 8331900 w 15732060"/>
              <a:gd name="connsiteY102" fmla="*/ 8098555 h 8839200"/>
              <a:gd name="connsiteX103" fmla="*/ 8330254 w 15732060"/>
              <a:gd name="connsiteY103" fmla="*/ 8073861 h 8839200"/>
              <a:gd name="connsiteX104" fmla="*/ 8317084 w 15732060"/>
              <a:gd name="connsiteY104" fmla="*/ 8068511 h 8839200"/>
              <a:gd name="connsiteX105" fmla="*/ 903206 w 15732060"/>
              <a:gd name="connsiteY105" fmla="*/ 7993746 h 8839200"/>
              <a:gd name="connsiteX106" fmla="*/ 884550 w 15732060"/>
              <a:gd name="connsiteY106" fmla="*/ 8010209 h 8839200"/>
              <a:gd name="connsiteX107" fmla="*/ 260646 w 15732060"/>
              <a:gd name="connsiteY107" fmla="*/ 8010209 h 8839200"/>
              <a:gd name="connsiteX108" fmla="*/ 133340 w 15732060"/>
              <a:gd name="connsiteY108" fmla="*/ 8137514 h 8839200"/>
              <a:gd name="connsiteX109" fmla="*/ 108648 w 15732060"/>
              <a:gd name="connsiteY109" fmla="*/ 8139160 h 8839200"/>
              <a:gd name="connsiteX110" fmla="*/ 108648 w 15732060"/>
              <a:gd name="connsiteY110" fmla="*/ 8165499 h 8839200"/>
              <a:gd name="connsiteX111" fmla="*/ 134986 w 15732060"/>
              <a:gd name="connsiteY111" fmla="*/ 8165499 h 8839200"/>
              <a:gd name="connsiteX112" fmla="*/ 136634 w 15732060"/>
              <a:gd name="connsiteY112" fmla="*/ 8140807 h 8839200"/>
              <a:gd name="connsiteX113" fmla="*/ 262840 w 15732060"/>
              <a:gd name="connsiteY113" fmla="*/ 8014598 h 8839200"/>
              <a:gd name="connsiteX114" fmla="*/ 884550 w 15732060"/>
              <a:gd name="connsiteY114" fmla="*/ 8014598 h 8839200"/>
              <a:gd name="connsiteX115" fmla="*/ 903206 w 15732060"/>
              <a:gd name="connsiteY115" fmla="*/ 8031060 h 8839200"/>
              <a:gd name="connsiteX116" fmla="*/ 921864 w 15732060"/>
              <a:gd name="connsiteY116" fmla="*/ 8012403 h 8839200"/>
              <a:gd name="connsiteX117" fmla="*/ 903206 w 15732060"/>
              <a:gd name="connsiteY117" fmla="*/ 7993746 h 8839200"/>
              <a:gd name="connsiteX118" fmla="*/ 4129185 w 15732060"/>
              <a:gd name="connsiteY118" fmla="*/ 7974541 h 8839200"/>
              <a:gd name="connsiteX119" fmla="*/ 4110528 w 15732060"/>
              <a:gd name="connsiteY119" fmla="*/ 7993198 h 8839200"/>
              <a:gd name="connsiteX120" fmla="*/ 4126990 w 15732060"/>
              <a:gd name="connsiteY120" fmla="*/ 8011855 h 8839200"/>
              <a:gd name="connsiteX121" fmla="*/ 4126990 w 15732060"/>
              <a:gd name="connsiteY121" fmla="*/ 8401452 h 8839200"/>
              <a:gd name="connsiteX122" fmla="*/ 3920119 w 15732060"/>
              <a:gd name="connsiteY122" fmla="*/ 8608323 h 8839200"/>
              <a:gd name="connsiteX123" fmla="*/ 3804337 w 15732060"/>
              <a:gd name="connsiteY123" fmla="*/ 8608323 h 8839200"/>
              <a:gd name="connsiteX124" fmla="*/ 3646852 w 15732060"/>
              <a:gd name="connsiteY124" fmla="*/ 8765808 h 8839200"/>
              <a:gd name="connsiteX125" fmla="*/ 3622159 w 15732060"/>
              <a:gd name="connsiteY125" fmla="*/ 8767454 h 8839200"/>
              <a:gd name="connsiteX126" fmla="*/ 3622159 w 15732060"/>
              <a:gd name="connsiteY126" fmla="*/ 8793793 h 8839200"/>
              <a:gd name="connsiteX127" fmla="*/ 3648498 w 15732060"/>
              <a:gd name="connsiteY127" fmla="*/ 8793793 h 8839200"/>
              <a:gd name="connsiteX128" fmla="*/ 3650144 w 15732060"/>
              <a:gd name="connsiteY128" fmla="*/ 8769101 h 8839200"/>
              <a:gd name="connsiteX129" fmla="*/ 3805984 w 15732060"/>
              <a:gd name="connsiteY129" fmla="*/ 8613261 h 8839200"/>
              <a:gd name="connsiteX130" fmla="*/ 3921766 w 15732060"/>
              <a:gd name="connsiteY130" fmla="*/ 8613261 h 8839200"/>
              <a:gd name="connsiteX131" fmla="*/ 4131380 w 15732060"/>
              <a:gd name="connsiteY131" fmla="*/ 8403648 h 8839200"/>
              <a:gd name="connsiteX132" fmla="*/ 4131380 w 15732060"/>
              <a:gd name="connsiteY132" fmla="*/ 8011855 h 8839200"/>
              <a:gd name="connsiteX133" fmla="*/ 4147842 w 15732060"/>
              <a:gd name="connsiteY133" fmla="*/ 7993198 h 8839200"/>
              <a:gd name="connsiteX134" fmla="*/ 4129185 w 15732060"/>
              <a:gd name="connsiteY134" fmla="*/ 7974541 h 8839200"/>
              <a:gd name="connsiteX135" fmla="*/ 9336828 w 15732060"/>
              <a:gd name="connsiteY135" fmla="*/ 7947997 h 8839200"/>
              <a:gd name="connsiteX136" fmla="*/ 9323453 w 15732060"/>
              <a:gd name="connsiteY136" fmla="*/ 7953141 h 8839200"/>
              <a:gd name="connsiteX137" fmla="*/ 9323453 w 15732060"/>
              <a:gd name="connsiteY137" fmla="*/ 7979480 h 8839200"/>
              <a:gd name="connsiteX138" fmla="*/ 9348147 w 15732060"/>
              <a:gd name="connsiteY138" fmla="*/ 7981126 h 8839200"/>
              <a:gd name="connsiteX139" fmla="*/ 9667506 w 15732060"/>
              <a:gd name="connsiteY139" fmla="*/ 8300486 h 8839200"/>
              <a:gd name="connsiteX140" fmla="*/ 9667506 w 15732060"/>
              <a:gd name="connsiteY140" fmla="*/ 8759772 h 8839200"/>
              <a:gd name="connsiteX141" fmla="*/ 9651044 w 15732060"/>
              <a:gd name="connsiteY141" fmla="*/ 8778429 h 8839200"/>
              <a:gd name="connsiteX142" fmla="*/ 9669701 w 15732060"/>
              <a:gd name="connsiteY142" fmla="*/ 8797086 h 8839200"/>
              <a:gd name="connsiteX143" fmla="*/ 9688358 w 15732060"/>
              <a:gd name="connsiteY143" fmla="*/ 8778429 h 8839200"/>
              <a:gd name="connsiteX144" fmla="*/ 9683626 w 15732060"/>
              <a:gd name="connsiteY144" fmla="*/ 8765603 h 8839200"/>
              <a:gd name="connsiteX145" fmla="*/ 9672445 w 15732060"/>
              <a:gd name="connsiteY145" fmla="*/ 8760045 h 8839200"/>
              <a:gd name="connsiteX146" fmla="*/ 9672445 w 15732060"/>
              <a:gd name="connsiteY146" fmla="*/ 8760321 h 8839200"/>
              <a:gd name="connsiteX147" fmla="*/ 9671897 w 15732060"/>
              <a:gd name="connsiteY147" fmla="*/ 8759772 h 8839200"/>
              <a:gd name="connsiteX148" fmla="*/ 9672445 w 15732060"/>
              <a:gd name="connsiteY148" fmla="*/ 8760045 h 8839200"/>
              <a:gd name="connsiteX149" fmla="*/ 9672445 w 15732060"/>
              <a:gd name="connsiteY149" fmla="*/ 8298840 h 8839200"/>
              <a:gd name="connsiteX150" fmla="*/ 9351439 w 15732060"/>
              <a:gd name="connsiteY150" fmla="*/ 7977834 h 8839200"/>
              <a:gd name="connsiteX151" fmla="*/ 9349792 w 15732060"/>
              <a:gd name="connsiteY151" fmla="*/ 7953141 h 8839200"/>
              <a:gd name="connsiteX152" fmla="*/ 9336828 w 15732060"/>
              <a:gd name="connsiteY152" fmla="*/ 7947997 h 8839200"/>
              <a:gd name="connsiteX153" fmla="*/ 7968642 w 15732060"/>
              <a:gd name="connsiteY153" fmla="*/ 7870832 h 8839200"/>
              <a:gd name="connsiteX154" fmla="*/ 7949984 w 15732060"/>
              <a:gd name="connsiteY154" fmla="*/ 7889488 h 8839200"/>
              <a:gd name="connsiteX155" fmla="*/ 7966447 w 15732060"/>
              <a:gd name="connsiteY155" fmla="*/ 7908145 h 8839200"/>
              <a:gd name="connsiteX156" fmla="*/ 7966447 w 15732060"/>
              <a:gd name="connsiteY156" fmla="*/ 8525465 h 8839200"/>
              <a:gd name="connsiteX157" fmla="*/ 7949984 w 15732060"/>
              <a:gd name="connsiteY157" fmla="*/ 8544122 h 8839200"/>
              <a:gd name="connsiteX158" fmla="*/ 7968642 w 15732060"/>
              <a:gd name="connsiteY158" fmla="*/ 8562779 h 8839200"/>
              <a:gd name="connsiteX159" fmla="*/ 7987298 w 15732060"/>
              <a:gd name="connsiteY159" fmla="*/ 8544122 h 8839200"/>
              <a:gd name="connsiteX160" fmla="*/ 7970837 w 15732060"/>
              <a:gd name="connsiteY160" fmla="*/ 8525465 h 8839200"/>
              <a:gd name="connsiteX161" fmla="*/ 7970837 w 15732060"/>
              <a:gd name="connsiteY161" fmla="*/ 7908145 h 8839200"/>
              <a:gd name="connsiteX162" fmla="*/ 7987298 w 15732060"/>
              <a:gd name="connsiteY162" fmla="*/ 7889488 h 8839200"/>
              <a:gd name="connsiteX163" fmla="*/ 7968642 w 15732060"/>
              <a:gd name="connsiteY163" fmla="*/ 7870832 h 8839200"/>
              <a:gd name="connsiteX164" fmla="*/ 4137965 w 15732060"/>
              <a:gd name="connsiteY164" fmla="*/ 7810060 h 8839200"/>
              <a:gd name="connsiteX165" fmla="*/ 4124796 w 15732060"/>
              <a:gd name="connsiteY165" fmla="*/ 7815410 h 8839200"/>
              <a:gd name="connsiteX166" fmla="*/ 4123149 w 15732060"/>
              <a:gd name="connsiteY166" fmla="*/ 7840103 h 8839200"/>
              <a:gd name="connsiteX167" fmla="*/ 4026024 w 15732060"/>
              <a:gd name="connsiteY167" fmla="*/ 7937228 h 8839200"/>
              <a:gd name="connsiteX168" fmla="*/ 4026024 w 15732060"/>
              <a:gd name="connsiteY168" fmla="*/ 8023926 h 8839200"/>
              <a:gd name="connsiteX169" fmla="*/ 3871282 w 15732060"/>
              <a:gd name="connsiteY169" fmla="*/ 8178669 h 8839200"/>
              <a:gd name="connsiteX170" fmla="*/ 3769218 w 15732060"/>
              <a:gd name="connsiteY170" fmla="*/ 8178669 h 8839200"/>
              <a:gd name="connsiteX171" fmla="*/ 3176592 w 15732060"/>
              <a:gd name="connsiteY171" fmla="*/ 8771295 h 8839200"/>
              <a:gd name="connsiteX172" fmla="*/ 3151898 w 15732060"/>
              <a:gd name="connsiteY172" fmla="*/ 8772941 h 8839200"/>
              <a:gd name="connsiteX173" fmla="*/ 3151898 w 15732060"/>
              <a:gd name="connsiteY173" fmla="*/ 8799281 h 8839200"/>
              <a:gd name="connsiteX174" fmla="*/ 3178238 w 15732060"/>
              <a:gd name="connsiteY174" fmla="*/ 8799281 h 8839200"/>
              <a:gd name="connsiteX175" fmla="*/ 3179883 w 15732060"/>
              <a:gd name="connsiteY175" fmla="*/ 8774588 h 8839200"/>
              <a:gd name="connsiteX176" fmla="*/ 3770865 w 15732060"/>
              <a:gd name="connsiteY176" fmla="*/ 8183607 h 8839200"/>
              <a:gd name="connsiteX177" fmla="*/ 3771414 w 15732060"/>
              <a:gd name="connsiteY177" fmla="*/ 8183058 h 8839200"/>
              <a:gd name="connsiteX178" fmla="*/ 3873478 w 15732060"/>
              <a:gd name="connsiteY178" fmla="*/ 8183058 h 8839200"/>
              <a:gd name="connsiteX179" fmla="*/ 4030963 w 15732060"/>
              <a:gd name="connsiteY179" fmla="*/ 8025573 h 8839200"/>
              <a:gd name="connsiteX180" fmla="*/ 4030963 w 15732060"/>
              <a:gd name="connsiteY180" fmla="*/ 7938874 h 8839200"/>
              <a:gd name="connsiteX181" fmla="*/ 4126441 w 15732060"/>
              <a:gd name="connsiteY181" fmla="*/ 7843396 h 8839200"/>
              <a:gd name="connsiteX182" fmla="*/ 4151134 w 15732060"/>
              <a:gd name="connsiteY182" fmla="*/ 7841749 h 8839200"/>
              <a:gd name="connsiteX183" fmla="*/ 4151134 w 15732060"/>
              <a:gd name="connsiteY183" fmla="*/ 7815410 h 8839200"/>
              <a:gd name="connsiteX184" fmla="*/ 4137965 w 15732060"/>
              <a:gd name="connsiteY184" fmla="*/ 7810060 h 8839200"/>
              <a:gd name="connsiteX185" fmla="*/ 6214904 w 15732060"/>
              <a:gd name="connsiteY185" fmla="*/ 7796754 h 8839200"/>
              <a:gd name="connsiteX186" fmla="*/ 6196247 w 15732060"/>
              <a:gd name="connsiteY186" fmla="*/ 7815410 h 8839200"/>
              <a:gd name="connsiteX187" fmla="*/ 6212710 w 15732060"/>
              <a:gd name="connsiteY187" fmla="*/ 7834067 h 8839200"/>
              <a:gd name="connsiteX188" fmla="*/ 6212710 w 15732060"/>
              <a:gd name="connsiteY188" fmla="*/ 8451386 h 8839200"/>
              <a:gd name="connsiteX189" fmla="*/ 6196247 w 15732060"/>
              <a:gd name="connsiteY189" fmla="*/ 8470043 h 8839200"/>
              <a:gd name="connsiteX190" fmla="*/ 6214904 w 15732060"/>
              <a:gd name="connsiteY190" fmla="*/ 8488700 h 8839200"/>
              <a:gd name="connsiteX191" fmla="*/ 6233560 w 15732060"/>
              <a:gd name="connsiteY191" fmla="*/ 8470043 h 8839200"/>
              <a:gd name="connsiteX192" fmla="*/ 6217099 w 15732060"/>
              <a:gd name="connsiteY192" fmla="*/ 8451386 h 8839200"/>
              <a:gd name="connsiteX193" fmla="*/ 6217099 w 15732060"/>
              <a:gd name="connsiteY193" fmla="*/ 7834067 h 8839200"/>
              <a:gd name="connsiteX194" fmla="*/ 6233560 w 15732060"/>
              <a:gd name="connsiteY194" fmla="*/ 7815410 h 8839200"/>
              <a:gd name="connsiteX195" fmla="*/ 6214904 w 15732060"/>
              <a:gd name="connsiteY195" fmla="*/ 7796754 h 8839200"/>
              <a:gd name="connsiteX196" fmla="*/ 2332097 w 15732060"/>
              <a:gd name="connsiteY196" fmla="*/ 7787974 h 8839200"/>
              <a:gd name="connsiteX197" fmla="*/ 2313440 w 15732060"/>
              <a:gd name="connsiteY197" fmla="*/ 7804435 h 8839200"/>
              <a:gd name="connsiteX198" fmla="*/ 1924392 w 15732060"/>
              <a:gd name="connsiteY198" fmla="*/ 7804435 h 8839200"/>
              <a:gd name="connsiteX199" fmla="*/ 1688987 w 15732060"/>
              <a:gd name="connsiteY199" fmla="*/ 8039840 h 8839200"/>
              <a:gd name="connsiteX200" fmla="*/ 1327375 w 15732060"/>
              <a:gd name="connsiteY200" fmla="*/ 8039840 h 8839200"/>
              <a:gd name="connsiteX201" fmla="*/ 596468 w 15732060"/>
              <a:gd name="connsiteY201" fmla="*/ 8770747 h 8839200"/>
              <a:gd name="connsiteX202" fmla="*/ 571774 w 15732060"/>
              <a:gd name="connsiteY202" fmla="*/ 8772392 h 8839200"/>
              <a:gd name="connsiteX203" fmla="*/ 571774 w 15732060"/>
              <a:gd name="connsiteY203" fmla="*/ 8798732 h 8839200"/>
              <a:gd name="connsiteX204" fmla="*/ 598114 w 15732060"/>
              <a:gd name="connsiteY204" fmla="*/ 8798732 h 8839200"/>
              <a:gd name="connsiteX205" fmla="*/ 599760 w 15732060"/>
              <a:gd name="connsiteY205" fmla="*/ 8774039 h 8839200"/>
              <a:gd name="connsiteX206" fmla="*/ 1329570 w 15732060"/>
              <a:gd name="connsiteY206" fmla="*/ 8044230 h 8839200"/>
              <a:gd name="connsiteX207" fmla="*/ 1691182 w 15732060"/>
              <a:gd name="connsiteY207" fmla="*/ 8044230 h 8839200"/>
              <a:gd name="connsiteX208" fmla="*/ 1926586 w 15732060"/>
              <a:gd name="connsiteY208" fmla="*/ 7808826 h 8839200"/>
              <a:gd name="connsiteX209" fmla="*/ 2313440 w 15732060"/>
              <a:gd name="connsiteY209" fmla="*/ 7808826 h 8839200"/>
              <a:gd name="connsiteX210" fmla="*/ 2332097 w 15732060"/>
              <a:gd name="connsiteY210" fmla="*/ 7825287 h 8839200"/>
              <a:gd name="connsiteX211" fmla="*/ 2350754 w 15732060"/>
              <a:gd name="connsiteY211" fmla="*/ 7806630 h 8839200"/>
              <a:gd name="connsiteX212" fmla="*/ 2332097 w 15732060"/>
              <a:gd name="connsiteY212" fmla="*/ 7787974 h 8839200"/>
              <a:gd name="connsiteX213" fmla="*/ 5800614 w 15732060"/>
              <a:gd name="connsiteY213" fmla="*/ 7665744 h 8839200"/>
              <a:gd name="connsiteX214" fmla="*/ 5787444 w 15732060"/>
              <a:gd name="connsiteY214" fmla="*/ 7671094 h 8839200"/>
              <a:gd name="connsiteX215" fmla="*/ 5785798 w 15732060"/>
              <a:gd name="connsiteY215" fmla="*/ 7695788 h 8839200"/>
              <a:gd name="connsiteX216" fmla="*/ 5719401 w 15732060"/>
              <a:gd name="connsiteY216" fmla="*/ 7762183 h 8839200"/>
              <a:gd name="connsiteX217" fmla="*/ 5719401 w 15732060"/>
              <a:gd name="connsiteY217" fmla="*/ 8747700 h 8839200"/>
              <a:gd name="connsiteX218" fmla="*/ 5702940 w 15732060"/>
              <a:gd name="connsiteY218" fmla="*/ 8766357 h 8839200"/>
              <a:gd name="connsiteX219" fmla="*/ 5721596 w 15732060"/>
              <a:gd name="connsiteY219" fmla="*/ 8785014 h 8839200"/>
              <a:gd name="connsiteX220" fmla="*/ 5740254 w 15732060"/>
              <a:gd name="connsiteY220" fmla="*/ 8766357 h 8839200"/>
              <a:gd name="connsiteX221" fmla="*/ 5723792 w 15732060"/>
              <a:gd name="connsiteY221" fmla="*/ 8747700 h 8839200"/>
              <a:gd name="connsiteX222" fmla="*/ 5723792 w 15732060"/>
              <a:gd name="connsiteY222" fmla="*/ 7764379 h 8839200"/>
              <a:gd name="connsiteX223" fmla="*/ 5789090 w 15732060"/>
              <a:gd name="connsiteY223" fmla="*/ 7699079 h 8839200"/>
              <a:gd name="connsiteX224" fmla="*/ 5813784 w 15732060"/>
              <a:gd name="connsiteY224" fmla="*/ 7697433 h 8839200"/>
              <a:gd name="connsiteX225" fmla="*/ 5813784 w 15732060"/>
              <a:gd name="connsiteY225" fmla="*/ 7671094 h 8839200"/>
              <a:gd name="connsiteX226" fmla="*/ 5800614 w 15732060"/>
              <a:gd name="connsiteY226" fmla="*/ 7665744 h 8839200"/>
              <a:gd name="connsiteX227" fmla="*/ 14789891 w 15732060"/>
              <a:gd name="connsiteY227" fmla="*/ 7554901 h 8839200"/>
              <a:gd name="connsiteX228" fmla="*/ 14776722 w 15732060"/>
              <a:gd name="connsiteY228" fmla="*/ 7560251 h 8839200"/>
              <a:gd name="connsiteX229" fmla="*/ 14776722 w 15732060"/>
              <a:gd name="connsiteY229" fmla="*/ 7586590 h 8839200"/>
              <a:gd name="connsiteX230" fmla="*/ 14801415 w 15732060"/>
              <a:gd name="connsiteY230" fmla="*/ 7588236 h 8839200"/>
              <a:gd name="connsiteX231" fmla="*/ 14851349 w 15732060"/>
              <a:gd name="connsiteY231" fmla="*/ 7638170 h 8839200"/>
              <a:gd name="connsiteX232" fmla="*/ 14851898 w 15732060"/>
              <a:gd name="connsiteY232" fmla="*/ 7638170 h 8839200"/>
              <a:gd name="connsiteX233" fmla="*/ 15503787 w 15732060"/>
              <a:gd name="connsiteY233" fmla="*/ 7638719 h 8839200"/>
              <a:gd name="connsiteX234" fmla="*/ 15670602 w 15732060"/>
              <a:gd name="connsiteY234" fmla="*/ 7805533 h 8839200"/>
              <a:gd name="connsiteX235" fmla="*/ 15672247 w 15732060"/>
              <a:gd name="connsiteY235" fmla="*/ 7830226 h 8839200"/>
              <a:gd name="connsiteX236" fmla="*/ 15698586 w 15732060"/>
              <a:gd name="connsiteY236" fmla="*/ 7830226 h 8839200"/>
              <a:gd name="connsiteX237" fmla="*/ 15698586 w 15732060"/>
              <a:gd name="connsiteY237" fmla="*/ 7803887 h 8839200"/>
              <a:gd name="connsiteX238" fmla="*/ 15673894 w 15732060"/>
              <a:gd name="connsiteY238" fmla="*/ 7802241 h 8839200"/>
              <a:gd name="connsiteX239" fmla="*/ 15506531 w 15732060"/>
              <a:gd name="connsiteY239" fmla="*/ 7634879 h 8839200"/>
              <a:gd name="connsiteX240" fmla="*/ 15505984 w 15732060"/>
              <a:gd name="connsiteY240" fmla="*/ 7634879 h 8839200"/>
              <a:gd name="connsiteX241" fmla="*/ 14854093 w 15732060"/>
              <a:gd name="connsiteY241" fmla="*/ 7634329 h 8839200"/>
              <a:gd name="connsiteX242" fmla="*/ 14804707 w 15732060"/>
              <a:gd name="connsiteY242" fmla="*/ 7584944 h 8839200"/>
              <a:gd name="connsiteX243" fmla="*/ 14803061 w 15732060"/>
              <a:gd name="connsiteY243" fmla="*/ 7560251 h 8839200"/>
              <a:gd name="connsiteX244" fmla="*/ 14789891 w 15732060"/>
              <a:gd name="connsiteY244" fmla="*/ 7554901 h 8839200"/>
              <a:gd name="connsiteX245" fmla="*/ 9237851 w 15732060"/>
              <a:gd name="connsiteY245" fmla="*/ 7538988 h 8839200"/>
              <a:gd name="connsiteX246" fmla="*/ 9224682 w 15732060"/>
              <a:gd name="connsiteY246" fmla="*/ 7544338 h 8839200"/>
              <a:gd name="connsiteX247" fmla="*/ 9224682 w 15732060"/>
              <a:gd name="connsiteY247" fmla="*/ 7570677 h 8839200"/>
              <a:gd name="connsiteX248" fmla="*/ 9249376 w 15732060"/>
              <a:gd name="connsiteY248" fmla="*/ 7572323 h 8839200"/>
              <a:gd name="connsiteX249" fmla="*/ 9346500 w 15732060"/>
              <a:gd name="connsiteY249" fmla="*/ 7669448 h 8839200"/>
              <a:gd name="connsiteX250" fmla="*/ 9347048 w 15732060"/>
              <a:gd name="connsiteY250" fmla="*/ 7669448 h 8839200"/>
              <a:gd name="connsiteX251" fmla="*/ 9570382 w 15732060"/>
              <a:gd name="connsiteY251" fmla="*/ 7669996 h 8839200"/>
              <a:gd name="connsiteX252" fmla="*/ 9755303 w 15732060"/>
              <a:gd name="connsiteY252" fmla="*/ 7854919 h 8839200"/>
              <a:gd name="connsiteX253" fmla="*/ 9756949 w 15732060"/>
              <a:gd name="connsiteY253" fmla="*/ 7879611 h 8839200"/>
              <a:gd name="connsiteX254" fmla="*/ 9783288 w 15732060"/>
              <a:gd name="connsiteY254" fmla="*/ 7879611 h 8839200"/>
              <a:gd name="connsiteX255" fmla="*/ 9783288 w 15732060"/>
              <a:gd name="connsiteY255" fmla="*/ 7853272 h 8839200"/>
              <a:gd name="connsiteX256" fmla="*/ 9758595 w 15732060"/>
              <a:gd name="connsiteY256" fmla="*/ 7851626 h 8839200"/>
              <a:gd name="connsiteX257" fmla="*/ 9573126 w 15732060"/>
              <a:gd name="connsiteY257" fmla="*/ 7666156 h 8839200"/>
              <a:gd name="connsiteX258" fmla="*/ 9572577 w 15732060"/>
              <a:gd name="connsiteY258" fmla="*/ 7666156 h 8839200"/>
              <a:gd name="connsiteX259" fmla="*/ 9349244 w 15732060"/>
              <a:gd name="connsiteY259" fmla="*/ 7665608 h 8839200"/>
              <a:gd name="connsiteX260" fmla="*/ 9252667 w 15732060"/>
              <a:gd name="connsiteY260" fmla="*/ 7569031 h 8839200"/>
              <a:gd name="connsiteX261" fmla="*/ 9251021 w 15732060"/>
              <a:gd name="connsiteY261" fmla="*/ 7544338 h 8839200"/>
              <a:gd name="connsiteX262" fmla="*/ 9237851 w 15732060"/>
              <a:gd name="connsiteY262" fmla="*/ 7538988 h 8839200"/>
              <a:gd name="connsiteX263" fmla="*/ 4765711 w 15732060"/>
              <a:gd name="connsiteY263" fmla="*/ 7500028 h 8839200"/>
              <a:gd name="connsiteX264" fmla="*/ 4752542 w 15732060"/>
              <a:gd name="connsiteY264" fmla="*/ 7505378 h 8839200"/>
              <a:gd name="connsiteX265" fmla="*/ 4750895 w 15732060"/>
              <a:gd name="connsiteY265" fmla="*/ 7530071 h 8839200"/>
              <a:gd name="connsiteX266" fmla="*/ 4653770 w 15732060"/>
              <a:gd name="connsiteY266" fmla="*/ 7627196 h 8839200"/>
              <a:gd name="connsiteX267" fmla="*/ 4653770 w 15732060"/>
              <a:gd name="connsiteY267" fmla="*/ 8470043 h 8839200"/>
              <a:gd name="connsiteX268" fmla="*/ 4499028 w 15732060"/>
              <a:gd name="connsiteY268" fmla="*/ 8624785 h 8839200"/>
              <a:gd name="connsiteX269" fmla="*/ 4302584 w 15732060"/>
              <a:gd name="connsiteY269" fmla="*/ 8624785 h 8839200"/>
              <a:gd name="connsiteX270" fmla="*/ 4153878 w 15732060"/>
              <a:gd name="connsiteY270" fmla="*/ 8773491 h 8839200"/>
              <a:gd name="connsiteX271" fmla="*/ 4129185 w 15732060"/>
              <a:gd name="connsiteY271" fmla="*/ 8775136 h 8839200"/>
              <a:gd name="connsiteX272" fmla="*/ 4129185 w 15732060"/>
              <a:gd name="connsiteY272" fmla="*/ 8801475 h 8839200"/>
              <a:gd name="connsiteX273" fmla="*/ 4155524 w 15732060"/>
              <a:gd name="connsiteY273" fmla="*/ 8801475 h 8839200"/>
              <a:gd name="connsiteX274" fmla="*/ 4157170 w 15732060"/>
              <a:gd name="connsiteY274" fmla="*/ 8776783 h 8839200"/>
              <a:gd name="connsiteX275" fmla="*/ 4304778 w 15732060"/>
              <a:gd name="connsiteY275" fmla="*/ 8629174 h 8839200"/>
              <a:gd name="connsiteX276" fmla="*/ 4501224 w 15732060"/>
              <a:gd name="connsiteY276" fmla="*/ 8629174 h 8839200"/>
              <a:gd name="connsiteX277" fmla="*/ 4658709 w 15732060"/>
              <a:gd name="connsiteY277" fmla="*/ 8471690 h 8839200"/>
              <a:gd name="connsiteX278" fmla="*/ 4658709 w 15732060"/>
              <a:gd name="connsiteY278" fmla="*/ 7628842 h 8839200"/>
              <a:gd name="connsiteX279" fmla="*/ 4754188 w 15732060"/>
              <a:gd name="connsiteY279" fmla="*/ 7533364 h 8839200"/>
              <a:gd name="connsiteX280" fmla="*/ 4778880 w 15732060"/>
              <a:gd name="connsiteY280" fmla="*/ 7531717 h 8839200"/>
              <a:gd name="connsiteX281" fmla="*/ 4778880 w 15732060"/>
              <a:gd name="connsiteY281" fmla="*/ 7505378 h 8839200"/>
              <a:gd name="connsiteX282" fmla="*/ 4765711 w 15732060"/>
              <a:gd name="connsiteY282" fmla="*/ 7500028 h 8839200"/>
              <a:gd name="connsiteX283" fmla="*/ 7883040 w 15732060"/>
              <a:gd name="connsiteY283" fmla="*/ 7437473 h 8839200"/>
              <a:gd name="connsiteX284" fmla="*/ 7869870 w 15732060"/>
              <a:gd name="connsiteY284" fmla="*/ 7442823 h 8839200"/>
              <a:gd name="connsiteX285" fmla="*/ 7869870 w 15732060"/>
              <a:gd name="connsiteY285" fmla="*/ 7443372 h 8839200"/>
              <a:gd name="connsiteX286" fmla="*/ 7868224 w 15732060"/>
              <a:gd name="connsiteY286" fmla="*/ 7468065 h 8839200"/>
              <a:gd name="connsiteX287" fmla="*/ 7801828 w 15732060"/>
              <a:gd name="connsiteY287" fmla="*/ 7534461 h 8839200"/>
              <a:gd name="connsiteX288" fmla="*/ 7801828 w 15732060"/>
              <a:gd name="connsiteY288" fmla="*/ 8728495 h 8839200"/>
              <a:gd name="connsiteX289" fmla="*/ 7785366 w 15732060"/>
              <a:gd name="connsiteY289" fmla="*/ 8747152 h 8839200"/>
              <a:gd name="connsiteX290" fmla="*/ 7804024 w 15732060"/>
              <a:gd name="connsiteY290" fmla="*/ 8765808 h 8839200"/>
              <a:gd name="connsiteX291" fmla="*/ 7822680 w 15732060"/>
              <a:gd name="connsiteY291" fmla="*/ 8747152 h 8839200"/>
              <a:gd name="connsiteX292" fmla="*/ 7806218 w 15732060"/>
              <a:gd name="connsiteY292" fmla="*/ 8728495 h 8839200"/>
              <a:gd name="connsiteX293" fmla="*/ 7806218 w 15732060"/>
              <a:gd name="connsiteY293" fmla="*/ 7536107 h 8839200"/>
              <a:gd name="connsiteX294" fmla="*/ 7871518 w 15732060"/>
              <a:gd name="connsiteY294" fmla="*/ 7470809 h 8839200"/>
              <a:gd name="connsiteX295" fmla="*/ 7896210 w 15732060"/>
              <a:gd name="connsiteY295" fmla="*/ 7469162 h 8839200"/>
              <a:gd name="connsiteX296" fmla="*/ 7896210 w 15732060"/>
              <a:gd name="connsiteY296" fmla="*/ 7442823 h 8839200"/>
              <a:gd name="connsiteX297" fmla="*/ 7883040 w 15732060"/>
              <a:gd name="connsiteY297" fmla="*/ 7437473 h 8839200"/>
              <a:gd name="connsiteX298" fmla="*/ 4495736 w 15732060"/>
              <a:gd name="connsiteY298" fmla="*/ 7399062 h 8839200"/>
              <a:gd name="connsiteX299" fmla="*/ 4482566 w 15732060"/>
              <a:gd name="connsiteY299" fmla="*/ 7404412 h 8839200"/>
              <a:gd name="connsiteX300" fmla="*/ 4480920 w 15732060"/>
              <a:gd name="connsiteY300" fmla="*/ 7429105 h 8839200"/>
              <a:gd name="connsiteX301" fmla="*/ 4359651 w 15732060"/>
              <a:gd name="connsiteY301" fmla="*/ 7550374 h 8839200"/>
              <a:gd name="connsiteX302" fmla="*/ 4359651 w 15732060"/>
              <a:gd name="connsiteY302" fmla="*/ 8397062 h 8839200"/>
              <a:gd name="connsiteX303" fmla="*/ 4343190 w 15732060"/>
              <a:gd name="connsiteY303" fmla="*/ 8415718 h 8839200"/>
              <a:gd name="connsiteX304" fmla="*/ 4361846 w 15732060"/>
              <a:gd name="connsiteY304" fmla="*/ 8434376 h 8839200"/>
              <a:gd name="connsiteX305" fmla="*/ 4380503 w 15732060"/>
              <a:gd name="connsiteY305" fmla="*/ 8415718 h 8839200"/>
              <a:gd name="connsiteX306" fmla="*/ 4364041 w 15732060"/>
              <a:gd name="connsiteY306" fmla="*/ 8397062 h 8839200"/>
              <a:gd name="connsiteX307" fmla="*/ 4364041 w 15732060"/>
              <a:gd name="connsiteY307" fmla="*/ 7552569 h 8839200"/>
              <a:gd name="connsiteX308" fmla="*/ 4484212 w 15732060"/>
              <a:gd name="connsiteY308" fmla="*/ 7432398 h 8839200"/>
              <a:gd name="connsiteX309" fmla="*/ 4508906 w 15732060"/>
              <a:gd name="connsiteY309" fmla="*/ 7430751 h 8839200"/>
              <a:gd name="connsiteX310" fmla="*/ 4508906 w 15732060"/>
              <a:gd name="connsiteY310" fmla="*/ 7404412 h 8839200"/>
              <a:gd name="connsiteX311" fmla="*/ 4495736 w 15732060"/>
              <a:gd name="connsiteY311" fmla="*/ 7399062 h 8839200"/>
              <a:gd name="connsiteX312" fmla="*/ 13091026 w 15732060"/>
              <a:gd name="connsiteY312" fmla="*/ 7353928 h 8839200"/>
              <a:gd name="connsiteX313" fmla="*/ 13072370 w 15732060"/>
              <a:gd name="connsiteY313" fmla="*/ 7372586 h 8839200"/>
              <a:gd name="connsiteX314" fmla="*/ 13091026 w 15732060"/>
              <a:gd name="connsiteY314" fmla="*/ 7391243 h 8839200"/>
              <a:gd name="connsiteX315" fmla="*/ 13109683 w 15732060"/>
              <a:gd name="connsiteY315" fmla="*/ 7374781 h 8839200"/>
              <a:gd name="connsiteX316" fmla="*/ 13554153 w 15732060"/>
              <a:gd name="connsiteY316" fmla="*/ 7374781 h 8839200"/>
              <a:gd name="connsiteX317" fmla="*/ 13897658 w 15732060"/>
              <a:gd name="connsiteY317" fmla="*/ 7718285 h 8839200"/>
              <a:gd name="connsiteX318" fmla="*/ 13898207 w 15732060"/>
              <a:gd name="connsiteY318" fmla="*/ 7718285 h 8839200"/>
              <a:gd name="connsiteX319" fmla="*/ 14586862 w 15732060"/>
              <a:gd name="connsiteY319" fmla="*/ 7718833 h 8839200"/>
              <a:gd name="connsiteX320" fmla="*/ 15130652 w 15732060"/>
              <a:gd name="connsiteY320" fmla="*/ 8262624 h 8839200"/>
              <a:gd name="connsiteX321" fmla="*/ 15131201 w 15732060"/>
              <a:gd name="connsiteY321" fmla="*/ 8262624 h 8839200"/>
              <a:gd name="connsiteX322" fmla="*/ 15676637 w 15732060"/>
              <a:gd name="connsiteY322" fmla="*/ 8263173 h 8839200"/>
              <a:gd name="connsiteX323" fmla="*/ 15695295 w 15732060"/>
              <a:gd name="connsiteY323" fmla="*/ 8279635 h 8839200"/>
              <a:gd name="connsiteX324" fmla="*/ 15713951 w 15732060"/>
              <a:gd name="connsiteY324" fmla="*/ 8260978 h 8839200"/>
              <a:gd name="connsiteX325" fmla="*/ 15695295 w 15732060"/>
              <a:gd name="connsiteY325" fmla="*/ 8242320 h 8839200"/>
              <a:gd name="connsiteX326" fmla="*/ 15676637 w 15732060"/>
              <a:gd name="connsiteY326" fmla="*/ 8258783 h 8839200"/>
              <a:gd name="connsiteX327" fmla="*/ 15133396 w 15732060"/>
              <a:gd name="connsiteY327" fmla="*/ 8258783 h 8839200"/>
              <a:gd name="connsiteX328" fmla="*/ 14589606 w 15732060"/>
              <a:gd name="connsiteY328" fmla="*/ 7714993 h 8839200"/>
              <a:gd name="connsiteX329" fmla="*/ 14589057 w 15732060"/>
              <a:gd name="connsiteY329" fmla="*/ 7714993 h 8839200"/>
              <a:gd name="connsiteX330" fmla="*/ 13900401 w 15732060"/>
              <a:gd name="connsiteY330" fmla="*/ 7714444 h 8839200"/>
              <a:gd name="connsiteX331" fmla="*/ 13556897 w 15732060"/>
              <a:gd name="connsiteY331" fmla="*/ 7370939 h 8839200"/>
              <a:gd name="connsiteX332" fmla="*/ 13556349 w 15732060"/>
              <a:gd name="connsiteY332" fmla="*/ 7370939 h 8839200"/>
              <a:gd name="connsiteX333" fmla="*/ 13109683 w 15732060"/>
              <a:gd name="connsiteY333" fmla="*/ 7370391 h 8839200"/>
              <a:gd name="connsiteX334" fmla="*/ 13091026 w 15732060"/>
              <a:gd name="connsiteY334" fmla="*/ 7353928 h 8839200"/>
              <a:gd name="connsiteX335" fmla="*/ 5186037 w 15732060"/>
              <a:gd name="connsiteY335" fmla="*/ 7283829 h 8839200"/>
              <a:gd name="connsiteX336" fmla="*/ 5172868 w 15732060"/>
              <a:gd name="connsiteY336" fmla="*/ 7289180 h 8839200"/>
              <a:gd name="connsiteX337" fmla="*/ 5171222 w 15732060"/>
              <a:gd name="connsiteY337" fmla="*/ 7313872 h 8839200"/>
              <a:gd name="connsiteX338" fmla="*/ 5074096 w 15732060"/>
              <a:gd name="connsiteY338" fmla="*/ 7410997 h 8839200"/>
              <a:gd name="connsiteX339" fmla="*/ 5074096 w 15732060"/>
              <a:gd name="connsiteY339" fmla="*/ 8546316 h 8839200"/>
              <a:gd name="connsiteX340" fmla="*/ 4859544 w 15732060"/>
              <a:gd name="connsiteY340" fmla="*/ 8760869 h 8839200"/>
              <a:gd name="connsiteX341" fmla="*/ 4834851 w 15732060"/>
              <a:gd name="connsiteY341" fmla="*/ 8762516 h 8839200"/>
              <a:gd name="connsiteX342" fmla="*/ 4834851 w 15732060"/>
              <a:gd name="connsiteY342" fmla="*/ 8788855 h 8839200"/>
              <a:gd name="connsiteX343" fmla="*/ 4861189 w 15732060"/>
              <a:gd name="connsiteY343" fmla="*/ 8788855 h 8839200"/>
              <a:gd name="connsiteX344" fmla="*/ 4862836 w 15732060"/>
              <a:gd name="connsiteY344" fmla="*/ 8764162 h 8839200"/>
              <a:gd name="connsiteX345" fmla="*/ 5079034 w 15732060"/>
              <a:gd name="connsiteY345" fmla="*/ 8547962 h 8839200"/>
              <a:gd name="connsiteX346" fmla="*/ 5079034 w 15732060"/>
              <a:gd name="connsiteY346" fmla="*/ 7412643 h 8839200"/>
              <a:gd name="connsiteX347" fmla="*/ 5174514 w 15732060"/>
              <a:gd name="connsiteY347" fmla="*/ 7317164 h 8839200"/>
              <a:gd name="connsiteX348" fmla="*/ 5199206 w 15732060"/>
              <a:gd name="connsiteY348" fmla="*/ 7315518 h 8839200"/>
              <a:gd name="connsiteX349" fmla="*/ 5199206 w 15732060"/>
              <a:gd name="connsiteY349" fmla="*/ 7289180 h 8839200"/>
              <a:gd name="connsiteX350" fmla="*/ 5186037 w 15732060"/>
              <a:gd name="connsiteY350" fmla="*/ 7283829 h 8839200"/>
              <a:gd name="connsiteX351" fmla="*/ 11921685 w 15732060"/>
              <a:gd name="connsiteY351" fmla="*/ 7261331 h 8839200"/>
              <a:gd name="connsiteX352" fmla="*/ 11908516 w 15732060"/>
              <a:gd name="connsiteY352" fmla="*/ 7266681 h 8839200"/>
              <a:gd name="connsiteX353" fmla="*/ 11908516 w 15732060"/>
              <a:gd name="connsiteY353" fmla="*/ 7293020 h 8839200"/>
              <a:gd name="connsiteX354" fmla="*/ 11933209 w 15732060"/>
              <a:gd name="connsiteY354" fmla="*/ 7294666 h 8839200"/>
              <a:gd name="connsiteX355" fmla="*/ 12029785 w 15732060"/>
              <a:gd name="connsiteY355" fmla="*/ 7391243 h 8839200"/>
              <a:gd name="connsiteX356" fmla="*/ 12029785 w 15732060"/>
              <a:gd name="connsiteY356" fmla="*/ 7614575 h 8839200"/>
              <a:gd name="connsiteX357" fmla="*/ 12427614 w 15732060"/>
              <a:gd name="connsiteY357" fmla="*/ 8012403 h 8839200"/>
              <a:gd name="connsiteX358" fmla="*/ 12428162 w 15732060"/>
              <a:gd name="connsiteY358" fmla="*/ 8012403 h 8839200"/>
              <a:gd name="connsiteX359" fmla="*/ 12693747 w 15732060"/>
              <a:gd name="connsiteY359" fmla="*/ 8012952 h 8839200"/>
              <a:gd name="connsiteX360" fmla="*/ 13437823 w 15732060"/>
              <a:gd name="connsiteY360" fmla="*/ 8757029 h 8839200"/>
              <a:gd name="connsiteX361" fmla="*/ 13439470 w 15732060"/>
              <a:gd name="connsiteY361" fmla="*/ 8781721 h 8839200"/>
              <a:gd name="connsiteX362" fmla="*/ 13465809 w 15732060"/>
              <a:gd name="connsiteY362" fmla="*/ 8781721 h 8839200"/>
              <a:gd name="connsiteX363" fmla="*/ 13465809 w 15732060"/>
              <a:gd name="connsiteY363" fmla="*/ 8755382 h 8839200"/>
              <a:gd name="connsiteX364" fmla="*/ 13441116 w 15732060"/>
              <a:gd name="connsiteY364" fmla="*/ 8753736 h 8839200"/>
              <a:gd name="connsiteX365" fmla="*/ 13440567 w 15732060"/>
              <a:gd name="connsiteY365" fmla="*/ 8753187 h 8839200"/>
              <a:gd name="connsiteX366" fmla="*/ 12695941 w 15732060"/>
              <a:gd name="connsiteY366" fmla="*/ 8008563 h 8839200"/>
              <a:gd name="connsiteX367" fmla="*/ 12695393 w 15732060"/>
              <a:gd name="connsiteY367" fmla="*/ 8008563 h 8839200"/>
              <a:gd name="connsiteX368" fmla="*/ 12429809 w 15732060"/>
              <a:gd name="connsiteY368" fmla="*/ 8008014 h 8839200"/>
              <a:gd name="connsiteX369" fmla="*/ 12034174 w 15732060"/>
              <a:gd name="connsiteY369" fmla="*/ 7612380 h 8839200"/>
              <a:gd name="connsiteX370" fmla="*/ 12034174 w 15732060"/>
              <a:gd name="connsiteY370" fmla="*/ 7389048 h 8839200"/>
              <a:gd name="connsiteX371" fmla="*/ 11936501 w 15732060"/>
              <a:gd name="connsiteY371" fmla="*/ 7291374 h 8839200"/>
              <a:gd name="connsiteX372" fmla="*/ 11934855 w 15732060"/>
              <a:gd name="connsiteY372" fmla="*/ 7266681 h 8839200"/>
              <a:gd name="connsiteX373" fmla="*/ 11921685 w 15732060"/>
              <a:gd name="connsiteY373" fmla="*/ 7261331 h 8839200"/>
              <a:gd name="connsiteX374" fmla="*/ 10926291 w 15732060"/>
              <a:gd name="connsiteY374" fmla="*/ 7069825 h 8839200"/>
              <a:gd name="connsiteX375" fmla="*/ 10913121 w 15732060"/>
              <a:gd name="connsiteY375" fmla="*/ 7075175 h 8839200"/>
              <a:gd name="connsiteX376" fmla="*/ 10913121 w 15732060"/>
              <a:gd name="connsiteY376" fmla="*/ 7101513 h 8839200"/>
              <a:gd name="connsiteX377" fmla="*/ 10937814 w 15732060"/>
              <a:gd name="connsiteY377" fmla="*/ 7103160 h 8839200"/>
              <a:gd name="connsiteX378" fmla="*/ 11034391 w 15732060"/>
              <a:gd name="connsiteY378" fmla="*/ 7199737 h 8839200"/>
              <a:gd name="connsiteX379" fmla="*/ 11034391 w 15732060"/>
              <a:gd name="connsiteY379" fmla="*/ 7423069 h 8839200"/>
              <a:gd name="connsiteX380" fmla="*/ 11431671 w 15732060"/>
              <a:gd name="connsiteY380" fmla="*/ 7820348 h 8839200"/>
              <a:gd name="connsiteX381" fmla="*/ 11431671 w 15732060"/>
              <a:gd name="connsiteY381" fmla="*/ 7986614 h 8839200"/>
              <a:gd name="connsiteX382" fmla="*/ 12207024 w 15732060"/>
              <a:gd name="connsiteY382" fmla="*/ 8761966 h 8839200"/>
              <a:gd name="connsiteX383" fmla="*/ 12208671 w 15732060"/>
              <a:gd name="connsiteY383" fmla="*/ 8786660 h 8839200"/>
              <a:gd name="connsiteX384" fmla="*/ 12235010 w 15732060"/>
              <a:gd name="connsiteY384" fmla="*/ 8786660 h 8839200"/>
              <a:gd name="connsiteX385" fmla="*/ 12235010 w 15732060"/>
              <a:gd name="connsiteY385" fmla="*/ 8760321 h 8839200"/>
              <a:gd name="connsiteX386" fmla="*/ 12210316 w 15732060"/>
              <a:gd name="connsiteY386" fmla="*/ 8758675 h 8839200"/>
              <a:gd name="connsiteX387" fmla="*/ 12209768 w 15732060"/>
              <a:gd name="connsiteY387" fmla="*/ 8758126 h 8839200"/>
              <a:gd name="connsiteX388" fmla="*/ 11436059 w 15732060"/>
              <a:gd name="connsiteY388" fmla="*/ 7984418 h 8839200"/>
              <a:gd name="connsiteX389" fmla="*/ 11436059 w 15732060"/>
              <a:gd name="connsiteY389" fmla="*/ 7818154 h 8839200"/>
              <a:gd name="connsiteX390" fmla="*/ 11038780 w 15732060"/>
              <a:gd name="connsiteY390" fmla="*/ 7420874 h 8839200"/>
              <a:gd name="connsiteX391" fmla="*/ 11038780 w 15732060"/>
              <a:gd name="connsiteY391" fmla="*/ 7197541 h 8839200"/>
              <a:gd name="connsiteX392" fmla="*/ 10941106 w 15732060"/>
              <a:gd name="connsiteY392" fmla="*/ 7099867 h 8839200"/>
              <a:gd name="connsiteX393" fmla="*/ 10939461 w 15732060"/>
              <a:gd name="connsiteY393" fmla="*/ 7075175 h 8839200"/>
              <a:gd name="connsiteX394" fmla="*/ 10926291 w 15732060"/>
              <a:gd name="connsiteY394" fmla="*/ 7069825 h 8839200"/>
              <a:gd name="connsiteX395" fmla="*/ 1211592 w 15732060"/>
              <a:gd name="connsiteY395" fmla="*/ 7065298 h 8839200"/>
              <a:gd name="connsiteX396" fmla="*/ 1192936 w 15732060"/>
              <a:gd name="connsiteY396" fmla="*/ 7081759 h 8839200"/>
              <a:gd name="connsiteX397" fmla="*/ 568482 w 15732060"/>
              <a:gd name="connsiteY397" fmla="*/ 7081759 h 8839200"/>
              <a:gd name="connsiteX398" fmla="*/ 427460 w 15732060"/>
              <a:gd name="connsiteY398" fmla="*/ 7222782 h 8839200"/>
              <a:gd name="connsiteX399" fmla="*/ 427460 w 15732060"/>
              <a:gd name="connsiteY399" fmla="*/ 7362709 h 8839200"/>
              <a:gd name="connsiteX400" fmla="*/ 317164 w 15732060"/>
              <a:gd name="connsiteY400" fmla="*/ 7473004 h 8839200"/>
              <a:gd name="connsiteX401" fmla="*/ 292472 w 15732060"/>
              <a:gd name="connsiteY401" fmla="*/ 7474650 h 8839200"/>
              <a:gd name="connsiteX402" fmla="*/ 292472 w 15732060"/>
              <a:gd name="connsiteY402" fmla="*/ 7500989 h 8839200"/>
              <a:gd name="connsiteX403" fmla="*/ 318810 w 15732060"/>
              <a:gd name="connsiteY403" fmla="*/ 7500989 h 8839200"/>
              <a:gd name="connsiteX404" fmla="*/ 320456 w 15732060"/>
              <a:gd name="connsiteY404" fmla="*/ 7476295 h 8839200"/>
              <a:gd name="connsiteX405" fmla="*/ 431848 w 15732060"/>
              <a:gd name="connsiteY405" fmla="*/ 7364903 h 8839200"/>
              <a:gd name="connsiteX406" fmla="*/ 431848 w 15732060"/>
              <a:gd name="connsiteY406" fmla="*/ 7224977 h 8839200"/>
              <a:gd name="connsiteX407" fmla="*/ 432398 w 15732060"/>
              <a:gd name="connsiteY407" fmla="*/ 7224429 h 8839200"/>
              <a:gd name="connsiteX408" fmla="*/ 570678 w 15732060"/>
              <a:gd name="connsiteY408" fmla="*/ 7086150 h 8839200"/>
              <a:gd name="connsiteX409" fmla="*/ 1192936 w 15732060"/>
              <a:gd name="connsiteY409" fmla="*/ 7086150 h 8839200"/>
              <a:gd name="connsiteX410" fmla="*/ 1211592 w 15732060"/>
              <a:gd name="connsiteY410" fmla="*/ 7102611 h 8839200"/>
              <a:gd name="connsiteX411" fmla="*/ 1230249 w 15732060"/>
              <a:gd name="connsiteY411" fmla="*/ 7083954 h 8839200"/>
              <a:gd name="connsiteX412" fmla="*/ 1211592 w 15732060"/>
              <a:gd name="connsiteY412" fmla="*/ 7065298 h 8839200"/>
              <a:gd name="connsiteX413" fmla="*/ 10149290 w 15732060"/>
              <a:gd name="connsiteY413" fmla="*/ 7048973 h 8839200"/>
              <a:gd name="connsiteX414" fmla="*/ 10136121 w 15732060"/>
              <a:gd name="connsiteY414" fmla="*/ 7054323 h 8839200"/>
              <a:gd name="connsiteX415" fmla="*/ 10136121 w 15732060"/>
              <a:gd name="connsiteY415" fmla="*/ 7080662 h 8839200"/>
              <a:gd name="connsiteX416" fmla="*/ 10160814 w 15732060"/>
              <a:gd name="connsiteY416" fmla="*/ 7082308 h 8839200"/>
              <a:gd name="connsiteX417" fmla="*/ 10562483 w 15732060"/>
              <a:gd name="connsiteY417" fmla="*/ 7483978 h 8839200"/>
              <a:gd name="connsiteX418" fmla="*/ 10562483 w 15732060"/>
              <a:gd name="connsiteY418" fmla="*/ 7778645 h 8839200"/>
              <a:gd name="connsiteX419" fmla="*/ 10879101 w 15732060"/>
              <a:gd name="connsiteY419" fmla="*/ 8095261 h 8839200"/>
              <a:gd name="connsiteX420" fmla="*/ 10880746 w 15732060"/>
              <a:gd name="connsiteY420" fmla="*/ 8119954 h 8839200"/>
              <a:gd name="connsiteX421" fmla="*/ 10907085 w 15732060"/>
              <a:gd name="connsiteY421" fmla="*/ 8119954 h 8839200"/>
              <a:gd name="connsiteX422" fmla="*/ 10907085 w 15732060"/>
              <a:gd name="connsiteY422" fmla="*/ 8093615 h 8839200"/>
              <a:gd name="connsiteX423" fmla="*/ 10882392 w 15732060"/>
              <a:gd name="connsiteY423" fmla="*/ 8091969 h 8839200"/>
              <a:gd name="connsiteX424" fmla="*/ 10566874 w 15732060"/>
              <a:gd name="connsiteY424" fmla="*/ 7776999 h 8839200"/>
              <a:gd name="connsiteX425" fmla="*/ 10566874 w 15732060"/>
              <a:gd name="connsiteY425" fmla="*/ 7482332 h 8839200"/>
              <a:gd name="connsiteX426" fmla="*/ 10164106 w 15732060"/>
              <a:gd name="connsiteY426" fmla="*/ 7079565 h 8839200"/>
              <a:gd name="connsiteX427" fmla="*/ 10162460 w 15732060"/>
              <a:gd name="connsiteY427" fmla="*/ 7054872 h 8839200"/>
              <a:gd name="connsiteX428" fmla="*/ 10162460 w 15732060"/>
              <a:gd name="connsiteY428" fmla="*/ 7054323 h 8839200"/>
              <a:gd name="connsiteX429" fmla="*/ 10149290 w 15732060"/>
              <a:gd name="connsiteY429" fmla="*/ 7048973 h 8839200"/>
              <a:gd name="connsiteX430" fmla="*/ 3696238 w 15732060"/>
              <a:gd name="connsiteY430" fmla="*/ 6827149 h 8839200"/>
              <a:gd name="connsiteX431" fmla="*/ 3677581 w 15732060"/>
              <a:gd name="connsiteY431" fmla="*/ 6843611 h 8839200"/>
              <a:gd name="connsiteX432" fmla="*/ 3053128 w 15732060"/>
              <a:gd name="connsiteY432" fmla="*/ 6843611 h 8839200"/>
              <a:gd name="connsiteX433" fmla="*/ 2962587 w 15732060"/>
              <a:gd name="connsiteY433" fmla="*/ 6934151 h 8839200"/>
              <a:gd name="connsiteX434" fmla="*/ 2937894 w 15732060"/>
              <a:gd name="connsiteY434" fmla="*/ 6935798 h 8839200"/>
              <a:gd name="connsiteX435" fmla="*/ 2937894 w 15732060"/>
              <a:gd name="connsiteY435" fmla="*/ 6962136 h 8839200"/>
              <a:gd name="connsiteX436" fmla="*/ 2964233 w 15732060"/>
              <a:gd name="connsiteY436" fmla="*/ 6962136 h 8839200"/>
              <a:gd name="connsiteX437" fmla="*/ 2965880 w 15732060"/>
              <a:gd name="connsiteY437" fmla="*/ 6937444 h 8839200"/>
              <a:gd name="connsiteX438" fmla="*/ 3054773 w 15732060"/>
              <a:gd name="connsiteY438" fmla="*/ 6848549 h 8839200"/>
              <a:gd name="connsiteX439" fmla="*/ 3677032 w 15732060"/>
              <a:gd name="connsiteY439" fmla="*/ 6848549 h 8839200"/>
              <a:gd name="connsiteX440" fmla="*/ 3677581 w 15732060"/>
              <a:gd name="connsiteY440" fmla="*/ 6848001 h 8839200"/>
              <a:gd name="connsiteX441" fmla="*/ 3696238 w 15732060"/>
              <a:gd name="connsiteY441" fmla="*/ 6864463 h 8839200"/>
              <a:gd name="connsiteX442" fmla="*/ 3714895 w 15732060"/>
              <a:gd name="connsiteY442" fmla="*/ 6845806 h 8839200"/>
              <a:gd name="connsiteX443" fmla="*/ 3696238 w 15732060"/>
              <a:gd name="connsiteY443" fmla="*/ 6827149 h 8839200"/>
              <a:gd name="connsiteX444" fmla="*/ 9514411 w 15732060"/>
              <a:gd name="connsiteY444" fmla="*/ 6708760 h 8839200"/>
              <a:gd name="connsiteX445" fmla="*/ 9501242 w 15732060"/>
              <a:gd name="connsiteY445" fmla="*/ 6714111 h 8839200"/>
              <a:gd name="connsiteX446" fmla="*/ 9501242 w 15732060"/>
              <a:gd name="connsiteY446" fmla="*/ 6740450 h 8839200"/>
              <a:gd name="connsiteX447" fmla="*/ 9525934 w 15732060"/>
              <a:gd name="connsiteY447" fmla="*/ 6742096 h 8839200"/>
              <a:gd name="connsiteX448" fmla="*/ 10158070 w 15732060"/>
              <a:gd name="connsiteY448" fmla="*/ 7374232 h 8839200"/>
              <a:gd name="connsiteX449" fmla="*/ 10158070 w 15732060"/>
              <a:gd name="connsiteY449" fmla="*/ 7897171 h 8839200"/>
              <a:gd name="connsiteX450" fmla="*/ 10566325 w 15732060"/>
              <a:gd name="connsiteY450" fmla="*/ 8305425 h 8839200"/>
              <a:gd name="connsiteX451" fmla="*/ 10566874 w 15732060"/>
              <a:gd name="connsiteY451" fmla="*/ 8305425 h 8839200"/>
              <a:gd name="connsiteX452" fmla="*/ 11109018 w 15732060"/>
              <a:gd name="connsiteY452" fmla="*/ 8305973 h 8839200"/>
              <a:gd name="connsiteX453" fmla="*/ 11354300 w 15732060"/>
              <a:gd name="connsiteY453" fmla="*/ 8551255 h 8839200"/>
              <a:gd name="connsiteX454" fmla="*/ 11354300 w 15732060"/>
              <a:gd name="connsiteY454" fmla="*/ 8765808 h 8839200"/>
              <a:gd name="connsiteX455" fmla="*/ 11337837 w 15732060"/>
              <a:gd name="connsiteY455" fmla="*/ 8784465 h 8839200"/>
              <a:gd name="connsiteX456" fmla="*/ 11356494 w 15732060"/>
              <a:gd name="connsiteY456" fmla="*/ 8803121 h 8839200"/>
              <a:gd name="connsiteX457" fmla="*/ 11375152 w 15732060"/>
              <a:gd name="connsiteY457" fmla="*/ 8784465 h 8839200"/>
              <a:gd name="connsiteX458" fmla="*/ 11370419 w 15732060"/>
              <a:gd name="connsiteY458" fmla="*/ 8771639 h 8839200"/>
              <a:gd name="connsiteX459" fmla="*/ 11359238 w 15732060"/>
              <a:gd name="connsiteY459" fmla="*/ 8766081 h 8839200"/>
              <a:gd name="connsiteX460" fmla="*/ 11359238 w 15732060"/>
              <a:gd name="connsiteY460" fmla="*/ 8766357 h 8839200"/>
              <a:gd name="connsiteX461" fmla="*/ 11358689 w 15732060"/>
              <a:gd name="connsiteY461" fmla="*/ 8765808 h 8839200"/>
              <a:gd name="connsiteX462" fmla="*/ 11359238 w 15732060"/>
              <a:gd name="connsiteY462" fmla="*/ 8766081 h 8839200"/>
              <a:gd name="connsiteX463" fmla="*/ 11359238 w 15732060"/>
              <a:gd name="connsiteY463" fmla="*/ 8549609 h 8839200"/>
              <a:gd name="connsiteX464" fmla="*/ 11111762 w 15732060"/>
              <a:gd name="connsiteY464" fmla="*/ 8302133 h 8839200"/>
              <a:gd name="connsiteX465" fmla="*/ 11111212 w 15732060"/>
              <a:gd name="connsiteY465" fmla="*/ 8302133 h 8839200"/>
              <a:gd name="connsiteX466" fmla="*/ 10569068 w 15732060"/>
              <a:gd name="connsiteY466" fmla="*/ 8301584 h 8839200"/>
              <a:gd name="connsiteX467" fmla="*/ 10163009 w 15732060"/>
              <a:gd name="connsiteY467" fmla="*/ 7895525 h 8839200"/>
              <a:gd name="connsiteX468" fmla="*/ 10163009 w 15732060"/>
              <a:gd name="connsiteY468" fmla="*/ 7372586 h 8839200"/>
              <a:gd name="connsiteX469" fmla="*/ 9529227 w 15732060"/>
              <a:gd name="connsiteY469" fmla="*/ 6738804 h 8839200"/>
              <a:gd name="connsiteX470" fmla="*/ 9527580 w 15732060"/>
              <a:gd name="connsiteY470" fmla="*/ 6714111 h 8839200"/>
              <a:gd name="connsiteX471" fmla="*/ 9514411 w 15732060"/>
              <a:gd name="connsiteY471" fmla="*/ 6708760 h 8839200"/>
              <a:gd name="connsiteX472" fmla="*/ 4474336 w 15732060"/>
              <a:gd name="connsiteY472" fmla="*/ 6454151 h 8839200"/>
              <a:gd name="connsiteX473" fmla="*/ 4461166 w 15732060"/>
              <a:gd name="connsiteY473" fmla="*/ 6459501 h 8839200"/>
              <a:gd name="connsiteX474" fmla="*/ 4459520 w 15732060"/>
              <a:gd name="connsiteY474" fmla="*/ 6484193 h 8839200"/>
              <a:gd name="connsiteX475" fmla="*/ 4294352 w 15732060"/>
              <a:gd name="connsiteY475" fmla="*/ 6649361 h 8839200"/>
              <a:gd name="connsiteX476" fmla="*/ 3558507 w 15732060"/>
              <a:gd name="connsiteY476" fmla="*/ 6649361 h 8839200"/>
              <a:gd name="connsiteX477" fmla="*/ 3539850 w 15732060"/>
              <a:gd name="connsiteY477" fmla="*/ 6632899 h 8839200"/>
              <a:gd name="connsiteX478" fmla="*/ 3521193 w 15732060"/>
              <a:gd name="connsiteY478" fmla="*/ 6651556 h 8839200"/>
              <a:gd name="connsiteX479" fmla="*/ 3539850 w 15732060"/>
              <a:gd name="connsiteY479" fmla="*/ 6670213 h 8839200"/>
              <a:gd name="connsiteX480" fmla="*/ 3558507 w 15732060"/>
              <a:gd name="connsiteY480" fmla="*/ 6653750 h 8839200"/>
              <a:gd name="connsiteX481" fmla="*/ 4296547 w 15732060"/>
              <a:gd name="connsiteY481" fmla="*/ 6653750 h 8839200"/>
              <a:gd name="connsiteX482" fmla="*/ 4462813 w 15732060"/>
              <a:gd name="connsiteY482" fmla="*/ 6487486 h 8839200"/>
              <a:gd name="connsiteX483" fmla="*/ 4462812 w 15732060"/>
              <a:gd name="connsiteY483" fmla="*/ 6487486 h 8839200"/>
              <a:gd name="connsiteX484" fmla="*/ 4463362 w 15732060"/>
              <a:gd name="connsiteY484" fmla="*/ 6486937 h 8839200"/>
              <a:gd name="connsiteX485" fmla="*/ 4462813 w 15732060"/>
              <a:gd name="connsiteY485" fmla="*/ 6487486 h 8839200"/>
              <a:gd name="connsiteX486" fmla="*/ 4475364 w 15732060"/>
              <a:gd name="connsiteY486" fmla="*/ 6491189 h 8839200"/>
              <a:gd name="connsiteX487" fmla="*/ 4487505 w 15732060"/>
              <a:gd name="connsiteY487" fmla="*/ 6485840 h 8839200"/>
              <a:gd name="connsiteX488" fmla="*/ 4487505 w 15732060"/>
              <a:gd name="connsiteY488" fmla="*/ 6459501 h 8839200"/>
              <a:gd name="connsiteX489" fmla="*/ 4474336 w 15732060"/>
              <a:gd name="connsiteY489" fmla="*/ 6454151 h 8839200"/>
              <a:gd name="connsiteX490" fmla="*/ 2861072 w 15732060"/>
              <a:gd name="connsiteY490" fmla="*/ 6399141 h 8839200"/>
              <a:gd name="connsiteX491" fmla="*/ 2842416 w 15732060"/>
              <a:gd name="connsiteY491" fmla="*/ 6417798 h 8839200"/>
              <a:gd name="connsiteX492" fmla="*/ 2858877 w 15732060"/>
              <a:gd name="connsiteY492" fmla="*/ 6436454 h 8839200"/>
              <a:gd name="connsiteX493" fmla="*/ 2858877 w 15732060"/>
              <a:gd name="connsiteY493" fmla="*/ 6778312 h 8839200"/>
              <a:gd name="connsiteX494" fmla="*/ 2574086 w 15732060"/>
              <a:gd name="connsiteY494" fmla="*/ 7063102 h 8839200"/>
              <a:gd name="connsiteX495" fmla="*/ 1833852 w 15732060"/>
              <a:gd name="connsiteY495" fmla="*/ 7063102 h 8839200"/>
              <a:gd name="connsiteX496" fmla="*/ 1090324 w 15732060"/>
              <a:gd name="connsiteY496" fmla="*/ 7806630 h 8839200"/>
              <a:gd name="connsiteX497" fmla="*/ 60908 w 15732060"/>
              <a:gd name="connsiteY497" fmla="*/ 7806630 h 8839200"/>
              <a:gd name="connsiteX498" fmla="*/ 42250 w 15732060"/>
              <a:gd name="connsiteY498" fmla="*/ 7790168 h 8839200"/>
              <a:gd name="connsiteX499" fmla="*/ 23594 w 15732060"/>
              <a:gd name="connsiteY499" fmla="*/ 7808826 h 8839200"/>
              <a:gd name="connsiteX500" fmla="*/ 42250 w 15732060"/>
              <a:gd name="connsiteY500" fmla="*/ 7827483 h 8839200"/>
              <a:gd name="connsiteX501" fmla="*/ 60908 w 15732060"/>
              <a:gd name="connsiteY501" fmla="*/ 7811020 h 8839200"/>
              <a:gd name="connsiteX502" fmla="*/ 1091970 w 15732060"/>
              <a:gd name="connsiteY502" fmla="*/ 7811020 h 8839200"/>
              <a:gd name="connsiteX503" fmla="*/ 1835498 w 15732060"/>
              <a:gd name="connsiteY503" fmla="*/ 7067493 h 8839200"/>
              <a:gd name="connsiteX504" fmla="*/ 1835498 w 15732060"/>
              <a:gd name="connsiteY504" fmla="*/ 7068042 h 8839200"/>
              <a:gd name="connsiteX505" fmla="*/ 2575733 w 15732060"/>
              <a:gd name="connsiteY505" fmla="*/ 7068042 h 8839200"/>
              <a:gd name="connsiteX506" fmla="*/ 2863267 w 15732060"/>
              <a:gd name="connsiteY506" fmla="*/ 6780507 h 8839200"/>
              <a:gd name="connsiteX507" fmla="*/ 2863267 w 15732060"/>
              <a:gd name="connsiteY507" fmla="*/ 6436454 h 8839200"/>
              <a:gd name="connsiteX508" fmla="*/ 2879729 w 15732060"/>
              <a:gd name="connsiteY508" fmla="*/ 6417798 h 8839200"/>
              <a:gd name="connsiteX509" fmla="*/ 2861072 w 15732060"/>
              <a:gd name="connsiteY509" fmla="*/ 6399141 h 8839200"/>
              <a:gd name="connsiteX510" fmla="*/ 3111561 w 15732060"/>
              <a:gd name="connsiteY510" fmla="*/ 6398704 h 8839200"/>
              <a:gd name="connsiteX511" fmla="*/ 3098603 w 15732060"/>
              <a:gd name="connsiteY511" fmla="*/ 6404009 h 8839200"/>
              <a:gd name="connsiteX512" fmla="*/ 3093184 w 15732060"/>
              <a:gd name="connsiteY512" fmla="*/ 6417246 h 8839200"/>
              <a:gd name="connsiteX513" fmla="*/ 3109647 w 15732060"/>
              <a:gd name="connsiteY513" fmla="*/ 6435904 h 8839200"/>
              <a:gd name="connsiteX514" fmla="*/ 3109647 w 15732060"/>
              <a:gd name="connsiteY514" fmla="*/ 6726181 h 8839200"/>
              <a:gd name="connsiteX515" fmla="*/ 2526348 w 15732060"/>
              <a:gd name="connsiteY515" fmla="*/ 7309480 h 8839200"/>
              <a:gd name="connsiteX516" fmla="*/ 2231680 w 15732060"/>
              <a:gd name="connsiteY516" fmla="*/ 7309480 h 8839200"/>
              <a:gd name="connsiteX517" fmla="*/ 2131812 w 15732060"/>
              <a:gd name="connsiteY517" fmla="*/ 7209611 h 8839200"/>
              <a:gd name="connsiteX518" fmla="*/ 2131263 w 15732060"/>
              <a:gd name="connsiteY518" fmla="*/ 7209611 h 8839200"/>
              <a:gd name="connsiteX519" fmla="*/ 2021516 w 15732060"/>
              <a:gd name="connsiteY519" fmla="*/ 7209063 h 8839200"/>
              <a:gd name="connsiteX520" fmla="*/ 1603934 w 15732060"/>
              <a:gd name="connsiteY520" fmla="*/ 7626645 h 8839200"/>
              <a:gd name="connsiteX521" fmla="*/ 1396514 w 15732060"/>
              <a:gd name="connsiteY521" fmla="*/ 7626645 h 8839200"/>
              <a:gd name="connsiteX522" fmla="*/ 557508 w 15732060"/>
              <a:gd name="connsiteY522" fmla="*/ 8465652 h 8839200"/>
              <a:gd name="connsiteX523" fmla="*/ 52676 w 15732060"/>
              <a:gd name="connsiteY523" fmla="*/ 8465652 h 8839200"/>
              <a:gd name="connsiteX524" fmla="*/ 34020 w 15732060"/>
              <a:gd name="connsiteY524" fmla="*/ 8449189 h 8839200"/>
              <a:gd name="connsiteX525" fmla="*/ 15364 w 15732060"/>
              <a:gd name="connsiteY525" fmla="*/ 8467846 h 8839200"/>
              <a:gd name="connsiteX526" fmla="*/ 34020 w 15732060"/>
              <a:gd name="connsiteY526" fmla="*/ 8486503 h 8839200"/>
              <a:gd name="connsiteX527" fmla="*/ 52676 w 15732060"/>
              <a:gd name="connsiteY527" fmla="*/ 8470042 h 8839200"/>
              <a:gd name="connsiteX528" fmla="*/ 559154 w 15732060"/>
              <a:gd name="connsiteY528" fmla="*/ 8470042 h 8839200"/>
              <a:gd name="connsiteX529" fmla="*/ 1398161 w 15732060"/>
              <a:gd name="connsiteY529" fmla="*/ 7631035 h 8839200"/>
              <a:gd name="connsiteX530" fmla="*/ 1605580 w 15732060"/>
              <a:gd name="connsiteY530" fmla="*/ 7631035 h 8839200"/>
              <a:gd name="connsiteX531" fmla="*/ 2023163 w 15732060"/>
              <a:gd name="connsiteY531" fmla="*/ 7213452 h 8839200"/>
              <a:gd name="connsiteX532" fmla="*/ 2128519 w 15732060"/>
              <a:gd name="connsiteY532" fmla="*/ 7213452 h 8839200"/>
              <a:gd name="connsiteX533" fmla="*/ 2228387 w 15732060"/>
              <a:gd name="connsiteY533" fmla="*/ 7313321 h 8839200"/>
              <a:gd name="connsiteX534" fmla="*/ 2228936 w 15732060"/>
              <a:gd name="connsiteY534" fmla="*/ 7313321 h 8839200"/>
              <a:gd name="connsiteX535" fmla="*/ 2527445 w 15732060"/>
              <a:gd name="connsiteY535" fmla="*/ 7313870 h 8839200"/>
              <a:gd name="connsiteX536" fmla="*/ 3113488 w 15732060"/>
              <a:gd name="connsiteY536" fmla="*/ 6727827 h 8839200"/>
              <a:gd name="connsiteX537" fmla="*/ 3113488 w 15732060"/>
              <a:gd name="connsiteY537" fmla="*/ 6435904 h 8839200"/>
              <a:gd name="connsiteX538" fmla="*/ 3129950 w 15732060"/>
              <a:gd name="connsiteY538" fmla="*/ 6417246 h 8839200"/>
              <a:gd name="connsiteX539" fmla="*/ 3124531 w 15732060"/>
              <a:gd name="connsiteY539" fmla="*/ 6404215 h 8839200"/>
              <a:gd name="connsiteX540" fmla="*/ 2945028 w 15732060"/>
              <a:gd name="connsiteY540" fmla="*/ 6398590 h 8839200"/>
              <a:gd name="connsiteX541" fmla="*/ 2926371 w 15732060"/>
              <a:gd name="connsiteY541" fmla="*/ 6417246 h 8839200"/>
              <a:gd name="connsiteX542" fmla="*/ 2942832 w 15732060"/>
              <a:gd name="connsiteY542" fmla="*/ 6435904 h 8839200"/>
              <a:gd name="connsiteX543" fmla="*/ 2942832 w 15732060"/>
              <a:gd name="connsiteY543" fmla="*/ 6599974 h 8839200"/>
              <a:gd name="connsiteX544" fmla="*/ 2926371 w 15732060"/>
              <a:gd name="connsiteY544" fmla="*/ 6618630 h 8839200"/>
              <a:gd name="connsiteX545" fmla="*/ 2945028 w 15732060"/>
              <a:gd name="connsiteY545" fmla="*/ 6637287 h 8839200"/>
              <a:gd name="connsiteX546" fmla="*/ 2963685 w 15732060"/>
              <a:gd name="connsiteY546" fmla="*/ 6618630 h 8839200"/>
              <a:gd name="connsiteX547" fmla="*/ 2947223 w 15732060"/>
              <a:gd name="connsiteY547" fmla="*/ 6599974 h 8839200"/>
              <a:gd name="connsiteX548" fmla="*/ 2947223 w 15732060"/>
              <a:gd name="connsiteY548" fmla="*/ 6435904 h 8839200"/>
              <a:gd name="connsiteX549" fmla="*/ 2963685 w 15732060"/>
              <a:gd name="connsiteY549" fmla="*/ 6417246 h 8839200"/>
              <a:gd name="connsiteX550" fmla="*/ 2945028 w 15732060"/>
              <a:gd name="connsiteY550" fmla="*/ 6398590 h 8839200"/>
              <a:gd name="connsiteX551" fmla="*/ 3028983 w 15732060"/>
              <a:gd name="connsiteY551" fmla="*/ 6398590 h 8839200"/>
              <a:gd name="connsiteX552" fmla="*/ 3010326 w 15732060"/>
              <a:gd name="connsiteY552" fmla="*/ 6417246 h 8839200"/>
              <a:gd name="connsiteX553" fmla="*/ 3026789 w 15732060"/>
              <a:gd name="connsiteY553" fmla="*/ 6435904 h 8839200"/>
              <a:gd name="connsiteX554" fmla="*/ 3026789 w 15732060"/>
              <a:gd name="connsiteY554" fmla="*/ 6710817 h 8839200"/>
              <a:gd name="connsiteX555" fmla="*/ 2603718 w 15732060"/>
              <a:gd name="connsiteY555" fmla="*/ 7133887 h 8839200"/>
              <a:gd name="connsiteX556" fmla="*/ 1999018 w 15732060"/>
              <a:gd name="connsiteY556" fmla="*/ 7133887 h 8839200"/>
              <a:gd name="connsiteX557" fmla="*/ 1713131 w 15732060"/>
              <a:gd name="connsiteY557" fmla="*/ 7419775 h 8839200"/>
              <a:gd name="connsiteX558" fmla="*/ 1688438 w 15732060"/>
              <a:gd name="connsiteY558" fmla="*/ 7421420 h 8839200"/>
              <a:gd name="connsiteX559" fmla="*/ 1688438 w 15732060"/>
              <a:gd name="connsiteY559" fmla="*/ 7447759 h 8839200"/>
              <a:gd name="connsiteX560" fmla="*/ 1714777 w 15732060"/>
              <a:gd name="connsiteY560" fmla="*/ 7447759 h 8839200"/>
              <a:gd name="connsiteX561" fmla="*/ 1716423 w 15732060"/>
              <a:gd name="connsiteY561" fmla="*/ 7423066 h 8839200"/>
              <a:gd name="connsiteX562" fmla="*/ 2000665 w 15732060"/>
              <a:gd name="connsiteY562" fmla="*/ 7138825 h 8839200"/>
              <a:gd name="connsiteX563" fmla="*/ 2604815 w 15732060"/>
              <a:gd name="connsiteY563" fmla="*/ 7138825 h 8839200"/>
              <a:gd name="connsiteX564" fmla="*/ 3031178 w 15732060"/>
              <a:gd name="connsiteY564" fmla="*/ 6712463 h 8839200"/>
              <a:gd name="connsiteX565" fmla="*/ 3031178 w 15732060"/>
              <a:gd name="connsiteY565" fmla="*/ 6435904 h 8839200"/>
              <a:gd name="connsiteX566" fmla="*/ 3047640 w 15732060"/>
              <a:gd name="connsiteY566" fmla="*/ 6417246 h 8839200"/>
              <a:gd name="connsiteX567" fmla="*/ 3028983 w 15732060"/>
              <a:gd name="connsiteY567" fmla="*/ 6398590 h 8839200"/>
              <a:gd name="connsiteX568" fmla="*/ 3111841 w 15732060"/>
              <a:gd name="connsiteY568" fmla="*/ 6398590 h 8839200"/>
              <a:gd name="connsiteX569" fmla="*/ 3111292 w 15732060"/>
              <a:gd name="connsiteY569" fmla="*/ 6398590 h 8839200"/>
              <a:gd name="connsiteX570" fmla="*/ 3111561 w 15732060"/>
              <a:gd name="connsiteY570" fmla="*/ 6398704 h 8839200"/>
              <a:gd name="connsiteX571" fmla="*/ 3195248 w 15732060"/>
              <a:gd name="connsiteY571" fmla="*/ 6398590 h 8839200"/>
              <a:gd name="connsiteX572" fmla="*/ 3176591 w 15732060"/>
              <a:gd name="connsiteY572" fmla="*/ 6417246 h 8839200"/>
              <a:gd name="connsiteX573" fmla="*/ 3193054 w 15732060"/>
              <a:gd name="connsiteY573" fmla="*/ 6435904 h 8839200"/>
              <a:gd name="connsiteX574" fmla="*/ 3193054 w 15732060"/>
              <a:gd name="connsiteY574" fmla="*/ 6599974 h 8839200"/>
              <a:gd name="connsiteX575" fmla="*/ 3176591 w 15732060"/>
              <a:gd name="connsiteY575" fmla="*/ 6618630 h 8839200"/>
              <a:gd name="connsiteX576" fmla="*/ 3195248 w 15732060"/>
              <a:gd name="connsiteY576" fmla="*/ 6637287 h 8839200"/>
              <a:gd name="connsiteX577" fmla="*/ 3213905 w 15732060"/>
              <a:gd name="connsiteY577" fmla="*/ 6618630 h 8839200"/>
              <a:gd name="connsiteX578" fmla="*/ 3197443 w 15732060"/>
              <a:gd name="connsiteY578" fmla="*/ 6599974 h 8839200"/>
              <a:gd name="connsiteX579" fmla="*/ 3197443 w 15732060"/>
              <a:gd name="connsiteY579" fmla="*/ 6435904 h 8839200"/>
              <a:gd name="connsiteX580" fmla="*/ 3213905 w 15732060"/>
              <a:gd name="connsiteY580" fmla="*/ 6417246 h 8839200"/>
              <a:gd name="connsiteX581" fmla="*/ 3195248 w 15732060"/>
              <a:gd name="connsiteY581" fmla="*/ 6398590 h 8839200"/>
              <a:gd name="connsiteX582" fmla="*/ 3278654 w 15732060"/>
              <a:gd name="connsiteY582" fmla="*/ 6398590 h 8839200"/>
              <a:gd name="connsiteX583" fmla="*/ 3259998 w 15732060"/>
              <a:gd name="connsiteY583" fmla="*/ 6417246 h 8839200"/>
              <a:gd name="connsiteX584" fmla="*/ 3276460 w 15732060"/>
              <a:gd name="connsiteY584" fmla="*/ 6435904 h 8839200"/>
              <a:gd name="connsiteX585" fmla="*/ 3276460 w 15732060"/>
              <a:gd name="connsiteY585" fmla="*/ 6619728 h 8839200"/>
              <a:gd name="connsiteX586" fmla="*/ 3437786 w 15732060"/>
              <a:gd name="connsiteY586" fmla="*/ 6781054 h 8839200"/>
              <a:gd name="connsiteX587" fmla="*/ 3438335 w 15732060"/>
              <a:gd name="connsiteY587" fmla="*/ 6781054 h 8839200"/>
              <a:gd name="connsiteX588" fmla="*/ 4190094 w 15732060"/>
              <a:gd name="connsiteY588" fmla="*/ 6781604 h 8839200"/>
              <a:gd name="connsiteX589" fmla="*/ 4208751 w 15732060"/>
              <a:gd name="connsiteY589" fmla="*/ 6798065 h 8839200"/>
              <a:gd name="connsiteX590" fmla="*/ 4227408 w 15732060"/>
              <a:gd name="connsiteY590" fmla="*/ 6779408 h 8839200"/>
              <a:gd name="connsiteX591" fmla="*/ 4208751 w 15732060"/>
              <a:gd name="connsiteY591" fmla="*/ 6760751 h 8839200"/>
              <a:gd name="connsiteX592" fmla="*/ 4208202 w 15732060"/>
              <a:gd name="connsiteY592" fmla="*/ 6760203 h 8839200"/>
              <a:gd name="connsiteX593" fmla="*/ 4189546 w 15732060"/>
              <a:gd name="connsiteY593" fmla="*/ 6776664 h 8839200"/>
              <a:gd name="connsiteX594" fmla="*/ 3439981 w 15732060"/>
              <a:gd name="connsiteY594" fmla="*/ 6776664 h 8839200"/>
              <a:gd name="connsiteX595" fmla="*/ 3280850 w 15732060"/>
              <a:gd name="connsiteY595" fmla="*/ 6617533 h 8839200"/>
              <a:gd name="connsiteX596" fmla="*/ 3280850 w 15732060"/>
              <a:gd name="connsiteY596" fmla="*/ 6435904 h 8839200"/>
              <a:gd name="connsiteX597" fmla="*/ 3297312 w 15732060"/>
              <a:gd name="connsiteY597" fmla="*/ 6417246 h 8839200"/>
              <a:gd name="connsiteX598" fmla="*/ 3278654 w 15732060"/>
              <a:gd name="connsiteY598" fmla="*/ 6398590 h 8839200"/>
              <a:gd name="connsiteX599" fmla="*/ 2805102 w 15732060"/>
              <a:gd name="connsiteY599" fmla="*/ 6343170 h 8839200"/>
              <a:gd name="connsiteX600" fmla="*/ 2786445 w 15732060"/>
              <a:gd name="connsiteY600" fmla="*/ 6359632 h 8839200"/>
              <a:gd name="connsiteX601" fmla="*/ 2069805 w 15732060"/>
              <a:gd name="connsiteY601" fmla="*/ 6359632 h 8839200"/>
              <a:gd name="connsiteX602" fmla="*/ 785230 w 15732060"/>
              <a:gd name="connsiteY602" fmla="*/ 7644207 h 8839200"/>
              <a:gd name="connsiteX603" fmla="*/ 50482 w 15732060"/>
              <a:gd name="connsiteY603" fmla="*/ 7644207 h 8839200"/>
              <a:gd name="connsiteX604" fmla="*/ 31826 w 15732060"/>
              <a:gd name="connsiteY604" fmla="*/ 7627744 h 8839200"/>
              <a:gd name="connsiteX605" fmla="*/ 13168 w 15732060"/>
              <a:gd name="connsiteY605" fmla="*/ 7646401 h 8839200"/>
              <a:gd name="connsiteX606" fmla="*/ 31826 w 15732060"/>
              <a:gd name="connsiteY606" fmla="*/ 7665059 h 8839200"/>
              <a:gd name="connsiteX607" fmla="*/ 50482 w 15732060"/>
              <a:gd name="connsiteY607" fmla="*/ 7648597 h 8839200"/>
              <a:gd name="connsiteX608" fmla="*/ 787426 w 15732060"/>
              <a:gd name="connsiteY608" fmla="*/ 7648597 h 8839200"/>
              <a:gd name="connsiteX609" fmla="*/ 2072000 w 15732060"/>
              <a:gd name="connsiteY609" fmla="*/ 6364021 h 8839200"/>
              <a:gd name="connsiteX610" fmla="*/ 2786445 w 15732060"/>
              <a:gd name="connsiteY610" fmla="*/ 6364021 h 8839200"/>
              <a:gd name="connsiteX611" fmla="*/ 2805102 w 15732060"/>
              <a:gd name="connsiteY611" fmla="*/ 6380484 h 8839200"/>
              <a:gd name="connsiteX612" fmla="*/ 2823759 w 15732060"/>
              <a:gd name="connsiteY612" fmla="*/ 6361827 h 8839200"/>
              <a:gd name="connsiteX613" fmla="*/ 2805102 w 15732060"/>
              <a:gd name="connsiteY613" fmla="*/ 6343170 h 8839200"/>
              <a:gd name="connsiteX614" fmla="*/ 4023829 w 15732060"/>
              <a:gd name="connsiteY614" fmla="*/ 6335623 h 8839200"/>
              <a:gd name="connsiteX615" fmla="*/ 4010660 w 15732060"/>
              <a:gd name="connsiteY615" fmla="*/ 6340973 h 8839200"/>
              <a:gd name="connsiteX616" fmla="*/ 4009014 w 15732060"/>
              <a:gd name="connsiteY616" fmla="*/ 6365667 h 8839200"/>
              <a:gd name="connsiteX617" fmla="*/ 3922314 w 15732060"/>
              <a:gd name="connsiteY617" fmla="*/ 6452366 h 8839200"/>
              <a:gd name="connsiteX618" fmla="*/ 3633134 w 15732060"/>
              <a:gd name="connsiteY618" fmla="*/ 6452366 h 8839200"/>
              <a:gd name="connsiteX619" fmla="*/ 3632584 w 15732060"/>
              <a:gd name="connsiteY619" fmla="*/ 6452914 h 8839200"/>
              <a:gd name="connsiteX620" fmla="*/ 3538753 w 15732060"/>
              <a:gd name="connsiteY620" fmla="*/ 6359082 h 8839200"/>
              <a:gd name="connsiteX621" fmla="*/ 3538203 w 15732060"/>
              <a:gd name="connsiteY621" fmla="*/ 6359082 h 8839200"/>
              <a:gd name="connsiteX622" fmla="*/ 3354379 w 15732060"/>
              <a:gd name="connsiteY622" fmla="*/ 6358532 h 8839200"/>
              <a:gd name="connsiteX623" fmla="*/ 3335723 w 15732060"/>
              <a:gd name="connsiteY623" fmla="*/ 6342071 h 8839200"/>
              <a:gd name="connsiteX624" fmla="*/ 3317066 w 15732060"/>
              <a:gd name="connsiteY624" fmla="*/ 6360727 h 8839200"/>
              <a:gd name="connsiteX625" fmla="*/ 3335723 w 15732060"/>
              <a:gd name="connsiteY625" fmla="*/ 6379384 h 8839200"/>
              <a:gd name="connsiteX626" fmla="*/ 3354379 w 15732060"/>
              <a:gd name="connsiteY626" fmla="*/ 6362923 h 8839200"/>
              <a:gd name="connsiteX627" fmla="*/ 3536009 w 15732060"/>
              <a:gd name="connsiteY627" fmla="*/ 6362923 h 8839200"/>
              <a:gd name="connsiteX628" fmla="*/ 3629842 w 15732060"/>
              <a:gd name="connsiteY628" fmla="*/ 6456755 h 8839200"/>
              <a:gd name="connsiteX629" fmla="*/ 3630390 w 15732060"/>
              <a:gd name="connsiteY629" fmla="*/ 6456755 h 8839200"/>
              <a:gd name="connsiteX630" fmla="*/ 3923960 w 15732060"/>
              <a:gd name="connsiteY630" fmla="*/ 6457304 h 8839200"/>
              <a:gd name="connsiteX631" fmla="*/ 4012306 w 15732060"/>
              <a:gd name="connsiteY631" fmla="*/ 6368958 h 8839200"/>
              <a:gd name="connsiteX632" fmla="*/ 4036998 w 15732060"/>
              <a:gd name="connsiteY632" fmla="*/ 6367312 h 8839200"/>
              <a:gd name="connsiteX633" fmla="*/ 4036998 w 15732060"/>
              <a:gd name="connsiteY633" fmla="*/ 6340973 h 8839200"/>
              <a:gd name="connsiteX634" fmla="*/ 4023829 w 15732060"/>
              <a:gd name="connsiteY634" fmla="*/ 6335623 h 8839200"/>
              <a:gd name="connsiteX635" fmla="*/ 5429672 w 15732060"/>
              <a:gd name="connsiteY635" fmla="*/ 6278558 h 8839200"/>
              <a:gd name="connsiteX636" fmla="*/ 5416503 w 15732060"/>
              <a:gd name="connsiteY636" fmla="*/ 6283907 h 8839200"/>
              <a:gd name="connsiteX637" fmla="*/ 5414856 w 15732060"/>
              <a:gd name="connsiteY637" fmla="*/ 6308601 h 8839200"/>
              <a:gd name="connsiteX638" fmla="*/ 4905088 w 15732060"/>
              <a:gd name="connsiteY638" fmla="*/ 6818369 h 8839200"/>
              <a:gd name="connsiteX639" fmla="*/ 4650477 w 15732060"/>
              <a:gd name="connsiteY639" fmla="*/ 6818369 h 8839200"/>
              <a:gd name="connsiteX640" fmla="*/ 4394770 w 15732060"/>
              <a:gd name="connsiteY640" fmla="*/ 7074077 h 8839200"/>
              <a:gd name="connsiteX641" fmla="*/ 4370077 w 15732060"/>
              <a:gd name="connsiteY641" fmla="*/ 7075724 h 8839200"/>
              <a:gd name="connsiteX642" fmla="*/ 4370077 w 15732060"/>
              <a:gd name="connsiteY642" fmla="*/ 7102062 h 8839200"/>
              <a:gd name="connsiteX643" fmla="*/ 4396416 w 15732060"/>
              <a:gd name="connsiteY643" fmla="*/ 7102062 h 8839200"/>
              <a:gd name="connsiteX644" fmla="*/ 4398062 w 15732060"/>
              <a:gd name="connsiteY644" fmla="*/ 7077370 h 8839200"/>
              <a:gd name="connsiteX645" fmla="*/ 4652124 w 15732060"/>
              <a:gd name="connsiteY645" fmla="*/ 6823309 h 8839200"/>
              <a:gd name="connsiteX646" fmla="*/ 4906734 w 15732060"/>
              <a:gd name="connsiteY646" fmla="*/ 6823309 h 8839200"/>
              <a:gd name="connsiteX647" fmla="*/ 5418150 w 15732060"/>
              <a:gd name="connsiteY647" fmla="*/ 6311892 h 8839200"/>
              <a:gd name="connsiteX648" fmla="*/ 5442842 w 15732060"/>
              <a:gd name="connsiteY648" fmla="*/ 6310246 h 8839200"/>
              <a:gd name="connsiteX649" fmla="*/ 5442842 w 15732060"/>
              <a:gd name="connsiteY649" fmla="*/ 6283907 h 8839200"/>
              <a:gd name="connsiteX650" fmla="*/ 5429672 w 15732060"/>
              <a:gd name="connsiteY650" fmla="*/ 6278558 h 8839200"/>
              <a:gd name="connsiteX651" fmla="*/ 2805102 w 15732060"/>
              <a:gd name="connsiteY651" fmla="*/ 6258664 h 8839200"/>
              <a:gd name="connsiteX652" fmla="*/ 2786445 w 15732060"/>
              <a:gd name="connsiteY652" fmla="*/ 6275126 h 8839200"/>
              <a:gd name="connsiteX653" fmla="*/ 2083523 w 15732060"/>
              <a:gd name="connsiteY653" fmla="*/ 6275126 h 8839200"/>
              <a:gd name="connsiteX654" fmla="*/ 1833851 w 15732060"/>
              <a:gd name="connsiteY654" fmla="*/ 6524798 h 8839200"/>
              <a:gd name="connsiteX655" fmla="*/ 1705448 w 15732060"/>
              <a:gd name="connsiteY655" fmla="*/ 6524798 h 8839200"/>
              <a:gd name="connsiteX656" fmla="*/ 1361944 w 15732060"/>
              <a:gd name="connsiteY656" fmla="*/ 6868302 h 8839200"/>
              <a:gd name="connsiteX657" fmla="*/ 696884 w 15732060"/>
              <a:gd name="connsiteY657" fmla="*/ 6868302 h 8839200"/>
              <a:gd name="connsiteX658" fmla="*/ 467516 w 15732060"/>
              <a:gd name="connsiteY658" fmla="*/ 7097670 h 8839200"/>
              <a:gd name="connsiteX659" fmla="*/ 37312 w 15732060"/>
              <a:gd name="connsiteY659" fmla="*/ 7097670 h 8839200"/>
              <a:gd name="connsiteX660" fmla="*/ 18656 w 15732060"/>
              <a:gd name="connsiteY660" fmla="*/ 7081209 h 8839200"/>
              <a:gd name="connsiteX661" fmla="*/ 0 w 15732060"/>
              <a:gd name="connsiteY661" fmla="*/ 7099866 h 8839200"/>
              <a:gd name="connsiteX662" fmla="*/ 18656 w 15732060"/>
              <a:gd name="connsiteY662" fmla="*/ 7118523 h 8839200"/>
              <a:gd name="connsiteX663" fmla="*/ 37312 w 15732060"/>
              <a:gd name="connsiteY663" fmla="*/ 7102060 h 8839200"/>
              <a:gd name="connsiteX664" fmla="*/ 469162 w 15732060"/>
              <a:gd name="connsiteY664" fmla="*/ 7102060 h 8839200"/>
              <a:gd name="connsiteX665" fmla="*/ 698532 w 15732060"/>
              <a:gd name="connsiteY665" fmla="*/ 6872692 h 8839200"/>
              <a:gd name="connsiteX666" fmla="*/ 1363590 w 15732060"/>
              <a:gd name="connsiteY666" fmla="*/ 6872692 h 8839200"/>
              <a:gd name="connsiteX667" fmla="*/ 1707095 w 15732060"/>
              <a:gd name="connsiteY667" fmla="*/ 6529187 h 8839200"/>
              <a:gd name="connsiteX668" fmla="*/ 1835498 w 15732060"/>
              <a:gd name="connsiteY668" fmla="*/ 6529187 h 8839200"/>
              <a:gd name="connsiteX669" fmla="*/ 2085169 w 15732060"/>
              <a:gd name="connsiteY669" fmla="*/ 6279516 h 8839200"/>
              <a:gd name="connsiteX670" fmla="*/ 2786445 w 15732060"/>
              <a:gd name="connsiteY670" fmla="*/ 6279516 h 8839200"/>
              <a:gd name="connsiteX671" fmla="*/ 2805102 w 15732060"/>
              <a:gd name="connsiteY671" fmla="*/ 6295978 h 8839200"/>
              <a:gd name="connsiteX672" fmla="*/ 2823759 w 15732060"/>
              <a:gd name="connsiteY672" fmla="*/ 6277321 h 8839200"/>
              <a:gd name="connsiteX673" fmla="*/ 2805102 w 15732060"/>
              <a:gd name="connsiteY673" fmla="*/ 6258664 h 8839200"/>
              <a:gd name="connsiteX674" fmla="*/ 2804554 w 15732060"/>
              <a:gd name="connsiteY674" fmla="*/ 6175257 h 8839200"/>
              <a:gd name="connsiteX675" fmla="*/ 2785897 w 15732060"/>
              <a:gd name="connsiteY675" fmla="*/ 6191720 h 8839200"/>
              <a:gd name="connsiteX676" fmla="*/ 2621826 w 15732060"/>
              <a:gd name="connsiteY676" fmla="*/ 6191720 h 8839200"/>
              <a:gd name="connsiteX677" fmla="*/ 2603170 w 15732060"/>
              <a:gd name="connsiteY677" fmla="*/ 6175257 h 8839200"/>
              <a:gd name="connsiteX678" fmla="*/ 2584513 w 15732060"/>
              <a:gd name="connsiteY678" fmla="*/ 6193914 h 8839200"/>
              <a:gd name="connsiteX679" fmla="*/ 2603170 w 15732060"/>
              <a:gd name="connsiteY679" fmla="*/ 6212571 h 8839200"/>
              <a:gd name="connsiteX680" fmla="*/ 2621826 w 15732060"/>
              <a:gd name="connsiteY680" fmla="*/ 6196109 h 8839200"/>
              <a:gd name="connsiteX681" fmla="*/ 2785897 w 15732060"/>
              <a:gd name="connsiteY681" fmla="*/ 6196109 h 8839200"/>
              <a:gd name="connsiteX682" fmla="*/ 2804554 w 15732060"/>
              <a:gd name="connsiteY682" fmla="*/ 6212571 h 8839200"/>
              <a:gd name="connsiteX683" fmla="*/ 2823210 w 15732060"/>
              <a:gd name="connsiteY683" fmla="*/ 6193914 h 8839200"/>
              <a:gd name="connsiteX684" fmla="*/ 2804554 w 15732060"/>
              <a:gd name="connsiteY684" fmla="*/ 6175257 h 8839200"/>
              <a:gd name="connsiteX685" fmla="*/ 5032942 w 15732060"/>
              <a:gd name="connsiteY685" fmla="*/ 6093636 h 8839200"/>
              <a:gd name="connsiteX686" fmla="*/ 5019772 w 15732060"/>
              <a:gd name="connsiteY686" fmla="*/ 6098986 h 8839200"/>
              <a:gd name="connsiteX687" fmla="*/ 5018126 w 15732060"/>
              <a:gd name="connsiteY687" fmla="*/ 6123679 h 8839200"/>
              <a:gd name="connsiteX688" fmla="*/ 4240576 w 15732060"/>
              <a:gd name="connsiteY688" fmla="*/ 6901227 h 8839200"/>
              <a:gd name="connsiteX689" fmla="*/ 3982126 w 15732060"/>
              <a:gd name="connsiteY689" fmla="*/ 6901227 h 8839200"/>
              <a:gd name="connsiteX690" fmla="*/ 3452054 w 15732060"/>
              <a:gd name="connsiteY690" fmla="*/ 7431300 h 8839200"/>
              <a:gd name="connsiteX691" fmla="*/ 2989475 w 15732060"/>
              <a:gd name="connsiteY691" fmla="*/ 7431300 h 8839200"/>
              <a:gd name="connsiteX692" fmla="*/ 1999568 w 15732060"/>
              <a:gd name="connsiteY692" fmla="*/ 8421206 h 8839200"/>
              <a:gd name="connsiteX693" fmla="*/ 1184156 w 15732060"/>
              <a:gd name="connsiteY693" fmla="*/ 8421206 h 8839200"/>
              <a:gd name="connsiteX694" fmla="*/ 807180 w 15732060"/>
              <a:gd name="connsiteY694" fmla="*/ 8798184 h 8839200"/>
              <a:gd name="connsiteX695" fmla="*/ 782486 w 15732060"/>
              <a:gd name="connsiteY695" fmla="*/ 8799830 h 8839200"/>
              <a:gd name="connsiteX696" fmla="*/ 782486 w 15732060"/>
              <a:gd name="connsiteY696" fmla="*/ 8826169 h 8839200"/>
              <a:gd name="connsiteX697" fmla="*/ 808826 w 15732060"/>
              <a:gd name="connsiteY697" fmla="*/ 8826169 h 8839200"/>
              <a:gd name="connsiteX698" fmla="*/ 810472 w 15732060"/>
              <a:gd name="connsiteY698" fmla="*/ 8801475 h 8839200"/>
              <a:gd name="connsiteX699" fmla="*/ 1185802 w 15732060"/>
              <a:gd name="connsiteY699" fmla="*/ 8426145 h 8839200"/>
              <a:gd name="connsiteX700" fmla="*/ 2001214 w 15732060"/>
              <a:gd name="connsiteY700" fmla="*/ 8426145 h 8839200"/>
              <a:gd name="connsiteX701" fmla="*/ 2991121 w 15732060"/>
              <a:gd name="connsiteY701" fmla="*/ 7436238 h 8839200"/>
              <a:gd name="connsiteX702" fmla="*/ 3453699 w 15732060"/>
              <a:gd name="connsiteY702" fmla="*/ 7436238 h 8839200"/>
              <a:gd name="connsiteX703" fmla="*/ 3983772 w 15732060"/>
              <a:gd name="connsiteY703" fmla="*/ 6906167 h 8839200"/>
              <a:gd name="connsiteX704" fmla="*/ 4242224 w 15732060"/>
              <a:gd name="connsiteY704" fmla="*/ 6906167 h 8839200"/>
              <a:gd name="connsiteX705" fmla="*/ 5021418 w 15732060"/>
              <a:gd name="connsiteY705" fmla="*/ 6126971 h 8839200"/>
              <a:gd name="connsiteX706" fmla="*/ 5046112 w 15732060"/>
              <a:gd name="connsiteY706" fmla="*/ 6125325 h 8839200"/>
              <a:gd name="connsiteX707" fmla="*/ 5046112 w 15732060"/>
              <a:gd name="connsiteY707" fmla="*/ 6098986 h 8839200"/>
              <a:gd name="connsiteX708" fmla="*/ 5032942 w 15732060"/>
              <a:gd name="connsiteY708" fmla="*/ 6093636 h 8839200"/>
              <a:gd name="connsiteX709" fmla="*/ 2804554 w 15732060"/>
              <a:gd name="connsiteY709" fmla="*/ 6091851 h 8839200"/>
              <a:gd name="connsiteX710" fmla="*/ 2785897 w 15732060"/>
              <a:gd name="connsiteY710" fmla="*/ 6108312 h 8839200"/>
              <a:gd name="connsiteX711" fmla="*/ 2039076 w 15732060"/>
              <a:gd name="connsiteY711" fmla="*/ 6108312 h 8839200"/>
              <a:gd name="connsiteX712" fmla="*/ 1539184 w 15732060"/>
              <a:gd name="connsiteY712" fmla="*/ 6608204 h 8839200"/>
              <a:gd name="connsiteX713" fmla="*/ 856016 w 15732060"/>
              <a:gd name="connsiteY713" fmla="*/ 6608204 h 8839200"/>
              <a:gd name="connsiteX714" fmla="*/ 609636 w 15732060"/>
              <a:gd name="connsiteY714" fmla="*/ 6854584 h 8839200"/>
              <a:gd name="connsiteX715" fmla="*/ 196444 w 15732060"/>
              <a:gd name="connsiteY715" fmla="*/ 6854584 h 8839200"/>
              <a:gd name="connsiteX716" fmla="*/ 177786 w 15732060"/>
              <a:gd name="connsiteY716" fmla="*/ 6838122 h 8839200"/>
              <a:gd name="connsiteX717" fmla="*/ 159130 w 15732060"/>
              <a:gd name="connsiteY717" fmla="*/ 6856778 h 8839200"/>
              <a:gd name="connsiteX718" fmla="*/ 177786 w 15732060"/>
              <a:gd name="connsiteY718" fmla="*/ 6875435 h 8839200"/>
              <a:gd name="connsiteX719" fmla="*/ 196444 w 15732060"/>
              <a:gd name="connsiteY719" fmla="*/ 6858974 h 8839200"/>
              <a:gd name="connsiteX720" fmla="*/ 611832 w 15732060"/>
              <a:gd name="connsiteY720" fmla="*/ 6858974 h 8839200"/>
              <a:gd name="connsiteX721" fmla="*/ 858212 w 15732060"/>
              <a:gd name="connsiteY721" fmla="*/ 6612594 h 8839200"/>
              <a:gd name="connsiteX722" fmla="*/ 1541379 w 15732060"/>
              <a:gd name="connsiteY722" fmla="*/ 6612594 h 8839200"/>
              <a:gd name="connsiteX723" fmla="*/ 2041271 w 15732060"/>
              <a:gd name="connsiteY723" fmla="*/ 6112703 h 8839200"/>
              <a:gd name="connsiteX724" fmla="*/ 2785897 w 15732060"/>
              <a:gd name="connsiteY724" fmla="*/ 6112703 h 8839200"/>
              <a:gd name="connsiteX725" fmla="*/ 2804554 w 15732060"/>
              <a:gd name="connsiteY725" fmla="*/ 6129164 h 8839200"/>
              <a:gd name="connsiteX726" fmla="*/ 2823210 w 15732060"/>
              <a:gd name="connsiteY726" fmla="*/ 6110508 h 8839200"/>
              <a:gd name="connsiteX727" fmla="*/ 2804554 w 15732060"/>
              <a:gd name="connsiteY727" fmla="*/ 6091851 h 8839200"/>
              <a:gd name="connsiteX728" fmla="*/ 3537106 w 15732060"/>
              <a:gd name="connsiteY728" fmla="*/ 6091851 h 8839200"/>
              <a:gd name="connsiteX729" fmla="*/ 3518449 w 15732060"/>
              <a:gd name="connsiteY729" fmla="*/ 6108312 h 8839200"/>
              <a:gd name="connsiteX730" fmla="*/ 3354379 w 15732060"/>
              <a:gd name="connsiteY730" fmla="*/ 6108312 h 8839200"/>
              <a:gd name="connsiteX731" fmla="*/ 3335723 w 15732060"/>
              <a:gd name="connsiteY731" fmla="*/ 6091851 h 8839200"/>
              <a:gd name="connsiteX732" fmla="*/ 3317066 w 15732060"/>
              <a:gd name="connsiteY732" fmla="*/ 6110508 h 8839200"/>
              <a:gd name="connsiteX733" fmla="*/ 3335723 w 15732060"/>
              <a:gd name="connsiteY733" fmla="*/ 6129164 h 8839200"/>
              <a:gd name="connsiteX734" fmla="*/ 3354379 w 15732060"/>
              <a:gd name="connsiteY734" fmla="*/ 6112703 h 8839200"/>
              <a:gd name="connsiteX735" fmla="*/ 3518449 w 15732060"/>
              <a:gd name="connsiteY735" fmla="*/ 6112703 h 8839200"/>
              <a:gd name="connsiteX736" fmla="*/ 3537106 w 15732060"/>
              <a:gd name="connsiteY736" fmla="*/ 6129164 h 8839200"/>
              <a:gd name="connsiteX737" fmla="*/ 3555763 w 15732060"/>
              <a:gd name="connsiteY737" fmla="*/ 6110508 h 8839200"/>
              <a:gd name="connsiteX738" fmla="*/ 3537106 w 15732060"/>
              <a:gd name="connsiteY738" fmla="*/ 6091851 h 8839200"/>
              <a:gd name="connsiteX739" fmla="*/ 12898423 w 15732060"/>
              <a:gd name="connsiteY739" fmla="*/ 6025593 h 8839200"/>
              <a:gd name="connsiteX740" fmla="*/ 12885254 w 15732060"/>
              <a:gd name="connsiteY740" fmla="*/ 6030944 h 8839200"/>
              <a:gd name="connsiteX741" fmla="*/ 12885254 w 15732060"/>
              <a:gd name="connsiteY741" fmla="*/ 6057283 h 8839200"/>
              <a:gd name="connsiteX742" fmla="*/ 12909946 w 15732060"/>
              <a:gd name="connsiteY742" fmla="*/ 6058928 h 8839200"/>
              <a:gd name="connsiteX743" fmla="*/ 12959881 w 15732060"/>
              <a:gd name="connsiteY743" fmla="*/ 6108862 h 8839200"/>
              <a:gd name="connsiteX744" fmla="*/ 12960428 w 15732060"/>
              <a:gd name="connsiteY744" fmla="*/ 6108862 h 8839200"/>
              <a:gd name="connsiteX745" fmla="*/ 14895795 w 15732060"/>
              <a:gd name="connsiteY745" fmla="*/ 6109412 h 8839200"/>
              <a:gd name="connsiteX746" fmla="*/ 15247532 w 15732060"/>
              <a:gd name="connsiteY746" fmla="*/ 6461147 h 8839200"/>
              <a:gd name="connsiteX747" fmla="*/ 15249178 w 15732060"/>
              <a:gd name="connsiteY747" fmla="*/ 6485840 h 8839200"/>
              <a:gd name="connsiteX748" fmla="*/ 15275517 w 15732060"/>
              <a:gd name="connsiteY748" fmla="*/ 6485840 h 8839200"/>
              <a:gd name="connsiteX749" fmla="*/ 15275517 w 15732060"/>
              <a:gd name="connsiteY749" fmla="*/ 6459501 h 8839200"/>
              <a:gd name="connsiteX750" fmla="*/ 15250825 w 15732060"/>
              <a:gd name="connsiteY750" fmla="*/ 6457855 h 8839200"/>
              <a:gd name="connsiteX751" fmla="*/ 14898539 w 15732060"/>
              <a:gd name="connsiteY751" fmla="*/ 6105571 h 8839200"/>
              <a:gd name="connsiteX752" fmla="*/ 14897992 w 15732060"/>
              <a:gd name="connsiteY752" fmla="*/ 6105571 h 8839200"/>
              <a:gd name="connsiteX753" fmla="*/ 12962625 w 15732060"/>
              <a:gd name="connsiteY753" fmla="*/ 6105022 h 8839200"/>
              <a:gd name="connsiteX754" fmla="*/ 12913239 w 15732060"/>
              <a:gd name="connsiteY754" fmla="*/ 6055636 h 8839200"/>
              <a:gd name="connsiteX755" fmla="*/ 12911593 w 15732060"/>
              <a:gd name="connsiteY755" fmla="*/ 6030944 h 8839200"/>
              <a:gd name="connsiteX756" fmla="*/ 12898423 w 15732060"/>
              <a:gd name="connsiteY756" fmla="*/ 6025593 h 8839200"/>
              <a:gd name="connsiteX757" fmla="*/ 2805102 w 15732060"/>
              <a:gd name="connsiteY757" fmla="*/ 6008444 h 8839200"/>
              <a:gd name="connsiteX758" fmla="*/ 2786445 w 15732060"/>
              <a:gd name="connsiteY758" fmla="*/ 6024906 h 8839200"/>
              <a:gd name="connsiteX759" fmla="*/ 2018774 w 15732060"/>
              <a:gd name="connsiteY759" fmla="*/ 6024906 h 8839200"/>
              <a:gd name="connsiteX760" fmla="*/ 1510650 w 15732060"/>
              <a:gd name="connsiteY760" fmla="*/ 6533028 h 8839200"/>
              <a:gd name="connsiteX761" fmla="*/ 1277989 w 15732060"/>
              <a:gd name="connsiteY761" fmla="*/ 6533028 h 8839200"/>
              <a:gd name="connsiteX762" fmla="*/ 1184156 w 15732060"/>
              <a:gd name="connsiteY762" fmla="*/ 6439196 h 8839200"/>
              <a:gd name="connsiteX763" fmla="*/ 1183608 w 15732060"/>
              <a:gd name="connsiteY763" fmla="*/ 6439196 h 8839200"/>
              <a:gd name="connsiteX764" fmla="*/ 931192 w 15732060"/>
              <a:gd name="connsiteY764" fmla="*/ 6438647 h 8839200"/>
              <a:gd name="connsiteX765" fmla="*/ 686458 w 15732060"/>
              <a:gd name="connsiteY765" fmla="*/ 6683380 h 8839200"/>
              <a:gd name="connsiteX766" fmla="*/ 171752 w 15732060"/>
              <a:gd name="connsiteY766" fmla="*/ 6683380 h 8839200"/>
              <a:gd name="connsiteX767" fmla="*/ 32374 w 15732060"/>
              <a:gd name="connsiteY767" fmla="*/ 6822757 h 8839200"/>
              <a:gd name="connsiteX768" fmla="*/ 7682 w 15732060"/>
              <a:gd name="connsiteY768" fmla="*/ 6824403 h 8839200"/>
              <a:gd name="connsiteX769" fmla="*/ 7682 w 15732060"/>
              <a:gd name="connsiteY769" fmla="*/ 6850743 h 8839200"/>
              <a:gd name="connsiteX770" fmla="*/ 34020 w 15732060"/>
              <a:gd name="connsiteY770" fmla="*/ 6850743 h 8839200"/>
              <a:gd name="connsiteX771" fmla="*/ 34568 w 15732060"/>
              <a:gd name="connsiteY771" fmla="*/ 6850743 h 8839200"/>
              <a:gd name="connsiteX772" fmla="*/ 36216 w 15732060"/>
              <a:gd name="connsiteY772" fmla="*/ 6826050 h 8839200"/>
              <a:gd name="connsiteX773" fmla="*/ 174494 w 15732060"/>
              <a:gd name="connsiteY773" fmla="*/ 6687770 h 8839200"/>
              <a:gd name="connsiteX774" fmla="*/ 688654 w 15732060"/>
              <a:gd name="connsiteY774" fmla="*/ 6687770 h 8839200"/>
              <a:gd name="connsiteX775" fmla="*/ 933388 w 15732060"/>
              <a:gd name="connsiteY775" fmla="*/ 6443037 h 8839200"/>
              <a:gd name="connsiteX776" fmla="*/ 1181412 w 15732060"/>
              <a:gd name="connsiteY776" fmla="*/ 6443037 h 8839200"/>
              <a:gd name="connsiteX777" fmla="*/ 1275245 w 15732060"/>
              <a:gd name="connsiteY777" fmla="*/ 6536870 h 8839200"/>
              <a:gd name="connsiteX778" fmla="*/ 1275794 w 15732060"/>
              <a:gd name="connsiteY778" fmla="*/ 6536870 h 8839200"/>
              <a:gd name="connsiteX779" fmla="*/ 1512845 w 15732060"/>
              <a:gd name="connsiteY779" fmla="*/ 6537419 h 8839200"/>
              <a:gd name="connsiteX780" fmla="*/ 2020968 w 15732060"/>
              <a:gd name="connsiteY780" fmla="*/ 6029295 h 8839200"/>
              <a:gd name="connsiteX781" fmla="*/ 2786445 w 15732060"/>
              <a:gd name="connsiteY781" fmla="*/ 6029295 h 8839200"/>
              <a:gd name="connsiteX782" fmla="*/ 2805102 w 15732060"/>
              <a:gd name="connsiteY782" fmla="*/ 6045757 h 8839200"/>
              <a:gd name="connsiteX783" fmla="*/ 2823759 w 15732060"/>
              <a:gd name="connsiteY783" fmla="*/ 6027101 h 8839200"/>
              <a:gd name="connsiteX784" fmla="*/ 2805102 w 15732060"/>
              <a:gd name="connsiteY784" fmla="*/ 6008444 h 8839200"/>
              <a:gd name="connsiteX785" fmla="*/ 4046876 w 15732060"/>
              <a:gd name="connsiteY785" fmla="*/ 6008444 h 8839200"/>
              <a:gd name="connsiteX786" fmla="*/ 4028219 w 15732060"/>
              <a:gd name="connsiteY786" fmla="*/ 6024906 h 8839200"/>
              <a:gd name="connsiteX787" fmla="*/ 3354379 w 15732060"/>
              <a:gd name="connsiteY787" fmla="*/ 6024906 h 8839200"/>
              <a:gd name="connsiteX788" fmla="*/ 3335723 w 15732060"/>
              <a:gd name="connsiteY788" fmla="*/ 6008444 h 8839200"/>
              <a:gd name="connsiteX789" fmla="*/ 3317066 w 15732060"/>
              <a:gd name="connsiteY789" fmla="*/ 6027101 h 8839200"/>
              <a:gd name="connsiteX790" fmla="*/ 3335723 w 15732060"/>
              <a:gd name="connsiteY790" fmla="*/ 6045757 h 8839200"/>
              <a:gd name="connsiteX791" fmla="*/ 3354379 w 15732060"/>
              <a:gd name="connsiteY791" fmla="*/ 6029295 h 8839200"/>
              <a:gd name="connsiteX792" fmla="*/ 4028219 w 15732060"/>
              <a:gd name="connsiteY792" fmla="*/ 6029295 h 8839200"/>
              <a:gd name="connsiteX793" fmla="*/ 4046876 w 15732060"/>
              <a:gd name="connsiteY793" fmla="*/ 6045757 h 8839200"/>
              <a:gd name="connsiteX794" fmla="*/ 4065533 w 15732060"/>
              <a:gd name="connsiteY794" fmla="*/ 6027101 h 8839200"/>
              <a:gd name="connsiteX795" fmla="*/ 4046876 w 15732060"/>
              <a:gd name="connsiteY795" fmla="*/ 6008444 h 8839200"/>
              <a:gd name="connsiteX796" fmla="*/ 2804004 w 15732060"/>
              <a:gd name="connsiteY796" fmla="*/ 5926136 h 8839200"/>
              <a:gd name="connsiteX797" fmla="*/ 2785348 w 15732060"/>
              <a:gd name="connsiteY797" fmla="*/ 5942599 h 8839200"/>
              <a:gd name="connsiteX798" fmla="*/ 1992983 w 15732060"/>
              <a:gd name="connsiteY798" fmla="*/ 5942599 h 8839200"/>
              <a:gd name="connsiteX799" fmla="*/ 1601739 w 15732060"/>
              <a:gd name="connsiteY799" fmla="*/ 6333841 h 8839200"/>
              <a:gd name="connsiteX800" fmla="*/ 932838 w 15732060"/>
              <a:gd name="connsiteY800" fmla="*/ 6333841 h 8839200"/>
              <a:gd name="connsiteX801" fmla="*/ 706762 w 15732060"/>
              <a:gd name="connsiteY801" fmla="*/ 6559919 h 8839200"/>
              <a:gd name="connsiteX802" fmla="*/ 441726 w 15732060"/>
              <a:gd name="connsiteY802" fmla="*/ 6559919 h 8839200"/>
              <a:gd name="connsiteX803" fmla="*/ 423070 w 15732060"/>
              <a:gd name="connsiteY803" fmla="*/ 6543456 h 8839200"/>
              <a:gd name="connsiteX804" fmla="*/ 404412 w 15732060"/>
              <a:gd name="connsiteY804" fmla="*/ 6562113 h 8839200"/>
              <a:gd name="connsiteX805" fmla="*/ 423070 w 15732060"/>
              <a:gd name="connsiteY805" fmla="*/ 6580770 h 8839200"/>
              <a:gd name="connsiteX806" fmla="*/ 441726 w 15732060"/>
              <a:gd name="connsiteY806" fmla="*/ 6564307 h 8839200"/>
              <a:gd name="connsiteX807" fmla="*/ 708958 w 15732060"/>
              <a:gd name="connsiteY807" fmla="*/ 6564307 h 8839200"/>
              <a:gd name="connsiteX808" fmla="*/ 935034 w 15732060"/>
              <a:gd name="connsiteY808" fmla="*/ 6338232 h 8839200"/>
              <a:gd name="connsiteX809" fmla="*/ 1603934 w 15732060"/>
              <a:gd name="connsiteY809" fmla="*/ 6338232 h 8839200"/>
              <a:gd name="connsiteX810" fmla="*/ 1995178 w 15732060"/>
              <a:gd name="connsiteY810" fmla="*/ 5946987 h 8839200"/>
              <a:gd name="connsiteX811" fmla="*/ 2785348 w 15732060"/>
              <a:gd name="connsiteY811" fmla="*/ 5946987 h 8839200"/>
              <a:gd name="connsiteX812" fmla="*/ 2804004 w 15732060"/>
              <a:gd name="connsiteY812" fmla="*/ 5963450 h 8839200"/>
              <a:gd name="connsiteX813" fmla="*/ 2822662 w 15732060"/>
              <a:gd name="connsiteY813" fmla="*/ 5944793 h 8839200"/>
              <a:gd name="connsiteX814" fmla="*/ 2804004 w 15732060"/>
              <a:gd name="connsiteY814" fmla="*/ 5926136 h 8839200"/>
              <a:gd name="connsiteX815" fmla="*/ 11466789 w 15732060"/>
              <a:gd name="connsiteY815" fmla="*/ 5863170 h 8839200"/>
              <a:gd name="connsiteX816" fmla="*/ 11453620 w 15732060"/>
              <a:gd name="connsiteY816" fmla="*/ 5868520 h 8839200"/>
              <a:gd name="connsiteX817" fmla="*/ 11453620 w 15732060"/>
              <a:gd name="connsiteY817" fmla="*/ 5894858 h 8839200"/>
              <a:gd name="connsiteX818" fmla="*/ 11478312 w 15732060"/>
              <a:gd name="connsiteY818" fmla="*/ 5896505 h 8839200"/>
              <a:gd name="connsiteX819" fmla="*/ 11798770 w 15732060"/>
              <a:gd name="connsiteY819" fmla="*/ 6216962 h 8839200"/>
              <a:gd name="connsiteX820" fmla="*/ 11799319 w 15732060"/>
              <a:gd name="connsiteY820" fmla="*/ 6216962 h 8839200"/>
              <a:gd name="connsiteX821" fmla="*/ 12278359 w 15732060"/>
              <a:gd name="connsiteY821" fmla="*/ 6217512 h 8839200"/>
              <a:gd name="connsiteX822" fmla="*/ 12570284 w 15732060"/>
              <a:gd name="connsiteY822" fmla="*/ 6509985 h 8839200"/>
              <a:gd name="connsiteX823" fmla="*/ 12570831 w 15732060"/>
              <a:gd name="connsiteY823" fmla="*/ 6509985 h 8839200"/>
              <a:gd name="connsiteX824" fmla="*/ 13854309 w 15732060"/>
              <a:gd name="connsiteY824" fmla="*/ 6510533 h 8839200"/>
              <a:gd name="connsiteX825" fmla="*/ 14513881 w 15732060"/>
              <a:gd name="connsiteY825" fmla="*/ 7170105 h 8839200"/>
              <a:gd name="connsiteX826" fmla="*/ 14514429 w 15732060"/>
              <a:gd name="connsiteY826" fmla="*/ 7170105 h 8839200"/>
              <a:gd name="connsiteX827" fmla="*/ 15260152 w 15732060"/>
              <a:gd name="connsiteY827" fmla="*/ 7170654 h 8839200"/>
              <a:gd name="connsiteX828" fmla="*/ 15528481 w 15732060"/>
              <a:gd name="connsiteY828" fmla="*/ 6902325 h 8839200"/>
              <a:gd name="connsiteX829" fmla="*/ 15694745 w 15732060"/>
              <a:gd name="connsiteY829" fmla="*/ 6902325 h 8839200"/>
              <a:gd name="connsiteX830" fmla="*/ 15713402 w 15732060"/>
              <a:gd name="connsiteY830" fmla="*/ 6918787 h 8839200"/>
              <a:gd name="connsiteX831" fmla="*/ 15732060 w 15732060"/>
              <a:gd name="connsiteY831" fmla="*/ 6900130 h 8839200"/>
              <a:gd name="connsiteX832" fmla="*/ 15713402 w 15732060"/>
              <a:gd name="connsiteY832" fmla="*/ 6881473 h 8839200"/>
              <a:gd name="connsiteX833" fmla="*/ 15712305 w 15732060"/>
              <a:gd name="connsiteY833" fmla="*/ 6880925 h 8839200"/>
              <a:gd name="connsiteX834" fmla="*/ 15693648 w 15732060"/>
              <a:gd name="connsiteY834" fmla="*/ 6897386 h 8839200"/>
              <a:gd name="connsiteX835" fmla="*/ 15525737 w 15732060"/>
              <a:gd name="connsiteY835" fmla="*/ 6897386 h 8839200"/>
              <a:gd name="connsiteX836" fmla="*/ 15257409 w 15732060"/>
              <a:gd name="connsiteY836" fmla="*/ 7165715 h 8839200"/>
              <a:gd name="connsiteX837" fmla="*/ 14516076 w 15732060"/>
              <a:gd name="connsiteY837" fmla="*/ 7165715 h 8839200"/>
              <a:gd name="connsiteX838" fmla="*/ 13856504 w 15732060"/>
              <a:gd name="connsiteY838" fmla="*/ 6506142 h 8839200"/>
              <a:gd name="connsiteX839" fmla="*/ 13855954 w 15732060"/>
              <a:gd name="connsiteY839" fmla="*/ 6506142 h 8839200"/>
              <a:gd name="connsiteX840" fmla="*/ 12572478 w 15732060"/>
              <a:gd name="connsiteY840" fmla="*/ 6505594 h 8839200"/>
              <a:gd name="connsiteX841" fmla="*/ 12280554 w 15732060"/>
              <a:gd name="connsiteY841" fmla="*/ 6213121 h 8839200"/>
              <a:gd name="connsiteX842" fmla="*/ 12280005 w 15732060"/>
              <a:gd name="connsiteY842" fmla="*/ 6213121 h 8839200"/>
              <a:gd name="connsiteX843" fmla="*/ 11800964 w 15732060"/>
              <a:gd name="connsiteY843" fmla="*/ 6212573 h 8839200"/>
              <a:gd name="connsiteX844" fmla="*/ 11481604 w 15732060"/>
              <a:gd name="connsiteY844" fmla="*/ 5893212 h 8839200"/>
              <a:gd name="connsiteX845" fmla="*/ 11479958 w 15732060"/>
              <a:gd name="connsiteY845" fmla="*/ 5868520 h 8839200"/>
              <a:gd name="connsiteX846" fmla="*/ 11466789 w 15732060"/>
              <a:gd name="connsiteY846" fmla="*/ 5863170 h 8839200"/>
              <a:gd name="connsiteX847" fmla="*/ 10306776 w 15732060"/>
              <a:gd name="connsiteY847" fmla="*/ 5831892 h 8839200"/>
              <a:gd name="connsiteX848" fmla="*/ 10293606 w 15732060"/>
              <a:gd name="connsiteY848" fmla="*/ 5837242 h 8839200"/>
              <a:gd name="connsiteX849" fmla="*/ 10293606 w 15732060"/>
              <a:gd name="connsiteY849" fmla="*/ 5863581 h 8839200"/>
              <a:gd name="connsiteX850" fmla="*/ 10318299 w 15732060"/>
              <a:gd name="connsiteY850" fmla="*/ 5865227 h 8839200"/>
              <a:gd name="connsiteX851" fmla="*/ 11084873 w 15732060"/>
              <a:gd name="connsiteY851" fmla="*/ 6631802 h 8839200"/>
              <a:gd name="connsiteX852" fmla="*/ 11085422 w 15732060"/>
              <a:gd name="connsiteY852" fmla="*/ 6631802 h 8839200"/>
              <a:gd name="connsiteX853" fmla="*/ 11608362 w 15732060"/>
              <a:gd name="connsiteY853" fmla="*/ 6632351 h 8839200"/>
              <a:gd name="connsiteX854" fmla="*/ 12314575 w 15732060"/>
              <a:gd name="connsiteY854" fmla="*/ 7338565 h 8839200"/>
              <a:gd name="connsiteX855" fmla="*/ 12315125 w 15732060"/>
              <a:gd name="connsiteY855" fmla="*/ 7338565 h 8839200"/>
              <a:gd name="connsiteX856" fmla="*/ 12698685 w 15732060"/>
              <a:gd name="connsiteY856" fmla="*/ 7339114 h 8839200"/>
              <a:gd name="connsiteX857" fmla="*/ 13217234 w 15732060"/>
              <a:gd name="connsiteY857" fmla="*/ 7857663 h 8839200"/>
              <a:gd name="connsiteX858" fmla="*/ 13217784 w 15732060"/>
              <a:gd name="connsiteY858" fmla="*/ 7857663 h 8839200"/>
              <a:gd name="connsiteX859" fmla="*/ 14276830 w 15732060"/>
              <a:gd name="connsiteY859" fmla="*/ 7858211 h 8839200"/>
              <a:gd name="connsiteX860" fmla="*/ 15188818 w 15732060"/>
              <a:gd name="connsiteY860" fmla="*/ 8770198 h 8839200"/>
              <a:gd name="connsiteX861" fmla="*/ 15190464 w 15732060"/>
              <a:gd name="connsiteY861" fmla="*/ 8794890 h 8839200"/>
              <a:gd name="connsiteX862" fmla="*/ 15216802 w 15732060"/>
              <a:gd name="connsiteY862" fmla="*/ 8794890 h 8839200"/>
              <a:gd name="connsiteX863" fmla="*/ 15216802 w 15732060"/>
              <a:gd name="connsiteY863" fmla="*/ 8768552 h 8839200"/>
              <a:gd name="connsiteX864" fmla="*/ 15192109 w 15732060"/>
              <a:gd name="connsiteY864" fmla="*/ 8766906 h 8839200"/>
              <a:gd name="connsiteX865" fmla="*/ 14279574 w 15732060"/>
              <a:gd name="connsiteY865" fmla="*/ 7854370 h 8839200"/>
              <a:gd name="connsiteX866" fmla="*/ 14279025 w 15732060"/>
              <a:gd name="connsiteY866" fmla="*/ 7854370 h 8839200"/>
              <a:gd name="connsiteX867" fmla="*/ 13219978 w 15732060"/>
              <a:gd name="connsiteY867" fmla="*/ 7853821 h 8839200"/>
              <a:gd name="connsiteX868" fmla="*/ 12701429 w 15732060"/>
              <a:gd name="connsiteY868" fmla="*/ 7335272 h 8839200"/>
              <a:gd name="connsiteX869" fmla="*/ 12700880 w 15732060"/>
              <a:gd name="connsiteY869" fmla="*/ 7335272 h 8839200"/>
              <a:gd name="connsiteX870" fmla="*/ 12317319 w 15732060"/>
              <a:gd name="connsiteY870" fmla="*/ 7334723 h 8839200"/>
              <a:gd name="connsiteX871" fmla="*/ 11611104 w 15732060"/>
              <a:gd name="connsiteY871" fmla="*/ 6628510 h 8839200"/>
              <a:gd name="connsiteX872" fmla="*/ 11610556 w 15732060"/>
              <a:gd name="connsiteY872" fmla="*/ 6628510 h 8839200"/>
              <a:gd name="connsiteX873" fmla="*/ 11087617 w 15732060"/>
              <a:gd name="connsiteY873" fmla="*/ 6627961 h 8839200"/>
              <a:gd name="connsiteX874" fmla="*/ 10321592 w 15732060"/>
              <a:gd name="connsiteY874" fmla="*/ 5861935 h 8839200"/>
              <a:gd name="connsiteX875" fmla="*/ 10319945 w 15732060"/>
              <a:gd name="connsiteY875" fmla="*/ 5837242 h 8839200"/>
              <a:gd name="connsiteX876" fmla="*/ 10306776 w 15732060"/>
              <a:gd name="connsiteY876" fmla="*/ 5831892 h 8839200"/>
              <a:gd name="connsiteX877" fmla="*/ 8942636 w 15732060"/>
              <a:gd name="connsiteY877" fmla="*/ 5819683 h 8839200"/>
              <a:gd name="connsiteX878" fmla="*/ 8923979 w 15732060"/>
              <a:gd name="connsiteY878" fmla="*/ 5838340 h 8839200"/>
              <a:gd name="connsiteX879" fmla="*/ 8940440 w 15732060"/>
              <a:gd name="connsiteY879" fmla="*/ 5856997 h 8839200"/>
              <a:gd name="connsiteX880" fmla="*/ 8940440 w 15732060"/>
              <a:gd name="connsiteY880" fmla="*/ 6048502 h 8839200"/>
              <a:gd name="connsiteX881" fmla="*/ 9310833 w 15732060"/>
              <a:gd name="connsiteY881" fmla="*/ 6418895 h 8839200"/>
              <a:gd name="connsiteX882" fmla="*/ 9310833 w 15732060"/>
              <a:gd name="connsiteY882" fmla="*/ 6624667 h 8839200"/>
              <a:gd name="connsiteX883" fmla="*/ 9294370 w 15732060"/>
              <a:gd name="connsiteY883" fmla="*/ 6643325 h 8839200"/>
              <a:gd name="connsiteX884" fmla="*/ 9313027 w 15732060"/>
              <a:gd name="connsiteY884" fmla="*/ 6661982 h 8839200"/>
              <a:gd name="connsiteX885" fmla="*/ 9331684 w 15732060"/>
              <a:gd name="connsiteY885" fmla="*/ 6643325 h 8839200"/>
              <a:gd name="connsiteX886" fmla="*/ 9315223 w 15732060"/>
              <a:gd name="connsiteY886" fmla="*/ 6624667 h 8839200"/>
              <a:gd name="connsiteX887" fmla="*/ 9315223 w 15732060"/>
              <a:gd name="connsiteY887" fmla="*/ 6416700 h 8839200"/>
              <a:gd name="connsiteX888" fmla="*/ 8944831 w 15732060"/>
              <a:gd name="connsiteY888" fmla="*/ 6046308 h 8839200"/>
              <a:gd name="connsiteX889" fmla="*/ 8944831 w 15732060"/>
              <a:gd name="connsiteY889" fmla="*/ 5856997 h 8839200"/>
              <a:gd name="connsiteX890" fmla="*/ 8961292 w 15732060"/>
              <a:gd name="connsiteY890" fmla="*/ 5838340 h 8839200"/>
              <a:gd name="connsiteX891" fmla="*/ 8942636 w 15732060"/>
              <a:gd name="connsiteY891" fmla="*/ 5819683 h 8839200"/>
              <a:gd name="connsiteX892" fmla="*/ 11741153 w 15732060"/>
              <a:gd name="connsiteY892" fmla="*/ 5795127 h 8839200"/>
              <a:gd name="connsiteX893" fmla="*/ 11727985 w 15732060"/>
              <a:gd name="connsiteY893" fmla="*/ 5800478 h 8839200"/>
              <a:gd name="connsiteX894" fmla="*/ 11727985 w 15732060"/>
              <a:gd name="connsiteY894" fmla="*/ 5826817 h 8839200"/>
              <a:gd name="connsiteX895" fmla="*/ 11752677 w 15732060"/>
              <a:gd name="connsiteY895" fmla="*/ 5828462 h 8839200"/>
              <a:gd name="connsiteX896" fmla="*/ 11802611 w 15732060"/>
              <a:gd name="connsiteY896" fmla="*/ 5878396 h 8839200"/>
              <a:gd name="connsiteX897" fmla="*/ 11803160 w 15732060"/>
              <a:gd name="connsiteY897" fmla="*/ 5878396 h 8839200"/>
              <a:gd name="connsiteX898" fmla="*/ 12455050 w 15732060"/>
              <a:gd name="connsiteY898" fmla="*/ 5878946 h 8839200"/>
              <a:gd name="connsiteX899" fmla="*/ 12555466 w 15732060"/>
              <a:gd name="connsiteY899" fmla="*/ 5979363 h 8839200"/>
              <a:gd name="connsiteX900" fmla="*/ 12556016 w 15732060"/>
              <a:gd name="connsiteY900" fmla="*/ 5979363 h 8839200"/>
              <a:gd name="connsiteX901" fmla="*/ 12677833 w 15732060"/>
              <a:gd name="connsiteY901" fmla="*/ 5979911 h 8839200"/>
              <a:gd name="connsiteX902" fmla="*/ 12696491 w 15732060"/>
              <a:gd name="connsiteY902" fmla="*/ 5996373 h 8839200"/>
              <a:gd name="connsiteX903" fmla="*/ 12715147 w 15732060"/>
              <a:gd name="connsiteY903" fmla="*/ 5977717 h 8839200"/>
              <a:gd name="connsiteX904" fmla="*/ 12696491 w 15732060"/>
              <a:gd name="connsiteY904" fmla="*/ 5959060 h 8839200"/>
              <a:gd name="connsiteX905" fmla="*/ 12677833 w 15732060"/>
              <a:gd name="connsiteY905" fmla="*/ 5975522 h 8839200"/>
              <a:gd name="connsiteX906" fmla="*/ 12558210 w 15732060"/>
              <a:gd name="connsiteY906" fmla="*/ 5975522 h 8839200"/>
              <a:gd name="connsiteX907" fmla="*/ 12457794 w 15732060"/>
              <a:gd name="connsiteY907" fmla="*/ 5875104 h 8839200"/>
              <a:gd name="connsiteX908" fmla="*/ 12457245 w 15732060"/>
              <a:gd name="connsiteY908" fmla="*/ 5875104 h 8839200"/>
              <a:gd name="connsiteX909" fmla="*/ 11805354 w 15732060"/>
              <a:gd name="connsiteY909" fmla="*/ 5874555 h 8839200"/>
              <a:gd name="connsiteX910" fmla="*/ 11755968 w 15732060"/>
              <a:gd name="connsiteY910" fmla="*/ 5825170 h 8839200"/>
              <a:gd name="connsiteX911" fmla="*/ 11754323 w 15732060"/>
              <a:gd name="connsiteY911" fmla="*/ 5800478 h 8839200"/>
              <a:gd name="connsiteX912" fmla="*/ 11741153 w 15732060"/>
              <a:gd name="connsiteY912" fmla="*/ 5795127 h 8839200"/>
              <a:gd name="connsiteX913" fmla="*/ 4557194 w 15732060"/>
              <a:gd name="connsiteY913" fmla="*/ 5784150 h 8839200"/>
              <a:gd name="connsiteX914" fmla="*/ 4544024 w 15732060"/>
              <a:gd name="connsiteY914" fmla="*/ 5789500 h 8839200"/>
              <a:gd name="connsiteX915" fmla="*/ 4543476 w 15732060"/>
              <a:gd name="connsiteY915" fmla="*/ 5789500 h 8839200"/>
              <a:gd name="connsiteX916" fmla="*/ 4541829 w 15732060"/>
              <a:gd name="connsiteY916" fmla="*/ 5814194 h 8839200"/>
              <a:gd name="connsiteX917" fmla="*/ 4081446 w 15732060"/>
              <a:gd name="connsiteY917" fmla="*/ 6275126 h 8839200"/>
              <a:gd name="connsiteX918" fmla="*/ 3354379 w 15732060"/>
              <a:gd name="connsiteY918" fmla="*/ 6275126 h 8839200"/>
              <a:gd name="connsiteX919" fmla="*/ 3335723 w 15732060"/>
              <a:gd name="connsiteY919" fmla="*/ 6258664 h 8839200"/>
              <a:gd name="connsiteX920" fmla="*/ 3317066 w 15732060"/>
              <a:gd name="connsiteY920" fmla="*/ 6277321 h 8839200"/>
              <a:gd name="connsiteX921" fmla="*/ 3335723 w 15732060"/>
              <a:gd name="connsiteY921" fmla="*/ 6295978 h 8839200"/>
              <a:gd name="connsiteX922" fmla="*/ 3354379 w 15732060"/>
              <a:gd name="connsiteY922" fmla="*/ 6279516 h 8839200"/>
              <a:gd name="connsiteX923" fmla="*/ 4083641 w 15732060"/>
              <a:gd name="connsiteY923" fmla="*/ 6279516 h 8839200"/>
              <a:gd name="connsiteX924" fmla="*/ 4545670 w 15732060"/>
              <a:gd name="connsiteY924" fmla="*/ 5817486 h 8839200"/>
              <a:gd name="connsiteX925" fmla="*/ 4570363 w 15732060"/>
              <a:gd name="connsiteY925" fmla="*/ 5815840 h 8839200"/>
              <a:gd name="connsiteX926" fmla="*/ 4570363 w 15732060"/>
              <a:gd name="connsiteY926" fmla="*/ 5789500 h 8839200"/>
              <a:gd name="connsiteX927" fmla="*/ 4557194 w 15732060"/>
              <a:gd name="connsiteY927" fmla="*/ 5784150 h 8839200"/>
              <a:gd name="connsiteX928" fmla="*/ 10997625 w 15732060"/>
              <a:gd name="connsiteY928" fmla="*/ 5764947 h 8839200"/>
              <a:gd name="connsiteX929" fmla="*/ 10984456 w 15732060"/>
              <a:gd name="connsiteY929" fmla="*/ 5770298 h 8839200"/>
              <a:gd name="connsiteX930" fmla="*/ 10984456 w 15732060"/>
              <a:gd name="connsiteY930" fmla="*/ 5796637 h 8839200"/>
              <a:gd name="connsiteX931" fmla="*/ 11009149 w 15732060"/>
              <a:gd name="connsiteY931" fmla="*/ 5798282 h 8839200"/>
              <a:gd name="connsiteX932" fmla="*/ 11105724 w 15732060"/>
              <a:gd name="connsiteY932" fmla="*/ 5894858 h 8839200"/>
              <a:gd name="connsiteX933" fmla="*/ 11105724 w 15732060"/>
              <a:gd name="connsiteY933" fmla="*/ 6118191 h 8839200"/>
              <a:gd name="connsiteX934" fmla="*/ 11291745 w 15732060"/>
              <a:gd name="connsiteY934" fmla="*/ 6304211 h 8839200"/>
              <a:gd name="connsiteX935" fmla="*/ 11293390 w 15732060"/>
              <a:gd name="connsiteY935" fmla="*/ 6328903 h 8839200"/>
              <a:gd name="connsiteX936" fmla="*/ 11319729 w 15732060"/>
              <a:gd name="connsiteY936" fmla="*/ 6328903 h 8839200"/>
              <a:gd name="connsiteX937" fmla="*/ 11319729 w 15732060"/>
              <a:gd name="connsiteY937" fmla="*/ 6302564 h 8839200"/>
              <a:gd name="connsiteX938" fmla="*/ 11295037 w 15732060"/>
              <a:gd name="connsiteY938" fmla="*/ 6300917 h 8839200"/>
              <a:gd name="connsiteX939" fmla="*/ 11110115 w 15732060"/>
              <a:gd name="connsiteY939" fmla="*/ 6115997 h 8839200"/>
              <a:gd name="connsiteX940" fmla="*/ 11110115 w 15732060"/>
              <a:gd name="connsiteY940" fmla="*/ 5892664 h 8839200"/>
              <a:gd name="connsiteX941" fmla="*/ 11012441 w 15732060"/>
              <a:gd name="connsiteY941" fmla="*/ 5794990 h 8839200"/>
              <a:gd name="connsiteX942" fmla="*/ 11010795 w 15732060"/>
              <a:gd name="connsiteY942" fmla="*/ 5770298 h 8839200"/>
              <a:gd name="connsiteX943" fmla="*/ 10997625 w 15732060"/>
              <a:gd name="connsiteY943" fmla="*/ 5764947 h 8839200"/>
              <a:gd name="connsiteX944" fmla="*/ 9271873 w 15732060"/>
              <a:gd name="connsiteY944" fmla="*/ 5704998 h 8839200"/>
              <a:gd name="connsiteX945" fmla="*/ 9253216 w 15732060"/>
              <a:gd name="connsiteY945" fmla="*/ 5723655 h 8839200"/>
              <a:gd name="connsiteX946" fmla="*/ 9271873 w 15732060"/>
              <a:gd name="connsiteY946" fmla="*/ 5742312 h 8839200"/>
              <a:gd name="connsiteX947" fmla="*/ 9290529 w 15732060"/>
              <a:gd name="connsiteY947" fmla="*/ 5725850 h 8839200"/>
              <a:gd name="connsiteX948" fmla="*/ 9462830 w 15732060"/>
              <a:gd name="connsiteY948" fmla="*/ 5725850 h 8839200"/>
              <a:gd name="connsiteX949" fmla="*/ 10563033 w 15732060"/>
              <a:gd name="connsiteY949" fmla="*/ 6826051 h 8839200"/>
              <a:gd name="connsiteX950" fmla="*/ 10563581 w 15732060"/>
              <a:gd name="connsiteY950" fmla="*/ 6826051 h 8839200"/>
              <a:gd name="connsiteX951" fmla="*/ 11033842 w 15732060"/>
              <a:gd name="connsiteY951" fmla="*/ 6826600 h 8839200"/>
              <a:gd name="connsiteX952" fmla="*/ 11462948 w 15732060"/>
              <a:gd name="connsiteY952" fmla="*/ 7255706 h 8839200"/>
              <a:gd name="connsiteX953" fmla="*/ 11462948 w 15732060"/>
              <a:gd name="connsiteY953" fmla="*/ 7500440 h 8839200"/>
              <a:gd name="connsiteX954" fmla="*/ 12370546 w 15732060"/>
              <a:gd name="connsiteY954" fmla="*/ 8408036 h 8839200"/>
              <a:gd name="connsiteX955" fmla="*/ 12370546 w 15732060"/>
              <a:gd name="connsiteY955" fmla="*/ 8759772 h 8839200"/>
              <a:gd name="connsiteX956" fmla="*/ 12354083 w 15732060"/>
              <a:gd name="connsiteY956" fmla="*/ 8778429 h 8839200"/>
              <a:gd name="connsiteX957" fmla="*/ 12372741 w 15732060"/>
              <a:gd name="connsiteY957" fmla="*/ 8797086 h 8839200"/>
              <a:gd name="connsiteX958" fmla="*/ 12391397 w 15732060"/>
              <a:gd name="connsiteY958" fmla="*/ 8778429 h 8839200"/>
              <a:gd name="connsiteX959" fmla="*/ 12374935 w 15732060"/>
              <a:gd name="connsiteY959" fmla="*/ 8759772 h 8839200"/>
              <a:gd name="connsiteX960" fmla="*/ 12374935 w 15732060"/>
              <a:gd name="connsiteY960" fmla="*/ 8406391 h 8839200"/>
              <a:gd name="connsiteX961" fmla="*/ 11467338 w 15732060"/>
              <a:gd name="connsiteY961" fmla="*/ 7498793 h 8839200"/>
              <a:gd name="connsiteX962" fmla="*/ 11467338 w 15732060"/>
              <a:gd name="connsiteY962" fmla="*/ 7254060 h 8839200"/>
              <a:gd name="connsiteX963" fmla="*/ 11036585 w 15732060"/>
              <a:gd name="connsiteY963" fmla="*/ 6822760 h 8839200"/>
              <a:gd name="connsiteX964" fmla="*/ 11036036 w 15732060"/>
              <a:gd name="connsiteY964" fmla="*/ 6822760 h 8839200"/>
              <a:gd name="connsiteX965" fmla="*/ 10565777 w 15732060"/>
              <a:gd name="connsiteY965" fmla="*/ 6822210 h 8839200"/>
              <a:gd name="connsiteX966" fmla="*/ 9465574 w 15732060"/>
              <a:gd name="connsiteY966" fmla="*/ 5722009 h 8839200"/>
              <a:gd name="connsiteX967" fmla="*/ 9465025 w 15732060"/>
              <a:gd name="connsiteY967" fmla="*/ 5722009 h 8839200"/>
              <a:gd name="connsiteX968" fmla="*/ 9290529 w 15732060"/>
              <a:gd name="connsiteY968" fmla="*/ 5721460 h 8839200"/>
              <a:gd name="connsiteX969" fmla="*/ 9271873 w 15732060"/>
              <a:gd name="connsiteY969" fmla="*/ 5704998 h 8839200"/>
              <a:gd name="connsiteX970" fmla="*/ 2945028 w 15732060"/>
              <a:gd name="connsiteY970" fmla="*/ 5666586 h 8839200"/>
              <a:gd name="connsiteX971" fmla="*/ 2926371 w 15732060"/>
              <a:gd name="connsiteY971" fmla="*/ 5685243 h 8839200"/>
              <a:gd name="connsiteX972" fmla="*/ 2942832 w 15732060"/>
              <a:gd name="connsiteY972" fmla="*/ 5703899 h 8839200"/>
              <a:gd name="connsiteX973" fmla="*/ 2942832 w 15732060"/>
              <a:gd name="connsiteY973" fmla="*/ 5867970 h 8839200"/>
              <a:gd name="connsiteX974" fmla="*/ 2926371 w 15732060"/>
              <a:gd name="connsiteY974" fmla="*/ 5886626 h 8839200"/>
              <a:gd name="connsiteX975" fmla="*/ 2945028 w 15732060"/>
              <a:gd name="connsiteY975" fmla="*/ 5905282 h 8839200"/>
              <a:gd name="connsiteX976" fmla="*/ 2963685 w 15732060"/>
              <a:gd name="connsiteY976" fmla="*/ 5886626 h 8839200"/>
              <a:gd name="connsiteX977" fmla="*/ 2947223 w 15732060"/>
              <a:gd name="connsiteY977" fmla="*/ 5867970 h 8839200"/>
              <a:gd name="connsiteX978" fmla="*/ 2947223 w 15732060"/>
              <a:gd name="connsiteY978" fmla="*/ 5703899 h 8839200"/>
              <a:gd name="connsiteX979" fmla="*/ 2963685 w 15732060"/>
              <a:gd name="connsiteY979" fmla="*/ 5685243 h 8839200"/>
              <a:gd name="connsiteX980" fmla="*/ 2945028 w 15732060"/>
              <a:gd name="connsiteY980" fmla="*/ 5666586 h 8839200"/>
              <a:gd name="connsiteX981" fmla="*/ 6933738 w 15732060"/>
              <a:gd name="connsiteY981" fmla="*/ 5600191 h 8839200"/>
              <a:gd name="connsiteX982" fmla="*/ 6928800 w 15732060"/>
              <a:gd name="connsiteY982" fmla="*/ 5600191 h 8839200"/>
              <a:gd name="connsiteX983" fmla="*/ 6928800 w 15732060"/>
              <a:gd name="connsiteY983" fmla="*/ 5827365 h 8839200"/>
              <a:gd name="connsiteX984" fmla="*/ 6482684 w 15732060"/>
              <a:gd name="connsiteY984" fmla="*/ 6273481 h 8839200"/>
              <a:gd name="connsiteX985" fmla="*/ 6035469 w 15732060"/>
              <a:gd name="connsiteY985" fmla="*/ 6273481 h 8839200"/>
              <a:gd name="connsiteX986" fmla="*/ 4939658 w 15732060"/>
              <a:gd name="connsiteY986" fmla="*/ 7369294 h 8839200"/>
              <a:gd name="connsiteX987" fmla="*/ 4939658 w 15732060"/>
              <a:gd name="connsiteY987" fmla="*/ 8352616 h 8839200"/>
              <a:gd name="connsiteX988" fmla="*/ 4530855 w 15732060"/>
              <a:gd name="connsiteY988" fmla="*/ 8761418 h 8839200"/>
              <a:gd name="connsiteX989" fmla="*/ 4506162 w 15732060"/>
              <a:gd name="connsiteY989" fmla="*/ 8763065 h 8839200"/>
              <a:gd name="connsiteX990" fmla="*/ 4506162 w 15732060"/>
              <a:gd name="connsiteY990" fmla="*/ 8789404 h 8839200"/>
              <a:gd name="connsiteX991" fmla="*/ 4532501 w 15732060"/>
              <a:gd name="connsiteY991" fmla="*/ 8789404 h 8839200"/>
              <a:gd name="connsiteX992" fmla="*/ 4534146 w 15732060"/>
              <a:gd name="connsiteY992" fmla="*/ 8764710 h 8839200"/>
              <a:gd name="connsiteX993" fmla="*/ 4944596 w 15732060"/>
              <a:gd name="connsiteY993" fmla="*/ 8354261 h 8839200"/>
              <a:gd name="connsiteX994" fmla="*/ 4944596 w 15732060"/>
              <a:gd name="connsiteY994" fmla="*/ 7371489 h 8839200"/>
              <a:gd name="connsiteX995" fmla="*/ 6037116 w 15732060"/>
              <a:gd name="connsiteY995" fmla="*/ 6278969 h 8839200"/>
              <a:gd name="connsiteX996" fmla="*/ 6484330 w 15732060"/>
              <a:gd name="connsiteY996" fmla="*/ 6278969 h 8839200"/>
              <a:gd name="connsiteX997" fmla="*/ 6933738 w 15732060"/>
              <a:gd name="connsiteY997" fmla="*/ 5829560 h 8839200"/>
              <a:gd name="connsiteX998" fmla="*/ 7517587 w 15732060"/>
              <a:gd name="connsiteY998" fmla="*/ 5600191 h 8839200"/>
              <a:gd name="connsiteX999" fmla="*/ 7512648 w 15732060"/>
              <a:gd name="connsiteY999" fmla="*/ 5600191 h 8839200"/>
              <a:gd name="connsiteX1000" fmla="*/ 7512648 w 15732060"/>
              <a:gd name="connsiteY1000" fmla="*/ 6661982 h 8839200"/>
              <a:gd name="connsiteX1001" fmla="*/ 7355162 w 15732060"/>
              <a:gd name="connsiteY1001" fmla="*/ 6819466 h 8839200"/>
              <a:gd name="connsiteX1002" fmla="*/ 7355162 w 15732060"/>
              <a:gd name="connsiteY1002" fmla="*/ 6975306 h 8839200"/>
              <a:gd name="connsiteX1003" fmla="*/ 6702174 w 15732060"/>
              <a:gd name="connsiteY1003" fmla="*/ 7628293 h 8839200"/>
              <a:gd name="connsiteX1004" fmla="*/ 6702174 w 15732060"/>
              <a:gd name="connsiteY1004" fmla="*/ 8766357 h 8839200"/>
              <a:gd name="connsiteX1005" fmla="*/ 6685713 w 15732060"/>
              <a:gd name="connsiteY1005" fmla="*/ 8785014 h 8839200"/>
              <a:gd name="connsiteX1006" fmla="*/ 6704370 w 15732060"/>
              <a:gd name="connsiteY1006" fmla="*/ 8803671 h 8839200"/>
              <a:gd name="connsiteX1007" fmla="*/ 6723026 w 15732060"/>
              <a:gd name="connsiteY1007" fmla="*/ 8785014 h 8839200"/>
              <a:gd name="connsiteX1008" fmla="*/ 6706565 w 15732060"/>
              <a:gd name="connsiteY1008" fmla="*/ 8766357 h 8839200"/>
              <a:gd name="connsiteX1009" fmla="*/ 6707114 w 15732060"/>
              <a:gd name="connsiteY1009" fmla="*/ 8766357 h 8839200"/>
              <a:gd name="connsiteX1010" fmla="*/ 6707114 w 15732060"/>
              <a:gd name="connsiteY1010" fmla="*/ 7630488 h 8839200"/>
              <a:gd name="connsiteX1011" fmla="*/ 7360101 w 15732060"/>
              <a:gd name="connsiteY1011" fmla="*/ 6977501 h 8839200"/>
              <a:gd name="connsiteX1012" fmla="*/ 7360101 w 15732060"/>
              <a:gd name="connsiteY1012" fmla="*/ 6821662 h 8839200"/>
              <a:gd name="connsiteX1013" fmla="*/ 7517587 w 15732060"/>
              <a:gd name="connsiteY1013" fmla="*/ 6664176 h 8839200"/>
              <a:gd name="connsiteX1014" fmla="*/ 7745858 w 15732060"/>
              <a:gd name="connsiteY1014" fmla="*/ 5600191 h 8839200"/>
              <a:gd name="connsiteX1015" fmla="*/ 7740920 w 15732060"/>
              <a:gd name="connsiteY1015" fmla="*/ 5600191 h 8839200"/>
              <a:gd name="connsiteX1016" fmla="*/ 7740920 w 15732060"/>
              <a:gd name="connsiteY1016" fmla="*/ 6817821 h 8839200"/>
              <a:gd name="connsiteX1017" fmla="*/ 7741468 w 15732060"/>
              <a:gd name="connsiteY1017" fmla="*/ 6817821 h 8839200"/>
              <a:gd name="connsiteX1018" fmla="*/ 7583982 w 15732060"/>
              <a:gd name="connsiteY1018" fmla="*/ 6975306 h 8839200"/>
              <a:gd name="connsiteX1019" fmla="*/ 7583982 w 15732060"/>
              <a:gd name="connsiteY1019" fmla="*/ 8008014 h 8839200"/>
              <a:gd name="connsiteX1020" fmla="*/ 7281634 w 15732060"/>
              <a:gd name="connsiteY1020" fmla="*/ 8310364 h 8839200"/>
              <a:gd name="connsiteX1021" fmla="*/ 7281634 w 15732060"/>
              <a:gd name="connsiteY1021" fmla="*/ 8747152 h 8839200"/>
              <a:gd name="connsiteX1022" fmla="*/ 7265172 w 15732060"/>
              <a:gd name="connsiteY1022" fmla="*/ 8765808 h 8839200"/>
              <a:gd name="connsiteX1023" fmla="*/ 7283828 w 15732060"/>
              <a:gd name="connsiteY1023" fmla="*/ 8784465 h 8839200"/>
              <a:gd name="connsiteX1024" fmla="*/ 7302484 w 15732060"/>
              <a:gd name="connsiteY1024" fmla="*/ 8765808 h 8839200"/>
              <a:gd name="connsiteX1025" fmla="*/ 7286023 w 15732060"/>
              <a:gd name="connsiteY1025" fmla="*/ 8747152 h 8839200"/>
              <a:gd name="connsiteX1026" fmla="*/ 7286023 w 15732060"/>
              <a:gd name="connsiteY1026" fmla="*/ 8312558 h 8839200"/>
              <a:gd name="connsiteX1027" fmla="*/ 7588372 w 15732060"/>
              <a:gd name="connsiteY1027" fmla="*/ 8010209 h 8839200"/>
              <a:gd name="connsiteX1028" fmla="*/ 7588372 w 15732060"/>
              <a:gd name="connsiteY1028" fmla="*/ 6977501 h 8839200"/>
              <a:gd name="connsiteX1029" fmla="*/ 7745858 w 15732060"/>
              <a:gd name="connsiteY1029" fmla="*/ 6820016 h 8839200"/>
              <a:gd name="connsiteX1030" fmla="*/ 2025358 w 15732060"/>
              <a:gd name="connsiteY1030" fmla="*/ 5590313 h 8839200"/>
              <a:gd name="connsiteX1031" fmla="*/ 1402002 w 15732060"/>
              <a:gd name="connsiteY1031" fmla="*/ 6213669 h 8839200"/>
              <a:gd name="connsiteX1032" fmla="*/ 422520 w 15732060"/>
              <a:gd name="connsiteY1032" fmla="*/ 6213669 h 8839200"/>
              <a:gd name="connsiteX1033" fmla="*/ 47190 w 15732060"/>
              <a:gd name="connsiteY1033" fmla="*/ 6588999 h 8839200"/>
              <a:gd name="connsiteX1034" fmla="*/ 22496 w 15732060"/>
              <a:gd name="connsiteY1034" fmla="*/ 6590645 h 8839200"/>
              <a:gd name="connsiteX1035" fmla="*/ 22496 w 15732060"/>
              <a:gd name="connsiteY1035" fmla="*/ 6616985 h 8839200"/>
              <a:gd name="connsiteX1036" fmla="*/ 48836 w 15732060"/>
              <a:gd name="connsiteY1036" fmla="*/ 6616985 h 8839200"/>
              <a:gd name="connsiteX1037" fmla="*/ 49384 w 15732060"/>
              <a:gd name="connsiteY1037" fmla="*/ 6616435 h 8839200"/>
              <a:gd name="connsiteX1038" fmla="*/ 51032 w 15732060"/>
              <a:gd name="connsiteY1038" fmla="*/ 6591742 h 8839200"/>
              <a:gd name="connsiteX1039" fmla="*/ 424716 w 15732060"/>
              <a:gd name="connsiteY1039" fmla="*/ 6218058 h 8839200"/>
              <a:gd name="connsiteX1040" fmla="*/ 1404745 w 15732060"/>
              <a:gd name="connsiteY1040" fmla="*/ 6218058 h 8839200"/>
              <a:gd name="connsiteX1041" fmla="*/ 2028101 w 15732060"/>
              <a:gd name="connsiteY1041" fmla="*/ 5594702 h 8839200"/>
              <a:gd name="connsiteX1042" fmla="*/ 2767788 w 15732060"/>
              <a:gd name="connsiteY1042" fmla="*/ 5594702 h 8839200"/>
              <a:gd name="connsiteX1043" fmla="*/ 2859426 w 15732060"/>
              <a:gd name="connsiteY1043" fmla="*/ 5686340 h 8839200"/>
              <a:gd name="connsiteX1044" fmla="*/ 2859426 w 15732060"/>
              <a:gd name="connsiteY1044" fmla="*/ 5863031 h 8839200"/>
              <a:gd name="connsiteX1045" fmla="*/ 2842964 w 15732060"/>
              <a:gd name="connsiteY1045" fmla="*/ 5881687 h 8839200"/>
              <a:gd name="connsiteX1046" fmla="*/ 2861621 w 15732060"/>
              <a:gd name="connsiteY1046" fmla="*/ 5900344 h 8839200"/>
              <a:gd name="connsiteX1047" fmla="*/ 2880278 w 15732060"/>
              <a:gd name="connsiteY1047" fmla="*/ 5881687 h 8839200"/>
              <a:gd name="connsiteX1048" fmla="*/ 2863816 w 15732060"/>
              <a:gd name="connsiteY1048" fmla="*/ 5863031 h 8839200"/>
              <a:gd name="connsiteX1049" fmla="*/ 2863816 w 15732060"/>
              <a:gd name="connsiteY1049" fmla="*/ 5684694 h 8839200"/>
              <a:gd name="connsiteX1050" fmla="*/ 2769983 w 15732060"/>
              <a:gd name="connsiteY1050" fmla="*/ 5590861 h 8839200"/>
              <a:gd name="connsiteX1051" fmla="*/ 2769434 w 15732060"/>
              <a:gd name="connsiteY1051" fmla="*/ 5590861 h 8839200"/>
              <a:gd name="connsiteX1052" fmla="*/ 2025358 w 15732060"/>
              <a:gd name="connsiteY1052" fmla="*/ 5590313 h 8839200"/>
              <a:gd name="connsiteX1053" fmla="*/ 7168594 w 15732060"/>
              <a:gd name="connsiteY1053" fmla="*/ 5555195 h 8839200"/>
              <a:gd name="connsiteX1054" fmla="*/ 7163657 w 15732060"/>
              <a:gd name="connsiteY1054" fmla="*/ 5555195 h 8839200"/>
              <a:gd name="connsiteX1055" fmla="*/ 7163657 w 15732060"/>
              <a:gd name="connsiteY1055" fmla="*/ 6259214 h 8839200"/>
              <a:gd name="connsiteX1056" fmla="*/ 6775156 w 15732060"/>
              <a:gd name="connsiteY1056" fmla="*/ 6647715 h 8839200"/>
              <a:gd name="connsiteX1057" fmla="*/ 6300506 w 15732060"/>
              <a:gd name="connsiteY1057" fmla="*/ 6647715 h 8839200"/>
              <a:gd name="connsiteX1058" fmla="*/ 5453817 w 15732060"/>
              <a:gd name="connsiteY1058" fmla="*/ 7494404 h 8839200"/>
              <a:gd name="connsiteX1059" fmla="*/ 5453817 w 15732060"/>
              <a:gd name="connsiteY1059" fmla="*/ 8703253 h 8839200"/>
              <a:gd name="connsiteX1060" fmla="*/ 5437356 w 15732060"/>
              <a:gd name="connsiteY1060" fmla="*/ 8721910 h 8839200"/>
              <a:gd name="connsiteX1061" fmla="*/ 5456011 w 15732060"/>
              <a:gd name="connsiteY1061" fmla="*/ 8740567 h 8839200"/>
              <a:gd name="connsiteX1062" fmla="*/ 5474668 w 15732060"/>
              <a:gd name="connsiteY1062" fmla="*/ 8721910 h 8839200"/>
              <a:gd name="connsiteX1063" fmla="*/ 5458206 w 15732060"/>
              <a:gd name="connsiteY1063" fmla="*/ 8703253 h 8839200"/>
              <a:gd name="connsiteX1064" fmla="*/ 5458206 w 15732060"/>
              <a:gd name="connsiteY1064" fmla="*/ 7496049 h 8839200"/>
              <a:gd name="connsiteX1065" fmla="*/ 6302152 w 15732060"/>
              <a:gd name="connsiteY1065" fmla="*/ 6652105 h 8839200"/>
              <a:gd name="connsiteX1066" fmla="*/ 6776803 w 15732060"/>
              <a:gd name="connsiteY1066" fmla="*/ 6652105 h 8839200"/>
              <a:gd name="connsiteX1067" fmla="*/ 7168046 w 15732060"/>
              <a:gd name="connsiteY1067" fmla="*/ 6260861 h 8839200"/>
              <a:gd name="connsiteX1068" fmla="*/ 7168594 w 15732060"/>
              <a:gd name="connsiteY1068" fmla="*/ 6261409 h 8839200"/>
              <a:gd name="connsiteX1069" fmla="*/ 8094301 w 15732060"/>
              <a:gd name="connsiteY1069" fmla="*/ 5550805 h 8839200"/>
              <a:gd name="connsiteX1070" fmla="*/ 8089362 w 15732060"/>
              <a:gd name="connsiteY1070" fmla="*/ 5550805 h 8839200"/>
              <a:gd name="connsiteX1071" fmla="*/ 8089362 w 15732060"/>
              <a:gd name="connsiteY1071" fmla="*/ 7186018 h 8839200"/>
              <a:gd name="connsiteX1072" fmla="*/ 8236421 w 15732060"/>
              <a:gd name="connsiteY1072" fmla="*/ 7333077 h 8839200"/>
              <a:gd name="connsiteX1073" fmla="*/ 8236421 w 15732060"/>
              <a:gd name="connsiteY1073" fmla="*/ 8138611 h 8839200"/>
              <a:gd name="connsiteX1074" fmla="*/ 8598033 w 15732060"/>
              <a:gd name="connsiteY1074" fmla="*/ 8500223 h 8839200"/>
              <a:gd name="connsiteX1075" fmla="*/ 8598033 w 15732060"/>
              <a:gd name="connsiteY1075" fmla="*/ 8747700 h 8839200"/>
              <a:gd name="connsiteX1076" fmla="*/ 8581572 w 15732060"/>
              <a:gd name="connsiteY1076" fmla="*/ 8766357 h 8839200"/>
              <a:gd name="connsiteX1077" fmla="*/ 8600229 w 15732060"/>
              <a:gd name="connsiteY1077" fmla="*/ 8785014 h 8839200"/>
              <a:gd name="connsiteX1078" fmla="*/ 8618886 w 15732060"/>
              <a:gd name="connsiteY1078" fmla="*/ 8766357 h 8839200"/>
              <a:gd name="connsiteX1079" fmla="*/ 8602423 w 15732060"/>
              <a:gd name="connsiteY1079" fmla="*/ 8747700 h 8839200"/>
              <a:gd name="connsiteX1080" fmla="*/ 8602972 w 15732060"/>
              <a:gd name="connsiteY1080" fmla="*/ 8747700 h 8839200"/>
              <a:gd name="connsiteX1081" fmla="*/ 8602972 w 15732060"/>
              <a:gd name="connsiteY1081" fmla="*/ 8498028 h 8839200"/>
              <a:gd name="connsiteX1082" fmla="*/ 8241360 w 15732060"/>
              <a:gd name="connsiteY1082" fmla="*/ 8136416 h 8839200"/>
              <a:gd name="connsiteX1083" fmla="*/ 8241360 w 15732060"/>
              <a:gd name="connsiteY1083" fmla="*/ 7330883 h 8839200"/>
              <a:gd name="connsiteX1084" fmla="*/ 8094301 w 15732060"/>
              <a:gd name="connsiteY1084" fmla="*/ 7183823 h 8839200"/>
              <a:gd name="connsiteX1085" fmla="*/ 8342874 w 15732060"/>
              <a:gd name="connsiteY1085" fmla="*/ 5550805 h 8839200"/>
              <a:gd name="connsiteX1086" fmla="*/ 8337936 w 15732060"/>
              <a:gd name="connsiteY1086" fmla="*/ 5550805 h 8839200"/>
              <a:gd name="connsiteX1087" fmla="*/ 8337936 w 15732060"/>
              <a:gd name="connsiteY1087" fmla="*/ 7063651 h 8839200"/>
              <a:gd name="connsiteX1088" fmla="*/ 8547002 w 15732060"/>
              <a:gd name="connsiteY1088" fmla="*/ 7272717 h 8839200"/>
              <a:gd name="connsiteX1089" fmla="*/ 8547002 w 15732060"/>
              <a:gd name="connsiteY1089" fmla="*/ 7628293 h 8839200"/>
              <a:gd name="connsiteX1090" fmla="*/ 9146763 w 15732060"/>
              <a:gd name="connsiteY1090" fmla="*/ 8228054 h 8839200"/>
              <a:gd name="connsiteX1091" fmla="*/ 9146763 w 15732060"/>
              <a:gd name="connsiteY1091" fmla="*/ 8759772 h 8839200"/>
              <a:gd name="connsiteX1092" fmla="*/ 9130300 w 15732060"/>
              <a:gd name="connsiteY1092" fmla="*/ 8778429 h 8839200"/>
              <a:gd name="connsiteX1093" fmla="*/ 9148958 w 15732060"/>
              <a:gd name="connsiteY1093" fmla="*/ 8797086 h 8839200"/>
              <a:gd name="connsiteX1094" fmla="*/ 9167615 w 15732060"/>
              <a:gd name="connsiteY1094" fmla="*/ 8778429 h 8839200"/>
              <a:gd name="connsiteX1095" fmla="*/ 9162881 w 15732060"/>
              <a:gd name="connsiteY1095" fmla="*/ 8765603 h 8839200"/>
              <a:gd name="connsiteX1096" fmla="*/ 9151701 w 15732060"/>
              <a:gd name="connsiteY1096" fmla="*/ 8760045 h 8839200"/>
              <a:gd name="connsiteX1097" fmla="*/ 9151701 w 15732060"/>
              <a:gd name="connsiteY1097" fmla="*/ 8760321 h 8839200"/>
              <a:gd name="connsiteX1098" fmla="*/ 9151152 w 15732060"/>
              <a:gd name="connsiteY1098" fmla="*/ 8759772 h 8839200"/>
              <a:gd name="connsiteX1099" fmla="*/ 9151701 w 15732060"/>
              <a:gd name="connsiteY1099" fmla="*/ 8760045 h 8839200"/>
              <a:gd name="connsiteX1100" fmla="*/ 9151701 w 15732060"/>
              <a:gd name="connsiteY1100" fmla="*/ 8226408 h 8839200"/>
              <a:gd name="connsiteX1101" fmla="*/ 8551940 w 15732060"/>
              <a:gd name="connsiteY1101" fmla="*/ 7626647 h 8839200"/>
              <a:gd name="connsiteX1102" fmla="*/ 8551940 w 15732060"/>
              <a:gd name="connsiteY1102" fmla="*/ 7271071 h 8839200"/>
              <a:gd name="connsiteX1103" fmla="*/ 8342874 w 15732060"/>
              <a:gd name="connsiteY1103" fmla="*/ 7062005 h 8839200"/>
              <a:gd name="connsiteX1104" fmla="*/ 8562915 w 15732060"/>
              <a:gd name="connsiteY1104" fmla="*/ 5550805 h 8839200"/>
              <a:gd name="connsiteX1105" fmla="*/ 8557977 w 15732060"/>
              <a:gd name="connsiteY1105" fmla="*/ 5550805 h 8839200"/>
              <a:gd name="connsiteX1106" fmla="*/ 8557977 w 15732060"/>
              <a:gd name="connsiteY1106" fmla="*/ 6582417 h 8839200"/>
              <a:gd name="connsiteX1107" fmla="*/ 8656199 w 15732060"/>
              <a:gd name="connsiteY1107" fmla="*/ 6680639 h 8839200"/>
              <a:gd name="connsiteX1108" fmla="*/ 8656199 w 15732060"/>
              <a:gd name="connsiteY1108" fmla="*/ 6911105 h 8839200"/>
              <a:gd name="connsiteX1109" fmla="*/ 8981595 w 15732060"/>
              <a:gd name="connsiteY1109" fmla="*/ 7236501 h 8839200"/>
              <a:gd name="connsiteX1110" fmla="*/ 8981595 w 15732060"/>
              <a:gd name="connsiteY1110" fmla="*/ 7821995 h 8839200"/>
              <a:gd name="connsiteX1111" fmla="*/ 9516057 w 15732060"/>
              <a:gd name="connsiteY1111" fmla="*/ 8356457 h 8839200"/>
              <a:gd name="connsiteX1112" fmla="*/ 9516057 w 15732060"/>
              <a:gd name="connsiteY1112" fmla="*/ 8760869 h 8839200"/>
              <a:gd name="connsiteX1113" fmla="*/ 9499596 w 15732060"/>
              <a:gd name="connsiteY1113" fmla="*/ 8779526 h 8839200"/>
              <a:gd name="connsiteX1114" fmla="*/ 9518252 w 15732060"/>
              <a:gd name="connsiteY1114" fmla="*/ 8798184 h 8839200"/>
              <a:gd name="connsiteX1115" fmla="*/ 9536909 w 15732060"/>
              <a:gd name="connsiteY1115" fmla="*/ 8779526 h 8839200"/>
              <a:gd name="connsiteX1116" fmla="*/ 9520448 w 15732060"/>
              <a:gd name="connsiteY1116" fmla="*/ 8760869 h 8839200"/>
              <a:gd name="connsiteX1117" fmla="*/ 9520996 w 15732060"/>
              <a:gd name="connsiteY1117" fmla="*/ 8760321 h 8839200"/>
              <a:gd name="connsiteX1118" fmla="*/ 9520996 w 15732060"/>
              <a:gd name="connsiteY1118" fmla="*/ 8354261 h 8839200"/>
              <a:gd name="connsiteX1119" fmla="*/ 8986534 w 15732060"/>
              <a:gd name="connsiteY1119" fmla="*/ 7819799 h 8839200"/>
              <a:gd name="connsiteX1120" fmla="*/ 8986534 w 15732060"/>
              <a:gd name="connsiteY1120" fmla="*/ 7234306 h 8839200"/>
              <a:gd name="connsiteX1121" fmla="*/ 8661137 w 15732060"/>
              <a:gd name="connsiteY1121" fmla="*/ 6908909 h 8839200"/>
              <a:gd name="connsiteX1122" fmla="*/ 8661137 w 15732060"/>
              <a:gd name="connsiteY1122" fmla="*/ 6678444 h 8839200"/>
              <a:gd name="connsiteX1123" fmla="*/ 8562915 w 15732060"/>
              <a:gd name="connsiteY1123" fmla="*/ 6580221 h 8839200"/>
              <a:gd name="connsiteX1124" fmla="*/ 7981263 w 15732060"/>
              <a:gd name="connsiteY1124" fmla="*/ 5550257 h 8839200"/>
              <a:gd name="connsiteX1125" fmla="*/ 7976324 w 15732060"/>
              <a:gd name="connsiteY1125" fmla="*/ 5550257 h 8839200"/>
              <a:gd name="connsiteX1126" fmla="*/ 7976324 w 15732060"/>
              <a:gd name="connsiteY1126" fmla="*/ 7449408 h 8839200"/>
              <a:gd name="connsiteX1127" fmla="*/ 8142588 w 15732060"/>
              <a:gd name="connsiteY1127" fmla="*/ 7615673 h 8839200"/>
              <a:gd name="connsiteX1128" fmla="*/ 8142588 w 15732060"/>
              <a:gd name="connsiteY1128" fmla="*/ 8734530 h 8839200"/>
              <a:gd name="connsiteX1129" fmla="*/ 8126127 w 15732060"/>
              <a:gd name="connsiteY1129" fmla="*/ 8753187 h 8839200"/>
              <a:gd name="connsiteX1130" fmla="*/ 8144784 w 15732060"/>
              <a:gd name="connsiteY1130" fmla="*/ 8771844 h 8839200"/>
              <a:gd name="connsiteX1131" fmla="*/ 8163440 w 15732060"/>
              <a:gd name="connsiteY1131" fmla="*/ 8753187 h 8839200"/>
              <a:gd name="connsiteX1132" fmla="*/ 8158707 w 15732060"/>
              <a:gd name="connsiteY1132" fmla="*/ 8740361 h 8839200"/>
              <a:gd name="connsiteX1133" fmla="*/ 8147526 w 15732060"/>
              <a:gd name="connsiteY1133" fmla="*/ 8734803 h 8839200"/>
              <a:gd name="connsiteX1134" fmla="*/ 8147526 w 15732060"/>
              <a:gd name="connsiteY1134" fmla="*/ 8735080 h 8839200"/>
              <a:gd name="connsiteX1135" fmla="*/ 8146978 w 15732060"/>
              <a:gd name="connsiteY1135" fmla="*/ 8734530 h 8839200"/>
              <a:gd name="connsiteX1136" fmla="*/ 8147526 w 15732060"/>
              <a:gd name="connsiteY1136" fmla="*/ 8734803 h 8839200"/>
              <a:gd name="connsiteX1137" fmla="*/ 8147526 w 15732060"/>
              <a:gd name="connsiteY1137" fmla="*/ 7614027 h 8839200"/>
              <a:gd name="connsiteX1138" fmla="*/ 7981263 w 15732060"/>
              <a:gd name="connsiteY1138" fmla="*/ 7447761 h 8839200"/>
              <a:gd name="connsiteX1139" fmla="*/ 8674855 w 15732060"/>
              <a:gd name="connsiteY1139" fmla="*/ 5545867 h 8839200"/>
              <a:gd name="connsiteX1140" fmla="*/ 8669918 w 15732060"/>
              <a:gd name="connsiteY1140" fmla="*/ 5545867 h 8839200"/>
              <a:gd name="connsiteX1141" fmla="*/ 8669918 w 15732060"/>
              <a:gd name="connsiteY1141" fmla="*/ 6403530 h 8839200"/>
              <a:gd name="connsiteX1142" fmla="*/ 8878983 w 15732060"/>
              <a:gd name="connsiteY1142" fmla="*/ 6612597 h 8839200"/>
              <a:gd name="connsiteX1143" fmla="*/ 8878983 w 15732060"/>
              <a:gd name="connsiteY1143" fmla="*/ 6976953 h 8839200"/>
              <a:gd name="connsiteX1144" fmla="*/ 9308089 w 15732060"/>
              <a:gd name="connsiteY1144" fmla="*/ 7406058 h 8839200"/>
              <a:gd name="connsiteX1145" fmla="*/ 9308638 w 15732060"/>
              <a:gd name="connsiteY1145" fmla="*/ 7406058 h 8839200"/>
              <a:gd name="connsiteX1146" fmla="*/ 9581356 w 15732060"/>
              <a:gd name="connsiteY1146" fmla="*/ 7406606 h 8839200"/>
              <a:gd name="connsiteX1147" fmla="*/ 9900716 w 15732060"/>
              <a:gd name="connsiteY1147" fmla="*/ 7725968 h 8839200"/>
              <a:gd name="connsiteX1148" fmla="*/ 9900716 w 15732060"/>
              <a:gd name="connsiteY1148" fmla="*/ 8574851 h 8839200"/>
              <a:gd name="connsiteX1149" fmla="*/ 10090577 w 15732060"/>
              <a:gd name="connsiteY1149" fmla="*/ 8764710 h 8839200"/>
              <a:gd name="connsiteX1150" fmla="*/ 10092222 w 15732060"/>
              <a:gd name="connsiteY1150" fmla="*/ 8789404 h 8839200"/>
              <a:gd name="connsiteX1151" fmla="*/ 10118562 w 15732060"/>
              <a:gd name="connsiteY1151" fmla="*/ 8789404 h 8839200"/>
              <a:gd name="connsiteX1152" fmla="*/ 10118562 w 15732060"/>
              <a:gd name="connsiteY1152" fmla="*/ 8763065 h 8839200"/>
              <a:gd name="connsiteX1153" fmla="*/ 10093869 w 15732060"/>
              <a:gd name="connsiteY1153" fmla="*/ 8761418 h 8839200"/>
              <a:gd name="connsiteX1154" fmla="*/ 10093869 w 15732060"/>
              <a:gd name="connsiteY1154" fmla="*/ 8760869 h 8839200"/>
              <a:gd name="connsiteX1155" fmla="*/ 9905655 w 15732060"/>
              <a:gd name="connsiteY1155" fmla="*/ 8572655 h 8839200"/>
              <a:gd name="connsiteX1156" fmla="*/ 9905655 w 15732060"/>
              <a:gd name="connsiteY1156" fmla="*/ 7723772 h 8839200"/>
              <a:gd name="connsiteX1157" fmla="*/ 9584099 w 15732060"/>
              <a:gd name="connsiteY1157" fmla="*/ 7402218 h 8839200"/>
              <a:gd name="connsiteX1158" fmla="*/ 9583551 w 15732060"/>
              <a:gd name="connsiteY1158" fmla="*/ 7402218 h 8839200"/>
              <a:gd name="connsiteX1159" fmla="*/ 9310833 w 15732060"/>
              <a:gd name="connsiteY1159" fmla="*/ 7401669 h 8839200"/>
              <a:gd name="connsiteX1160" fmla="*/ 8883922 w 15732060"/>
              <a:gd name="connsiteY1160" fmla="*/ 6974757 h 8839200"/>
              <a:gd name="connsiteX1161" fmla="*/ 8883922 w 15732060"/>
              <a:gd name="connsiteY1161" fmla="*/ 6610401 h 8839200"/>
              <a:gd name="connsiteX1162" fmla="*/ 8674855 w 15732060"/>
              <a:gd name="connsiteY1162" fmla="*/ 6401335 h 8839200"/>
              <a:gd name="connsiteX1163" fmla="*/ 5604168 w 15732060"/>
              <a:gd name="connsiteY1163" fmla="*/ 5531600 h 8839200"/>
              <a:gd name="connsiteX1164" fmla="*/ 5585512 w 15732060"/>
              <a:gd name="connsiteY1164" fmla="*/ 5548062 h 8839200"/>
              <a:gd name="connsiteX1165" fmla="*/ 4807962 w 15732060"/>
              <a:gd name="connsiteY1165" fmla="*/ 5548062 h 8839200"/>
              <a:gd name="connsiteX1166" fmla="*/ 4635662 w 15732060"/>
              <a:gd name="connsiteY1166" fmla="*/ 5720362 h 8839200"/>
              <a:gd name="connsiteX1167" fmla="*/ 4610969 w 15732060"/>
              <a:gd name="connsiteY1167" fmla="*/ 5722009 h 8839200"/>
              <a:gd name="connsiteX1168" fmla="*/ 4610969 w 15732060"/>
              <a:gd name="connsiteY1168" fmla="*/ 5748348 h 8839200"/>
              <a:gd name="connsiteX1169" fmla="*/ 4637308 w 15732060"/>
              <a:gd name="connsiteY1169" fmla="*/ 5748348 h 8839200"/>
              <a:gd name="connsiteX1170" fmla="*/ 4638954 w 15732060"/>
              <a:gd name="connsiteY1170" fmla="*/ 5723655 h 8839200"/>
              <a:gd name="connsiteX1171" fmla="*/ 4810158 w 15732060"/>
              <a:gd name="connsiteY1171" fmla="*/ 5552452 h 8839200"/>
              <a:gd name="connsiteX1172" fmla="*/ 5585512 w 15732060"/>
              <a:gd name="connsiteY1172" fmla="*/ 5552452 h 8839200"/>
              <a:gd name="connsiteX1173" fmla="*/ 5604168 w 15732060"/>
              <a:gd name="connsiteY1173" fmla="*/ 5568914 h 8839200"/>
              <a:gd name="connsiteX1174" fmla="*/ 5622826 w 15732060"/>
              <a:gd name="connsiteY1174" fmla="*/ 5550257 h 8839200"/>
              <a:gd name="connsiteX1175" fmla="*/ 5604168 w 15732060"/>
              <a:gd name="connsiteY1175" fmla="*/ 5531600 h 8839200"/>
              <a:gd name="connsiteX1176" fmla="*/ 7615808 w 15732060"/>
              <a:gd name="connsiteY1176" fmla="*/ 5518431 h 8839200"/>
              <a:gd name="connsiteX1177" fmla="*/ 7610870 w 15732060"/>
              <a:gd name="connsiteY1177" fmla="*/ 5518431 h 8839200"/>
              <a:gd name="connsiteX1178" fmla="*/ 7610870 w 15732060"/>
              <a:gd name="connsiteY1178" fmla="*/ 6798615 h 8839200"/>
              <a:gd name="connsiteX1179" fmla="*/ 7453385 w 15732060"/>
              <a:gd name="connsiteY1179" fmla="*/ 6956101 h 8839200"/>
              <a:gd name="connsiteX1180" fmla="*/ 7453385 w 15732060"/>
              <a:gd name="connsiteY1180" fmla="*/ 7533364 h 8839200"/>
              <a:gd name="connsiteX1181" fmla="*/ 7137866 w 15732060"/>
              <a:gd name="connsiteY1181" fmla="*/ 7848882 h 8839200"/>
              <a:gd name="connsiteX1182" fmla="*/ 7137866 w 15732060"/>
              <a:gd name="connsiteY1182" fmla="*/ 8652221 h 8839200"/>
              <a:gd name="connsiteX1183" fmla="*/ 7121404 w 15732060"/>
              <a:gd name="connsiteY1183" fmla="*/ 8670878 h 8839200"/>
              <a:gd name="connsiteX1184" fmla="*/ 7140061 w 15732060"/>
              <a:gd name="connsiteY1184" fmla="*/ 8689534 h 8839200"/>
              <a:gd name="connsiteX1185" fmla="*/ 7158718 w 15732060"/>
              <a:gd name="connsiteY1185" fmla="*/ 8670878 h 8839200"/>
              <a:gd name="connsiteX1186" fmla="*/ 7142256 w 15732060"/>
              <a:gd name="connsiteY1186" fmla="*/ 8652221 h 8839200"/>
              <a:gd name="connsiteX1187" fmla="*/ 7142805 w 15732060"/>
              <a:gd name="connsiteY1187" fmla="*/ 8651672 h 8839200"/>
              <a:gd name="connsiteX1188" fmla="*/ 7142805 w 15732060"/>
              <a:gd name="connsiteY1188" fmla="*/ 7850528 h 8839200"/>
              <a:gd name="connsiteX1189" fmla="*/ 7458324 w 15732060"/>
              <a:gd name="connsiteY1189" fmla="*/ 7535010 h 8839200"/>
              <a:gd name="connsiteX1190" fmla="*/ 7458324 w 15732060"/>
              <a:gd name="connsiteY1190" fmla="*/ 6957746 h 8839200"/>
              <a:gd name="connsiteX1191" fmla="*/ 7615808 w 15732060"/>
              <a:gd name="connsiteY1191" fmla="*/ 6800261 h 8839200"/>
              <a:gd name="connsiteX1192" fmla="*/ 9293557 w 15732060"/>
              <a:gd name="connsiteY1192" fmla="*/ 5506251 h 8839200"/>
              <a:gd name="connsiteX1193" fmla="*/ 9293273 w 15732060"/>
              <a:gd name="connsiteY1193" fmla="*/ 5506359 h 8839200"/>
              <a:gd name="connsiteX1194" fmla="*/ 9293822 w 15732060"/>
              <a:gd name="connsiteY1194" fmla="*/ 5506359 h 8839200"/>
              <a:gd name="connsiteX1195" fmla="*/ 2078585 w 15732060"/>
              <a:gd name="connsiteY1195" fmla="*/ 5497577 h 8839200"/>
              <a:gd name="connsiteX1196" fmla="*/ 2059928 w 15732060"/>
              <a:gd name="connsiteY1196" fmla="*/ 5516234 h 8839200"/>
              <a:gd name="connsiteX1197" fmla="*/ 2078585 w 15732060"/>
              <a:gd name="connsiteY1197" fmla="*/ 5534891 h 8839200"/>
              <a:gd name="connsiteX1198" fmla="*/ 2078585 w 15732060"/>
              <a:gd name="connsiteY1198" fmla="*/ 5535440 h 8839200"/>
              <a:gd name="connsiteX1199" fmla="*/ 2097241 w 15732060"/>
              <a:gd name="connsiteY1199" fmla="*/ 5518978 h 8839200"/>
              <a:gd name="connsiteX1200" fmla="*/ 2858877 w 15732060"/>
              <a:gd name="connsiteY1200" fmla="*/ 5518978 h 8839200"/>
              <a:gd name="connsiteX1201" fmla="*/ 3026239 w 15732060"/>
              <a:gd name="connsiteY1201" fmla="*/ 5686340 h 8839200"/>
              <a:gd name="connsiteX1202" fmla="*/ 3026239 w 15732060"/>
              <a:gd name="connsiteY1202" fmla="*/ 5870164 h 8839200"/>
              <a:gd name="connsiteX1203" fmla="*/ 3009778 w 15732060"/>
              <a:gd name="connsiteY1203" fmla="*/ 5888821 h 8839200"/>
              <a:gd name="connsiteX1204" fmla="*/ 3028434 w 15732060"/>
              <a:gd name="connsiteY1204" fmla="*/ 5907478 h 8839200"/>
              <a:gd name="connsiteX1205" fmla="*/ 3047091 w 15732060"/>
              <a:gd name="connsiteY1205" fmla="*/ 5888821 h 8839200"/>
              <a:gd name="connsiteX1206" fmla="*/ 3030629 w 15732060"/>
              <a:gd name="connsiteY1206" fmla="*/ 5870164 h 8839200"/>
              <a:gd name="connsiteX1207" fmla="*/ 3030629 w 15732060"/>
              <a:gd name="connsiteY1207" fmla="*/ 5684145 h 8839200"/>
              <a:gd name="connsiteX1208" fmla="*/ 2861073 w 15732060"/>
              <a:gd name="connsiteY1208" fmla="*/ 5514588 h 8839200"/>
              <a:gd name="connsiteX1209" fmla="*/ 2860523 w 15732060"/>
              <a:gd name="connsiteY1209" fmla="*/ 5514588 h 8839200"/>
              <a:gd name="connsiteX1210" fmla="*/ 2097241 w 15732060"/>
              <a:gd name="connsiteY1210" fmla="*/ 5514039 h 8839200"/>
              <a:gd name="connsiteX1211" fmla="*/ 2078585 w 15732060"/>
              <a:gd name="connsiteY1211" fmla="*/ 5497577 h 8839200"/>
              <a:gd name="connsiteX1212" fmla="*/ 9293822 w 15732060"/>
              <a:gd name="connsiteY1212" fmla="*/ 5469044 h 8839200"/>
              <a:gd name="connsiteX1213" fmla="*/ 9275165 w 15732060"/>
              <a:gd name="connsiteY1213" fmla="*/ 5487702 h 8839200"/>
              <a:gd name="connsiteX1214" fmla="*/ 9280584 w 15732060"/>
              <a:gd name="connsiteY1214" fmla="*/ 5500940 h 8839200"/>
              <a:gd name="connsiteX1215" fmla="*/ 9293557 w 15732060"/>
              <a:gd name="connsiteY1215" fmla="*/ 5506251 h 8839200"/>
              <a:gd name="connsiteX1216" fmla="*/ 9305688 w 15732060"/>
              <a:gd name="connsiteY1216" fmla="*/ 5501626 h 8839200"/>
              <a:gd name="connsiteX1217" fmla="*/ 9311930 w 15732060"/>
              <a:gd name="connsiteY1217" fmla="*/ 5489897 h 8839200"/>
              <a:gd name="connsiteX1218" fmla="*/ 9486426 w 15732060"/>
              <a:gd name="connsiteY1218" fmla="*/ 5489897 h 8839200"/>
              <a:gd name="connsiteX1219" fmla="*/ 9856270 w 15732060"/>
              <a:gd name="connsiteY1219" fmla="*/ 5859741 h 8839200"/>
              <a:gd name="connsiteX1220" fmla="*/ 9856818 w 15732060"/>
              <a:gd name="connsiteY1220" fmla="*/ 5859741 h 8839200"/>
              <a:gd name="connsiteX1221" fmla="*/ 10064786 w 15732060"/>
              <a:gd name="connsiteY1221" fmla="*/ 5860289 h 8839200"/>
              <a:gd name="connsiteX1222" fmla="*/ 10083443 w 15732060"/>
              <a:gd name="connsiteY1222" fmla="*/ 5876751 h 8839200"/>
              <a:gd name="connsiteX1223" fmla="*/ 10102100 w 15732060"/>
              <a:gd name="connsiteY1223" fmla="*/ 5858094 h 8839200"/>
              <a:gd name="connsiteX1224" fmla="*/ 10083443 w 15732060"/>
              <a:gd name="connsiteY1224" fmla="*/ 5839437 h 8839200"/>
              <a:gd name="connsiteX1225" fmla="*/ 10064786 w 15732060"/>
              <a:gd name="connsiteY1225" fmla="*/ 5855899 h 8839200"/>
              <a:gd name="connsiteX1226" fmla="*/ 9859012 w 15732060"/>
              <a:gd name="connsiteY1226" fmla="*/ 5855899 h 8839200"/>
              <a:gd name="connsiteX1227" fmla="*/ 9489169 w 15732060"/>
              <a:gd name="connsiteY1227" fmla="*/ 5486055 h 8839200"/>
              <a:gd name="connsiteX1228" fmla="*/ 9488621 w 15732060"/>
              <a:gd name="connsiteY1228" fmla="*/ 5486055 h 8839200"/>
              <a:gd name="connsiteX1229" fmla="*/ 9312479 w 15732060"/>
              <a:gd name="connsiteY1229" fmla="*/ 5485507 h 8839200"/>
              <a:gd name="connsiteX1230" fmla="*/ 9293822 w 15732060"/>
              <a:gd name="connsiteY1230" fmla="*/ 5469044 h 8839200"/>
              <a:gd name="connsiteX1231" fmla="*/ 9005740 w 15732060"/>
              <a:gd name="connsiteY1231" fmla="*/ 5334058 h 8839200"/>
              <a:gd name="connsiteX1232" fmla="*/ 9005740 w 15732060"/>
              <a:gd name="connsiteY1232" fmla="*/ 5338996 h 8839200"/>
              <a:gd name="connsiteX1233" fmla="*/ 9640070 w 15732060"/>
              <a:gd name="connsiteY1233" fmla="*/ 5338996 h 8839200"/>
              <a:gd name="connsiteX1234" fmla="*/ 9835417 w 15732060"/>
              <a:gd name="connsiteY1234" fmla="*/ 5534344 h 8839200"/>
              <a:gd name="connsiteX1235" fmla="*/ 9837064 w 15732060"/>
              <a:gd name="connsiteY1235" fmla="*/ 5559036 h 8839200"/>
              <a:gd name="connsiteX1236" fmla="*/ 9837064 w 15732060"/>
              <a:gd name="connsiteY1236" fmla="*/ 5558487 h 8839200"/>
              <a:gd name="connsiteX1237" fmla="*/ 9863403 w 15732060"/>
              <a:gd name="connsiteY1237" fmla="*/ 5558487 h 8839200"/>
              <a:gd name="connsiteX1238" fmla="*/ 9863403 w 15732060"/>
              <a:gd name="connsiteY1238" fmla="*/ 5532148 h 8839200"/>
              <a:gd name="connsiteX1239" fmla="*/ 9838710 w 15732060"/>
              <a:gd name="connsiteY1239" fmla="*/ 5530503 h 8839200"/>
              <a:gd name="connsiteX1240" fmla="*/ 9642814 w 15732060"/>
              <a:gd name="connsiteY1240" fmla="*/ 5334607 h 8839200"/>
              <a:gd name="connsiteX1241" fmla="*/ 9642265 w 15732060"/>
              <a:gd name="connsiteY1241" fmla="*/ 5334607 h 8839200"/>
              <a:gd name="connsiteX1242" fmla="*/ 9005740 w 15732060"/>
              <a:gd name="connsiteY1242" fmla="*/ 5334058 h 8839200"/>
              <a:gd name="connsiteX1243" fmla="*/ 6706565 w 15732060"/>
              <a:gd name="connsiteY1243" fmla="*/ 5332960 h 8839200"/>
              <a:gd name="connsiteX1244" fmla="*/ 6511218 w 15732060"/>
              <a:gd name="connsiteY1244" fmla="*/ 5332960 h 8839200"/>
              <a:gd name="connsiteX1245" fmla="*/ 4669134 w 15732060"/>
              <a:gd name="connsiteY1245" fmla="*/ 7175043 h 8839200"/>
              <a:gd name="connsiteX1246" fmla="*/ 4276793 w 15732060"/>
              <a:gd name="connsiteY1246" fmla="*/ 7175043 h 8839200"/>
              <a:gd name="connsiteX1247" fmla="*/ 3538204 w 15732060"/>
              <a:gd name="connsiteY1247" fmla="*/ 7913632 h 8839200"/>
              <a:gd name="connsiteX1248" fmla="*/ 3006485 w 15732060"/>
              <a:gd name="connsiteY1248" fmla="*/ 7913632 h 8839200"/>
              <a:gd name="connsiteX1249" fmla="*/ 2406176 w 15732060"/>
              <a:gd name="connsiteY1249" fmla="*/ 8513942 h 8839200"/>
              <a:gd name="connsiteX1250" fmla="*/ 1628078 w 15732060"/>
              <a:gd name="connsiteY1250" fmla="*/ 8513942 h 8839200"/>
              <a:gd name="connsiteX1251" fmla="*/ 1336154 w 15732060"/>
              <a:gd name="connsiteY1251" fmla="*/ 8805865 h 8839200"/>
              <a:gd name="connsiteX1252" fmla="*/ 1311462 w 15732060"/>
              <a:gd name="connsiteY1252" fmla="*/ 8807512 h 8839200"/>
              <a:gd name="connsiteX1253" fmla="*/ 1311462 w 15732060"/>
              <a:gd name="connsiteY1253" fmla="*/ 8833851 h 8839200"/>
              <a:gd name="connsiteX1254" fmla="*/ 1337801 w 15732060"/>
              <a:gd name="connsiteY1254" fmla="*/ 8833851 h 8839200"/>
              <a:gd name="connsiteX1255" fmla="*/ 1339446 w 15732060"/>
              <a:gd name="connsiteY1255" fmla="*/ 8809158 h 8839200"/>
              <a:gd name="connsiteX1256" fmla="*/ 1629724 w 15732060"/>
              <a:gd name="connsiteY1256" fmla="*/ 8518880 h 8839200"/>
              <a:gd name="connsiteX1257" fmla="*/ 2407822 w 15732060"/>
              <a:gd name="connsiteY1257" fmla="*/ 8518880 h 8839200"/>
              <a:gd name="connsiteX1258" fmla="*/ 3008132 w 15732060"/>
              <a:gd name="connsiteY1258" fmla="*/ 7918571 h 8839200"/>
              <a:gd name="connsiteX1259" fmla="*/ 3539850 w 15732060"/>
              <a:gd name="connsiteY1259" fmla="*/ 7918571 h 8839200"/>
              <a:gd name="connsiteX1260" fmla="*/ 4278440 w 15732060"/>
              <a:gd name="connsiteY1260" fmla="*/ 7179982 h 8839200"/>
              <a:gd name="connsiteX1261" fmla="*/ 4278988 w 15732060"/>
              <a:gd name="connsiteY1261" fmla="*/ 7179982 h 8839200"/>
              <a:gd name="connsiteX1262" fmla="*/ 4671330 w 15732060"/>
              <a:gd name="connsiteY1262" fmla="*/ 7179982 h 8839200"/>
              <a:gd name="connsiteX1263" fmla="*/ 6513413 w 15732060"/>
              <a:gd name="connsiteY1263" fmla="*/ 5337899 h 8839200"/>
              <a:gd name="connsiteX1264" fmla="*/ 6706565 w 15732060"/>
              <a:gd name="connsiteY1264" fmla="*/ 5337899 h 8839200"/>
              <a:gd name="connsiteX1265" fmla="*/ 3355477 w 15732060"/>
              <a:gd name="connsiteY1265" fmla="*/ 5325413 h 8839200"/>
              <a:gd name="connsiteX1266" fmla="*/ 3342308 w 15732060"/>
              <a:gd name="connsiteY1266" fmla="*/ 5330764 h 8839200"/>
              <a:gd name="connsiteX1267" fmla="*/ 3340661 w 15732060"/>
              <a:gd name="connsiteY1267" fmla="*/ 5355456 h 8839200"/>
              <a:gd name="connsiteX1268" fmla="*/ 3109647 w 15732060"/>
              <a:gd name="connsiteY1268" fmla="*/ 5586471 h 8839200"/>
              <a:gd name="connsiteX1269" fmla="*/ 3109647 w 15732060"/>
              <a:gd name="connsiteY1269" fmla="*/ 5867420 h 8839200"/>
              <a:gd name="connsiteX1270" fmla="*/ 3093184 w 15732060"/>
              <a:gd name="connsiteY1270" fmla="*/ 5886077 h 8839200"/>
              <a:gd name="connsiteX1271" fmla="*/ 3111841 w 15732060"/>
              <a:gd name="connsiteY1271" fmla="*/ 5904734 h 8839200"/>
              <a:gd name="connsiteX1272" fmla="*/ 3130498 w 15732060"/>
              <a:gd name="connsiteY1272" fmla="*/ 5886077 h 8839200"/>
              <a:gd name="connsiteX1273" fmla="*/ 3114036 w 15732060"/>
              <a:gd name="connsiteY1273" fmla="*/ 5867420 h 8839200"/>
              <a:gd name="connsiteX1274" fmla="*/ 3114036 w 15732060"/>
              <a:gd name="connsiteY1274" fmla="*/ 5588666 h 8839200"/>
              <a:gd name="connsiteX1275" fmla="*/ 3343954 w 15732060"/>
              <a:gd name="connsiteY1275" fmla="*/ 5358749 h 8839200"/>
              <a:gd name="connsiteX1276" fmla="*/ 3368646 w 15732060"/>
              <a:gd name="connsiteY1276" fmla="*/ 5357103 h 8839200"/>
              <a:gd name="connsiteX1277" fmla="*/ 3368646 w 15732060"/>
              <a:gd name="connsiteY1277" fmla="*/ 5330764 h 8839200"/>
              <a:gd name="connsiteX1278" fmla="*/ 3355477 w 15732060"/>
              <a:gd name="connsiteY1278" fmla="*/ 5325413 h 8839200"/>
              <a:gd name="connsiteX1279" fmla="*/ 3814214 w 15732060"/>
              <a:gd name="connsiteY1279" fmla="*/ 5323629 h 8839200"/>
              <a:gd name="connsiteX1280" fmla="*/ 3795558 w 15732060"/>
              <a:gd name="connsiteY1280" fmla="*/ 5340092 h 8839200"/>
              <a:gd name="connsiteX1281" fmla="*/ 3438884 w 15732060"/>
              <a:gd name="connsiteY1281" fmla="*/ 5340092 h 8839200"/>
              <a:gd name="connsiteX1282" fmla="*/ 3191955 w 15732060"/>
              <a:gd name="connsiteY1282" fmla="*/ 5587019 h 8839200"/>
              <a:gd name="connsiteX1283" fmla="*/ 3191955 w 15732060"/>
              <a:gd name="connsiteY1283" fmla="*/ 5867970 h 8839200"/>
              <a:gd name="connsiteX1284" fmla="*/ 3192504 w 15732060"/>
              <a:gd name="connsiteY1284" fmla="*/ 5867970 h 8839200"/>
              <a:gd name="connsiteX1285" fmla="*/ 3176042 w 15732060"/>
              <a:gd name="connsiteY1285" fmla="*/ 5886626 h 8839200"/>
              <a:gd name="connsiteX1286" fmla="*/ 3194699 w 15732060"/>
              <a:gd name="connsiteY1286" fmla="*/ 5905282 h 8839200"/>
              <a:gd name="connsiteX1287" fmla="*/ 3213356 w 15732060"/>
              <a:gd name="connsiteY1287" fmla="*/ 5886626 h 8839200"/>
              <a:gd name="connsiteX1288" fmla="*/ 3196894 w 15732060"/>
              <a:gd name="connsiteY1288" fmla="*/ 5867970 h 8839200"/>
              <a:gd name="connsiteX1289" fmla="*/ 3196894 w 15732060"/>
              <a:gd name="connsiteY1289" fmla="*/ 5588666 h 8839200"/>
              <a:gd name="connsiteX1290" fmla="*/ 3441079 w 15732060"/>
              <a:gd name="connsiteY1290" fmla="*/ 5344482 h 8839200"/>
              <a:gd name="connsiteX1291" fmla="*/ 3795558 w 15732060"/>
              <a:gd name="connsiteY1291" fmla="*/ 5344482 h 8839200"/>
              <a:gd name="connsiteX1292" fmla="*/ 3814214 w 15732060"/>
              <a:gd name="connsiteY1292" fmla="*/ 5360944 h 8839200"/>
              <a:gd name="connsiteX1293" fmla="*/ 3832872 w 15732060"/>
              <a:gd name="connsiteY1293" fmla="*/ 5342287 h 8839200"/>
              <a:gd name="connsiteX1294" fmla="*/ 3814214 w 15732060"/>
              <a:gd name="connsiteY1294" fmla="*/ 5323629 h 8839200"/>
              <a:gd name="connsiteX1295" fmla="*/ 13100904 w 15732060"/>
              <a:gd name="connsiteY1295" fmla="*/ 5298390 h 8839200"/>
              <a:gd name="connsiteX1296" fmla="*/ 13082246 w 15732060"/>
              <a:gd name="connsiteY1296" fmla="*/ 5317047 h 8839200"/>
              <a:gd name="connsiteX1297" fmla="*/ 13100904 w 15732060"/>
              <a:gd name="connsiteY1297" fmla="*/ 5335704 h 8839200"/>
              <a:gd name="connsiteX1298" fmla="*/ 13119561 w 15732060"/>
              <a:gd name="connsiteY1298" fmla="*/ 5319242 h 8839200"/>
              <a:gd name="connsiteX1299" fmla="*/ 14531440 w 15732060"/>
              <a:gd name="connsiteY1299" fmla="*/ 5319242 h 8839200"/>
              <a:gd name="connsiteX1300" fmla="*/ 14688925 w 15732060"/>
              <a:gd name="connsiteY1300" fmla="*/ 5476728 h 8839200"/>
              <a:gd name="connsiteX1301" fmla="*/ 14689474 w 15732060"/>
              <a:gd name="connsiteY1301" fmla="*/ 5476728 h 8839200"/>
              <a:gd name="connsiteX1302" fmla="*/ 15652493 w 15732060"/>
              <a:gd name="connsiteY1302" fmla="*/ 5477276 h 8839200"/>
              <a:gd name="connsiteX1303" fmla="*/ 15671150 w 15732060"/>
              <a:gd name="connsiteY1303" fmla="*/ 5493738 h 8839200"/>
              <a:gd name="connsiteX1304" fmla="*/ 15689808 w 15732060"/>
              <a:gd name="connsiteY1304" fmla="*/ 5475081 h 8839200"/>
              <a:gd name="connsiteX1305" fmla="*/ 15671150 w 15732060"/>
              <a:gd name="connsiteY1305" fmla="*/ 5456424 h 8839200"/>
              <a:gd name="connsiteX1306" fmla="*/ 15652493 w 15732060"/>
              <a:gd name="connsiteY1306" fmla="*/ 5472886 h 8839200"/>
              <a:gd name="connsiteX1307" fmla="*/ 14691668 w 15732060"/>
              <a:gd name="connsiteY1307" fmla="*/ 5472886 h 8839200"/>
              <a:gd name="connsiteX1308" fmla="*/ 14534184 w 15732060"/>
              <a:gd name="connsiteY1308" fmla="*/ 5315401 h 8839200"/>
              <a:gd name="connsiteX1309" fmla="*/ 14533634 w 15732060"/>
              <a:gd name="connsiteY1309" fmla="*/ 5315401 h 8839200"/>
              <a:gd name="connsiteX1310" fmla="*/ 13119561 w 15732060"/>
              <a:gd name="connsiteY1310" fmla="*/ 5314853 h 8839200"/>
              <a:gd name="connsiteX1311" fmla="*/ 13100904 w 15732060"/>
              <a:gd name="connsiteY1311" fmla="*/ 5298390 h 8839200"/>
              <a:gd name="connsiteX1312" fmla="*/ 2501654 w 15732060"/>
              <a:gd name="connsiteY1312" fmla="*/ 5222666 h 8839200"/>
              <a:gd name="connsiteX1313" fmla="*/ 2482998 w 15732060"/>
              <a:gd name="connsiteY1313" fmla="*/ 5239127 h 8839200"/>
              <a:gd name="connsiteX1314" fmla="*/ 1538086 w 15732060"/>
              <a:gd name="connsiteY1314" fmla="*/ 5239127 h 8839200"/>
              <a:gd name="connsiteX1315" fmla="*/ 1012404 w 15732060"/>
              <a:gd name="connsiteY1315" fmla="*/ 5764810 h 8839200"/>
              <a:gd name="connsiteX1316" fmla="*/ 373684 w 15732060"/>
              <a:gd name="connsiteY1316" fmla="*/ 5764810 h 8839200"/>
              <a:gd name="connsiteX1317" fmla="*/ 355028 w 15732060"/>
              <a:gd name="connsiteY1317" fmla="*/ 5748348 h 8839200"/>
              <a:gd name="connsiteX1318" fmla="*/ 336370 w 15732060"/>
              <a:gd name="connsiteY1318" fmla="*/ 5767005 h 8839200"/>
              <a:gd name="connsiteX1319" fmla="*/ 355028 w 15732060"/>
              <a:gd name="connsiteY1319" fmla="*/ 5785662 h 8839200"/>
              <a:gd name="connsiteX1320" fmla="*/ 373684 w 15732060"/>
              <a:gd name="connsiteY1320" fmla="*/ 5769200 h 8839200"/>
              <a:gd name="connsiteX1321" fmla="*/ 1014600 w 15732060"/>
              <a:gd name="connsiteY1321" fmla="*/ 5769200 h 8839200"/>
              <a:gd name="connsiteX1322" fmla="*/ 1540282 w 15732060"/>
              <a:gd name="connsiteY1322" fmla="*/ 5243518 h 8839200"/>
              <a:gd name="connsiteX1323" fmla="*/ 2482998 w 15732060"/>
              <a:gd name="connsiteY1323" fmla="*/ 5243518 h 8839200"/>
              <a:gd name="connsiteX1324" fmla="*/ 2501654 w 15732060"/>
              <a:gd name="connsiteY1324" fmla="*/ 5259979 h 8839200"/>
              <a:gd name="connsiteX1325" fmla="*/ 2520311 w 15732060"/>
              <a:gd name="connsiteY1325" fmla="*/ 5241322 h 8839200"/>
              <a:gd name="connsiteX1326" fmla="*/ 2501654 w 15732060"/>
              <a:gd name="connsiteY1326" fmla="*/ 5222666 h 8839200"/>
              <a:gd name="connsiteX1327" fmla="*/ 6731258 w 15732060"/>
              <a:gd name="connsiteY1327" fmla="*/ 5216629 h 8839200"/>
              <a:gd name="connsiteX1328" fmla="*/ 6337270 w 15732060"/>
              <a:gd name="connsiteY1328" fmla="*/ 5216629 h 8839200"/>
              <a:gd name="connsiteX1329" fmla="*/ 5447780 w 15732060"/>
              <a:gd name="connsiteY1329" fmla="*/ 6106119 h 8839200"/>
              <a:gd name="connsiteX1330" fmla="*/ 5184390 w 15732060"/>
              <a:gd name="connsiteY1330" fmla="*/ 6106119 h 8839200"/>
              <a:gd name="connsiteX1331" fmla="*/ 4126990 w 15732060"/>
              <a:gd name="connsiteY1331" fmla="*/ 7163520 h 8839200"/>
              <a:gd name="connsiteX1332" fmla="*/ 4102298 w 15732060"/>
              <a:gd name="connsiteY1332" fmla="*/ 7165166 h 8839200"/>
              <a:gd name="connsiteX1333" fmla="*/ 4102298 w 15732060"/>
              <a:gd name="connsiteY1333" fmla="*/ 7191505 h 8839200"/>
              <a:gd name="connsiteX1334" fmla="*/ 4128636 w 15732060"/>
              <a:gd name="connsiteY1334" fmla="*/ 7191505 h 8839200"/>
              <a:gd name="connsiteX1335" fmla="*/ 4130282 w 15732060"/>
              <a:gd name="connsiteY1335" fmla="*/ 7166813 h 8839200"/>
              <a:gd name="connsiteX1336" fmla="*/ 5186586 w 15732060"/>
              <a:gd name="connsiteY1336" fmla="*/ 6110509 h 8839200"/>
              <a:gd name="connsiteX1337" fmla="*/ 5449976 w 15732060"/>
              <a:gd name="connsiteY1337" fmla="*/ 6110509 h 8839200"/>
              <a:gd name="connsiteX1338" fmla="*/ 6338917 w 15732060"/>
              <a:gd name="connsiteY1338" fmla="*/ 5221568 h 8839200"/>
              <a:gd name="connsiteX1339" fmla="*/ 6338916 w 15732060"/>
              <a:gd name="connsiteY1339" fmla="*/ 5221568 h 8839200"/>
              <a:gd name="connsiteX1340" fmla="*/ 6339465 w 15732060"/>
              <a:gd name="connsiteY1340" fmla="*/ 5221020 h 8839200"/>
              <a:gd name="connsiteX1341" fmla="*/ 6338917 w 15732060"/>
              <a:gd name="connsiteY1341" fmla="*/ 5221568 h 8839200"/>
              <a:gd name="connsiteX1342" fmla="*/ 6731258 w 15732060"/>
              <a:gd name="connsiteY1342" fmla="*/ 5221568 h 8839200"/>
              <a:gd name="connsiteX1343" fmla="*/ 5903774 w 15732060"/>
              <a:gd name="connsiteY1343" fmla="*/ 5215121 h 8839200"/>
              <a:gd name="connsiteX1344" fmla="*/ 5890605 w 15732060"/>
              <a:gd name="connsiteY1344" fmla="*/ 5220470 h 8839200"/>
              <a:gd name="connsiteX1345" fmla="*/ 5888960 w 15732060"/>
              <a:gd name="connsiteY1345" fmla="*/ 5245164 h 8839200"/>
              <a:gd name="connsiteX1346" fmla="*/ 5719401 w 15732060"/>
              <a:gd name="connsiteY1346" fmla="*/ 5414721 h 8839200"/>
              <a:gd name="connsiteX1347" fmla="*/ 5389616 w 15732060"/>
              <a:gd name="connsiteY1347" fmla="*/ 5414721 h 8839200"/>
              <a:gd name="connsiteX1348" fmla="*/ 5283162 w 15732060"/>
              <a:gd name="connsiteY1348" fmla="*/ 5308268 h 8839200"/>
              <a:gd name="connsiteX1349" fmla="*/ 5282613 w 15732060"/>
              <a:gd name="connsiteY1349" fmla="*/ 5308268 h 8839200"/>
              <a:gd name="connsiteX1350" fmla="*/ 4879298 w 15732060"/>
              <a:gd name="connsiteY1350" fmla="*/ 5307719 h 8839200"/>
              <a:gd name="connsiteX1351" fmla="*/ 3998039 w 15732060"/>
              <a:gd name="connsiteY1351" fmla="*/ 6188977 h 8839200"/>
              <a:gd name="connsiteX1352" fmla="*/ 3354380 w 15732060"/>
              <a:gd name="connsiteY1352" fmla="*/ 6188977 h 8839200"/>
              <a:gd name="connsiteX1353" fmla="*/ 3335723 w 15732060"/>
              <a:gd name="connsiteY1353" fmla="*/ 6172516 h 8839200"/>
              <a:gd name="connsiteX1354" fmla="*/ 3317066 w 15732060"/>
              <a:gd name="connsiteY1354" fmla="*/ 6191172 h 8839200"/>
              <a:gd name="connsiteX1355" fmla="*/ 3335723 w 15732060"/>
              <a:gd name="connsiteY1355" fmla="*/ 6209829 h 8839200"/>
              <a:gd name="connsiteX1356" fmla="*/ 3354380 w 15732060"/>
              <a:gd name="connsiteY1356" fmla="*/ 6193367 h 8839200"/>
              <a:gd name="connsiteX1357" fmla="*/ 4000233 w 15732060"/>
              <a:gd name="connsiteY1357" fmla="*/ 6193367 h 8839200"/>
              <a:gd name="connsiteX1358" fmla="*/ 4881492 w 15732060"/>
              <a:gd name="connsiteY1358" fmla="*/ 5312109 h 8839200"/>
              <a:gd name="connsiteX1359" fmla="*/ 5280967 w 15732060"/>
              <a:gd name="connsiteY1359" fmla="*/ 5312109 h 8839200"/>
              <a:gd name="connsiteX1360" fmla="*/ 5387420 w 15732060"/>
              <a:gd name="connsiteY1360" fmla="*/ 5418562 h 8839200"/>
              <a:gd name="connsiteX1361" fmla="*/ 5387969 w 15732060"/>
              <a:gd name="connsiteY1361" fmla="*/ 5418562 h 8839200"/>
              <a:gd name="connsiteX1362" fmla="*/ 5721596 w 15732060"/>
              <a:gd name="connsiteY1362" fmla="*/ 5419110 h 8839200"/>
              <a:gd name="connsiteX1363" fmla="*/ 5892251 w 15732060"/>
              <a:gd name="connsiteY1363" fmla="*/ 5248456 h 8839200"/>
              <a:gd name="connsiteX1364" fmla="*/ 5892251 w 15732060"/>
              <a:gd name="connsiteY1364" fmla="*/ 5248456 h 8839200"/>
              <a:gd name="connsiteX1365" fmla="*/ 5892800 w 15732060"/>
              <a:gd name="connsiteY1365" fmla="*/ 5247907 h 8839200"/>
              <a:gd name="connsiteX1366" fmla="*/ 5892251 w 15732060"/>
              <a:gd name="connsiteY1366" fmla="*/ 5248456 h 8839200"/>
              <a:gd name="connsiteX1367" fmla="*/ 5904803 w 15732060"/>
              <a:gd name="connsiteY1367" fmla="*/ 5252160 h 8839200"/>
              <a:gd name="connsiteX1368" fmla="*/ 5916944 w 15732060"/>
              <a:gd name="connsiteY1368" fmla="*/ 5246809 h 8839200"/>
              <a:gd name="connsiteX1369" fmla="*/ 5916944 w 15732060"/>
              <a:gd name="connsiteY1369" fmla="*/ 5220470 h 8839200"/>
              <a:gd name="connsiteX1370" fmla="*/ 5903774 w 15732060"/>
              <a:gd name="connsiteY1370" fmla="*/ 5215121 h 8839200"/>
              <a:gd name="connsiteX1371" fmla="*/ 14162694 w 15732060"/>
              <a:gd name="connsiteY1371" fmla="*/ 5037332 h 8839200"/>
              <a:gd name="connsiteX1372" fmla="*/ 14149524 w 15732060"/>
              <a:gd name="connsiteY1372" fmla="*/ 5042682 h 8839200"/>
              <a:gd name="connsiteX1373" fmla="*/ 14149524 w 15732060"/>
              <a:gd name="connsiteY1373" fmla="*/ 5069021 h 8839200"/>
              <a:gd name="connsiteX1374" fmla="*/ 14174217 w 15732060"/>
              <a:gd name="connsiteY1374" fmla="*/ 5070668 h 8839200"/>
              <a:gd name="connsiteX1375" fmla="*/ 14224152 w 15732060"/>
              <a:gd name="connsiteY1375" fmla="*/ 5120602 h 8839200"/>
              <a:gd name="connsiteX1376" fmla="*/ 14224701 w 15732060"/>
              <a:gd name="connsiteY1376" fmla="*/ 5120602 h 8839200"/>
              <a:gd name="connsiteX1377" fmla="*/ 15006090 w 15732060"/>
              <a:gd name="connsiteY1377" fmla="*/ 5121151 h 8839200"/>
              <a:gd name="connsiteX1378" fmla="*/ 15196500 w 15732060"/>
              <a:gd name="connsiteY1378" fmla="*/ 5311560 h 8839200"/>
              <a:gd name="connsiteX1379" fmla="*/ 15197048 w 15732060"/>
              <a:gd name="connsiteY1379" fmla="*/ 5311560 h 8839200"/>
              <a:gd name="connsiteX1380" fmla="*/ 15565794 w 15732060"/>
              <a:gd name="connsiteY1380" fmla="*/ 5312109 h 8839200"/>
              <a:gd name="connsiteX1381" fmla="*/ 15584450 w 15732060"/>
              <a:gd name="connsiteY1381" fmla="*/ 5328570 h 8839200"/>
              <a:gd name="connsiteX1382" fmla="*/ 15603108 w 15732060"/>
              <a:gd name="connsiteY1382" fmla="*/ 5309913 h 8839200"/>
              <a:gd name="connsiteX1383" fmla="*/ 15584450 w 15732060"/>
              <a:gd name="connsiteY1383" fmla="*/ 5291257 h 8839200"/>
              <a:gd name="connsiteX1384" fmla="*/ 15565794 w 15732060"/>
              <a:gd name="connsiteY1384" fmla="*/ 5307719 h 8839200"/>
              <a:gd name="connsiteX1385" fmla="*/ 15199243 w 15732060"/>
              <a:gd name="connsiteY1385" fmla="*/ 5307719 h 8839200"/>
              <a:gd name="connsiteX1386" fmla="*/ 15008834 w 15732060"/>
              <a:gd name="connsiteY1386" fmla="*/ 5117310 h 8839200"/>
              <a:gd name="connsiteX1387" fmla="*/ 15008285 w 15732060"/>
              <a:gd name="connsiteY1387" fmla="*/ 5117310 h 8839200"/>
              <a:gd name="connsiteX1388" fmla="*/ 14226895 w 15732060"/>
              <a:gd name="connsiteY1388" fmla="*/ 5116761 h 8839200"/>
              <a:gd name="connsiteX1389" fmla="*/ 14177510 w 15732060"/>
              <a:gd name="connsiteY1389" fmla="*/ 5067376 h 8839200"/>
              <a:gd name="connsiteX1390" fmla="*/ 14175863 w 15732060"/>
              <a:gd name="connsiteY1390" fmla="*/ 5042682 h 8839200"/>
              <a:gd name="connsiteX1391" fmla="*/ 14162694 w 15732060"/>
              <a:gd name="connsiteY1391" fmla="*/ 5037332 h 8839200"/>
              <a:gd name="connsiteX1392" fmla="*/ 6701626 w 15732060"/>
              <a:gd name="connsiteY1392" fmla="*/ 4985066 h 8839200"/>
              <a:gd name="connsiteX1393" fmla="*/ 6314773 w 15732060"/>
              <a:gd name="connsiteY1393" fmla="*/ 4985066 h 8839200"/>
              <a:gd name="connsiteX1394" fmla="*/ 5641482 w 15732060"/>
              <a:gd name="connsiteY1394" fmla="*/ 5658905 h 8839200"/>
              <a:gd name="connsiteX1395" fmla="*/ 4869421 w 15732060"/>
              <a:gd name="connsiteY1395" fmla="*/ 5658905 h 8839200"/>
              <a:gd name="connsiteX1396" fmla="*/ 3998039 w 15732060"/>
              <a:gd name="connsiteY1396" fmla="*/ 6530287 h 8839200"/>
              <a:gd name="connsiteX1397" fmla="*/ 3561250 w 15732060"/>
              <a:gd name="connsiteY1397" fmla="*/ 6530287 h 8839200"/>
              <a:gd name="connsiteX1398" fmla="*/ 3542594 w 15732060"/>
              <a:gd name="connsiteY1398" fmla="*/ 6513825 h 8839200"/>
              <a:gd name="connsiteX1399" fmla="*/ 3523937 w 15732060"/>
              <a:gd name="connsiteY1399" fmla="*/ 6532481 h 8839200"/>
              <a:gd name="connsiteX1400" fmla="*/ 3542594 w 15732060"/>
              <a:gd name="connsiteY1400" fmla="*/ 6551138 h 8839200"/>
              <a:gd name="connsiteX1401" fmla="*/ 3561250 w 15732060"/>
              <a:gd name="connsiteY1401" fmla="*/ 6534677 h 8839200"/>
              <a:gd name="connsiteX1402" fmla="*/ 4000233 w 15732060"/>
              <a:gd name="connsiteY1402" fmla="*/ 6534677 h 8839200"/>
              <a:gd name="connsiteX1403" fmla="*/ 4871615 w 15732060"/>
              <a:gd name="connsiteY1403" fmla="*/ 5663295 h 8839200"/>
              <a:gd name="connsiteX1404" fmla="*/ 5643678 w 15732060"/>
              <a:gd name="connsiteY1404" fmla="*/ 5663295 h 8839200"/>
              <a:gd name="connsiteX1405" fmla="*/ 5643678 w 15732060"/>
              <a:gd name="connsiteY1405" fmla="*/ 5663843 h 8839200"/>
              <a:gd name="connsiteX1406" fmla="*/ 6316967 w 15732060"/>
              <a:gd name="connsiteY1406" fmla="*/ 4990004 h 8839200"/>
              <a:gd name="connsiteX1407" fmla="*/ 6701626 w 15732060"/>
              <a:gd name="connsiteY1407" fmla="*/ 4990004 h 8839200"/>
              <a:gd name="connsiteX1408" fmla="*/ 8990924 w 15732060"/>
              <a:gd name="connsiteY1408" fmla="*/ 4884100 h 8839200"/>
              <a:gd name="connsiteX1409" fmla="*/ 8990924 w 15732060"/>
              <a:gd name="connsiteY1409" fmla="*/ 4889039 h 8839200"/>
              <a:gd name="connsiteX1410" fmla="*/ 10502123 w 15732060"/>
              <a:gd name="connsiteY1410" fmla="*/ 4889039 h 8839200"/>
              <a:gd name="connsiteX1411" fmla="*/ 10710640 w 15732060"/>
              <a:gd name="connsiteY1411" fmla="*/ 5097556 h 8839200"/>
              <a:gd name="connsiteX1412" fmla="*/ 10711189 w 15732060"/>
              <a:gd name="connsiteY1412" fmla="*/ 5097556 h 8839200"/>
              <a:gd name="connsiteX1413" fmla="*/ 11067314 w 15732060"/>
              <a:gd name="connsiteY1413" fmla="*/ 5098104 h 8839200"/>
              <a:gd name="connsiteX1414" fmla="*/ 11665978 w 15732060"/>
              <a:gd name="connsiteY1414" fmla="*/ 5696767 h 8839200"/>
              <a:gd name="connsiteX1415" fmla="*/ 11666525 w 15732060"/>
              <a:gd name="connsiteY1415" fmla="*/ 5696767 h 8839200"/>
              <a:gd name="connsiteX1416" fmla="*/ 12664664 w 15732060"/>
              <a:gd name="connsiteY1416" fmla="*/ 5696767 h 8839200"/>
              <a:gd name="connsiteX1417" fmla="*/ 12683321 w 15732060"/>
              <a:gd name="connsiteY1417" fmla="*/ 5713229 h 8839200"/>
              <a:gd name="connsiteX1418" fmla="*/ 12701979 w 15732060"/>
              <a:gd name="connsiteY1418" fmla="*/ 5694572 h 8839200"/>
              <a:gd name="connsiteX1419" fmla="*/ 12683321 w 15732060"/>
              <a:gd name="connsiteY1419" fmla="*/ 5675916 h 8839200"/>
              <a:gd name="connsiteX1420" fmla="*/ 12664664 w 15732060"/>
              <a:gd name="connsiteY1420" fmla="*/ 5692378 h 8839200"/>
              <a:gd name="connsiteX1421" fmla="*/ 11668172 w 15732060"/>
              <a:gd name="connsiteY1421" fmla="*/ 5692378 h 8839200"/>
              <a:gd name="connsiteX1422" fmla="*/ 11069509 w 15732060"/>
              <a:gd name="connsiteY1422" fmla="*/ 5093715 h 8839200"/>
              <a:gd name="connsiteX1423" fmla="*/ 11068960 w 15732060"/>
              <a:gd name="connsiteY1423" fmla="*/ 5093715 h 8839200"/>
              <a:gd name="connsiteX1424" fmla="*/ 10712835 w 15732060"/>
              <a:gd name="connsiteY1424" fmla="*/ 5093165 h 8839200"/>
              <a:gd name="connsiteX1425" fmla="*/ 10504318 w 15732060"/>
              <a:gd name="connsiteY1425" fmla="*/ 4884648 h 8839200"/>
              <a:gd name="connsiteX1426" fmla="*/ 10503770 w 15732060"/>
              <a:gd name="connsiteY1426" fmla="*/ 4884648 h 8839200"/>
              <a:gd name="connsiteX1427" fmla="*/ 8990924 w 15732060"/>
              <a:gd name="connsiteY1427" fmla="*/ 4884100 h 8839200"/>
              <a:gd name="connsiteX1428" fmla="*/ 6691750 w 15732060"/>
              <a:gd name="connsiteY1428" fmla="*/ 4867090 h 8839200"/>
              <a:gd name="connsiteX1429" fmla="*/ 6359219 w 15732060"/>
              <a:gd name="connsiteY1429" fmla="*/ 4867090 h 8839200"/>
              <a:gd name="connsiteX1430" fmla="*/ 6139180 w 15732060"/>
              <a:gd name="connsiteY1430" fmla="*/ 5087130 h 8839200"/>
              <a:gd name="connsiteX1431" fmla="*/ 4979166 w 15732060"/>
              <a:gd name="connsiteY1431" fmla="*/ 5087130 h 8839200"/>
              <a:gd name="connsiteX1432" fmla="*/ 4126441 w 15732060"/>
              <a:gd name="connsiteY1432" fmla="*/ 5939855 h 8839200"/>
              <a:gd name="connsiteX1433" fmla="*/ 3354380 w 15732060"/>
              <a:gd name="connsiteY1433" fmla="*/ 5939855 h 8839200"/>
              <a:gd name="connsiteX1434" fmla="*/ 3335723 w 15732060"/>
              <a:gd name="connsiteY1434" fmla="*/ 5923392 h 8839200"/>
              <a:gd name="connsiteX1435" fmla="*/ 3317066 w 15732060"/>
              <a:gd name="connsiteY1435" fmla="*/ 5942050 h 8839200"/>
              <a:gd name="connsiteX1436" fmla="*/ 3335723 w 15732060"/>
              <a:gd name="connsiteY1436" fmla="*/ 5960706 h 8839200"/>
              <a:gd name="connsiteX1437" fmla="*/ 3354380 w 15732060"/>
              <a:gd name="connsiteY1437" fmla="*/ 5944244 h 8839200"/>
              <a:gd name="connsiteX1438" fmla="*/ 4128636 w 15732060"/>
              <a:gd name="connsiteY1438" fmla="*/ 5944244 h 8839200"/>
              <a:gd name="connsiteX1439" fmla="*/ 4981361 w 15732060"/>
              <a:gd name="connsiteY1439" fmla="*/ 5091519 h 8839200"/>
              <a:gd name="connsiteX1440" fmla="*/ 6141374 w 15732060"/>
              <a:gd name="connsiteY1440" fmla="*/ 5091519 h 8839200"/>
              <a:gd name="connsiteX1441" fmla="*/ 6361414 w 15732060"/>
              <a:gd name="connsiteY1441" fmla="*/ 4871479 h 8839200"/>
              <a:gd name="connsiteX1442" fmla="*/ 6360866 w 15732060"/>
              <a:gd name="connsiteY1442" fmla="*/ 4872028 h 8839200"/>
              <a:gd name="connsiteX1443" fmla="*/ 6691750 w 15732060"/>
              <a:gd name="connsiteY1443" fmla="*/ 4872028 h 8839200"/>
              <a:gd name="connsiteX1444" fmla="*/ 11528247 w 15732060"/>
              <a:gd name="connsiteY1444" fmla="*/ 4844729 h 8839200"/>
              <a:gd name="connsiteX1445" fmla="*/ 11515077 w 15732060"/>
              <a:gd name="connsiteY1445" fmla="*/ 4850079 h 8839200"/>
              <a:gd name="connsiteX1446" fmla="*/ 11515077 w 15732060"/>
              <a:gd name="connsiteY1446" fmla="*/ 4876418 h 8839200"/>
              <a:gd name="connsiteX1447" fmla="*/ 11539770 w 15732060"/>
              <a:gd name="connsiteY1447" fmla="*/ 4878064 h 8839200"/>
              <a:gd name="connsiteX1448" fmla="*/ 11636345 w 15732060"/>
              <a:gd name="connsiteY1448" fmla="*/ 4974640 h 8839200"/>
              <a:gd name="connsiteX1449" fmla="*/ 11636345 w 15732060"/>
              <a:gd name="connsiteY1449" fmla="*/ 5197973 h 8839200"/>
              <a:gd name="connsiteX1450" fmla="*/ 11880530 w 15732060"/>
              <a:gd name="connsiteY1450" fmla="*/ 5442157 h 8839200"/>
              <a:gd name="connsiteX1451" fmla="*/ 11881079 w 15732060"/>
              <a:gd name="connsiteY1451" fmla="*/ 5442157 h 8839200"/>
              <a:gd name="connsiteX1452" fmla="*/ 13668290 w 15732060"/>
              <a:gd name="connsiteY1452" fmla="*/ 5442705 h 8839200"/>
              <a:gd name="connsiteX1453" fmla="*/ 13953628 w 15732060"/>
              <a:gd name="connsiteY1453" fmla="*/ 5728046 h 8839200"/>
              <a:gd name="connsiteX1454" fmla="*/ 13954178 w 15732060"/>
              <a:gd name="connsiteY1454" fmla="*/ 5728046 h 8839200"/>
              <a:gd name="connsiteX1455" fmla="*/ 15683771 w 15732060"/>
              <a:gd name="connsiteY1455" fmla="*/ 5728594 h 8839200"/>
              <a:gd name="connsiteX1456" fmla="*/ 15702428 w 15732060"/>
              <a:gd name="connsiteY1456" fmla="*/ 5745056 h 8839200"/>
              <a:gd name="connsiteX1457" fmla="*/ 15702428 w 15732060"/>
              <a:gd name="connsiteY1457" fmla="*/ 5744507 h 8839200"/>
              <a:gd name="connsiteX1458" fmla="*/ 15721085 w 15732060"/>
              <a:gd name="connsiteY1458" fmla="*/ 5725850 h 8839200"/>
              <a:gd name="connsiteX1459" fmla="*/ 15702428 w 15732060"/>
              <a:gd name="connsiteY1459" fmla="*/ 5707193 h 8839200"/>
              <a:gd name="connsiteX1460" fmla="*/ 15683771 w 15732060"/>
              <a:gd name="connsiteY1460" fmla="*/ 5723655 h 8839200"/>
              <a:gd name="connsiteX1461" fmla="*/ 13955824 w 15732060"/>
              <a:gd name="connsiteY1461" fmla="*/ 5723655 h 8839200"/>
              <a:gd name="connsiteX1462" fmla="*/ 13670485 w 15732060"/>
              <a:gd name="connsiteY1462" fmla="*/ 5438316 h 8839200"/>
              <a:gd name="connsiteX1463" fmla="*/ 13669935 w 15732060"/>
              <a:gd name="connsiteY1463" fmla="*/ 5438316 h 8839200"/>
              <a:gd name="connsiteX1464" fmla="*/ 11882726 w 15732060"/>
              <a:gd name="connsiteY1464" fmla="*/ 5437767 h 8839200"/>
              <a:gd name="connsiteX1465" fmla="*/ 11640736 w 15732060"/>
              <a:gd name="connsiteY1465" fmla="*/ 5195778 h 8839200"/>
              <a:gd name="connsiteX1466" fmla="*/ 11640736 w 15732060"/>
              <a:gd name="connsiteY1466" fmla="*/ 4972445 h 8839200"/>
              <a:gd name="connsiteX1467" fmla="*/ 11543061 w 15732060"/>
              <a:gd name="connsiteY1467" fmla="*/ 4874772 h 8839200"/>
              <a:gd name="connsiteX1468" fmla="*/ 11541416 w 15732060"/>
              <a:gd name="connsiteY1468" fmla="*/ 4850079 h 8839200"/>
              <a:gd name="connsiteX1469" fmla="*/ 11528247 w 15732060"/>
              <a:gd name="connsiteY1469" fmla="*/ 4844729 h 8839200"/>
              <a:gd name="connsiteX1470" fmla="*/ 3694591 w 15732060"/>
              <a:gd name="connsiteY1470" fmla="*/ 4724420 h 8839200"/>
              <a:gd name="connsiteX1471" fmla="*/ 3675934 w 15732060"/>
              <a:gd name="connsiteY1471" fmla="*/ 4740882 h 8839200"/>
              <a:gd name="connsiteX1472" fmla="*/ 2397397 w 15732060"/>
              <a:gd name="connsiteY1472" fmla="*/ 4740882 h 8839200"/>
              <a:gd name="connsiteX1473" fmla="*/ 2225096 w 15732060"/>
              <a:gd name="connsiteY1473" fmla="*/ 4913183 h 8839200"/>
              <a:gd name="connsiteX1474" fmla="*/ 2200402 w 15732060"/>
              <a:gd name="connsiteY1474" fmla="*/ 4914828 h 8839200"/>
              <a:gd name="connsiteX1475" fmla="*/ 2200402 w 15732060"/>
              <a:gd name="connsiteY1475" fmla="*/ 4941167 h 8839200"/>
              <a:gd name="connsiteX1476" fmla="*/ 2226741 w 15732060"/>
              <a:gd name="connsiteY1476" fmla="*/ 4941167 h 8839200"/>
              <a:gd name="connsiteX1477" fmla="*/ 2228388 w 15732060"/>
              <a:gd name="connsiteY1477" fmla="*/ 4916475 h 8839200"/>
              <a:gd name="connsiteX1478" fmla="*/ 2399591 w 15732060"/>
              <a:gd name="connsiteY1478" fmla="*/ 4745271 h 8839200"/>
              <a:gd name="connsiteX1479" fmla="*/ 3675934 w 15732060"/>
              <a:gd name="connsiteY1479" fmla="*/ 4745271 h 8839200"/>
              <a:gd name="connsiteX1480" fmla="*/ 3694591 w 15732060"/>
              <a:gd name="connsiteY1480" fmla="*/ 4761734 h 8839200"/>
              <a:gd name="connsiteX1481" fmla="*/ 3713248 w 15732060"/>
              <a:gd name="connsiteY1481" fmla="*/ 4743076 h 8839200"/>
              <a:gd name="connsiteX1482" fmla="*/ 3694591 w 15732060"/>
              <a:gd name="connsiteY1482" fmla="*/ 4724420 h 8839200"/>
              <a:gd name="connsiteX1483" fmla="*/ 8991472 w 15732060"/>
              <a:gd name="connsiteY1483" fmla="*/ 4634977 h 8839200"/>
              <a:gd name="connsiteX1484" fmla="*/ 8991472 w 15732060"/>
              <a:gd name="connsiteY1484" fmla="*/ 4639915 h 8839200"/>
              <a:gd name="connsiteX1485" fmla="*/ 10625039 w 15732060"/>
              <a:gd name="connsiteY1485" fmla="*/ 4639915 h 8839200"/>
              <a:gd name="connsiteX1486" fmla="*/ 10771549 w 15732060"/>
              <a:gd name="connsiteY1486" fmla="*/ 4786426 h 8839200"/>
              <a:gd name="connsiteX1487" fmla="*/ 10772098 w 15732060"/>
              <a:gd name="connsiteY1487" fmla="*/ 4786426 h 8839200"/>
              <a:gd name="connsiteX1488" fmla="*/ 11577632 w 15732060"/>
              <a:gd name="connsiteY1488" fmla="*/ 4786975 h 8839200"/>
              <a:gd name="connsiteX1489" fmla="*/ 12118130 w 15732060"/>
              <a:gd name="connsiteY1489" fmla="*/ 5327473 h 8839200"/>
              <a:gd name="connsiteX1490" fmla="*/ 12118679 w 15732060"/>
              <a:gd name="connsiteY1490" fmla="*/ 5327473 h 8839200"/>
              <a:gd name="connsiteX1491" fmla="*/ 12693747 w 15732060"/>
              <a:gd name="connsiteY1491" fmla="*/ 5328022 h 8839200"/>
              <a:gd name="connsiteX1492" fmla="*/ 12712404 w 15732060"/>
              <a:gd name="connsiteY1492" fmla="*/ 5344484 h 8839200"/>
              <a:gd name="connsiteX1493" fmla="*/ 12731060 w 15732060"/>
              <a:gd name="connsiteY1493" fmla="*/ 5325826 h 8839200"/>
              <a:gd name="connsiteX1494" fmla="*/ 12712404 w 15732060"/>
              <a:gd name="connsiteY1494" fmla="*/ 5307169 h 8839200"/>
              <a:gd name="connsiteX1495" fmla="*/ 12693747 w 15732060"/>
              <a:gd name="connsiteY1495" fmla="*/ 5323632 h 8839200"/>
              <a:gd name="connsiteX1496" fmla="*/ 12693198 w 15732060"/>
              <a:gd name="connsiteY1496" fmla="*/ 5323083 h 8839200"/>
              <a:gd name="connsiteX1497" fmla="*/ 12120326 w 15732060"/>
              <a:gd name="connsiteY1497" fmla="*/ 5323083 h 8839200"/>
              <a:gd name="connsiteX1498" fmla="*/ 11579827 w 15732060"/>
              <a:gd name="connsiteY1498" fmla="*/ 4782585 h 8839200"/>
              <a:gd name="connsiteX1499" fmla="*/ 11579279 w 15732060"/>
              <a:gd name="connsiteY1499" fmla="*/ 4782585 h 8839200"/>
              <a:gd name="connsiteX1500" fmla="*/ 10773744 w 15732060"/>
              <a:gd name="connsiteY1500" fmla="*/ 4782036 h 8839200"/>
              <a:gd name="connsiteX1501" fmla="*/ 10627234 w 15732060"/>
              <a:gd name="connsiteY1501" fmla="*/ 4635526 h 8839200"/>
              <a:gd name="connsiteX1502" fmla="*/ 10626685 w 15732060"/>
              <a:gd name="connsiteY1502" fmla="*/ 4635526 h 8839200"/>
              <a:gd name="connsiteX1503" fmla="*/ 8991472 w 15732060"/>
              <a:gd name="connsiteY1503" fmla="*/ 4634977 h 8839200"/>
              <a:gd name="connsiteX1504" fmla="*/ 6695042 w 15732060"/>
              <a:gd name="connsiteY1504" fmla="*/ 4618513 h 8839200"/>
              <a:gd name="connsiteX1505" fmla="*/ 6676386 w 15732060"/>
              <a:gd name="connsiteY1505" fmla="*/ 4634975 h 8839200"/>
              <a:gd name="connsiteX1506" fmla="*/ 6045896 w 15732060"/>
              <a:gd name="connsiteY1506" fmla="*/ 4634975 h 8839200"/>
              <a:gd name="connsiteX1507" fmla="*/ 5800614 w 15732060"/>
              <a:gd name="connsiteY1507" fmla="*/ 4880257 h 8839200"/>
              <a:gd name="connsiteX1508" fmla="*/ 4406842 w 15732060"/>
              <a:gd name="connsiteY1508" fmla="*/ 4880257 h 8839200"/>
              <a:gd name="connsiteX1509" fmla="*/ 3872928 w 15732060"/>
              <a:gd name="connsiteY1509" fmla="*/ 5414171 h 8839200"/>
              <a:gd name="connsiteX1510" fmla="*/ 3545886 w 15732060"/>
              <a:gd name="connsiteY1510" fmla="*/ 5414171 h 8839200"/>
              <a:gd name="connsiteX1511" fmla="*/ 3275363 w 15732060"/>
              <a:gd name="connsiteY1511" fmla="*/ 5684694 h 8839200"/>
              <a:gd name="connsiteX1512" fmla="*/ 3275363 w 15732060"/>
              <a:gd name="connsiteY1512" fmla="*/ 5867970 h 8839200"/>
              <a:gd name="connsiteX1513" fmla="*/ 3258900 w 15732060"/>
              <a:gd name="connsiteY1513" fmla="*/ 5886626 h 8839200"/>
              <a:gd name="connsiteX1514" fmla="*/ 3277557 w 15732060"/>
              <a:gd name="connsiteY1514" fmla="*/ 5905282 h 8839200"/>
              <a:gd name="connsiteX1515" fmla="*/ 3296214 w 15732060"/>
              <a:gd name="connsiteY1515" fmla="*/ 5886626 h 8839200"/>
              <a:gd name="connsiteX1516" fmla="*/ 3279752 w 15732060"/>
              <a:gd name="connsiteY1516" fmla="*/ 5867970 h 8839200"/>
              <a:gd name="connsiteX1517" fmla="*/ 3279752 w 15732060"/>
              <a:gd name="connsiteY1517" fmla="*/ 5686888 h 8839200"/>
              <a:gd name="connsiteX1518" fmla="*/ 3546984 w 15732060"/>
              <a:gd name="connsiteY1518" fmla="*/ 5419657 h 8839200"/>
              <a:gd name="connsiteX1519" fmla="*/ 3874026 w 15732060"/>
              <a:gd name="connsiteY1519" fmla="*/ 5419657 h 8839200"/>
              <a:gd name="connsiteX1520" fmla="*/ 4407940 w 15732060"/>
              <a:gd name="connsiteY1520" fmla="*/ 4885744 h 8839200"/>
              <a:gd name="connsiteX1521" fmla="*/ 5801711 w 15732060"/>
              <a:gd name="connsiteY1521" fmla="*/ 4885744 h 8839200"/>
              <a:gd name="connsiteX1522" fmla="*/ 6046994 w 15732060"/>
              <a:gd name="connsiteY1522" fmla="*/ 4640462 h 8839200"/>
              <a:gd name="connsiteX1523" fmla="*/ 6675288 w 15732060"/>
              <a:gd name="connsiteY1523" fmla="*/ 4640462 h 8839200"/>
              <a:gd name="connsiteX1524" fmla="*/ 6693944 w 15732060"/>
              <a:gd name="connsiteY1524" fmla="*/ 4656924 h 8839200"/>
              <a:gd name="connsiteX1525" fmla="*/ 6712601 w 15732060"/>
              <a:gd name="connsiteY1525" fmla="*/ 4638267 h 8839200"/>
              <a:gd name="connsiteX1526" fmla="*/ 6693944 w 15732060"/>
              <a:gd name="connsiteY1526" fmla="*/ 4619610 h 8839200"/>
              <a:gd name="connsiteX1527" fmla="*/ 8991472 w 15732060"/>
              <a:gd name="connsiteY1527" fmla="*/ 4523584 h 8839200"/>
              <a:gd name="connsiteX1528" fmla="*/ 8991472 w 15732060"/>
              <a:gd name="connsiteY1528" fmla="*/ 4528523 h 8839200"/>
              <a:gd name="connsiteX1529" fmla="*/ 10888977 w 15732060"/>
              <a:gd name="connsiteY1529" fmla="*/ 4528523 h 8839200"/>
              <a:gd name="connsiteX1530" fmla="*/ 11054145 w 15732060"/>
              <a:gd name="connsiteY1530" fmla="*/ 4693691 h 8839200"/>
              <a:gd name="connsiteX1531" fmla="*/ 11054693 w 15732060"/>
              <a:gd name="connsiteY1531" fmla="*/ 4693691 h 8839200"/>
              <a:gd name="connsiteX1532" fmla="*/ 12657531 w 15732060"/>
              <a:gd name="connsiteY1532" fmla="*/ 4694240 h 8839200"/>
              <a:gd name="connsiteX1533" fmla="*/ 12816113 w 15732060"/>
              <a:gd name="connsiteY1533" fmla="*/ 4852823 h 8839200"/>
              <a:gd name="connsiteX1534" fmla="*/ 12816662 w 15732060"/>
              <a:gd name="connsiteY1534" fmla="*/ 4852823 h 8839200"/>
              <a:gd name="connsiteX1535" fmla="*/ 13567872 w 15732060"/>
              <a:gd name="connsiteY1535" fmla="*/ 4852823 h 8839200"/>
              <a:gd name="connsiteX1536" fmla="*/ 13586529 w 15732060"/>
              <a:gd name="connsiteY1536" fmla="*/ 4869284 h 8839200"/>
              <a:gd name="connsiteX1537" fmla="*/ 13605186 w 15732060"/>
              <a:gd name="connsiteY1537" fmla="*/ 4850627 h 8839200"/>
              <a:gd name="connsiteX1538" fmla="*/ 13586529 w 15732060"/>
              <a:gd name="connsiteY1538" fmla="*/ 4831970 h 8839200"/>
              <a:gd name="connsiteX1539" fmla="*/ 13567872 w 15732060"/>
              <a:gd name="connsiteY1539" fmla="*/ 4848433 h 8839200"/>
              <a:gd name="connsiteX1540" fmla="*/ 12818856 w 15732060"/>
              <a:gd name="connsiteY1540" fmla="*/ 4848433 h 8839200"/>
              <a:gd name="connsiteX1541" fmla="*/ 12660274 w 15732060"/>
              <a:gd name="connsiteY1541" fmla="*/ 4689849 h 8839200"/>
              <a:gd name="connsiteX1542" fmla="*/ 12659725 w 15732060"/>
              <a:gd name="connsiteY1542" fmla="*/ 4689849 h 8839200"/>
              <a:gd name="connsiteX1543" fmla="*/ 11056888 w 15732060"/>
              <a:gd name="connsiteY1543" fmla="*/ 4689301 h 8839200"/>
              <a:gd name="connsiteX1544" fmla="*/ 10891721 w 15732060"/>
              <a:gd name="connsiteY1544" fmla="*/ 4524134 h 8839200"/>
              <a:gd name="connsiteX1545" fmla="*/ 10891172 w 15732060"/>
              <a:gd name="connsiteY1545" fmla="*/ 4524134 h 8839200"/>
              <a:gd name="connsiteX1546" fmla="*/ 8991472 w 15732060"/>
              <a:gd name="connsiteY1546" fmla="*/ 4523584 h 8839200"/>
              <a:gd name="connsiteX1547" fmla="*/ 6703822 w 15732060"/>
              <a:gd name="connsiteY1547" fmla="*/ 4402864 h 8839200"/>
              <a:gd name="connsiteX1548" fmla="*/ 5683734 w 15732060"/>
              <a:gd name="connsiteY1548" fmla="*/ 4402864 h 8839200"/>
              <a:gd name="connsiteX1549" fmla="*/ 5552040 w 15732060"/>
              <a:gd name="connsiteY1549" fmla="*/ 4534559 h 8839200"/>
              <a:gd name="connsiteX1550" fmla="*/ 4131380 w 15732060"/>
              <a:gd name="connsiteY1550" fmla="*/ 4534559 h 8839200"/>
              <a:gd name="connsiteX1551" fmla="*/ 3723126 w 15732060"/>
              <a:gd name="connsiteY1551" fmla="*/ 4942814 h 8839200"/>
              <a:gd name="connsiteX1552" fmla="*/ 2970818 w 15732060"/>
              <a:gd name="connsiteY1552" fmla="*/ 4942814 h 8839200"/>
              <a:gd name="connsiteX1553" fmla="*/ 2818820 w 15732060"/>
              <a:gd name="connsiteY1553" fmla="*/ 5094812 h 8839200"/>
              <a:gd name="connsiteX1554" fmla="*/ 1509552 w 15732060"/>
              <a:gd name="connsiteY1554" fmla="*/ 5094812 h 8839200"/>
              <a:gd name="connsiteX1555" fmla="*/ 1163304 w 15732060"/>
              <a:gd name="connsiteY1555" fmla="*/ 5441060 h 8839200"/>
              <a:gd name="connsiteX1556" fmla="*/ 321006 w 15732060"/>
              <a:gd name="connsiteY1556" fmla="*/ 5441060 h 8839200"/>
              <a:gd name="connsiteX1557" fmla="*/ 59810 w 15732060"/>
              <a:gd name="connsiteY1557" fmla="*/ 5702254 h 8839200"/>
              <a:gd name="connsiteX1558" fmla="*/ 35118 w 15732060"/>
              <a:gd name="connsiteY1558" fmla="*/ 5703901 h 8839200"/>
              <a:gd name="connsiteX1559" fmla="*/ 35118 w 15732060"/>
              <a:gd name="connsiteY1559" fmla="*/ 5730240 h 8839200"/>
              <a:gd name="connsiteX1560" fmla="*/ 61458 w 15732060"/>
              <a:gd name="connsiteY1560" fmla="*/ 5730240 h 8839200"/>
              <a:gd name="connsiteX1561" fmla="*/ 63102 w 15732060"/>
              <a:gd name="connsiteY1561" fmla="*/ 5705547 h 8839200"/>
              <a:gd name="connsiteX1562" fmla="*/ 323200 w 15732060"/>
              <a:gd name="connsiteY1562" fmla="*/ 5445449 h 8839200"/>
              <a:gd name="connsiteX1563" fmla="*/ 1165500 w 15732060"/>
              <a:gd name="connsiteY1563" fmla="*/ 5445449 h 8839200"/>
              <a:gd name="connsiteX1564" fmla="*/ 1511748 w 15732060"/>
              <a:gd name="connsiteY1564" fmla="*/ 5099201 h 8839200"/>
              <a:gd name="connsiteX1565" fmla="*/ 2821015 w 15732060"/>
              <a:gd name="connsiteY1565" fmla="*/ 5099201 h 8839200"/>
              <a:gd name="connsiteX1566" fmla="*/ 2973012 w 15732060"/>
              <a:gd name="connsiteY1566" fmla="*/ 4947204 h 8839200"/>
              <a:gd name="connsiteX1567" fmla="*/ 3725320 w 15732060"/>
              <a:gd name="connsiteY1567" fmla="*/ 4947204 h 8839200"/>
              <a:gd name="connsiteX1568" fmla="*/ 3725320 w 15732060"/>
              <a:gd name="connsiteY1568" fmla="*/ 4947752 h 8839200"/>
              <a:gd name="connsiteX1569" fmla="*/ 4133575 w 15732060"/>
              <a:gd name="connsiteY1569" fmla="*/ 4539498 h 8839200"/>
              <a:gd name="connsiteX1570" fmla="*/ 5554234 w 15732060"/>
              <a:gd name="connsiteY1570" fmla="*/ 4539498 h 8839200"/>
              <a:gd name="connsiteX1571" fmla="*/ 5685930 w 15732060"/>
              <a:gd name="connsiteY1571" fmla="*/ 4407804 h 8839200"/>
              <a:gd name="connsiteX1572" fmla="*/ 6703822 w 15732060"/>
              <a:gd name="connsiteY1572" fmla="*/ 4407804 h 8839200"/>
              <a:gd name="connsiteX1573" fmla="*/ 2547199 w 15732060"/>
              <a:gd name="connsiteY1573" fmla="*/ 4266779 h 8839200"/>
              <a:gd name="connsiteX1574" fmla="*/ 2528542 w 15732060"/>
              <a:gd name="connsiteY1574" fmla="*/ 4283241 h 8839200"/>
              <a:gd name="connsiteX1575" fmla="*/ 2284358 w 15732060"/>
              <a:gd name="connsiteY1575" fmla="*/ 4283241 h 8839200"/>
              <a:gd name="connsiteX1576" fmla="*/ 1833302 w 15732060"/>
              <a:gd name="connsiteY1576" fmla="*/ 4734845 h 8839200"/>
              <a:gd name="connsiteX1577" fmla="*/ 518000 w 15732060"/>
              <a:gd name="connsiteY1577" fmla="*/ 4734845 h 8839200"/>
              <a:gd name="connsiteX1578" fmla="*/ 301800 w 15732060"/>
              <a:gd name="connsiteY1578" fmla="*/ 4951045 h 8839200"/>
              <a:gd name="connsiteX1579" fmla="*/ 47738 w 15732060"/>
              <a:gd name="connsiteY1579" fmla="*/ 4951045 h 8839200"/>
              <a:gd name="connsiteX1580" fmla="*/ 29082 w 15732060"/>
              <a:gd name="connsiteY1580" fmla="*/ 4934583 h 8839200"/>
              <a:gd name="connsiteX1581" fmla="*/ 10424 w 15732060"/>
              <a:gd name="connsiteY1581" fmla="*/ 4953239 h 8839200"/>
              <a:gd name="connsiteX1582" fmla="*/ 29082 w 15732060"/>
              <a:gd name="connsiteY1582" fmla="*/ 4971896 h 8839200"/>
              <a:gd name="connsiteX1583" fmla="*/ 29630 w 15732060"/>
              <a:gd name="connsiteY1583" fmla="*/ 4971348 h 8839200"/>
              <a:gd name="connsiteX1584" fmla="*/ 48288 w 15732060"/>
              <a:gd name="connsiteY1584" fmla="*/ 4954886 h 8839200"/>
              <a:gd name="connsiteX1585" fmla="*/ 303996 w 15732060"/>
              <a:gd name="connsiteY1585" fmla="*/ 4954886 h 8839200"/>
              <a:gd name="connsiteX1586" fmla="*/ 520194 w 15732060"/>
              <a:gd name="connsiteY1586" fmla="*/ 4738686 h 8839200"/>
              <a:gd name="connsiteX1587" fmla="*/ 1835498 w 15732060"/>
              <a:gd name="connsiteY1587" fmla="*/ 4738686 h 8839200"/>
              <a:gd name="connsiteX1588" fmla="*/ 2286553 w 15732060"/>
              <a:gd name="connsiteY1588" fmla="*/ 4287631 h 8839200"/>
              <a:gd name="connsiteX1589" fmla="*/ 2528542 w 15732060"/>
              <a:gd name="connsiteY1589" fmla="*/ 4287631 h 8839200"/>
              <a:gd name="connsiteX1590" fmla="*/ 2547199 w 15732060"/>
              <a:gd name="connsiteY1590" fmla="*/ 4304093 h 8839200"/>
              <a:gd name="connsiteX1591" fmla="*/ 2565856 w 15732060"/>
              <a:gd name="connsiteY1591" fmla="*/ 4285437 h 8839200"/>
              <a:gd name="connsiteX1592" fmla="*/ 2547199 w 15732060"/>
              <a:gd name="connsiteY1592" fmla="*/ 4266779 h 8839200"/>
              <a:gd name="connsiteX1593" fmla="*/ 42800 w 15732060"/>
              <a:gd name="connsiteY1593" fmla="*/ 4115331 h 8839200"/>
              <a:gd name="connsiteX1594" fmla="*/ 24144 w 15732060"/>
              <a:gd name="connsiteY1594" fmla="*/ 4133987 h 8839200"/>
              <a:gd name="connsiteX1595" fmla="*/ 42800 w 15732060"/>
              <a:gd name="connsiteY1595" fmla="*/ 4152644 h 8839200"/>
              <a:gd name="connsiteX1596" fmla="*/ 61458 w 15732060"/>
              <a:gd name="connsiteY1596" fmla="*/ 4136182 h 8839200"/>
              <a:gd name="connsiteX1597" fmla="*/ 351734 w 15732060"/>
              <a:gd name="connsiteY1597" fmla="*/ 4136182 h 8839200"/>
              <a:gd name="connsiteX1598" fmla="*/ 547630 w 15732060"/>
              <a:gd name="connsiteY1598" fmla="*/ 4332078 h 8839200"/>
              <a:gd name="connsiteX1599" fmla="*/ 1194034 w 15732060"/>
              <a:gd name="connsiteY1599" fmla="*/ 4332078 h 8839200"/>
              <a:gd name="connsiteX1600" fmla="*/ 1378955 w 15732060"/>
              <a:gd name="connsiteY1600" fmla="*/ 4147157 h 8839200"/>
              <a:gd name="connsiteX1601" fmla="*/ 2154310 w 15732060"/>
              <a:gd name="connsiteY1601" fmla="*/ 4147157 h 8839200"/>
              <a:gd name="connsiteX1602" fmla="*/ 2172966 w 15732060"/>
              <a:gd name="connsiteY1602" fmla="*/ 4163619 h 8839200"/>
              <a:gd name="connsiteX1603" fmla="*/ 2191623 w 15732060"/>
              <a:gd name="connsiteY1603" fmla="*/ 4144962 h 8839200"/>
              <a:gd name="connsiteX1604" fmla="*/ 2172966 w 15732060"/>
              <a:gd name="connsiteY1604" fmla="*/ 4126305 h 8839200"/>
              <a:gd name="connsiteX1605" fmla="*/ 2154310 w 15732060"/>
              <a:gd name="connsiteY1605" fmla="*/ 4142767 h 8839200"/>
              <a:gd name="connsiteX1606" fmla="*/ 1376760 w 15732060"/>
              <a:gd name="connsiteY1606" fmla="*/ 4142767 h 8839200"/>
              <a:gd name="connsiteX1607" fmla="*/ 1191838 w 15732060"/>
              <a:gd name="connsiteY1607" fmla="*/ 4327689 h 8839200"/>
              <a:gd name="connsiteX1608" fmla="*/ 549276 w 15732060"/>
              <a:gd name="connsiteY1608" fmla="*/ 4327689 h 8839200"/>
              <a:gd name="connsiteX1609" fmla="*/ 353380 w 15732060"/>
              <a:gd name="connsiteY1609" fmla="*/ 4131792 h 8839200"/>
              <a:gd name="connsiteX1610" fmla="*/ 61458 w 15732060"/>
              <a:gd name="connsiteY1610" fmla="*/ 4131792 h 8839200"/>
              <a:gd name="connsiteX1611" fmla="*/ 42800 w 15732060"/>
              <a:gd name="connsiteY1611" fmla="*/ 4115331 h 8839200"/>
              <a:gd name="connsiteX1612" fmla="*/ 15685417 w 15732060"/>
              <a:gd name="connsiteY1612" fmla="*/ 3827248 h 8839200"/>
              <a:gd name="connsiteX1613" fmla="*/ 15666760 w 15732060"/>
              <a:gd name="connsiteY1613" fmla="*/ 3843710 h 8839200"/>
              <a:gd name="connsiteX1614" fmla="*/ 15063708 w 15732060"/>
              <a:gd name="connsiteY1614" fmla="*/ 3843710 h 8839200"/>
              <a:gd name="connsiteX1615" fmla="*/ 14576985 w 15732060"/>
              <a:gd name="connsiteY1615" fmla="*/ 4330432 h 8839200"/>
              <a:gd name="connsiteX1616" fmla="*/ 14109469 w 15732060"/>
              <a:gd name="connsiteY1616" fmla="*/ 4330432 h 8839200"/>
              <a:gd name="connsiteX1617" fmla="*/ 14090811 w 15732060"/>
              <a:gd name="connsiteY1617" fmla="*/ 4313970 h 8839200"/>
              <a:gd name="connsiteX1618" fmla="*/ 14072154 w 15732060"/>
              <a:gd name="connsiteY1618" fmla="*/ 4332627 h 8839200"/>
              <a:gd name="connsiteX1619" fmla="*/ 14090811 w 15732060"/>
              <a:gd name="connsiteY1619" fmla="*/ 4351285 h 8839200"/>
              <a:gd name="connsiteX1620" fmla="*/ 14109469 w 15732060"/>
              <a:gd name="connsiteY1620" fmla="*/ 4334822 h 8839200"/>
              <a:gd name="connsiteX1621" fmla="*/ 14579180 w 15732060"/>
              <a:gd name="connsiteY1621" fmla="*/ 4334822 h 8839200"/>
              <a:gd name="connsiteX1622" fmla="*/ 15065902 w 15732060"/>
              <a:gd name="connsiteY1622" fmla="*/ 3848100 h 8839200"/>
              <a:gd name="connsiteX1623" fmla="*/ 15666760 w 15732060"/>
              <a:gd name="connsiteY1623" fmla="*/ 3848100 h 8839200"/>
              <a:gd name="connsiteX1624" fmla="*/ 15685417 w 15732060"/>
              <a:gd name="connsiteY1624" fmla="*/ 3864561 h 8839200"/>
              <a:gd name="connsiteX1625" fmla="*/ 15704074 w 15732060"/>
              <a:gd name="connsiteY1625" fmla="*/ 3845904 h 8839200"/>
              <a:gd name="connsiteX1626" fmla="*/ 15685417 w 15732060"/>
              <a:gd name="connsiteY1626" fmla="*/ 3827248 h 8839200"/>
              <a:gd name="connsiteX1627" fmla="*/ 77370 w 15732060"/>
              <a:gd name="connsiteY1627" fmla="*/ 3732318 h 8839200"/>
              <a:gd name="connsiteX1628" fmla="*/ 58714 w 15732060"/>
              <a:gd name="connsiteY1628" fmla="*/ 3750975 h 8839200"/>
              <a:gd name="connsiteX1629" fmla="*/ 77370 w 15732060"/>
              <a:gd name="connsiteY1629" fmla="*/ 3769631 h 8839200"/>
              <a:gd name="connsiteX1630" fmla="*/ 96026 w 15732060"/>
              <a:gd name="connsiteY1630" fmla="*/ 3753169 h 8839200"/>
              <a:gd name="connsiteX1631" fmla="*/ 340760 w 15732060"/>
              <a:gd name="connsiteY1631" fmla="*/ 3753169 h 8839200"/>
              <a:gd name="connsiteX1632" fmla="*/ 531168 w 15732060"/>
              <a:gd name="connsiteY1632" fmla="*/ 3943578 h 8839200"/>
              <a:gd name="connsiteX1633" fmla="*/ 2615241 w 15732060"/>
              <a:gd name="connsiteY1633" fmla="*/ 3943578 h 8839200"/>
              <a:gd name="connsiteX1634" fmla="*/ 2970818 w 15732060"/>
              <a:gd name="connsiteY1634" fmla="*/ 4299155 h 8839200"/>
              <a:gd name="connsiteX1635" fmla="*/ 2970818 w 15732060"/>
              <a:gd name="connsiteY1635" fmla="*/ 4299703 h 8839200"/>
              <a:gd name="connsiteX1636" fmla="*/ 3600210 w 15732060"/>
              <a:gd name="connsiteY1636" fmla="*/ 4299703 h 8839200"/>
              <a:gd name="connsiteX1637" fmla="*/ 3896524 w 15732060"/>
              <a:gd name="connsiteY1637" fmla="*/ 4003390 h 8839200"/>
              <a:gd name="connsiteX1638" fmla="*/ 4295998 w 15732060"/>
              <a:gd name="connsiteY1638" fmla="*/ 4003390 h 8839200"/>
              <a:gd name="connsiteX1639" fmla="*/ 4389282 w 15732060"/>
              <a:gd name="connsiteY1639" fmla="*/ 4096674 h 8839200"/>
              <a:gd name="connsiteX1640" fmla="*/ 4390928 w 15732060"/>
              <a:gd name="connsiteY1640" fmla="*/ 4121366 h 8839200"/>
              <a:gd name="connsiteX1641" fmla="*/ 4417268 w 15732060"/>
              <a:gd name="connsiteY1641" fmla="*/ 4121366 h 8839200"/>
              <a:gd name="connsiteX1642" fmla="*/ 4417268 w 15732060"/>
              <a:gd name="connsiteY1642" fmla="*/ 4095027 h 8839200"/>
              <a:gd name="connsiteX1643" fmla="*/ 4392575 w 15732060"/>
              <a:gd name="connsiteY1643" fmla="*/ 4093381 h 8839200"/>
              <a:gd name="connsiteX1644" fmla="*/ 4297645 w 15732060"/>
              <a:gd name="connsiteY1644" fmla="*/ 3998450 h 8839200"/>
              <a:gd name="connsiteX1645" fmla="*/ 3894328 w 15732060"/>
              <a:gd name="connsiteY1645" fmla="*/ 3998450 h 8839200"/>
              <a:gd name="connsiteX1646" fmla="*/ 3598016 w 15732060"/>
              <a:gd name="connsiteY1646" fmla="*/ 4294765 h 8839200"/>
              <a:gd name="connsiteX1647" fmla="*/ 2972464 w 15732060"/>
              <a:gd name="connsiteY1647" fmla="*/ 4294765 h 8839200"/>
              <a:gd name="connsiteX1648" fmla="*/ 2616888 w 15732060"/>
              <a:gd name="connsiteY1648" fmla="*/ 3939189 h 8839200"/>
              <a:gd name="connsiteX1649" fmla="*/ 533364 w 15732060"/>
              <a:gd name="connsiteY1649" fmla="*/ 3939189 h 8839200"/>
              <a:gd name="connsiteX1650" fmla="*/ 342954 w 15732060"/>
              <a:gd name="connsiteY1650" fmla="*/ 3748779 h 8839200"/>
              <a:gd name="connsiteX1651" fmla="*/ 96026 w 15732060"/>
              <a:gd name="connsiteY1651" fmla="*/ 3748779 h 8839200"/>
              <a:gd name="connsiteX1652" fmla="*/ 77370 w 15732060"/>
              <a:gd name="connsiteY1652" fmla="*/ 3732318 h 8839200"/>
              <a:gd name="connsiteX1653" fmla="*/ 15683771 w 15732060"/>
              <a:gd name="connsiteY1653" fmla="*/ 3693357 h 8839200"/>
              <a:gd name="connsiteX1654" fmla="*/ 15683222 w 15732060"/>
              <a:gd name="connsiteY1654" fmla="*/ 3693357 h 8839200"/>
              <a:gd name="connsiteX1655" fmla="*/ 15664565 w 15732060"/>
              <a:gd name="connsiteY1655" fmla="*/ 3709820 h 8839200"/>
              <a:gd name="connsiteX1656" fmla="*/ 14817329 w 15732060"/>
              <a:gd name="connsiteY1656" fmla="*/ 3709820 h 8839200"/>
              <a:gd name="connsiteX1657" fmla="*/ 14361884 w 15732060"/>
              <a:gd name="connsiteY1657" fmla="*/ 4165265 h 8839200"/>
              <a:gd name="connsiteX1658" fmla="*/ 12428711 w 15732060"/>
              <a:gd name="connsiteY1658" fmla="*/ 4165265 h 8839200"/>
              <a:gd name="connsiteX1659" fmla="*/ 12247081 w 15732060"/>
              <a:gd name="connsiteY1659" fmla="*/ 4346894 h 8839200"/>
              <a:gd name="connsiteX1660" fmla="*/ 11035488 w 15732060"/>
              <a:gd name="connsiteY1660" fmla="*/ 4346894 h 8839200"/>
              <a:gd name="connsiteX1661" fmla="*/ 10969092 w 15732060"/>
              <a:gd name="connsiteY1661" fmla="*/ 4413290 h 8839200"/>
              <a:gd name="connsiteX1662" fmla="*/ 10944399 w 15732060"/>
              <a:gd name="connsiteY1662" fmla="*/ 4414936 h 8839200"/>
              <a:gd name="connsiteX1663" fmla="*/ 10944399 w 15732060"/>
              <a:gd name="connsiteY1663" fmla="*/ 4441275 h 8839200"/>
              <a:gd name="connsiteX1664" fmla="*/ 10970738 w 15732060"/>
              <a:gd name="connsiteY1664" fmla="*/ 4441275 h 8839200"/>
              <a:gd name="connsiteX1665" fmla="*/ 10972384 w 15732060"/>
              <a:gd name="connsiteY1665" fmla="*/ 4416583 h 8839200"/>
              <a:gd name="connsiteX1666" fmla="*/ 11037683 w 15732060"/>
              <a:gd name="connsiteY1666" fmla="*/ 4351285 h 8839200"/>
              <a:gd name="connsiteX1667" fmla="*/ 12249277 w 15732060"/>
              <a:gd name="connsiteY1667" fmla="*/ 4351285 h 8839200"/>
              <a:gd name="connsiteX1668" fmla="*/ 12430906 w 15732060"/>
              <a:gd name="connsiteY1668" fmla="*/ 4169655 h 8839200"/>
              <a:gd name="connsiteX1669" fmla="*/ 14364078 w 15732060"/>
              <a:gd name="connsiteY1669" fmla="*/ 4169655 h 8839200"/>
              <a:gd name="connsiteX1670" fmla="*/ 14819523 w 15732060"/>
              <a:gd name="connsiteY1670" fmla="*/ 3714209 h 8839200"/>
              <a:gd name="connsiteX1671" fmla="*/ 15665115 w 15732060"/>
              <a:gd name="connsiteY1671" fmla="*/ 3714209 h 8839200"/>
              <a:gd name="connsiteX1672" fmla="*/ 15683771 w 15732060"/>
              <a:gd name="connsiteY1672" fmla="*/ 3730671 h 8839200"/>
              <a:gd name="connsiteX1673" fmla="*/ 15702428 w 15732060"/>
              <a:gd name="connsiteY1673" fmla="*/ 3712015 h 8839200"/>
              <a:gd name="connsiteX1674" fmla="*/ 15683771 w 15732060"/>
              <a:gd name="connsiteY1674" fmla="*/ 3693357 h 8839200"/>
              <a:gd name="connsiteX1675" fmla="*/ 12974696 w 15732060"/>
              <a:gd name="connsiteY1675" fmla="*/ 3689105 h 8839200"/>
              <a:gd name="connsiteX1676" fmla="*/ 12961526 w 15732060"/>
              <a:gd name="connsiteY1676" fmla="*/ 3694456 h 8839200"/>
              <a:gd name="connsiteX1677" fmla="*/ 12959881 w 15732060"/>
              <a:gd name="connsiteY1677" fmla="*/ 3719148 h 8839200"/>
              <a:gd name="connsiteX1678" fmla="*/ 12852330 w 15732060"/>
              <a:gd name="connsiteY1678" fmla="*/ 3826699 h 8839200"/>
              <a:gd name="connsiteX1679" fmla="*/ 11751031 w 15732060"/>
              <a:gd name="connsiteY1679" fmla="*/ 3826699 h 8839200"/>
              <a:gd name="connsiteX1680" fmla="*/ 11448681 w 15732060"/>
              <a:gd name="connsiteY1680" fmla="*/ 4129048 h 8839200"/>
              <a:gd name="connsiteX1681" fmla="*/ 10415972 w 15732060"/>
              <a:gd name="connsiteY1681" fmla="*/ 4129048 h 8839200"/>
              <a:gd name="connsiteX1682" fmla="*/ 10258488 w 15732060"/>
              <a:gd name="connsiteY1682" fmla="*/ 4286533 h 8839200"/>
              <a:gd name="connsiteX1683" fmla="*/ 10257938 w 15732060"/>
              <a:gd name="connsiteY1683" fmla="*/ 4286533 h 8839200"/>
              <a:gd name="connsiteX1684" fmla="*/ 9040309 w 15732060"/>
              <a:gd name="connsiteY1684" fmla="*/ 4286533 h 8839200"/>
              <a:gd name="connsiteX1685" fmla="*/ 9040309 w 15732060"/>
              <a:gd name="connsiteY1685" fmla="*/ 4291473 h 8839200"/>
              <a:gd name="connsiteX1686" fmla="*/ 10260134 w 15732060"/>
              <a:gd name="connsiteY1686" fmla="*/ 4291473 h 8839200"/>
              <a:gd name="connsiteX1687" fmla="*/ 10417619 w 15732060"/>
              <a:gd name="connsiteY1687" fmla="*/ 4133987 h 8839200"/>
              <a:gd name="connsiteX1688" fmla="*/ 11450327 w 15732060"/>
              <a:gd name="connsiteY1688" fmla="*/ 4133987 h 8839200"/>
              <a:gd name="connsiteX1689" fmla="*/ 11752677 w 15732060"/>
              <a:gd name="connsiteY1689" fmla="*/ 3831637 h 8839200"/>
              <a:gd name="connsiteX1690" fmla="*/ 12853976 w 15732060"/>
              <a:gd name="connsiteY1690" fmla="*/ 3831637 h 8839200"/>
              <a:gd name="connsiteX1691" fmla="*/ 12963172 w 15732060"/>
              <a:gd name="connsiteY1691" fmla="*/ 3722440 h 8839200"/>
              <a:gd name="connsiteX1692" fmla="*/ 12987866 w 15732060"/>
              <a:gd name="connsiteY1692" fmla="*/ 3720795 h 8839200"/>
              <a:gd name="connsiteX1693" fmla="*/ 12987866 w 15732060"/>
              <a:gd name="connsiteY1693" fmla="*/ 3694456 h 8839200"/>
              <a:gd name="connsiteX1694" fmla="*/ 12974696 w 15732060"/>
              <a:gd name="connsiteY1694" fmla="*/ 3689105 h 8839200"/>
              <a:gd name="connsiteX1695" fmla="*/ 12164772 w 15732060"/>
              <a:gd name="connsiteY1695" fmla="*/ 3515569 h 8839200"/>
              <a:gd name="connsiteX1696" fmla="*/ 12146116 w 15732060"/>
              <a:gd name="connsiteY1696" fmla="*/ 3534226 h 8839200"/>
              <a:gd name="connsiteX1697" fmla="*/ 12164772 w 15732060"/>
              <a:gd name="connsiteY1697" fmla="*/ 3552883 h 8839200"/>
              <a:gd name="connsiteX1698" fmla="*/ 12183430 w 15732060"/>
              <a:gd name="connsiteY1698" fmla="*/ 3536421 h 8839200"/>
              <a:gd name="connsiteX1699" fmla="*/ 13138217 w 15732060"/>
              <a:gd name="connsiteY1699" fmla="*/ 3536421 h 8839200"/>
              <a:gd name="connsiteX1700" fmla="*/ 13656218 w 15732060"/>
              <a:gd name="connsiteY1700" fmla="*/ 4054421 h 8839200"/>
              <a:gd name="connsiteX1701" fmla="*/ 14248295 w 15732060"/>
              <a:gd name="connsiteY1701" fmla="*/ 4054421 h 8839200"/>
              <a:gd name="connsiteX1702" fmla="*/ 14525953 w 15732060"/>
              <a:gd name="connsiteY1702" fmla="*/ 3776765 h 8839200"/>
              <a:gd name="connsiteX1703" fmla="*/ 14550645 w 15732060"/>
              <a:gd name="connsiteY1703" fmla="*/ 3775118 h 8839200"/>
              <a:gd name="connsiteX1704" fmla="*/ 14550645 w 15732060"/>
              <a:gd name="connsiteY1704" fmla="*/ 3748779 h 8839200"/>
              <a:gd name="connsiteX1705" fmla="*/ 14524306 w 15732060"/>
              <a:gd name="connsiteY1705" fmla="*/ 3748779 h 8839200"/>
              <a:gd name="connsiteX1706" fmla="*/ 14522660 w 15732060"/>
              <a:gd name="connsiteY1706" fmla="*/ 3773472 h 8839200"/>
              <a:gd name="connsiteX1707" fmla="*/ 14246650 w 15732060"/>
              <a:gd name="connsiteY1707" fmla="*/ 4049483 h 8839200"/>
              <a:gd name="connsiteX1708" fmla="*/ 13658961 w 15732060"/>
              <a:gd name="connsiteY1708" fmla="*/ 4049483 h 8839200"/>
              <a:gd name="connsiteX1709" fmla="*/ 13657864 w 15732060"/>
              <a:gd name="connsiteY1709" fmla="*/ 4050031 h 8839200"/>
              <a:gd name="connsiteX1710" fmla="*/ 13139863 w 15732060"/>
              <a:gd name="connsiteY1710" fmla="*/ 3532031 h 8839200"/>
              <a:gd name="connsiteX1711" fmla="*/ 12183430 w 15732060"/>
              <a:gd name="connsiteY1711" fmla="*/ 3532031 h 8839200"/>
              <a:gd name="connsiteX1712" fmla="*/ 12164772 w 15732060"/>
              <a:gd name="connsiteY1712" fmla="*/ 3515569 h 8839200"/>
              <a:gd name="connsiteX1713" fmla="*/ 12627351 w 15732060"/>
              <a:gd name="connsiteY1713" fmla="*/ 3354791 h 8839200"/>
              <a:gd name="connsiteX1714" fmla="*/ 12608695 w 15732060"/>
              <a:gd name="connsiteY1714" fmla="*/ 3371254 h 8839200"/>
              <a:gd name="connsiteX1715" fmla="*/ 12074781 w 15732060"/>
              <a:gd name="connsiteY1715" fmla="*/ 3371254 h 8839200"/>
              <a:gd name="connsiteX1716" fmla="*/ 11893151 w 15732060"/>
              <a:gd name="connsiteY1716" fmla="*/ 3552883 h 8839200"/>
              <a:gd name="connsiteX1717" fmla="*/ 10993784 w 15732060"/>
              <a:gd name="connsiteY1717" fmla="*/ 3552883 h 8839200"/>
              <a:gd name="connsiteX1718" fmla="*/ 10697472 w 15732060"/>
              <a:gd name="connsiteY1718" fmla="*/ 3849197 h 8839200"/>
              <a:gd name="connsiteX1719" fmla="*/ 10672778 w 15732060"/>
              <a:gd name="connsiteY1719" fmla="*/ 3850842 h 8839200"/>
              <a:gd name="connsiteX1720" fmla="*/ 10672778 w 15732060"/>
              <a:gd name="connsiteY1720" fmla="*/ 3877181 h 8839200"/>
              <a:gd name="connsiteX1721" fmla="*/ 10699117 w 15732060"/>
              <a:gd name="connsiteY1721" fmla="*/ 3877181 h 8839200"/>
              <a:gd name="connsiteX1722" fmla="*/ 10700763 w 15732060"/>
              <a:gd name="connsiteY1722" fmla="*/ 3852489 h 8839200"/>
              <a:gd name="connsiteX1723" fmla="*/ 10995430 w 15732060"/>
              <a:gd name="connsiteY1723" fmla="*/ 3557821 h 8839200"/>
              <a:gd name="connsiteX1724" fmla="*/ 11894797 w 15732060"/>
              <a:gd name="connsiteY1724" fmla="*/ 3557821 h 8839200"/>
              <a:gd name="connsiteX1725" fmla="*/ 12076427 w 15732060"/>
              <a:gd name="connsiteY1725" fmla="*/ 3376192 h 8839200"/>
              <a:gd name="connsiteX1726" fmla="*/ 12608145 w 15732060"/>
              <a:gd name="connsiteY1726" fmla="*/ 3376192 h 8839200"/>
              <a:gd name="connsiteX1727" fmla="*/ 12626801 w 15732060"/>
              <a:gd name="connsiteY1727" fmla="*/ 3392655 h 8839200"/>
              <a:gd name="connsiteX1728" fmla="*/ 12645459 w 15732060"/>
              <a:gd name="connsiteY1728" fmla="*/ 3373997 h 8839200"/>
              <a:gd name="connsiteX1729" fmla="*/ 12626801 w 15732060"/>
              <a:gd name="connsiteY1729" fmla="*/ 3355341 h 8839200"/>
              <a:gd name="connsiteX1730" fmla="*/ 4118210 w 15732060"/>
              <a:gd name="connsiteY1730" fmla="*/ 3273032 h 8839200"/>
              <a:gd name="connsiteX1731" fmla="*/ 4099554 w 15732060"/>
              <a:gd name="connsiteY1731" fmla="*/ 3291688 h 8839200"/>
              <a:gd name="connsiteX1732" fmla="*/ 4118210 w 15732060"/>
              <a:gd name="connsiteY1732" fmla="*/ 3310345 h 8839200"/>
              <a:gd name="connsiteX1733" fmla="*/ 4136867 w 15732060"/>
              <a:gd name="connsiteY1733" fmla="*/ 3293883 h 8839200"/>
              <a:gd name="connsiteX1734" fmla="*/ 4675719 w 15732060"/>
              <a:gd name="connsiteY1734" fmla="*/ 3293883 h 8839200"/>
              <a:gd name="connsiteX1735" fmla="*/ 5210181 w 15732060"/>
              <a:gd name="connsiteY1735" fmla="*/ 3828345 h 8839200"/>
              <a:gd name="connsiteX1736" fmla="*/ 5211826 w 15732060"/>
              <a:gd name="connsiteY1736" fmla="*/ 3853038 h 8839200"/>
              <a:gd name="connsiteX1737" fmla="*/ 5238166 w 15732060"/>
              <a:gd name="connsiteY1737" fmla="*/ 3853038 h 8839200"/>
              <a:gd name="connsiteX1738" fmla="*/ 5238166 w 15732060"/>
              <a:gd name="connsiteY1738" fmla="*/ 3826699 h 8839200"/>
              <a:gd name="connsiteX1739" fmla="*/ 5213474 w 15732060"/>
              <a:gd name="connsiteY1739" fmla="*/ 3825052 h 8839200"/>
              <a:gd name="connsiteX1740" fmla="*/ 4677366 w 15732060"/>
              <a:gd name="connsiteY1740" fmla="*/ 3288944 h 8839200"/>
              <a:gd name="connsiteX1741" fmla="*/ 4136585 w 15732060"/>
              <a:gd name="connsiteY1741" fmla="*/ 3288944 h 8839200"/>
              <a:gd name="connsiteX1742" fmla="*/ 4136867 w 15732060"/>
              <a:gd name="connsiteY1742" fmla="*/ 3289493 h 8839200"/>
              <a:gd name="connsiteX1743" fmla="*/ 4136319 w 15732060"/>
              <a:gd name="connsiteY1743" fmla="*/ 3288944 h 8839200"/>
              <a:gd name="connsiteX1744" fmla="*/ 4136585 w 15732060"/>
              <a:gd name="connsiteY1744" fmla="*/ 3288944 h 8839200"/>
              <a:gd name="connsiteX1745" fmla="*/ 4130831 w 15732060"/>
              <a:gd name="connsiteY1745" fmla="*/ 3277764 h 8839200"/>
              <a:gd name="connsiteX1746" fmla="*/ 4118210 w 15732060"/>
              <a:gd name="connsiteY1746" fmla="*/ 3273032 h 8839200"/>
              <a:gd name="connsiteX1747" fmla="*/ 4958864 w 15732060"/>
              <a:gd name="connsiteY1747" fmla="*/ 3183177 h 8839200"/>
              <a:gd name="connsiteX1748" fmla="*/ 4945694 w 15732060"/>
              <a:gd name="connsiteY1748" fmla="*/ 3188527 h 8839200"/>
              <a:gd name="connsiteX1749" fmla="*/ 4945694 w 15732060"/>
              <a:gd name="connsiteY1749" fmla="*/ 3214866 h 8839200"/>
              <a:gd name="connsiteX1750" fmla="*/ 4970386 w 15732060"/>
              <a:gd name="connsiteY1750" fmla="*/ 3216512 h 8839200"/>
              <a:gd name="connsiteX1751" fmla="*/ 5116348 w 15732060"/>
              <a:gd name="connsiteY1751" fmla="*/ 3362475 h 8839200"/>
              <a:gd name="connsiteX1752" fmla="*/ 5342424 w 15732060"/>
              <a:gd name="connsiteY1752" fmla="*/ 3362475 h 8839200"/>
              <a:gd name="connsiteX1753" fmla="*/ 5723792 w 15732060"/>
              <a:gd name="connsiteY1753" fmla="*/ 3743841 h 8839200"/>
              <a:gd name="connsiteX1754" fmla="*/ 5725438 w 15732060"/>
              <a:gd name="connsiteY1754" fmla="*/ 3768533 h 8839200"/>
              <a:gd name="connsiteX1755" fmla="*/ 5751776 w 15732060"/>
              <a:gd name="connsiteY1755" fmla="*/ 3768533 h 8839200"/>
              <a:gd name="connsiteX1756" fmla="*/ 5751776 w 15732060"/>
              <a:gd name="connsiteY1756" fmla="*/ 3742195 h 8839200"/>
              <a:gd name="connsiteX1757" fmla="*/ 5727084 w 15732060"/>
              <a:gd name="connsiteY1757" fmla="*/ 3740549 h 8839200"/>
              <a:gd name="connsiteX1758" fmla="*/ 5344071 w 15732060"/>
              <a:gd name="connsiteY1758" fmla="*/ 3357535 h 8839200"/>
              <a:gd name="connsiteX1759" fmla="*/ 5117995 w 15732060"/>
              <a:gd name="connsiteY1759" fmla="*/ 3357535 h 8839200"/>
              <a:gd name="connsiteX1760" fmla="*/ 4973678 w 15732060"/>
              <a:gd name="connsiteY1760" fmla="*/ 3213220 h 8839200"/>
              <a:gd name="connsiteX1761" fmla="*/ 4972033 w 15732060"/>
              <a:gd name="connsiteY1761" fmla="*/ 3188527 h 8839200"/>
              <a:gd name="connsiteX1762" fmla="*/ 4958864 w 15732060"/>
              <a:gd name="connsiteY1762" fmla="*/ 3183177 h 8839200"/>
              <a:gd name="connsiteX1763" fmla="*/ 55970 w 15732060"/>
              <a:gd name="connsiteY1763" fmla="*/ 2984400 h 8839200"/>
              <a:gd name="connsiteX1764" fmla="*/ 37312 w 15732060"/>
              <a:gd name="connsiteY1764" fmla="*/ 3003057 h 8839200"/>
              <a:gd name="connsiteX1765" fmla="*/ 55970 w 15732060"/>
              <a:gd name="connsiteY1765" fmla="*/ 3021714 h 8839200"/>
              <a:gd name="connsiteX1766" fmla="*/ 74626 w 15732060"/>
              <a:gd name="connsiteY1766" fmla="*/ 3005251 h 8839200"/>
              <a:gd name="connsiteX1767" fmla="*/ 544888 w 15732060"/>
              <a:gd name="connsiteY1767" fmla="*/ 3005251 h 8839200"/>
              <a:gd name="connsiteX1768" fmla="*/ 1083738 w 15732060"/>
              <a:gd name="connsiteY1768" fmla="*/ 3544103 h 8839200"/>
              <a:gd name="connsiteX1769" fmla="*/ 1490347 w 15732060"/>
              <a:gd name="connsiteY1769" fmla="*/ 3544103 h 8839200"/>
              <a:gd name="connsiteX1770" fmla="*/ 1594606 w 15732060"/>
              <a:gd name="connsiteY1770" fmla="*/ 3439845 h 8839200"/>
              <a:gd name="connsiteX1771" fmla="*/ 3079466 w 15732060"/>
              <a:gd name="connsiteY1771" fmla="*/ 3439845 h 8839200"/>
              <a:gd name="connsiteX1772" fmla="*/ 3098124 w 15732060"/>
              <a:gd name="connsiteY1772" fmla="*/ 3456306 h 8839200"/>
              <a:gd name="connsiteX1773" fmla="*/ 3116780 w 15732060"/>
              <a:gd name="connsiteY1773" fmla="*/ 3437650 h 8839200"/>
              <a:gd name="connsiteX1774" fmla="*/ 3098124 w 15732060"/>
              <a:gd name="connsiteY1774" fmla="*/ 3418993 h 8839200"/>
              <a:gd name="connsiteX1775" fmla="*/ 3079466 w 15732060"/>
              <a:gd name="connsiteY1775" fmla="*/ 3435455 h 8839200"/>
              <a:gd name="connsiteX1776" fmla="*/ 1592960 w 15732060"/>
              <a:gd name="connsiteY1776" fmla="*/ 3435455 h 8839200"/>
              <a:gd name="connsiteX1777" fmla="*/ 1488701 w 15732060"/>
              <a:gd name="connsiteY1777" fmla="*/ 3539714 h 8839200"/>
              <a:gd name="connsiteX1778" fmla="*/ 1085934 w 15732060"/>
              <a:gd name="connsiteY1778" fmla="*/ 3539714 h 8839200"/>
              <a:gd name="connsiteX1779" fmla="*/ 547082 w 15732060"/>
              <a:gd name="connsiteY1779" fmla="*/ 3000861 h 8839200"/>
              <a:gd name="connsiteX1780" fmla="*/ 74626 w 15732060"/>
              <a:gd name="connsiteY1780" fmla="*/ 3000861 h 8839200"/>
              <a:gd name="connsiteX1781" fmla="*/ 55970 w 15732060"/>
              <a:gd name="connsiteY1781" fmla="*/ 2984400 h 8839200"/>
              <a:gd name="connsiteX1782" fmla="*/ 15666760 w 15732060"/>
              <a:gd name="connsiteY1782" fmla="*/ 2930076 h 8839200"/>
              <a:gd name="connsiteX1783" fmla="*/ 15648104 w 15732060"/>
              <a:gd name="connsiteY1783" fmla="*/ 2946538 h 8839200"/>
              <a:gd name="connsiteX1784" fmla="*/ 15219546 w 15732060"/>
              <a:gd name="connsiteY1784" fmla="*/ 2946538 h 8839200"/>
              <a:gd name="connsiteX1785" fmla="*/ 14996213 w 15732060"/>
              <a:gd name="connsiteY1785" fmla="*/ 3169870 h 8839200"/>
              <a:gd name="connsiteX1786" fmla="*/ 14421694 w 15732060"/>
              <a:gd name="connsiteY1786" fmla="*/ 3169870 h 8839200"/>
              <a:gd name="connsiteX1787" fmla="*/ 14403039 w 15732060"/>
              <a:gd name="connsiteY1787" fmla="*/ 3153409 h 8839200"/>
              <a:gd name="connsiteX1788" fmla="*/ 14384381 w 15732060"/>
              <a:gd name="connsiteY1788" fmla="*/ 3172065 h 8839200"/>
              <a:gd name="connsiteX1789" fmla="*/ 14403039 w 15732060"/>
              <a:gd name="connsiteY1789" fmla="*/ 3190722 h 8839200"/>
              <a:gd name="connsiteX1790" fmla="*/ 14421694 w 15732060"/>
              <a:gd name="connsiteY1790" fmla="*/ 3174261 h 8839200"/>
              <a:gd name="connsiteX1791" fmla="*/ 14998409 w 15732060"/>
              <a:gd name="connsiteY1791" fmla="*/ 3174261 h 8839200"/>
              <a:gd name="connsiteX1792" fmla="*/ 15221742 w 15732060"/>
              <a:gd name="connsiteY1792" fmla="*/ 2950927 h 8839200"/>
              <a:gd name="connsiteX1793" fmla="*/ 15648104 w 15732060"/>
              <a:gd name="connsiteY1793" fmla="*/ 2950927 h 8839200"/>
              <a:gd name="connsiteX1794" fmla="*/ 15666760 w 15732060"/>
              <a:gd name="connsiteY1794" fmla="*/ 2967389 h 8839200"/>
              <a:gd name="connsiteX1795" fmla="*/ 15685417 w 15732060"/>
              <a:gd name="connsiteY1795" fmla="*/ 2948732 h 8839200"/>
              <a:gd name="connsiteX1796" fmla="*/ 15666760 w 15732060"/>
              <a:gd name="connsiteY1796" fmla="*/ 2930076 h 8839200"/>
              <a:gd name="connsiteX1797" fmla="*/ 3441628 w 15732060"/>
              <a:gd name="connsiteY1797" fmla="*/ 2777529 h 8839200"/>
              <a:gd name="connsiteX1798" fmla="*/ 3441079 w 15732060"/>
              <a:gd name="connsiteY1798" fmla="*/ 2777529 h 8839200"/>
              <a:gd name="connsiteX1799" fmla="*/ 3441344 w 15732060"/>
              <a:gd name="connsiteY1799" fmla="*/ 2777637 h 8839200"/>
              <a:gd name="connsiteX1800" fmla="*/ 11909613 w 15732060"/>
              <a:gd name="connsiteY1800" fmla="*/ 2741313 h 8839200"/>
              <a:gd name="connsiteX1801" fmla="*/ 11890957 w 15732060"/>
              <a:gd name="connsiteY1801" fmla="*/ 2757775 h 8839200"/>
              <a:gd name="connsiteX1802" fmla="*/ 11273637 w 15732060"/>
              <a:gd name="connsiteY1802" fmla="*/ 2757775 h 8839200"/>
              <a:gd name="connsiteX1803" fmla="*/ 11254979 w 15732060"/>
              <a:gd name="connsiteY1803" fmla="*/ 2741313 h 8839200"/>
              <a:gd name="connsiteX1804" fmla="*/ 11236322 w 15732060"/>
              <a:gd name="connsiteY1804" fmla="*/ 2759970 h 8839200"/>
              <a:gd name="connsiteX1805" fmla="*/ 11254979 w 15732060"/>
              <a:gd name="connsiteY1805" fmla="*/ 2778626 h 8839200"/>
              <a:gd name="connsiteX1806" fmla="*/ 11273637 w 15732060"/>
              <a:gd name="connsiteY1806" fmla="*/ 2762165 h 8839200"/>
              <a:gd name="connsiteX1807" fmla="*/ 11890957 w 15732060"/>
              <a:gd name="connsiteY1807" fmla="*/ 2762165 h 8839200"/>
              <a:gd name="connsiteX1808" fmla="*/ 11909613 w 15732060"/>
              <a:gd name="connsiteY1808" fmla="*/ 2778626 h 8839200"/>
              <a:gd name="connsiteX1809" fmla="*/ 11928271 w 15732060"/>
              <a:gd name="connsiteY1809" fmla="*/ 2759970 h 8839200"/>
              <a:gd name="connsiteX1810" fmla="*/ 11909613 w 15732060"/>
              <a:gd name="connsiteY1810" fmla="*/ 2741313 h 8839200"/>
              <a:gd name="connsiteX1811" fmla="*/ 9326745 w 15732060"/>
              <a:gd name="connsiteY1811" fmla="*/ 2650910 h 8839200"/>
              <a:gd name="connsiteX1812" fmla="*/ 9313576 w 15732060"/>
              <a:gd name="connsiteY1812" fmla="*/ 2656260 h 8839200"/>
              <a:gd name="connsiteX1813" fmla="*/ 9311930 w 15732060"/>
              <a:gd name="connsiteY1813" fmla="*/ 2680953 h 8839200"/>
              <a:gd name="connsiteX1814" fmla="*/ 9167066 w 15732060"/>
              <a:gd name="connsiteY1814" fmla="*/ 2825817 h 8839200"/>
              <a:gd name="connsiteX1815" fmla="*/ 9166518 w 15732060"/>
              <a:gd name="connsiteY1815" fmla="*/ 2825817 h 8839200"/>
              <a:gd name="connsiteX1816" fmla="*/ 9165968 w 15732060"/>
              <a:gd name="connsiteY1816" fmla="*/ 2827463 h 8839200"/>
              <a:gd name="connsiteX1817" fmla="*/ 9165968 w 15732060"/>
              <a:gd name="connsiteY1817" fmla="*/ 3018421 h 8839200"/>
              <a:gd name="connsiteX1818" fmla="*/ 8996411 w 15732060"/>
              <a:gd name="connsiteY1818" fmla="*/ 3187978 h 8839200"/>
              <a:gd name="connsiteX1819" fmla="*/ 8971718 w 15732060"/>
              <a:gd name="connsiteY1819" fmla="*/ 3189625 h 8839200"/>
              <a:gd name="connsiteX1820" fmla="*/ 8971718 w 15732060"/>
              <a:gd name="connsiteY1820" fmla="*/ 3215963 h 8839200"/>
              <a:gd name="connsiteX1821" fmla="*/ 8998057 w 15732060"/>
              <a:gd name="connsiteY1821" fmla="*/ 3215963 h 8839200"/>
              <a:gd name="connsiteX1822" fmla="*/ 8999703 w 15732060"/>
              <a:gd name="connsiteY1822" fmla="*/ 3191271 h 8839200"/>
              <a:gd name="connsiteX1823" fmla="*/ 9170358 w 15732060"/>
              <a:gd name="connsiteY1823" fmla="*/ 3020616 h 8839200"/>
              <a:gd name="connsiteX1824" fmla="*/ 9170906 w 15732060"/>
              <a:gd name="connsiteY1824" fmla="*/ 3020616 h 8839200"/>
              <a:gd name="connsiteX1825" fmla="*/ 9170906 w 15732060"/>
              <a:gd name="connsiteY1825" fmla="*/ 2828561 h 8839200"/>
              <a:gd name="connsiteX1826" fmla="*/ 9315223 w 15732060"/>
              <a:gd name="connsiteY1826" fmla="*/ 2684245 h 8839200"/>
              <a:gd name="connsiteX1827" fmla="*/ 9339916 w 15732060"/>
              <a:gd name="connsiteY1827" fmla="*/ 2682599 h 8839200"/>
              <a:gd name="connsiteX1828" fmla="*/ 9339916 w 15732060"/>
              <a:gd name="connsiteY1828" fmla="*/ 2656260 h 8839200"/>
              <a:gd name="connsiteX1829" fmla="*/ 9326745 w 15732060"/>
              <a:gd name="connsiteY1829" fmla="*/ 2650910 h 8839200"/>
              <a:gd name="connsiteX1830" fmla="*/ 2008896 w 15732060"/>
              <a:gd name="connsiteY1830" fmla="*/ 2464342 h 8839200"/>
              <a:gd name="connsiteX1831" fmla="*/ 1995727 w 15732060"/>
              <a:gd name="connsiteY1831" fmla="*/ 2469692 h 8839200"/>
              <a:gd name="connsiteX1832" fmla="*/ 1995727 w 15732060"/>
              <a:gd name="connsiteY1832" fmla="*/ 2496031 h 8839200"/>
              <a:gd name="connsiteX1833" fmla="*/ 2020419 w 15732060"/>
              <a:gd name="connsiteY1833" fmla="*/ 2497678 h 8839200"/>
              <a:gd name="connsiteX1834" fmla="*/ 2146627 w 15732060"/>
              <a:gd name="connsiteY1834" fmla="*/ 2623885 h 8839200"/>
              <a:gd name="connsiteX1835" fmla="*/ 2602621 w 15732060"/>
              <a:gd name="connsiteY1835" fmla="*/ 2623885 h 8839200"/>
              <a:gd name="connsiteX1836" fmla="*/ 2807846 w 15732060"/>
              <a:gd name="connsiteY1836" fmla="*/ 2829110 h 8839200"/>
              <a:gd name="connsiteX1837" fmla="*/ 2809492 w 15732060"/>
              <a:gd name="connsiteY1837" fmla="*/ 2853802 h 8839200"/>
              <a:gd name="connsiteX1838" fmla="*/ 2835831 w 15732060"/>
              <a:gd name="connsiteY1838" fmla="*/ 2853802 h 8839200"/>
              <a:gd name="connsiteX1839" fmla="*/ 2835831 w 15732060"/>
              <a:gd name="connsiteY1839" fmla="*/ 2827463 h 8839200"/>
              <a:gd name="connsiteX1840" fmla="*/ 2811138 w 15732060"/>
              <a:gd name="connsiteY1840" fmla="*/ 2825817 h 8839200"/>
              <a:gd name="connsiteX1841" fmla="*/ 2604266 w 15732060"/>
              <a:gd name="connsiteY1841" fmla="*/ 2618947 h 8839200"/>
              <a:gd name="connsiteX1842" fmla="*/ 2148273 w 15732060"/>
              <a:gd name="connsiteY1842" fmla="*/ 2618947 h 8839200"/>
              <a:gd name="connsiteX1843" fmla="*/ 2023712 w 15732060"/>
              <a:gd name="connsiteY1843" fmla="*/ 2494385 h 8839200"/>
              <a:gd name="connsiteX1844" fmla="*/ 2022066 w 15732060"/>
              <a:gd name="connsiteY1844" fmla="*/ 2469692 h 8839200"/>
              <a:gd name="connsiteX1845" fmla="*/ 2008896 w 15732060"/>
              <a:gd name="connsiteY1845" fmla="*/ 2464342 h 8839200"/>
              <a:gd name="connsiteX1846" fmla="*/ 77370 w 15732060"/>
              <a:gd name="connsiteY1846" fmla="*/ 2377506 h 8839200"/>
              <a:gd name="connsiteX1847" fmla="*/ 58714 w 15732060"/>
              <a:gd name="connsiteY1847" fmla="*/ 2396163 h 8839200"/>
              <a:gd name="connsiteX1848" fmla="*/ 77370 w 15732060"/>
              <a:gd name="connsiteY1848" fmla="*/ 2414820 h 8839200"/>
              <a:gd name="connsiteX1849" fmla="*/ 96026 w 15732060"/>
              <a:gd name="connsiteY1849" fmla="*/ 2398357 h 8839200"/>
              <a:gd name="connsiteX1850" fmla="*/ 935582 w 15732060"/>
              <a:gd name="connsiteY1850" fmla="*/ 2398357 h 8839200"/>
              <a:gd name="connsiteX1851" fmla="*/ 1728496 w 15732060"/>
              <a:gd name="connsiteY1851" fmla="*/ 3191271 h 8839200"/>
              <a:gd name="connsiteX1852" fmla="*/ 3514060 w 15732060"/>
              <a:gd name="connsiteY1852" fmla="*/ 3191271 h 8839200"/>
              <a:gd name="connsiteX1853" fmla="*/ 3938776 w 15732060"/>
              <a:gd name="connsiteY1853" fmla="*/ 3615987 h 8839200"/>
              <a:gd name="connsiteX1854" fmla="*/ 4752542 w 15732060"/>
              <a:gd name="connsiteY1854" fmla="*/ 3615987 h 8839200"/>
              <a:gd name="connsiteX1855" fmla="*/ 5081230 w 15732060"/>
              <a:gd name="connsiteY1855" fmla="*/ 3944675 h 8839200"/>
              <a:gd name="connsiteX1856" fmla="*/ 6690103 w 15732060"/>
              <a:gd name="connsiteY1856" fmla="*/ 3944675 h 8839200"/>
              <a:gd name="connsiteX1857" fmla="*/ 6690103 w 15732060"/>
              <a:gd name="connsiteY1857" fmla="*/ 3939737 h 8839200"/>
              <a:gd name="connsiteX1858" fmla="*/ 5082876 w 15732060"/>
              <a:gd name="connsiteY1858" fmla="*/ 3939737 h 8839200"/>
              <a:gd name="connsiteX1859" fmla="*/ 4754188 w 15732060"/>
              <a:gd name="connsiteY1859" fmla="*/ 3611049 h 8839200"/>
              <a:gd name="connsiteX1860" fmla="*/ 3940422 w 15732060"/>
              <a:gd name="connsiteY1860" fmla="*/ 3611049 h 8839200"/>
              <a:gd name="connsiteX1861" fmla="*/ 3515706 w 15732060"/>
              <a:gd name="connsiteY1861" fmla="*/ 3186331 h 8839200"/>
              <a:gd name="connsiteX1862" fmla="*/ 3515706 w 15732060"/>
              <a:gd name="connsiteY1862" fmla="*/ 3186881 h 8839200"/>
              <a:gd name="connsiteX1863" fmla="*/ 1730142 w 15732060"/>
              <a:gd name="connsiteY1863" fmla="*/ 3186881 h 8839200"/>
              <a:gd name="connsiteX1864" fmla="*/ 937228 w 15732060"/>
              <a:gd name="connsiteY1864" fmla="*/ 2393968 h 8839200"/>
              <a:gd name="connsiteX1865" fmla="*/ 96026 w 15732060"/>
              <a:gd name="connsiteY1865" fmla="*/ 2393968 h 8839200"/>
              <a:gd name="connsiteX1866" fmla="*/ 77370 w 15732060"/>
              <a:gd name="connsiteY1866" fmla="*/ 2377506 h 8839200"/>
              <a:gd name="connsiteX1867" fmla="*/ 12415254 w 15732060"/>
              <a:gd name="connsiteY1867" fmla="*/ 2285761 h 8839200"/>
              <a:gd name="connsiteX1868" fmla="*/ 12414993 w 15732060"/>
              <a:gd name="connsiteY1868" fmla="*/ 2285868 h 8839200"/>
              <a:gd name="connsiteX1869" fmla="*/ 12415540 w 15732060"/>
              <a:gd name="connsiteY1869" fmla="*/ 2285868 h 8839200"/>
              <a:gd name="connsiteX1870" fmla="*/ 12414993 w 15732060"/>
              <a:gd name="connsiteY1870" fmla="*/ 2248554 h 8839200"/>
              <a:gd name="connsiteX1871" fmla="*/ 12396335 w 15732060"/>
              <a:gd name="connsiteY1871" fmla="*/ 2265017 h 8839200"/>
              <a:gd name="connsiteX1872" fmla="*/ 11202302 w 15732060"/>
              <a:gd name="connsiteY1872" fmla="*/ 2265017 h 8839200"/>
              <a:gd name="connsiteX1873" fmla="*/ 11135905 w 15732060"/>
              <a:gd name="connsiteY1873" fmla="*/ 2331412 h 8839200"/>
              <a:gd name="connsiteX1874" fmla="*/ 11111212 w 15732060"/>
              <a:gd name="connsiteY1874" fmla="*/ 2333059 h 8839200"/>
              <a:gd name="connsiteX1875" fmla="*/ 11111212 w 15732060"/>
              <a:gd name="connsiteY1875" fmla="*/ 2359398 h 8839200"/>
              <a:gd name="connsiteX1876" fmla="*/ 11137551 w 15732060"/>
              <a:gd name="connsiteY1876" fmla="*/ 2359398 h 8839200"/>
              <a:gd name="connsiteX1877" fmla="*/ 11139198 w 15732060"/>
              <a:gd name="connsiteY1877" fmla="*/ 2334705 h 8839200"/>
              <a:gd name="connsiteX1878" fmla="*/ 11204496 w 15732060"/>
              <a:gd name="connsiteY1878" fmla="*/ 2269406 h 8839200"/>
              <a:gd name="connsiteX1879" fmla="*/ 12396885 w 15732060"/>
              <a:gd name="connsiteY1879" fmla="*/ 2269406 h 8839200"/>
              <a:gd name="connsiteX1880" fmla="*/ 12402921 w 15732060"/>
              <a:gd name="connsiteY1880" fmla="*/ 2281135 h 8839200"/>
              <a:gd name="connsiteX1881" fmla="*/ 12415254 w 15732060"/>
              <a:gd name="connsiteY1881" fmla="*/ 2285761 h 8839200"/>
              <a:gd name="connsiteX1882" fmla="*/ 12428230 w 15732060"/>
              <a:gd name="connsiteY1882" fmla="*/ 2280449 h 8839200"/>
              <a:gd name="connsiteX1883" fmla="*/ 12433649 w 15732060"/>
              <a:gd name="connsiteY1883" fmla="*/ 2267211 h 8839200"/>
              <a:gd name="connsiteX1884" fmla="*/ 12414993 w 15732060"/>
              <a:gd name="connsiteY1884" fmla="*/ 2248554 h 8839200"/>
              <a:gd name="connsiteX1885" fmla="*/ 3602405 w 15732060"/>
              <a:gd name="connsiteY1885" fmla="*/ 1914516 h 8839200"/>
              <a:gd name="connsiteX1886" fmla="*/ 3589235 w 15732060"/>
              <a:gd name="connsiteY1886" fmla="*/ 1919866 h 8839200"/>
              <a:gd name="connsiteX1887" fmla="*/ 3589235 w 15732060"/>
              <a:gd name="connsiteY1887" fmla="*/ 1946205 h 8839200"/>
              <a:gd name="connsiteX1888" fmla="*/ 3613928 w 15732060"/>
              <a:gd name="connsiteY1888" fmla="*/ 1947850 h 8839200"/>
              <a:gd name="connsiteX1889" fmla="*/ 3759891 w 15732060"/>
              <a:gd name="connsiteY1889" fmla="*/ 2093813 h 8839200"/>
              <a:gd name="connsiteX1890" fmla="*/ 3985967 w 15732060"/>
              <a:gd name="connsiteY1890" fmla="*/ 2093813 h 8839200"/>
              <a:gd name="connsiteX1891" fmla="*/ 4367334 w 15732060"/>
              <a:gd name="connsiteY1891" fmla="*/ 2475180 h 8839200"/>
              <a:gd name="connsiteX1892" fmla="*/ 4368980 w 15732060"/>
              <a:gd name="connsiteY1892" fmla="*/ 2499872 h 8839200"/>
              <a:gd name="connsiteX1893" fmla="*/ 4395319 w 15732060"/>
              <a:gd name="connsiteY1893" fmla="*/ 2499872 h 8839200"/>
              <a:gd name="connsiteX1894" fmla="*/ 4395319 w 15732060"/>
              <a:gd name="connsiteY1894" fmla="*/ 2473533 h 8839200"/>
              <a:gd name="connsiteX1895" fmla="*/ 4370626 w 15732060"/>
              <a:gd name="connsiteY1895" fmla="*/ 2471887 h 8839200"/>
              <a:gd name="connsiteX1896" fmla="*/ 3987613 w 15732060"/>
              <a:gd name="connsiteY1896" fmla="*/ 2088874 h 8839200"/>
              <a:gd name="connsiteX1897" fmla="*/ 3761536 w 15732060"/>
              <a:gd name="connsiteY1897" fmla="*/ 2088874 h 8839200"/>
              <a:gd name="connsiteX1898" fmla="*/ 3617221 w 15732060"/>
              <a:gd name="connsiteY1898" fmla="*/ 1944558 h 8839200"/>
              <a:gd name="connsiteX1899" fmla="*/ 3615574 w 15732060"/>
              <a:gd name="connsiteY1899" fmla="*/ 1919866 h 8839200"/>
              <a:gd name="connsiteX1900" fmla="*/ 3602405 w 15732060"/>
              <a:gd name="connsiteY1900" fmla="*/ 1914516 h 8839200"/>
              <a:gd name="connsiteX1901" fmla="*/ 15702977 w 15732060"/>
              <a:gd name="connsiteY1901" fmla="*/ 1721226 h 8839200"/>
              <a:gd name="connsiteX1902" fmla="*/ 15684320 w 15732060"/>
              <a:gd name="connsiteY1902" fmla="*/ 1737688 h 8839200"/>
              <a:gd name="connsiteX1903" fmla="*/ 15352887 w 15732060"/>
              <a:gd name="connsiteY1903" fmla="*/ 1737688 h 8839200"/>
              <a:gd name="connsiteX1904" fmla="*/ 13998624 w 15732060"/>
              <a:gd name="connsiteY1904" fmla="*/ 3091951 h 8839200"/>
              <a:gd name="connsiteX1905" fmla="*/ 13998624 w 15732060"/>
              <a:gd name="connsiteY1905" fmla="*/ 3091402 h 8839200"/>
              <a:gd name="connsiteX1906" fmla="*/ 12688260 w 15732060"/>
              <a:gd name="connsiteY1906" fmla="*/ 3091402 h 8839200"/>
              <a:gd name="connsiteX1907" fmla="*/ 12532421 w 15732060"/>
              <a:gd name="connsiteY1907" fmla="*/ 3247241 h 8839200"/>
              <a:gd name="connsiteX1908" fmla="*/ 11067863 w 15732060"/>
              <a:gd name="connsiteY1908" fmla="*/ 3247241 h 8839200"/>
              <a:gd name="connsiteX1909" fmla="*/ 10414875 w 15732060"/>
              <a:gd name="connsiteY1909" fmla="*/ 3900228 h 8839200"/>
              <a:gd name="connsiteX1910" fmla="*/ 10259037 w 15732060"/>
              <a:gd name="connsiteY1910" fmla="*/ 3900228 h 8839200"/>
              <a:gd name="connsiteX1911" fmla="*/ 10101551 w 15732060"/>
              <a:gd name="connsiteY1911" fmla="*/ 4057714 h 8839200"/>
              <a:gd name="connsiteX1912" fmla="*/ 9039760 w 15732060"/>
              <a:gd name="connsiteY1912" fmla="*/ 4057714 h 8839200"/>
              <a:gd name="connsiteX1913" fmla="*/ 9039760 w 15732060"/>
              <a:gd name="connsiteY1913" fmla="*/ 4062653 h 8839200"/>
              <a:gd name="connsiteX1914" fmla="*/ 10103746 w 15732060"/>
              <a:gd name="connsiteY1914" fmla="*/ 4062653 h 8839200"/>
              <a:gd name="connsiteX1915" fmla="*/ 10261232 w 15732060"/>
              <a:gd name="connsiteY1915" fmla="*/ 3905167 h 8839200"/>
              <a:gd name="connsiteX1916" fmla="*/ 10417070 w 15732060"/>
              <a:gd name="connsiteY1916" fmla="*/ 3905167 h 8839200"/>
              <a:gd name="connsiteX1917" fmla="*/ 11070058 w 15732060"/>
              <a:gd name="connsiteY1917" fmla="*/ 3252180 h 8839200"/>
              <a:gd name="connsiteX1918" fmla="*/ 12534616 w 15732060"/>
              <a:gd name="connsiteY1918" fmla="*/ 3252180 h 8839200"/>
              <a:gd name="connsiteX1919" fmla="*/ 12690455 w 15732060"/>
              <a:gd name="connsiteY1919" fmla="*/ 3096341 h 8839200"/>
              <a:gd name="connsiteX1920" fmla="*/ 14000819 w 15732060"/>
              <a:gd name="connsiteY1920" fmla="*/ 3096341 h 8839200"/>
              <a:gd name="connsiteX1921" fmla="*/ 15355083 w 15732060"/>
              <a:gd name="connsiteY1921" fmla="*/ 1742078 h 8839200"/>
              <a:gd name="connsiteX1922" fmla="*/ 15684320 w 15732060"/>
              <a:gd name="connsiteY1922" fmla="*/ 1742078 h 8839200"/>
              <a:gd name="connsiteX1923" fmla="*/ 15702977 w 15732060"/>
              <a:gd name="connsiteY1923" fmla="*/ 1758539 h 8839200"/>
              <a:gd name="connsiteX1924" fmla="*/ 15721633 w 15732060"/>
              <a:gd name="connsiteY1924" fmla="*/ 1739882 h 8839200"/>
              <a:gd name="connsiteX1925" fmla="*/ 15702977 w 15732060"/>
              <a:gd name="connsiteY1925" fmla="*/ 1721226 h 8839200"/>
              <a:gd name="connsiteX1926" fmla="*/ 12427065 w 15732060"/>
              <a:gd name="connsiteY1926" fmla="*/ 1718071 h 8839200"/>
              <a:gd name="connsiteX1927" fmla="*/ 12413896 w 15732060"/>
              <a:gd name="connsiteY1927" fmla="*/ 1723421 h 8839200"/>
              <a:gd name="connsiteX1928" fmla="*/ 12412249 w 15732060"/>
              <a:gd name="connsiteY1928" fmla="*/ 1748113 h 8839200"/>
              <a:gd name="connsiteX1929" fmla="*/ 12160931 w 15732060"/>
              <a:gd name="connsiteY1929" fmla="*/ 1999431 h 8839200"/>
              <a:gd name="connsiteX1930" fmla="*/ 10934521 w 15732060"/>
              <a:gd name="connsiteY1930" fmla="*/ 1999431 h 8839200"/>
              <a:gd name="connsiteX1931" fmla="*/ 10934521 w 15732060"/>
              <a:gd name="connsiteY1931" fmla="*/ 1998883 h 8839200"/>
              <a:gd name="connsiteX1932" fmla="*/ 10088382 w 15732060"/>
              <a:gd name="connsiteY1932" fmla="*/ 2845023 h 8839200"/>
              <a:gd name="connsiteX1933" fmla="*/ 10087833 w 15732060"/>
              <a:gd name="connsiteY1933" fmla="*/ 2845023 h 8839200"/>
              <a:gd name="connsiteX1934" fmla="*/ 10087833 w 15732060"/>
              <a:gd name="connsiteY1934" fmla="*/ 3320222 h 8839200"/>
              <a:gd name="connsiteX1935" fmla="*/ 9699333 w 15732060"/>
              <a:gd name="connsiteY1935" fmla="*/ 3708721 h 8839200"/>
              <a:gd name="connsiteX1936" fmla="*/ 8995314 w 15732060"/>
              <a:gd name="connsiteY1936" fmla="*/ 3708721 h 8839200"/>
              <a:gd name="connsiteX1937" fmla="*/ 8995314 w 15732060"/>
              <a:gd name="connsiteY1937" fmla="*/ 3713661 h 8839200"/>
              <a:gd name="connsiteX1938" fmla="*/ 9701528 w 15732060"/>
              <a:gd name="connsiteY1938" fmla="*/ 3713661 h 8839200"/>
              <a:gd name="connsiteX1939" fmla="*/ 10092222 w 15732060"/>
              <a:gd name="connsiteY1939" fmla="*/ 3322966 h 8839200"/>
              <a:gd name="connsiteX1940" fmla="*/ 10092771 w 15732060"/>
              <a:gd name="connsiteY1940" fmla="*/ 3322966 h 8839200"/>
              <a:gd name="connsiteX1941" fmla="*/ 10092771 w 15732060"/>
              <a:gd name="connsiteY1941" fmla="*/ 2847767 h 8839200"/>
              <a:gd name="connsiteX1942" fmla="*/ 10936717 w 15732060"/>
              <a:gd name="connsiteY1942" fmla="*/ 2003821 h 8839200"/>
              <a:gd name="connsiteX1943" fmla="*/ 12163125 w 15732060"/>
              <a:gd name="connsiteY1943" fmla="*/ 2003821 h 8839200"/>
              <a:gd name="connsiteX1944" fmla="*/ 12415540 w 15732060"/>
              <a:gd name="connsiteY1944" fmla="*/ 1751406 h 8839200"/>
              <a:gd name="connsiteX1945" fmla="*/ 12440234 w 15732060"/>
              <a:gd name="connsiteY1945" fmla="*/ 1749760 h 8839200"/>
              <a:gd name="connsiteX1946" fmla="*/ 12440234 w 15732060"/>
              <a:gd name="connsiteY1946" fmla="*/ 1723421 h 8839200"/>
              <a:gd name="connsiteX1947" fmla="*/ 12427065 w 15732060"/>
              <a:gd name="connsiteY1947" fmla="*/ 1718071 h 8839200"/>
              <a:gd name="connsiteX1948" fmla="*/ 3845149 w 15732060"/>
              <a:gd name="connsiteY1948" fmla="*/ 1685353 h 8839200"/>
              <a:gd name="connsiteX1949" fmla="*/ 3831774 w 15732060"/>
              <a:gd name="connsiteY1949" fmla="*/ 1690497 h 8839200"/>
              <a:gd name="connsiteX1950" fmla="*/ 3831774 w 15732060"/>
              <a:gd name="connsiteY1950" fmla="*/ 1716836 h 8839200"/>
              <a:gd name="connsiteX1951" fmla="*/ 3856466 w 15732060"/>
              <a:gd name="connsiteY1951" fmla="*/ 1718482 h 8839200"/>
              <a:gd name="connsiteX1952" fmla="*/ 4202166 w 15732060"/>
              <a:gd name="connsiteY1952" fmla="*/ 2064181 h 8839200"/>
              <a:gd name="connsiteX1953" fmla="*/ 4745408 w 15732060"/>
              <a:gd name="connsiteY1953" fmla="*/ 2064181 h 8839200"/>
              <a:gd name="connsiteX1954" fmla="*/ 5736961 w 15732060"/>
              <a:gd name="connsiteY1954" fmla="*/ 3055735 h 8839200"/>
              <a:gd name="connsiteX1955" fmla="*/ 5738606 w 15732060"/>
              <a:gd name="connsiteY1955" fmla="*/ 3080427 h 8839200"/>
              <a:gd name="connsiteX1956" fmla="*/ 5764946 w 15732060"/>
              <a:gd name="connsiteY1956" fmla="*/ 3080427 h 8839200"/>
              <a:gd name="connsiteX1957" fmla="*/ 5764946 w 15732060"/>
              <a:gd name="connsiteY1957" fmla="*/ 3054088 h 8839200"/>
              <a:gd name="connsiteX1958" fmla="*/ 5740254 w 15732060"/>
              <a:gd name="connsiteY1958" fmla="*/ 3052442 h 8839200"/>
              <a:gd name="connsiteX1959" fmla="*/ 4747054 w 15732060"/>
              <a:gd name="connsiteY1959" fmla="*/ 2059243 h 8839200"/>
              <a:gd name="connsiteX1960" fmla="*/ 4203812 w 15732060"/>
              <a:gd name="connsiteY1960" fmla="*/ 2059243 h 8839200"/>
              <a:gd name="connsiteX1961" fmla="*/ 3859759 w 15732060"/>
              <a:gd name="connsiteY1961" fmla="*/ 1715189 h 8839200"/>
              <a:gd name="connsiteX1962" fmla="*/ 3858113 w 15732060"/>
              <a:gd name="connsiteY1962" fmla="*/ 1690497 h 8839200"/>
              <a:gd name="connsiteX1963" fmla="*/ 3845149 w 15732060"/>
              <a:gd name="connsiteY1963" fmla="*/ 1685353 h 8839200"/>
              <a:gd name="connsiteX1964" fmla="*/ 13497086 w 15732060"/>
              <a:gd name="connsiteY1964" fmla="*/ 1506124 h 8839200"/>
              <a:gd name="connsiteX1965" fmla="*/ 13478430 w 15732060"/>
              <a:gd name="connsiteY1965" fmla="*/ 1522586 h 8839200"/>
              <a:gd name="connsiteX1966" fmla="*/ 12637776 w 15732060"/>
              <a:gd name="connsiteY1966" fmla="*/ 1522586 h 8839200"/>
              <a:gd name="connsiteX1967" fmla="*/ 12571381 w 15732060"/>
              <a:gd name="connsiteY1967" fmla="*/ 1588982 h 8839200"/>
              <a:gd name="connsiteX1968" fmla="*/ 12546688 w 15732060"/>
              <a:gd name="connsiteY1968" fmla="*/ 1590628 h 8839200"/>
              <a:gd name="connsiteX1969" fmla="*/ 12546688 w 15732060"/>
              <a:gd name="connsiteY1969" fmla="*/ 1616967 h 8839200"/>
              <a:gd name="connsiteX1970" fmla="*/ 12573027 w 15732060"/>
              <a:gd name="connsiteY1970" fmla="*/ 1616967 h 8839200"/>
              <a:gd name="connsiteX1971" fmla="*/ 12574673 w 15732060"/>
              <a:gd name="connsiteY1971" fmla="*/ 1592275 h 8839200"/>
              <a:gd name="connsiteX1972" fmla="*/ 12639972 w 15732060"/>
              <a:gd name="connsiteY1972" fmla="*/ 1526976 h 8839200"/>
              <a:gd name="connsiteX1973" fmla="*/ 13478430 w 15732060"/>
              <a:gd name="connsiteY1973" fmla="*/ 1526976 h 8839200"/>
              <a:gd name="connsiteX1974" fmla="*/ 13497086 w 15732060"/>
              <a:gd name="connsiteY1974" fmla="*/ 1543438 h 8839200"/>
              <a:gd name="connsiteX1975" fmla="*/ 13515743 w 15732060"/>
              <a:gd name="connsiteY1975" fmla="*/ 1524781 h 8839200"/>
              <a:gd name="connsiteX1976" fmla="*/ 13497086 w 15732060"/>
              <a:gd name="connsiteY1976" fmla="*/ 1506124 h 8839200"/>
              <a:gd name="connsiteX1977" fmla="*/ 6641266 w 15732060"/>
              <a:gd name="connsiteY1977" fmla="*/ 1485410 h 8839200"/>
              <a:gd name="connsiteX1978" fmla="*/ 6628097 w 15732060"/>
              <a:gd name="connsiteY1978" fmla="*/ 1490760 h 8839200"/>
              <a:gd name="connsiteX1979" fmla="*/ 6628097 w 15732060"/>
              <a:gd name="connsiteY1979" fmla="*/ 1517099 h 8839200"/>
              <a:gd name="connsiteX1980" fmla="*/ 6652789 w 15732060"/>
              <a:gd name="connsiteY1980" fmla="*/ 1518744 h 8839200"/>
              <a:gd name="connsiteX1981" fmla="*/ 6797106 w 15732060"/>
              <a:gd name="connsiteY1981" fmla="*/ 1663061 h 8839200"/>
              <a:gd name="connsiteX1982" fmla="*/ 6797106 w 15732060"/>
              <a:gd name="connsiteY1982" fmla="*/ 1889137 h 8839200"/>
              <a:gd name="connsiteX1983" fmla="*/ 7180118 w 15732060"/>
              <a:gd name="connsiteY1983" fmla="*/ 2272150 h 8839200"/>
              <a:gd name="connsiteX1984" fmla="*/ 7181764 w 15732060"/>
              <a:gd name="connsiteY1984" fmla="*/ 2296842 h 8839200"/>
              <a:gd name="connsiteX1985" fmla="*/ 7208103 w 15732060"/>
              <a:gd name="connsiteY1985" fmla="*/ 2296842 h 8839200"/>
              <a:gd name="connsiteX1986" fmla="*/ 7208103 w 15732060"/>
              <a:gd name="connsiteY1986" fmla="*/ 2270503 h 8839200"/>
              <a:gd name="connsiteX1987" fmla="*/ 7183411 w 15732060"/>
              <a:gd name="connsiteY1987" fmla="*/ 2268858 h 8839200"/>
              <a:gd name="connsiteX1988" fmla="*/ 6802044 w 15732060"/>
              <a:gd name="connsiteY1988" fmla="*/ 1887490 h 8839200"/>
              <a:gd name="connsiteX1989" fmla="*/ 6802044 w 15732060"/>
              <a:gd name="connsiteY1989" fmla="*/ 1661414 h 8839200"/>
              <a:gd name="connsiteX1990" fmla="*/ 6656082 w 15732060"/>
              <a:gd name="connsiteY1990" fmla="*/ 1515452 h 8839200"/>
              <a:gd name="connsiteX1991" fmla="*/ 6654436 w 15732060"/>
              <a:gd name="connsiteY1991" fmla="*/ 1490760 h 8839200"/>
              <a:gd name="connsiteX1992" fmla="*/ 6641266 w 15732060"/>
              <a:gd name="connsiteY1992" fmla="*/ 1485410 h 8839200"/>
              <a:gd name="connsiteX1993" fmla="*/ 33472 w 15732060"/>
              <a:gd name="connsiteY1993" fmla="*/ 1395830 h 8839200"/>
              <a:gd name="connsiteX1994" fmla="*/ 14814 w 15732060"/>
              <a:gd name="connsiteY1994" fmla="*/ 1414487 h 8839200"/>
              <a:gd name="connsiteX1995" fmla="*/ 33472 w 15732060"/>
              <a:gd name="connsiteY1995" fmla="*/ 1433143 h 8839200"/>
              <a:gd name="connsiteX1996" fmla="*/ 52128 w 15732060"/>
              <a:gd name="connsiteY1996" fmla="*/ 1416681 h 8839200"/>
              <a:gd name="connsiteX1997" fmla="*/ 219492 w 15732060"/>
              <a:gd name="connsiteY1997" fmla="*/ 1416681 h 8839200"/>
              <a:gd name="connsiteX1998" fmla="*/ 796206 w 15732060"/>
              <a:gd name="connsiteY1998" fmla="*/ 1993396 h 8839200"/>
              <a:gd name="connsiteX1999" fmla="*/ 1512845 w 15732060"/>
              <a:gd name="connsiteY1999" fmla="*/ 1993396 h 8839200"/>
              <a:gd name="connsiteX2000" fmla="*/ 1769651 w 15732060"/>
              <a:gd name="connsiteY2000" fmla="*/ 2250201 h 8839200"/>
              <a:gd name="connsiteX2001" fmla="*/ 2471474 w 15732060"/>
              <a:gd name="connsiteY2001" fmla="*/ 2250201 h 8839200"/>
              <a:gd name="connsiteX2002" fmla="*/ 3019655 w 15732060"/>
              <a:gd name="connsiteY2002" fmla="*/ 2798381 h 8839200"/>
              <a:gd name="connsiteX2003" fmla="*/ 3422422 w 15732060"/>
              <a:gd name="connsiteY2003" fmla="*/ 2798381 h 8839200"/>
              <a:gd name="connsiteX2004" fmla="*/ 3441079 w 15732060"/>
              <a:gd name="connsiteY2004" fmla="*/ 2814843 h 8839200"/>
              <a:gd name="connsiteX2005" fmla="*/ 3459736 w 15732060"/>
              <a:gd name="connsiteY2005" fmla="*/ 2796186 h 8839200"/>
              <a:gd name="connsiteX2006" fmla="*/ 3454317 w 15732060"/>
              <a:gd name="connsiteY2006" fmla="*/ 2782948 h 8839200"/>
              <a:gd name="connsiteX2007" fmla="*/ 3441344 w 15732060"/>
              <a:gd name="connsiteY2007" fmla="*/ 2777637 h 8839200"/>
              <a:gd name="connsiteX2008" fmla="*/ 3429212 w 15732060"/>
              <a:gd name="connsiteY2008" fmla="*/ 2782262 h 8839200"/>
              <a:gd name="connsiteX2009" fmla="*/ 3422971 w 15732060"/>
              <a:gd name="connsiteY2009" fmla="*/ 2793991 h 8839200"/>
              <a:gd name="connsiteX2010" fmla="*/ 3021849 w 15732060"/>
              <a:gd name="connsiteY2010" fmla="*/ 2793991 h 8839200"/>
              <a:gd name="connsiteX2011" fmla="*/ 2473670 w 15732060"/>
              <a:gd name="connsiteY2011" fmla="*/ 2245811 h 8839200"/>
              <a:gd name="connsiteX2012" fmla="*/ 1771845 w 15732060"/>
              <a:gd name="connsiteY2012" fmla="*/ 2245811 h 8839200"/>
              <a:gd name="connsiteX2013" fmla="*/ 1515040 w 15732060"/>
              <a:gd name="connsiteY2013" fmla="*/ 1989005 h 8839200"/>
              <a:gd name="connsiteX2014" fmla="*/ 798400 w 15732060"/>
              <a:gd name="connsiteY2014" fmla="*/ 1989005 h 8839200"/>
              <a:gd name="connsiteX2015" fmla="*/ 221686 w 15732060"/>
              <a:gd name="connsiteY2015" fmla="*/ 1412291 h 8839200"/>
              <a:gd name="connsiteX2016" fmla="*/ 52128 w 15732060"/>
              <a:gd name="connsiteY2016" fmla="*/ 1412291 h 8839200"/>
              <a:gd name="connsiteX2017" fmla="*/ 33472 w 15732060"/>
              <a:gd name="connsiteY2017" fmla="*/ 1395830 h 8839200"/>
              <a:gd name="connsiteX2018" fmla="*/ 9174747 w 15732060"/>
              <a:gd name="connsiteY2018" fmla="*/ 1151234 h 8839200"/>
              <a:gd name="connsiteX2019" fmla="*/ 9161578 w 15732060"/>
              <a:gd name="connsiteY2019" fmla="*/ 1156584 h 8839200"/>
              <a:gd name="connsiteX2020" fmla="*/ 9159932 w 15732060"/>
              <a:gd name="connsiteY2020" fmla="*/ 1181277 h 8839200"/>
              <a:gd name="connsiteX2021" fmla="*/ 8988180 w 15732060"/>
              <a:gd name="connsiteY2021" fmla="*/ 1353028 h 8839200"/>
              <a:gd name="connsiteX2022" fmla="*/ 8987631 w 15732060"/>
              <a:gd name="connsiteY2022" fmla="*/ 1353028 h 8839200"/>
              <a:gd name="connsiteX2023" fmla="*/ 8987631 w 15732060"/>
              <a:gd name="connsiteY2023" fmla="*/ 1353577 h 8839200"/>
              <a:gd name="connsiteX2024" fmla="*/ 8987631 w 15732060"/>
              <a:gd name="connsiteY2024" fmla="*/ 2131126 h 8839200"/>
              <a:gd name="connsiteX2025" fmla="*/ 8971169 w 15732060"/>
              <a:gd name="connsiteY2025" fmla="*/ 2149783 h 8839200"/>
              <a:gd name="connsiteX2026" fmla="*/ 8989826 w 15732060"/>
              <a:gd name="connsiteY2026" fmla="*/ 2168440 h 8839200"/>
              <a:gd name="connsiteX2027" fmla="*/ 9008483 w 15732060"/>
              <a:gd name="connsiteY2027" fmla="*/ 2149783 h 8839200"/>
              <a:gd name="connsiteX2028" fmla="*/ 8992021 w 15732060"/>
              <a:gd name="connsiteY2028" fmla="*/ 2131126 h 8839200"/>
              <a:gd name="connsiteX2029" fmla="*/ 8992021 w 15732060"/>
              <a:gd name="connsiteY2029" fmla="*/ 1355772 h 8839200"/>
              <a:gd name="connsiteX2030" fmla="*/ 9163224 w 15732060"/>
              <a:gd name="connsiteY2030" fmla="*/ 1184568 h 8839200"/>
              <a:gd name="connsiteX2031" fmla="*/ 9187917 w 15732060"/>
              <a:gd name="connsiteY2031" fmla="*/ 1182923 h 8839200"/>
              <a:gd name="connsiteX2032" fmla="*/ 9187917 w 15732060"/>
              <a:gd name="connsiteY2032" fmla="*/ 1156584 h 8839200"/>
              <a:gd name="connsiteX2033" fmla="*/ 9174747 w 15732060"/>
              <a:gd name="connsiteY2033" fmla="*/ 1151234 h 8839200"/>
              <a:gd name="connsiteX2034" fmla="*/ 15646457 w 15732060"/>
              <a:gd name="connsiteY2034" fmla="*/ 1093480 h 8839200"/>
              <a:gd name="connsiteX2035" fmla="*/ 15627801 w 15732060"/>
              <a:gd name="connsiteY2035" fmla="*/ 1109942 h 8839200"/>
              <a:gd name="connsiteX2036" fmla="*/ 15261799 w 15732060"/>
              <a:gd name="connsiteY2036" fmla="*/ 1109942 h 8839200"/>
              <a:gd name="connsiteX2037" fmla="*/ 14370115 w 15732060"/>
              <a:gd name="connsiteY2037" fmla="*/ 2001627 h 8839200"/>
              <a:gd name="connsiteX2038" fmla="*/ 12913787 w 15732060"/>
              <a:gd name="connsiteY2038" fmla="*/ 2001627 h 8839200"/>
              <a:gd name="connsiteX2039" fmla="*/ 12637776 w 15732060"/>
              <a:gd name="connsiteY2039" fmla="*/ 2277637 h 8839200"/>
              <a:gd name="connsiteX2040" fmla="*/ 12613083 w 15732060"/>
              <a:gd name="connsiteY2040" fmla="*/ 2279283 h 8839200"/>
              <a:gd name="connsiteX2041" fmla="*/ 12613083 w 15732060"/>
              <a:gd name="connsiteY2041" fmla="*/ 2305623 h 8839200"/>
              <a:gd name="connsiteX2042" fmla="*/ 12639422 w 15732060"/>
              <a:gd name="connsiteY2042" fmla="*/ 2305623 h 8839200"/>
              <a:gd name="connsiteX2043" fmla="*/ 12641069 w 15732060"/>
              <a:gd name="connsiteY2043" fmla="*/ 2280929 h 8839200"/>
              <a:gd name="connsiteX2044" fmla="*/ 12915982 w 15732060"/>
              <a:gd name="connsiteY2044" fmla="*/ 2006016 h 8839200"/>
              <a:gd name="connsiteX2045" fmla="*/ 14372309 w 15732060"/>
              <a:gd name="connsiteY2045" fmla="*/ 2006016 h 8839200"/>
              <a:gd name="connsiteX2046" fmla="*/ 15263994 w 15732060"/>
              <a:gd name="connsiteY2046" fmla="*/ 1114332 h 8839200"/>
              <a:gd name="connsiteX2047" fmla="*/ 15627801 w 15732060"/>
              <a:gd name="connsiteY2047" fmla="*/ 1114332 h 8839200"/>
              <a:gd name="connsiteX2048" fmla="*/ 15646457 w 15732060"/>
              <a:gd name="connsiteY2048" fmla="*/ 1130793 h 8839200"/>
              <a:gd name="connsiteX2049" fmla="*/ 15665115 w 15732060"/>
              <a:gd name="connsiteY2049" fmla="*/ 1112137 h 8839200"/>
              <a:gd name="connsiteX2050" fmla="*/ 15646457 w 15732060"/>
              <a:gd name="connsiteY2050" fmla="*/ 1093480 h 8839200"/>
              <a:gd name="connsiteX2051" fmla="*/ 10528462 w 15732060"/>
              <a:gd name="connsiteY2051" fmla="*/ 910342 h 8839200"/>
              <a:gd name="connsiteX2052" fmla="*/ 10515293 w 15732060"/>
              <a:gd name="connsiteY2052" fmla="*/ 915692 h 8839200"/>
              <a:gd name="connsiteX2053" fmla="*/ 10513647 w 15732060"/>
              <a:gd name="connsiteY2053" fmla="*/ 940385 h 8839200"/>
              <a:gd name="connsiteX2054" fmla="*/ 10258488 w 15732060"/>
              <a:gd name="connsiteY2054" fmla="*/ 1195543 h 8839200"/>
              <a:gd name="connsiteX2055" fmla="*/ 10258488 w 15732060"/>
              <a:gd name="connsiteY2055" fmla="*/ 1450154 h 8839200"/>
              <a:gd name="connsiteX2056" fmla="*/ 9748718 w 15732060"/>
              <a:gd name="connsiteY2056" fmla="*/ 1959923 h 8839200"/>
              <a:gd name="connsiteX2057" fmla="*/ 9724026 w 15732060"/>
              <a:gd name="connsiteY2057" fmla="*/ 1961569 h 8839200"/>
              <a:gd name="connsiteX2058" fmla="*/ 9724026 w 15732060"/>
              <a:gd name="connsiteY2058" fmla="*/ 1987908 h 8839200"/>
              <a:gd name="connsiteX2059" fmla="*/ 9750364 w 15732060"/>
              <a:gd name="connsiteY2059" fmla="*/ 1987908 h 8839200"/>
              <a:gd name="connsiteX2060" fmla="*/ 9752011 w 15732060"/>
              <a:gd name="connsiteY2060" fmla="*/ 1963215 h 8839200"/>
              <a:gd name="connsiteX2061" fmla="*/ 10262329 w 15732060"/>
              <a:gd name="connsiteY2061" fmla="*/ 1452897 h 8839200"/>
              <a:gd name="connsiteX2062" fmla="*/ 10262878 w 15732060"/>
              <a:gd name="connsiteY2062" fmla="*/ 1452897 h 8839200"/>
              <a:gd name="connsiteX2063" fmla="*/ 10262878 w 15732060"/>
              <a:gd name="connsiteY2063" fmla="*/ 1197738 h 8839200"/>
              <a:gd name="connsiteX2064" fmla="*/ 10516939 w 15732060"/>
              <a:gd name="connsiteY2064" fmla="*/ 943676 h 8839200"/>
              <a:gd name="connsiteX2065" fmla="*/ 10541632 w 15732060"/>
              <a:gd name="connsiteY2065" fmla="*/ 942031 h 8839200"/>
              <a:gd name="connsiteX2066" fmla="*/ 10541632 w 15732060"/>
              <a:gd name="connsiteY2066" fmla="*/ 915692 h 8839200"/>
              <a:gd name="connsiteX2067" fmla="*/ 10528462 w 15732060"/>
              <a:gd name="connsiteY2067" fmla="*/ 910342 h 8839200"/>
              <a:gd name="connsiteX2068" fmla="*/ 11855289 w 15732060"/>
              <a:gd name="connsiteY2068" fmla="*/ 888804 h 8839200"/>
              <a:gd name="connsiteX2069" fmla="*/ 11836631 w 15732060"/>
              <a:gd name="connsiteY2069" fmla="*/ 905266 h 8839200"/>
              <a:gd name="connsiteX2070" fmla="*/ 10989943 w 15732060"/>
              <a:gd name="connsiteY2070" fmla="*/ 905266 h 8839200"/>
              <a:gd name="connsiteX2071" fmla="*/ 10868674 w 15732060"/>
              <a:gd name="connsiteY2071" fmla="*/ 1026535 h 8839200"/>
              <a:gd name="connsiteX2072" fmla="*/ 10843981 w 15732060"/>
              <a:gd name="connsiteY2072" fmla="*/ 1028181 h 8839200"/>
              <a:gd name="connsiteX2073" fmla="*/ 10843981 w 15732060"/>
              <a:gd name="connsiteY2073" fmla="*/ 1054520 h 8839200"/>
              <a:gd name="connsiteX2074" fmla="*/ 10870320 w 15732060"/>
              <a:gd name="connsiteY2074" fmla="*/ 1054520 h 8839200"/>
              <a:gd name="connsiteX2075" fmla="*/ 10871966 w 15732060"/>
              <a:gd name="connsiteY2075" fmla="*/ 1029827 h 8839200"/>
              <a:gd name="connsiteX2076" fmla="*/ 10992139 w 15732060"/>
              <a:gd name="connsiteY2076" fmla="*/ 909655 h 8839200"/>
              <a:gd name="connsiteX2077" fmla="*/ 11836631 w 15732060"/>
              <a:gd name="connsiteY2077" fmla="*/ 909655 h 8839200"/>
              <a:gd name="connsiteX2078" fmla="*/ 11855289 w 15732060"/>
              <a:gd name="connsiteY2078" fmla="*/ 926118 h 8839200"/>
              <a:gd name="connsiteX2079" fmla="*/ 11873946 w 15732060"/>
              <a:gd name="connsiteY2079" fmla="*/ 907461 h 8839200"/>
              <a:gd name="connsiteX2080" fmla="*/ 11855289 w 15732060"/>
              <a:gd name="connsiteY2080" fmla="*/ 888804 h 8839200"/>
              <a:gd name="connsiteX2081" fmla="*/ 2058830 w 15732060"/>
              <a:gd name="connsiteY2081" fmla="*/ 752856 h 8839200"/>
              <a:gd name="connsiteX2082" fmla="*/ 2045661 w 15732060"/>
              <a:gd name="connsiteY2082" fmla="*/ 758206 h 8839200"/>
              <a:gd name="connsiteX2083" fmla="*/ 2045661 w 15732060"/>
              <a:gd name="connsiteY2083" fmla="*/ 784545 h 8839200"/>
              <a:gd name="connsiteX2084" fmla="*/ 2070354 w 15732060"/>
              <a:gd name="connsiteY2084" fmla="*/ 786192 h 8839200"/>
              <a:gd name="connsiteX2085" fmla="*/ 2323318 w 15732060"/>
              <a:gd name="connsiteY2085" fmla="*/ 1039156 h 8839200"/>
              <a:gd name="connsiteX2086" fmla="*/ 3025142 w 15732060"/>
              <a:gd name="connsiteY2086" fmla="*/ 1039156 h 8839200"/>
              <a:gd name="connsiteX2087" fmla="*/ 3043799 w 15732060"/>
              <a:gd name="connsiteY2087" fmla="*/ 1055617 h 8839200"/>
              <a:gd name="connsiteX2088" fmla="*/ 3062456 w 15732060"/>
              <a:gd name="connsiteY2088" fmla="*/ 1036961 h 8839200"/>
              <a:gd name="connsiteX2089" fmla="*/ 3043799 w 15732060"/>
              <a:gd name="connsiteY2089" fmla="*/ 1018304 h 8839200"/>
              <a:gd name="connsiteX2090" fmla="*/ 3025142 w 15732060"/>
              <a:gd name="connsiteY2090" fmla="*/ 1034766 h 8839200"/>
              <a:gd name="connsiteX2091" fmla="*/ 2325512 w 15732060"/>
              <a:gd name="connsiteY2091" fmla="*/ 1034766 h 8839200"/>
              <a:gd name="connsiteX2092" fmla="*/ 2073647 w 15732060"/>
              <a:gd name="connsiteY2092" fmla="*/ 782900 h 8839200"/>
              <a:gd name="connsiteX2093" fmla="*/ 2072000 w 15732060"/>
              <a:gd name="connsiteY2093" fmla="*/ 758206 h 8839200"/>
              <a:gd name="connsiteX2094" fmla="*/ 2058830 w 15732060"/>
              <a:gd name="connsiteY2094" fmla="*/ 752856 h 8839200"/>
              <a:gd name="connsiteX2095" fmla="*/ 9086952 w 15732060"/>
              <a:gd name="connsiteY2095" fmla="*/ 747780 h 8839200"/>
              <a:gd name="connsiteX2096" fmla="*/ 9068294 w 15732060"/>
              <a:gd name="connsiteY2096" fmla="*/ 766437 h 8839200"/>
              <a:gd name="connsiteX2097" fmla="*/ 9084757 w 15732060"/>
              <a:gd name="connsiteY2097" fmla="*/ 785094 h 8839200"/>
              <a:gd name="connsiteX2098" fmla="*/ 9084757 w 15732060"/>
              <a:gd name="connsiteY2098" fmla="*/ 966724 h 8839200"/>
              <a:gd name="connsiteX2099" fmla="*/ 8528345 w 15732060"/>
              <a:gd name="connsiteY2099" fmla="*/ 1523134 h 8839200"/>
              <a:gd name="connsiteX2100" fmla="*/ 8527797 w 15732060"/>
              <a:gd name="connsiteY2100" fmla="*/ 1523134 h 8839200"/>
              <a:gd name="connsiteX2101" fmla="*/ 8527248 w 15732060"/>
              <a:gd name="connsiteY2101" fmla="*/ 1523134 h 8839200"/>
              <a:gd name="connsiteX2102" fmla="*/ 8527248 w 15732060"/>
              <a:gd name="connsiteY2102" fmla="*/ 2683696 h 8839200"/>
              <a:gd name="connsiteX2103" fmla="*/ 8318730 w 15732060"/>
              <a:gd name="connsiteY2103" fmla="*/ 2892213 h 8839200"/>
              <a:gd name="connsiteX2104" fmla="*/ 8318182 w 15732060"/>
              <a:gd name="connsiteY2104" fmla="*/ 2892213 h 8839200"/>
              <a:gd name="connsiteX2105" fmla="*/ 8318182 w 15732060"/>
              <a:gd name="connsiteY2105" fmla="*/ 3225840 h 8839200"/>
              <a:gd name="connsiteX2106" fmla="*/ 8323120 w 15732060"/>
              <a:gd name="connsiteY2106" fmla="*/ 3225840 h 8839200"/>
              <a:gd name="connsiteX2107" fmla="*/ 8323120 w 15732060"/>
              <a:gd name="connsiteY2107" fmla="*/ 2894957 h 8839200"/>
              <a:gd name="connsiteX2108" fmla="*/ 8531638 w 15732060"/>
              <a:gd name="connsiteY2108" fmla="*/ 2686440 h 8839200"/>
              <a:gd name="connsiteX2109" fmla="*/ 8532186 w 15732060"/>
              <a:gd name="connsiteY2109" fmla="*/ 2686440 h 8839200"/>
              <a:gd name="connsiteX2110" fmla="*/ 8532186 w 15732060"/>
              <a:gd name="connsiteY2110" fmla="*/ 1525878 h 8839200"/>
              <a:gd name="connsiteX2111" fmla="*/ 9088598 w 15732060"/>
              <a:gd name="connsiteY2111" fmla="*/ 969467 h 8839200"/>
              <a:gd name="connsiteX2112" fmla="*/ 9089146 w 15732060"/>
              <a:gd name="connsiteY2112" fmla="*/ 969467 h 8839200"/>
              <a:gd name="connsiteX2113" fmla="*/ 9089146 w 15732060"/>
              <a:gd name="connsiteY2113" fmla="*/ 785094 h 8839200"/>
              <a:gd name="connsiteX2114" fmla="*/ 9105608 w 15732060"/>
              <a:gd name="connsiteY2114" fmla="*/ 766437 h 8839200"/>
              <a:gd name="connsiteX2115" fmla="*/ 9086952 w 15732060"/>
              <a:gd name="connsiteY2115" fmla="*/ 747780 h 8839200"/>
              <a:gd name="connsiteX2116" fmla="*/ 9961625 w 15732060"/>
              <a:gd name="connsiteY2116" fmla="*/ 705117 h 8839200"/>
              <a:gd name="connsiteX2117" fmla="*/ 9948456 w 15732060"/>
              <a:gd name="connsiteY2117" fmla="*/ 710467 h 8839200"/>
              <a:gd name="connsiteX2118" fmla="*/ 9946810 w 15732060"/>
              <a:gd name="connsiteY2118" fmla="*/ 735160 h 8839200"/>
              <a:gd name="connsiteX2119" fmla="*/ 9173650 w 15732060"/>
              <a:gd name="connsiteY2119" fmla="*/ 1508318 h 8839200"/>
              <a:gd name="connsiteX2120" fmla="*/ 9173650 w 15732060"/>
              <a:gd name="connsiteY2120" fmla="*/ 1507770 h 8839200"/>
              <a:gd name="connsiteX2121" fmla="*/ 9173102 w 15732060"/>
              <a:gd name="connsiteY2121" fmla="*/ 1507770 h 8839200"/>
              <a:gd name="connsiteX2122" fmla="*/ 9173102 w 15732060"/>
              <a:gd name="connsiteY2122" fmla="*/ 1703666 h 8839200"/>
              <a:gd name="connsiteX2123" fmla="*/ 9293273 w 15732060"/>
              <a:gd name="connsiteY2123" fmla="*/ 1823838 h 8839200"/>
              <a:gd name="connsiteX2124" fmla="*/ 9293273 w 15732060"/>
              <a:gd name="connsiteY2124" fmla="*/ 2141004 h 8839200"/>
              <a:gd name="connsiteX2125" fmla="*/ 8559074 w 15732060"/>
              <a:gd name="connsiteY2125" fmla="*/ 2875203 h 8839200"/>
              <a:gd name="connsiteX2126" fmla="*/ 8558525 w 15732060"/>
              <a:gd name="connsiteY2126" fmla="*/ 2875203 h 8839200"/>
              <a:gd name="connsiteX2127" fmla="*/ 8558525 w 15732060"/>
              <a:gd name="connsiteY2127" fmla="*/ 3232426 h 8839200"/>
              <a:gd name="connsiteX2128" fmla="*/ 8563464 w 15732060"/>
              <a:gd name="connsiteY2128" fmla="*/ 3232426 h 8839200"/>
              <a:gd name="connsiteX2129" fmla="*/ 8563464 w 15732060"/>
              <a:gd name="connsiteY2129" fmla="*/ 2877947 h 8839200"/>
              <a:gd name="connsiteX2130" fmla="*/ 9297663 w 15732060"/>
              <a:gd name="connsiteY2130" fmla="*/ 2143748 h 8839200"/>
              <a:gd name="connsiteX2131" fmla="*/ 9298212 w 15732060"/>
              <a:gd name="connsiteY2131" fmla="*/ 2143748 h 8839200"/>
              <a:gd name="connsiteX2132" fmla="*/ 9298212 w 15732060"/>
              <a:gd name="connsiteY2132" fmla="*/ 1822192 h 8839200"/>
              <a:gd name="connsiteX2133" fmla="*/ 9178041 w 15732060"/>
              <a:gd name="connsiteY2133" fmla="*/ 1702020 h 8839200"/>
              <a:gd name="connsiteX2134" fmla="*/ 9178041 w 15732060"/>
              <a:gd name="connsiteY2134" fmla="*/ 1510514 h 8839200"/>
              <a:gd name="connsiteX2135" fmla="*/ 9950101 w 15732060"/>
              <a:gd name="connsiteY2135" fmla="*/ 738452 h 8839200"/>
              <a:gd name="connsiteX2136" fmla="*/ 9974795 w 15732060"/>
              <a:gd name="connsiteY2136" fmla="*/ 736806 h 8839200"/>
              <a:gd name="connsiteX2137" fmla="*/ 9974795 w 15732060"/>
              <a:gd name="connsiteY2137" fmla="*/ 710467 h 8839200"/>
              <a:gd name="connsiteX2138" fmla="*/ 9961625 w 15732060"/>
              <a:gd name="connsiteY2138" fmla="*/ 705117 h 8839200"/>
              <a:gd name="connsiteX2139" fmla="*/ 6732354 w 15732060"/>
              <a:gd name="connsiteY2139" fmla="*/ 645717 h 8839200"/>
              <a:gd name="connsiteX2140" fmla="*/ 6713699 w 15732060"/>
              <a:gd name="connsiteY2140" fmla="*/ 664374 h 8839200"/>
              <a:gd name="connsiteX2141" fmla="*/ 6718432 w 15732060"/>
              <a:gd name="connsiteY2141" fmla="*/ 677200 h 8839200"/>
              <a:gd name="connsiteX2142" fmla="*/ 6729612 w 15732060"/>
              <a:gd name="connsiteY2142" fmla="*/ 682758 h 8839200"/>
              <a:gd name="connsiteX2143" fmla="*/ 6729612 w 15732060"/>
              <a:gd name="connsiteY2143" fmla="*/ 682482 h 8839200"/>
              <a:gd name="connsiteX2144" fmla="*/ 6730160 w 15732060"/>
              <a:gd name="connsiteY2144" fmla="*/ 683030 h 8839200"/>
              <a:gd name="connsiteX2145" fmla="*/ 6729612 w 15732060"/>
              <a:gd name="connsiteY2145" fmla="*/ 682758 h 8839200"/>
              <a:gd name="connsiteX2146" fmla="*/ 6729612 w 15732060"/>
              <a:gd name="connsiteY2146" fmla="*/ 1223529 h 8839200"/>
              <a:gd name="connsiteX2147" fmla="*/ 7265720 w 15732060"/>
              <a:gd name="connsiteY2147" fmla="*/ 1759636 h 8839200"/>
              <a:gd name="connsiteX2148" fmla="*/ 7267366 w 15732060"/>
              <a:gd name="connsiteY2148" fmla="*/ 1784330 h 8839200"/>
              <a:gd name="connsiteX2149" fmla="*/ 7293705 w 15732060"/>
              <a:gd name="connsiteY2149" fmla="*/ 1784330 h 8839200"/>
              <a:gd name="connsiteX2150" fmla="*/ 7293705 w 15732060"/>
              <a:gd name="connsiteY2150" fmla="*/ 1757991 h 8839200"/>
              <a:gd name="connsiteX2151" fmla="*/ 7269012 w 15732060"/>
              <a:gd name="connsiteY2151" fmla="*/ 1756344 h 8839200"/>
              <a:gd name="connsiteX2152" fmla="*/ 6734550 w 15732060"/>
              <a:gd name="connsiteY2152" fmla="*/ 1221882 h 8839200"/>
              <a:gd name="connsiteX2153" fmla="*/ 6734550 w 15732060"/>
              <a:gd name="connsiteY2153" fmla="*/ 683030 h 8839200"/>
              <a:gd name="connsiteX2154" fmla="*/ 6751012 w 15732060"/>
              <a:gd name="connsiteY2154" fmla="*/ 664374 h 8839200"/>
              <a:gd name="connsiteX2155" fmla="*/ 6732354 w 15732060"/>
              <a:gd name="connsiteY2155" fmla="*/ 645717 h 8839200"/>
              <a:gd name="connsiteX2156" fmla="*/ 10619003 w 15732060"/>
              <a:gd name="connsiteY2156" fmla="*/ 642013 h 8839200"/>
              <a:gd name="connsiteX2157" fmla="*/ 10605833 w 15732060"/>
              <a:gd name="connsiteY2157" fmla="*/ 647363 h 8839200"/>
              <a:gd name="connsiteX2158" fmla="*/ 10604187 w 15732060"/>
              <a:gd name="connsiteY2158" fmla="*/ 672056 h 8839200"/>
              <a:gd name="connsiteX2159" fmla="*/ 9547334 w 15732060"/>
              <a:gd name="connsiteY2159" fmla="*/ 1728908 h 8839200"/>
              <a:gd name="connsiteX2160" fmla="*/ 9546786 w 15732060"/>
              <a:gd name="connsiteY2160" fmla="*/ 1728908 h 8839200"/>
              <a:gd name="connsiteX2161" fmla="*/ 9546237 w 15732060"/>
              <a:gd name="connsiteY2161" fmla="*/ 1728908 h 8839200"/>
              <a:gd name="connsiteX2162" fmla="*/ 9546237 w 15732060"/>
              <a:gd name="connsiteY2162" fmla="*/ 1992846 h 8839200"/>
              <a:gd name="connsiteX2163" fmla="*/ 8674855 w 15732060"/>
              <a:gd name="connsiteY2163" fmla="*/ 2864228 h 8839200"/>
              <a:gd name="connsiteX2164" fmla="*/ 8674306 w 15732060"/>
              <a:gd name="connsiteY2164" fmla="*/ 2864228 h 8839200"/>
              <a:gd name="connsiteX2165" fmla="*/ 8674306 w 15732060"/>
              <a:gd name="connsiteY2165" fmla="*/ 3259313 h 8839200"/>
              <a:gd name="connsiteX2166" fmla="*/ 8679246 w 15732060"/>
              <a:gd name="connsiteY2166" fmla="*/ 3259313 h 8839200"/>
              <a:gd name="connsiteX2167" fmla="*/ 8679246 w 15732060"/>
              <a:gd name="connsiteY2167" fmla="*/ 2866972 h 8839200"/>
              <a:gd name="connsiteX2168" fmla="*/ 9550628 w 15732060"/>
              <a:gd name="connsiteY2168" fmla="*/ 1995590 h 8839200"/>
              <a:gd name="connsiteX2169" fmla="*/ 9551176 w 15732060"/>
              <a:gd name="connsiteY2169" fmla="*/ 1995590 h 8839200"/>
              <a:gd name="connsiteX2170" fmla="*/ 9551176 w 15732060"/>
              <a:gd name="connsiteY2170" fmla="*/ 1731652 h 8839200"/>
              <a:gd name="connsiteX2171" fmla="*/ 10607479 w 15732060"/>
              <a:gd name="connsiteY2171" fmla="*/ 675348 h 8839200"/>
              <a:gd name="connsiteX2172" fmla="*/ 10632172 w 15732060"/>
              <a:gd name="connsiteY2172" fmla="*/ 673703 h 8839200"/>
              <a:gd name="connsiteX2173" fmla="*/ 10632172 w 15732060"/>
              <a:gd name="connsiteY2173" fmla="*/ 647363 h 8839200"/>
              <a:gd name="connsiteX2174" fmla="*/ 10619003 w 15732060"/>
              <a:gd name="connsiteY2174" fmla="*/ 642013 h 8839200"/>
              <a:gd name="connsiteX2175" fmla="*/ 8361532 w 15732060"/>
              <a:gd name="connsiteY2175" fmla="*/ 559155 h 8839200"/>
              <a:gd name="connsiteX2176" fmla="*/ 8348362 w 15732060"/>
              <a:gd name="connsiteY2176" fmla="*/ 564506 h 8839200"/>
              <a:gd name="connsiteX2177" fmla="*/ 8346716 w 15732060"/>
              <a:gd name="connsiteY2177" fmla="*/ 589198 h 8839200"/>
              <a:gd name="connsiteX2178" fmla="*/ 8076192 w 15732060"/>
              <a:gd name="connsiteY2178" fmla="*/ 859721 h 8839200"/>
              <a:gd name="connsiteX2179" fmla="*/ 8075643 w 15732060"/>
              <a:gd name="connsiteY2179" fmla="*/ 859721 h 8839200"/>
              <a:gd name="connsiteX2180" fmla="*/ 8075643 w 15732060"/>
              <a:gd name="connsiteY2180" fmla="*/ 1055617 h 8839200"/>
              <a:gd name="connsiteX2181" fmla="*/ 8195816 w 15732060"/>
              <a:gd name="connsiteY2181" fmla="*/ 1175789 h 8839200"/>
              <a:gd name="connsiteX2182" fmla="*/ 8195816 w 15732060"/>
              <a:gd name="connsiteY2182" fmla="*/ 2295745 h 8839200"/>
              <a:gd name="connsiteX2183" fmla="*/ 8195268 w 15732060"/>
              <a:gd name="connsiteY2183" fmla="*/ 2295745 h 8839200"/>
              <a:gd name="connsiteX2184" fmla="*/ 7973032 w 15732060"/>
              <a:gd name="connsiteY2184" fmla="*/ 2517980 h 8839200"/>
              <a:gd name="connsiteX2185" fmla="*/ 7972482 w 15732060"/>
              <a:gd name="connsiteY2185" fmla="*/ 2517980 h 8839200"/>
              <a:gd name="connsiteX2186" fmla="*/ 7972482 w 15732060"/>
              <a:gd name="connsiteY2186" fmla="*/ 3202245 h 8839200"/>
              <a:gd name="connsiteX2187" fmla="*/ 7977421 w 15732060"/>
              <a:gd name="connsiteY2187" fmla="*/ 3202245 h 8839200"/>
              <a:gd name="connsiteX2188" fmla="*/ 7977421 w 15732060"/>
              <a:gd name="connsiteY2188" fmla="*/ 2520724 h 8839200"/>
              <a:gd name="connsiteX2189" fmla="*/ 8199656 w 15732060"/>
              <a:gd name="connsiteY2189" fmla="*/ 2298489 h 8839200"/>
              <a:gd name="connsiteX2190" fmla="*/ 8200204 w 15732060"/>
              <a:gd name="connsiteY2190" fmla="*/ 2298489 h 8839200"/>
              <a:gd name="connsiteX2191" fmla="*/ 8200204 w 15732060"/>
              <a:gd name="connsiteY2191" fmla="*/ 1174143 h 8839200"/>
              <a:gd name="connsiteX2192" fmla="*/ 8080034 w 15732060"/>
              <a:gd name="connsiteY2192" fmla="*/ 1053972 h 8839200"/>
              <a:gd name="connsiteX2193" fmla="*/ 8080034 w 15732060"/>
              <a:gd name="connsiteY2193" fmla="*/ 862465 h 8839200"/>
              <a:gd name="connsiteX2194" fmla="*/ 8350008 w 15732060"/>
              <a:gd name="connsiteY2194" fmla="*/ 592490 h 8839200"/>
              <a:gd name="connsiteX2195" fmla="*/ 8374701 w 15732060"/>
              <a:gd name="connsiteY2195" fmla="*/ 590844 h 8839200"/>
              <a:gd name="connsiteX2196" fmla="*/ 8374701 w 15732060"/>
              <a:gd name="connsiteY2196" fmla="*/ 564506 h 8839200"/>
              <a:gd name="connsiteX2197" fmla="*/ 8361532 w 15732060"/>
              <a:gd name="connsiteY2197" fmla="*/ 559155 h 8839200"/>
              <a:gd name="connsiteX2198" fmla="*/ 9196696 w 15732060"/>
              <a:gd name="connsiteY2198" fmla="*/ 544202 h 8839200"/>
              <a:gd name="connsiteX2199" fmla="*/ 9196148 w 15732060"/>
              <a:gd name="connsiteY2199" fmla="*/ 544202 h 8839200"/>
              <a:gd name="connsiteX2200" fmla="*/ 9196148 w 15732060"/>
              <a:gd name="connsiteY2200" fmla="*/ 544750 h 8839200"/>
              <a:gd name="connsiteX2201" fmla="*/ 9731159 w 15732060"/>
              <a:gd name="connsiteY2201" fmla="*/ 425265 h 8839200"/>
              <a:gd name="connsiteX2202" fmla="*/ 9717990 w 15732060"/>
              <a:gd name="connsiteY2202" fmla="*/ 430615 h 8839200"/>
              <a:gd name="connsiteX2203" fmla="*/ 9716344 w 15732060"/>
              <a:gd name="connsiteY2203" fmla="*/ 455308 h 8839200"/>
              <a:gd name="connsiteX2204" fmla="*/ 8747837 w 15732060"/>
              <a:gd name="connsiteY2204" fmla="*/ 1423815 h 8839200"/>
              <a:gd name="connsiteX2205" fmla="*/ 8747288 w 15732060"/>
              <a:gd name="connsiteY2205" fmla="*/ 1423815 h 8839200"/>
              <a:gd name="connsiteX2206" fmla="*/ 8747288 w 15732060"/>
              <a:gd name="connsiteY2206" fmla="*/ 1828228 h 8839200"/>
              <a:gd name="connsiteX2207" fmla="*/ 8854291 w 15732060"/>
              <a:gd name="connsiteY2207" fmla="*/ 1935230 h 8839200"/>
              <a:gd name="connsiteX2208" fmla="*/ 8854291 w 15732060"/>
              <a:gd name="connsiteY2208" fmla="*/ 2265017 h 8839200"/>
              <a:gd name="connsiteX2209" fmla="*/ 8684733 w 15732060"/>
              <a:gd name="connsiteY2209" fmla="*/ 2434574 h 8839200"/>
              <a:gd name="connsiteX2210" fmla="*/ 8660040 w 15732060"/>
              <a:gd name="connsiteY2210" fmla="*/ 2436219 h 8839200"/>
              <a:gd name="connsiteX2211" fmla="*/ 8660040 w 15732060"/>
              <a:gd name="connsiteY2211" fmla="*/ 2462558 h 8839200"/>
              <a:gd name="connsiteX2212" fmla="*/ 8686379 w 15732060"/>
              <a:gd name="connsiteY2212" fmla="*/ 2462558 h 8839200"/>
              <a:gd name="connsiteX2213" fmla="*/ 8688025 w 15732060"/>
              <a:gd name="connsiteY2213" fmla="*/ 2437866 h 8839200"/>
              <a:gd name="connsiteX2214" fmla="*/ 8858679 w 15732060"/>
              <a:gd name="connsiteY2214" fmla="*/ 2267211 h 8839200"/>
              <a:gd name="connsiteX2215" fmla="*/ 8859229 w 15732060"/>
              <a:gd name="connsiteY2215" fmla="*/ 2267211 h 8839200"/>
              <a:gd name="connsiteX2216" fmla="*/ 8859229 w 15732060"/>
              <a:gd name="connsiteY2216" fmla="*/ 1932486 h 8839200"/>
              <a:gd name="connsiteX2217" fmla="*/ 8752227 w 15732060"/>
              <a:gd name="connsiteY2217" fmla="*/ 1825485 h 8839200"/>
              <a:gd name="connsiteX2218" fmla="*/ 8752227 w 15732060"/>
              <a:gd name="connsiteY2218" fmla="*/ 1426010 h 8839200"/>
              <a:gd name="connsiteX2219" fmla="*/ 9719635 w 15732060"/>
              <a:gd name="connsiteY2219" fmla="*/ 458600 h 8839200"/>
              <a:gd name="connsiteX2220" fmla="*/ 9744329 w 15732060"/>
              <a:gd name="connsiteY2220" fmla="*/ 456954 h 8839200"/>
              <a:gd name="connsiteX2221" fmla="*/ 9744329 w 15732060"/>
              <a:gd name="connsiteY2221" fmla="*/ 430615 h 8839200"/>
              <a:gd name="connsiteX2222" fmla="*/ 9731159 w 15732060"/>
              <a:gd name="connsiteY2222" fmla="*/ 425265 h 8839200"/>
              <a:gd name="connsiteX2223" fmla="*/ 5143236 w 15732060"/>
              <a:gd name="connsiteY2223" fmla="*/ 372038 h 8839200"/>
              <a:gd name="connsiteX2224" fmla="*/ 5130067 w 15732060"/>
              <a:gd name="connsiteY2224" fmla="*/ 377389 h 8839200"/>
              <a:gd name="connsiteX2225" fmla="*/ 5130067 w 15732060"/>
              <a:gd name="connsiteY2225" fmla="*/ 403728 h 8839200"/>
              <a:gd name="connsiteX2226" fmla="*/ 5154760 w 15732060"/>
              <a:gd name="connsiteY2226" fmla="*/ 405373 h 8839200"/>
              <a:gd name="connsiteX2227" fmla="*/ 5498812 w 15732060"/>
              <a:gd name="connsiteY2227" fmla="*/ 749427 h 8839200"/>
              <a:gd name="connsiteX2228" fmla="*/ 5498812 w 15732060"/>
              <a:gd name="connsiteY2228" fmla="*/ 1292668 h 8839200"/>
              <a:gd name="connsiteX2229" fmla="*/ 6492012 w 15732060"/>
              <a:gd name="connsiteY2229" fmla="*/ 2285868 h 8839200"/>
              <a:gd name="connsiteX2230" fmla="*/ 6493658 w 15732060"/>
              <a:gd name="connsiteY2230" fmla="*/ 2310561 h 8839200"/>
              <a:gd name="connsiteX2231" fmla="*/ 6519997 w 15732060"/>
              <a:gd name="connsiteY2231" fmla="*/ 2310561 h 8839200"/>
              <a:gd name="connsiteX2232" fmla="*/ 6519997 w 15732060"/>
              <a:gd name="connsiteY2232" fmla="*/ 2284222 h 8839200"/>
              <a:gd name="connsiteX2233" fmla="*/ 6495304 w 15732060"/>
              <a:gd name="connsiteY2233" fmla="*/ 2282575 h 8839200"/>
              <a:gd name="connsiteX2234" fmla="*/ 5503751 w 15732060"/>
              <a:gd name="connsiteY2234" fmla="*/ 1291022 h 8839200"/>
              <a:gd name="connsiteX2235" fmla="*/ 5503751 w 15732060"/>
              <a:gd name="connsiteY2235" fmla="*/ 747780 h 8839200"/>
              <a:gd name="connsiteX2236" fmla="*/ 5158052 w 15732060"/>
              <a:gd name="connsiteY2236" fmla="*/ 402081 h 8839200"/>
              <a:gd name="connsiteX2237" fmla="*/ 5156406 w 15732060"/>
              <a:gd name="connsiteY2237" fmla="*/ 377389 h 8839200"/>
              <a:gd name="connsiteX2238" fmla="*/ 5143236 w 15732060"/>
              <a:gd name="connsiteY2238" fmla="*/ 372038 h 8839200"/>
              <a:gd name="connsiteX2239" fmla="*/ 30180 w 15732060"/>
              <a:gd name="connsiteY2239" fmla="*/ 329238 h 8839200"/>
              <a:gd name="connsiteX2240" fmla="*/ 17010 w 15732060"/>
              <a:gd name="connsiteY2240" fmla="*/ 334587 h 8839200"/>
              <a:gd name="connsiteX2241" fmla="*/ 17010 w 15732060"/>
              <a:gd name="connsiteY2241" fmla="*/ 360926 h 8839200"/>
              <a:gd name="connsiteX2242" fmla="*/ 41702 w 15732060"/>
              <a:gd name="connsiteY2242" fmla="*/ 362573 h 8839200"/>
              <a:gd name="connsiteX2243" fmla="*/ 560800 w 15732060"/>
              <a:gd name="connsiteY2243" fmla="*/ 881671 h 8839200"/>
              <a:gd name="connsiteX2244" fmla="*/ 1124344 w 15732060"/>
              <a:gd name="connsiteY2244" fmla="*/ 881671 h 8839200"/>
              <a:gd name="connsiteX2245" fmla="*/ 1953474 w 15732060"/>
              <a:gd name="connsiteY2245" fmla="*/ 1710800 h 8839200"/>
              <a:gd name="connsiteX2246" fmla="*/ 2496168 w 15732060"/>
              <a:gd name="connsiteY2246" fmla="*/ 1710800 h 8839200"/>
              <a:gd name="connsiteX2247" fmla="*/ 3193602 w 15732060"/>
              <a:gd name="connsiteY2247" fmla="*/ 2408235 h 8839200"/>
              <a:gd name="connsiteX2248" fmla="*/ 3588687 w 15732060"/>
              <a:gd name="connsiteY2248" fmla="*/ 2408235 h 8839200"/>
              <a:gd name="connsiteX2249" fmla="*/ 4287219 w 15732060"/>
              <a:gd name="connsiteY2249" fmla="*/ 3106766 h 8839200"/>
              <a:gd name="connsiteX2250" fmla="*/ 5315537 w 15732060"/>
              <a:gd name="connsiteY2250" fmla="*/ 3106766 h 8839200"/>
              <a:gd name="connsiteX2251" fmla="*/ 5924078 w 15732060"/>
              <a:gd name="connsiteY2251" fmla="*/ 3715307 h 8839200"/>
              <a:gd name="connsiteX2252" fmla="*/ 6682420 w 15732060"/>
              <a:gd name="connsiteY2252" fmla="*/ 3715307 h 8839200"/>
              <a:gd name="connsiteX2253" fmla="*/ 6682420 w 15732060"/>
              <a:gd name="connsiteY2253" fmla="*/ 3710368 h 8839200"/>
              <a:gd name="connsiteX2254" fmla="*/ 5926273 w 15732060"/>
              <a:gd name="connsiteY2254" fmla="*/ 3710368 h 8839200"/>
              <a:gd name="connsiteX2255" fmla="*/ 5317732 w 15732060"/>
              <a:gd name="connsiteY2255" fmla="*/ 3101828 h 8839200"/>
              <a:gd name="connsiteX2256" fmla="*/ 4289414 w 15732060"/>
              <a:gd name="connsiteY2256" fmla="*/ 3101828 h 8839200"/>
              <a:gd name="connsiteX2257" fmla="*/ 3590882 w 15732060"/>
              <a:gd name="connsiteY2257" fmla="*/ 2403296 h 8839200"/>
              <a:gd name="connsiteX2258" fmla="*/ 3195797 w 15732060"/>
              <a:gd name="connsiteY2258" fmla="*/ 2403296 h 8839200"/>
              <a:gd name="connsiteX2259" fmla="*/ 2498362 w 15732060"/>
              <a:gd name="connsiteY2259" fmla="*/ 1705861 h 8839200"/>
              <a:gd name="connsiteX2260" fmla="*/ 1955669 w 15732060"/>
              <a:gd name="connsiteY2260" fmla="*/ 1705861 h 8839200"/>
              <a:gd name="connsiteX2261" fmla="*/ 1126540 w 15732060"/>
              <a:gd name="connsiteY2261" fmla="*/ 876732 h 8839200"/>
              <a:gd name="connsiteX2262" fmla="*/ 562996 w 15732060"/>
              <a:gd name="connsiteY2262" fmla="*/ 876732 h 8839200"/>
              <a:gd name="connsiteX2263" fmla="*/ 44994 w 15732060"/>
              <a:gd name="connsiteY2263" fmla="*/ 359280 h 8839200"/>
              <a:gd name="connsiteX2264" fmla="*/ 43348 w 15732060"/>
              <a:gd name="connsiteY2264" fmla="*/ 334587 h 8839200"/>
              <a:gd name="connsiteX2265" fmla="*/ 30180 w 15732060"/>
              <a:gd name="connsiteY2265" fmla="*/ 329238 h 8839200"/>
              <a:gd name="connsiteX2266" fmla="*/ 8003760 w 15732060"/>
              <a:gd name="connsiteY2266" fmla="*/ 292473 h 8839200"/>
              <a:gd name="connsiteX2267" fmla="*/ 7990591 w 15732060"/>
              <a:gd name="connsiteY2267" fmla="*/ 297823 h 8839200"/>
              <a:gd name="connsiteX2268" fmla="*/ 7988944 w 15732060"/>
              <a:gd name="connsiteY2268" fmla="*/ 322515 h 8839200"/>
              <a:gd name="connsiteX2269" fmla="*/ 7868774 w 15732060"/>
              <a:gd name="connsiteY2269" fmla="*/ 442687 h 8839200"/>
              <a:gd name="connsiteX2270" fmla="*/ 7868774 w 15732060"/>
              <a:gd name="connsiteY2270" fmla="*/ 1451251 h 8839200"/>
              <a:gd name="connsiteX2271" fmla="*/ 7746406 w 15732060"/>
              <a:gd name="connsiteY2271" fmla="*/ 1573618 h 8839200"/>
              <a:gd name="connsiteX2272" fmla="*/ 7746406 w 15732060"/>
              <a:gd name="connsiteY2272" fmla="*/ 3202794 h 8839200"/>
              <a:gd name="connsiteX2273" fmla="*/ 7751346 w 15732060"/>
              <a:gd name="connsiteY2273" fmla="*/ 3202794 h 8839200"/>
              <a:gd name="connsiteX2274" fmla="*/ 7751346 w 15732060"/>
              <a:gd name="connsiteY2274" fmla="*/ 1575812 h 8839200"/>
              <a:gd name="connsiteX2275" fmla="*/ 7873712 w 15732060"/>
              <a:gd name="connsiteY2275" fmla="*/ 1453446 h 8839200"/>
              <a:gd name="connsiteX2276" fmla="*/ 7873712 w 15732060"/>
              <a:gd name="connsiteY2276" fmla="*/ 444334 h 8839200"/>
              <a:gd name="connsiteX2277" fmla="*/ 7992238 w 15732060"/>
              <a:gd name="connsiteY2277" fmla="*/ 325808 h 8839200"/>
              <a:gd name="connsiteX2278" fmla="*/ 8016930 w 15732060"/>
              <a:gd name="connsiteY2278" fmla="*/ 324162 h 8839200"/>
              <a:gd name="connsiteX2279" fmla="*/ 8016930 w 15732060"/>
              <a:gd name="connsiteY2279" fmla="*/ 297823 h 8839200"/>
              <a:gd name="connsiteX2280" fmla="*/ 8003760 w 15732060"/>
              <a:gd name="connsiteY2280" fmla="*/ 292473 h 8839200"/>
              <a:gd name="connsiteX2281" fmla="*/ 11430573 w 15732060"/>
              <a:gd name="connsiteY2281" fmla="*/ 181629 h 8839200"/>
              <a:gd name="connsiteX2282" fmla="*/ 11417404 w 15732060"/>
              <a:gd name="connsiteY2282" fmla="*/ 186979 h 8839200"/>
              <a:gd name="connsiteX2283" fmla="*/ 11415757 w 15732060"/>
              <a:gd name="connsiteY2283" fmla="*/ 211673 h 8839200"/>
              <a:gd name="connsiteX2284" fmla="*/ 11160598 w 15732060"/>
              <a:gd name="connsiteY2284" fmla="*/ 466832 h 8839200"/>
              <a:gd name="connsiteX2285" fmla="*/ 11160049 w 15732060"/>
              <a:gd name="connsiteY2285" fmla="*/ 466832 h 8839200"/>
              <a:gd name="connsiteX2286" fmla="*/ 11160049 w 15732060"/>
              <a:gd name="connsiteY2286" fmla="*/ 614439 h 8839200"/>
              <a:gd name="connsiteX2287" fmla="*/ 11143588 w 15732060"/>
              <a:gd name="connsiteY2287" fmla="*/ 633096 h 8839200"/>
              <a:gd name="connsiteX2288" fmla="*/ 11162244 w 15732060"/>
              <a:gd name="connsiteY2288" fmla="*/ 651753 h 8839200"/>
              <a:gd name="connsiteX2289" fmla="*/ 11162793 w 15732060"/>
              <a:gd name="connsiteY2289" fmla="*/ 651205 h 8839200"/>
              <a:gd name="connsiteX2290" fmla="*/ 11181450 w 15732060"/>
              <a:gd name="connsiteY2290" fmla="*/ 632548 h 8839200"/>
              <a:gd name="connsiteX2291" fmla="*/ 11164988 w 15732060"/>
              <a:gd name="connsiteY2291" fmla="*/ 613891 h 8839200"/>
              <a:gd name="connsiteX2292" fmla="*/ 11164988 w 15732060"/>
              <a:gd name="connsiteY2292" fmla="*/ 469026 h 8839200"/>
              <a:gd name="connsiteX2293" fmla="*/ 11419049 w 15732060"/>
              <a:gd name="connsiteY2293" fmla="*/ 214965 h 8839200"/>
              <a:gd name="connsiteX2294" fmla="*/ 11443743 w 15732060"/>
              <a:gd name="connsiteY2294" fmla="*/ 213318 h 8839200"/>
              <a:gd name="connsiteX2295" fmla="*/ 11443743 w 15732060"/>
              <a:gd name="connsiteY2295" fmla="*/ 186979 h 8839200"/>
              <a:gd name="connsiteX2296" fmla="*/ 11430573 w 15732060"/>
              <a:gd name="connsiteY2296" fmla="*/ 181629 h 8839200"/>
              <a:gd name="connsiteX2297" fmla="*/ 9575320 w 15732060"/>
              <a:gd name="connsiteY2297" fmla="*/ 150352 h 8839200"/>
              <a:gd name="connsiteX2298" fmla="*/ 9562151 w 15732060"/>
              <a:gd name="connsiteY2298" fmla="*/ 155702 h 8839200"/>
              <a:gd name="connsiteX2299" fmla="*/ 9560504 w 15732060"/>
              <a:gd name="connsiteY2299" fmla="*/ 180394 h 8839200"/>
              <a:gd name="connsiteX2300" fmla="*/ 9196696 w 15732060"/>
              <a:gd name="connsiteY2300" fmla="*/ 544202 h 8839200"/>
              <a:gd name="connsiteX2301" fmla="*/ 9196698 w 15732060"/>
              <a:gd name="connsiteY2301" fmla="*/ 544202 h 8839200"/>
              <a:gd name="connsiteX2302" fmla="*/ 9196148 w 15732060"/>
              <a:gd name="connsiteY2302" fmla="*/ 544750 h 8839200"/>
              <a:gd name="connsiteX2303" fmla="*/ 9196148 w 15732060"/>
              <a:gd name="connsiteY2303" fmla="*/ 788935 h 8839200"/>
              <a:gd name="connsiteX2304" fmla="*/ 9179687 w 15732060"/>
              <a:gd name="connsiteY2304" fmla="*/ 807592 h 8839200"/>
              <a:gd name="connsiteX2305" fmla="*/ 9198343 w 15732060"/>
              <a:gd name="connsiteY2305" fmla="*/ 826249 h 8839200"/>
              <a:gd name="connsiteX2306" fmla="*/ 9217000 w 15732060"/>
              <a:gd name="connsiteY2306" fmla="*/ 807592 h 8839200"/>
              <a:gd name="connsiteX2307" fmla="*/ 9200538 w 15732060"/>
              <a:gd name="connsiteY2307" fmla="*/ 788935 h 8839200"/>
              <a:gd name="connsiteX2308" fmla="*/ 9200538 w 15732060"/>
              <a:gd name="connsiteY2308" fmla="*/ 546946 h 8839200"/>
              <a:gd name="connsiteX2309" fmla="*/ 9563797 w 15732060"/>
              <a:gd name="connsiteY2309" fmla="*/ 183687 h 8839200"/>
              <a:gd name="connsiteX2310" fmla="*/ 9588489 w 15732060"/>
              <a:gd name="connsiteY2310" fmla="*/ 182041 h 8839200"/>
              <a:gd name="connsiteX2311" fmla="*/ 9588489 w 15732060"/>
              <a:gd name="connsiteY2311" fmla="*/ 155702 h 8839200"/>
              <a:gd name="connsiteX2312" fmla="*/ 9575320 w 15732060"/>
              <a:gd name="connsiteY2312" fmla="*/ 150352 h 8839200"/>
              <a:gd name="connsiteX2313" fmla="*/ 1234090 w 15732060"/>
              <a:gd name="connsiteY2313" fmla="*/ 127716 h 8839200"/>
              <a:gd name="connsiteX2314" fmla="*/ 1215434 w 15732060"/>
              <a:gd name="connsiteY2314" fmla="*/ 146373 h 8839200"/>
              <a:gd name="connsiteX2315" fmla="*/ 1231896 w 15732060"/>
              <a:gd name="connsiteY2315" fmla="*/ 165030 h 8839200"/>
              <a:gd name="connsiteX2316" fmla="*/ 1230798 w 15732060"/>
              <a:gd name="connsiteY2316" fmla="*/ 165030 h 8839200"/>
              <a:gd name="connsiteX2317" fmla="*/ 1230798 w 15732060"/>
              <a:gd name="connsiteY2317" fmla="*/ 477257 h 8839200"/>
              <a:gd name="connsiteX2318" fmla="*/ 1971034 w 15732060"/>
              <a:gd name="connsiteY2318" fmla="*/ 1217492 h 8839200"/>
              <a:gd name="connsiteX2319" fmla="*/ 3161228 w 15732060"/>
              <a:gd name="connsiteY2319" fmla="*/ 1217492 h 8839200"/>
              <a:gd name="connsiteX2320" fmla="*/ 3676483 w 15732060"/>
              <a:gd name="connsiteY2320" fmla="*/ 1732749 h 8839200"/>
              <a:gd name="connsiteX2321" fmla="*/ 3678130 w 15732060"/>
              <a:gd name="connsiteY2321" fmla="*/ 1757442 h 8839200"/>
              <a:gd name="connsiteX2322" fmla="*/ 3704469 w 15732060"/>
              <a:gd name="connsiteY2322" fmla="*/ 1757442 h 8839200"/>
              <a:gd name="connsiteX2323" fmla="*/ 3704469 w 15732060"/>
              <a:gd name="connsiteY2323" fmla="*/ 1731103 h 8839200"/>
              <a:gd name="connsiteX2324" fmla="*/ 3679776 w 15732060"/>
              <a:gd name="connsiteY2324" fmla="*/ 1729456 h 8839200"/>
              <a:gd name="connsiteX2325" fmla="*/ 3163422 w 15732060"/>
              <a:gd name="connsiteY2325" fmla="*/ 1213103 h 8839200"/>
              <a:gd name="connsiteX2326" fmla="*/ 1973229 w 15732060"/>
              <a:gd name="connsiteY2326" fmla="*/ 1213103 h 8839200"/>
              <a:gd name="connsiteX2327" fmla="*/ 1236286 w 15732060"/>
              <a:gd name="connsiteY2327" fmla="*/ 475611 h 8839200"/>
              <a:gd name="connsiteX2328" fmla="*/ 1236286 w 15732060"/>
              <a:gd name="connsiteY2328" fmla="*/ 165030 h 8839200"/>
              <a:gd name="connsiteX2329" fmla="*/ 1252747 w 15732060"/>
              <a:gd name="connsiteY2329" fmla="*/ 146373 h 8839200"/>
              <a:gd name="connsiteX2330" fmla="*/ 1234090 w 15732060"/>
              <a:gd name="connsiteY2330" fmla="*/ 127716 h 8839200"/>
              <a:gd name="connsiteX2331" fmla="*/ 12673444 w 15732060"/>
              <a:gd name="connsiteY2331" fmla="*/ 85053 h 8839200"/>
              <a:gd name="connsiteX2332" fmla="*/ 12660274 w 15732060"/>
              <a:gd name="connsiteY2332" fmla="*/ 90404 h 8839200"/>
              <a:gd name="connsiteX2333" fmla="*/ 12658628 w 15732060"/>
              <a:gd name="connsiteY2333" fmla="*/ 115096 h 8839200"/>
              <a:gd name="connsiteX2334" fmla="*/ 11994118 w 15732060"/>
              <a:gd name="connsiteY2334" fmla="*/ 779607 h 8839200"/>
              <a:gd name="connsiteX2335" fmla="*/ 10936717 w 15732060"/>
              <a:gd name="connsiteY2335" fmla="*/ 779607 h 8839200"/>
              <a:gd name="connsiteX2336" fmla="*/ 10717774 w 15732060"/>
              <a:gd name="connsiteY2336" fmla="*/ 998550 h 8839200"/>
              <a:gd name="connsiteX2337" fmla="*/ 10717226 w 15732060"/>
              <a:gd name="connsiteY2337" fmla="*/ 998550 h 8839200"/>
              <a:gd name="connsiteX2338" fmla="*/ 10717226 w 15732060"/>
              <a:gd name="connsiteY2338" fmla="*/ 1374429 h 8839200"/>
              <a:gd name="connsiteX2339" fmla="*/ 9451307 w 15732060"/>
              <a:gd name="connsiteY2339" fmla="*/ 2640347 h 8839200"/>
              <a:gd name="connsiteX2340" fmla="*/ 9450759 w 15732060"/>
              <a:gd name="connsiteY2340" fmla="*/ 2640347 h 8839200"/>
              <a:gd name="connsiteX2341" fmla="*/ 9450759 w 15732060"/>
              <a:gd name="connsiteY2341" fmla="*/ 2640896 h 8839200"/>
              <a:gd name="connsiteX2342" fmla="*/ 9450759 w 15732060"/>
              <a:gd name="connsiteY2342" fmla="*/ 2952025 h 8839200"/>
              <a:gd name="connsiteX2343" fmla="*/ 9278458 w 15732060"/>
              <a:gd name="connsiteY2343" fmla="*/ 3124325 h 8839200"/>
              <a:gd name="connsiteX2344" fmla="*/ 9253764 w 15732060"/>
              <a:gd name="connsiteY2344" fmla="*/ 3125971 h 8839200"/>
              <a:gd name="connsiteX2345" fmla="*/ 9253764 w 15732060"/>
              <a:gd name="connsiteY2345" fmla="*/ 3152311 h 8839200"/>
              <a:gd name="connsiteX2346" fmla="*/ 9280104 w 15732060"/>
              <a:gd name="connsiteY2346" fmla="*/ 3152311 h 8839200"/>
              <a:gd name="connsiteX2347" fmla="*/ 9281750 w 15732060"/>
              <a:gd name="connsiteY2347" fmla="*/ 3127618 h 8839200"/>
              <a:gd name="connsiteX2348" fmla="*/ 9455148 w 15732060"/>
              <a:gd name="connsiteY2348" fmla="*/ 2954220 h 8839200"/>
              <a:gd name="connsiteX2349" fmla="*/ 9455697 w 15732060"/>
              <a:gd name="connsiteY2349" fmla="*/ 2954220 h 8839200"/>
              <a:gd name="connsiteX2350" fmla="*/ 9455697 w 15732060"/>
              <a:gd name="connsiteY2350" fmla="*/ 2642542 h 8839200"/>
              <a:gd name="connsiteX2351" fmla="*/ 10721614 w 15732060"/>
              <a:gd name="connsiteY2351" fmla="*/ 1376624 h 8839200"/>
              <a:gd name="connsiteX2352" fmla="*/ 10722164 w 15732060"/>
              <a:gd name="connsiteY2352" fmla="*/ 1376624 h 8839200"/>
              <a:gd name="connsiteX2353" fmla="*/ 10722164 w 15732060"/>
              <a:gd name="connsiteY2353" fmla="*/ 1000745 h 8839200"/>
              <a:gd name="connsiteX2354" fmla="*/ 10938912 w 15732060"/>
              <a:gd name="connsiteY2354" fmla="*/ 783997 h 8839200"/>
              <a:gd name="connsiteX2355" fmla="*/ 11996312 w 15732060"/>
              <a:gd name="connsiteY2355" fmla="*/ 783997 h 8839200"/>
              <a:gd name="connsiteX2356" fmla="*/ 12661921 w 15732060"/>
              <a:gd name="connsiteY2356" fmla="*/ 118388 h 8839200"/>
              <a:gd name="connsiteX2357" fmla="*/ 12686613 w 15732060"/>
              <a:gd name="connsiteY2357" fmla="*/ 116743 h 8839200"/>
              <a:gd name="connsiteX2358" fmla="*/ 12686613 w 15732060"/>
              <a:gd name="connsiteY2358" fmla="*/ 90404 h 8839200"/>
              <a:gd name="connsiteX2359" fmla="*/ 12673444 w 15732060"/>
              <a:gd name="connsiteY2359" fmla="*/ 85053 h 8839200"/>
              <a:gd name="connsiteX2360" fmla="*/ 5508690 w 15732060"/>
              <a:gd name="connsiteY2360" fmla="*/ 82858 h 8839200"/>
              <a:gd name="connsiteX2361" fmla="*/ 5495520 w 15732060"/>
              <a:gd name="connsiteY2361" fmla="*/ 88208 h 8839200"/>
              <a:gd name="connsiteX2362" fmla="*/ 5495520 w 15732060"/>
              <a:gd name="connsiteY2362" fmla="*/ 114547 h 8839200"/>
              <a:gd name="connsiteX2363" fmla="*/ 5520212 w 15732060"/>
              <a:gd name="connsiteY2363" fmla="*/ 116193 h 8839200"/>
              <a:gd name="connsiteX2364" fmla="*/ 6066748 w 15732060"/>
              <a:gd name="connsiteY2364" fmla="*/ 662728 h 8839200"/>
              <a:gd name="connsiteX2365" fmla="*/ 6066748 w 15732060"/>
              <a:gd name="connsiteY2365" fmla="*/ 1160425 h 8839200"/>
              <a:gd name="connsiteX2366" fmla="*/ 6354830 w 15732060"/>
              <a:gd name="connsiteY2366" fmla="*/ 1448508 h 8839200"/>
              <a:gd name="connsiteX2367" fmla="*/ 6356476 w 15732060"/>
              <a:gd name="connsiteY2367" fmla="*/ 1473200 h 8839200"/>
              <a:gd name="connsiteX2368" fmla="*/ 6382815 w 15732060"/>
              <a:gd name="connsiteY2368" fmla="*/ 1473200 h 8839200"/>
              <a:gd name="connsiteX2369" fmla="*/ 6382815 w 15732060"/>
              <a:gd name="connsiteY2369" fmla="*/ 1446861 h 8839200"/>
              <a:gd name="connsiteX2370" fmla="*/ 6358122 w 15732060"/>
              <a:gd name="connsiteY2370" fmla="*/ 1445215 h 8839200"/>
              <a:gd name="connsiteX2371" fmla="*/ 6071686 w 15732060"/>
              <a:gd name="connsiteY2371" fmla="*/ 1158779 h 8839200"/>
              <a:gd name="connsiteX2372" fmla="*/ 6071686 w 15732060"/>
              <a:gd name="connsiteY2372" fmla="*/ 661081 h 8839200"/>
              <a:gd name="connsiteX2373" fmla="*/ 5523506 w 15732060"/>
              <a:gd name="connsiteY2373" fmla="*/ 112902 h 8839200"/>
              <a:gd name="connsiteX2374" fmla="*/ 5521859 w 15732060"/>
              <a:gd name="connsiteY2374" fmla="*/ 88208 h 8839200"/>
              <a:gd name="connsiteX2375" fmla="*/ 5508690 w 15732060"/>
              <a:gd name="connsiteY2375" fmla="*/ 82858 h 8839200"/>
              <a:gd name="connsiteX2376" fmla="*/ 13440567 w 15732060"/>
              <a:gd name="connsiteY2376" fmla="*/ 68454 h 8839200"/>
              <a:gd name="connsiteX2377" fmla="*/ 13421911 w 15732060"/>
              <a:gd name="connsiteY2377" fmla="*/ 87111 h 8839200"/>
              <a:gd name="connsiteX2378" fmla="*/ 13438372 w 15732060"/>
              <a:gd name="connsiteY2378" fmla="*/ 105768 h 8839200"/>
              <a:gd name="connsiteX2379" fmla="*/ 13438372 w 15732060"/>
              <a:gd name="connsiteY2379" fmla="*/ 253924 h 8839200"/>
              <a:gd name="connsiteX2380" fmla="*/ 13058652 w 15732060"/>
              <a:gd name="connsiteY2380" fmla="*/ 633645 h 8839200"/>
              <a:gd name="connsiteX2381" fmla="*/ 13058103 w 15732060"/>
              <a:gd name="connsiteY2381" fmla="*/ 634194 h 8839200"/>
              <a:gd name="connsiteX2382" fmla="*/ 12642716 w 15732060"/>
              <a:gd name="connsiteY2382" fmla="*/ 634194 h 8839200"/>
              <a:gd name="connsiteX2383" fmla="*/ 11792185 w 15732060"/>
              <a:gd name="connsiteY2383" fmla="*/ 1484723 h 8839200"/>
              <a:gd name="connsiteX2384" fmla="*/ 10808863 w 15732060"/>
              <a:gd name="connsiteY2384" fmla="*/ 1484723 h 8839200"/>
              <a:gd name="connsiteX2385" fmla="*/ 9714149 w 15732060"/>
              <a:gd name="connsiteY2385" fmla="*/ 2579438 h 8839200"/>
              <a:gd name="connsiteX2386" fmla="*/ 9713600 w 15732060"/>
              <a:gd name="connsiteY2386" fmla="*/ 2579438 h 8839200"/>
              <a:gd name="connsiteX2387" fmla="*/ 9713600 w 15732060"/>
              <a:gd name="connsiteY2387" fmla="*/ 3027200 h 8839200"/>
              <a:gd name="connsiteX2388" fmla="*/ 9267483 w 15732060"/>
              <a:gd name="connsiteY2388" fmla="*/ 3473318 h 8839200"/>
              <a:gd name="connsiteX2389" fmla="*/ 9040309 w 15732060"/>
              <a:gd name="connsiteY2389" fmla="*/ 3473318 h 8839200"/>
              <a:gd name="connsiteX2390" fmla="*/ 9040309 w 15732060"/>
              <a:gd name="connsiteY2390" fmla="*/ 3478256 h 8839200"/>
              <a:gd name="connsiteX2391" fmla="*/ 9269678 w 15732060"/>
              <a:gd name="connsiteY2391" fmla="*/ 3478256 h 8839200"/>
              <a:gd name="connsiteX2392" fmla="*/ 9717990 w 15732060"/>
              <a:gd name="connsiteY2392" fmla="*/ 3029944 h 8839200"/>
              <a:gd name="connsiteX2393" fmla="*/ 9718538 w 15732060"/>
              <a:gd name="connsiteY2393" fmla="*/ 3029944 h 8839200"/>
              <a:gd name="connsiteX2394" fmla="*/ 9718538 w 15732060"/>
              <a:gd name="connsiteY2394" fmla="*/ 2582182 h 8839200"/>
              <a:gd name="connsiteX2395" fmla="*/ 10811057 w 15732060"/>
              <a:gd name="connsiteY2395" fmla="*/ 1489663 h 8839200"/>
              <a:gd name="connsiteX2396" fmla="*/ 11794379 w 15732060"/>
              <a:gd name="connsiteY2396" fmla="*/ 1489663 h 8839200"/>
              <a:gd name="connsiteX2397" fmla="*/ 12644910 w 15732060"/>
              <a:gd name="connsiteY2397" fmla="*/ 639132 h 8839200"/>
              <a:gd name="connsiteX2398" fmla="*/ 13060298 w 15732060"/>
              <a:gd name="connsiteY2398" fmla="*/ 639132 h 8839200"/>
              <a:gd name="connsiteX2399" fmla="*/ 13442213 w 15732060"/>
              <a:gd name="connsiteY2399" fmla="*/ 257217 h 8839200"/>
              <a:gd name="connsiteX2400" fmla="*/ 13442762 w 15732060"/>
              <a:gd name="connsiteY2400" fmla="*/ 257217 h 8839200"/>
              <a:gd name="connsiteX2401" fmla="*/ 13442762 w 15732060"/>
              <a:gd name="connsiteY2401" fmla="*/ 105768 h 8839200"/>
              <a:gd name="connsiteX2402" fmla="*/ 13459225 w 15732060"/>
              <a:gd name="connsiteY2402" fmla="*/ 87111 h 8839200"/>
              <a:gd name="connsiteX2403" fmla="*/ 13440567 w 15732060"/>
              <a:gd name="connsiteY2403" fmla="*/ 68454 h 8839200"/>
              <a:gd name="connsiteX2404" fmla="*/ 3523593 w 15732060"/>
              <a:gd name="connsiteY2404" fmla="*/ 66054 h 8839200"/>
              <a:gd name="connsiteX2405" fmla="*/ 3510218 w 15732060"/>
              <a:gd name="connsiteY2405" fmla="*/ 71197 h 8839200"/>
              <a:gd name="connsiteX2406" fmla="*/ 3510218 w 15732060"/>
              <a:gd name="connsiteY2406" fmla="*/ 97536 h 8839200"/>
              <a:gd name="connsiteX2407" fmla="*/ 3534912 w 15732060"/>
              <a:gd name="connsiteY2407" fmla="*/ 99183 h 8839200"/>
              <a:gd name="connsiteX2408" fmla="*/ 3534363 w 15732060"/>
              <a:gd name="connsiteY2408" fmla="*/ 99732 h 8839200"/>
              <a:gd name="connsiteX2409" fmla="*/ 4713032 w 15732060"/>
              <a:gd name="connsiteY2409" fmla="*/ 1278401 h 8839200"/>
              <a:gd name="connsiteX2410" fmla="*/ 5114702 w 15732060"/>
              <a:gd name="connsiteY2410" fmla="*/ 1278401 h 8839200"/>
              <a:gd name="connsiteX2411" fmla="*/ 6142472 w 15732060"/>
              <a:gd name="connsiteY2411" fmla="*/ 2306171 h 8839200"/>
              <a:gd name="connsiteX2412" fmla="*/ 6142472 w 15732060"/>
              <a:gd name="connsiteY2412" fmla="*/ 2360495 h 8839200"/>
              <a:gd name="connsiteX2413" fmla="*/ 6719186 w 15732060"/>
              <a:gd name="connsiteY2413" fmla="*/ 2937209 h 8839200"/>
              <a:gd name="connsiteX2414" fmla="*/ 6719186 w 15732060"/>
              <a:gd name="connsiteY2414" fmla="*/ 3015129 h 8839200"/>
              <a:gd name="connsiteX2415" fmla="*/ 6702724 w 15732060"/>
              <a:gd name="connsiteY2415" fmla="*/ 3033785 h 8839200"/>
              <a:gd name="connsiteX2416" fmla="*/ 6721381 w 15732060"/>
              <a:gd name="connsiteY2416" fmla="*/ 3052442 h 8839200"/>
              <a:gd name="connsiteX2417" fmla="*/ 6740038 w 15732060"/>
              <a:gd name="connsiteY2417" fmla="*/ 3033785 h 8839200"/>
              <a:gd name="connsiteX2418" fmla="*/ 6723576 w 15732060"/>
              <a:gd name="connsiteY2418" fmla="*/ 3015129 h 8839200"/>
              <a:gd name="connsiteX2419" fmla="*/ 6723576 w 15732060"/>
              <a:gd name="connsiteY2419" fmla="*/ 2935563 h 8839200"/>
              <a:gd name="connsiteX2420" fmla="*/ 6146862 w 15732060"/>
              <a:gd name="connsiteY2420" fmla="*/ 2358849 h 8839200"/>
              <a:gd name="connsiteX2421" fmla="*/ 6146862 w 15732060"/>
              <a:gd name="connsiteY2421" fmla="*/ 2304525 h 8839200"/>
              <a:gd name="connsiteX2422" fmla="*/ 5116348 w 15732060"/>
              <a:gd name="connsiteY2422" fmla="*/ 1274011 h 8839200"/>
              <a:gd name="connsiteX2423" fmla="*/ 4714678 w 15732060"/>
              <a:gd name="connsiteY2423" fmla="*/ 1274011 h 8839200"/>
              <a:gd name="connsiteX2424" fmla="*/ 3538204 w 15732060"/>
              <a:gd name="connsiteY2424" fmla="*/ 95891 h 8839200"/>
              <a:gd name="connsiteX2425" fmla="*/ 3536557 w 15732060"/>
              <a:gd name="connsiteY2425" fmla="*/ 71197 h 8839200"/>
              <a:gd name="connsiteX2426" fmla="*/ 3523593 w 15732060"/>
              <a:gd name="connsiteY2426" fmla="*/ 66054 h 8839200"/>
              <a:gd name="connsiteX2427" fmla="*/ 12317867 w 15732060"/>
              <a:gd name="connsiteY2427" fmla="*/ 62556 h 8839200"/>
              <a:gd name="connsiteX2428" fmla="*/ 12304698 w 15732060"/>
              <a:gd name="connsiteY2428" fmla="*/ 67906 h 8839200"/>
              <a:gd name="connsiteX2429" fmla="*/ 12303051 w 15732060"/>
              <a:gd name="connsiteY2429" fmla="*/ 92598 h 8839200"/>
              <a:gd name="connsiteX2430" fmla="*/ 12047893 w 15732060"/>
              <a:gd name="connsiteY2430" fmla="*/ 347757 h 8839200"/>
              <a:gd name="connsiteX2431" fmla="*/ 12047344 w 15732060"/>
              <a:gd name="connsiteY2431" fmla="*/ 347757 h 8839200"/>
              <a:gd name="connsiteX2432" fmla="*/ 12047344 w 15732060"/>
              <a:gd name="connsiteY2432" fmla="*/ 464636 h 8839200"/>
              <a:gd name="connsiteX2433" fmla="*/ 11840474 w 15732060"/>
              <a:gd name="connsiteY2433" fmla="*/ 671507 h 8839200"/>
              <a:gd name="connsiteX2434" fmla="*/ 11451424 w 15732060"/>
              <a:gd name="connsiteY2434" fmla="*/ 671507 h 8839200"/>
              <a:gd name="connsiteX2435" fmla="*/ 11432768 w 15732060"/>
              <a:gd name="connsiteY2435" fmla="*/ 655046 h 8839200"/>
              <a:gd name="connsiteX2436" fmla="*/ 11414110 w 15732060"/>
              <a:gd name="connsiteY2436" fmla="*/ 673703 h 8839200"/>
              <a:gd name="connsiteX2437" fmla="*/ 11432768 w 15732060"/>
              <a:gd name="connsiteY2437" fmla="*/ 692359 h 8839200"/>
              <a:gd name="connsiteX2438" fmla="*/ 11451424 w 15732060"/>
              <a:gd name="connsiteY2438" fmla="*/ 675897 h 8839200"/>
              <a:gd name="connsiteX2439" fmla="*/ 11843217 w 15732060"/>
              <a:gd name="connsiteY2439" fmla="*/ 675897 h 8839200"/>
              <a:gd name="connsiteX2440" fmla="*/ 12051735 w 15732060"/>
              <a:gd name="connsiteY2440" fmla="*/ 466832 h 8839200"/>
              <a:gd name="connsiteX2441" fmla="*/ 12052282 w 15732060"/>
              <a:gd name="connsiteY2441" fmla="*/ 466832 h 8839200"/>
              <a:gd name="connsiteX2442" fmla="*/ 12052282 w 15732060"/>
              <a:gd name="connsiteY2442" fmla="*/ 349952 h 8839200"/>
              <a:gd name="connsiteX2443" fmla="*/ 12306344 w 15732060"/>
              <a:gd name="connsiteY2443" fmla="*/ 95891 h 8839200"/>
              <a:gd name="connsiteX2444" fmla="*/ 12331037 w 15732060"/>
              <a:gd name="connsiteY2444" fmla="*/ 94245 h 8839200"/>
              <a:gd name="connsiteX2445" fmla="*/ 12331037 w 15732060"/>
              <a:gd name="connsiteY2445" fmla="*/ 67906 h 8839200"/>
              <a:gd name="connsiteX2446" fmla="*/ 12317867 w 15732060"/>
              <a:gd name="connsiteY2446" fmla="*/ 62556 h 8839200"/>
              <a:gd name="connsiteX2447" fmla="*/ 2080437 w 15732060"/>
              <a:gd name="connsiteY2447" fmla="*/ 62212 h 8839200"/>
              <a:gd name="connsiteX2448" fmla="*/ 2067062 w 15732060"/>
              <a:gd name="connsiteY2448" fmla="*/ 67356 h 8839200"/>
              <a:gd name="connsiteX2449" fmla="*/ 2067062 w 15732060"/>
              <a:gd name="connsiteY2449" fmla="*/ 93695 h 8839200"/>
              <a:gd name="connsiteX2450" fmla="*/ 2078997 w 15732060"/>
              <a:gd name="connsiteY2450" fmla="*/ 99045 h 8839200"/>
              <a:gd name="connsiteX2451" fmla="*/ 2091754 w 15732060"/>
              <a:gd name="connsiteY2451" fmla="*/ 95342 h 8839200"/>
              <a:gd name="connsiteX2452" fmla="*/ 2091205 w 15732060"/>
              <a:gd name="connsiteY2452" fmla="*/ 94793 h 8839200"/>
              <a:gd name="connsiteX2453" fmla="*/ 2091754 w 15732060"/>
              <a:gd name="connsiteY2453" fmla="*/ 95342 h 8839200"/>
              <a:gd name="connsiteX2454" fmla="*/ 2091754 w 15732060"/>
              <a:gd name="connsiteY2454" fmla="*/ 95342 h 8839200"/>
              <a:gd name="connsiteX2455" fmla="*/ 2475316 w 15732060"/>
              <a:gd name="connsiteY2455" fmla="*/ 478903 h 8839200"/>
              <a:gd name="connsiteX2456" fmla="*/ 2979049 w 15732060"/>
              <a:gd name="connsiteY2456" fmla="*/ 478903 h 8839200"/>
              <a:gd name="connsiteX2457" fmla="*/ 3953592 w 15732060"/>
              <a:gd name="connsiteY2457" fmla="*/ 1453446 h 8839200"/>
              <a:gd name="connsiteX2458" fmla="*/ 4179668 w 15732060"/>
              <a:gd name="connsiteY2458" fmla="*/ 1453446 h 8839200"/>
              <a:gd name="connsiteX2459" fmla="*/ 4465556 w 15732060"/>
              <a:gd name="connsiteY2459" fmla="*/ 1739334 h 8839200"/>
              <a:gd name="connsiteX2460" fmla="*/ 4727848 w 15732060"/>
              <a:gd name="connsiteY2460" fmla="*/ 1739334 h 8839200"/>
              <a:gd name="connsiteX2461" fmla="*/ 4746505 w 15732060"/>
              <a:gd name="connsiteY2461" fmla="*/ 1755795 h 8839200"/>
              <a:gd name="connsiteX2462" fmla="*/ 4765162 w 15732060"/>
              <a:gd name="connsiteY2462" fmla="*/ 1737139 h 8839200"/>
              <a:gd name="connsiteX2463" fmla="*/ 4746505 w 15732060"/>
              <a:gd name="connsiteY2463" fmla="*/ 1718482 h 8839200"/>
              <a:gd name="connsiteX2464" fmla="*/ 4727848 w 15732060"/>
              <a:gd name="connsiteY2464" fmla="*/ 1734944 h 8839200"/>
              <a:gd name="connsiteX2465" fmla="*/ 4467751 w 15732060"/>
              <a:gd name="connsiteY2465" fmla="*/ 1734944 h 8839200"/>
              <a:gd name="connsiteX2466" fmla="*/ 4181863 w 15732060"/>
              <a:gd name="connsiteY2466" fmla="*/ 1449057 h 8839200"/>
              <a:gd name="connsiteX2467" fmla="*/ 3955787 w 15732060"/>
              <a:gd name="connsiteY2467" fmla="*/ 1449057 h 8839200"/>
              <a:gd name="connsiteX2468" fmla="*/ 2981244 w 15732060"/>
              <a:gd name="connsiteY2468" fmla="*/ 474514 h 8839200"/>
              <a:gd name="connsiteX2469" fmla="*/ 2477511 w 15732060"/>
              <a:gd name="connsiteY2469" fmla="*/ 474514 h 8839200"/>
              <a:gd name="connsiteX2470" fmla="*/ 2095046 w 15732060"/>
              <a:gd name="connsiteY2470" fmla="*/ 92049 h 8839200"/>
              <a:gd name="connsiteX2471" fmla="*/ 2093401 w 15732060"/>
              <a:gd name="connsiteY2471" fmla="*/ 67356 h 8839200"/>
              <a:gd name="connsiteX2472" fmla="*/ 2080437 w 15732060"/>
              <a:gd name="connsiteY2472" fmla="*/ 62212 h 8839200"/>
              <a:gd name="connsiteX2473" fmla="*/ 3829579 w 15732060"/>
              <a:gd name="connsiteY2473" fmla="*/ 60360 h 8839200"/>
              <a:gd name="connsiteX2474" fmla="*/ 3816410 w 15732060"/>
              <a:gd name="connsiteY2474" fmla="*/ 65710 h 8839200"/>
              <a:gd name="connsiteX2475" fmla="*/ 3816410 w 15732060"/>
              <a:gd name="connsiteY2475" fmla="*/ 92049 h 8839200"/>
              <a:gd name="connsiteX2476" fmla="*/ 3841102 w 15732060"/>
              <a:gd name="connsiteY2476" fmla="*/ 93695 h 8839200"/>
              <a:gd name="connsiteX2477" fmla="*/ 4375564 w 15732060"/>
              <a:gd name="connsiteY2477" fmla="*/ 628158 h 8839200"/>
              <a:gd name="connsiteX2478" fmla="*/ 4377210 w 15732060"/>
              <a:gd name="connsiteY2478" fmla="*/ 652850 h 8839200"/>
              <a:gd name="connsiteX2479" fmla="*/ 4403550 w 15732060"/>
              <a:gd name="connsiteY2479" fmla="*/ 652850 h 8839200"/>
              <a:gd name="connsiteX2480" fmla="*/ 4403550 w 15732060"/>
              <a:gd name="connsiteY2480" fmla="*/ 626511 h 8839200"/>
              <a:gd name="connsiteX2481" fmla="*/ 4378856 w 15732060"/>
              <a:gd name="connsiteY2481" fmla="*/ 624866 h 8839200"/>
              <a:gd name="connsiteX2482" fmla="*/ 3844394 w 15732060"/>
              <a:gd name="connsiteY2482" fmla="*/ 90404 h 8839200"/>
              <a:gd name="connsiteX2483" fmla="*/ 3842748 w 15732060"/>
              <a:gd name="connsiteY2483" fmla="*/ 65710 h 8839200"/>
              <a:gd name="connsiteX2484" fmla="*/ 3829579 w 15732060"/>
              <a:gd name="connsiteY2484" fmla="*/ 60360 h 8839200"/>
              <a:gd name="connsiteX2485" fmla="*/ 6405312 w 15732060"/>
              <a:gd name="connsiteY2485" fmla="*/ 58715 h 8839200"/>
              <a:gd name="connsiteX2486" fmla="*/ 6392143 w 15732060"/>
              <a:gd name="connsiteY2486" fmla="*/ 64065 h 8839200"/>
              <a:gd name="connsiteX2487" fmla="*/ 6392143 w 15732060"/>
              <a:gd name="connsiteY2487" fmla="*/ 90404 h 8839200"/>
              <a:gd name="connsiteX2488" fmla="*/ 6416836 w 15732060"/>
              <a:gd name="connsiteY2488" fmla="*/ 92049 h 8839200"/>
              <a:gd name="connsiteX2489" fmla="*/ 6647852 w 15732060"/>
              <a:gd name="connsiteY2489" fmla="*/ 323064 h 8839200"/>
              <a:gd name="connsiteX2490" fmla="*/ 6647852 w 15732060"/>
              <a:gd name="connsiteY2490" fmla="*/ 1283889 h 8839200"/>
              <a:gd name="connsiteX2491" fmla="*/ 7273951 w 15732060"/>
              <a:gd name="connsiteY2491" fmla="*/ 1909988 h 8839200"/>
              <a:gd name="connsiteX2492" fmla="*/ 7273951 w 15732060"/>
              <a:gd name="connsiteY2492" fmla="*/ 3239559 h 8839200"/>
              <a:gd name="connsiteX2493" fmla="*/ 7278890 w 15732060"/>
              <a:gd name="connsiteY2493" fmla="*/ 3239559 h 8839200"/>
              <a:gd name="connsiteX2494" fmla="*/ 7278890 w 15732060"/>
              <a:gd name="connsiteY2494" fmla="*/ 1907794 h 8839200"/>
              <a:gd name="connsiteX2495" fmla="*/ 6652789 w 15732060"/>
              <a:gd name="connsiteY2495" fmla="*/ 1281694 h 8839200"/>
              <a:gd name="connsiteX2496" fmla="*/ 6652789 w 15732060"/>
              <a:gd name="connsiteY2496" fmla="*/ 321418 h 8839200"/>
              <a:gd name="connsiteX2497" fmla="*/ 6420129 w 15732060"/>
              <a:gd name="connsiteY2497" fmla="*/ 88757 h 8839200"/>
              <a:gd name="connsiteX2498" fmla="*/ 6418482 w 15732060"/>
              <a:gd name="connsiteY2498" fmla="*/ 64065 h 8839200"/>
              <a:gd name="connsiteX2499" fmla="*/ 6405312 w 15732060"/>
              <a:gd name="connsiteY2499" fmla="*/ 58715 h 8839200"/>
              <a:gd name="connsiteX2500" fmla="*/ 9445271 w 15732060"/>
              <a:gd name="connsiteY2500" fmla="*/ 55422 h 8839200"/>
              <a:gd name="connsiteX2501" fmla="*/ 9432102 w 15732060"/>
              <a:gd name="connsiteY2501" fmla="*/ 60772 h 8839200"/>
              <a:gd name="connsiteX2502" fmla="*/ 9430456 w 15732060"/>
              <a:gd name="connsiteY2502" fmla="*/ 85464 h 8839200"/>
              <a:gd name="connsiteX2503" fmla="*/ 8428477 w 15732060"/>
              <a:gd name="connsiteY2503" fmla="*/ 1087444 h 8839200"/>
              <a:gd name="connsiteX2504" fmla="*/ 8427928 w 15732060"/>
              <a:gd name="connsiteY2504" fmla="*/ 1087444 h 8839200"/>
              <a:gd name="connsiteX2505" fmla="*/ 8427928 w 15732060"/>
              <a:gd name="connsiteY2505" fmla="*/ 2614007 h 8839200"/>
              <a:gd name="connsiteX2506" fmla="*/ 8206241 w 15732060"/>
              <a:gd name="connsiteY2506" fmla="*/ 2835694 h 8839200"/>
              <a:gd name="connsiteX2507" fmla="*/ 8205692 w 15732060"/>
              <a:gd name="connsiteY2507" fmla="*/ 2835694 h 8839200"/>
              <a:gd name="connsiteX2508" fmla="*/ 8205144 w 15732060"/>
              <a:gd name="connsiteY2508" fmla="*/ 2836243 h 8839200"/>
              <a:gd name="connsiteX2509" fmla="*/ 8205144 w 15732060"/>
              <a:gd name="connsiteY2509" fmla="*/ 3230230 h 8839200"/>
              <a:gd name="connsiteX2510" fmla="*/ 8210082 w 15732060"/>
              <a:gd name="connsiteY2510" fmla="*/ 3230230 h 8839200"/>
              <a:gd name="connsiteX2511" fmla="*/ 8210082 w 15732060"/>
              <a:gd name="connsiteY2511" fmla="*/ 2837889 h 8839200"/>
              <a:gd name="connsiteX2512" fmla="*/ 8431769 w 15732060"/>
              <a:gd name="connsiteY2512" fmla="*/ 2616203 h 8839200"/>
              <a:gd name="connsiteX2513" fmla="*/ 8432317 w 15732060"/>
              <a:gd name="connsiteY2513" fmla="*/ 2616203 h 8839200"/>
              <a:gd name="connsiteX2514" fmla="*/ 8432317 w 15732060"/>
              <a:gd name="connsiteY2514" fmla="*/ 1090187 h 8839200"/>
              <a:gd name="connsiteX2515" fmla="*/ 9433748 w 15732060"/>
              <a:gd name="connsiteY2515" fmla="*/ 88757 h 8839200"/>
              <a:gd name="connsiteX2516" fmla="*/ 9458441 w 15732060"/>
              <a:gd name="connsiteY2516" fmla="*/ 87111 h 8839200"/>
              <a:gd name="connsiteX2517" fmla="*/ 9458441 w 15732060"/>
              <a:gd name="connsiteY2517" fmla="*/ 60772 h 8839200"/>
              <a:gd name="connsiteX2518" fmla="*/ 9445271 w 15732060"/>
              <a:gd name="connsiteY2518" fmla="*/ 55422 h 8839200"/>
              <a:gd name="connsiteX2519" fmla="*/ 7811705 w 15732060"/>
              <a:gd name="connsiteY2519" fmla="*/ 51581 h 8839200"/>
              <a:gd name="connsiteX2520" fmla="*/ 7798536 w 15732060"/>
              <a:gd name="connsiteY2520" fmla="*/ 56931 h 8839200"/>
              <a:gd name="connsiteX2521" fmla="*/ 7796889 w 15732060"/>
              <a:gd name="connsiteY2521" fmla="*/ 81623 h 8839200"/>
              <a:gd name="connsiteX2522" fmla="*/ 7438570 w 15732060"/>
              <a:gd name="connsiteY2522" fmla="*/ 439943 h 8839200"/>
              <a:gd name="connsiteX2523" fmla="*/ 7438570 w 15732060"/>
              <a:gd name="connsiteY2523" fmla="*/ 843260 h 8839200"/>
              <a:gd name="connsiteX2524" fmla="*/ 7533499 w 15732060"/>
              <a:gd name="connsiteY2524" fmla="*/ 938190 h 8839200"/>
              <a:gd name="connsiteX2525" fmla="*/ 7535146 w 15732060"/>
              <a:gd name="connsiteY2525" fmla="*/ 962882 h 8839200"/>
              <a:gd name="connsiteX2526" fmla="*/ 7534597 w 15732060"/>
              <a:gd name="connsiteY2526" fmla="*/ 962882 h 8839200"/>
              <a:gd name="connsiteX2527" fmla="*/ 7560936 w 15732060"/>
              <a:gd name="connsiteY2527" fmla="*/ 962882 h 8839200"/>
              <a:gd name="connsiteX2528" fmla="*/ 7560936 w 15732060"/>
              <a:gd name="connsiteY2528" fmla="*/ 936544 h 8839200"/>
              <a:gd name="connsiteX2529" fmla="*/ 7536243 w 15732060"/>
              <a:gd name="connsiteY2529" fmla="*/ 934897 h 8839200"/>
              <a:gd name="connsiteX2530" fmla="*/ 7442959 w 15732060"/>
              <a:gd name="connsiteY2530" fmla="*/ 841613 h 8839200"/>
              <a:gd name="connsiteX2531" fmla="*/ 7442959 w 15732060"/>
              <a:gd name="connsiteY2531" fmla="*/ 442138 h 8839200"/>
              <a:gd name="connsiteX2532" fmla="*/ 7800182 w 15732060"/>
              <a:gd name="connsiteY2532" fmla="*/ 84916 h 8839200"/>
              <a:gd name="connsiteX2533" fmla="*/ 7824874 w 15732060"/>
              <a:gd name="connsiteY2533" fmla="*/ 83270 h 8839200"/>
              <a:gd name="connsiteX2534" fmla="*/ 7824874 w 15732060"/>
              <a:gd name="connsiteY2534" fmla="*/ 56931 h 8839200"/>
              <a:gd name="connsiteX2535" fmla="*/ 7811705 w 15732060"/>
              <a:gd name="connsiteY2535" fmla="*/ 51581 h 8839200"/>
              <a:gd name="connsiteX2536" fmla="*/ 10497734 w 15732060"/>
              <a:gd name="connsiteY2536" fmla="*/ 48837 h 8839200"/>
              <a:gd name="connsiteX2537" fmla="*/ 10484564 w 15732060"/>
              <a:gd name="connsiteY2537" fmla="*/ 54187 h 8839200"/>
              <a:gd name="connsiteX2538" fmla="*/ 10482918 w 15732060"/>
              <a:gd name="connsiteY2538" fmla="*/ 78879 h 8839200"/>
              <a:gd name="connsiteX2539" fmla="*/ 10090028 w 15732060"/>
              <a:gd name="connsiteY2539" fmla="*/ 471770 h 8839200"/>
              <a:gd name="connsiteX2540" fmla="*/ 10089479 w 15732060"/>
              <a:gd name="connsiteY2540" fmla="*/ 471770 h 8839200"/>
              <a:gd name="connsiteX2541" fmla="*/ 10089479 w 15732060"/>
              <a:gd name="connsiteY2541" fmla="*/ 839419 h 8839200"/>
              <a:gd name="connsiteX2542" fmla="*/ 9924312 w 15732060"/>
              <a:gd name="connsiteY2542" fmla="*/ 1004586 h 8839200"/>
              <a:gd name="connsiteX2543" fmla="*/ 9899619 w 15732060"/>
              <a:gd name="connsiteY2543" fmla="*/ 1006232 h 8839200"/>
              <a:gd name="connsiteX2544" fmla="*/ 9899619 w 15732060"/>
              <a:gd name="connsiteY2544" fmla="*/ 1032571 h 8839200"/>
              <a:gd name="connsiteX2545" fmla="*/ 9925958 w 15732060"/>
              <a:gd name="connsiteY2545" fmla="*/ 1032571 h 8839200"/>
              <a:gd name="connsiteX2546" fmla="*/ 9927604 w 15732060"/>
              <a:gd name="connsiteY2546" fmla="*/ 1007879 h 8839200"/>
              <a:gd name="connsiteX2547" fmla="*/ 10093869 w 15732060"/>
              <a:gd name="connsiteY2547" fmla="*/ 841613 h 8839200"/>
              <a:gd name="connsiteX2548" fmla="*/ 10094418 w 15732060"/>
              <a:gd name="connsiteY2548" fmla="*/ 841613 h 8839200"/>
              <a:gd name="connsiteX2549" fmla="*/ 10094418 w 15732060"/>
              <a:gd name="connsiteY2549" fmla="*/ 473965 h 8839200"/>
              <a:gd name="connsiteX2550" fmla="*/ 10486210 w 15732060"/>
              <a:gd name="connsiteY2550" fmla="*/ 82172 h 8839200"/>
              <a:gd name="connsiteX2551" fmla="*/ 10510903 w 15732060"/>
              <a:gd name="connsiteY2551" fmla="*/ 80526 h 8839200"/>
              <a:gd name="connsiteX2552" fmla="*/ 10510903 w 15732060"/>
              <a:gd name="connsiteY2552" fmla="*/ 54187 h 8839200"/>
              <a:gd name="connsiteX2553" fmla="*/ 10497734 w 15732060"/>
              <a:gd name="connsiteY2553" fmla="*/ 48837 h 8839200"/>
              <a:gd name="connsiteX2554" fmla="*/ 7029971 w 15732060"/>
              <a:gd name="connsiteY2554" fmla="*/ 45202 h 8839200"/>
              <a:gd name="connsiteX2555" fmla="*/ 7016596 w 15732060"/>
              <a:gd name="connsiteY2555" fmla="*/ 50346 h 8839200"/>
              <a:gd name="connsiteX2556" fmla="*/ 7016596 w 15732060"/>
              <a:gd name="connsiteY2556" fmla="*/ 76685 h 8839200"/>
              <a:gd name="connsiteX2557" fmla="*/ 7028532 w 15732060"/>
              <a:gd name="connsiteY2557" fmla="*/ 82035 h 8839200"/>
              <a:gd name="connsiteX2558" fmla="*/ 7040865 w 15732060"/>
              <a:gd name="connsiteY2558" fmla="*/ 78454 h 8839200"/>
              <a:gd name="connsiteX2559" fmla="*/ 7040742 w 15732060"/>
              <a:gd name="connsiteY2559" fmla="*/ 78331 h 8839200"/>
              <a:gd name="connsiteX2560" fmla="*/ 7041290 w 15732060"/>
              <a:gd name="connsiteY2560" fmla="*/ 78331 h 8839200"/>
              <a:gd name="connsiteX2561" fmla="*/ 7040865 w 15732060"/>
              <a:gd name="connsiteY2561" fmla="*/ 78454 h 8839200"/>
              <a:gd name="connsiteX2562" fmla="*/ 7268464 w 15732060"/>
              <a:gd name="connsiteY2562" fmla="*/ 306054 h 8839200"/>
              <a:gd name="connsiteX2563" fmla="*/ 7268464 w 15732060"/>
              <a:gd name="connsiteY2563" fmla="*/ 1389793 h 8839200"/>
              <a:gd name="connsiteX2564" fmla="*/ 7506612 w 15732060"/>
              <a:gd name="connsiteY2564" fmla="*/ 1627942 h 8839200"/>
              <a:gd name="connsiteX2565" fmla="*/ 7506612 w 15732060"/>
              <a:gd name="connsiteY2565" fmla="*/ 3202245 h 8839200"/>
              <a:gd name="connsiteX2566" fmla="*/ 7511550 w 15732060"/>
              <a:gd name="connsiteY2566" fmla="*/ 3202245 h 8839200"/>
              <a:gd name="connsiteX2567" fmla="*/ 7511550 w 15732060"/>
              <a:gd name="connsiteY2567" fmla="*/ 1625747 h 8839200"/>
              <a:gd name="connsiteX2568" fmla="*/ 7273402 w 15732060"/>
              <a:gd name="connsiteY2568" fmla="*/ 1387598 h 8839200"/>
              <a:gd name="connsiteX2569" fmla="*/ 7273402 w 15732060"/>
              <a:gd name="connsiteY2569" fmla="*/ 303859 h 8839200"/>
              <a:gd name="connsiteX2570" fmla="*/ 7044582 w 15732060"/>
              <a:gd name="connsiteY2570" fmla="*/ 75038 h 8839200"/>
              <a:gd name="connsiteX2571" fmla="*/ 7042936 w 15732060"/>
              <a:gd name="connsiteY2571" fmla="*/ 50346 h 8839200"/>
              <a:gd name="connsiteX2572" fmla="*/ 7029971 w 15732060"/>
              <a:gd name="connsiteY2572" fmla="*/ 45202 h 8839200"/>
              <a:gd name="connsiteX2573" fmla="*/ 4452386 w 15732060"/>
              <a:gd name="connsiteY2573" fmla="*/ 43350 h 8839200"/>
              <a:gd name="connsiteX2574" fmla="*/ 4439216 w 15732060"/>
              <a:gd name="connsiteY2574" fmla="*/ 48699 h 8839200"/>
              <a:gd name="connsiteX2575" fmla="*/ 4439216 w 15732060"/>
              <a:gd name="connsiteY2575" fmla="*/ 75038 h 8839200"/>
              <a:gd name="connsiteX2576" fmla="*/ 4463910 w 15732060"/>
              <a:gd name="connsiteY2576" fmla="*/ 76685 h 8839200"/>
              <a:gd name="connsiteX2577" fmla="*/ 4464458 w 15732060"/>
              <a:gd name="connsiteY2577" fmla="*/ 77234 h 8839200"/>
              <a:gd name="connsiteX2578" fmla="*/ 4608774 w 15732060"/>
              <a:gd name="connsiteY2578" fmla="*/ 221549 h 8839200"/>
              <a:gd name="connsiteX2579" fmla="*/ 4608774 w 15732060"/>
              <a:gd name="connsiteY2579" fmla="*/ 447626 h 8839200"/>
              <a:gd name="connsiteX2580" fmla="*/ 5077938 w 15732060"/>
              <a:gd name="connsiteY2580" fmla="*/ 916789 h 8839200"/>
              <a:gd name="connsiteX2581" fmla="*/ 5077938 w 15732060"/>
              <a:gd name="connsiteY2581" fmla="*/ 1060007 h 8839200"/>
              <a:gd name="connsiteX2582" fmla="*/ 5061476 w 15732060"/>
              <a:gd name="connsiteY2582" fmla="*/ 1078664 h 8839200"/>
              <a:gd name="connsiteX2583" fmla="*/ 5080132 w 15732060"/>
              <a:gd name="connsiteY2583" fmla="*/ 1097321 h 8839200"/>
              <a:gd name="connsiteX2584" fmla="*/ 5098790 w 15732060"/>
              <a:gd name="connsiteY2584" fmla="*/ 1078664 h 8839200"/>
              <a:gd name="connsiteX2585" fmla="*/ 5082327 w 15732060"/>
              <a:gd name="connsiteY2585" fmla="*/ 1060007 h 8839200"/>
              <a:gd name="connsiteX2586" fmla="*/ 5082327 w 15732060"/>
              <a:gd name="connsiteY2586" fmla="*/ 914594 h 8839200"/>
              <a:gd name="connsiteX2587" fmla="*/ 4613164 w 15732060"/>
              <a:gd name="connsiteY2587" fmla="*/ 445431 h 8839200"/>
              <a:gd name="connsiteX2588" fmla="*/ 4613164 w 15732060"/>
              <a:gd name="connsiteY2588" fmla="*/ 219355 h 8839200"/>
              <a:gd name="connsiteX2589" fmla="*/ 4467202 w 15732060"/>
              <a:gd name="connsiteY2589" fmla="*/ 73393 h 8839200"/>
              <a:gd name="connsiteX2590" fmla="*/ 4465556 w 15732060"/>
              <a:gd name="connsiteY2590" fmla="*/ 48699 h 8839200"/>
              <a:gd name="connsiteX2591" fmla="*/ 4452386 w 15732060"/>
              <a:gd name="connsiteY2591" fmla="*/ 43350 h 8839200"/>
              <a:gd name="connsiteX2592" fmla="*/ 11888213 w 15732060"/>
              <a:gd name="connsiteY2592" fmla="*/ 29083 h 8839200"/>
              <a:gd name="connsiteX2593" fmla="*/ 11875043 w 15732060"/>
              <a:gd name="connsiteY2593" fmla="*/ 34433 h 8839200"/>
              <a:gd name="connsiteX2594" fmla="*/ 11873397 w 15732060"/>
              <a:gd name="connsiteY2594" fmla="*/ 59125 h 8839200"/>
              <a:gd name="connsiteX2595" fmla="*/ 11618239 w 15732060"/>
              <a:gd name="connsiteY2595" fmla="*/ 314285 h 8839200"/>
              <a:gd name="connsiteX2596" fmla="*/ 11617689 w 15732060"/>
              <a:gd name="connsiteY2596" fmla="*/ 314285 h 8839200"/>
              <a:gd name="connsiteX2597" fmla="*/ 11617689 w 15732060"/>
              <a:gd name="connsiteY2597" fmla="*/ 416897 h 8839200"/>
              <a:gd name="connsiteX2598" fmla="*/ 11462948 w 15732060"/>
              <a:gd name="connsiteY2598" fmla="*/ 571638 h 8839200"/>
              <a:gd name="connsiteX2599" fmla="*/ 11376249 w 15732060"/>
              <a:gd name="connsiteY2599" fmla="*/ 571638 h 8839200"/>
              <a:gd name="connsiteX2600" fmla="*/ 11279124 w 15732060"/>
              <a:gd name="connsiteY2600" fmla="*/ 668763 h 8839200"/>
              <a:gd name="connsiteX2601" fmla="*/ 11279671 w 15732060"/>
              <a:gd name="connsiteY2601" fmla="*/ 668215 h 8839200"/>
              <a:gd name="connsiteX2602" fmla="*/ 11254979 w 15732060"/>
              <a:gd name="connsiteY2602" fmla="*/ 669861 h 8839200"/>
              <a:gd name="connsiteX2603" fmla="*/ 11254979 w 15732060"/>
              <a:gd name="connsiteY2603" fmla="*/ 696200 h 8839200"/>
              <a:gd name="connsiteX2604" fmla="*/ 11281318 w 15732060"/>
              <a:gd name="connsiteY2604" fmla="*/ 696200 h 8839200"/>
              <a:gd name="connsiteX2605" fmla="*/ 11282965 w 15732060"/>
              <a:gd name="connsiteY2605" fmla="*/ 671507 h 8839200"/>
              <a:gd name="connsiteX2606" fmla="*/ 11378443 w 15732060"/>
              <a:gd name="connsiteY2606" fmla="*/ 576029 h 8839200"/>
              <a:gd name="connsiteX2607" fmla="*/ 11465142 w 15732060"/>
              <a:gd name="connsiteY2607" fmla="*/ 576029 h 8839200"/>
              <a:gd name="connsiteX2608" fmla="*/ 11622079 w 15732060"/>
              <a:gd name="connsiteY2608" fmla="*/ 419092 h 8839200"/>
              <a:gd name="connsiteX2609" fmla="*/ 11622628 w 15732060"/>
              <a:gd name="connsiteY2609" fmla="*/ 419092 h 8839200"/>
              <a:gd name="connsiteX2610" fmla="*/ 11622628 w 15732060"/>
              <a:gd name="connsiteY2610" fmla="*/ 316480 h 8839200"/>
              <a:gd name="connsiteX2611" fmla="*/ 11876689 w 15732060"/>
              <a:gd name="connsiteY2611" fmla="*/ 62418 h 8839200"/>
              <a:gd name="connsiteX2612" fmla="*/ 11901382 w 15732060"/>
              <a:gd name="connsiteY2612" fmla="*/ 60772 h 8839200"/>
              <a:gd name="connsiteX2613" fmla="*/ 11901382 w 15732060"/>
              <a:gd name="connsiteY2613" fmla="*/ 34433 h 8839200"/>
              <a:gd name="connsiteX2614" fmla="*/ 11888213 w 15732060"/>
              <a:gd name="connsiteY2614" fmla="*/ 29083 h 8839200"/>
              <a:gd name="connsiteX2615" fmla="*/ 14013990 w 15732060"/>
              <a:gd name="connsiteY2615" fmla="*/ 19754 h 8839200"/>
              <a:gd name="connsiteX2616" fmla="*/ 14000819 w 15732060"/>
              <a:gd name="connsiteY2616" fmla="*/ 25104 h 8839200"/>
              <a:gd name="connsiteX2617" fmla="*/ 13999173 w 15732060"/>
              <a:gd name="connsiteY2617" fmla="*/ 49797 h 8839200"/>
              <a:gd name="connsiteX2618" fmla="*/ 13179921 w 15732060"/>
              <a:gd name="connsiteY2618" fmla="*/ 869050 h 8839200"/>
              <a:gd name="connsiteX2619" fmla="*/ 12643813 w 15732060"/>
              <a:gd name="connsiteY2619" fmla="*/ 869050 h 8839200"/>
              <a:gd name="connsiteX2620" fmla="*/ 12374935 w 15732060"/>
              <a:gd name="connsiteY2620" fmla="*/ 1137927 h 8839200"/>
              <a:gd name="connsiteX2621" fmla="*/ 12374386 w 15732060"/>
              <a:gd name="connsiteY2621" fmla="*/ 1137927 h 8839200"/>
              <a:gd name="connsiteX2622" fmla="*/ 12374386 w 15732060"/>
              <a:gd name="connsiteY2622" fmla="*/ 1230662 h 8839200"/>
              <a:gd name="connsiteX2623" fmla="*/ 11985338 w 15732060"/>
              <a:gd name="connsiteY2623" fmla="*/ 1619711 h 8839200"/>
              <a:gd name="connsiteX2624" fmla="*/ 10850018 w 15732060"/>
              <a:gd name="connsiteY2624" fmla="*/ 1619711 h 8839200"/>
              <a:gd name="connsiteX2625" fmla="*/ 10752892 w 15732060"/>
              <a:gd name="connsiteY2625" fmla="*/ 1716836 h 8839200"/>
              <a:gd name="connsiteX2626" fmla="*/ 10728200 w 15732060"/>
              <a:gd name="connsiteY2626" fmla="*/ 1718482 h 8839200"/>
              <a:gd name="connsiteX2627" fmla="*/ 10728200 w 15732060"/>
              <a:gd name="connsiteY2627" fmla="*/ 1744821 h 8839200"/>
              <a:gd name="connsiteX2628" fmla="*/ 10754538 w 15732060"/>
              <a:gd name="connsiteY2628" fmla="*/ 1744821 h 8839200"/>
              <a:gd name="connsiteX2629" fmla="*/ 10756185 w 15732060"/>
              <a:gd name="connsiteY2629" fmla="*/ 1720128 h 8839200"/>
              <a:gd name="connsiteX2630" fmla="*/ 10851663 w 15732060"/>
              <a:gd name="connsiteY2630" fmla="*/ 1624649 h 8839200"/>
              <a:gd name="connsiteX2631" fmla="*/ 11986984 w 15732060"/>
              <a:gd name="connsiteY2631" fmla="*/ 1624649 h 8839200"/>
              <a:gd name="connsiteX2632" fmla="*/ 12378228 w 15732060"/>
              <a:gd name="connsiteY2632" fmla="*/ 1233405 h 8839200"/>
              <a:gd name="connsiteX2633" fmla="*/ 12378776 w 15732060"/>
              <a:gd name="connsiteY2633" fmla="*/ 1233405 h 8839200"/>
              <a:gd name="connsiteX2634" fmla="*/ 12378776 w 15732060"/>
              <a:gd name="connsiteY2634" fmla="*/ 1140671 h 8839200"/>
              <a:gd name="connsiteX2635" fmla="*/ 12645459 w 15732060"/>
              <a:gd name="connsiteY2635" fmla="*/ 873988 h 8839200"/>
              <a:gd name="connsiteX2636" fmla="*/ 13181567 w 15732060"/>
              <a:gd name="connsiteY2636" fmla="*/ 873988 h 8839200"/>
              <a:gd name="connsiteX2637" fmla="*/ 14002466 w 15732060"/>
              <a:gd name="connsiteY2637" fmla="*/ 53090 h 8839200"/>
              <a:gd name="connsiteX2638" fmla="*/ 14027159 w 15732060"/>
              <a:gd name="connsiteY2638" fmla="*/ 51443 h 8839200"/>
              <a:gd name="connsiteX2639" fmla="*/ 14027159 w 15732060"/>
              <a:gd name="connsiteY2639" fmla="*/ 25104 h 8839200"/>
              <a:gd name="connsiteX2640" fmla="*/ 14013990 w 15732060"/>
              <a:gd name="connsiteY2640" fmla="*/ 19754 h 8839200"/>
              <a:gd name="connsiteX2641" fmla="*/ 15502142 w 15732060"/>
              <a:gd name="connsiteY2641" fmla="*/ 0 h 8839200"/>
              <a:gd name="connsiteX2642" fmla="*/ 15488973 w 15732060"/>
              <a:gd name="connsiteY2642" fmla="*/ 5350 h 8839200"/>
              <a:gd name="connsiteX2643" fmla="*/ 15487326 w 15732060"/>
              <a:gd name="connsiteY2643" fmla="*/ 30043 h 8839200"/>
              <a:gd name="connsiteX2644" fmla="*/ 15189365 w 15732060"/>
              <a:gd name="connsiteY2644" fmla="*/ 328003 h 8839200"/>
              <a:gd name="connsiteX2645" fmla="*/ 14634602 w 15732060"/>
              <a:gd name="connsiteY2645" fmla="*/ 328003 h 8839200"/>
              <a:gd name="connsiteX2646" fmla="*/ 13882293 w 15732060"/>
              <a:gd name="connsiteY2646" fmla="*/ 1080311 h 8839200"/>
              <a:gd name="connsiteX2647" fmla="*/ 12793067 w 15732060"/>
              <a:gd name="connsiteY2647" fmla="*/ 1080311 h 8839200"/>
              <a:gd name="connsiteX2648" fmla="*/ 12792519 w 15732060"/>
              <a:gd name="connsiteY2648" fmla="*/ 1080859 h 8839200"/>
              <a:gd name="connsiteX2649" fmla="*/ 12773861 w 15732060"/>
              <a:gd name="connsiteY2649" fmla="*/ 1064397 h 8839200"/>
              <a:gd name="connsiteX2650" fmla="*/ 12755204 w 15732060"/>
              <a:gd name="connsiteY2650" fmla="*/ 1083053 h 8839200"/>
              <a:gd name="connsiteX2651" fmla="*/ 12773861 w 15732060"/>
              <a:gd name="connsiteY2651" fmla="*/ 1101710 h 8839200"/>
              <a:gd name="connsiteX2652" fmla="*/ 12792519 w 15732060"/>
              <a:gd name="connsiteY2652" fmla="*/ 1085249 h 8839200"/>
              <a:gd name="connsiteX2653" fmla="*/ 13883940 w 15732060"/>
              <a:gd name="connsiteY2653" fmla="*/ 1085249 h 8839200"/>
              <a:gd name="connsiteX2654" fmla="*/ 14636248 w 15732060"/>
              <a:gd name="connsiteY2654" fmla="*/ 332941 h 8839200"/>
              <a:gd name="connsiteX2655" fmla="*/ 15191012 w 15732060"/>
              <a:gd name="connsiteY2655" fmla="*/ 332941 h 8839200"/>
              <a:gd name="connsiteX2656" fmla="*/ 15490618 w 15732060"/>
              <a:gd name="connsiteY2656" fmla="*/ 33335 h 8839200"/>
              <a:gd name="connsiteX2657" fmla="*/ 15515312 w 15732060"/>
              <a:gd name="connsiteY2657" fmla="*/ 31689 h 8839200"/>
              <a:gd name="connsiteX2658" fmla="*/ 15515312 w 15732060"/>
              <a:gd name="connsiteY2658" fmla="*/ 5350 h 8839200"/>
              <a:gd name="connsiteX2659" fmla="*/ 15502142 w 15732060"/>
              <a:gd name="connsiteY2659" fmla="*/ 0 h 883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</a:cxnLst>
            <a:rect l="l" t="t" r="r" b="b"/>
            <a:pathLst>
              <a:path w="15732060" h="8839200">
                <a:moveTo>
                  <a:pt x="10986103" y="8468534"/>
                </a:moveTo>
                <a:cubicBezTo>
                  <a:pt x="10981301" y="8468534"/>
                  <a:pt x="10976500" y="8470318"/>
                  <a:pt x="10972932" y="8473884"/>
                </a:cubicBezTo>
                <a:cubicBezTo>
                  <a:pt x="10965799" y="8481018"/>
                  <a:pt x="10965799" y="8493090"/>
                  <a:pt x="10972932" y="8500223"/>
                </a:cubicBezTo>
                <a:cubicBezTo>
                  <a:pt x="10979517" y="8506808"/>
                  <a:pt x="10989943" y="8507357"/>
                  <a:pt x="10997626" y="8501870"/>
                </a:cubicBezTo>
                <a:lnTo>
                  <a:pt x="11103530" y="8607774"/>
                </a:lnTo>
                <a:lnTo>
                  <a:pt x="11103530" y="8765808"/>
                </a:lnTo>
                <a:cubicBezTo>
                  <a:pt x="11094202" y="8766906"/>
                  <a:pt x="11087069" y="8774588"/>
                  <a:pt x="11087069" y="8784465"/>
                </a:cubicBezTo>
                <a:cubicBezTo>
                  <a:pt x="11087069" y="8794342"/>
                  <a:pt x="11095299" y="8803121"/>
                  <a:pt x="11105724" y="8803121"/>
                </a:cubicBezTo>
                <a:cubicBezTo>
                  <a:pt x="11116151" y="8803121"/>
                  <a:pt x="11124382" y="8794890"/>
                  <a:pt x="11124382" y="8784465"/>
                </a:cubicBezTo>
                <a:cubicBezTo>
                  <a:pt x="11124382" y="8779252"/>
                  <a:pt x="11122599" y="8774863"/>
                  <a:pt x="11119649" y="8771639"/>
                </a:cubicBezTo>
                <a:lnTo>
                  <a:pt x="11108468" y="8766081"/>
                </a:lnTo>
                <a:lnTo>
                  <a:pt x="11108468" y="8766357"/>
                </a:lnTo>
                <a:lnTo>
                  <a:pt x="11107920" y="8765808"/>
                </a:lnTo>
                <a:lnTo>
                  <a:pt x="11108468" y="8766081"/>
                </a:lnTo>
                <a:lnTo>
                  <a:pt x="11108468" y="8606128"/>
                </a:lnTo>
                <a:lnTo>
                  <a:pt x="11000918" y="8498577"/>
                </a:lnTo>
                <a:cubicBezTo>
                  <a:pt x="11006405" y="8491444"/>
                  <a:pt x="11005856" y="8480469"/>
                  <a:pt x="10999272" y="8473884"/>
                </a:cubicBezTo>
                <a:cubicBezTo>
                  <a:pt x="10995706" y="8470318"/>
                  <a:pt x="10990904" y="8468534"/>
                  <a:pt x="10986103" y="8468534"/>
                </a:cubicBezTo>
                <a:close/>
                <a:moveTo>
                  <a:pt x="8224898" y="8413113"/>
                </a:moveTo>
                <a:cubicBezTo>
                  <a:pt x="8220097" y="8413113"/>
                  <a:pt x="8215295" y="8414896"/>
                  <a:pt x="8211729" y="8418462"/>
                </a:cubicBezTo>
                <a:cubicBezTo>
                  <a:pt x="8204595" y="8425596"/>
                  <a:pt x="8204595" y="8437668"/>
                  <a:pt x="8211729" y="8444801"/>
                </a:cubicBezTo>
                <a:cubicBezTo>
                  <a:pt x="8218313" y="8451386"/>
                  <a:pt x="8228739" y="8451935"/>
                  <a:pt x="8236421" y="8446447"/>
                </a:cubicBezTo>
                <a:lnTo>
                  <a:pt x="8332998" y="8543025"/>
                </a:lnTo>
                <a:lnTo>
                  <a:pt x="8332998" y="8766906"/>
                </a:lnTo>
                <a:cubicBezTo>
                  <a:pt x="8323669" y="8768004"/>
                  <a:pt x="8316536" y="8775685"/>
                  <a:pt x="8316536" y="8785562"/>
                </a:cubicBezTo>
                <a:cubicBezTo>
                  <a:pt x="8316536" y="8795440"/>
                  <a:pt x="8324767" y="8804219"/>
                  <a:pt x="8335193" y="8804219"/>
                </a:cubicBezTo>
                <a:cubicBezTo>
                  <a:pt x="8345618" y="8804219"/>
                  <a:pt x="8353849" y="8795989"/>
                  <a:pt x="8353849" y="8785562"/>
                </a:cubicBezTo>
                <a:cubicBezTo>
                  <a:pt x="8353849" y="8775136"/>
                  <a:pt x="8346716" y="8768004"/>
                  <a:pt x="8337388" y="8766906"/>
                </a:cubicBezTo>
                <a:lnTo>
                  <a:pt x="8337388" y="8766357"/>
                </a:lnTo>
                <a:lnTo>
                  <a:pt x="8337388" y="8540829"/>
                </a:lnTo>
                <a:lnTo>
                  <a:pt x="8239714" y="8443156"/>
                </a:lnTo>
                <a:cubicBezTo>
                  <a:pt x="8245202" y="8436022"/>
                  <a:pt x="8244653" y="8425047"/>
                  <a:pt x="8238067" y="8418462"/>
                </a:cubicBezTo>
                <a:cubicBezTo>
                  <a:pt x="8234500" y="8414896"/>
                  <a:pt x="8229699" y="8413113"/>
                  <a:pt x="8224898" y="8413113"/>
                </a:cubicBezTo>
                <a:close/>
                <a:moveTo>
                  <a:pt x="3962920" y="8307757"/>
                </a:moveTo>
                <a:cubicBezTo>
                  <a:pt x="3958119" y="8307757"/>
                  <a:pt x="3953317" y="8309540"/>
                  <a:pt x="3949750" y="8313107"/>
                </a:cubicBezTo>
                <a:cubicBezTo>
                  <a:pt x="3943166" y="8319692"/>
                  <a:pt x="3942617" y="8330118"/>
                  <a:pt x="3948105" y="8337800"/>
                </a:cubicBezTo>
                <a:lnTo>
                  <a:pt x="3837261" y="8448642"/>
                </a:lnTo>
                <a:lnTo>
                  <a:pt x="3672642" y="8448642"/>
                </a:lnTo>
                <a:lnTo>
                  <a:pt x="3363708" y="8757578"/>
                </a:lnTo>
                <a:cubicBezTo>
                  <a:pt x="3356574" y="8752090"/>
                  <a:pt x="3345600" y="8752638"/>
                  <a:pt x="3339016" y="8759223"/>
                </a:cubicBezTo>
                <a:cubicBezTo>
                  <a:pt x="3331882" y="8766357"/>
                  <a:pt x="3331882" y="8778429"/>
                  <a:pt x="3339016" y="8785562"/>
                </a:cubicBezTo>
                <a:cubicBezTo>
                  <a:pt x="3346149" y="8792696"/>
                  <a:pt x="3358221" y="8792696"/>
                  <a:pt x="3365354" y="8785562"/>
                </a:cubicBezTo>
                <a:cubicBezTo>
                  <a:pt x="3371938" y="8778977"/>
                  <a:pt x="3372488" y="8768552"/>
                  <a:pt x="3367000" y="8760869"/>
                </a:cubicBezTo>
                <a:lnTo>
                  <a:pt x="3674289" y="8453582"/>
                </a:lnTo>
                <a:lnTo>
                  <a:pt x="3838908" y="8453582"/>
                </a:lnTo>
                <a:lnTo>
                  <a:pt x="3951397" y="8341092"/>
                </a:lnTo>
                <a:cubicBezTo>
                  <a:pt x="3958530" y="8346579"/>
                  <a:pt x="3969504" y="8346031"/>
                  <a:pt x="3976090" y="8339446"/>
                </a:cubicBezTo>
                <a:cubicBezTo>
                  <a:pt x="3983223" y="8332313"/>
                  <a:pt x="3983223" y="8320240"/>
                  <a:pt x="3976090" y="8313107"/>
                </a:cubicBezTo>
                <a:cubicBezTo>
                  <a:pt x="3972523" y="8309540"/>
                  <a:pt x="3967722" y="8307757"/>
                  <a:pt x="3962920" y="8307757"/>
                </a:cubicBezTo>
                <a:close/>
                <a:moveTo>
                  <a:pt x="9268031" y="8282516"/>
                </a:moveTo>
                <a:cubicBezTo>
                  <a:pt x="9263230" y="8282516"/>
                  <a:pt x="9258428" y="8284299"/>
                  <a:pt x="9254862" y="8287866"/>
                </a:cubicBezTo>
                <a:cubicBezTo>
                  <a:pt x="9247729" y="8294998"/>
                  <a:pt x="9247729" y="8307071"/>
                  <a:pt x="9254862" y="8314204"/>
                </a:cubicBezTo>
                <a:cubicBezTo>
                  <a:pt x="9261446" y="8320790"/>
                  <a:pt x="9271873" y="8321338"/>
                  <a:pt x="9279556" y="8315851"/>
                </a:cubicBezTo>
                <a:lnTo>
                  <a:pt x="9328941" y="8365236"/>
                </a:lnTo>
                <a:lnTo>
                  <a:pt x="9328941" y="8753736"/>
                </a:lnTo>
                <a:cubicBezTo>
                  <a:pt x="9319612" y="8754834"/>
                  <a:pt x="9312479" y="8762516"/>
                  <a:pt x="9312479" y="8772392"/>
                </a:cubicBezTo>
                <a:cubicBezTo>
                  <a:pt x="9312479" y="8782270"/>
                  <a:pt x="9320709" y="8791049"/>
                  <a:pt x="9331135" y="8791049"/>
                </a:cubicBezTo>
                <a:cubicBezTo>
                  <a:pt x="9341562" y="8791049"/>
                  <a:pt x="9349792" y="8782819"/>
                  <a:pt x="9349792" y="8772392"/>
                </a:cubicBezTo>
                <a:cubicBezTo>
                  <a:pt x="9349792" y="8761966"/>
                  <a:pt x="9342659" y="8754834"/>
                  <a:pt x="9333330" y="8753736"/>
                </a:cubicBezTo>
                <a:lnTo>
                  <a:pt x="9333330" y="8363042"/>
                </a:lnTo>
                <a:lnTo>
                  <a:pt x="9282847" y="8312558"/>
                </a:lnTo>
                <a:cubicBezTo>
                  <a:pt x="9288335" y="8305425"/>
                  <a:pt x="9287786" y="8294450"/>
                  <a:pt x="9281201" y="8287866"/>
                </a:cubicBezTo>
                <a:cubicBezTo>
                  <a:pt x="9277634" y="8284299"/>
                  <a:pt x="9272833" y="8282516"/>
                  <a:pt x="9268031" y="8282516"/>
                </a:cubicBezTo>
                <a:close/>
                <a:moveTo>
                  <a:pt x="13399413" y="8163990"/>
                </a:moveTo>
                <a:cubicBezTo>
                  <a:pt x="13394611" y="8163990"/>
                  <a:pt x="13389810" y="8165773"/>
                  <a:pt x="13386243" y="8169340"/>
                </a:cubicBezTo>
                <a:cubicBezTo>
                  <a:pt x="13379109" y="8176473"/>
                  <a:pt x="13379109" y="8188545"/>
                  <a:pt x="13386243" y="8195679"/>
                </a:cubicBezTo>
                <a:cubicBezTo>
                  <a:pt x="13392828" y="8202264"/>
                  <a:pt x="13403253" y="8202812"/>
                  <a:pt x="13410936" y="8197326"/>
                </a:cubicBezTo>
                <a:lnTo>
                  <a:pt x="13824129" y="8610517"/>
                </a:lnTo>
                <a:lnTo>
                  <a:pt x="13824677" y="8610517"/>
                </a:lnTo>
                <a:cubicBezTo>
                  <a:pt x="13824677" y="8611066"/>
                  <a:pt x="14476568" y="8611066"/>
                  <a:pt x="14476568" y="8611066"/>
                </a:cubicBezTo>
                <a:lnTo>
                  <a:pt x="14643380" y="8777880"/>
                </a:lnTo>
                <a:cubicBezTo>
                  <a:pt x="14637893" y="8785014"/>
                  <a:pt x="14638443" y="8795989"/>
                  <a:pt x="14645027" y="8802573"/>
                </a:cubicBezTo>
                <a:cubicBezTo>
                  <a:pt x="14652160" y="8809706"/>
                  <a:pt x="14664232" y="8809706"/>
                  <a:pt x="14671366" y="8802573"/>
                </a:cubicBezTo>
                <a:cubicBezTo>
                  <a:pt x="14678500" y="8795440"/>
                  <a:pt x="14678500" y="8783367"/>
                  <a:pt x="14671366" y="8776235"/>
                </a:cubicBezTo>
                <a:cubicBezTo>
                  <a:pt x="14664782" y="8769650"/>
                  <a:pt x="14654355" y="8769101"/>
                  <a:pt x="14646673" y="8774588"/>
                </a:cubicBezTo>
                <a:lnTo>
                  <a:pt x="14479311" y="8607225"/>
                </a:lnTo>
                <a:lnTo>
                  <a:pt x="14478762" y="8607225"/>
                </a:lnTo>
                <a:cubicBezTo>
                  <a:pt x="14478762" y="8606676"/>
                  <a:pt x="13826872" y="8606676"/>
                  <a:pt x="13826872" y="8606676"/>
                </a:cubicBezTo>
                <a:lnTo>
                  <a:pt x="13414228" y="8194032"/>
                </a:lnTo>
                <a:cubicBezTo>
                  <a:pt x="13419715" y="8186900"/>
                  <a:pt x="13419167" y="8175925"/>
                  <a:pt x="13412582" y="8169340"/>
                </a:cubicBezTo>
                <a:cubicBezTo>
                  <a:pt x="13409015" y="8165773"/>
                  <a:pt x="13404214" y="8163990"/>
                  <a:pt x="13399413" y="8163990"/>
                </a:cubicBezTo>
                <a:close/>
                <a:moveTo>
                  <a:pt x="8317084" y="8068511"/>
                </a:moveTo>
                <a:cubicBezTo>
                  <a:pt x="8312282" y="8068511"/>
                  <a:pt x="8307481" y="8070295"/>
                  <a:pt x="8303915" y="8073861"/>
                </a:cubicBezTo>
                <a:cubicBezTo>
                  <a:pt x="8296782" y="8080994"/>
                  <a:pt x="8296782" y="8093067"/>
                  <a:pt x="8303915" y="8100200"/>
                </a:cubicBezTo>
                <a:cubicBezTo>
                  <a:pt x="8310500" y="8106785"/>
                  <a:pt x="8320925" y="8107334"/>
                  <a:pt x="8328608" y="8101846"/>
                </a:cubicBezTo>
                <a:lnTo>
                  <a:pt x="8425733" y="8198971"/>
                </a:lnTo>
                <a:lnTo>
                  <a:pt x="8426282" y="8198971"/>
                </a:lnTo>
                <a:cubicBezTo>
                  <a:pt x="8426282" y="8199520"/>
                  <a:pt x="8649614" y="8199520"/>
                  <a:pt x="8649614" y="8199520"/>
                </a:cubicBezTo>
                <a:lnTo>
                  <a:pt x="8891603" y="8441510"/>
                </a:lnTo>
                <a:lnTo>
                  <a:pt x="8891603" y="8753187"/>
                </a:lnTo>
                <a:cubicBezTo>
                  <a:pt x="8882275" y="8754285"/>
                  <a:pt x="8875142" y="8761966"/>
                  <a:pt x="8875142" y="8771844"/>
                </a:cubicBezTo>
                <a:cubicBezTo>
                  <a:pt x="8875142" y="8781721"/>
                  <a:pt x="8883373" y="8790501"/>
                  <a:pt x="8893799" y="8790501"/>
                </a:cubicBezTo>
                <a:cubicBezTo>
                  <a:pt x="8904225" y="8790501"/>
                  <a:pt x="8912456" y="8782270"/>
                  <a:pt x="8912456" y="8771844"/>
                </a:cubicBezTo>
                <a:cubicBezTo>
                  <a:pt x="8912456" y="8766631"/>
                  <a:pt x="8910672" y="8762242"/>
                  <a:pt x="8907723" y="8759018"/>
                </a:cubicBezTo>
                <a:lnTo>
                  <a:pt x="8896542" y="8753460"/>
                </a:lnTo>
                <a:lnTo>
                  <a:pt x="8896542" y="8753736"/>
                </a:lnTo>
                <a:lnTo>
                  <a:pt x="8895993" y="8753187"/>
                </a:lnTo>
                <a:lnTo>
                  <a:pt x="8896542" y="8753460"/>
                </a:lnTo>
                <a:lnTo>
                  <a:pt x="8896542" y="8439863"/>
                </a:lnTo>
                <a:lnTo>
                  <a:pt x="8652358" y="8195679"/>
                </a:lnTo>
                <a:lnTo>
                  <a:pt x="8651810" y="8195679"/>
                </a:lnTo>
                <a:cubicBezTo>
                  <a:pt x="8651810" y="8195130"/>
                  <a:pt x="8428477" y="8195130"/>
                  <a:pt x="8428477" y="8195130"/>
                </a:cubicBezTo>
                <a:lnTo>
                  <a:pt x="8331900" y="8098555"/>
                </a:lnTo>
                <a:cubicBezTo>
                  <a:pt x="8337388" y="8091420"/>
                  <a:pt x="8336839" y="8080445"/>
                  <a:pt x="8330254" y="8073861"/>
                </a:cubicBezTo>
                <a:cubicBezTo>
                  <a:pt x="8326687" y="8070295"/>
                  <a:pt x="8321885" y="8068511"/>
                  <a:pt x="8317084" y="8068511"/>
                </a:cubicBezTo>
                <a:close/>
                <a:moveTo>
                  <a:pt x="903206" y="7993746"/>
                </a:moveTo>
                <a:cubicBezTo>
                  <a:pt x="892782" y="7993746"/>
                  <a:pt x="885648" y="8000881"/>
                  <a:pt x="884550" y="8010209"/>
                </a:cubicBezTo>
                <a:lnTo>
                  <a:pt x="260646" y="8010209"/>
                </a:lnTo>
                <a:lnTo>
                  <a:pt x="133340" y="8137514"/>
                </a:lnTo>
                <a:cubicBezTo>
                  <a:pt x="126208" y="8132026"/>
                  <a:pt x="115232" y="8132575"/>
                  <a:pt x="108648" y="8139160"/>
                </a:cubicBezTo>
                <a:cubicBezTo>
                  <a:pt x="102062" y="8145745"/>
                  <a:pt x="101514" y="8158365"/>
                  <a:pt x="108648" y="8165499"/>
                </a:cubicBezTo>
                <a:cubicBezTo>
                  <a:pt x="115780" y="8172632"/>
                  <a:pt x="127852" y="8172632"/>
                  <a:pt x="134986" y="8165499"/>
                </a:cubicBezTo>
                <a:cubicBezTo>
                  <a:pt x="141572" y="8158915"/>
                  <a:pt x="142120" y="8148489"/>
                  <a:pt x="136634" y="8140807"/>
                </a:cubicBezTo>
                <a:lnTo>
                  <a:pt x="262840" y="8014598"/>
                </a:lnTo>
                <a:lnTo>
                  <a:pt x="884550" y="8014598"/>
                </a:lnTo>
                <a:cubicBezTo>
                  <a:pt x="885648" y="8023926"/>
                  <a:pt x="893330" y="8031060"/>
                  <a:pt x="903206" y="8031060"/>
                </a:cubicBezTo>
                <a:cubicBezTo>
                  <a:pt x="913084" y="8031060"/>
                  <a:pt x="921864" y="8022829"/>
                  <a:pt x="921864" y="8012403"/>
                </a:cubicBezTo>
                <a:cubicBezTo>
                  <a:pt x="921864" y="8001978"/>
                  <a:pt x="913632" y="7993746"/>
                  <a:pt x="903206" y="7993746"/>
                </a:cubicBezTo>
                <a:close/>
                <a:moveTo>
                  <a:pt x="4129185" y="7974541"/>
                </a:moveTo>
                <a:cubicBezTo>
                  <a:pt x="4118759" y="7974541"/>
                  <a:pt x="4110528" y="7982772"/>
                  <a:pt x="4110528" y="7993198"/>
                </a:cubicBezTo>
                <a:cubicBezTo>
                  <a:pt x="4110528" y="8003624"/>
                  <a:pt x="4117662" y="8010757"/>
                  <a:pt x="4126990" y="8011855"/>
                </a:cubicBezTo>
                <a:lnTo>
                  <a:pt x="4126990" y="8401452"/>
                </a:lnTo>
                <a:lnTo>
                  <a:pt x="3920119" y="8608323"/>
                </a:lnTo>
                <a:lnTo>
                  <a:pt x="3804337" y="8608323"/>
                </a:lnTo>
                <a:lnTo>
                  <a:pt x="3646852" y="8765808"/>
                </a:lnTo>
                <a:cubicBezTo>
                  <a:pt x="3639719" y="8760321"/>
                  <a:pt x="3628744" y="8760869"/>
                  <a:pt x="3622159" y="8767454"/>
                </a:cubicBezTo>
                <a:cubicBezTo>
                  <a:pt x="3615026" y="8774588"/>
                  <a:pt x="3615026" y="8786660"/>
                  <a:pt x="3622159" y="8793793"/>
                </a:cubicBezTo>
                <a:cubicBezTo>
                  <a:pt x="3629293" y="8800927"/>
                  <a:pt x="3641365" y="8800927"/>
                  <a:pt x="3648498" y="8793793"/>
                </a:cubicBezTo>
                <a:cubicBezTo>
                  <a:pt x="3655083" y="8787209"/>
                  <a:pt x="3655632" y="8776783"/>
                  <a:pt x="3650144" y="8769101"/>
                </a:cubicBezTo>
                <a:lnTo>
                  <a:pt x="3805984" y="8613261"/>
                </a:lnTo>
                <a:lnTo>
                  <a:pt x="3921766" y="8613261"/>
                </a:lnTo>
                <a:lnTo>
                  <a:pt x="4131380" y="8403648"/>
                </a:lnTo>
                <a:lnTo>
                  <a:pt x="4131380" y="8011855"/>
                </a:lnTo>
                <a:cubicBezTo>
                  <a:pt x="4140708" y="8010757"/>
                  <a:pt x="4147842" y="8003075"/>
                  <a:pt x="4147842" y="7993198"/>
                </a:cubicBezTo>
                <a:cubicBezTo>
                  <a:pt x="4147842" y="7983321"/>
                  <a:pt x="4139611" y="7974541"/>
                  <a:pt x="4129185" y="7974541"/>
                </a:cubicBezTo>
                <a:close/>
                <a:moveTo>
                  <a:pt x="9336828" y="7947997"/>
                </a:moveTo>
                <a:cubicBezTo>
                  <a:pt x="9331958" y="7947928"/>
                  <a:pt x="9327020" y="7949574"/>
                  <a:pt x="9323453" y="7953141"/>
                </a:cubicBezTo>
                <a:cubicBezTo>
                  <a:pt x="9316320" y="7960275"/>
                  <a:pt x="9316320" y="7972347"/>
                  <a:pt x="9323453" y="7979480"/>
                </a:cubicBezTo>
                <a:cubicBezTo>
                  <a:pt x="9330038" y="7986065"/>
                  <a:pt x="9340464" y="7986614"/>
                  <a:pt x="9348147" y="7981126"/>
                </a:cubicBezTo>
                <a:lnTo>
                  <a:pt x="9667506" y="8300486"/>
                </a:lnTo>
                <a:lnTo>
                  <a:pt x="9667506" y="8759772"/>
                </a:lnTo>
                <a:cubicBezTo>
                  <a:pt x="9658178" y="8760869"/>
                  <a:pt x="9651044" y="8768552"/>
                  <a:pt x="9651044" y="8778429"/>
                </a:cubicBezTo>
                <a:cubicBezTo>
                  <a:pt x="9651044" y="8788306"/>
                  <a:pt x="9659275" y="8797086"/>
                  <a:pt x="9669701" y="8797086"/>
                </a:cubicBezTo>
                <a:cubicBezTo>
                  <a:pt x="9680127" y="8797086"/>
                  <a:pt x="9688358" y="8788855"/>
                  <a:pt x="9688358" y="8778429"/>
                </a:cubicBezTo>
                <a:cubicBezTo>
                  <a:pt x="9688358" y="8773217"/>
                  <a:pt x="9686575" y="8768827"/>
                  <a:pt x="9683626" y="8765603"/>
                </a:cubicBezTo>
                <a:lnTo>
                  <a:pt x="9672445" y="8760045"/>
                </a:lnTo>
                <a:lnTo>
                  <a:pt x="9672445" y="8760321"/>
                </a:lnTo>
                <a:lnTo>
                  <a:pt x="9671897" y="8759772"/>
                </a:lnTo>
                <a:lnTo>
                  <a:pt x="9672445" y="8760045"/>
                </a:lnTo>
                <a:lnTo>
                  <a:pt x="9672445" y="8298840"/>
                </a:lnTo>
                <a:lnTo>
                  <a:pt x="9351439" y="7977834"/>
                </a:lnTo>
                <a:cubicBezTo>
                  <a:pt x="9356926" y="7970701"/>
                  <a:pt x="9356377" y="7959726"/>
                  <a:pt x="9349792" y="7953141"/>
                </a:cubicBezTo>
                <a:cubicBezTo>
                  <a:pt x="9346499" y="7949849"/>
                  <a:pt x="9341698" y="7948065"/>
                  <a:pt x="9336828" y="7947997"/>
                </a:cubicBezTo>
                <a:close/>
                <a:moveTo>
                  <a:pt x="7968642" y="7870832"/>
                </a:moveTo>
                <a:cubicBezTo>
                  <a:pt x="7958216" y="7870832"/>
                  <a:pt x="7949984" y="7879062"/>
                  <a:pt x="7949984" y="7889488"/>
                </a:cubicBezTo>
                <a:cubicBezTo>
                  <a:pt x="7949984" y="7899915"/>
                  <a:pt x="7957118" y="7907048"/>
                  <a:pt x="7966447" y="7908145"/>
                </a:cubicBezTo>
                <a:lnTo>
                  <a:pt x="7966447" y="8525465"/>
                </a:lnTo>
                <a:cubicBezTo>
                  <a:pt x="7957118" y="8526562"/>
                  <a:pt x="7949984" y="8534244"/>
                  <a:pt x="7949984" y="8544122"/>
                </a:cubicBezTo>
                <a:cubicBezTo>
                  <a:pt x="7949984" y="8553999"/>
                  <a:pt x="7958216" y="8562779"/>
                  <a:pt x="7968642" y="8562779"/>
                </a:cubicBezTo>
                <a:cubicBezTo>
                  <a:pt x="7979068" y="8562779"/>
                  <a:pt x="7987298" y="8554548"/>
                  <a:pt x="7987298" y="8544122"/>
                </a:cubicBezTo>
                <a:cubicBezTo>
                  <a:pt x="7987298" y="8533696"/>
                  <a:pt x="7980165" y="8526562"/>
                  <a:pt x="7970837" y="8525465"/>
                </a:cubicBezTo>
                <a:lnTo>
                  <a:pt x="7970837" y="7908145"/>
                </a:lnTo>
                <a:cubicBezTo>
                  <a:pt x="7980165" y="7907048"/>
                  <a:pt x="7987298" y="7899366"/>
                  <a:pt x="7987298" y="7889488"/>
                </a:cubicBezTo>
                <a:cubicBezTo>
                  <a:pt x="7987298" y="7879062"/>
                  <a:pt x="7979068" y="7870832"/>
                  <a:pt x="7968642" y="7870832"/>
                </a:cubicBezTo>
                <a:close/>
                <a:moveTo>
                  <a:pt x="4137965" y="7810060"/>
                </a:moveTo>
                <a:cubicBezTo>
                  <a:pt x="4133164" y="7810060"/>
                  <a:pt x="4128362" y="7811843"/>
                  <a:pt x="4124796" y="7815410"/>
                </a:cubicBezTo>
                <a:cubicBezTo>
                  <a:pt x="4118210" y="7821995"/>
                  <a:pt x="4117662" y="7832421"/>
                  <a:pt x="4123149" y="7840103"/>
                </a:cubicBezTo>
                <a:lnTo>
                  <a:pt x="4026024" y="7937228"/>
                </a:lnTo>
                <a:lnTo>
                  <a:pt x="4026024" y="8023926"/>
                </a:lnTo>
                <a:lnTo>
                  <a:pt x="3871282" y="8178669"/>
                </a:lnTo>
                <a:lnTo>
                  <a:pt x="3769218" y="8178669"/>
                </a:lnTo>
                <a:lnTo>
                  <a:pt x="3176592" y="8771295"/>
                </a:lnTo>
                <a:cubicBezTo>
                  <a:pt x="3169458" y="8765808"/>
                  <a:pt x="3158484" y="8766357"/>
                  <a:pt x="3151898" y="8772941"/>
                </a:cubicBezTo>
                <a:cubicBezTo>
                  <a:pt x="3144765" y="8780075"/>
                  <a:pt x="3144765" y="8792146"/>
                  <a:pt x="3151898" y="8799281"/>
                </a:cubicBezTo>
                <a:cubicBezTo>
                  <a:pt x="3159032" y="8806415"/>
                  <a:pt x="3171104" y="8806415"/>
                  <a:pt x="3178238" y="8799281"/>
                </a:cubicBezTo>
                <a:cubicBezTo>
                  <a:pt x="3185371" y="8792146"/>
                  <a:pt x="3185371" y="8782270"/>
                  <a:pt x="3179883" y="8774588"/>
                </a:cubicBezTo>
                <a:lnTo>
                  <a:pt x="3770865" y="8183607"/>
                </a:lnTo>
                <a:lnTo>
                  <a:pt x="3771414" y="8183058"/>
                </a:lnTo>
                <a:lnTo>
                  <a:pt x="3873478" y="8183058"/>
                </a:lnTo>
                <a:lnTo>
                  <a:pt x="4030963" y="8025573"/>
                </a:lnTo>
                <a:lnTo>
                  <a:pt x="4030963" y="7938874"/>
                </a:lnTo>
                <a:lnTo>
                  <a:pt x="4126441" y="7843396"/>
                </a:lnTo>
                <a:cubicBezTo>
                  <a:pt x="4133575" y="7848882"/>
                  <a:pt x="4144550" y="7848334"/>
                  <a:pt x="4151134" y="7841749"/>
                </a:cubicBezTo>
                <a:cubicBezTo>
                  <a:pt x="4158267" y="7834615"/>
                  <a:pt x="4158267" y="7822543"/>
                  <a:pt x="4151134" y="7815410"/>
                </a:cubicBezTo>
                <a:cubicBezTo>
                  <a:pt x="4147567" y="7811843"/>
                  <a:pt x="4142766" y="7810060"/>
                  <a:pt x="4137965" y="7810060"/>
                </a:cubicBezTo>
                <a:close/>
                <a:moveTo>
                  <a:pt x="6214904" y="7796754"/>
                </a:moveTo>
                <a:cubicBezTo>
                  <a:pt x="6204478" y="7796754"/>
                  <a:pt x="6196247" y="7804985"/>
                  <a:pt x="6196247" y="7815410"/>
                </a:cubicBezTo>
                <a:cubicBezTo>
                  <a:pt x="6196247" y="7825836"/>
                  <a:pt x="6203380" y="7832969"/>
                  <a:pt x="6212710" y="7834067"/>
                </a:cubicBezTo>
                <a:lnTo>
                  <a:pt x="6212710" y="8451386"/>
                </a:lnTo>
                <a:cubicBezTo>
                  <a:pt x="6203380" y="8452484"/>
                  <a:pt x="6196247" y="8460166"/>
                  <a:pt x="6196247" y="8470043"/>
                </a:cubicBezTo>
                <a:cubicBezTo>
                  <a:pt x="6196247" y="8479921"/>
                  <a:pt x="6204478" y="8488700"/>
                  <a:pt x="6214904" y="8488700"/>
                </a:cubicBezTo>
                <a:cubicBezTo>
                  <a:pt x="6225330" y="8488700"/>
                  <a:pt x="6233560" y="8480469"/>
                  <a:pt x="6233560" y="8470043"/>
                </a:cubicBezTo>
                <a:cubicBezTo>
                  <a:pt x="6233560" y="8459617"/>
                  <a:pt x="6226427" y="8452484"/>
                  <a:pt x="6217099" y="8451386"/>
                </a:cubicBezTo>
                <a:lnTo>
                  <a:pt x="6217099" y="7834067"/>
                </a:lnTo>
                <a:cubicBezTo>
                  <a:pt x="6226427" y="7832969"/>
                  <a:pt x="6233560" y="7825287"/>
                  <a:pt x="6233560" y="7815410"/>
                </a:cubicBezTo>
                <a:cubicBezTo>
                  <a:pt x="6233560" y="7804985"/>
                  <a:pt x="6225330" y="7796754"/>
                  <a:pt x="6214904" y="7796754"/>
                </a:cubicBezTo>
                <a:close/>
                <a:moveTo>
                  <a:pt x="2332097" y="7787974"/>
                </a:moveTo>
                <a:cubicBezTo>
                  <a:pt x="2321671" y="7787974"/>
                  <a:pt x="2314539" y="7795107"/>
                  <a:pt x="2313440" y="7804435"/>
                </a:cubicBezTo>
                <a:lnTo>
                  <a:pt x="1924392" y="7804435"/>
                </a:lnTo>
                <a:lnTo>
                  <a:pt x="1688987" y="8039840"/>
                </a:lnTo>
                <a:lnTo>
                  <a:pt x="1327375" y="8039840"/>
                </a:lnTo>
                <a:lnTo>
                  <a:pt x="596468" y="8770747"/>
                </a:lnTo>
                <a:cubicBezTo>
                  <a:pt x="589334" y="8765260"/>
                  <a:pt x="578360" y="8765808"/>
                  <a:pt x="571774" y="8772392"/>
                </a:cubicBezTo>
                <a:cubicBezTo>
                  <a:pt x="565190" y="8778977"/>
                  <a:pt x="564640" y="8791598"/>
                  <a:pt x="571774" y="8798732"/>
                </a:cubicBezTo>
                <a:cubicBezTo>
                  <a:pt x="578908" y="8805865"/>
                  <a:pt x="590980" y="8805865"/>
                  <a:pt x="598114" y="8798732"/>
                </a:cubicBezTo>
                <a:cubicBezTo>
                  <a:pt x="604698" y="8792146"/>
                  <a:pt x="605248" y="8781721"/>
                  <a:pt x="599760" y="8774039"/>
                </a:cubicBezTo>
                <a:lnTo>
                  <a:pt x="1329570" y="8044230"/>
                </a:lnTo>
                <a:lnTo>
                  <a:pt x="1691182" y="8044230"/>
                </a:lnTo>
                <a:lnTo>
                  <a:pt x="1926586" y="7808826"/>
                </a:lnTo>
                <a:lnTo>
                  <a:pt x="2313440" y="7808826"/>
                </a:lnTo>
                <a:cubicBezTo>
                  <a:pt x="2314539" y="7818154"/>
                  <a:pt x="2322221" y="7825287"/>
                  <a:pt x="2332097" y="7825287"/>
                </a:cubicBezTo>
                <a:cubicBezTo>
                  <a:pt x="2341975" y="7825287"/>
                  <a:pt x="2350754" y="7817057"/>
                  <a:pt x="2350754" y="7806630"/>
                </a:cubicBezTo>
                <a:cubicBezTo>
                  <a:pt x="2350754" y="7796204"/>
                  <a:pt x="2342524" y="7787974"/>
                  <a:pt x="2332097" y="7787974"/>
                </a:cubicBezTo>
                <a:close/>
                <a:moveTo>
                  <a:pt x="5800614" y="7665744"/>
                </a:moveTo>
                <a:cubicBezTo>
                  <a:pt x="5795813" y="7665744"/>
                  <a:pt x="5791011" y="7667527"/>
                  <a:pt x="5787444" y="7671094"/>
                </a:cubicBezTo>
                <a:cubicBezTo>
                  <a:pt x="5780860" y="7677679"/>
                  <a:pt x="5780310" y="7688105"/>
                  <a:pt x="5785798" y="7695788"/>
                </a:cubicBezTo>
                <a:lnTo>
                  <a:pt x="5719401" y="7762183"/>
                </a:lnTo>
                <a:lnTo>
                  <a:pt x="5719401" y="8747700"/>
                </a:lnTo>
                <a:cubicBezTo>
                  <a:pt x="5710073" y="8748797"/>
                  <a:pt x="5702940" y="8756480"/>
                  <a:pt x="5702940" y="8766357"/>
                </a:cubicBezTo>
                <a:cubicBezTo>
                  <a:pt x="5702940" y="8776235"/>
                  <a:pt x="5711170" y="8785014"/>
                  <a:pt x="5721596" y="8785014"/>
                </a:cubicBezTo>
                <a:cubicBezTo>
                  <a:pt x="5732022" y="8785014"/>
                  <a:pt x="5740254" y="8776783"/>
                  <a:pt x="5740254" y="8766357"/>
                </a:cubicBezTo>
                <a:cubicBezTo>
                  <a:pt x="5740254" y="8755931"/>
                  <a:pt x="5733120" y="8748797"/>
                  <a:pt x="5723792" y="8747700"/>
                </a:cubicBezTo>
                <a:lnTo>
                  <a:pt x="5723792" y="7764379"/>
                </a:lnTo>
                <a:lnTo>
                  <a:pt x="5789090" y="7699079"/>
                </a:lnTo>
                <a:cubicBezTo>
                  <a:pt x="5796224" y="7704567"/>
                  <a:pt x="5807198" y="7704018"/>
                  <a:pt x="5813784" y="7697433"/>
                </a:cubicBezTo>
                <a:cubicBezTo>
                  <a:pt x="5820916" y="7690300"/>
                  <a:pt x="5820916" y="7678228"/>
                  <a:pt x="5813784" y="7671094"/>
                </a:cubicBezTo>
                <a:cubicBezTo>
                  <a:pt x="5810217" y="7667527"/>
                  <a:pt x="5805416" y="7665744"/>
                  <a:pt x="5800614" y="7665744"/>
                </a:cubicBezTo>
                <a:close/>
                <a:moveTo>
                  <a:pt x="14789891" y="7554901"/>
                </a:moveTo>
                <a:cubicBezTo>
                  <a:pt x="14785090" y="7554901"/>
                  <a:pt x="14780288" y="7556684"/>
                  <a:pt x="14776722" y="7560251"/>
                </a:cubicBezTo>
                <a:cubicBezTo>
                  <a:pt x="14769588" y="7567384"/>
                  <a:pt x="14769588" y="7579456"/>
                  <a:pt x="14776722" y="7586590"/>
                </a:cubicBezTo>
                <a:cubicBezTo>
                  <a:pt x="14783307" y="7593175"/>
                  <a:pt x="14793733" y="7593724"/>
                  <a:pt x="14801415" y="7588236"/>
                </a:cubicBezTo>
                <a:lnTo>
                  <a:pt x="14851349" y="7638170"/>
                </a:lnTo>
                <a:lnTo>
                  <a:pt x="14851898" y="7638170"/>
                </a:lnTo>
                <a:cubicBezTo>
                  <a:pt x="14851898" y="7638719"/>
                  <a:pt x="15503787" y="7638719"/>
                  <a:pt x="15503787" y="7638719"/>
                </a:cubicBezTo>
                <a:lnTo>
                  <a:pt x="15670602" y="7805533"/>
                </a:lnTo>
                <a:cubicBezTo>
                  <a:pt x="15665115" y="7812666"/>
                  <a:pt x="15665662" y="7823641"/>
                  <a:pt x="15672247" y="7830226"/>
                </a:cubicBezTo>
                <a:cubicBezTo>
                  <a:pt x="15679381" y="7837359"/>
                  <a:pt x="15691453" y="7837359"/>
                  <a:pt x="15698586" y="7830226"/>
                </a:cubicBezTo>
                <a:cubicBezTo>
                  <a:pt x="15705720" y="7823092"/>
                  <a:pt x="15705720" y="7811020"/>
                  <a:pt x="15698586" y="7803887"/>
                </a:cubicBezTo>
                <a:cubicBezTo>
                  <a:pt x="15692002" y="7797303"/>
                  <a:pt x="15681576" y="7796754"/>
                  <a:pt x="15673894" y="7802241"/>
                </a:cubicBezTo>
                <a:lnTo>
                  <a:pt x="15506531" y="7634879"/>
                </a:lnTo>
                <a:lnTo>
                  <a:pt x="15505984" y="7634879"/>
                </a:lnTo>
                <a:cubicBezTo>
                  <a:pt x="15505984" y="7634329"/>
                  <a:pt x="14854093" y="7634329"/>
                  <a:pt x="14854093" y="7634329"/>
                </a:cubicBezTo>
                <a:lnTo>
                  <a:pt x="14804707" y="7584944"/>
                </a:lnTo>
                <a:cubicBezTo>
                  <a:pt x="14810195" y="7577810"/>
                  <a:pt x="14809646" y="7566836"/>
                  <a:pt x="14803061" y="7560251"/>
                </a:cubicBezTo>
                <a:cubicBezTo>
                  <a:pt x="14799494" y="7556684"/>
                  <a:pt x="14794692" y="7554901"/>
                  <a:pt x="14789891" y="7554901"/>
                </a:cubicBezTo>
                <a:close/>
                <a:moveTo>
                  <a:pt x="9237851" y="7538988"/>
                </a:moveTo>
                <a:cubicBezTo>
                  <a:pt x="9233050" y="7538988"/>
                  <a:pt x="9228248" y="7540771"/>
                  <a:pt x="9224682" y="7544338"/>
                </a:cubicBezTo>
                <a:cubicBezTo>
                  <a:pt x="9217549" y="7551471"/>
                  <a:pt x="9217549" y="7563544"/>
                  <a:pt x="9224682" y="7570677"/>
                </a:cubicBezTo>
                <a:cubicBezTo>
                  <a:pt x="9231266" y="7577262"/>
                  <a:pt x="9241692" y="7577810"/>
                  <a:pt x="9249376" y="7572323"/>
                </a:cubicBezTo>
                <a:lnTo>
                  <a:pt x="9346500" y="7669448"/>
                </a:lnTo>
                <a:lnTo>
                  <a:pt x="9347048" y="7669448"/>
                </a:lnTo>
                <a:cubicBezTo>
                  <a:pt x="9347048" y="7669996"/>
                  <a:pt x="9570382" y="7669996"/>
                  <a:pt x="9570382" y="7669996"/>
                </a:cubicBezTo>
                <a:lnTo>
                  <a:pt x="9755303" y="7854919"/>
                </a:lnTo>
                <a:cubicBezTo>
                  <a:pt x="9749815" y="7862051"/>
                  <a:pt x="9750364" y="7873026"/>
                  <a:pt x="9756949" y="7879611"/>
                </a:cubicBezTo>
                <a:cubicBezTo>
                  <a:pt x="9764083" y="7886745"/>
                  <a:pt x="9776155" y="7886745"/>
                  <a:pt x="9783288" y="7879611"/>
                </a:cubicBezTo>
                <a:cubicBezTo>
                  <a:pt x="9790422" y="7872477"/>
                  <a:pt x="9790422" y="7860406"/>
                  <a:pt x="9783288" y="7853272"/>
                </a:cubicBezTo>
                <a:cubicBezTo>
                  <a:pt x="9776704" y="7846688"/>
                  <a:pt x="9766278" y="7846139"/>
                  <a:pt x="9758595" y="7851626"/>
                </a:cubicBezTo>
                <a:lnTo>
                  <a:pt x="9573126" y="7666156"/>
                </a:lnTo>
                <a:lnTo>
                  <a:pt x="9572577" y="7666156"/>
                </a:lnTo>
                <a:cubicBezTo>
                  <a:pt x="9572577" y="7665608"/>
                  <a:pt x="9349244" y="7665608"/>
                  <a:pt x="9349244" y="7665608"/>
                </a:cubicBezTo>
                <a:lnTo>
                  <a:pt x="9252667" y="7569031"/>
                </a:lnTo>
                <a:cubicBezTo>
                  <a:pt x="9258155" y="7561897"/>
                  <a:pt x="9257606" y="7550923"/>
                  <a:pt x="9251021" y="7544338"/>
                </a:cubicBezTo>
                <a:cubicBezTo>
                  <a:pt x="9247454" y="7540771"/>
                  <a:pt x="9242653" y="7538988"/>
                  <a:pt x="9237851" y="7538988"/>
                </a:cubicBezTo>
                <a:close/>
                <a:moveTo>
                  <a:pt x="4765711" y="7500028"/>
                </a:moveTo>
                <a:cubicBezTo>
                  <a:pt x="4760910" y="7500028"/>
                  <a:pt x="4756109" y="7501811"/>
                  <a:pt x="4752542" y="7505378"/>
                </a:cubicBezTo>
                <a:cubicBezTo>
                  <a:pt x="4745956" y="7511963"/>
                  <a:pt x="4745408" y="7522389"/>
                  <a:pt x="4750895" y="7530071"/>
                </a:cubicBezTo>
                <a:lnTo>
                  <a:pt x="4653770" y="7627196"/>
                </a:lnTo>
                <a:lnTo>
                  <a:pt x="4653770" y="8470043"/>
                </a:lnTo>
                <a:lnTo>
                  <a:pt x="4499028" y="8624785"/>
                </a:lnTo>
                <a:lnTo>
                  <a:pt x="4302584" y="8624785"/>
                </a:lnTo>
                <a:lnTo>
                  <a:pt x="4153878" y="8773491"/>
                </a:lnTo>
                <a:cubicBezTo>
                  <a:pt x="4146745" y="8768004"/>
                  <a:pt x="4135770" y="8768552"/>
                  <a:pt x="4129185" y="8775136"/>
                </a:cubicBezTo>
                <a:cubicBezTo>
                  <a:pt x="4122052" y="8782270"/>
                  <a:pt x="4122052" y="8794342"/>
                  <a:pt x="4129185" y="8801475"/>
                </a:cubicBezTo>
                <a:cubicBezTo>
                  <a:pt x="4136319" y="8808609"/>
                  <a:pt x="4148390" y="8808609"/>
                  <a:pt x="4155524" y="8801475"/>
                </a:cubicBezTo>
                <a:cubicBezTo>
                  <a:pt x="4162109" y="8794890"/>
                  <a:pt x="4162658" y="8784465"/>
                  <a:pt x="4157170" y="8776783"/>
                </a:cubicBezTo>
                <a:lnTo>
                  <a:pt x="4304778" y="8629174"/>
                </a:lnTo>
                <a:lnTo>
                  <a:pt x="4501224" y="8629174"/>
                </a:lnTo>
                <a:lnTo>
                  <a:pt x="4658709" y="8471690"/>
                </a:lnTo>
                <a:lnTo>
                  <a:pt x="4658709" y="7628842"/>
                </a:lnTo>
                <a:lnTo>
                  <a:pt x="4754188" y="7533364"/>
                </a:lnTo>
                <a:cubicBezTo>
                  <a:pt x="4761321" y="7538851"/>
                  <a:pt x="4772296" y="7538301"/>
                  <a:pt x="4778880" y="7531717"/>
                </a:cubicBezTo>
                <a:cubicBezTo>
                  <a:pt x="4786013" y="7524584"/>
                  <a:pt x="4786013" y="7512512"/>
                  <a:pt x="4778880" y="7505378"/>
                </a:cubicBezTo>
                <a:cubicBezTo>
                  <a:pt x="4775314" y="7501811"/>
                  <a:pt x="4770512" y="7500028"/>
                  <a:pt x="4765711" y="7500028"/>
                </a:cubicBezTo>
                <a:close/>
                <a:moveTo>
                  <a:pt x="7883040" y="7437473"/>
                </a:moveTo>
                <a:cubicBezTo>
                  <a:pt x="7878238" y="7437473"/>
                  <a:pt x="7873437" y="7439256"/>
                  <a:pt x="7869870" y="7442823"/>
                </a:cubicBezTo>
                <a:lnTo>
                  <a:pt x="7869870" y="7443372"/>
                </a:lnTo>
                <a:cubicBezTo>
                  <a:pt x="7863286" y="7449956"/>
                  <a:pt x="7862737" y="7460383"/>
                  <a:pt x="7868224" y="7468065"/>
                </a:cubicBezTo>
                <a:lnTo>
                  <a:pt x="7801828" y="7534461"/>
                </a:lnTo>
                <a:lnTo>
                  <a:pt x="7801828" y="8728495"/>
                </a:lnTo>
                <a:cubicBezTo>
                  <a:pt x="7792500" y="8729592"/>
                  <a:pt x="7785366" y="8737274"/>
                  <a:pt x="7785366" y="8747152"/>
                </a:cubicBezTo>
                <a:cubicBezTo>
                  <a:pt x="7785366" y="8757029"/>
                  <a:pt x="7793598" y="8765808"/>
                  <a:pt x="7804024" y="8765808"/>
                </a:cubicBezTo>
                <a:cubicBezTo>
                  <a:pt x="7814448" y="8765808"/>
                  <a:pt x="7822680" y="8757578"/>
                  <a:pt x="7822680" y="8747152"/>
                </a:cubicBezTo>
                <a:cubicBezTo>
                  <a:pt x="7822680" y="8736726"/>
                  <a:pt x="7815546" y="8729592"/>
                  <a:pt x="7806218" y="8728495"/>
                </a:cubicBezTo>
                <a:lnTo>
                  <a:pt x="7806218" y="7536107"/>
                </a:lnTo>
                <a:lnTo>
                  <a:pt x="7871518" y="7470809"/>
                </a:lnTo>
                <a:cubicBezTo>
                  <a:pt x="7878650" y="7476295"/>
                  <a:pt x="7889624" y="7475747"/>
                  <a:pt x="7896210" y="7469162"/>
                </a:cubicBezTo>
                <a:cubicBezTo>
                  <a:pt x="7903343" y="7462029"/>
                  <a:pt x="7903343" y="7449956"/>
                  <a:pt x="7896210" y="7442823"/>
                </a:cubicBezTo>
                <a:cubicBezTo>
                  <a:pt x="7892643" y="7439256"/>
                  <a:pt x="7887841" y="7437473"/>
                  <a:pt x="7883040" y="7437473"/>
                </a:cubicBezTo>
                <a:close/>
                <a:moveTo>
                  <a:pt x="4495736" y="7399062"/>
                </a:moveTo>
                <a:cubicBezTo>
                  <a:pt x="4490935" y="7399062"/>
                  <a:pt x="4486133" y="7400845"/>
                  <a:pt x="4482566" y="7404412"/>
                </a:cubicBezTo>
                <a:cubicBezTo>
                  <a:pt x="4475433" y="7411546"/>
                  <a:pt x="4475433" y="7421423"/>
                  <a:pt x="4480920" y="7429105"/>
                </a:cubicBezTo>
                <a:lnTo>
                  <a:pt x="4359651" y="7550374"/>
                </a:lnTo>
                <a:lnTo>
                  <a:pt x="4359651" y="8397062"/>
                </a:lnTo>
                <a:cubicBezTo>
                  <a:pt x="4350323" y="8398160"/>
                  <a:pt x="4343190" y="8405842"/>
                  <a:pt x="4343190" y="8415718"/>
                </a:cubicBezTo>
                <a:cubicBezTo>
                  <a:pt x="4343190" y="8425596"/>
                  <a:pt x="4351420" y="8434376"/>
                  <a:pt x="4361846" y="8434376"/>
                </a:cubicBezTo>
                <a:cubicBezTo>
                  <a:pt x="4372272" y="8434376"/>
                  <a:pt x="4380503" y="8426145"/>
                  <a:pt x="4380503" y="8415718"/>
                </a:cubicBezTo>
                <a:cubicBezTo>
                  <a:pt x="4380503" y="8405293"/>
                  <a:pt x="4373370" y="8398160"/>
                  <a:pt x="4364041" y="8397062"/>
                </a:cubicBezTo>
                <a:lnTo>
                  <a:pt x="4364041" y="7552569"/>
                </a:lnTo>
                <a:lnTo>
                  <a:pt x="4484212" y="7432398"/>
                </a:lnTo>
                <a:cubicBezTo>
                  <a:pt x="4491346" y="7437885"/>
                  <a:pt x="4502320" y="7437336"/>
                  <a:pt x="4508906" y="7430751"/>
                </a:cubicBezTo>
                <a:cubicBezTo>
                  <a:pt x="4515490" y="7424166"/>
                  <a:pt x="4516040" y="7411546"/>
                  <a:pt x="4508906" y="7404412"/>
                </a:cubicBezTo>
                <a:cubicBezTo>
                  <a:pt x="4505339" y="7400845"/>
                  <a:pt x="4500538" y="7399062"/>
                  <a:pt x="4495736" y="7399062"/>
                </a:cubicBezTo>
                <a:close/>
                <a:moveTo>
                  <a:pt x="13091026" y="7353928"/>
                </a:moveTo>
                <a:cubicBezTo>
                  <a:pt x="13081149" y="7353928"/>
                  <a:pt x="13072370" y="7362160"/>
                  <a:pt x="13072370" y="7372586"/>
                </a:cubicBezTo>
                <a:cubicBezTo>
                  <a:pt x="13072370" y="7383011"/>
                  <a:pt x="13080601" y="7391243"/>
                  <a:pt x="13091026" y="7391243"/>
                </a:cubicBezTo>
                <a:cubicBezTo>
                  <a:pt x="13101452" y="7391243"/>
                  <a:pt x="13108586" y="7384108"/>
                  <a:pt x="13109683" y="7374781"/>
                </a:cubicBezTo>
                <a:lnTo>
                  <a:pt x="13554153" y="7374781"/>
                </a:lnTo>
                <a:lnTo>
                  <a:pt x="13897658" y="7718285"/>
                </a:lnTo>
                <a:lnTo>
                  <a:pt x="13898207" y="7718285"/>
                </a:lnTo>
                <a:cubicBezTo>
                  <a:pt x="13898207" y="7718833"/>
                  <a:pt x="14586862" y="7718833"/>
                  <a:pt x="14586862" y="7718833"/>
                </a:cubicBezTo>
                <a:lnTo>
                  <a:pt x="15130652" y="8262624"/>
                </a:lnTo>
                <a:lnTo>
                  <a:pt x="15131201" y="8262624"/>
                </a:lnTo>
                <a:cubicBezTo>
                  <a:pt x="15131201" y="8263173"/>
                  <a:pt x="15676637" y="8263173"/>
                  <a:pt x="15676637" y="8263173"/>
                </a:cubicBezTo>
                <a:cubicBezTo>
                  <a:pt x="15677734" y="8272501"/>
                  <a:pt x="15685417" y="8279635"/>
                  <a:pt x="15695295" y="8279635"/>
                </a:cubicBezTo>
                <a:cubicBezTo>
                  <a:pt x="15705171" y="8279635"/>
                  <a:pt x="15713951" y="8271404"/>
                  <a:pt x="15713951" y="8260978"/>
                </a:cubicBezTo>
                <a:cubicBezTo>
                  <a:pt x="15713951" y="8250552"/>
                  <a:pt x="15705720" y="8242320"/>
                  <a:pt x="15695295" y="8242320"/>
                </a:cubicBezTo>
                <a:cubicBezTo>
                  <a:pt x="15685965" y="8242320"/>
                  <a:pt x="15677734" y="8249455"/>
                  <a:pt x="15676637" y="8258783"/>
                </a:cubicBezTo>
                <a:lnTo>
                  <a:pt x="15133396" y="8258783"/>
                </a:lnTo>
                <a:lnTo>
                  <a:pt x="14589606" y="7714993"/>
                </a:lnTo>
                <a:lnTo>
                  <a:pt x="14589057" y="7714993"/>
                </a:lnTo>
                <a:cubicBezTo>
                  <a:pt x="14589057" y="7714444"/>
                  <a:pt x="13900401" y="7714444"/>
                  <a:pt x="13900401" y="7714444"/>
                </a:cubicBezTo>
                <a:lnTo>
                  <a:pt x="13556897" y="7370939"/>
                </a:lnTo>
                <a:lnTo>
                  <a:pt x="13556349" y="7370939"/>
                </a:lnTo>
                <a:cubicBezTo>
                  <a:pt x="13556349" y="7370391"/>
                  <a:pt x="13109683" y="7370391"/>
                  <a:pt x="13109683" y="7370391"/>
                </a:cubicBezTo>
                <a:cubicBezTo>
                  <a:pt x="13108586" y="7361063"/>
                  <a:pt x="13100904" y="7353928"/>
                  <a:pt x="13091026" y="7353928"/>
                </a:cubicBezTo>
                <a:close/>
                <a:moveTo>
                  <a:pt x="5186037" y="7283829"/>
                </a:moveTo>
                <a:cubicBezTo>
                  <a:pt x="5181236" y="7283829"/>
                  <a:pt x="5176435" y="7285612"/>
                  <a:pt x="5172868" y="7289180"/>
                </a:cubicBezTo>
                <a:cubicBezTo>
                  <a:pt x="5166282" y="7295764"/>
                  <a:pt x="5165734" y="7306190"/>
                  <a:pt x="5171222" y="7313872"/>
                </a:cubicBezTo>
                <a:lnTo>
                  <a:pt x="5074096" y="7410997"/>
                </a:lnTo>
                <a:lnTo>
                  <a:pt x="5074096" y="8546316"/>
                </a:lnTo>
                <a:lnTo>
                  <a:pt x="4859544" y="8760869"/>
                </a:lnTo>
                <a:cubicBezTo>
                  <a:pt x="4852410" y="8755382"/>
                  <a:pt x="4841435" y="8755931"/>
                  <a:pt x="4834851" y="8762516"/>
                </a:cubicBezTo>
                <a:cubicBezTo>
                  <a:pt x="4827716" y="8769650"/>
                  <a:pt x="4827716" y="8781721"/>
                  <a:pt x="4834851" y="8788855"/>
                </a:cubicBezTo>
                <a:cubicBezTo>
                  <a:pt x="4841984" y="8795989"/>
                  <a:pt x="4854056" y="8795989"/>
                  <a:pt x="4861189" y="8788855"/>
                </a:cubicBezTo>
                <a:cubicBezTo>
                  <a:pt x="4867774" y="8782270"/>
                  <a:pt x="4868322" y="8771844"/>
                  <a:pt x="4862836" y="8764162"/>
                </a:cubicBezTo>
                <a:lnTo>
                  <a:pt x="5079034" y="8547962"/>
                </a:lnTo>
                <a:lnTo>
                  <a:pt x="5079034" y="7412643"/>
                </a:lnTo>
                <a:lnTo>
                  <a:pt x="5174514" y="7317164"/>
                </a:lnTo>
                <a:cubicBezTo>
                  <a:pt x="5181646" y="7322651"/>
                  <a:pt x="5192622" y="7322103"/>
                  <a:pt x="5199206" y="7315518"/>
                </a:cubicBezTo>
                <a:cubicBezTo>
                  <a:pt x="5206340" y="7308385"/>
                  <a:pt x="5206340" y="7296312"/>
                  <a:pt x="5199206" y="7289180"/>
                </a:cubicBezTo>
                <a:cubicBezTo>
                  <a:pt x="5195639" y="7285612"/>
                  <a:pt x="5190838" y="7283829"/>
                  <a:pt x="5186037" y="7283829"/>
                </a:cubicBezTo>
                <a:close/>
                <a:moveTo>
                  <a:pt x="11921685" y="7261331"/>
                </a:moveTo>
                <a:cubicBezTo>
                  <a:pt x="11916884" y="7261331"/>
                  <a:pt x="11912082" y="7263114"/>
                  <a:pt x="11908516" y="7266681"/>
                </a:cubicBezTo>
                <a:cubicBezTo>
                  <a:pt x="11901382" y="7273814"/>
                  <a:pt x="11901382" y="7285886"/>
                  <a:pt x="11908516" y="7293020"/>
                </a:cubicBezTo>
                <a:cubicBezTo>
                  <a:pt x="11915101" y="7299605"/>
                  <a:pt x="11925527" y="7300154"/>
                  <a:pt x="11933209" y="7294666"/>
                </a:cubicBezTo>
                <a:lnTo>
                  <a:pt x="12029785" y="7391243"/>
                </a:lnTo>
                <a:lnTo>
                  <a:pt x="12029785" y="7614575"/>
                </a:lnTo>
                <a:lnTo>
                  <a:pt x="12427614" y="8012403"/>
                </a:lnTo>
                <a:lnTo>
                  <a:pt x="12428162" y="8012403"/>
                </a:lnTo>
                <a:cubicBezTo>
                  <a:pt x="12428162" y="8012952"/>
                  <a:pt x="12693747" y="8012952"/>
                  <a:pt x="12693747" y="8012952"/>
                </a:cubicBezTo>
                <a:lnTo>
                  <a:pt x="13437823" y="8757029"/>
                </a:lnTo>
                <a:cubicBezTo>
                  <a:pt x="13432336" y="8764162"/>
                  <a:pt x="13432886" y="8775136"/>
                  <a:pt x="13439470" y="8781721"/>
                </a:cubicBezTo>
                <a:cubicBezTo>
                  <a:pt x="13446603" y="8788855"/>
                  <a:pt x="13458675" y="8788855"/>
                  <a:pt x="13465809" y="8781721"/>
                </a:cubicBezTo>
                <a:cubicBezTo>
                  <a:pt x="13472942" y="8774588"/>
                  <a:pt x="13472942" y="8762516"/>
                  <a:pt x="13465809" y="8755382"/>
                </a:cubicBezTo>
                <a:cubicBezTo>
                  <a:pt x="13459225" y="8748797"/>
                  <a:pt x="13448797" y="8748249"/>
                  <a:pt x="13441116" y="8753736"/>
                </a:cubicBezTo>
                <a:lnTo>
                  <a:pt x="13440567" y="8753187"/>
                </a:lnTo>
                <a:lnTo>
                  <a:pt x="12695941" y="8008563"/>
                </a:lnTo>
                <a:lnTo>
                  <a:pt x="12695393" y="8008563"/>
                </a:lnTo>
                <a:cubicBezTo>
                  <a:pt x="12695393" y="8008014"/>
                  <a:pt x="12429809" y="8008014"/>
                  <a:pt x="12429809" y="8008014"/>
                </a:cubicBezTo>
                <a:lnTo>
                  <a:pt x="12034174" y="7612380"/>
                </a:lnTo>
                <a:lnTo>
                  <a:pt x="12034174" y="7389048"/>
                </a:lnTo>
                <a:lnTo>
                  <a:pt x="11936501" y="7291374"/>
                </a:lnTo>
                <a:cubicBezTo>
                  <a:pt x="11941989" y="7284240"/>
                  <a:pt x="11941440" y="7273266"/>
                  <a:pt x="11934855" y="7266681"/>
                </a:cubicBezTo>
                <a:cubicBezTo>
                  <a:pt x="11931288" y="7263114"/>
                  <a:pt x="11926487" y="7261331"/>
                  <a:pt x="11921685" y="7261331"/>
                </a:cubicBezTo>
                <a:close/>
                <a:moveTo>
                  <a:pt x="10926291" y="7069825"/>
                </a:moveTo>
                <a:cubicBezTo>
                  <a:pt x="10921490" y="7069825"/>
                  <a:pt x="10916688" y="7071609"/>
                  <a:pt x="10913121" y="7075175"/>
                </a:cubicBezTo>
                <a:cubicBezTo>
                  <a:pt x="10905988" y="7082308"/>
                  <a:pt x="10905988" y="7094381"/>
                  <a:pt x="10913121" y="7101513"/>
                </a:cubicBezTo>
                <a:cubicBezTo>
                  <a:pt x="10919707" y="7108099"/>
                  <a:pt x="10930132" y="7108648"/>
                  <a:pt x="10937814" y="7103160"/>
                </a:cubicBezTo>
                <a:lnTo>
                  <a:pt x="11034391" y="7199737"/>
                </a:lnTo>
                <a:lnTo>
                  <a:pt x="11034391" y="7423069"/>
                </a:lnTo>
                <a:lnTo>
                  <a:pt x="11431671" y="7820348"/>
                </a:lnTo>
                <a:lnTo>
                  <a:pt x="11431671" y="7986614"/>
                </a:lnTo>
                <a:lnTo>
                  <a:pt x="12207024" y="8761966"/>
                </a:lnTo>
                <a:cubicBezTo>
                  <a:pt x="12201536" y="8769101"/>
                  <a:pt x="12202086" y="8780075"/>
                  <a:pt x="12208671" y="8786660"/>
                </a:cubicBezTo>
                <a:cubicBezTo>
                  <a:pt x="12215804" y="8793793"/>
                  <a:pt x="12227876" y="8793793"/>
                  <a:pt x="12235010" y="8786660"/>
                </a:cubicBezTo>
                <a:cubicBezTo>
                  <a:pt x="12242143" y="8779526"/>
                  <a:pt x="12242143" y="8767454"/>
                  <a:pt x="12235010" y="8760321"/>
                </a:cubicBezTo>
                <a:cubicBezTo>
                  <a:pt x="12228425" y="8753736"/>
                  <a:pt x="12217998" y="8753187"/>
                  <a:pt x="12210316" y="8758675"/>
                </a:cubicBezTo>
                <a:lnTo>
                  <a:pt x="12209768" y="8758126"/>
                </a:lnTo>
                <a:lnTo>
                  <a:pt x="11436059" y="7984418"/>
                </a:lnTo>
                <a:lnTo>
                  <a:pt x="11436059" y="7818154"/>
                </a:lnTo>
                <a:lnTo>
                  <a:pt x="11038780" y="7420874"/>
                </a:lnTo>
                <a:lnTo>
                  <a:pt x="11038780" y="7197541"/>
                </a:lnTo>
                <a:lnTo>
                  <a:pt x="10941106" y="7099867"/>
                </a:lnTo>
                <a:cubicBezTo>
                  <a:pt x="10946593" y="7092734"/>
                  <a:pt x="10946045" y="7081759"/>
                  <a:pt x="10939461" y="7075175"/>
                </a:cubicBezTo>
                <a:cubicBezTo>
                  <a:pt x="10935894" y="7071609"/>
                  <a:pt x="10931093" y="7069825"/>
                  <a:pt x="10926291" y="7069825"/>
                </a:cubicBezTo>
                <a:close/>
                <a:moveTo>
                  <a:pt x="1211592" y="7065298"/>
                </a:moveTo>
                <a:cubicBezTo>
                  <a:pt x="1201168" y="7065298"/>
                  <a:pt x="1194034" y="7072431"/>
                  <a:pt x="1192936" y="7081759"/>
                </a:cubicBezTo>
                <a:lnTo>
                  <a:pt x="568482" y="7081759"/>
                </a:lnTo>
                <a:lnTo>
                  <a:pt x="427460" y="7222782"/>
                </a:lnTo>
                <a:lnTo>
                  <a:pt x="427460" y="7362709"/>
                </a:lnTo>
                <a:lnTo>
                  <a:pt x="317164" y="7473004"/>
                </a:lnTo>
                <a:cubicBezTo>
                  <a:pt x="310032" y="7467516"/>
                  <a:pt x="299056" y="7468065"/>
                  <a:pt x="292472" y="7474650"/>
                </a:cubicBezTo>
                <a:cubicBezTo>
                  <a:pt x="285338" y="7481783"/>
                  <a:pt x="285338" y="7493855"/>
                  <a:pt x="292472" y="7500989"/>
                </a:cubicBezTo>
                <a:cubicBezTo>
                  <a:pt x="299606" y="7508121"/>
                  <a:pt x="311678" y="7508121"/>
                  <a:pt x="318810" y="7500989"/>
                </a:cubicBezTo>
                <a:cubicBezTo>
                  <a:pt x="325396" y="7494404"/>
                  <a:pt x="325944" y="7483978"/>
                  <a:pt x="320456" y="7476295"/>
                </a:cubicBezTo>
                <a:lnTo>
                  <a:pt x="431848" y="7364903"/>
                </a:lnTo>
                <a:lnTo>
                  <a:pt x="431848" y="7224977"/>
                </a:lnTo>
                <a:lnTo>
                  <a:pt x="432398" y="7224429"/>
                </a:lnTo>
                <a:lnTo>
                  <a:pt x="570678" y="7086150"/>
                </a:lnTo>
                <a:lnTo>
                  <a:pt x="1192936" y="7086150"/>
                </a:lnTo>
                <a:cubicBezTo>
                  <a:pt x="1194034" y="7095478"/>
                  <a:pt x="1201716" y="7102611"/>
                  <a:pt x="1211592" y="7102611"/>
                </a:cubicBezTo>
                <a:cubicBezTo>
                  <a:pt x="1221470" y="7102611"/>
                  <a:pt x="1230249" y="7094381"/>
                  <a:pt x="1230249" y="7083954"/>
                </a:cubicBezTo>
                <a:cubicBezTo>
                  <a:pt x="1230249" y="7073528"/>
                  <a:pt x="1222019" y="7065298"/>
                  <a:pt x="1211592" y="7065298"/>
                </a:cubicBezTo>
                <a:close/>
                <a:moveTo>
                  <a:pt x="10149290" y="7048973"/>
                </a:moveTo>
                <a:cubicBezTo>
                  <a:pt x="10144489" y="7048973"/>
                  <a:pt x="10139688" y="7050756"/>
                  <a:pt x="10136121" y="7054323"/>
                </a:cubicBezTo>
                <a:cubicBezTo>
                  <a:pt x="10128987" y="7061457"/>
                  <a:pt x="10128987" y="7073528"/>
                  <a:pt x="10136121" y="7080662"/>
                </a:cubicBezTo>
                <a:cubicBezTo>
                  <a:pt x="10142706" y="7087247"/>
                  <a:pt x="10153131" y="7087796"/>
                  <a:pt x="10160814" y="7082308"/>
                </a:cubicBezTo>
                <a:lnTo>
                  <a:pt x="10562483" y="7483978"/>
                </a:lnTo>
                <a:lnTo>
                  <a:pt x="10562483" y="7778645"/>
                </a:lnTo>
                <a:lnTo>
                  <a:pt x="10879101" y="8095261"/>
                </a:lnTo>
                <a:cubicBezTo>
                  <a:pt x="10873613" y="8102395"/>
                  <a:pt x="10874161" y="8113369"/>
                  <a:pt x="10880746" y="8119954"/>
                </a:cubicBezTo>
                <a:cubicBezTo>
                  <a:pt x="10887880" y="8127088"/>
                  <a:pt x="10899952" y="8127088"/>
                  <a:pt x="10907085" y="8119954"/>
                </a:cubicBezTo>
                <a:cubicBezTo>
                  <a:pt x="10914219" y="8112821"/>
                  <a:pt x="10914219" y="8100749"/>
                  <a:pt x="10907085" y="8093615"/>
                </a:cubicBezTo>
                <a:cubicBezTo>
                  <a:pt x="10900500" y="8087030"/>
                  <a:pt x="10890075" y="8086482"/>
                  <a:pt x="10882392" y="8091969"/>
                </a:cubicBezTo>
                <a:lnTo>
                  <a:pt x="10566874" y="7776999"/>
                </a:lnTo>
                <a:lnTo>
                  <a:pt x="10566874" y="7482332"/>
                </a:lnTo>
                <a:lnTo>
                  <a:pt x="10164106" y="7079565"/>
                </a:lnTo>
                <a:cubicBezTo>
                  <a:pt x="10169594" y="7072431"/>
                  <a:pt x="10169045" y="7061457"/>
                  <a:pt x="10162460" y="7054872"/>
                </a:cubicBezTo>
                <a:lnTo>
                  <a:pt x="10162460" y="7054323"/>
                </a:lnTo>
                <a:cubicBezTo>
                  <a:pt x="10158893" y="7050756"/>
                  <a:pt x="10154092" y="7048973"/>
                  <a:pt x="10149290" y="7048973"/>
                </a:cubicBezTo>
                <a:close/>
                <a:moveTo>
                  <a:pt x="3696238" y="6827149"/>
                </a:moveTo>
                <a:cubicBezTo>
                  <a:pt x="3685812" y="6827149"/>
                  <a:pt x="3678678" y="6834283"/>
                  <a:pt x="3677581" y="6843611"/>
                </a:cubicBezTo>
                <a:lnTo>
                  <a:pt x="3053128" y="6843611"/>
                </a:lnTo>
                <a:lnTo>
                  <a:pt x="2962587" y="6934151"/>
                </a:lnTo>
                <a:cubicBezTo>
                  <a:pt x="2955454" y="6928664"/>
                  <a:pt x="2944479" y="6929212"/>
                  <a:pt x="2937894" y="6935798"/>
                </a:cubicBezTo>
                <a:cubicBezTo>
                  <a:pt x="2930760" y="6942931"/>
                  <a:pt x="2930760" y="6955003"/>
                  <a:pt x="2937894" y="6962136"/>
                </a:cubicBezTo>
                <a:cubicBezTo>
                  <a:pt x="2945028" y="6969270"/>
                  <a:pt x="2957100" y="6969270"/>
                  <a:pt x="2964233" y="6962136"/>
                </a:cubicBezTo>
                <a:cubicBezTo>
                  <a:pt x="2970818" y="6955552"/>
                  <a:pt x="2971367" y="6945126"/>
                  <a:pt x="2965880" y="6937444"/>
                </a:cubicBezTo>
                <a:lnTo>
                  <a:pt x="3054773" y="6848549"/>
                </a:lnTo>
                <a:lnTo>
                  <a:pt x="3677032" y="6848549"/>
                </a:lnTo>
                <a:lnTo>
                  <a:pt x="3677581" y="6848001"/>
                </a:lnTo>
                <a:cubicBezTo>
                  <a:pt x="3678678" y="6857329"/>
                  <a:pt x="3686360" y="6864463"/>
                  <a:pt x="3696238" y="6864463"/>
                </a:cubicBezTo>
                <a:cubicBezTo>
                  <a:pt x="3706114" y="6864463"/>
                  <a:pt x="3714895" y="6856232"/>
                  <a:pt x="3714895" y="6845806"/>
                </a:cubicBezTo>
                <a:cubicBezTo>
                  <a:pt x="3714895" y="6835380"/>
                  <a:pt x="3706663" y="6827149"/>
                  <a:pt x="3696238" y="6827149"/>
                </a:cubicBezTo>
                <a:close/>
                <a:moveTo>
                  <a:pt x="9514411" y="6708760"/>
                </a:moveTo>
                <a:cubicBezTo>
                  <a:pt x="9509610" y="6708760"/>
                  <a:pt x="9504808" y="6710544"/>
                  <a:pt x="9501242" y="6714111"/>
                </a:cubicBezTo>
                <a:cubicBezTo>
                  <a:pt x="9494108" y="6721245"/>
                  <a:pt x="9494108" y="6733317"/>
                  <a:pt x="9501242" y="6740450"/>
                </a:cubicBezTo>
                <a:cubicBezTo>
                  <a:pt x="9507826" y="6747034"/>
                  <a:pt x="9518252" y="6747583"/>
                  <a:pt x="9525934" y="6742096"/>
                </a:cubicBezTo>
                <a:lnTo>
                  <a:pt x="10158070" y="7374232"/>
                </a:lnTo>
                <a:lnTo>
                  <a:pt x="10158070" y="7897171"/>
                </a:lnTo>
                <a:lnTo>
                  <a:pt x="10566325" y="8305425"/>
                </a:lnTo>
                <a:lnTo>
                  <a:pt x="10566874" y="8305425"/>
                </a:lnTo>
                <a:cubicBezTo>
                  <a:pt x="10566874" y="8305973"/>
                  <a:pt x="11109018" y="8305973"/>
                  <a:pt x="11109018" y="8305973"/>
                </a:cubicBezTo>
                <a:lnTo>
                  <a:pt x="11354300" y="8551255"/>
                </a:lnTo>
                <a:lnTo>
                  <a:pt x="11354300" y="8765808"/>
                </a:lnTo>
                <a:cubicBezTo>
                  <a:pt x="11344972" y="8766906"/>
                  <a:pt x="11337837" y="8774588"/>
                  <a:pt x="11337837" y="8784465"/>
                </a:cubicBezTo>
                <a:cubicBezTo>
                  <a:pt x="11337837" y="8794342"/>
                  <a:pt x="11346069" y="8803121"/>
                  <a:pt x="11356494" y="8803121"/>
                </a:cubicBezTo>
                <a:cubicBezTo>
                  <a:pt x="11366920" y="8803121"/>
                  <a:pt x="11375152" y="8794890"/>
                  <a:pt x="11375152" y="8784465"/>
                </a:cubicBezTo>
                <a:cubicBezTo>
                  <a:pt x="11375152" y="8779252"/>
                  <a:pt x="11373368" y="8774863"/>
                  <a:pt x="11370419" y="8771639"/>
                </a:cubicBezTo>
                <a:lnTo>
                  <a:pt x="11359238" y="8766081"/>
                </a:lnTo>
                <a:lnTo>
                  <a:pt x="11359238" y="8766357"/>
                </a:lnTo>
                <a:lnTo>
                  <a:pt x="11358689" y="8765808"/>
                </a:lnTo>
                <a:lnTo>
                  <a:pt x="11359238" y="8766081"/>
                </a:lnTo>
                <a:lnTo>
                  <a:pt x="11359238" y="8549609"/>
                </a:lnTo>
                <a:lnTo>
                  <a:pt x="11111762" y="8302133"/>
                </a:lnTo>
                <a:lnTo>
                  <a:pt x="11111212" y="8302133"/>
                </a:lnTo>
                <a:cubicBezTo>
                  <a:pt x="11111212" y="8301584"/>
                  <a:pt x="10569068" y="8301584"/>
                  <a:pt x="10569068" y="8301584"/>
                </a:cubicBezTo>
                <a:lnTo>
                  <a:pt x="10163009" y="7895525"/>
                </a:lnTo>
                <a:lnTo>
                  <a:pt x="10163009" y="7372586"/>
                </a:lnTo>
                <a:lnTo>
                  <a:pt x="9529227" y="6738804"/>
                </a:lnTo>
                <a:cubicBezTo>
                  <a:pt x="9534714" y="6731670"/>
                  <a:pt x="9534165" y="6720695"/>
                  <a:pt x="9527580" y="6714111"/>
                </a:cubicBezTo>
                <a:cubicBezTo>
                  <a:pt x="9524014" y="6710544"/>
                  <a:pt x="9519212" y="6708760"/>
                  <a:pt x="9514411" y="6708760"/>
                </a:cubicBezTo>
                <a:close/>
                <a:moveTo>
                  <a:pt x="4474336" y="6454151"/>
                </a:moveTo>
                <a:cubicBezTo>
                  <a:pt x="4469535" y="6454151"/>
                  <a:pt x="4464733" y="6455934"/>
                  <a:pt x="4461166" y="6459501"/>
                </a:cubicBezTo>
                <a:cubicBezTo>
                  <a:pt x="4454581" y="6466086"/>
                  <a:pt x="4454032" y="6476511"/>
                  <a:pt x="4459520" y="6484193"/>
                </a:cubicBezTo>
                <a:lnTo>
                  <a:pt x="4294352" y="6649361"/>
                </a:lnTo>
                <a:lnTo>
                  <a:pt x="3558507" y="6649361"/>
                </a:lnTo>
                <a:cubicBezTo>
                  <a:pt x="3557410" y="6640033"/>
                  <a:pt x="3549727" y="6632899"/>
                  <a:pt x="3539850" y="6632899"/>
                </a:cubicBezTo>
                <a:cubicBezTo>
                  <a:pt x="3529972" y="6632899"/>
                  <a:pt x="3521193" y="6641130"/>
                  <a:pt x="3521193" y="6651556"/>
                </a:cubicBezTo>
                <a:cubicBezTo>
                  <a:pt x="3521193" y="6661982"/>
                  <a:pt x="3529424" y="6670213"/>
                  <a:pt x="3539850" y="6670213"/>
                </a:cubicBezTo>
                <a:cubicBezTo>
                  <a:pt x="3550276" y="6670213"/>
                  <a:pt x="3557410" y="6663079"/>
                  <a:pt x="3558507" y="6653750"/>
                </a:cubicBezTo>
                <a:lnTo>
                  <a:pt x="4296547" y="6653750"/>
                </a:lnTo>
                <a:lnTo>
                  <a:pt x="4462813" y="6487486"/>
                </a:lnTo>
                <a:lnTo>
                  <a:pt x="4462812" y="6487486"/>
                </a:lnTo>
                <a:lnTo>
                  <a:pt x="4463362" y="6486937"/>
                </a:lnTo>
                <a:lnTo>
                  <a:pt x="4462813" y="6487486"/>
                </a:lnTo>
                <a:lnTo>
                  <a:pt x="4475364" y="6491189"/>
                </a:lnTo>
                <a:cubicBezTo>
                  <a:pt x="4479823" y="6490915"/>
                  <a:pt x="4484212" y="6489132"/>
                  <a:pt x="4487505" y="6485840"/>
                </a:cubicBezTo>
                <a:cubicBezTo>
                  <a:pt x="4494638" y="6478706"/>
                  <a:pt x="4494638" y="6466634"/>
                  <a:pt x="4487505" y="6459501"/>
                </a:cubicBezTo>
                <a:cubicBezTo>
                  <a:pt x="4483938" y="6455934"/>
                  <a:pt x="4479137" y="6454151"/>
                  <a:pt x="4474336" y="6454151"/>
                </a:cubicBezTo>
                <a:close/>
                <a:moveTo>
                  <a:pt x="2861072" y="6399141"/>
                </a:moveTo>
                <a:cubicBezTo>
                  <a:pt x="2850646" y="6399141"/>
                  <a:pt x="2842416" y="6407372"/>
                  <a:pt x="2842416" y="6417798"/>
                </a:cubicBezTo>
                <a:cubicBezTo>
                  <a:pt x="2842416" y="6428224"/>
                  <a:pt x="2849549" y="6435356"/>
                  <a:pt x="2858877" y="6436454"/>
                </a:cubicBezTo>
                <a:lnTo>
                  <a:pt x="2858877" y="6778312"/>
                </a:lnTo>
                <a:lnTo>
                  <a:pt x="2574086" y="7063102"/>
                </a:lnTo>
                <a:lnTo>
                  <a:pt x="1833852" y="7063102"/>
                </a:lnTo>
                <a:lnTo>
                  <a:pt x="1090324" y="7806630"/>
                </a:lnTo>
                <a:lnTo>
                  <a:pt x="60908" y="7806630"/>
                </a:lnTo>
                <a:cubicBezTo>
                  <a:pt x="59810" y="7797303"/>
                  <a:pt x="52128" y="7790168"/>
                  <a:pt x="42250" y="7790168"/>
                </a:cubicBezTo>
                <a:cubicBezTo>
                  <a:pt x="32374" y="7790168"/>
                  <a:pt x="23594" y="7798400"/>
                  <a:pt x="23594" y="7808826"/>
                </a:cubicBezTo>
                <a:cubicBezTo>
                  <a:pt x="23594" y="7819251"/>
                  <a:pt x="31826" y="7827483"/>
                  <a:pt x="42250" y="7827483"/>
                </a:cubicBezTo>
                <a:cubicBezTo>
                  <a:pt x="52676" y="7827483"/>
                  <a:pt x="59810" y="7820348"/>
                  <a:pt x="60908" y="7811020"/>
                </a:cubicBezTo>
                <a:lnTo>
                  <a:pt x="1091970" y="7811020"/>
                </a:lnTo>
                <a:lnTo>
                  <a:pt x="1835498" y="7067493"/>
                </a:lnTo>
                <a:lnTo>
                  <a:pt x="1835498" y="7068042"/>
                </a:lnTo>
                <a:lnTo>
                  <a:pt x="2575733" y="7068042"/>
                </a:lnTo>
                <a:lnTo>
                  <a:pt x="2863267" y="6780507"/>
                </a:lnTo>
                <a:lnTo>
                  <a:pt x="2863267" y="6436454"/>
                </a:lnTo>
                <a:cubicBezTo>
                  <a:pt x="2872596" y="6435356"/>
                  <a:pt x="2879729" y="6427675"/>
                  <a:pt x="2879729" y="6417798"/>
                </a:cubicBezTo>
                <a:cubicBezTo>
                  <a:pt x="2879729" y="6407920"/>
                  <a:pt x="2871498" y="6399141"/>
                  <a:pt x="2861072" y="6399141"/>
                </a:cubicBezTo>
                <a:close/>
                <a:moveTo>
                  <a:pt x="3111561" y="6398704"/>
                </a:moveTo>
                <a:lnTo>
                  <a:pt x="3098603" y="6404009"/>
                </a:lnTo>
                <a:cubicBezTo>
                  <a:pt x="3095242" y="6407370"/>
                  <a:pt x="3093184" y="6412034"/>
                  <a:pt x="3093184" y="6417246"/>
                </a:cubicBezTo>
                <a:cubicBezTo>
                  <a:pt x="3093184" y="6427673"/>
                  <a:pt x="3100318" y="6434806"/>
                  <a:pt x="3109647" y="6435904"/>
                </a:cubicBezTo>
                <a:lnTo>
                  <a:pt x="3109647" y="6726181"/>
                </a:lnTo>
                <a:lnTo>
                  <a:pt x="2526348" y="7309480"/>
                </a:lnTo>
                <a:lnTo>
                  <a:pt x="2231680" y="7309480"/>
                </a:lnTo>
                <a:lnTo>
                  <a:pt x="2131812" y="7209611"/>
                </a:lnTo>
                <a:lnTo>
                  <a:pt x="2131263" y="7209611"/>
                </a:lnTo>
                <a:cubicBezTo>
                  <a:pt x="2131263" y="7209063"/>
                  <a:pt x="2021516" y="7209063"/>
                  <a:pt x="2021516" y="7209063"/>
                </a:cubicBezTo>
                <a:lnTo>
                  <a:pt x="1603934" y="7626645"/>
                </a:lnTo>
                <a:lnTo>
                  <a:pt x="1396514" y="7626645"/>
                </a:lnTo>
                <a:lnTo>
                  <a:pt x="557508" y="8465652"/>
                </a:lnTo>
                <a:lnTo>
                  <a:pt x="52676" y="8465652"/>
                </a:lnTo>
                <a:cubicBezTo>
                  <a:pt x="51580" y="8456323"/>
                  <a:pt x="43898" y="8449189"/>
                  <a:pt x="34020" y="8449189"/>
                </a:cubicBezTo>
                <a:cubicBezTo>
                  <a:pt x="24142" y="8449189"/>
                  <a:pt x="15364" y="8457420"/>
                  <a:pt x="15364" y="8467846"/>
                </a:cubicBezTo>
                <a:cubicBezTo>
                  <a:pt x="15364" y="8478272"/>
                  <a:pt x="23594" y="8486503"/>
                  <a:pt x="34020" y="8486503"/>
                </a:cubicBezTo>
                <a:cubicBezTo>
                  <a:pt x="44446" y="8486503"/>
                  <a:pt x="51580" y="8479370"/>
                  <a:pt x="52676" y="8470042"/>
                </a:cubicBezTo>
                <a:lnTo>
                  <a:pt x="559154" y="8470042"/>
                </a:lnTo>
                <a:lnTo>
                  <a:pt x="1398161" y="7631035"/>
                </a:lnTo>
                <a:lnTo>
                  <a:pt x="1605580" y="7631035"/>
                </a:lnTo>
                <a:lnTo>
                  <a:pt x="2023163" y="7213452"/>
                </a:lnTo>
                <a:lnTo>
                  <a:pt x="2128519" y="7213452"/>
                </a:lnTo>
                <a:lnTo>
                  <a:pt x="2228387" y="7313321"/>
                </a:lnTo>
                <a:lnTo>
                  <a:pt x="2228936" y="7313321"/>
                </a:lnTo>
                <a:cubicBezTo>
                  <a:pt x="2228936" y="7313870"/>
                  <a:pt x="2527445" y="7313870"/>
                  <a:pt x="2527445" y="7313870"/>
                </a:cubicBezTo>
                <a:lnTo>
                  <a:pt x="3113488" y="6727827"/>
                </a:lnTo>
                <a:lnTo>
                  <a:pt x="3113488" y="6435904"/>
                </a:lnTo>
                <a:cubicBezTo>
                  <a:pt x="3122816" y="6434806"/>
                  <a:pt x="3129950" y="6427124"/>
                  <a:pt x="3129950" y="6417246"/>
                </a:cubicBezTo>
                <a:cubicBezTo>
                  <a:pt x="3129950" y="6412308"/>
                  <a:pt x="3127892" y="6407644"/>
                  <a:pt x="3124531" y="6404215"/>
                </a:cubicBezTo>
                <a:close/>
                <a:moveTo>
                  <a:pt x="2945028" y="6398590"/>
                </a:moveTo>
                <a:cubicBezTo>
                  <a:pt x="2934602" y="6398590"/>
                  <a:pt x="2926371" y="6406821"/>
                  <a:pt x="2926371" y="6417246"/>
                </a:cubicBezTo>
                <a:cubicBezTo>
                  <a:pt x="2926371" y="6427673"/>
                  <a:pt x="2933505" y="6434806"/>
                  <a:pt x="2942832" y="6435904"/>
                </a:cubicBezTo>
                <a:lnTo>
                  <a:pt x="2942832" y="6599974"/>
                </a:lnTo>
                <a:cubicBezTo>
                  <a:pt x="2933505" y="6601071"/>
                  <a:pt x="2926371" y="6608754"/>
                  <a:pt x="2926371" y="6618630"/>
                </a:cubicBezTo>
                <a:cubicBezTo>
                  <a:pt x="2926371" y="6628508"/>
                  <a:pt x="2934602" y="6637287"/>
                  <a:pt x="2945028" y="6637287"/>
                </a:cubicBezTo>
                <a:cubicBezTo>
                  <a:pt x="2955454" y="6637287"/>
                  <a:pt x="2963685" y="6629056"/>
                  <a:pt x="2963685" y="6618630"/>
                </a:cubicBezTo>
                <a:cubicBezTo>
                  <a:pt x="2963685" y="6608204"/>
                  <a:pt x="2956551" y="6601071"/>
                  <a:pt x="2947223" y="6599974"/>
                </a:cubicBezTo>
                <a:lnTo>
                  <a:pt x="2947223" y="6435904"/>
                </a:lnTo>
                <a:cubicBezTo>
                  <a:pt x="2956551" y="6434806"/>
                  <a:pt x="2963685" y="6427124"/>
                  <a:pt x="2963685" y="6417246"/>
                </a:cubicBezTo>
                <a:cubicBezTo>
                  <a:pt x="2963685" y="6406821"/>
                  <a:pt x="2955454" y="6398590"/>
                  <a:pt x="2945028" y="6398590"/>
                </a:cubicBezTo>
                <a:close/>
                <a:moveTo>
                  <a:pt x="3028983" y="6398590"/>
                </a:moveTo>
                <a:cubicBezTo>
                  <a:pt x="3018557" y="6398590"/>
                  <a:pt x="3010326" y="6406821"/>
                  <a:pt x="3010326" y="6417246"/>
                </a:cubicBezTo>
                <a:cubicBezTo>
                  <a:pt x="3010326" y="6427673"/>
                  <a:pt x="3017460" y="6434806"/>
                  <a:pt x="3026789" y="6435904"/>
                </a:cubicBezTo>
                <a:lnTo>
                  <a:pt x="3026789" y="6710817"/>
                </a:lnTo>
                <a:lnTo>
                  <a:pt x="2603718" y="7133887"/>
                </a:lnTo>
                <a:lnTo>
                  <a:pt x="1999018" y="7133887"/>
                </a:lnTo>
                <a:lnTo>
                  <a:pt x="1713131" y="7419775"/>
                </a:lnTo>
                <a:cubicBezTo>
                  <a:pt x="1705998" y="7414287"/>
                  <a:pt x="1695023" y="7414835"/>
                  <a:pt x="1688438" y="7421420"/>
                </a:cubicBezTo>
                <a:cubicBezTo>
                  <a:pt x="1681305" y="7428554"/>
                  <a:pt x="1681305" y="7440627"/>
                  <a:pt x="1688438" y="7447759"/>
                </a:cubicBezTo>
                <a:cubicBezTo>
                  <a:pt x="1695572" y="7454893"/>
                  <a:pt x="1707644" y="7454893"/>
                  <a:pt x="1714777" y="7447759"/>
                </a:cubicBezTo>
                <a:cubicBezTo>
                  <a:pt x="1721362" y="7441175"/>
                  <a:pt x="1721911" y="7430749"/>
                  <a:pt x="1716423" y="7423066"/>
                </a:cubicBezTo>
                <a:lnTo>
                  <a:pt x="2000665" y="7138825"/>
                </a:lnTo>
                <a:lnTo>
                  <a:pt x="2604815" y="7138825"/>
                </a:lnTo>
                <a:lnTo>
                  <a:pt x="3031178" y="6712463"/>
                </a:lnTo>
                <a:lnTo>
                  <a:pt x="3031178" y="6435904"/>
                </a:lnTo>
                <a:cubicBezTo>
                  <a:pt x="3040506" y="6434806"/>
                  <a:pt x="3047640" y="6427124"/>
                  <a:pt x="3047640" y="6417246"/>
                </a:cubicBezTo>
                <a:cubicBezTo>
                  <a:pt x="3047640" y="6407370"/>
                  <a:pt x="3039409" y="6398590"/>
                  <a:pt x="3028983" y="6398590"/>
                </a:cubicBezTo>
                <a:close/>
                <a:moveTo>
                  <a:pt x="3111841" y="6398590"/>
                </a:moveTo>
                <a:lnTo>
                  <a:pt x="3111292" y="6398590"/>
                </a:lnTo>
                <a:lnTo>
                  <a:pt x="3111561" y="6398704"/>
                </a:lnTo>
                <a:close/>
                <a:moveTo>
                  <a:pt x="3195248" y="6398590"/>
                </a:moveTo>
                <a:cubicBezTo>
                  <a:pt x="3184823" y="6398590"/>
                  <a:pt x="3176591" y="6406821"/>
                  <a:pt x="3176591" y="6417246"/>
                </a:cubicBezTo>
                <a:cubicBezTo>
                  <a:pt x="3176591" y="6427673"/>
                  <a:pt x="3183724" y="6434806"/>
                  <a:pt x="3193054" y="6435904"/>
                </a:cubicBezTo>
                <a:lnTo>
                  <a:pt x="3193054" y="6599974"/>
                </a:lnTo>
                <a:cubicBezTo>
                  <a:pt x="3183724" y="6601071"/>
                  <a:pt x="3176591" y="6608754"/>
                  <a:pt x="3176591" y="6618630"/>
                </a:cubicBezTo>
                <a:cubicBezTo>
                  <a:pt x="3176591" y="6628508"/>
                  <a:pt x="3184823" y="6637287"/>
                  <a:pt x="3195248" y="6637287"/>
                </a:cubicBezTo>
                <a:cubicBezTo>
                  <a:pt x="3205674" y="6637287"/>
                  <a:pt x="3213905" y="6629056"/>
                  <a:pt x="3213905" y="6618630"/>
                </a:cubicBezTo>
                <a:cubicBezTo>
                  <a:pt x="3213905" y="6608204"/>
                  <a:pt x="3206771" y="6601071"/>
                  <a:pt x="3197443" y="6599974"/>
                </a:cubicBezTo>
                <a:lnTo>
                  <a:pt x="3197443" y="6435904"/>
                </a:lnTo>
                <a:cubicBezTo>
                  <a:pt x="3206771" y="6434806"/>
                  <a:pt x="3213905" y="6427124"/>
                  <a:pt x="3213905" y="6417246"/>
                </a:cubicBezTo>
                <a:cubicBezTo>
                  <a:pt x="3213905" y="6406821"/>
                  <a:pt x="3205674" y="6398590"/>
                  <a:pt x="3195248" y="6398590"/>
                </a:cubicBezTo>
                <a:close/>
                <a:moveTo>
                  <a:pt x="3278654" y="6398590"/>
                </a:moveTo>
                <a:cubicBezTo>
                  <a:pt x="3268229" y="6398590"/>
                  <a:pt x="3259998" y="6406821"/>
                  <a:pt x="3259998" y="6417246"/>
                </a:cubicBezTo>
                <a:cubicBezTo>
                  <a:pt x="3259998" y="6427673"/>
                  <a:pt x="3267131" y="6434806"/>
                  <a:pt x="3276460" y="6435904"/>
                </a:cubicBezTo>
                <a:lnTo>
                  <a:pt x="3276460" y="6619728"/>
                </a:lnTo>
                <a:lnTo>
                  <a:pt x="3437786" y="6781054"/>
                </a:lnTo>
                <a:lnTo>
                  <a:pt x="3438335" y="6781054"/>
                </a:lnTo>
                <a:cubicBezTo>
                  <a:pt x="3438335" y="6781604"/>
                  <a:pt x="4190094" y="6781604"/>
                  <a:pt x="4190094" y="6781604"/>
                </a:cubicBezTo>
                <a:cubicBezTo>
                  <a:pt x="4191191" y="6790931"/>
                  <a:pt x="4198874" y="6798065"/>
                  <a:pt x="4208751" y="6798065"/>
                </a:cubicBezTo>
                <a:cubicBezTo>
                  <a:pt x="4218628" y="6798065"/>
                  <a:pt x="4227408" y="6789834"/>
                  <a:pt x="4227408" y="6779408"/>
                </a:cubicBezTo>
                <a:cubicBezTo>
                  <a:pt x="4227408" y="6768982"/>
                  <a:pt x="4219177" y="6760751"/>
                  <a:pt x="4208751" y="6760751"/>
                </a:cubicBezTo>
                <a:lnTo>
                  <a:pt x="4208202" y="6760203"/>
                </a:lnTo>
                <a:cubicBezTo>
                  <a:pt x="4198874" y="6760203"/>
                  <a:pt x="4190643" y="6767335"/>
                  <a:pt x="4189546" y="6776664"/>
                </a:cubicBezTo>
                <a:lnTo>
                  <a:pt x="3439981" y="6776664"/>
                </a:lnTo>
                <a:lnTo>
                  <a:pt x="3280850" y="6617533"/>
                </a:lnTo>
                <a:lnTo>
                  <a:pt x="3280850" y="6435904"/>
                </a:lnTo>
                <a:cubicBezTo>
                  <a:pt x="3290179" y="6434806"/>
                  <a:pt x="3297312" y="6427124"/>
                  <a:pt x="3297312" y="6417246"/>
                </a:cubicBezTo>
                <a:cubicBezTo>
                  <a:pt x="3297312" y="6407370"/>
                  <a:pt x="3289080" y="6398590"/>
                  <a:pt x="3278654" y="6398590"/>
                </a:cubicBezTo>
                <a:close/>
                <a:moveTo>
                  <a:pt x="2805102" y="6343170"/>
                </a:moveTo>
                <a:cubicBezTo>
                  <a:pt x="2794676" y="6343170"/>
                  <a:pt x="2787542" y="6350304"/>
                  <a:pt x="2786445" y="6359632"/>
                </a:cubicBezTo>
                <a:lnTo>
                  <a:pt x="2069805" y="6359632"/>
                </a:lnTo>
                <a:lnTo>
                  <a:pt x="785230" y="7644207"/>
                </a:lnTo>
                <a:lnTo>
                  <a:pt x="50482" y="7644207"/>
                </a:lnTo>
                <a:cubicBezTo>
                  <a:pt x="49384" y="7634879"/>
                  <a:pt x="41702" y="7627744"/>
                  <a:pt x="31826" y="7627744"/>
                </a:cubicBezTo>
                <a:cubicBezTo>
                  <a:pt x="21948" y="7627744"/>
                  <a:pt x="13168" y="7635976"/>
                  <a:pt x="13168" y="7646401"/>
                </a:cubicBezTo>
                <a:cubicBezTo>
                  <a:pt x="13168" y="7656827"/>
                  <a:pt x="21400" y="7665059"/>
                  <a:pt x="31826" y="7665059"/>
                </a:cubicBezTo>
                <a:cubicBezTo>
                  <a:pt x="42250" y="7665059"/>
                  <a:pt x="49384" y="7657924"/>
                  <a:pt x="50482" y="7648597"/>
                </a:cubicBezTo>
                <a:lnTo>
                  <a:pt x="787426" y="7648597"/>
                </a:lnTo>
                <a:lnTo>
                  <a:pt x="2072000" y="6364021"/>
                </a:lnTo>
                <a:lnTo>
                  <a:pt x="2786445" y="6364021"/>
                </a:lnTo>
                <a:cubicBezTo>
                  <a:pt x="2787542" y="6373350"/>
                  <a:pt x="2795224" y="6380484"/>
                  <a:pt x="2805102" y="6380484"/>
                </a:cubicBezTo>
                <a:cubicBezTo>
                  <a:pt x="2814978" y="6380484"/>
                  <a:pt x="2823759" y="6372252"/>
                  <a:pt x="2823759" y="6361827"/>
                </a:cubicBezTo>
                <a:cubicBezTo>
                  <a:pt x="2823759" y="6351401"/>
                  <a:pt x="2815528" y="6343170"/>
                  <a:pt x="2805102" y="6343170"/>
                </a:cubicBezTo>
                <a:close/>
                <a:moveTo>
                  <a:pt x="4023829" y="6335623"/>
                </a:moveTo>
                <a:cubicBezTo>
                  <a:pt x="4019028" y="6335623"/>
                  <a:pt x="4014226" y="6337406"/>
                  <a:pt x="4010660" y="6340973"/>
                </a:cubicBezTo>
                <a:cubicBezTo>
                  <a:pt x="4004074" y="6347558"/>
                  <a:pt x="4003526" y="6357984"/>
                  <a:pt x="4009014" y="6365667"/>
                </a:cubicBezTo>
                <a:lnTo>
                  <a:pt x="3922314" y="6452366"/>
                </a:lnTo>
                <a:lnTo>
                  <a:pt x="3633134" y="6452366"/>
                </a:lnTo>
                <a:lnTo>
                  <a:pt x="3632584" y="6452914"/>
                </a:lnTo>
                <a:lnTo>
                  <a:pt x="3538753" y="6359082"/>
                </a:lnTo>
                <a:lnTo>
                  <a:pt x="3538203" y="6359082"/>
                </a:lnTo>
                <a:cubicBezTo>
                  <a:pt x="3538203" y="6358532"/>
                  <a:pt x="3354379" y="6358532"/>
                  <a:pt x="3354379" y="6358532"/>
                </a:cubicBezTo>
                <a:cubicBezTo>
                  <a:pt x="3353282" y="6349204"/>
                  <a:pt x="3345600" y="6342071"/>
                  <a:pt x="3335723" y="6342071"/>
                </a:cubicBezTo>
                <a:cubicBezTo>
                  <a:pt x="3325846" y="6342071"/>
                  <a:pt x="3317066" y="6350301"/>
                  <a:pt x="3317066" y="6360727"/>
                </a:cubicBezTo>
                <a:cubicBezTo>
                  <a:pt x="3317066" y="6371153"/>
                  <a:pt x="3325297" y="6379384"/>
                  <a:pt x="3335723" y="6379384"/>
                </a:cubicBezTo>
                <a:cubicBezTo>
                  <a:pt x="3346148" y="6379384"/>
                  <a:pt x="3353282" y="6372251"/>
                  <a:pt x="3354379" y="6362923"/>
                </a:cubicBezTo>
                <a:lnTo>
                  <a:pt x="3536009" y="6362923"/>
                </a:lnTo>
                <a:lnTo>
                  <a:pt x="3629842" y="6456755"/>
                </a:lnTo>
                <a:lnTo>
                  <a:pt x="3630390" y="6456755"/>
                </a:lnTo>
                <a:cubicBezTo>
                  <a:pt x="3630390" y="6457304"/>
                  <a:pt x="3923960" y="6457304"/>
                  <a:pt x="3923960" y="6457304"/>
                </a:cubicBezTo>
                <a:lnTo>
                  <a:pt x="4012306" y="6368958"/>
                </a:lnTo>
                <a:cubicBezTo>
                  <a:pt x="4019439" y="6374446"/>
                  <a:pt x="4030414" y="6373897"/>
                  <a:pt x="4036998" y="6367312"/>
                </a:cubicBezTo>
                <a:cubicBezTo>
                  <a:pt x="4044132" y="6360179"/>
                  <a:pt x="4044132" y="6348107"/>
                  <a:pt x="4036998" y="6340973"/>
                </a:cubicBezTo>
                <a:cubicBezTo>
                  <a:pt x="4033431" y="6337406"/>
                  <a:pt x="4028630" y="6335623"/>
                  <a:pt x="4023829" y="6335623"/>
                </a:cubicBezTo>
                <a:close/>
                <a:moveTo>
                  <a:pt x="5429672" y="6278558"/>
                </a:moveTo>
                <a:cubicBezTo>
                  <a:pt x="5424871" y="6278558"/>
                  <a:pt x="5420070" y="6280341"/>
                  <a:pt x="5416503" y="6283907"/>
                </a:cubicBezTo>
                <a:cubicBezTo>
                  <a:pt x="5409370" y="6291041"/>
                  <a:pt x="5409370" y="6300917"/>
                  <a:pt x="5414856" y="6308601"/>
                </a:cubicBezTo>
                <a:lnTo>
                  <a:pt x="4905088" y="6818369"/>
                </a:lnTo>
                <a:lnTo>
                  <a:pt x="4650477" y="6818369"/>
                </a:lnTo>
                <a:lnTo>
                  <a:pt x="4394770" y="7074077"/>
                </a:lnTo>
                <a:cubicBezTo>
                  <a:pt x="4387637" y="7068590"/>
                  <a:pt x="4376662" y="7069139"/>
                  <a:pt x="4370077" y="7075724"/>
                </a:cubicBezTo>
                <a:cubicBezTo>
                  <a:pt x="4362944" y="7082856"/>
                  <a:pt x="4362944" y="7094929"/>
                  <a:pt x="4370077" y="7102062"/>
                </a:cubicBezTo>
                <a:cubicBezTo>
                  <a:pt x="4377210" y="7109196"/>
                  <a:pt x="4389282" y="7109196"/>
                  <a:pt x="4396416" y="7102062"/>
                </a:cubicBezTo>
                <a:cubicBezTo>
                  <a:pt x="4403001" y="7095478"/>
                  <a:pt x="4403550" y="7085052"/>
                  <a:pt x="4398062" y="7077370"/>
                </a:cubicBezTo>
                <a:lnTo>
                  <a:pt x="4652124" y="6823309"/>
                </a:lnTo>
                <a:lnTo>
                  <a:pt x="4906734" y="6823309"/>
                </a:lnTo>
                <a:lnTo>
                  <a:pt x="5418150" y="6311892"/>
                </a:lnTo>
                <a:cubicBezTo>
                  <a:pt x="5425282" y="6317380"/>
                  <a:pt x="5436257" y="6316831"/>
                  <a:pt x="5442842" y="6310246"/>
                </a:cubicBezTo>
                <a:cubicBezTo>
                  <a:pt x="5449976" y="6303113"/>
                  <a:pt x="5449976" y="6291041"/>
                  <a:pt x="5442842" y="6283907"/>
                </a:cubicBezTo>
                <a:cubicBezTo>
                  <a:pt x="5439275" y="6280341"/>
                  <a:pt x="5434474" y="6278558"/>
                  <a:pt x="5429672" y="6278558"/>
                </a:cubicBezTo>
                <a:close/>
                <a:moveTo>
                  <a:pt x="2805102" y="6258664"/>
                </a:moveTo>
                <a:cubicBezTo>
                  <a:pt x="2794676" y="6258664"/>
                  <a:pt x="2787542" y="6265798"/>
                  <a:pt x="2786445" y="6275126"/>
                </a:cubicBezTo>
                <a:lnTo>
                  <a:pt x="2083523" y="6275126"/>
                </a:lnTo>
                <a:lnTo>
                  <a:pt x="1833851" y="6524798"/>
                </a:lnTo>
                <a:lnTo>
                  <a:pt x="1705448" y="6524798"/>
                </a:lnTo>
                <a:lnTo>
                  <a:pt x="1361944" y="6868302"/>
                </a:lnTo>
                <a:lnTo>
                  <a:pt x="696884" y="6868302"/>
                </a:lnTo>
                <a:lnTo>
                  <a:pt x="467516" y="7097670"/>
                </a:lnTo>
                <a:lnTo>
                  <a:pt x="37312" y="7097670"/>
                </a:lnTo>
                <a:cubicBezTo>
                  <a:pt x="36216" y="7088342"/>
                  <a:pt x="28534" y="7081209"/>
                  <a:pt x="18656" y="7081209"/>
                </a:cubicBezTo>
                <a:cubicBezTo>
                  <a:pt x="8778" y="7081209"/>
                  <a:pt x="0" y="7089440"/>
                  <a:pt x="0" y="7099866"/>
                </a:cubicBezTo>
                <a:cubicBezTo>
                  <a:pt x="0" y="7110291"/>
                  <a:pt x="8230" y="7118523"/>
                  <a:pt x="18656" y="7118523"/>
                </a:cubicBezTo>
                <a:cubicBezTo>
                  <a:pt x="29082" y="7118523"/>
                  <a:pt x="36216" y="7111389"/>
                  <a:pt x="37312" y="7102060"/>
                </a:cubicBezTo>
                <a:lnTo>
                  <a:pt x="469162" y="7102060"/>
                </a:lnTo>
                <a:lnTo>
                  <a:pt x="698532" y="6872692"/>
                </a:lnTo>
                <a:lnTo>
                  <a:pt x="1363590" y="6872692"/>
                </a:lnTo>
                <a:lnTo>
                  <a:pt x="1707095" y="6529187"/>
                </a:lnTo>
                <a:lnTo>
                  <a:pt x="1835498" y="6529187"/>
                </a:lnTo>
                <a:lnTo>
                  <a:pt x="2085169" y="6279516"/>
                </a:lnTo>
                <a:lnTo>
                  <a:pt x="2786445" y="6279516"/>
                </a:lnTo>
                <a:cubicBezTo>
                  <a:pt x="2787542" y="6288844"/>
                  <a:pt x="2795225" y="6295978"/>
                  <a:pt x="2805102" y="6295978"/>
                </a:cubicBezTo>
                <a:cubicBezTo>
                  <a:pt x="2814979" y="6295978"/>
                  <a:pt x="2823759" y="6287747"/>
                  <a:pt x="2823759" y="6277321"/>
                </a:cubicBezTo>
                <a:cubicBezTo>
                  <a:pt x="2823759" y="6266895"/>
                  <a:pt x="2815528" y="6258664"/>
                  <a:pt x="2805102" y="6258664"/>
                </a:cubicBezTo>
                <a:close/>
                <a:moveTo>
                  <a:pt x="2804554" y="6175257"/>
                </a:moveTo>
                <a:cubicBezTo>
                  <a:pt x="2794128" y="6175257"/>
                  <a:pt x="2786994" y="6182391"/>
                  <a:pt x="2785897" y="6191720"/>
                </a:cubicBezTo>
                <a:lnTo>
                  <a:pt x="2621826" y="6191720"/>
                </a:lnTo>
                <a:cubicBezTo>
                  <a:pt x="2620729" y="6182391"/>
                  <a:pt x="2613047" y="6175257"/>
                  <a:pt x="2603170" y="6175257"/>
                </a:cubicBezTo>
                <a:cubicBezTo>
                  <a:pt x="2593292" y="6175257"/>
                  <a:pt x="2584513" y="6183488"/>
                  <a:pt x="2584513" y="6193914"/>
                </a:cubicBezTo>
                <a:cubicBezTo>
                  <a:pt x="2584513" y="6204340"/>
                  <a:pt x="2592744" y="6212571"/>
                  <a:pt x="2603170" y="6212571"/>
                </a:cubicBezTo>
                <a:cubicBezTo>
                  <a:pt x="2612498" y="6212571"/>
                  <a:pt x="2620729" y="6205437"/>
                  <a:pt x="2621826" y="6196109"/>
                </a:cubicBezTo>
                <a:lnTo>
                  <a:pt x="2785897" y="6196109"/>
                </a:lnTo>
                <a:cubicBezTo>
                  <a:pt x="2786994" y="6205437"/>
                  <a:pt x="2794676" y="6212571"/>
                  <a:pt x="2804554" y="6212571"/>
                </a:cubicBezTo>
                <a:cubicBezTo>
                  <a:pt x="2814430" y="6212571"/>
                  <a:pt x="2823210" y="6204340"/>
                  <a:pt x="2823210" y="6193914"/>
                </a:cubicBezTo>
                <a:cubicBezTo>
                  <a:pt x="2823210" y="6183488"/>
                  <a:pt x="2814979" y="6175257"/>
                  <a:pt x="2804554" y="6175257"/>
                </a:cubicBezTo>
                <a:close/>
                <a:moveTo>
                  <a:pt x="5032942" y="6093636"/>
                </a:moveTo>
                <a:cubicBezTo>
                  <a:pt x="5028140" y="6093636"/>
                  <a:pt x="5023339" y="6095419"/>
                  <a:pt x="5019772" y="6098986"/>
                </a:cubicBezTo>
                <a:cubicBezTo>
                  <a:pt x="5013188" y="6105571"/>
                  <a:pt x="5012639" y="6115997"/>
                  <a:pt x="5018126" y="6123679"/>
                </a:cubicBezTo>
                <a:lnTo>
                  <a:pt x="4240576" y="6901227"/>
                </a:lnTo>
                <a:lnTo>
                  <a:pt x="3982126" y="6901227"/>
                </a:lnTo>
                <a:lnTo>
                  <a:pt x="3452054" y="7431300"/>
                </a:lnTo>
                <a:lnTo>
                  <a:pt x="2989475" y="7431300"/>
                </a:lnTo>
                <a:lnTo>
                  <a:pt x="1999568" y="8421206"/>
                </a:lnTo>
                <a:lnTo>
                  <a:pt x="1184156" y="8421206"/>
                </a:lnTo>
                <a:lnTo>
                  <a:pt x="807180" y="8798184"/>
                </a:lnTo>
                <a:cubicBezTo>
                  <a:pt x="800046" y="8792696"/>
                  <a:pt x="789072" y="8793245"/>
                  <a:pt x="782486" y="8799830"/>
                </a:cubicBezTo>
                <a:cubicBezTo>
                  <a:pt x="775352" y="8806963"/>
                  <a:pt x="775352" y="8819035"/>
                  <a:pt x="782486" y="8826169"/>
                </a:cubicBezTo>
                <a:cubicBezTo>
                  <a:pt x="789620" y="8833301"/>
                  <a:pt x="801692" y="8833301"/>
                  <a:pt x="808826" y="8826169"/>
                </a:cubicBezTo>
                <a:cubicBezTo>
                  <a:pt x="815410" y="8819584"/>
                  <a:pt x="815960" y="8809158"/>
                  <a:pt x="810472" y="8801475"/>
                </a:cubicBezTo>
                <a:lnTo>
                  <a:pt x="1185802" y="8426145"/>
                </a:lnTo>
                <a:lnTo>
                  <a:pt x="2001214" y="8426145"/>
                </a:lnTo>
                <a:lnTo>
                  <a:pt x="2991121" y="7436238"/>
                </a:lnTo>
                <a:lnTo>
                  <a:pt x="3453699" y="7436238"/>
                </a:lnTo>
                <a:lnTo>
                  <a:pt x="3983772" y="6906167"/>
                </a:lnTo>
                <a:lnTo>
                  <a:pt x="4242224" y="6906167"/>
                </a:lnTo>
                <a:lnTo>
                  <a:pt x="5021418" y="6126971"/>
                </a:lnTo>
                <a:cubicBezTo>
                  <a:pt x="5028552" y="6132458"/>
                  <a:pt x="5039526" y="6131910"/>
                  <a:pt x="5046112" y="6125325"/>
                </a:cubicBezTo>
                <a:cubicBezTo>
                  <a:pt x="5053245" y="6118191"/>
                  <a:pt x="5053245" y="6106119"/>
                  <a:pt x="5046112" y="6098986"/>
                </a:cubicBezTo>
                <a:cubicBezTo>
                  <a:pt x="5042545" y="6095419"/>
                  <a:pt x="5037743" y="6093636"/>
                  <a:pt x="5032942" y="6093636"/>
                </a:cubicBezTo>
                <a:close/>
                <a:moveTo>
                  <a:pt x="2804554" y="6091851"/>
                </a:moveTo>
                <a:cubicBezTo>
                  <a:pt x="2794128" y="6091851"/>
                  <a:pt x="2786994" y="6098984"/>
                  <a:pt x="2785897" y="6108312"/>
                </a:cubicBezTo>
                <a:lnTo>
                  <a:pt x="2039076" y="6108312"/>
                </a:lnTo>
                <a:lnTo>
                  <a:pt x="1539184" y="6608204"/>
                </a:lnTo>
                <a:lnTo>
                  <a:pt x="856016" y="6608204"/>
                </a:lnTo>
                <a:lnTo>
                  <a:pt x="609636" y="6854584"/>
                </a:lnTo>
                <a:lnTo>
                  <a:pt x="196444" y="6854584"/>
                </a:lnTo>
                <a:cubicBezTo>
                  <a:pt x="195346" y="6845255"/>
                  <a:pt x="187664" y="6838122"/>
                  <a:pt x="177786" y="6838122"/>
                </a:cubicBezTo>
                <a:cubicBezTo>
                  <a:pt x="167910" y="6838122"/>
                  <a:pt x="159130" y="6846352"/>
                  <a:pt x="159130" y="6856778"/>
                </a:cubicBezTo>
                <a:cubicBezTo>
                  <a:pt x="159130" y="6867204"/>
                  <a:pt x="167360" y="6875435"/>
                  <a:pt x="177786" y="6875435"/>
                </a:cubicBezTo>
                <a:cubicBezTo>
                  <a:pt x="188214" y="6875435"/>
                  <a:pt x="195346" y="6868302"/>
                  <a:pt x="196444" y="6858974"/>
                </a:cubicBezTo>
                <a:lnTo>
                  <a:pt x="611832" y="6858974"/>
                </a:lnTo>
                <a:lnTo>
                  <a:pt x="858212" y="6612594"/>
                </a:lnTo>
                <a:lnTo>
                  <a:pt x="1541379" y="6612594"/>
                </a:lnTo>
                <a:lnTo>
                  <a:pt x="2041271" y="6112703"/>
                </a:lnTo>
                <a:lnTo>
                  <a:pt x="2785897" y="6112703"/>
                </a:lnTo>
                <a:cubicBezTo>
                  <a:pt x="2786994" y="6122031"/>
                  <a:pt x="2794676" y="6129164"/>
                  <a:pt x="2804554" y="6129164"/>
                </a:cubicBezTo>
                <a:cubicBezTo>
                  <a:pt x="2814979" y="6129164"/>
                  <a:pt x="2823210" y="6120934"/>
                  <a:pt x="2823210" y="6110508"/>
                </a:cubicBezTo>
                <a:cubicBezTo>
                  <a:pt x="2823210" y="6100081"/>
                  <a:pt x="2814979" y="6091851"/>
                  <a:pt x="2804554" y="6091851"/>
                </a:cubicBezTo>
                <a:close/>
                <a:moveTo>
                  <a:pt x="3537106" y="6091851"/>
                </a:moveTo>
                <a:cubicBezTo>
                  <a:pt x="3526680" y="6091851"/>
                  <a:pt x="3519548" y="6098984"/>
                  <a:pt x="3518449" y="6108312"/>
                </a:cubicBezTo>
                <a:lnTo>
                  <a:pt x="3354379" y="6108312"/>
                </a:lnTo>
                <a:cubicBezTo>
                  <a:pt x="3353282" y="6098984"/>
                  <a:pt x="3345600" y="6091851"/>
                  <a:pt x="3335723" y="6091851"/>
                </a:cubicBezTo>
                <a:cubicBezTo>
                  <a:pt x="3325846" y="6091851"/>
                  <a:pt x="3317066" y="6100081"/>
                  <a:pt x="3317066" y="6110508"/>
                </a:cubicBezTo>
                <a:cubicBezTo>
                  <a:pt x="3317066" y="6120934"/>
                  <a:pt x="3325297" y="6129164"/>
                  <a:pt x="3335723" y="6129164"/>
                </a:cubicBezTo>
                <a:cubicBezTo>
                  <a:pt x="3345051" y="6129164"/>
                  <a:pt x="3353282" y="6122031"/>
                  <a:pt x="3354379" y="6112703"/>
                </a:cubicBezTo>
                <a:lnTo>
                  <a:pt x="3518449" y="6112703"/>
                </a:lnTo>
                <a:cubicBezTo>
                  <a:pt x="3519548" y="6122031"/>
                  <a:pt x="3527229" y="6129164"/>
                  <a:pt x="3537106" y="6129164"/>
                </a:cubicBezTo>
                <a:cubicBezTo>
                  <a:pt x="3546984" y="6129164"/>
                  <a:pt x="3555763" y="6120934"/>
                  <a:pt x="3555763" y="6110508"/>
                </a:cubicBezTo>
                <a:cubicBezTo>
                  <a:pt x="3555763" y="6100081"/>
                  <a:pt x="3547532" y="6091851"/>
                  <a:pt x="3537106" y="6091851"/>
                </a:cubicBezTo>
                <a:close/>
                <a:moveTo>
                  <a:pt x="12898423" y="6025593"/>
                </a:moveTo>
                <a:cubicBezTo>
                  <a:pt x="12893622" y="6025593"/>
                  <a:pt x="12888820" y="6027377"/>
                  <a:pt x="12885254" y="6030944"/>
                </a:cubicBezTo>
                <a:cubicBezTo>
                  <a:pt x="12878120" y="6038077"/>
                  <a:pt x="12878120" y="6050149"/>
                  <a:pt x="12885254" y="6057283"/>
                </a:cubicBezTo>
                <a:cubicBezTo>
                  <a:pt x="12891838" y="6063867"/>
                  <a:pt x="12902265" y="6064416"/>
                  <a:pt x="12909946" y="6058928"/>
                </a:cubicBezTo>
                <a:lnTo>
                  <a:pt x="12959881" y="6108862"/>
                </a:lnTo>
                <a:lnTo>
                  <a:pt x="12960428" y="6108862"/>
                </a:lnTo>
                <a:cubicBezTo>
                  <a:pt x="12960428" y="6109412"/>
                  <a:pt x="14895795" y="6109412"/>
                  <a:pt x="14895795" y="6109412"/>
                </a:cubicBezTo>
                <a:lnTo>
                  <a:pt x="15247532" y="6461147"/>
                </a:lnTo>
                <a:cubicBezTo>
                  <a:pt x="15242044" y="6468280"/>
                  <a:pt x="15242594" y="6479255"/>
                  <a:pt x="15249178" y="6485840"/>
                </a:cubicBezTo>
                <a:cubicBezTo>
                  <a:pt x="15256311" y="6492973"/>
                  <a:pt x="15268383" y="6492973"/>
                  <a:pt x="15275517" y="6485840"/>
                </a:cubicBezTo>
                <a:cubicBezTo>
                  <a:pt x="15282649" y="6478706"/>
                  <a:pt x="15282649" y="6466634"/>
                  <a:pt x="15275517" y="6459501"/>
                </a:cubicBezTo>
                <a:cubicBezTo>
                  <a:pt x="15268932" y="6452916"/>
                  <a:pt x="15258506" y="6452367"/>
                  <a:pt x="15250825" y="6457855"/>
                </a:cubicBezTo>
                <a:lnTo>
                  <a:pt x="14898539" y="6105571"/>
                </a:lnTo>
                <a:lnTo>
                  <a:pt x="14897992" y="6105571"/>
                </a:lnTo>
                <a:cubicBezTo>
                  <a:pt x="14897992" y="6105022"/>
                  <a:pt x="12962625" y="6105022"/>
                  <a:pt x="12962625" y="6105022"/>
                </a:cubicBezTo>
                <a:lnTo>
                  <a:pt x="12913239" y="6055636"/>
                </a:lnTo>
                <a:cubicBezTo>
                  <a:pt x="12918726" y="6048502"/>
                  <a:pt x="12918177" y="6037528"/>
                  <a:pt x="12911593" y="6030944"/>
                </a:cubicBezTo>
                <a:cubicBezTo>
                  <a:pt x="12908026" y="6027377"/>
                  <a:pt x="12903224" y="6025593"/>
                  <a:pt x="12898423" y="6025593"/>
                </a:cubicBezTo>
                <a:close/>
                <a:moveTo>
                  <a:pt x="2805102" y="6008444"/>
                </a:moveTo>
                <a:cubicBezTo>
                  <a:pt x="2794676" y="6008444"/>
                  <a:pt x="2787542" y="6015577"/>
                  <a:pt x="2786445" y="6024906"/>
                </a:cubicBezTo>
                <a:lnTo>
                  <a:pt x="2018774" y="6024906"/>
                </a:lnTo>
                <a:lnTo>
                  <a:pt x="1510650" y="6533028"/>
                </a:lnTo>
                <a:lnTo>
                  <a:pt x="1277989" y="6533028"/>
                </a:lnTo>
                <a:lnTo>
                  <a:pt x="1184156" y="6439196"/>
                </a:lnTo>
                <a:lnTo>
                  <a:pt x="1183608" y="6439196"/>
                </a:lnTo>
                <a:cubicBezTo>
                  <a:pt x="1183608" y="6438647"/>
                  <a:pt x="931192" y="6438647"/>
                  <a:pt x="931192" y="6438647"/>
                </a:cubicBezTo>
                <a:lnTo>
                  <a:pt x="686458" y="6683380"/>
                </a:lnTo>
                <a:lnTo>
                  <a:pt x="171752" y="6683380"/>
                </a:lnTo>
                <a:lnTo>
                  <a:pt x="32374" y="6822757"/>
                </a:lnTo>
                <a:cubicBezTo>
                  <a:pt x="25240" y="6817270"/>
                  <a:pt x="14266" y="6817819"/>
                  <a:pt x="7682" y="6824403"/>
                </a:cubicBezTo>
                <a:cubicBezTo>
                  <a:pt x="548" y="6831538"/>
                  <a:pt x="548" y="6843609"/>
                  <a:pt x="7682" y="6850743"/>
                </a:cubicBezTo>
                <a:cubicBezTo>
                  <a:pt x="14814" y="6857876"/>
                  <a:pt x="26886" y="6857876"/>
                  <a:pt x="34020" y="6850743"/>
                </a:cubicBezTo>
                <a:lnTo>
                  <a:pt x="34568" y="6850743"/>
                </a:lnTo>
                <a:cubicBezTo>
                  <a:pt x="41154" y="6844158"/>
                  <a:pt x="41702" y="6833732"/>
                  <a:pt x="36216" y="6826050"/>
                </a:cubicBezTo>
                <a:lnTo>
                  <a:pt x="174494" y="6687770"/>
                </a:lnTo>
                <a:lnTo>
                  <a:pt x="688654" y="6687770"/>
                </a:lnTo>
                <a:lnTo>
                  <a:pt x="933388" y="6443037"/>
                </a:lnTo>
                <a:lnTo>
                  <a:pt x="1181412" y="6443037"/>
                </a:lnTo>
                <a:lnTo>
                  <a:pt x="1275245" y="6536870"/>
                </a:lnTo>
                <a:lnTo>
                  <a:pt x="1275794" y="6536870"/>
                </a:lnTo>
                <a:cubicBezTo>
                  <a:pt x="1275794" y="6537419"/>
                  <a:pt x="1512845" y="6537419"/>
                  <a:pt x="1512845" y="6537419"/>
                </a:cubicBezTo>
                <a:lnTo>
                  <a:pt x="2020968" y="6029295"/>
                </a:lnTo>
                <a:lnTo>
                  <a:pt x="2786445" y="6029295"/>
                </a:lnTo>
                <a:cubicBezTo>
                  <a:pt x="2787542" y="6038624"/>
                  <a:pt x="2795225" y="6045757"/>
                  <a:pt x="2805102" y="6045757"/>
                </a:cubicBezTo>
                <a:cubicBezTo>
                  <a:pt x="2814979" y="6045757"/>
                  <a:pt x="2823759" y="6037526"/>
                  <a:pt x="2823759" y="6027101"/>
                </a:cubicBezTo>
                <a:cubicBezTo>
                  <a:pt x="2823759" y="6016675"/>
                  <a:pt x="2815528" y="6008444"/>
                  <a:pt x="2805102" y="6008444"/>
                </a:cubicBezTo>
                <a:close/>
                <a:moveTo>
                  <a:pt x="4046876" y="6008444"/>
                </a:moveTo>
                <a:cubicBezTo>
                  <a:pt x="4036450" y="6008444"/>
                  <a:pt x="4029316" y="6015577"/>
                  <a:pt x="4028219" y="6024906"/>
                </a:cubicBezTo>
                <a:lnTo>
                  <a:pt x="3354379" y="6024906"/>
                </a:lnTo>
                <a:cubicBezTo>
                  <a:pt x="3353282" y="6015577"/>
                  <a:pt x="3345600" y="6008444"/>
                  <a:pt x="3335723" y="6008444"/>
                </a:cubicBezTo>
                <a:cubicBezTo>
                  <a:pt x="3325846" y="6008444"/>
                  <a:pt x="3317066" y="6016675"/>
                  <a:pt x="3317066" y="6027101"/>
                </a:cubicBezTo>
                <a:cubicBezTo>
                  <a:pt x="3317066" y="6037526"/>
                  <a:pt x="3325297" y="6045757"/>
                  <a:pt x="3335723" y="6045757"/>
                </a:cubicBezTo>
                <a:cubicBezTo>
                  <a:pt x="3345051" y="6045757"/>
                  <a:pt x="3353282" y="6038624"/>
                  <a:pt x="3354379" y="6029295"/>
                </a:cubicBezTo>
                <a:lnTo>
                  <a:pt x="4028219" y="6029295"/>
                </a:lnTo>
                <a:cubicBezTo>
                  <a:pt x="4029316" y="6038624"/>
                  <a:pt x="4036998" y="6045757"/>
                  <a:pt x="4046876" y="6045757"/>
                </a:cubicBezTo>
                <a:cubicBezTo>
                  <a:pt x="4056752" y="6045757"/>
                  <a:pt x="4065533" y="6037526"/>
                  <a:pt x="4065533" y="6027101"/>
                </a:cubicBezTo>
                <a:cubicBezTo>
                  <a:pt x="4065533" y="6016675"/>
                  <a:pt x="4057302" y="6008444"/>
                  <a:pt x="4046876" y="6008444"/>
                </a:cubicBezTo>
                <a:close/>
                <a:moveTo>
                  <a:pt x="2804004" y="5926136"/>
                </a:moveTo>
                <a:cubicBezTo>
                  <a:pt x="2793579" y="5926136"/>
                  <a:pt x="2786445" y="5933270"/>
                  <a:pt x="2785348" y="5942599"/>
                </a:cubicBezTo>
                <a:lnTo>
                  <a:pt x="1992983" y="5942599"/>
                </a:lnTo>
                <a:lnTo>
                  <a:pt x="1601739" y="6333841"/>
                </a:lnTo>
                <a:lnTo>
                  <a:pt x="932838" y="6333841"/>
                </a:lnTo>
                <a:lnTo>
                  <a:pt x="706762" y="6559919"/>
                </a:lnTo>
                <a:lnTo>
                  <a:pt x="441726" y="6559919"/>
                </a:lnTo>
                <a:cubicBezTo>
                  <a:pt x="440628" y="6550590"/>
                  <a:pt x="432946" y="6543456"/>
                  <a:pt x="423070" y="6543456"/>
                </a:cubicBezTo>
                <a:cubicBezTo>
                  <a:pt x="413192" y="6543456"/>
                  <a:pt x="404412" y="6551687"/>
                  <a:pt x="404412" y="6562113"/>
                </a:cubicBezTo>
                <a:cubicBezTo>
                  <a:pt x="404412" y="6572539"/>
                  <a:pt x="412644" y="6580770"/>
                  <a:pt x="423070" y="6580770"/>
                </a:cubicBezTo>
                <a:cubicBezTo>
                  <a:pt x="433494" y="6580770"/>
                  <a:pt x="440628" y="6573636"/>
                  <a:pt x="441726" y="6564307"/>
                </a:cubicBezTo>
                <a:lnTo>
                  <a:pt x="708958" y="6564307"/>
                </a:lnTo>
                <a:lnTo>
                  <a:pt x="935034" y="6338232"/>
                </a:lnTo>
                <a:lnTo>
                  <a:pt x="1603934" y="6338232"/>
                </a:lnTo>
                <a:lnTo>
                  <a:pt x="1995178" y="5946987"/>
                </a:lnTo>
                <a:lnTo>
                  <a:pt x="2785348" y="5946987"/>
                </a:lnTo>
                <a:cubicBezTo>
                  <a:pt x="2786445" y="5956316"/>
                  <a:pt x="2794127" y="5963450"/>
                  <a:pt x="2804004" y="5963450"/>
                </a:cubicBezTo>
                <a:cubicBezTo>
                  <a:pt x="2813881" y="5963450"/>
                  <a:pt x="2822662" y="5955218"/>
                  <a:pt x="2822662" y="5944793"/>
                </a:cubicBezTo>
                <a:cubicBezTo>
                  <a:pt x="2822662" y="5934367"/>
                  <a:pt x="2814430" y="5926136"/>
                  <a:pt x="2804004" y="5926136"/>
                </a:cubicBezTo>
                <a:close/>
                <a:moveTo>
                  <a:pt x="11466789" y="5863170"/>
                </a:moveTo>
                <a:cubicBezTo>
                  <a:pt x="11461988" y="5863170"/>
                  <a:pt x="11457187" y="5864953"/>
                  <a:pt x="11453620" y="5868520"/>
                </a:cubicBezTo>
                <a:cubicBezTo>
                  <a:pt x="11446487" y="5875653"/>
                  <a:pt x="11446487" y="5887725"/>
                  <a:pt x="11453620" y="5894858"/>
                </a:cubicBezTo>
                <a:cubicBezTo>
                  <a:pt x="11460204" y="5901444"/>
                  <a:pt x="11470629" y="5901992"/>
                  <a:pt x="11478312" y="5896505"/>
                </a:cubicBezTo>
                <a:lnTo>
                  <a:pt x="11798770" y="6216962"/>
                </a:lnTo>
                <a:lnTo>
                  <a:pt x="11799319" y="6216962"/>
                </a:lnTo>
                <a:cubicBezTo>
                  <a:pt x="11799319" y="6217512"/>
                  <a:pt x="12278359" y="6217512"/>
                  <a:pt x="12278359" y="6217512"/>
                </a:cubicBezTo>
                <a:lnTo>
                  <a:pt x="12570284" y="6509985"/>
                </a:lnTo>
                <a:lnTo>
                  <a:pt x="12570831" y="6509985"/>
                </a:lnTo>
                <a:cubicBezTo>
                  <a:pt x="12570831" y="6510533"/>
                  <a:pt x="13854309" y="6510533"/>
                  <a:pt x="13854309" y="6510533"/>
                </a:cubicBezTo>
                <a:lnTo>
                  <a:pt x="14513881" y="7170105"/>
                </a:lnTo>
                <a:lnTo>
                  <a:pt x="14514429" y="7170105"/>
                </a:lnTo>
                <a:cubicBezTo>
                  <a:pt x="14514429" y="7170654"/>
                  <a:pt x="15260152" y="7170654"/>
                  <a:pt x="15260152" y="7170654"/>
                </a:cubicBezTo>
                <a:lnTo>
                  <a:pt x="15528481" y="6902325"/>
                </a:lnTo>
                <a:lnTo>
                  <a:pt x="15694745" y="6902325"/>
                </a:lnTo>
                <a:cubicBezTo>
                  <a:pt x="15695843" y="6911653"/>
                  <a:pt x="15703526" y="6918787"/>
                  <a:pt x="15713402" y="6918787"/>
                </a:cubicBezTo>
                <a:cubicBezTo>
                  <a:pt x="15723280" y="6918787"/>
                  <a:pt x="15732060" y="6910556"/>
                  <a:pt x="15732060" y="6900130"/>
                </a:cubicBezTo>
                <a:cubicBezTo>
                  <a:pt x="15732060" y="6889704"/>
                  <a:pt x="15723828" y="6881473"/>
                  <a:pt x="15713402" y="6881473"/>
                </a:cubicBezTo>
                <a:lnTo>
                  <a:pt x="15712305" y="6880925"/>
                </a:lnTo>
                <a:cubicBezTo>
                  <a:pt x="15702977" y="6880925"/>
                  <a:pt x="15694745" y="6888057"/>
                  <a:pt x="15693648" y="6897386"/>
                </a:cubicBezTo>
                <a:lnTo>
                  <a:pt x="15525737" y="6897386"/>
                </a:lnTo>
                <a:lnTo>
                  <a:pt x="15257409" y="7165715"/>
                </a:lnTo>
                <a:lnTo>
                  <a:pt x="14516076" y="7165715"/>
                </a:lnTo>
                <a:lnTo>
                  <a:pt x="13856504" y="6506142"/>
                </a:lnTo>
                <a:lnTo>
                  <a:pt x="13855954" y="6506142"/>
                </a:lnTo>
                <a:cubicBezTo>
                  <a:pt x="13855954" y="6505594"/>
                  <a:pt x="12572478" y="6505594"/>
                  <a:pt x="12572478" y="6505594"/>
                </a:cubicBezTo>
                <a:lnTo>
                  <a:pt x="12280554" y="6213121"/>
                </a:lnTo>
                <a:lnTo>
                  <a:pt x="12280005" y="6213121"/>
                </a:lnTo>
                <a:cubicBezTo>
                  <a:pt x="12280005" y="6212573"/>
                  <a:pt x="11800964" y="6212573"/>
                  <a:pt x="11800964" y="6212573"/>
                </a:cubicBezTo>
                <a:lnTo>
                  <a:pt x="11481604" y="5893212"/>
                </a:lnTo>
                <a:cubicBezTo>
                  <a:pt x="11487092" y="5886079"/>
                  <a:pt x="11486544" y="5875104"/>
                  <a:pt x="11479958" y="5868520"/>
                </a:cubicBezTo>
                <a:cubicBezTo>
                  <a:pt x="11476392" y="5864953"/>
                  <a:pt x="11471591" y="5863170"/>
                  <a:pt x="11466789" y="5863170"/>
                </a:cubicBezTo>
                <a:close/>
                <a:moveTo>
                  <a:pt x="10306776" y="5831892"/>
                </a:moveTo>
                <a:cubicBezTo>
                  <a:pt x="10301974" y="5831892"/>
                  <a:pt x="10297173" y="5833675"/>
                  <a:pt x="10293606" y="5837242"/>
                </a:cubicBezTo>
                <a:cubicBezTo>
                  <a:pt x="10286473" y="5844375"/>
                  <a:pt x="10286473" y="5856447"/>
                  <a:pt x="10293606" y="5863581"/>
                </a:cubicBezTo>
                <a:cubicBezTo>
                  <a:pt x="10300191" y="5870166"/>
                  <a:pt x="10310617" y="5870715"/>
                  <a:pt x="10318299" y="5865227"/>
                </a:cubicBezTo>
                <a:lnTo>
                  <a:pt x="11084873" y="6631802"/>
                </a:lnTo>
                <a:lnTo>
                  <a:pt x="11085422" y="6631802"/>
                </a:lnTo>
                <a:cubicBezTo>
                  <a:pt x="11085422" y="6632351"/>
                  <a:pt x="11608362" y="6632351"/>
                  <a:pt x="11608362" y="6632351"/>
                </a:cubicBezTo>
                <a:lnTo>
                  <a:pt x="12314575" y="7338565"/>
                </a:lnTo>
                <a:lnTo>
                  <a:pt x="12315125" y="7338565"/>
                </a:lnTo>
                <a:cubicBezTo>
                  <a:pt x="12315125" y="7339114"/>
                  <a:pt x="12698685" y="7339114"/>
                  <a:pt x="12698685" y="7339114"/>
                </a:cubicBezTo>
                <a:lnTo>
                  <a:pt x="13217234" y="7857663"/>
                </a:lnTo>
                <a:lnTo>
                  <a:pt x="13217784" y="7857663"/>
                </a:lnTo>
                <a:cubicBezTo>
                  <a:pt x="13217784" y="7858211"/>
                  <a:pt x="14276830" y="7858211"/>
                  <a:pt x="14276830" y="7858211"/>
                </a:cubicBezTo>
                <a:lnTo>
                  <a:pt x="15188818" y="8770198"/>
                </a:lnTo>
                <a:cubicBezTo>
                  <a:pt x="15183331" y="8777332"/>
                  <a:pt x="15183878" y="8788306"/>
                  <a:pt x="15190464" y="8794890"/>
                </a:cubicBezTo>
                <a:cubicBezTo>
                  <a:pt x="15197597" y="8802024"/>
                  <a:pt x="15209670" y="8802024"/>
                  <a:pt x="15216802" y="8794890"/>
                </a:cubicBezTo>
                <a:cubicBezTo>
                  <a:pt x="15223936" y="8787758"/>
                  <a:pt x="15223936" y="8775685"/>
                  <a:pt x="15216802" y="8768552"/>
                </a:cubicBezTo>
                <a:cubicBezTo>
                  <a:pt x="15210217" y="8761966"/>
                  <a:pt x="15199792" y="8761418"/>
                  <a:pt x="15192109" y="8766906"/>
                </a:cubicBezTo>
                <a:lnTo>
                  <a:pt x="14279574" y="7854370"/>
                </a:lnTo>
                <a:lnTo>
                  <a:pt x="14279025" y="7854370"/>
                </a:lnTo>
                <a:cubicBezTo>
                  <a:pt x="14279025" y="7853821"/>
                  <a:pt x="13219978" y="7853821"/>
                  <a:pt x="13219978" y="7853821"/>
                </a:cubicBezTo>
                <a:lnTo>
                  <a:pt x="12701429" y="7335272"/>
                </a:lnTo>
                <a:lnTo>
                  <a:pt x="12700880" y="7335272"/>
                </a:lnTo>
                <a:cubicBezTo>
                  <a:pt x="12700880" y="7334723"/>
                  <a:pt x="12317319" y="7334723"/>
                  <a:pt x="12317319" y="7334723"/>
                </a:cubicBezTo>
                <a:lnTo>
                  <a:pt x="11611104" y="6628510"/>
                </a:lnTo>
                <a:lnTo>
                  <a:pt x="11610556" y="6628510"/>
                </a:lnTo>
                <a:cubicBezTo>
                  <a:pt x="11610556" y="6627961"/>
                  <a:pt x="11087617" y="6627961"/>
                  <a:pt x="11087617" y="6627961"/>
                </a:cubicBezTo>
                <a:lnTo>
                  <a:pt x="10321592" y="5861935"/>
                </a:lnTo>
                <a:cubicBezTo>
                  <a:pt x="10327079" y="5854801"/>
                  <a:pt x="10326529" y="5843827"/>
                  <a:pt x="10319945" y="5837242"/>
                </a:cubicBezTo>
                <a:cubicBezTo>
                  <a:pt x="10316378" y="5833675"/>
                  <a:pt x="10311577" y="5831892"/>
                  <a:pt x="10306776" y="5831892"/>
                </a:cubicBezTo>
                <a:close/>
                <a:moveTo>
                  <a:pt x="8942636" y="5819683"/>
                </a:moveTo>
                <a:cubicBezTo>
                  <a:pt x="8932210" y="5819683"/>
                  <a:pt x="8923979" y="5827914"/>
                  <a:pt x="8923979" y="5838340"/>
                </a:cubicBezTo>
                <a:cubicBezTo>
                  <a:pt x="8923979" y="5848766"/>
                  <a:pt x="8931112" y="5855899"/>
                  <a:pt x="8940440" y="5856997"/>
                </a:cubicBezTo>
                <a:lnTo>
                  <a:pt x="8940440" y="6048502"/>
                </a:lnTo>
                <a:lnTo>
                  <a:pt x="9310833" y="6418895"/>
                </a:lnTo>
                <a:lnTo>
                  <a:pt x="9310833" y="6624667"/>
                </a:lnTo>
                <a:cubicBezTo>
                  <a:pt x="9301504" y="6625766"/>
                  <a:pt x="9294370" y="6633448"/>
                  <a:pt x="9294370" y="6643325"/>
                </a:cubicBezTo>
                <a:cubicBezTo>
                  <a:pt x="9294370" y="6653202"/>
                  <a:pt x="9302601" y="6661982"/>
                  <a:pt x="9313027" y="6661982"/>
                </a:cubicBezTo>
                <a:cubicBezTo>
                  <a:pt x="9323453" y="6661982"/>
                  <a:pt x="9331684" y="6653750"/>
                  <a:pt x="9331684" y="6643325"/>
                </a:cubicBezTo>
                <a:cubicBezTo>
                  <a:pt x="9331684" y="6632899"/>
                  <a:pt x="9324550" y="6625766"/>
                  <a:pt x="9315223" y="6624667"/>
                </a:cubicBezTo>
                <a:lnTo>
                  <a:pt x="9315223" y="6416700"/>
                </a:lnTo>
                <a:lnTo>
                  <a:pt x="8944831" y="6046308"/>
                </a:lnTo>
                <a:lnTo>
                  <a:pt x="8944831" y="5856997"/>
                </a:lnTo>
                <a:cubicBezTo>
                  <a:pt x="8954159" y="5855899"/>
                  <a:pt x="8961292" y="5848216"/>
                  <a:pt x="8961292" y="5838340"/>
                </a:cubicBezTo>
                <a:cubicBezTo>
                  <a:pt x="8961292" y="5828462"/>
                  <a:pt x="8953062" y="5819683"/>
                  <a:pt x="8942636" y="5819683"/>
                </a:cubicBezTo>
                <a:close/>
                <a:moveTo>
                  <a:pt x="11741153" y="5795127"/>
                </a:moveTo>
                <a:cubicBezTo>
                  <a:pt x="11736352" y="5795127"/>
                  <a:pt x="11731550" y="5796911"/>
                  <a:pt x="11727985" y="5800478"/>
                </a:cubicBezTo>
                <a:cubicBezTo>
                  <a:pt x="11720851" y="5807611"/>
                  <a:pt x="11720851" y="5819683"/>
                  <a:pt x="11727985" y="5826817"/>
                </a:cubicBezTo>
                <a:cubicBezTo>
                  <a:pt x="11734569" y="5833401"/>
                  <a:pt x="11744994" y="5833949"/>
                  <a:pt x="11752677" y="5828462"/>
                </a:cubicBezTo>
                <a:lnTo>
                  <a:pt x="11802611" y="5878396"/>
                </a:lnTo>
                <a:lnTo>
                  <a:pt x="11803160" y="5878396"/>
                </a:lnTo>
                <a:cubicBezTo>
                  <a:pt x="11803160" y="5878946"/>
                  <a:pt x="12455050" y="5878946"/>
                  <a:pt x="12455050" y="5878946"/>
                </a:cubicBezTo>
                <a:lnTo>
                  <a:pt x="12555466" y="5979363"/>
                </a:lnTo>
                <a:lnTo>
                  <a:pt x="12556016" y="5979363"/>
                </a:lnTo>
                <a:cubicBezTo>
                  <a:pt x="12556016" y="5979911"/>
                  <a:pt x="12677833" y="5979911"/>
                  <a:pt x="12677833" y="5979911"/>
                </a:cubicBezTo>
                <a:cubicBezTo>
                  <a:pt x="12678930" y="5989240"/>
                  <a:pt x="12686613" y="5996373"/>
                  <a:pt x="12696491" y="5996373"/>
                </a:cubicBezTo>
                <a:cubicBezTo>
                  <a:pt x="12706367" y="5996373"/>
                  <a:pt x="12715147" y="5988142"/>
                  <a:pt x="12715147" y="5977717"/>
                </a:cubicBezTo>
                <a:cubicBezTo>
                  <a:pt x="12715147" y="5967291"/>
                  <a:pt x="12706916" y="5959060"/>
                  <a:pt x="12696491" y="5959060"/>
                </a:cubicBezTo>
                <a:cubicBezTo>
                  <a:pt x="12686064" y="5959060"/>
                  <a:pt x="12678930" y="5966193"/>
                  <a:pt x="12677833" y="5975522"/>
                </a:cubicBezTo>
                <a:lnTo>
                  <a:pt x="12558210" y="5975522"/>
                </a:lnTo>
                <a:lnTo>
                  <a:pt x="12457794" y="5875104"/>
                </a:lnTo>
                <a:lnTo>
                  <a:pt x="12457245" y="5875104"/>
                </a:lnTo>
                <a:cubicBezTo>
                  <a:pt x="12457245" y="5874555"/>
                  <a:pt x="11805354" y="5874555"/>
                  <a:pt x="11805354" y="5874555"/>
                </a:cubicBezTo>
                <a:lnTo>
                  <a:pt x="11755968" y="5825170"/>
                </a:lnTo>
                <a:cubicBezTo>
                  <a:pt x="11761456" y="5818036"/>
                  <a:pt x="11760908" y="5807062"/>
                  <a:pt x="11754323" y="5800478"/>
                </a:cubicBezTo>
                <a:cubicBezTo>
                  <a:pt x="11750757" y="5796911"/>
                  <a:pt x="11745955" y="5795127"/>
                  <a:pt x="11741153" y="5795127"/>
                </a:cubicBezTo>
                <a:close/>
                <a:moveTo>
                  <a:pt x="4557194" y="5784150"/>
                </a:moveTo>
                <a:cubicBezTo>
                  <a:pt x="4552392" y="5784150"/>
                  <a:pt x="4547591" y="5785934"/>
                  <a:pt x="4544024" y="5789500"/>
                </a:cubicBezTo>
                <a:lnTo>
                  <a:pt x="4543476" y="5789500"/>
                </a:lnTo>
                <a:cubicBezTo>
                  <a:pt x="4536890" y="5796085"/>
                  <a:pt x="4536342" y="5806512"/>
                  <a:pt x="4541829" y="5814194"/>
                </a:cubicBezTo>
                <a:lnTo>
                  <a:pt x="4081446" y="6275126"/>
                </a:lnTo>
                <a:lnTo>
                  <a:pt x="3354379" y="6275126"/>
                </a:lnTo>
                <a:cubicBezTo>
                  <a:pt x="3353282" y="6265798"/>
                  <a:pt x="3345600" y="6258664"/>
                  <a:pt x="3335723" y="6258664"/>
                </a:cubicBezTo>
                <a:cubicBezTo>
                  <a:pt x="3325846" y="6258664"/>
                  <a:pt x="3317066" y="6266895"/>
                  <a:pt x="3317066" y="6277321"/>
                </a:cubicBezTo>
                <a:cubicBezTo>
                  <a:pt x="3317066" y="6287747"/>
                  <a:pt x="3325297" y="6295978"/>
                  <a:pt x="3335723" y="6295978"/>
                </a:cubicBezTo>
                <a:cubicBezTo>
                  <a:pt x="3346148" y="6295978"/>
                  <a:pt x="3353282" y="6288844"/>
                  <a:pt x="3354379" y="6279516"/>
                </a:cubicBezTo>
                <a:lnTo>
                  <a:pt x="4083641" y="6279516"/>
                </a:lnTo>
                <a:lnTo>
                  <a:pt x="4545670" y="5817486"/>
                </a:lnTo>
                <a:cubicBezTo>
                  <a:pt x="4552804" y="5822973"/>
                  <a:pt x="4563778" y="5822424"/>
                  <a:pt x="4570363" y="5815840"/>
                </a:cubicBezTo>
                <a:cubicBezTo>
                  <a:pt x="4577497" y="5808707"/>
                  <a:pt x="4577497" y="5796635"/>
                  <a:pt x="4570363" y="5789500"/>
                </a:cubicBezTo>
                <a:cubicBezTo>
                  <a:pt x="4566796" y="5785934"/>
                  <a:pt x="4561995" y="5784150"/>
                  <a:pt x="4557194" y="5784150"/>
                </a:cubicBezTo>
                <a:close/>
                <a:moveTo>
                  <a:pt x="10997625" y="5764947"/>
                </a:moveTo>
                <a:cubicBezTo>
                  <a:pt x="10992824" y="5764947"/>
                  <a:pt x="10988023" y="5766730"/>
                  <a:pt x="10984456" y="5770298"/>
                </a:cubicBezTo>
                <a:cubicBezTo>
                  <a:pt x="10977323" y="5777431"/>
                  <a:pt x="10977323" y="5789503"/>
                  <a:pt x="10984456" y="5796637"/>
                </a:cubicBezTo>
                <a:cubicBezTo>
                  <a:pt x="10991041" y="5803221"/>
                  <a:pt x="11001467" y="5803769"/>
                  <a:pt x="11009149" y="5798282"/>
                </a:cubicBezTo>
                <a:lnTo>
                  <a:pt x="11105724" y="5894858"/>
                </a:lnTo>
                <a:lnTo>
                  <a:pt x="11105724" y="6118191"/>
                </a:lnTo>
                <a:lnTo>
                  <a:pt x="11291745" y="6304211"/>
                </a:lnTo>
                <a:cubicBezTo>
                  <a:pt x="11286257" y="6311344"/>
                  <a:pt x="11286806" y="6322318"/>
                  <a:pt x="11293390" y="6328903"/>
                </a:cubicBezTo>
                <a:cubicBezTo>
                  <a:pt x="11300523" y="6336037"/>
                  <a:pt x="11312595" y="6336037"/>
                  <a:pt x="11319729" y="6328903"/>
                </a:cubicBezTo>
                <a:cubicBezTo>
                  <a:pt x="11326863" y="6321770"/>
                  <a:pt x="11326863" y="6309698"/>
                  <a:pt x="11319729" y="6302564"/>
                </a:cubicBezTo>
                <a:cubicBezTo>
                  <a:pt x="11313145" y="6295980"/>
                  <a:pt x="11302720" y="6295431"/>
                  <a:pt x="11295037" y="6300917"/>
                </a:cubicBezTo>
                <a:lnTo>
                  <a:pt x="11110115" y="6115997"/>
                </a:lnTo>
                <a:lnTo>
                  <a:pt x="11110115" y="5892664"/>
                </a:lnTo>
                <a:lnTo>
                  <a:pt x="11012441" y="5794990"/>
                </a:lnTo>
                <a:cubicBezTo>
                  <a:pt x="11017928" y="5787856"/>
                  <a:pt x="11017380" y="5776882"/>
                  <a:pt x="11010795" y="5770298"/>
                </a:cubicBezTo>
                <a:cubicBezTo>
                  <a:pt x="11007228" y="5766730"/>
                  <a:pt x="11002427" y="5764947"/>
                  <a:pt x="10997625" y="5764947"/>
                </a:cubicBezTo>
                <a:close/>
                <a:moveTo>
                  <a:pt x="9271873" y="5704998"/>
                </a:moveTo>
                <a:cubicBezTo>
                  <a:pt x="9261995" y="5704998"/>
                  <a:pt x="9253216" y="5713229"/>
                  <a:pt x="9253216" y="5723655"/>
                </a:cubicBezTo>
                <a:cubicBezTo>
                  <a:pt x="9253216" y="5734081"/>
                  <a:pt x="9261446" y="5742312"/>
                  <a:pt x="9271873" y="5742312"/>
                </a:cubicBezTo>
                <a:cubicBezTo>
                  <a:pt x="9282299" y="5742312"/>
                  <a:pt x="9289432" y="5735178"/>
                  <a:pt x="9290529" y="5725850"/>
                </a:cubicBezTo>
                <a:lnTo>
                  <a:pt x="9462830" y="5725850"/>
                </a:lnTo>
                <a:lnTo>
                  <a:pt x="10563033" y="6826051"/>
                </a:lnTo>
                <a:lnTo>
                  <a:pt x="10563581" y="6826051"/>
                </a:lnTo>
                <a:cubicBezTo>
                  <a:pt x="10563581" y="6826600"/>
                  <a:pt x="11033842" y="6826600"/>
                  <a:pt x="11033842" y="6826600"/>
                </a:cubicBezTo>
                <a:lnTo>
                  <a:pt x="11462948" y="7255706"/>
                </a:lnTo>
                <a:lnTo>
                  <a:pt x="11462948" y="7500440"/>
                </a:lnTo>
                <a:lnTo>
                  <a:pt x="12370546" y="8408036"/>
                </a:lnTo>
                <a:lnTo>
                  <a:pt x="12370546" y="8759772"/>
                </a:lnTo>
                <a:cubicBezTo>
                  <a:pt x="12361217" y="8760869"/>
                  <a:pt x="12354083" y="8768552"/>
                  <a:pt x="12354083" y="8778429"/>
                </a:cubicBezTo>
                <a:cubicBezTo>
                  <a:pt x="12354083" y="8788306"/>
                  <a:pt x="12362314" y="8797086"/>
                  <a:pt x="12372741" y="8797086"/>
                </a:cubicBezTo>
                <a:cubicBezTo>
                  <a:pt x="12383166" y="8797086"/>
                  <a:pt x="12391397" y="8788855"/>
                  <a:pt x="12391397" y="8778429"/>
                </a:cubicBezTo>
                <a:cubicBezTo>
                  <a:pt x="12391397" y="8768004"/>
                  <a:pt x="12384263" y="8760869"/>
                  <a:pt x="12374935" y="8759772"/>
                </a:cubicBezTo>
                <a:lnTo>
                  <a:pt x="12374935" y="8406391"/>
                </a:lnTo>
                <a:lnTo>
                  <a:pt x="11467338" y="7498793"/>
                </a:lnTo>
                <a:lnTo>
                  <a:pt x="11467338" y="7254060"/>
                </a:lnTo>
                <a:lnTo>
                  <a:pt x="11036585" y="6822760"/>
                </a:lnTo>
                <a:lnTo>
                  <a:pt x="11036036" y="6822760"/>
                </a:lnTo>
                <a:cubicBezTo>
                  <a:pt x="11036036" y="6822210"/>
                  <a:pt x="10565777" y="6822210"/>
                  <a:pt x="10565777" y="6822210"/>
                </a:cubicBezTo>
                <a:lnTo>
                  <a:pt x="9465574" y="5722009"/>
                </a:lnTo>
                <a:lnTo>
                  <a:pt x="9465025" y="5722009"/>
                </a:lnTo>
                <a:cubicBezTo>
                  <a:pt x="9465025" y="5721460"/>
                  <a:pt x="9290529" y="5721460"/>
                  <a:pt x="9290529" y="5721460"/>
                </a:cubicBezTo>
                <a:cubicBezTo>
                  <a:pt x="9289432" y="5712132"/>
                  <a:pt x="9281750" y="5704998"/>
                  <a:pt x="9271873" y="5704998"/>
                </a:cubicBezTo>
                <a:close/>
                <a:moveTo>
                  <a:pt x="2945028" y="5666586"/>
                </a:moveTo>
                <a:cubicBezTo>
                  <a:pt x="2934602" y="5666586"/>
                  <a:pt x="2926371" y="5674817"/>
                  <a:pt x="2926371" y="5685243"/>
                </a:cubicBezTo>
                <a:cubicBezTo>
                  <a:pt x="2926371" y="5695669"/>
                  <a:pt x="2933505" y="5702801"/>
                  <a:pt x="2942832" y="5703899"/>
                </a:cubicBezTo>
                <a:lnTo>
                  <a:pt x="2942832" y="5867970"/>
                </a:lnTo>
                <a:cubicBezTo>
                  <a:pt x="2933505" y="5869067"/>
                  <a:pt x="2926371" y="5876749"/>
                  <a:pt x="2926371" y="5886626"/>
                </a:cubicBezTo>
                <a:cubicBezTo>
                  <a:pt x="2926371" y="5897052"/>
                  <a:pt x="2934602" y="5905282"/>
                  <a:pt x="2945028" y="5905282"/>
                </a:cubicBezTo>
                <a:cubicBezTo>
                  <a:pt x="2955454" y="5905282"/>
                  <a:pt x="2963685" y="5897052"/>
                  <a:pt x="2963685" y="5886626"/>
                </a:cubicBezTo>
                <a:cubicBezTo>
                  <a:pt x="2963685" y="5876201"/>
                  <a:pt x="2956551" y="5869067"/>
                  <a:pt x="2947223" y="5867970"/>
                </a:cubicBezTo>
                <a:lnTo>
                  <a:pt x="2947223" y="5703899"/>
                </a:lnTo>
                <a:cubicBezTo>
                  <a:pt x="2956551" y="5702801"/>
                  <a:pt x="2963685" y="5695120"/>
                  <a:pt x="2963685" y="5685243"/>
                </a:cubicBezTo>
                <a:cubicBezTo>
                  <a:pt x="2963685" y="5675365"/>
                  <a:pt x="2955454" y="5666586"/>
                  <a:pt x="2945028" y="5666586"/>
                </a:cubicBezTo>
                <a:close/>
                <a:moveTo>
                  <a:pt x="6933738" y="5600191"/>
                </a:moveTo>
                <a:lnTo>
                  <a:pt x="6928800" y="5600191"/>
                </a:lnTo>
                <a:lnTo>
                  <a:pt x="6928800" y="5827365"/>
                </a:lnTo>
                <a:lnTo>
                  <a:pt x="6482684" y="6273481"/>
                </a:lnTo>
                <a:lnTo>
                  <a:pt x="6035469" y="6273481"/>
                </a:lnTo>
                <a:lnTo>
                  <a:pt x="4939658" y="7369294"/>
                </a:lnTo>
                <a:lnTo>
                  <a:pt x="4939658" y="8352616"/>
                </a:lnTo>
                <a:lnTo>
                  <a:pt x="4530855" y="8761418"/>
                </a:lnTo>
                <a:cubicBezTo>
                  <a:pt x="4523722" y="8755931"/>
                  <a:pt x="4512747" y="8756480"/>
                  <a:pt x="4506162" y="8763065"/>
                </a:cubicBezTo>
                <a:cubicBezTo>
                  <a:pt x="4499028" y="8770198"/>
                  <a:pt x="4499028" y="8782270"/>
                  <a:pt x="4506162" y="8789404"/>
                </a:cubicBezTo>
                <a:cubicBezTo>
                  <a:pt x="4513296" y="8796537"/>
                  <a:pt x="4525367" y="8796537"/>
                  <a:pt x="4532501" y="8789404"/>
                </a:cubicBezTo>
                <a:cubicBezTo>
                  <a:pt x="4539086" y="8782819"/>
                  <a:pt x="4539634" y="8772392"/>
                  <a:pt x="4534146" y="8764710"/>
                </a:cubicBezTo>
                <a:lnTo>
                  <a:pt x="4944596" y="8354261"/>
                </a:lnTo>
                <a:lnTo>
                  <a:pt x="4944596" y="7371489"/>
                </a:lnTo>
                <a:lnTo>
                  <a:pt x="6037116" y="6278969"/>
                </a:lnTo>
                <a:lnTo>
                  <a:pt x="6484330" y="6278969"/>
                </a:lnTo>
                <a:lnTo>
                  <a:pt x="6933738" y="5829560"/>
                </a:lnTo>
                <a:close/>
                <a:moveTo>
                  <a:pt x="7517587" y="5600191"/>
                </a:moveTo>
                <a:lnTo>
                  <a:pt x="7512648" y="5600191"/>
                </a:lnTo>
                <a:lnTo>
                  <a:pt x="7512648" y="6661982"/>
                </a:lnTo>
                <a:lnTo>
                  <a:pt x="7355162" y="6819466"/>
                </a:lnTo>
                <a:lnTo>
                  <a:pt x="7355162" y="6975306"/>
                </a:lnTo>
                <a:lnTo>
                  <a:pt x="6702174" y="7628293"/>
                </a:lnTo>
                <a:lnTo>
                  <a:pt x="6702174" y="8766357"/>
                </a:lnTo>
                <a:cubicBezTo>
                  <a:pt x="6692846" y="8767454"/>
                  <a:pt x="6685713" y="8775136"/>
                  <a:pt x="6685713" y="8785014"/>
                </a:cubicBezTo>
                <a:cubicBezTo>
                  <a:pt x="6685713" y="8794890"/>
                  <a:pt x="6693944" y="8803671"/>
                  <a:pt x="6704370" y="8803671"/>
                </a:cubicBezTo>
                <a:cubicBezTo>
                  <a:pt x="6714796" y="8803671"/>
                  <a:pt x="6723026" y="8795440"/>
                  <a:pt x="6723026" y="8785014"/>
                </a:cubicBezTo>
                <a:cubicBezTo>
                  <a:pt x="6723026" y="8774588"/>
                  <a:pt x="6715893" y="8767454"/>
                  <a:pt x="6706565" y="8766357"/>
                </a:cubicBezTo>
                <a:lnTo>
                  <a:pt x="6707114" y="8766357"/>
                </a:lnTo>
                <a:lnTo>
                  <a:pt x="6707114" y="7630488"/>
                </a:lnTo>
                <a:lnTo>
                  <a:pt x="7360101" y="6977501"/>
                </a:lnTo>
                <a:lnTo>
                  <a:pt x="7360101" y="6821662"/>
                </a:lnTo>
                <a:lnTo>
                  <a:pt x="7517587" y="6664176"/>
                </a:lnTo>
                <a:close/>
                <a:moveTo>
                  <a:pt x="7745858" y="5600191"/>
                </a:moveTo>
                <a:lnTo>
                  <a:pt x="7740920" y="5600191"/>
                </a:lnTo>
                <a:lnTo>
                  <a:pt x="7740920" y="6817821"/>
                </a:lnTo>
                <a:lnTo>
                  <a:pt x="7741468" y="6817821"/>
                </a:lnTo>
                <a:lnTo>
                  <a:pt x="7583982" y="6975306"/>
                </a:lnTo>
                <a:lnTo>
                  <a:pt x="7583982" y="8008014"/>
                </a:lnTo>
                <a:lnTo>
                  <a:pt x="7281634" y="8310364"/>
                </a:lnTo>
                <a:lnTo>
                  <a:pt x="7281634" y="8747152"/>
                </a:lnTo>
                <a:cubicBezTo>
                  <a:pt x="7272304" y="8748249"/>
                  <a:pt x="7265172" y="8755931"/>
                  <a:pt x="7265172" y="8765808"/>
                </a:cubicBezTo>
                <a:cubicBezTo>
                  <a:pt x="7265172" y="8775685"/>
                  <a:pt x="7273402" y="8784465"/>
                  <a:pt x="7283828" y="8784465"/>
                </a:cubicBezTo>
                <a:cubicBezTo>
                  <a:pt x="7294254" y="8784465"/>
                  <a:pt x="7302484" y="8776235"/>
                  <a:pt x="7302484" y="8765808"/>
                </a:cubicBezTo>
                <a:cubicBezTo>
                  <a:pt x="7302484" y="8755382"/>
                  <a:pt x="7295352" y="8748249"/>
                  <a:pt x="7286023" y="8747152"/>
                </a:cubicBezTo>
                <a:lnTo>
                  <a:pt x="7286023" y="8312558"/>
                </a:lnTo>
                <a:lnTo>
                  <a:pt x="7588372" y="8010209"/>
                </a:lnTo>
                <a:lnTo>
                  <a:pt x="7588372" y="6977501"/>
                </a:lnTo>
                <a:lnTo>
                  <a:pt x="7745858" y="6820016"/>
                </a:lnTo>
                <a:close/>
                <a:moveTo>
                  <a:pt x="2025358" y="5590313"/>
                </a:moveTo>
                <a:lnTo>
                  <a:pt x="1402002" y="6213669"/>
                </a:lnTo>
                <a:lnTo>
                  <a:pt x="422520" y="6213669"/>
                </a:lnTo>
                <a:lnTo>
                  <a:pt x="47190" y="6588999"/>
                </a:lnTo>
                <a:cubicBezTo>
                  <a:pt x="40056" y="6583511"/>
                  <a:pt x="29082" y="6584061"/>
                  <a:pt x="22496" y="6590645"/>
                </a:cubicBezTo>
                <a:cubicBezTo>
                  <a:pt x="15364" y="6597779"/>
                  <a:pt x="15364" y="6609851"/>
                  <a:pt x="22496" y="6616985"/>
                </a:cubicBezTo>
                <a:cubicBezTo>
                  <a:pt x="29630" y="6624117"/>
                  <a:pt x="41702" y="6624117"/>
                  <a:pt x="48836" y="6616985"/>
                </a:cubicBezTo>
                <a:lnTo>
                  <a:pt x="49384" y="6616435"/>
                </a:lnTo>
                <a:cubicBezTo>
                  <a:pt x="55970" y="6609851"/>
                  <a:pt x="56518" y="6599425"/>
                  <a:pt x="51032" y="6591742"/>
                </a:cubicBezTo>
                <a:lnTo>
                  <a:pt x="424716" y="6218058"/>
                </a:lnTo>
                <a:lnTo>
                  <a:pt x="1404745" y="6218058"/>
                </a:lnTo>
                <a:lnTo>
                  <a:pt x="2028101" y="5594702"/>
                </a:lnTo>
                <a:lnTo>
                  <a:pt x="2767788" y="5594702"/>
                </a:lnTo>
                <a:lnTo>
                  <a:pt x="2859426" y="5686340"/>
                </a:lnTo>
                <a:lnTo>
                  <a:pt x="2859426" y="5863031"/>
                </a:lnTo>
                <a:cubicBezTo>
                  <a:pt x="2850098" y="5864128"/>
                  <a:pt x="2842964" y="5871810"/>
                  <a:pt x="2842964" y="5881687"/>
                </a:cubicBezTo>
                <a:cubicBezTo>
                  <a:pt x="2842964" y="5891564"/>
                  <a:pt x="2851195" y="5900344"/>
                  <a:pt x="2861621" y="5900344"/>
                </a:cubicBezTo>
                <a:cubicBezTo>
                  <a:pt x="2872046" y="5900344"/>
                  <a:pt x="2880278" y="5892112"/>
                  <a:pt x="2880278" y="5881687"/>
                </a:cubicBezTo>
                <a:cubicBezTo>
                  <a:pt x="2880278" y="5871261"/>
                  <a:pt x="2873144" y="5864128"/>
                  <a:pt x="2863816" y="5863031"/>
                </a:cubicBezTo>
                <a:lnTo>
                  <a:pt x="2863816" y="5684694"/>
                </a:lnTo>
                <a:lnTo>
                  <a:pt x="2769983" y="5590861"/>
                </a:lnTo>
                <a:lnTo>
                  <a:pt x="2769434" y="5590861"/>
                </a:lnTo>
                <a:cubicBezTo>
                  <a:pt x="2769434" y="5590313"/>
                  <a:pt x="2025358" y="5590313"/>
                  <a:pt x="2025358" y="5590313"/>
                </a:cubicBezTo>
                <a:close/>
                <a:moveTo>
                  <a:pt x="7168594" y="5555195"/>
                </a:moveTo>
                <a:lnTo>
                  <a:pt x="7163657" y="5555195"/>
                </a:lnTo>
                <a:lnTo>
                  <a:pt x="7163657" y="6259214"/>
                </a:lnTo>
                <a:lnTo>
                  <a:pt x="6775156" y="6647715"/>
                </a:lnTo>
                <a:lnTo>
                  <a:pt x="6300506" y="6647715"/>
                </a:lnTo>
                <a:lnTo>
                  <a:pt x="5453817" y="7494404"/>
                </a:lnTo>
                <a:lnTo>
                  <a:pt x="5453817" y="8703253"/>
                </a:lnTo>
                <a:cubicBezTo>
                  <a:pt x="5444488" y="8704350"/>
                  <a:pt x="5437356" y="8712032"/>
                  <a:pt x="5437356" y="8721910"/>
                </a:cubicBezTo>
                <a:cubicBezTo>
                  <a:pt x="5437356" y="8731786"/>
                  <a:pt x="5445586" y="8740567"/>
                  <a:pt x="5456011" y="8740567"/>
                </a:cubicBezTo>
                <a:cubicBezTo>
                  <a:pt x="5466438" y="8740567"/>
                  <a:pt x="5474668" y="8732336"/>
                  <a:pt x="5474668" y="8721910"/>
                </a:cubicBezTo>
                <a:cubicBezTo>
                  <a:pt x="5474668" y="8711484"/>
                  <a:pt x="5467536" y="8704350"/>
                  <a:pt x="5458206" y="8703253"/>
                </a:cubicBezTo>
                <a:lnTo>
                  <a:pt x="5458206" y="7496049"/>
                </a:lnTo>
                <a:lnTo>
                  <a:pt x="6302152" y="6652105"/>
                </a:lnTo>
                <a:lnTo>
                  <a:pt x="6776803" y="6652105"/>
                </a:lnTo>
                <a:lnTo>
                  <a:pt x="7168046" y="6260861"/>
                </a:lnTo>
                <a:lnTo>
                  <a:pt x="7168594" y="6261409"/>
                </a:lnTo>
                <a:close/>
                <a:moveTo>
                  <a:pt x="8094301" y="5550805"/>
                </a:moveTo>
                <a:lnTo>
                  <a:pt x="8089362" y="5550805"/>
                </a:lnTo>
                <a:lnTo>
                  <a:pt x="8089362" y="7186018"/>
                </a:lnTo>
                <a:lnTo>
                  <a:pt x="8236421" y="7333077"/>
                </a:lnTo>
                <a:lnTo>
                  <a:pt x="8236421" y="8138611"/>
                </a:lnTo>
                <a:lnTo>
                  <a:pt x="8598033" y="8500223"/>
                </a:lnTo>
                <a:lnTo>
                  <a:pt x="8598033" y="8747700"/>
                </a:lnTo>
                <a:cubicBezTo>
                  <a:pt x="8588705" y="8748797"/>
                  <a:pt x="8581572" y="8756480"/>
                  <a:pt x="8581572" y="8766357"/>
                </a:cubicBezTo>
                <a:cubicBezTo>
                  <a:pt x="8581572" y="8776235"/>
                  <a:pt x="8589803" y="8785014"/>
                  <a:pt x="8600229" y="8785014"/>
                </a:cubicBezTo>
                <a:cubicBezTo>
                  <a:pt x="8610655" y="8785014"/>
                  <a:pt x="8618886" y="8776783"/>
                  <a:pt x="8618886" y="8766357"/>
                </a:cubicBezTo>
                <a:cubicBezTo>
                  <a:pt x="8618886" y="8755931"/>
                  <a:pt x="8611752" y="8748797"/>
                  <a:pt x="8602423" y="8747700"/>
                </a:cubicBezTo>
                <a:lnTo>
                  <a:pt x="8602972" y="8747700"/>
                </a:lnTo>
                <a:lnTo>
                  <a:pt x="8602972" y="8498028"/>
                </a:lnTo>
                <a:lnTo>
                  <a:pt x="8241360" y="8136416"/>
                </a:lnTo>
                <a:lnTo>
                  <a:pt x="8241360" y="7330883"/>
                </a:lnTo>
                <a:lnTo>
                  <a:pt x="8094301" y="7183823"/>
                </a:lnTo>
                <a:close/>
                <a:moveTo>
                  <a:pt x="8342874" y="5550805"/>
                </a:moveTo>
                <a:lnTo>
                  <a:pt x="8337936" y="5550805"/>
                </a:lnTo>
                <a:lnTo>
                  <a:pt x="8337936" y="7063651"/>
                </a:lnTo>
                <a:lnTo>
                  <a:pt x="8547002" y="7272717"/>
                </a:lnTo>
                <a:lnTo>
                  <a:pt x="8547002" y="7628293"/>
                </a:lnTo>
                <a:lnTo>
                  <a:pt x="9146763" y="8228054"/>
                </a:lnTo>
                <a:lnTo>
                  <a:pt x="9146763" y="8759772"/>
                </a:lnTo>
                <a:cubicBezTo>
                  <a:pt x="9137435" y="8760869"/>
                  <a:pt x="9130300" y="8768552"/>
                  <a:pt x="9130300" y="8778429"/>
                </a:cubicBezTo>
                <a:cubicBezTo>
                  <a:pt x="9130300" y="8788306"/>
                  <a:pt x="9138532" y="8797086"/>
                  <a:pt x="9148958" y="8797086"/>
                </a:cubicBezTo>
                <a:cubicBezTo>
                  <a:pt x="9159383" y="8797086"/>
                  <a:pt x="9167615" y="8788855"/>
                  <a:pt x="9167615" y="8778429"/>
                </a:cubicBezTo>
                <a:cubicBezTo>
                  <a:pt x="9167615" y="8773217"/>
                  <a:pt x="9165831" y="8768827"/>
                  <a:pt x="9162881" y="8765603"/>
                </a:cubicBezTo>
                <a:lnTo>
                  <a:pt x="9151701" y="8760045"/>
                </a:lnTo>
                <a:lnTo>
                  <a:pt x="9151701" y="8760321"/>
                </a:lnTo>
                <a:lnTo>
                  <a:pt x="9151152" y="8759772"/>
                </a:lnTo>
                <a:lnTo>
                  <a:pt x="9151701" y="8760045"/>
                </a:lnTo>
                <a:lnTo>
                  <a:pt x="9151701" y="8226408"/>
                </a:lnTo>
                <a:lnTo>
                  <a:pt x="8551940" y="7626647"/>
                </a:lnTo>
                <a:lnTo>
                  <a:pt x="8551940" y="7271071"/>
                </a:lnTo>
                <a:lnTo>
                  <a:pt x="8342874" y="7062005"/>
                </a:lnTo>
                <a:close/>
                <a:moveTo>
                  <a:pt x="8562915" y="5550805"/>
                </a:moveTo>
                <a:lnTo>
                  <a:pt x="8557977" y="5550805"/>
                </a:lnTo>
                <a:lnTo>
                  <a:pt x="8557977" y="6582417"/>
                </a:lnTo>
                <a:lnTo>
                  <a:pt x="8656199" y="6680639"/>
                </a:lnTo>
                <a:lnTo>
                  <a:pt x="8656199" y="6911105"/>
                </a:lnTo>
                <a:lnTo>
                  <a:pt x="8981595" y="7236501"/>
                </a:lnTo>
                <a:lnTo>
                  <a:pt x="8981595" y="7821995"/>
                </a:lnTo>
                <a:lnTo>
                  <a:pt x="9516057" y="8356457"/>
                </a:lnTo>
                <a:lnTo>
                  <a:pt x="9516057" y="8760869"/>
                </a:lnTo>
                <a:cubicBezTo>
                  <a:pt x="9506729" y="8761966"/>
                  <a:pt x="9499596" y="8769650"/>
                  <a:pt x="9499596" y="8779526"/>
                </a:cubicBezTo>
                <a:cubicBezTo>
                  <a:pt x="9499596" y="8789404"/>
                  <a:pt x="9507826" y="8798184"/>
                  <a:pt x="9518252" y="8798184"/>
                </a:cubicBezTo>
                <a:cubicBezTo>
                  <a:pt x="9528678" y="8798184"/>
                  <a:pt x="9536909" y="8789952"/>
                  <a:pt x="9536909" y="8779526"/>
                </a:cubicBezTo>
                <a:cubicBezTo>
                  <a:pt x="9536909" y="8769101"/>
                  <a:pt x="9529776" y="8761966"/>
                  <a:pt x="9520448" y="8760869"/>
                </a:cubicBezTo>
                <a:lnTo>
                  <a:pt x="9520996" y="8760321"/>
                </a:lnTo>
                <a:lnTo>
                  <a:pt x="9520996" y="8354261"/>
                </a:lnTo>
                <a:lnTo>
                  <a:pt x="8986534" y="7819799"/>
                </a:lnTo>
                <a:lnTo>
                  <a:pt x="8986534" y="7234306"/>
                </a:lnTo>
                <a:lnTo>
                  <a:pt x="8661137" y="6908909"/>
                </a:lnTo>
                <a:lnTo>
                  <a:pt x="8661137" y="6678444"/>
                </a:lnTo>
                <a:lnTo>
                  <a:pt x="8562915" y="6580221"/>
                </a:lnTo>
                <a:close/>
                <a:moveTo>
                  <a:pt x="7981263" y="5550257"/>
                </a:moveTo>
                <a:lnTo>
                  <a:pt x="7976324" y="5550257"/>
                </a:lnTo>
                <a:lnTo>
                  <a:pt x="7976324" y="7449408"/>
                </a:lnTo>
                <a:lnTo>
                  <a:pt x="8142588" y="7615673"/>
                </a:lnTo>
                <a:lnTo>
                  <a:pt x="8142588" y="8734530"/>
                </a:lnTo>
                <a:cubicBezTo>
                  <a:pt x="8133260" y="8735628"/>
                  <a:pt x="8126127" y="8743311"/>
                  <a:pt x="8126127" y="8753187"/>
                </a:cubicBezTo>
                <a:cubicBezTo>
                  <a:pt x="8126127" y="8763065"/>
                  <a:pt x="8134358" y="8771844"/>
                  <a:pt x="8144784" y="8771844"/>
                </a:cubicBezTo>
                <a:cubicBezTo>
                  <a:pt x="8155210" y="8771844"/>
                  <a:pt x="8163440" y="8763613"/>
                  <a:pt x="8163440" y="8753187"/>
                </a:cubicBezTo>
                <a:cubicBezTo>
                  <a:pt x="8163440" y="8747974"/>
                  <a:pt x="8161657" y="8743584"/>
                  <a:pt x="8158707" y="8740361"/>
                </a:cubicBezTo>
                <a:lnTo>
                  <a:pt x="8147526" y="8734803"/>
                </a:lnTo>
                <a:lnTo>
                  <a:pt x="8147526" y="8735080"/>
                </a:lnTo>
                <a:lnTo>
                  <a:pt x="8146978" y="8734530"/>
                </a:lnTo>
                <a:lnTo>
                  <a:pt x="8147526" y="8734803"/>
                </a:lnTo>
                <a:lnTo>
                  <a:pt x="8147526" y="7614027"/>
                </a:lnTo>
                <a:lnTo>
                  <a:pt x="7981263" y="7447761"/>
                </a:lnTo>
                <a:close/>
                <a:moveTo>
                  <a:pt x="8674855" y="5545867"/>
                </a:moveTo>
                <a:lnTo>
                  <a:pt x="8669918" y="5545867"/>
                </a:lnTo>
                <a:lnTo>
                  <a:pt x="8669918" y="6403530"/>
                </a:lnTo>
                <a:lnTo>
                  <a:pt x="8878983" y="6612597"/>
                </a:lnTo>
                <a:lnTo>
                  <a:pt x="8878983" y="6976953"/>
                </a:lnTo>
                <a:lnTo>
                  <a:pt x="9308089" y="7406058"/>
                </a:lnTo>
                <a:lnTo>
                  <a:pt x="9308638" y="7406058"/>
                </a:lnTo>
                <a:cubicBezTo>
                  <a:pt x="9308638" y="7406606"/>
                  <a:pt x="9581356" y="7406606"/>
                  <a:pt x="9581356" y="7406606"/>
                </a:cubicBezTo>
                <a:lnTo>
                  <a:pt x="9900716" y="7725968"/>
                </a:lnTo>
                <a:lnTo>
                  <a:pt x="9900716" y="8574851"/>
                </a:lnTo>
                <a:lnTo>
                  <a:pt x="10090577" y="8764710"/>
                </a:lnTo>
                <a:cubicBezTo>
                  <a:pt x="10085089" y="8771844"/>
                  <a:pt x="10085638" y="8782819"/>
                  <a:pt x="10092222" y="8789404"/>
                </a:cubicBezTo>
                <a:cubicBezTo>
                  <a:pt x="10099357" y="8796537"/>
                  <a:pt x="10111429" y="8796537"/>
                  <a:pt x="10118562" y="8789404"/>
                </a:cubicBezTo>
                <a:cubicBezTo>
                  <a:pt x="10125695" y="8782270"/>
                  <a:pt x="10125695" y="8770198"/>
                  <a:pt x="10118562" y="8763065"/>
                </a:cubicBezTo>
                <a:cubicBezTo>
                  <a:pt x="10111977" y="8756480"/>
                  <a:pt x="10101551" y="8755931"/>
                  <a:pt x="10093869" y="8761418"/>
                </a:cubicBezTo>
                <a:lnTo>
                  <a:pt x="10093869" y="8760869"/>
                </a:lnTo>
                <a:lnTo>
                  <a:pt x="9905655" y="8572655"/>
                </a:lnTo>
                <a:lnTo>
                  <a:pt x="9905655" y="7723772"/>
                </a:lnTo>
                <a:lnTo>
                  <a:pt x="9584099" y="7402218"/>
                </a:lnTo>
                <a:lnTo>
                  <a:pt x="9583551" y="7402218"/>
                </a:lnTo>
                <a:cubicBezTo>
                  <a:pt x="9583551" y="7401669"/>
                  <a:pt x="9310833" y="7401669"/>
                  <a:pt x="9310833" y="7401669"/>
                </a:cubicBezTo>
                <a:lnTo>
                  <a:pt x="8883922" y="6974757"/>
                </a:lnTo>
                <a:lnTo>
                  <a:pt x="8883922" y="6610401"/>
                </a:lnTo>
                <a:lnTo>
                  <a:pt x="8674855" y="6401335"/>
                </a:lnTo>
                <a:close/>
                <a:moveTo>
                  <a:pt x="5604168" y="5531600"/>
                </a:moveTo>
                <a:cubicBezTo>
                  <a:pt x="5593742" y="5531600"/>
                  <a:pt x="5586609" y="5538733"/>
                  <a:pt x="5585512" y="5548062"/>
                </a:cubicBezTo>
                <a:lnTo>
                  <a:pt x="4807962" y="5548062"/>
                </a:lnTo>
                <a:lnTo>
                  <a:pt x="4635662" y="5720362"/>
                </a:lnTo>
                <a:cubicBezTo>
                  <a:pt x="4628529" y="5714876"/>
                  <a:pt x="4617554" y="5715424"/>
                  <a:pt x="4610969" y="5722009"/>
                </a:cubicBezTo>
                <a:cubicBezTo>
                  <a:pt x="4603836" y="5729143"/>
                  <a:pt x="4603836" y="5741215"/>
                  <a:pt x="4610969" y="5748348"/>
                </a:cubicBezTo>
                <a:cubicBezTo>
                  <a:pt x="4618102" y="5755482"/>
                  <a:pt x="4630174" y="5755482"/>
                  <a:pt x="4637308" y="5748348"/>
                </a:cubicBezTo>
                <a:cubicBezTo>
                  <a:pt x="4643893" y="5741763"/>
                  <a:pt x="4644442" y="5731337"/>
                  <a:pt x="4638954" y="5723655"/>
                </a:cubicBezTo>
                <a:lnTo>
                  <a:pt x="4810158" y="5552452"/>
                </a:lnTo>
                <a:lnTo>
                  <a:pt x="5585512" y="5552452"/>
                </a:lnTo>
                <a:cubicBezTo>
                  <a:pt x="5586609" y="5561780"/>
                  <a:pt x="5594292" y="5568914"/>
                  <a:pt x="5604168" y="5568914"/>
                </a:cubicBezTo>
                <a:cubicBezTo>
                  <a:pt x="5614046" y="5568914"/>
                  <a:pt x="5622826" y="5560683"/>
                  <a:pt x="5622826" y="5550257"/>
                </a:cubicBezTo>
                <a:cubicBezTo>
                  <a:pt x="5622826" y="5539831"/>
                  <a:pt x="5614594" y="5531600"/>
                  <a:pt x="5604168" y="5531600"/>
                </a:cubicBezTo>
                <a:close/>
                <a:moveTo>
                  <a:pt x="7615808" y="5518431"/>
                </a:moveTo>
                <a:lnTo>
                  <a:pt x="7610870" y="5518431"/>
                </a:lnTo>
                <a:lnTo>
                  <a:pt x="7610870" y="6798615"/>
                </a:lnTo>
                <a:lnTo>
                  <a:pt x="7453385" y="6956101"/>
                </a:lnTo>
                <a:lnTo>
                  <a:pt x="7453385" y="7533364"/>
                </a:lnTo>
                <a:lnTo>
                  <a:pt x="7137866" y="7848882"/>
                </a:lnTo>
                <a:lnTo>
                  <a:pt x="7137866" y="8652221"/>
                </a:lnTo>
                <a:cubicBezTo>
                  <a:pt x="7128538" y="8653319"/>
                  <a:pt x="7121404" y="8661001"/>
                  <a:pt x="7121404" y="8670878"/>
                </a:cubicBezTo>
                <a:cubicBezTo>
                  <a:pt x="7121404" y="8680755"/>
                  <a:pt x="7129635" y="8689534"/>
                  <a:pt x="7140061" y="8689534"/>
                </a:cubicBezTo>
                <a:cubicBezTo>
                  <a:pt x="7150487" y="8689534"/>
                  <a:pt x="7158718" y="8681304"/>
                  <a:pt x="7158718" y="8670878"/>
                </a:cubicBezTo>
                <a:cubicBezTo>
                  <a:pt x="7158718" y="8660452"/>
                  <a:pt x="7151584" y="8653319"/>
                  <a:pt x="7142256" y="8652221"/>
                </a:cubicBezTo>
                <a:lnTo>
                  <a:pt x="7142805" y="8651672"/>
                </a:lnTo>
                <a:lnTo>
                  <a:pt x="7142805" y="7850528"/>
                </a:lnTo>
                <a:lnTo>
                  <a:pt x="7458324" y="7535010"/>
                </a:lnTo>
                <a:lnTo>
                  <a:pt x="7458324" y="6957746"/>
                </a:lnTo>
                <a:lnTo>
                  <a:pt x="7615808" y="6800261"/>
                </a:lnTo>
                <a:close/>
                <a:moveTo>
                  <a:pt x="9293557" y="5506251"/>
                </a:moveTo>
                <a:lnTo>
                  <a:pt x="9293273" y="5506359"/>
                </a:lnTo>
                <a:lnTo>
                  <a:pt x="9293822" y="5506359"/>
                </a:lnTo>
                <a:close/>
                <a:moveTo>
                  <a:pt x="2078585" y="5497577"/>
                </a:moveTo>
                <a:cubicBezTo>
                  <a:pt x="2068708" y="5497577"/>
                  <a:pt x="2059928" y="5505808"/>
                  <a:pt x="2059928" y="5516234"/>
                </a:cubicBezTo>
                <a:cubicBezTo>
                  <a:pt x="2059928" y="5526659"/>
                  <a:pt x="2068159" y="5534891"/>
                  <a:pt x="2078585" y="5534891"/>
                </a:cubicBezTo>
                <a:lnTo>
                  <a:pt x="2078585" y="5535440"/>
                </a:lnTo>
                <a:cubicBezTo>
                  <a:pt x="2087913" y="5535440"/>
                  <a:pt x="2096144" y="5528306"/>
                  <a:pt x="2097241" y="5518978"/>
                </a:cubicBezTo>
                <a:lnTo>
                  <a:pt x="2858877" y="5518978"/>
                </a:lnTo>
                <a:lnTo>
                  <a:pt x="3026239" y="5686340"/>
                </a:lnTo>
                <a:lnTo>
                  <a:pt x="3026239" y="5870164"/>
                </a:lnTo>
                <a:cubicBezTo>
                  <a:pt x="3016911" y="5871261"/>
                  <a:pt x="3009778" y="5878944"/>
                  <a:pt x="3009778" y="5888821"/>
                </a:cubicBezTo>
                <a:cubicBezTo>
                  <a:pt x="3009778" y="5898698"/>
                  <a:pt x="3018008" y="5907478"/>
                  <a:pt x="3028434" y="5907478"/>
                </a:cubicBezTo>
                <a:cubicBezTo>
                  <a:pt x="3038860" y="5907478"/>
                  <a:pt x="3047091" y="5899247"/>
                  <a:pt x="3047091" y="5888821"/>
                </a:cubicBezTo>
                <a:cubicBezTo>
                  <a:pt x="3047091" y="5878395"/>
                  <a:pt x="3039958" y="5871261"/>
                  <a:pt x="3030629" y="5870164"/>
                </a:cubicBezTo>
                <a:lnTo>
                  <a:pt x="3030629" y="5684145"/>
                </a:lnTo>
                <a:lnTo>
                  <a:pt x="2861073" y="5514588"/>
                </a:lnTo>
                <a:lnTo>
                  <a:pt x="2860523" y="5514588"/>
                </a:lnTo>
                <a:cubicBezTo>
                  <a:pt x="2860523" y="5514039"/>
                  <a:pt x="2097241" y="5514039"/>
                  <a:pt x="2097241" y="5514039"/>
                </a:cubicBezTo>
                <a:cubicBezTo>
                  <a:pt x="2096144" y="5504711"/>
                  <a:pt x="2088462" y="5497577"/>
                  <a:pt x="2078585" y="5497577"/>
                </a:cubicBezTo>
                <a:close/>
                <a:moveTo>
                  <a:pt x="9293822" y="5469044"/>
                </a:moveTo>
                <a:cubicBezTo>
                  <a:pt x="9283944" y="5469044"/>
                  <a:pt x="9275165" y="5477276"/>
                  <a:pt x="9275165" y="5487702"/>
                </a:cubicBezTo>
                <a:cubicBezTo>
                  <a:pt x="9275165" y="5492915"/>
                  <a:pt x="9277223" y="5497579"/>
                  <a:pt x="9280584" y="5500940"/>
                </a:cubicBezTo>
                <a:lnTo>
                  <a:pt x="9293557" y="5506251"/>
                </a:lnTo>
                <a:lnTo>
                  <a:pt x="9305688" y="5501626"/>
                </a:lnTo>
                <a:cubicBezTo>
                  <a:pt x="9309049" y="5498676"/>
                  <a:pt x="9311381" y="5494561"/>
                  <a:pt x="9311930" y="5489897"/>
                </a:cubicBezTo>
                <a:lnTo>
                  <a:pt x="9486426" y="5489897"/>
                </a:lnTo>
                <a:lnTo>
                  <a:pt x="9856270" y="5859741"/>
                </a:lnTo>
                <a:lnTo>
                  <a:pt x="9856818" y="5859741"/>
                </a:lnTo>
                <a:cubicBezTo>
                  <a:pt x="9856818" y="5860289"/>
                  <a:pt x="10064786" y="5860289"/>
                  <a:pt x="10064786" y="5860289"/>
                </a:cubicBezTo>
                <a:cubicBezTo>
                  <a:pt x="10065883" y="5869617"/>
                  <a:pt x="10073566" y="5876751"/>
                  <a:pt x="10083443" y="5876751"/>
                </a:cubicBezTo>
                <a:cubicBezTo>
                  <a:pt x="10093320" y="5876751"/>
                  <a:pt x="10102100" y="5868520"/>
                  <a:pt x="10102100" y="5858094"/>
                </a:cubicBezTo>
                <a:cubicBezTo>
                  <a:pt x="10102100" y="5847668"/>
                  <a:pt x="10093869" y="5839437"/>
                  <a:pt x="10083443" y="5839437"/>
                </a:cubicBezTo>
                <a:cubicBezTo>
                  <a:pt x="10073017" y="5839437"/>
                  <a:pt x="10065883" y="5846571"/>
                  <a:pt x="10064786" y="5855899"/>
                </a:cubicBezTo>
                <a:lnTo>
                  <a:pt x="9859012" y="5855899"/>
                </a:lnTo>
                <a:lnTo>
                  <a:pt x="9489169" y="5486055"/>
                </a:lnTo>
                <a:lnTo>
                  <a:pt x="9488621" y="5486055"/>
                </a:lnTo>
                <a:cubicBezTo>
                  <a:pt x="9488621" y="5485507"/>
                  <a:pt x="9312479" y="5485507"/>
                  <a:pt x="9312479" y="5485507"/>
                </a:cubicBezTo>
                <a:cubicBezTo>
                  <a:pt x="9311381" y="5476179"/>
                  <a:pt x="9303699" y="5469044"/>
                  <a:pt x="9293822" y="5469044"/>
                </a:cubicBezTo>
                <a:close/>
                <a:moveTo>
                  <a:pt x="9005740" y="5334058"/>
                </a:moveTo>
                <a:lnTo>
                  <a:pt x="9005740" y="5338996"/>
                </a:lnTo>
                <a:lnTo>
                  <a:pt x="9640070" y="5338996"/>
                </a:lnTo>
                <a:lnTo>
                  <a:pt x="9835417" y="5534344"/>
                </a:lnTo>
                <a:cubicBezTo>
                  <a:pt x="9829930" y="5541477"/>
                  <a:pt x="9830479" y="5552452"/>
                  <a:pt x="9837064" y="5559036"/>
                </a:cubicBezTo>
                <a:lnTo>
                  <a:pt x="9837064" y="5558487"/>
                </a:lnTo>
                <a:cubicBezTo>
                  <a:pt x="9844198" y="5565621"/>
                  <a:pt x="9856270" y="5565621"/>
                  <a:pt x="9863403" y="5558487"/>
                </a:cubicBezTo>
                <a:cubicBezTo>
                  <a:pt x="9870536" y="5551354"/>
                  <a:pt x="9870536" y="5539282"/>
                  <a:pt x="9863403" y="5532148"/>
                </a:cubicBezTo>
                <a:cubicBezTo>
                  <a:pt x="9856270" y="5525015"/>
                  <a:pt x="9846392" y="5525015"/>
                  <a:pt x="9838710" y="5530503"/>
                </a:cubicBezTo>
                <a:lnTo>
                  <a:pt x="9642814" y="5334607"/>
                </a:lnTo>
                <a:lnTo>
                  <a:pt x="9642265" y="5334607"/>
                </a:lnTo>
                <a:cubicBezTo>
                  <a:pt x="9642265" y="5334058"/>
                  <a:pt x="9005740" y="5334058"/>
                  <a:pt x="9005740" y="5334058"/>
                </a:cubicBezTo>
                <a:close/>
                <a:moveTo>
                  <a:pt x="6706565" y="5332960"/>
                </a:moveTo>
                <a:lnTo>
                  <a:pt x="6511218" y="5332960"/>
                </a:lnTo>
                <a:lnTo>
                  <a:pt x="4669134" y="7175043"/>
                </a:lnTo>
                <a:lnTo>
                  <a:pt x="4276793" y="7175043"/>
                </a:lnTo>
                <a:lnTo>
                  <a:pt x="3538204" y="7913632"/>
                </a:lnTo>
                <a:lnTo>
                  <a:pt x="3006485" y="7913632"/>
                </a:lnTo>
                <a:lnTo>
                  <a:pt x="2406176" y="8513942"/>
                </a:lnTo>
                <a:lnTo>
                  <a:pt x="1628078" y="8513942"/>
                </a:lnTo>
                <a:lnTo>
                  <a:pt x="1336154" y="8805865"/>
                </a:lnTo>
                <a:cubicBezTo>
                  <a:pt x="1329021" y="8800378"/>
                  <a:pt x="1318047" y="8800927"/>
                  <a:pt x="1311462" y="8807512"/>
                </a:cubicBezTo>
                <a:cubicBezTo>
                  <a:pt x="1304328" y="8814645"/>
                  <a:pt x="1304328" y="8826717"/>
                  <a:pt x="1311462" y="8833851"/>
                </a:cubicBezTo>
                <a:cubicBezTo>
                  <a:pt x="1318595" y="8840983"/>
                  <a:pt x="1330667" y="8840983"/>
                  <a:pt x="1337801" y="8833851"/>
                </a:cubicBezTo>
                <a:cubicBezTo>
                  <a:pt x="1344386" y="8827266"/>
                  <a:pt x="1344934" y="8816840"/>
                  <a:pt x="1339446" y="8809158"/>
                </a:cubicBezTo>
                <a:lnTo>
                  <a:pt x="1629724" y="8518880"/>
                </a:lnTo>
                <a:lnTo>
                  <a:pt x="2407822" y="8518880"/>
                </a:lnTo>
                <a:lnTo>
                  <a:pt x="3008132" y="7918571"/>
                </a:lnTo>
                <a:lnTo>
                  <a:pt x="3539850" y="7918571"/>
                </a:lnTo>
                <a:lnTo>
                  <a:pt x="4278440" y="7179982"/>
                </a:lnTo>
                <a:lnTo>
                  <a:pt x="4278988" y="7179982"/>
                </a:lnTo>
                <a:lnTo>
                  <a:pt x="4671330" y="7179982"/>
                </a:lnTo>
                <a:lnTo>
                  <a:pt x="6513413" y="5337899"/>
                </a:lnTo>
                <a:lnTo>
                  <a:pt x="6706565" y="5337899"/>
                </a:lnTo>
                <a:close/>
                <a:moveTo>
                  <a:pt x="3355477" y="5325413"/>
                </a:moveTo>
                <a:cubicBezTo>
                  <a:pt x="3350676" y="5325413"/>
                  <a:pt x="3345875" y="5327197"/>
                  <a:pt x="3342308" y="5330764"/>
                </a:cubicBezTo>
                <a:cubicBezTo>
                  <a:pt x="3335723" y="5337348"/>
                  <a:pt x="3335174" y="5347774"/>
                  <a:pt x="3340661" y="5355456"/>
                </a:cubicBezTo>
                <a:lnTo>
                  <a:pt x="3109647" y="5586471"/>
                </a:lnTo>
                <a:lnTo>
                  <a:pt x="3109647" y="5867420"/>
                </a:lnTo>
                <a:cubicBezTo>
                  <a:pt x="3100318" y="5868518"/>
                  <a:pt x="3093184" y="5876201"/>
                  <a:pt x="3093184" y="5886077"/>
                </a:cubicBezTo>
                <a:cubicBezTo>
                  <a:pt x="3093184" y="5895955"/>
                  <a:pt x="3101415" y="5904734"/>
                  <a:pt x="3111841" y="5904734"/>
                </a:cubicBezTo>
                <a:cubicBezTo>
                  <a:pt x="3122267" y="5904734"/>
                  <a:pt x="3130498" y="5896503"/>
                  <a:pt x="3130498" y="5886077"/>
                </a:cubicBezTo>
                <a:cubicBezTo>
                  <a:pt x="3130498" y="5875651"/>
                  <a:pt x="3123364" y="5868518"/>
                  <a:pt x="3114036" y="5867420"/>
                </a:cubicBezTo>
                <a:lnTo>
                  <a:pt x="3114036" y="5588666"/>
                </a:lnTo>
                <a:lnTo>
                  <a:pt x="3343954" y="5358749"/>
                </a:lnTo>
                <a:cubicBezTo>
                  <a:pt x="3351088" y="5364236"/>
                  <a:pt x="3362062" y="5363687"/>
                  <a:pt x="3368646" y="5357103"/>
                </a:cubicBezTo>
                <a:cubicBezTo>
                  <a:pt x="3375780" y="5349969"/>
                  <a:pt x="3375780" y="5337897"/>
                  <a:pt x="3368646" y="5330764"/>
                </a:cubicBezTo>
                <a:cubicBezTo>
                  <a:pt x="3365080" y="5327197"/>
                  <a:pt x="3360279" y="5325413"/>
                  <a:pt x="3355477" y="5325413"/>
                </a:cubicBezTo>
                <a:close/>
                <a:moveTo>
                  <a:pt x="3814214" y="5323629"/>
                </a:moveTo>
                <a:cubicBezTo>
                  <a:pt x="3803788" y="5323629"/>
                  <a:pt x="3796655" y="5330764"/>
                  <a:pt x="3795558" y="5340092"/>
                </a:cubicBezTo>
                <a:lnTo>
                  <a:pt x="3438884" y="5340092"/>
                </a:lnTo>
                <a:lnTo>
                  <a:pt x="3191955" y="5587019"/>
                </a:lnTo>
                <a:lnTo>
                  <a:pt x="3191955" y="5867970"/>
                </a:lnTo>
                <a:lnTo>
                  <a:pt x="3192504" y="5867970"/>
                </a:lnTo>
                <a:cubicBezTo>
                  <a:pt x="3183176" y="5869067"/>
                  <a:pt x="3176042" y="5876749"/>
                  <a:pt x="3176042" y="5886626"/>
                </a:cubicBezTo>
                <a:cubicBezTo>
                  <a:pt x="3176042" y="5896503"/>
                  <a:pt x="3184273" y="5905282"/>
                  <a:pt x="3194699" y="5905282"/>
                </a:cubicBezTo>
                <a:cubicBezTo>
                  <a:pt x="3205125" y="5905282"/>
                  <a:pt x="3213356" y="5897052"/>
                  <a:pt x="3213356" y="5886626"/>
                </a:cubicBezTo>
                <a:cubicBezTo>
                  <a:pt x="3213356" y="5876201"/>
                  <a:pt x="3206222" y="5869067"/>
                  <a:pt x="3196894" y="5867970"/>
                </a:cubicBezTo>
                <a:lnTo>
                  <a:pt x="3196894" y="5588666"/>
                </a:lnTo>
                <a:lnTo>
                  <a:pt x="3441079" y="5344482"/>
                </a:lnTo>
                <a:lnTo>
                  <a:pt x="3795558" y="5344482"/>
                </a:lnTo>
                <a:cubicBezTo>
                  <a:pt x="3796655" y="5353810"/>
                  <a:pt x="3804337" y="5360944"/>
                  <a:pt x="3814214" y="5360944"/>
                </a:cubicBezTo>
                <a:cubicBezTo>
                  <a:pt x="3824092" y="5360944"/>
                  <a:pt x="3832872" y="5352712"/>
                  <a:pt x="3832872" y="5342287"/>
                </a:cubicBezTo>
                <a:cubicBezTo>
                  <a:pt x="3832872" y="5331861"/>
                  <a:pt x="3824641" y="5323629"/>
                  <a:pt x="3814214" y="5323629"/>
                </a:cubicBezTo>
                <a:close/>
                <a:moveTo>
                  <a:pt x="13100904" y="5298390"/>
                </a:moveTo>
                <a:cubicBezTo>
                  <a:pt x="13091026" y="5298390"/>
                  <a:pt x="13082246" y="5306621"/>
                  <a:pt x="13082246" y="5317047"/>
                </a:cubicBezTo>
                <a:cubicBezTo>
                  <a:pt x="13082246" y="5327473"/>
                  <a:pt x="13090478" y="5335704"/>
                  <a:pt x="13100904" y="5335704"/>
                </a:cubicBezTo>
                <a:cubicBezTo>
                  <a:pt x="13110232" y="5335704"/>
                  <a:pt x="13118463" y="5328570"/>
                  <a:pt x="13119561" y="5319242"/>
                </a:cubicBezTo>
                <a:lnTo>
                  <a:pt x="14531440" y="5319242"/>
                </a:lnTo>
                <a:lnTo>
                  <a:pt x="14688925" y="5476728"/>
                </a:lnTo>
                <a:lnTo>
                  <a:pt x="14689474" y="5476728"/>
                </a:lnTo>
                <a:cubicBezTo>
                  <a:pt x="14689474" y="5477276"/>
                  <a:pt x="15652493" y="5477276"/>
                  <a:pt x="15652493" y="5477276"/>
                </a:cubicBezTo>
                <a:cubicBezTo>
                  <a:pt x="15653591" y="5486604"/>
                  <a:pt x="15661273" y="5493738"/>
                  <a:pt x="15671150" y="5493738"/>
                </a:cubicBezTo>
                <a:cubicBezTo>
                  <a:pt x="15681028" y="5493738"/>
                  <a:pt x="15689808" y="5485507"/>
                  <a:pt x="15689808" y="5475081"/>
                </a:cubicBezTo>
                <a:cubicBezTo>
                  <a:pt x="15689808" y="5464655"/>
                  <a:pt x="15681576" y="5456424"/>
                  <a:pt x="15671150" y="5456424"/>
                </a:cubicBezTo>
                <a:cubicBezTo>
                  <a:pt x="15660725" y="5456424"/>
                  <a:pt x="15653591" y="5463558"/>
                  <a:pt x="15652493" y="5472886"/>
                </a:cubicBezTo>
                <a:lnTo>
                  <a:pt x="14691668" y="5472886"/>
                </a:lnTo>
                <a:lnTo>
                  <a:pt x="14534184" y="5315401"/>
                </a:lnTo>
                <a:lnTo>
                  <a:pt x="14533634" y="5315401"/>
                </a:lnTo>
                <a:cubicBezTo>
                  <a:pt x="14533634" y="5314853"/>
                  <a:pt x="13119561" y="5314853"/>
                  <a:pt x="13119561" y="5314853"/>
                </a:cubicBezTo>
                <a:cubicBezTo>
                  <a:pt x="13118463" y="5305524"/>
                  <a:pt x="13110781" y="5298390"/>
                  <a:pt x="13100904" y="5298390"/>
                </a:cubicBezTo>
                <a:close/>
                <a:moveTo>
                  <a:pt x="2501654" y="5222666"/>
                </a:moveTo>
                <a:cubicBezTo>
                  <a:pt x="2491228" y="5222666"/>
                  <a:pt x="2484096" y="5229799"/>
                  <a:pt x="2482998" y="5239127"/>
                </a:cubicBezTo>
                <a:lnTo>
                  <a:pt x="1538086" y="5239127"/>
                </a:lnTo>
                <a:lnTo>
                  <a:pt x="1012404" y="5764810"/>
                </a:lnTo>
                <a:lnTo>
                  <a:pt x="373684" y="5764810"/>
                </a:lnTo>
                <a:cubicBezTo>
                  <a:pt x="372586" y="5755482"/>
                  <a:pt x="364904" y="5748348"/>
                  <a:pt x="355028" y="5748348"/>
                </a:cubicBezTo>
                <a:cubicBezTo>
                  <a:pt x="345150" y="5748348"/>
                  <a:pt x="336370" y="5756579"/>
                  <a:pt x="336370" y="5767005"/>
                </a:cubicBezTo>
                <a:cubicBezTo>
                  <a:pt x="336370" y="5777431"/>
                  <a:pt x="344602" y="5785662"/>
                  <a:pt x="355028" y="5785662"/>
                </a:cubicBezTo>
                <a:cubicBezTo>
                  <a:pt x="365452" y="5785662"/>
                  <a:pt x="372586" y="5778528"/>
                  <a:pt x="373684" y="5769200"/>
                </a:cubicBezTo>
                <a:lnTo>
                  <a:pt x="1014600" y="5769200"/>
                </a:lnTo>
                <a:lnTo>
                  <a:pt x="1540282" y="5243518"/>
                </a:lnTo>
                <a:lnTo>
                  <a:pt x="2482998" y="5243518"/>
                </a:lnTo>
                <a:cubicBezTo>
                  <a:pt x="2484096" y="5252846"/>
                  <a:pt x="2491778" y="5259979"/>
                  <a:pt x="2501654" y="5259979"/>
                </a:cubicBezTo>
                <a:cubicBezTo>
                  <a:pt x="2511532" y="5259979"/>
                  <a:pt x="2520311" y="5251748"/>
                  <a:pt x="2520311" y="5241322"/>
                </a:cubicBezTo>
                <a:cubicBezTo>
                  <a:pt x="2520311" y="5230896"/>
                  <a:pt x="2512080" y="5222666"/>
                  <a:pt x="2501654" y="5222666"/>
                </a:cubicBezTo>
                <a:close/>
                <a:moveTo>
                  <a:pt x="6731258" y="5216629"/>
                </a:moveTo>
                <a:lnTo>
                  <a:pt x="6337270" y="5216629"/>
                </a:lnTo>
                <a:lnTo>
                  <a:pt x="5447780" y="6106119"/>
                </a:lnTo>
                <a:lnTo>
                  <a:pt x="5184390" y="6106119"/>
                </a:lnTo>
                <a:lnTo>
                  <a:pt x="4126990" y="7163520"/>
                </a:lnTo>
                <a:cubicBezTo>
                  <a:pt x="4119856" y="7158033"/>
                  <a:pt x="4108882" y="7158582"/>
                  <a:pt x="4102298" y="7165166"/>
                </a:cubicBezTo>
                <a:cubicBezTo>
                  <a:pt x="4095164" y="7172299"/>
                  <a:pt x="4095164" y="7184371"/>
                  <a:pt x="4102298" y="7191505"/>
                </a:cubicBezTo>
                <a:cubicBezTo>
                  <a:pt x="4109431" y="7198639"/>
                  <a:pt x="4121503" y="7198639"/>
                  <a:pt x="4128636" y="7191505"/>
                </a:cubicBezTo>
                <a:cubicBezTo>
                  <a:pt x="4135222" y="7184921"/>
                  <a:pt x="4135770" y="7174495"/>
                  <a:pt x="4130282" y="7166813"/>
                </a:cubicBezTo>
                <a:lnTo>
                  <a:pt x="5186586" y="6110509"/>
                </a:lnTo>
                <a:lnTo>
                  <a:pt x="5449976" y="6110509"/>
                </a:lnTo>
                <a:lnTo>
                  <a:pt x="6338917" y="5221568"/>
                </a:lnTo>
                <a:lnTo>
                  <a:pt x="6338916" y="5221568"/>
                </a:lnTo>
                <a:lnTo>
                  <a:pt x="6339465" y="5221020"/>
                </a:lnTo>
                <a:lnTo>
                  <a:pt x="6338917" y="5221568"/>
                </a:lnTo>
                <a:lnTo>
                  <a:pt x="6731258" y="5221568"/>
                </a:lnTo>
                <a:close/>
                <a:moveTo>
                  <a:pt x="5903774" y="5215121"/>
                </a:moveTo>
                <a:cubicBezTo>
                  <a:pt x="5898973" y="5215121"/>
                  <a:pt x="5894171" y="5216904"/>
                  <a:pt x="5890605" y="5220470"/>
                </a:cubicBezTo>
                <a:cubicBezTo>
                  <a:pt x="5884020" y="5227055"/>
                  <a:pt x="5883472" y="5237481"/>
                  <a:pt x="5888960" y="5245164"/>
                </a:cubicBezTo>
                <a:lnTo>
                  <a:pt x="5719401" y="5414721"/>
                </a:lnTo>
                <a:lnTo>
                  <a:pt x="5389616" y="5414721"/>
                </a:lnTo>
                <a:lnTo>
                  <a:pt x="5283162" y="5308268"/>
                </a:lnTo>
                <a:lnTo>
                  <a:pt x="5282613" y="5308268"/>
                </a:lnTo>
                <a:cubicBezTo>
                  <a:pt x="5282613" y="5307719"/>
                  <a:pt x="4879298" y="5307719"/>
                  <a:pt x="4879298" y="5307719"/>
                </a:cubicBezTo>
                <a:lnTo>
                  <a:pt x="3998039" y="6188977"/>
                </a:lnTo>
                <a:lnTo>
                  <a:pt x="3354380" y="6188977"/>
                </a:lnTo>
                <a:cubicBezTo>
                  <a:pt x="3353282" y="6179649"/>
                  <a:pt x="3345600" y="6172516"/>
                  <a:pt x="3335723" y="6172516"/>
                </a:cubicBezTo>
                <a:cubicBezTo>
                  <a:pt x="3325846" y="6172516"/>
                  <a:pt x="3317066" y="6180747"/>
                  <a:pt x="3317066" y="6191172"/>
                </a:cubicBezTo>
                <a:cubicBezTo>
                  <a:pt x="3317066" y="6201598"/>
                  <a:pt x="3325297" y="6209829"/>
                  <a:pt x="3335723" y="6209829"/>
                </a:cubicBezTo>
                <a:cubicBezTo>
                  <a:pt x="3346149" y="6209829"/>
                  <a:pt x="3353282" y="6202696"/>
                  <a:pt x="3354380" y="6193367"/>
                </a:cubicBezTo>
                <a:lnTo>
                  <a:pt x="4000233" y="6193367"/>
                </a:lnTo>
                <a:lnTo>
                  <a:pt x="4881492" y="5312109"/>
                </a:lnTo>
                <a:lnTo>
                  <a:pt x="5280967" y="5312109"/>
                </a:lnTo>
                <a:lnTo>
                  <a:pt x="5387420" y="5418562"/>
                </a:lnTo>
                <a:lnTo>
                  <a:pt x="5387969" y="5418562"/>
                </a:lnTo>
                <a:cubicBezTo>
                  <a:pt x="5387969" y="5419110"/>
                  <a:pt x="5721596" y="5419110"/>
                  <a:pt x="5721596" y="5419110"/>
                </a:cubicBezTo>
                <a:lnTo>
                  <a:pt x="5892251" y="5248456"/>
                </a:lnTo>
                <a:lnTo>
                  <a:pt x="5892251" y="5248456"/>
                </a:lnTo>
                <a:lnTo>
                  <a:pt x="5892800" y="5247907"/>
                </a:lnTo>
                <a:lnTo>
                  <a:pt x="5892251" y="5248456"/>
                </a:lnTo>
                <a:lnTo>
                  <a:pt x="5904803" y="5252160"/>
                </a:lnTo>
                <a:cubicBezTo>
                  <a:pt x="5909261" y="5251885"/>
                  <a:pt x="5913651" y="5250102"/>
                  <a:pt x="5916944" y="5246809"/>
                </a:cubicBezTo>
                <a:cubicBezTo>
                  <a:pt x="5924078" y="5239677"/>
                  <a:pt x="5924078" y="5227604"/>
                  <a:pt x="5916944" y="5220470"/>
                </a:cubicBezTo>
                <a:cubicBezTo>
                  <a:pt x="5913377" y="5216904"/>
                  <a:pt x="5908575" y="5215121"/>
                  <a:pt x="5903774" y="5215121"/>
                </a:cubicBezTo>
                <a:close/>
                <a:moveTo>
                  <a:pt x="14162694" y="5037332"/>
                </a:moveTo>
                <a:cubicBezTo>
                  <a:pt x="14157892" y="5037332"/>
                  <a:pt x="14153091" y="5039115"/>
                  <a:pt x="14149524" y="5042682"/>
                </a:cubicBezTo>
                <a:cubicBezTo>
                  <a:pt x="14142392" y="5049816"/>
                  <a:pt x="14142392" y="5061888"/>
                  <a:pt x="14149524" y="5069021"/>
                </a:cubicBezTo>
                <a:cubicBezTo>
                  <a:pt x="14156110" y="5075606"/>
                  <a:pt x="14166535" y="5076155"/>
                  <a:pt x="14174217" y="5070668"/>
                </a:cubicBezTo>
                <a:lnTo>
                  <a:pt x="14224152" y="5120602"/>
                </a:lnTo>
                <a:lnTo>
                  <a:pt x="14224701" y="5120602"/>
                </a:lnTo>
                <a:cubicBezTo>
                  <a:pt x="14224701" y="5121151"/>
                  <a:pt x="15006090" y="5121151"/>
                  <a:pt x="15006090" y="5121151"/>
                </a:cubicBezTo>
                <a:lnTo>
                  <a:pt x="15196500" y="5311560"/>
                </a:lnTo>
                <a:lnTo>
                  <a:pt x="15197048" y="5311560"/>
                </a:lnTo>
                <a:cubicBezTo>
                  <a:pt x="15197048" y="5312109"/>
                  <a:pt x="15565794" y="5312109"/>
                  <a:pt x="15565794" y="5312109"/>
                </a:cubicBezTo>
                <a:cubicBezTo>
                  <a:pt x="15566891" y="5321437"/>
                  <a:pt x="15574575" y="5328570"/>
                  <a:pt x="15584450" y="5328570"/>
                </a:cubicBezTo>
                <a:cubicBezTo>
                  <a:pt x="15594328" y="5328570"/>
                  <a:pt x="15603108" y="5320339"/>
                  <a:pt x="15603108" y="5309913"/>
                </a:cubicBezTo>
                <a:cubicBezTo>
                  <a:pt x="15603108" y="5299488"/>
                  <a:pt x="15594877" y="5291257"/>
                  <a:pt x="15584450" y="5291257"/>
                </a:cubicBezTo>
                <a:cubicBezTo>
                  <a:pt x="15574025" y="5291257"/>
                  <a:pt x="15566891" y="5298390"/>
                  <a:pt x="15565794" y="5307719"/>
                </a:cubicBezTo>
                <a:lnTo>
                  <a:pt x="15199243" y="5307719"/>
                </a:lnTo>
                <a:lnTo>
                  <a:pt x="15008834" y="5117310"/>
                </a:lnTo>
                <a:lnTo>
                  <a:pt x="15008285" y="5117310"/>
                </a:lnTo>
                <a:cubicBezTo>
                  <a:pt x="15008285" y="5116761"/>
                  <a:pt x="14226895" y="5116761"/>
                  <a:pt x="14226895" y="5116761"/>
                </a:cubicBezTo>
                <a:lnTo>
                  <a:pt x="14177510" y="5067376"/>
                </a:lnTo>
                <a:cubicBezTo>
                  <a:pt x="14182998" y="5060242"/>
                  <a:pt x="14182448" y="5049267"/>
                  <a:pt x="14175863" y="5042682"/>
                </a:cubicBezTo>
                <a:cubicBezTo>
                  <a:pt x="14172296" y="5039115"/>
                  <a:pt x="14167495" y="5037332"/>
                  <a:pt x="14162694" y="5037332"/>
                </a:cubicBezTo>
                <a:close/>
                <a:moveTo>
                  <a:pt x="6701626" y="4985066"/>
                </a:moveTo>
                <a:lnTo>
                  <a:pt x="6314773" y="4985066"/>
                </a:lnTo>
                <a:lnTo>
                  <a:pt x="5641482" y="5658905"/>
                </a:lnTo>
                <a:lnTo>
                  <a:pt x="4869421" y="5658905"/>
                </a:lnTo>
                <a:lnTo>
                  <a:pt x="3998039" y="6530287"/>
                </a:lnTo>
                <a:lnTo>
                  <a:pt x="3561250" y="6530287"/>
                </a:lnTo>
                <a:cubicBezTo>
                  <a:pt x="3560152" y="6520958"/>
                  <a:pt x="3552471" y="6513825"/>
                  <a:pt x="3542594" y="6513825"/>
                </a:cubicBezTo>
                <a:cubicBezTo>
                  <a:pt x="3532716" y="6513825"/>
                  <a:pt x="3523937" y="6522055"/>
                  <a:pt x="3523937" y="6532481"/>
                </a:cubicBezTo>
                <a:cubicBezTo>
                  <a:pt x="3523937" y="6542908"/>
                  <a:pt x="3532168" y="6551138"/>
                  <a:pt x="3542594" y="6551138"/>
                </a:cubicBezTo>
                <a:cubicBezTo>
                  <a:pt x="3553020" y="6551138"/>
                  <a:pt x="3560152" y="6544005"/>
                  <a:pt x="3561250" y="6534677"/>
                </a:cubicBezTo>
                <a:lnTo>
                  <a:pt x="4000233" y="6534677"/>
                </a:lnTo>
                <a:lnTo>
                  <a:pt x="4871615" y="5663295"/>
                </a:lnTo>
                <a:lnTo>
                  <a:pt x="5643678" y="5663295"/>
                </a:lnTo>
                <a:lnTo>
                  <a:pt x="5643678" y="5663843"/>
                </a:lnTo>
                <a:lnTo>
                  <a:pt x="6316967" y="4990004"/>
                </a:lnTo>
                <a:lnTo>
                  <a:pt x="6701626" y="4990004"/>
                </a:lnTo>
                <a:close/>
                <a:moveTo>
                  <a:pt x="8990924" y="4884100"/>
                </a:moveTo>
                <a:lnTo>
                  <a:pt x="8990924" y="4889039"/>
                </a:lnTo>
                <a:lnTo>
                  <a:pt x="10502123" y="4889039"/>
                </a:lnTo>
                <a:lnTo>
                  <a:pt x="10710640" y="5097556"/>
                </a:lnTo>
                <a:lnTo>
                  <a:pt x="10711189" y="5097556"/>
                </a:lnTo>
                <a:cubicBezTo>
                  <a:pt x="10711189" y="5098104"/>
                  <a:pt x="11067314" y="5098104"/>
                  <a:pt x="11067314" y="5098104"/>
                </a:cubicBezTo>
                <a:lnTo>
                  <a:pt x="11665978" y="5696767"/>
                </a:lnTo>
                <a:lnTo>
                  <a:pt x="11666525" y="5696767"/>
                </a:lnTo>
                <a:lnTo>
                  <a:pt x="12664664" y="5696767"/>
                </a:lnTo>
                <a:cubicBezTo>
                  <a:pt x="12665761" y="5706096"/>
                  <a:pt x="12673443" y="5713229"/>
                  <a:pt x="12683321" y="5713229"/>
                </a:cubicBezTo>
                <a:cubicBezTo>
                  <a:pt x="12693198" y="5713229"/>
                  <a:pt x="12701979" y="5704998"/>
                  <a:pt x="12701979" y="5694572"/>
                </a:cubicBezTo>
                <a:cubicBezTo>
                  <a:pt x="12701979" y="5684147"/>
                  <a:pt x="12693747" y="5675916"/>
                  <a:pt x="12683321" y="5675916"/>
                </a:cubicBezTo>
                <a:cubicBezTo>
                  <a:pt x="12672896" y="5675916"/>
                  <a:pt x="12665761" y="5683049"/>
                  <a:pt x="12664664" y="5692378"/>
                </a:cubicBezTo>
                <a:lnTo>
                  <a:pt x="11668172" y="5692378"/>
                </a:lnTo>
                <a:lnTo>
                  <a:pt x="11069509" y="5093715"/>
                </a:lnTo>
                <a:lnTo>
                  <a:pt x="11068960" y="5093715"/>
                </a:lnTo>
                <a:cubicBezTo>
                  <a:pt x="11068960" y="5093165"/>
                  <a:pt x="10712835" y="5093165"/>
                  <a:pt x="10712835" y="5093165"/>
                </a:cubicBezTo>
                <a:lnTo>
                  <a:pt x="10504318" y="4884648"/>
                </a:lnTo>
                <a:lnTo>
                  <a:pt x="10503770" y="4884648"/>
                </a:lnTo>
                <a:cubicBezTo>
                  <a:pt x="10503770" y="4884100"/>
                  <a:pt x="8990924" y="4884100"/>
                  <a:pt x="8990924" y="4884100"/>
                </a:cubicBezTo>
                <a:close/>
                <a:moveTo>
                  <a:pt x="6691750" y="4867090"/>
                </a:moveTo>
                <a:lnTo>
                  <a:pt x="6359219" y="4867090"/>
                </a:lnTo>
                <a:lnTo>
                  <a:pt x="6139180" y="5087130"/>
                </a:lnTo>
                <a:lnTo>
                  <a:pt x="4979166" y="5087130"/>
                </a:lnTo>
                <a:lnTo>
                  <a:pt x="4126441" y="5939855"/>
                </a:lnTo>
                <a:lnTo>
                  <a:pt x="3354380" y="5939855"/>
                </a:lnTo>
                <a:cubicBezTo>
                  <a:pt x="3353282" y="5930526"/>
                  <a:pt x="3345600" y="5923392"/>
                  <a:pt x="3335723" y="5923392"/>
                </a:cubicBezTo>
                <a:cubicBezTo>
                  <a:pt x="3325846" y="5923392"/>
                  <a:pt x="3317066" y="5931624"/>
                  <a:pt x="3317066" y="5942050"/>
                </a:cubicBezTo>
                <a:cubicBezTo>
                  <a:pt x="3317066" y="5952475"/>
                  <a:pt x="3325297" y="5960706"/>
                  <a:pt x="3335723" y="5960706"/>
                </a:cubicBezTo>
                <a:cubicBezTo>
                  <a:pt x="3346149" y="5960706"/>
                  <a:pt x="3353282" y="5953572"/>
                  <a:pt x="3354380" y="5944244"/>
                </a:cubicBezTo>
                <a:lnTo>
                  <a:pt x="4128636" y="5944244"/>
                </a:lnTo>
                <a:lnTo>
                  <a:pt x="4981361" y="5091519"/>
                </a:lnTo>
                <a:lnTo>
                  <a:pt x="6141374" y="5091519"/>
                </a:lnTo>
                <a:lnTo>
                  <a:pt x="6361414" y="4871479"/>
                </a:lnTo>
                <a:lnTo>
                  <a:pt x="6360866" y="4872028"/>
                </a:lnTo>
                <a:lnTo>
                  <a:pt x="6691750" y="4872028"/>
                </a:lnTo>
                <a:close/>
                <a:moveTo>
                  <a:pt x="11528247" y="4844729"/>
                </a:moveTo>
                <a:cubicBezTo>
                  <a:pt x="11523446" y="4844729"/>
                  <a:pt x="11518644" y="4846512"/>
                  <a:pt x="11515077" y="4850079"/>
                </a:cubicBezTo>
                <a:cubicBezTo>
                  <a:pt x="11507944" y="4857212"/>
                  <a:pt x="11507944" y="4869284"/>
                  <a:pt x="11515077" y="4876418"/>
                </a:cubicBezTo>
                <a:cubicBezTo>
                  <a:pt x="11521661" y="4883003"/>
                  <a:pt x="11532088" y="4883551"/>
                  <a:pt x="11539770" y="4878064"/>
                </a:cubicBezTo>
                <a:lnTo>
                  <a:pt x="11636345" y="4974640"/>
                </a:lnTo>
                <a:lnTo>
                  <a:pt x="11636345" y="5197973"/>
                </a:lnTo>
                <a:lnTo>
                  <a:pt x="11880530" y="5442157"/>
                </a:lnTo>
                <a:lnTo>
                  <a:pt x="11881079" y="5442157"/>
                </a:lnTo>
                <a:cubicBezTo>
                  <a:pt x="11881079" y="5442705"/>
                  <a:pt x="13668290" y="5442705"/>
                  <a:pt x="13668290" y="5442705"/>
                </a:cubicBezTo>
                <a:lnTo>
                  <a:pt x="13953628" y="5728046"/>
                </a:lnTo>
                <a:lnTo>
                  <a:pt x="13954178" y="5728046"/>
                </a:lnTo>
                <a:cubicBezTo>
                  <a:pt x="13954178" y="5728594"/>
                  <a:pt x="15683771" y="5728594"/>
                  <a:pt x="15683771" y="5728594"/>
                </a:cubicBezTo>
                <a:cubicBezTo>
                  <a:pt x="15684868" y="5737922"/>
                  <a:pt x="15692551" y="5745056"/>
                  <a:pt x="15702428" y="5745056"/>
                </a:cubicBezTo>
                <a:lnTo>
                  <a:pt x="15702428" y="5744507"/>
                </a:lnTo>
                <a:cubicBezTo>
                  <a:pt x="15712854" y="5744507"/>
                  <a:pt x="15721085" y="5736276"/>
                  <a:pt x="15721085" y="5725850"/>
                </a:cubicBezTo>
                <a:cubicBezTo>
                  <a:pt x="15721085" y="5715424"/>
                  <a:pt x="15712854" y="5707193"/>
                  <a:pt x="15702428" y="5707193"/>
                </a:cubicBezTo>
                <a:cubicBezTo>
                  <a:pt x="15692002" y="5707193"/>
                  <a:pt x="15684868" y="5714327"/>
                  <a:pt x="15683771" y="5723655"/>
                </a:cubicBezTo>
                <a:lnTo>
                  <a:pt x="13955824" y="5723655"/>
                </a:lnTo>
                <a:lnTo>
                  <a:pt x="13670485" y="5438316"/>
                </a:lnTo>
                <a:lnTo>
                  <a:pt x="13669935" y="5438316"/>
                </a:lnTo>
                <a:cubicBezTo>
                  <a:pt x="13669935" y="5437767"/>
                  <a:pt x="11882726" y="5437767"/>
                  <a:pt x="11882726" y="5437767"/>
                </a:cubicBezTo>
                <a:lnTo>
                  <a:pt x="11640736" y="5195778"/>
                </a:lnTo>
                <a:lnTo>
                  <a:pt x="11640736" y="4972445"/>
                </a:lnTo>
                <a:lnTo>
                  <a:pt x="11543061" y="4874772"/>
                </a:lnTo>
                <a:cubicBezTo>
                  <a:pt x="11548549" y="4867638"/>
                  <a:pt x="11548001" y="4856664"/>
                  <a:pt x="11541416" y="4850079"/>
                </a:cubicBezTo>
                <a:cubicBezTo>
                  <a:pt x="11537849" y="4846512"/>
                  <a:pt x="11533048" y="4844729"/>
                  <a:pt x="11528247" y="4844729"/>
                </a:cubicBezTo>
                <a:close/>
                <a:moveTo>
                  <a:pt x="3694591" y="4724420"/>
                </a:moveTo>
                <a:cubicBezTo>
                  <a:pt x="3684166" y="4724420"/>
                  <a:pt x="3677032" y="4731554"/>
                  <a:pt x="3675934" y="4740882"/>
                </a:cubicBezTo>
                <a:lnTo>
                  <a:pt x="2397397" y="4740882"/>
                </a:lnTo>
                <a:lnTo>
                  <a:pt x="2225096" y="4913183"/>
                </a:lnTo>
                <a:cubicBezTo>
                  <a:pt x="2217962" y="4907695"/>
                  <a:pt x="2206987" y="4908244"/>
                  <a:pt x="2200402" y="4914828"/>
                </a:cubicBezTo>
                <a:cubicBezTo>
                  <a:pt x="2193269" y="4921962"/>
                  <a:pt x="2193269" y="4934034"/>
                  <a:pt x="2200402" y="4941167"/>
                </a:cubicBezTo>
                <a:cubicBezTo>
                  <a:pt x="2207536" y="4948301"/>
                  <a:pt x="2219608" y="4948301"/>
                  <a:pt x="2226741" y="4941167"/>
                </a:cubicBezTo>
                <a:cubicBezTo>
                  <a:pt x="2233326" y="4934583"/>
                  <a:pt x="2233875" y="4924157"/>
                  <a:pt x="2228388" y="4916475"/>
                </a:cubicBezTo>
                <a:lnTo>
                  <a:pt x="2399591" y="4745271"/>
                </a:lnTo>
                <a:lnTo>
                  <a:pt x="3675934" y="4745271"/>
                </a:lnTo>
                <a:cubicBezTo>
                  <a:pt x="3677032" y="4754600"/>
                  <a:pt x="3684715" y="4761734"/>
                  <a:pt x="3694591" y="4761734"/>
                </a:cubicBezTo>
                <a:cubicBezTo>
                  <a:pt x="3704469" y="4761734"/>
                  <a:pt x="3713248" y="4753502"/>
                  <a:pt x="3713248" y="4743076"/>
                </a:cubicBezTo>
                <a:cubicBezTo>
                  <a:pt x="3713248" y="4732651"/>
                  <a:pt x="3705018" y="4724420"/>
                  <a:pt x="3694591" y="4724420"/>
                </a:cubicBezTo>
                <a:close/>
                <a:moveTo>
                  <a:pt x="8991472" y="4634977"/>
                </a:moveTo>
                <a:lnTo>
                  <a:pt x="8991472" y="4639915"/>
                </a:lnTo>
                <a:lnTo>
                  <a:pt x="10625039" y="4639915"/>
                </a:lnTo>
                <a:lnTo>
                  <a:pt x="10771549" y="4786426"/>
                </a:lnTo>
                <a:lnTo>
                  <a:pt x="10772098" y="4786426"/>
                </a:lnTo>
                <a:cubicBezTo>
                  <a:pt x="10772098" y="4786975"/>
                  <a:pt x="11577632" y="4786975"/>
                  <a:pt x="11577632" y="4786975"/>
                </a:cubicBezTo>
                <a:lnTo>
                  <a:pt x="12118130" y="5327473"/>
                </a:lnTo>
                <a:lnTo>
                  <a:pt x="12118679" y="5327473"/>
                </a:lnTo>
                <a:cubicBezTo>
                  <a:pt x="12118679" y="5328022"/>
                  <a:pt x="12693747" y="5328022"/>
                  <a:pt x="12693747" y="5328022"/>
                </a:cubicBezTo>
                <a:cubicBezTo>
                  <a:pt x="12694844" y="5337349"/>
                  <a:pt x="12702526" y="5344484"/>
                  <a:pt x="12712404" y="5344484"/>
                </a:cubicBezTo>
                <a:cubicBezTo>
                  <a:pt x="12722281" y="5344484"/>
                  <a:pt x="12731060" y="5336252"/>
                  <a:pt x="12731060" y="5325826"/>
                </a:cubicBezTo>
                <a:cubicBezTo>
                  <a:pt x="12731060" y="5315401"/>
                  <a:pt x="12722829" y="5307169"/>
                  <a:pt x="12712404" y="5307169"/>
                </a:cubicBezTo>
                <a:cubicBezTo>
                  <a:pt x="12701979" y="5307169"/>
                  <a:pt x="12694844" y="5314304"/>
                  <a:pt x="12693747" y="5323632"/>
                </a:cubicBezTo>
                <a:lnTo>
                  <a:pt x="12693198" y="5323083"/>
                </a:lnTo>
                <a:lnTo>
                  <a:pt x="12120326" y="5323083"/>
                </a:lnTo>
                <a:lnTo>
                  <a:pt x="11579827" y="4782585"/>
                </a:lnTo>
                <a:lnTo>
                  <a:pt x="11579279" y="4782585"/>
                </a:lnTo>
                <a:cubicBezTo>
                  <a:pt x="11579279" y="4782036"/>
                  <a:pt x="10773744" y="4782036"/>
                  <a:pt x="10773744" y="4782036"/>
                </a:cubicBezTo>
                <a:lnTo>
                  <a:pt x="10627234" y="4635526"/>
                </a:lnTo>
                <a:lnTo>
                  <a:pt x="10626685" y="4635526"/>
                </a:lnTo>
                <a:cubicBezTo>
                  <a:pt x="10626685" y="4634977"/>
                  <a:pt x="8991472" y="4634977"/>
                  <a:pt x="8991472" y="4634977"/>
                </a:cubicBezTo>
                <a:close/>
                <a:moveTo>
                  <a:pt x="6695042" y="4618513"/>
                </a:moveTo>
                <a:cubicBezTo>
                  <a:pt x="6685714" y="4618513"/>
                  <a:pt x="6677482" y="4625647"/>
                  <a:pt x="6676386" y="4634975"/>
                </a:cubicBezTo>
                <a:lnTo>
                  <a:pt x="6045896" y="4634975"/>
                </a:lnTo>
                <a:lnTo>
                  <a:pt x="5800614" y="4880257"/>
                </a:lnTo>
                <a:lnTo>
                  <a:pt x="4406842" y="4880257"/>
                </a:lnTo>
                <a:lnTo>
                  <a:pt x="3872928" y="5414171"/>
                </a:lnTo>
                <a:lnTo>
                  <a:pt x="3545886" y="5414171"/>
                </a:lnTo>
                <a:lnTo>
                  <a:pt x="3275363" y="5684694"/>
                </a:lnTo>
                <a:lnTo>
                  <a:pt x="3275363" y="5867970"/>
                </a:lnTo>
                <a:cubicBezTo>
                  <a:pt x="3266034" y="5869067"/>
                  <a:pt x="3258900" y="5876749"/>
                  <a:pt x="3258900" y="5886626"/>
                </a:cubicBezTo>
                <a:cubicBezTo>
                  <a:pt x="3258900" y="5896503"/>
                  <a:pt x="3267131" y="5905282"/>
                  <a:pt x="3277557" y="5905282"/>
                </a:cubicBezTo>
                <a:cubicBezTo>
                  <a:pt x="3287983" y="5905282"/>
                  <a:pt x="3296214" y="5897052"/>
                  <a:pt x="3296214" y="5886626"/>
                </a:cubicBezTo>
                <a:cubicBezTo>
                  <a:pt x="3296214" y="5876201"/>
                  <a:pt x="3289080" y="5869067"/>
                  <a:pt x="3279752" y="5867970"/>
                </a:cubicBezTo>
                <a:lnTo>
                  <a:pt x="3279752" y="5686888"/>
                </a:lnTo>
                <a:lnTo>
                  <a:pt x="3546984" y="5419657"/>
                </a:lnTo>
                <a:lnTo>
                  <a:pt x="3874026" y="5419657"/>
                </a:lnTo>
                <a:lnTo>
                  <a:pt x="4407940" y="4885744"/>
                </a:lnTo>
                <a:lnTo>
                  <a:pt x="5801711" y="4885744"/>
                </a:lnTo>
                <a:lnTo>
                  <a:pt x="6046994" y="4640462"/>
                </a:lnTo>
                <a:lnTo>
                  <a:pt x="6675288" y="4640462"/>
                </a:lnTo>
                <a:cubicBezTo>
                  <a:pt x="6676386" y="4649790"/>
                  <a:pt x="6684068" y="4656924"/>
                  <a:pt x="6693944" y="4656924"/>
                </a:cubicBezTo>
                <a:cubicBezTo>
                  <a:pt x="6703822" y="4656924"/>
                  <a:pt x="6712601" y="4648693"/>
                  <a:pt x="6712601" y="4638267"/>
                </a:cubicBezTo>
                <a:cubicBezTo>
                  <a:pt x="6712601" y="4627842"/>
                  <a:pt x="6704370" y="4619610"/>
                  <a:pt x="6693944" y="4619610"/>
                </a:cubicBezTo>
                <a:close/>
                <a:moveTo>
                  <a:pt x="8991472" y="4523584"/>
                </a:moveTo>
                <a:lnTo>
                  <a:pt x="8991472" y="4528523"/>
                </a:lnTo>
                <a:lnTo>
                  <a:pt x="10888977" y="4528523"/>
                </a:lnTo>
                <a:lnTo>
                  <a:pt x="11054145" y="4693691"/>
                </a:lnTo>
                <a:lnTo>
                  <a:pt x="11054693" y="4693691"/>
                </a:lnTo>
                <a:cubicBezTo>
                  <a:pt x="11054693" y="4694240"/>
                  <a:pt x="12657531" y="4694240"/>
                  <a:pt x="12657531" y="4694240"/>
                </a:cubicBezTo>
                <a:lnTo>
                  <a:pt x="12816113" y="4852823"/>
                </a:lnTo>
                <a:lnTo>
                  <a:pt x="12816662" y="4852823"/>
                </a:lnTo>
                <a:lnTo>
                  <a:pt x="13567872" y="4852823"/>
                </a:lnTo>
                <a:cubicBezTo>
                  <a:pt x="13568970" y="4862151"/>
                  <a:pt x="13576651" y="4869284"/>
                  <a:pt x="13586529" y="4869284"/>
                </a:cubicBezTo>
                <a:cubicBezTo>
                  <a:pt x="13596406" y="4869284"/>
                  <a:pt x="13605186" y="4861053"/>
                  <a:pt x="13605186" y="4850627"/>
                </a:cubicBezTo>
                <a:cubicBezTo>
                  <a:pt x="13605186" y="4840201"/>
                  <a:pt x="13596955" y="4831970"/>
                  <a:pt x="13586529" y="4831970"/>
                </a:cubicBezTo>
                <a:cubicBezTo>
                  <a:pt x="13576103" y="4831970"/>
                  <a:pt x="13568970" y="4839104"/>
                  <a:pt x="13567872" y="4848433"/>
                </a:cubicBezTo>
                <a:lnTo>
                  <a:pt x="12818856" y="4848433"/>
                </a:lnTo>
                <a:lnTo>
                  <a:pt x="12660274" y="4689849"/>
                </a:lnTo>
                <a:lnTo>
                  <a:pt x="12659725" y="4689849"/>
                </a:lnTo>
                <a:cubicBezTo>
                  <a:pt x="12659725" y="4689301"/>
                  <a:pt x="11056888" y="4689301"/>
                  <a:pt x="11056888" y="4689301"/>
                </a:cubicBezTo>
                <a:lnTo>
                  <a:pt x="10891721" y="4524134"/>
                </a:lnTo>
                <a:lnTo>
                  <a:pt x="10891172" y="4524134"/>
                </a:lnTo>
                <a:cubicBezTo>
                  <a:pt x="10891172" y="4523584"/>
                  <a:pt x="8991472" y="4523584"/>
                  <a:pt x="8991472" y="4523584"/>
                </a:cubicBezTo>
                <a:close/>
                <a:moveTo>
                  <a:pt x="6703822" y="4402864"/>
                </a:moveTo>
                <a:lnTo>
                  <a:pt x="5683734" y="4402864"/>
                </a:lnTo>
                <a:lnTo>
                  <a:pt x="5552040" y="4534559"/>
                </a:lnTo>
                <a:lnTo>
                  <a:pt x="4131380" y="4534559"/>
                </a:lnTo>
                <a:lnTo>
                  <a:pt x="3723126" y="4942814"/>
                </a:lnTo>
                <a:lnTo>
                  <a:pt x="2970818" y="4942814"/>
                </a:lnTo>
                <a:lnTo>
                  <a:pt x="2818820" y="5094812"/>
                </a:lnTo>
                <a:lnTo>
                  <a:pt x="1509552" y="5094812"/>
                </a:lnTo>
                <a:lnTo>
                  <a:pt x="1163304" y="5441060"/>
                </a:lnTo>
                <a:lnTo>
                  <a:pt x="321006" y="5441060"/>
                </a:lnTo>
                <a:lnTo>
                  <a:pt x="59810" y="5702254"/>
                </a:lnTo>
                <a:cubicBezTo>
                  <a:pt x="52676" y="5696767"/>
                  <a:pt x="41702" y="5697316"/>
                  <a:pt x="35118" y="5703901"/>
                </a:cubicBezTo>
                <a:cubicBezTo>
                  <a:pt x="27984" y="5711035"/>
                  <a:pt x="27984" y="5723106"/>
                  <a:pt x="35118" y="5730240"/>
                </a:cubicBezTo>
                <a:cubicBezTo>
                  <a:pt x="42250" y="5737374"/>
                  <a:pt x="54324" y="5737374"/>
                  <a:pt x="61458" y="5730240"/>
                </a:cubicBezTo>
                <a:cubicBezTo>
                  <a:pt x="68590" y="5723106"/>
                  <a:pt x="68590" y="5713229"/>
                  <a:pt x="63102" y="5705547"/>
                </a:cubicBezTo>
                <a:lnTo>
                  <a:pt x="323200" y="5445449"/>
                </a:lnTo>
                <a:lnTo>
                  <a:pt x="1165500" y="5445449"/>
                </a:lnTo>
                <a:lnTo>
                  <a:pt x="1511748" y="5099201"/>
                </a:lnTo>
                <a:lnTo>
                  <a:pt x="2821015" y="5099201"/>
                </a:lnTo>
                <a:lnTo>
                  <a:pt x="2973012" y="4947204"/>
                </a:lnTo>
                <a:lnTo>
                  <a:pt x="3725320" y="4947204"/>
                </a:lnTo>
                <a:lnTo>
                  <a:pt x="3725320" y="4947752"/>
                </a:lnTo>
                <a:lnTo>
                  <a:pt x="4133575" y="4539498"/>
                </a:lnTo>
                <a:lnTo>
                  <a:pt x="5554234" y="4539498"/>
                </a:lnTo>
                <a:lnTo>
                  <a:pt x="5685930" y="4407804"/>
                </a:lnTo>
                <a:lnTo>
                  <a:pt x="6703822" y="4407804"/>
                </a:lnTo>
                <a:close/>
                <a:moveTo>
                  <a:pt x="2547199" y="4266779"/>
                </a:moveTo>
                <a:cubicBezTo>
                  <a:pt x="2536774" y="4266779"/>
                  <a:pt x="2529640" y="4273913"/>
                  <a:pt x="2528542" y="4283241"/>
                </a:cubicBezTo>
                <a:lnTo>
                  <a:pt x="2284358" y="4283241"/>
                </a:lnTo>
                <a:lnTo>
                  <a:pt x="1833302" y="4734845"/>
                </a:lnTo>
                <a:lnTo>
                  <a:pt x="518000" y="4734845"/>
                </a:lnTo>
                <a:lnTo>
                  <a:pt x="301800" y="4951045"/>
                </a:lnTo>
                <a:lnTo>
                  <a:pt x="47738" y="4951045"/>
                </a:lnTo>
                <a:cubicBezTo>
                  <a:pt x="46642" y="4941716"/>
                  <a:pt x="38960" y="4934583"/>
                  <a:pt x="29082" y="4934583"/>
                </a:cubicBezTo>
                <a:cubicBezTo>
                  <a:pt x="19204" y="4934583"/>
                  <a:pt x="10424" y="4942814"/>
                  <a:pt x="10424" y="4953239"/>
                </a:cubicBezTo>
                <a:cubicBezTo>
                  <a:pt x="10424" y="4963665"/>
                  <a:pt x="18656" y="4971896"/>
                  <a:pt x="29082" y="4971896"/>
                </a:cubicBezTo>
                <a:lnTo>
                  <a:pt x="29630" y="4971348"/>
                </a:lnTo>
                <a:cubicBezTo>
                  <a:pt x="38960" y="4971348"/>
                  <a:pt x="47190" y="4964214"/>
                  <a:pt x="48288" y="4954886"/>
                </a:cubicBezTo>
                <a:lnTo>
                  <a:pt x="303996" y="4954886"/>
                </a:lnTo>
                <a:lnTo>
                  <a:pt x="520194" y="4738686"/>
                </a:lnTo>
                <a:lnTo>
                  <a:pt x="1835498" y="4738686"/>
                </a:lnTo>
                <a:lnTo>
                  <a:pt x="2286553" y="4287631"/>
                </a:lnTo>
                <a:lnTo>
                  <a:pt x="2528542" y="4287631"/>
                </a:lnTo>
                <a:cubicBezTo>
                  <a:pt x="2529640" y="4296959"/>
                  <a:pt x="2537322" y="4304093"/>
                  <a:pt x="2547199" y="4304093"/>
                </a:cubicBezTo>
                <a:cubicBezTo>
                  <a:pt x="2557076" y="4304093"/>
                  <a:pt x="2565856" y="4295863"/>
                  <a:pt x="2565856" y="4285437"/>
                </a:cubicBezTo>
                <a:cubicBezTo>
                  <a:pt x="2565856" y="4275010"/>
                  <a:pt x="2557625" y="4266779"/>
                  <a:pt x="2547199" y="4266779"/>
                </a:cubicBezTo>
                <a:close/>
                <a:moveTo>
                  <a:pt x="42800" y="4115331"/>
                </a:moveTo>
                <a:cubicBezTo>
                  <a:pt x="32922" y="4115331"/>
                  <a:pt x="24144" y="4123561"/>
                  <a:pt x="24144" y="4133987"/>
                </a:cubicBezTo>
                <a:cubicBezTo>
                  <a:pt x="24144" y="4144413"/>
                  <a:pt x="32374" y="4152644"/>
                  <a:pt x="42800" y="4152644"/>
                </a:cubicBezTo>
                <a:cubicBezTo>
                  <a:pt x="52128" y="4152644"/>
                  <a:pt x="60360" y="4145511"/>
                  <a:pt x="61458" y="4136182"/>
                </a:cubicBezTo>
                <a:lnTo>
                  <a:pt x="351734" y="4136182"/>
                </a:lnTo>
                <a:lnTo>
                  <a:pt x="547630" y="4332078"/>
                </a:lnTo>
                <a:lnTo>
                  <a:pt x="1194034" y="4332078"/>
                </a:lnTo>
                <a:lnTo>
                  <a:pt x="1378955" y="4147157"/>
                </a:lnTo>
                <a:lnTo>
                  <a:pt x="2154310" y="4147157"/>
                </a:lnTo>
                <a:cubicBezTo>
                  <a:pt x="2155406" y="4156485"/>
                  <a:pt x="2163089" y="4163619"/>
                  <a:pt x="2172966" y="4163619"/>
                </a:cubicBezTo>
                <a:cubicBezTo>
                  <a:pt x="2182844" y="4163619"/>
                  <a:pt x="2191623" y="4155387"/>
                  <a:pt x="2191623" y="4144962"/>
                </a:cubicBezTo>
                <a:cubicBezTo>
                  <a:pt x="2191623" y="4134536"/>
                  <a:pt x="2183392" y="4126305"/>
                  <a:pt x="2172966" y="4126305"/>
                </a:cubicBezTo>
                <a:cubicBezTo>
                  <a:pt x="2162540" y="4126305"/>
                  <a:pt x="2155406" y="4133439"/>
                  <a:pt x="2154310" y="4142767"/>
                </a:cubicBezTo>
                <a:lnTo>
                  <a:pt x="1376760" y="4142767"/>
                </a:lnTo>
                <a:lnTo>
                  <a:pt x="1191838" y="4327689"/>
                </a:lnTo>
                <a:lnTo>
                  <a:pt x="549276" y="4327689"/>
                </a:lnTo>
                <a:lnTo>
                  <a:pt x="353380" y="4131792"/>
                </a:lnTo>
                <a:lnTo>
                  <a:pt x="61458" y="4131792"/>
                </a:lnTo>
                <a:cubicBezTo>
                  <a:pt x="60360" y="4122464"/>
                  <a:pt x="52676" y="4115331"/>
                  <a:pt x="42800" y="4115331"/>
                </a:cubicBezTo>
                <a:close/>
                <a:moveTo>
                  <a:pt x="15685417" y="3827248"/>
                </a:moveTo>
                <a:cubicBezTo>
                  <a:pt x="15674991" y="3827248"/>
                  <a:pt x="15667859" y="3834381"/>
                  <a:pt x="15666760" y="3843710"/>
                </a:cubicBezTo>
                <a:lnTo>
                  <a:pt x="15063708" y="3843710"/>
                </a:lnTo>
                <a:lnTo>
                  <a:pt x="14576985" y="4330432"/>
                </a:lnTo>
                <a:lnTo>
                  <a:pt x="14109469" y="4330432"/>
                </a:lnTo>
                <a:cubicBezTo>
                  <a:pt x="14108369" y="4321105"/>
                  <a:pt x="14100688" y="4313970"/>
                  <a:pt x="14090811" y="4313970"/>
                </a:cubicBezTo>
                <a:cubicBezTo>
                  <a:pt x="14080933" y="4313970"/>
                  <a:pt x="14072154" y="4322201"/>
                  <a:pt x="14072154" y="4332627"/>
                </a:cubicBezTo>
                <a:cubicBezTo>
                  <a:pt x="14072154" y="4343052"/>
                  <a:pt x="14080386" y="4351285"/>
                  <a:pt x="14090811" y="4351285"/>
                </a:cubicBezTo>
                <a:cubicBezTo>
                  <a:pt x="14101237" y="4351285"/>
                  <a:pt x="14108369" y="4344150"/>
                  <a:pt x="14109469" y="4334822"/>
                </a:cubicBezTo>
                <a:lnTo>
                  <a:pt x="14579180" y="4334822"/>
                </a:lnTo>
                <a:lnTo>
                  <a:pt x="15065902" y="3848100"/>
                </a:lnTo>
                <a:lnTo>
                  <a:pt x="15666760" y="3848100"/>
                </a:lnTo>
                <a:cubicBezTo>
                  <a:pt x="15667859" y="3857428"/>
                  <a:pt x="15675540" y="3864561"/>
                  <a:pt x="15685417" y="3864561"/>
                </a:cubicBezTo>
                <a:cubicBezTo>
                  <a:pt x="15695295" y="3864561"/>
                  <a:pt x="15704074" y="3856330"/>
                  <a:pt x="15704074" y="3845904"/>
                </a:cubicBezTo>
                <a:cubicBezTo>
                  <a:pt x="15704074" y="3835478"/>
                  <a:pt x="15695843" y="3827248"/>
                  <a:pt x="15685417" y="3827248"/>
                </a:cubicBezTo>
                <a:close/>
                <a:moveTo>
                  <a:pt x="77370" y="3732318"/>
                </a:moveTo>
                <a:cubicBezTo>
                  <a:pt x="67492" y="3732318"/>
                  <a:pt x="58714" y="3740549"/>
                  <a:pt x="58714" y="3750975"/>
                </a:cubicBezTo>
                <a:cubicBezTo>
                  <a:pt x="58714" y="3761401"/>
                  <a:pt x="66944" y="3769631"/>
                  <a:pt x="77370" y="3769631"/>
                </a:cubicBezTo>
                <a:cubicBezTo>
                  <a:pt x="87796" y="3769631"/>
                  <a:pt x="94928" y="3762498"/>
                  <a:pt x="96026" y="3753169"/>
                </a:cubicBezTo>
                <a:lnTo>
                  <a:pt x="340760" y="3753169"/>
                </a:lnTo>
                <a:lnTo>
                  <a:pt x="531168" y="3943578"/>
                </a:lnTo>
                <a:lnTo>
                  <a:pt x="2615241" y="3943578"/>
                </a:lnTo>
                <a:lnTo>
                  <a:pt x="2970818" y="4299155"/>
                </a:lnTo>
                <a:lnTo>
                  <a:pt x="2970818" y="4299703"/>
                </a:lnTo>
                <a:lnTo>
                  <a:pt x="3600210" y="4299703"/>
                </a:lnTo>
                <a:lnTo>
                  <a:pt x="3896524" y="4003390"/>
                </a:lnTo>
                <a:lnTo>
                  <a:pt x="4295998" y="4003390"/>
                </a:lnTo>
                <a:lnTo>
                  <a:pt x="4389282" y="4096674"/>
                </a:lnTo>
                <a:cubicBezTo>
                  <a:pt x="4383796" y="4103807"/>
                  <a:pt x="4384344" y="4114781"/>
                  <a:pt x="4390928" y="4121366"/>
                </a:cubicBezTo>
                <a:cubicBezTo>
                  <a:pt x="4398062" y="4128500"/>
                  <a:pt x="4410134" y="4128500"/>
                  <a:pt x="4417268" y="4121366"/>
                </a:cubicBezTo>
                <a:cubicBezTo>
                  <a:pt x="4424401" y="4114233"/>
                  <a:pt x="4424401" y="4102161"/>
                  <a:pt x="4417268" y="4095027"/>
                </a:cubicBezTo>
                <a:cubicBezTo>
                  <a:pt x="4410684" y="4088443"/>
                  <a:pt x="4400257" y="4087895"/>
                  <a:pt x="4392575" y="4093381"/>
                </a:cubicBezTo>
                <a:lnTo>
                  <a:pt x="4297645" y="3998450"/>
                </a:lnTo>
                <a:lnTo>
                  <a:pt x="3894328" y="3998450"/>
                </a:lnTo>
                <a:lnTo>
                  <a:pt x="3598016" y="4294765"/>
                </a:lnTo>
                <a:lnTo>
                  <a:pt x="2972464" y="4294765"/>
                </a:lnTo>
                <a:lnTo>
                  <a:pt x="2616888" y="3939189"/>
                </a:lnTo>
                <a:lnTo>
                  <a:pt x="533364" y="3939189"/>
                </a:lnTo>
                <a:lnTo>
                  <a:pt x="342954" y="3748779"/>
                </a:lnTo>
                <a:lnTo>
                  <a:pt x="96026" y="3748779"/>
                </a:lnTo>
                <a:cubicBezTo>
                  <a:pt x="94928" y="3739451"/>
                  <a:pt x="87246" y="3732318"/>
                  <a:pt x="77370" y="3732318"/>
                </a:cubicBezTo>
                <a:close/>
                <a:moveTo>
                  <a:pt x="15683771" y="3693357"/>
                </a:moveTo>
                <a:lnTo>
                  <a:pt x="15683222" y="3693357"/>
                </a:lnTo>
                <a:cubicBezTo>
                  <a:pt x="15673894" y="3693357"/>
                  <a:pt x="15665662" y="3700491"/>
                  <a:pt x="15664565" y="3709820"/>
                </a:cubicBezTo>
                <a:lnTo>
                  <a:pt x="14817329" y="3709820"/>
                </a:lnTo>
                <a:lnTo>
                  <a:pt x="14361884" y="4165265"/>
                </a:lnTo>
                <a:lnTo>
                  <a:pt x="12428711" y="4165265"/>
                </a:lnTo>
                <a:lnTo>
                  <a:pt x="12247081" y="4346894"/>
                </a:lnTo>
                <a:lnTo>
                  <a:pt x="11035488" y="4346894"/>
                </a:lnTo>
                <a:lnTo>
                  <a:pt x="10969092" y="4413290"/>
                </a:lnTo>
                <a:cubicBezTo>
                  <a:pt x="10961959" y="4407804"/>
                  <a:pt x="10950984" y="4408352"/>
                  <a:pt x="10944399" y="4414936"/>
                </a:cubicBezTo>
                <a:cubicBezTo>
                  <a:pt x="10937814" y="4421521"/>
                  <a:pt x="10937265" y="4434141"/>
                  <a:pt x="10944399" y="4441275"/>
                </a:cubicBezTo>
                <a:cubicBezTo>
                  <a:pt x="10951533" y="4448408"/>
                  <a:pt x="10963604" y="4448408"/>
                  <a:pt x="10970738" y="4441275"/>
                </a:cubicBezTo>
                <a:cubicBezTo>
                  <a:pt x="10977323" y="4434690"/>
                  <a:pt x="10977872" y="4424265"/>
                  <a:pt x="10972384" y="4416583"/>
                </a:cubicBezTo>
                <a:lnTo>
                  <a:pt x="11037683" y="4351285"/>
                </a:lnTo>
                <a:lnTo>
                  <a:pt x="12249277" y="4351285"/>
                </a:lnTo>
                <a:lnTo>
                  <a:pt x="12430906" y="4169655"/>
                </a:lnTo>
                <a:lnTo>
                  <a:pt x="14364078" y="4169655"/>
                </a:lnTo>
                <a:lnTo>
                  <a:pt x="14819523" y="3714209"/>
                </a:lnTo>
                <a:lnTo>
                  <a:pt x="15665115" y="3714209"/>
                </a:lnTo>
                <a:cubicBezTo>
                  <a:pt x="15666212" y="3723537"/>
                  <a:pt x="15673894" y="3730671"/>
                  <a:pt x="15683771" y="3730671"/>
                </a:cubicBezTo>
                <a:cubicBezTo>
                  <a:pt x="15693648" y="3730671"/>
                  <a:pt x="15702428" y="3722440"/>
                  <a:pt x="15702428" y="3712015"/>
                </a:cubicBezTo>
                <a:cubicBezTo>
                  <a:pt x="15702428" y="3701589"/>
                  <a:pt x="15694197" y="3693357"/>
                  <a:pt x="15683771" y="3693357"/>
                </a:cubicBezTo>
                <a:close/>
                <a:moveTo>
                  <a:pt x="12974696" y="3689105"/>
                </a:moveTo>
                <a:cubicBezTo>
                  <a:pt x="12969894" y="3689105"/>
                  <a:pt x="12965093" y="3690889"/>
                  <a:pt x="12961526" y="3694456"/>
                </a:cubicBezTo>
                <a:cubicBezTo>
                  <a:pt x="12954942" y="3701041"/>
                  <a:pt x="12954394" y="3711465"/>
                  <a:pt x="12959881" y="3719148"/>
                </a:cubicBezTo>
                <a:lnTo>
                  <a:pt x="12852330" y="3826699"/>
                </a:lnTo>
                <a:lnTo>
                  <a:pt x="11751031" y="3826699"/>
                </a:lnTo>
                <a:lnTo>
                  <a:pt x="11448681" y="4129048"/>
                </a:lnTo>
                <a:lnTo>
                  <a:pt x="10415972" y="4129048"/>
                </a:lnTo>
                <a:lnTo>
                  <a:pt x="10258488" y="4286533"/>
                </a:lnTo>
                <a:lnTo>
                  <a:pt x="10257938" y="4286533"/>
                </a:lnTo>
                <a:lnTo>
                  <a:pt x="9040309" y="4286533"/>
                </a:lnTo>
                <a:lnTo>
                  <a:pt x="9040309" y="4291473"/>
                </a:lnTo>
                <a:lnTo>
                  <a:pt x="10260134" y="4291473"/>
                </a:lnTo>
                <a:lnTo>
                  <a:pt x="10417619" y="4133987"/>
                </a:lnTo>
                <a:lnTo>
                  <a:pt x="11450327" y="4133987"/>
                </a:lnTo>
                <a:lnTo>
                  <a:pt x="11752677" y="3831637"/>
                </a:lnTo>
                <a:lnTo>
                  <a:pt x="12853976" y="3831637"/>
                </a:lnTo>
                <a:lnTo>
                  <a:pt x="12963172" y="3722440"/>
                </a:lnTo>
                <a:cubicBezTo>
                  <a:pt x="12970306" y="3727928"/>
                  <a:pt x="12981281" y="3727379"/>
                  <a:pt x="12987866" y="3720795"/>
                </a:cubicBezTo>
                <a:cubicBezTo>
                  <a:pt x="12994999" y="3713661"/>
                  <a:pt x="12994999" y="3701589"/>
                  <a:pt x="12987866" y="3694456"/>
                </a:cubicBezTo>
                <a:cubicBezTo>
                  <a:pt x="12984299" y="3690889"/>
                  <a:pt x="12979498" y="3689105"/>
                  <a:pt x="12974696" y="3689105"/>
                </a:cubicBezTo>
                <a:close/>
                <a:moveTo>
                  <a:pt x="12164772" y="3515569"/>
                </a:moveTo>
                <a:cubicBezTo>
                  <a:pt x="12154894" y="3515569"/>
                  <a:pt x="12146116" y="3523800"/>
                  <a:pt x="12146116" y="3534226"/>
                </a:cubicBezTo>
                <a:cubicBezTo>
                  <a:pt x="12146116" y="3544652"/>
                  <a:pt x="12154347" y="3552883"/>
                  <a:pt x="12164772" y="3552883"/>
                </a:cubicBezTo>
                <a:cubicBezTo>
                  <a:pt x="12174100" y="3552883"/>
                  <a:pt x="12182331" y="3545749"/>
                  <a:pt x="12183430" y="3536421"/>
                </a:cubicBezTo>
                <a:lnTo>
                  <a:pt x="13138217" y="3536421"/>
                </a:lnTo>
                <a:lnTo>
                  <a:pt x="13656218" y="4054421"/>
                </a:lnTo>
                <a:lnTo>
                  <a:pt x="14248295" y="4054421"/>
                </a:lnTo>
                <a:lnTo>
                  <a:pt x="14525953" y="3776765"/>
                </a:lnTo>
                <a:cubicBezTo>
                  <a:pt x="14533087" y="3782252"/>
                  <a:pt x="14544061" y="3781703"/>
                  <a:pt x="14550645" y="3775118"/>
                </a:cubicBezTo>
                <a:cubicBezTo>
                  <a:pt x="14557779" y="3767985"/>
                  <a:pt x="14557779" y="3755913"/>
                  <a:pt x="14550645" y="3748779"/>
                </a:cubicBezTo>
                <a:cubicBezTo>
                  <a:pt x="14543512" y="3741645"/>
                  <a:pt x="14531440" y="3741645"/>
                  <a:pt x="14524306" y="3748779"/>
                </a:cubicBezTo>
                <a:cubicBezTo>
                  <a:pt x="14517722" y="3755364"/>
                  <a:pt x="14517173" y="3765790"/>
                  <a:pt x="14522660" y="3773472"/>
                </a:cubicBezTo>
                <a:lnTo>
                  <a:pt x="14246650" y="4049483"/>
                </a:lnTo>
                <a:lnTo>
                  <a:pt x="13658961" y="4049483"/>
                </a:lnTo>
                <a:lnTo>
                  <a:pt x="13657864" y="4050031"/>
                </a:lnTo>
                <a:lnTo>
                  <a:pt x="13139863" y="3532031"/>
                </a:lnTo>
                <a:lnTo>
                  <a:pt x="12183430" y="3532031"/>
                </a:lnTo>
                <a:cubicBezTo>
                  <a:pt x="12182331" y="3522703"/>
                  <a:pt x="12174649" y="3515569"/>
                  <a:pt x="12164772" y="3515569"/>
                </a:cubicBezTo>
                <a:close/>
                <a:moveTo>
                  <a:pt x="12627351" y="3354791"/>
                </a:moveTo>
                <a:cubicBezTo>
                  <a:pt x="12618023" y="3354791"/>
                  <a:pt x="12609792" y="3361925"/>
                  <a:pt x="12608695" y="3371254"/>
                </a:cubicBezTo>
                <a:lnTo>
                  <a:pt x="12074781" y="3371254"/>
                </a:lnTo>
                <a:lnTo>
                  <a:pt x="11893151" y="3552883"/>
                </a:lnTo>
                <a:lnTo>
                  <a:pt x="10993784" y="3552883"/>
                </a:lnTo>
                <a:lnTo>
                  <a:pt x="10697472" y="3849197"/>
                </a:lnTo>
                <a:cubicBezTo>
                  <a:pt x="10690337" y="3843710"/>
                  <a:pt x="10679362" y="3844259"/>
                  <a:pt x="10672778" y="3850842"/>
                </a:cubicBezTo>
                <a:cubicBezTo>
                  <a:pt x="10665645" y="3857976"/>
                  <a:pt x="10665645" y="3870048"/>
                  <a:pt x="10672778" y="3877181"/>
                </a:cubicBezTo>
                <a:cubicBezTo>
                  <a:pt x="10679911" y="3884315"/>
                  <a:pt x="10691984" y="3884315"/>
                  <a:pt x="10699117" y="3877181"/>
                </a:cubicBezTo>
                <a:cubicBezTo>
                  <a:pt x="10705702" y="3870597"/>
                  <a:pt x="10706251" y="3860172"/>
                  <a:pt x="10700763" y="3852489"/>
                </a:cubicBezTo>
                <a:lnTo>
                  <a:pt x="10995430" y="3557821"/>
                </a:lnTo>
                <a:lnTo>
                  <a:pt x="11894797" y="3557821"/>
                </a:lnTo>
                <a:lnTo>
                  <a:pt x="12076427" y="3376192"/>
                </a:lnTo>
                <a:lnTo>
                  <a:pt x="12608145" y="3376192"/>
                </a:lnTo>
                <a:cubicBezTo>
                  <a:pt x="12609242" y="3385521"/>
                  <a:pt x="12616925" y="3392655"/>
                  <a:pt x="12626801" y="3392655"/>
                </a:cubicBezTo>
                <a:cubicBezTo>
                  <a:pt x="12636678" y="3392655"/>
                  <a:pt x="12645459" y="3384423"/>
                  <a:pt x="12645459" y="3373997"/>
                </a:cubicBezTo>
                <a:cubicBezTo>
                  <a:pt x="12645459" y="3363572"/>
                  <a:pt x="12637228" y="3355341"/>
                  <a:pt x="12626801" y="3355341"/>
                </a:cubicBezTo>
                <a:close/>
                <a:moveTo>
                  <a:pt x="4118210" y="3273032"/>
                </a:moveTo>
                <a:cubicBezTo>
                  <a:pt x="4108333" y="3273032"/>
                  <a:pt x="4099554" y="3281262"/>
                  <a:pt x="4099554" y="3291688"/>
                </a:cubicBezTo>
                <a:cubicBezTo>
                  <a:pt x="4099554" y="3302114"/>
                  <a:pt x="4107784" y="3310345"/>
                  <a:pt x="4118210" y="3310345"/>
                </a:cubicBezTo>
                <a:cubicBezTo>
                  <a:pt x="4128636" y="3310345"/>
                  <a:pt x="4135770" y="3303212"/>
                  <a:pt x="4136867" y="3293883"/>
                </a:cubicBezTo>
                <a:lnTo>
                  <a:pt x="4675719" y="3293883"/>
                </a:lnTo>
                <a:lnTo>
                  <a:pt x="5210181" y="3828345"/>
                </a:lnTo>
                <a:cubicBezTo>
                  <a:pt x="5204694" y="3835478"/>
                  <a:pt x="5205242" y="3846453"/>
                  <a:pt x="5211826" y="3853038"/>
                </a:cubicBezTo>
                <a:cubicBezTo>
                  <a:pt x="5218962" y="3860172"/>
                  <a:pt x="5231033" y="3860172"/>
                  <a:pt x="5238166" y="3853038"/>
                </a:cubicBezTo>
                <a:cubicBezTo>
                  <a:pt x="5245300" y="3845904"/>
                  <a:pt x="5245300" y="3833832"/>
                  <a:pt x="5238166" y="3826699"/>
                </a:cubicBezTo>
                <a:cubicBezTo>
                  <a:pt x="5231582" y="3820114"/>
                  <a:pt x="5221156" y="3819565"/>
                  <a:pt x="5213474" y="3825052"/>
                </a:cubicBezTo>
                <a:lnTo>
                  <a:pt x="4677366" y="3288944"/>
                </a:lnTo>
                <a:lnTo>
                  <a:pt x="4136585" y="3288944"/>
                </a:lnTo>
                <a:lnTo>
                  <a:pt x="4136867" y="3289493"/>
                </a:lnTo>
                <a:lnTo>
                  <a:pt x="4136319" y="3288944"/>
                </a:lnTo>
                <a:lnTo>
                  <a:pt x="4136585" y="3288944"/>
                </a:lnTo>
                <a:lnTo>
                  <a:pt x="4130831" y="3277764"/>
                </a:lnTo>
                <a:cubicBezTo>
                  <a:pt x="4127539" y="3274815"/>
                  <a:pt x="4123148" y="3273032"/>
                  <a:pt x="4118210" y="3273032"/>
                </a:cubicBezTo>
                <a:close/>
                <a:moveTo>
                  <a:pt x="4958864" y="3183177"/>
                </a:moveTo>
                <a:cubicBezTo>
                  <a:pt x="4954063" y="3183177"/>
                  <a:pt x="4949261" y="3184960"/>
                  <a:pt x="4945694" y="3188527"/>
                </a:cubicBezTo>
                <a:cubicBezTo>
                  <a:pt x="4938560" y="3195660"/>
                  <a:pt x="4938560" y="3207732"/>
                  <a:pt x="4945694" y="3214866"/>
                </a:cubicBezTo>
                <a:cubicBezTo>
                  <a:pt x="4952279" y="3221451"/>
                  <a:pt x="4962704" y="3221999"/>
                  <a:pt x="4970386" y="3216512"/>
                </a:cubicBezTo>
                <a:lnTo>
                  <a:pt x="5116348" y="3362475"/>
                </a:lnTo>
                <a:lnTo>
                  <a:pt x="5342424" y="3362475"/>
                </a:lnTo>
                <a:lnTo>
                  <a:pt x="5723792" y="3743841"/>
                </a:lnTo>
                <a:cubicBezTo>
                  <a:pt x="5718304" y="3750975"/>
                  <a:pt x="5718852" y="3761949"/>
                  <a:pt x="5725438" y="3768533"/>
                </a:cubicBezTo>
                <a:cubicBezTo>
                  <a:pt x="5732022" y="3775118"/>
                  <a:pt x="5744643" y="3775667"/>
                  <a:pt x="5751776" y="3768533"/>
                </a:cubicBezTo>
                <a:cubicBezTo>
                  <a:pt x="5758910" y="3761401"/>
                  <a:pt x="5758910" y="3749328"/>
                  <a:pt x="5751776" y="3742195"/>
                </a:cubicBezTo>
                <a:cubicBezTo>
                  <a:pt x="5745192" y="3735610"/>
                  <a:pt x="5734766" y="3735061"/>
                  <a:pt x="5727084" y="3740549"/>
                </a:cubicBezTo>
                <a:lnTo>
                  <a:pt x="5344071" y="3357535"/>
                </a:lnTo>
                <a:lnTo>
                  <a:pt x="5117995" y="3357535"/>
                </a:lnTo>
                <a:lnTo>
                  <a:pt x="4973678" y="3213220"/>
                </a:lnTo>
                <a:cubicBezTo>
                  <a:pt x="4979166" y="3206087"/>
                  <a:pt x="4978617" y="3195112"/>
                  <a:pt x="4972033" y="3188527"/>
                </a:cubicBezTo>
                <a:cubicBezTo>
                  <a:pt x="4968466" y="3184960"/>
                  <a:pt x="4963665" y="3183177"/>
                  <a:pt x="4958864" y="3183177"/>
                </a:cubicBezTo>
                <a:close/>
                <a:moveTo>
                  <a:pt x="55970" y="2984400"/>
                </a:moveTo>
                <a:cubicBezTo>
                  <a:pt x="46092" y="2984400"/>
                  <a:pt x="37312" y="2992631"/>
                  <a:pt x="37312" y="3003057"/>
                </a:cubicBezTo>
                <a:cubicBezTo>
                  <a:pt x="37312" y="3013483"/>
                  <a:pt x="45544" y="3021714"/>
                  <a:pt x="55970" y="3021714"/>
                </a:cubicBezTo>
                <a:cubicBezTo>
                  <a:pt x="66396" y="3021714"/>
                  <a:pt x="73530" y="3014580"/>
                  <a:pt x="74626" y="3005251"/>
                </a:cubicBezTo>
                <a:lnTo>
                  <a:pt x="544888" y="3005251"/>
                </a:lnTo>
                <a:lnTo>
                  <a:pt x="1083738" y="3544103"/>
                </a:lnTo>
                <a:lnTo>
                  <a:pt x="1490347" y="3544103"/>
                </a:lnTo>
                <a:lnTo>
                  <a:pt x="1594606" y="3439845"/>
                </a:lnTo>
                <a:lnTo>
                  <a:pt x="3079466" y="3439845"/>
                </a:lnTo>
                <a:cubicBezTo>
                  <a:pt x="3080564" y="3449173"/>
                  <a:pt x="3088246" y="3456306"/>
                  <a:pt x="3098124" y="3456306"/>
                </a:cubicBezTo>
                <a:cubicBezTo>
                  <a:pt x="3108000" y="3456306"/>
                  <a:pt x="3116780" y="3448076"/>
                  <a:pt x="3116780" y="3437650"/>
                </a:cubicBezTo>
                <a:cubicBezTo>
                  <a:pt x="3116780" y="3427224"/>
                  <a:pt x="3108548" y="3418993"/>
                  <a:pt x="3098124" y="3418993"/>
                </a:cubicBezTo>
                <a:cubicBezTo>
                  <a:pt x="3087697" y="3418993"/>
                  <a:pt x="3080564" y="3426126"/>
                  <a:pt x="3079466" y="3435455"/>
                </a:cubicBezTo>
                <a:lnTo>
                  <a:pt x="1592960" y="3435455"/>
                </a:lnTo>
                <a:lnTo>
                  <a:pt x="1488701" y="3539714"/>
                </a:lnTo>
                <a:lnTo>
                  <a:pt x="1085934" y="3539714"/>
                </a:lnTo>
                <a:lnTo>
                  <a:pt x="547082" y="3000861"/>
                </a:lnTo>
                <a:lnTo>
                  <a:pt x="74626" y="3000861"/>
                </a:lnTo>
                <a:cubicBezTo>
                  <a:pt x="73530" y="2991534"/>
                  <a:pt x="65846" y="2984400"/>
                  <a:pt x="55970" y="2984400"/>
                </a:cubicBezTo>
                <a:close/>
                <a:moveTo>
                  <a:pt x="15666760" y="2930076"/>
                </a:moveTo>
                <a:cubicBezTo>
                  <a:pt x="15657432" y="2930076"/>
                  <a:pt x="15649201" y="2937209"/>
                  <a:pt x="15648104" y="2946538"/>
                </a:cubicBezTo>
                <a:lnTo>
                  <a:pt x="15219546" y="2946538"/>
                </a:lnTo>
                <a:lnTo>
                  <a:pt x="14996213" y="3169870"/>
                </a:lnTo>
                <a:lnTo>
                  <a:pt x="14421694" y="3169870"/>
                </a:lnTo>
                <a:cubicBezTo>
                  <a:pt x="14420597" y="3160542"/>
                  <a:pt x="14412914" y="3153409"/>
                  <a:pt x="14403039" y="3153409"/>
                </a:cubicBezTo>
                <a:cubicBezTo>
                  <a:pt x="14393161" y="3153409"/>
                  <a:pt x="14384381" y="3161639"/>
                  <a:pt x="14384381" y="3172065"/>
                </a:cubicBezTo>
                <a:cubicBezTo>
                  <a:pt x="14384381" y="3182491"/>
                  <a:pt x="14392612" y="3190722"/>
                  <a:pt x="14403039" y="3190722"/>
                </a:cubicBezTo>
                <a:cubicBezTo>
                  <a:pt x="14413464" y="3190722"/>
                  <a:pt x="14420597" y="3183589"/>
                  <a:pt x="14421694" y="3174261"/>
                </a:cubicBezTo>
                <a:lnTo>
                  <a:pt x="14998409" y="3174261"/>
                </a:lnTo>
                <a:lnTo>
                  <a:pt x="15221742" y="2950927"/>
                </a:lnTo>
                <a:lnTo>
                  <a:pt x="15648104" y="2950927"/>
                </a:lnTo>
                <a:cubicBezTo>
                  <a:pt x="15649201" y="2960256"/>
                  <a:pt x="15656884" y="2967389"/>
                  <a:pt x="15666760" y="2967389"/>
                </a:cubicBezTo>
                <a:cubicBezTo>
                  <a:pt x="15676637" y="2967389"/>
                  <a:pt x="15685417" y="2959158"/>
                  <a:pt x="15685417" y="2948732"/>
                </a:cubicBezTo>
                <a:cubicBezTo>
                  <a:pt x="15685417" y="2938307"/>
                  <a:pt x="15677187" y="2930076"/>
                  <a:pt x="15666760" y="2930076"/>
                </a:cubicBezTo>
                <a:close/>
                <a:moveTo>
                  <a:pt x="3441628" y="2777529"/>
                </a:moveTo>
                <a:lnTo>
                  <a:pt x="3441079" y="2777529"/>
                </a:lnTo>
                <a:lnTo>
                  <a:pt x="3441344" y="2777637"/>
                </a:lnTo>
                <a:close/>
                <a:moveTo>
                  <a:pt x="11909613" y="2741313"/>
                </a:moveTo>
                <a:cubicBezTo>
                  <a:pt x="11899188" y="2741313"/>
                  <a:pt x="11892054" y="2748446"/>
                  <a:pt x="11890957" y="2757775"/>
                </a:cubicBezTo>
                <a:lnTo>
                  <a:pt x="11273637" y="2757775"/>
                </a:lnTo>
                <a:cubicBezTo>
                  <a:pt x="11272540" y="2748446"/>
                  <a:pt x="11264857" y="2741313"/>
                  <a:pt x="11254979" y="2741313"/>
                </a:cubicBezTo>
                <a:cubicBezTo>
                  <a:pt x="11245103" y="2741313"/>
                  <a:pt x="11236322" y="2749544"/>
                  <a:pt x="11236322" y="2759970"/>
                </a:cubicBezTo>
                <a:cubicBezTo>
                  <a:pt x="11236322" y="2770396"/>
                  <a:pt x="11244554" y="2778626"/>
                  <a:pt x="11254979" y="2778626"/>
                </a:cubicBezTo>
                <a:cubicBezTo>
                  <a:pt x="11265405" y="2778626"/>
                  <a:pt x="11272540" y="2771493"/>
                  <a:pt x="11273637" y="2762165"/>
                </a:cubicBezTo>
                <a:lnTo>
                  <a:pt x="11890957" y="2762165"/>
                </a:lnTo>
                <a:cubicBezTo>
                  <a:pt x="11892054" y="2771493"/>
                  <a:pt x="11899735" y="2778626"/>
                  <a:pt x="11909613" y="2778626"/>
                </a:cubicBezTo>
                <a:cubicBezTo>
                  <a:pt x="11919490" y="2778626"/>
                  <a:pt x="11928271" y="2770396"/>
                  <a:pt x="11928271" y="2759970"/>
                </a:cubicBezTo>
                <a:cubicBezTo>
                  <a:pt x="11928271" y="2749544"/>
                  <a:pt x="11920040" y="2741313"/>
                  <a:pt x="11909613" y="2741313"/>
                </a:cubicBezTo>
                <a:close/>
                <a:moveTo>
                  <a:pt x="9326745" y="2650910"/>
                </a:moveTo>
                <a:cubicBezTo>
                  <a:pt x="9321944" y="2650910"/>
                  <a:pt x="9317142" y="2652693"/>
                  <a:pt x="9313576" y="2656260"/>
                </a:cubicBezTo>
                <a:cubicBezTo>
                  <a:pt x="9306992" y="2662845"/>
                  <a:pt x="9306443" y="2673270"/>
                  <a:pt x="9311930" y="2680953"/>
                </a:cubicBezTo>
                <a:lnTo>
                  <a:pt x="9167066" y="2825817"/>
                </a:lnTo>
                <a:lnTo>
                  <a:pt x="9166518" y="2825817"/>
                </a:lnTo>
                <a:lnTo>
                  <a:pt x="9165968" y="2827463"/>
                </a:lnTo>
                <a:lnTo>
                  <a:pt x="9165968" y="3018421"/>
                </a:lnTo>
                <a:lnTo>
                  <a:pt x="8996411" y="3187978"/>
                </a:lnTo>
                <a:cubicBezTo>
                  <a:pt x="8989277" y="3182491"/>
                  <a:pt x="8978303" y="3183040"/>
                  <a:pt x="8971718" y="3189625"/>
                </a:cubicBezTo>
                <a:cubicBezTo>
                  <a:pt x="8964585" y="3196757"/>
                  <a:pt x="8964585" y="3208830"/>
                  <a:pt x="8971718" y="3215963"/>
                </a:cubicBezTo>
                <a:cubicBezTo>
                  <a:pt x="8978851" y="3223096"/>
                  <a:pt x="8990924" y="3223096"/>
                  <a:pt x="8998057" y="3215963"/>
                </a:cubicBezTo>
                <a:cubicBezTo>
                  <a:pt x="9004642" y="3209379"/>
                  <a:pt x="9005191" y="3198953"/>
                  <a:pt x="8999703" y="3191271"/>
                </a:cubicBezTo>
                <a:lnTo>
                  <a:pt x="9170358" y="3020616"/>
                </a:lnTo>
                <a:lnTo>
                  <a:pt x="9170906" y="3020616"/>
                </a:lnTo>
                <a:lnTo>
                  <a:pt x="9170906" y="2828561"/>
                </a:lnTo>
                <a:lnTo>
                  <a:pt x="9315223" y="2684245"/>
                </a:lnTo>
                <a:cubicBezTo>
                  <a:pt x="9322356" y="2689733"/>
                  <a:pt x="9333330" y="2689183"/>
                  <a:pt x="9339916" y="2682599"/>
                </a:cubicBezTo>
                <a:cubicBezTo>
                  <a:pt x="9347048" y="2675466"/>
                  <a:pt x="9347048" y="2663394"/>
                  <a:pt x="9339916" y="2656260"/>
                </a:cubicBezTo>
                <a:cubicBezTo>
                  <a:pt x="9336348" y="2652693"/>
                  <a:pt x="9331547" y="2650910"/>
                  <a:pt x="9326745" y="2650910"/>
                </a:cubicBezTo>
                <a:close/>
                <a:moveTo>
                  <a:pt x="2008896" y="2464342"/>
                </a:moveTo>
                <a:cubicBezTo>
                  <a:pt x="2004095" y="2464342"/>
                  <a:pt x="1999293" y="2466125"/>
                  <a:pt x="1995727" y="2469692"/>
                </a:cubicBezTo>
                <a:cubicBezTo>
                  <a:pt x="1988593" y="2476826"/>
                  <a:pt x="1988593" y="2488897"/>
                  <a:pt x="1995727" y="2496031"/>
                </a:cubicBezTo>
                <a:cubicBezTo>
                  <a:pt x="2002860" y="2503165"/>
                  <a:pt x="2012737" y="2503165"/>
                  <a:pt x="2020419" y="2497678"/>
                </a:cubicBezTo>
                <a:lnTo>
                  <a:pt x="2146627" y="2623885"/>
                </a:lnTo>
                <a:lnTo>
                  <a:pt x="2602621" y="2623885"/>
                </a:lnTo>
                <a:lnTo>
                  <a:pt x="2807846" y="2829110"/>
                </a:lnTo>
                <a:cubicBezTo>
                  <a:pt x="2802358" y="2836243"/>
                  <a:pt x="2802907" y="2847217"/>
                  <a:pt x="2809492" y="2853802"/>
                </a:cubicBezTo>
                <a:cubicBezTo>
                  <a:pt x="2816625" y="2860936"/>
                  <a:pt x="2828697" y="2860936"/>
                  <a:pt x="2835831" y="2853802"/>
                </a:cubicBezTo>
                <a:cubicBezTo>
                  <a:pt x="2842964" y="2846669"/>
                  <a:pt x="2842964" y="2834597"/>
                  <a:pt x="2835831" y="2827463"/>
                </a:cubicBezTo>
                <a:cubicBezTo>
                  <a:pt x="2829246" y="2820878"/>
                  <a:pt x="2818820" y="2820330"/>
                  <a:pt x="2811138" y="2825817"/>
                </a:cubicBezTo>
                <a:lnTo>
                  <a:pt x="2604266" y="2618947"/>
                </a:lnTo>
                <a:lnTo>
                  <a:pt x="2148273" y="2618947"/>
                </a:lnTo>
                <a:lnTo>
                  <a:pt x="2023712" y="2494385"/>
                </a:lnTo>
                <a:cubicBezTo>
                  <a:pt x="2029199" y="2487252"/>
                  <a:pt x="2028651" y="2476277"/>
                  <a:pt x="2022066" y="2469692"/>
                </a:cubicBezTo>
                <a:cubicBezTo>
                  <a:pt x="2018499" y="2466125"/>
                  <a:pt x="2013698" y="2464342"/>
                  <a:pt x="2008896" y="2464342"/>
                </a:cubicBezTo>
                <a:close/>
                <a:moveTo>
                  <a:pt x="77370" y="2377506"/>
                </a:moveTo>
                <a:cubicBezTo>
                  <a:pt x="67492" y="2377506"/>
                  <a:pt x="58714" y="2385737"/>
                  <a:pt x="58714" y="2396163"/>
                </a:cubicBezTo>
                <a:cubicBezTo>
                  <a:pt x="58714" y="2406588"/>
                  <a:pt x="66944" y="2414820"/>
                  <a:pt x="77370" y="2414820"/>
                </a:cubicBezTo>
                <a:cubicBezTo>
                  <a:pt x="87796" y="2414820"/>
                  <a:pt x="94928" y="2407686"/>
                  <a:pt x="96026" y="2398357"/>
                </a:cubicBezTo>
                <a:lnTo>
                  <a:pt x="935582" y="2398357"/>
                </a:lnTo>
                <a:lnTo>
                  <a:pt x="1728496" y="3191271"/>
                </a:lnTo>
                <a:lnTo>
                  <a:pt x="3514060" y="3191271"/>
                </a:lnTo>
                <a:lnTo>
                  <a:pt x="3938776" y="3615987"/>
                </a:lnTo>
                <a:lnTo>
                  <a:pt x="4752542" y="3615987"/>
                </a:lnTo>
                <a:lnTo>
                  <a:pt x="5081230" y="3944675"/>
                </a:lnTo>
                <a:lnTo>
                  <a:pt x="6690103" y="3944675"/>
                </a:lnTo>
                <a:lnTo>
                  <a:pt x="6690103" y="3939737"/>
                </a:lnTo>
                <a:lnTo>
                  <a:pt x="5082876" y="3939737"/>
                </a:lnTo>
                <a:lnTo>
                  <a:pt x="4754188" y="3611049"/>
                </a:lnTo>
                <a:lnTo>
                  <a:pt x="3940422" y="3611049"/>
                </a:lnTo>
                <a:lnTo>
                  <a:pt x="3515706" y="3186331"/>
                </a:lnTo>
                <a:lnTo>
                  <a:pt x="3515706" y="3186881"/>
                </a:lnTo>
                <a:lnTo>
                  <a:pt x="1730142" y="3186881"/>
                </a:lnTo>
                <a:lnTo>
                  <a:pt x="937228" y="2393968"/>
                </a:lnTo>
                <a:lnTo>
                  <a:pt x="96026" y="2393968"/>
                </a:lnTo>
                <a:cubicBezTo>
                  <a:pt x="94928" y="2384640"/>
                  <a:pt x="87246" y="2377506"/>
                  <a:pt x="77370" y="2377506"/>
                </a:cubicBezTo>
                <a:close/>
                <a:moveTo>
                  <a:pt x="12415254" y="2285761"/>
                </a:moveTo>
                <a:lnTo>
                  <a:pt x="12414993" y="2285868"/>
                </a:lnTo>
                <a:lnTo>
                  <a:pt x="12415540" y="2285868"/>
                </a:lnTo>
                <a:close/>
                <a:moveTo>
                  <a:pt x="12414993" y="2248554"/>
                </a:moveTo>
                <a:cubicBezTo>
                  <a:pt x="12404566" y="2248554"/>
                  <a:pt x="12397434" y="2255688"/>
                  <a:pt x="12396335" y="2265017"/>
                </a:cubicBezTo>
                <a:lnTo>
                  <a:pt x="11202302" y="2265017"/>
                </a:lnTo>
                <a:lnTo>
                  <a:pt x="11135905" y="2331412"/>
                </a:lnTo>
                <a:cubicBezTo>
                  <a:pt x="11128772" y="2325925"/>
                  <a:pt x="11117797" y="2326474"/>
                  <a:pt x="11111212" y="2333059"/>
                </a:cubicBezTo>
                <a:cubicBezTo>
                  <a:pt x="11104079" y="2340192"/>
                  <a:pt x="11104079" y="2352264"/>
                  <a:pt x="11111212" y="2359398"/>
                </a:cubicBezTo>
                <a:cubicBezTo>
                  <a:pt x="11118346" y="2366531"/>
                  <a:pt x="11130418" y="2366531"/>
                  <a:pt x="11137551" y="2359398"/>
                </a:cubicBezTo>
                <a:cubicBezTo>
                  <a:pt x="11144136" y="2352813"/>
                  <a:pt x="11144685" y="2342387"/>
                  <a:pt x="11139198" y="2334705"/>
                </a:cubicBezTo>
                <a:lnTo>
                  <a:pt x="11204496" y="2269406"/>
                </a:lnTo>
                <a:lnTo>
                  <a:pt x="12396885" y="2269406"/>
                </a:lnTo>
                <a:cubicBezTo>
                  <a:pt x="12397434" y="2274070"/>
                  <a:pt x="12399629" y="2278185"/>
                  <a:pt x="12402921" y="2281135"/>
                </a:cubicBezTo>
                <a:lnTo>
                  <a:pt x="12415254" y="2285761"/>
                </a:lnTo>
                <a:lnTo>
                  <a:pt x="12428230" y="2280449"/>
                </a:lnTo>
                <a:cubicBezTo>
                  <a:pt x="12431591" y="2277088"/>
                  <a:pt x="12433649" y="2272424"/>
                  <a:pt x="12433649" y="2267211"/>
                </a:cubicBezTo>
                <a:cubicBezTo>
                  <a:pt x="12433649" y="2256786"/>
                  <a:pt x="12425418" y="2248554"/>
                  <a:pt x="12414993" y="2248554"/>
                </a:cubicBezTo>
                <a:close/>
                <a:moveTo>
                  <a:pt x="3602405" y="1914516"/>
                </a:moveTo>
                <a:cubicBezTo>
                  <a:pt x="3597604" y="1914516"/>
                  <a:pt x="3592802" y="1916299"/>
                  <a:pt x="3589235" y="1919866"/>
                </a:cubicBezTo>
                <a:cubicBezTo>
                  <a:pt x="3582102" y="1926999"/>
                  <a:pt x="3582102" y="1939071"/>
                  <a:pt x="3589235" y="1946205"/>
                </a:cubicBezTo>
                <a:cubicBezTo>
                  <a:pt x="3596369" y="1953338"/>
                  <a:pt x="3606246" y="1953338"/>
                  <a:pt x="3613928" y="1947850"/>
                </a:cubicBezTo>
                <a:lnTo>
                  <a:pt x="3759891" y="2093813"/>
                </a:lnTo>
                <a:lnTo>
                  <a:pt x="3985967" y="2093813"/>
                </a:lnTo>
                <a:lnTo>
                  <a:pt x="4367334" y="2475180"/>
                </a:lnTo>
                <a:cubicBezTo>
                  <a:pt x="4361846" y="2482312"/>
                  <a:pt x="4362395" y="2493287"/>
                  <a:pt x="4368980" y="2499872"/>
                </a:cubicBezTo>
                <a:cubicBezTo>
                  <a:pt x="4376112" y="2507006"/>
                  <a:pt x="4388186" y="2507006"/>
                  <a:pt x="4395319" y="2499872"/>
                </a:cubicBezTo>
                <a:cubicBezTo>
                  <a:pt x="4402452" y="2492739"/>
                  <a:pt x="4402452" y="2480667"/>
                  <a:pt x="4395319" y="2473533"/>
                </a:cubicBezTo>
                <a:cubicBezTo>
                  <a:pt x="4388734" y="2466948"/>
                  <a:pt x="4378308" y="2466400"/>
                  <a:pt x="4370626" y="2471887"/>
                </a:cubicBezTo>
                <a:lnTo>
                  <a:pt x="3987613" y="2088874"/>
                </a:lnTo>
                <a:lnTo>
                  <a:pt x="3761536" y="2088874"/>
                </a:lnTo>
                <a:lnTo>
                  <a:pt x="3617221" y="1944558"/>
                </a:lnTo>
                <a:cubicBezTo>
                  <a:pt x="3622708" y="1937425"/>
                  <a:pt x="3622159" y="1926451"/>
                  <a:pt x="3615574" y="1919866"/>
                </a:cubicBezTo>
                <a:cubicBezTo>
                  <a:pt x="3612008" y="1916299"/>
                  <a:pt x="3607206" y="1914516"/>
                  <a:pt x="3602405" y="1914516"/>
                </a:cubicBezTo>
                <a:close/>
                <a:moveTo>
                  <a:pt x="15702977" y="1721226"/>
                </a:moveTo>
                <a:cubicBezTo>
                  <a:pt x="15692551" y="1721226"/>
                  <a:pt x="15685417" y="1728359"/>
                  <a:pt x="15684320" y="1737688"/>
                </a:cubicBezTo>
                <a:lnTo>
                  <a:pt x="15352887" y="1737688"/>
                </a:lnTo>
                <a:lnTo>
                  <a:pt x="13998624" y="3091951"/>
                </a:lnTo>
                <a:lnTo>
                  <a:pt x="13998624" y="3091402"/>
                </a:lnTo>
                <a:lnTo>
                  <a:pt x="12688260" y="3091402"/>
                </a:lnTo>
                <a:lnTo>
                  <a:pt x="12532421" y="3247241"/>
                </a:lnTo>
                <a:lnTo>
                  <a:pt x="11067863" y="3247241"/>
                </a:lnTo>
                <a:lnTo>
                  <a:pt x="10414875" y="3900228"/>
                </a:lnTo>
                <a:lnTo>
                  <a:pt x="10259037" y="3900228"/>
                </a:lnTo>
                <a:lnTo>
                  <a:pt x="10101551" y="4057714"/>
                </a:lnTo>
                <a:lnTo>
                  <a:pt x="9039760" y="4057714"/>
                </a:lnTo>
                <a:lnTo>
                  <a:pt x="9039760" y="4062653"/>
                </a:lnTo>
                <a:lnTo>
                  <a:pt x="10103746" y="4062653"/>
                </a:lnTo>
                <a:lnTo>
                  <a:pt x="10261232" y="3905167"/>
                </a:lnTo>
                <a:lnTo>
                  <a:pt x="10417070" y="3905167"/>
                </a:lnTo>
                <a:lnTo>
                  <a:pt x="11070058" y="3252180"/>
                </a:lnTo>
                <a:lnTo>
                  <a:pt x="12534616" y="3252180"/>
                </a:lnTo>
                <a:lnTo>
                  <a:pt x="12690455" y="3096341"/>
                </a:lnTo>
                <a:lnTo>
                  <a:pt x="14000819" y="3096341"/>
                </a:lnTo>
                <a:lnTo>
                  <a:pt x="15355083" y="1742078"/>
                </a:lnTo>
                <a:lnTo>
                  <a:pt x="15684320" y="1742078"/>
                </a:lnTo>
                <a:cubicBezTo>
                  <a:pt x="15685417" y="1751406"/>
                  <a:pt x="15693100" y="1758539"/>
                  <a:pt x="15702977" y="1758539"/>
                </a:cubicBezTo>
                <a:cubicBezTo>
                  <a:pt x="15712854" y="1758539"/>
                  <a:pt x="15721633" y="1750309"/>
                  <a:pt x="15721633" y="1739882"/>
                </a:cubicBezTo>
                <a:cubicBezTo>
                  <a:pt x="15721633" y="1729456"/>
                  <a:pt x="15713402" y="1721226"/>
                  <a:pt x="15702977" y="1721226"/>
                </a:cubicBezTo>
                <a:close/>
                <a:moveTo>
                  <a:pt x="12427065" y="1718071"/>
                </a:moveTo>
                <a:cubicBezTo>
                  <a:pt x="12422263" y="1718071"/>
                  <a:pt x="12417462" y="1719854"/>
                  <a:pt x="12413896" y="1723421"/>
                </a:cubicBezTo>
                <a:cubicBezTo>
                  <a:pt x="12407310" y="1730006"/>
                  <a:pt x="12406762" y="1740431"/>
                  <a:pt x="12412249" y="1748113"/>
                </a:cubicBezTo>
                <a:lnTo>
                  <a:pt x="12160931" y="1999431"/>
                </a:lnTo>
                <a:lnTo>
                  <a:pt x="10934521" y="1999431"/>
                </a:lnTo>
                <a:lnTo>
                  <a:pt x="10934521" y="1998883"/>
                </a:lnTo>
                <a:lnTo>
                  <a:pt x="10088382" y="2845023"/>
                </a:lnTo>
                <a:lnTo>
                  <a:pt x="10087833" y="2845023"/>
                </a:lnTo>
                <a:lnTo>
                  <a:pt x="10087833" y="3320222"/>
                </a:lnTo>
                <a:lnTo>
                  <a:pt x="9699333" y="3708721"/>
                </a:lnTo>
                <a:lnTo>
                  <a:pt x="8995314" y="3708721"/>
                </a:lnTo>
                <a:lnTo>
                  <a:pt x="8995314" y="3713661"/>
                </a:lnTo>
                <a:lnTo>
                  <a:pt x="9701528" y="3713661"/>
                </a:lnTo>
                <a:lnTo>
                  <a:pt x="10092222" y="3322966"/>
                </a:lnTo>
                <a:lnTo>
                  <a:pt x="10092771" y="3322966"/>
                </a:lnTo>
                <a:lnTo>
                  <a:pt x="10092771" y="2847767"/>
                </a:lnTo>
                <a:lnTo>
                  <a:pt x="10936717" y="2003821"/>
                </a:lnTo>
                <a:lnTo>
                  <a:pt x="12163125" y="2003821"/>
                </a:lnTo>
                <a:lnTo>
                  <a:pt x="12415540" y="1751406"/>
                </a:lnTo>
                <a:cubicBezTo>
                  <a:pt x="12422674" y="1756894"/>
                  <a:pt x="12433649" y="1756344"/>
                  <a:pt x="12440234" y="1749760"/>
                </a:cubicBezTo>
                <a:cubicBezTo>
                  <a:pt x="12447367" y="1742626"/>
                  <a:pt x="12447367" y="1730555"/>
                  <a:pt x="12440234" y="1723421"/>
                </a:cubicBezTo>
                <a:cubicBezTo>
                  <a:pt x="12436668" y="1719854"/>
                  <a:pt x="12431866" y="1718071"/>
                  <a:pt x="12427065" y="1718071"/>
                </a:cubicBezTo>
                <a:close/>
                <a:moveTo>
                  <a:pt x="3845149" y="1685353"/>
                </a:moveTo>
                <a:cubicBezTo>
                  <a:pt x="3840280" y="1685284"/>
                  <a:pt x="3835341" y="1686930"/>
                  <a:pt x="3831774" y="1690497"/>
                </a:cubicBezTo>
                <a:cubicBezTo>
                  <a:pt x="3824640" y="1697631"/>
                  <a:pt x="3824640" y="1709702"/>
                  <a:pt x="3831774" y="1716836"/>
                </a:cubicBezTo>
                <a:cubicBezTo>
                  <a:pt x="3838358" y="1723421"/>
                  <a:pt x="3848784" y="1723970"/>
                  <a:pt x="3856466" y="1718482"/>
                </a:cubicBezTo>
                <a:lnTo>
                  <a:pt x="4202166" y="2064181"/>
                </a:lnTo>
                <a:lnTo>
                  <a:pt x="4745408" y="2064181"/>
                </a:lnTo>
                <a:lnTo>
                  <a:pt x="5736961" y="3055735"/>
                </a:lnTo>
                <a:cubicBezTo>
                  <a:pt x="5731474" y="3062868"/>
                  <a:pt x="5732022" y="3073843"/>
                  <a:pt x="5738606" y="3080427"/>
                </a:cubicBezTo>
                <a:cubicBezTo>
                  <a:pt x="5745741" y="3087561"/>
                  <a:pt x="5757813" y="3087561"/>
                  <a:pt x="5764946" y="3080427"/>
                </a:cubicBezTo>
                <a:cubicBezTo>
                  <a:pt x="5772079" y="3073294"/>
                  <a:pt x="5772079" y="3061222"/>
                  <a:pt x="5764946" y="3054088"/>
                </a:cubicBezTo>
                <a:cubicBezTo>
                  <a:pt x="5758362" y="3047504"/>
                  <a:pt x="5747936" y="3046955"/>
                  <a:pt x="5740254" y="3052442"/>
                </a:cubicBezTo>
                <a:lnTo>
                  <a:pt x="4747054" y="2059243"/>
                </a:lnTo>
                <a:lnTo>
                  <a:pt x="4203812" y="2059243"/>
                </a:lnTo>
                <a:lnTo>
                  <a:pt x="3859759" y="1715189"/>
                </a:lnTo>
                <a:cubicBezTo>
                  <a:pt x="3865247" y="1708057"/>
                  <a:pt x="3864697" y="1697082"/>
                  <a:pt x="3858113" y="1690497"/>
                </a:cubicBezTo>
                <a:cubicBezTo>
                  <a:pt x="3854820" y="1687204"/>
                  <a:pt x="3850019" y="1685421"/>
                  <a:pt x="3845149" y="1685353"/>
                </a:cubicBezTo>
                <a:close/>
                <a:moveTo>
                  <a:pt x="13497086" y="1506124"/>
                </a:moveTo>
                <a:cubicBezTo>
                  <a:pt x="13486661" y="1506124"/>
                  <a:pt x="13479527" y="1513258"/>
                  <a:pt x="13478430" y="1522586"/>
                </a:cubicBezTo>
                <a:lnTo>
                  <a:pt x="12637776" y="1522586"/>
                </a:lnTo>
                <a:lnTo>
                  <a:pt x="12571381" y="1588982"/>
                </a:lnTo>
                <a:cubicBezTo>
                  <a:pt x="12564246" y="1583494"/>
                  <a:pt x="12553272" y="1584044"/>
                  <a:pt x="12546688" y="1590628"/>
                </a:cubicBezTo>
                <a:cubicBezTo>
                  <a:pt x="12539554" y="1597761"/>
                  <a:pt x="12539554" y="1609833"/>
                  <a:pt x="12546688" y="1616967"/>
                </a:cubicBezTo>
                <a:cubicBezTo>
                  <a:pt x="12553821" y="1624101"/>
                  <a:pt x="12565893" y="1624101"/>
                  <a:pt x="12573027" y="1616967"/>
                </a:cubicBezTo>
                <a:cubicBezTo>
                  <a:pt x="12579612" y="1610383"/>
                  <a:pt x="12580159" y="1599957"/>
                  <a:pt x="12574673" y="1592275"/>
                </a:cubicBezTo>
                <a:lnTo>
                  <a:pt x="12639972" y="1526976"/>
                </a:lnTo>
                <a:lnTo>
                  <a:pt x="13478430" y="1526976"/>
                </a:lnTo>
                <a:cubicBezTo>
                  <a:pt x="13479527" y="1536304"/>
                  <a:pt x="13487208" y="1543438"/>
                  <a:pt x="13497086" y="1543438"/>
                </a:cubicBezTo>
                <a:cubicBezTo>
                  <a:pt x="13506963" y="1543438"/>
                  <a:pt x="13515743" y="1535207"/>
                  <a:pt x="13515743" y="1524781"/>
                </a:cubicBezTo>
                <a:cubicBezTo>
                  <a:pt x="13515743" y="1514355"/>
                  <a:pt x="13507512" y="1506124"/>
                  <a:pt x="13497086" y="1506124"/>
                </a:cubicBezTo>
                <a:close/>
                <a:moveTo>
                  <a:pt x="6641266" y="1485410"/>
                </a:moveTo>
                <a:cubicBezTo>
                  <a:pt x="6636465" y="1485410"/>
                  <a:pt x="6631663" y="1487193"/>
                  <a:pt x="6628097" y="1490760"/>
                </a:cubicBezTo>
                <a:cubicBezTo>
                  <a:pt x="6620964" y="1497893"/>
                  <a:pt x="6620964" y="1509965"/>
                  <a:pt x="6628097" y="1517099"/>
                </a:cubicBezTo>
                <a:cubicBezTo>
                  <a:pt x="6634682" y="1523684"/>
                  <a:pt x="6645108" y="1524232"/>
                  <a:pt x="6652789" y="1518744"/>
                </a:cubicBezTo>
                <a:lnTo>
                  <a:pt x="6797106" y="1663061"/>
                </a:lnTo>
                <a:lnTo>
                  <a:pt x="6797106" y="1889137"/>
                </a:lnTo>
                <a:lnTo>
                  <a:pt x="7180118" y="2272150"/>
                </a:lnTo>
                <a:cubicBezTo>
                  <a:pt x="7174632" y="2279283"/>
                  <a:pt x="7175180" y="2290257"/>
                  <a:pt x="7181764" y="2296842"/>
                </a:cubicBezTo>
                <a:cubicBezTo>
                  <a:pt x="7188898" y="2303976"/>
                  <a:pt x="7200970" y="2303976"/>
                  <a:pt x="7208103" y="2296842"/>
                </a:cubicBezTo>
                <a:cubicBezTo>
                  <a:pt x="7215237" y="2289709"/>
                  <a:pt x="7215237" y="2277637"/>
                  <a:pt x="7208103" y="2270503"/>
                </a:cubicBezTo>
                <a:cubicBezTo>
                  <a:pt x="7201518" y="2263918"/>
                  <a:pt x="7191093" y="2263370"/>
                  <a:pt x="7183411" y="2268858"/>
                </a:cubicBezTo>
                <a:lnTo>
                  <a:pt x="6802044" y="1887490"/>
                </a:lnTo>
                <a:lnTo>
                  <a:pt x="6802044" y="1661414"/>
                </a:lnTo>
                <a:lnTo>
                  <a:pt x="6656082" y="1515452"/>
                </a:lnTo>
                <a:cubicBezTo>
                  <a:pt x="6661570" y="1508318"/>
                  <a:pt x="6661020" y="1497345"/>
                  <a:pt x="6654436" y="1490760"/>
                </a:cubicBezTo>
                <a:cubicBezTo>
                  <a:pt x="6650869" y="1487193"/>
                  <a:pt x="6646068" y="1485410"/>
                  <a:pt x="6641266" y="1485410"/>
                </a:cubicBezTo>
                <a:close/>
                <a:moveTo>
                  <a:pt x="33472" y="1395830"/>
                </a:moveTo>
                <a:cubicBezTo>
                  <a:pt x="23594" y="1395830"/>
                  <a:pt x="14814" y="1404061"/>
                  <a:pt x="14814" y="1414487"/>
                </a:cubicBezTo>
                <a:cubicBezTo>
                  <a:pt x="14814" y="1424912"/>
                  <a:pt x="23046" y="1433143"/>
                  <a:pt x="33472" y="1433143"/>
                </a:cubicBezTo>
                <a:cubicBezTo>
                  <a:pt x="43898" y="1433143"/>
                  <a:pt x="51032" y="1426010"/>
                  <a:pt x="52128" y="1416681"/>
                </a:cubicBezTo>
                <a:lnTo>
                  <a:pt x="219492" y="1416681"/>
                </a:lnTo>
                <a:lnTo>
                  <a:pt x="796206" y="1993396"/>
                </a:lnTo>
                <a:lnTo>
                  <a:pt x="1512845" y="1993396"/>
                </a:lnTo>
                <a:lnTo>
                  <a:pt x="1769651" y="2250201"/>
                </a:lnTo>
                <a:lnTo>
                  <a:pt x="2471474" y="2250201"/>
                </a:lnTo>
                <a:lnTo>
                  <a:pt x="3019655" y="2798381"/>
                </a:lnTo>
                <a:lnTo>
                  <a:pt x="3422422" y="2798381"/>
                </a:lnTo>
                <a:cubicBezTo>
                  <a:pt x="3423519" y="2807709"/>
                  <a:pt x="3431202" y="2814843"/>
                  <a:pt x="3441079" y="2814843"/>
                </a:cubicBezTo>
                <a:cubicBezTo>
                  <a:pt x="3450956" y="2814843"/>
                  <a:pt x="3459736" y="2806612"/>
                  <a:pt x="3459736" y="2796186"/>
                </a:cubicBezTo>
                <a:cubicBezTo>
                  <a:pt x="3459736" y="2790973"/>
                  <a:pt x="3457678" y="2786309"/>
                  <a:pt x="3454317" y="2782948"/>
                </a:cubicBezTo>
                <a:lnTo>
                  <a:pt x="3441344" y="2777637"/>
                </a:lnTo>
                <a:lnTo>
                  <a:pt x="3429212" y="2782262"/>
                </a:lnTo>
                <a:cubicBezTo>
                  <a:pt x="3425851" y="2785211"/>
                  <a:pt x="3423519" y="2789327"/>
                  <a:pt x="3422971" y="2793991"/>
                </a:cubicBezTo>
                <a:lnTo>
                  <a:pt x="3021849" y="2793991"/>
                </a:lnTo>
                <a:lnTo>
                  <a:pt x="2473670" y="2245811"/>
                </a:lnTo>
                <a:lnTo>
                  <a:pt x="1771845" y="2245811"/>
                </a:lnTo>
                <a:lnTo>
                  <a:pt x="1515040" y="1989005"/>
                </a:lnTo>
                <a:lnTo>
                  <a:pt x="798400" y="1989005"/>
                </a:lnTo>
                <a:lnTo>
                  <a:pt x="221686" y="1412291"/>
                </a:lnTo>
                <a:lnTo>
                  <a:pt x="52128" y="1412291"/>
                </a:lnTo>
                <a:cubicBezTo>
                  <a:pt x="51032" y="1402963"/>
                  <a:pt x="43348" y="1395830"/>
                  <a:pt x="33472" y="1395830"/>
                </a:cubicBezTo>
                <a:close/>
                <a:moveTo>
                  <a:pt x="9174747" y="1151234"/>
                </a:moveTo>
                <a:cubicBezTo>
                  <a:pt x="9169946" y="1151234"/>
                  <a:pt x="9165145" y="1153017"/>
                  <a:pt x="9161578" y="1156584"/>
                </a:cubicBezTo>
                <a:cubicBezTo>
                  <a:pt x="9154993" y="1163169"/>
                  <a:pt x="9154445" y="1173595"/>
                  <a:pt x="9159932" y="1181277"/>
                </a:cubicBezTo>
                <a:lnTo>
                  <a:pt x="8988180" y="1353028"/>
                </a:lnTo>
                <a:lnTo>
                  <a:pt x="8987631" y="1353028"/>
                </a:lnTo>
                <a:lnTo>
                  <a:pt x="8987631" y="1353577"/>
                </a:lnTo>
                <a:lnTo>
                  <a:pt x="8987631" y="2131126"/>
                </a:lnTo>
                <a:cubicBezTo>
                  <a:pt x="8978303" y="2132223"/>
                  <a:pt x="8971169" y="2139906"/>
                  <a:pt x="8971169" y="2149783"/>
                </a:cubicBezTo>
                <a:cubicBezTo>
                  <a:pt x="8971169" y="2159661"/>
                  <a:pt x="8979400" y="2168440"/>
                  <a:pt x="8989826" y="2168440"/>
                </a:cubicBezTo>
                <a:cubicBezTo>
                  <a:pt x="9000252" y="2168440"/>
                  <a:pt x="9008483" y="2160209"/>
                  <a:pt x="9008483" y="2149783"/>
                </a:cubicBezTo>
                <a:cubicBezTo>
                  <a:pt x="9008483" y="2139357"/>
                  <a:pt x="9001349" y="2132223"/>
                  <a:pt x="8992021" y="2131126"/>
                </a:cubicBezTo>
                <a:lnTo>
                  <a:pt x="8992021" y="1355772"/>
                </a:lnTo>
                <a:lnTo>
                  <a:pt x="9163224" y="1184568"/>
                </a:lnTo>
                <a:cubicBezTo>
                  <a:pt x="9170358" y="1190056"/>
                  <a:pt x="9181332" y="1189508"/>
                  <a:pt x="9187917" y="1182923"/>
                </a:cubicBezTo>
                <a:cubicBezTo>
                  <a:pt x="9195051" y="1175789"/>
                  <a:pt x="9195051" y="1163717"/>
                  <a:pt x="9187917" y="1156584"/>
                </a:cubicBezTo>
                <a:cubicBezTo>
                  <a:pt x="9184350" y="1153017"/>
                  <a:pt x="9179549" y="1151234"/>
                  <a:pt x="9174747" y="1151234"/>
                </a:cubicBezTo>
                <a:close/>
                <a:moveTo>
                  <a:pt x="15646457" y="1093480"/>
                </a:moveTo>
                <a:cubicBezTo>
                  <a:pt x="15636032" y="1093480"/>
                  <a:pt x="15628898" y="1100613"/>
                  <a:pt x="15627801" y="1109942"/>
                </a:cubicBezTo>
                <a:lnTo>
                  <a:pt x="15261799" y="1109942"/>
                </a:lnTo>
                <a:lnTo>
                  <a:pt x="14370115" y="2001627"/>
                </a:lnTo>
                <a:lnTo>
                  <a:pt x="12913787" y="2001627"/>
                </a:lnTo>
                <a:lnTo>
                  <a:pt x="12637776" y="2277637"/>
                </a:lnTo>
                <a:cubicBezTo>
                  <a:pt x="12630644" y="2272150"/>
                  <a:pt x="12619669" y="2272699"/>
                  <a:pt x="12613083" y="2279283"/>
                </a:cubicBezTo>
                <a:cubicBezTo>
                  <a:pt x="12605951" y="2286416"/>
                  <a:pt x="12605951" y="2298489"/>
                  <a:pt x="12613083" y="2305623"/>
                </a:cubicBezTo>
                <a:cubicBezTo>
                  <a:pt x="12620217" y="2312755"/>
                  <a:pt x="12632289" y="2312755"/>
                  <a:pt x="12639422" y="2305623"/>
                </a:cubicBezTo>
                <a:cubicBezTo>
                  <a:pt x="12646556" y="2298489"/>
                  <a:pt x="12646556" y="2288612"/>
                  <a:pt x="12641069" y="2280929"/>
                </a:cubicBezTo>
                <a:lnTo>
                  <a:pt x="12915982" y="2006016"/>
                </a:lnTo>
                <a:lnTo>
                  <a:pt x="14372309" y="2006016"/>
                </a:lnTo>
                <a:lnTo>
                  <a:pt x="15263994" y="1114332"/>
                </a:lnTo>
                <a:lnTo>
                  <a:pt x="15627801" y="1114332"/>
                </a:lnTo>
                <a:cubicBezTo>
                  <a:pt x="15628898" y="1123660"/>
                  <a:pt x="15636580" y="1130793"/>
                  <a:pt x="15646457" y="1130793"/>
                </a:cubicBezTo>
                <a:cubicBezTo>
                  <a:pt x="15656335" y="1130793"/>
                  <a:pt x="15665115" y="1122562"/>
                  <a:pt x="15665115" y="1112137"/>
                </a:cubicBezTo>
                <a:cubicBezTo>
                  <a:pt x="15665115" y="1101710"/>
                  <a:pt x="15656884" y="1093480"/>
                  <a:pt x="15646457" y="1093480"/>
                </a:cubicBezTo>
                <a:close/>
                <a:moveTo>
                  <a:pt x="10528462" y="910342"/>
                </a:moveTo>
                <a:cubicBezTo>
                  <a:pt x="10523661" y="910342"/>
                  <a:pt x="10518859" y="912125"/>
                  <a:pt x="10515293" y="915692"/>
                </a:cubicBezTo>
                <a:cubicBezTo>
                  <a:pt x="10508708" y="922277"/>
                  <a:pt x="10508159" y="932702"/>
                  <a:pt x="10513647" y="940385"/>
                </a:cubicBezTo>
                <a:lnTo>
                  <a:pt x="10258488" y="1195543"/>
                </a:lnTo>
                <a:lnTo>
                  <a:pt x="10258488" y="1450154"/>
                </a:lnTo>
                <a:lnTo>
                  <a:pt x="9748718" y="1959923"/>
                </a:lnTo>
                <a:cubicBezTo>
                  <a:pt x="9741585" y="1954435"/>
                  <a:pt x="9730610" y="1954984"/>
                  <a:pt x="9724026" y="1961569"/>
                </a:cubicBezTo>
                <a:cubicBezTo>
                  <a:pt x="9716892" y="1968703"/>
                  <a:pt x="9716892" y="1980775"/>
                  <a:pt x="9724026" y="1987908"/>
                </a:cubicBezTo>
                <a:cubicBezTo>
                  <a:pt x="9731159" y="1995042"/>
                  <a:pt x="9743231" y="1995042"/>
                  <a:pt x="9750364" y="1987908"/>
                </a:cubicBezTo>
                <a:cubicBezTo>
                  <a:pt x="9757498" y="1980775"/>
                  <a:pt x="9757498" y="1970898"/>
                  <a:pt x="9752011" y="1963215"/>
                </a:cubicBezTo>
                <a:lnTo>
                  <a:pt x="10262329" y="1452897"/>
                </a:lnTo>
                <a:lnTo>
                  <a:pt x="10262878" y="1452897"/>
                </a:lnTo>
                <a:lnTo>
                  <a:pt x="10262878" y="1197738"/>
                </a:lnTo>
                <a:lnTo>
                  <a:pt x="10516939" y="943676"/>
                </a:lnTo>
                <a:cubicBezTo>
                  <a:pt x="10524072" y="949164"/>
                  <a:pt x="10535047" y="948616"/>
                  <a:pt x="10541632" y="942031"/>
                </a:cubicBezTo>
                <a:cubicBezTo>
                  <a:pt x="10548765" y="934897"/>
                  <a:pt x="10548765" y="922825"/>
                  <a:pt x="10541632" y="915692"/>
                </a:cubicBezTo>
                <a:cubicBezTo>
                  <a:pt x="10538065" y="912125"/>
                  <a:pt x="10533264" y="910342"/>
                  <a:pt x="10528462" y="910342"/>
                </a:cubicBezTo>
                <a:close/>
                <a:moveTo>
                  <a:pt x="11855289" y="888804"/>
                </a:moveTo>
                <a:cubicBezTo>
                  <a:pt x="11844863" y="888804"/>
                  <a:pt x="11837730" y="895938"/>
                  <a:pt x="11836631" y="905266"/>
                </a:cubicBezTo>
                <a:lnTo>
                  <a:pt x="10989943" y="905266"/>
                </a:lnTo>
                <a:lnTo>
                  <a:pt x="10868674" y="1026535"/>
                </a:lnTo>
                <a:cubicBezTo>
                  <a:pt x="10861541" y="1021048"/>
                  <a:pt x="10850566" y="1021596"/>
                  <a:pt x="10843981" y="1028181"/>
                </a:cubicBezTo>
                <a:cubicBezTo>
                  <a:pt x="10836848" y="1035315"/>
                  <a:pt x="10836848" y="1047387"/>
                  <a:pt x="10843981" y="1054520"/>
                </a:cubicBezTo>
                <a:cubicBezTo>
                  <a:pt x="10851115" y="1061654"/>
                  <a:pt x="10863187" y="1061654"/>
                  <a:pt x="10870320" y="1054520"/>
                </a:cubicBezTo>
                <a:cubicBezTo>
                  <a:pt x="10876905" y="1047935"/>
                  <a:pt x="10877454" y="1037509"/>
                  <a:pt x="10871966" y="1029827"/>
                </a:cubicBezTo>
                <a:lnTo>
                  <a:pt x="10992139" y="909655"/>
                </a:lnTo>
                <a:lnTo>
                  <a:pt x="11836631" y="909655"/>
                </a:lnTo>
                <a:cubicBezTo>
                  <a:pt x="11837730" y="918984"/>
                  <a:pt x="11845412" y="926118"/>
                  <a:pt x="11855289" y="926118"/>
                </a:cubicBezTo>
                <a:cubicBezTo>
                  <a:pt x="11865166" y="926118"/>
                  <a:pt x="11873946" y="917887"/>
                  <a:pt x="11873946" y="907461"/>
                </a:cubicBezTo>
                <a:cubicBezTo>
                  <a:pt x="11873946" y="897035"/>
                  <a:pt x="11865714" y="888804"/>
                  <a:pt x="11855289" y="888804"/>
                </a:cubicBezTo>
                <a:close/>
                <a:moveTo>
                  <a:pt x="2058830" y="752856"/>
                </a:moveTo>
                <a:cubicBezTo>
                  <a:pt x="2054029" y="752856"/>
                  <a:pt x="2049227" y="754640"/>
                  <a:pt x="2045661" y="758206"/>
                </a:cubicBezTo>
                <a:cubicBezTo>
                  <a:pt x="2038527" y="765340"/>
                  <a:pt x="2038527" y="777412"/>
                  <a:pt x="2045661" y="784545"/>
                </a:cubicBezTo>
                <a:cubicBezTo>
                  <a:pt x="2052246" y="791130"/>
                  <a:pt x="2062672" y="791679"/>
                  <a:pt x="2070354" y="786192"/>
                </a:cubicBezTo>
                <a:lnTo>
                  <a:pt x="2323318" y="1039156"/>
                </a:lnTo>
                <a:lnTo>
                  <a:pt x="3025142" y="1039156"/>
                </a:lnTo>
                <a:cubicBezTo>
                  <a:pt x="3026240" y="1048484"/>
                  <a:pt x="3033922" y="1055617"/>
                  <a:pt x="3043799" y="1055617"/>
                </a:cubicBezTo>
                <a:cubicBezTo>
                  <a:pt x="3053676" y="1055617"/>
                  <a:pt x="3062456" y="1047387"/>
                  <a:pt x="3062456" y="1036961"/>
                </a:cubicBezTo>
                <a:cubicBezTo>
                  <a:pt x="3062456" y="1026535"/>
                  <a:pt x="3054225" y="1018304"/>
                  <a:pt x="3043799" y="1018304"/>
                </a:cubicBezTo>
                <a:cubicBezTo>
                  <a:pt x="3033372" y="1018304"/>
                  <a:pt x="3026240" y="1025437"/>
                  <a:pt x="3025142" y="1034766"/>
                </a:cubicBezTo>
                <a:lnTo>
                  <a:pt x="2325512" y="1034766"/>
                </a:lnTo>
                <a:lnTo>
                  <a:pt x="2073647" y="782900"/>
                </a:lnTo>
                <a:cubicBezTo>
                  <a:pt x="2079134" y="775766"/>
                  <a:pt x="2078585" y="764791"/>
                  <a:pt x="2072000" y="758206"/>
                </a:cubicBezTo>
                <a:cubicBezTo>
                  <a:pt x="2068433" y="754640"/>
                  <a:pt x="2063631" y="752856"/>
                  <a:pt x="2058830" y="752856"/>
                </a:cubicBezTo>
                <a:close/>
                <a:moveTo>
                  <a:pt x="9086952" y="747780"/>
                </a:moveTo>
                <a:cubicBezTo>
                  <a:pt x="9076526" y="747780"/>
                  <a:pt x="9068294" y="756011"/>
                  <a:pt x="9068294" y="766437"/>
                </a:cubicBezTo>
                <a:cubicBezTo>
                  <a:pt x="9068294" y="776863"/>
                  <a:pt x="9075428" y="783997"/>
                  <a:pt x="9084757" y="785094"/>
                </a:cubicBezTo>
                <a:lnTo>
                  <a:pt x="9084757" y="966724"/>
                </a:lnTo>
                <a:lnTo>
                  <a:pt x="8528345" y="1523134"/>
                </a:lnTo>
                <a:lnTo>
                  <a:pt x="8527797" y="1523134"/>
                </a:lnTo>
                <a:lnTo>
                  <a:pt x="8527248" y="1523134"/>
                </a:lnTo>
                <a:lnTo>
                  <a:pt x="8527248" y="2683696"/>
                </a:lnTo>
                <a:lnTo>
                  <a:pt x="8318730" y="2892213"/>
                </a:lnTo>
                <a:lnTo>
                  <a:pt x="8318182" y="2892213"/>
                </a:lnTo>
                <a:lnTo>
                  <a:pt x="8318182" y="3225840"/>
                </a:lnTo>
                <a:lnTo>
                  <a:pt x="8323120" y="3225840"/>
                </a:lnTo>
                <a:lnTo>
                  <a:pt x="8323120" y="2894957"/>
                </a:lnTo>
                <a:lnTo>
                  <a:pt x="8531638" y="2686440"/>
                </a:lnTo>
                <a:lnTo>
                  <a:pt x="8532186" y="2686440"/>
                </a:lnTo>
                <a:lnTo>
                  <a:pt x="8532186" y="1525878"/>
                </a:lnTo>
                <a:lnTo>
                  <a:pt x="9088598" y="969467"/>
                </a:lnTo>
                <a:lnTo>
                  <a:pt x="9089146" y="969467"/>
                </a:lnTo>
                <a:lnTo>
                  <a:pt x="9089146" y="785094"/>
                </a:lnTo>
                <a:cubicBezTo>
                  <a:pt x="9098474" y="783997"/>
                  <a:pt x="9105608" y="776315"/>
                  <a:pt x="9105608" y="766437"/>
                </a:cubicBezTo>
                <a:cubicBezTo>
                  <a:pt x="9105608" y="756561"/>
                  <a:pt x="9097377" y="747780"/>
                  <a:pt x="9086952" y="747780"/>
                </a:cubicBezTo>
                <a:close/>
                <a:moveTo>
                  <a:pt x="9961625" y="705117"/>
                </a:moveTo>
                <a:cubicBezTo>
                  <a:pt x="9956824" y="705117"/>
                  <a:pt x="9952023" y="706900"/>
                  <a:pt x="9948456" y="710467"/>
                </a:cubicBezTo>
                <a:cubicBezTo>
                  <a:pt x="9941322" y="717600"/>
                  <a:pt x="9941322" y="727478"/>
                  <a:pt x="9946810" y="735160"/>
                </a:cubicBezTo>
                <a:lnTo>
                  <a:pt x="9173650" y="1508318"/>
                </a:lnTo>
                <a:lnTo>
                  <a:pt x="9173650" y="1507770"/>
                </a:lnTo>
                <a:lnTo>
                  <a:pt x="9173102" y="1507770"/>
                </a:lnTo>
                <a:lnTo>
                  <a:pt x="9173102" y="1703666"/>
                </a:lnTo>
                <a:lnTo>
                  <a:pt x="9293273" y="1823838"/>
                </a:lnTo>
                <a:lnTo>
                  <a:pt x="9293273" y="2141004"/>
                </a:lnTo>
                <a:lnTo>
                  <a:pt x="8559074" y="2875203"/>
                </a:lnTo>
                <a:lnTo>
                  <a:pt x="8558525" y="2875203"/>
                </a:lnTo>
                <a:lnTo>
                  <a:pt x="8558525" y="3232426"/>
                </a:lnTo>
                <a:lnTo>
                  <a:pt x="8563464" y="3232426"/>
                </a:lnTo>
                <a:lnTo>
                  <a:pt x="8563464" y="2877947"/>
                </a:lnTo>
                <a:lnTo>
                  <a:pt x="9297663" y="2143748"/>
                </a:lnTo>
                <a:lnTo>
                  <a:pt x="9298212" y="2143748"/>
                </a:lnTo>
                <a:lnTo>
                  <a:pt x="9298212" y="1822192"/>
                </a:lnTo>
                <a:lnTo>
                  <a:pt x="9178041" y="1702020"/>
                </a:lnTo>
                <a:lnTo>
                  <a:pt x="9178041" y="1510514"/>
                </a:lnTo>
                <a:lnTo>
                  <a:pt x="9950101" y="738452"/>
                </a:lnTo>
                <a:cubicBezTo>
                  <a:pt x="9957236" y="743939"/>
                  <a:pt x="9968210" y="743391"/>
                  <a:pt x="9974795" y="736806"/>
                </a:cubicBezTo>
                <a:cubicBezTo>
                  <a:pt x="9981928" y="729672"/>
                  <a:pt x="9981928" y="717600"/>
                  <a:pt x="9974795" y="710467"/>
                </a:cubicBezTo>
                <a:cubicBezTo>
                  <a:pt x="9971228" y="706900"/>
                  <a:pt x="9966427" y="705117"/>
                  <a:pt x="9961625" y="705117"/>
                </a:cubicBezTo>
                <a:close/>
                <a:moveTo>
                  <a:pt x="6732354" y="645717"/>
                </a:moveTo>
                <a:cubicBezTo>
                  <a:pt x="6721930" y="645717"/>
                  <a:pt x="6713699" y="653948"/>
                  <a:pt x="6713699" y="664374"/>
                </a:cubicBezTo>
                <a:cubicBezTo>
                  <a:pt x="6713699" y="669587"/>
                  <a:pt x="6715482" y="673977"/>
                  <a:pt x="6718432" y="677200"/>
                </a:cubicBezTo>
                <a:lnTo>
                  <a:pt x="6729612" y="682758"/>
                </a:lnTo>
                <a:lnTo>
                  <a:pt x="6729612" y="682482"/>
                </a:lnTo>
                <a:lnTo>
                  <a:pt x="6730160" y="683030"/>
                </a:lnTo>
                <a:lnTo>
                  <a:pt x="6729612" y="682758"/>
                </a:lnTo>
                <a:lnTo>
                  <a:pt x="6729612" y="1223529"/>
                </a:lnTo>
                <a:lnTo>
                  <a:pt x="7265720" y="1759636"/>
                </a:lnTo>
                <a:cubicBezTo>
                  <a:pt x="7260232" y="1766770"/>
                  <a:pt x="7260781" y="1777745"/>
                  <a:pt x="7267366" y="1784330"/>
                </a:cubicBezTo>
                <a:cubicBezTo>
                  <a:pt x="7274500" y="1791463"/>
                  <a:pt x="7286572" y="1791463"/>
                  <a:pt x="7293705" y="1784330"/>
                </a:cubicBezTo>
                <a:cubicBezTo>
                  <a:pt x="7300839" y="1777196"/>
                  <a:pt x="7300839" y="1765124"/>
                  <a:pt x="7293705" y="1757991"/>
                </a:cubicBezTo>
                <a:cubicBezTo>
                  <a:pt x="7287120" y="1751406"/>
                  <a:pt x="7276695" y="1750857"/>
                  <a:pt x="7269012" y="1756344"/>
                </a:cubicBezTo>
                <a:lnTo>
                  <a:pt x="6734550" y="1221882"/>
                </a:lnTo>
                <a:lnTo>
                  <a:pt x="6734550" y="683030"/>
                </a:lnTo>
                <a:cubicBezTo>
                  <a:pt x="6743879" y="681933"/>
                  <a:pt x="6751012" y="674251"/>
                  <a:pt x="6751012" y="664374"/>
                </a:cubicBezTo>
                <a:cubicBezTo>
                  <a:pt x="6751012" y="654496"/>
                  <a:pt x="6742780" y="645717"/>
                  <a:pt x="6732354" y="645717"/>
                </a:cubicBezTo>
                <a:close/>
                <a:moveTo>
                  <a:pt x="10619003" y="642013"/>
                </a:moveTo>
                <a:cubicBezTo>
                  <a:pt x="10614201" y="642013"/>
                  <a:pt x="10609400" y="643797"/>
                  <a:pt x="10605833" y="647363"/>
                </a:cubicBezTo>
                <a:cubicBezTo>
                  <a:pt x="10598700" y="654496"/>
                  <a:pt x="10598700" y="664374"/>
                  <a:pt x="10604187" y="672056"/>
                </a:cubicBezTo>
                <a:lnTo>
                  <a:pt x="9547334" y="1728908"/>
                </a:lnTo>
                <a:lnTo>
                  <a:pt x="9546786" y="1728908"/>
                </a:lnTo>
                <a:lnTo>
                  <a:pt x="9546237" y="1728908"/>
                </a:lnTo>
                <a:lnTo>
                  <a:pt x="9546237" y="1992846"/>
                </a:lnTo>
                <a:lnTo>
                  <a:pt x="8674855" y="2864228"/>
                </a:lnTo>
                <a:lnTo>
                  <a:pt x="8674306" y="2864228"/>
                </a:lnTo>
                <a:lnTo>
                  <a:pt x="8674306" y="3259313"/>
                </a:lnTo>
                <a:lnTo>
                  <a:pt x="8679246" y="3259313"/>
                </a:lnTo>
                <a:lnTo>
                  <a:pt x="8679246" y="2866972"/>
                </a:lnTo>
                <a:lnTo>
                  <a:pt x="9550628" y="1995590"/>
                </a:lnTo>
                <a:lnTo>
                  <a:pt x="9551176" y="1995590"/>
                </a:lnTo>
                <a:lnTo>
                  <a:pt x="9551176" y="1731652"/>
                </a:lnTo>
                <a:lnTo>
                  <a:pt x="10607479" y="675348"/>
                </a:lnTo>
                <a:cubicBezTo>
                  <a:pt x="10614612" y="680836"/>
                  <a:pt x="10625587" y="680287"/>
                  <a:pt x="10632172" y="673703"/>
                </a:cubicBezTo>
                <a:cubicBezTo>
                  <a:pt x="10639306" y="666569"/>
                  <a:pt x="10639306" y="654496"/>
                  <a:pt x="10632172" y="647363"/>
                </a:cubicBezTo>
                <a:cubicBezTo>
                  <a:pt x="10628606" y="643797"/>
                  <a:pt x="10623804" y="642013"/>
                  <a:pt x="10619003" y="642013"/>
                </a:cubicBezTo>
                <a:close/>
                <a:moveTo>
                  <a:pt x="8361532" y="559155"/>
                </a:moveTo>
                <a:cubicBezTo>
                  <a:pt x="8356730" y="559155"/>
                  <a:pt x="8351929" y="560939"/>
                  <a:pt x="8348362" y="564506"/>
                </a:cubicBezTo>
                <a:cubicBezTo>
                  <a:pt x="8341777" y="571090"/>
                  <a:pt x="8341228" y="581516"/>
                  <a:pt x="8346716" y="589198"/>
                </a:cubicBezTo>
                <a:lnTo>
                  <a:pt x="8076192" y="859721"/>
                </a:lnTo>
                <a:lnTo>
                  <a:pt x="8075643" y="859721"/>
                </a:lnTo>
                <a:lnTo>
                  <a:pt x="8075643" y="1055617"/>
                </a:lnTo>
                <a:lnTo>
                  <a:pt x="8195816" y="1175789"/>
                </a:lnTo>
                <a:lnTo>
                  <a:pt x="8195816" y="2295745"/>
                </a:lnTo>
                <a:lnTo>
                  <a:pt x="8195268" y="2295745"/>
                </a:lnTo>
                <a:lnTo>
                  <a:pt x="7973032" y="2517980"/>
                </a:lnTo>
                <a:lnTo>
                  <a:pt x="7972482" y="2517980"/>
                </a:lnTo>
                <a:lnTo>
                  <a:pt x="7972482" y="3202245"/>
                </a:lnTo>
                <a:lnTo>
                  <a:pt x="7977421" y="3202245"/>
                </a:lnTo>
                <a:lnTo>
                  <a:pt x="7977421" y="2520724"/>
                </a:lnTo>
                <a:lnTo>
                  <a:pt x="8199656" y="2298489"/>
                </a:lnTo>
                <a:lnTo>
                  <a:pt x="8200204" y="2298489"/>
                </a:lnTo>
                <a:lnTo>
                  <a:pt x="8200204" y="1174143"/>
                </a:lnTo>
                <a:lnTo>
                  <a:pt x="8080034" y="1053972"/>
                </a:lnTo>
                <a:lnTo>
                  <a:pt x="8080034" y="862465"/>
                </a:lnTo>
                <a:lnTo>
                  <a:pt x="8350008" y="592490"/>
                </a:lnTo>
                <a:cubicBezTo>
                  <a:pt x="8357142" y="597977"/>
                  <a:pt x="8368116" y="597428"/>
                  <a:pt x="8374701" y="590844"/>
                </a:cubicBezTo>
                <a:cubicBezTo>
                  <a:pt x="8381834" y="583711"/>
                  <a:pt x="8381834" y="571638"/>
                  <a:pt x="8374701" y="564506"/>
                </a:cubicBezTo>
                <a:cubicBezTo>
                  <a:pt x="8371134" y="560939"/>
                  <a:pt x="8366333" y="559155"/>
                  <a:pt x="8361532" y="559155"/>
                </a:cubicBezTo>
                <a:close/>
                <a:moveTo>
                  <a:pt x="9196696" y="544202"/>
                </a:moveTo>
                <a:lnTo>
                  <a:pt x="9196148" y="544202"/>
                </a:lnTo>
                <a:lnTo>
                  <a:pt x="9196148" y="544750"/>
                </a:lnTo>
                <a:close/>
                <a:moveTo>
                  <a:pt x="9731159" y="425265"/>
                </a:moveTo>
                <a:cubicBezTo>
                  <a:pt x="9726358" y="425265"/>
                  <a:pt x="9721556" y="427048"/>
                  <a:pt x="9717990" y="430615"/>
                </a:cubicBezTo>
                <a:cubicBezTo>
                  <a:pt x="9710856" y="437749"/>
                  <a:pt x="9710856" y="447626"/>
                  <a:pt x="9716344" y="455308"/>
                </a:cubicBezTo>
                <a:lnTo>
                  <a:pt x="8747837" y="1423815"/>
                </a:lnTo>
                <a:lnTo>
                  <a:pt x="8747288" y="1423815"/>
                </a:lnTo>
                <a:lnTo>
                  <a:pt x="8747288" y="1828228"/>
                </a:lnTo>
                <a:lnTo>
                  <a:pt x="8854291" y="1935230"/>
                </a:lnTo>
                <a:lnTo>
                  <a:pt x="8854291" y="2265017"/>
                </a:lnTo>
                <a:lnTo>
                  <a:pt x="8684733" y="2434574"/>
                </a:lnTo>
                <a:cubicBezTo>
                  <a:pt x="8677599" y="2429086"/>
                  <a:pt x="8666624" y="2429635"/>
                  <a:pt x="8660040" y="2436219"/>
                </a:cubicBezTo>
                <a:cubicBezTo>
                  <a:pt x="8652907" y="2443353"/>
                  <a:pt x="8652907" y="2455425"/>
                  <a:pt x="8660040" y="2462558"/>
                </a:cubicBezTo>
                <a:cubicBezTo>
                  <a:pt x="8667174" y="2469692"/>
                  <a:pt x="8679246" y="2469692"/>
                  <a:pt x="8686379" y="2462558"/>
                </a:cubicBezTo>
                <a:cubicBezTo>
                  <a:pt x="8693513" y="2455425"/>
                  <a:pt x="8693513" y="2445548"/>
                  <a:pt x="8688025" y="2437866"/>
                </a:cubicBezTo>
                <a:lnTo>
                  <a:pt x="8858679" y="2267211"/>
                </a:lnTo>
                <a:lnTo>
                  <a:pt x="8859229" y="2267211"/>
                </a:lnTo>
                <a:lnTo>
                  <a:pt x="8859229" y="1932486"/>
                </a:lnTo>
                <a:lnTo>
                  <a:pt x="8752227" y="1825485"/>
                </a:lnTo>
                <a:lnTo>
                  <a:pt x="8752227" y="1426010"/>
                </a:lnTo>
                <a:lnTo>
                  <a:pt x="9719635" y="458600"/>
                </a:lnTo>
                <a:cubicBezTo>
                  <a:pt x="9726769" y="464088"/>
                  <a:pt x="9737744" y="463539"/>
                  <a:pt x="9744329" y="456954"/>
                </a:cubicBezTo>
                <a:cubicBezTo>
                  <a:pt x="9751462" y="449821"/>
                  <a:pt x="9751462" y="437749"/>
                  <a:pt x="9744329" y="430615"/>
                </a:cubicBezTo>
                <a:cubicBezTo>
                  <a:pt x="9740762" y="427048"/>
                  <a:pt x="9735960" y="425265"/>
                  <a:pt x="9731159" y="425265"/>
                </a:cubicBezTo>
                <a:close/>
                <a:moveTo>
                  <a:pt x="5143236" y="372038"/>
                </a:moveTo>
                <a:cubicBezTo>
                  <a:pt x="5138435" y="372038"/>
                  <a:pt x="5133634" y="373822"/>
                  <a:pt x="5130067" y="377389"/>
                </a:cubicBezTo>
                <a:cubicBezTo>
                  <a:pt x="5122933" y="384522"/>
                  <a:pt x="5122933" y="396594"/>
                  <a:pt x="5130067" y="403728"/>
                </a:cubicBezTo>
                <a:cubicBezTo>
                  <a:pt x="5136652" y="410313"/>
                  <a:pt x="5147077" y="410861"/>
                  <a:pt x="5154760" y="405373"/>
                </a:cubicBezTo>
                <a:lnTo>
                  <a:pt x="5498812" y="749427"/>
                </a:lnTo>
                <a:lnTo>
                  <a:pt x="5498812" y="1292668"/>
                </a:lnTo>
                <a:lnTo>
                  <a:pt x="6492012" y="2285868"/>
                </a:lnTo>
                <a:cubicBezTo>
                  <a:pt x="6486526" y="2293001"/>
                  <a:pt x="6487074" y="2303976"/>
                  <a:pt x="6493658" y="2310561"/>
                </a:cubicBezTo>
                <a:cubicBezTo>
                  <a:pt x="6500243" y="2317146"/>
                  <a:pt x="6512864" y="2317695"/>
                  <a:pt x="6519997" y="2310561"/>
                </a:cubicBezTo>
                <a:cubicBezTo>
                  <a:pt x="6527130" y="2303427"/>
                  <a:pt x="6527130" y="2291356"/>
                  <a:pt x="6519997" y="2284222"/>
                </a:cubicBezTo>
                <a:cubicBezTo>
                  <a:pt x="6512864" y="2277088"/>
                  <a:pt x="6502987" y="2277088"/>
                  <a:pt x="6495304" y="2282575"/>
                </a:cubicBezTo>
                <a:lnTo>
                  <a:pt x="5503751" y="1291022"/>
                </a:lnTo>
                <a:lnTo>
                  <a:pt x="5503751" y="747780"/>
                </a:lnTo>
                <a:lnTo>
                  <a:pt x="5158052" y="402081"/>
                </a:lnTo>
                <a:cubicBezTo>
                  <a:pt x="5163540" y="394948"/>
                  <a:pt x="5162991" y="383974"/>
                  <a:pt x="5156406" y="377389"/>
                </a:cubicBezTo>
                <a:cubicBezTo>
                  <a:pt x="5152839" y="373822"/>
                  <a:pt x="5148038" y="372038"/>
                  <a:pt x="5143236" y="372038"/>
                </a:cubicBezTo>
                <a:close/>
                <a:moveTo>
                  <a:pt x="30180" y="329238"/>
                </a:moveTo>
                <a:cubicBezTo>
                  <a:pt x="25378" y="329238"/>
                  <a:pt x="20578" y="331021"/>
                  <a:pt x="17010" y="334587"/>
                </a:cubicBezTo>
                <a:cubicBezTo>
                  <a:pt x="9876" y="341721"/>
                  <a:pt x="9876" y="353794"/>
                  <a:pt x="17010" y="360926"/>
                </a:cubicBezTo>
                <a:cubicBezTo>
                  <a:pt x="23594" y="367511"/>
                  <a:pt x="34020" y="368060"/>
                  <a:pt x="41702" y="362573"/>
                </a:cubicBezTo>
                <a:lnTo>
                  <a:pt x="560800" y="881671"/>
                </a:lnTo>
                <a:lnTo>
                  <a:pt x="1124344" y="881671"/>
                </a:lnTo>
                <a:lnTo>
                  <a:pt x="1953474" y="1710800"/>
                </a:lnTo>
                <a:lnTo>
                  <a:pt x="2496168" y="1710800"/>
                </a:lnTo>
                <a:lnTo>
                  <a:pt x="3193602" y="2408235"/>
                </a:lnTo>
                <a:lnTo>
                  <a:pt x="3588687" y="2408235"/>
                </a:lnTo>
                <a:lnTo>
                  <a:pt x="4287219" y="3106766"/>
                </a:lnTo>
                <a:lnTo>
                  <a:pt x="5315537" y="3106766"/>
                </a:lnTo>
                <a:lnTo>
                  <a:pt x="5924078" y="3715307"/>
                </a:lnTo>
                <a:lnTo>
                  <a:pt x="6682420" y="3715307"/>
                </a:lnTo>
                <a:lnTo>
                  <a:pt x="6682420" y="3710368"/>
                </a:lnTo>
                <a:lnTo>
                  <a:pt x="5926273" y="3710368"/>
                </a:lnTo>
                <a:lnTo>
                  <a:pt x="5317732" y="3101828"/>
                </a:lnTo>
                <a:lnTo>
                  <a:pt x="4289414" y="3101828"/>
                </a:lnTo>
                <a:lnTo>
                  <a:pt x="3590882" y="2403296"/>
                </a:lnTo>
                <a:lnTo>
                  <a:pt x="3195797" y="2403296"/>
                </a:lnTo>
                <a:lnTo>
                  <a:pt x="2498362" y="1705861"/>
                </a:lnTo>
                <a:lnTo>
                  <a:pt x="1955669" y="1705861"/>
                </a:lnTo>
                <a:lnTo>
                  <a:pt x="1126540" y="876732"/>
                </a:lnTo>
                <a:lnTo>
                  <a:pt x="562996" y="876732"/>
                </a:lnTo>
                <a:lnTo>
                  <a:pt x="44994" y="359280"/>
                </a:lnTo>
                <a:cubicBezTo>
                  <a:pt x="50482" y="352147"/>
                  <a:pt x="49934" y="341172"/>
                  <a:pt x="43348" y="334587"/>
                </a:cubicBezTo>
                <a:cubicBezTo>
                  <a:pt x="39782" y="331021"/>
                  <a:pt x="34982" y="329238"/>
                  <a:pt x="30180" y="329238"/>
                </a:cubicBezTo>
                <a:close/>
                <a:moveTo>
                  <a:pt x="8003760" y="292473"/>
                </a:moveTo>
                <a:cubicBezTo>
                  <a:pt x="7998959" y="292473"/>
                  <a:pt x="7994157" y="294256"/>
                  <a:pt x="7990591" y="297823"/>
                </a:cubicBezTo>
                <a:cubicBezTo>
                  <a:pt x="7984007" y="304407"/>
                  <a:pt x="7983457" y="314833"/>
                  <a:pt x="7988944" y="322515"/>
                </a:cubicBezTo>
                <a:lnTo>
                  <a:pt x="7868774" y="442687"/>
                </a:lnTo>
                <a:lnTo>
                  <a:pt x="7868774" y="1451251"/>
                </a:lnTo>
                <a:lnTo>
                  <a:pt x="7746406" y="1573618"/>
                </a:lnTo>
                <a:lnTo>
                  <a:pt x="7746406" y="3202794"/>
                </a:lnTo>
                <a:lnTo>
                  <a:pt x="7751346" y="3202794"/>
                </a:lnTo>
                <a:lnTo>
                  <a:pt x="7751346" y="1575812"/>
                </a:lnTo>
                <a:lnTo>
                  <a:pt x="7873712" y="1453446"/>
                </a:lnTo>
                <a:lnTo>
                  <a:pt x="7873712" y="444334"/>
                </a:lnTo>
                <a:lnTo>
                  <a:pt x="7992238" y="325808"/>
                </a:lnTo>
                <a:cubicBezTo>
                  <a:pt x="7999370" y="331296"/>
                  <a:pt x="8010345" y="330746"/>
                  <a:pt x="8016930" y="324162"/>
                </a:cubicBezTo>
                <a:cubicBezTo>
                  <a:pt x="8024064" y="317028"/>
                  <a:pt x="8024064" y="304957"/>
                  <a:pt x="8016930" y="297823"/>
                </a:cubicBezTo>
                <a:cubicBezTo>
                  <a:pt x="8013363" y="294256"/>
                  <a:pt x="8008561" y="292473"/>
                  <a:pt x="8003760" y="292473"/>
                </a:cubicBezTo>
                <a:close/>
                <a:moveTo>
                  <a:pt x="11430573" y="181629"/>
                </a:moveTo>
                <a:cubicBezTo>
                  <a:pt x="11425772" y="181629"/>
                  <a:pt x="11420971" y="183413"/>
                  <a:pt x="11417404" y="186979"/>
                </a:cubicBezTo>
                <a:cubicBezTo>
                  <a:pt x="11410819" y="193564"/>
                  <a:pt x="11410269" y="203990"/>
                  <a:pt x="11415757" y="211673"/>
                </a:cubicBezTo>
                <a:lnTo>
                  <a:pt x="11160598" y="466832"/>
                </a:lnTo>
                <a:lnTo>
                  <a:pt x="11160049" y="466832"/>
                </a:lnTo>
                <a:lnTo>
                  <a:pt x="11160049" y="614439"/>
                </a:lnTo>
                <a:cubicBezTo>
                  <a:pt x="11150721" y="615537"/>
                  <a:pt x="11143588" y="623219"/>
                  <a:pt x="11143588" y="633096"/>
                </a:cubicBezTo>
                <a:cubicBezTo>
                  <a:pt x="11143588" y="642973"/>
                  <a:pt x="11151818" y="651753"/>
                  <a:pt x="11162244" y="651753"/>
                </a:cubicBezTo>
                <a:lnTo>
                  <a:pt x="11162793" y="651205"/>
                </a:lnTo>
                <a:cubicBezTo>
                  <a:pt x="11173219" y="651205"/>
                  <a:pt x="11181450" y="642973"/>
                  <a:pt x="11181450" y="632548"/>
                </a:cubicBezTo>
                <a:cubicBezTo>
                  <a:pt x="11181450" y="622122"/>
                  <a:pt x="11174316" y="614988"/>
                  <a:pt x="11164988" y="613891"/>
                </a:cubicBezTo>
                <a:lnTo>
                  <a:pt x="11164988" y="469026"/>
                </a:lnTo>
                <a:lnTo>
                  <a:pt x="11419049" y="214965"/>
                </a:lnTo>
                <a:cubicBezTo>
                  <a:pt x="11426183" y="220452"/>
                  <a:pt x="11437158" y="219903"/>
                  <a:pt x="11443743" y="213318"/>
                </a:cubicBezTo>
                <a:cubicBezTo>
                  <a:pt x="11450876" y="206185"/>
                  <a:pt x="11450876" y="194113"/>
                  <a:pt x="11443743" y="186979"/>
                </a:cubicBezTo>
                <a:cubicBezTo>
                  <a:pt x="11440176" y="183413"/>
                  <a:pt x="11435374" y="181629"/>
                  <a:pt x="11430573" y="181629"/>
                </a:cubicBezTo>
                <a:close/>
                <a:moveTo>
                  <a:pt x="9575320" y="150352"/>
                </a:moveTo>
                <a:cubicBezTo>
                  <a:pt x="9570519" y="150352"/>
                  <a:pt x="9565717" y="152135"/>
                  <a:pt x="9562151" y="155702"/>
                </a:cubicBezTo>
                <a:cubicBezTo>
                  <a:pt x="9555565" y="162287"/>
                  <a:pt x="9555016" y="172712"/>
                  <a:pt x="9560504" y="180394"/>
                </a:cubicBezTo>
                <a:lnTo>
                  <a:pt x="9196696" y="544202"/>
                </a:lnTo>
                <a:lnTo>
                  <a:pt x="9196698" y="544202"/>
                </a:lnTo>
                <a:lnTo>
                  <a:pt x="9196148" y="544750"/>
                </a:lnTo>
                <a:lnTo>
                  <a:pt x="9196148" y="788935"/>
                </a:lnTo>
                <a:cubicBezTo>
                  <a:pt x="9186820" y="790033"/>
                  <a:pt x="9179687" y="797715"/>
                  <a:pt x="9179687" y="807592"/>
                </a:cubicBezTo>
                <a:cubicBezTo>
                  <a:pt x="9179687" y="817469"/>
                  <a:pt x="9187917" y="826249"/>
                  <a:pt x="9198343" y="826249"/>
                </a:cubicBezTo>
                <a:cubicBezTo>
                  <a:pt x="9208769" y="826249"/>
                  <a:pt x="9217000" y="818018"/>
                  <a:pt x="9217000" y="807592"/>
                </a:cubicBezTo>
                <a:cubicBezTo>
                  <a:pt x="9217000" y="797166"/>
                  <a:pt x="9209867" y="790033"/>
                  <a:pt x="9200538" y="788935"/>
                </a:cubicBezTo>
                <a:lnTo>
                  <a:pt x="9200538" y="546946"/>
                </a:lnTo>
                <a:lnTo>
                  <a:pt x="9563797" y="183687"/>
                </a:lnTo>
                <a:cubicBezTo>
                  <a:pt x="9570930" y="189175"/>
                  <a:pt x="9581905" y="188626"/>
                  <a:pt x="9588489" y="182041"/>
                </a:cubicBezTo>
                <a:cubicBezTo>
                  <a:pt x="9595623" y="174908"/>
                  <a:pt x="9595623" y="162836"/>
                  <a:pt x="9588489" y="155702"/>
                </a:cubicBezTo>
                <a:cubicBezTo>
                  <a:pt x="9584922" y="152135"/>
                  <a:pt x="9580121" y="150352"/>
                  <a:pt x="9575320" y="150352"/>
                </a:cubicBezTo>
                <a:close/>
                <a:moveTo>
                  <a:pt x="1234090" y="127716"/>
                </a:moveTo>
                <a:cubicBezTo>
                  <a:pt x="1223665" y="127716"/>
                  <a:pt x="1215434" y="135948"/>
                  <a:pt x="1215434" y="146373"/>
                </a:cubicBezTo>
                <a:cubicBezTo>
                  <a:pt x="1215434" y="156799"/>
                  <a:pt x="1222567" y="163933"/>
                  <a:pt x="1231896" y="165030"/>
                </a:cubicBezTo>
                <a:lnTo>
                  <a:pt x="1230798" y="165030"/>
                </a:lnTo>
                <a:lnTo>
                  <a:pt x="1230798" y="477257"/>
                </a:lnTo>
                <a:lnTo>
                  <a:pt x="1971034" y="1217492"/>
                </a:lnTo>
                <a:lnTo>
                  <a:pt x="3161228" y="1217492"/>
                </a:lnTo>
                <a:lnTo>
                  <a:pt x="3676483" y="1732749"/>
                </a:lnTo>
                <a:cubicBezTo>
                  <a:pt x="3670996" y="1739882"/>
                  <a:pt x="3671545" y="1750857"/>
                  <a:pt x="3678130" y="1757442"/>
                </a:cubicBezTo>
                <a:cubicBezTo>
                  <a:pt x="3685264" y="1764576"/>
                  <a:pt x="3697335" y="1764576"/>
                  <a:pt x="3704469" y="1757442"/>
                </a:cubicBezTo>
                <a:cubicBezTo>
                  <a:pt x="3711602" y="1750309"/>
                  <a:pt x="3711602" y="1738237"/>
                  <a:pt x="3704469" y="1731103"/>
                </a:cubicBezTo>
                <a:cubicBezTo>
                  <a:pt x="3697884" y="1724518"/>
                  <a:pt x="3687458" y="1723970"/>
                  <a:pt x="3679776" y="1729456"/>
                </a:cubicBezTo>
                <a:lnTo>
                  <a:pt x="3163422" y="1213103"/>
                </a:lnTo>
                <a:lnTo>
                  <a:pt x="1973229" y="1213103"/>
                </a:lnTo>
                <a:lnTo>
                  <a:pt x="1236286" y="475611"/>
                </a:lnTo>
                <a:lnTo>
                  <a:pt x="1236286" y="165030"/>
                </a:lnTo>
                <a:cubicBezTo>
                  <a:pt x="1245614" y="163933"/>
                  <a:pt x="1252747" y="156251"/>
                  <a:pt x="1252747" y="146373"/>
                </a:cubicBezTo>
                <a:cubicBezTo>
                  <a:pt x="1252747" y="136497"/>
                  <a:pt x="1244516" y="127716"/>
                  <a:pt x="1234090" y="127716"/>
                </a:cubicBezTo>
                <a:close/>
                <a:moveTo>
                  <a:pt x="12673444" y="85053"/>
                </a:moveTo>
                <a:cubicBezTo>
                  <a:pt x="12668643" y="85053"/>
                  <a:pt x="12663841" y="86837"/>
                  <a:pt x="12660274" y="90404"/>
                </a:cubicBezTo>
                <a:cubicBezTo>
                  <a:pt x="12653689" y="96988"/>
                  <a:pt x="12653141" y="107414"/>
                  <a:pt x="12658628" y="115096"/>
                </a:cubicBezTo>
                <a:lnTo>
                  <a:pt x="11994118" y="779607"/>
                </a:lnTo>
                <a:lnTo>
                  <a:pt x="10936717" y="779607"/>
                </a:lnTo>
                <a:lnTo>
                  <a:pt x="10717774" y="998550"/>
                </a:lnTo>
                <a:lnTo>
                  <a:pt x="10717226" y="998550"/>
                </a:lnTo>
                <a:lnTo>
                  <a:pt x="10717226" y="1374429"/>
                </a:lnTo>
                <a:lnTo>
                  <a:pt x="9451307" y="2640347"/>
                </a:lnTo>
                <a:lnTo>
                  <a:pt x="9450759" y="2640347"/>
                </a:lnTo>
                <a:lnTo>
                  <a:pt x="9450759" y="2640896"/>
                </a:lnTo>
                <a:lnTo>
                  <a:pt x="9450759" y="2952025"/>
                </a:lnTo>
                <a:lnTo>
                  <a:pt x="9278458" y="3124325"/>
                </a:lnTo>
                <a:cubicBezTo>
                  <a:pt x="9271324" y="3118839"/>
                  <a:pt x="9260349" y="3119387"/>
                  <a:pt x="9253764" y="3125971"/>
                </a:cubicBezTo>
                <a:cubicBezTo>
                  <a:pt x="9246632" y="3133106"/>
                  <a:pt x="9246632" y="3145178"/>
                  <a:pt x="9253764" y="3152311"/>
                </a:cubicBezTo>
                <a:cubicBezTo>
                  <a:pt x="9260898" y="3159445"/>
                  <a:pt x="9272970" y="3159445"/>
                  <a:pt x="9280104" y="3152311"/>
                </a:cubicBezTo>
                <a:cubicBezTo>
                  <a:pt x="9286688" y="3145726"/>
                  <a:pt x="9287238" y="3135300"/>
                  <a:pt x="9281750" y="3127618"/>
                </a:cubicBezTo>
                <a:lnTo>
                  <a:pt x="9455148" y="2954220"/>
                </a:lnTo>
                <a:lnTo>
                  <a:pt x="9455697" y="2954220"/>
                </a:lnTo>
                <a:lnTo>
                  <a:pt x="9455697" y="2642542"/>
                </a:lnTo>
                <a:lnTo>
                  <a:pt x="10721614" y="1376624"/>
                </a:lnTo>
                <a:lnTo>
                  <a:pt x="10722164" y="1376624"/>
                </a:lnTo>
                <a:lnTo>
                  <a:pt x="10722164" y="1000745"/>
                </a:lnTo>
                <a:lnTo>
                  <a:pt x="10938912" y="783997"/>
                </a:lnTo>
                <a:lnTo>
                  <a:pt x="11996312" y="783997"/>
                </a:lnTo>
                <a:lnTo>
                  <a:pt x="12661921" y="118388"/>
                </a:lnTo>
                <a:cubicBezTo>
                  <a:pt x="12669055" y="123875"/>
                  <a:pt x="12680029" y="123327"/>
                  <a:pt x="12686613" y="116743"/>
                </a:cubicBezTo>
                <a:cubicBezTo>
                  <a:pt x="12693747" y="109609"/>
                  <a:pt x="12693747" y="97536"/>
                  <a:pt x="12686613" y="90404"/>
                </a:cubicBezTo>
                <a:cubicBezTo>
                  <a:pt x="12683047" y="86837"/>
                  <a:pt x="12678245" y="85053"/>
                  <a:pt x="12673444" y="85053"/>
                </a:cubicBezTo>
                <a:close/>
                <a:moveTo>
                  <a:pt x="5508690" y="82858"/>
                </a:moveTo>
                <a:cubicBezTo>
                  <a:pt x="5503888" y="82858"/>
                  <a:pt x="5499087" y="84642"/>
                  <a:pt x="5495520" y="88208"/>
                </a:cubicBezTo>
                <a:cubicBezTo>
                  <a:pt x="5488386" y="95342"/>
                  <a:pt x="5488386" y="107414"/>
                  <a:pt x="5495520" y="114547"/>
                </a:cubicBezTo>
                <a:cubicBezTo>
                  <a:pt x="5502105" y="121132"/>
                  <a:pt x="5512532" y="121681"/>
                  <a:pt x="5520212" y="116193"/>
                </a:cubicBezTo>
                <a:lnTo>
                  <a:pt x="6066748" y="662728"/>
                </a:lnTo>
                <a:lnTo>
                  <a:pt x="6066748" y="1160425"/>
                </a:lnTo>
                <a:lnTo>
                  <a:pt x="6354830" y="1448508"/>
                </a:lnTo>
                <a:cubicBezTo>
                  <a:pt x="6349342" y="1455641"/>
                  <a:pt x="6349891" y="1466615"/>
                  <a:pt x="6356476" y="1473200"/>
                </a:cubicBezTo>
                <a:cubicBezTo>
                  <a:pt x="6363610" y="1480334"/>
                  <a:pt x="6375682" y="1480334"/>
                  <a:pt x="6382815" y="1473200"/>
                </a:cubicBezTo>
                <a:cubicBezTo>
                  <a:pt x="6389948" y="1466067"/>
                  <a:pt x="6389948" y="1453995"/>
                  <a:pt x="6382815" y="1446861"/>
                </a:cubicBezTo>
                <a:cubicBezTo>
                  <a:pt x="6376230" y="1440276"/>
                  <a:pt x="6365804" y="1439727"/>
                  <a:pt x="6358122" y="1445215"/>
                </a:cubicBezTo>
                <a:lnTo>
                  <a:pt x="6071686" y="1158779"/>
                </a:lnTo>
                <a:lnTo>
                  <a:pt x="6071686" y="661081"/>
                </a:lnTo>
                <a:lnTo>
                  <a:pt x="5523506" y="112902"/>
                </a:lnTo>
                <a:cubicBezTo>
                  <a:pt x="5528993" y="105768"/>
                  <a:pt x="5528444" y="94793"/>
                  <a:pt x="5521859" y="88208"/>
                </a:cubicBezTo>
                <a:cubicBezTo>
                  <a:pt x="5518293" y="84642"/>
                  <a:pt x="5513491" y="82858"/>
                  <a:pt x="5508690" y="82858"/>
                </a:cubicBezTo>
                <a:close/>
                <a:moveTo>
                  <a:pt x="13440567" y="68454"/>
                </a:moveTo>
                <a:cubicBezTo>
                  <a:pt x="13430142" y="68454"/>
                  <a:pt x="13421911" y="76685"/>
                  <a:pt x="13421911" y="87111"/>
                </a:cubicBezTo>
                <a:cubicBezTo>
                  <a:pt x="13421911" y="97536"/>
                  <a:pt x="13429044" y="104670"/>
                  <a:pt x="13438372" y="105768"/>
                </a:cubicBezTo>
                <a:lnTo>
                  <a:pt x="13438372" y="253924"/>
                </a:lnTo>
                <a:lnTo>
                  <a:pt x="13058652" y="633645"/>
                </a:lnTo>
                <a:lnTo>
                  <a:pt x="13058103" y="634194"/>
                </a:lnTo>
                <a:lnTo>
                  <a:pt x="12642716" y="634194"/>
                </a:lnTo>
                <a:lnTo>
                  <a:pt x="11792185" y="1484723"/>
                </a:lnTo>
                <a:lnTo>
                  <a:pt x="10808863" y="1484723"/>
                </a:lnTo>
                <a:lnTo>
                  <a:pt x="9714149" y="2579438"/>
                </a:lnTo>
                <a:lnTo>
                  <a:pt x="9713600" y="2579438"/>
                </a:lnTo>
                <a:lnTo>
                  <a:pt x="9713600" y="3027200"/>
                </a:lnTo>
                <a:lnTo>
                  <a:pt x="9267483" y="3473318"/>
                </a:lnTo>
                <a:lnTo>
                  <a:pt x="9040309" y="3473318"/>
                </a:lnTo>
                <a:lnTo>
                  <a:pt x="9040309" y="3478256"/>
                </a:lnTo>
                <a:lnTo>
                  <a:pt x="9269678" y="3478256"/>
                </a:lnTo>
                <a:lnTo>
                  <a:pt x="9717990" y="3029944"/>
                </a:lnTo>
                <a:lnTo>
                  <a:pt x="9718538" y="3029944"/>
                </a:lnTo>
                <a:lnTo>
                  <a:pt x="9718538" y="2582182"/>
                </a:lnTo>
                <a:lnTo>
                  <a:pt x="10811057" y="1489663"/>
                </a:lnTo>
                <a:lnTo>
                  <a:pt x="11794379" y="1489663"/>
                </a:lnTo>
                <a:lnTo>
                  <a:pt x="12644910" y="639132"/>
                </a:lnTo>
                <a:lnTo>
                  <a:pt x="13060298" y="639132"/>
                </a:lnTo>
                <a:lnTo>
                  <a:pt x="13442213" y="257217"/>
                </a:lnTo>
                <a:lnTo>
                  <a:pt x="13442762" y="257217"/>
                </a:lnTo>
                <a:lnTo>
                  <a:pt x="13442762" y="105768"/>
                </a:lnTo>
                <a:cubicBezTo>
                  <a:pt x="13452091" y="104670"/>
                  <a:pt x="13459225" y="96988"/>
                  <a:pt x="13459225" y="87111"/>
                </a:cubicBezTo>
                <a:cubicBezTo>
                  <a:pt x="13459225" y="77234"/>
                  <a:pt x="13450994" y="68454"/>
                  <a:pt x="13440567" y="68454"/>
                </a:cubicBezTo>
                <a:close/>
                <a:moveTo>
                  <a:pt x="3523593" y="66054"/>
                </a:moveTo>
                <a:cubicBezTo>
                  <a:pt x="3518724" y="65985"/>
                  <a:pt x="3513785" y="67631"/>
                  <a:pt x="3510218" y="71197"/>
                </a:cubicBezTo>
                <a:cubicBezTo>
                  <a:pt x="3503085" y="78331"/>
                  <a:pt x="3503085" y="90404"/>
                  <a:pt x="3510218" y="97536"/>
                </a:cubicBezTo>
                <a:cubicBezTo>
                  <a:pt x="3517352" y="104670"/>
                  <a:pt x="3527230" y="104670"/>
                  <a:pt x="3534912" y="99183"/>
                </a:cubicBezTo>
                <a:lnTo>
                  <a:pt x="3534363" y="99732"/>
                </a:lnTo>
                <a:lnTo>
                  <a:pt x="4713032" y="1278401"/>
                </a:lnTo>
                <a:lnTo>
                  <a:pt x="5114702" y="1278401"/>
                </a:lnTo>
                <a:lnTo>
                  <a:pt x="6142472" y="2306171"/>
                </a:lnTo>
                <a:lnTo>
                  <a:pt x="6142472" y="2360495"/>
                </a:lnTo>
                <a:lnTo>
                  <a:pt x="6719186" y="2937209"/>
                </a:lnTo>
                <a:lnTo>
                  <a:pt x="6719186" y="3015129"/>
                </a:lnTo>
                <a:cubicBezTo>
                  <a:pt x="6709858" y="3016226"/>
                  <a:pt x="6702724" y="3023908"/>
                  <a:pt x="6702724" y="3033785"/>
                </a:cubicBezTo>
                <a:cubicBezTo>
                  <a:pt x="6702724" y="3043663"/>
                  <a:pt x="6710955" y="3052442"/>
                  <a:pt x="6721381" y="3052442"/>
                </a:cubicBezTo>
                <a:cubicBezTo>
                  <a:pt x="6731806" y="3052442"/>
                  <a:pt x="6740038" y="3044212"/>
                  <a:pt x="6740038" y="3033785"/>
                </a:cubicBezTo>
                <a:cubicBezTo>
                  <a:pt x="6740038" y="3023359"/>
                  <a:pt x="6732904" y="3016226"/>
                  <a:pt x="6723576" y="3015129"/>
                </a:cubicBezTo>
                <a:lnTo>
                  <a:pt x="6723576" y="2935563"/>
                </a:lnTo>
                <a:lnTo>
                  <a:pt x="6146862" y="2358849"/>
                </a:lnTo>
                <a:lnTo>
                  <a:pt x="6146862" y="2304525"/>
                </a:lnTo>
                <a:lnTo>
                  <a:pt x="5116348" y="1274011"/>
                </a:lnTo>
                <a:lnTo>
                  <a:pt x="4714678" y="1274011"/>
                </a:lnTo>
                <a:lnTo>
                  <a:pt x="3538204" y="95891"/>
                </a:lnTo>
                <a:cubicBezTo>
                  <a:pt x="3543691" y="88757"/>
                  <a:pt x="3543142" y="77782"/>
                  <a:pt x="3536557" y="71197"/>
                </a:cubicBezTo>
                <a:cubicBezTo>
                  <a:pt x="3533264" y="67905"/>
                  <a:pt x="3528463" y="66122"/>
                  <a:pt x="3523593" y="66054"/>
                </a:cubicBezTo>
                <a:close/>
                <a:moveTo>
                  <a:pt x="12317867" y="62556"/>
                </a:moveTo>
                <a:cubicBezTo>
                  <a:pt x="12313066" y="62556"/>
                  <a:pt x="12308264" y="64339"/>
                  <a:pt x="12304698" y="67906"/>
                </a:cubicBezTo>
                <a:cubicBezTo>
                  <a:pt x="12298114" y="74490"/>
                  <a:pt x="12297564" y="84916"/>
                  <a:pt x="12303051" y="92598"/>
                </a:cubicBezTo>
                <a:lnTo>
                  <a:pt x="12047893" y="347757"/>
                </a:lnTo>
                <a:lnTo>
                  <a:pt x="12047344" y="347757"/>
                </a:lnTo>
                <a:lnTo>
                  <a:pt x="12047344" y="464636"/>
                </a:lnTo>
                <a:lnTo>
                  <a:pt x="11840474" y="671507"/>
                </a:lnTo>
                <a:lnTo>
                  <a:pt x="11451424" y="671507"/>
                </a:lnTo>
                <a:cubicBezTo>
                  <a:pt x="11450327" y="662179"/>
                  <a:pt x="11442645" y="655046"/>
                  <a:pt x="11432768" y="655046"/>
                </a:cubicBezTo>
                <a:cubicBezTo>
                  <a:pt x="11422890" y="655046"/>
                  <a:pt x="11414110" y="663276"/>
                  <a:pt x="11414110" y="673703"/>
                </a:cubicBezTo>
                <a:cubicBezTo>
                  <a:pt x="11414110" y="684128"/>
                  <a:pt x="11422341" y="692359"/>
                  <a:pt x="11432768" y="692359"/>
                </a:cubicBezTo>
                <a:cubicBezTo>
                  <a:pt x="11443193" y="692359"/>
                  <a:pt x="11450327" y="685226"/>
                  <a:pt x="11451424" y="675897"/>
                </a:cubicBezTo>
                <a:lnTo>
                  <a:pt x="11843217" y="675897"/>
                </a:lnTo>
                <a:lnTo>
                  <a:pt x="12051735" y="466832"/>
                </a:lnTo>
                <a:lnTo>
                  <a:pt x="12052282" y="466832"/>
                </a:lnTo>
                <a:lnTo>
                  <a:pt x="12052282" y="349952"/>
                </a:lnTo>
                <a:lnTo>
                  <a:pt x="12306344" y="95891"/>
                </a:lnTo>
                <a:cubicBezTo>
                  <a:pt x="12313478" y="101377"/>
                  <a:pt x="12324453" y="100829"/>
                  <a:pt x="12331037" y="94245"/>
                </a:cubicBezTo>
                <a:cubicBezTo>
                  <a:pt x="12338171" y="87111"/>
                  <a:pt x="12338171" y="75038"/>
                  <a:pt x="12331037" y="67906"/>
                </a:cubicBezTo>
                <a:cubicBezTo>
                  <a:pt x="12327470" y="64339"/>
                  <a:pt x="12322669" y="62556"/>
                  <a:pt x="12317867" y="62556"/>
                </a:cubicBezTo>
                <a:close/>
                <a:moveTo>
                  <a:pt x="2080437" y="62212"/>
                </a:moveTo>
                <a:cubicBezTo>
                  <a:pt x="2075567" y="62144"/>
                  <a:pt x="2070628" y="63790"/>
                  <a:pt x="2067062" y="67356"/>
                </a:cubicBezTo>
                <a:cubicBezTo>
                  <a:pt x="2059928" y="74490"/>
                  <a:pt x="2059928" y="86563"/>
                  <a:pt x="2067062" y="93695"/>
                </a:cubicBezTo>
                <a:cubicBezTo>
                  <a:pt x="2070355" y="96988"/>
                  <a:pt x="2074607" y="98771"/>
                  <a:pt x="2078997" y="99045"/>
                </a:cubicBezTo>
                <a:lnTo>
                  <a:pt x="2091754" y="95342"/>
                </a:lnTo>
                <a:lnTo>
                  <a:pt x="2091205" y="94793"/>
                </a:lnTo>
                <a:lnTo>
                  <a:pt x="2091754" y="95342"/>
                </a:lnTo>
                <a:lnTo>
                  <a:pt x="2091754" y="95342"/>
                </a:lnTo>
                <a:lnTo>
                  <a:pt x="2475316" y="478903"/>
                </a:lnTo>
                <a:lnTo>
                  <a:pt x="2979049" y="478903"/>
                </a:lnTo>
                <a:lnTo>
                  <a:pt x="3953592" y="1453446"/>
                </a:lnTo>
                <a:lnTo>
                  <a:pt x="4179668" y="1453446"/>
                </a:lnTo>
                <a:lnTo>
                  <a:pt x="4465556" y="1739334"/>
                </a:lnTo>
                <a:lnTo>
                  <a:pt x="4727848" y="1739334"/>
                </a:lnTo>
                <a:cubicBezTo>
                  <a:pt x="4728946" y="1748662"/>
                  <a:pt x="4736628" y="1755795"/>
                  <a:pt x="4746505" y="1755795"/>
                </a:cubicBezTo>
                <a:cubicBezTo>
                  <a:pt x="4756382" y="1755795"/>
                  <a:pt x="4765162" y="1747565"/>
                  <a:pt x="4765162" y="1737139"/>
                </a:cubicBezTo>
                <a:cubicBezTo>
                  <a:pt x="4765162" y="1726714"/>
                  <a:pt x="4756932" y="1718482"/>
                  <a:pt x="4746505" y="1718482"/>
                </a:cubicBezTo>
                <a:cubicBezTo>
                  <a:pt x="4736079" y="1718482"/>
                  <a:pt x="4728946" y="1725615"/>
                  <a:pt x="4727848" y="1734944"/>
                </a:cubicBezTo>
                <a:lnTo>
                  <a:pt x="4467751" y="1734944"/>
                </a:lnTo>
                <a:lnTo>
                  <a:pt x="4181863" y="1449057"/>
                </a:lnTo>
                <a:lnTo>
                  <a:pt x="3955787" y="1449057"/>
                </a:lnTo>
                <a:lnTo>
                  <a:pt x="2981244" y="474514"/>
                </a:lnTo>
                <a:lnTo>
                  <a:pt x="2477511" y="474514"/>
                </a:lnTo>
                <a:lnTo>
                  <a:pt x="2095046" y="92049"/>
                </a:lnTo>
                <a:cubicBezTo>
                  <a:pt x="2100534" y="84916"/>
                  <a:pt x="2099985" y="73941"/>
                  <a:pt x="2093401" y="67356"/>
                </a:cubicBezTo>
                <a:cubicBezTo>
                  <a:pt x="2090108" y="64064"/>
                  <a:pt x="2085307" y="62281"/>
                  <a:pt x="2080437" y="62212"/>
                </a:cubicBezTo>
                <a:close/>
                <a:moveTo>
                  <a:pt x="3829579" y="60360"/>
                </a:moveTo>
                <a:cubicBezTo>
                  <a:pt x="3824777" y="60360"/>
                  <a:pt x="3819976" y="62144"/>
                  <a:pt x="3816410" y="65710"/>
                </a:cubicBezTo>
                <a:cubicBezTo>
                  <a:pt x="3809276" y="72844"/>
                  <a:pt x="3809276" y="84916"/>
                  <a:pt x="3816410" y="92049"/>
                </a:cubicBezTo>
                <a:cubicBezTo>
                  <a:pt x="3823542" y="99183"/>
                  <a:pt x="3833420" y="99183"/>
                  <a:pt x="3841102" y="93695"/>
                </a:cubicBezTo>
                <a:lnTo>
                  <a:pt x="4375564" y="628158"/>
                </a:lnTo>
                <a:cubicBezTo>
                  <a:pt x="4370077" y="635291"/>
                  <a:pt x="4370626" y="646265"/>
                  <a:pt x="4377210" y="652850"/>
                </a:cubicBezTo>
                <a:cubicBezTo>
                  <a:pt x="4384344" y="659984"/>
                  <a:pt x="4396416" y="659984"/>
                  <a:pt x="4403550" y="652850"/>
                </a:cubicBezTo>
                <a:cubicBezTo>
                  <a:pt x="4410684" y="645717"/>
                  <a:pt x="4410684" y="633645"/>
                  <a:pt x="4403550" y="626511"/>
                </a:cubicBezTo>
                <a:cubicBezTo>
                  <a:pt x="4396416" y="619378"/>
                  <a:pt x="4386538" y="619378"/>
                  <a:pt x="4378856" y="624866"/>
                </a:cubicBezTo>
                <a:lnTo>
                  <a:pt x="3844394" y="90404"/>
                </a:lnTo>
                <a:cubicBezTo>
                  <a:pt x="3849882" y="83270"/>
                  <a:pt x="3849333" y="72295"/>
                  <a:pt x="3842748" y="65710"/>
                </a:cubicBezTo>
                <a:cubicBezTo>
                  <a:pt x="3839182" y="62144"/>
                  <a:pt x="3834380" y="60360"/>
                  <a:pt x="3829579" y="60360"/>
                </a:cubicBezTo>
                <a:close/>
                <a:moveTo>
                  <a:pt x="6405312" y="58715"/>
                </a:moveTo>
                <a:cubicBezTo>
                  <a:pt x="6400511" y="58714"/>
                  <a:pt x="6395710" y="60498"/>
                  <a:pt x="6392143" y="64065"/>
                </a:cubicBezTo>
                <a:cubicBezTo>
                  <a:pt x="6385010" y="71197"/>
                  <a:pt x="6385010" y="83270"/>
                  <a:pt x="6392143" y="90404"/>
                </a:cubicBezTo>
                <a:cubicBezTo>
                  <a:pt x="6398728" y="96988"/>
                  <a:pt x="6409154" y="97536"/>
                  <a:pt x="6416836" y="92049"/>
                </a:cubicBezTo>
                <a:lnTo>
                  <a:pt x="6647852" y="323064"/>
                </a:lnTo>
                <a:lnTo>
                  <a:pt x="6647852" y="1283889"/>
                </a:lnTo>
                <a:lnTo>
                  <a:pt x="7273951" y="1909988"/>
                </a:lnTo>
                <a:lnTo>
                  <a:pt x="7273951" y="3239559"/>
                </a:lnTo>
                <a:lnTo>
                  <a:pt x="7278890" y="3239559"/>
                </a:lnTo>
                <a:lnTo>
                  <a:pt x="7278890" y="1907794"/>
                </a:lnTo>
                <a:lnTo>
                  <a:pt x="6652789" y="1281694"/>
                </a:lnTo>
                <a:lnTo>
                  <a:pt x="6652789" y="321418"/>
                </a:lnTo>
                <a:lnTo>
                  <a:pt x="6420129" y="88757"/>
                </a:lnTo>
                <a:cubicBezTo>
                  <a:pt x="6425616" y="81623"/>
                  <a:pt x="6425067" y="70649"/>
                  <a:pt x="6418482" y="64065"/>
                </a:cubicBezTo>
                <a:cubicBezTo>
                  <a:pt x="6414915" y="60498"/>
                  <a:pt x="6410114" y="58714"/>
                  <a:pt x="6405312" y="58715"/>
                </a:cubicBezTo>
                <a:close/>
                <a:moveTo>
                  <a:pt x="9445271" y="55422"/>
                </a:moveTo>
                <a:cubicBezTo>
                  <a:pt x="9440470" y="55422"/>
                  <a:pt x="9435668" y="57205"/>
                  <a:pt x="9432102" y="60772"/>
                </a:cubicBezTo>
                <a:cubicBezTo>
                  <a:pt x="9425517" y="67356"/>
                  <a:pt x="9424968" y="77782"/>
                  <a:pt x="9430456" y="85464"/>
                </a:cubicBezTo>
                <a:lnTo>
                  <a:pt x="8428477" y="1087444"/>
                </a:lnTo>
                <a:lnTo>
                  <a:pt x="8427928" y="1087444"/>
                </a:lnTo>
                <a:lnTo>
                  <a:pt x="8427928" y="2614007"/>
                </a:lnTo>
                <a:lnTo>
                  <a:pt x="8206241" y="2835694"/>
                </a:lnTo>
                <a:lnTo>
                  <a:pt x="8205692" y="2835694"/>
                </a:lnTo>
                <a:lnTo>
                  <a:pt x="8205144" y="2836243"/>
                </a:lnTo>
                <a:lnTo>
                  <a:pt x="8205144" y="3230230"/>
                </a:lnTo>
                <a:lnTo>
                  <a:pt x="8210082" y="3230230"/>
                </a:lnTo>
                <a:lnTo>
                  <a:pt x="8210082" y="2837889"/>
                </a:lnTo>
                <a:lnTo>
                  <a:pt x="8431769" y="2616203"/>
                </a:lnTo>
                <a:lnTo>
                  <a:pt x="8432317" y="2616203"/>
                </a:lnTo>
                <a:lnTo>
                  <a:pt x="8432317" y="1090187"/>
                </a:lnTo>
                <a:lnTo>
                  <a:pt x="9433748" y="88757"/>
                </a:lnTo>
                <a:cubicBezTo>
                  <a:pt x="9440882" y="94245"/>
                  <a:pt x="9451856" y="93695"/>
                  <a:pt x="9458441" y="87111"/>
                </a:cubicBezTo>
                <a:cubicBezTo>
                  <a:pt x="9465574" y="79978"/>
                  <a:pt x="9465574" y="67906"/>
                  <a:pt x="9458441" y="60772"/>
                </a:cubicBezTo>
                <a:cubicBezTo>
                  <a:pt x="9454874" y="57205"/>
                  <a:pt x="9450072" y="55422"/>
                  <a:pt x="9445271" y="55422"/>
                </a:cubicBezTo>
                <a:close/>
                <a:moveTo>
                  <a:pt x="7811705" y="51581"/>
                </a:moveTo>
                <a:cubicBezTo>
                  <a:pt x="7806904" y="51581"/>
                  <a:pt x="7802103" y="53364"/>
                  <a:pt x="7798536" y="56931"/>
                </a:cubicBezTo>
                <a:cubicBezTo>
                  <a:pt x="7791952" y="63515"/>
                  <a:pt x="7791402" y="73941"/>
                  <a:pt x="7796889" y="81623"/>
                </a:cubicBezTo>
                <a:lnTo>
                  <a:pt x="7438570" y="439943"/>
                </a:lnTo>
                <a:lnTo>
                  <a:pt x="7438570" y="843260"/>
                </a:lnTo>
                <a:lnTo>
                  <a:pt x="7533499" y="938190"/>
                </a:lnTo>
                <a:cubicBezTo>
                  <a:pt x="7528012" y="945323"/>
                  <a:pt x="7528562" y="956298"/>
                  <a:pt x="7535146" y="962882"/>
                </a:cubicBezTo>
                <a:lnTo>
                  <a:pt x="7534597" y="962882"/>
                </a:lnTo>
                <a:cubicBezTo>
                  <a:pt x="7541731" y="970015"/>
                  <a:pt x="7553802" y="970015"/>
                  <a:pt x="7560936" y="962882"/>
                </a:cubicBezTo>
                <a:cubicBezTo>
                  <a:pt x="7568070" y="955749"/>
                  <a:pt x="7568070" y="943676"/>
                  <a:pt x="7560936" y="936544"/>
                </a:cubicBezTo>
                <a:cubicBezTo>
                  <a:pt x="7554351" y="929959"/>
                  <a:pt x="7543925" y="929410"/>
                  <a:pt x="7536243" y="934897"/>
                </a:cubicBezTo>
                <a:lnTo>
                  <a:pt x="7442959" y="841613"/>
                </a:lnTo>
                <a:lnTo>
                  <a:pt x="7442959" y="442138"/>
                </a:lnTo>
                <a:lnTo>
                  <a:pt x="7800182" y="84916"/>
                </a:lnTo>
                <a:cubicBezTo>
                  <a:pt x="7807315" y="90404"/>
                  <a:pt x="7818290" y="89854"/>
                  <a:pt x="7824874" y="83270"/>
                </a:cubicBezTo>
                <a:cubicBezTo>
                  <a:pt x="7832008" y="76137"/>
                  <a:pt x="7832008" y="64065"/>
                  <a:pt x="7824874" y="56931"/>
                </a:cubicBezTo>
                <a:cubicBezTo>
                  <a:pt x="7821307" y="53364"/>
                  <a:pt x="7816506" y="51581"/>
                  <a:pt x="7811705" y="51581"/>
                </a:cubicBezTo>
                <a:close/>
                <a:moveTo>
                  <a:pt x="10497734" y="48837"/>
                </a:moveTo>
                <a:cubicBezTo>
                  <a:pt x="10492932" y="48837"/>
                  <a:pt x="10488131" y="50620"/>
                  <a:pt x="10484564" y="54187"/>
                </a:cubicBezTo>
                <a:cubicBezTo>
                  <a:pt x="10477979" y="60772"/>
                  <a:pt x="10477430" y="71197"/>
                  <a:pt x="10482918" y="78879"/>
                </a:cubicBezTo>
                <a:lnTo>
                  <a:pt x="10090028" y="471770"/>
                </a:lnTo>
                <a:lnTo>
                  <a:pt x="10089479" y="471770"/>
                </a:lnTo>
                <a:lnTo>
                  <a:pt x="10089479" y="839419"/>
                </a:lnTo>
                <a:lnTo>
                  <a:pt x="9924312" y="1004586"/>
                </a:lnTo>
                <a:cubicBezTo>
                  <a:pt x="9917178" y="999098"/>
                  <a:pt x="9906204" y="999647"/>
                  <a:pt x="9899619" y="1006232"/>
                </a:cubicBezTo>
                <a:cubicBezTo>
                  <a:pt x="9892485" y="1013366"/>
                  <a:pt x="9892485" y="1025437"/>
                  <a:pt x="9899619" y="1032571"/>
                </a:cubicBezTo>
                <a:cubicBezTo>
                  <a:pt x="9906752" y="1039704"/>
                  <a:pt x="9918824" y="1039704"/>
                  <a:pt x="9925958" y="1032571"/>
                </a:cubicBezTo>
                <a:cubicBezTo>
                  <a:pt x="9932543" y="1025986"/>
                  <a:pt x="9933091" y="1015561"/>
                  <a:pt x="9927604" y="1007879"/>
                </a:cubicBezTo>
                <a:lnTo>
                  <a:pt x="10093869" y="841613"/>
                </a:lnTo>
                <a:lnTo>
                  <a:pt x="10094418" y="841613"/>
                </a:lnTo>
                <a:lnTo>
                  <a:pt x="10094418" y="473965"/>
                </a:lnTo>
                <a:lnTo>
                  <a:pt x="10486210" y="82172"/>
                </a:lnTo>
                <a:cubicBezTo>
                  <a:pt x="10493344" y="87660"/>
                  <a:pt x="10504318" y="87111"/>
                  <a:pt x="10510903" y="80526"/>
                </a:cubicBezTo>
                <a:cubicBezTo>
                  <a:pt x="10518036" y="73393"/>
                  <a:pt x="10518036" y="61321"/>
                  <a:pt x="10510903" y="54187"/>
                </a:cubicBezTo>
                <a:cubicBezTo>
                  <a:pt x="10507336" y="50620"/>
                  <a:pt x="10502535" y="48837"/>
                  <a:pt x="10497734" y="48837"/>
                </a:cubicBezTo>
                <a:close/>
                <a:moveTo>
                  <a:pt x="7029971" y="45202"/>
                </a:moveTo>
                <a:cubicBezTo>
                  <a:pt x="7025102" y="45133"/>
                  <a:pt x="7020163" y="46779"/>
                  <a:pt x="7016596" y="50346"/>
                </a:cubicBezTo>
                <a:cubicBezTo>
                  <a:pt x="7009463" y="57480"/>
                  <a:pt x="7009463" y="69551"/>
                  <a:pt x="7016596" y="76685"/>
                </a:cubicBezTo>
                <a:cubicBezTo>
                  <a:pt x="7019889" y="79978"/>
                  <a:pt x="7024142" y="81761"/>
                  <a:pt x="7028532" y="82035"/>
                </a:cubicBezTo>
                <a:lnTo>
                  <a:pt x="7040865" y="78454"/>
                </a:lnTo>
                <a:lnTo>
                  <a:pt x="7040742" y="78331"/>
                </a:lnTo>
                <a:lnTo>
                  <a:pt x="7041290" y="78331"/>
                </a:lnTo>
                <a:lnTo>
                  <a:pt x="7040865" y="78454"/>
                </a:lnTo>
                <a:lnTo>
                  <a:pt x="7268464" y="306054"/>
                </a:lnTo>
                <a:lnTo>
                  <a:pt x="7268464" y="1389793"/>
                </a:lnTo>
                <a:lnTo>
                  <a:pt x="7506612" y="1627942"/>
                </a:lnTo>
                <a:lnTo>
                  <a:pt x="7506612" y="3202245"/>
                </a:lnTo>
                <a:lnTo>
                  <a:pt x="7511550" y="3202245"/>
                </a:lnTo>
                <a:lnTo>
                  <a:pt x="7511550" y="1625747"/>
                </a:lnTo>
                <a:lnTo>
                  <a:pt x="7273402" y="1387598"/>
                </a:lnTo>
                <a:lnTo>
                  <a:pt x="7273402" y="303859"/>
                </a:lnTo>
                <a:lnTo>
                  <a:pt x="7044582" y="75038"/>
                </a:lnTo>
                <a:cubicBezTo>
                  <a:pt x="7050070" y="67906"/>
                  <a:pt x="7049520" y="56931"/>
                  <a:pt x="7042936" y="50346"/>
                </a:cubicBezTo>
                <a:cubicBezTo>
                  <a:pt x="7039643" y="47054"/>
                  <a:pt x="7034841" y="45270"/>
                  <a:pt x="7029971" y="45202"/>
                </a:cubicBezTo>
                <a:close/>
                <a:moveTo>
                  <a:pt x="4452386" y="43350"/>
                </a:moveTo>
                <a:cubicBezTo>
                  <a:pt x="4447585" y="43350"/>
                  <a:pt x="4442783" y="45133"/>
                  <a:pt x="4439216" y="48699"/>
                </a:cubicBezTo>
                <a:cubicBezTo>
                  <a:pt x="4432083" y="55833"/>
                  <a:pt x="4432083" y="67906"/>
                  <a:pt x="4439216" y="75038"/>
                </a:cubicBezTo>
                <a:cubicBezTo>
                  <a:pt x="4445802" y="81623"/>
                  <a:pt x="4456228" y="82172"/>
                  <a:pt x="4463910" y="76685"/>
                </a:cubicBezTo>
                <a:lnTo>
                  <a:pt x="4464458" y="77234"/>
                </a:lnTo>
                <a:lnTo>
                  <a:pt x="4608774" y="221549"/>
                </a:lnTo>
                <a:lnTo>
                  <a:pt x="4608774" y="447626"/>
                </a:lnTo>
                <a:lnTo>
                  <a:pt x="5077938" y="916789"/>
                </a:lnTo>
                <a:lnTo>
                  <a:pt x="5077938" y="1060007"/>
                </a:lnTo>
                <a:cubicBezTo>
                  <a:pt x="5068610" y="1061105"/>
                  <a:pt x="5061476" y="1068787"/>
                  <a:pt x="5061476" y="1078664"/>
                </a:cubicBezTo>
                <a:cubicBezTo>
                  <a:pt x="5061476" y="1088541"/>
                  <a:pt x="5069706" y="1097321"/>
                  <a:pt x="5080132" y="1097321"/>
                </a:cubicBezTo>
                <a:cubicBezTo>
                  <a:pt x="5090558" y="1097321"/>
                  <a:pt x="5098790" y="1089090"/>
                  <a:pt x="5098790" y="1078664"/>
                </a:cubicBezTo>
                <a:cubicBezTo>
                  <a:pt x="5098790" y="1068239"/>
                  <a:pt x="5091656" y="1061105"/>
                  <a:pt x="5082327" y="1060007"/>
                </a:cubicBezTo>
                <a:lnTo>
                  <a:pt x="5082327" y="914594"/>
                </a:lnTo>
                <a:lnTo>
                  <a:pt x="4613164" y="445431"/>
                </a:lnTo>
                <a:lnTo>
                  <a:pt x="4613164" y="219355"/>
                </a:lnTo>
                <a:lnTo>
                  <a:pt x="4467202" y="73393"/>
                </a:lnTo>
                <a:cubicBezTo>
                  <a:pt x="4472689" y="66259"/>
                  <a:pt x="4472140" y="55284"/>
                  <a:pt x="4465556" y="48699"/>
                </a:cubicBezTo>
                <a:cubicBezTo>
                  <a:pt x="4461989" y="45133"/>
                  <a:pt x="4457188" y="43350"/>
                  <a:pt x="4452386" y="43350"/>
                </a:cubicBezTo>
                <a:close/>
                <a:moveTo>
                  <a:pt x="11888213" y="29083"/>
                </a:moveTo>
                <a:cubicBezTo>
                  <a:pt x="11883411" y="29083"/>
                  <a:pt x="11878610" y="30866"/>
                  <a:pt x="11875043" y="34433"/>
                </a:cubicBezTo>
                <a:cubicBezTo>
                  <a:pt x="11868458" y="41017"/>
                  <a:pt x="11867910" y="51443"/>
                  <a:pt x="11873397" y="59125"/>
                </a:cubicBezTo>
                <a:lnTo>
                  <a:pt x="11618239" y="314285"/>
                </a:lnTo>
                <a:lnTo>
                  <a:pt x="11617689" y="314285"/>
                </a:lnTo>
                <a:lnTo>
                  <a:pt x="11617689" y="416897"/>
                </a:lnTo>
                <a:lnTo>
                  <a:pt x="11462948" y="571638"/>
                </a:lnTo>
                <a:lnTo>
                  <a:pt x="11376249" y="571638"/>
                </a:lnTo>
                <a:lnTo>
                  <a:pt x="11279124" y="668763"/>
                </a:lnTo>
                <a:lnTo>
                  <a:pt x="11279671" y="668215"/>
                </a:lnTo>
                <a:cubicBezTo>
                  <a:pt x="11272540" y="662728"/>
                  <a:pt x="11261565" y="663276"/>
                  <a:pt x="11254979" y="669861"/>
                </a:cubicBezTo>
                <a:cubicBezTo>
                  <a:pt x="11247846" y="676995"/>
                  <a:pt x="11247846" y="689067"/>
                  <a:pt x="11254979" y="696200"/>
                </a:cubicBezTo>
                <a:cubicBezTo>
                  <a:pt x="11262113" y="703334"/>
                  <a:pt x="11274184" y="703334"/>
                  <a:pt x="11281318" y="696200"/>
                </a:cubicBezTo>
                <a:cubicBezTo>
                  <a:pt x="11287903" y="689615"/>
                  <a:pt x="11288452" y="679189"/>
                  <a:pt x="11282965" y="671507"/>
                </a:cubicBezTo>
                <a:lnTo>
                  <a:pt x="11378443" y="576029"/>
                </a:lnTo>
                <a:lnTo>
                  <a:pt x="11465142" y="576029"/>
                </a:lnTo>
                <a:lnTo>
                  <a:pt x="11622079" y="419092"/>
                </a:lnTo>
                <a:lnTo>
                  <a:pt x="11622628" y="419092"/>
                </a:lnTo>
                <a:lnTo>
                  <a:pt x="11622628" y="316480"/>
                </a:lnTo>
                <a:lnTo>
                  <a:pt x="11876689" y="62418"/>
                </a:lnTo>
                <a:cubicBezTo>
                  <a:pt x="11883823" y="67906"/>
                  <a:pt x="11894797" y="67356"/>
                  <a:pt x="11901382" y="60772"/>
                </a:cubicBezTo>
                <a:cubicBezTo>
                  <a:pt x="11908516" y="53639"/>
                  <a:pt x="11908516" y="41567"/>
                  <a:pt x="11901382" y="34433"/>
                </a:cubicBezTo>
                <a:cubicBezTo>
                  <a:pt x="11897815" y="30866"/>
                  <a:pt x="11893014" y="29083"/>
                  <a:pt x="11888213" y="29083"/>
                </a:cubicBezTo>
                <a:close/>
                <a:moveTo>
                  <a:pt x="14013990" y="19754"/>
                </a:moveTo>
                <a:cubicBezTo>
                  <a:pt x="14009188" y="19754"/>
                  <a:pt x="14004386" y="21538"/>
                  <a:pt x="14000819" y="25104"/>
                </a:cubicBezTo>
                <a:cubicBezTo>
                  <a:pt x="13994235" y="31689"/>
                  <a:pt x="13993686" y="42115"/>
                  <a:pt x="13999173" y="49797"/>
                </a:cubicBezTo>
                <a:lnTo>
                  <a:pt x="13179921" y="869050"/>
                </a:lnTo>
                <a:lnTo>
                  <a:pt x="12643813" y="869050"/>
                </a:lnTo>
                <a:lnTo>
                  <a:pt x="12374935" y="1137927"/>
                </a:lnTo>
                <a:lnTo>
                  <a:pt x="12374386" y="1137927"/>
                </a:lnTo>
                <a:lnTo>
                  <a:pt x="12374386" y="1230662"/>
                </a:lnTo>
                <a:lnTo>
                  <a:pt x="11985338" y="1619711"/>
                </a:lnTo>
                <a:lnTo>
                  <a:pt x="10850018" y="1619711"/>
                </a:lnTo>
                <a:lnTo>
                  <a:pt x="10752892" y="1716836"/>
                </a:lnTo>
                <a:cubicBezTo>
                  <a:pt x="10745759" y="1711348"/>
                  <a:pt x="10734784" y="1711898"/>
                  <a:pt x="10728200" y="1718482"/>
                </a:cubicBezTo>
                <a:cubicBezTo>
                  <a:pt x="10721066" y="1725615"/>
                  <a:pt x="10721066" y="1737688"/>
                  <a:pt x="10728200" y="1744821"/>
                </a:cubicBezTo>
                <a:cubicBezTo>
                  <a:pt x="10735333" y="1751954"/>
                  <a:pt x="10747406" y="1751954"/>
                  <a:pt x="10754538" y="1744821"/>
                </a:cubicBezTo>
                <a:cubicBezTo>
                  <a:pt x="10761123" y="1738237"/>
                  <a:pt x="10761672" y="1727811"/>
                  <a:pt x="10756185" y="1720128"/>
                </a:cubicBezTo>
                <a:lnTo>
                  <a:pt x="10851663" y="1624649"/>
                </a:lnTo>
                <a:lnTo>
                  <a:pt x="11986984" y="1624649"/>
                </a:lnTo>
                <a:lnTo>
                  <a:pt x="12378228" y="1233405"/>
                </a:lnTo>
                <a:lnTo>
                  <a:pt x="12378776" y="1233405"/>
                </a:lnTo>
                <a:lnTo>
                  <a:pt x="12378776" y="1140671"/>
                </a:lnTo>
                <a:lnTo>
                  <a:pt x="12645459" y="873988"/>
                </a:lnTo>
                <a:lnTo>
                  <a:pt x="13181567" y="873988"/>
                </a:lnTo>
                <a:lnTo>
                  <a:pt x="14002466" y="53090"/>
                </a:lnTo>
                <a:cubicBezTo>
                  <a:pt x="14009598" y="58577"/>
                  <a:pt x="14020573" y="58028"/>
                  <a:pt x="14027159" y="51443"/>
                </a:cubicBezTo>
                <a:cubicBezTo>
                  <a:pt x="14034292" y="44310"/>
                  <a:pt x="14034292" y="32238"/>
                  <a:pt x="14027159" y="25104"/>
                </a:cubicBezTo>
                <a:cubicBezTo>
                  <a:pt x="14023592" y="21538"/>
                  <a:pt x="14018791" y="19754"/>
                  <a:pt x="14013990" y="19754"/>
                </a:cubicBezTo>
                <a:close/>
                <a:moveTo>
                  <a:pt x="15502142" y="0"/>
                </a:moveTo>
                <a:cubicBezTo>
                  <a:pt x="15497341" y="0"/>
                  <a:pt x="15492539" y="1784"/>
                  <a:pt x="15488973" y="5350"/>
                </a:cubicBezTo>
                <a:cubicBezTo>
                  <a:pt x="15482388" y="11935"/>
                  <a:pt x="15481838" y="22360"/>
                  <a:pt x="15487326" y="30043"/>
                </a:cubicBezTo>
                <a:lnTo>
                  <a:pt x="15189365" y="328003"/>
                </a:lnTo>
                <a:lnTo>
                  <a:pt x="14634602" y="328003"/>
                </a:lnTo>
                <a:lnTo>
                  <a:pt x="13882293" y="1080311"/>
                </a:lnTo>
                <a:lnTo>
                  <a:pt x="12793067" y="1080311"/>
                </a:lnTo>
                <a:lnTo>
                  <a:pt x="12792519" y="1080859"/>
                </a:lnTo>
                <a:cubicBezTo>
                  <a:pt x="12791420" y="1071530"/>
                  <a:pt x="12783739" y="1064397"/>
                  <a:pt x="12773861" y="1064397"/>
                </a:cubicBezTo>
                <a:cubicBezTo>
                  <a:pt x="12763984" y="1064397"/>
                  <a:pt x="12755204" y="1072628"/>
                  <a:pt x="12755204" y="1083053"/>
                </a:cubicBezTo>
                <a:cubicBezTo>
                  <a:pt x="12755204" y="1093480"/>
                  <a:pt x="12763436" y="1101710"/>
                  <a:pt x="12773861" y="1101710"/>
                </a:cubicBezTo>
                <a:cubicBezTo>
                  <a:pt x="12784287" y="1101710"/>
                  <a:pt x="12791420" y="1094577"/>
                  <a:pt x="12792519" y="1085249"/>
                </a:cubicBezTo>
                <a:lnTo>
                  <a:pt x="13883940" y="1085249"/>
                </a:lnTo>
                <a:lnTo>
                  <a:pt x="14636248" y="332941"/>
                </a:lnTo>
                <a:lnTo>
                  <a:pt x="15191012" y="332941"/>
                </a:lnTo>
                <a:lnTo>
                  <a:pt x="15490618" y="33335"/>
                </a:lnTo>
                <a:cubicBezTo>
                  <a:pt x="15497753" y="38823"/>
                  <a:pt x="15508727" y="38274"/>
                  <a:pt x="15515312" y="31689"/>
                </a:cubicBezTo>
                <a:cubicBezTo>
                  <a:pt x="15522445" y="24556"/>
                  <a:pt x="15522445" y="12484"/>
                  <a:pt x="15515312" y="5350"/>
                </a:cubicBezTo>
                <a:cubicBezTo>
                  <a:pt x="15511745" y="1784"/>
                  <a:pt x="15506943" y="0"/>
                  <a:pt x="15502142" y="0"/>
                </a:cubicBezTo>
                <a:close/>
              </a:path>
            </a:pathLst>
          </a:custGeom>
          <a:noFill/>
          <a:ln w="5741" cap="flat">
            <a:gradFill flip="none" rotWithShape="1">
              <a:gsLst>
                <a:gs pos="11000">
                  <a:srgbClr val="C8C9C7"/>
                </a:gs>
                <a:gs pos="77000">
                  <a:srgbClr val="EEEEEE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AAF676-AFD6-F935-DC5C-BE0E576EEE8B}"/>
              </a:ext>
            </a:extLst>
          </p:cNvPr>
          <p:cNvSpPr>
            <a:spLocks/>
          </p:cNvSpPr>
          <p:nvPr userDrawn="1"/>
        </p:nvSpPr>
        <p:spPr>
          <a:xfrm>
            <a:off x="-13462" y="0"/>
            <a:ext cx="12195827" cy="6868799"/>
          </a:xfrm>
          <a:prstGeom prst="rect">
            <a:avLst/>
          </a:prstGeom>
          <a:gradFill flip="none" rotWithShape="1">
            <a:gsLst>
              <a:gs pos="21000">
                <a:schemeClr val="tx2"/>
              </a:gs>
              <a:gs pos="100000">
                <a:schemeClr val="tx2">
                  <a:alpha val="1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gradFill>
              <a:gsLst>
                <a:gs pos="0">
                  <a:schemeClr val="tx2">
                    <a:alpha val="0"/>
                  </a:schemeClr>
                </a:gs>
                <a:gs pos="100000">
                  <a:schemeClr val="tx2"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3633F6F-1D37-E754-8B3B-D41B31B7BC6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0A77BDCC-8EF9-878A-270C-03C9AC542554}"/>
              </a:ext>
            </a:extLst>
          </p:cNvPr>
          <p:cNvGrpSpPr/>
          <p:nvPr userDrawn="1"/>
        </p:nvGrpSpPr>
        <p:grpSpPr>
          <a:xfrm>
            <a:off x="0" y="-2381"/>
            <a:ext cx="603250" cy="584200"/>
            <a:chOff x="0" y="-2381"/>
            <a:chExt cx="603250" cy="584200"/>
          </a:xfrm>
          <a:effectLst/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126BD-1998-BC23-322E-F1661B9A0D7B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6B0B532-F772-7D9E-2411-5D58064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F6282F3-C830-376B-F613-EE6FCD6C6329}"/>
              </a:ext>
            </a:extLst>
          </p:cNvPr>
          <p:cNvCxnSpPr/>
          <p:nvPr userDrawn="1"/>
        </p:nvCxnSpPr>
        <p:spPr>
          <a:xfrm rot="10800000">
            <a:off x="12180095" y="6264276"/>
            <a:ext cx="0" cy="584200"/>
          </a:xfrm>
          <a:prstGeom prst="line">
            <a:avLst/>
          </a:prstGeom>
          <a:ln w="28575">
            <a:solidFill>
              <a:srgbClr val="0088EE"/>
            </a:solidFill>
            <a:tailEnd type="non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C07EA87-74F2-31B0-519B-4555E965DA50}"/>
              </a:ext>
            </a:extLst>
          </p:cNvPr>
          <p:cNvCxnSpPr>
            <a:cxnSpLocks/>
          </p:cNvCxnSpPr>
          <p:nvPr userDrawn="1"/>
        </p:nvCxnSpPr>
        <p:spPr>
          <a:xfrm rot="10800000">
            <a:off x="11588750" y="6836571"/>
            <a:ext cx="603250" cy="0"/>
          </a:xfrm>
          <a:prstGeom prst="line">
            <a:avLst/>
          </a:prstGeom>
          <a:ln w="28575">
            <a:solidFill>
              <a:srgbClr val="0088EE"/>
            </a:solidFill>
            <a:tailEnd type="none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359149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2200"/>
            <a:ext cx="2743200" cy="356618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381000" y="4204926"/>
            <a:ext cx="79711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429000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738312"/>
            <a:ext cx="7969282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effectLst>
                  <a:glow rad="127000">
                    <a:srgbClr val="0D32A4"/>
                  </a:glow>
                </a:effectLst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8489740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3D95DA-6F2D-4DB9-A4B6-50D3D1C658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759" y="5090333"/>
            <a:ext cx="9715500" cy="747897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lnSpc>
                <a:spcPct val="90000"/>
              </a:lnSpc>
              <a:defRPr sz="540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C487A85-65B5-4371-833A-AD6EFF69F55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1E00A8F-8F29-4705-8469-E9075A8C1B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343900" y="914400"/>
            <a:ext cx="3467100" cy="2514600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100000"/>
              </a:lnSpc>
              <a:spcBef>
                <a:spcPts val="1200"/>
              </a:spcBef>
              <a:buClr>
                <a:schemeClr val="bg1"/>
              </a:buClr>
              <a:defRPr sz="2000">
                <a:solidFill>
                  <a:schemeClr val="tx2"/>
                </a:solidFill>
              </a:defRPr>
            </a:lvl1pPr>
            <a:lvl2pPr marL="741363" indent="-284163">
              <a:lnSpc>
                <a:spcPct val="100000"/>
              </a:lnSpc>
              <a:spcBef>
                <a:spcPts val="600"/>
              </a:spcBef>
              <a:buClr>
                <a:schemeClr val="bg1"/>
              </a:buClr>
              <a:buFont typeface="Arial" panose="020B0604020202020204" pitchFamily="34" charset="0"/>
              <a:buChar char="–"/>
              <a:defRPr sz="1800">
                <a:solidFill>
                  <a:schemeClr val="tx2"/>
                </a:solidFill>
              </a:defRPr>
            </a:lvl2pPr>
            <a:lvl3pPr marL="1142971" indent="-228594">
              <a:lnSpc>
                <a:spcPct val="100000"/>
              </a:lnSpc>
              <a:spcBef>
                <a:spcPts val="6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</a:defRPr>
            </a:lvl3pPr>
            <a:lvl4pPr>
              <a:defRPr sz="1600">
                <a:solidFill>
                  <a:schemeClr val="tx2"/>
                </a:solidFill>
              </a:defRPr>
            </a:lvl4pPr>
            <a:lvl5pPr>
              <a:defRPr sz="16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129015741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0"/>
            <a:ext cx="3999017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00455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0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0"/>
            <a:ext cx="3999017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9192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1"/>
            <a:ext cx="12192000" cy="156754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82483" y="342900"/>
            <a:ext cx="8108374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br>
              <a:rPr lang="en-US"/>
            </a:br>
            <a:r>
              <a:rPr lang="en-US" err="1"/>
              <a:t>dsfgsdfgdfg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75098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0"/>
            <a:ext cx="72375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>
              <a:solidFill>
                <a:schemeClr val="tx2"/>
              </a:solidFill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DA8A050-048C-CFC3-6C46-F2D6838033F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A3B1B31-3139-2F42-550C-BC67A0DCE01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9B63BCBE-1E58-B204-A01E-CA77F258FC7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4E61B7FC-61E9-4C41-B23F-DECAA8A84BC8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18766221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op bar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342900"/>
            <a:ext cx="72375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DA8A050-048C-CFC3-6C46-F2D6838033F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A3B1B31-3139-2F42-550C-BC67A0DCE01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9B63BCBE-1E58-B204-A01E-CA77F258FC7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390F32B0-C623-16E8-3DD6-16DC74CF1AEB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27926331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op bar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342900"/>
            <a:ext cx="723751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DA8A050-048C-CFC3-6C46-F2D6838033F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5A3B1B31-3139-2F42-550C-BC67A0DCE01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9B63BCBE-1E58-B204-A01E-CA77F258FC7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4862BA-3D84-0CAF-981B-1AE73AE0F10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7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D60ACA33-68C1-A9CB-E2A3-9DE50358CE01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37976763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0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961E767C-1F50-4D42-AF6A-E15CED75F7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60555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106150" cy="443198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87824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op bar w/pattern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FE1117A-62A0-DDBC-086F-96787F8F7C8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alphaModFix amt="3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1761" y="3429000"/>
            <a:ext cx="12185230" cy="3429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0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61E767C-1F50-4D42-AF6A-E15CED75F7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8795423-C9B2-8C2C-60A7-353E3933C131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E949DA17-53FE-C98F-8CEF-727E8BC9608C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7965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ar w/photo half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BEADD02D-4E86-18B9-EC0D-5EFAF43C6BBB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0D32A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96F27EC7-A1F5-878A-4E9C-42D9EE7F3BF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42900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 anchorCtr="1"/>
          <a:lstStyle>
            <a:lvl1pPr marL="0" indent="0">
              <a:buNone/>
              <a:defRPr>
                <a:solidFill>
                  <a:schemeClr val="tx2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8033FDC-55EF-42E8-40A1-2BDB05C183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3829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accent6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569" y="4229100"/>
            <a:ext cx="4800600" cy="886397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3200" dirty="0">
                <a:solidFill>
                  <a:schemeClr val="tx2"/>
                </a:solidFill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sp>
        <p:nvSpPr>
          <p:cNvPr id="9" name="Content Placeholder 9">
            <a:extLst>
              <a:ext uri="{FF2B5EF4-FFF2-40B4-BE49-F238E27FC236}">
                <a16:creationId xmlns:a16="http://schemas.microsoft.com/office/drawing/2014/main" id="{22707C3E-AA17-F74E-2CC0-F61663C5E36B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096000" y="3829050"/>
            <a:ext cx="5715000" cy="2343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1800"/>
              </a:spcBef>
              <a:buClr>
                <a:srgbClr val="808080"/>
              </a:buClr>
              <a:buNone/>
              <a:defRPr sz="1800" b="0">
                <a:solidFill>
                  <a:schemeClr val="tx2"/>
                </a:solidFill>
              </a:defRPr>
            </a:lvl1pPr>
            <a:lvl2pPr marL="228594" indent="-228594">
              <a:lnSpc>
                <a:spcPct val="100000"/>
              </a:lnSpc>
              <a:spcBef>
                <a:spcPts val="1200"/>
              </a:spcBef>
              <a:buClr>
                <a:srgbClr val="80C7FB"/>
              </a:buClr>
              <a:buFont typeface="Arial" panose="020B0604020202020204" pitchFamily="34" charset="0"/>
              <a:buChar char="•"/>
              <a:defRPr sz="1600" b="0">
                <a:solidFill>
                  <a:schemeClr val="tx2"/>
                </a:solidFill>
              </a:defRPr>
            </a:lvl2pPr>
            <a:lvl3pPr marL="685783" indent="-228594">
              <a:lnSpc>
                <a:spcPct val="100000"/>
              </a:lnSpc>
              <a:spcBef>
                <a:spcPts val="600"/>
              </a:spcBef>
              <a:buClr>
                <a:srgbClr val="80C7FB"/>
              </a:buClr>
              <a:buFont typeface="Arial" panose="020B0604020202020204" pitchFamily="34" charset="0"/>
              <a:buChar char="–"/>
              <a:defRPr sz="1200" b="0">
                <a:solidFill>
                  <a:schemeClr val="tx2"/>
                </a:solidFill>
              </a:defRPr>
            </a:lvl3pPr>
            <a:lvl4pPr marL="1600160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4pPr>
            <a:lvl5pPr marL="2057349" indent="-228594">
              <a:buClr>
                <a:srgbClr val="808080"/>
              </a:buClr>
              <a:buFont typeface="Arial" panose="020B0604020202020204" pitchFamily="34" charset="0"/>
              <a:buChar char="–"/>
              <a:defRPr sz="1867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EC10F5B-4C21-AEA3-115E-942A040690DC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5600700"/>
            <a:ext cx="4800600" cy="571500"/>
          </a:xfrm>
          <a:prstGeom prst="rect">
            <a:avLst/>
          </a:prstGeom>
        </p:spPr>
        <p:txBody>
          <a:bodyPr wrap="square" lIns="0" tIns="0" rIns="0" bIns="0" anchor="t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8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104681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5805779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600200"/>
            <a:ext cx="11430000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8212982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5486" y="857250"/>
            <a:ext cx="1142552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Content Placeholder 2"/>
          <p:cNvSpPr>
            <a:spLocks noGrp="1"/>
          </p:cNvSpPr>
          <p:nvPr>
            <p:ph idx="10"/>
          </p:nvPr>
        </p:nvSpPr>
        <p:spPr>
          <a:xfrm>
            <a:off x="385486" y="1600200"/>
            <a:ext cx="11425529" cy="4572000"/>
          </a:xfrm>
          <a:prstGeom prst="rect">
            <a:avLst/>
          </a:prstGeom>
        </p:spPr>
        <p:txBody>
          <a:bodyPr lIns="0" tIns="0" rIns="0" bIns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3029584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itle Only Dark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048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306F2B36-31F6-28C9-9358-7A3DB358C4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sp>
        <p:nvSpPr>
          <p:cNvPr id="6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0E6938BD-ED0E-6E86-6FD9-E84CE45FA6F8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lvl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Copyright © Dell Inc. All Rights Reserved.</a:t>
            </a:r>
          </a:p>
        </p:txBody>
      </p:sp>
      <p:sp>
        <p:nvSpPr>
          <p:cNvPr id="7" name="TextBox 19">
            <a:extLst>
              <a:ext uri="{FF2B5EF4-FFF2-40B4-BE49-F238E27FC236}">
                <a16:creationId xmlns:a16="http://schemas.microsoft.com/office/drawing/2014/main" id="{1FE4647A-59C7-B887-23D7-133E9A3A6E1E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lvl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/>
            <a:fld id="{58EC7406-F4CC-4ABF-902E-2AF4E70E5C0F}" type="slidenum">
              <a:rPr lang="en-US" smtClean="0"/>
              <a:pPr lvl="0"/>
              <a:t>‹#›</a:t>
            </a:fld>
            <a:endParaRPr lang="en-US" err="1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749694E-603F-9892-04D7-6E42E300B91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1" y="857251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>
              <a:buNone/>
              <a:defRPr lang="en-US" sz="1600">
                <a:solidFill>
                  <a:schemeClr val="bg1">
                    <a:lumMod val="40000"/>
                    <a:lumOff val="60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 marL="228597" lvl="0" indent="-228597">
              <a:lnSpc>
                <a:spcPct val="100000"/>
              </a:lnSpc>
              <a:spcBef>
                <a:spcPts val="0"/>
              </a:spcBef>
            </a:pPr>
            <a:r>
              <a:rPr lang="en-US"/>
              <a:t>Click to edit Master subtitle style</a:t>
            </a:r>
          </a:p>
        </p:txBody>
      </p:sp>
      <p:sp>
        <p:nvSpPr>
          <p:cNvPr id="4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F7D73363-0C24-E840-3A23-5ADB1AF1F4FC}"/>
              </a:ext>
            </a:extLst>
          </p:cNvPr>
          <p:cNvSpPr txBox="1"/>
          <p:nvPr userDrawn="1"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marR="0" indent="0" algn="ctr" defTabSz="1219170" fontAlgn="base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 sz="600" b="0" i="0" u="none" baseline="0">
                <a:solidFill>
                  <a:srgbClr val="808080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13170806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&amp; Subtitle _ Midnigh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B4486F91-0AF7-FFB5-8E00-CB3EAC99FD6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-899160" y="-68580"/>
            <a:ext cx="13990320" cy="6995160"/>
            <a:chOff x="-899160" y="-68580"/>
            <a:chExt cx="13990320" cy="699516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6FB31B2-E9D7-1F44-F8E8-06E448CC79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rgbClr val="0D215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bg2"/>
                </a:solidFill>
              </a:endParaRPr>
            </a:p>
          </p:txBody>
        </p:sp>
        <p:pic>
          <p:nvPicPr>
            <p:cNvPr id="8" name="Graphic 7">
              <a:extLst>
                <a:ext uri="{FF2B5EF4-FFF2-40B4-BE49-F238E27FC236}">
                  <a16:creationId xmlns:a16="http://schemas.microsoft.com/office/drawing/2014/main" id="{45DF815B-F312-C131-92E7-13FD0D68FA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899160" y="-68580"/>
              <a:ext cx="13990320" cy="6995160"/>
            </a:xfrm>
            <a:prstGeom prst="rect">
              <a:avLst/>
            </a:prstGeom>
          </p:spPr>
        </p:pic>
      </p:grpSp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5F221373-287C-A40E-5287-DB22F305B66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5380716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F221373-287C-A40E-5287-DB22F305B66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5" name="Graphic 4" hidden="1">
            <a:extLst>
              <a:ext uri="{FF2B5EF4-FFF2-40B4-BE49-F238E27FC236}">
                <a16:creationId xmlns:a16="http://schemas.microsoft.com/office/drawing/2014/main" id="{BAFC08A4-7762-57DA-2AE3-07706608D86C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341270" y="6422091"/>
            <a:ext cx="1562274" cy="261206"/>
          </a:xfrm>
          <a:prstGeom prst="rect">
            <a:avLst/>
          </a:prstGeom>
        </p:spPr>
      </p:pic>
      <p:sp>
        <p:nvSpPr>
          <p:cNvPr id="6" name="fl" descr="                              Dell - Internal Use - Confidential&#10;" hidden="1">
            <a:extLst>
              <a:ext uri="{FF2B5EF4-FFF2-40B4-BE49-F238E27FC236}">
                <a16:creationId xmlns:a16="http://schemas.microsoft.com/office/drawing/2014/main" id="{35F761BB-2891-A6AE-74E2-746CB6FD7EDE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chemeClr val="tx2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7" name="TextBox 19" hidden="1">
            <a:extLst>
              <a:ext uri="{FF2B5EF4-FFF2-40B4-BE49-F238E27FC236}">
                <a16:creationId xmlns:a16="http://schemas.microsoft.com/office/drawing/2014/main" id="{28F33F1C-2D57-143C-5D3E-2FA1E2600ADB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chemeClr val="tx2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>
              <a:solidFill>
                <a:schemeClr val="tx2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83E83B3-3D53-69CD-F3CB-3F007FB8091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accent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268240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&amp; Subtitle dark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rgbClr val="9FDDFF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5F47BF1-E8F3-128F-B5E5-89791A7524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2507A2F-675B-8174-CF75-DEE21B7BE36F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C8C9C7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>
            <a:extLst>
              <a:ext uri="{FF2B5EF4-FFF2-40B4-BE49-F238E27FC236}">
                <a16:creationId xmlns:a16="http://schemas.microsoft.com/office/drawing/2014/main" id="{299758E2-027C-59BE-41B9-F83F881B093C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C8C9C7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>
              <a:solidFill>
                <a:srgbClr val="C8C9C7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909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ver DAP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Graphic 19">
            <a:extLst>
              <a:ext uri="{FF2B5EF4-FFF2-40B4-BE49-F238E27FC236}">
                <a16:creationId xmlns:a16="http://schemas.microsoft.com/office/drawing/2014/main" id="{FECEFEE6-BFCC-6789-04C2-FA8CD69B62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293614" y="1378342"/>
            <a:ext cx="5755386" cy="5768928"/>
          </a:xfrm>
          <a:prstGeom prst="rect">
            <a:avLst/>
          </a:prstGeom>
        </p:spPr>
      </p:pic>
      <p:pic>
        <p:nvPicPr>
          <p:cNvPr id="28" name="Graphic 27">
            <a:extLst>
              <a:ext uri="{FF2B5EF4-FFF2-40B4-BE49-F238E27FC236}">
                <a16:creationId xmlns:a16="http://schemas.microsoft.com/office/drawing/2014/main" id="{B21CB1F7-DE4B-D9DD-F8FB-E10183863E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908501" y="0"/>
            <a:ext cx="8525612" cy="8525612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A19A01FB-BCDB-01D0-09CF-5EF28188FF8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589014" y="2680513"/>
            <a:ext cx="3164586" cy="3164586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 hasCustomPrompt="1"/>
          </p:nvPr>
        </p:nvSpPr>
        <p:spPr>
          <a:xfrm>
            <a:off x="381001" y="3308456"/>
            <a:ext cx="43527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 b="0" i="0">
                <a:solidFill>
                  <a:srgbClr val="9FDDFF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First Last</a:t>
            </a:r>
          </a:p>
          <a:p>
            <a:r>
              <a:rPr lang="en-US"/>
              <a:t>Title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2905252"/>
            <a:ext cx="457200" cy="114300"/>
          </a:xfrm>
          <a:prstGeom prst="rect">
            <a:avLst/>
          </a:prstGeom>
          <a:solidFill>
            <a:srgbClr val="58A5E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382351"/>
            <a:ext cx="4351711" cy="1329595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4800" dirty="0">
                <a:solidFill>
                  <a:schemeClr val="tx2"/>
                </a:solidFill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/>
              <a:t>Click to edit Master title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4E4E1C7-BEEF-F86B-B6A4-D4C502900CF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524" y="5641848"/>
            <a:ext cx="12188952" cy="1216152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B64B15B-9ADE-4891-9B38-13300878F8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524" y="5208959"/>
            <a:ext cx="12188952" cy="432889"/>
          </a:xfrm>
          <a:prstGeom prst="rect">
            <a:avLst/>
          </a:prstGeom>
          <a:solidFill>
            <a:srgbClr val="EEEEEE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37704AB-F094-06FF-4B7A-9A45347B1E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524" y="4935559"/>
            <a:ext cx="12188952" cy="273401"/>
          </a:xfrm>
          <a:prstGeom prst="rect">
            <a:avLst/>
          </a:prstGeom>
          <a:solidFill>
            <a:srgbClr val="C8C9C7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C3C08E67-95F0-C45D-DAF6-BED3C2BD40C6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7126"/>
            <a:ext cx="2743200" cy="351692"/>
          </a:xfrm>
          <a:prstGeom prst="rect">
            <a:avLst/>
          </a:prstGeom>
        </p:spPr>
      </p:pic>
      <p:grpSp>
        <p:nvGrpSpPr>
          <p:cNvPr id="168" name="Group 167">
            <a:extLst>
              <a:ext uri="{FF2B5EF4-FFF2-40B4-BE49-F238E27FC236}">
                <a16:creationId xmlns:a16="http://schemas.microsoft.com/office/drawing/2014/main" id="{18E0DDAF-43B4-DF2B-872A-3CBE7934DF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8763000" y="3578843"/>
            <a:ext cx="2776701" cy="1371600"/>
            <a:chOff x="8763000" y="3578843"/>
            <a:chExt cx="2776701" cy="1371600"/>
          </a:xfrm>
        </p:grpSpPr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F3DBAF5-9250-3DBC-1B0E-2FB5BCC61DF4}"/>
                </a:ext>
              </a:extLst>
            </p:cNvPr>
            <p:cNvSpPr/>
            <p:nvPr userDrawn="1"/>
          </p:nvSpPr>
          <p:spPr>
            <a:xfrm flipV="1">
              <a:off x="9898504" y="4532149"/>
              <a:ext cx="418915" cy="418294"/>
            </a:xfrm>
            <a:custGeom>
              <a:avLst/>
              <a:gdLst>
                <a:gd name="connsiteX0" fmla="*/ 329226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6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953C9AF-C8F7-A902-B9A8-5E9EEF98AA1D}"/>
                </a:ext>
              </a:extLst>
            </p:cNvPr>
            <p:cNvSpPr/>
            <p:nvPr userDrawn="1"/>
          </p:nvSpPr>
          <p:spPr>
            <a:xfrm flipV="1">
              <a:off x="10374389" y="4307201"/>
              <a:ext cx="201682" cy="201845"/>
            </a:xfrm>
            <a:custGeom>
              <a:avLst/>
              <a:gdLst>
                <a:gd name="connsiteX0" fmla="*/ 320022 w 320021"/>
                <a:gd name="connsiteY0" fmla="*/ 0 h 320279"/>
                <a:gd name="connsiteX1" fmla="*/ 0 w 320021"/>
                <a:gd name="connsiteY1" fmla="*/ 320280 h 32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20279">
                  <a:moveTo>
                    <a:pt x="320022" y="0"/>
                  </a:moveTo>
                  <a:lnTo>
                    <a:pt x="0" y="320280"/>
                  </a:lnTo>
                </a:path>
              </a:pathLst>
            </a:custGeom>
            <a:ln w="6350" cap="rnd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754399FA-B052-F664-21C2-0AD5BCE1E1FF}"/>
                </a:ext>
              </a:extLst>
            </p:cNvPr>
            <p:cNvSpPr/>
            <p:nvPr userDrawn="1"/>
          </p:nvSpPr>
          <p:spPr>
            <a:xfrm flipV="1">
              <a:off x="10515433" y="4446730"/>
              <a:ext cx="418915" cy="418293"/>
            </a:xfrm>
            <a:custGeom>
              <a:avLst/>
              <a:gdLst>
                <a:gd name="connsiteX0" fmla="*/ 329226 w 664716"/>
                <a:gd name="connsiteY0" fmla="*/ 663249 h 663730"/>
                <a:gd name="connsiteX1" fmla="*/ 19 w 664716"/>
                <a:gd name="connsiteY1" fmla="*/ 328498 h 663730"/>
                <a:gd name="connsiteX2" fmla="*/ 335510 w 664716"/>
                <a:gd name="connsiteY2" fmla="*/ 19 h 663730"/>
                <a:gd name="connsiteX3" fmla="*/ 664716 w 664716"/>
                <a:gd name="connsiteY3" fmla="*/ 331875 h 663730"/>
                <a:gd name="connsiteX4" fmla="*/ 332126 w 664716"/>
                <a:gd name="connsiteY4" fmla="*/ 663731 h 663730"/>
                <a:gd name="connsiteX5" fmla="*/ 329226 w 664716"/>
                <a:gd name="connsiteY5" fmla="*/ 663731 h 66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0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7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F48F3F7-2CAE-BCCD-97AE-175B752E0980}"/>
                </a:ext>
              </a:extLst>
            </p:cNvPr>
            <p:cNvSpPr/>
            <p:nvPr userDrawn="1"/>
          </p:nvSpPr>
          <p:spPr>
            <a:xfrm flipV="1">
              <a:off x="10374389" y="3935125"/>
              <a:ext cx="201682" cy="201541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D363B74C-6207-5A90-644F-9B693F7BF556}"/>
                </a:ext>
              </a:extLst>
            </p:cNvPr>
            <p:cNvSpPr/>
            <p:nvPr userDrawn="1"/>
          </p:nvSpPr>
          <p:spPr>
            <a:xfrm flipV="1">
              <a:off x="10515433" y="3578843"/>
              <a:ext cx="418915" cy="418294"/>
            </a:xfrm>
            <a:custGeom>
              <a:avLst/>
              <a:gdLst>
                <a:gd name="connsiteX0" fmla="*/ 329226 w 664716"/>
                <a:gd name="connsiteY0" fmla="*/ 482 h 663731"/>
                <a:gd name="connsiteX1" fmla="*/ 19 w 664716"/>
                <a:gd name="connsiteY1" fmla="*/ 335233 h 663731"/>
                <a:gd name="connsiteX2" fmla="*/ 335510 w 664716"/>
                <a:gd name="connsiteY2" fmla="*/ 663712 h 663731"/>
                <a:gd name="connsiteX3" fmla="*/ 664716 w 664716"/>
                <a:gd name="connsiteY3" fmla="*/ 331856 h 663731"/>
                <a:gd name="connsiteX4" fmla="*/ 332126 w 664716"/>
                <a:gd name="connsiteY4" fmla="*/ 0 h 663731"/>
                <a:gd name="connsiteX5" fmla="*/ 329226 w 664716"/>
                <a:gd name="connsiteY5" fmla="*/ 0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482"/>
                  </a:moveTo>
                  <a:cubicBezTo>
                    <a:pt x="145527" y="2412"/>
                    <a:pt x="-1915" y="151940"/>
                    <a:pt x="19" y="335233"/>
                  </a:cubicBezTo>
                  <a:cubicBezTo>
                    <a:pt x="1953" y="518525"/>
                    <a:pt x="151812" y="665642"/>
                    <a:pt x="335510" y="663712"/>
                  </a:cubicBezTo>
                  <a:cubicBezTo>
                    <a:pt x="517758" y="661783"/>
                    <a:pt x="664716" y="514184"/>
                    <a:pt x="664716" y="331856"/>
                  </a:cubicBezTo>
                  <a:cubicBezTo>
                    <a:pt x="664716" y="148563"/>
                    <a:pt x="515824" y="0"/>
                    <a:pt x="332126" y="0"/>
                  </a:cubicBezTo>
                  <a:cubicBezTo>
                    <a:pt x="331159" y="0"/>
                    <a:pt x="330192" y="0"/>
                    <a:pt x="329226" y="0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1A58F05-00DA-FCB7-0AB7-56AB73EA90DF}"/>
                </a:ext>
              </a:extLst>
            </p:cNvPr>
            <p:cNvSpPr/>
            <p:nvPr userDrawn="1"/>
          </p:nvSpPr>
          <p:spPr>
            <a:xfrm flipV="1">
              <a:off x="11120786" y="4012640"/>
              <a:ext cx="418915" cy="418294"/>
            </a:xfrm>
            <a:custGeom>
              <a:avLst/>
              <a:gdLst>
                <a:gd name="connsiteX0" fmla="*/ 329225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5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5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5" y="663731"/>
                  </a:cubicBez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52403E1-ADEF-4087-541B-9729BB605214}"/>
                </a:ext>
              </a:extLst>
            </p:cNvPr>
            <p:cNvSpPr/>
            <p:nvPr userDrawn="1"/>
          </p:nvSpPr>
          <p:spPr>
            <a:xfrm>
              <a:off x="9757459" y="4392621"/>
              <a:ext cx="201682" cy="201541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rgbClr val="58A5E6"/>
              </a:solidFill>
              <a:prstDash val="sysDash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228EC3F-DA0B-4B37-B885-50C540639AAA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763000" y="4392621"/>
              <a:ext cx="994459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8A1750FE-3176-526D-8726-5ADD2D5206A0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991600" y="4304162"/>
              <a:ext cx="1382789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ADAECE6C-253B-E692-8BB2-9C17B05C8E8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991600" y="4219046"/>
              <a:ext cx="2128893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CEEFC79D-E92D-31E4-93CF-038E04BDE34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915400" y="4133626"/>
              <a:ext cx="1458989" cy="0"/>
            </a:xfrm>
            <a:prstGeom prst="line">
              <a:avLst/>
            </a:prstGeom>
            <a:ln w="6350">
              <a:solidFill>
                <a:srgbClr val="58A5E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Graphic 158">
              <a:extLst>
                <a:ext uri="{FF2B5EF4-FFF2-40B4-BE49-F238E27FC236}">
                  <a16:creationId xmlns:a16="http://schemas.microsoft.com/office/drawing/2014/main" id="{F78AF3F5-46A2-F769-8A93-538E83B32F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0025994" y="4627989"/>
              <a:ext cx="163934" cy="226614"/>
            </a:xfrm>
            <a:prstGeom prst="rect">
              <a:avLst/>
            </a:prstGeom>
          </p:spPr>
        </p:pic>
        <p:pic>
          <p:nvPicPr>
            <p:cNvPr id="161" name="Graphic 160">
              <a:extLst>
                <a:ext uri="{FF2B5EF4-FFF2-40B4-BE49-F238E27FC236}">
                  <a16:creationId xmlns:a16="http://schemas.microsoft.com/office/drawing/2014/main" id="{C82FF560-26E4-BF17-F784-E1DA2D4134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0638102" y="3672272"/>
              <a:ext cx="173577" cy="231436"/>
            </a:xfrm>
            <a:prstGeom prst="rect">
              <a:avLst/>
            </a:prstGeom>
          </p:spPr>
        </p:pic>
        <p:pic>
          <p:nvPicPr>
            <p:cNvPr id="163" name="Graphic 162">
              <a:extLst>
                <a:ext uri="{FF2B5EF4-FFF2-40B4-BE49-F238E27FC236}">
                  <a16:creationId xmlns:a16="http://schemas.microsoft.com/office/drawing/2014/main" id="{82A87777-585E-6C39-CADC-82D6702160A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0611583" y="4542569"/>
              <a:ext cx="226614" cy="226614"/>
            </a:xfrm>
            <a:prstGeom prst="rect">
              <a:avLst/>
            </a:prstGeom>
          </p:spPr>
        </p:pic>
        <p:pic>
          <p:nvPicPr>
            <p:cNvPr id="165" name="Graphic 164">
              <a:extLst>
                <a:ext uri="{FF2B5EF4-FFF2-40B4-BE49-F238E27FC236}">
                  <a16:creationId xmlns:a16="http://schemas.microsoft.com/office/drawing/2014/main" id="{D4F5DAEC-8EF3-9638-3F28-BFD95A3BDB2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1216936" y="4134999"/>
              <a:ext cx="226614" cy="173577"/>
            </a:xfrm>
            <a:prstGeom prst="rect">
              <a:avLst/>
            </a:prstGeom>
          </p:spPr>
        </p:pic>
      </p:grpSp>
      <p:pic>
        <p:nvPicPr>
          <p:cNvPr id="16" name="Graphic 15">
            <a:extLst>
              <a:ext uri="{FF2B5EF4-FFF2-40B4-BE49-F238E27FC236}">
                <a16:creationId xmlns:a16="http://schemas.microsoft.com/office/drawing/2014/main" id="{3E8C4B6D-EAAD-CB32-7FD1-A6D38072DBA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5903214" y="3810000"/>
            <a:ext cx="4536187" cy="2411644"/>
          </a:xfrm>
          <a:prstGeom prst="rect">
            <a:avLst/>
          </a:prstGeom>
        </p:spPr>
      </p:pic>
      <p:grpSp>
        <p:nvGrpSpPr>
          <p:cNvPr id="167" name="Group 166">
            <a:extLst>
              <a:ext uri="{FF2B5EF4-FFF2-40B4-BE49-F238E27FC236}">
                <a16:creationId xmlns:a16="http://schemas.microsoft.com/office/drawing/2014/main" id="{FF5A4411-594D-24D9-68B3-FF56CB6AB1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3772163" y="3196060"/>
            <a:ext cx="3847837" cy="2176397"/>
            <a:chOff x="3772163" y="3196060"/>
            <a:chExt cx="3847837" cy="2176397"/>
          </a:xfrm>
        </p:grpSpPr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35CE92CC-5082-4CAE-0C1B-36FA4BE49628}"/>
                </a:ext>
              </a:extLst>
            </p:cNvPr>
            <p:cNvSpPr/>
            <p:nvPr/>
          </p:nvSpPr>
          <p:spPr>
            <a:xfrm flipH="1">
              <a:off x="5711629" y="3196060"/>
              <a:ext cx="664716" cy="663731"/>
            </a:xfrm>
            <a:custGeom>
              <a:avLst/>
              <a:gdLst>
                <a:gd name="connsiteX0" fmla="*/ 329226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6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87BF0FA-137C-18A2-B828-C07ABF114A7B}"/>
                </a:ext>
              </a:extLst>
            </p:cNvPr>
            <p:cNvSpPr/>
            <p:nvPr/>
          </p:nvSpPr>
          <p:spPr>
            <a:xfrm flipH="1">
              <a:off x="5301209" y="3896450"/>
              <a:ext cx="320021" cy="320279"/>
            </a:xfrm>
            <a:custGeom>
              <a:avLst/>
              <a:gdLst>
                <a:gd name="connsiteX0" fmla="*/ 320022 w 320021"/>
                <a:gd name="connsiteY0" fmla="*/ 0 h 320279"/>
                <a:gd name="connsiteX1" fmla="*/ 0 w 320021"/>
                <a:gd name="connsiteY1" fmla="*/ 320280 h 32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20279">
                  <a:moveTo>
                    <a:pt x="320022" y="0"/>
                  </a:moveTo>
                  <a:lnTo>
                    <a:pt x="0" y="320280"/>
                  </a:lnTo>
                </a:path>
              </a:pathLst>
            </a:custGeom>
            <a:ln w="12700" cap="rnd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C8684A65-6209-86E1-3D22-59B0750D2549}"/>
                </a:ext>
              </a:extLst>
            </p:cNvPr>
            <p:cNvSpPr/>
            <p:nvPr/>
          </p:nvSpPr>
          <p:spPr>
            <a:xfrm flipH="1">
              <a:off x="4732711" y="3331600"/>
              <a:ext cx="664716" cy="663730"/>
            </a:xfrm>
            <a:custGeom>
              <a:avLst/>
              <a:gdLst>
                <a:gd name="connsiteX0" fmla="*/ 329226 w 664716"/>
                <a:gd name="connsiteY0" fmla="*/ 663249 h 663730"/>
                <a:gd name="connsiteX1" fmla="*/ 19 w 664716"/>
                <a:gd name="connsiteY1" fmla="*/ 328498 h 663730"/>
                <a:gd name="connsiteX2" fmla="*/ 335510 w 664716"/>
                <a:gd name="connsiteY2" fmla="*/ 19 h 663730"/>
                <a:gd name="connsiteX3" fmla="*/ 664716 w 664716"/>
                <a:gd name="connsiteY3" fmla="*/ 331875 h 663730"/>
                <a:gd name="connsiteX4" fmla="*/ 332126 w 664716"/>
                <a:gd name="connsiteY4" fmla="*/ 663731 h 663730"/>
                <a:gd name="connsiteX5" fmla="*/ 329226 w 664716"/>
                <a:gd name="connsiteY5" fmla="*/ 663731 h 66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0">
                  <a:moveTo>
                    <a:pt x="329226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7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6" y="66373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D1669DA-6B39-01A0-C40D-8E11B0B45BDF}"/>
                </a:ext>
              </a:extLst>
            </p:cNvPr>
            <p:cNvSpPr/>
            <p:nvPr/>
          </p:nvSpPr>
          <p:spPr>
            <a:xfrm flipH="1">
              <a:off x="5301209" y="4487327"/>
              <a:ext cx="320021" cy="319797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12700" cap="rnd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E3BE7D5E-B5FD-6094-CE35-189036BE5243}"/>
                </a:ext>
              </a:extLst>
            </p:cNvPr>
            <p:cNvSpPr/>
            <p:nvPr/>
          </p:nvSpPr>
          <p:spPr>
            <a:xfrm flipH="1">
              <a:off x="4732711" y="4708726"/>
              <a:ext cx="664716" cy="663731"/>
            </a:xfrm>
            <a:custGeom>
              <a:avLst/>
              <a:gdLst>
                <a:gd name="connsiteX0" fmla="*/ 329226 w 664716"/>
                <a:gd name="connsiteY0" fmla="*/ 482 h 663731"/>
                <a:gd name="connsiteX1" fmla="*/ 19 w 664716"/>
                <a:gd name="connsiteY1" fmla="*/ 335233 h 663731"/>
                <a:gd name="connsiteX2" fmla="*/ 335510 w 664716"/>
                <a:gd name="connsiteY2" fmla="*/ 663712 h 663731"/>
                <a:gd name="connsiteX3" fmla="*/ 664716 w 664716"/>
                <a:gd name="connsiteY3" fmla="*/ 331856 h 663731"/>
                <a:gd name="connsiteX4" fmla="*/ 332126 w 664716"/>
                <a:gd name="connsiteY4" fmla="*/ 0 h 663731"/>
                <a:gd name="connsiteX5" fmla="*/ 329226 w 664716"/>
                <a:gd name="connsiteY5" fmla="*/ 0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6" y="482"/>
                  </a:moveTo>
                  <a:cubicBezTo>
                    <a:pt x="145527" y="2412"/>
                    <a:pt x="-1915" y="151940"/>
                    <a:pt x="19" y="335233"/>
                  </a:cubicBezTo>
                  <a:cubicBezTo>
                    <a:pt x="1953" y="518525"/>
                    <a:pt x="151812" y="665642"/>
                    <a:pt x="335510" y="663712"/>
                  </a:cubicBezTo>
                  <a:cubicBezTo>
                    <a:pt x="517758" y="661783"/>
                    <a:pt x="664716" y="514184"/>
                    <a:pt x="664716" y="331856"/>
                  </a:cubicBezTo>
                  <a:cubicBezTo>
                    <a:pt x="664716" y="148563"/>
                    <a:pt x="515824" y="0"/>
                    <a:pt x="332126" y="0"/>
                  </a:cubicBezTo>
                  <a:cubicBezTo>
                    <a:pt x="331159" y="0"/>
                    <a:pt x="330192" y="0"/>
                    <a:pt x="329226" y="0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6778444E-3CB3-B57A-1D13-1746A735C30E}"/>
                </a:ext>
              </a:extLst>
            </p:cNvPr>
            <p:cNvSpPr/>
            <p:nvPr/>
          </p:nvSpPr>
          <p:spPr>
            <a:xfrm flipH="1">
              <a:off x="3772163" y="4020395"/>
              <a:ext cx="664716" cy="663731"/>
            </a:xfrm>
            <a:custGeom>
              <a:avLst/>
              <a:gdLst>
                <a:gd name="connsiteX0" fmla="*/ 329225 w 664716"/>
                <a:gd name="connsiteY0" fmla="*/ 663249 h 663731"/>
                <a:gd name="connsiteX1" fmla="*/ 19 w 664716"/>
                <a:gd name="connsiteY1" fmla="*/ 328498 h 663731"/>
                <a:gd name="connsiteX2" fmla="*/ 335510 w 664716"/>
                <a:gd name="connsiteY2" fmla="*/ 19 h 663731"/>
                <a:gd name="connsiteX3" fmla="*/ 664716 w 664716"/>
                <a:gd name="connsiteY3" fmla="*/ 331875 h 663731"/>
                <a:gd name="connsiteX4" fmla="*/ 332126 w 664716"/>
                <a:gd name="connsiteY4" fmla="*/ 663731 h 663731"/>
                <a:gd name="connsiteX5" fmla="*/ 329225 w 664716"/>
                <a:gd name="connsiteY5" fmla="*/ 663731 h 66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16" h="663731">
                  <a:moveTo>
                    <a:pt x="329225" y="663249"/>
                  </a:moveTo>
                  <a:cubicBezTo>
                    <a:pt x="145527" y="661319"/>
                    <a:pt x="-1915" y="511791"/>
                    <a:pt x="19" y="328498"/>
                  </a:cubicBezTo>
                  <a:cubicBezTo>
                    <a:pt x="1953" y="145206"/>
                    <a:pt x="151812" y="-1911"/>
                    <a:pt x="335510" y="19"/>
                  </a:cubicBezTo>
                  <a:cubicBezTo>
                    <a:pt x="517758" y="1948"/>
                    <a:pt x="664716" y="149547"/>
                    <a:pt x="664716" y="331875"/>
                  </a:cubicBezTo>
                  <a:cubicBezTo>
                    <a:pt x="664716" y="515168"/>
                    <a:pt x="515824" y="663731"/>
                    <a:pt x="332126" y="663731"/>
                  </a:cubicBezTo>
                  <a:cubicBezTo>
                    <a:pt x="331159" y="663731"/>
                    <a:pt x="330192" y="663731"/>
                    <a:pt x="329225" y="66373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8F1FEE9-1CC2-E166-5236-F26B356638EB}"/>
                </a:ext>
              </a:extLst>
            </p:cNvPr>
            <p:cNvSpPr/>
            <p:nvPr/>
          </p:nvSpPr>
          <p:spPr>
            <a:xfrm flipH="1" flipV="1">
              <a:off x="6280127" y="3761392"/>
              <a:ext cx="320021" cy="319797"/>
            </a:xfrm>
            <a:custGeom>
              <a:avLst/>
              <a:gdLst>
                <a:gd name="connsiteX0" fmla="*/ 320022 w 320021"/>
                <a:gd name="connsiteY0" fmla="*/ 319797 h 319797"/>
                <a:gd name="connsiteX1" fmla="*/ 0 w 320021"/>
                <a:gd name="connsiteY1" fmla="*/ 0 h 31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21" h="319797">
                  <a:moveTo>
                    <a:pt x="320022" y="319797"/>
                  </a:moveTo>
                  <a:lnTo>
                    <a:pt x="0" y="0"/>
                  </a:lnTo>
                </a:path>
              </a:pathLst>
            </a:custGeom>
            <a:ln w="12700" cap="rnd">
              <a:solidFill>
                <a:srgbClr val="58A5E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673C9DB9-7295-9743-A524-B6D6099BA849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600148" y="4081189"/>
              <a:ext cx="1019852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1A34BB84-D94A-00E8-7BC5-9323B493D3F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621230" y="4221552"/>
              <a:ext cx="1770170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AB0CC4C6-E38B-1AC8-55F1-08DDFEE4BEC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437344" y="4356610"/>
              <a:ext cx="2819400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F02695A0-01D9-4D7E-0F8A-EDB46530CC0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5621230" y="4492150"/>
              <a:ext cx="1911095" cy="0"/>
            </a:xfrm>
            <a:prstGeom prst="line">
              <a:avLst/>
            </a:prstGeom>
            <a:ln w="12700">
              <a:solidFill>
                <a:srgbClr val="58A5E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4" name="Graphic 143">
              <a:extLst>
                <a:ext uri="{FF2B5EF4-FFF2-40B4-BE49-F238E27FC236}">
                  <a16:creationId xmlns:a16="http://schemas.microsoft.com/office/drawing/2014/main" id="{4F56A08F-37D9-4C93-8894-DB7D2FA465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3951824" y="4155935"/>
              <a:ext cx="305394" cy="392650"/>
            </a:xfrm>
            <a:prstGeom prst="rect">
              <a:avLst/>
            </a:prstGeom>
          </p:spPr>
        </p:pic>
        <p:pic>
          <p:nvPicPr>
            <p:cNvPr id="146" name="Graphic 145">
              <a:extLst>
                <a:ext uri="{FF2B5EF4-FFF2-40B4-BE49-F238E27FC236}">
                  <a16:creationId xmlns:a16="http://schemas.microsoft.com/office/drawing/2014/main" id="{083EB209-FF1D-6376-6769-D93FBB4B4C3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890558" y="4844266"/>
              <a:ext cx="349022" cy="392650"/>
            </a:xfrm>
            <a:prstGeom prst="rect">
              <a:avLst/>
            </a:prstGeom>
          </p:spPr>
        </p:pic>
        <p:pic>
          <p:nvPicPr>
            <p:cNvPr id="148" name="Graphic 147">
              <a:extLst>
                <a:ext uri="{FF2B5EF4-FFF2-40B4-BE49-F238E27FC236}">
                  <a16:creationId xmlns:a16="http://schemas.microsoft.com/office/drawing/2014/main" id="{337CBD6F-643D-3B10-42E2-29D7011A06D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4868744" y="3481683"/>
              <a:ext cx="392650" cy="363564"/>
            </a:xfrm>
            <a:prstGeom prst="rect">
              <a:avLst/>
            </a:prstGeom>
          </p:spPr>
        </p:pic>
        <p:pic>
          <p:nvPicPr>
            <p:cNvPr id="152" name="Graphic 151">
              <a:extLst>
                <a:ext uri="{FF2B5EF4-FFF2-40B4-BE49-F238E27FC236}">
                  <a16:creationId xmlns:a16="http://schemas.microsoft.com/office/drawing/2014/main" id="{11CAB691-E024-17A8-5670-1F5A6C73141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5"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5847662" y="3331600"/>
              <a:ext cx="392650" cy="392650"/>
            </a:xfrm>
            <a:prstGeom prst="rect">
              <a:avLst/>
            </a:prstGeom>
          </p:spPr>
        </p:pic>
      </p:grpSp>
      <p:sp>
        <p:nvSpPr>
          <p:cNvPr id="169" name="Rectangle 168">
            <a:extLst>
              <a:ext uri="{FF2B5EF4-FFF2-40B4-BE49-F238E27FC236}">
                <a16:creationId xmlns:a16="http://schemas.microsoft.com/office/drawing/2014/main" id="{D6536FC5-528B-3064-5E54-FDBDEDB74F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229600" y="3761392"/>
            <a:ext cx="228600" cy="142316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pic>
        <p:nvPicPr>
          <p:cNvPr id="137" name="Graphic 136">
            <a:extLst>
              <a:ext uri="{FF2B5EF4-FFF2-40B4-BE49-F238E27FC236}">
                <a16:creationId xmlns:a16="http://schemas.microsoft.com/office/drawing/2014/main" id="{0A98765B-1BBD-C69A-19A7-C5750A3A23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176448" y="3267947"/>
            <a:ext cx="1993392" cy="19933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5018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&amp; Subtitle light">
    <p:bg>
      <p:bgPr>
        <a:solidFill>
          <a:srgbClr val="EEEEE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accent1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852957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vider Slide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FFA373-9605-DC0D-3679-307F4E588F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10238" y="1122363"/>
            <a:ext cx="6138863" cy="2387600"/>
          </a:xfrm>
        </p:spPr>
        <p:txBody>
          <a:bodyPr anchor="b">
            <a:normAutofit/>
          </a:bodyPr>
          <a:lstStyle>
            <a:lvl1pPr algn="l">
              <a:defRPr sz="4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FDEC4B7-ACDF-DD3F-3425-5F86E933EA3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710238" y="3602038"/>
            <a:ext cx="6138862" cy="979487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latin typeface="Arial Nova Light" panose="020B03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C9C7B1-C92B-596D-1BA4-6762BCC13D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019675" cy="6858000"/>
          </a:xfrm>
        </p:spPr>
        <p:txBody>
          <a:bodyPr anchor="ctr"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8148E52-7589-6FE4-0E25-805F991A355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098F24E-08E1-8ED6-BBC4-30AEBA667E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5710238" y="411372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65720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3913363E-3AF3-B193-7440-C6E327763A62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532840111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FA7608-EF91-82FA-4EF4-3B7614B3DD1B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214285643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" name="Content Placeholder 3">
            <a:extLst>
              <a:ext uri="{FF2B5EF4-FFF2-40B4-BE49-F238E27FC236}">
                <a16:creationId xmlns:a16="http://schemas.microsoft.com/office/drawing/2014/main" id="{3E23412D-E7DD-A39A-5A70-71FFC874FE4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80009" y="1433513"/>
            <a:ext cx="11400427" cy="4738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AFA7608-EF91-82FA-4EF4-3B7614B3DD1B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289921843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8F49DE64-00E9-96FD-DDB3-41F8BE9F07D1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380010" y="1433513"/>
            <a:ext cx="5486400" cy="4738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8B742817-1FAE-CA94-428A-767982507689}"/>
              </a:ext>
            </a:extLst>
          </p:cNvPr>
          <p:cNvSpPr>
            <a:spLocks noGrp="1"/>
          </p:cNvSpPr>
          <p:nvPr>
            <p:ph sz="quarter" idx="12"/>
          </p:nvPr>
        </p:nvSpPr>
        <p:spPr>
          <a:xfrm>
            <a:off x="6291549" y="1433513"/>
            <a:ext cx="5486400" cy="4738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F84E1AB-25C6-C24C-B21B-8F6B484D7645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026203512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7D128D89-2759-A595-B0FE-35AD4B4B80E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Content Placeholder 3">
            <a:extLst>
              <a:ext uri="{FF2B5EF4-FFF2-40B4-BE49-F238E27FC236}">
                <a16:creationId xmlns:a16="http://schemas.microsoft.com/office/drawing/2014/main" id="{3E23412D-E7DD-A39A-5A70-71FFC874FE4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80009" y="1814513"/>
            <a:ext cx="11395791" cy="4357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DDDD1A8-3645-EBEF-E73D-E102C95F5191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17108306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7D128D89-2759-A595-B0FE-35AD4B4B80E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131C40C-0F3D-4C57-37DD-26D55C9F8355}"/>
              </a:ext>
            </a:extLst>
          </p:cNvPr>
          <p:cNvSpPr>
            <a:spLocks noGrp="1"/>
          </p:cNvSpPr>
          <p:nvPr>
            <p:ph sz="quarter" idx="12"/>
          </p:nvPr>
        </p:nvSpPr>
        <p:spPr>
          <a:xfrm>
            <a:off x="380010" y="1814513"/>
            <a:ext cx="5486400" cy="4357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F39CA0CC-B580-4E4C-B790-4A21477CB64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291549" y="1814513"/>
            <a:ext cx="5486400" cy="4357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4C75E9-99EB-E4F9-EC15-352F3016EE5F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2349425977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7">
            <a:extLst>
              <a:ext uri="{FF2B5EF4-FFF2-40B4-BE49-F238E27FC236}">
                <a16:creationId xmlns:a16="http://schemas.microsoft.com/office/drawing/2014/main" id="{7E966A90-A48C-491B-BC6B-14201F7DC35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6FF1290-012E-F102-75E1-1B45A4D72165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2307668730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7">
            <a:extLst>
              <a:ext uri="{FF2B5EF4-FFF2-40B4-BE49-F238E27FC236}">
                <a16:creationId xmlns:a16="http://schemas.microsoft.com/office/drawing/2014/main" id="{7E966A90-A48C-491B-BC6B-14201F7DC35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879308FF-7229-5F58-7D6D-B79F5DDAF4D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91251400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7">
            <a:extLst>
              <a:ext uri="{FF2B5EF4-FFF2-40B4-BE49-F238E27FC236}">
                <a16:creationId xmlns:a16="http://schemas.microsoft.com/office/drawing/2014/main" id="{7E966A90-A48C-491B-BC6B-14201F7DC35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F7BF2C13-6475-1BF8-FFDB-B1BFC7066A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7D128D89-2759-A595-B0FE-35AD4B4B80E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Content Placeholder 3">
            <a:extLst>
              <a:ext uri="{FF2B5EF4-FFF2-40B4-BE49-F238E27FC236}">
                <a16:creationId xmlns:a16="http://schemas.microsoft.com/office/drawing/2014/main" id="{3E23412D-E7DD-A39A-5A70-71FFC874FE4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80009" y="1814513"/>
            <a:ext cx="11423641" cy="4357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6FF1290-012E-F102-75E1-1B45A4D72165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3476014623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8694820D-AC68-2F15-6715-A08F3D7A339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58196"/>
          <a:stretch/>
        </p:blipFill>
        <p:spPr>
          <a:xfrm rot="10800000">
            <a:off x="0" y="-2"/>
            <a:ext cx="4111725" cy="1736205"/>
          </a:xfrm>
          <a:prstGeom prst="rect">
            <a:avLst/>
          </a:prstGeom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6E9E4E8E-6E9B-2162-5EF3-719A75CE26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BD405FDC-8969-9671-15AB-1991DB2BFC8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E6CD5C48-085C-51C6-7C6C-28E197E87F7D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80010" y="1814513"/>
            <a:ext cx="11428282" cy="4357687"/>
          </a:xfrm>
        </p:spPr>
        <p:txBody>
          <a:bodyPr/>
          <a:lstStyle>
            <a:lvl1pPr marL="0" indent="0">
              <a:buNone/>
              <a:defRPr>
                <a:solidFill>
                  <a:schemeClr val="accent2"/>
                </a:solidFill>
              </a:defRPr>
            </a:lvl1pPr>
            <a:lvl2pPr marL="6858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2pPr>
            <a:lvl3pPr marL="1143000" indent="-228600">
              <a:buFont typeface="System Font Regular"/>
              <a:buChar char="-"/>
              <a:defRPr>
                <a:solidFill>
                  <a:schemeClr val="accent2"/>
                </a:solidFill>
              </a:defRPr>
            </a:lvl3pPr>
            <a:lvl4pPr marL="1600200" indent="-228600">
              <a:buFont typeface="System Font Regular"/>
              <a:buChar char="-"/>
              <a:defRPr/>
            </a:lvl4pPr>
            <a:lvl5pPr marL="2057400" indent="-228600">
              <a:buFont typeface="System Font Regular"/>
              <a:buChar char="-"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308ED3A-A04D-AECF-56BD-A5C3736426F4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711909461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F6A46F01-CD7E-B2A8-D8D2-E75F87FB08F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66795" b="1"/>
          <a:stretch/>
        </p:blipFill>
        <p:spPr>
          <a:xfrm rot="5400000">
            <a:off x="-2278930" y="2278930"/>
            <a:ext cx="6858000" cy="230014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903F2A3-ED4C-631E-C7C5-98E40B1430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08766" y="530200"/>
            <a:ext cx="8472907" cy="539848"/>
          </a:xfrm>
        </p:spPr>
        <p:txBody>
          <a:bodyPr>
            <a:noAutofit/>
          </a:bodyPr>
          <a:lstStyle>
            <a:lvl1pPr>
              <a:defRPr sz="3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960828C5-1B36-C56B-67D5-34CF676CC9BC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DC51530-129D-8A2A-A955-44B79B8C91A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8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4A347464-BBFF-6B3E-0A9B-772D3321B3A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9" name="TextBox 19">
            <a:extLst>
              <a:ext uri="{FF2B5EF4-FFF2-40B4-BE49-F238E27FC236}">
                <a16:creationId xmlns:a16="http://schemas.microsoft.com/office/drawing/2014/main" id="{2AED75DE-8994-11E9-5A84-DFCD44551457}"/>
              </a:ext>
            </a:extLst>
          </p:cNvPr>
          <p:cNvSpPr txBox="1"/>
          <p:nvPr userDrawn="1"/>
        </p:nvSpPr>
        <p:spPr>
          <a:xfrm>
            <a:off x="5120250" y="6702028"/>
            <a:ext cx="94578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AB3FBA6-B8A7-51D8-FEB8-511190D246C9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25896759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I intro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F9F8930-35BD-D7A8-B707-320B9886E9FD}"/>
              </a:ext>
            </a:extLst>
          </p:cNvPr>
          <p:cNvSpPr/>
          <p:nvPr userDrawn="1"/>
        </p:nvSpPr>
        <p:spPr>
          <a:xfrm>
            <a:off x="8255837" y="0"/>
            <a:ext cx="3986785" cy="6858000"/>
          </a:xfrm>
          <a:prstGeom prst="rect">
            <a:avLst/>
          </a:prstGeom>
          <a:solidFill>
            <a:srgbClr val="612CB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390752058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I how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6460272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stainability intro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F9F8930-35BD-D7A8-B707-320B9886E9FD}"/>
              </a:ext>
            </a:extLst>
          </p:cNvPr>
          <p:cNvSpPr/>
          <p:nvPr userDrawn="1"/>
        </p:nvSpPr>
        <p:spPr>
          <a:xfrm>
            <a:off x="8255837" y="0"/>
            <a:ext cx="3986785" cy="6858000"/>
          </a:xfrm>
          <a:prstGeom prst="rect">
            <a:avLst/>
          </a:prstGeom>
          <a:solidFill>
            <a:srgbClr val="00785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400894441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stainability how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34564971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stain product sl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BC68554-980C-A185-D318-1639B14E679A}"/>
              </a:ext>
            </a:extLst>
          </p:cNvPr>
          <p:cNvSpPr/>
          <p:nvPr userDrawn="1"/>
        </p:nvSpPr>
        <p:spPr>
          <a:xfrm>
            <a:off x="0" y="3429000"/>
            <a:ext cx="12192000" cy="3429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5CDF81-BCDC-4155-A36E-2E848EF6612B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00785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  <a:latin typeface="+mj-lt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7D18C8F-F85A-EA1C-1398-8E5177199E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6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416AD52F-F11B-0C98-C6B2-514508487CF4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7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E5DB7CDD-86E4-A49A-2231-2A6A1970458A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8" name="TextBox 19">
            <a:extLst>
              <a:ext uri="{FF2B5EF4-FFF2-40B4-BE49-F238E27FC236}">
                <a16:creationId xmlns:a16="http://schemas.microsoft.com/office/drawing/2014/main" id="{84377CD7-DBFE-AC4E-1564-B1B3F6806E63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5" name="Content Placeholder 11">
            <a:extLst>
              <a:ext uri="{FF2B5EF4-FFF2-40B4-BE49-F238E27FC236}">
                <a16:creationId xmlns:a16="http://schemas.microsoft.com/office/drawing/2014/main" id="{95560F5A-42D4-34DD-4691-1E2DB258013A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4438651" y="2228852"/>
            <a:ext cx="3314700" cy="4114800"/>
          </a:xfrm>
          <a:prstGeom prst="rect">
            <a:avLst/>
          </a:prstGeom>
          <a:solidFill>
            <a:srgbClr val="E4FFD6"/>
          </a:solidFill>
        </p:spPr>
        <p:txBody>
          <a:bodyPr tIns="1005840" bIns="91440" anchor="t" anchorCtr="0"/>
          <a:lstStyle>
            <a:lvl1pPr marL="0" indent="0" algn="ctr">
              <a:buNone/>
              <a:defRPr sz="1800">
                <a:solidFill>
                  <a:srgbClr val="007851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Content Placeholder 11">
            <a:extLst>
              <a:ext uri="{FF2B5EF4-FFF2-40B4-BE49-F238E27FC236}">
                <a16:creationId xmlns:a16="http://schemas.microsoft.com/office/drawing/2014/main" id="{7DACAC57-D69F-D7F4-D51C-24C3600D6E91}"/>
              </a:ext>
            </a:extLst>
          </p:cNvPr>
          <p:cNvSpPr>
            <a:spLocks noGrp="1"/>
          </p:cNvSpPr>
          <p:nvPr>
            <p:ph sz="quarter" idx="12"/>
          </p:nvPr>
        </p:nvSpPr>
        <p:spPr>
          <a:xfrm>
            <a:off x="552450" y="2228852"/>
            <a:ext cx="3314700" cy="4114800"/>
          </a:xfrm>
          <a:prstGeom prst="rect">
            <a:avLst/>
          </a:prstGeom>
          <a:solidFill>
            <a:srgbClr val="E4FFD6"/>
          </a:solidFill>
        </p:spPr>
        <p:txBody>
          <a:bodyPr tIns="1005840" bIns="91440" anchor="t" anchorCtr="0"/>
          <a:lstStyle>
            <a:lvl1pPr marL="0" indent="0" algn="ctr">
              <a:buNone/>
              <a:defRPr sz="1800">
                <a:solidFill>
                  <a:srgbClr val="007851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Content Placeholder 11">
            <a:extLst>
              <a:ext uri="{FF2B5EF4-FFF2-40B4-BE49-F238E27FC236}">
                <a16:creationId xmlns:a16="http://schemas.microsoft.com/office/drawing/2014/main" id="{D1CF4A3C-2598-CD03-E033-9DCBD6107465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24850" y="2228852"/>
            <a:ext cx="3314700" cy="4114800"/>
          </a:xfrm>
          <a:prstGeom prst="rect">
            <a:avLst/>
          </a:prstGeom>
          <a:solidFill>
            <a:srgbClr val="E4FFD6"/>
          </a:solidFill>
        </p:spPr>
        <p:txBody>
          <a:bodyPr tIns="1005840" bIns="91440" anchor="t" anchorCtr="0"/>
          <a:lstStyle>
            <a:lvl1pPr marL="0" indent="0" algn="ctr">
              <a:buNone/>
              <a:defRPr sz="1800">
                <a:solidFill>
                  <a:srgbClr val="007851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38515FB0-65D7-541C-72EE-5B4D337414D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1253A646-644B-240F-DF1E-B1D356F6E17F}"/>
              </a:ext>
            </a:extLst>
          </p:cNvPr>
          <p:cNvSpPr/>
          <p:nvPr userDrawn="1"/>
        </p:nvSpPr>
        <p:spPr>
          <a:xfrm>
            <a:off x="7123911" y="229936"/>
            <a:ext cx="4525135" cy="1404968"/>
          </a:xfrm>
          <a:prstGeom prst="rect">
            <a:avLst/>
          </a:prstGeom>
          <a:solidFill>
            <a:srgbClr val="E4FFD6"/>
          </a:solidFill>
          <a:ln w="6350">
            <a:solidFill>
              <a:srgbClr val="691D3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tlCol="0" anchor="ctr"/>
          <a:lstStyle/>
          <a:p>
            <a:pPr algn="ctr" defTabSz="914264">
              <a:spcBef>
                <a:spcPts val="800"/>
              </a:spcBef>
              <a:buClr>
                <a:srgbClr val="007DB8"/>
              </a:buClr>
              <a:defRPr/>
            </a:pPr>
            <a:endParaRPr lang="en-US" sz="1733" b="1" spc="180" baseline="30000" dirty="0">
              <a:solidFill>
                <a:srgbClr val="691D3E"/>
              </a:solidFill>
              <a:latin typeface="Arial Nova Light" panose="020B0304020202020204" pitchFamily="34" charset="0"/>
            </a:endParaRP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AA32DBD5-9870-A5E9-01CC-C0E2A11A6B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2484" y="800102"/>
            <a:ext cx="737086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24">
            <a:extLst>
              <a:ext uri="{FF2B5EF4-FFF2-40B4-BE49-F238E27FC236}">
                <a16:creationId xmlns:a16="http://schemas.microsoft.com/office/drawing/2014/main" id="{18BB46EA-A488-A9A2-56C2-BF79671779F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2484" y="1239913"/>
            <a:ext cx="6675120" cy="192087"/>
          </a:xfrm>
        </p:spPr>
        <p:txBody>
          <a:bodyPr lIns="0" tIns="0">
            <a:noAutofit/>
          </a:bodyPr>
          <a:lstStyle>
            <a:lvl1pPr>
              <a:defRPr sz="1600"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280753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urity intro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F9F8930-35BD-D7A8-B707-320B9886E9FD}"/>
              </a:ext>
            </a:extLst>
          </p:cNvPr>
          <p:cNvSpPr/>
          <p:nvPr userDrawn="1"/>
        </p:nvSpPr>
        <p:spPr>
          <a:xfrm>
            <a:off x="8255837" y="0"/>
            <a:ext cx="3986785" cy="6858000"/>
          </a:xfrm>
          <a:prstGeom prst="rect">
            <a:avLst/>
          </a:prstGeom>
          <a:solidFill>
            <a:srgbClr val="7214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23646857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ure product sl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BC68554-980C-A185-D318-1639B14E679A}"/>
              </a:ext>
            </a:extLst>
          </p:cNvPr>
          <p:cNvSpPr/>
          <p:nvPr userDrawn="1"/>
        </p:nvSpPr>
        <p:spPr>
          <a:xfrm>
            <a:off x="0" y="3429000"/>
            <a:ext cx="12192000" cy="3429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5CDF81-BCDC-4155-A36E-2E848EF6612B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691D3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4" y="800102"/>
            <a:ext cx="7370867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4438651" y="2228852"/>
            <a:ext cx="3314700" cy="4114800"/>
          </a:xfrm>
          <a:prstGeom prst="rect">
            <a:avLst/>
          </a:prstGeom>
          <a:solidFill>
            <a:srgbClr val="FBEECE"/>
          </a:solidFill>
        </p:spPr>
        <p:txBody>
          <a:bodyPr tIns="1005840" bIns="91440" anchor="t" anchorCtr="0"/>
          <a:lstStyle>
            <a:lvl1pPr marL="0" indent="0" algn="ctr">
              <a:buNone/>
              <a:defRPr sz="1800">
                <a:solidFill>
                  <a:srgbClr val="691D3F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/>
          </p:cNvSpPr>
          <p:nvPr>
            <p:ph sz="quarter" idx="12"/>
          </p:nvPr>
        </p:nvSpPr>
        <p:spPr>
          <a:xfrm>
            <a:off x="552450" y="2228852"/>
            <a:ext cx="3314700" cy="4114800"/>
          </a:xfrm>
          <a:prstGeom prst="rect">
            <a:avLst/>
          </a:prstGeom>
          <a:solidFill>
            <a:srgbClr val="FBEECE"/>
          </a:solidFill>
        </p:spPr>
        <p:txBody>
          <a:bodyPr tIns="1005840" bIns="91440" anchor="t" anchorCtr="0"/>
          <a:lstStyle>
            <a:lvl1pPr marL="0" indent="0" algn="ctr">
              <a:buNone/>
              <a:defRPr sz="1800">
                <a:solidFill>
                  <a:srgbClr val="691D3F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24850" y="2228852"/>
            <a:ext cx="3314700" cy="4114800"/>
          </a:xfrm>
          <a:prstGeom prst="rect">
            <a:avLst/>
          </a:prstGeom>
          <a:solidFill>
            <a:srgbClr val="FBEECE"/>
          </a:solidFill>
        </p:spPr>
        <p:txBody>
          <a:bodyPr tIns="1005840" bIns="91440" anchor="t" anchorCtr="0"/>
          <a:lstStyle>
            <a:lvl1pPr marL="0" indent="0" algn="ctr">
              <a:buNone/>
              <a:defRPr sz="1800">
                <a:solidFill>
                  <a:srgbClr val="691D3F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7D18C8F-F85A-EA1C-1398-8E5177199E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6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416AD52F-F11B-0C98-C6B2-514508487CF4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7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E5DB7CDD-86E4-A49A-2231-2A6A1970458A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8" name="TextBox 19">
            <a:extLst>
              <a:ext uri="{FF2B5EF4-FFF2-40B4-BE49-F238E27FC236}">
                <a16:creationId xmlns:a16="http://schemas.microsoft.com/office/drawing/2014/main" id="{84377CD7-DBFE-AC4E-1564-B1B3F6806E63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36D91A11-9160-2896-E093-70E84A87E5D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EA2BF614-9236-05BB-122B-A0B240105B62}"/>
              </a:ext>
            </a:extLst>
          </p:cNvPr>
          <p:cNvSpPr/>
          <p:nvPr userDrawn="1"/>
        </p:nvSpPr>
        <p:spPr>
          <a:xfrm>
            <a:off x="7123911" y="229936"/>
            <a:ext cx="4525135" cy="1404968"/>
          </a:xfrm>
          <a:prstGeom prst="rect">
            <a:avLst/>
          </a:prstGeom>
          <a:solidFill>
            <a:srgbClr val="FBEECE"/>
          </a:solidFill>
          <a:ln w="6350">
            <a:solidFill>
              <a:srgbClr val="691D3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tlCol="0" anchor="ctr"/>
          <a:lstStyle/>
          <a:p>
            <a:pPr algn="ctr" defTabSz="914264">
              <a:spcBef>
                <a:spcPts val="800"/>
              </a:spcBef>
              <a:buClr>
                <a:srgbClr val="007DB8"/>
              </a:buClr>
              <a:defRPr/>
            </a:pPr>
            <a:endParaRPr lang="en-US" sz="1733" b="1" spc="180" baseline="30000" dirty="0">
              <a:solidFill>
                <a:srgbClr val="691D3E"/>
              </a:solidFill>
              <a:latin typeface="Arial Nova Light" panose="020B0304020202020204" pitchFamily="34" charset="0"/>
            </a:endParaRPr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0D86839D-1332-EF7E-7D45-E3F10C512C1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2484" y="1239913"/>
            <a:ext cx="6675120" cy="192087"/>
          </a:xfrm>
        </p:spPr>
        <p:txBody>
          <a:bodyPr lIns="0" tIns="0">
            <a:noAutofit/>
          </a:bodyPr>
          <a:lstStyle>
            <a:lvl1pPr>
              <a:defRPr sz="1600"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896398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urity how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44218651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oud intro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F9F8930-35BD-D7A8-B707-320B9886E9FD}"/>
              </a:ext>
            </a:extLst>
          </p:cNvPr>
          <p:cNvSpPr/>
          <p:nvPr userDrawn="1"/>
        </p:nvSpPr>
        <p:spPr>
          <a:xfrm>
            <a:off x="8255837" y="0"/>
            <a:ext cx="3986785" cy="6858000"/>
          </a:xfrm>
          <a:prstGeom prst="rect">
            <a:avLst/>
          </a:prstGeom>
          <a:solidFill>
            <a:srgbClr val="1D56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358316089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oud how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4BBD2B0-7B09-B5CF-2DD4-9FACDA0F06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212CF85B-113A-A683-9FC2-81D1F3F013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52" y="37855"/>
            <a:ext cx="12183631" cy="1968745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0F78A349-9177-E7DB-A08D-CC8437A4E3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>
                <a:highlight>
                  <a:srgbClr val="0D2155"/>
                </a:highlight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A459975-B4CF-3C68-203A-5110C7D4962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1B7691A-5858-8520-E115-9FC8E41DED67}"/>
              </a:ext>
            </a:extLst>
          </p:cNvPr>
          <p:cNvSpPr txBox="1"/>
          <p:nvPr userDrawn="1"/>
        </p:nvSpPr>
        <p:spPr>
          <a:xfrm>
            <a:off x="10712959" y="310228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210581976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intr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0D2155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440C3CD-E7F3-A31F-A385-067888A7AA66}"/>
              </a:ext>
            </a:extLst>
          </p:cNvPr>
          <p:cNvSpPr/>
          <p:nvPr userDrawn="1"/>
        </p:nvSpPr>
        <p:spPr>
          <a:xfrm>
            <a:off x="0" y="1758122"/>
            <a:ext cx="12192000" cy="509987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extBox 19">
            <a:extLst>
              <a:ext uri="{FF2B5EF4-FFF2-40B4-BE49-F238E27FC236}">
                <a16:creationId xmlns:a16="http://schemas.microsoft.com/office/drawing/2014/main" id="{8583F5A8-86AC-1411-0466-489AA2DA61B0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F54908A-4CFE-04F7-2E5B-16D4F43C6D86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7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0D0ACDD0-AAF2-9913-4901-5F1C640DE55F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D52260E-539F-70DB-AF54-EFD167491E17}"/>
              </a:ext>
            </a:extLst>
          </p:cNvPr>
          <p:cNvSpPr/>
          <p:nvPr userDrawn="1"/>
        </p:nvSpPr>
        <p:spPr>
          <a:xfrm>
            <a:off x="8305800" y="2085009"/>
            <a:ext cx="3319272" cy="4098641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t" anchorCtr="0"/>
          <a:lstStyle/>
          <a:p>
            <a:pPr lvl="0" indent="0" algn="ctr" defTabSz="914386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en-US" sz="2000" b="1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7676BD9-92EA-BA4E-04FF-D492F392E8AB}"/>
              </a:ext>
            </a:extLst>
          </p:cNvPr>
          <p:cNvSpPr/>
          <p:nvPr userDrawn="1"/>
        </p:nvSpPr>
        <p:spPr>
          <a:xfrm>
            <a:off x="4419600" y="2085009"/>
            <a:ext cx="3319272" cy="4098641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t" anchorCtr="0"/>
          <a:lstStyle/>
          <a:p>
            <a:pPr lvl="0" indent="0" algn="ctr" defTabSz="914386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en-US" sz="2000" b="1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E254B5F2-E6CC-C2D0-E998-A4715FAAEA59}"/>
              </a:ext>
            </a:extLst>
          </p:cNvPr>
          <p:cNvSpPr/>
          <p:nvPr userDrawn="1"/>
        </p:nvSpPr>
        <p:spPr>
          <a:xfrm>
            <a:off x="552450" y="2085009"/>
            <a:ext cx="3319272" cy="4098641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t" anchorCtr="0"/>
          <a:lstStyle/>
          <a:p>
            <a:pPr lvl="0" indent="0" algn="ctr" defTabSz="914386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en-US" sz="2000" b="1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626DEEEB-FEEB-1DAA-A923-EB832DAB5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7879" y="4002153"/>
            <a:ext cx="3319272" cy="1175026"/>
          </a:xfrm>
          <a:prstGeom prst="rect">
            <a:avLst/>
          </a:prstGeom>
        </p:spPr>
        <p:txBody>
          <a:bodyPr lIns="91440" tIns="91440" rIns="91440" bIns="91440" anchor="t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None/>
              <a:defRPr sz="1600">
                <a:solidFill>
                  <a:schemeClr val="tx1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4A4E9B41-298B-900E-5CB9-0DF83BDFAD44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4415029" y="4002153"/>
            <a:ext cx="3319272" cy="1175026"/>
          </a:xfrm>
          <a:prstGeom prst="rect">
            <a:avLst/>
          </a:prstGeom>
        </p:spPr>
        <p:txBody>
          <a:bodyPr lIns="91440" tIns="91440" rIns="91440" bIns="91440" anchor="t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None/>
              <a:defRPr sz="1600">
                <a:solidFill>
                  <a:schemeClr val="tx1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B6253BF9-7543-97AB-A893-2B171780774D}"/>
              </a:ext>
            </a:extLst>
          </p:cNvPr>
          <p:cNvSpPr>
            <a:spLocks noGrp="1"/>
          </p:cNvSpPr>
          <p:nvPr>
            <p:ph idx="16"/>
          </p:nvPr>
        </p:nvSpPr>
        <p:spPr>
          <a:xfrm>
            <a:off x="8301229" y="4002153"/>
            <a:ext cx="3319272" cy="1175026"/>
          </a:xfrm>
          <a:prstGeom prst="rect">
            <a:avLst/>
          </a:prstGeom>
        </p:spPr>
        <p:txBody>
          <a:bodyPr lIns="91440" tIns="91440" rIns="91440" bIns="91440" anchor="t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None/>
              <a:defRPr sz="1600">
                <a:solidFill>
                  <a:schemeClr val="tx1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28AE7E6-36C6-B1E4-F804-7248FB46B634}"/>
              </a:ext>
            </a:extLst>
          </p:cNvPr>
          <p:cNvSpPr/>
          <p:nvPr userDrawn="1"/>
        </p:nvSpPr>
        <p:spPr>
          <a:xfrm>
            <a:off x="0" y="5257800"/>
            <a:ext cx="12192000" cy="647700"/>
          </a:xfrm>
          <a:prstGeom prst="rect">
            <a:avLst/>
          </a:prstGeom>
          <a:solidFill>
            <a:srgbClr val="0D2155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defTabSz="685783">
              <a:lnSpc>
                <a:spcPct val="100000"/>
              </a:lnSpc>
              <a:spcBef>
                <a:spcPts val="0"/>
              </a:spcBef>
              <a:defRPr/>
            </a:pPr>
            <a:endParaRPr lang="en-US" spc="135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1F10E33E-B60A-B962-259F-282EB091986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9375" y="5305425"/>
            <a:ext cx="12041188" cy="560388"/>
          </a:xfrm>
        </p:spPr>
        <p:txBody>
          <a:bodyPr anchor="ctr">
            <a:normAutofit/>
          </a:bodyPr>
          <a:lstStyle>
            <a:lvl1pPr algn="ctr">
              <a:defRPr sz="1800"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DC3659F6-68F5-B504-ACE1-B690B839B121}"/>
              </a:ext>
            </a:extLst>
          </p:cNvPr>
          <p:cNvSpPr>
            <a:spLocks noGrp="1"/>
          </p:cNvSpPr>
          <p:nvPr>
            <p:ph idx="18"/>
          </p:nvPr>
        </p:nvSpPr>
        <p:spPr>
          <a:xfrm>
            <a:off x="566463" y="3171221"/>
            <a:ext cx="3310128" cy="774415"/>
          </a:xfrm>
          <a:prstGeom prst="rect">
            <a:avLst/>
          </a:prstGeom>
        </p:spPr>
        <p:txBody>
          <a:bodyPr lIns="0" tIns="0" rIns="0" bIns="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None/>
              <a:defRPr sz="2400">
                <a:solidFill>
                  <a:schemeClr val="accent5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FFABBE9-9C85-ED7C-B2C4-3322119F1D0A}"/>
              </a:ext>
            </a:extLst>
          </p:cNvPr>
          <p:cNvSpPr>
            <a:spLocks noGrp="1"/>
          </p:cNvSpPr>
          <p:nvPr>
            <p:ph idx="19"/>
          </p:nvPr>
        </p:nvSpPr>
        <p:spPr>
          <a:xfrm>
            <a:off x="4441983" y="3171221"/>
            <a:ext cx="3310128" cy="774415"/>
          </a:xfrm>
          <a:prstGeom prst="rect">
            <a:avLst/>
          </a:prstGeom>
        </p:spPr>
        <p:txBody>
          <a:bodyPr lIns="0" tIns="0" rIns="0" bIns="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None/>
              <a:defRPr sz="2400">
                <a:solidFill>
                  <a:schemeClr val="accent5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1866B4E6-91B8-9118-471C-8180DDF71184}"/>
              </a:ext>
            </a:extLst>
          </p:cNvPr>
          <p:cNvSpPr>
            <a:spLocks noGrp="1"/>
          </p:cNvSpPr>
          <p:nvPr>
            <p:ph idx="20"/>
          </p:nvPr>
        </p:nvSpPr>
        <p:spPr>
          <a:xfrm>
            <a:off x="8329422" y="3171221"/>
            <a:ext cx="3310128" cy="774415"/>
          </a:xfrm>
          <a:prstGeom prst="rect">
            <a:avLst/>
          </a:prstGeom>
        </p:spPr>
        <p:txBody>
          <a:bodyPr lIns="0" tIns="0" rIns="0" bIns="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None/>
              <a:defRPr sz="2400">
                <a:solidFill>
                  <a:schemeClr val="accent5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12CC5117-7817-6642-C67A-BE909A5F42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2483" y="408216"/>
            <a:ext cx="9512474" cy="535531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>
            <a:lvl1pPr>
              <a:defRPr sz="3200">
                <a:solidFill>
                  <a:schemeClr val="bg1"/>
                </a:solidFill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pic>
        <p:nvPicPr>
          <p:cNvPr id="16" name="Graphic 15">
            <a:extLst>
              <a:ext uri="{FF2B5EF4-FFF2-40B4-BE49-F238E27FC236}">
                <a16:creationId xmlns:a16="http://schemas.microsoft.com/office/drawing/2014/main" id="{5684ABEE-0BD4-9A6A-12EF-DC2BEFEB92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2128" t="-1925" r="19149" b="81644"/>
          <a:stretch/>
        </p:blipFill>
        <p:spPr>
          <a:xfrm>
            <a:off x="9096498" y="0"/>
            <a:ext cx="3083071" cy="1667436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2D265329-E437-95F1-70A6-0F5829FFCE45}"/>
              </a:ext>
            </a:extLst>
          </p:cNvPr>
          <p:cNvSpPr txBox="1"/>
          <p:nvPr userDrawn="1"/>
        </p:nvSpPr>
        <p:spPr>
          <a:xfrm>
            <a:off x="509248" y="148633"/>
            <a:ext cx="382477" cy="261610"/>
          </a:xfrm>
          <a:prstGeom prst="rect">
            <a:avLst/>
          </a:prstGeom>
          <a:noFill/>
        </p:spPr>
        <p:txBody>
          <a:bodyPr wrap="none" lIns="0" bIns="0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Arial Nova Light" panose="020B0304020202020204" pitchFamily="34" charset="0"/>
              </a:rPr>
              <a:t>Dell</a:t>
            </a:r>
            <a:endParaRPr lang="en-US" dirty="0">
              <a:solidFill>
                <a:schemeClr val="bg1"/>
              </a:solidFill>
              <a:latin typeface="Arial Nova Light" panose="020B0304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9AE62B50-FCCB-C757-90B5-332DA5ACED9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36417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alf blue three boxe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440C3CD-E7F3-A31F-A385-067888A7AA66}"/>
              </a:ext>
            </a:extLst>
          </p:cNvPr>
          <p:cNvSpPr/>
          <p:nvPr userDrawn="1"/>
        </p:nvSpPr>
        <p:spPr>
          <a:xfrm>
            <a:off x="0" y="3429000"/>
            <a:ext cx="12192000" cy="3429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extBox 19">
            <a:extLst>
              <a:ext uri="{FF2B5EF4-FFF2-40B4-BE49-F238E27FC236}">
                <a16:creationId xmlns:a16="http://schemas.microsoft.com/office/drawing/2014/main" id="{8583F5A8-86AC-1411-0466-489AA2DA61B0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F54908A-4CFE-04F7-2E5B-16D4F43C6D86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7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0D0ACDD0-AAF2-9913-4901-5F1C640DE55F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0D2155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D52260E-539F-70DB-AF54-EFD167491E17}"/>
              </a:ext>
            </a:extLst>
          </p:cNvPr>
          <p:cNvSpPr/>
          <p:nvPr userDrawn="1"/>
        </p:nvSpPr>
        <p:spPr>
          <a:xfrm>
            <a:off x="8305800" y="2974106"/>
            <a:ext cx="3319272" cy="3209544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t" anchorCtr="0"/>
          <a:lstStyle/>
          <a:p>
            <a:pPr lvl="0" indent="0" algn="ctr" defTabSz="914386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en-US" sz="2000" b="1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7676BD9-92EA-BA4E-04FF-D492F392E8AB}"/>
              </a:ext>
            </a:extLst>
          </p:cNvPr>
          <p:cNvSpPr/>
          <p:nvPr userDrawn="1"/>
        </p:nvSpPr>
        <p:spPr>
          <a:xfrm>
            <a:off x="4419600" y="2974106"/>
            <a:ext cx="3319272" cy="3209544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t" anchorCtr="0"/>
          <a:lstStyle/>
          <a:p>
            <a:pPr lvl="0" indent="0" algn="ctr" defTabSz="914386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en-US" sz="2000" b="1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E254B5F2-E6CC-C2D0-E998-A4715FAAEA59}"/>
              </a:ext>
            </a:extLst>
          </p:cNvPr>
          <p:cNvSpPr/>
          <p:nvPr userDrawn="1"/>
        </p:nvSpPr>
        <p:spPr>
          <a:xfrm>
            <a:off x="552450" y="2974106"/>
            <a:ext cx="3319272" cy="3209544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t" anchorCtr="0"/>
          <a:lstStyle/>
          <a:p>
            <a:pPr lvl="0" indent="0" algn="ctr" defTabSz="914386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en-US" sz="2000" b="1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12CC5117-7817-6642-C67A-BE909A5F42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2483" y="408216"/>
            <a:ext cx="4799117" cy="886397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>
              <a:defRPr sz="3200">
                <a:solidFill>
                  <a:schemeClr val="bg1"/>
                </a:solidFill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626DEEEB-FEEB-1DAA-A923-EB832DAB5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8651" y="3175128"/>
            <a:ext cx="3238499" cy="3008521"/>
          </a:xfrm>
          <a:prstGeom prst="rect">
            <a:avLst/>
          </a:prstGeom>
        </p:spPr>
        <p:txBody>
          <a:bodyPr lIns="0" tIns="0" rIns="0" bIns="0" anchor="t" anchorCtr="0"/>
          <a:lstStyle>
            <a:lvl1pPr marL="228597" indent="-228597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4A4E9B41-298B-900E-5CB9-0DF83BDFAD44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4495801" y="3175128"/>
            <a:ext cx="3238499" cy="3008521"/>
          </a:xfrm>
          <a:prstGeom prst="rect">
            <a:avLst/>
          </a:prstGeom>
        </p:spPr>
        <p:txBody>
          <a:bodyPr lIns="0" tIns="0" rIns="0" bIns="0" anchor="t" anchorCtr="0"/>
          <a:lstStyle>
            <a:lvl1pPr marL="228597" indent="-228597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B6253BF9-7543-97AB-A893-2B171780774D}"/>
              </a:ext>
            </a:extLst>
          </p:cNvPr>
          <p:cNvSpPr>
            <a:spLocks noGrp="1"/>
          </p:cNvSpPr>
          <p:nvPr>
            <p:ph idx="16"/>
          </p:nvPr>
        </p:nvSpPr>
        <p:spPr>
          <a:xfrm>
            <a:off x="8382001" y="3175128"/>
            <a:ext cx="3238499" cy="3008521"/>
          </a:xfrm>
          <a:prstGeom prst="rect">
            <a:avLst/>
          </a:prstGeom>
        </p:spPr>
        <p:txBody>
          <a:bodyPr lIns="0" tIns="0" rIns="0" bIns="0" anchor="t" anchorCtr="0"/>
          <a:lstStyle>
            <a:lvl1pPr marL="228597" indent="-228597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+mj-lt"/>
              </a:defRPr>
            </a:lvl1pPr>
            <a:lvl2pPr marL="573088" indent="-2270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600">
                <a:solidFill>
                  <a:schemeClr val="tx1"/>
                </a:solidFill>
                <a:latin typeface="+mj-lt"/>
              </a:defRPr>
            </a:lvl2pPr>
            <a:lvl3pPr marL="858838" indent="-150813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200">
                <a:solidFill>
                  <a:schemeClr val="tx1"/>
                </a:solidFill>
                <a:latin typeface="+mj-lt"/>
              </a:defRPr>
            </a:lvl3pPr>
            <a:lvl4pPr marL="1600176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70" indent="-228597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BDC21E6-F0F6-1D76-44EC-FC4AFCC324E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927161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lue with wihite blank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2B27220-ED0D-BCBD-6EE2-B665E5CF5843}"/>
              </a:ext>
            </a:extLst>
          </p:cNvPr>
          <p:cNvSpPr/>
          <p:nvPr userDrawn="1"/>
        </p:nvSpPr>
        <p:spPr>
          <a:xfrm>
            <a:off x="0" y="1"/>
            <a:ext cx="3644721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FA28C1-6A1C-518B-C61A-E3D966D07C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0010" y="2707341"/>
            <a:ext cx="2812274" cy="3914745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None/>
              <a:defRPr sz="1800">
                <a:solidFill>
                  <a:schemeClr val="accent2"/>
                </a:solidFill>
              </a:defRPr>
            </a:lvl1pPr>
            <a:lvl2pPr marL="28575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  <a:defRPr sz="1400">
                <a:solidFill>
                  <a:schemeClr val="accent2"/>
                </a:solidFill>
              </a:defRPr>
            </a:lvl2pPr>
            <a:lvl3pPr>
              <a:defRPr sz="1600">
                <a:solidFill>
                  <a:schemeClr val="accent2"/>
                </a:solidFill>
              </a:defRPr>
            </a:lvl3pPr>
            <a:lvl4pPr>
              <a:defRPr sz="1600">
                <a:solidFill>
                  <a:schemeClr val="accent2"/>
                </a:solidFill>
              </a:defRPr>
            </a:lvl4pPr>
            <a:lvl5pPr>
              <a:defRPr sz="16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C6C05577-8788-49B2-300C-D18C6145D43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877" r="56868" b="1219"/>
          <a:stretch/>
        </p:blipFill>
        <p:spPr>
          <a:xfrm>
            <a:off x="3192284" y="99720"/>
            <a:ext cx="942636" cy="6848374"/>
          </a:xfrm>
          <a:prstGeom prst="rect">
            <a:avLst/>
          </a:prstGeom>
        </p:spPr>
      </p:pic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9F5A344-4560-FEA0-BD78-E5F303833D27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EADEEF-8C63-4AC8-4C26-CAF4D51E4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2812274" cy="1045444"/>
          </a:xfrm>
        </p:spPr>
        <p:txBody>
          <a:bodyPr anchor="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22D19ECC-4719-FA9A-F6FC-2CAD3A49F97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090184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2B27220-ED0D-BCBD-6EE2-B665E5CF5843}"/>
              </a:ext>
            </a:extLst>
          </p:cNvPr>
          <p:cNvSpPr/>
          <p:nvPr userDrawn="1"/>
        </p:nvSpPr>
        <p:spPr>
          <a:xfrm>
            <a:off x="0" y="1"/>
            <a:ext cx="3644721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FA28C1-6A1C-518B-C61A-E3D966D07C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0010" y="3095630"/>
            <a:ext cx="2812274" cy="3526456"/>
          </a:xfrm>
        </p:spPr>
        <p:txBody>
          <a:bodyPr>
            <a:normAutofit/>
          </a:bodyPr>
          <a:lstStyle>
            <a:lvl1pPr marL="171450" indent="-1714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Char char="-"/>
              <a:defRPr sz="1400">
                <a:solidFill>
                  <a:schemeClr val="accent2"/>
                </a:solidFill>
              </a:defRPr>
            </a:lvl1pPr>
            <a:lvl2pPr marL="457200" indent="-1714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defRPr sz="1400">
                <a:solidFill>
                  <a:schemeClr val="accent2"/>
                </a:solidFill>
              </a:defRPr>
            </a:lvl2pPr>
            <a:lvl3pPr>
              <a:defRPr sz="1600">
                <a:solidFill>
                  <a:schemeClr val="accent2"/>
                </a:solidFill>
              </a:defRPr>
            </a:lvl3pPr>
            <a:lvl4pPr>
              <a:defRPr sz="1600">
                <a:solidFill>
                  <a:schemeClr val="accent2"/>
                </a:solidFill>
              </a:defRPr>
            </a:lvl4pPr>
            <a:lvl5pPr>
              <a:defRPr sz="16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C6C05577-8788-49B2-300C-D18C6145D43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877" r="56868" b="1219"/>
          <a:stretch/>
        </p:blipFill>
        <p:spPr>
          <a:xfrm>
            <a:off x="3192284" y="99720"/>
            <a:ext cx="942636" cy="6848374"/>
          </a:xfrm>
          <a:prstGeom prst="rect">
            <a:avLst/>
          </a:prstGeom>
        </p:spPr>
      </p:pic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9F5A344-4560-FEA0-BD78-E5F303833D27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EADEEF-8C63-4AC8-4C26-CAF4D51E4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2812274" cy="1045444"/>
          </a:xfrm>
        </p:spPr>
        <p:txBody>
          <a:bodyPr anchor="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DABB005-C5D7-8EBD-1C2B-A94C714C73F8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4730817" y="1025091"/>
            <a:ext cx="3383280" cy="2116041"/>
          </a:xfrm>
        </p:spPr>
        <p:txBody>
          <a:bodyPr>
            <a:normAutofit/>
          </a:bodyPr>
          <a:lstStyle>
            <a:lvl1pPr marL="2286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Char char=""/>
              <a:defRPr sz="1400">
                <a:solidFill>
                  <a:srgbClr val="0D2155"/>
                </a:solidFill>
              </a:defRPr>
            </a:lvl1pPr>
            <a:lvl2pPr marL="51435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3"/>
              </a:buClr>
              <a:defRPr sz="1200">
                <a:solidFill>
                  <a:srgbClr val="0D2155"/>
                </a:solidFill>
              </a:defRPr>
            </a:lvl2pPr>
            <a:lvl3pPr marL="8001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3"/>
              </a:buClr>
              <a:defRPr sz="1100">
                <a:solidFill>
                  <a:srgbClr val="0D2155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683496F-CF78-4F62-21BA-3F68F2FA4A83}"/>
              </a:ext>
            </a:extLst>
          </p:cNvPr>
          <p:cNvSpPr txBox="1"/>
          <p:nvPr userDrawn="1"/>
        </p:nvSpPr>
        <p:spPr>
          <a:xfrm>
            <a:off x="4730817" y="653341"/>
            <a:ext cx="2588337" cy="338554"/>
          </a:xfrm>
          <a:prstGeom prst="rect">
            <a:avLst/>
          </a:prstGeom>
          <a:noFill/>
        </p:spPr>
        <p:txBody>
          <a:bodyPr wrap="none" lIns="0" rtlCol="0">
            <a:spAutoFit/>
          </a:bodyPr>
          <a:lstStyle/>
          <a:p>
            <a:r>
              <a:rPr lang="en-US" sz="1600" b="1" dirty="0">
                <a:solidFill>
                  <a:schemeClr val="accent5"/>
                </a:solidFill>
              </a:rPr>
              <a:t>Top use cases / verticals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CA51BD7-90A0-01CF-480D-FC2A28A02EFB}"/>
              </a:ext>
            </a:extLst>
          </p:cNvPr>
          <p:cNvSpPr txBox="1"/>
          <p:nvPr userDrawn="1"/>
        </p:nvSpPr>
        <p:spPr>
          <a:xfrm>
            <a:off x="8557260" y="653341"/>
            <a:ext cx="1644040" cy="338554"/>
          </a:xfrm>
          <a:prstGeom prst="rect">
            <a:avLst/>
          </a:prstGeom>
          <a:noFill/>
        </p:spPr>
        <p:txBody>
          <a:bodyPr wrap="none" lIns="0" rtlCol="0">
            <a:spAutoFit/>
          </a:bodyPr>
          <a:lstStyle/>
          <a:p>
            <a:r>
              <a:rPr lang="en-US" sz="1600" b="1" dirty="0">
                <a:solidFill>
                  <a:schemeClr val="accent5"/>
                </a:solidFill>
              </a:rPr>
              <a:t>Key capabilities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FDD4053-5409-DF90-1C95-5A2D1C3DE2E3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557260" y="1025091"/>
            <a:ext cx="3383280" cy="3496066"/>
          </a:xfrm>
        </p:spPr>
        <p:txBody>
          <a:bodyPr rIns="0">
            <a:normAutofit/>
          </a:bodyPr>
          <a:lstStyle>
            <a:lvl1pPr marL="2286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Char char=""/>
              <a:defRPr sz="1400">
                <a:solidFill>
                  <a:srgbClr val="0D2155"/>
                </a:solidFill>
              </a:defRPr>
            </a:lvl1pPr>
            <a:lvl2pPr marL="51435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defRPr sz="1200">
                <a:solidFill>
                  <a:srgbClr val="0D2155"/>
                </a:solidFill>
              </a:defRPr>
            </a:lvl2pPr>
            <a:lvl3pPr marL="8001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defRPr sz="1100">
                <a:solidFill>
                  <a:srgbClr val="0D2155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6844988-CD3E-470A-507C-DC2731AB0A90}"/>
              </a:ext>
            </a:extLst>
          </p:cNvPr>
          <p:cNvSpPr txBox="1"/>
          <p:nvPr userDrawn="1"/>
        </p:nvSpPr>
        <p:spPr>
          <a:xfrm>
            <a:off x="509248" y="148633"/>
            <a:ext cx="382477" cy="261610"/>
          </a:xfrm>
          <a:prstGeom prst="rect">
            <a:avLst/>
          </a:prstGeom>
          <a:noFill/>
        </p:spPr>
        <p:txBody>
          <a:bodyPr wrap="none" lIns="0" bIns="0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Arial Nova Light" panose="020B0304020202020204" pitchFamily="34" charset="0"/>
              </a:rPr>
              <a:t>Dell</a:t>
            </a:r>
            <a:endParaRPr lang="en-US" dirty="0">
              <a:solidFill>
                <a:schemeClr val="bg1"/>
              </a:solidFill>
              <a:latin typeface="Arial Nova Light" panose="020B0304020202020204" pitchFamily="34" charset="0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CD4F2D13-B582-9950-8B8B-15990777D069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368109" y="1895484"/>
            <a:ext cx="2812274" cy="614752"/>
          </a:xfrm>
        </p:spPr>
        <p:txBody>
          <a:bodyPr tIns="0">
            <a:normAutofit/>
          </a:bodyPr>
          <a:lstStyle>
            <a:lvl1pPr>
              <a:defRPr sz="1600">
                <a:solidFill>
                  <a:schemeClr val="accent2"/>
                </a:solidFill>
              </a:defRPr>
            </a:lvl1pPr>
            <a:lvl2pPr>
              <a:defRPr sz="1600">
                <a:solidFill>
                  <a:schemeClr val="accent2"/>
                </a:solidFill>
              </a:defRPr>
            </a:lvl2pPr>
            <a:lvl3pPr>
              <a:defRPr sz="1600">
                <a:solidFill>
                  <a:schemeClr val="accent2"/>
                </a:solidFill>
              </a:defRPr>
            </a:lvl3pPr>
            <a:lvl4pPr>
              <a:defRPr sz="1600">
                <a:solidFill>
                  <a:schemeClr val="accent2"/>
                </a:solidFill>
              </a:defRPr>
            </a:lvl4pPr>
            <a:lvl5pPr>
              <a:defRPr sz="16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F72A79E-13CF-375B-A319-4EB56758720F}"/>
              </a:ext>
            </a:extLst>
          </p:cNvPr>
          <p:cNvSpPr txBox="1"/>
          <p:nvPr userDrawn="1"/>
        </p:nvSpPr>
        <p:spPr>
          <a:xfrm>
            <a:off x="368109" y="2800367"/>
            <a:ext cx="1608133" cy="292388"/>
          </a:xfrm>
          <a:prstGeom prst="rect">
            <a:avLst/>
          </a:prstGeom>
          <a:noFill/>
        </p:spPr>
        <p:txBody>
          <a:bodyPr wrap="none" tIns="0" rtlCol="0">
            <a:spAutoFit/>
          </a:bodyPr>
          <a:lstStyle/>
          <a:p>
            <a:r>
              <a:rPr lang="en-US" sz="1600" dirty="0">
                <a:solidFill>
                  <a:schemeClr val="accent5"/>
                </a:solidFill>
              </a:rPr>
              <a:t>OEM Highlights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C0A015F-5DC5-4696-9178-6885278DE3AD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267091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-Azur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2B27220-ED0D-BCBD-6EE2-B665E5CF5843}"/>
              </a:ext>
            </a:extLst>
          </p:cNvPr>
          <p:cNvSpPr/>
          <p:nvPr userDrawn="1"/>
        </p:nvSpPr>
        <p:spPr>
          <a:xfrm>
            <a:off x="0" y="1"/>
            <a:ext cx="3644721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FA28C1-6A1C-518B-C61A-E3D966D07C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0010" y="3095630"/>
            <a:ext cx="2812274" cy="3526456"/>
          </a:xfrm>
        </p:spPr>
        <p:txBody>
          <a:bodyPr>
            <a:normAutofit/>
          </a:bodyPr>
          <a:lstStyle>
            <a:lvl1pPr marL="171450" indent="-1714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Char char="-"/>
              <a:defRPr sz="1400">
                <a:solidFill>
                  <a:schemeClr val="accent2"/>
                </a:solidFill>
              </a:defRPr>
            </a:lvl1pPr>
            <a:lvl2pPr marL="457200" indent="-1714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defRPr sz="1400">
                <a:solidFill>
                  <a:schemeClr val="accent2"/>
                </a:solidFill>
              </a:defRPr>
            </a:lvl2pPr>
            <a:lvl3pPr>
              <a:defRPr sz="1600">
                <a:solidFill>
                  <a:schemeClr val="accent2"/>
                </a:solidFill>
              </a:defRPr>
            </a:lvl3pPr>
            <a:lvl4pPr>
              <a:defRPr sz="1600">
                <a:solidFill>
                  <a:schemeClr val="accent2"/>
                </a:solidFill>
              </a:defRPr>
            </a:lvl4pPr>
            <a:lvl5pPr>
              <a:defRPr sz="16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C6C05577-8788-49B2-300C-D18C6145D43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877" r="56868" b="1219"/>
          <a:stretch/>
        </p:blipFill>
        <p:spPr>
          <a:xfrm>
            <a:off x="3192284" y="99720"/>
            <a:ext cx="942636" cy="6848374"/>
          </a:xfrm>
          <a:prstGeom prst="rect">
            <a:avLst/>
          </a:prstGeom>
        </p:spPr>
      </p:pic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9F5A344-4560-FEA0-BD78-E5F303833D27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EADEEF-8C63-4AC8-4C26-CAF4D51E4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2812274" cy="1045444"/>
          </a:xfrm>
        </p:spPr>
        <p:txBody>
          <a:bodyPr anchor="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DABB005-C5D7-8EBD-1C2B-A94C714C73F8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4730817" y="1025091"/>
            <a:ext cx="3383280" cy="5352734"/>
          </a:xfrm>
        </p:spPr>
        <p:txBody>
          <a:bodyPr>
            <a:normAutofit/>
          </a:bodyPr>
          <a:lstStyle>
            <a:lvl1pPr marL="2286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Char char=""/>
              <a:defRPr sz="1400">
                <a:solidFill>
                  <a:srgbClr val="0D2155"/>
                </a:solidFill>
              </a:defRPr>
            </a:lvl1pPr>
            <a:lvl2pPr marL="51435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3"/>
              </a:buClr>
              <a:defRPr sz="1200">
                <a:solidFill>
                  <a:srgbClr val="0D2155"/>
                </a:solidFill>
              </a:defRPr>
            </a:lvl2pPr>
            <a:lvl3pPr marL="8001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3"/>
              </a:buClr>
              <a:defRPr sz="1100">
                <a:solidFill>
                  <a:srgbClr val="0D2155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FDD4053-5409-DF90-1C95-5A2D1C3DE2E3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557260" y="1025091"/>
            <a:ext cx="3383280" cy="5352734"/>
          </a:xfrm>
        </p:spPr>
        <p:txBody>
          <a:bodyPr rIns="0">
            <a:normAutofit/>
          </a:bodyPr>
          <a:lstStyle>
            <a:lvl1pPr marL="2286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Char char=""/>
              <a:defRPr sz="1400">
                <a:solidFill>
                  <a:srgbClr val="0D2155"/>
                </a:solidFill>
              </a:defRPr>
            </a:lvl1pPr>
            <a:lvl2pPr marL="51435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defRPr sz="1200">
                <a:solidFill>
                  <a:srgbClr val="0D2155"/>
                </a:solidFill>
              </a:defRPr>
            </a:lvl2pPr>
            <a:lvl3pPr marL="8001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defRPr sz="1100">
                <a:solidFill>
                  <a:srgbClr val="0D2155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6844988-CD3E-470A-507C-DC2731AB0A90}"/>
              </a:ext>
            </a:extLst>
          </p:cNvPr>
          <p:cNvSpPr txBox="1"/>
          <p:nvPr userDrawn="1"/>
        </p:nvSpPr>
        <p:spPr>
          <a:xfrm>
            <a:off x="509248" y="143989"/>
            <a:ext cx="382477" cy="261610"/>
          </a:xfrm>
          <a:prstGeom prst="rect">
            <a:avLst/>
          </a:prstGeom>
          <a:noFill/>
        </p:spPr>
        <p:txBody>
          <a:bodyPr wrap="none" lIns="0" bIns="0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Arial Nova Light" panose="020B0304020202020204" pitchFamily="34" charset="0"/>
              </a:rPr>
              <a:t>Dell</a:t>
            </a:r>
            <a:endParaRPr lang="en-US" dirty="0">
              <a:solidFill>
                <a:schemeClr val="bg1"/>
              </a:solidFill>
              <a:latin typeface="Arial Nova Light" panose="020B0304020202020204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F72A79E-13CF-375B-A319-4EB56758720F}"/>
              </a:ext>
            </a:extLst>
          </p:cNvPr>
          <p:cNvSpPr txBox="1"/>
          <p:nvPr userDrawn="1"/>
        </p:nvSpPr>
        <p:spPr>
          <a:xfrm>
            <a:off x="368109" y="2800367"/>
            <a:ext cx="1608133" cy="292388"/>
          </a:xfrm>
          <a:prstGeom prst="rect">
            <a:avLst/>
          </a:prstGeom>
          <a:noFill/>
        </p:spPr>
        <p:txBody>
          <a:bodyPr wrap="none" tIns="0" rtlCol="0">
            <a:spAutoFit/>
          </a:bodyPr>
          <a:lstStyle/>
          <a:p>
            <a:r>
              <a:rPr lang="en-US" sz="1600" dirty="0">
                <a:solidFill>
                  <a:schemeClr val="accent5"/>
                </a:solidFill>
              </a:rPr>
              <a:t>OEM Highlights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DB36344-94B1-3E8F-410C-CC9F435773C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72937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side blue &amp; whit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F4DCF8C-3C37-AFE0-392F-54B3D15AB5D7}"/>
              </a:ext>
            </a:extLst>
          </p:cNvPr>
          <p:cNvSpPr/>
          <p:nvPr userDrawn="1"/>
        </p:nvSpPr>
        <p:spPr>
          <a:xfrm>
            <a:off x="-1" y="1"/>
            <a:ext cx="7562088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6DD9093E-973D-BC6D-C000-0907DB596703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83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8" name="TextBox 19">
            <a:extLst>
              <a:ext uri="{FF2B5EF4-FFF2-40B4-BE49-F238E27FC236}">
                <a16:creationId xmlns:a16="http://schemas.microsoft.com/office/drawing/2014/main" id="{067860CC-20C4-4A05-E175-1161C32A8C5D}"/>
              </a:ext>
            </a:extLst>
          </p:cNvPr>
          <p:cNvSpPr txBox="1"/>
          <p:nvPr userDrawn="1"/>
        </p:nvSpPr>
        <p:spPr>
          <a:xfrm>
            <a:off x="5120250" y="6702028"/>
            <a:ext cx="94578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5414D0F1-A6AA-BCD2-3453-2A827326BBD9}"/>
              </a:ext>
            </a:extLst>
          </p:cNvPr>
          <p:cNvSpPr txBox="1"/>
          <p:nvPr userDrawn="1"/>
        </p:nvSpPr>
        <p:spPr>
          <a:xfrm>
            <a:off x="0" y="6645505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81EBFB5-FCBB-54E9-CB40-B7851FF6E5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AF9EB7DC-CFB3-B0EA-3F1A-D4581D5B1A6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0010" y="919971"/>
            <a:ext cx="9784080" cy="365760"/>
          </a:xfrm>
        </p:spPr>
        <p:txBody>
          <a:bodyPr>
            <a:normAutofit/>
          </a:bodyPr>
          <a:lstStyle>
            <a:lvl1pPr>
              <a:defRPr sz="1800">
                <a:solidFill>
                  <a:schemeClr val="bg1"/>
                </a:solidFill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9A803D81-2729-8F59-8268-8B3FD6C704E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pic>
        <p:nvPicPr>
          <p:cNvPr id="12" name="Graphic 11">
            <a:extLst>
              <a:ext uri="{FF2B5EF4-FFF2-40B4-BE49-F238E27FC236}">
                <a16:creationId xmlns:a16="http://schemas.microsoft.com/office/drawing/2014/main" id="{058DB79B-529B-3434-4A93-3170FD207E0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877" r="56868" b="1219"/>
          <a:stretch/>
        </p:blipFill>
        <p:spPr>
          <a:xfrm>
            <a:off x="7097264" y="15792"/>
            <a:ext cx="942636" cy="6848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25315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side blue &amp; white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F4DCF8C-3C37-AFE0-392F-54B3D15AB5D7}"/>
              </a:ext>
            </a:extLst>
          </p:cNvPr>
          <p:cNvSpPr/>
          <p:nvPr userDrawn="1"/>
        </p:nvSpPr>
        <p:spPr>
          <a:xfrm>
            <a:off x="-1" y="1"/>
            <a:ext cx="7562088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6DD9093E-973D-BC6D-C000-0907DB596703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83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8" name="TextBox 19">
            <a:extLst>
              <a:ext uri="{FF2B5EF4-FFF2-40B4-BE49-F238E27FC236}">
                <a16:creationId xmlns:a16="http://schemas.microsoft.com/office/drawing/2014/main" id="{067860CC-20C4-4A05-E175-1161C32A8C5D}"/>
              </a:ext>
            </a:extLst>
          </p:cNvPr>
          <p:cNvSpPr txBox="1"/>
          <p:nvPr userDrawn="1"/>
        </p:nvSpPr>
        <p:spPr>
          <a:xfrm>
            <a:off x="5120250" y="6702028"/>
            <a:ext cx="94578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5414D0F1-A6AA-BCD2-3453-2A827326BBD9}"/>
              </a:ext>
            </a:extLst>
          </p:cNvPr>
          <p:cNvSpPr txBox="1"/>
          <p:nvPr userDrawn="1"/>
        </p:nvSpPr>
        <p:spPr>
          <a:xfrm>
            <a:off x="0" y="6645505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81EBFB5-FCBB-54E9-CB40-B7851FF6E5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9784080" cy="539848"/>
          </a:xfrm>
        </p:spPr>
        <p:txBody>
          <a:bodyPr anchor="t" anchorCtr="0"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9A803D81-2729-8F59-8268-8B3FD6C704E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pic>
        <p:nvPicPr>
          <p:cNvPr id="12" name="Graphic 11">
            <a:extLst>
              <a:ext uri="{FF2B5EF4-FFF2-40B4-BE49-F238E27FC236}">
                <a16:creationId xmlns:a16="http://schemas.microsoft.com/office/drawing/2014/main" id="{058DB79B-529B-3434-4A93-3170FD207E0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877" r="56868" b="1219"/>
          <a:stretch/>
        </p:blipFill>
        <p:spPr>
          <a:xfrm>
            <a:off x="7097264" y="15792"/>
            <a:ext cx="942636" cy="6848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32157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ig side blue &amp; white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35340624-2017-93FD-3703-04B2E3C810DA}"/>
              </a:ext>
            </a:extLst>
          </p:cNvPr>
          <p:cNvSpPr/>
          <p:nvPr userDrawn="1"/>
        </p:nvSpPr>
        <p:spPr>
          <a:xfrm>
            <a:off x="0" y="0"/>
            <a:ext cx="7937562" cy="68579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F4DCF8C-3C37-AFE0-392F-54B3D15AB5D7}"/>
              </a:ext>
            </a:extLst>
          </p:cNvPr>
          <p:cNvSpPr/>
          <p:nvPr userDrawn="1"/>
        </p:nvSpPr>
        <p:spPr>
          <a:xfrm>
            <a:off x="7937562" y="1"/>
            <a:ext cx="4254437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6DD9093E-973D-BC6D-C000-0907DB596703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83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8" name="TextBox 19">
            <a:extLst>
              <a:ext uri="{FF2B5EF4-FFF2-40B4-BE49-F238E27FC236}">
                <a16:creationId xmlns:a16="http://schemas.microsoft.com/office/drawing/2014/main" id="{067860CC-20C4-4A05-E175-1161C32A8C5D}"/>
              </a:ext>
            </a:extLst>
          </p:cNvPr>
          <p:cNvSpPr txBox="1"/>
          <p:nvPr userDrawn="1"/>
        </p:nvSpPr>
        <p:spPr>
          <a:xfrm>
            <a:off x="5120250" y="6702028"/>
            <a:ext cx="94578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5414D0F1-A6AA-BCD2-3453-2A827326BBD9}"/>
              </a:ext>
            </a:extLst>
          </p:cNvPr>
          <p:cNvSpPr txBox="1"/>
          <p:nvPr userDrawn="1"/>
        </p:nvSpPr>
        <p:spPr>
          <a:xfrm>
            <a:off x="0" y="6645505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81EBFB5-FCBB-54E9-CB40-B7851FF6E5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5"/>
            <a:ext cx="6977579" cy="1051191"/>
          </a:xfrm>
        </p:spPr>
        <p:txBody>
          <a:bodyPr anchor="t" anchorCtr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9A803D81-2729-8F59-8268-8B3FD6C704E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pic>
        <p:nvPicPr>
          <p:cNvPr id="12" name="Graphic 11">
            <a:extLst>
              <a:ext uri="{FF2B5EF4-FFF2-40B4-BE49-F238E27FC236}">
                <a16:creationId xmlns:a16="http://schemas.microsoft.com/office/drawing/2014/main" id="{058DB79B-529B-3434-4A93-3170FD207E0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877" r="56868" b="1219"/>
          <a:stretch/>
        </p:blipFill>
        <p:spPr>
          <a:xfrm>
            <a:off x="7472721" y="15792"/>
            <a:ext cx="942636" cy="6848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83792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examples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2B27220-ED0D-BCBD-6EE2-B665E5CF5843}"/>
              </a:ext>
            </a:extLst>
          </p:cNvPr>
          <p:cNvSpPr/>
          <p:nvPr userDrawn="1"/>
        </p:nvSpPr>
        <p:spPr>
          <a:xfrm>
            <a:off x="0" y="1"/>
            <a:ext cx="3644721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FA28C1-6A1C-518B-C61A-E3D966D07C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0010" y="2707341"/>
            <a:ext cx="2812274" cy="3914745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None/>
              <a:defRPr sz="1800">
                <a:solidFill>
                  <a:schemeClr val="accent2"/>
                </a:solidFill>
              </a:defRPr>
            </a:lvl1pPr>
            <a:lvl2pPr marL="28575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  <a:defRPr sz="1400">
                <a:solidFill>
                  <a:schemeClr val="accent2"/>
                </a:solidFill>
              </a:defRPr>
            </a:lvl2pPr>
            <a:lvl3pPr>
              <a:defRPr sz="1600">
                <a:solidFill>
                  <a:schemeClr val="accent2"/>
                </a:solidFill>
              </a:defRPr>
            </a:lvl3pPr>
            <a:lvl4pPr>
              <a:defRPr sz="1600">
                <a:solidFill>
                  <a:schemeClr val="accent2"/>
                </a:solidFill>
              </a:defRPr>
            </a:lvl4pPr>
            <a:lvl5pPr>
              <a:defRPr sz="16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C6C05577-8788-49B2-300C-D18C6145D43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877" r="56868" b="1219"/>
          <a:stretch/>
        </p:blipFill>
        <p:spPr>
          <a:xfrm>
            <a:off x="3192284" y="99720"/>
            <a:ext cx="942636" cy="6848374"/>
          </a:xfrm>
          <a:prstGeom prst="rect">
            <a:avLst/>
          </a:prstGeom>
        </p:spPr>
      </p:pic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9F5A344-4560-FEA0-BD78-E5F303833D27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EADEEF-8C63-4AC8-4C26-CAF4D51E4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2812274" cy="1045444"/>
          </a:xfrm>
        </p:spPr>
        <p:txBody>
          <a:bodyPr anchor="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FDD4053-5409-DF90-1C95-5A2D1C3DE2E3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7327204" y="1025091"/>
            <a:ext cx="4613336" cy="4945403"/>
          </a:xfrm>
        </p:spPr>
        <p:txBody>
          <a:bodyPr rIns="0" anchor="ctr">
            <a:normAutofit/>
          </a:bodyPr>
          <a:lstStyle>
            <a:lvl1pPr marL="2286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Char char=""/>
              <a:defRPr sz="1600">
                <a:solidFill>
                  <a:srgbClr val="0D2155"/>
                </a:solidFill>
              </a:defRPr>
            </a:lvl1pPr>
            <a:lvl2pPr marL="51435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defRPr sz="1400">
                <a:solidFill>
                  <a:srgbClr val="0D2155"/>
                </a:solidFill>
              </a:defRPr>
            </a:lvl2pPr>
            <a:lvl3pPr marL="800100" indent="-2286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defRPr sz="1200">
                <a:solidFill>
                  <a:srgbClr val="0D2155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4" name="Hexagon 3">
            <a:extLst>
              <a:ext uri="{FF2B5EF4-FFF2-40B4-BE49-F238E27FC236}">
                <a16:creationId xmlns:a16="http://schemas.microsoft.com/office/drawing/2014/main" id="{2FED8046-10B5-9A3E-0EB1-8EA4B32CC57E}"/>
              </a:ext>
            </a:extLst>
          </p:cNvPr>
          <p:cNvSpPr/>
          <p:nvPr userDrawn="1"/>
        </p:nvSpPr>
        <p:spPr>
          <a:xfrm>
            <a:off x="4794155" y="395726"/>
            <a:ext cx="2266491" cy="1953871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D2155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 anchorCtr="0"/>
          <a:lstStyle/>
          <a:p>
            <a:pPr algn="ctr"/>
            <a:endParaRPr lang="en-US" sz="1600" dirty="0">
              <a:solidFill>
                <a:schemeClr val="tx2">
                  <a:lumMod val="95000"/>
                </a:schemeClr>
              </a:solidFill>
              <a:latin typeface="Arial Nova Light" panose="020B0304020202020204" pitchFamily="34" charset="0"/>
            </a:endParaRPr>
          </a:p>
        </p:txBody>
      </p:sp>
      <p:sp>
        <p:nvSpPr>
          <p:cNvPr id="5" name="Hexagon 4">
            <a:extLst>
              <a:ext uri="{FF2B5EF4-FFF2-40B4-BE49-F238E27FC236}">
                <a16:creationId xmlns:a16="http://schemas.microsoft.com/office/drawing/2014/main" id="{031F6DFB-31D8-3CFE-4429-BA9AADF1C364}"/>
              </a:ext>
            </a:extLst>
          </p:cNvPr>
          <p:cNvSpPr/>
          <p:nvPr userDrawn="1"/>
        </p:nvSpPr>
        <p:spPr>
          <a:xfrm>
            <a:off x="4794155" y="2406424"/>
            <a:ext cx="2266491" cy="1953871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D2155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21920" bIns="0" rtlCol="0" anchor="b" anchorCtr="0"/>
          <a:lstStyle/>
          <a:p>
            <a:pPr algn="ctr"/>
            <a:endParaRPr lang="en-US" sz="1600" dirty="0">
              <a:solidFill>
                <a:schemeClr val="tx2">
                  <a:lumMod val="95000"/>
                </a:schemeClr>
              </a:solidFill>
              <a:latin typeface="Arial Nova Light" panose="020B0304020202020204" pitchFamily="34" charset="0"/>
            </a:endParaRPr>
          </a:p>
        </p:txBody>
      </p:sp>
      <p:sp>
        <p:nvSpPr>
          <p:cNvPr id="6" name="Hexagon 5">
            <a:extLst>
              <a:ext uri="{FF2B5EF4-FFF2-40B4-BE49-F238E27FC236}">
                <a16:creationId xmlns:a16="http://schemas.microsoft.com/office/drawing/2014/main" id="{61639A90-01CE-0EB2-57A9-E4D9B1037306}"/>
              </a:ext>
            </a:extLst>
          </p:cNvPr>
          <p:cNvSpPr/>
          <p:nvPr userDrawn="1"/>
        </p:nvSpPr>
        <p:spPr>
          <a:xfrm>
            <a:off x="4794155" y="4417123"/>
            <a:ext cx="2266491" cy="1953871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D2155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2103120" bIns="365760" rtlCol="0" anchor="b" anchorCtr="0"/>
          <a:lstStyle/>
          <a:p>
            <a:pPr algn="ctr"/>
            <a:endParaRPr lang="en-US" sz="1600" dirty="0">
              <a:solidFill>
                <a:schemeClr val="tx2">
                  <a:lumMod val="95000"/>
                </a:schemeClr>
              </a:solidFill>
              <a:latin typeface="Arial Nova Light" panose="020B0304020202020204" pitchFamily="34" charset="0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8EA1E1EC-3B10-FB4C-75C0-1F63F0914E78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4870536" y="492588"/>
            <a:ext cx="2113729" cy="1760147"/>
          </a:xfrm>
        </p:spPr>
        <p:txBody>
          <a:bodyPr rIns="0" anchor="ctr">
            <a:normAutofit/>
          </a:bodyPr>
          <a:lstStyle>
            <a:lvl1pPr marL="0" indent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None/>
              <a:defRPr sz="1600">
                <a:solidFill>
                  <a:schemeClr val="bg1"/>
                </a:solidFill>
              </a:defRPr>
            </a:lvl1pPr>
            <a:lvl2pPr marL="28575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None/>
              <a:defRPr sz="1200">
                <a:solidFill>
                  <a:schemeClr val="bg1"/>
                </a:solidFill>
              </a:defRPr>
            </a:lvl2pPr>
            <a:lvl3pPr marL="57150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None/>
              <a:defRPr sz="1100">
                <a:solidFill>
                  <a:schemeClr val="bg1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5BEE5288-EB7E-7DE5-AF7B-007D5602CCD7}"/>
              </a:ext>
            </a:extLst>
          </p:cNvPr>
          <p:cNvSpPr>
            <a:spLocks noGrp="1"/>
          </p:cNvSpPr>
          <p:nvPr>
            <p:ph idx="16"/>
          </p:nvPr>
        </p:nvSpPr>
        <p:spPr>
          <a:xfrm>
            <a:off x="4870536" y="2503286"/>
            <a:ext cx="2113729" cy="1760147"/>
          </a:xfrm>
        </p:spPr>
        <p:txBody>
          <a:bodyPr rIns="0" bIns="91440" anchor="b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None/>
              <a:defRPr sz="1600">
                <a:solidFill>
                  <a:schemeClr val="bg1"/>
                </a:solidFill>
              </a:defRPr>
            </a:lvl1pPr>
            <a:lvl2pPr marL="28575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None/>
              <a:defRPr sz="1200">
                <a:solidFill>
                  <a:schemeClr val="bg1"/>
                </a:solidFill>
              </a:defRPr>
            </a:lvl2pPr>
            <a:lvl3pPr marL="57150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None/>
              <a:defRPr sz="1100">
                <a:solidFill>
                  <a:schemeClr val="bg1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933FF2D6-6119-29FE-F96A-9AF90F50BB85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4870536" y="4513985"/>
            <a:ext cx="2113729" cy="1760147"/>
          </a:xfrm>
        </p:spPr>
        <p:txBody>
          <a:bodyPr rIns="0" bIns="91440" anchor="b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None/>
              <a:defRPr sz="1600">
                <a:solidFill>
                  <a:schemeClr val="bg1"/>
                </a:solidFill>
              </a:defRPr>
            </a:lvl1pPr>
            <a:lvl2pPr marL="28575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None/>
              <a:defRPr sz="1200">
                <a:solidFill>
                  <a:schemeClr val="bg1"/>
                </a:solidFill>
              </a:defRPr>
            </a:lvl2pPr>
            <a:lvl3pPr marL="571500" inden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None/>
              <a:defRPr sz="1100">
                <a:solidFill>
                  <a:schemeClr val="bg1"/>
                </a:solidFill>
              </a:defRPr>
            </a:lvl3pPr>
            <a:lvl4pPr>
              <a:defRPr sz="1600">
                <a:solidFill>
                  <a:srgbClr val="0D2155"/>
                </a:solidFill>
              </a:defRPr>
            </a:lvl4pPr>
            <a:lvl5pPr>
              <a:defRPr sz="1600">
                <a:solidFill>
                  <a:srgbClr val="0D2155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22D19ECC-4719-FA9A-F6FC-2CAD3A49F97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05280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blue &amp; white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09726966-314E-4793-3814-AB89037BB4A8}"/>
              </a:ext>
            </a:extLst>
          </p:cNvPr>
          <p:cNvSpPr/>
          <p:nvPr userDrawn="1"/>
        </p:nvSpPr>
        <p:spPr>
          <a:xfrm>
            <a:off x="0" y="1667435"/>
            <a:ext cx="12192000" cy="5190565"/>
          </a:xfrm>
          <a:prstGeom prst="rect">
            <a:avLst/>
          </a:prstGeom>
          <a:solidFill>
            <a:srgbClr val="FFFFF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</a:endParaRPr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89AC35F2-4EB1-E01D-715E-BE8FB354052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2128" t="-1925" r="19149" b="81644"/>
          <a:stretch/>
        </p:blipFill>
        <p:spPr>
          <a:xfrm>
            <a:off x="9096498" y="0"/>
            <a:ext cx="3083071" cy="166743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3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16E8F4-76B4-D673-22BE-BF24FA23BC8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9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8BD58E6-380F-24C9-A7D6-A322479CA59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4" name="TextBox 19">
            <a:extLst>
              <a:ext uri="{FF2B5EF4-FFF2-40B4-BE49-F238E27FC236}">
                <a16:creationId xmlns:a16="http://schemas.microsoft.com/office/drawing/2014/main" id="{6CF3ED1F-AD88-19AF-9B2E-9A33F1502D3B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CECA5612-EA55-5194-6CDC-FE7157BD8B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 anchor="t" anchorCtr="0"/>
          <a:lstStyle>
            <a:lvl1pPr>
              <a:defRPr b="0" i="0"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2C134ACC-AE7E-915A-BA13-BAA7B5E6E1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80010" y="920875"/>
            <a:ext cx="10515600" cy="364856"/>
          </a:xfrm>
        </p:spPr>
        <p:txBody>
          <a:bodyPr/>
          <a:lstStyle>
            <a:lvl1pPr>
              <a:spcBef>
                <a:spcPts val="0"/>
              </a:spcBef>
              <a:defRPr b="0" i="0"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8A85E4A-AEDE-3903-8FF9-14DAA31953C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79081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op blue &amp; white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09726966-314E-4793-3814-AB89037BB4A8}"/>
              </a:ext>
            </a:extLst>
          </p:cNvPr>
          <p:cNvSpPr/>
          <p:nvPr userDrawn="1"/>
        </p:nvSpPr>
        <p:spPr>
          <a:xfrm>
            <a:off x="0" y="1138459"/>
            <a:ext cx="12192000" cy="5719542"/>
          </a:xfrm>
          <a:prstGeom prst="rect">
            <a:avLst/>
          </a:prstGeom>
          <a:solidFill>
            <a:srgbClr val="FFFFF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</a:endParaRPr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89AC35F2-4EB1-E01D-715E-BE8FB354052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2128" t="-1925" r="19149" b="88078"/>
          <a:stretch/>
        </p:blipFill>
        <p:spPr>
          <a:xfrm>
            <a:off x="9096498" y="0"/>
            <a:ext cx="3083071" cy="1138459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3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16E8F4-76B4-D673-22BE-BF24FA23BC8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9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8BD58E6-380F-24C9-A7D6-A322479CA59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4" name="TextBox 19">
            <a:extLst>
              <a:ext uri="{FF2B5EF4-FFF2-40B4-BE49-F238E27FC236}">
                <a16:creationId xmlns:a16="http://schemas.microsoft.com/office/drawing/2014/main" id="{6CF3ED1F-AD88-19AF-9B2E-9A33F1502D3B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CECA5612-EA55-5194-6CDC-FE7157BD8B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 anchor="t" anchorCtr="0"/>
          <a:lstStyle>
            <a:lvl1pPr>
              <a:defRPr b="0" i="0"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8A85E4A-AEDE-3903-8FF9-14DAA31953C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41500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op blue &amp; white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09726966-314E-4793-3814-AB89037BB4A8}"/>
              </a:ext>
            </a:extLst>
          </p:cNvPr>
          <p:cNvSpPr/>
          <p:nvPr userDrawn="1"/>
        </p:nvSpPr>
        <p:spPr>
          <a:xfrm>
            <a:off x="0" y="4495565"/>
            <a:ext cx="12192000" cy="2362436"/>
          </a:xfrm>
          <a:prstGeom prst="rect">
            <a:avLst/>
          </a:prstGeom>
          <a:solidFill>
            <a:srgbClr val="FFFFF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</a:endParaRP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3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16E8F4-76B4-D673-22BE-BF24FA23BC8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9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8BD58E6-380F-24C9-A7D6-A322479CA599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4" name="TextBox 19">
            <a:extLst>
              <a:ext uri="{FF2B5EF4-FFF2-40B4-BE49-F238E27FC236}">
                <a16:creationId xmlns:a16="http://schemas.microsoft.com/office/drawing/2014/main" id="{6CF3ED1F-AD88-19AF-9B2E-9A33F1502D3B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8A85E4A-AEDE-3903-8FF9-14DAA31953C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13906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roduct-Azur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2B27220-ED0D-BCBD-6EE2-B665E5CF5843}"/>
              </a:ext>
            </a:extLst>
          </p:cNvPr>
          <p:cNvSpPr/>
          <p:nvPr userDrawn="1"/>
        </p:nvSpPr>
        <p:spPr>
          <a:xfrm>
            <a:off x="0" y="1"/>
            <a:ext cx="3644721" cy="6858000"/>
          </a:xfrm>
          <a:prstGeom prst="rect">
            <a:avLst/>
          </a:prstGeom>
          <a:solidFill>
            <a:srgbClr val="0D215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FA28C1-6A1C-518B-C61A-E3D966D07C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0010" y="3095630"/>
            <a:ext cx="2812274" cy="3526456"/>
          </a:xfrm>
        </p:spPr>
        <p:txBody>
          <a:bodyPr>
            <a:normAutofit/>
          </a:bodyPr>
          <a:lstStyle>
            <a:lvl1pPr marL="0" indent="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accent5"/>
              </a:buClr>
              <a:buFont typeface="Symbol" panose="05050102010706020507" pitchFamily="18" charset="2"/>
              <a:buNone/>
              <a:defRPr sz="1400">
                <a:solidFill>
                  <a:schemeClr val="accent2"/>
                </a:solidFill>
              </a:defRPr>
            </a:lvl1pPr>
            <a:lvl2pPr marL="285750" indent="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  <a:defRPr sz="1400">
                <a:solidFill>
                  <a:schemeClr val="accent2"/>
                </a:solidFill>
              </a:defRPr>
            </a:lvl2pPr>
            <a:lvl3pPr>
              <a:defRPr sz="1600">
                <a:solidFill>
                  <a:schemeClr val="accent2"/>
                </a:solidFill>
              </a:defRPr>
            </a:lvl3pPr>
            <a:lvl4pPr>
              <a:defRPr sz="1600">
                <a:solidFill>
                  <a:schemeClr val="accent2"/>
                </a:solidFill>
              </a:defRPr>
            </a:lvl4pPr>
            <a:lvl5pPr>
              <a:defRPr sz="16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C6C05577-8788-49B2-300C-D18C6145D43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877" r="56868" b="1219"/>
          <a:stretch/>
        </p:blipFill>
        <p:spPr>
          <a:xfrm>
            <a:off x="3192284" y="99720"/>
            <a:ext cx="942636" cy="6848374"/>
          </a:xfrm>
          <a:prstGeom prst="rect">
            <a:avLst/>
          </a:prstGeom>
        </p:spPr>
      </p:pic>
      <p:sp>
        <p:nvSpPr>
          <p:cNvPr id="10" name="TextBox 19">
            <a:extLst>
              <a:ext uri="{FF2B5EF4-FFF2-40B4-BE49-F238E27FC236}">
                <a16:creationId xmlns:a16="http://schemas.microsoft.com/office/drawing/2014/main" id="{12FEE2C1-6DA7-7207-F3C7-6F79C1B6D9F1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99F5A344-4560-FEA0-BD78-E5F303833D27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12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17639889-BC88-2076-8B32-A85960571EA1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EADEEF-8C63-4AC8-4C26-CAF4D51E48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2812274" cy="1045444"/>
          </a:xfrm>
        </p:spPr>
        <p:txBody>
          <a:bodyPr anchor="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3AB6CDA-D365-F372-0245-6045599C8E3D}"/>
              </a:ext>
            </a:extLst>
          </p:cNvPr>
          <p:cNvSpPr/>
          <p:nvPr userDrawn="1"/>
        </p:nvSpPr>
        <p:spPr>
          <a:xfrm>
            <a:off x="4611759" y="234123"/>
            <a:ext cx="3525078" cy="3004930"/>
          </a:xfrm>
          <a:prstGeom prst="rect">
            <a:avLst/>
          </a:prstGeom>
          <a:solidFill>
            <a:srgbClr val="0D215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CAAA0F7-09A8-1F7C-B31F-8D3BB178BFDA}"/>
              </a:ext>
            </a:extLst>
          </p:cNvPr>
          <p:cNvSpPr/>
          <p:nvPr userDrawn="1"/>
        </p:nvSpPr>
        <p:spPr>
          <a:xfrm>
            <a:off x="8288560" y="234123"/>
            <a:ext cx="3525078" cy="3004930"/>
          </a:xfrm>
          <a:prstGeom prst="rect">
            <a:avLst/>
          </a:prstGeom>
          <a:solidFill>
            <a:srgbClr val="0D215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1F3E568-E4A1-5830-0467-11B670218248}"/>
              </a:ext>
            </a:extLst>
          </p:cNvPr>
          <p:cNvSpPr/>
          <p:nvPr userDrawn="1"/>
        </p:nvSpPr>
        <p:spPr>
          <a:xfrm>
            <a:off x="4611759" y="3336236"/>
            <a:ext cx="3525078" cy="3004930"/>
          </a:xfrm>
          <a:prstGeom prst="rect">
            <a:avLst/>
          </a:prstGeom>
          <a:solidFill>
            <a:srgbClr val="0D215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42BA17A5-A5BD-8780-635A-3965472C0E5C}"/>
              </a:ext>
            </a:extLst>
          </p:cNvPr>
          <p:cNvSpPr/>
          <p:nvPr userDrawn="1"/>
        </p:nvSpPr>
        <p:spPr>
          <a:xfrm>
            <a:off x="8288560" y="3336236"/>
            <a:ext cx="3525078" cy="3004930"/>
          </a:xfrm>
          <a:prstGeom prst="rect">
            <a:avLst/>
          </a:prstGeom>
          <a:solidFill>
            <a:srgbClr val="0D215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52708422-EBAC-53B0-B7CF-A3AE208E213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814177" y="2477462"/>
            <a:ext cx="3120242" cy="666750"/>
          </a:xfrm>
        </p:spPr>
        <p:txBody>
          <a:bodyPr>
            <a:normAutofit/>
          </a:bodyPr>
          <a:lstStyle>
            <a:lvl1pPr algn="ctr">
              <a:defRPr sz="20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ext Placeholder 14">
            <a:extLst>
              <a:ext uri="{FF2B5EF4-FFF2-40B4-BE49-F238E27FC236}">
                <a16:creationId xmlns:a16="http://schemas.microsoft.com/office/drawing/2014/main" id="{5D1FA8F6-ADA6-2BBC-2ED3-E79213402F8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8490978" y="2477462"/>
            <a:ext cx="3120242" cy="666750"/>
          </a:xfrm>
        </p:spPr>
        <p:txBody>
          <a:bodyPr>
            <a:normAutofit/>
          </a:bodyPr>
          <a:lstStyle>
            <a:lvl1pPr algn="ctr">
              <a:defRPr sz="20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14">
            <a:extLst>
              <a:ext uri="{FF2B5EF4-FFF2-40B4-BE49-F238E27FC236}">
                <a16:creationId xmlns:a16="http://schemas.microsoft.com/office/drawing/2014/main" id="{599B9C11-1DBB-C0C7-02BC-CC48F93CD1F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814177" y="5537145"/>
            <a:ext cx="3120242" cy="666750"/>
          </a:xfrm>
        </p:spPr>
        <p:txBody>
          <a:bodyPr>
            <a:normAutofit/>
          </a:bodyPr>
          <a:lstStyle>
            <a:lvl1pPr algn="ctr">
              <a:defRPr sz="20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14">
            <a:extLst>
              <a:ext uri="{FF2B5EF4-FFF2-40B4-BE49-F238E27FC236}">
                <a16:creationId xmlns:a16="http://schemas.microsoft.com/office/drawing/2014/main" id="{B1450D6D-07C0-1063-E0BF-17426CACF4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490978" y="5537145"/>
            <a:ext cx="3120242" cy="666750"/>
          </a:xfrm>
        </p:spPr>
        <p:txBody>
          <a:bodyPr>
            <a:normAutofit/>
          </a:bodyPr>
          <a:lstStyle>
            <a:lvl1pPr algn="ctr">
              <a:defRPr sz="20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A84CA8C9-B7C1-8882-A3EA-4A8E674B621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232365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Headline Only">
    <p:bg>
      <p:bgPr>
        <a:solidFill>
          <a:srgbClr val="0D215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2CE521B-DE7B-2C76-24F9-6BD2F7C2B39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66651"/>
          <a:stretch/>
        </p:blipFill>
        <p:spPr>
          <a:xfrm>
            <a:off x="8065978" y="0"/>
            <a:ext cx="4111725" cy="1385049"/>
          </a:xfrm>
          <a:prstGeom prst="rect">
            <a:avLst/>
          </a:prstGeom>
        </p:spPr>
      </p:pic>
      <p:sp>
        <p:nvSpPr>
          <p:cNvPr id="8" name="Title 1">
            <a:extLst>
              <a:ext uri="{FF2B5EF4-FFF2-40B4-BE49-F238E27FC236}">
                <a16:creationId xmlns:a16="http://schemas.microsoft.com/office/drawing/2014/main" id="{82DFF358-8517-13E2-E8A0-4525D2B05E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 anchor="t" anchorCtr="0"/>
          <a:lstStyle>
            <a:lvl1pPr>
              <a:defRPr b="0" i="0">
                <a:latin typeface="Arial Nova Light" panose="020B03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9A5F4BCD-5C1B-FCE5-6E15-12B11ECDB0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80010" y="919971"/>
            <a:ext cx="10515600" cy="365760"/>
          </a:xfrm>
        </p:spPr>
        <p:txBody>
          <a:bodyPr/>
          <a:lstStyle>
            <a:lvl1pPr>
              <a:defRPr b="0" i="0"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722580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examples???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CE4C6C95-4301-7C10-93C8-5362682E690A}"/>
              </a:ext>
            </a:extLst>
          </p:cNvPr>
          <p:cNvSpPr txBox="1"/>
          <p:nvPr userDrawn="1"/>
        </p:nvSpPr>
        <p:spPr>
          <a:xfrm>
            <a:off x="0" y="6645505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77624D0-6780-CF5C-EFCE-F68BC202CC6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7E5EE9A-C9AA-1BC9-A304-BE771B26F24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14400" y="1253435"/>
            <a:ext cx="9400464" cy="4807164"/>
            <a:chOff x="1735232" y="1090125"/>
            <a:chExt cx="10103632" cy="5166747"/>
          </a:xfrm>
        </p:grpSpPr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52410E74-A58C-49EA-B1F9-5BE64F1A362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377" b="377"/>
            <a:stretch/>
          </p:blipFill>
          <p:spPr>
            <a:xfrm>
              <a:off x="8439150" y="1090125"/>
              <a:ext cx="2731008" cy="5166747"/>
            </a:xfrm>
            <a:prstGeom prst="rect">
              <a:avLst/>
            </a:prstGeom>
          </p:spPr>
        </p:pic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C561FFC-90DC-C695-C2C4-354D467484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11038764" y="1428750"/>
              <a:ext cx="800100" cy="4171950"/>
              <a:chOff x="11125199" y="457200"/>
              <a:chExt cx="688016" cy="337185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D243FB0-AB26-78C9-A10A-353E403909EE}"/>
                  </a:ext>
                </a:extLst>
              </p:cNvPr>
              <p:cNvSpPr/>
              <p:nvPr/>
            </p:nvSpPr>
            <p:spPr>
              <a:xfrm>
                <a:off x="11125200" y="3600450"/>
                <a:ext cx="685800" cy="228600"/>
              </a:xfrm>
              <a:prstGeom prst="rect">
                <a:avLst/>
              </a:prstGeom>
              <a:solidFill>
                <a:srgbClr val="612CB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Plum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D0812CB7-E597-5A80-85DA-EC2D2F8FD2C5}"/>
                  </a:ext>
                </a:extLst>
              </p:cNvPr>
              <p:cNvSpPr/>
              <p:nvPr/>
            </p:nvSpPr>
            <p:spPr>
              <a:xfrm>
                <a:off x="11125200" y="3314700"/>
                <a:ext cx="685800" cy="228600"/>
              </a:xfrm>
              <a:prstGeom prst="rect">
                <a:avLst/>
              </a:prstGeom>
              <a:solidFill>
                <a:srgbClr val="0672CB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Dell Blue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7021382-B7C5-9091-7135-B659DAA9E20E}"/>
                  </a:ext>
                </a:extLst>
              </p:cNvPr>
              <p:cNvSpPr/>
              <p:nvPr/>
            </p:nvSpPr>
            <p:spPr>
              <a:xfrm>
                <a:off x="11125200" y="742950"/>
                <a:ext cx="685800" cy="228600"/>
              </a:xfrm>
              <a:prstGeom prst="rect">
                <a:avLst/>
              </a:prstGeom>
              <a:solidFill>
                <a:srgbClr val="0672CB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Dell Blue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057FFB51-B14E-E285-911E-C3904F0036E6}"/>
                  </a:ext>
                </a:extLst>
              </p:cNvPr>
              <p:cNvSpPr/>
              <p:nvPr/>
            </p:nvSpPr>
            <p:spPr>
              <a:xfrm>
                <a:off x="11125199" y="457200"/>
                <a:ext cx="685801" cy="228600"/>
              </a:xfrm>
              <a:prstGeom prst="rect">
                <a:avLst/>
              </a:prstGeom>
              <a:solidFill>
                <a:srgbClr val="808080"/>
              </a:solidFill>
              <a:ln w="635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bg2"/>
                    </a:solidFill>
                  </a:rPr>
                  <a:t>Dell Gray</a:t>
                </a:r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67BBEE4-01AC-7084-4F58-75F1A493CADD}"/>
                  </a:ext>
                </a:extLst>
              </p:cNvPr>
              <p:cNvSpPr/>
              <p:nvPr/>
            </p:nvSpPr>
            <p:spPr>
              <a:xfrm>
                <a:off x="11125200" y="1028700"/>
                <a:ext cx="685800" cy="228600"/>
              </a:xfrm>
              <a:prstGeom prst="rect">
                <a:avLst/>
              </a:prstGeom>
              <a:solidFill>
                <a:schemeClr val="tx2"/>
              </a:solidFill>
              <a:ln w="12700">
                <a:solidFill>
                  <a:schemeClr val="tx2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bg2"/>
                    </a:solidFill>
                  </a:rPr>
                  <a:t>White</a:t>
                </a:r>
                <a:endParaRPr lang="en-US" sz="900" dirty="0">
                  <a:solidFill>
                    <a:schemeClr val="bg2"/>
                  </a:solidFill>
                </a:endParaRPr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8693E65A-2EB9-82EB-D904-60B61F3D6EB1}"/>
                  </a:ext>
                </a:extLst>
              </p:cNvPr>
              <p:cNvSpPr/>
              <p:nvPr/>
            </p:nvSpPr>
            <p:spPr>
              <a:xfrm>
                <a:off x="11127415" y="1314450"/>
                <a:ext cx="685800" cy="228600"/>
              </a:xfrm>
              <a:prstGeom prst="rect">
                <a:avLst/>
              </a:prstGeom>
              <a:solidFill>
                <a:schemeClr val="bg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Black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6E126CC-2393-483D-67CC-DCCBCAFDB895}"/>
                  </a:ext>
                </a:extLst>
              </p:cNvPr>
              <p:cNvSpPr/>
              <p:nvPr/>
            </p:nvSpPr>
            <p:spPr>
              <a:xfrm>
                <a:off x="11125200" y="1600200"/>
                <a:ext cx="685800" cy="228600"/>
              </a:xfrm>
              <a:prstGeom prst="rect">
                <a:avLst/>
              </a:prstGeom>
              <a:solidFill>
                <a:srgbClr val="0D2155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Midnight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A88D768-194B-9A66-6D94-075DB4553785}"/>
                  </a:ext>
                </a:extLst>
              </p:cNvPr>
              <p:cNvSpPr/>
              <p:nvPr/>
            </p:nvSpPr>
            <p:spPr>
              <a:xfrm>
                <a:off x="11127415" y="1885950"/>
                <a:ext cx="685800" cy="228600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Hunter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CEA3799-6E8F-12A9-6C35-856AB2DFCA1D}"/>
                  </a:ext>
                </a:extLst>
              </p:cNvPr>
              <p:cNvSpPr/>
              <p:nvPr/>
            </p:nvSpPr>
            <p:spPr>
              <a:xfrm>
                <a:off x="11125200" y="2171700"/>
                <a:ext cx="685800" cy="228600"/>
              </a:xfrm>
              <a:prstGeom prst="rect">
                <a:avLst/>
              </a:prstGeom>
              <a:solidFill>
                <a:srgbClr val="F4BB5E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bg2"/>
                    </a:solidFill>
                  </a:rPr>
                  <a:t>Apricot</a:t>
                </a:r>
                <a:endParaRPr lang="en-US" sz="900" dirty="0">
                  <a:solidFill>
                    <a:schemeClr val="bg2"/>
                  </a:solidFill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692DDF2-18B7-34FD-22DB-BA2A1275BF89}"/>
                  </a:ext>
                </a:extLst>
              </p:cNvPr>
              <p:cNvSpPr/>
              <p:nvPr/>
            </p:nvSpPr>
            <p:spPr>
              <a:xfrm>
                <a:off x="11125200" y="2457450"/>
                <a:ext cx="685800" cy="228600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bg2"/>
                    </a:solidFill>
                  </a:rPr>
                  <a:t>Glacier</a:t>
                </a:r>
                <a:endParaRPr lang="en-US" sz="900" dirty="0">
                  <a:solidFill>
                    <a:schemeClr val="bg2"/>
                  </a:solidFill>
                </a:endParaRPr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663CE380-84A2-D94F-BA97-72D68707B53E}"/>
                  </a:ext>
                </a:extLst>
              </p:cNvPr>
              <p:cNvSpPr/>
              <p:nvPr/>
            </p:nvSpPr>
            <p:spPr>
              <a:xfrm>
                <a:off x="11125200" y="2743200"/>
                <a:ext cx="685800" cy="228600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Burgundy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CBF56348-2E46-799C-DED3-70CE279A4311}"/>
                  </a:ext>
                </a:extLst>
              </p:cNvPr>
              <p:cNvSpPr/>
              <p:nvPr/>
            </p:nvSpPr>
            <p:spPr>
              <a:xfrm>
                <a:off x="11125200" y="3028950"/>
                <a:ext cx="685800" cy="22860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en-US" sz="900" b="1" dirty="0">
                    <a:solidFill>
                      <a:schemeClr val="tx2"/>
                    </a:solidFill>
                  </a:rPr>
                  <a:t>Royal</a:t>
                </a:r>
                <a:endParaRPr lang="en-US" sz="900" dirty="0">
                  <a:solidFill>
                    <a:schemeClr val="tx2"/>
                  </a:solidFill>
                </a:endParaRPr>
              </a:p>
            </p:txBody>
          </p:sp>
        </p:grpSp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A4877C95-5FC6-81AC-FD05-D7890184A67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26582"/>
            <a:stretch/>
          </p:blipFill>
          <p:spPr>
            <a:xfrm>
              <a:off x="1735232" y="1143000"/>
              <a:ext cx="6564217" cy="50292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3618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ection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D7D3C83F-1685-4A4A-8993-74D3219027D6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409576" y="2514903"/>
            <a:ext cx="8027894" cy="1828193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>
              <a:defRPr lang="en-US" sz="66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56EF55-F77F-4572-2522-9382F808B7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409576" y="2294591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7864EA1-C08E-72AD-798B-7CE2BA8B092D}"/>
              </a:ext>
            </a:extLst>
          </p:cNvPr>
          <p:cNvSpPr txBox="1"/>
          <p:nvPr userDrawn="1"/>
        </p:nvSpPr>
        <p:spPr>
          <a:xfrm>
            <a:off x="959359" y="2244019"/>
            <a:ext cx="113800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400" b="1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OEM </a:t>
            </a:r>
            <a:r>
              <a:rPr lang="en-US" sz="1400" spc="0" dirty="0">
                <a:solidFill>
                  <a:schemeClr val="bg1"/>
                </a:solidFill>
                <a:highlight>
                  <a:srgbClr val="0D2155"/>
                </a:highlight>
                <a:latin typeface="Arial Nova Light" panose="020B0304020202020204" pitchFamily="34" charset="0"/>
              </a:rPr>
              <a:t>Solutions</a:t>
            </a:r>
          </a:p>
        </p:txBody>
      </p:sp>
    </p:spTree>
    <p:extLst>
      <p:ext uri="{BB962C8B-B14F-4D97-AF65-F5344CB8AC3E}">
        <p14:creationId xmlns:p14="http://schemas.microsoft.com/office/powerpoint/2010/main" val="18856012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88">
          <p15:clr>
            <a:srgbClr val="FBAE40"/>
          </p15:clr>
        </p15:guide>
      </p15:sldGuideLst>
    </p:ext>
  </p:extLst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v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A49A41B-9CF1-4CD6-B1E3-F736C63833B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1171" y="6172200"/>
            <a:ext cx="2743200" cy="356618"/>
          </a:xfrm>
          <a:prstGeom prst="rect">
            <a:avLst/>
          </a:prstGeom>
        </p:spPr>
      </p:pic>
      <p:sp>
        <p:nvSpPr>
          <p:cNvPr id="11" name="Subtitle 2">
            <a:extLst>
              <a:ext uri="{FF2B5EF4-FFF2-40B4-BE49-F238E27FC236}">
                <a16:creationId xmlns:a16="http://schemas.microsoft.com/office/drawing/2014/main" id="{A67014B0-AEAB-4CC8-BCED-661FF1CA2731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381000" y="4204926"/>
            <a:ext cx="7971108" cy="72390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>
                <a:solidFill>
                  <a:schemeClr val="tx2"/>
                </a:solidFill>
                <a:latin typeface="+mj-lt"/>
              </a:defRPr>
            </a:lvl1pPr>
            <a:lvl2pPr marL="457194" indent="0" algn="ctr">
              <a:buNone/>
              <a:defRPr sz="2000"/>
            </a:lvl2pPr>
            <a:lvl3pPr marL="914386" indent="0" algn="ctr">
              <a:buNone/>
              <a:defRPr sz="1800"/>
            </a:lvl3pPr>
            <a:lvl4pPr marL="1371579" indent="0" algn="ctr">
              <a:buNone/>
              <a:defRPr sz="1600"/>
            </a:lvl4pPr>
            <a:lvl5pPr marL="1828773" indent="0" algn="ctr">
              <a:buNone/>
              <a:defRPr sz="1600"/>
            </a:lvl5pPr>
            <a:lvl6pPr marL="2285966" indent="0" algn="ctr">
              <a:buNone/>
              <a:defRPr sz="1600"/>
            </a:lvl6pPr>
            <a:lvl7pPr marL="2743158" indent="0" algn="ctr">
              <a:buNone/>
              <a:defRPr sz="1600"/>
            </a:lvl7pPr>
            <a:lvl8pPr marL="3200352" indent="0" algn="ctr">
              <a:buNone/>
              <a:defRPr sz="1600"/>
            </a:lvl8pPr>
            <a:lvl9pPr marL="3657546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5D8143-A159-4278-916B-DB3850ADE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3429001"/>
            <a:ext cx="457200" cy="1143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7F5323D-6831-4D66-AAB2-4C1920E06475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81000" y="1738314"/>
            <a:ext cx="7969282" cy="1495794"/>
          </a:xfrm>
          <a:prstGeom prst="rect">
            <a:avLst/>
          </a:prstGeom>
        </p:spPr>
        <p:txBody>
          <a:bodyPr wrap="square" lIns="0" tIns="0" rIns="0" bIns="0" anchor="b" anchorCtr="0">
            <a:spAutoFit/>
          </a:bodyPr>
          <a:lstStyle>
            <a:lvl1pPr>
              <a:defRPr lang="en-US" sz="5400" dirty="0">
                <a:solidFill>
                  <a:srgbClr val="E5F8FF"/>
                </a:solidFill>
                <a:latin typeface="Arial Nova Light" panose="020B0304020202020204" pitchFamily="34" charset="0"/>
              </a:defRPr>
            </a:lvl1pPr>
          </a:lstStyle>
          <a:p>
            <a:pPr marL="0" lvl="0"/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1147880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op ba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2370DD2-DBFE-499C-8B5D-2572166619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3" y="800101"/>
            <a:ext cx="3999017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1" y="2228852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2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2"/>
            <a:ext cx="3314700" cy="3314700"/>
          </a:xfrm>
          <a:prstGeom prst="rect">
            <a:avLst/>
          </a:prstGeom>
          <a:solidFill>
            <a:srgbClr val="E5F8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E98A6F-4362-4A68-979C-B344868D9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400052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 dirty="0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996413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Side bar blue w photo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1798BEF-634D-3527-1D21-D27DA848A18D}"/>
              </a:ext>
            </a:extLst>
          </p:cNvPr>
          <p:cNvSpPr/>
          <p:nvPr userDrawn="1"/>
        </p:nvSpPr>
        <p:spPr>
          <a:xfrm>
            <a:off x="-1" y="0"/>
            <a:ext cx="7561555" cy="6858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1185"/>
            <a:ext cx="6934199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E5F8FF"/>
                </a:solidFill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400052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rgbClr val="80C7FB"/>
              </a:solidFill>
            </a:endParaRPr>
          </a:p>
        </p:txBody>
      </p:sp>
      <p:sp>
        <p:nvSpPr>
          <p:cNvPr id="7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6DD9093E-973D-BC6D-C000-0907DB596703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83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8" name="TextBox 19">
            <a:extLst>
              <a:ext uri="{FF2B5EF4-FFF2-40B4-BE49-F238E27FC236}">
                <a16:creationId xmlns:a16="http://schemas.microsoft.com/office/drawing/2014/main" id="{067860CC-20C4-4A05-E175-1161C32A8C5D}"/>
              </a:ext>
            </a:extLst>
          </p:cNvPr>
          <p:cNvSpPr txBox="1"/>
          <p:nvPr userDrawn="1"/>
        </p:nvSpPr>
        <p:spPr>
          <a:xfrm>
            <a:off x="5120250" y="6702028"/>
            <a:ext cx="94578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5414D0F1-A6AA-BCD2-3453-2A827326BBD9}"/>
              </a:ext>
            </a:extLst>
          </p:cNvPr>
          <p:cNvSpPr txBox="1"/>
          <p:nvPr userDrawn="1"/>
        </p:nvSpPr>
        <p:spPr>
          <a:xfrm>
            <a:off x="0" y="6645505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1141396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799" y="342901"/>
            <a:ext cx="10744201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066799" y="857251"/>
            <a:ext cx="10744201" cy="24622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+mj-lt"/>
              </a:defRPr>
            </a:lvl1pPr>
            <a:lvl2pPr marL="457194" indent="0" algn="ctr">
              <a:buNone/>
              <a:defRPr sz="2000"/>
            </a:lvl2pPr>
            <a:lvl3pPr marL="914386" indent="0" algn="ctr">
              <a:buNone/>
              <a:defRPr sz="1800"/>
            </a:lvl3pPr>
            <a:lvl4pPr marL="1371579" indent="0" algn="ctr">
              <a:buNone/>
              <a:defRPr sz="1600"/>
            </a:lvl4pPr>
            <a:lvl5pPr marL="1828773" indent="0" algn="ctr">
              <a:buNone/>
              <a:defRPr sz="1600"/>
            </a:lvl5pPr>
            <a:lvl6pPr marL="2285966" indent="0" algn="ctr">
              <a:buNone/>
              <a:defRPr sz="1600"/>
            </a:lvl6pPr>
            <a:lvl7pPr marL="2743158" indent="0" algn="ctr">
              <a:buNone/>
              <a:defRPr sz="1600"/>
            </a:lvl7pPr>
            <a:lvl8pPr marL="3200352" indent="0" algn="ctr">
              <a:buNone/>
              <a:defRPr sz="1600"/>
            </a:lvl8pPr>
            <a:lvl9pPr marL="3657546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0F545B3-C63F-1F92-56C2-47573EBE2A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400052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rgbClr val="80C7F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4179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op bar red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F5CDF81-BCDC-4155-A36E-2E848EF6612B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691D3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2484" y="800101"/>
            <a:ext cx="4056167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1" y="2228852"/>
            <a:ext cx="3314700" cy="3314700"/>
          </a:xfrm>
          <a:prstGeom prst="rect">
            <a:avLst/>
          </a:prstGeom>
          <a:solidFill>
            <a:srgbClr val="FBEECE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2"/>
            <a:ext cx="3314700" cy="3314700"/>
          </a:xfrm>
          <a:prstGeom prst="rect">
            <a:avLst/>
          </a:prstGeom>
          <a:solidFill>
            <a:srgbClr val="FBEECE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2"/>
            <a:ext cx="3314700" cy="3314700"/>
          </a:xfrm>
          <a:prstGeom prst="rect">
            <a:avLst/>
          </a:prstGeom>
          <a:solidFill>
            <a:srgbClr val="FBEECE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601E45A1-78E0-4520-916E-F5407FC0A24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400052"/>
            <a:ext cx="457200" cy="114300"/>
          </a:xfrm>
          <a:prstGeom prst="rect">
            <a:avLst/>
          </a:prstGeom>
          <a:solidFill>
            <a:schemeClr val="accent3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 dirty="0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655928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op bar green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B17DF1CB-5F39-48E0-B2DB-764E018FDB2D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244739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100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2" y="800101"/>
            <a:ext cx="4000500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1" y="2228852"/>
            <a:ext cx="3314700" cy="3314700"/>
          </a:xfrm>
          <a:prstGeom prst="rect">
            <a:avLst/>
          </a:prstGeom>
          <a:solidFill>
            <a:srgbClr val="E4FFD6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2"/>
            <a:ext cx="3314700" cy="3314700"/>
          </a:xfrm>
          <a:prstGeom prst="rect">
            <a:avLst/>
          </a:prstGeom>
          <a:solidFill>
            <a:srgbClr val="E4FFD6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2"/>
            <a:ext cx="3314700" cy="3314700"/>
          </a:xfrm>
          <a:prstGeom prst="rect">
            <a:avLst/>
          </a:prstGeom>
          <a:solidFill>
            <a:srgbClr val="E4FFD6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270C93A-C784-4B2F-A8F0-B35D5DE9A5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400052"/>
            <a:ext cx="457200" cy="114300"/>
          </a:xfrm>
          <a:prstGeom prst="rect">
            <a:avLst/>
          </a:prstGeom>
          <a:solidFill>
            <a:srgbClr val="35CD5C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200" dirty="0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45760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op bar purpl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081D998F-1CEA-4933-A37B-06244CD6DC67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rgbClr val="2A145A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100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0101"/>
            <a:ext cx="4000500" cy="8863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400052"/>
            <a:ext cx="457200" cy="114300"/>
          </a:xfrm>
          <a:prstGeom prst="rect">
            <a:avLst/>
          </a:prstGeom>
          <a:solidFill>
            <a:srgbClr val="8E5CE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tx2"/>
              </a:solidFill>
              <a:latin typeface="+mj-lt"/>
            </a:endParaRP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25C9EF-E3D6-4E9D-83B4-E16E0BAD9154}"/>
              </a:ext>
            </a:extLst>
          </p:cNvPr>
          <p:cNvSpPr>
            <a:spLocks noGrp="1" noChangeAspect="1"/>
          </p:cNvSpPr>
          <p:nvPr>
            <p:ph sz="quarter" idx="11"/>
          </p:nvPr>
        </p:nvSpPr>
        <p:spPr>
          <a:xfrm>
            <a:off x="4438651" y="2228852"/>
            <a:ext cx="3314700" cy="3314700"/>
          </a:xfrm>
          <a:prstGeom prst="rect">
            <a:avLst/>
          </a:prstGeom>
          <a:solidFill>
            <a:srgbClr val="DEDD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11">
            <a:extLst>
              <a:ext uri="{FF2B5EF4-FFF2-40B4-BE49-F238E27FC236}">
                <a16:creationId xmlns:a16="http://schemas.microsoft.com/office/drawing/2014/main" id="{CC9ADC35-0177-4D0A-A2B4-6BE8CB97A65E}"/>
              </a:ext>
            </a:extLst>
          </p:cNvPr>
          <p:cNvSpPr>
            <a:spLocks noGrp="1" noChangeAspect="1"/>
          </p:cNvSpPr>
          <p:nvPr>
            <p:ph sz="quarter" idx="12"/>
          </p:nvPr>
        </p:nvSpPr>
        <p:spPr>
          <a:xfrm>
            <a:off x="552450" y="2228852"/>
            <a:ext cx="3314700" cy="3314700"/>
          </a:xfrm>
          <a:prstGeom prst="rect">
            <a:avLst/>
          </a:prstGeom>
          <a:solidFill>
            <a:srgbClr val="DEDD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11">
            <a:extLst>
              <a:ext uri="{FF2B5EF4-FFF2-40B4-BE49-F238E27FC236}">
                <a16:creationId xmlns:a16="http://schemas.microsoft.com/office/drawing/2014/main" id="{887CCC8C-1CBB-4FA5-AC41-F8CE31E2C100}"/>
              </a:ext>
            </a:extLst>
          </p:cNvPr>
          <p:cNvSpPr>
            <a:spLocks noGrp="1" noChangeAspect="1"/>
          </p:cNvSpPr>
          <p:nvPr>
            <p:ph sz="quarter" idx="13"/>
          </p:nvPr>
        </p:nvSpPr>
        <p:spPr>
          <a:xfrm>
            <a:off x="8324850" y="2228852"/>
            <a:ext cx="3314700" cy="3314700"/>
          </a:xfrm>
          <a:prstGeom prst="rect">
            <a:avLst/>
          </a:prstGeom>
          <a:solidFill>
            <a:srgbClr val="DEDDFF"/>
          </a:solidFill>
        </p:spPr>
        <p:txBody>
          <a:bodyPr tIns="91440" bIns="91440" anchor="ctr" anchorCtr="0"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+mj-lt"/>
              </a:defRPr>
            </a:lvl1pPr>
            <a:lvl2pPr>
              <a:defRPr sz="1600">
                <a:solidFill>
                  <a:schemeClr val="bg2"/>
                </a:solidFill>
              </a:defRPr>
            </a:lvl2pPr>
            <a:lvl3pPr>
              <a:defRPr sz="1400">
                <a:solidFill>
                  <a:schemeClr val="bg2"/>
                </a:solidFill>
              </a:defRPr>
            </a:lvl3pPr>
            <a:lvl4pPr>
              <a:defRPr sz="1200">
                <a:solidFill>
                  <a:schemeClr val="bg2"/>
                </a:solidFill>
              </a:defRPr>
            </a:lvl4pPr>
            <a:lvl5pPr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197529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ide bar blue w photo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58193C9C-437D-18FA-6A37-812553AF1510}"/>
              </a:ext>
            </a:extLst>
          </p:cNvPr>
          <p:cNvSpPr/>
          <p:nvPr userDrawn="1"/>
        </p:nvSpPr>
        <p:spPr>
          <a:xfrm>
            <a:off x="0" y="0"/>
            <a:ext cx="3048000" cy="6858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1" y="801185"/>
            <a:ext cx="2286000" cy="13295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E5F8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1" y="400052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>
              <a:solidFill>
                <a:srgbClr val="80C7FB"/>
              </a:solidFill>
              <a:latin typeface="+mj-lt"/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DD84B0B8-7C41-4C04-9E5E-65F066217219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1" y="3200400"/>
            <a:ext cx="2286000" cy="3028952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600">
                <a:solidFill>
                  <a:srgbClr val="80C7FB"/>
                </a:solidFill>
                <a:latin typeface="+mj-lt"/>
              </a:defRPr>
            </a:lvl1pPr>
            <a:lvl2pPr marL="457194" indent="0" algn="ctr">
              <a:buNone/>
              <a:defRPr sz="2000"/>
            </a:lvl2pPr>
            <a:lvl3pPr marL="914386" indent="0" algn="ctr">
              <a:buNone/>
              <a:defRPr sz="1800"/>
            </a:lvl3pPr>
            <a:lvl4pPr marL="1371579" indent="0" algn="ctr">
              <a:buNone/>
              <a:defRPr sz="1600"/>
            </a:lvl4pPr>
            <a:lvl5pPr marL="1828773" indent="0" algn="ctr">
              <a:buNone/>
              <a:defRPr sz="1600"/>
            </a:lvl5pPr>
            <a:lvl6pPr marL="2285966" indent="0" algn="ctr">
              <a:buNone/>
              <a:defRPr sz="1600"/>
            </a:lvl6pPr>
            <a:lvl7pPr marL="2743158" indent="0" algn="ctr">
              <a:buNone/>
              <a:defRPr sz="1600"/>
            </a:lvl7pPr>
            <a:lvl8pPr marL="3200352" indent="0" algn="ctr">
              <a:buNone/>
              <a:defRPr sz="1600"/>
            </a:lvl8pPr>
            <a:lvl9pPr marL="3657546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5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5EE9C0BF-0F46-B327-3009-4F0774F7AECA}"/>
              </a:ext>
            </a:extLst>
          </p:cNvPr>
          <p:cNvSpPr txBox="1"/>
          <p:nvPr userDrawn="1"/>
        </p:nvSpPr>
        <p:spPr>
          <a:xfrm>
            <a:off x="0" y="6645505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+mj-lt"/>
              </a:rPr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34747382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00227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1000" y="857250"/>
            <a:ext cx="1143000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08795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342900"/>
            <a:ext cx="11430000" cy="4431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00227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348844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de bar blu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801183"/>
            <a:ext cx="2286000" cy="13295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>
                <a:solidFill>
                  <a:srgbClr val="E5F8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67100" y="400050"/>
            <a:ext cx="8343900" cy="5829300"/>
          </a:xfrm>
          <a:prstGeom prst="rect">
            <a:avLst/>
          </a:prstGeom>
        </p:spPr>
        <p:txBody>
          <a:bodyPr lIns="0" tIns="0" rIns="0" bIns="0" anchor="ctr" anchorCtr="0"/>
          <a:lstStyle>
            <a:lvl1pPr marL="228594" indent="-228594">
              <a:lnSpc>
                <a:spcPct val="100000"/>
              </a:lnSpc>
              <a:spcBef>
                <a:spcPts val="1200"/>
              </a:spcBef>
              <a:buClr>
                <a:srgbClr val="808080"/>
              </a:buClr>
              <a:buFont typeface="Arial" panose="020B0604020202020204" pitchFamily="34" charset="0"/>
              <a:buChar char="•"/>
              <a:defRPr sz="2400">
                <a:solidFill>
                  <a:schemeClr val="bg2"/>
                </a:solidFill>
                <a:latin typeface="Arial" panose="020B0604020202020204" pitchFamily="34" charset="0"/>
              </a:defRPr>
            </a:lvl1pPr>
            <a:lvl2pPr marL="685783" indent="-228594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–"/>
              <a:defRPr sz="1800">
                <a:solidFill>
                  <a:schemeClr val="bg2"/>
                </a:solidFill>
                <a:latin typeface="Arial" panose="020B0604020202020204" pitchFamily="34" charset="0"/>
              </a:defRPr>
            </a:lvl2pPr>
            <a:lvl3pPr marL="1066773" indent="-152396">
              <a:lnSpc>
                <a:spcPct val="100000"/>
              </a:lnSpc>
              <a:spcBef>
                <a:spcPts val="600"/>
              </a:spcBef>
              <a:buClr>
                <a:srgbClr val="808080"/>
              </a:buClr>
              <a:buFont typeface="Arial" panose="020B0604020202020204" pitchFamily="34" charset="0"/>
              <a:buChar char="▪"/>
              <a:defRPr sz="1400">
                <a:solidFill>
                  <a:schemeClr val="bg2"/>
                </a:solidFill>
                <a:latin typeface="Arial" panose="020B0604020202020204" pitchFamily="34" charset="0"/>
              </a:defRPr>
            </a:lvl3pPr>
            <a:lvl4pPr marL="1600160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4pPr>
            <a:lvl5pPr marL="2057349" indent="-228594">
              <a:lnSpc>
                <a:spcPct val="100000"/>
              </a:lnSpc>
              <a:spcBef>
                <a:spcPts val="400"/>
              </a:spcBef>
              <a:buClr>
                <a:schemeClr val="bg1">
                  <a:lumMod val="60000"/>
                  <a:lumOff val="40000"/>
                </a:schemeClr>
              </a:buClr>
              <a:buFont typeface="Arial" panose="020B0604020202020204" pitchFamily="34" charset="0"/>
              <a:buChar char="•"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E372F5-2EC7-4733-8384-2D4149AFD4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/>
          </p:cNvSpPr>
          <p:nvPr userDrawn="1"/>
        </p:nvSpPr>
        <p:spPr>
          <a:xfrm>
            <a:off x="381000" y="400050"/>
            <a:ext cx="457200" cy="114300"/>
          </a:xfrm>
          <a:prstGeom prst="rect">
            <a:avLst/>
          </a:prstGeom>
          <a:solidFill>
            <a:srgbClr val="80C7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tx2"/>
              </a:solidFill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DD84B0B8-7C41-4C04-9E5E-65F066217219}"/>
              </a:ext>
            </a:extLst>
          </p:cNvPr>
          <p:cNvSpPr>
            <a:spLocks noGrp="1"/>
          </p:cNvSpPr>
          <p:nvPr>
            <p:ph type="subTitle" idx="10"/>
          </p:nvPr>
        </p:nvSpPr>
        <p:spPr>
          <a:xfrm>
            <a:off x="381000" y="2514600"/>
            <a:ext cx="2286000" cy="371475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 algn="l">
              <a:lnSpc>
                <a:spcPct val="100000"/>
              </a:lnSpc>
              <a:spcBef>
                <a:spcPts val="1200"/>
              </a:spcBef>
              <a:buNone/>
              <a:defRPr sz="1600">
                <a:solidFill>
                  <a:srgbClr val="80C7FB"/>
                </a:solidFill>
                <a:latin typeface="Arial" panose="020B0604020202020204" pitchFamily="34" charset="0"/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141709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18" Type="http://schemas.openxmlformats.org/officeDocument/2006/relationships/slideLayout" Target="../slideLayouts/slideLayout42.xml"/><Relationship Id="rId26" Type="http://schemas.openxmlformats.org/officeDocument/2006/relationships/image" Target="../media/image12.png"/><Relationship Id="rId3" Type="http://schemas.openxmlformats.org/officeDocument/2006/relationships/slideLayout" Target="../slideLayouts/slideLayout27.xml"/><Relationship Id="rId21" Type="http://schemas.openxmlformats.org/officeDocument/2006/relationships/slideLayout" Target="../slideLayouts/slideLayout45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17" Type="http://schemas.openxmlformats.org/officeDocument/2006/relationships/slideLayout" Target="../slideLayouts/slideLayout41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6.xml"/><Relationship Id="rId16" Type="http://schemas.openxmlformats.org/officeDocument/2006/relationships/slideLayout" Target="../slideLayouts/slideLayout40.xml"/><Relationship Id="rId20" Type="http://schemas.openxmlformats.org/officeDocument/2006/relationships/slideLayout" Target="../slideLayouts/slideLayout44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24" Type="http://schemas.openxmlformats.org/officeDocument/2006/relationships/slideLayout" Target="../slideLayouts/slideLayout48.xml"/><Relationship Id="rId5" Type="http://schemas.openxmlformats.org/officeDocument/2006/relationships/slideLayout" Target="../slideLayouts/slideLayout29.xml"/><Relationship Id="rId15" Type="http://schemas.openxmlformats.org/officeDocument/2006/relationships/slideLayout" Target="../slideLayouts/slideLayout39.xml"/><Relationship Id="rId23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34.xml"/><Relationship Id="rId19" Type="http://schemas.openxmlformats.org/officeDocument/2006/relationships/slideLayout" Target="../slideLayouts/slideLayout43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slideLayout" Target="../slideLayouts/slideLayout38.xml"/><Relationship Id="rId22" Type="http://schemas.openxmlformats.org/officeDocument/2006/relationships/slideLayout" Target="../slideLayouts/slideLayout46.xml"/><Relationship Id="rId27" Type="http://schemas.openxmlformats.org/officeDocument/2006/relationships/image" Target="../media/image13.pn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13" Type="http://schemas.openxmlformats.org/officeDocument/2006/relationships/slideLayout" Target="../slideLayouts/slideLayout61.xml"/><Relationship Id="rId18" Type="http://schemas.openxmlformats.org/officeDocument/2006/relationships/slideLayout" Target="../slideLayouts/slideLayout66.xml"/><Relationship Id="rId26" Type="http://schemas.openxmlformats.org/officeDocument/2006/relationships/image" Target="../media/image12.png"/><Relationship Id="rId3" Type="http://schemas.openxmlformats.org/officeDocument/2006/relationships/slideLayout" Target="../slideLayouts/slideLayout51.xml"/><Relationship Id="rId21" Type="http://schemas.openxmlformats.org/officeDocument/2006/relationships/slideLayout" Target="../slideLayouts/slideLayout69.xml"/><Relationship Id="rId7" Type="http://schemas.openxmlformats.org/officeDocument/2006/relationships/slideLayout" Target="../slideLayouts/slideLayout55.xml"/><Relationship Id="rId12" Type="http://schemas.openxmlformats.org/officeDocument/2006/relationships/slideLayout" Target="../slideLayouts/slideLayout60.xml"/><Relationship Id="rId17" Type="http://schemas.openxmlformats.org/officeDocument/2006/relationships/slideLayout" Target="../slideLayouts/slideLayout65.xml"/><Relationship Id="rId25" Type="http://schemas.openxmlformats.org/officeDocument/2006/relationships/theme" Target="../theme/theme3.xml"/><Relationship Id="rId2" Type="http://schemas.openxmlformats.org/officeDocument/2006/relationships/slideLayout" Target="../slideLayouts/slideLayout50.xml"/><Relationship Id="rId16" Type="http://schemas.openxmlformats.org/officeDocument/2006/relationships/slideLayout" Target="../slideLayouts/slideLayout64.xml"/><Relationship Id="rId20" Type="http://schemas.openxmlformats.org/officeDocument/2006/relationships/slideLayout" Target="../slideLayouts/slideLayout68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24" Type="http://schemas.openxmlformats.org/officeDocument/2006/relationships/slideLayout" Target="../slideLayouts/slideLayout72.xml"/><Relationship Id="rId5" Type="http://schemas.openxmlformats.org/officeDocument/2006/relationships/slideLayout" Target="../slideLayouts/slideLayout53.xml"/><Relationship Id="rId15" Type="http://schemas.openxmlformats.org/officeDocument/2006/relationships/slideLayout" Target="../slideLayouts/slideLayout63.xml"/><Relationship Id="rId23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58.xml"/><Relationship Id="rId19" Type="http://schemas.openxmlformats.org/officeDocument/2006/relationships/slideLayout" Target="../slideLayouts/slideLayout67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Relationship Id="rId14" Type="http://schemas.openxmlformats.org/officeDocument/2006/relationships/slideLayout" Target="../slideLayouts/slideLayout62.xml"/><Relationship Id="rId22" Type="http://schemas.openxmlformats.org/officeDocument/2006/relationships/slideLayout" Target="../slideLayouts/slideLayout70.xml"/><Relationship Id="rId27" Type="http://schemas.openxmlformats.org/officeDocument/2006/relationships/image" Target="../media/image13.pn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13" Type="http://schemas.openxmlformats.org/officeDocument/2006/relationships/slideLayout" Target="../slideLayouts/slideLayout85.xml"/><Relationship Id="rId18" Type="http://schemas.openxmlformats.org/officeDocument/2006/relationships/slideLayout" Target="../slideLayouts/slideLayout90.xml"/><Relationship Id="rId26" Type="http://schemas.openxmlformats.org/officeDocument/2006/relationships/theme" Target="../theme/theme4.xml"/><Relationship Id="rId3" Type="http://schemas.openxmlformats.org/officeDocument/2006/relationships/slideLayout" Target="../slideLayouts/slideLayout75.xml"/><Relationship Id="rId21" Type="http://schemas.openxmlformats.org/officeDocument/2006/relationships/slideLayout" Target="../slideLayouts/slideLayout93.xml"/><Relationship Id="rId7" Type="http://schemas.openxmlformats.org/officeDocument/2006/relationships/slideLayout" Target="../slideLayouts/slideLayout79.xml"/><Relationship Id="rId12" Type="http://schemas.openxmlformats.org/officeDocument/2006/relationships/slideLayout" Target="../slideLayouts/slideLayout84.xml"/><Relationship Id="rId17" Type="http://schemas.openxmlformats.org/officeDocument/2006/relationships/slideLayout" Target="../slideLayouts/slideLayout89.xml"/><Relationship Id="rId25" Type="http://schemas.openxmlformats.org/officeDocument/2006/relationships/slideLayout" Target="../slideLayouts/slideLayout97.xml"/><Relationship Id="rId2" Type="http://schemas.openxmlformats.org/officeDocument/2006/relationships/slideLayout" Target="../slideLayouts/slideLayout74.xml"/><Relationship Id="rId16" Type="http://schemas.openxmlformats.org/officeDocument/2006/relationships/slideLayout" Target="../slideLayouts/slideLayout88.xml"/><Relationship Id="rId20" Type="http://schemas.openxmlformats.org/officeDocument/2006/relationships/slideLayout" Target="../slideLayouts/slideLayout92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24" Type="http://schemas.openxmlformats.org/officeDocument/2006/relationships/slideLayout" Target="../slideLayouts/slideLayout96.xml"/><Relationship Id="rId5" Type="http://schemas.openxmlformats.org/officeDocument/2006/relationships/slideLayout" Target="../slideLayouts/slideLayout77.xml"/><Relationship Id="rId15" Type="http://schemas.openxmlformats.org/officeDocument/2006/relationships/slideLayout" Target="../slideLayouts/slideLayout87.xml"/><Relationship Id="rId23" Type="http://schemas.openxmlformats.org/officeDocument/2006/relationships/slideLayout" Target="../slideLayouts/slideLayout95.xml"/><Relationship Id="rId10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91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Relationship Id="rId14" Type="http://schemas.openxmlformats.org/officeDocument/2006/relationships/slideLayout" Target="../slideLayouts/slideLayout86.xml"/><Relationship Id="rId22" Type="http://schemas.openxmlformats.org/officeDocument/2006/relationships/slideLayout" Target="../slideLayouts/slideLayout94.xml"/><Relationship Id="rId27" Type="http://schemas.openxmlformats.org/officeDocument/2006/relationships/image" Target="../media/image14.png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.xml"/><Relationship Id="rId13" Type="http://schemas.openxmlformats.org/officeDocument/2006/relationships/slideLayout" Target="../slideLayouts/slideLayout110.xml"/><Relationship Id="rId18" Type="http://schemas.openxmlformats.org/officeDocument/2006/relationships/slideLayout" Target="../slideLayouts/slideLayout115.xml"/><Relationship Id="rId26" Type="http://schemas.openxmlformats.org/officeDocument/2006/relationships/slideLayout" Target="../slideLayouts/slideLayout123.xml"/><Relationship Id="rId3" Type="http://schemas.openxmlformats.org/officeDocument/2006/relationships/slideLayout" Target="../slideLayouts/slideLayout100.xml"/><Relationship Id="rId21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104.xml"/><Relationship Id="rId12" Type="http://schemas.openxmlformats.org/officeDocument/2006/relationships/slideLayout" Target="../slideLayouts/slideLayout109.xml"/><Relationship Id="rId17" Type="http://schemas.openxmlformats.org/officeDocument/2006/relationships/slideLayout" Target="../slideLayouts/slideLayout114.xml"/><Relationship Id="rId25" Type="http://schemas.openxmlformats.org/officeDocument/2006/relationships/slideLayout" Target="../slideLayouts/slideLayout122.xml"/><Relationship Id="rId2" Type="http://schemas.openxmlformats.org/officeDocument/2006/relationships/slideLayout" Target="../slideLayouts/slideLayout99.xml"/><Relationship Id="rId16" Type="http://schemas.openxmlformats.org/officeDocument/2006/relationships/slideLayout" Target="../slideLayouts/slideLayout113.xml"/><Relationship Id="rId20" Type="http://schemas.openxmlformats.org/officeDocument/2006/relationships/slideLayout" Target="../slideLayouts/slideLayout117.xml"/><Relationship Id="rId1" Type="http://schemas.openxmlformats.org/officeDocument/2006/relationships/slideLayout" Target="../slideLayouts/slideLayout98.xml"/><Relationship Id="rId6" Type="http://schemas.openxmlformats.org/officeDocument/2006/relationships/slideLayout" Target="../slideLayouts/slideLayout103.xml"/><Relationship Id="rId11" Type="http://schemas.openxmlformats.org/officeDocument/2006/relationships/slideLayout" Target="../slideLayouts/slideLayout108.xml"/><Relationship Id="rId24" Type="http://schemas.openxmlformats.org/officeDocument/2006/relationships/slideLayout" Target="../slideLayouts/slideLayout121.xml"/><Relationship Id="rId5" Type="http://schemas.openxmlformats.org/officeDocument/2006/relationships/slideLayout" Target="../slideLayouts/slideLayout102.xml"/><Relationship Id="rId15" Type="http://schemas.openxmlformats.org/officeDocument/2006/relationships/slideLayout" Target="../slideLayouts/slideLayout112.xml"/><Relationship Id="rId23" Type="http://schemas.openxmlformats.org/officeDocument/2006/relationships/slideLayout" Target="../slideLayouts/slideLayout120.xml"/><Relationship Id="rId28" Type="http://schemas.openxmlformats.org/officeDocument/2006/relationships/theme" Target="../theme/theme5.xml"/><Relationship Id="rId10" Type="http://schemas.openxmlformats.org/officeDocument/2006/relationships/slideLayout" Target="../slideLayouts/slideLayout107.xml"/><Relationship Id="rId19" Type="http://schemas.openxmlformats.org/officeDocument/2006/relationships/slideLayout" Target="../slideLayouts/slideLayout116.xml"/><Relationship Id="rId4" Type="http://schemas.openxmlformats.org/officeDocument/2006/relationships/slideLayout" Target="../slideLayouts/slideLayout101.xml"/><Relationship Id="rId9" Type="http://schemas.openxmlformats.org/officeDocument/2006/relationships/slideLayout" Target="../slideLayouts/slideLayout106.xml"/><Relationship Id="rId14" Type="http://schemas.openxmlformats.org/officeDocument/2006/relationships/slideLayout" Target="../slideLayouts/slideLayout111.xml"/><Relationship Id="rId22" Type="http://schemas.openxmlformats.org/officeDocument/2006/relationships/slideLayout" Target="../slideLayouts/slideLayout119.xml"/><Relationship Id="rId27" Type="http://schemas.openxmlformats.org/officeDocument/2006/relationships/slideLayout" Target="../slideLayouts/slideLayout12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2.xml"/><Relationship Id="rId13" Type="http://schemas.openxmlformats.org/officeDocument/2006/relationships/slideLayout" Target="../slideLayouts/slideLayout137.xml"/><Relationship Id="rId18" Type="http://schemas.openxmlformats.org/officeDocument/2006/relationships/slideLayout" Target="../slideLayouts/slideLayout142.xml"/><Relationship Id="rId26" Type="http://schemas.openxmlformats.org/officeDocument/2006/relationships/slideLayout" Target="../slideLayouts/slideLayout150.xml"/><Relationship Id="rId3" Type="http://schemas.openxmlformats.org/officeDocument/2006/relationships/slideLayout" Target="../slideLayouts/slideLayout127.xml"/><Relationship Id="rId21" Type="http://schemas.openxmlformats.org/officeDocument/2006/relationships/slideLayout" Target="../slideLayouts/slideLayout145.xml"/><Relationship Id="rId7" Type="http://schemas.openxmlformats.org/officeDocument/2006/relationships/slideLayout" Target="../slideLayouts/slideLayout131.xml"/><Relationship Id="rId12" Type="http://schemas.openxmlformats.org/officeDocument/2006/relationships/slideLayout" Target="../slideLayouts/slideLayout136.xml"/><Relationship Id="rId17" Type="http://schemas.openxmlformats.org/officeDocument/2006/relationships/slideLayout" Target="../slideLayouts/slideLayout141.xml"/><Relationship Id="rId25" Type="http://schemas.openxmlformats.org/officeDocument/2006/relationships/slideLayout" Target="../slideLayouts/slideLayout149.xml"/><Relationship Id="rId2" Type="http://schemas.openxmlformats.org/officeDocument/2006/relationships/slideLayout" Target="../slideLayouts/slideLayout126.xml"/><Relationship Id="rId16" Type="http://schemas.openxmlformats.org/officeDocument/2006/relationships/slideLayout" Target="../slideLayouts/slideLayout140.xml"/><Relationship Id="rId20" Type="http://schemas.openxmlformats.org/officeDocument/2006/relationships/slideLayout" Target="../slideLayouts/slideLayout144.xml"/><Relationship Id="rId29" Type="http://schemas.openxmlformats.org/officeDocument/2006/relationships/oleObject" Target="../embeddings/oleObject2.bin"/><Relationship Id="rId1" Type="http://schemas.openxmlformats.org/officeDocument/2006/relationships/slideLayout" Target="../slideLayouts/slideLayout125.xml"/><Relationship Id="rId6" Type="http://schemas.openxmlformats.org/officeDocument/2006/relationships/slideLayout" Target="../slideLayouts/slideLayout130.xml"/><Relationship Id="rId11" Type="http://schemas.openxmlformats.org/officeDocument/2006/relationships/slideLayout" Target="../slideLayouts/slideLayout135.xml"/><Relationship Id="rId24" Type="http://schemas.openxmlformats.org/officeDocument/2006/relationships/slideLayout" Target="../slideLayouts/slideLayout148.xml"/><Relationship Id="rId5" Type="http://schemas.openxmlformats.org/officeDocument/2006/relationships/slideLayout" Target="../slideLayouts/slideLayout129.xml"/><Relationship Id="rId15" Type="http://schemas.openxmlformats.org/officeDocument/2006/relationships/slideLayout" Target="../slideLayouts/slideLayout139.xml"/><Relationship Id="rId23" Type="http://schemas.openxmlformats.org/officeDocument/2006/relationships/slideLayout" Target="../slideLayouts/slideLayout147.xml"/><Relationship Id="rId28" Type="http://schemas.openxmlformats.org/officeDocument/2006/relationships/tags" Target="../tags/tag2.xml"/><Relationship Id="rId10" Type="http://schemas.openxmlformats.org/officeDocument/2006/relationships/slideLayout" Target="../slideLayouts/slideLayout134.xml"/><Relationship Id="rId19" Type="http://schemas.openxmlformats.org/officeDocument/2006/relationships/slideLayout" Target="../slideLayouts/slideLayout143.xml"/><Relationship Id="rId31" Type="http://schemas.openxmlformats.org/officeDocument/2006/relationships/image" Target="../media/image64.png"/><Relationship Id="rId4" Type="http://schemas.openxmlformats.org/officeDocument/2006/relationships/slideLayout" Target="../slideLayouts/slideLayout128.xml"/><Relationship Id="rId9" Type="http://schemas.openxmlformats.org/officeDocument/2006/relationships/slideLayout" Target="../slideLayouts/slideLayout133.xml"/><Relationship Id="rId14" Type="http://schemas.openxmlformats.org/officeDocument/2006/relationships/slideLayout" Target="../slideLayouts/slideLayout138.xml"/><Relationship Id="rId22" Type="http://schemas.openxmlformats.org/officeDocument/2006/relationships/slideLayout" Target="../slideLayouts/slideLayout146.xml"/><Relationship Id="rId27" Type="http://schemas.openxmlformats.org/officeDocument/2006/relationships/theme" Target="../theme/theme6.xml"/><Relationship Id="rId30" Type="http://schemas.openxmlformats.org/officeDocument/2006/relationships/image" Target="../media/image63.emf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8.xml"/><Relationship Id="rId13" Type="http://schemas.openxmlformats.org/officeDocument/2006/relationships/slideLayout" Target="../slideLayouts/slideLayout163.xml"/><Relationship Id="rId18" Type="http://schemas.openxmlformats.org/officeDocument/2006/relationships/slideLayout" Target="../slideLayouts/slideLayout168.xml"/><Relationship Id="rId3" Type="http://schemas.openxmlformats.org/officeDocument/2006/relationships/slideLayout" Target="../slideLayouts/slideLayout153.xml"/><Relationship Id="rId21" Type="http://schemas.openxmlformats.org/officeDocument/2006/relationships/slideLayout" Target="../slideLayouts/slideLayout171.xml"/><Relationship Id="rId7" Type="http://schemas.openxmlformats.org/officeDocument/2006/relationships/slideLayout" Target="../slideLayouts/slideLayout157.xml"/><Relationship Id="rId12" Type="http://schemas.openxmlformats.org/officeDocument/2006/relationships/slideLayout" Target="../slideLayouts/slideLayout162.xml"/><Relationship Id="rId17" Type="http://schemas.openxmlformats.org/officeDocument/2006/relationships/slideLayout" Target="../slideLayouts/slideLayout167.xml"/><Relationship Id="rId25" Type="http://schemas.openxmlformats.org/officeDocument/2006/relationships/image" Target="../media/image72.png"/><Relationship Id="rId2" Type="http://schemas.openxmlformats.org/officeDocument/2006/relationships/slideLayout" Target="../slideLayouts/slideLayout152.xml"/><Relationship Id="rId16" Type="http://schemas.openxmlformats.org/officeDocument/2006/relationships/slideLayout" Target="../slideLayouts/slideLayout166.xml"/><Relationship Id="rId20" Type="http://schemas.openxmlformats.org/officeDocument/2006/relationships/slideLayout" Target="../slideLayouts/slideLayout170.xml"/><Relationship Id="rId1" Type="http://schemas.openxmlformats.org/officeDocument/2006/relationships/slideLayout" Target="../slideLayouts/slideLayout151.xml"/><Relationship Id="rId6" Type="http://schemas.openxmlformats.org/officeDocument/2006/relationships/slideLayout" Target="../slideLayouts/slideLayout156.xml"/><Relationship Id="rId11" Type="http://schemas.openxmlformats.org/officeDocument/2006/relationships/slideLayout" Target="../slideLayouts/slideLayout161.xml"/><Relationship Id="rId24" Type="http://schemas.openxmlformats.org/officeDocument/2006/relationships/image" Target="../media/image71.png"/><Relationship Id="rId5" Type="http://schemas.openxmlformats.org/officeDocument/2006/relationships/slideLayout" Target="../slideLayouts/slideLayout155.xml"/><Relationship Id="rId15" Type="http://schemas.openxmlformats.org/officeDocument/2006/relationships/slideLayout" Target="../slideLayouts/slideLayout165.xml"/><Relationship Id="rId23" Type="http://schemas.openxmlformats.org/officeDocument/2006/relationships/theme" Target="../theme/theme7.xml"/><Relationship Id="rId10" Type="http://schemas.openxmlformats.org/officeDocument/2006/relationships/slideLayout" Target="../slideLayouts/slideLayout160.xml"/><Relationship Id="rId1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154.xml"/><Relationship Id="rId9" Type="http://schemas.openxmlformats.org/officeDocument/2006/relationships/slideLayout" Target="../slideLayouts/slideLayout159.xml"/><Relationship Id="rId14" Type="http://schemas.openxmlformats.org/officeDocument/2006/relationships/slideLayout" Target="../slideLayouts/slideLayout164.xml"/><Relationship Id="rId22" Type="http://schemas.openxmlformats.org/officeDocument/2006/relationships/slideLayout" Target="../slideLayouts/slideLayout172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0.xml"/><Relationship Id="rId13" Type="http://schemas.openxmlformats.org/officeDocument/2006/relationships/slideLayout" Target="../slideLayouts/slideLayout185.xml"/><Relationship Id="rId18" Type="http://schemas.openxmlformats.org/officeDocument/2006/relationships/slideLayout" Target="../slideLayouts/slideLayout190.xml"/><Relationship Id="rId3" Type="http://schemas.openxmlformats.org/officeDocument/2006/relationships/slideLayout" Target="../slideLayouts/slideLayout175.xml"/><Relationship Id="rId21" Type="http://schemas.openxmlformats.org/officeDocument/2006/relationships/slideLayout" Target="../slideLayouts/slideLayout193.xml"/><Relationship Id="rId7" Type="http://schemas.openxmlformats.org/officeDocument/2006/relationships/slideLayout" Target="../slideLayouts/slideLayout179.xml"/><Relationship Id="rId12" Type="http://schemas.openxmlformats.org/officeDocument/2006/relationships/slideLayout" Target="../slideLayouts/slideLayout184.xml"/><Relationship Id="rId17" Type="http://schemas.openxmlformats.org/officeDocument/2006/relationships/slideLayout" Target="../slideLayouts/slideLayout189.xml"/><Relationship Id="rId25" Type="http://schemas.openxmlformats.org/officeDocument/2006/relationships/image" Target="../media/image14.png"/><Relationship Id="rId2" Type="http://schemas.openxmlformats.org/officeDocument/2006/relationships/slideLayout" Target="../slideLayouts/slideLayout174.xml"/><Relationship Id="rId16" Type="http://schemas.openxmlformats.org/officeDocument/2006/relationships/slideLayout" Target="../slideLayouts/slideLayout188.xml"/><Relationship Id="rId20" Type="http://schemas.openxmlformats.org/officeDocument/2006/relationships/slideLayout" Target="../slideLayouts/slideLayout192.xml"/><Relationship Id="rId1" Type="http://schemas.openxmlformats.org/officeDocument/2006/relationships/slideLayout" Target="../slideLayouts/slideLayout173.xml"/><Relationship Id="rId6" Type="http://schemas.openxmlformats.org/officeDocument/2006/relationships/slideLayout" Target="../slideLayouts/slideLayout178.xml"/><Relationship Id="rId11" Type="http://schemas.openxmlformats.org/officeDocument/2006/relationships/slideLayout" Target="../slideLayouts/slideLayout183.xml"/><Relationship Id="rId24" Type="http://schemas.openxmlformats.org/officeDocument/2006/relationships/theme" Target="../theme/theme8.xml"/><Relationship Id="rId5" Type="http://schemas.openxmlformats.org/officeDocument/2006/relationships/slideLayout" Target="../slideLayouts/slideLayout177.xml"/><Relationship Id="rId15" Type="http://schemas.openxmlformats.org/officeDocument/2006/relationships/slideLayout" Target="../slideLayouts/slideLayout187.xml"/><Relationship Id="rId23" Type="http://schemas.openxmlformats.org/officeDocument/2006/relationships/slideLayout" Target="../slideLayouts/slideLayout195.xml"/><Relationship Id="rId10" Type="http://schemas.openxmlformats.org/officeDocument/2006/relationships/slideLayout" Target="../slideLayouts/slideLayout182.xml"/><Relationship Id="rId19" Type="http://schemas.openxmlformats.org/officeDocument/2006/relationships/slideLayout" Target="../slideLayouts/slideLayout191.xml"/><Relationship Id="rId4" Type="http://schemas.openxmlformats.org/officeDocument/2006/relationships/slideLayout" Target="../slideLayouts/slideLayout176.xml"/><Relationship Id="rId9" Type="http://schemas.openxmlformats.org/officeDocument/2006/relationships/slideLayout" Target="../slideLayouts/slideLayout181.xml"/><Relationship Id="rId14" Type="http://schemas.openxmlformats.org/officeDocument/2006/relationships/slideLayout" Target="../slideLayouts/slideLayout186.xml"/><Relationship Id="rId22" Type="http://schemas.openxmlformats.org/officeDocument/2006/relationships/slideLayout" Target="../slideLayouts/slideLayout194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08.xml"/><Relationship Id="rId18" Type="http://schemas.openxmlformats.org/officeDocument/2006/relationships/slideLayout" Target="../slideLayouts/slideLayout213.xml"/><Relationship Id="rId26" Type="http://schemas.openxmlformats.org/officeDocument/2006/relationships/slideLayout" Target="../slideLayouts/slideLayout221.xml"/><Relationship Id="rId39" Type="http://schemas.openxmlformats.org/officeDocument/2006/relationships/slideLayout" Target="../slideLayouts/slideLayout234.xml"/><Relationship Id="rId21" Type="http://schemas.openxmlformats.org/officeDocument/2006/relationships/slideLayout" Target="../slideLayouts/slideLayout216.xml"/><Relationship Id="rId34" Type="http://schemas.openxmlformats.org/officeDocument/2006/relationships/slideLayout" Target="../slideLayouts/slideLayout229.xml"/><Relationship Id="rId42" Type="http://schemas.openxmlformats.org/officeDocument/2006/relationships/slideLayout" Target="../slideLayouts/slideLayout237.xml"/><Relationship Id="rId47" Type="http://schemas.openxmlformats.org/officeDocument/2006/relationships/slideLayout" Target="../slideLayouts/slideLayout242.xml"/><Relationship Id="rId50" Type="http://schemas.openxmlformats.org/officeDocument/2006/relationships/theme" Target="../theme/theme9.xml"/><Relationship Id="rId7" Type="http://schemas.openxmlformats.org/officeDocument/2006/relationships/slideLayout" Target="../slideLayouts/slideLayout202.xml"/><Relationship Id="rId2" Type="http://schemas.openxmlformats.org/officeDocument/2006/relationships/slideLayout" Target="../slideLayouts/slideLayout197.xml"/><Relationship Id="rId16" Type="http://schemas.openxmlformats.org/officeDocument/2006/relationships/slideLayout" Target="../slideLayouts/slideLayout211.xml"/><Relationship Id="rId29" Type="http://schemas.openxmlformats.org/officeDocument/2006/relationships/slideLayout" Target="../slideLayouts/slideLayout224.xml"/><Relationship Id="rId11" Type="http://schemas.openxmlformats.org/officeDocument/2006/relationships/slideLayout" Target="../slideLayouts/slideLayout206.xml"/><Relationship Id="rId24" Type="http://schemas.openxmlformats.org/officeDocument/2006/relationships/slideLayout" Target="../slideLayouts/slideLayout219.xml"/><Relationship Id="rId32" Type="http://schemas.openxmlformats.org/officeDocument/2006/relationships/slideLayout" Target="../slideLayouts/slideLayout227.xml"/><Relationship Id="rId37" Type="http://schemas.openxmlformats.org/officeDocument/2006/relationships/slideLayout" Target="../slideLayouts/slideLayout232.xml"/><Relationship Id="rId40" Type="http://schemas.openxmlformats.org/officeDocument/2006/relationships/slideLayout" Target="../slideLayouts/slideLayout235.xml"/><Relationship Id="rId45" Type="http://schemas.openxmlformats.org/officeDocument/2006/relationships/slideLayout" Target="../slideLayouts/slideLayout240.xml"/><Relationship Id="rId5" Type="http://schemas.openxmlformats.org/officeDocument/2006/relationships/slideLayout" Target="../slideLayouts/slideLayout200.xml"/><Relationship Id="rId15" Type="http://schemas.openxmlformats.org/officeDocument/2006/relationships/slideLayout" Target="../slideLayouts/slideLayout210.xml"/><Relationship Id="rId23" Type="http://schemas.openxmlformats.org/officeDocument/2006/relationships/slideLayout" Target="../slideLayouts/slideLayout218.xml"/><Relationship Id="rId28" Type="http://schemas.openxmlformats.org/officeDocument/2006/relationships/slideLayout" Target="../slideLayouts/slideLayout223.xml"/><Relationship Id="rId36" Type="http://schemas.openxmlformats.org/officeDocument/2006/relationships/slideLayout" Target="../slideLayouts/slideLayout231.xml"/><Relationship Id="rId49" Type="http://schemas.openxmlformats.org/officeDocument/2006/relationships/slideLayout" Target="../slideLayouts/slideLayout244.xml"/><Relationship Id="rId10" Type="http://schemas.openxmlformats.org/officeDocument/2006/relationships/slideLayout" Target="../slideLayouts/slideLayout205.xml"/><Relationship Id="rId19" Type="http://schemas.openxmlformats.org/officeDocument/2006/relationships/slideLayout" Target="../slideLayouts/slideLayout214.xml"/><Relationship Id="rId31" Type="http://schemas.openxmlformats.org/officeDocument/2006/relationships/slideLayout" Target="../slideLayouts/slideLayout226.xml"/><Relationship Id="rId44" Type="http://schemas.openxmlformats.org/officeDocument/2006/relationships/slideLayout" Target="../slideLayouts/slideLayout239.xml"/><Relationship Id="rId4" Type="http://schemas.openxmlformats.org/officeDocument/2006/relationships/slideLayout" Target="../slideLayouts/slideLayout199.xml"/><Relationship Id="rId9" Type="http://schemas.openxmlformats.org/officeDocument/2006/relationships/slideLayout" Target="../slideLayouts/slideLayout204.xml"/><Relationship Id="rId14" Type="http://schemas.openxmlformats.org/officeDocument/2006/relationships/slideLayout" Target="../slideLayouts/slideLayout209.xml"/><Relationship Id="rId22" Type="http://schemas.openxmlformats.org/officeDocument/2006/relationships/slideLayout" Target="../slideLayouts/slideLayout217.xml"/><Relationship Id="rId27" Type="http://schemas.openxmlformats.org/officeDocument/2006/relationships/slideLayout" Target="../slideLayouts/slideLayout222.xml"/><Relationship Id="rId30" Type="http://schemas.openxmlformats.org/officeDocument/2006/relationships/slideLayout" Target="../slideLayouts/slideLayout225.xml"/><Relationship Id="rId35" Type="http://schemas.openxmlformats.org/officeDocument/2006/relationships/slideLayout" Target="../slideLayouts/slideLayout230.xml"/><Relationship Id="rId43" Type="http://schemas.openxmlformats.org/officeDocument/2006/relationships/slideLayout" Target="../slideLayouts/slideLayout238.xml"/><Relationship Id="rId48" Type="http://schemas.openxmlformats.org/officeDocument/2006/relationships/slideLayout" Target="../slideLayouts/slideLayout243.xml"/><Relationship Id="rId8" Type="http://schemas.openxmlformats.org/officeDocument/2006/relationships/slideLayout" Target="../slideLayouts/slideLayout203.xml"/><Relationship Id="rId51" Type="http://schemas.openxmlformats.org/officeDocument/2006/relationships/image" Target="../media/image11.png"/><Relationship Id="rId3" Type="http://schemas.openxmlformats.org/officeDocument/2006/relationships/slideLayout" Target="../slideLayouts/slideLayout198.xml"/><Relationship Id="rId12" Type="http://schemas.openxmlformats.org/officeDocument/2006/relationships/slideLayout" Target="../slideLayouts/slideLayout207.xml"/><Relationship Id="rId17" Type="http://schemas.openxmlformats.org/officeDocument/2006/relationships/slideLayout" Target="../slideLayouts/slideLayout212.xml"/><Relationship Id="rId25" Type="http://schemas.openxmlformats.org/officeDocument/2006/relationships/slideLayout" Target="../slideLayouts/slideLayout220.xml"/><Relationship Id="rId33" Type="http://schemas.openxmlformats.org/officeDocument/2006/relationships/slideLayout" Target="../slideLayouts/slideLayout228.xml"/><Relationship Id="rId38" Type="http://schemas.openxmlformats.org/officeDocument/2006/relationships/slideLayout" Target="../slideLayouts/slideLayout233.xml"/><Relationship Id="rId46" Type="http://schemas.openxmlformats.org/officeDocument/2006/relationships/slideLayout" Target="../slideLayouts/slideLayout241.xml"/><Relationship Id="rId20" Type="http://schemas.openxmlformats.org/officeDocument/2006/relationships/slideLayout" Target="../slideLayouts/slideLayout215.xml"/><Relationship Id="rId41" Type="http://schemas.openxmlformats.org/officeDocument/2006/relationships/slideLayout" Target="../slideLayouts/slideLayout236.xml"/><Relationship Id="rId1" Type="http://schemas.openxmlformats.org/officeDocument/2006/relationships/slideLayout" Target="../slideLayouts/slideLayout196.xml"/><Relationship Id="rId6" Type="http://schemas.openxmlformats.org/officeDocument/2006/relationships/slideLayout" Target="../slideLayouts/slideLayout20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19" hidden="1"/>
          <p:cNvSpPr txBox="1"/>
          <p:nvPr userDrawn="1"/>
        </p:nvSpPr>
        <p:spPr>
          <a:xfrm>
            <a:off x="5140350" y="6697379"/>
            <a:ext cx="10579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67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67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TextBox 16" hidden="1"/>
          <p:cNvSpPr txBox="1"/>
          <p:nvPr userDrawn="1"/>
        </p:nvSpPr>
        <p:spPr>
          <a:xfrm>
            <a:off x="5276065" y="6697379"/>
            <a:ext cx="15388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r>
              <a:rPr lang="en-US" sz="667" kern="120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t>of Y</a:t>
            </a:r>
          </a:p>
        </p:txBody>
      </p:sp>
      <p:sp>
        <p:nvSpPr>
          <p:cNvPr id="4" name="MSIPCMContentMarking" descr="{&quot;HashCode&quot;:-1912962988,&quot;Placement&quot;:&quot;Footer&quot;}" hidden="1">
            <a:extLst>
              <a:ext uri="{FF2B5EF4-FFF2-40B4-BE49-F238E27FC236}">
                <a16:creationId xmlns:a16="http://schemas.microsoft.com/office/drawing/2014/main" id="{AAD52492-B32C-4F5C-93C4-B867BDF3FDDD}"/>
              </a:ext>
            </a:extLst>
          </p:cNvPr>
          <p:cNvSpPr txBox="1"/>
          <p:nvPr userDrawn="1"/>
        </p:nvSpPr>
        <p:spPr>
          <a:xfrm>
            <a:off x="0" y="6645501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b="0" i="0">
                <a:solidFill>
                  <a:srgbClr val="7F7F7F"/>
                </a:solidFill>
                <a:latin typeface="Arial" panose="020B0604020202020204" pitchFamily="34" charset="0"/>
              </a:rPr>
              <a:t>Internal Use - Confidential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B844C43-3081-425A-9207-A043E7D81483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0" y="6903916"/>
            <a:ext cx="2327275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737373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Dell Customer Communication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27214636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5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  <p:sldLayoutId id="2147483687" r:id="rId16"/>
    <p:sldLayoutId id="2147483689" r:id="rId17"/>
    <p:sldLayoutId id="2147483690" r:id="rId18"/>
    <p:sldLayoutId id="2147483691" r:id="rId19"/>
    <p:sldLayoutId id="2147483692" r:id="rId20"/>
    <p:sldLayoutId id="2147483693" r:id="rId21"/>
    <p:sldLayoutId id="2147483694" r:id="rId22"/>
    <p:sldLayoutId id="2147483695" r:id="rId23"/>
    <p:sldLayoutId id="2147484472" r:id="rId24"/>
  </p:sldLayoutIdLst>
  <p:hf sldNum="0" hd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26B43"/>
          </p15:clr>
        </p15:guide>
        <p15:guide id="2" orient="horz" pos="1620">
          <p15:clr>
            <a:srgbClr val="F26B43"/>
          </p15:clr>
        </p15:guide>
        <p15:guide id="3" pos="180">
          <p15:clr>
            <a:srgbClr val="F26B43"/>
          </p15:clr>
        </p15:guide>
        <p15:guide id="4" pos="5580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19" hidden="1"/>
          <p:cNvSpPr txBox="1"/>
          <p:nvPr userDrawn="1"/>
        </p:nvSpPr>
        <p:spPr>
          <a:xfrm>
            <a:off x="5140350" y="6697379"/>
            <a:ext cx="10579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67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67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TextBox 16" hidden="1"/>
          <p:cNvSpPr txBox="1"/>
          <p:nvPr userDrawn="1"/>
        </p:nvSpPr>
        <p:spPr>
          <a:xfrm>
            <a:off x="5276064" y="6697379"/>
            <a:ext cx="15388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r>
              <a:rPr lang="en-US" sz="667" kern="120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t>of 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8936AB9-6014-BA40-6DCA-90306EBE39B2}"/>
              </a:ext>
            </a:extLst>
          </p:cNvPr>
          <p:cNvGrpSpPr/>
          <p:nvPr userDrawn="1"/>
        </p:nvGrpSpPr>
        <p:grpSpPr>
          <a:xfrm>
            <a:off x="10405621" y="6451744"/>
            <a:ext cx="1436115" cy="187024"/>
            <a:chOff x="7804214" y="4838808"/>
            <a:chExt cx="1077086" cy="140268"/>
          </a:xfrm>
        </p:grpSpPr>
        <p:pic>
          <p:nvPicPr>
            <p:cNvPr id="5" name="Picture 4"/>
            <p:cNvPicPr>
              <a:picLocks noChangeAspect="1"/>
            </p:cNvPicPr>
            <p:nvPr userDrawn="1"/>
          </p:nvPicPr>
          <p:blipFill rotWithShape="1">
            <a:blip r:embed="rId2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134349" y="4838808"/>
              <a:ext cx="746951" cy="140268"/>
            </a:xfrm>
            <a:prstGeom prst="rect">
              <a:avLst/>
            </a:prstGeom>
          </p:spPr>
        </p:pic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4A531416-8E22-E31A-4203-F4F44E3953A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7" cstate="email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804214" y="4838808"/>
              <a:ext cx="345376" cy="140268"/>
            </a:xfrm>
            <a:prstGeom prst="rect">
              <a:avLst/>
            </a:prstGeom>
          </p:spPr>
        </p:pic>
      </p:grpSp>
      <p:sp>
        <p:nvSpPr>
          <p:cNvPr id="2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9B82DB82-F5EB-5AF6-769B-F5617D07330F}"/>
              </a:ext>
            </a:extLst>
          </p:cNvPr>
          <p:cNvSpPr txBox="1"/>
          <p:nvPr userDrawn="1"/>
        </p:nvSpPr>
        <p:spPr>
          <a:xfrm>
            <a:off x="0" y="6698604"/>
            <a:ext cx="1185008" cy="107722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700">
                <a:solidFill>
                  <a:srgbClr val="737373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7967CF0-4ACA-830A-4B26-51A000D4C50C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1" y="1"/>
            <a:ext cx="2327275" cy="153888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737373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Dell Customer Communication - Confidential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B96E39B-F15C-A1FF-FE54-257FE091DEE4}"/>
              </a:ext>
            </a:extLst>
          </p:cNvPr>
          <p:cNvSpPr/>
          <p:nvPr userDrawn="1"/>
        </p:nvSpPr>
        <p:spPr>
          <a:xfrm>
            <a:off x="6351" y="6351"/>
            <a:ext cx="2501900" cy="190500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80471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29" r:id="rId1"/>
    <p:sldLayoutId id="2147483713" r:id="rId2"/>
    <p:sldLayoutId id="2147483714" r:id="rId3"/>
    <p:sldLayoutId id="2147483715" r:id="rId4"/>
    <p:sldLayoutId id="2147483716" r:id="rId5"/>
    <p:sldLayoutId id="2147483717" r:id="rId6"/>
    <p:sldLayoutId id="2147483718" r:id="rId7"/>
    <p:sldLayoutId id="2147483719" r:id="rId8"/>
    <p:sldLayoutId id="2147483720" r:id="rId9"/>
    <p:sldLayoutId id="2147483721" r:id="rId10"/>
    <p:sldLayoutId id="2147483722" r:id="rId11"/>
    <p:sldLayoutId id="2147483723" r:id="rId12"/>
    <p:sldLayoutId id="2147483724" r:id="rId13"/>
    <p:sldLayoutId id="2147483725" r:id="rId14"/>
    <p:sldLayoutId id="2147483726" r:id="rId15"/>
    <p:sldLayoutId id="2147483727" r:id="rId16"/>
    <p:sldLayoutId id="2147483728" r:id="rId17"/>
    <p:sldLayoutId id="2147483729" r:id="rId18"/>
    <p:sldLayoutId id="2147483730" r:id="rId19"/>
    <p:sldLayoutId id="2147483731" r:id="rId20"/>
    <p:sldLayoutId id="2147483732" r:id="rId21"/>
    <p:sldLayoutId id="2147483733" r:id="rId22"/>
    <p:sldLayoutId id="2147483734" r:id="rId23"/>
    <p:sldLayoutId id="2147483735" r:id="rId24"/>
  </p:sldLayoutIdLst>
  <p:hf sldNum="0" hdr="0" dt="0"/>
  <p:txStyles>
    <p:titleStyle>
      <a:lvl1pPr algn="l" defTabSz="914332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84" indent="-228584" algn="l" defTabSz="914332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50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14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80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47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12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78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44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10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7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8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30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94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60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27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26B43"/>
          </p15:clr>
        </p15:guide>
        <p15:guide id="2" orient="horz" pos="1620">
          <p15:clr>
            <a:srgbClr val="F26B43"/>
          </p15:clr>
        </p15:guide>
        <p15:guide id="3" pos="180">
          <p15:clr>
            <a:srgbClr val="F26B43"/>
          </p15:clr>
        </p15:guide>
        <p15:guide id="4" pos="5580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19" hidden="1"/>
          <p:cNvSpPr txBox="1"/>
          <p:nvPr userDrawn="1"/>
        </p:nvSpPr>
        <p:spPr>
          <a:xfrm>
            <a:off x="5140350" y="6697379"/>
            <a:ext cx="10579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67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67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TextBox 16" hidden="1"/>
          <p:cNvSpPr txBox="1"/>
          <p:nvPr userDrawn="1"/>
        </p:nvSpPr>
        <p:spPr>
          <a:xfrm>
            <a:off x="5276064" y="6697379"/>
            <a:ext cx="15388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r>
              <a:rPr lang="en-US" sz="667" kern="120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t>of 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8936AB9-6014-BA40-6DCA-90306EBE39B2}"/>
              </a:ext>
            </a:extLst>
          </p:cNvPr>
          <p:cNvGrpSpPr/>
          <p:nvPr userDrawn="1"/>
        </p:nvGrpSpPr>
        <p:grpSpPr>
          <a:xfrm>
            <a:off x="10405620" y="6451744"/>
            <a:ext cx="1436115" cy="187024"/>
            <a:chOff x="7804214" y="4838808"/>
            <a:chExt cx="1077086" cy="140268"/>
          </a:xfrm>
        </p:grpSpPr>
        <p:pic>
          <p:nvPicPr>
            <p:cNvPr id="5" name="Picture 4"/>
            <p:cNvPicPr>
              <a:picLocks noChangeAspect="1"/>
            </p:cNvPicPr>
            <p:nvPr userDrawn="1"/>
          </p:nvPicPr>
          <p:blipFill rotWithShape="1">
            <a:blip r:embed="rId2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134349" y="4838808"/>
              <a:ext cx="746951" cy="140268"/>
            </a:xfrm>
            <a:prstGeom prst="rect">
              <a:avLst/>
            </a:prstGeom>
          </p:spPr>
        </p:pic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4A531416-8E22-E31A-4203-F4F44E3953A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7" cstate="email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804214" y="4838808"/>
              <a:ext cx="345376" cy="140268"/>
            </a:xfrm>
            <a:prstGeom prst="rect">
              <a:avLst/>
            </a:prstGeom>
          </p:spPr>
        </p:pic>
      </p:grpSp>
      <p:sp>
        <p:nvSpPr>
          <p:cNvPr id="2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9B82DB82-F5EB-5AF6-769B-F5617D07330F}"/>
              </a:ext>
            </a:extLst>
          </p:cNvPr>
          <p:cNvSpPr txBox="1"/>
          <p:nvPr userDrawn="1"/>
        </p:nvSpPr>
        <p:spPr>
          <a:xfrm>
            <a:off x="0" y="6698604"/>
            <a:ext cx="1185008" cy="107722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700">
                <a:solidFill>
                  <a:srgbClr val="737373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15309475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1" r:id="rId1"/>
    <p:sldLayoutId id="2147483822" r:id="rId2"/>
    <p:sldLayoutId id="2147483823" r:id="rId3"/>
    <p:sldLayoutId id="2147483824" r:id="rId4"/>
    <p:sldLayoutId id="2147483825" r:id="rId5"/>
    <p:sldLayoutId id="2147483826" r:id="rId6"/>
    <p:sldLayoutId id="2147483827" r:id="rId7"/>
    <p:sldLayoutId id="2147483828" r:id="rId8"/>
    <p:sldLayoutId id="2147483829" r:id="rId9"/>
    <p:sldLayoutId id="2147483830" r:id="rId10"/>
    <p:sldLayoutId id="2147483831" r:id="rId11"/>
    <p:sldLayoutId id="2147483832" r:id="rId12"/>
    <p:sldLayoutId id="2147483833" r:id="rId13"/>
    <p:sldLayoutId id="2147483834" r:id="rId14"/>
    <p:sldLayoutId id="2147483835" r:id="rId15"/>
    <p:sldLayoutId id="2147483836" r:id="rId16"/>
    <p:sldLayoutId id="2147483837" r:id="rId17"/>
    <p:sldLayoutId id="2147483838" r:id="rId18"/>
    <p:sldLayoutId id="2147483839" r:id="rId19"/>
    <p:sldLayoutId id="2147483840" r:id="rId20"/>
    <p:sldLayoutId id="2147483841" r:id="rId21"/>
    <p:sldLayoutId id="2147483842" r:id="rId22"/>
    <p:sldLayoutId id="2147483843" r:id="rId23"/>
    <p:sldLayoutId id="2147483844" r:id="rId24"/>
  </p:sldLayoutIdLst>
  <p:hf sldNum="0" hd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89" indent="-228589" algn="l" defTabSz="91435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6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4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20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98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26B43"/>
          </p15:clr>
        </p15:guide>
        <p15:guide id="2" orient="horz" pos="1620">
          <p15:clr>
            <a:srgbClr val="F26B43"/>
          </p15:clr>
        </p15:guide>
        <p15:guide id="3" pos="180">
          <p15:clr>
            <a:srgbClr val="F26B43"/>
          </p15:clr>
        </p15:guide>
        <p15:guide id="4" pos="5580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sp>
        <p:nvSpPr>
          <p:cNvPr id="7" name="fl" descr="                              Dell - Internal Use - Confidential&#10;"/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/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9052341-8A64-B01A-B4B1-E049EAA2262D}"/>
              </a:ext>
            </a:extLst>
          </p:cNvPr>
          <p:cNvSpPr txBox="1"/>
          <p:nvPr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63500" y="6687820"/>
            <a:ext cx="969963" cy="1066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700">
                <a:solidFill>
                  <a:srgbClr val="737373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1679232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0" r:id="rId1"/>
    <p:sldLayoutId id="2147483871" r:id="rId2"/>
    <p:sldLayoutId id="2147483872" r:id="rId3"/>
    <p:sldLayoutId id="2147483873" r:id="rId4"/>
    <p:sldLayoutId id="2147483874" r:id="rId5"/>
    <p:sldLayoutId id="2147483875" r:id="rId6"/>
    <p:sldLayoutId id="2147483876" r:id="rId7"/>
    <p:sldLayoutId id="2147483877" r:id="rId8"/>
    <p:sldLayoutId id="2147483878" r:id="rId9"/>
    <p:sldLayoutId id="2147483879" r:id="rId10"/>
    <p:sldLayoutId id="2147483880" r:id="rId11"/>
    <p:sldLayoutId id="2147483881" r:id="rId12"/>
    <p:sldLayoutId id="2147483882" r:id="rId13"/>
    <p:sldLayoutId id="2147483883" r:id="rId14"/>
    <p:sldLayoutId id="2147483884" r:id="rId15"/>
    <p:sldLayoutId id="2147483885" r:id="rId16"/>
    <p:sldLayoutId id="2147483886" r:id="rId17"/>
    <p:sldLayoutId id="2147483887" r:id="rId18"/>
    <p:sldLayoutId id="2147483888" r:id="rId19"/>
    <p:sldLayoutId id="2147483889" r:id="rId20"/>
    <p:sldLayoutId id="2147483890" r:id="rId21"/>
    <p:sldLayoutId id="2147483891" r:id="rId22"/>
    <p:sldLayoutId id="2147483892" r:id="rId23"/>
    <p:sldLayoutId id="2147483893" r:id="rId24"/>
    <p:sldLayoutId id="2147483894" r:id="rId25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240">
          <p15:clr>
            <a:srgbClr val="F26B43"/>
          </p15:clr>
        </p15:guide>
        <p15:guide id="4" pos="7440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19" hidden="1"/>
          <p:cNvSpPr txBox="1"/>
          <p:nvPr userDrawn="1"/>
        </p:nvSpPr>
        <p:spPr>
          <a:xfrm>
            <a:off x="5140350" y="6697379"/>
            <a:ext cx="10579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67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67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TextBox 16" hidden="1"/>
          <p:cNvSpPr txBox="1"/>
          <p:nvPr userDrawn="1"/>
        </p:nvSpPr>
        <p:spPr>
          <a:xfrm>
            <a:off x="5276064" y="6697379"/>
            <a:ext cx="15388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r>
              <a:rPr lang="en-US" sz="667" kern="120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t>of Y</a:t>
            </a:r>
          </a:p>
        </p:txBody>
      </p:sp>
      <p:sp>
        <p:nvSpPr>
          <p:cNvPr id="2" name="MSIPCMContentMarking" descr="{&quot;HashCode&quot;:-1876667767,&quot;Placement&quot;:&quot;Footer&quot;,&quot;Top&quot;:523.380066,&quot;Left&quot;:0.0,&quot;SlideWidth&quot;:960,&quot;SlideHeight&quot;:540}">
            <a:extLst>
              <a:ext uri="{FF2B5EF4-FFF2-40B4-BE49-F238E27FC236}">
                <a16:creationId xmlns:a16="http://schemas.microsoft.com/office/drawing/2014/main" id="{9B82DB82-F5EB-5AF6-769B-F5617D07330F}"/>
              </a:ext>
            </a:extLst>
          </p:cNvPr>
          <p:cNvSpPr txBox="1"/>
          <p:nvPr userDrawn="1"/>
        </p:nvSpPr>
        <p:spPr>
          <a:xfrm>
            <a:off x="0" y="6698604"/>
            <a:ext cx="1185008" cy="107722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700">
                <a:solidFill>
                  <a:srgbClr val="737373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7967CF0-4ACA-830A-4B26-51A000D4C50C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1" y="1"/>
            <a:ext cx="2327275" cy="153888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737373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Dell Customer Communication - Confidential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B96E39B-F15C-A1FF-FE54-257FE091DEE4}"/>
              </a:ext>
            </a:extLst>
          </p:cNvPr>
          <p:cNvSpPr/>
          <p:nvPr userDrawn="1"/>
        </p:nvSpPr>
        <p:spPr>
          <a:xfrm>
            <a:off x="6351" y="6351"/>
            <a:ext cx="2501900" cy="190500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47275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88" r:id="rId1"/>
    <p:sldLayoutId id="2147484089" r:id="rId2"/>
    <p:sldLayoutId id="2147484090" r:id="rId3"/>
    <p:sldLayoutId id="2147484091" r:id="rId4"/>
    <p:sldLayoutId id="2147484092" r:id="rId5"/>
    <p:sldLayoutId id="2147484093" r:id="rId6"/>
    <p:sldLayoutId id="2147484094" r:id="rId7"/>
    <p:sldLayoutId id="2147484095" r:id="rId8"/>
    <p:sldLayoutId id="2147484096" r:id="rId9"/>
    <p:sldLayoutId id="2147484097" r:id="rId10"/>
    <p:sldLayoutId id="2147484098" r:id="rId11"/>
    <p:sldLayoutId id="2147484099" r:id="rId12"/>
    <p:sldLayoutId id="2147484100" r:id="rId13"/>
    <p:sldLayoutId id="2147484101" r:id="rId14"/>
    <p:sldLayoutId id="2147484102" r:id="rId15"/>
    <p:sldLayoutId id="2147484103" r:id="rId16"/>
    <p:sldLayoutId id="2147484104" r:id="rId17"/>
    <p:sldLayoutId id="2147484105" r:id="rId18"/>
    <p:sldLayoutId id="2147484106" r:id="rId19"/>
    <p:sldLayoutId id="2147484107" r:id="rId20"/>
    <p:sldLayoutId id="2147484108" r:id="rId21"/>
    <p:sldLayoutId id="2147484109" r:id="rId22"/>
    <p:sldLayoutId id="2147484110" r:id="rId23"/>
    <p:sldLayoutId id="2147484111" r:id="rId24"/>
    <p:sldLayoutId id="2147484112" r:id="rId25"/>
    <p:sldLayoutId id="2147484113" r:id="rId26"/>
    <p:sldLayoutId id="2147484114" r:id="rId27"/>
  </p:sldLayoutIdLst>
  <p:hf sldNum="0" hdr="0" dt="0"/>
  <p:txStyles>
    <p:titleStyle>
      <a:lvl1pPr algn="l" defTabSz="914332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84" indent="-228584" algn="l" defTabSz="914332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50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14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80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47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12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78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44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10" indent="-228584" algn="l" defTabSz="914332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7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8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30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94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60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27" algn="l" defTabSz="91433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26B43"/>
          </p15:clr>
        </p15:guide>
        <p15:guide id="2" orient="horz" pos="1620">
          <p15:clr>
            <a:srgbClr val="F26B43"/>
          </p15:clr>
        </p15:guide>
        <p15:guide id="3" pos="180">
          <p15:clr>
            <a:srgbClr val="F26B43"/>
          </p15:clr>
        </p15:guide>
        <p15:guide id="4" pos="5580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0D8A628A-7755-86AF-E629-847CB219C2B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8"/>
            </p:custDataLst>
            <p:extLst>
              <p:ext uri="{D42A27DB-BD31-4B8C-83A1-F6EECF244321}">
                <p14:modId xmlns:p14="http://schemas.microsoft.com/office/powerpoint/2010/main" val="19623576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9" imgW="306" imgH="306" progId="TCLayout.ActiveDocument.1">
                  <p:embed/>
                </p:oleObj>
              </mc:Choice>
              <mc:Fallback>
                <p:oleObj name="think-cell Slide" r:id="rId29" imgW="306" imgH="306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D8A628A-7755-86AF-E629-847CB219C2B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Picture 4"/>
          <p:cNvPicPr>
            <a:picLocks noChangeAspect="1"/>
          </p:cNvPicPr>
          <p:nvPr userDrawn="1"/>
        </p:nvPicPr>
        <p:blipFill>
          <a:blip r:embed="rId3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  <p:sp>
        <p:nvSpPr>
          <p:cNvPr id="7" name="fl" descr="                              Dell - Internal Use - Confidential&#10;"/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>
                <a:solidFill>
                  <a:srgbClr val="808080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  <p:sp>
        <p:nvSpPr>
          <p:cNvPr id="6" name="TextBox 19"/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FF37E04-8157-08EE-9AD8-49BDB6EA94B2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63500" y="6687820"/>
            <a:ext cx="969963" cy="10668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700">
                <a:solidFill>
                  <a:srgbClr val="737373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7250502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01" r:id="rId1"/>
    <p:sldLayoutId id="2147484202" r:id="rId2"/>
    <p:sldLayoutId id="2147484203" r:id="rId3"/>
    <p:sldLayoutId id="2147484204" r:id="rId4"/>
    <p:sldLayoutId id="2147484205" r:id="rId5"/>
    <p:sldLayoutId id="2147484206" r:id="rId6"/>
    <p:sldLayoutId id="2147484207" r:id="rId7"/>
    <p:sldLayoutId id="2147484208" r:id="rId8"/>
    <p:sldLayoutId id="2147484209" r:id="rId9"/>
    <p:sldLayoutId id="2147484210" r:id="rId10"/>
    <p:sldLayoutId id="2147484211" r:id="rId11"/>
    <p:sldLayoutId id="2147484212" r:id="rId12"/>
    <p:sldLayoutId id="2147484213" r:id="rId13"/>
    <p:sldLayoutId id="2147484214" r:id="rId14"/>
    <p:sldLayoutId id="2147484215" r:id="rId15"/>
    <p:sldLayoutId id="2147484216" r:id="rId16"/>
    <p:sldLayoutId id="2147484217" r:id="rId17"/>
    <p:sldLayoutId id="2147484218" r:id="rId18"/>
    <p:sldLayoutId id="2147484219" r:id="rId19"/>
    <p:sldLayoutId id="2147484220" r:id="rId20"/>
    <p:sldLayoutId id="2147484221" r:id="rId21"/>
    <p:sldLayoutId id="2147484222" r:id="rId22"/>
    <p:sldLayoutId id="2147484224" r:id="rId23"/>
    <p:sldLayoutId id="2147484225" r:id="rId24"/>
    <p:sldLayoutId id="2147484226" r:id="rId25"/>
    <p:sldLayoutId id="2147484227" r:id="rId26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240">
          <p15:clr>
            <a:srgbClr val="F26B43"/>
          </p15:clr>
        </p15:guide>
        <p15:guide id="4" pos="7440">
          <p15:clr>
            <a:srgbClr val="F26B43"/>
          </p15:clr>
        </p15:guide>
      </p15:sldGuideLst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19" hidden="1"/>
          <p:cNvSpPr txBox="1"/>
          <p:nvPr userDrawn="1"/>
        </p:nvSpPr>
        <p:spPr>
          <a:xfrm>
            <a:off x="5140350" y="6697379"/>
            <a:ext cx="10579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67" b="0" kern="1200" smtClean="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67" b="0" kern="1200" err="1">
              <a:solidFill>
                <a:srgbClr val="808080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TextBox 16" hidden="1"/>
          <p:cNvSpPr txBox="1"/>
          <p:nvPr userDrawn="1"/>
        </p:nvSpPr>
        <p:spPr>
          <a:xfrm>
            <a:off x="5276065" y="6697379"/>
            <a:ext cx="153888" cy="92398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r>
              <a:rPr lang="en-US" sz="667" kern="1200">
                <a:solidFill>
                  <a:srgbClr val="808080"/>
                </a:solidFill>
                <a:latin typeface="Arial" panose="020B0604020202020204" pitchFamily="34" charset="0"/>
                <a:ea typeface="+mn-ea"/>
                <a:cs typeface="+mn-cs"/>
              </a:rPr>
              <a:t>of Y</a:t>
            </a:r>
          </a:p>
        </p:txBody>
      </p:sp>
      <p:sp>
        <p:nvSpPr>
          <p:cNvPr id="4" name="MSIPCMContentMarking" descr="{&quot;HashCode&quot;:-1912962988,&quot;Placement&quot;:&quot;Footer&quot;}" hidden="1">
            <a:extLst>
              <a:ext uri="{FF2B5EF4-FFF2-40B4-BE49-F238E27FC236}">
                <a16:creationId xmlns:a16="http://schemas.microsoft.com/office/drawing/2014/main" id="{AAD52492-B32C-4F5C-93C4-B867BDF3FDDD}"/>
              </a:ext>
            </a:extLst>
          </p:cNvPr>
          <p:cNvSpPr txBox="1"/>
          <p:nvPr userDrawn="1"/>
        </p:nvSpPr>
        <p:spPr>
          <a:xfrm>
            <a:off x="0" y="6645501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b="0" i="0">
                <a:solidFill>
                  <a:srgbClr val="7F7F7F"/>
                </a:solidFill>
                <a:latin typeface="Arial" panose="020B0604020202020204" pitchFamily="34" charset="0"/>
              </a:rPr>
              <a:t>Internal Use - Confidential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B844C43-3081-425A-9207-A043E7D81483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hdr"/>
              </p:ext>
            </p:extLst>
          </p:nvPr>
        </p:nvSpPr>
        <p:spPr>
          <a:xfrm>
            <a:off x="0" y="6903916"/>
            <a:ext cx="2327275" cy="152400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737373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Dell Customer Communication - Confidential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74CAF40-5511-7648-5E89-DEDEFD2A0A66}"/>
              </a:ext>
            </a:extLst>
          </p:cNvPr>
          <p:cNvGrpSpPr/>
          <p:nvPr userDrawn="1"/>
        </p:nvGrpSpPr>
        <p:grpSpPr>
          <a:xfrm>
            <a:off x="10821735" y="6538068"/>
            <a:ext cx="1077086" cy="140268"/>
            <a:chOff x="7804214" y="4838808"/>
            <a:chExt cx="1077086" cy="140268"/>
          </a:xfrm>
        </p:grpSpPr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A69D8479-C01F-684D-1C11-B81653CC0F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134349" y="4838808"/>
              <a:ext cx="746951" cy="140268"/>
            </a:xfrm>
            <a:prstGeom prst="rect">
              <a:avLst/>
            </a:prstGeom>
          </p:spPr>
        </p:pic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6B97B152-2143-6836-6F9F-6E96FCA10F2D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5" cstate="email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804214" y="4838808"/>
              <a:ext cx="345376" cy="14026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131797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31" r:id="rId1"/>
    <p:sldLayoutId id="2147484232" r:id="rId2"/>
    <p:sldLayoutId id="2147484233" r:id="rId3"/>
    <p:sldLayoutId id="2147484234" r:id="rId4"/>
    <p:sldLayoutId id="2147484235" r:id="rId5"/>
    <p:sldLayoutId id="2147484236" r:id="rId6"/>
    <p:sldLayoutId id="2147484237" r:id="rId7"/>
    <p:sldLayoutId id="2147484238" r:id="rId8"/>
    <p:sldLayoutId id="2147484239" r:id="rId9"/>
    <p:sldLayoutId id="2147484240" r:id="rId10"/>
    <p:sldLayoutId id="2147484241" r:id="rId11"/>
    <p:sldLayoutId id="2147484242" r:id="rId12"/>
    <p:sldLayoutId id="2147484243" r:id="rId13"/>
    <p:sldLayoutId id="2147484244" r:id="rId14"/>
    <p:sldLayoutId id="2147484245" r:id="rId15"/>
    <p:sldLayoutId id="2147484246" r:id="rId16"/>
    <p:sldLayoutId id="2147484247" r:id="rId17"/>
    <p:sldLayoutId id="2147484248" r:id="rId18"/>
    <p:sldLayoutId id="2147484249" r:id="rId19"/>
    <p:sldLayoutId id="2147484250" r:id="rId20"/>
    <p:sldLayoutId id="2147484251" r:id="rId21"/>
    <p:sldLayoutId id="2147484252" r:id="rId22"/>
  </p:sldLayoutIdLst>
  <p:hf sldNum="0" hd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26B43"/>
          </p15:clr>
        </p15:guide>
        <p15:guide id="2" orient="horz" pos="1620">
          <p15:clr>
            <a:srgbClr val="F26B43"/>
          </p15:clr>
        </p15:guide>
        <p15:guide id="3" pos="180">
          <p15:clr>
            <a:srgbClr val="F26B43"/>
          </p15:clr>
        </p15:guide>
        <p15:guide id="4" pos="5580">
          <p15:clr>
            <a:srgbClr val="F26B43"/>
          </p15:clr>
        </p15:guide>
      </p15:sldGuideLst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79" y="6451744"/>
            <a:ext cx="1438656" cy="187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2451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55" r:id="rId1"/>
    <p:sldLayoutId id="2147484256" r:id="rId2"/>
    <p:sldLayoutId id="2147484257" r:id="rId3"/>
    <p:sldLayoutId id="2147484258" r:id="rId4"/>
    <p:sldLayoutId id="2147484259" r:id="rId5"/>
    <p:sldLayoutId id="2147484260" r:id="rId6"/>
    <p:sldLayoutId id="2147484261" r:id="rId7"/>
    <p:sldLayoutId id="2147484262" r:id="rId8"/>
    <p:sldLayoutId id="2147484263" r:id="rId9"/>
    <p:sldLayoutId id="2147484264" r:id="rId10"/>
    <p:sldLayoutId id="2147484265" r:id="rId11"/>
    <p:sldLayoutId id="2147484266" r:id="rId12"/>
    <p:sldLayoutId id="2147484267" r:id="rId13"/>
    <p:sldLayoutId id="2147484268" r:id="rId14"/>
    <p:sldLayoutId id="2147484269" r:id="rId15"/>
    <p:sldLayoutId id="2147484270" r:id="rId16"/>
    <p:sldLayoutId id="2147484271" r:id="rId17"/>
    <p:sldLayoutId id="2147484272" r:id="rId18"/>
    <p:sldLayoutId id="2147484273" r:id="rId19"/>
    <p:sldLayoutId id="2147484274" r:id="rId20"/>
    <p:sldLayoutId id="2147484275" r:id="rId21"/>
    <p:sldLayoutId id="2147484276" r:id="rId22"/>
    <p:sldLayoutId id="2147484277" r:id="rId23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240">
          <p15:clr>
            <a:srgbClr val="F26B43"/>
          </p15:clr>
        </p15:guide>
        <p15:guide id="4" pos="7440">
          <p15:clr>
            <a:srgbClr val="F26B43"/>
          </p15:clr>
        </p15:guide>
      </p15:sldGuideLst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19C2C1E-4C71-4ABB-C8B5-A9F1B3FC23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09" y="408216"/>
            <a:ext cx="11401171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B8E3344-CF61-FD8E-67FE-91BE8E2594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0009" y="1825625"/>
            <a:ext cx="11401171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5" name="TextBox 19">
            <a:extLst>
              <a:ext uri="{FF2B5EF4-FFF2-40B4-BE49-F238E27FC236}">
                <a16:creationId xmlns:a16="http://schemas.microsoft.com/office/drawing/2014/main" id="{8209CB34-ECE6-A4A5-04EF-550AAD363326}"/>
              </a:ext>
            </a:extLst>
          </p:cNvPr>
          <p:cNvSpPr txBox="1"/>
          <p:nvPr userDrawn="1"/>
        </p:nvSpPr>
        <p:spPr>
          <a:xfrm>
            <a:off x="5120251" y="6702028"/>
            <a:ext cx="94577" cy="83100"/>
          </a:xfrm>
          <a:prstGeom prst="rect">
            <a:avLst/>
          </a:prstGeom>
        </p:spPr>
        <p:txBody>
          <a:bodyPr vert="horz" wrap="none" lIns="0" tIns="0" rIns="0" bIns="0" rtlCol="0" anchor="ctr" anchorCtr="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r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</a:pPr>
            <a:fld id="{58EC7406-F4CC-4ABF-902E-2AF4E70E5C0F}" type="slidenum">
              <a:rPr lang="en-US" sz="600" b="0" kern="1200" smtClean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+mn-cs"/>
              </a:rPr>
              <a:pPr algn="r" rtl="0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chemeClr val="bg1"/>
                </a:buClr>
              </a:pPr>
              <a:t>‹#›</a:t>
            </a:fld>
            <a:endParaRPr lang="en-US" sz="600" b="0" kern="1200" dirty="0">
              <a:solidFill>
                <a:srgbClr val="7F7F7F"/>
              </a:solidFill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B17BBAA-9969-BF60-80C3-86C11F415CD0}"/>
              </a:ext>
            </a:extLst>
          </p:cNvPr>
          <p:cNvPicPr>
            <a:picLocks noChangeAspect="1"/>
          </p:cNvPicPr>
          <p:nvPr userDrawn="1"/>
        </p:nvPicPr>
        <p:blipFill>
          <a:blip r:embed="rId51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6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8D9395EC-D1B1-4B76-69CA-40AD53E1AB56}"/>
              </a:ext>
            </a:extLst>
          </p:cNvPr>
          <p:cNvSpPr txBox="1"/>
          <p:nvPr userDrawn="1"/>
        </p:nvSpPr>
        <p:spPr>
          <a:xfrm>
            <a:off x="0" y="6645502"/>
            <a:ext cx="1580011" cy="143565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US" sz="933" dirty="0">
                <a:solidFill>
                  <a:srgbClr val="7F7F7F"/>
                </a:solidFill>
                <a:latin typeface="Calibri" panose="020F0502020204030204" pitchFamily="34" charset="0"/>
              </a:rPr>
              <a:t>Internal Use - Confidential</a:t>
            </a:r>
          </a:p>
        </p:txBody>
      </p:sp>
      <p:sp>
        <p:nvSpPr>
          <p:cNvPr id="4" name="fl" descr="                              Dell - Internal Use - Confidential&#10;">
            <a:extLst>
              <a:ext uri="{FF2B5EF4-FFF2-40B4-BE49-F238E27FC236}">
                <a16:creationId xmlns:a16="http://schemas.microsoft.com/office/drawing/2014/main" id="{7AB1B1C8-D431-5D1B-F56A-1D631A7E6738}"/>
              </a:ext>
            </a:extLst>
          </p:cNvPr>
          <p:cNvSpPr txBox="1"/>
          <p:nvPr userDrawn="1"/>
        </p:nvSpPr>
        <p:spPr>
          <a:xfrm>
            <a:off x="5381061" y="6701002"/>
            <a:ext cx="1429879" cy="83100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/>
          <a:p>
            <a:pPr marL="0" marR="0" indent="0" algn="ctr" defTabSz="1219170" rtl="0" eaLnBrk="1" fontAlgn="base" latinLnBrk="0" hangingPunct="1">
              <a:lnSpc>
                <a:spcPct val="90000"/>
              </a:lnSpc>
              <a:spcBef>
                <a:spcPts val="133"/>
              </a:spcBef>
              <a:spcAft>
                <a:spcPts val="133"/>
              </a:spcAft>
              <a:buClrTx/>
              <a:buSzTx/>
              <a:buFontTx/>
              <a:buNone/>
              <a:tabLst/>
              <a:defRPr/>
            </a:pPr>
            <a:r>
              <a:rPr lang="en-US" sz="600" b="0" i="0" u="none" baseline="0" dirty="0">
                <a:solidFill>
                  <a:srgbClr val="7F7F7F"/>
                </a:solidFill>
                <a:latin typeface="Arial" panose="020B0604020202020204" pitchFamily="34" charset="0"/>
              </a:rPr>
              <a:t>Copyright © Dell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301478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4" r:id="rId1"/>
    <p:sldLayoutId id="2147484355" r:id="rId2"/>
    <p:sldLayoutId id="2147484356" r:id="rId3"/>
    <p:sldLayoutId id="2147484357" r:id="rId4"/>
    <p:sldLayoutId id="2147484358" r:id="rId5"/>
    <p:sldLayoutId id="2147484359" r:id="rId6"/>
    <p:sldLayoutId id="2147484360" r:id="rId7"/>
    <p:sldLayoutId id="2147484361" r:id="rId8"/>
    <p:sldLayoutId id="2147484362" r:id="rId9"/>
    <p:sldLayoutId id="2147484363" r:id="rId10"/>
    <p:sldLayoutId id="2147484364" r:id="rId11"/>
    <p:sldLayoutId id="2147484365" r:id="rId12"/>
    <p:sldLayoutId id="2147484366" r:id="rId13"/>
    <p:sldLayoutId id="2147484367" r:id="rId14"/>
    <p:sldLayoutId id="2147484368" r:id="rId15"/>
    <p:sldLayoutId id="2147484369" r:id="rId16"/>
    <p:sldLayoutId id="2147484370" r:id="rId17"/>
    <p:sldLayoutId id="2147484371" r:id="rId18"/>
    <p:sldLayoutId id="2147484372" r:id="rId19"/>
    <p:sldLayoutId id="2147484373" r:id="rId20"/>
    <p:sldLayoutId id="2147484374" r:id="rId21"/>
    <p:sldLayoutId id="2147484375" r:id="rId22"/>
    <p:sldLayoutId id="2147484376" r:id="rId23"/>
    <p:sldLayoutId id="2147484377" r:id="rId24"/>
    <p:sldLayoutId id="2147484378" r:id="rId25"/>
    <p:sldLayoutId id="2147484379" r:id="rId26"/>
    <p:sldLayoutId id="2147484380" r:id="rId27"/>
    <p:sldLayoutId id="2147484381" r:id="rId28"/>
    <p:sldLayoutId id="2147484382" r:id="rId29"/>
    <p:sldLayoutId id="2147484383" r:id="rId30"/>
    <p:sldLayoutId id="2147484384" r:id="rId31"/>
    <p:sldLayoutId id="2147484385" r:id="rId32"/>
    <p:sldLayoutId id="2147484386" r:id="rId33"/>
    <p:sldLayoutId id="2147484387" r:id="rId34"/>
    <p:sldLayoutId id="2147484388" r:id="rId35"/>
    <p:sldLayoutId id="2147484389" r:id="rId36"/>
    <p:sldLayoutId id="2147484390" r:id="rId37"/>
    <p:sldLayoutId id="2147484391" r:id="rId38"/>
    <p:sldLayoutId id="2147484392" r:id="rId39"/>
    <p:sldLayoutId id="2147484393" r:id="rId40"/>
    <p:sldLayoutId id="2147484394" r:id="rId41"/>
    <p:sldLayoutId id="2147484395" r:id="rId42"/>
    <p:sldLayoutId id="2147484396" r:id="rId43"/>
    <p:sldLayoutId id="2147484397" r:id="rId44"/>
    <p:sldLayoutId id="2147484398" r:id="rId45"/>
    <p:sldLayoutId id="2147484399" r:id="rId46"/>
    <p:sldLayoutId id="2147484400" r:id="rId47"/>
    <p:sldLayoutId id="2147484401" r:id="rId48"/>
    <p:sldLayoutId id="2147484402" r:id="rId4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0" i="0" kern="1200">
          <a:solidFill>
            <a:schemeClr val="bg1"/>
          </a:solidFill>
          <a:latin typeface="Arial Nova Light" panose="020B0304020202020204" pitchFamily="34" charset="0"/>
          <a:ea typeface="Roboto Light" panose="02000000000000000000" pitchFamily="2" charset="0"/>
          <a:cs typeface="Roboto Light" panose="02000000000000000000" pitchFamily="2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b="0" i="0" kern="1200">
          <a:solidFill>
            <a:schemeClr val="accent3"/>
          </a:solidFill>
          <a:latin typeface="Arial" panose="020B0604020202020204" pitchFamily="34" charset="0"/>
          <a:ea typeface="Roboto Light" panose="02000000000000000000" pitchFamily="2" charset="0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System Font Regular"/>
        <a:buChar char="-"/>
        <a:defRPr sz="1800" b="0" i="0" kern="1200">
          <a:solidFill>
            <a:schemeClr val="accent3"/>
          </a:solidFill>
          <a:latin typeface="Arial" panose="020B0604020202020204" pitchFamily="34" charset="0"/>
          <a:ea typeface="Roboto Light" panose="02000000000000000000" pitchFamily="2" charset="0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System Font Regular"/>
        <a:buChar char="-"/>
        <a:defRPr sz="1600" b="0" i="0" kern="1200">
          <a:solidFill>
            <a:schemeClr val="accent3"/>
          </a:solidFill>
          <a:latin typeface="Arial" panose="020B0604020202020204" pitchFamily="34" charset="0"/>
          <a:ea typeface="Roboto Light" panose="02000000000000000000" pitchFamily="2" charset="0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accent3"/>
          </a:solidFill>
          <a:latin typeface="Roboto Light" panose="02000000000000000000" pitchFamily="2" charset="0"/>
          <a:ea typeface="Roboto Light" panose="02000000000000000000" pitchFamily="2" charset="0"/>
          <a:cs typeface="Roboto Light" panose="02000000000000000000" pitchFamily="2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accent3"/>
          </a:solidFill>
          <a:latin typeface="Roboto Light" panose="02000000000000000000" pitchFamily="2" charset="0"/>
          <a:ea typeface="Roboto Light" panose="02000000000000000000" pitchFamily="2" charset="0"/>
          <a:cs typeface="Roboto Light" panose="02000000000000000000" pitchFamily="2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94.png"/><Relationship Id="rId4" Type="http://schemas.openxmlformats.org/officeDocument/2006/relationships/image" Target="../media/image93.tif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7" Type="http://schemas.openxmlformats.org/officeDocument/2006/relationships/image" Target="../media/image99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9.xml"/><Relationship Id="rId6" Type="http://schemas.openxmlformats.org/officeDocument/2006/relationships/image" Target="../media/image98.png"/><Relationship Id="rId5" Type="http://schemas.openxmlformats.org/officeDocument/2006/relationships/image" Target="../media/image97.png"/><Relationship Id="rId4" Type="http://schemas.openxmlformats.org/officeDocument/2006/relationships/image" Target="../media/image96.sv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13" Type="http://schemas.openxmlformats.org/officeDocument/2006/relationships/image" Target="../media/image109.svg"/><Relationship Id="rId18" Type="http://schemas.openxmlformats.org/officeDocument/2006/relationships/image" Target="../media/image114.png"/><Relationship Id="rId26" Type="http://schemas.openxmlformats.org/officeDocument/2006/relationships/image" Target="../media/image122.png"/><Relationship Id="rId3" Type="http://schemas.openxmlformats.org/officeDocument/2006/relationships/image" Target="../media/image101.svg"/><Relationship Id="rId21" Type="http://schemas.openxmlformats.org/officeDocument/2006/relationships/image" Target="../media/image117.svg"/><Relationship Id="rId7" Type="http://schemas.openxmlformats.org/officeDocument/2006/relationships/image" Target="../media/image103.svg"/><Relationship Id="rId12" Type="http://schemas.openxmlformats.org/officeDocument/2006/relationships/image" Target="../media/image108.png"/><Relationship Id="rId17" Type="http://schemas.openxmlformats.org/officeDocument/2006/relationships/image" Target="../media/image113.svg"/><Relationship Id="rId25" Type="http://schemas.openxmlformats.org/officeDocument/2006/relationships/image" Target="../media/image121.svg"/><Relationship Id="rId2" Type="http://schemas.openxmlformats.org/officeDocument/2006/relationships/image" Target="../media/image100.png"/><Relationship Id="rId16" Type="http://schemas.openxmlformats.org/officeDocument/2006/relationships/image" Target="../media/image112.png"/><Relationship Id="rId20" Type="http://schemas.openxmlformats.org/officeDocument/2006/relationships/image" Target="../media/image116.png"/><Relationship Id="rId29" Type="http://schemas.openxmlformats.org/officeDocument/2006/relationships/image" Target="../media/image125.png"/><Relationship Id="rId1" Type="http://schemas.openxmlformats.org/officeDocument/2006/relationships/slideLayout" Target="../slideLayouts/slideLayout98.xml"/><Relationship Id="rId6" Type="http://schemas.openxmlformats.org/officeDocument/2006/relationships/image" Target="../media/image102.png"/><Relationship Id="rId11" Type="http://schemas.openxmlformats.org/officeDocument/2006/relationships/image" Target="../media/image107.svg"/><Relationship Id="rId24" Type="http://schemas.openxmlformats.org/officeDocument/2006/relationships/image" Target="../media/image120.png"/><Relationship Id="rId5" Type="http://schemas.openxmlformats.org/officeDocument/2006/relationships/image" Target="../media/image96.svg"/><Relationship Id="rId15" Type="http://schemas.openxmlformats.org/officeDocument/2006/relationships/image" Target="../media/image111.svg"/><Relationship Id="rId23" Type="http://schemas.openxmlformats.org/officeDocument/2006/relationships/image" Target="../media/image119.svg"/><Relationship Id="rId28" Type="http://schemas.openxmlformats.org/officeDocument/2006/relationships/image" Target="../media/image124.png"/><Relationship Id="rId10" Type="http://schemas.openxmlformats.org/officeDocument/2006/relationships/image" Target="../media/image106.png"/><Relationship Id="rId19" Type="http://schemas.openxmlformats.org/officeDocument/2006/relationships/image" Target="../media/image115.svg"/><Relationship Id="rId4" Type="http://schemas.openxmlformats.org/officeDocument/2006/relationships/image" Target="../media/image95.png"/><Relationship Id="rId9" Type="http://schemas.openxmlformats.org/officeDocument/2006/relationships/image" Target="../media/image105.svg"/><Relationship Id="rId14" Type="http://schemas.openxmlformats.org/officeDocument/2006/relationships/image" Target="../media/image110.png"/><Relationship Id="rId22" Type="http://schemas.openxmlformats.org/officeDocument/2006/relationships/image" Target="../media/image118.png"/><Relationship Id="rId27" Type="http://schemas.openxmlformats.org/officeDocument/2006/relationships/image" Target="../media/image123.svg"/><Relationship Id="rId30" Type="http://schemas.openxmlformats.org/officeDocument/2006/relationships/image" Target="../media/image126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2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2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28.xml"/><Relationship Id="rId4" Type="http://schemas.openxmlformats.org/officeDocument/2006/relationships/image" Target="../media/image12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28.xml"/><Relationship Id="rId4" Type="http://schemas.openxmlformats.org/officeDocument/2006/relationships/image" Target="../media/image127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2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tiff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6.png"/><Relationship Id="rId13" Type="http://schemas.openxmlformats.org/officeDocument/2006/relationships/image" Target="../media/image141.png"/><Relationship Id="rId3" Type="http://schemas.openxmlformats.org/officeDocument/2006/relationships/image" Target="../media/image132.png"/><Relationship Id="rId7" Type="http://schemas.openxmlformats.org/officeDocument/2006/relationships/image" Target="../media/image11.png"/><Relationship Id="rId12" Type="http://schemas.openxmlformats.org/officeDocument/2006/relationships/image" Target="../media/image14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35.svg"/><Relationship Id="rId11" Type="http://schemas.openxmlformats.org/officeDocument/2006/relationships/image" Target="../media/image139.svg"/><Relationship Id="rId5" Type="http://schemas.openxmlformats.org/officeDocument/2006/relationships/image" Target="../media/image134.png"/><Relationship Id="rId15" Type="http://schemas.openxmlformats.org/officeDocument/2006/relationships/image" Target="../media/image143.png"/><Relationship Id="rId10" Type="http://schemas.openxmlformats.org/officeDocument/2006/relationships/image" Target="../media/image138.png"/><Relationship Id="rId4" Type="http://schemas.openxmlformats.org/officeDocument/2006/relationships/image" Target="../media/image133.svg"/><Relationship Id="rId9" Type="http://schemas.openxmlformats.org/officeDocument/2006/relationships/image" Target="../media/image137.png"/><Relationship Id="rId14" Type="http://schemas.openxmlformats.org/officeDocument/2006/relationships/image" Target="../media/image14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A5B215-914A-ECF2-3738-E15F61022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large server room with many rows of computer equipment&#10;&#10;Description automatically generated with medium confidence">
            <a:extLst>
              <a:ext uri="{FF2B5EF4-FFF2-40B4-BE49-F238E27FC236}">
                <a16:creationId xmlns:a16="http://schemas.microsoft.com/office/drawing/2014/main" id="{1A805091-B2B7-311B-AF57-831310CC0CE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02" y="-1848"/>
            <a:ext cx="12171882" cy="3553122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CC0825E-233D-0FDF-7199-C93A449587B4}"/>
              </a:ext>
            </a:extLst>
          </p:cNvPr>
          <p:cNvGrpSpPr/>
          <p:nvPr/>
        </p:nvGrpSpPr>
        <p:grpSpPr>
          <a:xfrm>
            <a:off x="-1515" y="-1847"/>
            <a:ext cx="12206747" cy="4557897"/>
            <a:chOff x="-17462" y="-730"/>
            <a:chExt cx="12210571" cy="3183304"/>
          </a:xfrm>
        </p:grpSpPr>
        <p:sp>
          <p:nvSpPr>
            <p:cNvPr id="171" name="gradient">
              <a:extLst>
                <a:ext uri="{FF2B5EF4-FFF2-40B4-BE49-F238E27FC236}">
                  <a16:creationId xmlns:a16="http://schemas.microsoft.com/office/drawing/2014/main" id="{3C21B140-F1FD-084D-F681-32D78B49D7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>
              <a:spLocks/>
            </p:cNvSpPr>
            <p:nvPr/>
          </p:nvSpPr>
          <p:spPr>
            <a:xfrm flipV="1">
              <a:off x="-8729" y="-730"/>
              <a:ext cx="12193103" cy="3168064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20000"/>
                    <a:lumOff val="80000"/>
                    <a:alpha val="97000"/>
                  </a:schemeClr>
                </a:gs>
                <a:gs pos="100000">
                  <a:schemeClr val="bg1">
                    <a:lumMod val="60000"/>
                    <a:lumOff val="40000"/>
                    <a:alpha val="84000"/>
                  </a:scheme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598C3356-B17C-867F-DFCB-1A18154976FF}"/>
                </a:ext>
              </a:extLst>
            </p:cNvPr>
            <p:cNvSpPr/>
            <p:nvPr/>
          </p:nvSpPr>
          <p:spPr>
            <a:xfrm>
              <a:off x="-17462" y="2448180"/>
              <a:ext cx="12210571" cy="734394"/>
            </a:xfrm>
            <a:prstGeom prst="rect">
              <a:avLst/>
            </a:prstGeom>
            <a:solidFill>
              <a:schemeClr val="bg1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457200" marR="0" lvl="1" indent="0" algn="l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lang="en-US" sz="4000">
                <a:solidFill>
                  <a:schemeClr val="bg1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endParaRPr>
            </a:p>
          </p:txBody>
        </p:sp>
      </p:grpSp>
      <p:pic>
        <p:nvPicPr>
          <p:cNvPr id="172" name="Picture 171" descr="A white letter on a black background">
            <a:extLst>
              <a:ext uri="{FF2B5EF4-FFF2-40B4-BE49-F238E27FC236}">
                <a16:creationId xmlns:a16="http://schemas.microsoft.com/office/drawing/2014/main" id="{1117CE25-0C2B-645A-3E25-1B2C416AA69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8195" y="2240239"/>
            <a:ext cx="7651923" cy="1115643"/>
          </a:xfrm>
          <a:prstGeom prst="rect">
            <a:avLst/>
          </a:prstGeom>
        </p:spPr>
      </p:pic>
      <p:pic>
        <p:nvPicPr>
          <p:cNvPr id="174" name="Picture 173">
            <a:extLst>
              <a:ext uri="{FF2B5EF4-FFF2-40B4-BE49-F238E27FC236}">
                <a16:creationId xmlns:a16="http://schemas.microsoft.com/office/drawing/2014/main" id="{3C6A379F-9F4E-A10A-AFE0-24471C4AD91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19177" y="188736"/>
            <a:ext cx="1672290" cy="752561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0E4AF3D-8144-3B02-0BC3-B4AE135E6353}"/>
              </a:ext>
            </a:extLst>
          </p:cNvPr>
          <p:cNvSpPr txBox="1"/>
          <p:nvPr/>
        </p:nvSpPr>
        <p:spPr>
          <a:xfrm>
            <a:off x="-20178" y="3801841"/>
            <a:ext cx="1074420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1" indent="0" algn="l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3200" dirty="0">
                <a:solidFill>
                  <a:srgbClr val="FFFFFF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American Express Company VxRail Refresh</a:t>
            </a:r>
          </a:p>
          <a:p>
            <a:pPr marL="457200" marR="0" lvl="1" indent="0" algn="l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Light" panose="02000000000000000000" pitchFamily="2" charset="0"/>
              <a:ea typeface="Roboto Light" panose="02000000000000000000" pitchFamily="2" charset="0"/>
              <a:cs typeface="Roboto Light" panose="02000000000000000000" pitchFamily="2" charset="0"/>
            </a:endParaRPr>
          </a:p>
          <a:p>
            <a:pPr marL="457200" marR="0" lvl="1" indent="0" algn="l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3200" dirty="0">
              <a:solidFill>
                <a:srgbClr val="FFFFFF"/>
              </a:solidFill>
              <a:latin typeface="Roboto Light" panose="02000000000000000000" pitchFamily="2" charset="0"/>
              <a:ea typeface="Roboto Light" panose="02000000000000000000" pitchFamily="2" charset="0"/>
              <a:cs typeface="Roboto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844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F441E517-1250-CA6F-5EC5-B6862E5F84F4}"/>
              </a:ext>
            </a:extLst>
          </p:cNvPr>
          <p:cNvSpPr txBox="1"/>
          <p:nvPr/>
        </p:nvSpPr>
        <p:spPr>
          <a:xfrm>
            <a:off x="724604" y="288119"/>
            <a:ext cx="107427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Assets Future Plan Review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000528A-ED08-4281-FC1E-9A5549689023}"/>
              </a:ext>
            </a:extLst>
          </p:cNvPr>
          <p:cNvSpPr/>
          <p:nvPr/>
        </p:nvSpPr>
        <p:spPr>
          <a:xfrm>
            <a:off x="832554" y="1014272"/>
            <a:ext cx="272064" cy="73484"/>
          </a:xfrm>
          <a:prstGeom prst="rect">
            <a:avLst/>
          </a:prstGeom>
          <a:solidFill>
            <a:srgbClr val="0074D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41613B5-9367-BB70-A0B9-793418119283}"/>
              </a:ext>
            </a:extLst>
          </p:cNvPr>
          <p:cNvSpPr txBox="1"/>
          <p:nvPr/>
        </p:nvSpPr>
        <p:spPr>
          <a:xfrm>
            <a:off x="7227806" y="6569698"/>
            <a:ext cx="4112082" cy="215444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30000" noProof="0">
                <a:ln>
                  <a:noFill/>
                </a:ln>
                <a:solidFill>
                  <a:srgbClr val="0D2155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* </a:t>
            </a: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D2155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Collaborative field for assessing the plans for that asset in the next 3 years.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36826ED-29A9-9E2E-8E40-366B26BF6802}"/>
              </a:ext>
            </a:extLst>
          </p:cNvPr>
          <p:cNvSpPr txBox="1"/>
          <p:nvPr/>
        </p:nvSpPr>
        <p:spPr>
          <a:xfrm>
            <a:off x="724604" y="1212215"/>
            <a:ext cx="7600950" cy="5693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Roboto Medium" panose="02000000000000000000" pitchFamily="2" charset="0"/>
                <a:ea typeface="Roboto Medium" panose="02000000000000000000" pitchFamily="2" charset="0"/>
                <a:cs typeface="+mn-cs"/>
              </a:rPr>
              <a:t>Asset Inventory Review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.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E5EE619-10BC-4900-238C-A54A698D6430}"/>
              </a:ext>
            </a:extLst>
          </p:cNvPr>
          <p:cNvGrpSpPr/>
          <p:nvPr/>
        </p:nvGrpSpPr>
        <p:grpSpPr>
          <a:xfrm>
            <a:off x="0" y="-2381"/>
            <a:ext cx="603250" cy="584200"/>
            <a:chOff x="0" y="-2381"/>
            <a:chExt cx="603250" cy="584200"/>
          </a:xfrm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5799559-7C7F-A740-1A2F-33B3C6B1A2D9}"/>
                </a:ext>
              </a:extLst>
            </p:cNvPr>
            <p:cNvCxnSpPr/>
            <p:nvPr/>
          </p:nvCxnSpPr>
          <p:spPr>
            <a:xfrm>
              <a:off x="11905" y="-2381"/>
              <a:ext cx="0" cy="58420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9205104-74A3-D78F-C4FD-CA51FD8DEDD4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9524"/>
              <a:ext cx="603250" cy="0"/>
            </a:xfrm>
            <a:prstGeom prst="line">
              <a:avLst/>
            </a:prstGeom>
            <a:ln w="28575">
              <a:solidFill>
                <a:srgbClr val="0088EE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57B040A-28B5-ED36-5E64-250F0879510C}"/>
              </a:ext>
            </a:extLst>
          </p:cNvPr>
          <p:cNvGrpSpPr/>
          <p:nvPr/>
        </p:nvGrpSpPr>
        <p:grpSpPr>
          <a:xfrm>
            <a:off x="11022984" y="211472"/>
            <a:ext cx="888824" cy="799624"/>
            <a:chOff x="9976025" y="298889"/>
            <a:chExt cx="1373613" cy="1373613"/>
          </a:xfrm>
        </p:grpSpPr>
        <p:pic>
          <p:nvPicPr>
            <p:cNvPr id="5" name="Graphic 4">
              <a:extLst>
                <a:ext uri="{FF2B5EF4-FFF2-40B4-BE49-F238E27FC236}">
                  <a16:creationId xmlns:a16="http://schemas.microsoft.com/office/drawing/2014/main" id="{8EA557FC-026F-FAC2-AD99-0D6F393567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976025" y="298889"/>
              <a:ext cx="1373613" cy="1373613"/>
            </a:xfrm>
            <a:prstGeom prst="rect">
              <a:avLst/>
            </a:prstGeom>
          </p:spPr>
        </p:pic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A21C220-E80E-0964-4F65-A38AB70AEE26}"/>
                </a:ext>
              </a:extLst>
            </p:cNvPr>
            <p:cNvSpPr txBox="1"/>
            <p:nvPr/>
          </p:nvSpPr>
          <p:spPr>
            <a:xfrm>
              <a:off x="10156101" y="1025190"/>
              <a:ext cx="1013460" cy="28780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1383D4"/>
                  </a:solidFill>
                  <a:effectLst/>
                  <a:uLnTx/>
                  <a:uFillTx/>
                  <a:latin typeface="Roboto Light" panose="02000000000000000000" pitchFamily="2" charset="0"/>
                  <a:ea typeface="Roboto Light" panose="02000000000000000000" pitchFamily="2" charset="0"/>
                  <a:cs typeface="+mn-cs"/>
                </a:rPr>
                <a:t>Planning</a:t>
              </a: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1383D4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" name="Rectangle 49">
            <a:extLst>
              <a:ext uri="{FF2B5EF4-FFF2-40B4-BE49-F238E27FC236}">
                <a16:creationId xmlns:a16="http://schemas.microsoft.com/office/drawing/2014/main" id="{57515416-ED5D-9AE8-A43F-8B69050CF960}"/>
              </a:ext>
            </a:extLst>
          </p:cNvPr>
          <p:cNvSpPr/>
          <p:nvPr/>
        </p:nvSpPr>
        <p:spPr>
          <a:xfrm>
            <a:off x="603250" y="2123162"/>
            <a:ext cx="10960588" cy="1615119"/>
          </a:xfrm>
          <a:prstGeom prst="rect">
            <a:avLst/>
          </a:prstGeom>
          <a:noFill/>
          <a:ln w="19050" cap="flat" cmpd="sng" algn="ctr">
            <a:solidFill>
              <a:srgbClr val="0074D2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Light" panose="02000000000000000000" pitchFamily="2" charset="0"/>
              <a:ea typeface="Roboto Light" panose="02000000000000000000" pitchFamily="2" charset="0"/>
              <a:cs typeface="Roboto Light" panose="02000000000000000000" pitchFamily="2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D2F3C6BC-75BA-DB5D-A964-A18F6D9C0959}"/>
              </a:ext>
            </a:extLst>
          </p:cNvPr>
          <p:cNvSpPr txBox="1"/>
          <p:nvPr/>
        </p:nvSpPr>
        <p:spPr>
          <a:xfrm>
            <a:off x="987005" y="1839714"/>
            <a:ext cx="3566160" cy="338554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>
                <a:ln>
                  <a:noFill/>
                </a:ln>
                <a:solidFill>
                  <a:srgbClr val="0D2155"/>
                </a:solidFill>
                <a:effectLst/>
                <a:uLnTx/>
                <a:uFillTx/>
                <a:latin typeface="Roboto Medium" panose="02000000000000000000" pitchFamily="2" charset="0"/>
                <a:ea typeface="Roboto Medium" panose="02000000000000000000" pitchFamily="2" charset="0"/>
                <a:cs typeface="+mn-cs"/>
              </a:rPr>
              <a:t> Current VxRail State:</a:t>
            </a: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0D2155"/>
              </a:solidFill>
              <a:effectLst/>
              <a:uLnTx/>
              <a:uFillTx/>
              <a:latin typeface="Roboto Light" panose="02000000000000000000" pitchFamily="2" charset="0"/>
              <a:ea typeface="Roboto Light" panose="02000000000000000000" pitchFamily="2" charset="0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4C76E12E-8E96-D10D-1723-85534E05C780}"/>
              </a:ext>
            </a:extLst>
          </p:cNvPr>
          <p:cNvSpPr txBox="1"/>
          <p:nvPr/>
        </p:nvSpPr>
        <p:spPr>
          <a:xfrm>
            <a:off x="1074834" y="2178268"/>
            <a:ext cx="2441577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6857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2F9CFF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Cluster Description:</a:t>
            </a:r>
          </a:p>
          <a:p>
            <a:pPr marL="171450" marR="0" lvl="0" indent="-171450" algn="l" defTabSz="6857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Node Quantity</a:t>
            </a:r>
            <a:r>
              <a:rPr kumimoji="0" lang="en-US" sz="9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: </a:t>
            </a:r>
            <a:r>
              <a:rPr lang="en-US" sz="900" b="1" kern="0" dirty="0">
                <a:solidFill>
                  <a:prstClr val="black"/>
                </a:solidFill>
                <a:highlight>
                  <a:srgbClr val="FFFF00"/>
                </a:highlight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22</a:t>
            </a:r>
            <a:endParaRPr kumimoji="0" lang="en-US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Roboto Light" panose="02000000000000000000" pitchFamily="2" charset="0"/>
              <a:ea typeface="Roboto Light" panose="02000000000000000000" pitchFamily="2" charset="0"/>
              <a:cs typeface="Roboto Light" panose="02000000000000000000" pitchFamily="2" charset="0"/>
            </a:endParaRPr>
          </a:p>
          <a:p>
            <a:pPr marL="171450" marR="0" lvl="0" indent="-171450" algn="l" defTabSz="6857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Key Workloads: Unknown</a:t>
            </a:r>
          </a:p>
          <a:p>
            <a:pPr marL="171450" marR="0" lvl="0" indent="-171450" algn="l" defTabSz="6857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Utilization Note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: </a:t>
            </a: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21.9%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 CPU utilization, </a:t>
            </a:r>
            <a:r>
              <a:rPr lang="en-US" sz="900" b="1" kern="0" dirty="0">
                <a:solidFill>
                  <a:prstClr val="black"/>
                </a:solidFill>
                <a:highlight>
                  <a:srgbClr val="FFFF00"/>
                </a:highlight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46.79</a:t>
            </a: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FF00"/>
                </a:highlight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TB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 Guest VM Disk Used capacity</a:t>
            </a:r>
          </a:p>
          <a:p>
            <a:pPr marL="171450" marR="0" lvl="0" indent="-171450" algn="l" defTabSz="6857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Platform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: VMware Cloud Foundation on Dell VxRail</a:t>
            </a:r>
          </a:p>
          <a:p>
            <a:pPr marL="171450" marR="0" lvl="0" indent="-171450" algn="l" defTabSz="68571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Running on 14th Generation Intel VxRail nodes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533CF20-0895-394C-0697-7C4E424DED48}"/>
              </a:ext>
            </a:extLst>
          </p:cNvPr>
          <p:cNvGrpSpPr/>
          <p:nvPr/>
        </p:nvGrpSpPr>
        <p:grpSpPr>
          <a:xfrm>
            <a:off x="10476751" y="2555837"/>
            <a:ext cx="821147" cy="624279"/>
            <a:chOff x="1885048" y="3107530"/>
            <a:chExt cx="821147" cy="624279"/>
          </a:xfrm>
        </p:grpSpPr>
        <p:pic>
          <p:nvPicPr>
            <p:cNvPr id="57" name="Picture 56">
              <a:extLst>
                <a:ext uri="{FF2B5EF4-FFF2-40B4-BE49-F238E27FC236}">
                  <a16:creationId xmlns:a16="http://schemas.microsoft.com/office/drawing/2014/main" id="{45CA4DDD-C80A-8B8A-E0C5-78D73EC3BA7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885048" y="3107530"/>
              <a:ext cx="821147" cy="38153"/>
            </a:xfrm>
            <a:prstGeom prst="rect">
              <a:avLst/>
            </a:prstGeom>
          </p:spPr>
        </p:pic>
        <p:pic>
          <p:nvPicPr>
            <p:cNvPr id="58" name="Picture 57">
              <a:extLst>
                <a:ext uri="{FF2B5EF4-FFF2-40B4-BE49-F238E27FC236}">
                  <a16:creationId xmlns:a16="http://schemas.microsoft.com/office/drawing/2014/main" id="{2FB8D486-E5FA-2E31-CD19-B9A11CCC27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897274" y="3409952"/>
              <a:ext cx="796694" cy="50789"/>
            </a:xfrm>
            <a:prstGeom prst="rect">
              <a:avLst/>
            </a:prstGeom>
          </p:spPr>
        </p:pic>
        <p:pic>
          <p:nvPicPr>
            <p:cNvPr id="59" name="Picture 58">
              <a:extLst>
                <a:ext uri="{FF2B5EF4-FFF2-40B4-BE49-F238E27FC236}">
                  <a16:creationId xmlns:a16="http://schemas.microsoft.com/office/drawing/2014/main" id="{CCF7B597-E631-09EC-675F-AE858F2D03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899377" y="3448406"/>
              <a:ext cx="792488" cy="140147"/>
            </a:xfrm>
            <a:prstGeom prst="rect">
              <a:avLst/>
            </a:prstGeom>
          </p:spPr>
        </p:pic>
        <p:pic>
          <p:nvPicPr>
            <p:cNvPr id="60" name="Picture 59">
              <a:extLst>
                <a:ext uri="{FF2B5EF4-FFF2-40B4-BE49-F238E27FC236}">
                  <a16:creationId xmlns:a16="http://schemas.microsoft.com/office/drawing/2014/main" id="{81B123C1-CA91-9DCB-38D9-ACF696DA4B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897274" y="3256086"/>
              <a:ext cx="796694" cy="50789"/>
            </a:xfrm>
            <a:prstGeom prst="rect">
              <a:avLst/>
            </a:prstGeom>
          </p:spPr>
        </p:pic>
        <p:pic>
          <p:nvPicPr>
            <p:cNvPr id="61" name="Picture 60">
              <a:extLst>
                <a:ext uri="{FF2B5EF4-FFF2-40B4-BE49-F238E27FC236}">
                  <a16:creationId xmlns:a16="http://schemas.microsoft.com/office/drawing/2014/main" id="{4D83E79F-DAA3-62F3-8E07-1301FD987F7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899377" y="3294540"/>
              <a:ext cx="792488" cy="140147"/>
            </a:xfrm>
            <a:prstGeom prst="rect">
              <a:avLst/>
            </a:prstGeom>
          </p:spPr>
        </p:pic>
        <p:pic>
          <p:nvPicPr>
            <p:cNvPr id="62" name="Picture 61">
              <a:extLst>
                <a:ext uri="{FF2B5EF4-FFF2-40B4-BE49-F238E27FC236}">
                  <a16:creationId xmlns:a16="http://schemas.microsoft.com/office/drawing/2014/main" id="{88723ADF-3E1D-2D66-E523-8E98517976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899377" y="3140674"/>
              <a:ext cx="792488" cy="140147"/>
            </a:xfrm>
            <a:prstGeom prst="rect">
              <a:avLst/>
            </a:prstGeom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9081E98A-CEE4-17E1-2993-F5F305BDF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905473" y="3591662"/>
              <a:ext cx="792488" cy="140147"/>
            </a:xfrm>
            <a:prstGeom prst="rect">
              <a:avLst/>
            </a:prstGeom>
          </p:spPr>
        </p:pic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D15EE87C-9B08-D5EB-F416-9FCD845CCC74}"/>
              </a:ext>
            </a:extLst>
          </p:cNvPr>
          <p:cNvSpPr txBox="1"/>
          <p:nvPr/>
        </p:nvSpPr>
        <p:spPr>
          <a:xfrm>
            <a:off x="10307251" y="3198168"/>
            <a:ext cx="116014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kern="0" dirty="0">
                <a:solidFill>
                  <a:srgbClr val="2F9CFF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22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2F9CFF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Roboto Light" panose="02000000000000000000" pitchFamily="2" charset="0"/>
              </a:rPr>
              <a:t> x P570F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44444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01E4183C-1451-83EF-4E41-99C403D071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869858"/>
              </p:ext>
            </p:extLst>
          </p:nvPr>
        </p:nvGraphicFramePr>
        <p:xfrm>
          <a:off x="603250" y="3950299"/>
          <a:ext cx="11371658" cy="16918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93689">
                  <a:extLst>
                    <a:ext uri="{9D8B030D-6E8A-4147-A177-3AD203B41FA5}">
                      <a16:colId xmlns:a16="http://schemas.microsoft.com/office/drawing/2014/main" val="1980161583"/>
                    </a:ext>
                  </a:extLst>
                </a:gridCol>
                <a:gridCol w="2286318">
                  <a:extLst>
                    <a:ext uri="{9D8B030D-6E8A-4147-A177-3AD203B41FA5}">
                      <a16:colId xmlns:a16="http://schemas.microsoft.com/office/drawing/2014/main" val="924968477"/>
                    </a:ext>
                  </a:extLst>
                </a:gridCol>
                <a:gridCol w="1532075">
                  <a:extLst>
                    <a:ext uri="{9D8B030D-6E8A-4147-A177-3AD203B41FA5}">
                      <a16:colId xmlns:a16="http://schemas.microsoft.com/office/drawing/2014/main" val="1111731678"/>
                    </a:ext>
                  </a:extLst>
                </a:gridCol>
                <a:gridCol w="2736920">
                  <a:extLst>
                    <a:ext uri="{9D8B030D-6E8A-4147-A177-3AD203B41FA5}">
                      <a16:colId xmlns:a16="http://schemas.microsoft.com/office/drawing/2014/main" val="598131260"/>
                    </a:ext>
                  </a:extLst>
                </a:gridCol>
                <a:gridCol w="3222656">
                  <a:extLst>
                    <a:ext uri="{9D8B030D-6E8A-4147-A177-3AD203B41FA5}">
                      <a16:colId xmlns:a16="http://schemas.microsoft.com/office/drawing/2014/main" val="2850536137"/>
                    </a:ext>
                  </a:extLst>
                </a:gridCol>
              </a:tblGrid>
              <a:tr h="396333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/>
                        <a:t>P570F 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tx2"/>
                          </a:solidFill>
                        </a:rPr>
                        <a:t>Per Node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F9C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tx2"/>
                          </a:solidFill>
                        </a:rPr>
                        <a:t>22 Node Cluster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F9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2"/>
                          </a:solidFill>
                        </a:rPr>
                        <a:t>Sizing consideration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F9C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t-BR" sz="1050" b="0" dirty="0">
                          <a:solidFill>
                            <a:schemeClr val="tx2"/>
                          </a:solidFill>
                          <a:latin typeface="Roboto" panose="02000000000000000000" pitchFamily="2" charset="0"/>
                          <a:ea typeface="Roboto" panose="02000000000000000000" pitchFamily="2" charset="0"/>
                        </a:rPr>
                        <a:t>  Voice of the Customer –  Notes</a:t>
                      </a:r>
                      <a:endParaRPr lang="en-US" sz="1050" b="0" baseline="30000" dirty="0">
                        <a:solidFill>
                          <a:schemeClr val="tx2"/>
                        </a:solidFill>
                        <a:latin typeface="Roboto" panose="02000000000000000000" pitchFamily="2" charset="0"/>
                        <a:ea typeface="Roboto" panose="02000000000000000000" pitchFamily="2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D215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8903073"/>
                  </a:ext>
                </a:extLst>
              </a:tr>
              <a:tr h="297250">
                <a:tc>
                  <a:txBody>
                    <a:bodyPr/>
                    <a:lstStyle/>
                    <a:p>
                      <a:pPr algn="ctr"/>
                      <a:r>
                        <a:rPr lang="pt-BR" sz="1000" dirty="0">
                          <a:solidFill>
                            <a:srgbClr val="1D56C0"/>
                          </a:solidFill>
                          <a:latin typeface="Roboto Light" panose="02000000000000000000" pitchFamily="2" charset="0"/>
                          <a:ea typeface="Roboto Light" panose="02000000000000000000" pitchFamily="2" charset="0"/>
                        </a:rPr>
                        <a:t>CPU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74D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Intel Xeon Gold 6242 2.8G, 16C/32T, </a:t>
                      </a:r>
                    </a:p>
                  </a:txBody>
                  <a:tcPr marL="6350" marR="6350" marT="6350" marB="0" anchor="b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704 cores, 1964 GHz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Peak CPU – 431 GHz with N+2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1200" dirty="0">
                        <a:latin typeface="Roboto" panose="02000000000000000000" pitchFamily="2" charset="0"/>
                        <a:ea typeface="Roboto" panose="02000000000000000000" pitchFamily="2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1006942"/>
                  </a:ext>
                </a:extLst>
              </a:tr>
              <a:tr h="2972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000" dirty="0">
                          <a:solidFill>
                            <a:srgbClr val="1D56C0"/>
                          </a:solidFill>
                          <a:latin typeface="Roboto Light" panose="02000000000000000000" pitchFamily="2" charset="0"/>
                          <a:ea typeface="Roboto Light" panose="02000000000000000000" pitchFamily="2" charset="0"/>
                        </a:rPr>
                        <a:t>Memory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74D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74D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24 x 32GB (768 GB)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16,896 GiB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Peak Memory – 5070 GiB with N+2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 dirty="0">
                        <a:latin typeface="Roboto" panose="02000000000000000000" pitchFamily="2" charset="0"/>
                        <a:ea typeface="Roboto" panose="02000000000000000000" pitchFamily="2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EEE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923671"/>
                  </a:ext>
                </a:extLst>
              </a:tr>
              <a:tr h="297250">
                <a:tc>
                  <a:txBody>
                    <a:bodyPr/>
                    <a:lstStyle/>
                    <a:p>
                      <a:pPr algn="ctr"/>
                      <a:r>
                        <a:rPr lang="pt-BR" sz="1000" dirty="0">
                          <a:solidFill>
                            <a:srgbClr val="1D56C0"/>
                          </a:solidFill>
                          <a:latin typeface="Roboto Light" panose="02000000000000000000" pitchFamily="2" charset="0"/>
                          <a:ea typeface="Roboto Light" panose="02000000000000000000" pitchFamily="2" charset="0"/>
                        </a:rPr>
                        <a:t>Capacity drives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0074D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4 x 3.84TB SSD SAS ISE RI 12Gbps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110 TiB - Usable Capacity</a:t>
                      </a:r>
                      <a:br>
                        <a:rPr lang="en-US" sz="1000" dirty="0">
                          <a:solidFill>
                            <a:schemeClr val="bg2"/>
                          </a:solidFill>
                        </a:rPr>
                      </a:br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337.92 TiB – Raw Capacity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Virtual Disk Used – 75.6 TB</a:t>
                      </a:r>
                    </a:p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Guest VM Disk Capacity – 122.76 TB</a:t>
                      </a:r>
                    </a:p>
                    <a:p>
                      <a:pPr algn="l"/>
                      <a:r>
                        <a:rPr lang="en-US" sz="1000" dirty="0">
                          <a:solidFill>
                            <a:schemeClr val="bg2"/>
                          </a:solidFill>
                        </a:rPr>
                        <a:t>Guest VM Disk Used – 46.79 TB with buffer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US" sz="1200" dirty="0">
                        <a:latin typeface="Roboto" panose="02000000000000000000" pitchFamily="2" charset="0"/>
                        <a:ea typeface="Roboto" panose="02000000000000000000" pitchFamily="2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D215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95009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049DCE25-6CB4-768B-5822-22E7E7D35C36}"/>
              </a:ext>
            </a:extLst>
          </p:cNvPr>
          <p:cNvSpPr txBox="1"/>
          <p:nvPr/>
        </p:nvSpPr>
        <p:spPr>
          <a:xfrm>
            <a:off x="5287487" y="2221274"/>
            <a:ext cx="4739494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800" b="1" dirty="0"/>
              <a:t>Architecture type:</a:t>
            </a:r>
            <a:endParaRPr lang="en-US" sz="8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800" b="1" dirty="0"/>
              <a:t>VCF on VxRail - </a:t>
            </a:r>
            <a:r>
              <a:rPr lang="en-US" sz="800" b="1" dirty="0">
                <a:highlight>
                  <a:srgbClr val="FFFF00"/>
                </a:highlight>
              </a:rPr>
              <a:t>Standard architecture</a:t>
            </a:r>
            <a:r>
              <a:rPr lang="en-US" sz="800" dirty="0">
                <a:highlight>
                  <a:srgbClr val="FFFF00"/>
                </a:highlight>
              </a:rPr>
              <a:t> </a:t>
            </a:r>
            <a:r>
              <a:rPr lang="en-US" sz="800" dirty="0"/>
              <a:t>(separate management and workload domains)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800" b="1" dirty="0"/>
              <a:t>Domain layout &amp; node count:</a:t>
            </a:r>
            <a:endParaRPr lang="en-US" sz="8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800" b="1" dirty="0"/>
              <a:t>Total nodes:</a:t>
            </a:r>
            <a:r>
              <a:rPr lang="en-US" sz="800" dirty="0"/>
              <a:t> 22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800" b="1" dirty="0"/>
              <a:t>Management domain:</a:t>
            </a:r>
            <a:r>
              <a:rPr lang="en-US" sz="800" dirty="0"/>
              <a:t> 4 nodes</a:t>
            </a:r>
            <a:br>
              <a:rPr lang="en-US" sz="800" dirty="0"/>
            </a:br>
            <a:r>
              <a:rPr lang="en-US" sz="800" dirty="0"/>
              <a:t>Hosts all core VCF management components (vCenter, NSX Manager, SDDC/VCF services, etc.)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800" b="1" dirty="0"/>
              <a:t>VI Workload domain:</a:t>
            </a:r>
            <a:r>
              <a:rPr lang="en-US" sz="800" dirty="0"/>
              <a:t> 18 nodes</a:t>
            </a:r>
          </a:p>
          <a:p>
            <a:pPr marL="1143000" lvl="2" indent="-228600">
              <a:buFont typeface="Arial" panose="020B0604020202020204" pitchFamily="34" charset="0"/>
              <a:buChar char="•"/>
            </a:pPr>
            <a:r>
              <a:rPr lang="en-US" sz="800" dirty="0"/>
              <a:t>Dedicated to customer / business workloads (VMs)</a:t>
            </a:r>
          </a:p>
        </p:txBody>
      </p:sp>
    </p:spTree>
    <p:extLst>
      <p:ext uri="{BB962C8B-B14F-4D97-AF65-F5344CB8AC3E}">
        <p14:creationId xmlns:p14="http://schemas.microsoft.com/office/powerpoint/2010/main" val="29482675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8B2124-E222-1803-5E5A-2A11E41162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A63E56C7-3F09-CC39-842D-3E158BC03BF2}"/>
              </a:ext>
            </a:extLst>
          </p:cNvPr>
          <p:cNvSpPr/>
          <p:nvPr/>
        </p:nvSpPr>
        <p:spPr>
          <a:xfrm>
            <a:off x="1321167" y="1265122"/>
            <a:ext cx="10697527" cy="1954374"/>
          </a:xfrm>
          <a:prstGeom prst="rect">
            <a:avLst/>
          </a:prstGeom>
          <a:solidFill>
            <a:schemeClr val="tx2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63BE2F-B231-D85C-CC0A-1BD154E7D0A7}"/>
              </a:ext>
            </a:extLst>
          </p:cNvPr>
          <p:cNvSpPr txBox="1"/>
          <p:nvPr/>
        </p:nvSpPr>
        <p:spPr>
          <a:xfrm>
            <a:off x="724604" y="271354"/>
            <a:ext cx="107427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Next Steps: Analyze Your Options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DFDFE22-2521-0CAB-5C3D-FC4C9E450C31}"/>
              </a:ext>
            </a:extLst>
          </p:cNvPr>
          <p:cNvSpPr/>
          <p:nvPr/>
        </p:nvSpPr>
        <p:spPr>
          <a:xfrm>
            <a:off x="842361" y="1014272"/>
            <a:ext cx="272064" cy="73484"/>
          </a:xfrm>
          <a:prstGeom prst="rect">
            <a:avLst/>
          </a:prstGeom>
          <a:solidFill>
            <a:srgbClr val="0074D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8" name="Graphic 37" descr="Fork In Road outline">
            <a:extLst>
              <a:ext uri="{FF2B5EF4-FFF2-40B4-BE49-F238E27FC236}">
                <a16:creationId xmlns:a16="http://schemas.microsoft.com/office/drawing/2014/main" id="{5B813437-520B-69DC-8AB0-519266A867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041693" y="137319"/>
            <a:ext cx="914400" cy="914400"/>
          </a:xfrm>
          <a:prstGeom prst="rect">
            <a:avLst/>
          </a:prstGeom>
        </p:spPr>
      </p:pic>
      <p:grpSp>
        <p:nvGrpSpPr>
          <p:cNvPr id="39" name="Group 38">
            <a:extLst>
              <a:ext uri="{FF2B5EF4-FFF2-40B4-BE49-F238E27FC236}">
                <a16:creationId xmlns:a16="http://schemas.microsoft.com/office/drawing/2014/main" id="{37D97877-DCA7-C786-FF32-E9E5736E1CE8}"/>
              </a:ext>
            </a:extLst>
          </p:cNvPr>
          <p:cNvGrpSpPr/>
          <p:nvPr/>
        </p:nvGrpSpPr>
        <p:grpSpPr>
          <a:xfrm>
            <a:off x="11059933" y="579813"/>
            <a:ext cx="883460" cy="215444"/>
            <a:chOff x="9109250" y="1038821"/>
            <a:chExt cx="1373613" cy="394502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89E6617-915F-0CE6-765E-297531A8D44E}"/>
                </a:ext>
              </a:extLst>
            </p:cNvPr>
            <p:cNvSpPr txBox="1"/>
            <p:nvPr/>
          </p:nvSpPr>
          <p:spPr>
            <a:xfrm>
              <a:off x="9196388" y="1038821"/>
              <a:ext cx="1207293" cy="394502"/>
            </a:xfrm>
            <a:prstGeom prst="rect">
              <a:avLst/>
            </a:prstGeom>
            <a:solidFill>
              <a:schemeClr val="tx2"/>
            </a:solidFill>
          </p:spPr>
          <p:txBody>
            <a:bodyPr wrap="square" lIns="0" rIns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1383D4"/>
                  </a:solidFill>
                  <a:effectLst/>
                  <a:uLnTx/>
                  <a:uFillTx/>
                  <a:latin typeface="Roboto Light" panose="02000000000000000000" pitchFamily="2" charset="0"/>
                  <a:ea typeface="Roboto Light" panose="02000000000000000000" pitchFamily="2" charset="0"/>
                  <a:cs typeface="+mn-cs"/>
                </a:rPr>
                <a:t>Analysis</a:t>
              </a: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1383D4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1" name="Graphic 40">
              <a:extLst>
                <a:ext uri="{FF2B5EF4-FFF2-40B4-BE49-F238E27FC236}">
                  <a16:creationId xmlns:a16="http://schemas.microsoft.com/office/drawing/2014/main" id="{8F01DFEA-62EF-C8B8-4943-5A0234A2CE4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t="54492" b="21585"/>
            <a:stretch/>
          </p:blipFill>
          <p:spPr>
            <a:xfrm>
              <a:off x="9109250" y="1070014"/>
              <a:ext cx="1373613" cy="328611"/>
            </a:xfrm>
            <a:prstGeom prst="rect">
              <a:avLst/>
            </a:prstGeom>
          </p:spPr>
        </p:pic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65CB0040-EC90-87A7-80F4-CA55EBAFB239}"/>
              </a:ext>
            </a:extLst>
          </p:cNvPr>
          <p:cNvSpPr/>
          <p:nvPr/>
        </p:nvSpPr>
        <p:spPr>
          <a:xfrm>
            <a:off x="1642125" y="2288387"/>
            <a:ext cx="2178844" cy="342900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273DD77D-BFFB-CB66-3119-2F3B39A8F584}"/>
              </a:ext>
            </a:extLst>
          </p:cNvPr>
          <p:cNvSpPr/>
          <p:nvPr/>
        </p:nvSpPr>
        <p:spPr>
          <a:xfrm>
            <a:off x="4273568" y="2288387"/>
            <a:ext cx="2178844" cy="342900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4BF74A52-E59C-031B-882C-8CBD9F13AA5A}"/>
              </a:ext>
            </a:extLst>
          </p:cNvPr>
          <p:cNvSpPr/>
          <p:nvPr/>
        </p:nvSpPr>
        <p:spPr>
          <a:xfrm>
            <a:off x="6908294" y="2288387"/>
            <a:ext cx="2178844" cy="342900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1B11E86B-8C06-8C0E-F87D-D63CEB6FAC85}"/>
              </a:ext>
            </a:extLst>
          </p:cNvPr>
          <p:cNvSpPr/>
          <p:nvPr/>
        </p:nvSpPr>
        <p:spPr>
          <a:xfrm>
            <a:off x="9547784" y="2285594"/>
            <a:ext cx="2178844" cy="342900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6274C3D-F3C8-E835-EF99-B584F604CA4D}"/>
              </a:ext>
            </a:extLst>
          </p:cNvPr>
          <p:cNvGrpSpPr/>
          <p:nvPr/>
        </p:nvGrpSpPr>
        <p:grpSpPr>
          <a:xfrm>
            <a:off x="1631010" y="2277809"/>
            <a:ext cx="2202433" cy="362011"/>
            <a:chOff x="1145818" y="3331724"/>
            <a:chExt cx="4150987" cy="68088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477139C-3F33-69DE-E76C-11E72DEBC5C4}"/>
                </a:ext>
              </a:extLst>
            </p:cNvPr>
            <p:cNvSpPr/>
            <p:nvPr/>
          </p:nvSpPr>
          <p:spPr>
            <a:xfrm>
              <a:off x="1668632" y="3354555"/>
              <a:ext cx="411155" cy="135536"/>
            </a:xfrm>
            <a:custGeom>
              <a:avLst/>
              <a:gdLst>
                <a:gd name="connsiteX0" fmla="*/ 236144 w 296965"/>
                <a:gd name="connsiteY0" fmla="*/ 109863 h 109862"/>
                <a:gd name="connsiteX1" fmla="*/ 67878 w 296965"/>
                <a:gd name="connsiteY1" fmla="*/ 109193 h 109862"/>
                <a:gd name="connsiteX2" fmla="*/ 0 w 296965"/>
                <a:gd name="connsiteY2" fmla="*/ 7704 h 109862"/>
                <a:gd name="connsiteX3" fmla="*/ 11677 w 296965"/>
                <a:gd name="connsiteY3" fmla="*/ 0 h 109862"/>
                <a:gd name="connsiteX4" fmla="*/ 75439 w 296965"/>
                <a:gd name="connsiteY4" fmla="*/ 95209 h 109862"/>
                <a:gd name="connsiteX5" fmla="*/ 228164 w 296965"/>
                <a:gd name="connsiteY5" fmla="*/ 95879 h 109862"/>
                <a:gd name="connsiteX6" fmla="*/ 284869 w 296965"/>
                <a:gd name="connsiteY6" fmla="*/ 251 h 109862"/>
                <a:gd name="connsiteX7" fmla="*/ 296966 w 296965"/>
                <a:gd name="connsiteY7" fmla="*/ 7453 h 109862"/>
                <a:gd name="connsiteX8" fmla="*/ 236144 w 296965"/>
                <a:gd name="connsiteY8" fmla="*/ 109863 h 109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965" h="109862">
                  <a:moveTo>
                    <a:pt x="236144" y="109863"/>
                  </a:moveTo>
                  <a:lnTo>
                    <a:pt x="67878" y="109193"/>
                  </a:lnTo>
                  <a:lnTo>
                    <a:pt x="0" y="7704"/>
                  </a:lnTo>
                  <a:lnTo>
                    <a:pt x="11677" y="0"/>
                  </a:lnTo>
                  <a:lnTo>
                    <a:pt x="75439" y="95209"/>
                  </a:lnTo>
                  <a:lnTo>
                    <a:pt x="228164" y="95879"/>
                  </a:lnTo>
                  <a:lnTo>
                    <a:pt x="284869" y="251"/>
                  </a:lnTo>
                  <a:lnTo>
                    <a:pt x="296966" y="7453"/>
                  </a:lnTo>
                  <a:lnTo>
                    <a:pt x="236144" y="109863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FF4A00A-0EC3-B451-A288-2893AB391A17}"/>
                </a:ext>
              </a:extLst>
            </p:cNvPr>
            <p:cNvSpPr/>
            <p:nvPr/>
          </p:nvSpPr>
          <p:spPr>
            <a:xfrm>
              <a:off x="2349510" y="3355278"/>
              <a:ext cx="398361" cy="134813"/>
            </a:xfrm>
            <a:custGeom>
              <a:avLst/>
              <a:gdLst>
                <a:gd name="connsiteX0" fmla="*/ 226904 w 287724"/>
                <a:gd name="connsiteY0" fmla="*/ 109277 h 109276"/>
                <a:gd name="connsiteX1" fmla="*/ 53765 w 287724"/>
                <a:gd name="connsiteY1" fmla="*/ 109277 h 109276"/>
                <a:gd name="connsiteX2" fmla="*/ 0 w 287724"/>
                <a:gd name="connsiteY2" fmla="*/ 6531 h 109276"/>
                <a:gd name="connsiteX3" fmla="*/ 12433 w 287724"/>
                <a:gd name="connsiteY3" fmla="*/ 0 h 109276"/>
                <a:gd name="connsiteX4" fmla="*/ 62249 w 287724"/>
                <a:gd name="connsiteY4" fmla="*/ 95293 h 109276"/>
                <a:gd name="connsiteX5" fmla="*/ 218923 w 287724"/>
                <a:gd name="connsiteY5" fmla="*/ 95293 h 109276"/>
                <a:gd name="connsiteX6" fmla="*/ 275712 w 287724"/>
                <a:gd name="connsiteY6" fmla="*/ 335 h 109276"/>
                <a:gd name="connsiteX7" fmla="*/ 287725 w 287724"/>
                <a:gd name="connsiteY7" fmla="*/ 7453 h 109276"/>
                <a:gd name="connsiteX8" fmla="*/ 226904 w 287724"/>
                <a:gd name="connsiteY8" fmla="*/ 109277 h 10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724" h="109276">
                  <a:moveTo>
                    <a:pt x="226904" y="109277"/>
                  </a:moveTo>
                  <a:lnTo>
                    <a:pt x="53765" y="109277"/>
                  </a:lnTo>
                  <a:lnTo>
                    <a:pt x="0" y="6531"/>
                  </a:lnTo>
                  <a:lnTo>
                    <a:pt x="12433" y="0"/>
                  </a:lnTo>
                  <a:lnTo>
                    <a:pt x="62249" y="95293"/>
                  </a:lnTo>
                  <a:lnTo>
                    <a:pt x="218923" y="95293"/>
                  </a:lnTo>
                  <a:lnTo>
                    <a:pt x="275712" y="335"/>
                  </a:lnTo>
                  <a:lnTo>
                    <a:pt x="287725" y="7453"/>
                  </a:lnTo>
                  <a:lnTo>
                    <a:pt x="226904" y="10927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7D81AAB-F30B-46C9-5BFF-B3475E0F053F}"/>
                </a:ext>
              </a:extLst>
            </p:cNvPr>
            <p:cNvSpPr/>
            <p:nvPr/>
          </p:nvSpPr>
          <p:spPr>
            <a:xfrm>
              <a:off x="3008058" y="3355795"/>
              <a:ext cx="410690" cy="135020"/>
            </a:xfrm>
            <a:custGeom>
              <a:avLst/>
              <a:gdLst>
                <a:gd name="connsiteX0" fmla="*/ 240345 w 296629"/>
                <a:gd name="connsiteY0" fmla="*/ 109444 h 109444"/>
                <a:gd name="connsiteX1" fmla="*/ 58217 w 296629"/>
                <a:gd name="connsiteY1" fmla="*/ 109444 h 109444"/>
                <a:gd name="connsiteX2" fmla="*/ 0 w 296629"/>
                <a:gd name="connsiteY2" fmla="*/ 6950 h 109444"/>
                <a:gd name="connsiteX3" fmla="*/ 12181 w 296629"/>
                <a:gd name="connsiteY3" fmla="*/ 0 h 109444"/>
                <a:gd name="connsiteX4" fmla="*/ 66450 w 296629"/>
                <a:gd name="connsiteY4" fmla="*/ 95460 h 109444"/>
                <a:gd name="connsiteX5" fmla="*/ 232028 w 296629"/>
                <a:gd name="connsiteY5" fmla="*/ 95460 h 109444"/>
                <a:gd name="connsiteX6" fmla="*/ 284281 w 296629"/>
                <a:gd name="connsiteY6" fmla="*/ 167 h 109444"/>
                <a:gd name="connsiteX7" fmla="*/ 296630 w 296629"/>
                <a:gd name="connsiteY7" fmla="*/ 6866 h 109444"/>
                <a:gd name="connsiteX8" fmla="*/ 240345 w 296629"/>
                <a:gd name="connsiteY8" fmla="*/ 109444 h 10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629" h="109444">
                  <a:moveTo>
                    <a:pt x="240345" y="109444"/>
                  </a:moveTo>
                  <a:lnTo>
                    <a:pt x="58217" y="109444"/>
                  </a:lnTo>
                  <a:lnTo>
                    <a:pt x="0" y="6950"/>
                  </a:lnTo>
                  <a:lnTo>
                    <a:pt x="12181" y="0"/>
                  </a:lnTo>
                  <a:lnTo>
                    <a:pt x="66450" y="95460"/>
                  </a:lnTo>
                  <a:lnTo>
                    <a:pt x="232028" y="95460"/>
                  </a:lnTo>
                  <a:lnTo>
                    <a:pt x="284281" y="167"/>
                  </a:lnTo>
                  <a:lnTo>
                    <a:pt x="296630" y="6866"/>
                  </a:lnTo>
                  <a:lnTo>
                    <a:pt x="240345" y="10944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E0EBFE2-E5D5-8593-AC2D-CAB5AD3E255F}"/>
                </a:ext>
              </a:extLst>
            </p:cNvPr>
            <p:cNvSpPr/>
            <p:nvPr/>
          </p:nvSpPr>
          <p:spPr>
            <a:xfrm>
              <a:off x="3682191" y="3356001"/>
              <a:ext cx="400920" cy="134813"/>
            </a:xfrm>
            <a:custGeom>
              <a:avLst/>
              <a:gdLst>
                <a:gd name="connsiteX0" fmla="*/ 228752 w 289573"/>
                <a:gd name="connsiteY0" fmla="*/ 109277 h 109276"/>
                <a:gd name="connsiteX1" fmla="*/ 55697 w 289573"/>
                <a:gd name="connsiteY1" fmla="*/ 109277 h 109276"/>
                <a:gd name="connsiteX2" fmla="*/ 0 w 289573"/>
                <a:gd name="connsiteY2" fmla="*/ 6615 h 109276"/>
                <a:gd name="connsiteX3" fmla="*/ 12349 w 289573"/>
                <a:gd name="connsiteY3" fmla="*/ 0 h 109276"/>
                <a:gd name="connsiteX4" fmla="*/ 64014 w 289573"/>
                <a:gd name="connsiteY4" fmla="*/ 95293 h 109276"/>
                <a:gd name="connsiteX5" fmla="*/ 220771 w 289573"/>
                <a:gd name="connsiteY5" fmla="*/ 95293 h 109276"/>
                <a:gd name="connsiteX6" fmla="*/ 277560 w 289573"/>
                <a:gd name="connsiteY6" fmla="*/ 335 h 109276"/>
                <a:gd name="connsiteX7" fmla="*/ 289573 w 289573"/>
                <a:gd name="connsiteY7" fmla="*/ 7536 h 109276"/>
                <a:gd name="connsiteX8" fmla="*/ 228752 w 289573"/>
                <a:gd name="connsiteY8" fmla="*/ 109277 h 10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9573" h="109276">
                  <a:moveTo>
                    <a:pt x="228752" y="109277"/>
                  </a:moveTo>
                  <a:lnTo>
                    <a:pt x="55697" y="109277"/>
                  </a:lnTo>
                  <a:lnTo>
                    <a:pt x="0" y="6615"/>
                  </a:lnTo>
                  <a:lnTo>
                    <a:pt x="12349" y="0"/>
                  </a:lnTo>
                  <a:lnTo>
                    <a:pt x="64014" y="95293"/>
                  </a:lnTo>
                  <a:lnTo>
                    <a:pt x="220771" y="95293"/>
                  </a:lnTo>
                  <a:lnTo>
                    <a:pt x="277560" y="335"/>
                  </a:lnTo>
                  <a:lnTo>
                    <a:pt x="289573" y="7536"/>
                  </a:lnTo>
                  <a:lnTo>
                    <a:pt x="228752" y="10927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DFA2D74-5095-1F22-32F6-CAA4E5322948}"/>
                </a:ext>
              </a:extLst>
            </p:cNvPr>
            <p:cNvSpPr/>
            <p:nvPr/>
          </p:nvSpPr>
          <p:spPr>
            <a:xfrm>
              <a:off x="4343413" y="3356517"/>
              <a:ext cx="404526" cy="135122"/>
            </a:xfrm>
            <a:custGeom>
              <a:avLst/>
              <a:gdLst>
                <a:gd name="connsiteX0" fmla="*/ 235808 w 292177"/>
                <a:gd name="connsiteY0" fmla="*/ 109528 h 109527"/>
                <a:gd name="connsiteX1" fmla="*/ 60821 w 292177"/>
                <a:gd name="connsiteY1" fmla="*/ 109528 h 109527"/>
                <a:gd name="connsiteX2" fmla="*/ 0 w 292177"/>
                <a:gd name="connsiteY2" fmla="*/ 7118 h 109527"/>
                <a:gd name="connsiteX3" fmla="*/ 12097 w 292177"/>
                <a:gd name="connsiteY3" fmla="*/ 0 h 109527"/>
                <a:gd name="connsiteX4" fmla="*/ 68802 w 292177"/>
                <a:gd name="connsiteY4" fmla="*/ 95544 h 109527"/>
                <a:gd name="connsiteX5" fmla="*/ 227492 w 292177"/>
                <a:gd name="connsiteY5" fmla="*/ 95544 h 109527"/>
                <a:gd name="connsiteX6" fmla="*/ 279828 w 292177"/>
                <a:gd name="connsiteY6" fmla="*/ 167 h 109527"/>
                <a:gd name="connsiteX7" fmla="*/ 292177 w 292177"/>
                <a:gd name="connsiteY7" fmla="*/ 6866 h 109527"/>
                <a:gd name="connsiteX8" fmla="*/ 235808 w 292177"/>
                <a:gd name="connsiteY8" fmla="*/ 109528 h 10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177" h="109527">
                  <a:moveTo>
                    <a:pt x="235808" y="109528"/>
                  </a:moveTo>
                  <a:lnTo>
                    <a:pt x="60821" y="109528"/>
                  </a:lnTo>
                  <a:lnTo>
                    <a:pt x="0" y="7118"/>
                  </a:lnTo>
                  <a:lnTo>
                    <a:pt x="12097" y="0"/>
                  </a:lnTo>
                  <a:lnTo>
                    <a:pt x="68802" y="95544"/>
                  </a:lnTo>
                  <a:lnTo>
                    <a:pt x="227492" y="95544"/>
                  </a:lnTo>
                  <a:lnTo>
                    <a:pt x="279828" y="167"/>
                  </a:lnTo>
                  <a:lnTo>
                    <a:pt x="292177" y="6866"/>
                  </a:lnTo>
                  <a:lnTo>
                    <a:pt x="235808" y="109528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788564-7B2B-5884-11BB-B65EA99D3FE0}"/>
                </a:ext>
              </a:extLst>
            </p:cNvPr>
            <p:cNvSpPr/>
            <p:nvPr/>
          </p:nvSpPr>
          <p:spPr>
            <a:xfrm>
              <a:off x="1646185" y="3476661"/>
              <a:ext cx="132942" cy="510430"/>
            </a:xfrm>
            <a:custGeom>
              <a:avLst/>
              <a:gdLst>
                <a:gd name="connsiteX0" fmla="*/ 28142 w 96020"/>
                <a:gd name="connsiteY0" fmla="*/ 413744 h 413743"/>
                <a:gd name="connsiteX1" fmla="*/ 15961 w 96020"/>
                <a:gd name="connsiteY1" fmla="*/ 406710 h 413743"/>
                <a:gd name="connsiteX2" fmla="*/ 79807 w 96020"/>
                <a:gd name="connsiteY2" fmla="*/ 297685 h 413743"/>
                <a:gd name="connsiteX3" fmla="*/ 0 w 96020"/>
                <a:gd name="connsiteY3" fmla="*/ 158011 h 413743"/>
                <a:gd name="connsiteX4" fmla="*/ 81655 w 96020"/>
                <a:gd name="connsiteY4" fmla="*/ 0 h 413743"/>
                <a:gd name="connsiteX5" fmla="*/ 94172 w 96020"/>
                <a:gd name="connsiteY5" fmla="*/ 6448 h 413743"/>
                <a:gd name="connsiteX6" fmla="*/ 15961 w 96020"/>
                <a:gd name="connsiteY6" fmla="*/ 157677 h 413743"/>
                <a:gd name="connsiteX7" fmla="*/ 96020 w 96020"/>
                <a:gd name="connsiteY7" fmla="*/ 297768 h 413743"/>
                <a:gd name="connsiteX8" fmla="*/ 28142 w 96020"/>
                <a:gd name="connsiteY8" fmla="*/ 413744 h 41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020" h="413743">
                  <a:moveTo>
                    <a:pt x="28142" y="413744"/>
                  </a:moveTo>
                  <a:lnTo>
                    <a:pt x="15961" y="406710"/>
                  </a:lnTo>
                  <a:lnTo>
                    <a:pt x="79807" y="297685"/>
                  </a:lnTo>
                  <a:lnTo>
                    <a:pt x="0" y="158011"/>
                  </a:lnTo>
                  <a:lnTo>
                    <a:pt x="81655" y="0"/>
                  </a:lnTo>
                  <a:lnTo>
                    <a:pt x="94172" y="6448"/>
                  </a:lnTo>
                  <a:lnTo>
                    <a:pt x="15961" y="157677"/>
                  </a:lnTo>
                  <a:lnTo>
                    <a:pt x="96020" y="297768"/>
                  </a:lnTo>
                  <a:lnTo>
                    <a:pt x="28142" y="41374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EF00C84-6ADB-3DA5-7223-1E2B0C581D24}"/>
                </a:ext>
              </a:extLst>
            </p:cNvPr>
            <p:cNvSpPr/>
            <p:nvPr/>
          </p:nvSpPr>
          <p:spPr>
            <a:xfrm>
              <a:off x="1977667" y="3477384"/>
              <a:ext cx="136780" cy="510843"/>
            </a:xfrm>
            <a:custGeom>
              <a:avLst/>
              <a:gdLst>
                <a:gd name="connsiteX0" fmla="*/ 75186 w 98792"/>
                <a:gd name="connsiteY0" fmla="*/ 414079 h 414078"/>
                <a:gd name="connsiteX1" fmla="*/ 0 w 98792"/>
                <a:gd name="connsiteY1" fmla="*/ 297350 h 414078"/>
                <a:gd name="connsiteX2" fmla="*/ 82663 w 98792"/>
                <a:gd name="connsiteY2" fmla="*/ 157090 h 414078"/>
                <a:gd name="connsiteX3" fmla="*/ 2688 w 98792"/>
                <a:gd name="connsiteY3" fmla="*/ 6615 h 414078"/>
                <a:gd name="connsiteX4" fmla="*/ 15121 w 98792"/>
                <a:gd name="connsiteY4" fmla="*/ 0 h 414078"/>
                <a:gd name="connsiteX5" fmla="*/ 98793 w 98792"/>
                <a:gd name="connsiteY5" fmla="*/ 157425 h 414078"/>
                <a:gd name="connsiteX6" fmla="*/ 16549 w 98792"/>
                <a:gd name="connsiteY6" fmla="*/ 297015 h 414078"/>
                <a:gd name="connsiteX7" fmla="*/ 87032 w 98792"/>
                <a:gd name="connsiteY7" fmla="*/ 406459 h 414078"/>
                <a:gd name="connsiteX8" fmla="*/ 75186 w 98792"/>
                <a:gd name="connsiteY8" fmla="*/ 414079 h 41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92" h="414078">
                  <a:moveTo>
                    <a:pt x="75186" y="414079"/>
                  </a:moveTo>
                  <a:lnTo>
                    <a:pt x="0" y="297350"/>
                  </a:lnTo>
                  <a:lnTo>
                    <a:pt x="82663" y="157090"/>
                  </a:lnTo>
                  <a:lnTo>
                    <a:pt x="2688" y="6615"/>
                  </a:lnTo>
                  <a:lnTo>
                    <a:pt x="15121" y="0"/>
                  </a:lnTo>
                  <a:lnTo>
                    <a:pt x="98793" y="157425"/>
                  </a:lnTo>
                  <a:lnTo>
                    <a:pt x="16549" y="297015"/>
                  </a:lnTo>
                  <a:lnTo>
                    <a:pt x="87032" y="406459"/>
                  </a:lnTo>
                  <a:lnTo>
                    <a:pt x="75186" y="41407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D32C91F-BA23-7D5E-55F0-76DBF1881EC8}"/>
                </a:ext>
              </a:extLst>
            </p:cNvPr>
            <p:cNvSpPr/>
            <p:nvPr/>
          </p:nvSpPr>
          <p:spPr>
            <a:xfrm>
              <a:off x="1767844" y="3835337"/>
              <a:ext cx="221220" cy="17252"/>
            </a:xfrm>
            <a:custGeom>
              <a:avLst/>
              <a:gdLst>
                <a:gd name="connsiteX0" fmla="*/ 0 w 159781"/>
                <a:gd name="connsiteY0" fmla="*/ 0 h 13984"/>
                <a:gd name="connsiteX1" fmla="*/ 159782 w 159781"/>
                <a:gd name="connsiteY1" fmla="*/ 0 h 13984"/>
                <a:gd name="connsiteX2" fmla="*/ 159782 w 159781"/>
                <a:gd name="connsiteY2" fmla="*/ 13984 h 13984"/>
                <a:gd name="connsiteX3" fmla="*/ 0 w 159781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781" h="13984">
                  <a:moveTo>
                    <a:pt x="0" y="0"/>
                  </a:moveTo>
                  <a:lnTo>
                    <a:pt x="159782" y="0"/>
                  </a:lnTo>
                  <a:lnTo>
                    <a:pt x="159782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8652BAE-17CC-BA43-483E-93AB891AEF16}"/>
                </a:ext>
              </a:extLst>
            </p:cNvPr>
            <p:cNvSpPr/>
            <p:nvPr/>
          </p:nvSpPr>
          <p:spPr>
            <a:xfrm>
              <a:off x="1571397" y="3662714"/>
              <a:ext cx="85836" cy="17252"/>
            </a:xfrm>
            <a:custGeom>
              <a:avLst/>
              <a:gdLst>
                <a:gd name="connsiteX0" fmla="*/ 0 w 61997"/>
                <a:gd name="connsiteY0" fmla="*/ 0 h 13984"/>
                <a:gd name="connsiteX1" fmla="*/ 61997 w 61997"/>
                <a:gd name="connsiteY1" fmla="*/ 0 h 13984"/>
                <a:gd name="connsiteX2" fmla="*/ 61997 w 61997"/>
                <a:gd name="connsiteY2" fmla="*/ 13984 h 13984"/>
                <a:gd name="connsiteX3" fmla="*/ 0 w 6199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97" h="13984">
                  <a:moveTo>
                    <a:pt x="0" y="0"/>
                  </a:moveTo>
                  <a:lnTo>
                    <a:pt x="61997" y="0"/>
                  </a:lnTo>
                  <a:lnTo>
                    <a:pt x="61997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F35AB09-9A62-57B1-7037-18AFE066890E}"/>
                </a:ext>
              </a:extLst>
            </p:cNvPr>
            <p:cNvSpPr/>
            <p:nvPr/>
          </p:nvSpPr>
          <p:spPr>
            <a:xfrm>
              <a:off x="2309965" y="3477488"/>
              <a:ext cx="130034" cy="510017"/>
            </a:xfrm>
            <a:custGeom>
              <a:avLst/>
              <a:gdLst>
                <a:gd name="connsiteX0" fmla="*/ 34023 w 93920"/>
                <a:gd name="connsiteY0" fmla="*/ 413409 h 413408"/>
                <a:gd name="connsiteX1" fmla="*/ 21506 w 93920"/>
                <a:gd name="connsiteY1" fmla="*/ 406961 h 413408"/>
                <a:gd name="connsiteX2" fmla="*/ 77959 w 93920"/>
                <a:gd name="connsiteY2" fmla="*/ 297182 h 413408"/>
                <a:gd name="connsiteX3" fmla="*/ 0 w 93920"/>
                <a:gd name="connsiteY3" fmla="*/ 157342 h 413408"/>
                <a:gd name="connsiteX4" fmla="*/ 80311 w 93920"/>
                <a:gd name="connsiteY4" fmla="*/ 0 h 413408"/>
                <a:gd name="connsiteX5" fmla="*/ 92828 w 93920"/>
                <a:gd name="connsiteY5" fmla="*/ 6364 h 413408"/>
                <a:gd name="connsiteX6" fmla="*/ 15877 w 93920"/>
                <a:gd name="connsiteY6" fmla="*/ 157007 h 413408"/>
                <a:gd name="connsiteX7" fmla="*/ 93920 w 93920"/>
                <a:gd name="connsiteY7" fmla="*/ 296931 h 413408"/>
                <a:gd name="connsiteX8" fmla="*/ 34023 w 93920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920" h="413408">
                  <a:moveTo>
                    <a:pt x="34023" y="413409"/>
                  </a:moveTo>
                  <a:lnTo>
                    <a:pt x="21506" y="406961"/>
                  </a:lnTo>
                  <a:lnTo>
                    <a:pt x="77959" y="297182"/>
                  </a:lnTo>
                  <a:lnTo>
                    <a:pt x="0" y="157342"/>
                  </a:lnTo>
                  <a:lnTo>
                    <a:pt x="80311" y="0"/>
                  </a:lnTo>
                  <a:lnTo>
                    <a:pt x="92828" y="6364"/>
                  </a:lnTo>
                  <a:lnTo>
                    <a:pt x="15877" y="157007"/>
                  </a:lnTo>
                  <a:lnTo>
                    <a:pt x="93920" y="296931"/>
                  </a:lnTo>
                  <a:lnTo>
                    <a:pt x="34023" y="4134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8490A9A-BF03-A933-4444-32EFBC9AC9E7}"/>
                </a:ext>
              </a:extLst>
            </p:cNvPr>
            <p:cNvSpPr/>
            <p:nvPr/>
          </p:nvSpPr>
          <p:spPr>
            <a:xfrm>
              <a:off x="2646101" y="3477488"/>
              <a:ext cx="132709" cy="510017"/>
            </a:xfrm>
            <a:custGeom>
              <a:avLst/>
              <a:gdLst>
                <a:gd name="connsiteX0" fmla="*/ 60569 w 95852"/>
                <a:gd name="connsiteY0" fmla="*/ 413409 h 413408"/>
                <a:gd name="connsiteX1" fmla="*/ 0 w 95852"/>
                <a:gd name="connsiteY1" fmla="*/ 296931 h 413408"/>
                <a:gd name="connsiteX2" fmla="*/ 79891 w 95852"/>
                <a:gd name="connsiteY2" fmla="*/ 157593 h 413408"/>
                <a:gd name="connsiteX3" fmla="*/ 2436 w 95852"/>
                <a:gd name="connsiteY3" fmla="*/ 6364 h 413408"/>
                <a:gd name="connsiteX4" fmla="*/ 14953 w 95852"/>
                <a:gd name="connsiteY4" fmla="*/ 0 h 413408"/>
                <a:gd name="connsiteX5" fmla="*/ 95852 w 95852"/>
                <a:gd name="connsiteY5" fmla="*/ 158012 h 413408"/>
                <a:gd name="connsiteX6" fmla="*/ 16045 w 95852"/>
                <a:gd name="connsiteY6" fmla="*/ 297266 h 413408"/>
                <a:gd name="connsiteX7" fmla="*/ 73086 w 95852"/>
                <a:gd name="connsiteY7" fmla="*/ 406961 h 413408"/>
                <a:gd name="connsiteX8" fmla="*/ 60569 w 95852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852" h="413408">
                  <a:moveTo>
                    <a:pt x="60569" y="413409"/>
                  </a:moveTo>
                  <a:lnTo>
                    <a:pt x="0" y="296931"/>
                  </a:lnTo>
                  <a:lnTo>
                    <a:pt x="79891" y="157593"/>
                  </a:lnTo>
                  <a:lnTo>
                    <a:pt x="2436" y="6364"/>
                  </a:lnTo>
                  <a:lnTo>
                    <a:pt x="14953" y="0"/>
                  </a:lnTo>
                  <a:lnTo>
                    <a:pt x="95852" y="158012"/>
                  </a:lnTo>
                  <a:lnTo>
                    <a:pt x="16045" y="297266"/>
                  </a:lnTo>
                  <a:lnTo>
                    <a:pt x="73086" y="406961"/>
                  </a:lnTo>
                  <a:lnTo>
                    <a:pt x="60569" y="4134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20072E1-B3E0-0BF5-2421-FC19FA8C4C1B}"/>
                </a:ext>
              </a:extLst>
            </p:cNvPr>
            <p:cNvSpPr/>
            <p:nvPr/>
          </p:nvSpPr>
          <p:spPr>
            <a:xfrm>
              <a:off x="2428950" y="3835337"/>
              <a:ext cx="228316" cy="17252"/>
            </a:xfrm>
            <a:custGeom>
              <a:avLst/>
              <a:gdLst>
                <a:gd name="connsiteX0" fmla="*/ 0 w 164906"/>
                <a:gd name="connsiteY0" fmla="*/ 0 h 13984"/>
                <a:gd name="connsiteX1" fmla="*/ 164906 w 164906"/>
                <a:gd name="connsiteY1" fmla="*/ 0 h 13984"/>
                <a:gd name="connsiteX2" fmla="*/ 164906 w 164906"/>
                <a:gd name="connsiteY2" fmla="*/ 13984 h 13984"/>
                <a:gd name="connsiteX3" fmla="*/ 0 w 16490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906" h="13984">
                  <a:moveTo>
                    <a:pt x="0" y="0"/>
                  </a:moveTo>
                  <a:lnTo>
                    <a:pt x="164906" y="0"/>
                  </a:lnTo>
                  <a:lnTo>
                    <a:pt x="164906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C537136-6E5D-53B8-6D43-13922FF36532}"/>
                </a:ext>
              </a:extLst>
            </p:cNvPr>
            <p:cNvSpPr/>
            <p:nvPr/>
          </p:nvSpPr>
          <p:spPr>
            <a:xfrm>
              <a:off x="2103282" y="3662714"/>
              <a:ext cx="217615" cy="17252"/>
            </a:xfrm>
            <a:custGeom>
              <a:avLst/>
              <a:gdLst>
                <a:gd name="connsiteX0" fmla="*/ 0 w 157177"/>
                <a:gd name="connsiteY0" fmla="*/ 0 h 13984"/>
                <a:gd name="connsiteX1" fmla="*/ 157178 w 157177"/>
                <a:gd name="connsiteY1" fmla="*/ 0 h 13984"/>
                <a:gd name="connsiteX2" fmla="*/ 157178 w 157177"/>
                <a:gd name="connsiteY2" fmla="*/ 13984 h 13984"/>
                <a:gd name="connsiteX3" fmla="*/ 0 w 15717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177" h="13984">
                  <a:moveTo>
                    <a:pt x="0" y="0"/>
                  </a:moveTo>
                  <a:lnTo>
                    <a:pt x="157178" y="0"/>
                  </a:lnTo>
                  <a:lnTo>
                    <a:pt x="157178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0A4D7B7-827B-4C92-81D6-BD2DC2E1FBA3}"/>
                </a:ext>
              </a:extLst>
            </p:cNvPr>
            <p:cNvSpPr/>
            <p:nvPr/>
          </p:nvSpPr>
          <p:spPr>
            <a:xfrm>
              <a:off x="2767762" y="3663541"/>
              <a:ext cx="214824" cy="17252"/>
            </a:xfrm>
            <a:custGeom>
              <a:avLst/>
              <a:gdLst>
                <a:gd name="connsiteX0" fmla="*/ 0 w 155161"/>
                <a:gd name="connsiteY0" fmla="*/ 0 h 13984"/>
                <a:gd name="connsiteX1" fmla="*/ 155161 w 155161"/>
                <a:gd name="connsiteY1" fmla="*/ 0 h 13984"/>
                <a:gd name="connsiteX2" fmla="*/ 155161 w 155161"/>
                <a:gd name="connsiteY2" fmla="*/ 13984 h 13984"/>
                <a:gd name="connsiteX3" fmla="*/ 0 w 155161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161" h="13984">
                  <a:moveTo>
                    <a:pt x="0" y="0"/>
                  </a:moveTo>
                  <a:lnTo>
                    <a:pt x="155161" y="0"/>
                  </a:lnTo>
                  <a:lnTo>
                    <a:pt x="155161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F9F02E87-0087-1778-C52E-495D4CC3DCFE}"/>
                </a:ext>
              </a:extLst>
            </p:cNvPr>
            <p:cNvSpPr/>
            <p:nvPr/>
          </p:nvSpPr>
          <p:spPr>
            <a:xfrm rot="17842201">
              <a:off x="3004574" y="3524926"/>
              <a:ext cx="118459" cy="19361"/>
            </a:xfrm>
            <a:custGeom>
              <a:avLst/>
              <a:gdLst>
                <a:gd name="connsiteX0" fmla="*/ 0 w 96020"/>
                <a:gd name="connsiteY0" fmla="*/ 0 h 13984"/>
                <a:gd name="connsiteX1" fmla="*/ 96020 w 96020"/>
                <a:gd name="connsiteY1" fmla="*/ 0 h 13984"/>
                <a:gd name="connsiteX2" fmla="*/ 96020 w 96020"/>
                <a:gd name="connsiteY2" fmla="*/ 13984 h 13984"/>
                <a:gd name="connsiteX3" fmla="*/ 0 w 96020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020" h="13984">
                  <a:moveTo>
                    <a:pt x="0" y="0"/>
                  </a:moveTo>
                  <a:lnTo>
                    <a:pt x="96020" y="0"/>
                  </a:lnTo>
                  <a:lnTo>
                    <a:pt x="96020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B37AB4B-01AC-46DE-781F-25B85AF0E259}"/>
                </a:ext>
              </a:extLst>
            </p:cNvPr>
            <p:cNvSpPr/>
            <p:nvPr/>
          </p:nvSpPr>
          <p:spPr>
            <a:xfrm rot="20031600">
              <a:off x="3354501" y="3476092"/>
              <a:ext cx="19423" cy="117664"/>
            </a:xfrm>
            <a:custGeom>
              <a:avLst/>
              <a:gdLst>
                <a:gd name="connsiteX0" fmla="*/ 0 w 14029"/>
                <a:gd name="connsiteY0" fmla="*/ 0 h 95376"/>
                <a:gd name="connsiteX1" fmla="*/ 14029 w 14029"/>
                <a:gd name="connsiteY1" fmla="*/ 0 h 95376"/>
                <a:gd name="connsiteX2" fmla="*/ 14029 w 14029"/>
                <a:gd name="connsiteY2" fmla="*/ 95376 h 95376"/>
                <a:gd name="connsiteX3" fmla="*/ 0 w 14029"/>
                <a:gd name="connsiteY3" fmla="*/ 95376 h 95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95376">
                  <a:moveTo>
                    <a:pt x="0" y="0"/>
                  </a:moveTo>
                  <a:lnTo>
                    <a:pt x="14029" y="0"/>
                  </a:lnTo>
                  <a:lnTo>
                    <a:pt x="14029" y="95376"/>
                  </a:lnTo>
                  <a:lnTo>
                    <a:pt x="0" y="95376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02172D7-224D-5075-E649-4E6AC20F91EB}"/>
                </a:ext>
              </a:extLst>
            </p:cNvPr>
            <p:cNvSpPr/>
            <p:nvPr/>
          </p:nvSpPr>
          <p:spPr>
            <a:xfrm>
              <a:off x="3007128" y="3742983"/>
              <a:ext cx="111075" cy="244937"/>
            </a:xfrm>
            <a:custGeom>
              <a:avLst/>
              <a:gdLst>
                <a:gd name="connsiteX0" fmla="*/ 12181 w 80226"/>
                <a:gd name="connsiteY0" fmla="*/ 198540 h 198540"/>
                <a:gd name="connsiteX1" fmla="*/ 0 w 80226"/>
                <a:gd name="connsiteY1" fmla="*/ 191423 h 198540"/>
                <a:gd name="connsiteX2" fmla="*/ 63678 w 80226"/>
                <a:gd name="connsiteY2" fmla="*/ 82732 h 198540"/>
                <a:gd name="connsiteX3" fmla="*/ 13105 w 80226"/>
                <a:gd name="connsiteY3" fmla="*/ 7871 h 198540"/>
                <a:gd name="connsiteX4" fmla="*/ 24698 w 80226"/>
                <a:gd name="connsiteY4" fmla="*/ 0 h 198540"/>
                <a:gd name="connsiteX5" fmla="*/ 80227 w 80226"/>
                <a:gd name="connsiteY5" fmla="*/ 82230 h 198540"/>
                <a:gd name="connsiteX6" fmla="*/ 12181 w 80226"/>
                <a:gd name="connsiteY6" fmla="*/ 198540 h 19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26" h="198540">
                  <a:moveTo>
                    <a:pt x="12181" y="198540"/>
                  </a:moveTo>
                  <a:lnTo>
                    <a:pt x="0" y="191423"/>
                  </a:lnTo>
                  <a:lnTo>
                    <a:pt x="63678" y="82732"/>
                  </a:lnTo>
                  <a:lnTo>
                    <a:pt x="13105" y="7871"/>
                  </a:lnTo>
                  <a:lnTo>
                    <a:pt x="24698" y="0"/>
                  </a:lnTo>
                  <a:lnTo>
                    <a:pt x="80227" y="82230"/>
                  </a:lnTo>
                  <a:lnTo>
                    <a:pt x="12181" y="19854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3154E1C-1D92-09D0-31C0-436DF1C4AAA5}"/>
                </a:ext>
              </a:extLst>
            </p:cNvPr>
            <p:cNvSpPr/>
            <p:nvPr/>
          </p:nvSpPr>
          <p:spPr>
            <a:xfrm>
              <a:off x="3324188" y="3743808"/>
              <a:ext cx="93977" cy="244212"/>
            </a:xfrm>
            <a:custGeom>
              <a:avLst/>
              <a:gdLst>
                <a:gd name="connsiteX0" fmla="*/ 55109 w 67877"/>
                <a:gd name="connsiteY0" fmla="*/ 197954 h 197953"/>
                <a:gd name="connsiteX1" fmla="*/ 0 w 67877"/>
                <a:gd name="connsiteY1" fmla="*/ 81643 h 197953"/>
                <a:gd name="connsiteX2" fmla="*/ 43852 w 67877"/>
                <a:gd name="connsiteY2" fmla="*/ 0 h 197953"/>
                <a:gd name="connsiteX3" fmla="*/ 56201 w 67877"/>
                <a:gd name="connsiteY3" fmla="*/ 6531 h 197953"/>
                <a:gd name="connsiteX4" fmla="*/ 15709 w 67877"/>
                <a:gd name="connsiteY4" fmla="*/ 82062 h 197953"/>
                <a:gd name="connsiteX5" fmla="*/ 67878 w 67877"/>
                <a:gd name="connsiteY5" fmla="*/ 191925 h 197953"/>
                <a:gd name="connsiteX6" fmla="*/ 55109 w 67877"/>
                <a:gd name="connsiteY6" fmla="*/ 197954 h 19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77" h="197953">
                  <a:moveTo>
                    <a:pt x="55109" y="197954"/>
                  </a:moveTo>
                  <a:lnTo>
                    <a:pt x="0" y="81643"/>
                  </a:lnTo>
                  <a:lnTo>
                    <a:pt x="43852" y="0"/>
                  </a:lnTo>
                  <a:lnTo>
                    <a:pt x="56201" y="6531"/>
                  </a:lnTo>
                  <a:lnTo>
                    <a:pt x="15709" y="82062"/>
                  </a:lnTo>
                  <a:lnTo>
                    <a:pt x="67878" y="191925"/>
                  </a:lnTo>
                  <a:lnTo>
                    <a:pt x="55109" y="19795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D0CDD3AF-370F-3F6A-FA00-A640C8A707F9}"/>
                </a:ext>
              </a:extLst>
            </p:cNvPr>
            <p:cNvSpPr/>
            <p:nvPr/>
          </p:nvSpPr>
          <p:spPr>
            <a:xfrm>
              <a:off x="3106805" y="3836163"/>
              <a:ext cx="228316" cy="17252"/>
            </a:xfrm>
            <a:custGeom>
              <a:avLst/>
              <a:gdLst>
                <a:gd name="connsiteX0" fmla="*/ 0 w 164906"/>
                <a:gd name="connsiteY0" fmla="*/ 0 h 13984"/>
                <a:gd name="connsiteX1" fmla="*/ 164906 w 164906"/>
                <a:gd name="connsiteY1" fmla="*/ 0 h 13984"/>
                <a:gd name="connsiteX2" fmla="*/ 164906 w 164906"/>
                <a:gd name="connsiteY2" fmla="*/ 13984 h 13984"/>
                <a:gd name="connsiteX3" fmla="*/ 0 w 16490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906" h="13984">
                  <a:moveTo>
                    <a:pt x="0" y="0"/>
                  </a:moveTo>
                  <a:lnTo>
                    <a:pt x="164906" y="0"/>
                  </a:lnTo>
                  <a:lnTo>
                    <a:pt x="164906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FB3D9040-3AD2-65A2-F793-7E9BA86CB066}"/>
                </a:ext>
              </a:extLst>
            </p:cNvPr>
            <p:cNvSpPr/>
            <p:nvPr/>
          </p:nvSpPr>
          <p:spPr>
            <a:xfrm>
              <a:off x="3645205" y="3478315"/>
              <a:ext cx="130849" cy="509707"/>
            </a:xfrm>
            <a:custGeom>
              <a:avLst/>
              <a:gdLst>
                <a:gd name="connsiteX0" fmla="*/ 38643 w 94508"/>
                <a:gd name="connsiteY0" fmla="*/ 413158 h 413157"/>
                <a:gd name="connsiteX1" fmla="*/ 25958 w 94508"/>
                <a:gd name="connsiteY1" fmla="*/ 407129 h 413157"/>
                <a:gd name="connsiteX2" fmla="*/ 78631 w 94508"/>
                <a:gd name="connsiteY2" fmla="*/ 297266 h 413157"/>
                <a:gd name="connsiteX3" fmla="*/ 0 w 94508"/>
                <a:gd name="connsiteY3" fmla="*/ 157928 h 413157"/>
                <a:gd name="connsiteX4" fmla="*/ 80311 w 94508"/>
                <a:gd name="connsiteY4" fmla="*/ 0 h 413157"/>
                <a:gd name="connsiteX5" fmla="*/ 92828 w 94508"/>
                <a:gd name="connsiteY5" fmla="*/ 6364 h 413157"/>
                <a:gd name="connsiteX6" fmla="*/ 15877 w 94508"/>
                <a:gd name="connsiteY6" fmla="*/ 157593 h 413157"/>
                <a:gd name="connsiteX7" fmla="*/ 94508 w 94508"/>
                <a:gd name="connsiteY7" fmla="*/ 296764 h 413157"/>
                <a:gd name="connsiteX8" fmla="*/ 38643 w 94508"/>
                <a:gd name="connsiteY8" fmla="*/ 413158 h 413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508" h="413157">
                  <a:moveTo>
                    <a:pt x="38643" y="413158"/>
                  </a:moveTo>
                  <a:lnTo>
                    <a:pt x="25958" y="407129"/>
                  </a:lnTo>
                  <a:lnTo>
                    <a:pt x="78631" y="297266"/>
                  </a:lnTo>
                  <a:lnTo>
                    <a:pt x="0" y="157928"/>
                  </a:lnTo>
                  <a:lnTo>
                    <a:pt x="80311" y="0"/>
                  </a:lnTo>
                  <a:lnTo>
                    <a:pt x="92828" y="6364"/>
                  </a:lnTo>
                  <a:lnTo>
                    <a:pt x="15877" y="157593"/>
                  </a:lnTo>
                  <a:lnTo>
                    <a:pt x="94508" y="296764"/>
                  </a:lnTo>
                  <a:lnTo>
                    <a:pt x="38643" y="413158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AC6AD8F-F64C-C07A-6737-88515BE2E9B7}"/>
                </a:ext>
              </a:extLst>
            </p:cNvPr>
            <p:cNvSpPr/>
            <p:nvPr/>
          </p:nvSpPr>
          <p:spPr>
            <a:xfrm rot="16217400">
              <a:off x="3844640" y="3758225"/>
              <a:ext cx="15028" cy="173787"/>
            </a:xfrm>
            <a:custGeom>
              <a:avLst/>
              <a:gdLst>
                <a:gd name="connsiteX0" fmla="*/ 0 w 12181"/>
                <a:gd name="connsiteY0" fmla="*/ 0 h 125521"/>
                <a:gd name="connsiteX1" fmla="*/ 12181 w 12181"/>
                <a:gd name="connsiteY1" fmla="*/ 0 h 125521"/>
                <a:gd name="connsiteX2" fmla="*/ 12181 w 12181"/>
                <a:gd name="connsiteY2" fmla="*/ 125522 h 125521"/>
                <a:gd name="connsiteX3" fmla="*/ 0 w 12181"/>
                <a:gd name="connsiteY3" fmla="*/ 125522 h 12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1" h="125521">
                  <a:moveTo>
                    <a:pt x="0" y="0"/>
                  </a:moveTo>
                  <a:lnTo>
                    <a:pt x="12181" y="0"/>
                  </a:lnTo>
                  <a:lnTo>
                    <a:pt x="12181" y="125522"/>
                  </a:lnTo>
                  <a:lnTo>
                    <a:pt x="0" y="12552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0ABD197-6F41-A95B-F90A-652830644435}"/>
                </a:ext>
              </a:extLst>
            </p:cNvPr>
            <p:cNvSpPr/>
            <p:nvPr/>
          </p:nvSpPr>
          <p:spPr>
            <a:xfrm rot="16213800">
              <a:off x="3538473" y="3563721"/>
              <a:ext cx="17307" cy="217842"/>
            </a:xfrm>
            <a:custGeom>
              <a:avLst/>
              <a:gdLst>
                <a:gd name="connsiteX0" fmla="*/ 0 w 14029"/>
                <a:gd name="connsiteY0" fmla="*/ 0 h 157341"/>
                <a:gd name="connsiteX1" fmla="*/ 14029 w 14029"/>
                <a:gd name="connsiteY1" fmla="*/ 0 h 157341"/>
                <a:gd name="connsiteX2" fmla="*/ 14029 w 14029"/>
                <a:gd name="connsiteY2" fmla="*/ 157342 h 157341"/>
                <a:gd name="connsiteX3" fmla="*/ 0 w 14029"/>
                <a:gd name="connsiteY3" fmla="*/ 157342 h 15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157341">
                  <a:moveTo>
                    <a:pt x="0" y="0"/>
                  </a:moveTo>
                  <a:lnTo>
                    <a:pt x="14029" y="0"/>
                  </a:lnTo>
                  <a:lnTo>
                    <a:pt x="14029" y="157342"/>
                  </a:lnTo>
                  <a:lnTo>
                    <a:pt x="0" y="15734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64FC946-3B20-F8DF-8C40-D8EA22D402A7}"/>
                </a:ext>
              </a:extLst>
            </p:cNvPr>
            <p:cNvSpPr/>
            <p:nvPr/>
          </p:nvSpPr>
          <p:spPr>
            <a:xfrm>
              <a:off x="4653031" y="3479244"/>
              <a:ext cx="124683" cy="510017"/>
            </a:xfrm>
            <a:custGeom>
              <a:avLst/>
              <a:gdLst>
                <a:gd name="connsiteX0" fmla="*/ 64518 w 90055"/>
                <a:gd name="connsiteY0" fmla="*/ 413409 h 413408"/>
                <a:gd name="connsiteX1" fmla="*/ 0 w 90055"/>
                <a:gd name="connsiteY1" fmla="*/ 297015 h 413408"/>
                <a:gd name="connsiteX2" fmla="*/ 74262 w 90055"/>
                <a:gd name="connsiteY2" fmla="*/ 157509 h 413408"/>
                <a:gd name="connsiteX3" fmla="*/ 1680 w 90055"/>
                <a:gd name="connsiteY3" fmla="*/ 6113 h 413408"/>
                <a:gd name="connsiteX4" fmla="*/ 14365 w 90055"/>
                <a:gd name="connsiteY4" fmla="*/ 0 h 413408"/>
                <a:gd name="connsiteX5" fmla="*/ 90056 w 90055"/>
                <a:gd name="connsiteY5" fmla="*/ 157844 h 413408"/>
                <a:gd name="connsiteX6" fmla="*/ 15961 w 90055"/>
                <a:gd name="connsiteY6" fmla="*/ 296847 h 413408"/>
                <a:gd name="connsiteX7" fmla="*/ 76783 w 90055"/>
                <a:gd name="connsiteY7" fmla="*/ 406626 h 413408"/>
                <a:gd name="connsiteX8" fmla="*/ 64518 w 90055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055" h="413408">
                  <a:moveTo>
                    <a:pt x="64518" y="413409"/>
                  </a:moveTo>
                  <a:lnTo>
                    <a:pt x="0" y="297015"/>
                  </a:lnTo>
                  <a:lnTo>
                    <a:pt x="74262" y="157509"/>
                  </a:lnTo>
                  <a:lnTo>
                    <a:pt x="1680" y="6113"/>
                  </a:lnTo>
                  <a:lnTo>
                    <a:pt x="14365" y="0"/>
                  </a:lnTo>
                  <a:lnTo>
                    <a:pt x="90056" y="157844"/>
                  </a:lnTo>
                  <a:lnTo>
                    <a:pt x="15961" y="296847"/>
                  </a:lnTo>
                  <a:lnTo>
                    <a:pt x="76783" y="406626"/>
                  </a:lnTo>
                  <a:lnTo>
                    <a:pt x="64518" y="4134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0D9988E5-8B6E-30D1-F789-FEF11D8C36A6}"/>
                </a:ext>
              </a:extLst>
            </p:cNvPr>
            <p:cNvSpPr/>
            <p:nvPr/>
          </p:nvSpPr>
          <p:spPr>
            <a:xfrm>
              <a:off x="4490777" y="3836473"/>
              <a:ext cx="173417" cy="18077"/>
            </a:xfrm>
            <a:custGeom>
              <a:avLst/>
              <a:gdLst>
                <a:gd name="connsiteX0" fmla="*/ 0 w 125254"/>
                <a:gd name="connsiteY0" fmla="*/ 0 h 14653"/>
                <a:gd name="connsiteX1" fmla="*/ 125255 w 125254"/>
                <a:gd name="connsiteY1" fmla="*/ 0 h 14653"/>
                <a:gd name="connsiteX2" fmla="*/ 125255 w 125254"/>
                <a:gd name="connsiteY2" fmla="*/ 14654 h 14653"/>
                <a:gd name="connsiteX3" fmla="*/ 0 w 125254"/>
                <a:gd name="connsiteY3" fmla="*/ 14654 h 1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254" h="14653">
                  <a:moveTo>
                    <a:pt x="0" y="0"/>
                  </a:moveTo>
                  <a:lnTo>
                    <a:pt x="125255" y="0"/>
                  </a:lnTo>
                  <a:lnTo>
                    <a:pt x="125255" y="14654"/>
                  </a:lnTo>
                  <a:lnTo>
                    <a:pt x="0" y="1465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7778166-EA49-4F3D-6610-49CD9FF6CAA0}"/>
                </a:ext>
              </a:extLst>
            </p:cNvPr>
            <p:cNvSpPr/>
            <p:nvPr/>
          </p:nvSpPr>
          <p:spPr>
            <a:xfrm>
              <a:off x="4766782" y="3665090"/>
              <a:ext cx="84092" cy="17252"/>
            </a:xfrm>
            <a:custGeom>
              <a:avLst/>
              <a:gdLst>
                <a:gd name="connsiteX0" fmla="*/ 0 w 60737"/>
                <a:gd name="connsiteY0" fmla="*/ 0 h 13984"/>
                <a:gd name="connsiteX1" fmla="*/ 60737 w 60737"/>
                <a:gd name="connsiteY1" fmla="*/ 0 h 13984"/>
                <a:gd name="connsiteX2" fmla="*/ 60737 w 60737"/>
                <a:gd name="connsiteY2" fmla="*/ 13984 h 13984"/>
                <a:gd name="connsiteX3" fmla="*/ 0 w 6073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737" h="13984">
                  <a:moveTo>
                    <a:pt x="0" y="0"/>
                  </a:moveTo>
                  <a:lnTo>
                    <a:pt x="60737" y="0"/>
                  </a:lnTo>
                  <a:lnTo>
                    <a:pt x="60737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D312504-9B4A-B461-6285-2BE82B72EBB6}"/>
                </a:ext>
              </a:extLst>
            </p:cNvPr>
            <p:cNvSpPr/>
            <p:nvPr/>
          </p:nvSpPr>
          <p:spPr>
            <a:xfrm rot="16204200">
              <a:off x="4538769" y="3654040"/>
              <a:ext cx="625459" cy="38837"/>
            </a:xfrm>
            <a:custGeom>
              <a:avLst/>
              <a:gdLst>
                <a:gd name="connsiteX0" fmla="*/ 0 w 506983"/>
                <a:gd name="connsiteY0" fmla="*/ 0 h 28051"/>
                <a:gd name="connsiteX1" fmla="*/ 506984 w 506983"/>
                <a:gd name="connsiteY1" fmla="*/ 0 h 28051"/>
                <a:gd name="connsiteX2" fmla="*/ 506984 w 506983"/>
                <a:gd name="connsiteY2" fmla="*/ 28052 h 28051"/>
                <a:gd name="connsiteX3" fmla="*/ 0 w 50698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983" h="28051">
                  <a:moveTo>
                    <a:pt x="0" y="0"/>
                  </a:moveTo>
                  <a:lnTo>
                    <a:pt x="506984" y="0"/>
                  </a:lnTo>
                  <a:lnTo>
                    <a:pt x="506984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83D7A5A-24CE-F5A3-E32E-4F569FE9B70A}"/>
                </a:ext>
              </a:extLst>
            </p:cNvPr>
            <p:cNvSpPr/>
            <p:nvPr/>
          </p:nvSpPr>
          <p:spPr>
            <a:xfrm rot="16204200">
              <a:off x="4806028" y="3654042"/>
              <a:ext cx="625459" cy="38837"/>
            </a:xfrm>
            <a:custGeom>
              <a:avLst/>
              <a:gdLst>
                <a:gd name="connsiteX0" fmla="*/ 0 w 506983"/>
                <a:gd name="connsiteY0" fmla="*/ 0 h 28051"/>
                <a:gd name="connsiteX1" fmla="*/ 506984 w 506983"/>
                <a:gd name="connsiteY1" fmla="*/ 0 h 28051"/>
                <a:gd name="connsiteX2" fmla="*/ 506984 w 506983"/>
                <a:gd name="connsiteY2" fmla="*/ 28052 h 28051"/>
                <a:gd name="connsiteX3" fmla="*/ 0 w 50698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983" h="28051">
                  <a:moveTo>
                    <a:pt x="0" y="0"/>
                  </a:moveTo>
                  <a:lnTo>
                    <a:pt x="506984" y="0"/>
                  </a:lnTo>
                  <a:lnTo>
                    <a:pt x="506984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D10E948-92B7-31BE-DF12-A71816B95E5D}"/>
                </a:ext>
              </a:extLst>
            </p:cNvPr>
            <p:cNvSpPr/>
            <p:nvPr/>
          </p:nvSpPr>
          <p:spPr>
            <a:xfrm>
              <a:off x="4050428" y="3696288"/>
              <a:ext cx="324039" cy="113325"/>
            </a:xfrm>
            <a:custGeom>
              <a:avLst/>
              <a:gdLst>
                <a:gd name="connsiteX0" fmla="*/ 225476 w 234044"/>
                <a:gd name="connsiteY0" fmla="*/ 91859 h 91859"/>
                <a:gd name="connsiteX1" fmla="*/ 183976 w 234044"/>
                <a:gd name="connsiteY1" fmla="*/ 9546 h 91859"/>
                <a:gd name="connsiteX2" fmla="*/ 50488 w 234044"/>
                <a:gd name="connsiteY2" fmla="*/ 9546 h 91859"/>
                <a:gd name="connsiteX3" fmla="*/ 8401 w 234044"/>
                <a:gd name="connsiteY3" fmla="*/ 88091 h 91859"/>
                <a:gd name="connsiteX4" fmla="*/ 0 w 234044"/>
                <a:gd name="connsiteY4" fmla="*/ 83653 h 91859"/>
                <a:gd name="connsiteX5" fmla="*/ 44776 w 234044"/>
                <a:gd name="connsiteY5" fmla="*/ 0 h 91859"/>
                <a:gd name="connsiteX6" fmla="*/ 189941 w 234044"/>
                <a:gd name="connsiteY6" fmla="*/ 0 h 91859"/>
                <a:gd name="connsiteX7" fmla="*/ 234044 w 234044"/>
                <a:gd name="connsiteY7" fmla="*/ 87505 h 91859"/>
                <a:gd name="connsiteX8" fmla="*/ 225476 w 234044"/>
                <a:gd name="connsiteY8" fmla="*/ 91859 h 91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044" h="91859">
                  <a:moveTo>
                    <a:pt x="225476" y="91859"/>
                  </a:moveTo>
                  <a:lnTo>
                    <a:pt x="183976" y="9546"/>
                  </a:lnTo>
                  <a:lnTo>
                    <a:pt x="50488" y="9546"/>
                  </a:lnTo>
                  <a:lnTo>
                    <a:pt x="8401" y="88091"/>
                  </a:lnTo>
                  <a:lnTo>
                    <a:pt x="0" y="83653"/>
                  </a:lnTo>
                  <a:lnTo>
                    <a:pt x="44776" y="0"/>
                  </a:lnTo>
                  <a:lnTo>
                    <a:pt x="189941" y="0"/>
                  </a:lnTo>
                  <a:lnTo>
                    <a:pt x="234044" y="87505"/>
                  </a:lnTo>
                  <a:lnTo>
                    <a:pt x="225476" y="9185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AC416CC-AB45-2166-138A-8BE94EDDDFDE}"/>
                </a:ext>
              </a:extLst>
            </p:cNvPr>
            <p:cNvSpPr/>
            <p:nvPr/>
          </p:nvSpPr>
          <p:spPr>
            <a:xfrm rot="18028802">
              <a:off x="4275639" y="3930597"/>
              <a:ext cx="111929" cy="13217"/>
            </a:xfrm>
            <a:custGeom>
              <a:avLst/>
              <a:gdLst>
                <a:gd name="connsiteX0" fmla="*/ 0 w 90727"/>
                <a:gd name="connsiteY0" fmla="*/ 0 h 9546"/>
                <a:gd name="connsiteX1" fmla="*/ 90728 w 90727"/>
                <a:gd name="connsiteY1" fmla="*/ 0 h 9546"/>
                <a:gd name="connsiteX2" fmla="*/ 90728 w 90727"/>
                <a:gd name="connsiteY2" fmla="*/ 9546 h 9546"/>
                <a:gd name="connsiteX3" fmla="*/ 0 w 90727"/>
                <a:gd name="connsiteY3" fmla="*/ 9546 h 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727" h="9546">
                  <a:moveTo>
                    <a:pt x="0" y="0"/>
                  </a:moveTo>
                  <a:lnTo>
                    <a:pt x="90728" y="0"/>
                  </a:lnTo>
                  <a:lnTo>
                    <a:pt x="90728" y="9546"/>
                  </a:lnTo>
                  <a:lnTo>
                    <a:pt x="0" y="9546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A4BB737-3C35-F79F-98DD-168E6D2485F9}"/>
                </a:ext>
              </a:extLst>
            </p:cNvPr>
            <p:cNvSpPr/>
            <p:nvPr/>
          </p:nvSpPr>
          <p:spPr>
            <a:xfrm rot="19846200">
              <a:off x="4077343" y="3874166"/>
              <a:ext cx="13258" cy="117457"/>
            </a:xfrm>
            <a:custGeom>
              <a:avLst/>
              <a:gdLst>
                <a:gd name="connsiteX0" fmla="*/ 0 w 9576"/>
                <a:gd name="connsiteY0" fmla="*/ 0 h 95208"/>
                <a:gd name="connsiteX1" fmla="*/ 9577 w 9576"/>
                <a:gd name="connsiteY1" fmla="*/ 0 h 95208"/>
                <a:gd name="connsiteX2" fmla="*/ 9577 w 9576"/>
                <a:gd name="connsiteY2" fmla="*/ 95209 h 95208"/>
                <a:gd name="connsiteX3" fmla="*/ 0 w 9576"/>
                <a:gd name="connsiteY3" fmla="*/ 95209 h 95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76" h="95208">
                  <a:moveTo>
                    <a:pt x="0" y="0"/>
                  </a:moveTo>
                  <a:lnTo>
                    <a:pt x="9577" y="0"/>
                  </a:lnTo>
                  <a:lnTo>
                    <a:pt x="9577" y="95209"/>
                  </a:lnTo>
                  <a:lnTo>
                    <a:pt x="0" y="952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9087680-3961-6C4D-CC5B-E3F3FE3D7CB0}"/>
                </a:ext>
              </a:extLst>
            </p:cNvPr>
            <p:cNvSpPr/>
            <p:nvPr/>
          </p:nvSpPr>
          <p:spPr>
            <a:xfrm>
              <a:off x="1145818" y="3331724"/>
              <a:ext cx="4150987" cy="680884"/>
            </a:xfrm>
            <a:custGeom>
              <a:avLst/>
              <a:gdLst>
                <a:gd name="connsiteX0" fmla="*/ 0 w 2998135"/>
                <a:gd name="connsiteY0" fmla="*/ 0 h 551909"/>
                <a:gd name="connsiteX1" fmla="*/ 0 w 2998135"/>
                <a:gd name="connsiteY1" fmla="*/ 549398 h 551909"/>
                <a:gd name="connsiteX2" fmla="*/ 2997548 w 2998135"/>
                <a:gd name="connsiteY2" fmla="*/ 551910 h 551909"/>
                <a:gd name="connsiteX3" fmla="*/ 2998136 w 2998135"/>
                <a:gd name="connsiteY3" fmla="*/ 2512 h 551909"/>
                <a:gd name="connsiteX4" fmla="*/ 0 w 2998135"/>
                <a:gd name="connsiteY4" fmla="*/ 0 h 551909"/>
                <a:gd name="connsiteX5" fmla="*/ 26798 w 2998135"/>
                <a:gd name="connsiteY5" fmla="*/ 26880 h 551909"/>
                <a:gd name="connsiteX6" fmla="*/ 2971254 w 2998135"/>
                <a:gd name="connsiteY6" fmla="*/ 29392 h 551909"/>
                <a:gd name="connsiteX7" fmla="*/ 2971254 w 2998135"/>
                <a:gd name="connsiteY7" fmla="*/ 525198 h 551909"/>
                <a:gd name="connsiteX8" fmla="*/ 26126 w 2998135"/>
                <a:gd name="connsiteY8" fmla="*/ 523272 h 551909"/>
                <a:gd name="connsiteX9" fmla="*/ 26798 w 2998135"/>
                <a:gd name="connsiteY9" fmla="*/ 26880 h 55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8135" h="551909">
                  <a:moveTo>
                    <a:pt x="0" y="0"/>
                  </a:moveTo>
                  <a:lnTo>
                    <a:pt x="0" y="549398"/>
                  </a:lnTo>
                  <a:lnTo>
                    <a:pt x="2997548" y="551910"/>
                  </a:lnTo>
                  <a:lnTo>
                    <a:pt x="2998136" y="2512"/>
                  </a:lnTo>
                  <a:lnTo>
                    <a:pt x="0" y="0"/>
                  </a:lnTo>
                  <a:close/>
                  <a:moveTo>
                    <a:pt x="26798" y="26880"/>
                  </a:moveTo>
                  <a:lnTo>
                    <a:pt x="2971254" y="29392"/>
                  </a:lnTo>
                  <a:lnTo>
                    <a:pt x="2971254" y="525198"/>
                  </a:lnTo>
                  <a:lnTo>
                    <a:pt x="26126" y="523272"/>
                  </a:lnTo>
                  <a:lnTo>
                    <a:pt x="26798" y="2688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81F5D15-39C2-F11F-A18D-32F608EE2B95}"/>
                </a:ext>
              </a:extLst>
            </p:cNvPr>
            <p:cNvSpPr/>
            <p:nvPr/>
          </p:nvSpPr>
          <p:spPr>
            <a:xfrm>
              <a:off x="1551973" y="3359307"/>
              <a:ext cx="38963" cy="623447"/>
            </a:xfrm>
            <a:custGeom>
              <a:avLst/>
              <a:gdLst>
                <a:gd name="connsiteX0" fmla="*/ 0 w 28142"/>
                <a:gd name="connsiteY0" fmla="*/ 0 h 505352"/>
                <a:gd name="connsiteX1" fmla="*/ 28142 w 28142"/>
                <a:gd name="connsiteY1" fmla="*/ 0 h 505352"/>
                <a:gd name="connsiteX2" fmla="*/ 28142 w 28142"/>
                <a:gd name="connsiteY2" fmla="*/ 505352 h 505352"/>
                <a:gd name="connsiteX3" fmla="*/ 0 w 28142"/>
                <a:gd name="connsiteY3" fmla="*/ 505352 h 50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42" h="505352">
                  <a:moveTo>
                    <a:pt x="0" y="0"/>
                  </a:moveTo>
                  <a:lnTo>
                    <a:pt x="28142" y="0"/>
                  </a:lnTo>
                  <a:lnTo>
                    <a:pt x="28142" y="505352"/>
                  </a:lnTo>
                  <a:lnTo>
                    <a:pt x="0" y="5053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4898F44-1CA1-DC08-499B-78670634AC92}"/>
                </a:ext>
              </a:extLst>
            </p:cNvPr>
            <p:cNvSpPr/>
            <p:nvPr/>
          </p:nvSpPr>
          <p:spPr>
            <a:xfrm>
              <a:off x="1284693" y="3359307"/>
              <a:ext cx="38963" cy="623447"/>
            </a:xfrm>
            <a:custGeom>
              <a:avLst/>
              <a:gdLst>
                <a:gd name="connsiteX0" fmla="*/ 0 w 28142"/>
                <a:gd name="connsiteY0" fmla="*/ 0 h 505352"/>
                <a:gd name="connsiteX1" fmla="*/ 28142 w 28142"/>
                <a:gd name="connsiteY1" fmla="*/ 0 h 505352"/>
                <a:gd name="connsiteX2" fmla="*/ 28142 w 28142"/>
                <a:gd name="connsiteY2" fmla="*/ 505352 h 505352"/>
                <a:gd name="connsiteX3" fmla="*/ 0 w 28142"/>
                <a:gd name="connsiteY3" fmla="*/ 505352 h 50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42" h="505352">
                  <a:moveTo>
                    <a:pt x="0" y="0"/>
                  </a:moveTo>
                  <a:lnTo>
                    <a:pt x="28142" y="0"/>
                  </a:lnTo>
                  <a:lnTo>
                    <a:pt x="28142" y="505352"/>
                  </a:lnTo>
                  <a:lnTo>
                    <a:pt x="0" y="5053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490BE375-93E1-E5F8-AB67-507F3195E9C1}"/>
                </a:ext>
              </a:extLst>
            </p:cNvPr>
            <p:cNvSpPr/>
            <p:nvPr/>
          </p:nvSpPr>
          <p:spPr>
            <a:xfrm>
              <a:off x="3021318" y="3616691"/>
              <a:ext cx="301940" cy="116682"/>
            </a:xfrm>
            <a:custGeom>
              <a:avLst/>
              <a:gdLst>
                <a:gd name="connsiteX0" fmla="*/ 47128 w 218082"/>
                <a:gd name="connsiteY0" fmla="*/ 66697 h 94580"/>
                <a:gd name="connsiteX1" fmla="*/ 32427 w 218082"/>
                <a:gd name="connsiteY1" fmla="*/ 72391 h 94580"/>
                <a:gd name="connsiteX2" fmla="*/ 18986 w 218082"/>
                <a:gd name="connsiteY2" fmla="*/ 72391 h 94580"/>
                <a:gd name="connsiteX3" fmla="*/ 18314 w 218082"/>
                <a:gd name="connsiteY3" fmla="*/ 71135 h 94580"/>
                <a:gd name="connsiteX4" fmla="*/ 18314 w 218082"/>
                <a:gd name="connsiteY4" fmla="*/ 23237 h 94580"/>
                <a:gd name="connsiteX5" fmla="*/ 19574 w 218082"/>
                <a:gd name="connsiteY5" fmla="*/ 21981 h 94580"/>
                <a:gd name="connsiteX6" fmla="*/ 31671 w 218082"/>
                <a:gd name="connsiteY6" fmla="*/ 21981 h 94580"/>
                <a:gd name="connsiteX7" fmla="*/ 49564 w 218082"/>
                <a:gd name="connsiteY7" fmla="*/ 30941 h 94580"/>
                <a:gd name="connsiteX8" fmla="*/ 47044 w 218082"/>
                <a:gd name="connsiteY8" fmla="*/ 66780 h 94580"/>
                <a:gd name="connsiteX9" fmla="*/ 217747 w 218082"/>
                <a:gd name="connsiteY9" fmla="*/ 73647 h 94580"/>
                <a:gd name="connsiteX10" fmla="*/ 216487 w 218082"/>
                <a:gd name="connsiteY10" fmla="*/ 72391 h 94580"/>
                <a:gd name="connsiteX11" fmla="*/ 185152 w 218082"/>
                <a:gd name="connsiteY11" fmla="*/ 72391 h 94580"/>
                <a:gd name="connsiteX12" fmla="*/ 183892 w 218082"/>
                <a:gd name="connsiteY12" fmla="*/ 71135 h 94580"/>
                <a:gd name="connsiteX13" fmla="*/ 183892 w 218082"/>
                <a:gd name="connsiteY13" fmla="*/ 6657 h 94580"/>
                <a:gd name="connsiteX14" fmla="*/ 182632 w 218082"/>
                <a:gd name="connsiteY14" fmla="*/ 5401 h 94580"/>
                <a:gd name="connsiteX15" fmla="*/ 165998 w 218082"/>
                <a:gd name="connsiteY15" fmla="*/ 5401 h 94580"/>
                <a:gd name="connsiteX16" fmla="*/ 164738 w 218082"/>
                <a:gd name="connsiteY16" fmla="*/ 6657 h 94580"/>
                <a:gd name="connsiteX17" fmla="*/ 164738 w 218082"/>
                <a:gd name="connsiteY17" fmla="*/ 36049 h 94580"/>
                <a:gd name="connsiteX18" fmla="*/ 164150 w 218082"/>
                <a:gd name="connsiteY18" fmla="*/ 37305 h 94580"/>
                <a:gd name="connsiteX19" fmla="*/ 122651 w 218082"/>
                <a:gd name="connsiteY19" fmla="*/ 70549 h 94580"/>
                <a:gd name="connsiteX20" fmla="*/ 120718 w 218082"/>
                <a:gd name="connsiteY20" fmla="*/ 71805 h 94580"/>
                <a:gd name="connsiteX21" fmla="*/ 118198 w 218082"/>
                <a:gd name="connsiteY21" fmla="*/ 70549 h 94580"/>
                <a:gd name="connsiteX22" fmla="*/ 111142 w 218082"/>
                <a:gd name="connsiteY22" fmla="*/ 64185 h 94580"/>
                <a:gd name="connsiteX23" fmla="*/ 111814 w 218082"/>
                <a:gd name="connsiteY23" fmla="*/ 63515 h 94580"/>
                <a:gd name="connsiteX24" fmla="*/ 154573 w 218082"/>
                <a:gd name="connsiteY24" fmla="*/ 29601 h 94580"/>
                <a:gd name="connsiteX25" fmla="*/ 154573 w 218082"/>
                <a:gd name="connsiteY25" fmla="*/ 28345 h 94580"/>
                <a:gd name="connsiteX26" fmla="*/ 142476 w 218082"/>
                <a:gd name="connsiteY26" fmla="*/ 18799 h 94580"/>
                <a:gd name="connsiteX27" fmla="*/ 141216 w 218082"/>
                <a:gd name="connsiteY27" fmla="*/ 18799 h 94580"/>
                <a:gd name="connsiteX28" fmla="*/ 98457 w 218082"/>
                <a:gd name="connsiteY28" fmla="*/ 53299 h 94580"/>
                <a:gd name="connsiteX29" fmla="*/ 97196 w 218082"/>
                <a:gd name="connsiteY29" fmla="*/ 53299 h 94580"/>
                <a:gd name="connsiteX30" fmla="*/ 88880 w 218082"/>
                <a:gd name="connsiteY30" fmla="*/ 46265 h 94580"/>
                <a:gd name="connsiteX31" fmla="*/ 88880 w 218082"/>
                <a:gd name="connsiteY31" fmla="*/ 45009 h 94580"/>
                <a:gd name="connsiteX32" fmla="*/ 95264 w 218082"/>
                <a:gd name="connsiteY32" fmla="*/ 39901 h 94580"/>
                <a:gd name="connsiteX33" fmla="*/ 131639 w 218082"/>
                <a:gd name="connsiteY33" fmla="*/ 11179 h 94580"/>
                <a:gd name="connsiteX34" fmla="*/ 131639 w 218082"/>
                <a:gd name="connsiteY34" fmla="*/ 9923 h 94580"/>
                <a:gd name="connsiteX35" fmla="*/ 119542 w 218082"/>
                <a:gd name="connsiteY35" fmla="*/ 293 h 94580"/>
                <a:gd name="connsiteX36" fmla="*/ 118282 w 218082"/>
                <a:gd name="connsiteY36" fmla="*/ 293 h 94580"/>
                <a:gd name="connsiteX37" fmla="*/ 77371 w 218082"/>
                <a:gd name="connsiteY37" fmla="*/ 32951 h 94580"/>
                <a:gd name="connsiteX38" fmla="*/ 72918 w 218082"/>
                <a:gd name="connsiteY38" fmla="*/ 36803 h 94580"/>
                <a:gd name="connsiteX39" fmla="*/ 67794 w 218082"/>
                <a:gd name="connsiteY39" fmla="*/ 24661 h 94580"/>
                <a:gd name="connsiteX40" fmla="*/ 33267 w 218082"/>
                <a:gd name="connsiteY40" fmla="*/ 5485 h 94580"/>
                <a:gd name="connsiteX41" fmla="*/ 0 w 218082"/>
                <a:gd name="connsiteY41" fmla="*/ 5485 h 94580"/>
                <a:gd name="connsiteX42" fmla="*/ 0 w 218082"/>
                <a:gd name="connsiteY42" fmla="*/ 89138 h 94580"/>
                <a:gd name="connsiteX43" fmla="*/ 32679 w 218082"/>
                <a:gd name="connsiteY43" fmla="*/ 89138 h 94580"/>
                <a:gd name="connsiteX44" fmla="*/ 39735 w 218082"/>
                <a:gd name="connsiteY44" fmla="*/ 88468 h 94580"/>
                <a:gd name="connsiteX45" fmla="*/ 72330 w 218082"/>
                <a:gd name="connsiteY45" fmla="*/ 59077 h 94580"/>
                <a:gd name="connsiteX46" fmla="*/ 73002 w 218082"/>
                <a:gd name="connsiteY46" fmla="*/ 57821 h 94580"/>
                <a:gd name="connsiteX47" fmla="*/ 73674 w 218082"/>
                <a:gd name="connsiteY47" fmla="*/ 58407 h 94580"/>
                <a:gd name="connsiteX48" fmla="*/ 117778 w 218082"/>
                <a:gd name="connsiteY48" fmla="*/ 94246 h 94580"/>
                <a:gd name="connsiteX49" fmla="*/ 119710 w 218082"/>
                <a:gd name="connsiteY49" fmla="*/ 94246 h 94580"/>
                <a:gd name="connsiteX50" fmla="*/ 160622 w 218082"/>
                <a:gd name="connsiteY50" fmla="*/ 62259 h 94580"/>
                <a:gd name="connsiteX51" fmla="*/ 165074 w 218082"/>
                <a:gd name="connsiteY51" fmla="*/ 57821 h 94580"/>
                <a:gd name="connsiteX52" fmla="*/ 165074 w 218082"/>
                <a:gd name="connsiteY52" fmla="*/ 88468 h 94580"/>
                <a:gd name="connsiteX53" fmla="*/ 166334 w 218082"/>
                <a:gd name="connsiteY53" fmla="*/ 89138 h 94580"/>
                <a:gd name="connsiteX54" fmla="*/ 216823 w 218082"/>
                <a:gd name="connsiteY54" fmla="*/ 89724 h 94580"/>
                <a:gd name="connsiteX55" fmla="*/ 218083 w 218082"/>
                <a:gd name="connsiteY55" fmla="*/ 88468 h 94580"/>
                <a:gd name="connsiteX56" fmla="*/ 218083 w 218082"/>
                <a:gd name="connsiteY56" fmla="*/ 73731 h 94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18082" h="94580">
                  <a:moveTo>
                    <a:pt x="47128" y="66697"/>
                  </a:moveTo>
                  <a:cubicBezTo>
                    <a:pt x="42676" y="70549"/>
                    <a:pt x="38223" y="72391"/>
                    <a:pt x="32427" y="72391"/>
                  </a:cubicBezTo>
                  <a:lnTo>
                    <a:pt x="18986" y="72391"/>
                  </a:lnTo>
                  <a:cubicBezTo>
                    <a:pt x="18540" y="72391"/>
                    <a:pt x="18314" y="71972"/>
                    <a:pt x="18314" y="71135"/>
                  </a:cubicBezTo>
                  <a:lnTo>
                    <a:pt x="18314" y="23237"/>
                  </a:lnTo>
                  <a:cubicBezTo>
                    <a:pt x="18314" y="22651"/>
                    <a:pt x="18314" y="21981"/>
                    <a:pt x="19574" y="21981"/>
                  </a:cubicBezTo>
                  <a:lnTo>
                    <a:pt x="31671" y="21981"/>
                  </a:lnTo>
                  <a:cubicBezTo>
                    <a:pt x="39315" y="21981"/>
                    <a:pt x="45112" y="25163"/>
                    <a:pt x="49564" y="30941"/>
                  </a:cubicBezTo>
                  <a:cubicBezTo>
                    <a:pt x="57881" y="41827"/>
                    <a:pt x="56621" y="57821"/>
                    <a:pt x="47044" y="66780"/>
                  </a:cubicBezTo>
                  <a:close/>
                  <a:moveTo>
                    <a:pt x="217747" y="73647"/>
                  </a:moveTo>
                  <a:cubicBezTo>
                    <a:pt x="217747" y="72809"/>
                    <a:pt x="217327" y="72391"/>
                    <a:pt x="216487" y="72391"/>
                  </a:cubicBezTo>
                  <a:lnTo>
                    <a:pt x="185152" y="72391"/>
                  </a:lnTo>
                  <a:cubicBezTo>
                    <a:pt x="183220" y="72391"/>
                    <a:pt x="183892" y="72391"/>
                    <a:pt x="183892" y="71135"/>
                  </a:cubicBezTo>
                  <a:lnTo>
                    <a:pt x="183892" y="6657"/>
                  </a:lnTo>
                  <a:cubicBezTo>
                    <a:pt x="183892" y="6071"/>
                    <a:pt x="183220" y="5401"/>
                    <a:pt x="182632" y="5401"/>
                  </a:cubicBezTo>
                  <a:lnTo>
                    <a:pt x="165998" y="5401"/>
                  </a:lnTo>
                  <a:cubicBezTo>
                    <a:pt x="165326" y="5401"/>
                    <a:pt x="164738" y="6071"/>
                    <a:pt x="164738" y="6657"/>
                  </a:cubicBezTo>
                  <a:lnTo>
                    <a:pt x="164738" y="36049"/>
                  </a:lnTo>
                  <a:cubicBezTo>
                    <a:pt x="164738" y="36495"/>
                    <a:pt x="164545" y="36914"/>
                    <a:pt x="164150" y="37305"/>
                  </a:cubicBezTo>
                  <a:cubicBezTo>
                    <a:pt x="150709" y="48191"/>
                    <a:pt x="136680" y="59663"/>
                    <a:pt x="122651" y="70549"/>
                  </a:cubicBezTo>
                  <a:cubicBezTo>
                    <a:pt x="121978" y="71135"/>
                    <a:pt x="121390" y="71805"/>
                    <a:pt x="120718" y="71805"/>
                  </a:cubicBezTo>
                  <a:cubicBezTo>
                    <a:pt x="120046" y="71805"/>
                    <a:pt x="119458" y="71135"/>
                    <a:pt x="118198" y="70549"/>
                  </a:cubicBezTo>
                  <a:cubicBezTo>
                    <a:pt x="115678" y="68623"/>
                    <a:pt x="113746" y="66110"/>
                    <a:pt x="111142" y="64185"/>
                  </a:cubicBezTo>
                  <a:lnTo>
                    <a:pt x="111814" y="63515"/>
                  </a:lnTo>
                  <a:cubicBezTo>
                    <a:pt x="125843" y="51959"/>
                    <a:pt x="140544" y="40487"/>
                    <a:pt x="154573" y="29601"/>
                  </a:cubicBezTo>
                  <a:cubicBezTo>
                    <a:pt x="155245" y="28931"/>
                    <a:pt x="155245" y="28345"/>
                    <a:pt x="154573" y="28345"/>
                  </a:cubicBezTo>
                  <a:cubicBezTo>
                    <a:pt x="150709" y="25163"/>
                    <a:pt x="146257" y="21981"/>
                    <a:pt x="142476" y="18799"/>
                  </a:cubicBezTo>
                  <a:cubicBezTo>
                    <a:pt x="142031" y="18353"/>
                    <a:pt x="141611" y="18353"/>
                    <a:pt x="141216" y="18799"/>
                  </a:cubicBezTo>
                  <a:cubicBezTo>
                    <a:pt x="127187" y="30271"/>
                    <a:pt x="112486" y="41743"/>
                    <a:pt x="98457" y="53299"/>
                  </a:cubicBezTo>
                  <a:lnTo>
                    <a:pt x="97196" y="53299"/>
                  </a:lnTo>
                  <a:cubicBezTo>
                    <a:pt x="94004" y="50787"/>
                    <a:pt x="91484" y="48861"/>
                    <a:pt x="88880" y="46265"/>
                  </a:cubicBezTo>
                  <a:cubicBezTo>
                    <a:pt x="87536" y="45595"/>
                    <a:pt x="88208" y="45595"/>
                    <a:pt x="88880" y="45009"/>
                  </a:cubicBezTo>
                  <a:cubicBezTo>
                    <a:pt x="90812" y="43083"/>
                    <a:pt x="93332" y="41157"/>
                    <a:pt x="95264" y="39901"/>
                  </a:cubicBezTo>
                  <a:cubicBezTo>
                    <a:pt x="107361" y="30271"/>
                    <a:pt x="119542" y="20725"/>
                    <a:pt x="131639" y="11179"/>
                  </a:cubicBezTo>
                  <a:cubicBezTo>
                    <a:pt x="132085" y="10733"/>
                    <a:pt x="132085" y="10314"/>
                    <a:pt x="131639" y="9923"/>
                  </a:cubicBezTo>
                  <a:cubicBezTo>
                    <a:pt x="127187" y="6741"/>
                    <a:pt x="123323" y="3559"/>
                    <a:pt x="119542" y="293"/>
                  </a:cubicBezTo>
                  <a:cubicBezTo>
                    <a:pt x="119097" y="-98"/>
                    <a:pt x="118677" y="-98"/>
                    <a:pt x="118282" y="293"/>
                  </a:cubicBezTo>
                  <a:cubicBezTo>
                    <a:pt x="104841" y="11179"/>
                    <a:pt x="90812" y="22065"/>
                    <a:pt x="77371" y="32951"/>
                  </a:cubicBezTo>
                  <a:cubicBezTo>
                    <a:pt x="75439" y="34207"/>
                    <a:pt x="74178" y="35463"/>
                    <a:pt x="72918" y="36803"/>
                  </a:cubicBezTo>
                  <a:cubicBezTo>
                    <a:pt x="71658" y="32281"/>
                    <a:pt x="69726" y="28513"/>
                    <a:pt x="67794" y="24661"/>
                  </a:cubicBezTo>
                  <a:cubicBezTo>
                    <a:pt x="59477" y="12519"/>
                    <a:pt x="47968" y="5485"/>
                    <a:pt x="33267" y="5485"/>
                  </a:cubicBezTo>
                  <a:lnTo>
                    <a:pt x="0" y="5485"/>
                  </a:lnTo>
                  <a:lnTo>
                    <a:pt x="0" y="89138"/>
                  </a:lnTo>
                  <a:lnTo>
                    <a:pt x="32679" y="89138"/>
                  </a:lnTo>
                  <a:cubicBezTo>
                    <a:pt x="35199" y="89138"/>
                    <a:pt x="37131" y="89138"/>
                    <a:pt x="39735" y="88468"/>
                  </a:cubicBezTo>
                  <a:cubicBezTo>
                    <a:pt x="56285" y="85286"/>
                    <a:pt x="67206" y="75070"/>
                    <a:pt x="72330" y="59077"/>
                  </a:cubicBezTo>
                  <a:cubicBezTo>
                    <a:pt x="72330" y="58630"/>
                    <a:pt x="72557" y="58212"/>
                    <a:pt x="73002" y="57821"/>
                  </a:cubicBezTo>
                  <a:cubicBezTo>
                    <a:pt x="73002" y="58407"/>
                    <a:pt x="73674" y="58407"/>
                    <a:pt x="73674" y="58407"/>
                  </a:cubicBezTo>
                  <a:cubicBezTo>
                    <a:pt x="88376" y="70549"/>
                    <a:pt x="103077" y="82104"/>
                    <a:pt x="117778" y="94246"/>
                  </a:cubicBezTo>
                  <a:cubicBezTo>
                    <a:pt x="118618" y="94692"/>
                    <a:pt x="119265" y="94692"/>
                    <a:pt x="119710" y="94246"/>
                  </a:cubicBezTo>
                  <a:cubicBezTo>
                    <a:pt x="133151" y="83360"/>
                    <a:pt x="147181" y="72475"/>
                    <a:pt x="160622" y="62259"/>
                  </a:cubicBezTo>
                  <a:cubicBezTo>
                    <a:pt x="161882" y="61003"/>
                    <a:pt x="163814" y="59663"/>
                    <a:pt x="165074" y="57821"/>
                  </a:cubicBezTo>
                  <a:lnTo>
                    <a:pt x="165074" y="88468"/>
                  </a:lnTo>
                  <a:cubicBezTo>
                    <a:pt x="165074" y="88915"/>
                    <a:pt x="165494" y="89138"/>
                    <a:pt x="166334" y="89138"/>
                  </a:cubicBezTo>
                  <a:cubicBezTo>
                    <a:pt x="182968" y="89138"/>
                    <a:pt x="200189" y="89138"/>
                    <a:pt x="216823" y="89724"/>
                  </a:cubicBezTo>
                  <a:cubicBezTo>
                    <a:pt x="218083" y="89724"/>
                    <a:pt x="218083" y="89138"/>
                    <a:pt x="218083" y="88468"/>
                  </a:cubicBezTo>
                  <a:lnTo>
                    <a:pt x="218083" y="73731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F50BA8-2741-35CC-1B33-BAFC9213F958}"/>
                </a:ext>
              </a:extLst>
            </p:cNvPr>
            <p:cNvSpPr/>
            <p:nvPr/>
          </p:nvSpPr>
          <p:spPr>
            <a:xfrm>
              <a:off x="3331516" y="3623354"/>
              <a:ext cx="73507" cy="103925"/>
            </a:xfrm>
            <a:custGeom>
              <a:avLst/>
              <a:gdLst>
                <a:gd name="connsiteX0" fmla="*/ 84 w 53092"/>
                <a:gd name="connsiteY0" fmla="*/ 42120 h 84239"/>
                <a:gd name="connsiteX1" fmla="*/ 84 w 53092"/>
                <a:gd name="connsiteY1" fmla="*/ 1256 h 84239"/>
                <a:gd name="connsiteX2" fmla="*/ 1344 w 53092"/>
                <a:gd name="connsiteY2" fmla="*/ 0 h 84239"/>
                <a:gd name="connsiteX3" fmla="*/ 17305 w 53092"/>
                <a:gd name="connsiteY3" fmla="*/ 0 h 84239"/>
                <a:gd name="connsiteX4" fmla="*/ 18566 w 53092"/>
                <a:gd name="connsiteY4" fmla="*/ 1256 h 84239"/>
                <a:gd name="connsiteX5" fmla="*/ 18566 w 53092"/>
                <a:gd name="connsiteY5" fmla="*/ 65733 h 84239"/>
                <a:gd name="connsiteX6" fmla="*/ 19826 w 53092"/>
                <a:gd name="connsiteY6" fmla="*/ 66990 h 84239"/>
                <a:gd name="connsiteX7" fmla="*/ 51832 w 53092"/>
                <a:gd name="connsiteY7" fmla="*/ 66990 h 84239"/>
                <a:gd name="connsiteX8" fmla="*/ 53093 w 53092"/>
                <a:gd name="connsiteY8" fmla="*/ 68246 h 84239"/>
                <a:gd name="connsiteX9" fmla="*/ 53093 w 53092"/>
                <a:gd name="connsiteY9" fmla="*/ 82983 h 84239"/>
                <a:gd name="connsiteX10" fmla="*/ 51832 w 53092"/>
                <a:gd name="connsiteY10" fmla="*/ 84239 h 84239"/>
                <a:gd name="connsiteX11" fmla="*/ 672 w 53092"/>
                <a:gd name="connsiteY11" fmla="*/ 84239 h 84239"/>
                <a:gd name="connsiteX12" fmla="*/ 0 w 53092"/>
                <a:gd name="connsiteY12" fmla="*/ 82983 h 84239"/>
                <a:gd name="connsiteX13" fmla="*/ 0 w 53092"/>
                <a:gd name="connsiteY13" fmla="*/ 42120 h 8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092" h="84239">
                  <a:moveTo>
                    <a:pt x="84" y="42120"/>
                  </a:moveTo>
                  <a:lnTo>
                    <a:pt x="84" y="1256"/>
                  </a:lnTo>
                  <a:cubicBezTo>
                    <a:pt x="84" y="419"/>
                    <a:pt x="504" y="0"/>
                    <a:pt x="1344" y="0"/>
                  </a:cubicBezTo>
                  <a:lnTo>
                    <a:pt x="17305" y="0"/>
                  </a:lnTo>
                  <a:cubicBezTo>
                    <a:pt x="18145" y="0"/>
                    <a:pt x="18566" y="419"/>
                    <a:pt x="18566" y="1256"/>
                  </a:cubicBezTo>
                  <a:lnTo>
                    <a:pt x="18566" y="65733"/>
                  </a:lnTo>
                  <a:cubicBezTo>
                    <a:pt x="18566" y="66571"/>
                    <a:pt x="18986" y="66990"/>
                    <a:pt x="19826" y="66990"/>
                  </a:cubicBezTo>
                  <a:lnTo>
                    <a:pt x="51832" y="66990"/>
                  </a:lnTo>
                  <a:cubicBezTo>
                    <a:pt x="52505" y="66990"/>
                    <a:pt x="53093" y="67659"/>
                    <a:pt x="53093" y="68246"/>
                  </a:cubicBezTo>
                  <a:lnTo>
                    <a:pt x="53093" y="82983"/>
                  </a:lnTo>
                  <a:cubicBezTo>
                    <a:pt x="53093" y="83653"/>
                    <a:pt x="52505" y="84239"/>
                    <a:pt x="51832" y="84239"/>
                  </a:cubicBezTo>
                  <a:cubicBezTo>
                    <a:pt x="34611" y="84239"/>
                    <a:pt x="17978" y="83653"/>
                    <a:pt x="672" y="84239"/>
                  </a:cubicBezTo>
                  <a:cubicBezTo>
                    <a:pt x="0" y="84239"/>
                    <a:pt x="0" y="83653"/>
                    <a:pt x="0" y="82983"/>
                  </a:cubicBezTo>
                  <a:lnTo>
                    <a:pt x="0" y="4212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78888CC-A21A-8617-FCA8-635FE11DD3A7}"/>
                </a:ext>
              </a:extLst>
            </p:cNvPr>
            <p:cNvSpPr/>
            <p:nvPr/>
          </p:nvSpPr>
          <p:spPr>
            <a:xfrm rot="18022199">
              <a:off x="3981186" y="3728419"/>
              <a:ext cx="151208" cy="19361"/>
            </a:xfrm>
            <a:custGeom>
              <a:avLst/>
              <a:gdLst>
                <a:gd name="connsiteX0" fmla="*/ 0 w 122566"/>
                <a:gd name="connsiteY0" fmla="*/ 0 h 13984"/>
                <a:gd name="connsiteX1" fmla="*/ 122567 w 122566"/>
                <a:gd name="connsiteY1" fmla="*/ 0 h 13984"/>
                <a:gd name="connsiteX2" fmla="*/ 122567 w 122566"/>
                <a:gd name="connsiteY2" fmla="*/ 13984 h 13984"/>
                <a:gd name="connsiteX3" fmla="*/ 0 w 12256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66" h="13984">
                  <a:moveTo>
                    <a:pt x="0" y="0"/>
                  </a:moveTo>
                  <a:lnTo>
                    <a:pt x="122567" y="0"/>
                  </a:lnTo>
                  <a:lnTo>
                    <a:pt x="122567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C37A1BF-EFF9-C6E2-AD37-2897BB619DF3}"/>
                </a:ext>
              </a:extLst>
            </p:cNvPr>
            <p:cNvSpPr/>
            <p:nvPr/>
          </p:nvSpPr>
          <p:spPr>
            <a:xfrm rot="19846200">
              <a:off x="4036352" y="3874108"/>
              <a:ext cx="19423" cy="117457"/>
            </a:xfrm>
            <a:custGeom>
              <a:avLst/>
              <a:gdLst>
                <a:gd name="connsiteX0" fmla="*/ 0 w 14029"/>
                <a:gd name="connsiteY0" fmla="*/ 0 h 95208"/>
                <a:gd name="connsiteX1" fmla="*/ 14029 w 14029"/>
                <a:gd name="connsiteY1" fmla="*/ 0 h 95208"/>
                <a:gd name="connsiteX2" fmla="*/ 14029 w 14029"/>
                <a:gd name="connsiteY2" fmla="*/ 95209 h 95208"/>
                <a:gd name="connsiteX3" fmla="*/ 0 w 14029"/>
                <a:gd name="connsiteY3" fmla="*/ 95209 h 95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95208">
                  <a:moveTo>
                    <a:pt x="0" y="0"/>
                  </a:moveTo>
                  <a:lnTo>
                    <a:pt x="14029" y="0"/>
                  </a:lnTo>
                  <a:lnTo>
                    <a:pt x="14029" y="95209"/>
                  </a:lnTo>
                  <a:lnTo>
                    <a:pt x="0" y="952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90F557EF-9FD9-11C8-E96E-343E87B5518C}"/>
                </a:ext>
              </a:extLst>
            </p:cNvPr>
            <p:cNvSpPr/>
            <p:nvPr/>
          </p:nvSpPr>
          <p:spPr>
            <a:xfrm>
              <a:off x="3984597" y="3478417"/>
              <a:ext cx="457214" cy="203201"/>
            </a:xfrm>
            <a:custGeom>
              <a:avLst/>
              <a:gdLst>
                <a:gd name="connsiteX0" fmla="*/ 250342 w 330232"/>
                <a:gd name="connsiteY0" fmla="*/ 164710 h 164710"/>
                <a:gd name="connsiteX1" fmla="*/ 78631 w 330232"/>
                <a:gd name="connsiteY1" fmla="*/ 164710 h 164710"/>
                <a:gd name="connsiteX2" fmla="*/ 0 w 330232"/>
                <a:gd name="connsiteY2" fmla="*/ 6197 h 164710"/>
                <a:gd name="connsiteX3" fmla="*/ 12601 w 330232"/>
                <a:gd name="connsiteY3" fmla="*/ 0 h 164710"/>
                <a:gd name="connsiteX4" fmla="*/ 87368 w 330232"/>
                <a:gd name="connsiteY4" fmla="*/ 150643 h 164710"/>
                <a:gd name="connsiteX5" fmla="*/ 241689 w 330232"/>
                <a:gd name="connsiteY5" fmla="*/ 150643 h 164710"/>
                <a:gd name="connsiteX6" fmla="*/ 317715 w 330232"/>
                <a:gd name="connsiteY6" fmla="*/ 586 h 164710"/>
                <a:gd name="connsiteX7" fmla="*/ 330233 w 330232"/>
                <a:gd name="connsiteY7" fmla="*/ 6866 h 164710"/>
                <a:gd name="connsiteX8" fmla="*/ 250342 w 330232"/>
                <a:gd name="connsiteY8" fmla="*/ 164710 h 16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32" h="164710">
                  <a:moveTo>
                    <a:pt x="250342" y="164710"/>
                  </a:moveTo>
                  <a:lnTo>
                    <a:pt x="78631" y="164710"/>
                  </a:lnTo>
                  <a:lnTo>
                    <a:pt x="0" y="6197"/>
                  </a:lnTo>
                  <a:lnTo>
                    <a:pt x="12601" y="0"/>
                  </a:lnTo>
                  <a:lnTo>
                    <a:pt x="87368" y="150643"/>
                  </a:lnTo>
                  <a:lnTo>
                    <a:pt x="241689" y="150643"/>
                  </a:lnTo>
                  <a:lnTo>
                    <a:pt x="317715" y="586"/>
                  </a:lnTo>
                  <a:lnTo>
                    <a:pt x="330233" y="6866"/>
                  </a:lnTo>
                  <a:lnTo>
                    <a:pt x="250342" y="16471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22F3E1C-714E-2F1F-9AFC-C7C29013FA37}"/>
                </a:ext>
              </a:extLst>
            </p:cNvPr>
            <p:cNvSpPr/>
            <p:nvPr/>
          </p:nvSpPr>
          <p:spPr>
            <a:xfrm rot="19872600">
              <a:off x="4358417" y="3663079"/>
              <a:ext cx="19423" cy="158366"/>
            </a:xfrm>
            <a:custGeom>
              <a:avLst/>
              <a:gdLst>
                <a:gd name="connsiteX0" fmla="*/ 0 w 14029"/>
                <a:gd name="connsiteY0" fmla="*/ 0 h 128368"/>
                <a:gd name="connsiteX1" fmla="*/ 14029 w 14029"/>
                <a:gd name="connsiteY1" fmla="*/ 0 h 128368"/>
                <a:gd name="connsiteX2" fmla="*/ 14029 w 14029"/>
                <a:gd name="connsiteY2" fmla="*/ 128369 h 128368"/>
                <a:gd name="connsiteX3" fmla="*/ 0 w 14029"/>
                <a:gd name="connsiteY3" fmla="*/ 128369 h 12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128368">
                  <a:moveTo>
                    <a:pt x="0" y="0"/>
                  </a:moveTo>
                  <a:lnTo>
                    <a:pt x="14029" y="0"/>
                  </a:lnTo>
                  <a:lnTo>
                    <a:pt x="14029" y="128369"/>
                  </a:lnTo>
                  <a:lnTo>
                    <a:pt x="0" y="12836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34FF670-96AC-F89B-6CD2-C5486E3A1A43}"/>
                </a:ext>
              </a:extLst>
            </p:cNvPr>
            <p:cNvSpPr/>
            <p:nvPr/>
          </p:nvSpPr>
          <p:spPr>
            <a:xfrm rot="18079798">
              <a:off x="4310453" y="3923618"/>
              <a:ext cx="121360" cy="19361"/>
            </a:xfrm>
            <a:custGeom>
              <a:avLst/>
              <a:gdLst>
                <a:gd name="connsiteX0" fmla="*/ 0 w 98372"/>
                <a:gd name="connsiteY0" fmla="*/ 0 h 13984"/>
                <a:gd name="connsiteX1" fmla="*/ 98372 w 98372"/>
                <a:gd name="connsiteY1" fmla="*/ 0 h 13984"/>
                <a:gd name="connsiteX2" fmla="*/ 98372 w 98372"/>
                <a:gd name="connsiteY2" fmla="*/ 13984 h 13984"/>
                <a:gd name="connsiteX3" fmla="*/ 0 w 98372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372" h="13984">
                  <a:moveTo>
                    <a:pt x="0" y="0"/>
                  </a:moveTo>
                  <a:lnTo>
                    <a:pt x="98372" y="0"/>
                  </a:lnTo>
                  <a:lnTo>
                    <a:pt x="98372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F2B4959-51E1-81BD-B316-4F2E0213D5AA}"/>
                </a:ext>
              </a:extLst>
            </p:cNvPr>
            <p:cNvSpPr/>
            <p:nvPr/>
          </p:nvSpPr>
          <p:spPr>
            <a:xfrm>
              <a:off x="4934965" y="3468087"/>
              <a:ext cx="103399" cy="172519"/>
            </a:xfrm>
            <a:custGeom>
              <a:avLst/>
              <a:gdLst>
                <a:gd name="connsiteX0" fmla="*/ 74682 w 74682"/>
                <a:gd name="connsiteY0" fmla="*/ 139841 h 139840"/>
                <a:gd name="connsiteX1" fmla="*/ 0 w 74682"/>
                <a:gd name="connsiteY1" fmla="*/ 139841 h 139840"/>
                <a:gd name="connsiteX2" fmla="*/ 0 w 74682"/>
                <a:gd name="connsiteY2" fmla="*/ 0 h 139840"/>
                <a:gd name="connsiteX3" fmla="*/ 74682 w 74682"/>
                <a:gd name="connsiteY3" fmla="*/ 0 h 139840"/>
                <a:gd name="connsiteX4" fmla="*/ 74682 w 74682"/>
                <a:gd name="connsiteY4" fmla="*/ 139841 h 139840"/>
                <a:gd name="connsiteX5" fmla="*/ 14029 w 74682"/>
                <a:gd name="connsiteY5" fmla="*/ 125857 h 139840"/>
                <a:gd name="connsiteX6" fmla="*/ 60653 w 74682"/>
                <a:gd name="connsiteY6" fmla="*/ 125857 h 139840"/>
                <a:gd name="connsiteX7" fmla="*/ 60653 w 74682"/>
                <a:gd name="connsiteY7" fmla="*/ 13984 h 139840"/>
                <a:gd name="connsiteX8" fmla="*/ 14029 w 74682"/>
                <a:gd name="connsiteY8" fmla="*/ 13984 h 139840"/>
                <a:gd name="connsiteX9" fmla="*/ 14029 w 74682"/>
                <a:gd name="connsiteY9" fmla="*/ 125857 h 139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682" h="139840">
                  <a:moveTo>
                    <a:pt x="74682" y="139841"/>
                  </a:moveTo>
                  <a:lnTo>
                    <a:pt x="0" y="139841"/>
                  </a:lnTo>
                  <a:lnTo>
                    <a:pt x="0" y="0"/>
                  </a:lnTo>
                  <a:lnTo>
                    <a:pt x="74682" y="0"/>
                  </a:lnTo>
                  <a:lnTo>
                    <a:pt x="74682" y="139841"/>
                  </a:lnTo>
                  <a:close/>
                  <a:moveTo>
                    <a:pt x="14029" y="125857"/>
                  </a:moveTo>
                  <a:lnTo>
                    <a:pt x="60653" y="125857"/>
                  </a:lnTo>
                  <a:lnTo>
                    <a:pt x="60653" y="13984"/>
                  </a:lnTo>
                  <a:lnTo>
                    <a:pt x="14029" y="13984"/>
                  </a:lnTo>
                  <a:lnTo>
                    <a:pt x="14029" y="12585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56B7E3F-3B47-FA18-176E-1D601D15DAC1}"/>
                </a:ext>
              </a:extLst>
            </p:cNvPr>
            <p:cNvSpPr/>
            <p:nvPr/>
          </p:nvSpPr>
          <p:spPr>
            <a:xfrm>
              <a:off x="4934965" y="3695049"/>
              <a:ext cx="103399" cy="172519"/>
            </a:xfrm>
            <a:custGeom>
              <a:avLst/>
              <a:gdLst>
                <a:gd name="connsiteX0" fmla="*/ 74682 w 74682"/>
                <a:gd name="connsiteY0" fmla="*/ 139841 h 139840"/>
                <a:gd name="connsiteX1" fmla="*/ 0 w 74682"/>
                <a:gd name="connsiteY1" fmla="*/ 139841 h 139840"/>
                <a:gd name="connsiteX2" fmla="*/ 0 w 74682"/>
                <a:gd name="connsiteY2" fmla="*/ 0 h 139840"/>
                <a:gd name="connsiteX3" fmla="*/ 74682 w 74682"/>
                <a:gd name="connsiteY3" fmla="*/ 0 h 139840"/>
                <a:gd name="connsiteX4" fmla="*/ 74682 w 74682"/>
                <a:gd name="connsiteY4" fmla="*/ 139841 h 139840"/>
                <a:gd name="connsiteX5" fmla="*/ 14029 w 74682"/>
                <a:gd name="connsiteY5" fmla="*/ 125857 h 139840"/>
                <a:gd name="connsiteX6" fmla="*/ 60653 w 74682"/>
                <a:gd name="connsiteY6" fmla="*/ 125857 h 139840"/>
                <a:gd name="connsiteX7" fmla="*/ 60653 w 74682"/>
                <a:gd name="connsiteY7" fmla="*/ 13984 h 139840"/>
                <a:gd name="connsiteX8" fmla="*/ 14029 w 74682"/>
                <a:gd name="connsiteY8" fmla="*/ 13984 h 139840"/>
                <a:gd name="connsiteX9" fmla="*/ 14029 w 74682"/>
                <a:gd name="connsiteY9" fmla="*/ 125857 h 139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682" h="139840">
                  <a:moveTo>
                    <a:pt x="74682" y="139841"/>
                  </a:moveTo>
                  <a:lnTo>
                    <a:pt x="0" y="139841"/>
                  </a:lnTo>
                  <a:lnTo>
                    <a:pt x="0" y="0"/>
                  </a:lnTo>
                  <a:lnTo>
                    <a:pt x="74682" y="0"/>
                  </a:lnTo>
                  <a:lnTo>
                    <a:pt x="74682" y="139841"/>
                  </a:lnTo>
                  <a:close/>
                  <a:moveTo>
                    <a:pt x="14029" y="125857"/>
                  </a:moveTo>
                  <a:lnTo>
                    <a:pt x="60653" y="125857"/>
                  </a:lnTo>
                  <a:lnTo>
                    <a:pt x="60653" y="13984"/>
                  </a:lnTo>
                  <a:lnTo>
                    <a:pt x="14029" y="13984"/>
                  </a:lnTo>
                  <a:lnTo>
                    <a:pt x="14029" y="12585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BD35FCF-5537-560A-BB22-38407FF48FDC}"/>
                </a:ext>
              </a:extLst>
            </p:cNvPr>
            <p:cNvSpPr/>
            <p:nvPr/>
          </p:nvSpPr>
          <p:spPr>
            <a:xfrm>
              <a:off x="5127807" y="3818747"/>
              <a:ext cx="150506" cy="34606"/>
            </a:xfrm>
            <a:custGeom>
              <a:avLst/>
              <a:gdLst>
                <a:gd name="connsiteX0" fmla="*/ 0 w 108705"/>
                <a:gd name="connsiteY0" fmla="*/ 0 h 28051"/>
                <a:gd name="connsiteX1" fmla="*/ 108705 w 108705"/>
                <a:gd name="connsiteY1" fmla="*/ 0 h 28051"/>
                <a:gd name="connsiteX2" fmla="*/ 108705 w 108705"/>
                <a:gd name="connsiteY2" fmla="*/ 28052 h 28051"/>
                <a:gd name="connsiteX3" fmla="*/ 0 w 108705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705" h="28051">
                  <a:moveTo>
                    <a:pt x="0" y="0"/>
                  </a:moveTo>
                  <a:lnTo>
                    <a:pt x="108705" y="0"/>
                  </a:lnTo>
                  <a:lnTo>
                    <a:pt x="108705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62C1AFA-BACC-E42B-5F67-F140C4BC0A6A}"/>
                </a:ext>
              </a:extLst>
            </p:cNvPr>
            <p:cNvSpPr/>
            <p:nvPr/>
          </p:nvSpPr>
          <p:spPr>
            <a:xfrm>
              <a:off x="1175942" y="3811783"/>
              <a:ext cx="149574" cy="34606"/>
            </a:xfrm>
            <a:custGeom>
              <a:avLst/>
              <a:gdLst>
                <a:gd name="connsiteX0" fmla="*/ 0 w 108033"/>
                <a:gd name="connsiteY0" fmla="*/ 0 h 28051"/>
                <a:gd name="connsiteX1" fmla="*/ 108033 w 108033"/>
                <a:gd name="connsiteY1" fmla="*/ 0 h 28051"/>
                <a:gd name="connsiteX2" fmla="*/ 108033 w 108033"/>
                <a:gd name="connsiteY2" fmla="*/ 28052 h 28051"/>
                <a:gd name="connsiteX3" fmla="*/ 0 w 10803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33" h="28051">
                  <a:moveTo>
                    <a:pt x="0" y="0"/>
                  </a:moveTo>
                  <a:lnTo>
                    <a:pt x="108033" y="0"/>
                  </a:lnTo>
                  <a:lnTo>
                    <a:pt x="108033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EA575E8-9246-1357-84B1-26060D2F321B}"/>
                </a:ext>
              </a:extLst>
            </p:cNvPr>
            <p:cNvSpPr txBox="1"/>
            <p:nvPr/>
          </p:nvSpPr>
          <p:spPr>
            <a:xfrm>
              <a:off x="3532526" y="3709559"/>
              <a:ext cx="1375783" cy="235998"/>
            </a:xfrm>
            <a:prstGeom prst="rect">
              <a:avLst/>
            </a:prstGeom>
            <a:solidFill>
              <a:schemeClr val="tx2"/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srgbClr val="0076CE"/>
                  </a:solidFill>
                  <a:effectLst/>
                  <a:uLnTx/>
                  <a:uFillTx/>
                  <a:latin typeface="Agency FB" panose="020B0503020202020204" pitchFamily="34" charset="0"/>
                  <a:ea typeface="+mn-ea"/>
                  <a:cs typeface="+mn-cs"/>
                </a:rPr>
                <a:t>VxRail / Ready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C800516-8111-7A34-5303-8A62C24BAAC9}"/>
              </a:ext>
            </a:extLst>
          </p:cNvPr>
          <p:cNvGrpSpPr/>
          <p:nvPr/>
        </p:nvGrpSpPr>
        <p:grpSpPr>
          <a:xfrm>
            <a:off x="6902044" y="2277809"/>
            <a:ext cx="2202433" cy="362011"/>
            <a:chOff x="9254060" y="1872450"/>
            <a:chExt cx="5239739" cy="989095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742F465C-174F-7976-A0AB-558796C9319B}"/>
                </a:ext>
              </a:extLst>
            </p:cNvPr>
            <p:cNvGrpSpPr/>
            <p:nvPr/>
          </p:nvGrpSpPr>
          <p:grpSpPr>
            <a:xfrm>
              <a:off x="9254060" y="1872450"/>
              <a:ext cx="5239739" cy="989095"/>
              <a:chOff x="8418401" y="2535056"/>
              <a:chExt cx="5239739" cy="989095"/>
            </a:xfrm>
          </p:grpSpPr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3CC6AE96-DA0A-13CA-5B96-BFE9B5BC54F6}"/>
                  </a:ext>
                </a:extLst>
              </p:cNvPr>
              <p:cNvSpPr/>
              <p:nvPr/>
            </p:nvSpPr>
            <p:spPr>
              <a:xfrm>
                <a:off x="9078343" y="2568222"/>
                <a:ext cx="518996" cy="196888"/>
              </a:xfrm>
              <a:custGeom>
                <a:avLst/>
                <a:gdLst>
                  <a:gd name="connsiteX0" fmla="*/ 236144 w 296965"/>
                  <a:gd name="connsiteY0" fmla="*/ 109863 h 109862"/>
                  <a:gd name="connsiteX1" fmla="*/ 67878 w 296965"/>
                  <a:gd name="connsiteY1" fmla="*/ 109193 h 109862"/>
                  <a:gd name="connsiteX2" fmla="*/ 0 w 296965"/>
                  <a:gd name="connsiteY2" fmla="*/ 7704 h 109862"/>
                  <a:gd name="connsiteX3" fmla="*/ 11677 w 296965"/>
                  <a:gd name="connsiteY3" fmla="*/ 0 h 109862"/>
                  <a:gd name="connsiteX4" fmla="*/ 75439 w 296965"/>
                  <a:gd name="connsiteY4" fmla="*/ 95209 h 109862"/>
                  <a:gd name="connsiteX5" fmla="*/ 228164 w 296965"/>
                  <a:gd name="connsiteY5" fmla="*/ 95879 h 109862"/>
                  <a:gd name="connsiteX6" fmla="*/ 284869 w 296965"/>
                  <a:gd name="connsiteY6" fmla="*/ 251 h 109862"/>
                  <a:gd name="connsiteX7" fmla="*/ 296966 w 296965"/>
                  <a:gd name="connsiteY7" fmla="*/ 7453 h 109862"/>
                  <a:gd name="connsiteX8" fmla="*/ 236144 w 296965"/>
                  <a:gd name="connsiteY8" fmla="*/ 109863 h 109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965" h="109862">
                    <a:moveTo>
                      <a:pt x="236144" y="109863"/>
                    </a:moveTo>
                    <a:lnTo>
                      <a:pt x="67878" y="109193"/>
                    </a:lnTo>
                    <a:lnTo>
                      <a:pt x="0" y="7704"/>
                    </a:lnTo>
                    <a:lnTo>
                      <a:pt x="11677" y="0"/>
                    </a:lnTo>
                    <a:lnTo>
                      <a:pt x="75439" y="95209"/>
                    </a:lnTo>
                    <a:lnTo>
                      <a:pt x="228164" y="95879"/>
                    </a:lnTo>
                    <a:lnTo>
                      <a:pt x="284869" y="251"/>
                    </a:lnTo>
                    <a:lnTo>
                      <a:pt x="296966" y="7453"/>
                    </a:lnTo>
                    <a:lnTo>
                      <a:pt x="236144" y="109863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AC0CDE2C-5448-0698-9AC1-99E97C27CE1C}"/>
                  </a:ext>
                </a:extLst>
              </p:cNvPr>
              <p:cNvSpPr/>
              <p:nvPr/>
            </p:nvSpPr>
            <p:spPr>
              <a:xfrm>
                <a:off x="9937806" y="2569272"/>
                <a:ext cx="502846" cy="195838"/>
              </a:xfrm>
              <a:custGeom>
                <a:avLst/>
                <a:gdLst>
                  <a:gd name="connsiteX0" fmla="*/ 226904 w 287724"/>
                  <a:gd name="connsiteY0" fmla="*/ 109277 h 109276"/>
                  <a:gd name="connsiteX1" fmla="*/ 53765 w 287724"/>
                  <a:gd name="connsiteY1" fmla="*/ 109277 h 109276"/>
                  <a:gd name="connsiteX2" fmla="*/ 0 w 287724"/>
                  <a:gd name="connsiteY2" fmla="*/ 6531 h 109276"/>
                  <a:gd name="connsiteX3" fmla="*/ 12433 w 287724"/>
                  <a:gd name="connsiteY3" fmla="*/ 0 h 109276"/>
                  <a:gd name="connsiteX4" fmla="*/ 62249 w 287724"/>
                  <a:gd name="connsiteY4" fmla="*/ 95293 h 109276"/>
                  <a:gd name="connsiteX5" fmla="*/ 218923 w 287724"/>
                  <a:gd name="connsiteY5" fmla="*/ 95293 h 109276"/>
                  <a:gd name="connsiteX6" fmla="*/ 275712 w 287724"/>
                  <a:gd name="connsiteY6" fmla="*/ 335 h 109276"/>
                  <a:gd name="connsiteX7" fmla="*/ 287725 w 287724"/>
                  <a:gd name="connsiteY7" fmla="*/ 7453 h 109276"/>
                  <a:gd name="connsiteX8" fmla="*/ 226904 w 287724"/>
                  <a:gd name="connsiteY8" fmla="*/ 109277 h 10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7724" h="109276">
                    <a:moveTo>
                      <a:pt x="226904" y="109277"/>
                    </a:moveTo>
                    <a:lnTo>
                      <a:pt x="53765" y="109277"/>
                    </a:lnTo>
                    <a:lnTo>
                      <a:pt x="0" y="6531"/>
                    </a:lnTo>
                    <a:lnTo>
                      <a:pt x="12433" y="0"/>
                    </a:lnTo>
                    <a:lnTo>
                      <a:pt x="62249" y="95293"/>
                    </a:lnTo>
                    <a:lnTo>
                      <a:pt x="218923" y="95293"/>
                    </a:lnTo>
                    <a:lnTo>
                      <a:pt x="275712" y="335"/>
                    </a:lnTo>
                    <a:lnTo>
                      <a:pt x="287725" y="7453"/>
                    </a:lnTo>
                    <a:lnTo>
                      <a:pt x="226904" y="109277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391BB0A-9A75-5D20-5A6C-4D0DBBD0CE83}"/>
                  </a:ext>
                </a:extLst>
              </p:cNvPr>
              <p:cNvSpPr/>
              <p:nvPr/>
            </p:nvSpPr>
            <p:spPr>
              <a:xfrm>
                <a:off x="10769083" y="2570023"/>
                <a:ext cx="518409" cy="196139"/>
              </a:xfrm>
              <a:custGeom>
                <a:avLst/>
                <a:gdLst>
                  <a:gd name="connsiteX0" fmla="*/ 240345 w 296629"/>
                  <a:gd name="connsiteY0" fmla="*/ 109444 h 109444"/>
                  <a:gd name="connsiteX1" fmla="*/ 58217 w 296629"/>
                  <a:gd name="connsiteY1" fmla="*/ 109444 h 109444"/>
                  <a:gd name="connsiteX2" fmla="*/ 0 w 296629"/>
                  <a:gd name="connsiteY2" fmla="*/ 6950 h 109444"/>
                  <a:gd name="connsiteX3" fmla="*/ 12181 w 296629"/>
                  <a:gd name="connsiteY3" fmla="*/ 0 h 109444"/>
                  <a:gd name="connsiteX4" fmla="*/ 66450 w 296629"/>
                  <a:gd name="connsiteY4" fmla="*/ 95460 h 109444"/>
                  <a:gd name="connsiteX5" fmla="*/ 232028 w 296629"/>
                  <a:gd name="connsiteY5" fmla="*/ 95460 h 109444"/>
                  <a:gd name="connsiteX6" fmla="*/ 284281 w 296629"/>
                  <a:gd name="connsiteY6" fmla="*/ 167 h 109444"/>
                  <a:gd name="connsiteX7" fmla="*/ 296630 w 296629"/>
                  <a:gd name="connsiteY7" fmla="*/ 6866 h 109444"/>
                  <a:gd name="connsiteX8" fmla="*/ 240345 w 296629"/>
                  <a:gd name="connsiteY8" fmla="*/ 109444 h 109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629" h="109444">
                    <a:moveTo>
                      <a:pt x="240345" y="109444"/>
                    </a:moveTo>
                    <a:lnTo>
                      <a:pt x="58217" y="109444"/>
                    </a:lnTo>
                    <a:lnTo>
                      <a:pt x="0" y="6950"/>
                    </a:lnTo>
                    <a:lnTo>
                      <a:pt x="12181" y="0"/>
                    </a:lnTo>
                    <a:lnTo>
                      <a:pt x="66450" y="95460"/>
                    </a:lnTo>
                    <a:lnTo>
                      <a:pt x="232028" y="95460"/>
                    </a:lnTo>
                    <a:lnTo>
                      <a:pt x="284281" y="167"/>
                    </a:lnTo>
                    <a:lnTo>
                      <a:pt x="296630" y="6866"/>
                    </a:lnTo>
                    <a:lnTo>
                      <a:pt x="240345" y="10944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045BBC4E-E5AC-D146-AC09-4BD7EE039F9C}"/>
                  </a:ext>
                </a:extLst>
              </p:cNvPr>
              <p:cNvSpPr/>
              <p:nvPr/>
            </p:nvSpPr>
            <p:spPr>
              <a:xfrm>
                <a:off x="11620033" y="2570322"/>
                <a:ext cx="506076" cy="195838"/>
              </a:xfrm>
              <a:custGeom>
                <a:avLst/>
                <a:gdLst>
                  <a:gd name="connsiteX0" fmla="*/ 228752 w 289573"/>
                  <a:gd name="connsiteY0" fmla="*/ 109277 h 109276"/>
                  <a:gd name="connsiteX1" fmla="*/ 55697 w 289573"/>
                  <a:gd name="connsiteY1" fmla="*/ 109277 h 109276"/>
                  <a:gd name="connsiteX2" fmla="*/ 0 w 289573"/>
                  <a:gd name="connsiteY2" fmla="*/ 6615 h 109276"/>
                  <a:gd name="connsiteX3" fmla="*/ 12349 w 289573"/>
                  <a:gd name="connsiteY3" fmla="*/ 0 h 109276"/>
                  <a:gd name="connsiteX4" fmla="*/ 64014 w 289573"/>
                  <a:gd name="connsiteY4" fmla="*/ 95293 h 109276"/>
                  <a:gd name="connsiteX5" fmla="*/ 220771 w 289573"/>
                  <a:gd name="connsiteY5" fmla="*/ 95293 h 109276"/>
                  <a:gd name="connsiteX6" fmla="*/ 277560 w 289573"/>
                  <a:gd name="connsiteY6" fmla="*/ 335 h 109276"/>
                  <a:gd name="connsiteX7" fmla="*/ 289573 w 289573"/>
                  <a:gd name="connsiteY7" fmla="*/ 7536 h 109276"/>
                  <a:gd name="connsiteX8" fmla="*/ 228752 w 289573"/>
                  <a:gd name="connsiteY8" fmla="*/ 109277 h 10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9573" h="109276">
                    <a:moveTo>
                      <a:pt x="228752" y="109277"/>
                    </a:moveTo>
                    <a:lnTo>
                      <a:pt x="55697" y="109277"/>
                    </a:lnTo>
                    <a:lnTo>
                      <a:pt x="0" y="6615"/>
                    </a:lnTo>
                    <a:lnTo>
                      <a:pt x="12349" y="0"/>
                    </a:lnTo>
                    <a:lnTo>
                      <a:pt x="64014" y="95293"/>
                    </a:lnTo>
                    <a:lnTo>
                      <a:pt x="220771" y="95293"/>
                    </a:lnTo>
                    <a:lnTo>
                      <a:pt x="277560" y="335"/>
                    </a:lnTo>
                    <a:lnTo>
                      <a:pt x="289573" y="7536"/>
                    </a:lnTo>
                    <a:lnTo>
                      <a:pt x="228752" y="109277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20E3B79B-4401-5541-185F-03ED7AFE3BE5}"/>
                  </a:ext>
                </a:extLst>
              </p:cNvPr>
              <p:cNvSpPr/>
              <p:nvPr/>
            </p:nvSpPr>
            <p:spPr>
              <a:xfrm>
                <a:off x="12454685" y="2571072"/>
                <a:ext cx="510628" cy="196287"/>
              </a:xfrm>
              <a:custGeom>
                <a:avLst/>
                <a:gdLst>
                  <a:gd name="connsiteX0" fmla="*/ 235808 w 292177"/>
                  <a:gd name="connsiteY0" fmla="*/ 109528 h 109527"/>
                  <a:gd name="connsiteX1" fmla="*/ 60821 w 292177"/>
                  <a:gd name="connsiteY1" fmla="*/ 109528 h 109527"/>
                  <a:gd name="connsiteX2" fmla="*/ 0 w 292177"/>
                  <a:gd name="connsiteY2" fmla="*/ 7118 h 109527"/>
                  <a:gd name="connsiteX3" fmla="*/ 12097 w 292177"/>
                  <a:gd name="connsiteY3" fmla="*/ 0 h 109527"/>
                  <a:gd name="connsiteX4" fmla="*/ 68802 w 292177"/>
                  <a:gd name="connsiteY4" fmla="*/ 95544 h 109527"/>
                  <a:gd name="connsiteX5" fmla="*/ 227492 w 292177"/>
                  <a:gd name="connsiteY5" fmla="*/ 95544 h 109527"/>
                  <a:gd name="connsiteX6" fmla="*/ 279828 w 292177"/>
                  <a:gd name="connsiteY6" fmla="*/ 167 h 109527"/>
                  <a:gd name="connsiteX7" fmla="*/ 292177 w 292177"/>
                  <a:gd name="connsiteY7" fmla="*/ 6866 h 109527"/>
                  <a:gd name="connsiteX8" fmla="*/ 235808 w 292177"/>
                  <a:gd name="connsiteY8" fmla="*/ 109528 h 10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2177" h="109527">
                    <a:moveTo>
                      <a:pt x="235808" y="109528"/>
                    </a:moveTo>
                    <a:lnTo>
                      <a:pt x="60821" y="109528"/>
                    </a:lnTo>
                    <a:lnTo>
                      <a:pt x="0" y="7118"/>
                    </a:lnTo>
                    <a:lnTo>
                      <a:pt x="12097" y="0"/>
                    </a:lnTo>
                    <a:lnTo>
                      <a:pt x="68802" y="95544"/>
                    </a:lnTo>
                    <a:lnTo>
                      <a:pt x="227492" y="95544"/>
                    </a:lnTo>
                    <a:lnTo>
                      <a:pt x="279828" y="167"/>
                    </a:lnTo>
                    <a:lnTo>
                      <a:pt x="292177" y="6866"/>
                    </a:lnTo>
                    <a:lnTo>
                      <a:pt x="235808" y="109528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A0F4AD6B-D318-A15E-5B15-79FB94917AC8}"/>
                  </a:ext>
                </a:extLst>
              </p:cNvPr>
              <p:cNvSpPr/>
              <p:nvPr/>
            </p:nvSpPr>
            <p:spPr>
              <a:xfrm>
                <a:off x="9050008" y="2745601"/>
                <a:ext cx="167811" cy="741483"/>
              </a:xfrm>
              <a:custGeom>
                <a:avLst/>
                <a:gdLst>
                  <a:gd name="connsiteX0" fmla="*/ 28142 w 96020"/>
                  <a:gd name="connsiteY0" fmla="*/ 413744 h 413743"/>
                  <a:gd name="connsiteX1" fmla="*/ 15961 w 96020"/>
                  <a:gd name="connsiteY1" fmla="*/ 406710 h 413743"/>
                  <a:gd name="connsiteX2" fmla="*/ 79807 w 96020"/>
                  <a:gd name="connsiteY2" fmla="*/ 297685 h 413743"/>
                  <a:gd name="connsiteX3" fmla="*/ 0 w 96020"/>
                  <a:gd name="connsiteY3" fmla="*/ 158011 h 413743"/>
                  <a:gd name="connsiteX4" fmla="*/ 81655 w 96020"/>
                  <a:gd name="connsiteY4" fmla="*/ 0 h 413743"/>
                  <a:gd name="connsiteX5" fmla="*/ 94172 w 96020"/>
                  <a:gd name="connsiteY5" fmla="*/ 6448 h 413743"/>
                  <a:gd name="connsiteX6" fmla="*/ 15961 w 96020"/>
                  <a:gd name="connsiteY6" fmla="*/ 157677 h 413743"/>
                  <a:gd name="connsiteX7" fmla="*/ 96020 w 96020"/>
                  <a:gd name="connsiteY7" fmla="*/ 297768 h 413743"/>
                  <a:gd name="connsiteX8" fmla="*/ 28142 w 96020"/>
                  <a:gd name="connsiteY8" fmla="*/ 413744 h 413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20" h="413743">
                    <a:moveTo>
                      <a:pt x="28142" y="413744"/>
                    </a:moveTo>
                    <a:lnTo>
                      <a:pt x="15961" y="406710"/>
                    </a:lnTo>
                    <a:lnTo>
                      <a:pt x="79807" y="297685"/>
                    </a:lnTo>
                    <a:lnTo>
                      <a:pt x="0" y="158011"/>
                    </a:lnTo>
                    <a:lnTo>
                      <a:pt x="81655" y="0"/>
                    </a:lnTo>
                    <a:lnTo>
                      <a:pt x="94172" y="6448"/>
                    </a:lnTo>
                    <a:lnTo>
                      <a:pt x="15961" y="157677"/>
                    </a:lnTo>
                    <a:lnTo>
                      <a:pt x="96020" y="297768"/>
                    </a:lnTo>
                    <a:lnTo>
                      <a:pt x="28142" y="41374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3106090A-9661-C034-A437-4B56A0FE8AAD}"/>
                  </a:ext>
                </a:extLst>
              </p:cNvPr>
              <p:cNvSpPr/>
              <p:nvPr/>
            </p:nvSpPr>
            <p:spPr>
              <a:xfrm>
                <a:off x="9468434" y="2746651"/>
                <a:ext cx="172656" cy="742083"/>
              </a:xfrm>
              <a:custGeom>
                <a:avLst/>
                <a:gdLst>
                  <a:gd name="connsiteX0" fmla="*/ 75186 w 98792"/>
                  <a:gd name="connsiteY0" fmla="*/ 414079 h 414078"/>
                  <a:gd name="connsiteX1" fmla="*/ 0 w 98792"/>
                  <a:gd name="connsiteY1" fmla="*/ 297350 h 414078"/>
                  <a:gd name="connsiteX2" fmla="*/ 82663 w 98792"/>
                  <a:gd name="connsiteY2" fmla="*/ 157090 h 414078"/>
                  <a:gd name="connsiteX3" fmla="*/ 2688 w 98792"/>
                  <a:gd name="connsiteY3" fmla="*/ 6615 h 414078"/>
                  <a:gd name="connsiteX4" fmla="*/ 15121 w 98792"/>
                  <a:gd name="connsiteY4" fmla="*/ 0 h 414078"/>
                  <a:gd name="connsiteX5" fmla="*/ 98793 w 98792"/>
                  <a:gd name="connsiteY5" fmla="*/ 157425 h 414078"/>
                  <a:gd name="connsiteX6" fmla="*/ 16549 w 98792"/>
                  <a:gd name="connsiteY6" fmla="*/ 297015 h 414078"/>
                  <a:gd name="connsiteX7" fmla="*/ 87032 w 98792"/>
                  <a:gd name="connsiteY7" fmla="*/ 406459 h 414078"/>
                  <a:gd name="connsiteX8" fmla="*/ 75186 w 98792"/>
                  <a:gd name="connsiteY8" fmla="*/ 414079 h 414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792" h="414078">
                    <a:moveTo>
                      <a:pt x="75186" y="414079"/>
                    </a:moveTo>
                    <a:lnTo>
                      <a:pt x="0" y="297350"/>
                    </a:lnTo>
                    <a:lnTo>
                      <a:pt x="82663" y="157090"/>
                    </a:lnTo>
                    <a:lnTo>
                      <a:pt x="2688" y="6615"/>
                    </a:lnTo>
                    <a:lnTo>
                      <a:pt x="15121" y="0"/>
                    </a:lnTo>
                    <a:lnTo>
                      <a:pt x="98793" y="157425"/>
                    </a:lnTo>
                    <a:lnTo>
                      <a:pt x="16549" y="297015"/>
                    </a:lnTo>
                    <a:lnTo>
                      <a:pt x="87032" y="406459"/>
                    </a:lnTo>
                    <a:lnTo>
                      <a:pt x="75186" y="41407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E5A86781-B92E-3F07-9AA0-A7E0CFCAE02D}"/>
                  </a:ext>
                </a:extLst>
              </p:cNvPr>
              <p:cNvSpPr/>
              <p:nvPr/>
            </p:nvSpPr>
            <p:spPr>
              <a:xfrm>
                <a:off x="9203577" y="3266636"/>
                <a:ext cx="279243" cy="25061"/>
              </a:xfrm>
              <a:custGeom>
                <a:avLst/>
                <a:gdLst>
                  <a:gd name="connsiteX0" fmla="*/ 0 w 159781"/>
                  <a:gd name="connsiteY0" fmla="*/ 0 h 13984"/>
                  <a:gd name="connsiteX1" fmla="*/ 159782 w 159781"/>
                  <a:gd name="connsiteY1" fmla="*/ 0 h 13984"/>
                  <a:gd name="connsiteX2" fmla="*/ 159782 w 159781"/>
                  <a:gd name="connsiteY2" fmla="*/ 13984 h 13984"/>
                  <a:gd name="connsiteX3" fmla="*/ 0 w 159781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81" h="13984">
                    <a:moveTo>
                      <a:pt x="0" y="0"/>
                    </a:moveTo>
                    <a:lnTo>
                      <a:pt x="159782" y="0"/>
                    </a:lnTo>
                    <a:lnTo>
                      <a:pt x="159782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1356A39F-7685-AAE0-C037-E092B3168F3C}"/>
                  </a:ext>
                </a:extLst>
              </p:cNvPr>
              <p:cNvSpPr/>
              <p:nvPr/>
            </p:nvSpPr>
            <p:spPr>
              <a:xfrm>
                <a:off x="8955604" y="3015873"/>
                <a:ext cx="108350" cy="25061"/>
              </a:xfrm>
              <a:custGeom>
                <a:avLst/>
                <a:gdLst>
                  <a:gd name="connsiteX0" fmla="*/ 0 w 61997"/>
                  <a:gd name="connsiteY0" fmla="*/ 0 h 13984"/>
                  <a:gd name="connsiteX1" fmla="*/ 61997 w 61997"/>
                  <a:gd name="connsiteY1" fmla="*/ 0 h 13984"/>
                  <a:gd name="connsiteX2" fmla="*/ 61997 w 61997"/>
                  <a:gd name="connsiteY2" fmla="*/ 13984 h 13984"/>
                  <a:gd name="connsiteX3" fmla="*/ 0 w 61997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97" h="13984">
                    <a:moveTo>
                      <a:pt x="0" y="0"/>
                    </a:moveTo>
                    <a:lnTo>
                      <a:pt x="61997" y="0"/>
                    </a:lnTo>
                    <a:lnTo>
                      <a:pt x="61997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EF41ACB8-CCCD-F7C7-97DA-C3E53BB9F3E5}"/>
                  </a:ext>
                </a:extLst>
              </p:cNvPr>
              <p:cNvSpPr/>
              <p:nvPr/>
            </p:nvSpPr>
            <p:spPr>
              <a:xfrm>
                <a:off x="9887889" y="2746802"/>
                <a:ext cx="164140" cy="740883"/>
              </a:xfrm>
              <a:custGeom>
                <a:avLst/>
                <a:gdLst>
                  <a:gd name="connsiteX0" fmla="*/ 34023 w 93920"/>
                  <a:gd name="connsiteY0" fmla="*/ 413409 h 413408"/>
                  <a:gd name="connsiteX1" fmla="*/ 21506 w 93920"/>
                  <a:gd name="connsiteY1" fmla="*/ 406961 h 413408"/>
                  <a:gd name="connsiteX2" fmla="*/ 77959 w 93920"/>
                  <a:gd name="connsiteY2" fmla="*/ 297182 h 413408"/>
                  <a:gd name="connsiteX3" fmla="*/ 0 w 93920"/>
                  <a:gd name="connsiteY3" fmla="*/ 157342 h 413408"/>
                  <a:gd name="connsiteX4" fmla="*/ 80311 w 93920"/>
                  <a:gd name="connsiteY4" fmla="*/ 0 h 413408"/>
                  <a:gd name="connsiteX5" fmla="*/ 92828 w 93920"/>
                  <a:gd name="connsiteY5" fmla="*/ 6364 h 413408"/>
                  <a:gd name="connsiteX6" fmla="*/ 15877 w 93920"/>
                  <a:gd name="connsiteY6" fmla="*/ 157007 h 413408"/>
                  <a:gd name="connsiteX7" fmla="*/ 93920 w 93920"/>
                  <a:gd name="connsiteY7" fmla="*/ 296931 h 413408"/>
                  <a:gd name="connsiteX8" fmla="*/ 34023 w 93920"/>
                  <a:gd name="connsiteY8" fmla="*/ 413409 h 413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3920" h="413408">
                    <a:moveTo>
                      <a:pt x="34023" y="413409"/>
                    </a:moveTo>
                    <a:lnTo>
                      <a:pt x="21506" y="406961"/>
                    </a:lnTo>
                    <a:lnTo>
                      <a:pt x="77959" y="297182"/>
                    </a:lnTo>
                    <a:lnTo>
                      <a:pt x="0" y="157342"/>
                    </a:lnTo>
                    <a:lnTo>
                      <a:pt x="80311" y="0"/>
                    </a:lnTo>
                    <a:lnTo>
                      <a:pt x="92828" y="6364"/>
                    </a:lnTo>
                    <a:lnTo>
                      <a:pt x="15877" y="157007"/>
                    </a:lnTo>
                    <a:lnTo>
                      <a:pt x="93920" y="296931"/>
                    </a:lnTo>
                    <a:lnTo>
                      <a:pt x="34023" y="41340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71960ADA-48F4-5767-342F-42F5CC476B6F}"/>
                  </a:ext>
                </a:extLst>
              </p:cNvPr>
              <p:cNvSpPr/>
              <p:nvPr/>
            </p:nvSpPr>
            <p:spPr>
              <a:xfrm>
                <a:off x="10312189" y="2746802"/>
                <a:ext cx="167517" cy="740883"/>
              </a:xfrm>
              <a:custGeom>
                <a:avLst/>
                <a:gdLst>
                  <a:gd name="connsiteX0" fmla="*/ 60569 w 95852"/>
                  <a:gd name="connsiteY0" fmla="*/ 413409 h 413408"/>
                  <a:gd name="connsiteX1" fmla="*/ 0 w 95852"/>
                  <a:gd name="connsiteY1" fmla="*/ 296931 h 413408"/>
                  <a:gd name="connsiteX2" fmla="*/ 79891 w 95852"/>
                  <a:gd name="connsiteY2" fmla="*/ 157593 h 413408"/>
                  <a:gd name="connsiteX3" fmla="*/ 2436 w 95852"/>
                  <a:gd name="connsiteY3" fmla="*/ 6364 h 413408"/>
                  <a:gd name="connsiteX4" fmla="*/ 14953 w 95852"/>
                  <a:gd name="connsiteY4" fmla="*/ 0 h 413408"/>
                  <a:gd name="connsiteX5" fmla="*/ 95852 w 95852"/>
                  <a:gd name="connsiteY5" fmla="*/ 158012 h 413408"/>
                  <a:gd name="connsiteX6" fmla="*/ 16045 w 95852"/>
                  <a:gd name="connsiteY6" fmla="*/ 297266 h 413408"/>
                  <a:gd name="connsiteX7" fmla="*/ 73086 w 95852"/>
                  <a:gd name="connsiteY7" fmla="*/ 406961 h 413408"/>
                  <a:gd name="connsiteX8" fmla="*/ 60569 w 95852"/>
                  <a:gd name="connsiteY8" fmla="*/ 413409 h 413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852" h="413408">
                    <a:moveTo>
                      <a:pt x="60569" y="413409"/>
                    </a:moveTo>
                    <a:lnTo>
                      <a:pt x="0" y="296931"/>
                    </a:lnTo>
                    <a:lnTo>
                      <a:pt x="79891" y="157593"/>
                    </a:lnTo>
                    <a:lnTo>
                      <a:pt x="2436" y="6364"/>
                    </a:lnTo>
                    <a:lnTo>
                      <a:pt x="14953" y="0"/>
                    </a:lnTo>
                    <a:lnTo>
                      <a:pt x="95852" y="158012"/>
                    </a:lnTo>
                    <a:lnTo>
                      <a:pt x="16045" y="297266"/>
                    </a:lnTo>
                    <a:lnTo>
                      <a:pt x="73086" y="406961"/>
                    </a:lnTo>
                    <a:lnTo>
                      <a:pt x="60569" y="41340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F82B5DF-FC2E-7F0A-3B60-2315DB99EF61}"/>
                  </a:ext>
                </a:extLst>
              </p:cNvPr>
              <p:cNvSpPr/>
              <p:nvPr/>
            </p:nvSpPr>
            <p:spPr>
              <a:xfrm>
                <a:off x="10038082" y="3266636"/>
                <a:ext cx="288200" cy="25061"/>
              </a:xfrm>
              <a:custGeom>
                <a:avLst/>
                <a:gdLst>
                  <a:gd name="connsiteX0" fmla="*/ 0 w 164906"/>
                  <a:gd name="connsiteY0" fmla="*/ 0 h 13984"/>
                  <a:gd name="connsiteX1" fmla="*/ 164906 w 164906"/>
                  <a:gd name="connsiteY1" fmla="*/ 0 h 13984"/>
                  <a:gd name="connsiteX2" fmla="*/ 164906 w 164906"/>
                  <a:gd name="connsiteY2" fmla="*/ 13984 h 13984"/>
                  <a:gd name="connsiteX3" fmla="*/ 0 w 164906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906" h="13984">
                    <a:moveTo>
                      <a:pt x="0" y="0"/>
                    </a:moveTo>
                    <a:lnTo>
                      <a:pt x="164906" y="0"/>
                    </a:lnTo>
                    <a:lnTo>
                      <a:pt x="164906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0F2A8316-255C-19E6-BBC0-0681E72B66A7}"/>
                  </a:ext>
                </a:extLst>
              </p:cNvPr>
              <p:cNvSpPr/>
              <p:nvPr/>
            </p:nvSpPr>
            <p:spPr>
              <a:xfrm>
                <a:off x="9626996" y="3015873"/>
                <a:ext cx="274693" cy="25061"/>
              </a:xfrm>
              <a:custGeom>
                <a:avLst/>
                <a:gdLst>
                  <a:gd name="connsiteX0" fmla="*/ 0 w 157177"/>
                  <a:gd name="connsiteY0" fmla="*/ 0 h 13984"/>
                  <a:gd name="connsiteX1" fmla="*/ 157178 w 157177"/>
                  <a:gd name="connsiteY1" fmla="*/ 0 h 13984"/>
                  <a:gd name="connsiteX2" fmla="*/ 157178 w 157177"/>
                  <a:gd name="connsiteY2" fmla="*/ 13984 h 13984"/>
                  <a:gd name="connsiteX3" fmla="*/ 0 w 157177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177" h="13984">
                    <a:moveTo>
                      <a:pt x="0" y="0"/>
                    </a:moveTo>
                    <a:lnTo>
                      <a:pt x="157178" y="0"/>
                    </a:lnTo>
                    <a:lnTo>
                      <a:pt x="157178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A9274CE7-E51B-B513-8475-3010300FCBD6}"/>
                  </a:ext>
                </a:extLst>
              </p:cNvPr>
              <p:cNvSpPr/>
              <p:nvPr/>
            </p:nvSpPr>
            <p:spPr>
              <a:xfrm>
                <a:off x="10465761" y="3017074"/>
                <a:ext cx="271170" cy="25061"/>
              </a:xfrm>
              <a:custGeom>
                <a:avLst/>
                <a:gdLst>
                  <a:gd name="connsiteX0" fmla="*/ 0 w 155161"/>
                  <a:gd name="connsiteY0" fmla="*/ 0 h 13984"/>
                  <a:gd name="connsiteX1" fmla="*/ 155161 w 155161"/>
                  <a:gd name="connsiteY1" fmla="*/ 0 h 13984"/>
                  <a:gd name="connsiteX2" fmla="*/ 155161 w 155161"/>
                  <a:gd name="connsiteY2" fmla="*/ 13984 h 13984"/>
                  <a:gd name="connsiteX3" fmla="*/ 0 w 155161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161" h="13984">
                    <a:moveTo>
                      <a:pt x="0" y="0"/>
                    </a:moveTo>
                    <a:lnTo>
                      <a:pt x="155161" y="0"/>
                    </a:lnTo>
                    <a:lnTo>
                      <a:pt x="155161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D35E3D6F-C367-9722-6F1C-51E73EF3839C}"/>
                  </a:ext>
                </a:extLst>
              </p:cNvPr>
              <p:cNvSpPr/>
              <p:nvPr/>
            </p:nvSpPr>
            <p:spPr>
              <a:xfrm rot="17842201">
                <a:off x="10753410" y="2817556"/>
                <a:ext cx="172081" cy="24439"/>
              </a:xfrm>
              <a:custGeom>
                <a:avLst/>
                <a:gdLst>
                  <a:gd name="connsiteX0" fmla="*/ 0 w 96020"/>
                  <a:gd name="connsiteY0" fmla="*/ 0 h 13984"/>
                  <a:gd name="connsiteX1" fmla="*/ 96020 w 96020"/>
                  <a:gd name="connsiteY1" fmla="*/ 0 h 13984"/>
                  <a:gd name="connsiteX2" fmla="*/ 96020 w 96020"/>
                  <a:gd name="connsiteY2" fmla="*/ 13984 h 13984"/>
                  <a:gd name="connsiteX3" fmla="*/ 0 w 96020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020" h="13984">
                    <a:moveTo>
                      <a:pt x="0" y="0"/>
                    </a:moveTo>
                    <a:lnTo>
                      <a:pt x="96020" y="0"/>
                    </a:lnTo>
                    <a:lnTo>
                      <a:pt x="96020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D8CCF414-A75C-79B6-5FAF-7C2836542672}"/>
                  </a:ext>
                </a:extLst>
              </p:cNvPr>
              <p:cNvSpPr/>
              <p:nvPr/>
            </p:nvSpPr>
            <p:spPr>
              <a:xfrm rot="20031600">
                <a:off x="11206394" y="2744774"/>
                <a:ext cx="24517" cy="170926"/>
              </a:xfrm>
              <a:custGeom>
                <a:avLst/>
                <a:gdLst>
                  <a:gd name="connsiteX0" fmla="*/ 0 w 14029"/>
                  <a:gd name="connsiteY0" fmla="*/ 0 h 95376"/>
                  <a:gd name="connsiteX1" fmla="*/ 14029 w 14029"/>
                  <a:gd name="connsiteY1" fmla="*/ 0 h 95376"/>
                  <a:gd name="connsiteX2" fmla="*/ 14029 w 14029"/>
                  <a:gd name="connsiteY2" fmla="*/ 95376 h 95376"/>
                  <a:gd name="connsiteX3" fmla="*/ 0 w 14029"/>
                  <a:gd name="connsiteY3" fmla="*/ 95376 h 95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29" h="95376">
                    <a:moveTo>
                      <a:pt x="0" y="0"/>
                    </a:moveTo>
                    <a:lnTo>
                      <a:pt x="14029" y="0"/>
                    </a:lnTo>
                    <a:lnTo>
                      <a:pt x="14029" y="95376"/>
                    </a:lnTo>
                    <a:lnTo>
                      <a:pt x="0" y="95376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C7ACCC90-8F48-4AB5-33CE-CB1FCA349D18}"/>
                  </a:ext>
                </a:extLst>
              </p:cNvPr>
              <p:cNvSpPr/>
              <p:nvPr/>
            </p:nvSpPr>
            <p:spPr>
              <a:xfrm>
                <a:off x="10767909" y="3132477"/>
                <a:ext cx="140209" cy="355811"/>
              </a:xfrm>
              <a:custGeom>
                <a:avLst/>
                <a:gdLst>
                  <a:gd name="connsiteX0" fmla="*/ 12181 w 80226"/>
                  <a:gd name="connsiteY0" fmla="*/ 198540 h 198540"/>
                  <a:gd name="connsiteX1" fmla="*/ 0 w 80226"/>
                  <a:gd name="connsiteY1" fmla="*/ 191423 h 198540"/>
                  <a:gd name="connsiteX2" fmla="*/ 63678 w 80226"/>
                  <a:gd name="connsiteY2" fmla="*/ 82732 h 198540"/>
                  <a:gd name="connsiteX3" fmla="*/ 13105 w 80226"/>
                  <a:gd name="connsiteY3" fmla="*/ 7871 h 198540"/>
                  <a:gd name="connsiteX4" fmla="*/ 24698 w 80226"/>
                  <a:gd name="connsiteY4" fmla="*/ 0 h 198540"/>
                  <a:gd name="connsiteX5" fmla="*/ 80227 w 80226"/>
                  <a:gd name="connsiteY5" fmla="*/ 82230 h 198540"/>
                  <a:gd name="connsiteX6" fmla="*/ 12181 w 80226"/>
                  <a:gd name="connsiteY6" fmla="*/ 198540 h 198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226" h="198540">
                    <a:moveTo>
                      <a:pt x="12181" y="198540"/>
                    </a:moveTo>
                    <a:lnTo>
                      <a:pt x="0" y="191423"/>
                    </a:lnTo>
                    <a:lnTo>
                      <a:pt x="63678" y="82732"/>
                    </a:lnTo>
                    <a:lnTo>
                      <a:pt x="13105" y="7871"/>
                    </a:lnTo>
                    <a:lnTo>
                      <a:pt x="24698" y="0"/>
                    </a:lnTo>
                    <a:lnTo>
                      <a:pt x="80227" y="82230"/>
                    </a:lnTo>
                    <a:lnTo>
                      <a:pt x="12181" y="198540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C1A9EA97-ED1F-6675-7D21-9EDAFFD18D12}"/>
                  </a:ext>
                </a:extLst>
              </p:cNvPr>
              <p:cNvSpPr/>
              <p:nvPr/>
            </p:nvSpPr>
            <p:spPr>
              <a:xfrm>
                <a:off x="11168130" y="3133675"/>
                <a:ext cx="118626" cy="354758"/>
              </a:xfrm>
              <a:custGeom>
                <a:avLst/>
                <a:gdLst>
                  <a:gd name="connsiteX0" fmla="*/ 55109 w 67877"/>
                  <a:gd name="connsiteY0" fmla="*/ 197954 h 197953"/>
                  <a:gd name="connsiteX1" fmla="*/ 0 w 67877"/>
                  <a:gd name="connsiteY1" fmla="*/ 81643 h 197953"/>
                  <a:gd name="connsiteX2" fmla="*/ 43852 w 67877"/>
                  <a:gd name="connsiteY2" fmla="*/ 0 h 197953"/>
                  <a:gd name="connsiteX3" fmla="*/ 56201 w 67877"/>
                  <a:gd name="connsiteY3" fmla="*/ 6531 h 197953"/>
                  <a:gd name="connsiteX4" fmla="*/ 15709 w 67877"/>
                  <a:gd name="connsiteY4" fmla="*/ 82062 h 197953"/>
                  <a:gd name="connsiteX5" fmla="*/ 67878 w 67877"/>
                  <a:gd name="connsiteY5" fmla="*/ 191925 h 197953"/>
                  <a:gd name="connsiteX6" fmla="*/ 55109 w 67877"/>
                  <a:gd name="connsiteY6" fmla="*/ 197954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877" h="197953">
                    <a:moveTo>
                      <a:pt x="55109" y="197954"/>
                    </a:moveTo>
                    <a:lnTo>
                      <a:pt x="0" y="81643"/>
                    </a:lnTo>
                    <a:lnTo>
                      <a:pt x="43852" y="0"/>
                    </a:lnTo>
                    <a:lnTo>
                      <a:pt x="56201" y="6531"/>
                    </a:lnTo>
                    <a:lnTo>
                      <a:pt x="15709" y="82062"/>
                    </a:lnTo>
                    <a:lnTo>
                      <a:pt x="67878" y="191925"/>
                    </a:lnTo>
                    <a:lnTo>
                      <a:pt x="55109" y="19795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E38236A-5A18-0ECB-4B19-3773358CE250}"/>
                  </a:ext>
                </a:extLst>
              </p:cNvPr>
              <p:cNvSpPr/>
              <p:nvPr/>
            </p:nvSpPr>
            <p:spPr>
              <a:xfrm>
                <a:off x="10893730" y="3267836"/>
                <a:ext cx="288200" cy="25061"/>
              </a:xfrm>
              <a:custGeom>
                <a:avLst/>
                <a:gdLst>
                  <a:gd name="connsiteX0" fmla="*/ 0 w 164906"/>
                  <a:gd name="connsiteY0" fmla="*/ 0 h 13984"/>
                  <a:gd name="connsiteX1" fmla="*/ 164906 w 164906"/>
                  <a:gd name="connsiteY1" fmla="*/ 0 h 13984"/>
                  <a:gd name="connsiteX2" fmla="*/ 164906 w 164906"/>
                  <a:gd name="connsiteY2" fmla="*/ 13984 h 13984"/>
                  <a:gd name="connsiteX3" fmla="*/ 0 w 164906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906" h="13984">
                    <a:moveTo>
                      <a:pt x="0" y="0"/>
                    </a:moveTo>
                    <a:lnTo>
                      <a:pt x="164906" y="0"/>
                    </a:lnTo>
                    <a:lnTo>
                      <a:pt x="164906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96521276-BF02-0D2C-2834-C1DE0982512F}"/>
                  </a:ext>
                </a:extLst>
              </p:cNvPr>
              <p:cNvSpPr/>
              <p:nvPr/>
            </p:nvSpPr>
            <p:spPr>
              <a:xfrm>
                <a:off x="11573346" y="2748003"/>
                <a:ext cx="165169" cy="740433"/>
              </a:xfrm>
              <a:custGeom>
                <a:avLst/>
                <a:gdLst>
                  <a:gd name="connsiteX0" fmla="*/ 38643 w 94508"/>
                  <a:gd name="connsiteY0" fmla="*/ 413158 h 413157"/>
                  <a:gd name="connsiteX1" fmla="*/ 25958 w 94508"/>
                  <a:gd name="connsiteY1" fmla="*/ 407129 h 413157"/>
                  <a:gd name="connsiteX2" fmla="*/ 78631 w 94508"/>
                  <a:gd name="connsiteY2" fmla="*/ 297266 h 413157"/>
                  <a:gd name="connsiteX3" fmla="*/ 0 w 94508"/>
                  <a:gd name="connsiteY3" fmla="*/ 157928 h 413157"/>
                  <a:gd name="connsiteX4" fmla="*/ 80311 w 94508"/>
                  <a:gd name="connsiteY4" fmla="*/ 0 h 413157"/>
                  <a:gd name="connsiteX5" fmla="*/ 92828 w 94508"/>
                  <a:gd name="connsiteY5" fmla="*/ 6364 h 413157"/>
                  <a:gd name="connsiteX6" fmla="*/ 15877 w 94508"/>
                  <a:gd name="connsiteY6" fmla="*/ 157593 h 413157"/>
                  <a:gd name="connsiteX7" fmla="*/ 94508 w 94508"/>
                  <a:gd name="connsiteY7" fmla="*/ 296764 h 413157"/>
                  <a:gd name="connsiteX8" fmla="*/ 38643 w 94508"/>
                  <a:gd name="connsiteY8" fmla="*/ 413158 h 41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508" h="413157">
                    <a:moveTo>
                      <a:pt x="38643" y="413158"/>
                    </a:moveTo>
                    <a:lnTo>
                      <a:pt x="25958" y="407129"/>
                    </a:lnTo>
                    <a:lnTo>
                      <a:pt x="78631" y="297266"/>
                    </a:lnTo>
                    <a:lnTo>
                      <a:pt x="0" y="157928"/>
                    </a:lnTo>
                    <a:lnTo>
                      <a:pt x="80311" y="0"/>
                    </a:lnTo>
                    <a:lnTo>
                      <a:pt x="92828" y="6364"/>
                    </a:lnTo>
                    <a:lnTo>
                      <a:pt x="15877" y="157593"/>
                    </a:lnTo>
                    <a:lnTo>
                      <a:pt x="94508" y="296764"/>
                    </a:lnTo>
                    <a:lnTo>
                      <a:pt x="38643" y="413158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C0B1D387-6371-C89C-7E55-D2E300949926}"/>
                  </a:ext>
                </a:extLst>
              </p:cNvPr>
              <p:cNvSpPr/>
              <p:nvPr/>
            </p:nvSpPr>
            <p:spPr>
              <a:xfrm rot="16217400">
                <a:off x="11823660" y="3171161"/>
                <a:ext cx="21831" cy="219369"/>
              </a:xfrm>
              <a:custGeom>
                <a:avLst/>
                <a:gdLst>
                  <a:gd name="connsiteX0" fmla="*/ 0 w 12181"/>
                  <a:gd name="connsiteY0" fmla="*/ 0 h 125521"/>
                  <a:gd name="connsiteX1" fmla="*/ 12181 w 12181"/>
                  <a:gd name="connsiteY1" fmla="*/ 0 h 125521"/>
                  <a:gd name="connsiteX2" fmla="*/ 12181 w 12181"/>
                  <a:gd name="connsiteY2" fmla="*/ 125522 h 125521"/>
                  <a:gd name="connsiteX3" fmla="*/ 0 w 12181"/>
                  <a:gd name="connsiteY3" fmla="*/ 125522 h 12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81" h="125521">
                    <a:moveTo>
                      <a:pt x="0" y="0"/>
                    </a:moveTo>
                    <a:lnTo>
                      <a:pt x="12181" y="0"/>
                    </a:lnTo>
                    <a:lnTo>
                      <a:pt x="12181" y="125522"/>
                    </a:lnTo>
                    <a:lnTo>
                      <a:pt x="0" y="12552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F70ED297-2E7A-6A21-E365-B54585DA53B8}"/>
                  </a:ext>
                </a:extLst>
              </p:cNvPr>
              <p:cNvSpPr/>
              <p:nvPr/>
            </p:nvSpPr>
            <p:spPr>
              <a:xfrm rot="16213800">
                <a:off x="11436972" y="2892805"/>
                <a:ext cx="25141" cy="274979"/>
              </a:xfrm>
              <a:custGeom>
                <a:avLst/>
                <a:gdLst>
                  <a:gd name="connsiteX0" fmla="*/ 0 w 14029"/>
                  <a:gd name="connsiteY0" fmla="*/ 0 h 157341"/>
                  <a:gd name="connsiteX1" fmla="*/ 14029 w 14029"/>
                  <a:gd name="connsiteY1" fmla="*/ 0 h 157341"/>
                  <a:gd name="connsiteX2" fmla="*/ 14029 w 14029"/>
                  <a:gd name="connsiteY2" fmla="*/ 157342 h 157341"/>
                  <a:gd name="connsiteX3" fmla="*/ 0 w 14029"/>
                  <a:gd name="connsiteY3" fmla="*/ 157342 h 157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29" h="157341">
                    <a:moveTo>
                      <a:pt x="0" y="0"/>
                    </a:moveTo>
                    <a:lnTo>
                      <a:pt x="14029" y="0"/>
                    </a:lnTo>
                    <a:lnTo>
                      <a:pt x="14029" y="157342"/>
                    </a:lnTo>
                    <a:lnTo>
                      <a:pt x="0" y="15734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19BDB475-A2A0-542D-DD95-C96E72DB9373}"/>
                  </a:ext>
                </a:extLst>
              </p:cNvPr>
              <p:cNvSpPr/>
              <p:nvPr/>
            </p:nvSpPr>
            <p:spPr>
              <a:xfrm>
                <a:off x="12845512" y="2749353"/>
                <a:ext cx="157386" cy="740883"/>
              </a:xfrm>
              <a:custGeom>
                <a:avLst/>
                <a:gdLst>
                  <a:gd name="connsiteX0" fmla="*/ 64518 w 90055"/>
                  <a:gd name="connsiteY0" fmla="*/ 413409 h 413408"/>
                  <a:gd name="connsiteX1" fmla="*/ 0 w 90055"/>
                  <a:gd name="connsiteY1" fmla="*/ 297015 h 413408"/>
                  <a:gd name="connsiteX2" fmla="*/ 74262 w 90055"/>
                  <a:gd name="connsiteY2" fmla="*/ 157509 h 413408"/>
                  <a:gd name="connsiteX3" fmla="*/ 1680 w 90055"/>
                  <a:gd name="connsiteY3" fmla="*/ 6113 h 413408"/>
                  <a:gd name="connsiteX4" fmla="*/ 14365 w 90055"/>
                  <a:gd name="connsiteY4" fmla="*/ 0 h 413408"/>
                  <a:gd name="connsiteX5" fmla="*/ 90056 w 90055"/>
                  <a:gd name="connsiteY5" fmla="*/ 157844 h 413408"/>
                  <a:gd name="connsiteX6" fmla="*/ 15961 w 90055"/>
                  <a:gd name="connsiteY6" fmla="*/ 296847 h 413408"/>
                  <a:gd name="connsiteX7" fmla="*/ 76783 w 90055"/>
                  <a:gd name="connsiteY7" fmla="*/ 406626 h 413408"/>
                  <a:gd name="connsiteX8" fmla="*/ 64518 w 90055"/>
                  <a:gd name="connsiteY8" fmla="*/ 413409 h 413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055" h="413408">
                    <a:moveTo>
                      <a:pt x="64518" y="413409"/>
                    </a:moveTo>
                    <a:lnTo>
                      <a:pt x="0" y="297015"/>
                    </a:lnTo>
                    <a:lnTo>
                      <a:pt x="74262" y="157509"/>
                    </a:lnTo>
                    <a:lnTo>
                      <a:pt x="1680" y="6113"/>
                    </a:lnTo>
                    <a:lnTo>
                      <a:pt x="14365" y="0"/>
                    </a:lnTo>
                    <a:lnTo>
                      <a:pt x="90056" y="157844"/>
                    </a:lnTo>
                    <a:lnTo>
                      <a:pt x="15961" y="296847"/>
                    </a:lnTo>
                    <a:lnTo>
                      <a:pt x="76783" y="406626"/>
                    </a:lnTo>
                    <a:lnTo>
                      <a:pt x="64518" y="41340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0E436941-B81E-0219-E0B8-4064CA9F6897}"/>
                  </a:ext>
                </a:extLst>
              </p:cNvPr>
              <p:cNvSpPr/>
              <p:nvPr/>
            </p:nvSpPr>
            <p:spPr>
              <a:xfrm>
                <a:off x="12640701" y="3268286"/>
                <a:ext cx="218902" cy="26260"/>
              </a:xfrm>
              <a:custGeom>
                <a:avLst/>
                <a:gdLst>
                  <a:gd name="connsiteX0" fmla="*/ 0 w 125254"/>
                  <a:gd name="connsiteY0" fmla="*/ 0 h 14653"/>
                  <a:gd name="connsiteX1" fmla="*/ 125255 w 125254"/>
                  <a:gd name="connsiteY1" fmla="*/ 0 h 14653"/>
                  <a:gd name="connsiteX2" fmla="*/ 125255 w 125254"/>
                  <a:gd name="connsiteY2" fmla="*/ 14654 h 14653"/>
                  <a:gd name="connsiteX3" fmla="*/ 0 w 125254"/>
                  <a:gd name="connsiteY3" fmla="*/ 14654 h 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254" h="14653">
                    <a:moveTo>
                      <a:pt x="0" y="0"/>
                    </a:moveTo>
                    <a:lnTo>
                      <a:pt x="125255" y="0"/>
                    </a:lnTo>
                    <a:lnTo>
                      <a:pt x="125255" y="14654"/>
                    </a:lnTo>
                    <a:lnTo>
                      <a:pt x="0" y="1465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8F07E529-F46A-D0F7-98F6-0EC4D726B327}"/>
                  </a:ext>
                </a:extLst>
              </p:cNvPr>
              <p:cNvSpPr/>
              <p:nvPr/>
            </p:nvSpPr>
            <p:spPr>
              <a:xfrm>
                <a:off x="12989099" y="3019324"/>
                <a:ext cx="106148" cy="25061"/>
              </a:xfrm>
              <a:custGeom>
                <a:avLst/>
                <a:gdLst>
                  <a:gd name="connsiteX0" fmla="*/ 0 w 60737"/>
                  <a:gd name="connsiteY0" fmla="*/ 0 h 13984"/>
                  <a:gd name="connsiteX1" fmla="*/ 60737 w 60737"/>
                  <a:gd name="connsiteY1" fmla="*/ 0 h 13984"/>
                  <a:gd name="connsiteX2" fmla="*/ 60737 w 60737"/>
                  <a:gd name="connsiteY2" fmla="*/ 13984 h 13984"/>
                  <a:gd name="connsiteX3" fmla="*/ 0 w 60737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737" h="13984">
                    <a:moveTo>
                      <a:pt x="0" y="0"/>
                    </a:moveTo>
                    <a:lnTo>
                      <a:pt x="60737" y="0"/>
                    </a:lnTo>
                    <a:lnTo>
                      <a:pt x="60737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F6AFB1C0-EFEC-E835-0867-EBEB5763B170}"/>
                  </a:ext>
                </a:extLst>
              </p:cNvPr>
              <p:cNvSpPr/>
              <p:nvPr/>
            </p:nvSpPr>
            <p:spPr>
              <a:xfrm rot="16204200">
                <a:off x="12641745" y="3006969"/>
                <a:ext cx="908581" cy="49023"/>
              </a:xfrm>
              <a:custGeom>
                <a:avLst/>
                <a:gdLst>
                  <a:gd name="connsiteX0" fmla="*/ 0 w 506983"/>
                  <a:gd name="connsiteY0" fmla="*/ 0 h 28051"/>
                  <a:gd name="connsiteX1" fmla="*/ 506984 w 506983"/>
                  <a:gd name="connsiteY1" fmla="*/ 0 h 28051"/>
                  <a:gd name="connsiteX2" fmla="*/ 506984 w 506983"/>
                  <a:gd name="connsiteY2" fmla="*/ 28052 h 28051"/>
                  <a:gd name="connsiteX3" fmla="*/ 0 w 506983"/>
                  <a:gd name="connsiteY3" fmla="*/ 28052 h 28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983" h="28051">
                    <a:moveTo>
                      <a:pt x="0" y="0"/>
                    </a:moveTo>
                    <a:lnTo>
                      <a:pt x="506984" y="0"/>
                    </a:lnTo>
                    <a:lnTo>
                      <a:pt x="506984" y="28052"/>
                    </a:lnTo>
                    <a:lnTo>
                      <a:pt x="0" y="2805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03DCE652-61CF-AE61-BBDD-B67A706D77AE}"/>
                  </a:ext>
                </a:extLst>
              </p:cNvPr>
              <p:cNvSpPr/>
              <p:nvPr/>
            </p:nvSpPr>
            <p:spPr>
              <a:xfrm rot="16204200">
                <a:off x="12979102" y="3006972"/>
                <a:ext cx="908581" cy="49023"/>
              </a:xfrm>
              <a:custGeom>
                <a:avLst/>
                <a:gdLst>
                  <a:gd name="connsiteX0" fmla="*/ 0 w 506983"/>
                  <a:gd name="connsiteY0" fmla="*/ 0 h 28051"/>
                  <a:gd name="connsiteX1" fmla="*/ 506984 w 506983"/>
                  <a:gd name="connsiteY1" fmla="*/ 0 h 28051"/>
                  <a:gd name="connsiteX2" fmla="*/ 506984 w 506983"/>
                  <a:gd name="connsiteY2" fmla="*/ 28052 h 28051"/>
                  <a:gd name="connsiteX3" fmla="*/ 0 w 506983"/>
                  <a:gd name="connsiteY3" fmla="*/ 28052 h 28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983" h="28051">
                    <a:moveTo>
                      <a:pt x="0" y="0"/>
                    </a:moveTo>
                    <a:lnTo>
                      <a:pt x="506984" y="0"/>
                    </a:lnTo>
                    <a:lnTo>
                      <a:pt x="506984" y="28052"/>
                    </a:lnTo>
                    <a:lnTo>
                      <a:pt x="0" y="2805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8F2AB51F-63B2-4F0F-E3B4-1B5FCD5C555B}"/>
                  </a:ext>
                </a:extLst>
              </p:cNvPr>
              <p:cNvSpPr/>
              <p:nvPr/>
            </p:nvSpPr>
            <p:spPr>
              <a:xfrm>
                <a:off x="8418401" y="2535056"/>
                <a:ext cx="5239739" cy="989095"/>
              </a:xfrm>
              <a:custGeom>
                <a:avLst/>
                <a:gdLst>
                  <a:gd name="connsiteX0" fmla="*/ 0 w 2998135"/>
                  <a:gd name="connsiteY0" fmla="*/ 0 h 551909"/>
                  <a:gd name="connsiteX1" fmla="*/ 0 w 2998135"/>
                  <a:gd name="connsiteY1" fmla="*/ 549398 h 551909"/>
                  <a:gd name="connsiteX2" fmla="*/ 2997548 w 2998135"/>
                  <a:gd name="connsiteY2" fmla="*/ 551910 h 551909"/>
                  <a:gd name="connsiteX3" fmla="*/ 2998136 w 2998135"/>
                  <a:gd name="connsiteY3" fmla="*/ 2512 h 551909"/>
                  <a:gd name="connsiteX4" fmla="*/ 0 w 2998135"/>
                  <a:gd name="connsiteY4" fmla="*/ 0 h 551909"/>
                  <a:gd name="connsiteX5" fmla="*/ 26798 w 2998135"/>
                  <a:gd name="connsiteY5" fmla="*/ 26880 h 551909"/>
                  <a:gd name="connsiteX6" fmla="*/ 2971254 w 2998135"/>
                  <a:gd name="connsiteY6" fmla="*/ 29392 h 551909"/>
                  <a:gd name="connsiteX7" fmla="*/ 2971254 w 2998135"/>
                  <a:gd name="connsiteY7" fmla="*/ 525198 h 551909"/>
                  <a:gd name="connsiteX8" fmla="*/ 26126 w 2998135"/>
                  <a:gd name="connsiteY8" fmla="*/ 523272 h 551909"/>
                  <a:gd name="connsiteX9" fmla="*/ 26798 w 2998135"/>
                  <a:gd name="connsiteY9" fmla="*/ 26880 h 55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98135" h="551909">
                    <a:moveTo>
                      <a:pt x="0" y="0"/>
                    </a:moveTo>
                    <a:lnTo>
                      <a:pt x="0" y="549398"/>
                    </a:lnTo>
                    <a:lnTo>
                      <a:pt x="2997548" y="551910"/>
                    </a:lnTo>
                    <a:lnTo>
                      <a:pt x="2998136" y="2512"/>
                    </a:lnTo>
                    <a:lnTo>
                      <a:pt x="0" y="0"/>
                    </a:lnTo>
                    <a:close/>
                    <a:moveTo>
                      <a:pt x="26798" y="26880"/>
                    </a:moveTo>
                    <a:lnTo>
                      <a:pt x="2971254" y="29392"/>
                    </a:lnTo>
                    <a:lnTo>
                      <a:pt x="2971254" y="525198"/>
                    </a:lnTo>
                    <a:lnTo>
                      <a:pt x="26126" y="523272"/>
                    </a:lnTo>
                    <a:lnTo>
                      <a:pt x="26798" y="26880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1FB79D47-3924-38C1-0CC9-B98358FAA21B}"/>
                  </a:ext>
                </a:extLst>
              </p:cNvPr>
              <p:cNvSpPr/>
              <p:nvPr/>
            </p:nvSpPr>
            <p:spPr>
              <a:xfrm>
                <a:off x="8931085" y="2575125"/>
                <a:ext cx="49183" cy="905658"/>
              </a:xfrm>
              <a:custGeom>
                <a:avLst/>
                <a:gdLst>
                  <a:gd name="connsiteX0" fmla="*/ 0 w 28142"/>
                  <a:gd name="connsiteY0" fmla="*/ 0 h 505352"/>
                  <a:gd name="connsiteX1" fmla="*/ 28142 w 28142"/>
                  <a:gd name="connsiteY1" fmla="*/ 0 h 505352"/>
                  <a:gd name="connsiteX2" fmla="*/ 28142 w 28142"/>
                  <a:gd name="connsiteY2" fmla="*/ 505352 h 505352"/>
                  <a:gd name="connsiteX3" fmla="*/ 0 w 28142"/>
                  <a:gd name="connsiteY3" fmla="*/ 505352 h 50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42" h="505352">
                    <a:moveTo>
                      <a:pt x="0" y="0"/>
                    </a:moveTo>
                    <a:lnTo>
                      <a:pt x="28142" y="0"/>
                    </a:lnTo>
                    <a:lnTo>
                      <a:pt x="28142" y="505352"/>
                    </a:lnTo>
                    <a:lnTo>
                      <a:pt x="0" y="50535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E05A3B1A-5321-9898-0821-3DDA82465C85}"/>
                  </a:ext>
                </a:extLst>
              </p:cNvPr>
              <p:cNvSpPr/>
              <p:nvPr/>
            </p:nvSpPr>
            <p:spPr>
              <a:xfrm>
                <a:off x="8593701" y="2575125"/>
                <a:ext cx="49183" cy="905658"/>
              </a:xfrm>
              <a:custGeom>
                <a:avLst/>
                <a:gdLst>
                  <a:gd name="connsiteX0" fmla="*/ 0 w 28142"/>
                  <a:gd name="connsiteY0" fmla="*/ 0 h 505352"/>
                  <a:gd name="connsiteX1" fmla="*/ 28142 w 28142"/>
                  <a:gd name="connsiteY1" fmla="*/ 0 h 505352"/>
                  <a:gd name="connsiteX2" fmla="*/ 28142 w 28142"/>
                  <a:gd name="connsiteY2" fmla="*/ 505352 h 505352"/>
                  <a:gd name="connsiteX3" fmla="*/ 0 w 28142"/>
                  <a:gd name="connsiteY3" fmla="*/ 505352 h 50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42" h="505352">
                    <a:moveTo>
                      <a:pt x="0" y="0"/>
                    </a:moveTo>
                    <a:lnTo>
                      <a:pt x="28142" y="0"/>
                    </a:lnTo>
                    <a:lnTo>
                      <a:pt x="28142" y="505352"/>
                    </a:lnTo>
                    <a:lnTo>
                      <a:pt x="0" y="50535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26F42608-1A8D-8126-E734-266E45CCEC42}"/>
                  </a:ext>
                </a:extLst>
              </p:cNvPr>
              <p:cNvSpPr/>
              <p:nvPr/>
            </p:nvSpPr>
            <p:spPr>
              <a:xfrm>
                <a:off x="10785821" y="2949017"/>
                <a:ext cx="381135" cy="169500"/>
              </a:xfrm>
              <a:custGeom>
                <a:avLst/>
                <a:gdLst>
                  <a:gd name="connsiteX0" fmla="*/ 47128 w 218082"/>
                  <a:gd name="connsiteY0" fmla="*/ 66697 h 94580"/>
                  <a:gd name="connsiteX1" fmla="*/ 32427 w 218082"/>
                  <a:gd name="connsiteY1" fmla="*/ 72391 h 94580"/>
                  <a:gd name="connsiteX2" fmla="*/ 18986 w 218082"/>
                  <a:gd name="connsiteY2" fmla="*/ 72391 h 94580"/>
                  <a:gd name="connsiteX3" fmla="*/ 18314 w 218082"/>
                  <a:gd name="connsiteY3" fmla="*/ 71135 h 94580"/>
                  <a:gd name="connsiteX4" fmla="*/ 18314 w 218082"/>
                  <a:gd name="connsiteY4" fmla="*/ 23237 h 94580"/>
                  <a:gd name="connsiteX5" fmla="*/ 19574 w 218082"/>
                  <a:gd name="connsiteY5" fmla="*/ 21981 h 94580"/>
                  <a:gd name="connsiteX6" fmla="*/ 31671 w 218082"/>
                  <a:gd name="connsiteY6" fmla="*/ 21981 h 94580"/>
                  <a:gd name="connsiteX7" fmla="*/ 49564 w 218082"/>
                  <a:gd name="connsiteY7" fmla="*/ 30941 h 94580"/>
                  <a:gd name="connsiteX8" fmla="*/ 47044 w 218082"/>
                  <a:gd name="connsiteY8" fmla="*/ 66780 h 94580"/>
                  <a:gd name="connsiteX9" fmla="*/ 217747 w 218082"/>
                  <a:gd name="connsiteY9" fmla="*/ 73647 h 94580"/>
                  <a:gd name="connsiteX10" fmla="*/ 216487 w 218082"/>
                  <a:gd name="connsiteY10" fmla="*/ 72391 h 94580"/>
                  <a:gd name="connsiteX11" fmla="*/ 185152 w 218082"/>
                  <a:gd name="connsiteY11" fmla="*/ 72391 h 94580"/>
                  <a:gd name="connsiteX12" fmla="*/ 183892 w 218082"/>
                  <a:gd name="connsiteY12" fmla="*/ 71135 h 94580"/>
                  <a:gd name="connsiteX13" fmla="*/ 183892 w 218082"/>
                  <a:gd name="connsiteY13" fmla="*/ 6657 h 94580"/>
                  <a:gd name="connsiteX14" fmla="*/ 182632 w 218082"/>
                  <a:gd name="connsiteY14" fmla="*/ 5401 h 94580"/>
                  <a:gd name="connsiteX15" fmla="*/ 165998 w 218082"/>
                  <a:gd name="connsiteY15" fmla="*/ 5401 h 94580"/>
                  <a:gd name="connsiteX16" fmla="*/ 164738 w 218082"/>
                  <a:gd name="connsiteY16" fmla="*/ 6657 h 94580"/>
                  <a:gd name="connsiteX17" fmla="*/ 164738 w 218082"/>
                  <a:gd name="connsiteY17" fmla="*/ 36049 h 94580"/>
                  <a:gd name="connsiteX18" fmla="*/ 164150 w 218082"/>
                  <a:gd name="connsiteY18" fmla="*/ 37305 h 94580"/>
                  <a:gd name="connsiteX19" fmla="*/ 122651 w 218082"/>
                  <a:gd name="connsiteY19" fmla="*/ 70549 h 94580"/>
                  <a:gd name="connsiteX20" fmla="*/ 120718 w 218082"/>
                  <a:gd name="connsiteY20" fmla="*/ 71805 h 94580"/>
                  <a:gd name="connsiteX21" fmla="*/ 118198 w 218082"/>
                  <a:gd name="connsiteY21" fmla="*/ 70549 h 94580"/>
                  <a:gd name="connsiteX22" fmla="*/ 111142 w 218082"/>
                  <a:gd name="connsiteY22" fmla="*/ 64185 h 94580"/>
                  <a:gd name="connsiteX23" fmla="*/ 111814 w 218082"/>
                  <a:gd name="connsiteY23" fmla="*/ 63515 h 94580"/>
                  <a:gd name="connsiteX24" fmla="*/ 154573 w 218082"/>
                  <a:gd name="connsiteY24" fmla="*/ 29601 h 94580"/>
                  <a:gd name="connsiteX25" fmla="*/ 154573 w 218082"/>
                  <a:gd name="connsiteY25" fmla="*/ 28345 h 94580"/>
                  <a:gd name="connsiteX26" fmla="*/ 142476 w 218082"/>
                  <a:gd name="connsiteY26" fmla="*/ 18799 h 94580"/>
                  <a:gd name="connsiteX27" fmla="*/ 141216 w 218082"/>
                  <a:gd name="connsiteY27" fmla="*/ 18799 h 94580"/>
                  <a:gd name="connsiteX28" fmla="*/ 98457 w 218082"/>
                  <a:gd name="connsiteY28" fmla="*/ 53299 h 94580"/>
                  <a:gd name="connsiteX29" fmla="*/ 97196 w 218082"/>
                  <a:gd name="connsiteY29" fmla="*/ 53299 h 94580"/>
                  <a:gd name="connsiteX30" fmla="*/ 88880 w 218082"/>
                  <a:gd name="connsiteY30" fmla="*/ 46265 h 94580"/>
                  <a:gd name="connsiteX31" fmla="*/ 88880 w 218082"/>
                  <a:gd name="connsiteY31" fmla="*/ 45009 h 94580"/>
                  <a:gd name="connsiteX32" fmla="*/ 95264 w 218082"/>
                  <a:gd name="connsiteY32" fmla="*/ 39901 h 94580"/>
                  <a:gd name="connsiteX33" fmla="*/ 131639 w 218082"/>
                  <a:gd name="connsiteY33" fmla="*/ 11179 h 94580"/>
                  <a:gd name="connsiteX34" fmla="*/ 131639 w 218082"/>
                  <a:gd name="connsiteY34" fmla="*/ 9923 h 94580"/>
                  <a:gd name="connsiteX35" fmla="*/ 119542 w 218082"/>
                  <a:gd name="connsiteY35" fmla="*/ 293 h 94580"/>
                  <a:gd name="connsiteX36" fmla="*/ 118282 w 218082"/>
                  <a:gd name="connsiteY36" fmla="*/ 293 h 94580"/>
                  <a:gd name="connsiteX37" fmla="*/ 77371 w 218082"/>
                  <a:gd name="connsiteY37" fmla="*/ 32951 h 94580"/>
                  <a:gd name="connsiteX38" fmla="*/ 72918 w 218082"/>
                  <a:gd name="connsiteY38" fmla="*/ 36803 h 94580"/>
                  <a:gd name="connsiteX39" fmla="*/ 67794 w 218082"/>
                  <a:gd name="connsiteY39" fmla="*/ 24661 h 94580"/>
                  <a:gd name="connsiteX40" fmla="*/ 33267 w 218082"/>
                  <a:gd name="connsiteY40" fmla="*/ 5485 h 94580"/>
                  <a:gd name="connsiteX41" fmla="*/ 0 w 218082"/>
                  <a:gd name="connsiteY41" fmla="*/ 5485 h 94580"/>
                  <a:gd name="connsiteX42" fmla="*/ 0 w 218082"/>
                  <a:gd name="connsiteY42" fmla="*/ 89138 h 94580"/>
                  <a:gd name="connsiteX43" fmla="*/ 32679 w 218082"/>
                  <a:gd name="connsiteY43" fmla="*/ 89138 h 94580"/>
                  <a:gd name="connsiteX44" fmla="*/ 39735 w 218082"/>
                  <a:gd name="connsiteY44" fmla="*/ 88468 h 94580"/>
                  <a:gd name="connsiteX45" fmla="*/ 72330 w 218082"/>
                  <a:gd name="connsiteY45" fmla="*/ 59077 h 94580"/>
                  <a:gd name="connsiteX46" fmla="*/ 73002 w 218082"/>
                  <a:gd name="connsiteY46" fmla="*/ 57821 h 94580"/>
                  <a:gd name="connsiteX47" fmla="*/ 73674 w 218082"/>
                  <a:gd name="connsiteY47" fmla="*/ 58407 h 94580"/>
                  <a:gd name="connsiteX48" fmla="*/ 117778 w 218082"/>
                  <a:gd name="connsiteY48" fmla="*/ 94246 h 94580"/>
                  <a:gd name="connsiteX49" fmla="*/ 119710 w 218082"/>
                  <a:gd name="connsiteY49" fmla="*/ 94246 h 94580"/>
                  <a:gd name="connsiteX50" fmla="*/ 160622 w 218082"/>
                  <a:gd name="connsiteY50" fmla="*/ 62259 h 94580"/>
                  <a:gd name="connsiteX51" fmla="*/ 165074 w 218082"/>
                  <a:gd name="connsiteY51" fmla="*/ 57821 h 94580"/>
                  <a:gd name="connsiteX52" fmla="*/ 165074 w 218082"/>
                  <a:gd name="connsiteY52" fmla="*/ 88468 h 94580"/>
                  <a:gd name="connsiteX53" fmla="*/ 166334 w 218082"/>
                  <a:gd name="connsiteY53" fmla="*/ 89138 h 94580"/>
                  <a:gd name="connsiteX54" fmla="*/ 216823 w 218082"/>
                  <a:gd name="connsiteY54" fmla="*/ 89724 h 94580"/>
                  <a:gd name="connsiteX55" fmla="*/ 218083 w 218082"/>
                  <a:gd name="connsiteY55" fmla="*/ 88468 h 94580"/>
                  <a:gd name="connsiteX56" fmla="*/ 218083 w 218082"/>
                  <a:gd name="connsiteY56" fmla="*/ 73731 h 94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8082" h="94580">
                    <a:moveTo>
                      <a:pt x="47128" y="66697"/>
                    </a:moveTo>
                    <a:cubicBezTo>
                      <a:pt x="42676" y="70549"/>
                      <a:pt x="38223" y="72391"/>
                      <a:pt x="32427" y="72391"/>
                    </a:cubicBezTo>
                    <a:lnTo>
                      <a:pt x="18986" y="72391"/>
                    </a:lnTo>
                    <a:cubicBezTo>
                      <a:pt x="18540" y="72391"/>
                      <a:pt x="18314" y="71972"/>
                      <a:pt x="18314" y="71135"/>
                    </a:cubicBezTo>
                    <a:lnTo>
                      <a:pt x="18314" y="23237"/>
                    </a:lnTo>
                    <a:cubicBezTo>
                      <a:pt x="18314" y="22651"/>
                      <a:pt x="18314" y="21981"/>
                      <a:pt x="19574" y="21981"/>
                    </a:cubicBezTo>
                    <a:lnTo>
                      <a:pt x="31671" y="21981"/>
                    </a:lnTo>
                    <a:cubicBezTo>
                      <a:pt x="39315" y="21981"/>
                      <a:pt x="45112" y="25163"/>
                      <a:pt x="49564" y="30941"/>
                    </a:cubicBezTo>
                    <a:cubicBezTo>
                      <a:pt x="57881" y="41827"/>
                      <a:pt x="56621" y="57821"/>
                      <a:pt x="47044" y="66780"/>
                    </a:cubicBezTo>
                    <a:close/>
                    <a:moveTo>
                      <a:pt x="217747" y="73647"/>
                    </a:moveTo>
                    <a:cubicBezTo>
                      <a:pt x="217747" y="72809"/>
                      <a:pt x="217327" y="72391"/>
                      <a:pt x="216487" y="72391"/>
                    </a:cubicBezTo>
                    <a:lnTo>
                      <a:pt x="185152" y="72391"/>
                    </a:lnTo>
                    <a:cubicBezTo>
                      <a:pt x="183220" y="72391"/>
                      <a:pt x="183892" y="72391"/>
                      <a:pt x="183892" y="71135"/>
                    </a:cubicBezTo>
                    <a:lnTo>
                      <a:pt x="183892" y="6657"/>
                    </a:lnTo>
                    <a:cubicBezTo>
                      <a:pt x="183892" y="6071"/>
                      <a:pt x="183220" y="5401"/>
                      <a:pt x="182632" y="5401"/>
                    </a:cubicBezTo>
                    <a:lnTo>
                      <a:pt x="165998" y="5401"/>
                    </a:lnTo>
                    <a:cubicBezTo>
                      <a:pt x="165326" y="5401"/>
                      <a:pt x="164738" y="6071"/>
                      <a:pt x="164738" y="6657"/>
                    </a:cubicBezTo>
                    <a:lnTo>
                      <a:pt x="164738" y="36049"/>
                    </a:lnTo>
                    <a:cubicBezTo>
                      <a:pt x="164738" y="36495"/>
                      <a:pt x="164545" y="36914"/>
                      <a:pt x="164150" y="37305"/>
                    </a:cubicBezTo>
                    <a:cubicBezTo>
                      <a:pt x="150709" y="48191"/>
                      <a:pt x="136680" y="59663"/>
                      <a:pt x="122651" y="70549"/>
                    </a:cubicBezTo>
                    <a:cubicBezTo>
                      <a:pt x="121978" y="71135"/>
                      <a:pt x="121390" y="71805"/>
                      <a:pt x="120718" y="71805"/>
                    </a:cubicBezTo>
                    <a:cubicBezTo>
                      <a:pt x="120046" y="71805"/>
                      <a:pt x="119458" y="71135"/>
                      <a:pt x="118198" y="70549"/>
                    </a:cubicBezTo>
                    <a:cubicBezTo>
                      <a:pt x="115678" y="68623"/>
                      <a:pt x="113746" y="66110"/>
                      <a:pt x="111142" y="64185"/>
                    </a:cubicBezTo>
                    <a:lnTo>
                      <a:pt x="111814" y="63515"/>
                    </a:lnTo>
                    <a:cubicBezTo>
                      <a:pt x="125843" y="51959"/>
                      <a:pt x="140544" y="40487"/>
                      <a:pt x="154573" y="29601"/>
                    </a:cubicBezTo>
                    <a:cubicBezTo>
                      <a:pt x="155245" y="28931"/>
                      <a:pt x="155245" y="28345"/>
                      <a:pt x="154573" y="28345"/>
                    </a:cubicBezTo>
                    <a:cubicBezTo>
                      <a:pt x="150709" y="25163"/>
                      <a:pt x="146257" y="21981"/>
                      <a:pt x="142476" y="18799"/>
                    </a:cubicBezTo>
                    <a:cubicBezTo>
                      <a:pt x="142031" y="18353"/>
                      <a:pt x="141611" y="18353"/>
                      <a:pt x="141216" y="18799"/>
                    </a:cubicBezTo>
                    <a:cubicBezTo>
                      <a:pt x="127187" y="30271"/>
                      <a:pt x="112486" y="41743"/>
                      <a:pt x="98457" y="53299"/>
                    </a:cubicBezTo>
                    <a:lnTo>
                      <a:pt x="97196" y="53299"/>
                    </a:lnTo>
                    <a:cubicBezTo>
                      <a:pt x="94004" y="50787"/>
                      <a:pt x="91484" y="48861"/>
                      <a:pt x="88880" y="46265"/>
                    </a:cubicBezTo>
                    <a:cubicBezTo>
                      <a:pt x="87536" y="45595"/>
                      <a:pt x="88208" y="45595"/>
                      <a:pt x="88880" y="45009"/>
                    </a:cubicBezTo>
                    <a:cubicBezTo>
                      <a:pt x="90812" y="43083"/>
                      <a:pt x="93332" y="41157"/>
                      <a:pt x="95264" y="39901"/>
                    </a:cubicBezTo>
                    <a:cubicBezTo>
                      <a:pt x="107361" y="30271"/>
                      <a:pt x="119542" y="20725"/>
                      <a:pt x="131639" y="11179"/>
                    </a:cubicBezTo>
                    <a:cubicBezTo>
                      <a:pt x="132085" y="10733"/>
                      <a:pt x="132085" y="10314"/>
                      <a:pt x="131639" y="9923"/>
                    </a:cubicBezTo>
                    <a:cubicBezTo>
                      <a:pt x="127187" y="6741"/>
                      <a:pt x="123323" y="3559"/>
                      <a:pt x="119542" y="293"/>
                    </a:cubicBezTo>
                    <a:cubicBezTo>
                      <a:pt x="119097" y="-98"/>
                      <a:pt x="118677" y="-98"/>
                      <a:pt x="118282" y="293"/>
                    </a:cubicBezTo>
                    <a:cubicBezTo>
                      <a:pt x="104841" y="11179"/>
                      <a:pt x="90812" y="22065"/>
                      <a:pt x="77371" y="32951"/>
                    </a:cubicBezTo>
                    <a:cubicBezTo>
                      <a:pt x="75439" y="34207"/>
                      <a:pt x="74178" y="35463"/>
                      <a:pt x="72918" y="36803"/>
                    </a:cubicBezTo>
                    <a:cubicBezTo>
                      <a:pt x="71658" y="32281"/>
                      <a:pt x="69726" y="28513"/>
                      <a:pt x="67794" y="24661"/>
                    </a:cubicBezTo>
                    <a:cubicBezTo>
                      <a:pt x="59477" y="12519"/>
                      <a:pt x="47968" y="5485"/>
                      <a:pt x="33267" y="5485"/>
                    </a:cubicBezTo>
                    <a:lnTo>
                      <a:pt x="0" y="5485"/>
                    </a:lnTo>
                    <a:lnTo>
                      <a:pt x="0" y="89138"/>
                    </a:lnTo>
                    <a:lnTo>
                      <a:pt x="32679" y="89138"/>
                    </a:lnTo>
                    <a:cubicBezTo>
                      <a:pt x="35199" y="89138"/>
                      <a:pt x="37131" y="89138"/>
                      <a:pt x="39735" y="88468"/>
                    </a:cubicBezTo>
                    <a:cubicBezTo>
                      <a:pt x="56285" y="85286"/>
                      <a:pt x="67206" y="75070"/>
                      <a:pt x="72330" y="59077"/>
                    </a:cubicBezTo>
                    <a:cubicBezTo>
                      <a:pt x="72330" y="58630"/>
                      <a:pt x="72557" y="58212"/>
                      <a:pt x="73002" y="57821"/>
                    </a:cubicBezTo>
                    <a:cubicBezTo>
                      <a:pt x="73002" y="58407"/>
                      <a:pt x="73674" y="58407"/>
                      <a:pt x="73674" y="58407"/>
                    </a:cubicBezTo>
                    <a:cubicBezTo>
                      <a:pt x="88376" y="70549"/>
                      <a:pt x="103077" y="82104"/>
                      <a:pt x="117778" y="94246"/>
                    </a:cubicBezTo>
                    <a:cubicBezTo>
                      <a:pt x="118618" y="94692"/>
                      <a:pt x="119265" y="94692"/>
                      <a:pt x="119710" y="94246"/>
                    </a:cubicBezTo>
                    <a:cubicBezTo>
                      <a:pt x="133151" y="83360"/>
                      <a:pt x="147181" y="72475"/>
                      <a:pt x="160622" y="62259"/>
                    </a:cubicBezTo>
                    <a:cubicBezTo>
                      <a:pt x="161882" y="61003"/>
                      <a:pt x="163814" y="59663"/>
                      <a:pt x="165074" y="57821"/>
                    </a:cubicBezTo>
                    <a:lnTo>
                      <a:pt x="165074" y="88468"/>
                    </a:lnTo>
                    <a:cubicBezTo>
                      <a:pt x="165074" y="88915"/>
                      <a:pt x="165494" y="89138"/>
                      <a:pt x="166334" y="89138"/>
                    </a:cubicBezTo>
                    <a:cubicBezTo>
                      <a:pt x="182968" y="89138"/>
                      <a:pt x="200189" y="89138"/>
                      <a:pt x="216823" y="89724"/>
                    </a:cubicBezTo>
                    <a:cubicBezTo>
                      <a:pt x="218083" y="89724"/>
                      <a:pt x="218083" y="89138"/>
                      <a:pt x="218083" y="88468"/>
                    </a:cubicBezTo>
                    <a:lnTo>
                      <a:pt x="218083" y="73731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012332AA-0932-45E5-E020-C51F74EEB759}"/>
                  </a:ext>
                </a:extLst>
              </p:cNvPr>
              <p:cNvSpPr/>
              <p:nvPr/>
            </p:nvSpPr>
            <p:spPr>
              <a:xfrm>
                <a:off x="11177380" y="2958696"/>
                <a:ext cx="92787" cy="150968"/>
              </a:xfrm>
              <a:custGeom>
                <a:avLst/>
                <a:gdLst>
                  <a:gd name="connsiteX0" fmla="*/ 84 w 53092"/>
                  <a:gd name="connsiteY0" fmla="*/ 42120 h 84239"/>
                  <a:gd name="connsiteX1" fmla="*/ 84 w 53092"/>
                  <a:gd name="connsiteY1" fmla="*/ 1256 h 84239"/>
                  <a:gd name="connsiteX2" fmla="*/ 1344 w 53092"/>
                  <a:gd name="connsiteY2" fmla="*/ 0 h 84239"/>
                  <a:gd name="connsiteX3" fmla="*/ 17305 w 53092"/>
                  <a:gd name="connsiteY3" fmla="*/ 0 h 84239"/>
                  <a:gd name="connsiteX4" fmla="*/ 18566 w 53092"/>
                  <a:gd name="connsiteY4" fmla="*/ 1256 h 84239"/>
                  <a:gd name="connsiteX5" fmla="*/ 18566 w 53092"/>
                  <a:gd name="connsiteY5" fmla="*/ 65733 h 84239"/>
                  <a:gd name="connsiteX6" fmla="*/ 19826 w 53092"/>
                  <a:gd name="connsiteY6" fmla="*/ 66990 h 84239"/>
                  <a:gd name="connsiteX7" fmla="*/ 51832 w 53092"/>
                  <a:gd name="connsiteY7" fmla="*/ 66990 h 84239"/>
                  <a:gd name="connsiteX8" fmla="*/ 53093 w 53092"/>
                  <a:gd name="connsiteY8" fmla="*/ 68246 h 84239"/>
                  <a:gd name="connsiteX9" fmla="*/ 53093 w 53092"/>
                  <a:gd name="connsiteY9" fmla="*/ 82983 h 84239"/>
                  <a:gd name="connsiteX10" fmla="*/ 51832 w 53092"/>
                  <a:gd name="connsiteY10" fmla="*/ 84239 h 84239"/>
                  <a:gd name="connsiteX11" fmla="*/ 672 w 53092"/>
                  <a:gd name="connsiteY11" fmla="*/ 84239 h 84239"/>
                  <a:gd name="connsiteX12" fmla="*/ 0 w 53092"/>
                  <a:gd name="connsiteY12" fmla="*/ 82983 h 84239"/>
                  <a:gd name="connsiteX13" fmla="*/ 0 w 53092"/>
                  <a:gd name="connsiteY13" fmla="*/ 42120 h 84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092" h="84239">
                    <a:moveTo>
                      <a:pt x="84" y="42120"/>
                    </a:moveTo>
                    <a:lnTo>
                      <a:pt x="84" y="1256"/>
                    </a:lnTo>
                    <a:cubicBezTo>
                      <a:pt x="84" y="419"/>
                      <a:pt x="504" y="0"/>
                      <a:pt x="1344" y="0"/>
                    </a:cubicBezTo>
                    <a:lnTo>
                      <a:pt x="17305" y="0"/>
                    </a:lnTo>
                    <a:cubicBezTo>
                      <a:pt x="18145" y="0"/>
                      <a:pt x="18566" y="419"/>
                      <a:pt x="18566" y="1256"/>
                    </a:cubicBezTo>
                    <a:lnTo>
                      <a:pt x="18566" y="65733"/>
                    </a:lnTo>
                    <a:cubicBezTo>
                      <a:pt x="18566" y="66571"/>
                      <a:pt x="18986" y="66990"/>
                      <a:pt x="19826" y="66990"/>
                    </a:cubicBezTo>
                    <a:lnTo>
                      <a:pt x="51832" y="66990"/>
                    </a:lnTo>
                    <a:cubicBezTo>
                      <a:pt x="52505" y="66990"/>
                      <a:pt x="53093" y="67659"/>
                      <a:pt x="53093" y="68246"/>
                    </a:cubicBezTo>
                    <a:lnTo>
                      <a:pt x="53093" y="82983"/>
                    </a:lnTo>
                    <a:cubicBezTo>
                      <a:pt x="53093" y="83653"/>
                      <a:pt x="52505" y="84239"/>
                      <a:pt x="51832" y="84239"/>
                    </a:cubicBezTo>
                    <a:cubicBezTo>
                      <a:pt x="34611" y="84239"/>
                      <a:pt x="17978" y="83653"/>
                      <a:pt x="672" y="84239"/>
                    </a:cubicBezTo>
                    <a:cubicBezTo>
                      <a:pt x="0" y="84239"/>
                      <a:pt x="0" y="83653"/>
                      <a:pt x="0" y="82983"/>
                    </a:cubicBezTo>
                    <a:lnTo>
                      <a:pt x="0" y="42120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3289737D-8314-D180-17D0-4B23B791AA81}"/>
                  </a:ext>
                </a:extLst>
              </p:cNvPr>
              <p:cNvSpPr/>
              <p:nvPr/>
            </p:nvSpPr>
            <p:spPr>
              <a:xfrm rot="18022199">
                <a:off x="11983057" y="3113163"/>
                <a:ext cx="219654" cy="24439"/>
              </a:xfrm>
              <a:custGeom>
                <a:avLst/>
                <a:gdLst>
                  <a:gd name="connsiteX0" fmla="*/ 0 w 122566"/>
                  <a:gd name="connsiteY0" fmla="*/ 0 h 13984"/>
                  <a:gd name="connsiteX1" fmla="*/ 122567 w 122566"/>
                  <a:gd name="connsiteY1" fmla="*/ 0 h 13984"/>
                  <a:gd name="connsiteX2" fmla="*/ 122567 w 122566"/>
                  <a:gd name="connsiteY2" fmla="*/ 13984 h 13984"/>
                  <a:gd name="connsiteX3" fmla="*/ 0 w 122566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566" h="13984">
                    <a:moveTo>
                      <a:pt x="0" y="0"/>
                    </a:moveTo>
                    <a:lnTo>
                      <a:pt x="122567" y="0"/>
                    </a:lnTo>
                    <a:lnTo>
                      <a:pt x="122567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ABD25A6E-8567-65CA-42ED-11515A78B05A}"/>
                  </a:ext>
                </a:extLst>
              </p:cNvPr>
              <p:cNvSpPr/>
              <p:nvPr/>
            </p:nvSpPr>
            <p:spPr>
              <a:xfrm rot="19846200">
                <a:off x="12067086" y="3322957"/>
                <a:ext cx="24517" cy="170625"/>
              </a:xfrm>
              <a:custGeom>
                <a:avLst/>
                <a:gdLst>
                  <a:gd name="connsiteX0" fmla="*/ 0 w 14029"/>
                  <a:gd name="connsiteY0" fmla="*/ 0 h 95208"/>
                  <a:gd name="connsiteX1" fmla="*/ 14029 w 14029"/>
                  <a:gd name="connsiteY1" fmla="*/ 0 h 95208"/>
                  <a:gd name="connsiteX2" fmla="*/ 14029 w 14029"/>
                  <a:gd name="connsiteY2" fmla="*/ 95209 h 95208"/>
                  <a:gd name="connsiteX3" fmla="*/ 0 w 14029"/>
                  <a:gd name="connsiteY3" fmla="*/ 95209 h 95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29" h="95208">
                    <a:moveTo>
                      <a:pt x="0" y="0"/>
                    </a:moveTo>
                    <a:lnTo>
                      <a:pt x="14029" y="0"/>
                    </a:lnTo>
                    <a:lnTo>
                      <a:pt x="14029" y="95209"/>
                    </a:lnTo>
                    <a:lnTo>
                      <a:pt x="0" y="9520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E2DDE47-0E20-CD97-FD4F-7D8D6810BCED}"/>
                  </a:ext>
                </a:extLst>
              </p:cNvPr>
              <p:cNvSpPr/>
              <p:nvPr/>
            </p:nvSpPr>
            <p:spPr>
              <a:xfrm>
                <a:off x="12001756" y="2748151"/>
                <a:ext cx="577136" cy="295183"/>
              </a:xfrm>
              <a:custGeom>
                <a:avLst/>
                <a:gdLst>
                  <a:gd name="connsiteX0" fmla="*/ 250342 w 330232"/>
                  <a:gd name="connsiteY0" fmla="*/ 164710 h 164710"/>
                  <a:gd name="connsiteX1" fmla="*/ 78631 w 330232"/>
                  <a:gd name="connsiteY1" fmla="*/ 164710 h 164710"/>
                  <a:gd name="connsiteX2" fmla="*/ 0 w 330232"/>
                  <a:gd name="connsiteY2" fmla="*/ 6197 h 164710"/>
                  <a:gd name="connsiteX3" fmla="*/ 12601 w 330232"/>
                  <a:gd name="connsiteY3" fmla="*/ 0 h 164710"/>
                  <a:gd name="connsiteX4" fmla="*/ 87368 w 330232"/>
                  <a:gd name="connsiteY4" fmla="*/ 150643 h 164710"/>
                  <a:gd name="connsiteX5" fmla="*/ 241689 w 330232"/>
                  <a:gd name="connsiteY5" fmla="*/ 150643 h 164710"/>
                  <a:gd name="connsiteX6" fmla="*/ 317715 w 330232"/>
                  <a:gd name="connsiteY6" fmla="*/ 586 h 164710"/>
                  <a:gd name="connsiteX7" fmla="*/ 330233 w 330232"/>
                  <a:gd name="connsiteY7" fmla="*/ 6866 h 164710"/>
                  <a:gd name="connsiteX8" fmla="*/ 250342 w 330232"/>
                  <a:gd name="connsiteY8" fmla="*/ 164710 h 164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232" h="164710">
                    <a:moveTo>
                      <a:pt x="250342" y="164710"/>
                    </a:moveTo>
                    <a:lnTo>
                      <a:pt x="78631" y="164710"/>
                    </a:lnTo>
                    <a:lnTo>
                      <a:pt x="0" y="6197"/>
                    </a:lnTo>
                    <a:lnTo>
                      <a:pt x="12601" y="0"/>
                    </a:lnTo>
                    <a:lnTo>
                      <a:pt x="87368" y="150643"/>
                    </a:lnTo>
                    <a:lnTo>
                      <a:pt x="241689" y="150643"/>
                    </a:lnTo>
                    <a:lnTo>
                      <a:pt x="317715" y="586"/>
                    </a:lnTo>
                    <a:lnTo>
                      <a:pt x="330233" y="6866"/>
                    </a:lnTo>
                    <a:lnTo>
                      <a:pt x="250342" y="164710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1750D510-5560-1F62-458A-11D8B237F7B2}"/>
                  </a:ext>
                </a:extLst>
              </p:cNvPr>
              <p:cNvSpPr/>
              <p:nvPr/>
            </p:nvSpPr>
            <p:spPr>
              <a:xfrm rot="19872600">
                <a:off x="12473625" y="3016403"/>
                <a:ext cx="24517" cy="230052"/>
              </a:xfrm>
              <a:custGeom>
                <a:avLst/>
                <a:gdLst>
                  <a:gd name="connsiteX0" fmla="*/ 0 w 14029"/>
                  <a:gd name="connsiteY0" fmla="*/ 0 h 128368"/>
                  <a:gd name="connsiteX1" fmla="*/ 14029 w 14029"/>
                  <a:gd name="connsiteY1" fmla="*/ 0 h 128368"/>
                  <a:gd name="connsiteX2" fmla="*/ 14029 w 14029"/>
                  <a:gd name="connsiteY2" fmla="*/ 128369 h 128368"/>
                  <a:gd name="connsiteX3" fmla="*/ 0 w 14029"/>
                  <a:gd name="connsiteY3" fmla="*/ 128369 h 128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29" h="128368">
                    <a:moveTo>
                      <a:pt x="0" y="0"/>
                    </a:moveTo>
                    <a:lnTo>
                      <a:pt x="14029" y="0"/>
                    </a:lnTo>
                    <a:lnTo>
                      <a:pt x="14029" y="128369"/>
                    </a:lnTo>
                    <a:lnTo>
                      <a:pt x="0" y="12836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08CF3D00-090D-7670-F04E-670BE40394CF}"/>
                  </a:ext>
                </a:extLst>
              </p:cNvPr>
              <p:cNvSpPr/>
              <p:nvPr/>
            </p:nvSpPr>
            <p:spPr>
              <a:xfrm rot="18079798">
                <a:off x="12401528" y="3396721"/>
                <a:ext cx="176295" cy="24439"/>
              </a:xfrm>
              <a:custGeom>
                <a:avLst/>
                <a:gdLst>
                  <a:gd name="connsiteX0" fmla="*/ 0 w 98372"/>
                  <a:gd name="connsiteY0" fmla="*/ 0 h 13984"/>
                  <a:gd name="connsiteX1" fmla="*/ 98372 w 98372"/>
                  <a:gd name="connsiteY1" fmla="*/ 0 h 13984"/>
                  <a:gd name="connsiteX2" fmla="*/ 98372 w 98372"/>
                  <a:gd name="connsiteY2" fmla="*/ 13984 h 13984"/>
                  <a:gd name="connsiteX3" fmla="*/ 0 w 98372"/>
                  <a:gd name="connsiteY3" fmla="*/ 13984 h 1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372" h="13984">
                    <a:moveTo>
                      <a:pt x="0" y="0"/>
                    </a:moveTo>
                    <a:lnTo>
                      <a:pt x="98372" y="0"/>
                    </a:lnTo>
                    <a:lnTo>
                      <a:pt x="98372" y="13984"/>
                    </a:lnTo>
                    <a:lnTo>
                      <a:pt x="0" y="13984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847A822A-567D-2BC0-81D5-3DA565147A82}"/>
                  </a:ext>
                </a:extLst>
              </p:cNvPr>
              <p:cNvSpPr/>
              <p:nvPr/>
            </p:nvSpPr>
            <p:spPr>
              <a:xfrm>
                <a:off x="13201394" y="2733145"/>
                <a:ext cx="130519" cy="250612"/>
              </a:xfrm>
              <a:custGeom>
                <a:avLst/>
                <a:gdLst>
                  <a:gd name="connsiteX0" fmla="*/ 74682 w 74682"/>
                  <a:gd name="connsiteY0" fmla="*/ 139841 h 139840"/>
                  <a:gd name="connsiteX1" fmla="*/ 0 w 74682"/>
                  <a:gd name="connsiteY1" fmla="*/ 139841 h 139840"/>
                  <a:gd name="connsiteX2" fmla="*/ 0 w 74682"/>
                  <a:gd name="connsiteY2" fmla="*/ 0 h 139840"/>
                  <a:gd name="connsiteX3" fmla="*/ 74682 w 74682"/>
                  <a:gd name="connsiteY3" fmla="*/ 0 h 139840"/>
                  <a:gd name="connsiteX4" fmla="*/ 74682 w 74682"/>
                  <a:gd name="connsiteY4" fmla="*/ 139841 h 139840"/>
                  <a:gd name="connsiteX5" fmla="*/ 14029 w 74682"/>
                  <a:gd name="connsiteY5" fmla="*/ 125857 h 139840"/>
                  <a:gd name="connsiteX6" fmla="*/ 60653 w 74682"/>
                  <a:gd name="connsiteY6" fmla="*/ 125857 h 139840"/>
                  <a:gd name="connsiteX7" fmla="*/ 60653 w 74682"/>
                  <a:gd name="connsiteY7" fmla="*/ 13984 h 139840"/>
                  <a:gd name="connsiteX8" fmla="*/ 14029 w 74682"/>
                  <a:gd name="connsiteY8" fmla="*/ 13984 h 139840"/>
                  <a:gd name="connsiteX9" fmla="*/ 14029 w 74682"/>
                  <a:gd name="connsiteY9" fmla="*/ 125857 h 13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682" h="139840">
                    <a:moveTo>
                      <a:pt x="74682" y="139841"/>
                    </a:moveTo>
                    <a:lnTo>
                      <a:pt x="0" y="139841"/>
                    </a:lnTo>
                    <a:lnTo>
                      <a:pt x="0" y="0"/>
                    </a:lnTo>
                    <a:lnTo>
                      <a:pt x="74682" y="0"/>
                    </a:lnTo>
                    <a:lnTo>
                      <a:pt x="74682" y="139841"/>
                    </a:lnTo>
                    <a:close/>
                    <a:moveTo>
                      <a:pt x="14029" y="125857"/>
                    </a:moveTo>
                    <a:lnTo>
                      <a:pt x="60653" y="125857"/>
                    </a:lnTo>
                    <a:lnTo>
                      <a:pt x="60653" y="13984"/>
                    </a:lnTo>
                    <a:lnTo>
                      <a:pt x="14029" y="13984"/>
                    </a:lnTo>
                    <a:lnTo>
                      <a:pt x="14029" y="125857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ADA98E0D-0382-F83F-77A1-4002E53B185F}"/>
                  </a:ext>
                </a:extLst>
              </p:cNvPr>
              <p:cNvSpPr/>
              <p:nvPr/>
            </p:nvSpPr>
            <p:spPr>
              <a:xfrm>
                <a:off x="13201394" y="3062845"/>
                <a:ext cx="130519" cy="250612"/>
              </a:xfrm>
              <a:custGeom>
                <a:avLst/>
                <a:gdLst>
                  <a:gd name="connsiteX0" fmla="*/ 74682 w 74682"/>
                  <a:gd name="connsiteY0" fmla="*/ 139841 h 139840"/>
                  <a:gd name="connsiteX1" fmla="*/ 0 w 74682"/>
                  <a:gd name="connsiteY1" fmla="*/ 139841 h 139840"/>
                  <a:gd name="connsiteX2" fmla="*/ 0 w 74682"/>
                  <a:gd name="connsiteY2" fmla="*/ 0 h 139840"/>
                  <a:gd name="connsiteX3" fmla="*/ 74682 w 74682"/>
                  <a:gd name="connsiteY3" fmla="*/ 0 h 139840"/>
                  <a:gd name="connsiteX4" fmla="*/ 74682 w 74682"/>
                  <a:gd name="connsiteY4" fmla="*/ 139841 h 139840"/>
                  <a:gd name="connsiteX5" fmla="*/ 14029 w 74682"/>
                  <a:gd name="connsiteY5" fmla="*/ 125857 h 139840"/>
                  <a:gd name="connsiteX6" fmla="*/ 60653 w 74682"/>
                  <a:gd name="connsiteY6" fmla="*/ 125857 h 139840"/>
                  <a:gd name="connsiteX7" fmla="*/ 60653 w 74682"/>
                  <a:gd name="connsiteY7" fmla="*/ 13984 h 139840"/>
                  <a:gd name="connsiteX8" fmla="*/ 14029 w 74682"/>
                  <a:gd name="connsiteY8" fmla="*/ 13984 h 139840"/>
                  <a:gd name="connsiteX9" fmla="*/ 14029 w 74682"/>
                  <a:gd name="connsiteY9" fmla="*/ 125857 h 13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682" h="139840">
                    <a:moveTo>
                      <a:pt x="74682" y="139841"/>
                    </a:moveTo>
                    <a:lnTo>
                      <a:pt x="0" y="139841"/>
                    </a:lnTo>
                    <a:lnTo>
                      <a:pt x="0" y="0"/>
                    </a:lnTo>
                    <a:lnTo>
                      <a:pt x="74682" y="0"/>
                    </a:lnTo>
                    <a:lnTo>
                      <a:pt x="74682" y="139841"/>
                    </a:lnTo>
                    <a:close/>
                    <a:moveTo>
                      <a:pt x="14029" y="125857"/>
                    </a:moveTo>
                    <a:lnTo>
                      <a:pt x="60653" y="125857"/>
                    </a:lnTo>
                    <a:lnTo>
                      <a:pt x="60653" y="13984"/>
                    </a:lnTo>
                    <a:lnTo>
                      <a:pt x="14029" y="13984"/>
                    </a:lnTo>
                    <a:lnTo>
                      <a:pt x="14029" y="125857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92A20764-FE20-04F6-258C-B15BC373C94B}"/>
                  </a:ext>
                </a:extLst>
              </p:cNvPr>
              <p:cNvSpPr/>
              <p:nvPr/>
            </p:nvSpPr>
            <p:spPr>
              <a:xfrm>
                <a:off x="13444815" y="3229378"/>
                <a:ext cx="189981" cy="50271"/>
              </a:xfrm>
              <a:custGeom>
                <a:avLst/>
                <a:gdLst>
                  <a:gd name="connsiteX0" fmla="*/ 0 w 108705"/>
                  <a:gd name="connsiteY0" fmla="*/ 0 h 28051"/>
                  <a:gd name="connsiteX1" fmla="*/ 108705 w 108705"/>
                  <a:gd name="connsiteY1" fmla="*/ 0 h 28051"/>
                  <a:gd name="connsiteX2" fmla="*/ 108705 w 108705"/>
                  <a:gd name="connsiteY2" fmla="*/ 28052 h 28051"/>
                  <a:gd name="connsiteX3" fmla="*/ 0 w 108705"/>
                  <a:gd name="connsiteY3" fmla="*/ 28052 h 28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705" h="28051">
                    <a:moveTo>
                      <a:pt x="0" y="0"/>
                    </a:moveTo>
                    <a:lnTo>
                      <a:pt x="108705" y="0"/>
                    </a:lnTo>
                    <a:lnTo>
                      <a:pt x="108705" y="28052"/>
                    </a:lnTo>
                    <a:lnTo>
                      <a:pt x="0" y="2805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98364ED4-3151-DEC1-118F-C15688444E5F}"/>
                  </a:ext>
                </a:extLst>
              </p:cNvPr>
              <p:cNvSpPr/>
              <p:nvPr/>
            </p:nvSpPr>
            <p:spPr>
              <a:xfrm>
                <a:off x="8456426" y="3232420"/>
                <a:ext cx="188805" cy="50271"/>
              </a:xfrm>
              <a:custGeom>
                <a:avLst/>
                <a:gdLst>
                  <a:gd name="connsiteX0" fmla="*/ 0 w 108033"/>
                  <a:gd name="connsiteY0" fmla="*/ 0 h 28051"/>
                  <a:gd name="connsiteX1" fmla="*/ 108033 w 108033"/>
                  <a:gd name="connsiteY1" fmla="*/ 0 h 28051"/>
                  <a:gd name="connsiteX2" fmla="*/ 108033 w 108033"/>
                  <a:gd name="connsiteY2" fmla="*/ 28052 h 28051"/>
                  <a:gd name="connsiteX3" fmla="*/ 0 w 108033"/>
                  <a:gd name="connsiteY3" fmla="*/ 28052 h 28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033" h="28051">
                    <a:moveTo>
                      <a:pt x="0" y="0"/>
                    </a:moveTo>
                    <a:lnTo>
                      <a:pt x="108033" y="0"/>
                    </a:lnTo>
                    <a:lnTo>
                      <a:pt x="108033" y="28052"/>
                    </a:lnTo>
                    <a:lnTo>
                      <a:pt x="0" y="28052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567E0280-4B79-A462-24BE-3AA83FE33D15}"/>
                </a:ext>
              </a:extLst>
            </p:cNvPr>
            <p:cNvGrpSpPr/>
            <p:nvPr/>
          </p:nvGrpSpPr>
          <p:grpSpPr>
            <a:xfrm>
              <a:off x="12362884" y="2400322"/>
              <a:ext cx="1544808" cy="431269"/>
              <a:chOff x="9834837" y="2394943"/>
              <a:chExt cx="1544808" cy="431269"/>
            </a:xfrm>
          </p:grpSpPr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E242D8C0-66C6-4C15-C399-C2279E583593}"/>
                  </a:ext>
                </a:extLst>
              </p:cNvPr>
              <p:cNvSpPr/>
              <p:nvPr/>
            </p:nvSpPr>
            <p:spPr>
              <a:xfrm>
                <a:off x="10392666" y="2394943"/>
                <a:ext cx="409030" cy="164623"/>
              </a:xfrm>
              <a:custGeom>
                <a:avLst/>
                <a:gdLst>
                  <a:gd name="connsiteX0" fmla="*/ 225476 w 234044"/>
                  <a:gd name="connsiteY0" fmla="*/ 91859 h 91859"/>
                  <a:gd name="connsiteX1" fmla="*/ 183976 w 234044"/>
                  <a:gd name="connsiteY1" fmla="*/ 9546 h 91859"/>
                  <a:gd name="connsiteX2" fmla="*/ 50488 w 234044"/>
                  <a:gd name="connsiteY2" fmla="*/ 9546 h 91859"/>
                  <a:gd name="connsiteX3" fmla="*/ 8401 w 234044"/>
                  <a:gd name="connsiteY3" fmla="*/ 88091 h 91859"/>
                  <a:gd name="connsiteX4" fmla="*/ 0 w 234044"/>
                  <a:gd name="connsiteY4" fmla="*/ 83653 h 91859"/>
                  <a:gd name="connsiteX5" fmla="*/ 44776 w 234044"/>
                  <a:gd name="connsiteY5" fmla="*/ 0 h 91859"/>
                  <a:gd name="connsiteX6" fmla="*/ 189941 w 234044"/>
                  <a:gd name="connsiteY6" fmla="*/ 0 h 91859"/>
                  <a:gd name="connsiteX7" fmla="*/ 234044 w 234044"/>
                  <a:gd name="connsiteY7" fmla="*/ 87505 h 91859"/>
                  <a:gd name="connsiteX8" fmla="*/ 225476 w 234044"/>
                  <a:gd name="connsiteY8" fmla="*/ 91859 h 91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4044" h="91859">
                    <a:moveTo>
                      <a:pt x="225476" y="91859"/>
                    </a:moveTo>
                    <a:lnTo>
                      <a:pt x="183976" y="9546"/>
                    </a:lnTo>
                    <a:lnTo>
                      <a:pt x="50488" y="9546"/>
                    </a:lnTo>
                    <a:lnTo>
                      <a:pt x="8401" y="88091"/>
                    </a:lnTo>
                    <a:lnTo>
                      <a:pt x="0" y="83653"/>
                    </a:lnTo>
                    <a:lnTo>
                      <a:pt x="44776" y="0"/>
                    </a:lnTo>
                    <a:lnTo>
                      <a:pt x="189941" y="0"/>
                    </a:lnTo>
                    <a:lnTo>
                      <a:pt x="234044" y="87505"/>
                    </a:lnTo>
                    <a:lnTo>
                      <a:pt x="225476" y="9185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9403550-B60F-B8B3-059B-E40B356005BB}"/>
                  </a:ext>
                </a:extLst>
              </p:cNvPr>
              <p:cNvSpPr/>
              <p:nvPr/>
            </p:nvSpPr>
            <p:spPr>
              <a:xfrm rot="18028802">
                <a:off x="10666293" y="2736573"/>
                <a:ext cx="162595" cy="16684"/>
              </a:xfrm>
              <a:custGeom>
                <a:avLst/>
                <a:gdLst>
                  <a:gd name="connsiteX0" fmla="*/ 0 w 90727"/>
                  <a:gd name="connsiteY0" fmla="*/ 0 h 9546"/>
                  <a:gd name="connsiteX1" fmla="*/ 90728 w 90727"/>
                  <a:gd name="connsiteY1" fmla="*/ 0 h 9546"/>
                  <a:gd name="connsiteX2" fmla="*/ 90728 w 90727"/>
                  <a:gd name="connsiteY2" fmla="*/ 9546 h 9546"/>
                  <a:gd name="connsiteX3" fmla="*/ 0 w 90727"/>
                  <a:gd name="connsiteY3" fmla="*/ 9546 h 9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727" h="9546">
                    <a:moveTo>
                      <a:pt x="0" y="0"/>
                    </a:moveTo>
                    <a:lnTo>
                      <a:pt x="90728" y="0"/>
                    </a:lnTo>
                    <a:lnTo>
                      <a:pt x="90728" y="9546"/>
                    </a:lnTo>
                    <a:lnTo>
                      <a:pt x="0" y="9546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E6284D18-3988-E4C7-1FC0-4F0BF7DDE677}"/>
                  </a:ext>
                </a:extLst>
              </p:cNvPr>
              <p:cNvSpPr/>
              <p:nvPr/>
            </p:nvSpPr>
            <p:spPr>
              <a:xfrm rot="19846200">
                <a:off x="10426640" y="2653339"/>
                <a:ext cx="16735" cy="170625"/>
              </a:xfrm>
              <a:custGeom>
                <a:avLst/>
                <a:gdLst>
                  <a:gd name="connsiteX0" fmla="*/ 0 w 9576"/>
                  <a:gd name="connsiteY0" fmla="*/ 0 h 95208"/>
                  <a:gd name="connsiteX1" fmla="*/ 9577 w 9576"/>
                  <a:gd name="connsiteY1" fmla="*/ 0 h 95208"/>
                  <a:gd name="connsiteX2" fmla="*/ 9577 w 9576"/>
                  <a:gd name="connsiteY2" fmla="*/ 95209 h 95208"/>
                  <a:gd name="connsiteX3" fmla="*/ 0 w 9576"/>
                  <a:gd name="connsiteY3" fmla="*/ 95209 h 95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76" h="95208">
                    <a:moveTo>
                      <a:pt x="0" y="0"/>
                    </a:moveTo>
                    <a:lnTo>
                      <a:pt x="9577" y="0"/>
                    </a:lnTo>
                    <a:lnTo>
                      <a:pt x="9577" y="95209"/>
                    </a:lnTo>
                    <a:lnTo>
                      <a:pt x="0" y="95209"/>
                    </a:lnTo>
                    <a:close/>
                  </a:path>
                </a:pathLst>
              </a:custGeom>
              <a:solidFill>
                <a:schemeClr val="bg1">
                  <a:lumMod val="40000"/>
                  <a:lumOff val="60000"/>
                </a:schemeClr>
              </a:solidFill>
              <a:ln w="8399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C148493C-2AED-4FA5-0CD5-163BD689738C}"/>
                  </a:ext>
                </a:extLst>
              </p:cNvPr>
              <p:cNvSpPr txBox="1"/>
              <p:nvPr/>
            </p:nvSpPr>
            <p:spPr>
              <a:xfrm>
                <a:off x="9834837" y="2414218"/>
                <a:ext cx="1544808" cy="342826"/>
              </a:xfrm>
              <a:prstGeom prst="rect">
                <a:avLst/>
              </a:prstGeom>
              <a:solidFill>
                <a:schemeClr val="tx2"/>
              </a:solidFill>
            </p:spPr>
            <p:txBody>
              <a:bodyPr wrap="square" lIns="0" tIns="0" rIns="0" bIns="0" rtlCol="0" anchor="ctr">
                <a:spAutoFit/>
              </a:bodyPr>
              <a:lstStyle/>
              <a:p>
                <a:pPr marL="0" marR="0" lvl="0" indent="0" algn="ctr" defTabSz="121917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>
                    <a:ln>
                      <a:noFill/>
                    </a:ln>
                    <a:solidFill>
                      <a:srgbClr val="0076CE"/>
                    </a:solidFill>
                    <a:effectLst/>
                    <a:uLnTx/>
                    <a:uFillTx/>
                    <a:latin typeface="Agency FB" panose="020B0503020202020204" pitchFamily="34" charset="0"/>
                    <a:ea typeface="+mn-ea"/>
                    <a:cs typeface="+mn-cs"/>
                  </a:rPr>
                  <a:t>Dell Private Cloud</a:t>
                </a:r>
              </a:p>
            </p:txBody>
          </p:sp>
        </p:grp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04EB8F77-1744-ED27-C2BA-CA6BBA4802D0}"/>
              </a:ext>
            </a:extLst>
          </p:cNvPr>
          <p:cNvGrpSpPr/>
          <p:nvPr/>
        </p:nvGrpSpPr>
        <p:grpSpPr>
          <a:xfrm>
            <a:off x="4266527" y="2277809"/>
            <a:ext cx="2202433" cy="362011"/>
            <a:chOff x="1145818" y="3331724"/>
            <a:chExt cx="4150987" cy="680884"/>
          </a:xfrm>
        </p:grpSpPr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F7356E3-F0CA-CF44-5642-6E88A5ECD8E3}"/>
                </a:ext>
              </a:extLst>
            </p:cNvPr>
            <p:cNvSpPr/>
            <p:nvPr/>
          </p:nvSpPr>
          <p:spPr>
            <a:xfrm>
              <a:off x="1668632" y="3354555"/>
              <a:ext cx="411155" cy="135536"/>
            </a:xfrm>
            <a:custGeom>
              <a:avLst/>
              <a:gdLst>
                <a:gd name="connsiteX0" fmla="*/ 236144 w 296965"/>
                <a:gd name="connsiteY0" fmla="*/ 109863 h 109862"/>
                <a:gd name="connsiteX1" fmla="*/ 67878 w 296965"/>
                <a:gd name="connsiteY1" fmla="*/ 109193 h 109862"/>
                <a:gd name="connsiteX2" fmla="*/ 0 w 296965"/>
                <a:gd name="connsiteY2" fmla="*/ 7704 h 109862"/>
                <a:gd name="connsiteX3" fmla="*/ 11677 w 296965"/>
                <a:gd name="connsiteY3" fmla="*/ 0 h 109862"/>
                <a:gd name="connsiteX4" fmla="*/ 75439 w 296965"/>
                <a:gd name="connsiteY4" fmla="*/ 95209 h 109862"/>
                <a:gd name="connsiteX5" fmla="*/ 228164 w 296965"/>
                <a:gd name="connsiteY5" fmla="*/ 95879 h 109862"/>
                <a:gd name="connsiteX6" fmla="*/ 284869 w 296965"/>
                <a:gd name="connsiteY6" fmla="*/ 251 h 109862"/>
                <a:gd name="connsiteX7" fmla="*/ 296966 w 296965"/>
                <a:gd name="connsiteY7" fmla="*/ 7453 h 109862"/>
                <a:gd name="connsiteX8" fmla="*/ 236144 w 296965"/>
                <a:gd name="connsiteY8" fmla="*/ 109863 h 109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965" h="109862">
                  <a:moveTo>
                    <a:pt x="236144" y="109863"/>
                  </a:moveTo>
                  <a:lnTo>
                    <a:pt x="67878" y="109193"/>
                  </a:lnTo>
                  <a:lnTo>
                    <a:pt x="0" y="7704"/>
                  </a:lnTo>
                  <a:lnTo>
                    <a:pt x="11677" y="0"/>
                  </a:lnTo>
                  <a:lnTo>
                    <a:pt x="75439" y="95209"/>
                  </a:lnTo>
                  <a:lnTo>
                    <a:pt x="228164" y="95879"/>
                  </a:lnTo>
                  <a:lnTo>
                    <a:pt x="284869" y="251"/>
                  </a:lnTo>
                  <a:lnTo>
                    <a:pt x="296966" y="7453"/>
                  </a:lnTo>
                  <a:lnTo>
                    <a:pt x="236144" y="109863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564EB9D-48C4-17EE-F4D0-51C3140BF970}"/>
                </a:ext>
              </a:extLst>
            </p:cNvPr>
            <p:cNvSpPr/>
            <p:nvPr/>
          </p:nvSpPr>
          <p:spPr>
            <a:xfrm>
              <a:off x="2349510" y="3355278"/>
              <a:ext cx="398361" cy="134813"/>
            </a:xfrm>
            <a:custGeom>
              <a:avLst/>
              <a:gdLst>
                <a:gd name="connsiteX0" fmla="*/ 226904 w 287724"/>
                <a:gd name="connsiteY0" fmla="*/ 109277 h 109276"/>
                <a:gd name="connsiteX1" fmla="*/ 53765 w 287724"/>
                <a:gd name="connsiteY1" fmla="*/ 109277 h 109276"/>
                <a:gd name="connsiteX2" fmla="*/ 0 w 287724"/>
                <a:gd name="connsiteY2" fmla="*/ 6531 h 109276"/>
                <a:gd name="connsiteX3" fmla="*/ 12433 w 287724"/>
                <a:gd name="connsiteY3" fmla="*/ 0 h 109276"/>
                <a:gd name="connsiteX4" fmla="*/ 62249 w 287724"/>
                <a:gd name="connsiteY4" fmla="*/ 95293 h 109276"/>
                <a:gd name="connsiteX5" fmla="*/ 218923 w 287724"/>
                <a:gd name="connsiteY5" fmla="*/ 95293 h 109276"/>
                <a:gd name="connsiteX6" fmla="*/ 275712 w 287724"/>
                <a:gd name="connsiteY6" fmla="*/ 335 h 109276"/>
                <a:gd name="connsiteX7" fmla="*/ 287725 w 287724"/>
                <a:gd name="connsiteY7" fmla="*/ 7453 h 109276"/>
                <a:gd name="connsiteX8" fmla="*/ 226904 w 287724"/>
                <a:gd name="connsiteY8" fmla="*/ 109277 h 10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724" h="109276">
                  <a:moveTo>
                    <a:pt x="226904" y="109277"/>
                  </a:moveTo>
                  <a:lnTo>
                    <a:pt x="53765" y="109277"/>
                  </a:lnTo>
                  <a:lnTo>
                    <a:pt x="0" y="6531"/>
                  </a:lnTo>
                  <a:lnTo>
                    <a:pt x="12433" y="0"/>
                  </a:lnTo>
                  <a:lnTo>
                    <a:pt x="62249" y="95293"/>
                  </a:lnTo>
                  <a:lnTo>
                    <a:pt x="218923" y="95293"/>
                  </a:lnTo>
                  <a:lnTo>
                    <a:pt x="275712" y="335"/>
                  </a:lnTo>
                  <a:lnTo>
                    <a:pt x="287725" y="7453"/>
                  </a:lnTo>
                  <a:lnTo>
                    <a:pt x="226904" y="10927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7E3A2DF-E076-2001-1CB5-D5B1AF0076DF}"/>
                </a:ext>
              </a:extLst>
            </p:cNvPr>
            <p:cNvSpPr/>
            <p:nvPr/>
          </p:nvSpPr>
          <p:spPr>
            <a:xfrm>
              <a:off x="3008058" y="3355795"/>
              <a:ext cx="410690" cy="135020"/>
            </a:xfrm>
            <a:custGeom>
              <a:avLst/>
              <a:gdLst>
                <a:gd name="connsiteX0" fmla="*/ 240345 w 296629"/>
                <a:gd name="connsiteY0" fmla="*/ 109444 h 109444"/>
                <a:gd name="connsiteX1" fmla="*/ 58217 w 296629"/>
                <a:gd name="connsiteY1" fmla="*/ 109444 h 109444"/>
                <a:gd name="connsiteX2" fmla="*/ 0 w 296629"/>
                <a:gd name="connsiteY2" fmla="*/ 6950 h 109444"/>
                <a:gd name="connsiteX3" fmla="*/ 12181 w 296629"/>
                <a:gd name="connsiteY3" fmla="*/ 0 h 109444"/>
                <a:gd name="connsiteX4" fmla="*/ 66450 w 296629"/>
                <a:gd name="connsiteY4" fmla="*/ 95460 h 109444"/>
                <a:gd name="connsiteX5" fmla="*/ 232028 w 296629"/>
                <a:gd name="connsiteY5" fmla="*/ 95460 h 109444"/>
                <a:gd name="connsiteX6" fmla="*/ 284281 w 296629"/>
                <a:gd name="connsiteY6" fmla="*/ 167 h 109444"/>
                <a:gd name="connsiteX7" fmla="*/ 296630 w 296629"/>
                <a:gd name="connsiteY7" fmla="*/ 6866 h 109444"/>
                <a:gd name="connsiteX8" fmla="*/ 240345 w 296629"/>
                <a:gd name="connsiteY8" fmla="*/ 109444 h 10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629" h="109444">
                  <a:moveTo>
                    <a:pt x="240345" y="109444"/>
                  </a:moveTo>
                  <a:lnTo>
                    <a:pt x="58217" y="109444"/>
                  </a:lnTo>
                  <a:lnTo>
                    <a:pt x="0" y="6950"/>
                  </a:lnTo>
                  <a:lnTo>
                    <a:pt x="12181" y="0"/>
                  </a:lnTo>
                  <a:lnTo>
                    <a:pt x="66450" y="95460"/>
                  </a:lnTo>
                  <a:lnTo>
                    <a:pt x="232028" y="95460"/>
                  </a:lnTo>
                  <a:lnTo>
                    <a:pt x="284281" y="167"/>
                  </a:lnTo>
                  <a:lnTo>
                    <a:pt x="296630" y="6866"/>
                  </a:lnTo>
                  <a:lnTo>
                    <a:pt x="240345" y="10944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AE2770B-7A6E-0BD7-F392-455A38EBF1EF}"/>
                </a:ext>
              </a:extLst>
            </p:cNvPr>
            <p:cNvSpPr/>
            <p:nvPr/>
          </p:nvSpPr>
          <p:spPr>
            <a:xfrm>
              <a:off x="3682191" y="3356001"/>
              <a:ext cx="400920" cy="134813"/>
            </a:xfrm>
            <a:custGeom>
              <a:avLst/>
              <a:gdLst>
                <a:gd name="connsiteX0" fmla="*/ 228752 w 289573"/>
                <a:gd name="connsiteY0" fmla="*/ 109277 h 109276"/>
                <a:gd name="connsiteX1" fmla="*/ 55697 w 289573"/>
                <a:gd name="connsiteY1" fmla="*/ 109277 h 109276"/>
                <a:gd name="connsiteX2" fmla="*/ 0 w 289573"/>
                <a:gd name="connsiteY2" fmla="*/ 6615 h 109276"/>
                <a:gd name="connsiteX3" fmla="*/ 12349 w 289573"/>
                <a:gd name="connsiteY3" fmla="*/ 0 h 109276"/>
                <a:gd name="connsiteX4" fmla="*/ 64014 w 289573"/>
                <a:gd name="connsiteY4" fmla="*/ 95293 h 109276"/>
                <a:gd name="connsiteX5" fmla="*/ 220771 w 289573"/>
                <a:gd name="connsiteY5" fmla="*/ 95293 h 109276"/>
                <a:gd name="connsiteX6" fmla="*/ 277560 w 289573"/>
                <a:gd name="connsiteY6" fmla="*/ 335 h 109276"/>
                <a:gd name="connsiteX7" fmla="*/ 289573 w 289573"/>
                <a:gd name="connsiteY7" fmla="*/ 7536 h 109276"/>
                <a:gd name="connsiteX8" fmla="*/ 228752 w 289573"/>
                <a:gd name="connsiteY8" fmla="*/ 109277 h 10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9573" h="109276">
                  <a:moveTo>
                    <a:pt x="228752" y="109277"/>
                  </a:moveTo>
                  <a:lnTo>
                    <a:pt x="55697" y="109277"/>
                  </a:lnTo>
                  <a:lnTo>
                    <a:pt x="0" y="6615"/>
                  </a:lnTo>
                  <a:lnTo>
                    <a:pt x="12349" y="0"/>
                  </a:lnTo>
                  <a:lnTo>
                    <a:pt x="64014" y="95293"/>
                  </a:lnTo>
                  <a:lnTo>
                    <a:pt x="220771" y="95293"/>
                  </a:lnTo>
                  <a:lnTo>
                    <a:pt x="277560" y="335"/>
                  </a:lnTo>
                  <a:lnTo>
                    <a:pt x="289573" y="7536"/>
                  </a:lnTo>
                  <a:lnTo>
                    <a:pt x="228752" y="10927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B4703FC-9C27-9A95-B877-8A86067BC0CD}"/>
                </a:ext>
              </a:extLst>
            </p:cNvPr>
            <p:cNvSpPr/>
            <p:nvPr/>
          </p:nvSpPr>
          <p:spPr>
            <a:xfrm>
              <a:off x="4343413" y="3356517"/>
              <a:ext cx="404526" cy="135122"/>
            </a:xfrm>
            <a:custGeom>
              <a:avLst/>
              <a:gdLst>
                <a:gd name="connsiteX0" fmla="*/ 235808 w 292177"/>
                <a:gd name="connsiteY0" fmla="*/ 109528 h 109527"/>
                <a:gd name="connsiteX1" fmla="*/ 60821 w 292177"/>
                <a:gd name="connsiteY1" fmla="*/ 109528 h 109527"/>
                <a:gd name="connsiteX2" fmla="*/ 0 w 292177"/>
                <a:gd name="connsiteY2" fmla="*/ 7118 h 109527"/>
                <a:gd name="connsiteX3" fmla="*/ 12097 w 292177"/>
                <a:gd name="connsiteY3" fmla="*/ 0 h 109527"/>
                <a:gd name="connsiteX4" fmla="*/ 68802 w 292177"/>
                <a:gd name="connsiteY4" fmla="*/ 95544 h 109527"/>
                <a:gd name="connsiteX5" fmla="*/ 227492 w 292177"/>
                <a:gd name="connsiteY5" fmla="*/ 95544 h 109527"/>
                <a:gd name="connsiteX6" fmla="*/ 279828 w 292177"/>
                <a:gd name="connsiteY6" fmla="*/ 167 h 109527"/>
                <a:gd name="connsiteX7" fmla="*/ 292177 w 292177"/>
                <a:gd name="connsiteY7" fmla="*/ 6866 h 109527"/>
                <a:gd name="connsiteX8" fmla="*/ 235808 w 292177"/>
                <a:gd name="connsiteY8" fmla="*/ 109528 h 10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177" h="109527">
                  <a:moveTo>
                    <a:pt x="235808" y="109528"/>
                  </a:moveTo>
                  <a:lnTo>
                    <a:pt x="60821" y="109528"/>
                  </a:lnTo>
                  <a:lnTo>
                    <a:pt x="0" y="7118"/>
                  </a:lnTo>
                  <a:lnTo>
                    <a:pt x="12097" y="0"/>
                  </a:lnTo>
                  <a:lnTo>
                    <a:pt x="68802" y="95544"/>
                  </a:lnTo>
                  <a:lnTo>
                    <a:pt x="227492" y="95544"/>
                  </a:lnTo>
                  <a:lnTo>
                    <a:pt x="279828" y="167"/>
                  </a:lnTo>
                  <a:lnTo>
                    <a:pt x="292177" y="6866"/>
                  </a:lnTo>
                  <a:lnTo>
                    <a:pt x="235808" y="109528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9497390C-9BB9-EA83-52C6-710B694A7B09}"/>
                </a:ext>
              </a:extLst>
            </p:cNvPr>
            <p:cNvSpPr/>
            <p:nvPr/>
          </p:nvSpPr>
          <p:spPr>
            <a:xfrm>
              <a:off x="1646185" y="3476661"/>
              <a:ext cx="132942" cy="510430"/>
            </a:xfrm>
            <a:custGeom>
              <a:avLst/>
              <a:gdLst>
                <a:gd name="connsiteX0" fmla="*/ 28142 w 96020"/>
                <a:gd name="connsiteY0" fmla="*/ 413744 h 413743"/>
                <a:gd name="connsiteX1" fmla="*/ 15961 w 96020"/>
                <a:gd name="connsiteY1" fmla="*/ 406710 h 413743"/>
                <a:gd name="connsiteX2" fmla="*/ 79807 w 96020"/>
                <a:gd name="connsiteY2" fmla="*/ 297685 h 413743"/>
                <a:gd name="connsiteX3" fmla="*/ 0 w 96020"/>
                <a:gd name="connsiteY3" fmla="*/ 158011 h 413743"/>
                <a:gd name="connsiteX4" fmla="*/ 81655 w 96020"/>
                <a:gd name="connsiteY4" fmla="*/ 0 h 413743"/>
                <a:gd name="connsiteX5" fmla="*/ 94172 w 96020"/>
                <a:gd name="connsiteY5" fmla="*/ 6448 h 413743"/>
                <a:gd name="connsiteX6" fmla="*/ 15961 w 96020"/>
                <a:gd name="connsiteY6" fmla="*/ 157677 h 413743"/>
                <a:gd name="connsiteX7" fmla="*/ 96020 w 96020"/>
                <a:gd name="connsiteY7" fmla="*/ 297768 h 413743"/>
                <a:gd name="connsiteX8" fmla="*/ 28142 w 96020"/>
                <a:gd name="connsiteY8" fmla="*/ 413744 h 41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020" h="413743">
                  <a:moveTo>
                    <a:pt x="28142" y="413744"/>
                  </a:moveTo>
                  <a:lnTo>
                    <a:pt x="15961" y="406710"/>
                  </a:lnTo>
                  <a:lnTo>
                    <a:pt x="79807" y="297685"/>
                  </a:lnTo>
                  <a:lnTo>
                    <a:pt x="0" y="158011"/>
                  </a:lnTo>
                  <a:lnTo>
                    <a:pt x="81655" y="0"/>
                  </a:lnTo>
                  <a:lnTo>
                    <a:pt x="94172" y="6448"/>
                  </a:lnTo>
                  <a:lnTo>
                    <a:pt x="15961" y="157677"/>
                  </a:lnTo>
                  <a:lnTo>
                    <a:pt x="96020" y="297768"/>
                  </a:lnTo>
                  <a:lnTo>
                    <a:pt x="28142" y="41374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64E99B0D-F814-8532-830F-04DEA0090898}"/>
                </a:ext>
              </a:extLst>
            </p:cNvPr>
            <p:cNvSpPr/>
            <p:nvPr/>
          </p:nvSpPr>
          <p:spPr>
            <a:xfrm>
              <a:off x="1977667" y="3477384"/>
              <a:ext cx="136780" cy="510843"/>
            </a:xfrm>
            <a:custGeom>
              <a:avLst/>
              <a:gdLst>
                <a:gd name="connsiteX0" fmla="*/ 75186 w 98792"/>
                <a:gd name="connsiteY0" fmla="*/ 414079 h 414078"/>
                <a:gd name="connsiteX1" fmla="*/ 0 w 98792"/>
                <a:gd name="connsiteY1" fmla="*/ 297350 h 414078"/>
                <a:gd name="connsiteX2" fmla="*/ 82663 w 98792"/>
                <a:gd name="connsiteY2" fmla="*/ 157090 h 414078"/>
                <a:gd name="connsiteX3" fmla="*/ 2688 w 98792"/>
                <a:gd name="connsiteY3" fmla="*/ 6615 h 414078"/>
                <a:gd name="connsiteX4" fmla="*/ 15121 w 98792"/>
                <a:gd name="connsiteY4" fmla="*/ 0 h 414078"/>
                <a:gd name="connsiteX5" fmla="*/ 98793 w 98792"/>
                <a:gd name="connsiteY5" fmla="*/ 157425 h 414078"/>
                <a:gd name="connsiteX6" fmla="*/ 16549 w 98792"/>
                <a:gd name="connsiteY6" fmla="*/ 297015 h 414078"/>
                <a:gd name="connsiteX7" fmla="*/ 87032 w 98792"/>
                <a:gd name="connsiteY7" fmla="*/ 406459 h 414078"/>
                <a:gd name="connsiteX8" fmla="*/ 75186 w 98792"/>
                <a:gd name="connsiteY8" fmla="*/ 414079 h 41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92" h="414078">
                  <a:moveTo>
                    <a:pt x="75186" y="414079"/>
                  </a:moveTo>
                  <a:lnTo>
                    <a:pt x="0" y="297350"/>
                  </a:lnTo>
                  <a:lnTo>
                    <a:pt x="82663" y="157090"/>
                  </a:lnTo>
                  <a:lnTo>
                    <a:pt x="2688" y="6615"/>
                  </a:lnTo>
                  <a:lnTo>
                    <a:pt x="15121" y="0"/>
                  </a:lnTo>
                  <a:lnTo>
                    <a:pt x="98793" y="157425"/>
                  </a:lnTo>
                  <a:lnTo>
                    <a:pt x="16549" y="297015"/>
                  </a:lnTo>
                  <a:lnTo>
                    <a:pt x="87032" y="406459"/>
                  </a:lnTo>
                  <a:lnTo>
                    <a:pt x="75186" y="41407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1CE6FFF-A862-2BB1-86BB-B912D703BDE3}"/>
                </a:ext>
              </a:extLst>
            </p:cNvPr>
            <p:cNvSpPr/>
            <p:nvPr/>
          </p:nvSpPr>
          <p:spPr>
            <a:xfrm>
              <a:off x="1767844" y="3835337"/>
              <a:ext cx="221220" cy="17252"/>
            </a:xfrm>
            <a:custGeom>
              <a:avLst/>
              <a:gdLst>
                <a:gd name="connsiteX0" fmla="*/ 0 w 159781"/>
                <a:gd name="connsiteY0" fmla="*/ 0 h 13984"/>
                <a:gd name="connsiteX1" fmla="*/ 159782 w 159781"/>
                <a:gd name="connsiteY1" fmla="*/ 0 h 13984"/>
                <a:gd name="connsiteX2" fmla="*/ 159782 w 159781"/>
                <a:gd name="connsiteY2" fmla="*/ 13984 h 13984"/>
                <a:gd name="connsiteX3" fmla="*/ 0 w 159781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781" h="13984">
                  <a:moveTo>
                    <a:pt x="0" y="0"/>
                  </a:moveTo>
                  <a:lnTo>
                    <a:pt x="159782" y="0"/>
                  </a:lnTo>
                  <a:lnTo>
                    <a:pt x="159782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19EF672-13E4-D83A-7CA8-0B44683510E5}"/>
                </a:ext>
              </a:extLst>
            </p:cNvPr>
            <p:cNvSpPr/>
            <p:nvPr/>
          </p:nvSpPr>
          <p:spPr>
            <a:xfrm>
              <a:off x="1571397" y="3662714"/>
              <a:ext cx="85836" cy="17252"/>
            </a:xfrm>
            <a:custGeom>
              <a:avLst/>
              <a:gdLst>
                <a:gd name="connsiteX0" fmla="*/ 0 w 61997"/>
                <a:gd name="connsiteY0" fmla="*/ 0 h 13984"/>
                <a:gd name="connsiteX1" fmla="*/ 61997 w 61997"/>
                <a:gd name="connsiteY1" fmla="*/ 0 h 13984"/>
                <a:gd name="connsiteX2" fmla="*/ 61997 w 61997"/>
                <a:gd name="connsiteY2" fmla="*/ 13984 h 13984"/>
                <a:gd name="connsiteX3" fmla="*/ 0 w 6199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97" h="13984">
                  <a:moveTo>
                    <a:pt x="0" y="0"/>
                  </a:moveTo>
                  <a:lnTo>
                    <a:pt x="61997" y="0"/>
                  </a:lnTo>
                  <a:lnTo>
                    <a:pt x="61997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21949503-6C44-D662-3FE9-E91A42698BCC}"/>
                </a:ext>
              </a:extLst>
            </p:cNvPr>
            <p:cNvSpPr/>
            <p:nvPr/>
          </p:nvSpPr>
          <p:spPr>
            <a:xfrm>
              <a:off x="2309965" y="3477488"/>
              <a:ext cx="130034" cy="510017"/>
            </a:xfrm>
            <a:custGeom>
              <a:avLst/>
              <a:gdLst>
                <a:gd name="connsiteX0" fmla="*/ 34023 w 93920"/>
                <a:gd name="connsiteY0" fmla="*/ 413409 h 413408"/>
                <a:gd name="connsiteX1" fmla="*/ 21506 w 93920"/>
                <a:gd name="connsiteY1" fmla="*/ 406961 h 413408"/>
                <a:gd name="connsiteX2" fmla="*/ 77959 w 93920"/>
                <a:gd name="connsiteY2" fmla="*/ 297182 h 413408"/>
                <a:gd name="connsiteX3" fmla="*/ 0 w 93920"/>
                <a:gd name="connsiteY3" fmla="*/ 157342 h 413408"/>
                <a:gd name="connsiteX4" fmla="*/ 80311 w 93920"/>
                <a:gd name="connsiteY4" fmla="*/ 0 h 413408"/>
                <a:gd name="connsiteX5" fmla="*/ 92828 w 93920"/>
                <a:gd name="connsiteY5" fmla="*/ 6364 h 413408"/>
                <a:gd name="connsiteX6" fmla="*/ 15877 w 93920"/>
                <a:gd name="connsiteY6" fmla="*/ 157007 h 413408"/>
                <a:gd name="connsiteX7" fmla="*/ 93920 w 93920"/>
                <a:gd name="connsiteY7" fmla="*/ 296931 h 413408"/>
                <a:gd name="connsiteX8" fmla="*/ 34023 w 93920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920" h="413408">
                  <a:moveTo>
                    <a:pt x="34023" y="413409"/>
                  </a:moveTo>
                  <a:lnTo>
                    <a:pt x="21506" y="406961"/>
                  </a:lnTo>
                  <a:lnTo>
                    <a:pt x="77959" y="297182"/>
                  </a:lnTo>
                  <a:lnTo>
                    <a:pt x="0" y="157342"/>
                  </a:lnTo>
                  <a:lnTo>
                    <a:pt x="80311" y="0"/>
                  </a:lnTo>
                  <a:lnTo>
                    <a:pt x="92828" y="6364"/>
                  </a:lnTo>
                  <a:lnTo>
                    <a:pt x="15877" y="157007"/>
                  </a:lnTo>
                  <a:lnTo>
                    <a:pt x="93920" y="296931"/>
                  </a:lnTo>
                  <a:lnTo>
                    <a:pt x="34023" y="4134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0B622A5-393D-34A8-8AA2-AA076C264A8A}"/>
                </a:ext>
              </a:extLst>
            </p:cNvPr>
            <p:cNvSpPr/>
            <p:nvPr/>
          </p:nvSpPr>
          <p:spPr>
            <a:xfrm>
              <a:off x="2646101" y="3477488"/>
              <a:ext cx="132709" cy="510017"/>
            </a:xfrm>
            <a:custGeom>
              <a:avLst/>
              <a:gdLst>
                <a:gd name="connsiteX0" fmla="*/ 60569 w 95852"/>
                <a:gd name="connsiteY0" fmla="*/ 413409 h 413408"/>
                <a:gd name="connsiteX1" fmla="*/ 0 w 95852"/>
                <a:gd name="connsiteY1" fmla="*/ 296931 h 413408"/>
                <a:gd name="connsiteX2" fmla="*/ 79891 w 95852"/>
                <a:gd name="connsiteY2" fmla="*/ 157593 h 413408"/>
                <a:gd name="connsiteX3" fmla="*/ 2436 w 95852"/>
                <a:gd name="connsiteY3" fmla="*/ 6364 h 413408"/>
                <a:gd name="connsiteX4" fmla="*/ 14953 w 95852"/>
                <a:gd name="connsiteY4" fmla="*/ 0 h 413408"/>
                <a:gd name="connsiteX5" fmla="*/ 95852 w 95852"/>
                <a:gd name="connsiteY5" fmla="*/ 158012 h 413408"/>
                <a:gd name="connsiteX6" fmla="*/ 16045 w 95852"/>
                <a:gd name="connsiteY6" fmla="*/ 297266 h 413408"/>
                <a:gd name="connsiteX7" fmla="*/ 73086 w 95852"/>
                <a:gd name="connsiteY7" fmla="*/ 406961 h 413408"/>
                <a:gd name="connsiteX8" fmla="*/ 60569 w 95852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852" h="413408">
                  <a:moveTo>
                    <a:pt x="60569" y="413409"/>
                  </a:moveTo>
                  <a:lnTo>
                    <a:pt x="0" y="296931"/>
                  </a:lnTo>
                  <a:lnTo>
                    <a:pt x="79891" y="157593"/>
                  </a:lnTo>
                  <a:lnTo>
                    <a:pt x="2436" y="6364"/>
                  </a:lnTo>
                  <a:lnTo>
                    <a:pt x="14953" y="0"/>
                  </a:lnTo>
                  <a:lnTo>
                    <a:pt x="95852" y="158012"/>
                  </a:lnTo>
                  <a:lnTo>
                    <a:pt x="16045" y="297266"/>
                  </a:lnTo>
                  <a:lnTo>
                    <a:pt x="73086" y="406961"/>
                  </a:lnTo>
                  <a:lnTo>
                    <a:pt x="60569" y="4134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FCD169E-550D-D53F-8765-C145568C723E}"/>
                </a:ext>
              </a:extLst>
            </p:cNvPr>
            <p:cNvSpPr/>
            <p:nvPr/>
          </p:nvSpPr>
          <p:spPr>
            <a:xfrm>
              <a:off x="2428950" y="3835337"/>
              <a:ext cx="228316" cy="17252"/>
            </a:xfrm>
            <a:custGeom>
              <a:avLst/>
              <a:gdLst>
                <a:gd name="connsiteX0" fmla="*/ 0 w 164906"/>
                <a:gd name="connsiteY0" fmla="*/ 0 h 13984"/>
                <a:gd name="connsiteX1" fmla="*/ 164906 w 164906"/>
                <a:gd name="connsiteY1" fmla="*/ 0 h 13984"/>
                <a:gd name="connsiteX2" fmla="*/ 164906 w 164906"/>
                <a:gd name="connsiteY2" fmla="*/ 13984 h 13984"/>
                <a:gd name="connsiteX3" fmla="*/ 0 w 16490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906" h="13984">
                  <a:moveTo>
                    <a:pt x="0" y="0"/>
                  </a:moveTo>
                  <a:lnTo>
                    <a:pt x="164906" y="0"/>
                  </a:lnTo>
                  <a:lnTo>
                    <a:pt x="164906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ABC3B9FB-7FA9-7DB9-22A8-74876E6365D4}"/>
                </a:ext>
              </a:extLst>
            </p:cNvPr>
            <p:cNvSpPr/>
            <p:nvPr/>
          </p:nvSpPr>
          <p:spPr>
            <a:xfrm>
              <a:off x="2103282" y="3662714"/>
              <a:ext cx="217615" cy="17252"/>
            </a:xfrm>
            <a:custGeom>
              <a:avLst/>
              <a:gdLst>
                <a:gd name="connsiteX0" fmla="*/ 0 w 157177"/>
                <a:gd name="connsiteY0" fmla="*/ 0 h 13984"/>
                <a:gd name="connsiteX1" fmla="*/ 157178 w 157177"/>
                <a:gd name="connsiteY1" fmla="*/ 0 h 13984"/>
                <a:gd name="connsiteX2" fmla="*/ 157178 w 157177"/>
                <a:gd name="connsiteY2" fmla="*/ 13984 h 13984"/>
                <a:gd name="connsiteX3" fmla="*/ 0 w 15717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177" h="13984">
                  <a:moveTo>
                    <a:pt x="0" y="0"/>
                  </a:moveTo>
                  <a:lnTo>
                    <a:pt x="157178" y="0"/>
                  </a:lnTo>
                  <a:lnTo>
                    <a:pt x="157178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55D2DAC-EDB7-950B-6323-136EF512E22E}"/>
                </a:ext>
              </a:extLst>
            </p:cNvPr>
            <p:cNvSpPr/>
            <p:nvPr/>
          </p:nvSpPr>
          <p:spPr>
            <a:xfrm>
              <a:off x="2767762" y="3663541"/>
              <a:ext cx="214824" cy="17252"/>
            </a:xfrm>
            <a:custGeom>
              <a:avLst/>
              <a:gdLst>
                <a:gd name="connsiteX0" fmla="*/ 0 w 155161"/>
                <a:gd name="connsiteY0" fmla="*/ 0 h 13984"/>
                <a:gd name="connsiteX1" fmla="*/ 155161 w 155161"/>
                <a:gd name="connsiteY1" fmla="*/ 0 h 13984"/>
                <a:gd name="connsiteX2" fmla="*/ 155161 w 155161"/>
                <a:gd name="connsiteY2" fmla="*/ 13984 h 13984"/>
                <a:gd name="connsiteX3" fmla="*/ 0 w 155161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161" h="13984">
                  <a:moveTo>
                    <a:pt x="0" y="0"/>
                  </a:moveTo>
                  <a:lnTo>
                    <a:pt x="155161" y="0"/>
                  </a:lnTo>
                  <a:lnTo>
                    <a:pt x="155161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82C627-F7A0-9091-611E-F76611D24632}"/>
                </a:ext>
              </a:extLst>
            </p:cNvPr>
            <p:cNvSpPr/>
            <p:nvPr/>
          </p:nvSpPr>
          <p:spPr>
            <a:xfrm rot="17842201">
              <a:off x="3004574" y="3524926"/>
              <a:ext cx="118459" cy="19361"/>
            </a:xfrm>
            <a:custGeom>
              <a:avLst/>
              <a:gdLst>
                <a:gd name="connsiteX0" fmla="*/ 0 w 96020"/>
                <a:gd name="connsiteY0" fmla="*/ 0 h 13984"/>
                <a:gd name="connsiteX1" fmla="*/ 96020 w 96020"/>
                <a:gd name="connsiteY1" fmla="*/ 0 h 13984"/>
                <a:gd name="connsiteX2" fmla="*/ 96020 w 96020"/>
                <a:gd name="connsiteY2" fmla="*/ 13984 h 13984"/>
                <a:gd name="connsiteX3" fmla="*/ 0 w 96020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020" h="13984">
                  <a:moveTo>
                    <a:pt x="0" y="0"/>
                  </a:moveTo>
                  <a:lnTo>
                    <a:pt x="96020" y="0"/>
                  </a:lnTo>
                  <a:lnTo>
                    <a:pt x="96020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E6904F73-0AD0-9BBB-5133-4632CB83509E}"/>
                </a:ext>
              </a:extLst>
            </p:cNvPr>
            <p:cNvSpPr/>
            <p:nvPr/>
          </p:nvSpPr>
          <p:spPr>
            <a:xfrm rot="20031600">
              <a:off x="3354501" y="3476092"/>
              <a:ext cx="19423" cy="117664"/>
            </a:xfrm>
            <a:custGeom>
              <a:avLst/>
              <a:gdLst>
                <a:gd name="connsiteX0" fmla="*/ 0 w 14029"/>
                <a:gd name="connsiteY0" fmla="*/ 0 h 95376"/>
                <a:gd name="connsiteX1" fmla="*/ 14029 w 14029"/>
                <a:gd name="connsiteY1" fmla="*/ 0 h 95376"/>
                <a:gd name="connsiteX2" fmla="*/ 14029 w 14029"/>
                <a:gd name="connsiteY2" fmla="*/ 95376 h 95376"/>
                <a:gd name="connsiteX3" fmla="*/ 0 w 14029"/>
                <a:gd name="connsiteY3" fmla="*/ 95376 h 95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95376">
                  <a:moveTo>
                    <a:pt x="0" y="0"/>
                  </a:moveTo>
                  <a:lnTo>
                    <a:pt x="14029" y="0"/>
                  </a:lnTo>
                  <a:lnTo>
                    <a:pt x="14029" y="95376"/>
                  </a:lnTo>
                  <a:lnTo>
                    <a:pt x="0" y="95376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4D658DB-48F6-8C89-ECC4-2C065D389D38}"/>
                </a:ext>
              </a:extLst>
            </p:cNvPr>
            <p:cNvSpPr/>
            <p:nvPr/>
          </p:nvSpPr>
          <p:spPr>
            <a:xfrm>
              <a:off x="3007128" y="3742983"/>
              <a:ext cx="111075" cy="244937"/>
            </a:xfrm>
            <a:custGeom>
              <a:avLst/>
              <a:gdLst>
                <a:gd name="connsiteX0" fmla="*/ 12181 w 80226"/>
                <a:gd name="connsiteY0" fmla="*/ 198540 h 198540"/>
                <a:gd name="connsiteX1" fmla="*/ 0 w 80226"/>
                <a:gd name="connsiteY1" fmla="*/ 191423 h 198540"/>
                <a:gd name="connsiteX2" fmla="*/ 63678 w 80226"/>
                <a:gd name="connsiteY2" fmla="*/ 82732 h 198540"/>
                <a:gd name="connsiteX3" fmla="*/ 13105 w 80226"/>
                <a:gd name="connsiteY3" fmla="*/ 7871 h 198540"/>
                <a:gd name="connsiteX4" fmla="*/ 24698 w 80226"/>
                <a:gd name="connsiteY4" fmla="*/ 0 h 198540"/>
                <a:gd name="connsiteX5" fmla="*/ 80227 w 80226"/>
                <a:gd name="connsiteY5" fmla="*/ 82230 h 198540"/>
                <a:gd name="connsiteX6" fmla="*/ 12181 w 80226"/>
                <a:gd name="connsiteY6" fmla="*/ 198540 h 19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26" h="198540">
                  <a:moveTo>
                    <a:pt x="12181" y="198540"/>
                  </a:moveTo>
                  <a:lnTo>
                    <a:pt x="0" y="191423"/>
                  </a:lnTo>
                  <a:lnTo>
                    <a:pt x="63678" y="82732"/>
                  </a:lnTo>
                  <a:lnTo>
                    <a:pt x="13105" y="7871"/>
                  </a:lnTo>
                  <a:lnTo>
                    <a:pt x="24698" y="0"/>
                  </a:lnTo>
                  <a:lnTo>
                    <a:pt x="80227" y="82230"/>
                  </a:lnTo>
                  <a:lnTo>
                    <a:pt x="12181" y="19854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6BB1672-3F41-CAC6-5509-1E470A4A6B0C}"/>
                </a:ext>
              </a:extLst>
            </p:cNvPr>
            <p:cNvSpPr/>
            <p:nvPr/>
          </p:nvSpPr>
          <p:spPr>
            <a:xfrm>
              <a:off x="3324188" y="3743808"/>
              <a:ext cx="93977" cy="244212"/>
            </a:xfrm>
            <a:custGeom>
              <a:avLst/>
              <a:gdLst>
                <a:gd name="connsiteX0" fmla="*/ 55109 w 67877"/>
                <a:gd name="connsiteY0" fmla="*/ 197954 h 197953"/>
                <a:gd name="connsiteX1" fmla="*/ 0 w 67877"/>
                <a:gd name="connsiteY1" fmla="*/ 81643 h 197953"/>
                <a:gd name="connsiteX2" fmla="*/ 43852 w 67877"/>
                <a:gd name="connsiteY2" fmla="*/ 0 h 197953"/>
                <a:gd name="connsiteX3" fmla="*/ 56201 w 67877"/>
                <a:gd name="connsiteY3" fmla="*/ 6531 h 197953"/>
                <a:gd name="connsiteX4" fmla="*/ 15709 w 67877"/>
                <a:gd name="connsiteY4" fmla="*/ 82062 h 197953"/>
                <a:gd name="connsiteX5" fmla="*/ 67878 w 67877"/>
                <a:gd name="connsiteY5" fmla="*/ 191925 h 197953"/>
                <a:gd name="connsiteX6" fmla="*/ 55109 w 67877"/>
                <a:gd name="connsiteY6" fmla="*/ 197954 h 19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77" h="197953">
                  <a:moveTo>
                    <a:pt x="55109" y="197954"/>
                  </a:moveTo>
                  <a:lnTo>
                    <a:pt x="0" y="81643"/>
                  </a:lnTo>
                  <a:lnTo>
                    <a:pt x="43852" y="0"/>
                  </a:lnTo>
                  <a:lnTo>
                    <a:pt x="56201" y="6531"/>
                  </a:lnTo>
                  <a:lnTo>
                    <a:pt x="15709" y="82062"/>
                  </a:lnTo>
                  <a:lnTo>
                    <a:pt x="67878" y="191925"/>
                  </a:lnTo>
                  <a:lnTo>
                    <a:pt x="55109" y="19795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7A3834D-636B-0AB6-B770-814E88341982}"/>
                </a:ext>
              </a:extLst>
            </p:cNvPr>
            <p:cNvSpPr/>
            <p:nvPr/>
          </p:nvSpPr>
          <p:spPr>
            <a:xfrm>
              <a:off x="3106805" y="3836163"/>
              <a:ext cx="228316" cy="17252"/>
            </a:xfrm>
            <a:custGeom>
              <a:avLst/>
              <a:gdLst>
                <a:gd name="connsiteX0" fmla="*/ 0 w 164906"/>
                <a:gd name="connsiteY0" fmla="*/ 0 h 13984"/>
                <a:gd name="connsiteX1" fmla="*/ 164906 w 164906"/>
                <a:gd name="connsiteY1" fmla="*/ 0 h 13984"/>
                <a:gd name="connsiteX2" fmla="*/ 164906 w 164906"/>
                <a:gd name="connsiteY2" fmla="*/ 13984 h 13984"/>
                <a:gd name="connsiteX3" fmla="*/ 0 w 16490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906" h="13984">
                  <a:moveTo>
                    <a:pt x="0" y="0"/>
                  </a:moveTo>
                  <a:lnTo>
                    <a:pt x="164906" y="0"/>
                  </a:lnTo>
                  <a:lnTo>
                    <a:pt x="164906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AD39837E-BD7A-89DD-CD7E-3F692022F605}"/>
                </a:ext>
              </a:extLst>
            </p:cNvPr>
            <p:cNvSpPr/>
            <p:nvPr/>
          </p:nvSpPr>
          <p:spPr>
            <a:xfrm>
              <a:off x="3645205" y="3478315"/>
              <a:ext cx="130849" cy="509707"/>
            </a:xfrm>
            <a:custGeom>
              <a:avLst/>
              <a:gdLst>
                <a:gd name="connsiteX0" fmla="*/ 38643 w 94508"/>
                <a:gd name="connsiteY0" fmla="*/ 413158 h 413157"/>
                <a:gd name="connsiteX1" fmla="*/ 25958 w 94508"/>
                <a:gd name="connsiteY1" fmla="*/ 407129 h 413157"/>
                <a:gd name="connsiteX2" fmla="*/ 78631 w 94508"/>
                <a:gd name="connsiteY2" fmla="*/ 297266 h 413157"/>
                <a:gd name="connsiteX3" fmla="*/ 0 w 94508"/>
                <a:gd name="connsiteY3" fmla="*/ 157928 h 413157"/>
                <a:gd name="connsiteX4" fmla="*/ 80311 w 94508"/>
                <a:gd name="connsiteY4" fmla="*/ 0 h 413157"/>
                <a:gd name="connsiteX5" fmla="*/ 92828 w 94508"/>
                <a:gd name="connsiteY5" fmla="*/ 6364 h 413157"/>
                <a:gd name="connsiteX6" fmla="*/ 15877 w 94508"/>
                <a:gd name="connsiteY6" fmla="*/ 157593 h 413157"/>
                <a:gd name="connsiteX7" fmla="*/ 94508 w 94508"/>
                <a:gd name="connsiteY7" fmla="*/ 296764 h 413157"/>
                <a:gd name="connsiteX8" fmla="*/ 38643 w 94508"/>
                <a:gd name="connsiteY8" fmla="*/ 413158 h 413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508" h="413157">
                  <a:moveTo>
                    <a:pt x="38643" y="413158"/>
                  </a:moveTo>
                  <a:lnTo>
                    <a:pt x="25958" y="407129"/>
                  </a:lnTo>
                  <a:lnTo>
                    <a:pt x="78631" y="297266"/>
                  </a:lnTo>
                  <a:lnTo>
                    <a:pt x="0" y="157928"/>
                  </a:lnTo>
                  <a:lnTo>
                    <a:pt x="80311" y="0"/>
                  </a:lnTo>
                  <a:lnTo>
                    <a:pt x="92828" y="6364"/>
                  </a:lnTo>
                  <a:lnTo>
                    <a:pt x="15877" y="157593"/>
                  </a:lnTo>
                  <a:lnTo>
                    <a:pt x="94508" y="296764"/>
                  </a:lnTo>
                  <a:lnTo>
                    <a:pt x="38643" y="413158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BD736D0-2460-CE0E-4178-5B4055BE256A}"/>
                </a:ext>
              </a:extLst>
            </p:cNvPr>
            <p:cNvSpPr/>
            <p:nvPr/>
          </p:nvSpPr>
          <p:spPr>
            <a:xfrm rot="16217400">
              <a:off x="3844640" y="3758225"/>
              <a:ext cx="15028" cy="173787"/>
            </a:xfrm>
            <a:custGeom>
              <a:avLst/>
              <a:gdLst>
                <a:gd name="connsiteX0" fmla="*/ 0 w 12181"/>
                <a:gd name="connsiteY0" fmla="*/ 0 h 125521"/>
                <a:gd name="connsiteX1" fmla="*/ 12181 w 12181"/>
                <a:gd name="connsiteY1" fmla="*/ 0 h 125521"/>
                <a:gd name="connsiteX2" fmla="*/ 12181 w 12181"/>
                <a:gd name="connsiteY2" fmla="*/ 125522 h 125521"/>
                <a:gd name="connsiteX3" fmla="*/ 0 w 12181"/>
                <a:gd name="connsiteY3" fmla="*/ 125522 h 12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1" h="125521">
                  <a:moveTo>
                    <a:pt x="0" y="0"/>
                  </a:moveTo>
                  <a:lnTo>
                    <a:pt x="12181" y="0"/>
                  </a:lnTo>
                  <a:lnTo>
                    <a:pt x="12181" y="125522"/>
                  </a:lnTo>
                  <a:lnTo>
                    <a:pt x="0" y="12552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EC0A23D5-29D1-8AF9-24CF-79150C440B9E}"/>
                </a:ext>
              </a:extLst>
            </p:cNvPr>
            <p:cNvSpPr/>
            <p:nvPr/>
          </p:nvSpPr>
          <p:spPr>
            <a:xfrm rot="16213800">
              <a:off x="3538473" y="3563721"/>
              <a:ext cx="17307" cy="217842"/>
            </a:xfrm>
            <a:custGeom>
              <a:avLst/>
              <a:gdLst>
                <a:gd name="connsiteX0" fmla="*/ 0 w 14029"/>
                <a:gd name="connsiteY0" fmla="*/ 0 h 157341"/>
                <a:gd name="connsiteX1" fmla="*/ 14029 w 14029"/>
                <a:gd name="connsiteY1" fmla="*/ 0 h 157341"/>
                <a:gd name="connsiteX2" fmla="*/ 14029 w 14029"/>
                <a:gd name="connsiteY2" fmla="*/ 157342 h 157341"/>
                <a:gd name="connsiteX3" fmla="*/ 0 w 14029"/>
                <a:gd name="connsiteY3" fmla="*/ 157342 h 15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157341">
                  <a:moveTo>
                    <a:pt x="0" y="0"/>
                  </a:moveTo>
                  <a:lnTo>
                    <a:pt x="14029" y="0"/>
                  </a:lnTo>
                  <a:lnTo>
                    <a:pt x="14029" y="157342"/>
                  </a:lnTo>
                  <a:lnTo>
                    <a:pt x="0" y="15734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03BA211-7E83-2397-50A3-4165E9E9FCA5}"/>
                </a:ext>
              </a:extLst>
            </p:cNvPr>
            <p:cNvSpPr/>
            <p:nvPr/>
          </p:nvSpPr>
          <p:spPr>
            <a:xfrm>
              <a:off x="4653031" y="3479244"/>
              <a:ext cx="124683" cy="510017"/>
            </a:xfrm>
            <a:custGeom>
              <a:avLst/>
              <a:gdLst>
                <a:gd name="connsiteX0" fmla="*/ 64518 w 90055"/>
                <a:gd name="connsiteY0" fmla="*/ 413409 h 413408"/>
                <a:gd name="connsiteX1" fmla="*/ 0 w 90055"/>
                <a:gd name="connsiteY1" fmla="*/ 297015 h 413408"/>
                <a:gd name="connsiteX2" fmla="*/ 74262 w 90055"/>
                <a:gd name="connsiteY2" fmla="*/ 157509 h 413408"/>
                <a:gd name="connsiteX3" fmla="*/ 1680 w 90055"/>
                <a:gd name="connsiteY3" fmla="*/ 6113 h 413408"/>
                <a:gd name="connsiteX4" fmla="*/ 14365 w 90055"/>
                <a:gd name="connsiteY4" fmla="*/ 0 h 413408"/>
                <a:gd name="connsiteX5" fmla="*/ 90056 w 90055"/>
                <a:gd name="connsiteY5" fmla="*/ 157844 h 413408"/>
                <a:gd name="connsiteX6" fmla="*/ 15961 w 90055"/>
                <a:gd name="connsiteY6" fmla="*/ 296847 h 413408"/>
                <a:gd name="connsiteX7" fmla="*/ 76783 w 90055"/>
                <a:gd name="connsiteY7" fmla="*/ 406626 h 413408"/>
                <a:gd name="connsiteX8" fmla="*/ 64518 w 90055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055" h="413408">
                  <a:moveTo>
                    <a:pt x="64518" y="413409"/>
                  </a:moveTo>
                  <a:lnTo>
                    <a:pt x="0" y="297015"/>
                  </a:lnTo>
                  <a:lnTo>
                    <a:pt x="74262" y="157509"/>
                  </a:lnTo>
                  <a:lnTo>
                    <a:pt x="1680" y="6113"/>
                  </a:lnTo>
                  <a:lnTo>
                    <a:pt x="14365" y="0"/>
                  </a:lnTo>
                  <a:lnTo>
                    <a:pt x="90056" y="157844"/>
                  </a:lnTo>
                  <a:lnTo>
                    <a:pt x="15961" y="296847"/>
                  </a:lnTo>
                  <a:lnTo>
                    <a:pt x="76783" y="406626"/>
                  </a:lnTo>
                  <a:lnTo>
                    <a:pt x="64518" y="4134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0B45BEA-BF4A-79EE-A0D7-2462FBEA6F49}"/>
                </a:ext>
              </a:extLst>
            </p:cNvPr>
            <p:cNvSpPr/>
            <p:nvPr/>
          </p:nvSpPr>
          <p:spPr>
            <a:xfrm>
              <a:off x="4490777" y="3836473"/>
              <a:ext cx="173417" cy="18077"/>
            </a:xfrm>
            <a:custGeom>
              <a:avLst/>
              <a:gdLst>
                <a:gd name="connsiteX0" fmla="*/ 0 w 125254"/>
                <a:gd name="connsiteY0" fmla="*/ 0 h 14653"/>
                <a:gd name="connsiteX1" fmla="*/ 125255 w 125254"/>
                <a:gd name="connsiteY1" fmla="*/ 0 h 14653"/>
                <a:gd name="connsiteX2" fmla="*/ 125255 w 125254"/>
                <a:gd name="connsiteY2" fmla="*/ 14654 h 14653"/>
                <a:gd name="connsiteX3" fmla="*/ 0 w 125254"/>
                <a:gd name="connsiteY3" fmla="*/ 14654 h 1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254" h="14653">
                  <a:moveTo>
                    <a:pt x="0" y="0"/>
                  </a:moveTo>
                  <a:lnTo>
                    <a:pt x="125255" y="0"/>
                  </a:lnTo>
                  <a:lnTo>
                    <a:pt x="125255" y="14654"/>
                  </a:lnTo>
                  <a:lnTo>
                    <a:pt x="0" y="1465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2180C44D-5CA7-E02D-F4F7-4794F32B9219}"/>
                </a:ext>
              </a:extLst>
            </p:cNvPr>
            <p:cNvSpPr/>
            <p:nvPr/>
          </p:nvSpPr>
          <p:spPr>
            <a:xfrm>
              <a:off x="4766782" y="3665090"/>
              <a:ext cx="84092" cy="17252"/>
            </a:xfrm>
            <a:custGeom>
              <a:avLst/>
              <a:gdLst>
                <a:gd name="connsiteX0" fmla="*/ 0 w 60737"/>
                <a:gd name="connsiteY0" fmla="*/ 0 h 13984"/>
                <a:gd name="connsiteX1" fmla="*/ 60737 w 60737"/>
                <a:gd name="connsiteY1" fmla="*/ 0 h 13984"/>
                <a:gd name="connsiteX2" fmla="*/ 60737 w 60737"/>
                <a:gd name="connsiteY2" fmla="*/ 13984 h 13984"/>
                <a:gd name="connsiteX3" fmla="*/ 0 w 6073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737" h="13984">
                  <a:moveTo>
                    <a:pt x="0" y="0"/>
                  </a:moveTo>
                  <a:lnTo>
                    <a:pt x="60737" y="0"/>
                  </a:lnTo>
                  <a:lnTo>
                    <a:pt x="60737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D43967A-2BDF-E790-C1BE-DB5AB0E966ED}"/>
                </a:ext>
              </a:extLst>
            </p:cNvPr>
            <p:cNvSpPr/>
            <p:nvPr/>
          </p:nvSpPr>
          <p:spPr>
            <a:xfrm rot="16204200">
              <a:off x="4538769" y="3654040"/>
              <a:ext cx="625459" cy="38837"/>
            </a:xfrm>
            <a:custGeom>
              <a:avLst/>
              <a:gdLst>
                <a:gd name="connsiteX0" fmla="*/ 0 w 506983"/>
                <a:gd name="connsiteY0" fmla="*/ 0 h 28051"/>
                <a:gd name="connsiteX1" fmla="*/ 506984 w 506983"/>
                <a:gd name="connsiteY1" fmla="*/ 0 h 28051"/>
                <a:gd name="connsiteX2" fmla="*/ 506984 w 506983"/>
                <a:gd name="connsiteY2" fmla="*/ 28052 h 28051"/>
                <a:gd name="connsiteX3" fmla="*/ 0 w 50698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983" h="28051">
                  <a:moveTo>
                    <a:pt x="0" y="0"/>
                  </a:moveTo>
                  <a:lnTo>
                    <a:pt x="506984" y="0"/>
                  </a:lnTo>
                  <a:lnTo>
                    <a:pt x="506984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C71FCA79-E83F-5C97-D4D5-0AE397942372}"/>
                </a:ext>
              </a:extLst>
            </p:cNvPr>
            <p:cNvSpPr/>
            <p:nvPr/>
          </p:nvSpPr>
          <p:spPr>
            <a:xfrm rot="16204200">
              <a:off x="4806028" y="3654042"/>
              <a:ext cx="625459" cy="38837"/>
            </a:xfrm>
            <a:custGeom>
              <a:avLst/>
              <a:gdLst>
                <a:gd name="connsiteX0" fmla="*/ 0 w 506983"/>
                <a:gd name="connsiteY0" fmla="*/ 0 h 28051"/>
                <a:gd name="connsiteX1" fmla="*/ 506984 w 506983"/>
                <a:gd name="connsiteY1" fmla="*/ 0 h 28051"/>
                <a:gd name="connsiteX2" fmla="*/ 506984 w 506983"/>
                <a:gd name="connsiteY2" fmla="*/ 28052 h 28051"/>
                <a:gd name="connsiteX3" fmla="*/ 0 w 50698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983" h="28051">
                  <a:moveTo>
                    <a:pt x="0" y="0"/>
                  </a:moveTo>
                  <a:lnTo>
                    <a:pt x="506984" y="0"/>
                  </a:lnTo>
                  <a:lnTo>
                    <a:pt x="506984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A581214-1266-254D-D140-EAE29B52E3B3}"/>
                </a:ext>
              </a:extLst>
            </p:cNvPr>
            <p:cNvSpPr/>
            <p:nvPr/>
          </p:nvSpPr>
          <p:spPr>
            <a:xfrm>
              <a:off x="4050428" y="3696288"/>
              <a:ext cx="324039" cy="113325"/>
            </a:xfrm>
            <a:custGeom>
              <a:avLst/>
              <a:gdLst>
                <a:gd name="connsiteX0" fmla="*/ 225476 w 234044"/>
                <a:gd name="connsiteY0" fmla="*/ 91859 h 91859"/>
                <a:gd name="connsiteX1" fmla="*/ 183976 w 234044"/>
                <a:gd name="connsiteY1" fmla="*/ 9546 h 91859"/>
                <a:gd name="connsiteX2" fmla="*/ 50488 w 234044"/>
                <a:gd name="connsiteY2" fmla="*/ 9546 h 91859"/>
                <a:gd name="connsiteX3" fmla="*/ 8401 w 234044"/>
                <a:gd name="connsiteY3" fmla="*/ 88091 h 91859"/>
                <a:gd name="connsiteX4" fmla="*/ 0 w 234044"/>
                <a:gd name="connsiteY4" fmla="*/ 83653 h 91859"/>
                <a:gd name="connsiteX5" fmla="*/ 44776 w 234044"/>
                <a:gd name="connsiteY5" fmla="*/ 0 h 91859"/>
                <a:gd name="connsiteX6" fmla="*/ 189941 w 234044"/>
                <a:gd name="connsiteY6" fmla="*/ 0 h 91859"/>
                <a:gd name="connsiteX7" fmla="*/ 234044 w 234044"/>
                <a:gd name="connsiteY7" fmla="*/ 87505 h 91859"/>
                <a:gd name="connsiteX8" fmla="*/ 225476 w 234044"/>
                <a:gd name="connsiteY8" fmla="*/ 91859 h 91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044" h="91859">
                  <a:moveTo>
                    <a:pt x="225476" y="91859"/>
                  </a:moveTo>
                  <a:lnTo>
                    <a:pt x="183976" y="9546"/>
                  </a:lnTo>
                  <a:lnTo>
                    <a:pt x="50488" y="9546"/>
                  </a:lnTo>
                  <a:lnTo>
                    <a:pt x="8401" y="88091"/>
                  </a:lnTo>
                  <a:lnTo>
                    <a:pt x="0" y="83653"/>
                  </a:lnTo>
                  <a:lnTo>
                    <a:pt x="44776" y="0"/>
                  </a:lnTo>
                  <a:lnTo>
                    <a:pt x="189941" y="0"/>
                  </a:lnTo>
                  <a:lnTo>
                    <a:pt x="234044" y="87505"/>
                  </a:lnTo>
                  <a:lnTo>
                    <a:pt x="225476" y="9185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8B374AD-AE3F-F2D5-624F-11C5C890ECBB}"/>
                </a:ext>
              </a:extLst>
            </p:cNvPr>
            <p:cNvSpPr/>
            <p:nvPr/>
          </p:nvSpPr>
          <p:spPr>
            <a:xfrm rot="18028802">
              <a:off x="4275639" y="3930597"/>
              <a:ext cx="111929" cy="13217"/>
            </a:xfrm>
            <a:custGeom>
              <a:avLst/>
              <a:gdLst>
                <a:gd name="connsiteX0" fmla="*/ 0 w 90727"/>
                <a:gd name="connsiteY0" fmla="*/ 0 h 9546"/>
                <a:gd name="connsiteX1" fmla="*/ 90728 w 90727"/>
                <a:gd name="connsiteY1" fmla="*/ 0 h 9546"/>
                <a:gd name="connsiteX2" fmla="*/ 90728 w 90727"/>
                <a:gd name="connsiteY2" fmla="*/ 9546 h 9546"/>
                <a:gd name="connsiteX3" fmla="*/ 0 w 90727"/>
                <a:gd name="connsiteY3" fmla="*/ 9546 h 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727" h="9546">
                  <a:moveTo>
                    <a:pt x="0" y="0"/>
                  </a:moveTo>
                  <a:lnTo>
                    <a:pt x="90728" y="0"/>
                  </a:lnTo>
                  <a:lnTo>
                    <a:pt x="90728" y="9546"/>
                  </a:lnTo>
                  <a:lnTo>
                    <a:pt x="0" y="9546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1B41A1B2-D2F0-7F63-B073-C76E6F52CEF3}"/>
                </a:ext>
              </a:extLst>
            </p:cNvPr>
            <p:cNvSpPr/>
            <p:nvPr/>
          </p:nvSpPr>
          <p:spPr>
            <a:xfrm rot="19846200">
              <a:off x="4077343" y="3874166"/>
              <a:ext cx="13258" cy="117457"/>
            </a:xfrm>
            <a:custGeom>
              <a:avLst/>
              <a:gdLst>
                <a:gd name="connsiteX0" fmla="*/ 0 w 9576"/>
                <a:gd name="connsiteY0" fmla="*/ 0 h 95208"/>
                <a:gd name="connsiteX1" fmla="*/ 9577 w 9576"/>
                <a:gd name="connsiteY1" fmla="*/ 0 h 95208"/>
                <a:gd name="connsiteX2" fmla="*/ 9577 w 9576"/>
                <a:gd name="connsiteY2" fmla="*/ 95209 h 95208"/>
                <a:gd name="connsiteX3" fmla="*/ 0 w 9576"/>
                <a:gd name="connsiteY3" fmla="*/ 95209 h 95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76" h="95208">
                  <a:moveTo>
                    <a:pt x="0" y="0"/>
                  </a:moveTo>
                  <a:lnTo>
                    <a:pt x="9577" y="0"/>
                  </a:lnTo>
                  <a:lnTo>
                    <a:pt x="9577" y="95209"/>
                  </a:lnTo>
                  <a:lnTo>
                    <a:pt x="0" y="952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A91C846D-2C2F-C2A6-0C4B-22B43F378992}"/>
                </a:ext>
              </a:extLst>
            </p:cNvPr>
            <p:cNvSpPr/>
            <p:nvPr/>
          </p:nvSpPr>
          <p:spPr>
            <a:xfrm>
              <a:off x="1145818" y="3331724"/>
              <a:ext cx="4150987" cy="680884"/>
            </a:xfrm>
            <a:custGeom>
              <a:avLst/>
              <a:gdLst>
                <a:gd name="connsiteX0" fmla="*/ 0 w 2998135"/>
                <a:gd name="connsiteY0" fmla="*/ 0 h 551909"/>
                <a:gd name="connsiteX1" fmla="*/ 0 w 2998135"/>
                <a:gd name="connsiteY1" fmla="*/ 549398 h 551909"/>
                <a:gd name="connsiteX2" fmla="*/ 2997548 w 2998135"/>
                <a:gd name="connsiteY2" fmla="*/ 551910 h 551909"/>
                <a:gd name="connsiteX3" fmla="*/ 2998136 w 2998135"/>
                <a:gd name="connsiteY3" fmla="*/ 2512 h 551909"/>
                <a:gd name="connsiteX4" fmla="*/ 0 w 2998135"/>
                <a:gd name="connsiteY4" fmla="*/ 0 h 551909"/>
                <a:gd name="connsiteX5" fmla="*/ 26798 w 2998135"/>
                <a:gd name="connsiteY5" fmla="*/ 26880 h 551909"/>
                <a:gd name="connsiteX6" fmla="*/ 2971254 w 2998135"/>
                <a:gd name="connsiteY6" fmla="*/ 29392 h 551909"/>
                <a:gd name="connsiteX7" fmla="*/ 2971254 w 2998135"/>
                <a:gd name="connsiteY7" fmla="*/ 525198 h 551909"/>
                <a:gd name="connsiteX8" fmla="*/ 26126 w 2998135"/>
                <a:gd name="connsiteY8" fmla="*/ 523272 h 551909"/>
                <a:gd name="connsiteX9" fmla="*/ 26798 w 2998135"/>
                <a:gd name="connsiteY9" fmla="*/ 26880 h 55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8135" h="551909">
                  <a:moveTo>
                    <a:pt x="0" y="0"/>
                  </a:moveTo>
                  <a:lnTo>
                    <a:pt x="0" y="549398"/>
                  </a:lnTo>
                  <a:lnTo>
                    <a:pt x="2997548" y="551910"/>
                  </a:lnTo>
                  <a:lnTo>
                    <a:pt x="2998136" y="2512"/>
                  </a:lnTo>
                  <a:lnTo>
                    <a:pt x="0" y="0"/>
                  </a:lnTo>
                  <a:close/>
                  <a:moveTo>
                    <a:pt x="26798" y="26880"/>
                  </a:moveTo>
                  <a:lnTo>
                    <a:pt x="2971254" y="29392"/>
                  </a:lnTo>
                  <a:lnTo>
                    <a:pt x="2971254" y="525198"/>
                  </a:lnTo>
                  <a:lnTo>
                    <a:pt x="26126" y="523272"/>
                  </a:lnTo>
                  <a:lnTo>
                    <a:pt x="26798" y="2688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D02D097-743F-CADD-6E07-4149A242571B}"/>
                </a:ext>
              </a:extLst>
            </p:cNvPr>
            <p:cNvSpPr/>
            <p:nvPr/>
          </p:nvSpPr>
          <p:spPr>
            <a:xfrm>
              <a:off x="1551973" y="3359307"/>
              <a:ext cx="38963" cy="623447"/>
            </a:xfrm>
            <a:custGeom>
              <a:avLst/>
              <a:gdLst>
                <a:gd name="connsiteX0" fmla="*/ 0 w 28142"/>
                <a:gd name="connsiteY0" fmla="*/ 0 h 505352"/>
                <a:gd name="connsiteX1" fmla="*/ 28142 w 28142"/>
                <a:gd name="connsiteY1" fmla="*/ 0 h 505352"/>
                <a:gd name="connsiteX2" fmla="*/ 28142 w 28142"/>
                <a:gd name="connsiteY2" fmla="*/ 505352 h 505352"/>
                <a:gd name="connsiteX3" fmla="*/ 0 w 28142"/>
                <a:gd name="connsiteY3" fmla="*/ 505352 h 50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42" h="505352">
                  <a:moveTo>
                    <a:pt x="0" y="0"/>
                  </a:moveTo>
                  <a:lnTo>
                    <a:pt x="28142" y="0"/>
                  </a:lnTo>
                  <a:lnTo>
                    <a:pt x="28142" y="505352"/>
                  </a:lnTo>
                  <a:lnTo>
                    <a:pt x="0" y="5053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E5C98175-05A9-7410-7307-48F6B7084525}"/>
                </a:ext>
              </a:extLst>
            </p:cNvPr>
            <p:cNvSpPr/>
            <p:nvPr/>
          </p:nvSpPr>
          <p:spPr>
            <a:xfrm>
              <a:off x="1284693" y="3359307"/>
              <a:ext cx="38963" cy="623447"/>
            </a:xfrm>
            <a:custGeom>
              <a:avLst/>
              <a:gdLst>
                <a:gd name="connsiteX0" fmla="*/ 0 w 28142"/>
                <a:gd name="connsiteY0" fmla="*/ 0 h 505352"/>
                <a:gd name="connsiteX1" fmla="*/ 28142 w 28142"/>
                <a:gd name="connsiteY1" fmla="*/ 0 h 505352"/>
                <a:gd name="connsiteX2" fmla="*/ 28142 w 28142"/>
                <a:gd name="connsiteY2" fmla="*/ 505352 h 505352"/>
                <a:gd name="connsiteX3" fmla="*/ 0 w 28142"/>
                <a:gd name="connsiteY3" fmla="*/ 505352 h 50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42" h="505352">
                  <a:moveTo>
                    <a:pt x="0" y="0"/>
                  </a:moveTo>
                  <a:lnTo>
                    <a:pt x="28142" y="0"/>
                  </a:lnTo>
                  <a:lnTo>
                    <a:pt x="28142" y="505352"/>
                  </a:lnTo>
                  <a:lnTo>
                    <a:pt x="0" y="5053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8A783A7B-1C32-68EF-B5EA-4B0ABF65D305}"/>
                </a:ext>
              </a:extLst>
            </p:cNvPr>
            <p:cNvSpPr/>
            <p:nvPr/>
          </p:nvSpPr>
          <p:spPr>
            <a:xfrm>
              <a:off x="3021318" y="3616691"/>
              <a:ext cx="301940" cy="116682"/>
            </a:xfrm>
            <a:custGeom>
              <a:avLst/>
              <a:gdLst>
                <a:gd name="connsiteX0" fmla="*/ 47128 w 218082"/>
                <a:gd name="connsiteY0" fmla="*/ 66697 h 94580"/>
                <a:gd name="connsiteX1" fmla="*/ 32427 w 218082"/>
                <a:gd name="connsiteY1" fmla="*/ 72391 h 94580"/>
                <a:gd name="connsiteX2" fmla="*/ 18986 w 218082"/>
                <a:gd name="connsiteY2" fmla="*/ 72391 h 94580"/>
                <a:gd name="connsiteX3" fmla="*/ 18314 w 218082"/>
                <a:gd name="connsiteY3" fmla="*/ 71135 h 94580"/>
                <a:gd name="connsiteX4" fmla="*/ 18314 w 218082"/>
                <a:gd name="connsiteY4" fmla="*/ 23237 h 94580"/>
                <a:gd name="connsiteX5" fmla="*/ 19574 w 218082"/>
                <a:gd name="connsiteY5" fmla="*/ 21981 h 94580"/>
                <a:gd name="connsiteX6" fmla="*/ 31671 w 218082"/>
                <a:gd name="connsiteY6" fmla="*/ 21981 h 94580"/>
                <a:gd name="connsiteX7" fmla="*/ 49564 w 218082"/>
                <a:gd name="connsiteY7" fmla="*/ 30941 h 94580"/>
                <a:gd name="connsiteX8" fmla="*/ 47044 w 218082"/>
                <a:gd name="connsiteY8" fmla="*/ 66780 h 94580"/>
                <a:gd name="connsiteX9" fmla="*/ 217747 w 218082"/>
                <a:gd name="connsiteY9" fmla="*/ 73647 h 94580"/>
                <a:gd name="connsiteX10" fmla="*/ 216487 w 218082"/>
                <a:gd name="connsiteY10" fmla="*/ 72391 h 94580"/>
                <a:gd name="connsiteX11" fmla="*/ 185152 w 218082"/>
                <a:gd name="connsiteY11" fmla="*/ 72391 h 94580"/>
                <a:gd name="connsiteX12" fmla="*/ 183892 w 218082"/>
                <a:gd name="connsiteY12" fmla="*/ 71135 h 94580"/>
                <a:gd name="connsiteX13" fmla="*/ 183892 w 218082"/>
                <a:gd name="connsiteY13" fmla="*/ 6657 h 94580"/>
                <a:gd name="connsiteX14" fmla="*/ 182632 w 218082"/>
                <a:gd name="connsiteY14" fmla="*/ 5401 h 94580"/>
                <a:gd name="connsiteX15" fmla="*/ 165998 w 218082"/>
                <a:gd name="connsiteY15" fmla="*/ 5401 h 94580"/>
                <a:gd name="connsiteX16" fmla="*/ 164738 w 218082"/>
                <a:gd name="connsiteY16" fmla="*/ 6657 h 94580"/>
                <a:gd name="connsiteX17" fmla="*/ 164738 w 218082"/>
                <a:gd name="connsiteY17" fmla="*/ 36049 h 94580"/>
                <a:gd name="connsiteX18" fmla="*/ 164150 w 218082"/>
                <a:gd name="connsiteY18" fmla="*/ 37305 h 94580"/>
                <a:gd name="connsiteX19" fmla="*/ 122651 w 218082"/>
                <a:gd name="connsiteY19" fmla="*/ 70549 h 94580"/>
                <a:gd name="connsiteX20" fmla="*/ 120718 w 218082"/>
                <a:gd name="connsiteY20" fmla="*/ 71805 h 94580"/>
                <a:gd name="connsiteX21" fmla="*/ 118198 w 218082"/>
                <a:gd name="connsiteY21" fmla="*/ 70549 h 94580"/>
                <a:gd name="connsiteX22" fmla="*/ 111142 w 218082"/>
                <a:gd name="connsiteY22" fmla="*/ 64185 h 94580"/>
                <a:gd name="connsiteX23" fmla="*/ 111814 w 218082"/>
                <a:gd name="connsiteY23" fmla="*/ 63515 h 94580"/>
                <a:gd name="connsiteX24" fmla="*/ 154573 w 218082"/>
                <a:gd name="connsiteY24" fmla="*/ 29601 h 94580"/>
                <a:gd name="connsiteX25" fmla="*/ 154573 w 218082"/>
                <a:gd name="connsiteY25" fmla="*/ 28345 h 94580"/>
                <a:gd name="connsiteX26" fmla="*/ 142476 w 218082"/>
                <a:gd name="connsiteY26" fmla="*/ 18799 h 94580"/>
                <a:gd name="connsiteX27" fmla="*/ 141216 w 218082"/>
                <a:gd name="connsiteY27" fmla="*/ 18799 h 94580"/>
                <a:gd name="connsiteX28" fmla="*/ 98457 w 218082"/>
                <a:gd name="connsiteY28" fmla="*/ 53299 h 94580"/>
                <a:gd name="connsiteX29" fmla="*/ 97196 w 218082"/>
                <a:gd name="connsiteY29" fmla="*/ 53299 h 94580"/>
                <a:gd name="connsiteX30" fmla="*/ 88880 w 218082"/>
                <a:gd name="connsiteY30" fmla="*/ 46265 h 94580"/>
                <a:gd name="connsiteX31" fmla="*/ 88880 w 218082"/>
                <a:gd name="connsiteY31" fmla="*/ 45009 h 94580"/>
                <a:gd name="connsiteX32" fmla="*/ 95264 w 218082"/>
                <a:gd name="connsiteY32" fmla="*/ 39901 h 94580"/>
                <a:gd name="connsiteX33" fmla="*/ 131639 w 218082"/>
                <a:gd name="connsiteY33" fmla="*/ 11179 h 94580"/>
                <a:gd name="connsiteX34" fmla="*/ 131639 w 218082"/>
                <a:gd name="connsiteY34" fmla="*/ 9923 h 94580"/>
                <a:gd name="connsiteX35" fmla="*/ 119542 w 218082"/>
                <a:gd name="connsiteY35" fmla="*/ 293 h 94580"/>
                <a:gd name="connsiteX36" fmla="*/ 118282 w 218082"/>
                <a:gd name="connsiteY36" fmla="*/ 293 h 94580"/>
                <a:gd name="connsiteX37" fmla="*/ 77371 w 218082"/>
                <a:gd name="connsiteY37" fmla="*/ 32951 h 94580"/>
                <a:gd name="connsiteX38" fmla="*/ 72918 w 218082"/>
                <a:gd name="connsiteY38" fmla="*/ 36803 h 94580"/>
                <a:gd name="connsiteX39" fmla="*/ 67794 w 218082"/>
                <a:gd name="connsiteY39" fmla="*/ 24661 h 94580"/>
                <a:gd name="connsiteX40" fmla="*/ 33267 w 218082"/>
                <a:gd name="connsiteY40" fmla="*/ 5485 h 94580"/>
                <a:gd name="connsiteX41" fmla="*/ 0 w 218082"/>
                <a:gd name="connsiteY41" fmla="*/ 5485 h 94580"/>
                <a:gd name="connsiteX42" fmla="*/ 0 w 218082"/>
                <a:gd name="connsiteY42" fmla="*/ 89138 h 94580"/>
                <a:gd name="connsiteX43" fmla="*/ 32679 w 218082"/>
                <a:gd name="connsiteY43" fmla="*/ 89138 h 94580"/>
                <a:gd name="connsiteX44" fmla="*/ 39735 w 218082"/>
                <a:gd name="connsiteY44" fmla="*/ 88468 h 94580"/>
                <a:gd name="connsiteX45" fmla="*/ 72330 w 218082"/>
                <a:gd name="connsiteY45" fmla="*/ 59077 h 94580"/>
                <a:gd name="connsiteX46" fmla="*/ 73002 w 218082"/>
                <a:gd name="connsiteY46" fmla="*/ 57821 h 94580"/>
                <a:gd name="connsiteX47" fmla="*/ 73674 w 218082"/>
                <a:gd name="connsiteY47" fmla="*/ 58407 h 94580"/>
                <a:gd name="connsiteX48" fmla="*/ 117778 w 218082"/>
                <a:gd name="connsiteY48" fmla="*/ 94246 h 94580"/>
                <a:gd name="connsiteX49" fmla="*/ 119710 w 218082"/>
                <a:gd name="connsiteY49" fmla="*/ 94246 h 94580"/>
                <a:gd name="connsiteX50" fmla="*/ 160622 w 218082"/>
                <a:gd name="connsiteY50" fmla="*/ 62259 h 94580"/>
                <a:gd name="connsiteX51" fmla="*/ 165074 w 218082"/>
                <a:gd name="connsiteY51" fmla="*/ 57821 h 94580"/>
                <a:gd name="connsiteX52" fmla="*/ 165074 w 218082"/>
                <a:gd name="connsiteY52" fmla="*/ 88468 h 94580"/>
                <a:gd name="connsiteX53" fmla="*/ 166334 w 218082"/>
                <a:gd name="connsiteY53" fmla="*/ 89138 h 94580"/>
                <a:gd name="connsiteX54" fmla="*/ 216823 w 218082"/>
                <a:gd name="connsiteY54" fmla="*/ 89724 h 94580"/>
                <a:gd name="connsiteX55" fmla="*/ 218083 w 218082"/>
                <a:gd name="connsiteY55" fmla="*/ 88468 h 94580"/>
                <a:gd name="connsiteX56" fmla="*/ 218083 w 218082"/>
                <a:gd name="connsiteY56" fmla="*/ 73731 h 94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18082" h="94580">
                  <a:moveTo>
                    <a:pt x="47128" y="66697"/>
                  </a:moveTo>
                  <a:cubicBezTo>
                    <a:pt x="42676" y="70549"/>
                    <a:pt x="38223" y="72391"/>
                    <a:pt x="32427" y="72391"/>
                  </a:cubicBezTo>
                  <a:lnTo>
                    <a:pt x="18986" y="72391"/>
                  </a:lnTo>
                  <a:cubicBezTo>
                    <a:pt x="18540" y="72391"/>
                    <a:pt x="18314" y="71972"/>
                    <a:pt x="18314" y="71135"/>
                  </a:cubicBezTo>
                  <a:lnTo>
                    <a:pt x="18314" y="23237"/>
                  </a:lnTo>
                  <a:cubicBezTo>
                    <a:pt x="18314" y="22651"/>
                    <a:pt x="18314" y="21981"/>
                    <a:pt x="19574" y="21981"/>
                  </a:cubicBezTo>
                  <a:lnTo>
                    <a:pt x="31671" y="21981"/>
                  </a:lnTo>
                  <a:cubicBezTo>
                    <a:pt x="39315" y="21981"/>
                    <a:pt x="45112" y="25163"/>
                    <a:pt x="49564" y="30941"/>
                  </a:cubicBezTo>
                  <a:cubicBezTo>
                    <a:pt x="57881" y="41827"/>
                    <a:pt x="56621" y="57821"/>
                    <a:pt x="47044" y="66780"/>
                  </a:cubicBezTo>
                  <a:close/>
                  <a:moveTo>
                    <a:pt x="217747" y="73647"/>
                  </a:moveTo>
                  <a:cubicBezTo>
                    <a:pt x="217747" y="72809"/>
                    <a:pt x="217327" y="72391"/>
                    <a:pt x="216487" y="72391"/>
                  </a:cubicBezTo>
                  <a:lnTo>
                    <a:pt x="185152" y="72391"/>
                  </a:lnTo>
                  <a:cubicBezTo>
                    <a:pt x="183220" y="72391"/>
                    <a:pt x="183892" y="72391"/>
                    <a:pt x="183892" y="71135"/>
                  </a:cubicBezTo>
                  <a:lnTo>
                    <a:pt x="183892" y="6657"/>
                  </a:lnTo>
                  <a:cubicBezTo>
                    <a:pt x="183892" y="6071"/>
                    <a:pt x="183220" y="5401"/>
                    <a:pt x="182632" y="5401"/>
                  </a:cubicBezTo>
                  <a:lnTo>
                    <a:pt x="165998" y="5401"/>
                  </a:lnTo>
                  <a:cubicBezTo>
                    <a:pt x="165326" y="5401"/>
                    <a:pt x="164738" y="6071"/>
                    <a:pt x="164738" y="6657"/>
                  </a:cubicBezTo>
                  <a:lnTo>
                    <a:pt x="164738" y="36049"/>
                  </a:lnTo>
                  <a:cubicBezTo>
                    <a:pt x="164738" y="36495"/>
                    <a:pt x="164545" y="36914"/>
                    <a:pt x="164150" y="37305"/>
                  </a:cubicBezTo>
                  <a:cubicBezTo>
                    <a:pt x="150709" y="48191"/>
                    <a:pt x="136680" y="59663"/>
                    <a:pt x="122651" y="70549"/>
                  </a:cubicBezTo>
                  <a:cubicBezTo>
                    <a:pt x="121978" y="71135"/>
                    <a:pt x="121390" y="71805"/>
                    <a:pt x="120718" y="71805"/>
                  </a:cubicBezTo>
                  <a:cubicBezTo>
                    <a:pt x="120046" y="71805"/>
                    <a:pt x="119458" y="71135"/>
                    <a:pt x="118198" y="70549"/>
                  </a:cubicBezTo>
                  <a:cubicBezTo>
                    <a:pt x="115678" y="68623"/>
                    <a:pt x="113746" y="66110"/>
                    <a:pt x="111142" y="64185"/>
                  </a:cubicBezTo>
                  <a:lnTo>
                    <a:pt x="111814" y="63515"/>
                  </a:lnTo>
                  <a:cubicBezTo>
                    <a:pt x="125843" y="51959"/>
                    <a:pt x="140544" y="40487"/>
                    <a:pt x="154573" y="29601"/>
                  </a:cubicBezTo>
                  <a:cubicBezTo>
                    <a:pt x="155245" y="28931"/>
                    <a:pt x="155245" y="28345"/>
                    <a:pt x="154573" y="28345"/>
                  </a:cubicBezTo>
                  <a:cubicBezTo>
                    <a:pt x="150709" y="25163"/>
                    <a:pt x="146257" y="21981"/>
                    <a:pt x="142476" y="18799"/>
                  </a:cubicBezTo>
                  <a:cubicBezTo>
                    <a:pt x="142031" y="18353"/>
                    <a:pt x="141611" y="18353"/>
                    <a:pt x="141216" y="18799"/>
                  </a:cubicBezTo>
                  <a:cubicBezTo>
                    <a:pt x="127187" y="30271"/>
                    <a:pt x="112486" y="41743"/>
                    <a:pt x="98457" y="53299"/>
                  </a:cubicBezTo>
                  <a:lnTo>
                    <a:pt x="97196" y="53299"/>
                  </a:lnTo>
                  <a:cubicBezTo>
                    <a:pt x="94004" y="50787"/>
                    <a:pt x="91484" y="48861"/>
                    <a:pt x="88880" y="46265"/>
                  </a:cubicBezTo>
                  <a:cubicBezTo>
                    <a:pt x="87536" y="45595"/>
                    <a:pt x="88208" y="45595"/>
                    <a:pt x="88880" y="45009"/>
                  </a:cubicBezTo>
                  <a:cubicBezTo>
                    <a:pt x="90812" y="43083"/>
                    <a:pt x="93332" y="41157"/>
                    <a:pt x="95264" y="39901"/>
                  </a:cubicBezTo>
                  <a:cubicBezTo>
                    <a:pt x="107361" y="30271"/>
                    <a:pt x="119542" y="20725"/>
                    <a:pt x="131639" y="11179"/>
                  </a:cubicBezTo>
                  <a:cubicBezTo>
                    <a:pt x="132085" y="10733"/>
                    <a:pt x="132085" y="10314"/>
                    <a:pt x="131639" y="9923"/>
                  </a:cubicBezTo>
                  <a:cubicBezTo>
                    <a:pt x="127187" y="6741"/>
                    <a:pt x="123323" y="3559"/>
                    <a:pt x="119542" y="293"/>
                  </a:cubicBezTo>
                  <a:cubicBezTo>
                    <a:pt x="119097" y="-98"/>
                    <a:pt x="118677" y="-98"/>
                    <a:pt x="118282" y="293"/>
                  </a:cubicBezTo>
                  <a:cubicBezTo>
                    <a:pt x="104841" y="11179"/>
                    <a:pt x="90812" y="22065"/>
                    <a:pt x="77371" y="32951"/>
                  </a:cubicBezTo>
                  <a:cubicBezTo>
                    <a:pt x="75439" y="34207"/>
                    <a:pt x="74178" y="35463"/>
                    <a:pt x="72918" y="36803"/>
                  </a:cubicBezTo>
                  <a:cubicBezTo>
                    <a:pt x="71658" y="32281"/>
                    <a:pt x="69726" y="28513"/>
                    <a:pt x="67794" y="24661"/>
                  </a:cubicBezTo>
                  <a:cubicBezTo>
                    <a:pt x="59477" y="12519"/>
                    <a:pt x="47968" y="5485"/>
                    <a:pt x="33267" y="5485"/>
                  </a:cubicBezTo>
                  <a:lnTo>
                    <a:pt x="0" y="5485"/>
                  </a:lnTo>
                  <a:lnTo>
                    <a:pt x="0" y="89138"/>
                  </a:lnTo>
                  <a:lnTo>
                    <a:pt x="32679" y="89138"/>
                  </a:lnTo>
                  <a:cubicBezTo>
                    <a:pt x="35199" y="89138"/>
                    <a:pt x="37131" y="89138"/>
                    <a:pt x="39735" y="88468"/>
                  </a:cubicBezTo>
                  <a:cubicBezTo>
                    <a:pt x="56285" y="85286"/>
                    <a:pt x="67206" y="75070"/>
                    <a:pt x="72330" y="59077"/>
                  </a:cubicBezTo>
                  <a:cubicBezTo>
                    <a:pt x="72330" y="58630"/>
                    <a:pt x="72557" y="58212"/>
                    <a:pt x="73002" y="57821"/>
                  </a:cubicBezTo>
                  <a:cubicBezTo>
                    <a:pt x="73002" y="58407"/>
                    <a:pt x="73674" y="58407"/>
                    <a:pt x="73674" y="58407"/>
                  </a:cubicBezTo>
                  <a:cubicBezTo>
                    <a:pt x="88376" y="70549"/>
                    <a:pt x="103077" y="82104"/>
                    <a:pt x="117778" y="94246"/>
                  </a:cubicBezTo>
                  <a:cubicBezTo>
                    <a:pt x="118618" y="94692"/>
                    <a:pt x="119265" y="94692"/>
                    <a:pt x="119710" y="94246"/>
                  </a:cubicBezTo>
                  <a:cubicBezTo>
                    <a:pt x="133151" y="83360"/>
                    <a:pt x="147181" y="72475"/>
                    <a:pt x="160622" y="62259"/>
                  </a:cubicBezTo>
                  <a:cubicBezTo>
                    <a:pt x="161882" y="61003"/>
                    <a:pt x="163814" y="59663"/>
                    <a:pt x="165074" y="57821"/>
                  </a:cubicBezTo>
                  <a:lnTo>
                    <a:pt x="165074" y="88468"/>
                  </a:lnTo>
                  <a:cubicBezTo>
                    <a:pt x="165074" y="88915"/>
                    <a:pt x="165494" y="89138"/>
                    <a:pt x="166334" y="89138"/>
                  </a:cubicBezTo>
                  <a:cubicBezTo>
                    <a:pt x="182968" y="89138"/>
                    <a:pt x="200189" y="89138"/>
                    <a:pt x="216823" y="89724"/>
                  </a:cubicBezTo>
                  <a:cubicBezTo>
                    <a:pt x="218083" y="89724"/>
                    <a:pt x="218083" y="89138"/>
                    <a:pt x="218083" y="88468"/>
                  </a:cubicBezTo>
                  <a:lnTo>
                    <a:pt x="218083" y="73731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73929C-C0DA-5705-6419-FAAEA091E22A}"/>
                </a:ext>
              </a:extLst>
            </p:cNvPr>
            <p:cNvSpPr/>
            <p:nvPr/>
          </p:nvSpPr>
          <p:spPr>
            <a:xfrm>
              <a:off x="3331516" y="3623354"/>
              <a:ext cx="73507" cy="103925"/>
            </a:xfrm>
            <a:custGeom>
              <a:avLst/>
              <a:gdLst>
                <a:gd name="connsiteX0" fmla="*/ 84 w 53092"/>
                <a:gd name="connsiteY0" fmla="*/ 42120 h 84239"/>
                <a:gd name="connsiteX1" fmla="*/ 84 w 53092"/>
                <a:gd name="connsiteY1" fmla="*/ 1256 h 84239"/>
                <a:gd name="connsiteX2" fmla="*/ 1344 w 53092"/>
                <a:gd name="connsiteY2" fmla="*/ 0 h 84239"/>
                <a:gd name="connsiteX3" fmla="*/ 17305 w 53092"/>
                <a:gd name="connsiteY3" fmla="*/ 0 h 84239"/>
                <a:gd name="connsiteX4" fmla="*/ 18566 w 53092"/>
                <a:gd name="connsiteY4" fmla="*/ 1256 h 84239"/>
                <a:gd name="connsiteX5" fmla="*/ 18566 w 53092"/>
                <a:gd name="connsiteY5" fmla="*/ 65733 h 84239"/>
                <a:gd name="connsiteX6" fmla="*/ 19826 w 53092"/>
                <a:gd name="connsiteY6" fmla="*/ 66990 h 84239"/>
                <a:gd name="connsiteX7" fmla="*/ 51832 w 53092"/>
                <a:gd name="connsiteY7" fmla="*/ 66990 h 84239"/>
                <a:gd name="connsiteX8" fmla="*/ 53093 w 53092"/>
                <a:gd name="connsiteY8" fmla="*/ 68246 h 84239"/>
                <a:gd name="connsiteX9" fmla="*/ 53093 w 53092"/>
                <a:gd name="connsiteY9" fmla="*/ 82983 h 84239"/>
                <a:gd name="connsiteX10" fmla="*/ 51832 w 53092"/>
                <a:gd name="connsiteY10" fmla="*/ 84239 h 84239"/>
                <a:gd name="connsiteX11" fmla="*/ 672 w 53092"/>
                <a:gd name="connsiteY11" fmla="*/ 84239 h 84239"/>
                <a:gd name="connsiteX12" fmla="*/ 0 w 53092"/>
                <a:gd name="connsiteY12" fmla="*/ 82983 h 84239"/>
                <a:gd name="connsiteX13" fmla="*/ 0 w 53092"/>
                <a:gd name="connsiteY13" fmla="*/ 42120 h 8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092" h="84239">
                  <a:moveTo>
                    <a:pt x="84" y="42120"/>
                  </a:moveTo>
                  <a:lnTo>
                    <a:pt x="84" y="1256"/>
                  </a:lnTo>
                  <a:cubicBezTo>
                    <a:pt x="84" y="419"/>
                    <a:pt x="504" y="0"/>
                    <a:pt x="1344" y="0"/>
                  </a:cubicBezTo>
                  <a:lnTo>
                    <a:pt x="17305" y="0"/>
                  </a:lnTo>
                  <a:cubicBezTo>
                    <a:pt x="18145" y="0"/>
                    <a:pt x="18566" y="419"/>
                    <a:pt x="18566" y="1256"/>
                  </a:cubicBezTo>
                  <a:lnTo>
                    <a:pt x="18566" y="65733"/>
                  </a:lnTo>
                  <a:cubicBezTo>
                    <a:pt x="18566" y="66571"/>
                    <a:pt x="18986" y="66990"/>
                    <a:pt x="19826" y="66990"/>
                  </a:cubicBezTo>
                  <a:lnTo>
                    <a:pt x="51832" y="66990"/>
                  </a:lnTo>
                  <a:cubicBezTo>
                    <a:pt x="52505" y="66990"/>
                    <a:pt x="53093" y="67659"/>
                    <a:pt x="53093" y="68246"/>
                  </a:cubicBezTo>
                  <a:lnTo>
                    <a:pt x="53093" y="82983"/>
                  </a:lnTo>
                  <a:cubicBezTo>
                    <a:pt x="53093" y="83653"/>
                    <a:pt x="52505" y="84239"/>
                    <a:pt x="51832" y="84239"/>
                  </a:cubicBezTo>
                  <a:cubicBezTo>
                    <a:pt x="34611" y="84239"/>
                    <a:pt x="17978" y="83653"/>
                    <a:pt x="672" y="84239"/>
                  </a:cubicBezTo>
                  <a:cubicBezTo>
                    <a:pt x="0" y="84239"/>
                    <a:pt x="0" y="83653"/>
                    <a:pt x="0" y="82983"/>
                  </a:cubicBezTo>
                  <a:lnTo>
                    <a:pt x="0" y="4212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F8830D8B-6F7A-4886-B250-63650E4821CB}"/>
                </a:ext>
              </a:extLst>
            </p:cNvPr>
            <p:cNvSpPr/>
            <p:nvPr/>
          </p:nvSpPr>
          <p:spPr>
            <a:xfrm rot="18022199">
              <a:off x="3981186" y="3728419"/>
              <a:ext cx="151208" cy="19361"/>
            </a:xfrm>
            <a:custGeom>
              <a:avLst/>
              <a:gdLst>
                <a:gd name="connsiteX0" fmla="*/ 0 w 122566"/>
                <a:gd name="connsiteY0" fmla="*/ 0 h 13984"/>
                <a:gd name="connsiteX1" fmla="*/ 122567 w 122566"/>
                <a:gd name="connsiteY1" fmla="*/ 0 h 13984"/>
                <a:gd name="connsiteX2" fmla="*/ 122567 w 122566"/>
                <a:gd name="connsiteY2" fmla="*/ 13984 h 13984"/>
                <a:gd name="connsiteX3" fmla="*/ 0 w 12256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66" h="13984">
                  <a:moveTo>
                    <a:pt x="0" y="0"/>
                  </a:moveTo>
                  <a:lnTo>
                    <a:pt x="122567" y="0"/>
                  </a:lnTo>
                  <a:lnTo>
                    <a:pt x="122567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0751438-1FA2-ED1C-D871-4BC45C6F8BC1}"/>
                </a:ext>
              </a:extLst>
            </p:cNvPr>
            <p:cNvSpPr/>
            <p:nvPr/>
          </p:nvSpPr>
          <p:spPr>
            <a:xfrm rot="19846200">
              <a:off x="4036352" y="3874108"/>
              <a:ext cx="19423" cy="117457"/>
            </a:xfrm>
            <a:custGeom>
              <a:avLst/>
              <a:gdLst>
                <a:gd name="connsiteX0" fmla="*/ 0 w 14029"/>
                <a:gd name="connsiteY0" fmla="*/ 0 h 95208"/>
                <a:gd name="connsiteX1" fmla="*/ 14029 w 14029"/>
                <a:gd name="connsiteY1" fmla="*/ 0 h 95208"/>
                <a:gd name="connsiteX2" fmla="*/ 14029 w 14029"/>
                <a:gd name="connsiteY2" fmla="*/ 95209 h 95208"/>
                <a:gd name="connsiteX3" fmla="*/ 0 w 14029"/>
                <a:gd name="connsiteY3" fmla="*/ 95209 h 95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95208">
                  <a:moveTo>
                    <a:pt x="0" y="0"/>
                  </a:moveTo>
                  <a:lnTo>
                    <a:pt x="14029" y="0"/>
                  </a:lnTo>
                  <a:lnTo>
                    <a:pt x="14029" y="95209"/>
                  </a:lnTo>
                  <a:lnTo>
                    <a:pt x="0" y="9520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64A0F92-65FC-D6D1-E64F-55DC738444C1}"/>
                </a:ext>
              </a:extLst>
            </p:cNvPr>
            <p:cNvSpPr/>
            <p:nvPr/>
          </p:nvSpPr>
          <p:spPr>
            <a:xfrm>
              <a:off x="3984597" y="3478417"/>
              <a:ext cx="457214" cy="203201"/>
            </a:xfrm>
            <a:custGeom>
              <a:avLst/>
              <a:gdLst>
                <a:gd name="connsiteX0" fmla="*/ 250342 w 330232"/>
                <a:gd name="connsiteY0" fmla="*/ 164710 h 164710"/>
                <a:gd name="connsiteX1" fmla="*/ 78631 w 330232"/>
                <a:gd name="connsiteY1" fmla="*/ 164710 h 164710"/>
                <a:gd name="connsiteX2" fmla="*/ 0 w 330232"/>
                <a:gd name="connsiteY2" fmla="*/ 6197 h 164710"/>
                <a:gd name="connsiteX3" fmla="*/ 12601 w 330232"/>
                <a:gd name="connsiteY3" fmla="*/ 0 h 164710"/>
                <a:gd name="connsiteX4" fmla="*/ 87368 w 330232"/>
                <a:gd name="connsiteY4" fmla="*/ 150643 h 164710"/>
                <a:gd name="connsiteX5" fmla="*/ 241689 w 330232"/>
                <a:gd name="connsiteY5" fmla="*/ 150643 h 164710"/>
                <a:gd name="connsiteX6" fmla="*/ 317715 w 330232"/>
                <a:gd name="connsiteY6" fmla="*/ 586 h 164710"/>
                <a:gd name="connsiteX7" fmla="*/ 330233 w 330232"/>
                <a:gd name="connsiteY7" fmla="*/ 6866 h 164710"/>
                <a:gd name="connsiteX8" fmla="*/ 250342 w 330232"/>
                <a:gd name="connsiteY8" fmla="*/ 164710 h 16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32" h="164710">
                  <a:moveTo>
                    <a:pt x="250342" y="164710"/>
                  </a:moveTo>
                  <a:lnTo>
                    <a:pt x="78631" y="164710"/>
                  </a:lnTo>
                  <a:lnTo>
                    <a:pt x="0" y="6197"/>
                  </a:lnTo>
                  <a:lnTo>
                    <a:pt x="12601" y="0"/>
                  </a:lnTo>
                  <a:lnTo>
                    <a:pt x="87368" y="150643"/>
                  </a:lnTo>
                  <a:lnTo>
                    <a:pt x="241689" y="150643"/>
                  </a:lnTo>
                  <a:lnTo>
                    <a:pt x="317715" y="586"/>
                  </a:lnTo>
                  <a:lnTo>
                    <a:pt x="330233" y="6866"/>
                  </a:lnTo>
                  <a:lnTo>
                    <a:pt x="250342" y="164710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D67A11DA-7485-EF94-D6E5-903FBB9E4113}"/>
                </a:ext>
              </a:extLst>
            </p:cNvPr>
            <p:cNvSpPr/>
            <p:nvPr/>
          </p:nvSpPr>
          <p:spPr>
            <a:xfrm rot="19872600">
              <a:off x="4358417" y="3663079"/>
              <a:ext cx="19423" cy="158366"/>
            </a:xfrm>
            <a:custGeom>
              <a:avLst/>
              <a:gdLst>
                <a:gd name="connsiteX0" fmla="*/ 0 w 14029"/>
                <a:gd name="connsiteY0" fmla="*/ 0 h 128368"/>
                <a:gd name="connsiteX1" fmla="*/ 14029 w 14029"/>
                <a:gd name="connsiteY1" fmla="*/ 0 h 128368"/>
                <a:gd name="connsiteX2" fmla="*/ 14029 w 14029"/>
                <a:gd name="connsiteY2" fmla="*/ 128369 h 128368"/>
                <a:gd name="connsiteX3" fmla="*/ 0 w 14029"/>
                <a:gd name="connsiteY3" fmla="*/ 128369 h 12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128368">
                  <a:moveTo>
                    <a:pt x="0" y="0"/>
                  </a:moveTo>
                  <a:lnTo>
                    <a:pt x="14029" y="0"/>
                  </a:lnTo>
                  <a:lnTo>
                    <a:pt x="14029" y="128369"/>
                  </a:lnTo>
                  <a:lnTo>
                    <a:pt x="0" y="128369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04A739B-B8BE-C90C-8B54-514E2B12BCF6}"/>
                </a:ext>
              </a:extLst>
            </p:cNvPr>
            <p:cNvSpPr/>
            <p:nvPr/>
          </p:nvSpPr>
          <p:spPr>
            <a:xfrm rot="18079798">
              <a:off x="4310453" y="3923618"/>
              <a:ext cx="121360" cy="19361"/>
            </a:xfrm>
            <a:custGeom>
              <a:avLst/>
              <a:gdLst>
                <a:gd name="connsiteX0" fmla="*/ 0 w 98372"/>
                <a:gd name="connsiteY0" fmla="*/ 0 h 13984"/>
                <a:gd name="connsiteX1" fmla="*/ 98372 w 98372"/>
                <a:gd name="connsiteY1" fmla="*/ 0 h 13984"/>
                <a:gd name="connsiteX2" fmla="*/ 98372 w 98372"/>
                <a:gd name="connsiteY2" fmla="*/ 13984 h 13984"/>
                <a:gd name="connsiteX3" fmla="*/ 0 w 98372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372" h="13984">
                  <a:moveTo>
                    <a:pt x="0" y="0"/>
                  </a:moveTo>
                  <a:lnTo>
                    <a:pt x="98372" y="0"/>
                  </a:lnTo>
                  <a:lnTo>
                    <a:pt x="98372" y="13984"/>
                  </a:lnTo>
                  <a:lnTo>
                    <a:pt x="0" y="13984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841025DA-9515-53FA-D413-FF882D3778AC}"/>
                </a:ext>
              </a:extLst>
            </p:cNvPr>
            <p:cNvSpPr/>
            <p:nvPr/>
          </p:nvSpPr>
          <p:spPr>
            <a:xfrm>
              <a:off x="4934965" y="3468087"/>
              <a:ext cx="103399" cy="172519"/>
            </a:xfrm>
            <a:custGeom>
              <a:avLst/>
              <a:gdLst>
                <a:gd name="connsiteX0" fmla="*/ 74682 w 74682"/>
                <a:gd name="connsiteY0" fmla="*/ 139841 h 139840"/>
                <a:gd name="connsiteX1" fmla="*/ 0 w 74682"/>
                <a:gd name="connsiteY1" fmla="*/ 139841 h 139840"/>
                <a:gd name="connsiteX2" fmla="*/ 0 w 74682"/>
                <a:gd name="connsiteY2" fmla="*/ 0 h 139840"/>
                <a:gd name="connsiteX3" fmla="*/ 74682 w 74682"/>
                <a:gd name="connsiteY3" fmla="*/ 0 h 139840"/>
                <a:gd name="connsiteX4" fmla="*/ 74682 w 74682"/>
                <a:gd name="connsiteY4" fmla="*/ 139841 h 139840"/>
                <a:gd name="connsiteX5" fmla="*/ 14029 w 74682"/>
                <a:gd name="connsiteY5" fmla="*/ 125857 h 139840"/>
                <a:gd name="connsiteX6" fmla="*/ 60653 w 74682"/>
                <a:gd name="connsiteY6" fmla="*/ 125857 h 139840"/>
                <a:gd name="connsiteX7" fmla="*/ 60653 w 74682"/>
                <a:gd name="connsiteY7" fmla="*/ 13984 h 139840"/>
                <a:gd name="connsiteX8" fmla="*/ 14029 w 74682"/>
                <a:gd name="connsiteY8" fmla="*/ 13984 h 139840"/>
                <a:gd name="connsiteX9" fmla="*/ 14029 w 74682"/>
                <a:gd name="connsiteY9" fmla="*/ 125857 h 139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682" h="139840">
                  <a:moveTo>
                    <a:pt x="74682" y="139841"/>
                  </a:moveTo>
                  <a:lnTo>
                    <a:pt x="0" y="139841"/>
                  </a:lnTo>
                  <a:lnTo>
                    <a:pt x="0" y="0"/>
                  </a:lnTo>
                  <a:lnTo>
                    <a:pt x="74682" y="0"/>
                  </a:lnTo>
                  <a:lnTo>
                    <a:pt x="74682" y="139841"/>
                  </a:lnTo>
                  <a:close/>
                  <a:moveTo>
                    <a:pt x="14029" y="125857"/>
                  </a:moveTo>
                  <a:lnTo>
                    <a:pt x="60653" y="125857"/>
                  </a:lnTo>
                  <a:lnTo>
                    <a:pt x="60653" y="13984"/>
                  </a:lnTo>
                  <a:lnTo>
                    <a:pt x="14029" y="13984"/>
                  </a:lnTo>
                  <a:lnTo>
                    <a:pt x="14029" y="12585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AA2FDCB9-2364-F72C-6092-5646578E845F}"/>
                </a:ext>
              </a:extLst>
            </p:cNvPr>
            <p:cNvSpPr/>
            <p:nvPr/>
          </p:nvSpPr>
          <p:spPr>
            <a:xfrm>
              <a:off x="4934965" y="3695049"/>
              <a:ext cx="103399" cy="172519"/>
            </a:xfrm>
            <a:custGeom>
              <a:avLst/>
              <a:gdLst>
                <a:gd name="connsiteX0" fmla="*/ 74682 w 74682"/>
                <a:gd name="connsiteY0" fmla="*/ 139841 h 139840"/>
                <a:gd name="connsiteX1" fmla="*/ 0 w 74682"/>
                <a:gd name="connsiteY1" fmla="*/ 139841 h 139840"/>
                <a:gd name="connsiteX2" fmla="*/ 0 w 74682"/>
                <a:gd name="connsiteY2" fmla="*/ 0 h 139840"/>
                <a:gd name="connsiteX3" fmla="*/ 74682 w 74682"/>
                <a:gd name="connsiteY3" fmla="*/ 0 h 139840"/>
                <a:gd name="connsiteX4" fmla="*/ 74682 w 74682"/>
                <a:gd name="connsiteY4" fmla="*/ 139841 h 139840"/>
                <a:gd name="connsiteX5" fmla="*/ 14029 w 74682"/>
                <a:gd name="connsiteY5" fmla="*/ 125857 h 139840"/>
                <a:gd name="connsiteX6" fmla="*/ 60653 w 74682"/>
                <a:gd name="connsiteY6" fmla="*/ 125857 h 139840"/>
                <a:gd name="connsiteX7" fmla="*/ 60653 w 74682"/>
                <a:gd name="connsiteY7" fmla="*/ 13984 h 139840"/>
                <a:gd name="connsiteX8" fmla="*/ 14029 w 74682"/>
                <a:gd name="connsiteY8" fmla="*/ 13984 h 139840"/>
                <a:gd name="connsiteX9" fmla="*/ 14029 w 74682"/>
                <a:gd name="connsiteY9" fmla="*/ 125857 h 139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682" h="139840">
                  <a:moveTo>
                    <a:pt x="74682" y="139841"/>
                  </a:moveTo>
                  <a:lnTo>
                    <a:pt x="0" y="139841"/>
                  </a:lnTo>
                  <a:lnTo>
                    <a:pt x="0" y="0"/>
                  </a:lnTo>
                  <a:lnTo>
                    <a:pt x="74682" y="0"/>
                  </a:lnTo>
                  <a:lnTo>
                    <a:pt x="74682" y="139841"/>
                  </a:lnTo>
                  <a:close/>
                  <a:moveTo>
                    <a:pt x="14029" y="125857"/>
                  </a:moveTo>
                  <a:lnTo>
                    <a:pt x="60653" y="125857"/>
                  </a:lnTo>
                  <a:lnTo>
                    <a:pt x="60653" y="13984"/>
                  </a:lnTo>
                  <a:lnTo>
                    <a:pt x="14029" y="13984"/>
                  </a:lnTo>
                  <a:lnTo>
                    <a:pt x="14029" y="125857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8F9E3327-BE2D-3084-AD90-2337B0F1D794}"/>
                </a:ext>
              </a:extLst>
            </p:cNvPr>
            <p:cNvSpPr/>
            <p:nvPr/>
          </p:nvSpPr>
          <p:spPr>
            <a:xfrm>
              <a:off x="5127807" y="3809687"/>
              <a:ext cx="150506" cy="34606"/>
            </a:xfrm>
            <a:custGeom>
              <a:avLst/>
              <a:gdLst>
                <a:gd name="connsiteX0" fmla="*/ 0 w 108705"/>
                <a:gd name="connsiteY0" fmla="*/ 0 h 28051"/>
                <a:gd name="connsiteX1" fmla="*/ 108705 w 108705"/>
                <a:gd name="connsiteY1" fmla="*/ 0 h 28051"/>
                <a:gd name="connsiteX2" fmla="*/ 108705 w 108705"/>
                <a:gd name="connsiteY2" fmla="*/ 28052 h 28051"/>
                <a:gd name="connsiteX3" fmla="*/ 0 w 108705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705" h="28051">
                  <a:moveTo>
                    <a:pt x="0" y="0"/>
                  </a:moveTo>
                  <a:lnTo>
                    <a:pt x="108705" y="0"/>
                  </a:lnTo>
                  <a:lnTo>
                    <a:pt x="108705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0D9C4858-A2D6-5858-E727-77DDB7009F53}"/>
                </a:ext>
              </a:extLst>
            </p:cNvPr>
            <p:cNvSpPr/>
            <p:nvPr/>
          </p:nvSpPr>
          <p:spPr>
            <a:xfrm>
              <a:off x="1175942" y="3811783"/>
              <a:ext cx="149574" cy="34606"/>
            </a:xfrm>
            <a:custGeom>
              <a:avLst/>
              <a:gdLst>
                <a:gd name="connsiteX0" fmla="*/ 0 w 108033"/>
                <a:gd name="connsiteY0" fmla="*/ 0 h 28051"/>
                <a:gd name="connsiteX1" fmla="*/ 108033 w 108033"/>
                <a:gd name="connsiteY1" fmla="*/ 0 h 28051"/>
                <a:gd name="connsiteX2" fmla="*/ 108033 w 108033"/>
                <a:gd name="connsiteY2" fmla="*/ 28052 h 28051"/>
                <a:gd name="connsiteX3" fmla="*/ 0 w 10803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33" h="28051">
                  <a:moveTo>
                    <a:pt x="0" y="0"/>
                  </a:moveTo>
                  <a:lnTo>
                    <a:pt x="108033" y="0"/>
                  </a:lnTo>
                  <a:lnTo>
                    <a:pt x="108033" y="28052"/>
                  </a:lnTo>
                  <a:lnTo>
                    <a:pt x="0" y="28052"/>
                  </a:lnTo>
                  <a:close/>
                </a:path>
              </a:pathLst>
            </a:custGeom>
            <a:solidFill>
              <a:schemeClr val="tx1">
                <a:lumMod val="40000"/>
                <a:lumOff val="60000"/>
              </a:schemeClr>
            </a:solidFill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74DD811E-2887-EAC1-152C-155E0FFFCC91}"/>
                </a:ext>
              </a:extLst>
            </p:cNvPr>
            <p:cNvSpPr txBox="1"/>
            <p:nvPr/>
          </p:nvSpPr>
          <p:spPr>
            <a:xfrm>
              <a:off x="3532526" y="3709559"/>
              <a:ext cx="1375783" cy="235998"/>
            </a:xfrm>
            <a:prstGeom prst="rect">
              <a:avLst/>
            </a:prstGeom>
            <a:solidFill>
              <a:schemeClr val="tx2"/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srgbClr val="0076CE"/>
                  </a:solidFill>
                  <a:effectLst/>
                  <a:uLnTx/>
                  <a:uFillTx/>
                  <a:latin typeface="Agency FB" panose="020B0503020202020204" pitchFamily="34" charset="0"/>
                  <a:ea typeface="+mn-ea"/>
                  <a:cs typeface="+mn-cs"/>
                </a:rPr>
                <a:t>Nutanix XC</a:t>
              </a:r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6165F131-571C-5ED0-FB54-D890A188D388}"/>
              </a:ext>
            </a:extLst>
          </p:cNvPr>
          <p:cNvGrpSpPr/>
          <p:nvPr/>
        </p:nvGrpSpPr>
        <p:grpSpPr>
          <a:xfrm>
            <a:off x="9537560" y="2277809"/>
            <a:ext cx="2202433" cy="362011"/>
            <a:chOff x="1145818" y="3331724"/>
            <a:chExt cx="4150987" cy="680884"/>
          </a:xfrm>
          <a:solidFill>
            <a:schemeClr val="bg1">
              <a:lumMod val="40000"/>
              <a:lumOff val="60000"/>
            </a:schemeClr>
          </a:solidFill>
        </p:grpSpPr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7F787FDB-BB13-9795-CA02-8C34E8632967}"/>
                </a:ext>
              </a:extLst>
            </p:cNvPr>
            <p:cNvSpPr/>
            <p:nvPr/>
          </p:nvSpPr>
          <p:spPr>
            <a:xfrm>
              <a:off x="1668632" y="3354555"/>
              <a:ext cx="411155" cy="135536"/>
            </a:xfrm>
            <a:custGeom>
              <a:avLst/>
              <a:gdLst>
                <a:gd name="connsiteX0" fmla="*/ 236144 w 296965"/>
                <a:gd name="connsiteY0" fmla="*/ 109863 h 109862"/>
                <a:gd name="connsiteX1" fmla="*/ 67878 w 296965"/>
                <a:gd name="connsiteY1" fmla="*/ 109193 h 109862"/>
                <a:gd name="connsiteX2" fmla="*/ 0 w 296965"/>
                <a:gd name="connsiteY2" fmla="*/ 7704 h 109862"/>
                <a:gd name="connsiteX3" fmla="*/ 11677 w 296965"/>
                <a:gd name="connsiteY3" fmla="*/ 0 h 109862"/>
                <a:gd name="connsiteX4" fmla="*/ 75439 w 296965"/>
                <a:gd name="connsiteY4" fmla="*/ 95209 h 109862"/>
                <a:gd name="connsiteX5" fmla="*/ 228164 w 296965"/>
                <a:gd name="connsiteY5" fmla="*/ 95879 h 109862"/>
                <a:gd name="connsiteX6" fmla="*/ 284869 w 296965"/>
                <a:gd name="connsiteY6" fmla="*/ 251 h 109862"/>
                <a:gd name="connsiteX7" fmla="*/ 296966 w 296965"/>
                <a:gd name="connsiteY7" fmla="*/ 7453 h 109862"/>
                <a:gd name="connsiteX8" fmla="*/ 236144 w 296965"/>
                <a:gd name="connsiteY8" fmla="*/ 109863 h 109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965" h="109862">
                  <a:moveTo>
                    <a:pt x="236144" y="109863"/>
                  </a:moveTo>
                  <a:lnTo>
                    <a:pt x="67878" y="109193"/>
                  </a:lnTo>
                  <a:lnTo>
                    <a:pt x="0" y="7704"/>
                  </a:lnTo>
                  <a:lnTo>
                    <a:pt x="11677" y="0"/>
                  </a:lnTo>
                  <a:lnTo>
                    <a:pt x="75439" y="95209"/>
                  </a:lnTo>
                  <a:lnTo>
                    <a:pt x="228164" y="95879"/>
                  </a:lnTo>
                  <a:lnTo>
                    <a:pt x="284869" y="251"/>
                  </a:lnTo>
                  <a:lnTo>
                    <a:pt x="296966" y="7453"/>
                  </a:lnTo>
                  <a:lnTo>
                    <a:pt x="236144" y="109863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D8C2BD4-2FA8-1AF9-3E86-511EF8131E74}"/>
                </a:ext>
              </a:extLst>
            </p:cNvPr>
            <p:cNvSpPr/>
            <p:nvPr/>
          </p:nvSpPr>
          <p:spPr>
            <a:xfrm>
              <a:off x="2349510" y="3355278"/>
              <a:ext cx="398361" cy="134813"/>
            </a:xfrm>
            <a:custGeom>
              <a:avLst/>
              <a:gdLst>
                <a:gd name="connsiteX0" fmla="*/ 226904 w 287724"/>
                <a:gd name="connsiteY0" fmla="*/ 109277 h 109276"/>
                <a:gd name="connsiteX1" fmla="*/ 53765 w 287724"/>
                <a:gd name="connsiteY1" fmla="*/ 109277 h 109276"/>
                <a:gd name="connsiteX2" fmla="*/ 0 w 287724"/>
                <a:gd name="connsiteY2" fmla="*/ 6531 h 109276"/>
                <a:gd name="connsiteX3" fmla="*/ 12433 w 287724"/>
                <a:gd name="connsiteY3" fmla="*/ 0 h 109276"/>
                <a:gd name="connsiteX4" fmla="*/ 62249 w 287724"/>
                <a:gd name="connsiteY4" fmla="*/ 95293 h 109276"/>
                <a:gd name="connsiteX5" fmla="*/ 218923 w 287724"/>
                <a:gd name="connsiteY5" fmla="*/ 95293 h 109276"/>
                <a:gd name="connsiteX6" fmla="*/ 275712 w 287724"/>
                <a:gd name="connsiteY6" fmla="*/ 335 h 109276"/>
                <a:gd name="connsiteX7" fmla="*/ 287725 w 287724"/>
                <a:gd name="connsiteY7" fmla="*/ 7453 h 109276"/>
                <a:gd name="connsiteX8" fmla="*/ 226904 w 287724"/>
                <a:gd name="connsiteY8" fmla="*/ 109277 h 10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724" h="109276">
                  <a:moveTo>
                    <a:pt x="226904" y="109277"/>
                  </a:moveTo>
                  <a:lnTo>
                    <a:pt x="53765" y="109277"/>
                  </a:lnTo>
                  <a:lnTo>
                    <a:pt x="0" y="6531"/>
                  </a:lnTo>
                  <a:lnTo>
                    <a:pt x="12433" y="0"/>
                  </a:lnTo>
                  <a:lnTo>
                    <a:pt x="62249" y="95293"/>
                  </a:lnTo>
                  <a:lnTo>
                    <a:pt x="218923" y="95293"/>
                  </a:lnTo>
                  <a:lnTo>
                    <a:pt x="275712" y="335"/>
                  </a:lnTo>
                  <a:lnTo>
                    <a:pt x="287725" y="7453"/>
                  </a:lnTo>
                  <a:lnTo>
                    <a:pt x="226904" y="109277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C417078-9988-726F-BD0F-1BAB8052C7BC}"/>
                </a:ext>
              </a:extLst>
            </p:cNvPr>
            <p:cNvSpPr/>
            <p:nvPr/>
          </p:nvSpPr>
          <p:spPr>
            <a:xfrm>
              <a:off x="3008058" y="3355795"/>
              <a:ext cx="410690" cy="135020"/>
            </a:xfrm>
            <a:custGeom>
              <a:avLst/>
              <a:gdLst>
                <a:gd name="connsiteX0" fmla="*/ 240345 w 296629"/>
                <a:gd name="connsiteY0" fmla="*/ 109444 h 109444"/>
                <a:gd name="connsiteX1" fmla="*/ 58217 w 296629"/>
                <a:gd name="connsiteY1" fmla="*/ 109444 h 109444"/>
                <a:gd name="connsiteX2" fmla="*/ 0 w 296629"/>
                <a:gd name="connsiteY2" fmla="*/ 6950 h 109444"/>
                <a:gd name="connsiteX3" fmla="*/ 12181 w 296629"/>
                <a:gd name="connsiteY3" fmla="*/ 0 h 109444"/>
                <a:gd name="connsiteX4" fmla="*/ 66450 w 296629"/>
                <a:gd name="connsiteY4" fmla="*/ 95460 h 109444"/>
                <a:gd name="connsiteX5" fmla="*/ 232028 w 296629"/>
                <a:gd name="connsiteY5" fmla="*/ 95460 h 109444"/>
                <a:gd name="connsiteX6" fmla="*/ 284281 w 296629"/>
                <a:gd name="connsiteY6" fmla="*/ 167 h 109444"/>
                <a:gd name="connsiteX7" fmla="*/ 296630 w 296629"/>
                <a:gd name="connsiteY7" fmla="*/ 6866 h 109444"/>
                <a:gd name="connsiteX8" fmla="*/ 240345 w 296629"/>
                <a:gd name="connsiteY8" fmla="*/ 109444 h 10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629" h="109444">
                  <a:moveTo>
                    <a:pt x="240345" y="109444"/>
                  </a:moveTo>
                  <a:lnTo>
                    <a:pt x="58217" y="109444"/>
                  </a:lnTo>
                  <a:lnTo>
                    <a:pt x="0" y="6950"/>
                  </a:lnTo>
                  <a:lnTo>
                    <a:pt x="12181" y="0"/>
                  </a:lnTo>
                  <a:lnTo>
                    <a:pt x="66450" y="95460"/>
                  </a:lnTo>
                  <a:lnTo>
                    <a:pt x="232028" y="95460"/>
                  </a:lnTo>
                  <a:lnTo>
                    <a:pt x="284281" y="167"/>
                  </a:lnTo>
                  <a:lnTo>
                    <a:pt x="296630" y="6866"/>
                  </a:lnTo>
                  <a:lnTo>
                    <a:pt x="240345" y="10944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41D2DAB3-C9FA-DA62-436C-AE31D7093D8C}"/>
                </a:ext>
              </a:extLst>
            </p:cNvPr>
            <p:cNvSpPr/>
            <p:nvPr/>
          </p:nvSpPr>
          <p:spPr>
            <a:xfrm>
              <a:off x="3682191" y="3356001"/>
              <a:ext cx="400920" cy="134813"/>
            </a:xfrm>
            <a:custGeom>
              <a:avLst/>
              <a:gdLst>
                <a:gd name="connsiteX0" fmla="*/ 228752 w 289573"/>
                <a:gd name="connsiteY0" fmla="*/ 109277 h 109276"/>
                <a:gd name="connsiteX1" fmla="*/ 55697 w 289573"/>
                <a:gd name="connsiteY1" fmla="*/ 109277 h 109276"/>
                <a:gd name="connsiteX2" fmla="*/ 0 w 289573"/>
                <a:gd name="connsiteY2" fmla="*/ 6615 h 109276"/>
                <a:gd name="connsiteX3" fmla="*/ 12349 w 289573"/>
                <a:gd name="connsiteY3" fmla="*/ 0 h 109276"/>
                <a:gd name="connsiteX4" fmla="*/ 64014 w 289573"/>
                <a:gd name="connsiteY4" fmla="*/ 95293 h 109276"/>
                <a:gd name="connsiteX5" fmla="*/ 220771 w 289573"/>
                <a:gd name="connsiteY5" fmla="*/ 95293 h 109276"/>
                <a:gd name="connsiteX6" fmla="*/ 277560 w 289573"/>
                <a:gd name="connsiteY6" fmla="*/ 335 h 109276"/>
                <a:gd name="connsiteX7" fmla="*/ 289573 w 289573"/>
                <a:gd name="connsiteY7" fmla="*/ 7536 h 109276"/>
                <a:gd name="connsiteX8" fmla="*/ 228752 w 289573"/>
                <a:gd name="connsiteY8" fmla="*/ 109277 h 10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9573" h="109276">
                  <a:moveTo>
                    <a:pt x="228752" y="109277"/>
                  </a:moveTo>
                  <a:lnTo>
                    <a:pt x="55697" y="109277"/>
                  </a:lnTo>
                  <a:lnTo>
                    <a:pt x="0" y="6615"/>
                  </a:lnTo>
                  <a:lnTo>
                    <a:pt x="12349" y="0"/>
                  </a:lnTo>
                  <a:lnTo>
                    <a:pt x="64014" y="95293"/>
                  </a:lnTo>
                  <a:lnTo>
                    <a:pt x="220771" y="95293"/>
                  </a:lnTo>
                  <a:lnTo>
                    <a:pt x="277560" y="335"/>
                  </a:lnTo>
                  <a:lnTo>
                    <a:pt x="289573" y="7536"/>
                  </a:lnTo>
                  <a:lnTo>
                    <a:pt x="228752" y="109277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5E757BB2-9C78-D088-DD68-3FBD40BB067A}"/>
                </a:ext>
              </a:extLst>
            </p:cNvPr>
            <p:cNvSpPr/>
            <p:nvPr/>
          </p:nvSpPr>
          <p:spPr>
            <a:xfrm>
              <a:off x="4343413" y="3356517"/>
              <a:ext cx="404526" cy="135122"/>
            </a:xfrm>
            <a:custGeom>
              <a:avLst/>
              <a:gdLst>
                <a:gd name="connsiteX0" fmla="*/ 235808 w 292177"/>
                <a:gd name="connsiteY0" fmla="*/ 109528 h 109527"/>
                <a:gd name="connsiteX1" fmla="*/ 60821 w 292177"/>
                <a:gd name="connsiteY1" fmla="*/ 109528 h 109527"/>
                <a:gd name="connsiteX2" fmla="*/ 0 w 292177"/>
                <a:gd name="connsiteY2" fmla="*/ 7118 h 109527"/>
                <a:gd name="connsiteX3" fmla="*/ 12097 w 292177"/>
                <a:gd name="connsiteY3" fmla="*/ 0 h 109527"/>
                <a:gd name="connsiteX4" fmla="*/ 68802 w 292177"/>
                <a:gd name="connsiteY4" fmla="*/ 95544 h 109527"/>
                <a:gd name="connsiteX5" fmla="*/ 227492 w 292177"/>
                <a:gd name="connsiteY5" fmla="*/ 95544 h 109527"/>
                <a:gd name="connsiteX6" fmla="*/ 279828 w 292177"/>
                <a:gd name="connsiteY6" fmla="*/ 167 h 109527"/>
                <a:gd name="connsiteX7" fmla="*/ 292177 w 292177"/>
                <a:gd name="connsiteY7" fmla="*/ 6866 h 109527"/>
                <a:gd name="connsiteX8" fmla="*/ 235808 w 292177"/>
                <a:gd name="connsiteY8" fmla="*/ 109528 h 10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177" h="109527">
                  <a:moveTo>
                    <a:pt x="235808" y="109528"/>
                  </a:moveTo>
                  <a:lnTo>
                    <a:pt x="60821" y="109528"/>
                  </a:lnTo>
                  <a:lnTo>
                    <a:pt x="0" y="7118"/>
                  </a:lnTo>
                  <a:lnTo>
                    <a:pt x="12097" y="0"/>
                  </a:lnTo>
                  <a:lnTo>
                    <a:pt x="68802" y="95544"/>
                  </a:lnTo>
                  <a:lnTo>
                    <a:pt x="227492" y="95544"/>
                  </a:lnTo>
                  <a:lnTo>
                    <a:pt x="279828" y="167"/>
                  </a:lnTo>
                  <a:lnTo>
                    <a:pt x="292177" y="6866"/>
                  </a:lnTo>
                  <a:lnTo>
                    <a:pt x="235808" y="109528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3F9A8C8-7A86-E172-7867-E51A03D2E3C4}"/>
                </a:ext>
              </a:extLst>
            </p:cNvPr>
            <p:cNvSpPr/>
            <p:nvPr/>
          </p:nvSpPr>
          <p:spPr>
            <a:xfrm>
              <a:off x="1646185" y="3476661"/>
              <a:ext cx="132942" cy="510430"/>
            </a:xfrm>
            <a:custGeom>
              <a:avLst/>
              <a:gdLst>
                <a:gd name="connsiteX0" fmla="*/ 28142 w 96020"/>
                <a:gd name="connsiteY0" fmla="*/ 413744 h 413743"/>
                <a:gd name="connsiteX1" fmla="*/ 15961 w 96020"/>
                <a:gd name="connsiteY1" fmla="*/ 406710 h 413743"/>
                <a:gd name="connsiteX2" fmla="*/ 79807 w 96020"/>
                <a:gd name="connsiteY2" fmla="*/ 297685 h 413743"/>
                <a:gd name="connsiteX3" fmla="*/ 0 w 96020"/>
                <a:gd name="connsiteY3" fmla="*/ 158011 h 413743"/>
                <a:gd name="connsiteX4" fmla="*/ 81655 w 96020"/>
                <a:gd name="connsiteY4" fmla="*/ 0 h 413743"/>
                <a:gd name="connsiteX5" fmla="*/ 94172 w 96020"/>
                <a:gd name="connsiteY5" fmla="*/ 6448 h 413743"/>
                <a:gd name="connsiteX6" fmla="*/ 15961 w 96020"/>
                <a:gd name="connsiteY6" fmla="*/ 157677 h 413743"/>
                <a:gd name="connsiteX7" fmla="*/ 96020 w 96020"/>
                <a:gd name="connsiteY7" fmla="*/ 297768 h 413743"/>
                <a:gd name="connsiteX8" fmla="*/ 28142 w 96020"/>
                <a:gd name="connsiteY8" fmla="*/ 413744 h 41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020" h="413743">
                  <a:moveTo>
                    <a:pt x="28142" y="413744"/>
                  </a:moveTo>
                  <a:lnTo>
                    <a:pt x="15961" y="406710"/>
                  </a:lnTo>
                  <a:lnTo>
                    <a:pt x="79807" y="297685"/>
                  </a:lnTo>
                  <a:lnTo>
                    <a:pt x="0" y="158011"/>
                  </a:lnTo>
                  <a:lnTo>
                    <a:pt x="81655" y="0"/>
                  </a:lnTo>
                  <a:lnTo>
                    <a:pt x="94172" y="6448"/>
                  </a:lnTo>
                  <a:lnTo>
                    <a:pt x="15961" y="157677"/>
                  </a:lnTo>
                  <a:lnTo>
                    <a:pt x="96020" y="297768"/>
                  </a:lnTo>
                  <a:lnTo>
                    <a:pt x="28142" y="41374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5B5C87E-E525-2393-3EA9-F64C39727493}"/>
                </a:ext>
              </a:extLst>
            </p:cNvPr>
            <p:cNvSpPr/>
            <p:nvPr/>
          </p:nvSpPr>
          <p:spPr>
            <a:xfrm>
              <a:off x="1977667" y="3477384"/>
              <a:ext cx="136780" cy="510843"/>
            </a:xfrm>
            <a:custGeom>
              <a:avLst/>
              <a:gdLst>
                <a:gd name="connsiteX0" fmla="*/ 75186 w 98792"/>
                <a:gd name="connsiteY0" fmla="*/ 414079 h 414078"/>
                <a:gd name="connsiteX1" fmla="*/ 0 w 98792"/>
                <a:gd name="connsiteY1" fmla="*/ 297350 h 414078"/>
                <a:gd name="connsiteX2" fmla="*/ 82663 w 98792"/>
                <a:gd name="connsiteY2" fmla="*/ 157090 h 414078"/>
                <a:gd name="connsiteX3" fmla="*/ 2688 w 98792"/>
                <a:gd name="connsiteY3" fmla="*/ 6615 h 414078"/>
                <a:gd name="connsiteX4" fmla="*/ 15121 w 98792"/>
                <a:gd name="connsiteY4" fmla="*/ 0 h 414078"/>
                <a:gd name="connsiteX5" fmla="*/ 98793 w 98792"/>
                <a:gd name="connsiteY5" fmla="*/ 157425 h 414078"/>
                <a:gd name="connsiteX6" fmla="*/ 16549 w 98792"/>
                <a:gd name="connsiteY6" fmla="*/ 297015 h 414078"/>
                <a:gd name="connsiteX7" fmla="*/ 87032 w 98792"/>
                <a:gd name="connsiteY7" fmla="*/ 406459 h 414078"/>
                <a:gd name="connsiteX8" fmla="*/ 75186 w 98792"/>
                <a:gd name="connsiteY8" fmla="*/ 414079 h 41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92" h="414078">
                  <a:moveTo>
                    <a:pt x="75186" y="414079"/>
                  </a:moveTo>
                  <a:lnTo>
                    <a:pt x="0" y="297350"/>
                  </a:lnTo>
                  <a:lnTo>
                    <a:pt x="82663" y="157090"/>
                  </a:lnTo>
                  <a:lnTo>
                    <a:pt x="2688" y="6615"/>
                  </a:lnTo>
                  <a:lnTo>
                    <a:pt x="15121" y="0"/>
                  </a:lnTo>
                  <a:lnTo>
                    <a:pt x="98793" y="157425"/>
                  </a:lnTo>
                  <a:lnTo>
                    <a:pt x="16549" y="297015"/>
                  </a:lnTo>
                  <a:lnTo>
                    <a:pt x="87032" y="406459"/>
                  </a:lnTo>
                  <a:lnTo>
                    <a:pt x="75186" y="41407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2642D70-3FB1-FB1A-301D-4350575BFFD2}"/>
                </a:ext>
              </a:extLst>
            </p:cNvPr>
            <p:cNvSpPr/>
            <p:nvPr/>
          </p:nvSpPr>
          <p:spPr>
            <a:xfrm>
              <a:off x="1767844" y="3835337"/>
              <a:ext cx="221220" cy="17252"/>
            </a:xfrm>
            <a:custGeom>
              <a:avLst/>
              <a:gdLst>
                <a:gd name="connsiteX0" fmla="*/ 0 w 159781"/>
                <a:gd name="connsiteY0" fmla="*/ 0 h 13984"/>
                <a:gd name="connsiteX1" fmla="*/ 159782 w 159781"/>
                <a:gd name="connsiteY1" fmla="*/ 0 h 13984"/>
                <a:gd name="connsiteX2" fmla="*/ 159782 w 159781"/>
                <a:gd name="connsiteY2" fmla="*/ 13984 h 13984"/>
                <a:gd name="connsiteX3" fmla="*/ 0 w 159781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781" h="13984">
                  <a:moveTo>
                    <a:pt x="0" y="0"/>
                  </a:moveTo>
                  <a:lnTo>
                    <a:pt x="159782" y="0"/>
                  </a:lnTo>
                  <a:lnTo>
                    <a:pt x="159782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B720521-10A9-5A14-90AC-DA7A031452A0}"/>
                </a:ext>
              </a:extLst>
            </p:cNvPr>
            <p:cNvSpPr/>
            <p:nvPr/>
          </p:nvSpPr>
          <p:spPr>
            <a:xfrm>
              <a:off x="1571397" y="3662714"/>
              <a:ext cx="85836" cy="17252"/>
            </a:xfrm>
            <a:custGeom>
              <a:avLst/>
              <a:gdLst>
                <a:gd name="connsiteX0" fmla="*/ 0 w 61997"/>
                <a:gd name="connsiteY0" fmla="*/ 0 h 13984"/>
                <a:gd name="connsiteX1" fmla="*/ 61997 w 61997"/>
                <a:gd name="connsiteY1" fmla="*/ 0 h 13984"/>
                <a:gd name="connsiteX2" fmla="*/ 61997 w 61997"/>
                <a:gd name="connsiteY2" fmla="*/ 13984 h 13984"/>
                <a:gd name="connsiteX3" fmla="*/ 0 w 6199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97" h="13984">
                  <a:moveTo>
                    <a:pt x="0" y="0"/>
                  </a:moveTo>
                  <a:lnTo>
                    <a:pt x="61997" y="0"/>
                  </a:lnTo>
                  <a:lnTo>
                    <a:pt x="61997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618883CD-9C08-2795-6365-C0B6FC8931B8}"/>
                </a:ext>
              </a:extLst>
            </p:cNvPr>
            <p:cNvSpPr/>
            <p:nvPr/>
          </p:nvSpPr>
          <p:spPr>
            <a:xfrm>
              <a:off x="2309965" y="3477488"/>
              <a:ext cx="130034" cy="510017"/>
            </a:xfrm>
            <a:custGeom>
              <a:avLst/>
              <a:gdLst>
                <a:gd name="connsiteX0" fmla="*/ 34023 w 93920"/>
                <a:gd name="connsiteY0" fmla="*/ 413409 h 413408"/>
                <a:gd name="connsiteX1" fmla="*/ 21506 w 93920"/>
                <a:gd name="connsiteY1" fmla="*/ 406961 h 413408"/>
                <a:gd name="connsiteX2" fmla="*/ 77959 w 93920"/>
                <a:gd name="connsiteY2" fmla="*/ 297182 h 413408"/>
                <a:gd name="connsiteX3" fmla="*/ 0 w 93920"/>
                <a:gd name="connsiteY3" fmla="*/ 157342 h 413408"/>
                <a:gd name="connsiteX4" fmla="*/ 80311 w 93920"/>
                <a:gd name="connsiteY4" fmla="*/ 0 h 413408"/>
                <a:gd name="connsiteX5" fmla="*/ 92828 w 93920"/>
                <a:gd name="connsiteY5" fmla="*/ 6364 h 413408"/>
                <a:gd name="connsiteX6" fmla="*/ 15877 w 93920"/>
                <a:gd name="connsiteY6" fmla="*/ 157007 h 413408"/>
                <a:gd name="connsiteX7" fmla="*/ 93920 w 93920"/>
                <a:gd name="connsiteY7" fmla="*/ 296931 h 413408"/>
                <a:gd name="connsiteX8" fmla="*/ 34023 w 93920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920" h="413408">
                  <a:moveTo>
                    <a:pt x="34023" y="413409"/>
                  </a:moveTo>
                  <a:lnTo>
                    <a:pt x="21506" y="406961"/>
                  </a:lnTo>
                  <a:lnTo>
                    <a:pt x="77959" y="297182"/>
                  </a:lnTo>
                  <a:lnTo>
                    <a:pt x="0" y="157342"/>
                  </a:lnTo>
                  <a:lnTo>
                    <a:pt x="80311" y="0"/>
                  </a:lnTo>
                  <a:lnTo>
                    <a:pt x="92828" y="6364"/>
                  </a:lnTo>
                  <a:lnTo>
                    <a:pt x="15877" y="157007"/>
                  </a:lnTo>
                  <a:lnTo>
                    <a:pt x="93920" y="296931"/>
                  </a:lnTo>
                  <a:lnTo>
                    <a:pt x="34023" y="41340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F2D3998-B9DF-2A14-4A89-C268A366EA1E}"/>
                </a:ext>
              </a:extLst>
            </p:cNvPr>
            <p:cNvSpPr/>
            <p:nvPr/>
          </p:nvSpPr>
          <p:spPr>
            <a:xfrm>
              <a:off x="2646101" y="3477488"/>
              <a:ext cx="132709" cy="510017"/>
            </a:xfrm>
            <a:custGeom>
              <a:avLst/>
              <a:gdLst>
                <a:gd name="connsiteX0" fmla="*/ 60569 w 95852"/>
                <a:gd name="connsiteY0" fmla="*/ 413409 h 413408"/>
                <a:gd name="connsiteX1" fmla="*/ 0 w 95852"/>
                <a:gd name="connsiteY1" fmla="*/ 296931 h 413408"/>
                <a:gd name="connsiteX2" fmla="*/ 79891 w 95852"/>
                <a:gd name="connsiteY2" fmla="*/ 157593 h 413408"/>
                <a:gd name="connsiteX3" fmla="*/ 2436 w 95852"/>
                <a:gd name="connsiteY3" fmla="*/ 6364 h 413408"/>
                <a:gd name="connsiteX4" fmla="*/ 14953 w 95852"/>
                <a:gd name="connsiteY4" fmla="*/ 0 h 413408"/>
                <a:gd name="connsiteX5" fmla="*/ 95852 w 95852"/>
                <a:gd name="connsiteY5" fmla="*/ 158012 h 413408"/>
                <a:gd name="connsiteX6" fmla="*/ 16045 w 95852"/>
                <a:gd name="connsiteY6" fmla="*/ 297266 h 413408"/>
                <a:gd name="connsiteX7" fmla="*/ 73086 w 95852"/>
                <a:gd name="connsiteY7" fmla="*/ 406961 h 413408"/>
                <a:gd name="connsiteX8" fmla="*/ 60569 w 95852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852" h="413408">
                  <a:moveTo>
                    <a:pt x="60569" y="413409"/>
                  </a:moveTo>
                  <a:lnTo>
                    <a:pt x="0" y="296931"/>
                  </a:lnTo>
                  <a:lnTo>
                    <a:pt x="79891" y="157593"/>
                  </a:lnTo>
                  <a:lnTo>
                    <a:pt x="2436" y="6364"/>
                  </a:lnTo>
                  <a:lnTo>
                    <a:pt x="14953" y="0"/>
                  </a:lnTo>
                  <a:lnTo>
                    <a:pt x="95852" y="158012"/>
                  </a:lnTo>
                  <a:lnTo>
                    <a:pt x="16045" y="297266"/>
                  </a:lnTo>
                  <a:lnTo>
                    <a:pt x="73086" y="406961"/>
                  </a:lnTo>
                  <a:lnTo>
                    <a:pt x="60569" y="41340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F6174F3C-9B3A-514A-1BE0-3ECC98FC8892}"/>
                </a:ext>
              </a:extLst>
            </p:cNvPr>
            <p:cNvSpPr/>
            <p:nvPr/>
          </p:nvSpPr>
          <p:spPr>
            <a:xfrm>
              <a:off x="2428950" y="3835337"/>
              <a:ext cx="228316" cy="17252"/>
            </a:xfrm>
            <a:custGeom>
              <a:avLst/>
              <a:gdLst>
                <a:gd name="connsiteX0" fmla="*/ 0 w 164906"/>
                <a:gd name="connsiteY0" fmla="*/ 0 h 13984"/>
                <a:gd name="connsiteX1" fmla="*/ 164906 w 164906"/>
                <a:gd name="connsiteY1" fmla="*/ 0 h 13984"/>
                <a:gd name="connsiteX2" fmla="*/ 164906 w 164906"/>
                <a:gd name="connsiteY2" fmla="*/ 13984 h 13984"/>
                <a:gd name="connsiteX3" fmla="*/ 0 w 16490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906" h="13984">
                  <a:moveTo>
                    <a:pt x="0" y="0"/>
                  </a:moveTo>
                  <a:lnTo>
                    <a:pt x="164906" y="0"/>
                  </a:lnTo>
                  <a:lnTo>
                    <a:pt x="164906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88BAB273-FFB0-7668-461B-09065554DF20}"/>
                </a:ext>
              </a:extLst>
            </p:cNvPr>
            <p:cNvSpPr/>
            <p:nvPr/>
          </p:nvSpPr>
          <p:spPr>
            <a:xfrm>
              <a:off x="2103282" y="3662714"/>
              <a:ext cx="217615" cy="17252"/>
            </a:xfrm>
            <a:custGeom>
              <a:avLst/>
              <a:gdLst>
                <a:gd name="connsiteX0" fmla="*/ 0 w 157177"/>
                <a:gd name="connsiteY0" fmla="*/ 0 h 13984"/>
                <a:gd name="connsiteX1" fmla="*/ 157178 w 157177"/>
                <a:gd name="connsiteY1" fmla="*/ 0 h 13984"/>
                <a:gd name="connsiteX2" fmla="*/ 157178 w 157177"/>
                <a:gd name="connsiteY2" fmla="*/ 13984 h 13984"/>
                <a:gd name="connsiteX3" fmla="*/ 0 w 15717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177" h="13984">
                  <a:moveTo>
                    <a:pt x="0" y="0"/>
                  </a:moveTo>
                  <a:lnTo>
                    <a:pt x="157178" y="0"/>
                  </a:lnTo>
                  <a:lnTo>
                    <a:pt x="157178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EE7287A3-01B6-32D9-A9E1-F474BF9DF2B5}"/>
                </a:ext>
              </a:extLst>
            </p:cNvPr>
            <p:cNvSpPr/>
            <p:nvPr/>
          </p:nvSpPr>
          <p:spPr>
            <a:xfrm>
              <a:off x="2767762" y="3663541"/>
              <a:ext cx="214824" cy="17252"/>
            </a:xfrm>
            <a:custGeom>
              <a:avLst/>
              <a:gdLst>
                <a:gd name="connsiteX0" fmla="*/ 0 w 155161"/>
                <a:gd name="connsiteY0" fmla="*/ 0 h 13984"/>
                <a:gd name="connsiteX1" fmla="*/ 155161 w 155161"/>
                <a:gd name="connsiteY1" fmla="*/ 0 h 13984"/>
                <a:gd name="connsiteX2" fmla="*/ 155161 w 155161"/>
                <a:gd name="connsiteY2" fmla="*/ 13984 h 13984"/>
                <a:gd name="connsiteX3" fmla="*/ 0 w 155161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161" h="13984">
                  <a:moveTo>
                    <a:pt x="0" y="0"/>
                  </a:moveTo>
                  <a:lnTo>
                    <a:pt x="155161" y="0"/>
                  </a:lnTo>
                  <a:lnTo>
                    <a:pt x="155161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A95693C-815A-99D9-A976-F5F3A878B1EE}"/>
                </a:ext>
              </a:extLst>
            </p:cNvPr>
            <p:cNvSpPr/>
            <p:nvPr/>
          </p:nvSpPr>
          <p:spPr>
            <a:xfrm rot="17842201">
              <a:off x="3004574" y="3524926"/>
              <a:ext cx="118459" cy="19361"/>
            </a:xfrm>
            <a:custGeom>
              <a:avLst/>
              <a:gdLst>
                <a:gd name="connsiteX0" fmla="*/ 0 w 96020"/>
                <a:gd name="connsiteY0" fmla="*/ 0 h 13984"/>
                <a:gd name="connsiteX1" fmla="*/ 96020 w 96020"/>
                <a:gd name="connsiteY1" fmla="*/ 0 h 13984"/>
                <a:gd name="connsiteX2" fmla="*/ 96020 w 96020"/>
                <a:gd name="connsiteY2" fmla="*/ 13984 h 13984"/>
                <a:gd name="connsiteX3" fmla="*/ 0 w 96020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020" h="13984">
                  <a:moveTo>
                    <a:pt x="0" y="0"/>
                  </a:moveTo>
                  <a:lnTo>
                    <a:pt x="96020" y="0"/>
                  </a:lnTo>
                  <a:lnTo>
                    <a:pt x="96020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3FBF9CAA-2EAC-BEDB-71F2-90FB181422FA}"/>
                </a:ext>
              </a:extLst>
            </p:cNvPr>
            <p:cNvSpPr/>
            <p:nvPr/>
          </p:nvSpPr>
          <p:spPr>
            <a:xfrm rot="20031600">
              <a:off x="3354501" y="3476092"/>
              <a:ext cx="19423" cy="117664"/>
            </a:xfrm>
            <a:custGeom>
              <a:avLst/>
              <a:gdLst>
                <a:gd name="connsiteX0" fmla="*/ 0 w 14029"/>
                <a:gd name="connsiteY0" fmla="*/ 0 h 95376"/>
                <a:gd name="connsiteX1" fmla="*/ 14029 w 14029"/>
                <a:gd name="connsiteY1" fmla="*/ 0 h 95376"/>
                <a:gd name="connsiteX2" fmla="*/ 14029 w 14029"/>
                <a:gd name="connsiteY2" fmla="*/ 95376 h 95376"/>
                <a:gd name="connsiteX3" fmla="*/ 0 w 14029"/>
                <a:gd name="connsiteY3" fmla="*/ 95376 h 95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95376">
                  <a:moveTo>
                    <a:pt x="0" y="0"/>
                  </a:moveTo>
                  <a:lnTo>
                    <a:pt x="14029" y="0"/>
                  </a:lnTo>
                  <a:lnTo>
                    <a:pt x="14029" y="95376"/>
                  </a:lnTo>
                  <a:lnTo>
                    <a:pt x="0" y="95376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0F5B278-F312-E945-FD82-AFD1BAEDCDA3}"/>
                </a:ext>
              </a:extLst>
            </p:cNvPr>
            <p:cNvSpPr/>
            <p:nvPr/>
          </p:nvSpPr>
          <p:spPr>
            <a:xfrm>
              <a:off x="3007128" y="3742983"/>
              <a:ext cx="111075" cy="244937"/>
            </a:xfrm>
            <a:custGeom>
              <a:avLst/>
              <a:gdLst>
                <a:gd name="connsiteX0" fmla="*/ 12181 w 80226"/>
                <a:gd name="connsiteY0" fmla="*/ 198540 h 198540"/>
                <a:gd name="connsiteX1" fmla="*/ 0 w 80226"/>
                <a:gd name="connsiteY1" fmla="*/ 191423 h 198540"/>
                <a:gd name="connsiteX2" fmla="*/ 63678 w 80226"/>
                <a:gd name="connsiteY2" fmla="*/ 82732 h 198540"/>
                <a:gd name="connsiteX3" fmla="*/ 13105 w 80226"/>
                <a:gd name="connsiteY3" fmla="*/ 7871 h 198540"/>
                <a:gd name="connsiteX4" fmla="*/ 24698 w 80226"/>
                <a:gd name="connsiteY4" fmla="*/ 0 h 198540"/>
                <a:gd name="connsiteX5" fmla="*/ 80227 w 80226"/>
                <a:gd name="connsiteY5" fmla="*/ 82230 h 198540"/>
                <a:gd name="connsiteX6" fmla="*/ 12181 w 80226"/>
                <a:gd name="connsiteY6" fmla="*/ 198540 h 19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26" h="198540">
                  <a:moveTo>
                    <a:pt x="12181" y="198540"/>
                  </a:moveTo>
                  <a:lnTo>
                    <a:pt x="0" y="191423"/>
                  </a:lnTo>
                  <a:lnTo>
                    <a:pt x="63678" y="82732"/>
                  </a:lnTo>
                  <a:lnTo>
                    <a:pt x="13105" y="7871"/>
                  </a:lnTo>
                  <a:lnTo>
                    <a:pt x="24698" y="0"/>
                  </a:lnTo>
                  <a:lnTo>
                    <a:pt x="80227" y="82230"/>
                  </a:lnTo>
                  <a:lnTo>
                    <a:pt x="12181" y="198540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54966B3-0AC9-623D-FE64-8BC7836BAD63}"/>
                </a:ext>
              </a:extLst>
            </p:cNvPr>
            <p:cNvSpPr/>
            <p:nvPr/>
          </p:nvSpPr>
          <p:spPr>
            <a:xfrm>
              <a:off x="3324188" y="3743808"/>
              <a:ext cx="93977" cy="244212"/>
            </a:xfrm>
            <a:custGeom>
              <a:avLst/>
              <a:gdLst>
                <a:gd name="connsiteX0" fmla="*/ 55109 w 67877"/>
                <a:gd name="connsiteY0" fmla="*/ 197954 h 197953"/>
                <a:gd name="connsiteX1" fmla="*/ 0 w 67877"/>
                <a:gd name="connsiteY1" fmla="*/ 81643 h 197953"/>
                <a:gd name="connsiteX2" fmla="*/ 43852 w 67877"/>
                <a:gd name="connsiteY2" fmla="*/ 0 h 197953"/>
                <a:gd name="connsiteX3" fmla="*/ 56201 w 67877"/>
                <a:gd name="connsiteY3" fmla="*/ 6531 h 197953"/>
                <a:gd name="connsiteX4" fmla="*/ 15709 w 67877"/>
                <a:gd name="connsiteY4" fmla="*/ 82062 h 197953"/>
                <a:gd name="connsiteX5" fmla="*/ 67878 w 67877"/>
                <a:gd name="connsiteY5" fmla="*/ 191925 h 197953"/>
                <a:gd name="connsiteX6" fmla="*/ 55109 w 67877"/>
                <a:gd name="connsiteY6" fmla="*/ 197954 h 19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77" h="197953">
                  <a:moveTo>
                    <a:pt x="55109" y="197954"/>
                  </a:moveTo>
                  <a:lnTo>
                    <a:pt x="0" y="81643"/>
                  </a:lnTo>
                  <a:lnTo>
                    <a:pt x="43852" y="0"/>
                  </a:lnTo>
                  <a:lnTo>
                    <a:pt x="56201" y="6531"/>
                  </a:lnTo>
                  <a:lnTo>
                    <a:pt x="15709" y="82062"/>
                  </a:lnTo>
                  <a:lnTo>
                    <a:pt x="67878" y="191925"/>
                  </a:lnTo>
                  <a:lnTo>
                    <a:pt x="55109" y="19795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4BA8966-A103-54E5-E881-F65EB7CE8220}"/>
                </a:ext>
              </a:extLst>
            </p:cNvPr>
            <p:cNvSpPr/>
            <p:nvPr/>
          </p:nvSpPr>
          <p:spPr>
            <a:xfrm>
              <a:off x="3106805" y="3836163"/>
              <a:ext cx="228316" cy="17252"/>
            </a:xfrm>
            <a:custGeom>
              <a:avLst/>
              <a:gdLst>
                <a:gd name="connsiteX0" fmla="*/ 0 w 164906"/>
                <a:gd name="connsiteY0" fmla="*/ 0 h 13984"/>
                <a:gd name="connsiteX1" fmla="*/ 164906 w 164906"/>
                <a:gd name="connsiteY1" fmla="*/ 0 h 13984"/>
                <a:gd name="connsiteX2" fmla="*/ 164906 w 164906"/>
                <a:gd name="connsiteY2" fmla="*/ 13984 h 13984"/>
                <a:gd name="connsiteX3" fmla="*/ 0 w 16490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906" h="13984">
                  <a:moveTo>
                    <a:pt x="0" y="0"/>
                  </a:moveTo>
                  <a:lnTo>
                    <a:pt x="164906" y="0"/>
                  </a:lnTo>
                  <a:lnTo>
                    <a:pt x="164906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6A4B14B2-0C1C-725E-07B4-F4CB506F2BDD}"/>
                </a:ext>
              </a:extLst>
            </p:cNvPr>
            <p:cNvSpPr/>
            <p:nvPr/>
          </p:nvSpPr>
          <p:spPr>
            <a:xfrm>
              <a:off x="3645205" y="3478315"/>
              <a:ext cx="130849" cy="509707"/>
            </a:xfrm>
            <a:custGeom>
              <a:avLst/>
              <a:gdLst>
                <a:gd name="connsiteX0" fmla="*/ 38643 w 94508"/>
                <a:gd name="connsiteY0" fmla="*/ 413158 h 413157"/>
                <a:gd name="connsiteX1" fmla="*/ 25958 w 94508"/>
                <a:gd name="connsiteY1" fmla="*/ 407129 h 413157"/>
                <a:gd name="connsiteX2" fmla="*/ 78631 w 94508"/>
                <a:gd name="connsiteY2" fmla="*/ 297266 h 413157"/>
                <a:gd name="connsiteX3" fmla="*/ 0 w 94508"/>
                <a:gd name="connsiteY3" fmla="*/ 157928 h 413157"/>
                <a:gd name="connsiteX4" fmla="*/ 80311 w 94508"/>
                <a:gd name="connsiteY4" fmla="*/ 0 h 413157"/>
                <a:gd name="connsiteX5" fmla="*/ 92828 w 94508"/>
                <a:gd name="connsiteY5" fmla="*/ 6364 h 413157"/>
                <a:gd name="connsiteX6" fmla="*/ 15877 w 94508"/>
                <a:gd name="connsiteY6" fmla="*/ 157593 h 413157"/>
                <a:gd name="connsiteX7" fmla="*/ 94508 w 94508"/>
                <a:gd name="connsiteY7" fmla="*/ 296764 h 413157"/>
                <a:gd name="connsiteX8" fmla="*/ 38643 w 94508"/>
                <a:gd name="connsiteY8" fmla="*/ 413158 h 413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508" h="413157">
                  <a:moveTo>
                    <a:pt x="38643" y="413158"/>
                  </a:moveTo>
                  <a:lnTo>
                    <a:pt x="25958" y="407129"/>
                  </a:lnTo>
                  <a:lnTo>
                    <a:pt x="78631" y="297266"/>
                  </a:lnTo>
                  <a:lnTo>
                    <a:pt x="0" y="157928"/>
                  </a:lnTo>
                  <a:lnTo>
                    <a:pt x="80311" y="0"/>
                  </a:lnTo>
                  <a:lnTo>
                    <a:pt x="92828" y="6364"/>
                  </a:lnTo>
                  <a:lnTo>
                    <a:pt x="15877" y="157593"/>
                  </a:lnTo>
                  <a:lnTo>
                    <a:pt x="94508" y="296764"/>
                  </a:lnTo>
                  <a:lnTo>
                    <a:pt x="38643" y="413158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1002171D-C0EA-2BF3-E031-C4D1395E7AC4}"/>
                </a:ext>
              </a:extLst>
            </p:cNvPr>
            <p:cNvSpPr/>
            <p:nvPr/>
          </p:nvSpPr>
          <p:spPr>
            <a:xfrm rot="16217400">
              <a:off x="3844640" y="3758225"/>
              <a:ext cx="15028" cy="173787"/>
            </a:xfrm>
            <a:custGeom>
              <a:avLst/>
              <a:gdLst>
                <a:gd name="connsiteX0" fmla="*/ 0 w 12181"/>
                <a:gd name="connsiteY0" fmla="*/ 0 h 125521"/>
                <a:gd name="connsiteX1" fmla="*/ 12181 w 12181"/>
                <a:gd name="connsiteY1" fmla="*/ 0 h 125521"/>
                <a:gd name="connsiteX2" fmla="*/ 12181 w 12181"/>
                <a:gd name="connsiteY2" fmla="*/ 125522 h 125521"/>
                <a:gd name="connsiteX3" fmla="*/ 0 w 12181"/>
                <a:gd name="connsiteY3" fmla="*/ 125522 h 12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1" h="125521">
                  <a:moveTo>
                    <a:pt x="0" y="0"/>
                  </a:moveTo>
                  <a:lnTo>
                    <a:pt x="12181" y="0"/>
                  </a:lnTo>
                  <a:lnTo>
                    <a:pt x="12181" y="125522"/>
                  </a:lnTo>
                  <a:lnTo>
                    <a:pt x="0" y="12552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E5E5D72-A34D-F67B-DE0A-6399BD5199E9}"/>
                </a:ext>
              </a:extLst>
            </p:cNvPr>
            <p:cNvSpPr/>
            <p:nvPr/>
          </p:nvSpPr>
          <p:spPr>
            <a:xfrm rot="16213800">
              <a:off x="3538473" y="3563721"/>
              <a:ext cx="17307" cy="217842"/>
            </a:xfrm>
            <a:custGeom>
              <a:avLst/>
              <a:gdLst>
                <a:gd name="connsiteX0" fmla="*/ 0 w 14029"/>
                <a:gd name="connsiteY0" fmla="*/ 0 h 157341"/>
                <a:gd name="connsiteX1" fmla="*/ 14029 w 14029"/>
                <a:gd name="connsiteY1" fmla="*/ 0 h 157341"/>
                <a:gd name="connsiteX2" fmla="*/ 14029 w 14029"/>
                <a:gd name="connsiteY2" fmla="*/ 157342 h 157341"/>
                <a:gd name="connsiteX3" fmla="*/ 0 w 14029"/>
                <a:gd name="connsiteY3" fmla="*/ 157342 h 15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157341">
                  <a:moveTo>
                    <a:pt x="0" y="0"/>
                  </a:moveTo>
                  <a:lnTo>
                    <a:pt x="14029" y="0"/>
                  </a:lnTo>
                  <a:lnTo>
                    <a:pt x="14029" y="157342"/>
                  </a:lnTo>
                  <a:lnTo>
                    <a:pt x="0" y="15734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FFB97F3F-39EF-19A6-6E83-F71303095902}"/>
                </a:ext>
              </a:extLst>
            </p:cNvPr>
            <p:cNvSpPr/>
            <p:nvPr/>
          </p:nvSpPr>
          <p:spPr>
            <a:xfrm>
              <a:off x="4653031" y="3479244"/>
              <a:ext cx="124683" cy="510017"/>
            </a:xfrm>
            <a:custGeom>
              <a:avLst/>
              <a:gdLst>
                <a:gd name="connsiteX0" fmla="*/ 64518 w 90055"/>
                <a:gd name="connsiteY0" fmla="*/ 413409 h 413408"/>
                <a:gd name="connsiteX1" fmla="*/ 0 w 90055"/>
                <a:gd name="connsiteY1" fmla="*/ 297015 h 413408"/>
                <a:gd name="connsiteX2" fmla="*/ 74262 w 90055"/>
                <a:gd name="connsiteY2" fmla="*/ 157509 h 413408"/>
                <a:gd name="connsiteX3" fmla="*/ 1680 w 90055"/>
                <a:gd name="connsiteY3" fmla="*/ 6113 h 413408"/>
                <a:gd name="connsiteX4" fmla="*/ 14365 w 90055"/>
                <a:gd name="connsiteY4" fmla="*/ 0 h 413408"/>
                <a:gd name="connsiteX5" fmla="*/ 90056 w 90055"/>
                <a:gd name="connsiteY5" fmla="*/ 157844 h 413408"/>
                <a:gd name="connsiteX6" fmla="*/ 15961 w 90055"/>
                <a:gd name="connsiteY6" fmla="*/ 296847 h 413408"/>
                <a:gd name="connsiteX7" fmla="*/ 76783 w 90055"/>
                <a:gd name="connsiteY7" fmla="*/ 406626 h 413408"/>
                <a:gd name="connsiteX8" fmla="*/ 64518 w 90055"/>
                <a:gd name="connsiteY8" fmla="*/ 413409 h 4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055" h="413408">
                  <a:moveTo>
                    <a:pt x="64518" y="413409"/>
                  </a:moveTo>
                  <a:lnTo>
                    <a:pt x="0" y="297015"/>
                  </a:lnTo>
                  <a:lnTo>
                    <a:pt x="74262" y="157509"/>
                  </a:lnTo>
                  <a:lnTo>
                    <a:pt x="1680" y="6113"/>
                  </a:lnTo>
                  <a:lnTo>
                    <a:pt x="14365" y="0"/>
                  </a:lnTo>
                  <a:lnTo>
                    <a:pt x="90056" y="157844"/>
                  </a:lnTo>
                  <a:lnTo>
                    <a:pt x="15961" y="296847"/>
                  </a:lnTo>
                  <a:lnTo>
                    <a:pt x="76783" y="406626"/>
                  </a:lnTo>
                  <a:lnTo>
                    <a:pt x="64518" y="41340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F1F8F6B-6EA2-E02A-93EF-6CC8BF2354DF}"/>
                </a:ext>
              </a:extLst>
            </p:cNvPr>
            <p:cNvSpPr/>
            <p:nvPr/>
          </p:nvSpPr>
          <p:spPr>
            <a:xfrm>
              <a:off x="4490777" y="3836473"/>
              <a:ext cx="173417" cy="18077"/>
            </a:xfrm>
            <a:custGeom>
              <a:avLst/>
              <a:gdLst>
                <a:gd name="connsiteX0" fmla="*/ 0 w 125254"/>
                <a:gd name="connsiteY0" fmla="*/ 0 h 14653"/>
                <a:gd name="connsiteX1" fmla="*/ 125255 w 125254"/>
                <a:gd name="connsiteY1" fmla="*/ 0 h 14653"/>
                <a:gd name="connsiteX2" fmla="*/ 125255 w 125254"/>
                <a:gd name="connsiteY2" fmla="*/ 14654 h 14653"/>
                <a:gd name="connsiteX3" fmla="*/ 0 w 125254"/>
                <a:gd name="connsiteY3" fmla="*/ 14654 h 1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254" h="14653">
                  <a:moveTo>
                    <a:pt x="0" y="0"/>
                  </a:moveTo>
                  <a:lnTo>
                    <a:pt x="125255" y="0"/>
                  </a:lnTo>
                  <a:lnTo>
                    <a:pt x="125255" y="14654"/>
                  </a:lnTo>
                  <a:lnTo>
                    <a:pt x="0" y="1465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7AAEF7A5-C834-91C2-E4C7-A579DE783859}"/>
                </a:ext>
              </a:extLst>
            </p:cNvPr>
            <p:cNvSpPr/>
            <p:nvPr/>
          </p:nvSpPr>
          <p:spPr>
            <a:xfrm>
              <a:off x="4766782" y="3665090"/>
              <a:ext cx="84092" cy="17252"/>
            </a:xfrm>
            <a:custGeom>
              <a:avLst/>
              <a:gdLst>
                <a:gd name="connsiteX0" fmla="*/ 0 w 60737"/>
                <a:gd name="connsiteY0" fmla="*/ 0 h 13984"/>
                <a:gd name="connsiteX1" fmla="*/ 60737 w 60737"/>
                <a:gd name="connsiteY1" fmla="*/ 0 h 13984"/>
                <a:gd name="connsiteX2" fmla="*/ 60737 w 60737"/>
                <a:gd name="connsiteY2" fmla="*/ 13984 h 13984"/>
                <a:gd name="connsiteX3" fmla="*/ 0 w 60737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737" h="13984">
                  <a:moveTo>
                    <a:pt x="0" y="0"/>
                  </a:moveTo>
                  <a:lnTo>
                    <a:pt x="60737" y="0"/>
                  </a:lnTo>
                  <a:lnTo>
                    <a:pt x="60737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A5216665-FF87-5096-2459-0FDBD1E0AE7C}"/>
                </a:ext>
              </a:extLst>
            </p:cNvPr>
            <p:cNvSpPr/>
            <p:nvPr/>
          </p:nvSpPr>
          <p:spPr>
            <a:xfrm rot="16204200">
              <a:off x="4538769" y="3654040"/>
              <a:ext cx="625459" cy="38837"/>
            </a:xfrm>
            <a:custGeom>
              <a:avLst/>
              <a:gdLst>
                <a:gd name="connsiteX0" fmla="*/ 0 w 506983"/>
                <a:gd name="connsiteY0" fmla="*/ 0 h 28051"/>
                <a:gd name="connsiteX1" fmla="*/ 506984 w 506983"/>
                <a:gd name="connsiteY1" fmla="*/ 0 h 28051"/>
                <a:gd name="connsiteX2" fmla="*/ 506984 w 506983"/>
                <a:gd name="connsiteY2" fmla="*/ 28052 h 28051"/>
                <a:gd name="connsiteX3" fmla="*/ 0 w 50698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983" h="28051">
                  <a:moveTo>
                    <a:pt x="0" y="0"/>
                  </a:moveTo>
                  <a:lnTo>
                    <a:pt x="506984" y="0"/>
                  </a:lnTo>
                  <a:lnTo>
                    <a:pt x="506984" y="28052"/>
                  </a:lnTo>
                  <a:lnTo>
                    <a:pt x="0" y="2805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575DCA81-B729-B6BF-ED95-89B9C523DFCE}"/>
                </a:ext>
              </a:extLst>
            </p:cNvPr>
            <p:cNvSpPr/>
            <p:nvPr/>
          </p:nvSpPr>
          <p:spPr>
            <a:xfrm rot="16204200">
              <a:off x="4806028" y="3654042"/>
              <a:ext cx="625459" cy="38837"/>
            </a:xfrm>
            <a:custGeom>
              <a:avLst/>
              <a:gdLst>
                <a:gd name="connsiteX0" fmla="*/ 0 w 506983"/>
                <a:gd name="connsiteY0" fmla="*/ 0 h 28051"/>
                <a:gd name="connsiteX1" fmla="*/ 506984 w 506983"/>
                <a:gd name="connsiteY1" fmla="*/ 0 h 28051"/>
                <a:gd name="connsiteX2" fmla="*/ 506984 w 506983"/>
                <a:gd name="connsiteY2" fmla="*/ 28052 h 28051"/>
                <a:gd name="connsiteX3" fmla="*/ 0 w 50698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983" h="28051">
                  <a:moveTo>
                    <a:pt x="0" y="0"/>
                  </a:moveTo>
                  <a:lnTo>
                    <a:pt x="506984" y="0"/>
                  </a:lnTo>
                  <a:lnTo>
                    <a:pt x="506984" y="28052"/>
                  </a:lnTo>
                  <a:lnTo>
                    <a:pt x="0" y="2805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F43C45A4-8276-0DC9-CA60-92060F7D8B84}"/>
                </a:ext>
              </a:extLst>
            </p:cNvPr>
            <p:cNvSpPr/>
            <p:nvPr/>
          </p:nvSpPr>
          <p:spPr>
            <a:xfrm>
              <a:off x="4050428" y="3696288"/>
              <a:ext cx="324039" cy="113325"/>
            </a:xfrm>
            <a:custGeom>
              <a:avLst/>
              <a:gdLst>
                <a:gd name="connsiteX0" fmla="*/ 225476 w 234044"/>
                <a:gd name="connsiteY0" fmla="*/ 91859 h 91859"/>
                <a:gd name="connsiteX1" fmla="*/ 183976 w 234044"/>
                <a:gd name="connsiteY1" fmla="*/ 9546 h 91859"/>
                <a:gd name="connsiteX2" fmla="*/ 50488 w 234044"/>
                <a:gd name="connsiteY2" fmla="*/ 9546 h 91859"/>
                <a:gd name="connsiteX3" fmla="*/ 8401 w 234044"/>
                <a:gd name="connsiteY3" fmla="*/ 88091 h 91859"/>
                <a:gd name="connsiteX4" fmla="*/ 0 w 234044"/>
                <a:gd name="connsiteY4" fmla="*/ 83653 h 91859"/>
                <a:gd name="connsiteX5" fmla="*/ 44776 w 234044"/>
                <a:gd name="connsiteY5" fmla="*/ 0 h 91859"/>
                <a:gd name="connsiteX6" fmla="*/ 189941 w 234044"/>
                <a:gd name="connsiteY6" fmla="*/ 0 h 91859"/>
                <a:gd name="connsiteX7" fmla="*/ 234044 w 234044"/>
                <a:gd name="connsiteY7" fmla="*/ 87505 h 91859"/>
                <a:gd name="connsiteX8" fmla="*/ 225476 w 234044"/>
                <a:gd name="connsiteY8" fmla="*/ 91859 h 91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044" h="91859">
                  <a:moveTo>
                    <a:pt x="225476" y="91859"/>
                  </a:moveTo>
                  <a:lnTo>
                    <a:pt x="183976" y="9546"/>
                  </a:lnTo>
                  <a:lnTo>
                    <a:pt x="50488" y="9546"/>
                  </a:lnTo>
                  <a:lnTo>
                    <a:pt x="8401" y="88091"/>
                  </a:lnTo>
                  <a:lnTo>
                    <a:pt x="0" y="83653"/>
                  </a:lnTo>
                  <a:lnTo>
                    <a:pt x="44776" y="0"/>
                  </a:lnTo>
                  <a:lnTo>
                    <a:pt x="189941" y="0"/>
                  </a:lnTo>
                  <a:lnTo>
                    <a:pt x="234044" y="87505"/>
                  </a:lnTo>
                  <a:lnTo>
                    <a:pt x="225476" y="9185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92E9A02-E35E-0D5C-F894-A426B661FB50}"/>
                </a:ext>
              </a:extLst>
            </p:cNvPr>
            <p:cNvSpPr/>
            <p:nvPr/>
          </p:nvSpPr>
          <p:spPr>
            <a:xfrm rot="18028802">
              <a:off x="4275639" y="3930597"/>
              <a:ext cx="111929" cy="13217"/>
            </a:xfrm>
            <a:custGeom>
              <a:avLst/>
              <a:gdLst>
                <a:gd name="connsiteX0" fmla="*/ 0 w 90727"/>
                <a:gd name="connsiteY0" fmla="*/ 0 h 9546"/>
                <a:gd name="connsiteX1" fmla="*/ 90728 w 90727"/>
                <a:gd name="connsiteY1" fmla="*/ 0 h 9546"/>
                <a:gd name="connsiteX2" fmla="*/ 90728 w 90727"/>
                <a:gd name="connsiteY2" fmla="*/ 9546 h 9546"/>
                <a:gd name="connsiteX3" fmla="*/ 0 w 90727"/>
                <a:gd name="connsiteY3" fmla="*/ 9546 h 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727" h="9546">
                  <a:moveTo>
                    <a:pt x="0" y="0"/>
                  </a:moveTo>
                  <a:lnTo>
                    <a:pt x="90728" y="0"/>
                  </a:lnTo>
                  <a:lnTo>
                    <a:pt x="90728" y="9546"/>
                  </a:lnTo>
                  <a:lnTo>
                    <a:pt x="0" y="9546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459D8C9-8EEB-DE95-FB39-C75916053C84}"/>
                </a:ext>
              </a:extLst>
            </p:cNvPr>
            <p:cNvSpPr/>
            <p:nvPr/>
          </p:nvSpPr>
          <p:spPr>
            <a:xfrm rot="19846200">
              <a:off x="4077343" y="3874166"/>
              <a:ext cx="13258" cy="117457"/>
            </a:xfrm>
            <a:custGeom>
              <a:avLst/>
              <a:gdLst>
                <a:gd name="connsiteX0" fmla="*/ 0 w 9576"/>
                <a:gd name="connsiteY0" fmla="*/ 0 h 95208"/>
                <a:gd name="connsiteX1" fmla="*/ 9577 w 9576"/>
                <a:gd name="connsiteY1" fmla="*/ 0 h 95208"/>
                <a:gd name="connsiteX2" fmla="*/ 9577 w 9576"/>
                <a:gd name="connsiteY2" fmla="*/ 95209 h 95208"/>
                <a:gd name="connsiteX3" fmla="*/ 0 w 9576"/>
                <a:gd name="connsiteY3" fmla="*/ 95209 h 95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76" h="95208">
                  <a:moveTo>
                    <a:pt x="0" y="0"/>
                  </a:moveTo>
                  <a:lnTo>
                    <a:pt x="9577" y="0"/>
                  </a:lnTo>
                  <a:lnTo>
                    <a:pt x="9577" y="95209"/>
                  </a:lnTo>
                  <a:lnTo>
                    <a:pt x="0" y="9520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01069EE-BB8A-708A-24CE-7653E2E62593}"/>
                </a:ext>
              </a:extLst>
            </p:cNvPr>
            <p:cNvSpPr/>
            <p:nvPr/>
          </p:nvSpPr>
          <p:spPr>
            <a:xfrm>
              <a:off x="1145818" y="3331724"/>
              <a:ext cx="4150987" cy="680884"/>
            </a:xfrm>
            <a:custGeom>
              <a:avLst/>
              <a:gdLst>
                <a:gd name="connsiteX0" fmla="*/ 0 w 2998135"/>
                <a:gd name="connsiteY0" fmla="*/ 0 h 551909"/>
                <a:gd name="connsiteX1" fmla="*/ 0 w 2998135"/>
                <a:gd name="connsiteY1" fmla="*/ 549398 h 551909"/>
                <a:gd name="connsiteX2" fmla="*/ 2997548 w 2998135"/>
                <a:gd name="connsiteY2" fmla="*/ 551910 h 551909"/>
                <a:gd name="connsiteX3" fmla="*/ 2998136 w 2998135"/>
                <a:gd name="connsiteY3" fmla="*/ 2512 h 551909"/>
                <a:gd name="connsiteX4" fmla="*/ 0 w 2998135"/>
                <a:gd name="connsiteY4" fmla="*/ 0 h 551909"/>
                <a:gd name="connsiteX5" fmla="*/ 26798 w 2998135"/>
                <a:gd name="connsiteY5" fmla="*/ 26880 h 551909"/>
                <a:gd name="connsiteX6" fmla="*/ 2971254 w 2998135"/>
                <a:gd name="connsiteY6" fmla="*/ 29392 h 551909"/>
                <a:gd name="connsiteX7" fmla="*/ 2971254 w 2998135"/>
                <a:gd name="connsiteY7" fmla="*/ 525198 h 551909"/>
                <a:gd name="connsiteX8" fmla="*/ 26126 w 2998135"/>
                <a:gd name="connsiteY8" fmla="*/ 523272 h 551909"/>
                <a:gd name="connsiteX9" fmla="*/ 26798 w 2998135"/>
                <a:gd name="connsiteY9" fmla="*/ 26880 h 55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8135" h="551909">
                  <a:moveTo>
                    <a:pt x="0" y="0"/>
                  </a:moveTo>
                  <a:lnTo>
                    <a:pt x="0" y="549398"/>
                  </a:lnTo>
                  <a:lnTo>
                    <a:pt x="2997548" y="551910"/>
                  </a:lnTo>
                  <a:lnTo>
                    <a:pt x="2998136" y="2512"/>
                  </a:lnTo>
                  <a:lnTo>
                    <a:pt x="0" y="0"/>
                  </a:lnTo>
                  <a:close/>
                  <a:moveTo>
                    <a:pt x="26798" y="26880"/>
                  </a:moveTo>
                  <a:lnTo>
                    <a:pt x="2971254" y="29392"/>
                  </a:lnTo>
                  <a:lnTo>
                    <a:pt x="2971254" y="525198"/>
                  </a:lnTo>
                  <a:lnTo>
                    <a:pt x="26126" y="523272"/>
                  </a:lnTo>
                  <a:lnTo>
                    <a:pt x="26798" y="26880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6856B58-B176-ED39-440C-5FD85F40B892}"/>
                </a:ext>
              </a:extLst>
            </p:cNvPr>
            <p:cNvSpPr/>
            <p:nvPr/>
          </p:nvSpPr>
          <p:spPr>
            <a:xfrm>
              <a:off x="1551973" y="3359307"/>
              <a:ext cx="38963" cy="623447"/>
            </a:xfrm>
            <a:custGeom>
              <a:avLst/>
              <a:gdLst>
                <a:gd name="connsiteX0" fmla="*/ 0 w 28142"/>
                <a:gd name="connsiteY0" fmla="*/ 0 h 505352"/>
                <a:gd name="connsiteX1" fmla="*/ 28142 w 28142"/>
                <a:gd name="connsiteY1" fmla="*/ 0 h 505352"/>
                <a:gd name="connsiteX2" fmla="*/ 28142 w 28142"/>
                <a:gd name="connsiteY2" fmla="*/ 505352 h 505352"/>
                <a:gd name="connsiteX3" fmla="*/ 0 w 28142"/>
                <a:gd name="connsiteY3" fmla="*/ 505352 h 50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42" h="505352">
                  <a:moveTo>
                    <a:pt x="0" y="0"/>
                  </a:moveTo>
                  <a:lnTo>
                    <a:pt x="28142" y="0"/>
                  </a:lnTo>
                  <a:lnTo>
                    <a:pt x="28142" y="505352"/>
                  </a:lnTo>
                  <a:lnTo>
                    <a:pt x="0" y="50535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4C9E92D4-40B7-809A-57FB-94CB3301B3B7}"/>
                </a:ext>
              </a:extLst>
            </p:cNvPr>
            <p:cNvSpPr/>
            <p:nvPr/>
          </p:nvSpPr>
          <p:spPr>
            <a:xfrm>
              <a:off x="1284693" y="3359307"/>
              <a:ext cx="38963" cy="623447"/>
            </a:xfrm>
            <a:custGeom>
              <a:avLst/>
              <a:gdLst>
                <a:gd name="connsiteX0" fmla="*/ 0 w 28142"/>
                <a:gd name="connsiteY0" fmla="*/ 0 h 505352"/>
                <a:gd name="connsiteX1" fmla="*/ 28142 w 28142"/>
                <a:gd name="connsiteY1" fmla="*/ 0 h 505352"/>
                <a:gd name="connsiteX2" fmla="*/ 28142 w 28142"/>
                <a:gd name="connsiteY2" fmla="*/ 505352 h 505352"/>
                <a:gd name="connsiteX3" fmla="*/ 0 w 28142"/>
                <a:gd name="connsiteY3" fmla="*/ 505352 h 50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42" h="505352">
                  <a:moveTo>
                    <a:pt x="0" y="0"/>
                  </a:moveTo>
                  <a:lnTo>
                    <a:pt x="28142" y="0"/>
                  </a:lnTo>
                  <a:lnTo>
                    <a:pt x="28142" y="505352"/>
                  </a:lnTo>
                  <a:lnTo>
                    <a:pt x="0" y="50535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94A194-BC1B-E803-BF6E-ED2CBC57D1BF}"/>
                </a:ext>
              </a:extLst>
            </p:cNvPr>
            <p:cNvSpPr/>
            <p:nvPr/>
          </p:nvSpPr>
          <p:spPr>
            <a:xfrm>
              <a:off x="3021318" y="3616691"/>
              <a:ext cx="301940" cy="116682"/>
            </a:xfrm>
            <a:custGeom>
              <a:avLst/>
              <a:gdLst>
                <a:gd name="connsiteX0" fmla="*/ 47128 w 218082"/>
                <a:gd name="connsiteY0" fmla="*/ 66697 h 94580"/>
                <a:gd name="connsiteX1" fmla="*/ 32427 w 218082"/>
                <a:gd name="connsiteY1" fmla="*/ 72391 h 94580"/>
                <a:gd name="connsiteX2" fmla="*/ 18986 w 218082"/>
                <a:gd name="connsiteY2" fmla="*/ 72391 h 94580"/>
                <a:gd name="connsiteX3" fmla="*/ 18314 w 218082"/>
                <a:gd name="connsiteY3" fmla="*/ 71135 h 94580"/>
                <a:gd name="connsiteX4" fmla="*/ 18314 w 218082"/>
                <a:gd name="connsiteY4" fmla="*/ 23237 h 94580"/>
                <a:gd name="connsiteX5" fmla="*/ 19574 w 218082"/>
                <a:gd name="connsiteY5" fmla="*/ 21981 h 94580"/>
                <a:gd name="connsiteX6" fmla="*/ 31671 w 218082"/>
                <a:gd name="connsiteY6" fmla="*/ 21981 h 94580"/>
                <a:gd name="connsiteX7" fmla="*/ 49564 w 218082"/>
                <a:gd name="connsiteY7" fmla="*/ 30941 h 94580"/>
                <a:gd name="connsiteX8" fmla="*/ 47044 w 218082"/>
                <a:gd name="connsiteY8" fmla="*/ 66780 h 94580"/>
                <a:gd name="connsiteX9" fmla="*/ 217747 w 218082"/>
                <a:gd name="connsiteY9" fmla="*/ 73647 h 94580"/>
                <a:gd name="connsiteX10" fmla="*/ 216487 w 218082"/>
                <a:gd name="connsiteY10" fmla="*/ 72391 h 94580"/>
                <a:gd name="connsiteX11" fmla="*/ 185152 w 218082"/>
                <a:gd name="connsiteY11" fmla="*/ 72391 h 94580"/>
                <a:gd name="connsiteX12" fmla="*/ 183892 w 218082"/>
                <a:gd name="connsiteY12" fmla="*/ 71135 h 94580"/>
                <a:gd name="connsiteX13" fmla="*/ 183892 w 218082"/>
                <a:gd name="connsiteY13" fmla="*/ 6657 h 94580"/>
                <a:gd name="connsiteX14" fmla="*/ 182632 w 218082"/>
                <a:gd name="connsiteY14" fmla="*/ 5401 h 94580"/>
                <a:gd name="connsiteX15" fmla="*/ 165998 w 218082"/>
                <a:gd name="connsiteY15" fmla="*/ 5401 h 94580"/>
                <a:gd name="connsiteX16" fmla="*/ 164738 w 218082"/>
                <a:gd name="connsiteY16" fmla="*/ 6657 h 94580"/>
                <a:gd name="connsiteX17" fmla="*/ 164738 w 218082"/>
                <a:gd name="connsiteY17" fmla="*/ 36049 h 94580"/>
                <a:gd name="connsiteX18" fmla="*/ 164150 w 218082"/>
                <a:gd name="connsiteY18" fmla="*/ 37305 h 94580"/>
                <a:gd name="connsiteX19" fmla="*/ 122651 w 218082"/>
                <a:gd name="connsiteY19" fmla="*/ 70549 h 94580"/>
                <a:gd name="connsiteX20" fmla="*/ 120718 w 218082"/>
                <a:gd name="connsiteY20" fmla="*/ 71805 h 94580"/>
                <a:gd name="connsiteX21" fmla="*/ 118198 w 218082"/>
                <a:gd name="connsiteY21" fmla="*/ 70549 h 94580"/>
                <a:gd name="connsiteX22" fmla="*/ 111142 w 218082"/>
                <a:gd name="connsiteY22" fmla="*/ 64185 h 94580"/>
                <a:gd name="connsiteX23" fmla="*/ 111814 w 218082"/>
                <a:gd name="connsiteY23" fmla="*/ 63515 h 94580"/>
                <a:gd name="connsiteX24" fmla="*/ 154573 w 218082"/>
                <a:gd name="connsiteY24" fmla="*/ 29601 h 94580"/>
                <a:gd name="connsiteX25" fmla="*/ 154573 w 218082"/>
                <a:gd name="connsiteY25" fmla="*/ 28345 h 94580"/>
                <a:gd name="connsiteX26" fmla="*/ 142476 w 218082"/>
                <a:gd name="connsiteY26" fmla="*/ 18799 h 94580"/>
                <a:gd name="connsiteX27" fmla="*/ 141216 w 218082"/>
                <a:gd name="connsiteY27" fmla="*/ 18799 h 94580"/>
                <a:gd name="connsiteX28" fmla="*/ 98457 w 218082"/>
                <a:gd name="connsiteY28" fmla="*/ 53299 h 94580"/>
                <a:gd name="connsiteX29" fmla="*/ 97196 w 218082"/>
                <a:gd name="connsiteY29" fmla="*/ 53299 h 94580"/>
                <a:gd name="connsiteX30" fmla="*/ 88880 w 218082"/>
                <a:gd name="connsiteY30" fmla="*/ 46265 h 94580"/>
                <a:gd name="connsiteX31" fmla="*/ 88880 w 218082"/>
                <a:gd name="connsiteY31" fmla="*/ 45009 h 94580"/>
                <a:gd name="connsiteX32" fmla="*/ 95264 w 218082"/>
                <a:gd name="connsiteY32" fmla="*/ 39901 h 94580"/>
                <a:gd name="connsiteX33" fmla="*/ 131639 w 218082"/>
                <a:gd name="connsiteY33" fmla="*/ 11179 h 94580"/>
                <a:gd name="connsiteX34" fmla="*/ 131639 w 218082"/>
                <a:gd name="connsiteY34" fmla="*/ 9923 h 94580"/>
                <a:gd name="connsiteX35" fmla="*/ 119542 w 218082"/>
                <a:gd name="connsiteY35" fmla="*/ 293 h 94580"/>
                <a:gd name="connsiteX36" fmla="*/ 118282 w 218082"/>
                <a:gd name="connsiteY36" fmla="*/ 293 h 94580"/>
                <a:gd name="connsiteX37" fmla="*/ 77371 w 218082"/>
                <a:gd name="connsiteY37" fmla="*/ 32951 h 94580"/>
                <a:gd name="connsiteX38" fmla="*/ 72918 w 218082"/>
                <a:gd name="connsiteY38" fmla="*/ 36803 h 94580"/>
                <a:gd name="connsiteX39" fmla="*/ 67794 w 218082"/>
                <a:gd name="connsiteY39" fmla="*/ 24661 h 94580"/>
                <a:gd name="connsiteX40" fmla="*/ 33267 w 218082"/>
                <a:gd name="connsiteY40" fmla="*/ 5485 h 94580"/>
                <a:gd name="connsiteX41" fmla="*/ 0 w 218082"/>
                <a:gd name="connsiteY41" fmla="*/ 5485 h 94580"/>
                <a:gd name="connsiteX42" fmla="*/ 0 w 218082"/>
                <a:gd name="connsiteY42" fmla="*/ 89138 h 94580"/>
                <a:gd name="connsiteX43" fmla="*/ 32679 w 218082"/>
                <a:gd name="connsiteY43" fmla="*/ 89138 h 94580"/>
                <a:gd name="connsiteX44" fmla="*/ 39735 w 218082"/>
                <a:gd name="connsiteY44" fmla="*/ 88468 h 94580"/>
                <a:gd name="connsiteX45" fmla="*/ 72330 w 218082"/>
                <a:gd name="connsiteY45" fmla="*/ 59077 h 94580"/>
                <a:gd name="connsiteX46" fmla="*/ 73002 w 218082"/>
                <a:gd name="connsiteY46" fmla="*/ 57821 h 94580"/>
                <a:gd name="connsiteX47" fmla="*/ 73674 w 218082"/>
                <a:gd name="connsiteY47" fmla="*/ 58407 h 94580"/>
                <a:gd name="connsiteX48" fmla="*/ 117778 w 218082"/>
                <a:gd name="connsiteY48" fmla="*/ 94246 h 94580"/>
                <a:gd name="connsiteX49" fmla="*/ 119710 w 218082"/>
                <a:gd name="connsiteY49" fmla="*/ 94246 h 94580"/>
                <a:gd name="connsiteX50" fmla="*/ 160622 w 218082"/>
                <a:gd name="connsiteY50" fmla="*/ 62259 h 94580"/>
                <a:gd name="connsiteX51" fmla="*/ 165074 w 218082"/>
                <a:gd name="connsiteY51" fmla="*/ 57821 h 94580"/>
                <a:gd name="connsiteX52" fmla="*/ 165074 w 218082"/>
                <a:gd name="connsiteY52" fmla="*/ 88468 h 94580"/>
                <a:gd name="connsiteX53" fmla="*/ 166334 w 218082"/>
                <a:gd name="connsiteY53" fmla="*/ 89138 h 94580"/>
                <a:gd name="connsiteX54" fmla="*/ 216823 w 218082"/>
                <a:gd name="connsiteY54" fmla="*/ 89724 h 94580"/>
                <a:gd name="connsiteX55" fmla="*/ 218083 w 218082"/>
                <a:gd name="connsiteY55" fmla="*/ 88468 h 94580"/>
                <a:gd name="connsiteX56" fmla="*/ 218083 w 218082"/>
                <a:gd name="connsiteY56" fmla="*/ 73731 h 94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18082" h="94580">
                  <a:moveTo>
                    <a:pt x="47128" y="66697"/>
                  </a:moveTo>
                  <a:cubicBezTo>
                    <a:pt x="42676" y="70549"/>
                    <a:pt x="38223" y="72391"/>
                    <a:pt x="32427" y="72391"/>
                  </a:cubicBezTo>
                  <a:lnTo>
                    <a:pt x="18986" y="72391"/>
                  </a:lnTo>
                  <a:cubicBezTo>
                    <a:pt x="18540" y="72391"/>
                    <a:pt x="18314" y="71972"/>
                    <a:pt x="18314" y="71135"/>
                  </a:cubicBezTo>
                  <a:lnTo>
                    <a:pt x="18314" y="23237"/>
                  </a:lnTo>
                  <a:cubicBezTo>
                    <a:pt x="18314" y="22651"/>
                    <a:pt x="18314" y="21981"/>
                    <a:pt x="19574" y="21981"/>
                  </a:cubicBezTo>
                  <a:lnTo>
                    <a:pt x="31671" y="21981"/>
                  </a:lnTo>
                  <a:cubicBezTo>
                    <a:pt x="39315" y="21981"/>
                    <a:pt x="45112" y="25163"/>
                    <a:pt x="49564" y="30941"/>
                  </a:cubicBezTo>
                  <a:cubicBezTo>
                    <a:pt x="57881" y="41827"/>
                    <a:pt x="56621" y="57821"/>
                    <a:pt x="47044" y="66780"/>
                  </a:cubicBezTo>
                  <a:close/>
                  <a:moveTo>
                    <a:pt x="217747" y="73647"/>
                  </a:moveTo>
                  <a:cubicBezTo>
                    <a:pt x="217747" y="72809"/>
                    <a:pt x="217327" y="72391"/>
                    <a:pt x="216487" y="72391"/>
                  </a:cubicBezTo>
                  <a:lnTo>
                    <a:pt x="185152" y="72391"/>
                  </a:lnTo>
                  <a:cubicBezTo>
                    <a:pt x="183220" y="72391"/>
                    <a:pt x="183892" y="72391"/>
                    <a:pt x="183892" y="71135"/>
                  </a:cubicBezTo>
                  <a:lnTo>
                    <a:pt x="183892" y="6657"/>
                  </a:lnTo>
                  <a:cubicBezTo>
                    <a:pt x="183892" y="6071"/>
                    <a:pt x="183220" y="5401"/>
                    <a:pt x="182632" y="5401"/>
                  </a:cubicBezTo>
                  <a:lnTo>
                    <a:pt x="165998" y="5401"/>
                  </a:lnTo>
                  <a:cubicBezTo>
                    <a:pt x="165326" y="5401"/>
                    <a:pt x="164738" y="6071"/>
                    <a:pt x="164738" y="6657"/>
                  </a:cubicBezTo>
                  <a:lnTo>
                    <a:pt x="164738" y="36049"/>
                  </a:lnTo>
                  <a:cubicBezTo>
                    <a:pt x="164738" y="36495"/>
                    <a:pt x="164545" y="36914"/>
                    <a:pt x="164150" y="37305"/>
                  </a:cubicBezTo>
                  <a:cubicBezTo>
                    <a:pt x="150709" y="48191"/>
                    <a:pt x="136680" y="59663"/>
                    <a:pt x="122651" y="70549"/>
                  </a:cubicBezTo>
                  <a:cubicBezTo>
                    <a:pt x="121978" y="71135"/>
                    <a:pt x="121390" y="71805"/>
                    <a:pt x="120718" y="71805"/>
                  </a:cubicBezTo>
                  <a:cubicBezTo>
                    <a:pt x="120046" y="71805"/>
                    <a:pt x="119458" y="71135"/>
                    <a:pt x="118198" y="70549"/>
                  </a:cubicBezTo>
                  <a:cubicBezTo>
                    <a:pt x="115678" y="68623"/>
                    <a:pt x="113746" y="66110"/>
                    <a:pt x="111142" y="64185"/>
                  </a:cubicBezTo>
                  <a:lnTo>
                    <a:pt x="111814" y="63515"/>
                  </a:lnTo>
                  <a:cubicBezTo>
                    <a:pt x="125843" y="51959"/>
                    <a:pt x="140544" y="40487"/>
                    <a:pt x="154573" y="29601"/>
                  </a:cubicBezTo>
                  <a:cubicBezTo>
                    <a:pt x="155245" y="28931"/>
                    <a:pt x="155245" y="28345"/>
                    <a:pt x="154573" y="28345"/>
                  </a:cubicBezTo>
                  <a:cubicBezTo>
                    <a:pt x="150709" y="25163"/>
                    <a:pt x="146257" y="21981"/>
                    <a:pt x="142476" y="18799"/>
                  </a:cubicBezTo>
                  <a:cubicBezTo>
                    <a:pt x="142031" y="18353"/>
                    <a:pt x="141611" y="18353"/>
                    <a:pt x="141216" y="18799"/>
                  </a:cubicBezTo>
                  <a:cubicBezTo>
                    <a:pt x="127187" y="30271"/>
                    <a:pt x="112486" y="41743"/>
                    <a:pt x="98457" y="53299"/>
                  </a:cubicBezTo>
                  <a:lnTo>
                    <a:pt x="97196" y="53299"/>
                  </a:lnTo>
                  <a:cubicBezTo>
                    <a:pt x="94004" y="50787"/>
                    <a:pt x="91484" y="48861"/>
                    <a:pt x="88880" y="46265"/>
                  </a:cubicBezTo>
                  <a:cubicBezTo>
                    <a:pt x="87536" y="45595"/>
                    <a:pt x="88208" y="45595"/>
                    <a:pt x="88880" y="45009"/>
                  </a:cubicBezTo>
                  <a:cubicBezTo>
                    <a:pt x="90812" y="43083"/>
                    <a:pt x="93332" y="41157"/>
                    <a:pt x="95264" y="39901"/>
                  </a:cubicBezTo>
                  <a:cubicBezTo>
                    <a:pt x="107361" y="30271"/>
                    <a:pt x="119542" y="20725"/>
                    <a:pt x="131639" y="11179"/>
                  </a:cubicBezTo>
                  <a:cubicBezTo>
                    <a:pt x="132085" y="10733"/>
                    <a:pt x="132085" y="10314"/>
                    <a:pt x="131639" y="9923"/>
                  </a:cubicBezTo>
                  <a:cubicBezTo>
                    <a:pt x="127187" y="6741"/>
                    <a:pt x="123323" y="3559"/>
                    <a:pt x="119542" y="293"/>
                  </a:cubicBezTo>
                  <a:cubicBezTo>
                    <a:pt x="119097" y="-98"/>
                    <a:pt x="118677" y="-98"/>
                    <a:pt x="118282" y="293"/>
                  </a:cubicBezTo>
                  <a:cubicBezTo>
                    <a:pt x="104841" y="11179"/>
                    <a:pt x="90812" y="22065"/>
                    <a:pt x="77371" y="32951"/>
                  </a:cubicBezTo>
                  <a:cubicBezTo>
                    <a:pt x="75439" y="34207"/>
                    <a:pt x="74178" y="35463"/>
                    <a:pt x="72918" y="36803"/>
                  </a:cubicBezTo>
                  <a:cubicBezTo>
                    <a:pt x="71658" y="32281"/>
                    <a:pt x="69726" y="28513"/>
                    <a:pt x="67794" y="24661"/>
                  </a:cubicBezTo>
                  <a:cubicBezTo>
                    <a:pt x="59477" y="12519"/>
                    <a:pt x="47968" y="5485"/>
                    <a:pt x="33267" y="5485"/>
                  </a:cubicBezTo>
                  <a:lnTo>
                    <a:pt x="0" y="5485"/>
                  </a:lnTo>
                  <a:lnTo>
                    <a:pt x="0" y="89138"/>
                  </a:lnTo>
                  <a:lnTo>
                    <a:pt x="32679" y="89138"/>
                  </a:lnTo>
                  <a:cubicBezTo>
                    <a:pt x="35199" y="89138"/>
                    <a:pt x="37131" y="89138"/>
                    <a:pt x="39735" y="88468"/>
                  </a:cubicBezTo>
                  <a:cubicBezTo>
                    <a:pt x="56285" y="85286"/>
                    <a:pt x="67206" y="75070"/>
                    <a:pt x="72330" y="59077"/>
                  </a:cubicBezTo>
                  <a:cubicBezTo>
                    <a:pt x="72330" y="58630"/>
                    <a:pt x="72557" y="58212"/>
                    <a:pt x="73002" y="57821"/>
                  </a:cubicBezTo>
                  <a:cubicBezTo>
                    <a:pt x="73002" y="58407"/>
                    <a:pt x="73674" y="58407"/>
                    <a:pt x="73674" y="58407"/>
                  </a:cubicBezTo>
                  <a:cubicBezTo>
                    <a:pt x="88376" y="70549"/>
                    <a:pt x="103077" y="82104"/>
                    <a:pt x="117778" y="94246"/>
                  </a:cubicBezTo>
                  <a:cubicBezTo>
                    <a:pt x="118618" y="94692"/>
                    <a:pt x="119265" y="94692"/>
                    <a:pt x="119710" y="94246"/>
                  </a:cubicBezTo>
                  <a:cubicBezTo>
                    <a:pt x="133151" y="83360"/>
                    <a:pt x="147181" y="72475"/>
                    <a:pt x="160622" y="62259"/>
                  </a:cubicBezTo>
                  <a:cubicBezTo>
                    <a:pt x="161882" y="61003"/>
                    <a:pt x="163814" y="59663"/>
                    <a:pt x="165074" y="57821"/>
                  </a:cubicBezTo>
                  <a:lnTo>
                    <a:pt x="165074" y="88468"/>
                  </a:lnTo>
                  <a:cubicBezTo>
                    <a:pt x="165074" y="88915"/>
                    <a:pt x="165494" y="89138"/>
                    <a:pt x="166334" y="89138"/>
                  </a:cubicBezTo>
                  <a:cubicBezTo>
                    <a:pt x="182968" y="89138"/>
                    <a:pt x="200189" y="89138"/>
                    <a:pt x="216823" y="89724"/>
                  </a:cubicBezTo>
                  <a:cubicBezTo>
                    <a:pt x="218083" y="89724"/>
                    <a:pt x="218083" y="89138"/>
                    <a:pt x="218083" y="88468"/>
                  </a:cubicBezTo>
                  <a:lnTo>
                    <a:pt x="218083" y="73731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80A7C31-7B5A-DF58-09FA-7CC4B065A51E}"/>
                </a:ext>
              </a:extLst>
            </p:cNvPr>
            <p:cNvSpPr/>
            <p:nvPr/>
          </p:nvSpPr>
          <p:spPr>
            <a:xfrm>
              <a:off x="3331516" y="3623354"/>
              <a:ext cx="73507" cy="103925"/>
            </a:xfrm>
            <a:custGeom>
              <a:avLst/>
              <a:gdLst>
                <a:gd name="connsiteX0" fmla="*/ 84 w 53092"/>
                <a:gd name="connsiteY0" fmla="*/ 42120 h 84239"/>
                <a:gd name="connsiteX1" fmla="*/ 84 w 53092"/>
                <a:gd name="connsiteY1" fmla="*/ 1256 h 84239"/>
                <a:gd name="connsiteX2" fmla="*/ 1344 w 53092"/>
                <a:gd name="connsiteY2" fmla="*/ 0 h 84239"/>
                <a:gd name="connsiteX3" fmla="*/ 17305 w 53092"/>
                <a:gd name="connsiteY3" fmla="*/ 0 h 84239"/>
                <a:gd name="connsiteX4" fmla="*/ 18566 w 53092"/>
                <a:gd name="connsiteY4" fmla="*/ 1256 h 84239"/>
                <a:gd name="connsiteX5" fmla="*/ 18566 w 53092"/>
                <a:gd name="connsiteY5" fmla="*/ 65733 h 84239"/>
                <a:gd name="connsiteX6" fmla="*/ 19826 w 53092"/>
                <a:gd name="connsiteY6" fmla="*/ 66990 h 84239"/>
                <a:gd name="connsiteX7" fmla="*/ 51832 w 53092"/>
                <a:gd name="connsiteY7" fmla="*/ 66990 h 84239"/>
                <a:gd name="connsiteX8" fmla="*/ 53093 w 53092"/>
                <a:gd name="connsiteY8" fmla="*/ 68246 h 84239"/>
                <a:gd name="connsiteX9" fmla="*/ 53093 w 53092"/>
                <a:gd name="connsiteY9" fmla="*/ 82983 h 84239"/>
                <a:gd name="connsiteX10" fmla="*/ 51832 w 53092"/>
                <a:gd name="connsiteY10" fmla="*/ 84239 h 84239"/>
                <a:gd name="connsiteX11" fmla="*/ 672 w 53092"/>
                <a:gd name="connsiteY11" fmla="*/ 84239 h 84239"/>
                <a:gd name="connsiteX12" fmla="*/ 0 w 53092"/>
                <a:gd name="connsiteY12" fmla="*/ 82983 h 84239"/>
                <a:gd name="connsiteX13" fmla="*/ 0 w 53092"/>
                <a:gd name="connsiteY13" fmla="*/ 42120 h 8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092" h="84239">
                  <a:moveTo>
                    <a:pt x="84" y="42120"/>
                  </a:moveTo>
                  <a:lnTo>
                    <a:pt x="84" y="1256"/>
                  </a:lnTo>
                  <a:cubicBezTo>
                    <a:pt x="84" y="419"/>
                    <a:pt x="504" y="0"/>
                    <a:pt x="1344" y="0"/>
                  </a:cubicBezTo>
                  <a:lnTo>
                    <a:pt x="17305" y="0"/>
                  </a:lnTo>
                  <a:cubicBezTo>
                    <a:pt x="18145" y="0"/>
                    <a:pt x="18566" y="419"/>
                    <a:pt x="18566" y="1256"/>
                  </a:cubicBezTo>
                  <a:lnTo>
                    <a:pt x="18566" y="65733"/>
                  </a:lnTo>
                  <a:cubicBezTo>
                    <a:pt x="18566" y="66571"/>
                    <a:pt x="18986" y="66990"/>
                    <a:pt x="19826" y="66990"/>
                  </a:cubicBezTo>
                  <a:lnTo>
                    <a:pt x="51832" y="66990"/>
                  </a:lnTo>
                  <a:cubicBezTo>
                    <a:pt x="52505" y="66990"/>
                    <a:pt x="53093" y="67659"/>
                    <a:pt x="53093" y="68246"/>
                  </a:cubicBezTo>
                  <a:lnTo>
                    <a:pt x="53093" y="82983"/>
                  </a:lnTo>
                  <a:cubicBezTo>
                    <a:pt x="53093" y="83653"/>
                    <a:pt x="52505" y="84239"/>
                    <a:pt x="51832" y="84239"/>
                  </a:cubicBezTo>
                  <a:cubicBezTo>
                    <a:pt x="34611" y="84239"/>
                    <a:pt x="17978" y="83653"/>
                    <a:pt x="672" y="84239"/>
                  </a:cubicBezTo>
                  <a:cubicBezTo>
                    <a:pt x="0" y="84239"/>
                    <a:pt x="0" y="83653"/>
                    <a:pt x="0" y="82983"/>
                  </a:cubicBezTo>
                  <a:lnTo>
                    <a:pt x="0" y="42120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0F54E412-F3B5-B4A2-D7A9-04C04150B155}"/>
                </a:ext>
              </a:extLst>
            </p:cNvPr>
            <p:cNvSpPr/>
            <p:nvPr/>
          </p:nvSpPr>
          <p:spPr>
            <a:xfrm rot="18022199">
              <a:off x="3981186" y="3728419"/>
              <a:ext cx="151208" cy="19361"/>
            </a:xfrm>
            <a:custGeom>
              <a:avLst/>
              <a:gdLst>
                <a:gd name="connsiteX0" fmla="*/ 0 w 122566"/>
                <a:gd name="connsiteY0" fmla="*/ 0 h 13984"/>
                <a:gd name="connsiteX1" fmla="*/ 122567 w 122566"/>
                <a:gd name="connsiteY1" fmla="*/ 0 h 13984"/>
                <a:gd name="connsiteX2" fmla="*/ 122567 w 122566"/>
                <a:gd name="connsiteY2" fmla="*/ 13984 h 13984"/>
                <a:gd name="connsiteX3" fmla="*/ 0 w 122566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66" h="13984">
                  <a:moveTo>
                    <a:pt x="0" y="0"/>
                  </a:moveTo>
                  <a:lnTo>
                    <a:pt x="122567" y="0"/>
                  </a:lnTo>
                  <a:lnTo>
                    <a:pt x="122567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7132B71-67D0-D12B-8372-8A2C6F6D2FEC}"/>
                </a:ext>
              </a:extLst>
            </p:cNvPr>
            <p:cNvSpPr/>
            <p:nvPr/>
          </p:nvSpPr>
          <p:spPr>
            <a:xfrm rot="19846200">
              <a:off x="4036352" y="3874108"/>
              <a:ext cx="19423" cy="117457"/>
            </a:xfrm>
            <a:custGeom>
              <a:avLst/>
              <a:gdLst>
                <a:gd name="connsiteX0" fmla="*/ 0 w 14029"/>
                <a:gd name="connsiteY0" fmla="*/ 0 h 95208"/>
                <a:gd name="connsiteX1" fmla="*/ 14029 w 14029"/>
                <a:gd name="connsiteY1" fmla="*/ 0 h 95208"/>
                <a:gd name="connsiteX2" fmla="*/ 14029 w 14029"/>
                <a:gd name="connsiteY2" fmla="*/ 95209 h 95208"/>
                <a:gd name="connsiteX3" fmla="*/ 0 w 14029"/>
                <a:gd name="connsiteY3" fmla="*/ 95209 h 95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95208">
                  <a:moveTo>
                    <a:pt x="0" y="0"/>
                  </a:moveTo>
                  <a:lnTo>
                    <a:pt x="14029" y="0"/>
                  </a:lnTo>
                  <a:lnTo>
                    <a:pt x="14029" y="95209"/>
                  </a:lnTo>
                  <a:lnTo>
                    <a:pt x="0" y="9520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2F740B7-2A12-BEB0-795C-FD4A0B235E6C}"/>
                </a:ext>
              </a:extLst>
            </p:cNvPr>
            <p:cNvSpPr/>
            <p:nvPr/>
          </p:nvSpPr>
          <p:spPr>
            <a:xfrm>
              <a:off x="3984597" y="3478417"/>
              <a:ext cx="457214" cy="203201"/>
            </a:xfrm>
            <a:custGeom>
              <a:avLst/>
              <a:gdLst>
                <a:gd name="connsiteX0" fmla="*/ 250342 w 330232"/>
                <a:gd name="connsiteY0" fmla="*/ 164710 h 164710"/>
                <a:gd name="connsiteX1" fmla="*/ 78631 w 330232"/>
                <a:gd name="connsiteY1" fmla="*/ 164710 h 164710"/>
                <a:gd name="connsiteX2" fmla="*/ 0 w 330232"/>
                <a:gd name="connsiteY2" fmla="*/ 6197 h 164710"/>
                <a:gd name="connsiteX3" fmla="*/ 12601 w 330232"/>
                <a:gd name="connsiteY3" fmla="*/ 0 h 164710"/>
                <a:gd name="connsiteX4" fmla="*/ 87368 w 330232"/>
                <a:gd name="connsiteY4" fmla="*/ 150643 h 164710"/>
                <a:gd name="connsiteX5" fmla="*/ 241689 w 330232"/>
                <a:gd name="connsiteY5" fmla="*/ 150643 h 164710"/>
                <a:gd name="connsiteX6" fmla="*/ 317715 w 330232"/>
                <a:gd name="connsiteY6" fmla="*/ 586 h 164710"/>
                <a:gd name="connsiteX7" fmla="*/ 330233 w 330232"/>
                <a:gd name="connsiteY7" fmla="*/ 6866 h 164710"/>
                <a:gd name="connsiteX8" fmla="*/ 250342 w 330232"/>
                <a:gd name="connsiteY8" fmla="*/ 164710 h 16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32" h="164710">
                  <a:moveTo>
                    <a:pt x="250342" y="164710"/>
                  </a:moveTo>
                  <a:lnTo>
                    <a:pt x="78631" y="164710"/>
                  </a:lnTo>
                  <a:lnTo>
                    <a:pt x="0" y="6197"/>
                  </a:lnTo>
                  <a:lnTo>
                    <a:pt x="12601" y="0"/>
                  </a:lnTo>
                  <a:lnTo>
                    <a:pt x="87368" y="150643"/>
                  </a:lnTo>
                  <a:lnTo>
                    <a:pt x="241689" y="150643"/>
                  </a:lnTo>
                  <a:lnTo>
                    <a:pt x="317715" y="586"/>
                  </a:lnTo>
                  <a:lnTo>
                    <a:pt x="330233" y="6866"/>
                  </a:lnTo>
                  <a:lnTo>
                    <a:pt x="250342" y="164710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0831B931-A26E-93FB-1206-FD3E3C29F794}"/>
                </a:ext>
              </a:extLst>
            </p:cNvPr>
            <p:cNvSpPr/>
            <p:nvPr/>
          </p:nvSpPr>
          <p:spPr>
            <a:xfrm rot="19872600">
              <a:off x="4358417" y="3663079"/>
              <a:ext cx="19423" cy="158366"/>
            </a:xfrm>
            <a:custGeom>
              <a:avLst/>
              <a:gdLst>
                <a:gd name="connsiteX0" fmla="*/ 0 w 14029"/>
                <a:gd name="connsiteY0" fmla="*/ 0 h 128368"/>
                <a:gd name="connsiteX1" fmla="*/ 14029 w 14029"/>
                <a:gd name="connsiteY1" fmla="*/ 0 h 128368"/>
                <a:gd name="connsiteX2" fmla="*/ 14029 w 14029"/>
                <a:gd name="connsiteY2" fmla="*/ 128369 h 128368"/>
                <a:gd name="connsiteX3" fmla="*/ 0 w 14029"/>
                <a:gd name="connsiteY3" fmla="*/ 128369 h 12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9" h="128368">
                  <a:moveTo>
                    <a:pt x="0" y="0"/>
                  </a:moveTo>
                  <a:lnTo>
                    <a:pt x="14029" y="0"/>
                  </a:lnTo>
                  <a:lnTo>
                    <a:pt x="14029" y="128369"/>
                  </a:lnTo>
                  <a:lnTo>
                    <a:pt x="0" y="128369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4D33055F-D99D-3C68-028B-AA2EB46EFC49}"/>
                </a:ext>
              </a:extLst>
            </p:cNvPr>
            <p:cNvSpPr/>
            <p:nvPr/>
          </p:nvSpPr>
          <p:spPr>
            <a:xfrm rot="18079798">
              <a:off x="4310453" y="3923618"/>
              <a:ext cx="121360" cy="19361"/>
            </a:xfrm>
            <a:custGeom>
              <a:avLst/>
              <a:gdLst>
                <a:gd name="connsiteX0" fmla="*/ 0 w 98372"/>
                <a:gd name="connsiteY0" fmla="*/ 0 h 13984"/>
                <a:gd name="connsiteX1" fmla="*/ 98372 w 98372"/>
                <a:gd name="connsiteY1" fmla="*/ 0 h 13984"/>
                <a:gd name="connsiteX2" fmla="*/ 98372 w 98372"/>
                <a:gd name="connsiteY2" fmla="*/ 13984 h 13984"/>
                <a:gd name="connsiteX3" fmla="*/ 0 w 98372"/>
                <a:gd name="connsiteY3" fmla="*/ 13984 h 1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372" h="13984">
                  <a:moveTo>
                    <a:pt x="0" y="0"/>
                  </a:moveTo>
                  <a:lnTo>
                    <a:pt x="98372" y="0"/>
                  </a:lnTo>
                  <a:lnTo>
                    <a:pt x="98372" y="13984"/>
                  </a:lnTo>
                  <a:lnTo>
                    <a:pt x="0" y="13984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A994F1DB-82F8-2EBA-EA9A-11645A2409F4}"/>
                </a:ext>
              </a:extLst>
            </p:cNvPr>
            <p:cNvSpPr/>
            <p:nvPr/>
          </p:nvSpPr>
          <p:spPr>
            <a:xfrm>
              <a:off x="4934965" y="3468087"/>
              <a:ext cx="103399" cy="172519"/>
            </a:xfrm>
            <a:custGeom>
              <a:avLst/>
              <a:gdLst>
                <a:gd name="connsiteX0" fmla="*/ 74682 w 74682"/>
                <a:gd name="connsiteY0" fmla="*/ 139841 h 139840"/>
                <a:gd name="connsiteX1" fmla="*/ 0 w 74682"/>
                <a:gd name="connsiteY1" fmla="*/ 139841 h 139840"/>
                <a:gd name="connsiteX2" fmla="*/ 0 w 74682"/>
                <a:gd name="connsiteY2" fmla="*/ 0 h 139840"/>
                <a:gd name="connsiteX3" fmla="*/ 74682 w 74682"/>
                <a:gd name="connsiteY3" fmla="*/ 0 h 139840"/>
                <a:gd name="connsiteX4" fmla="*/ 74682 w 74682"/>
                <a:gd name="connsiteY4" fmla="*/ 139841 h 139840"/>
                <a:gd name="connsiteX5" fmla="*/ 14029 w 74682"/>
                <a:gd name="connsiteY5" fmla="*/ 125857 h 139840"/>
                <a:gd name="connsiteX6" fmla="*/ 60653 w 74682"/>
                <a:gd name="connsiteY6" fmla="*/ 125857 h 139840"/>
                <a:gd name="connsiteX7" fmla="*/ 60653 w 74682"/>
                <a:gd name="connsiteY7" fmla="*/ 13984 h 139840"/>
                <a:gd name="connsiteX8" fmla="*/ 14029 w 74682"/>
                <a:gd name="connsiteY8" fmla="*/ 13984 h 139840"/>
                <a:gd name="connsiteX9" fmla="*/ 14029 w 74682"/>
                <a:gd name="connsiteY9" fmla="*/ 125857 h 139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682" h="139840">
                  <a:moveTo>
                    <a:pt x="74682" y="139841"/>
                  </a:moveTo>
                  <a:lnTo>
                    <a:pt x="0" y="139841"/>
                  </a:lnTo>
                  <a:lnTo>
                    <a:pt x="0" y="0"/>
                  </a:lnTo>
                  <a:lnTo>
                    <a:pt x="74682" y="0"/>
                  </a:lnTo>
                  <a:lnTo>
                    <a:pt x="74682" y="139841"/>
                  </a:lnTo>
                  <a:close/>
                  <a:moveTo>
                    <a:pt x="14029" y="125857"/>
                  </a:moveTo>
                  <a:lnTo>
                    <a:pt x="60653" y="125857"/>
                  </a:lnTo>
                  <a:lnTo>
                    <a:pt x="60653" y="13984"/>
                  </a:lnTo>
                  <a:lnTo>
                    <a:pt x="14029" y="13984"/>
                  </a:lnTo>
                  <a:lnTo>
                    <a:pt x="14029" y="125857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0DB583B6-471D-6E49-AD7D-2B34BA2EBCED}"/>
                </a:ext>
              </a:extLst>
            </p:cNvPr>
            <p:cNvSpPr/>
            <p:nvPr/>
          </p:nvSpPr>
          <p:spPr>
            <a:xfrm>
              <a:off x="4934965" y="3695049"/>
              <a:ext cx="103399" cy="172519"/>
            </a:xfrm>
            <a:custGeom>
              <a:avLst/>
              <a:gdLst>
                <a:gd name="connsiteX0" fmla="*/ 74682 w 74682"/>
                <a:gd name="connsiteY0" fmla="*/ 139841 h 139840"/>
                <a:gd name="connsiteX1" fmla="*/ 0 w 74682"/>
                <a:gd name="connsiteY1" fmla="*/ 139841 h 139840"/>
                <a:gd name="connsiteX2" fmla="*/ 0 w 74682"/>
                <a:gd name="connsiteY2" fmla="*/ 0 h 139840"/>
                <a:gd name="connsiteX3" fmla="*/ 74682 w 74682"/>
                <a:gd name="connsiteY3" fmla="*/ 0 h 139840"/>
                <a:gd name="connsiteX4" fmla="*/ 74682 w 74682"/>
                <a:gd name="connsiteY4" fmla="*/ 139841 h 139840"/>
                <a:gd name="connsiteX5" fmla="*/ 14029 w 74682"/>
                <a:gd name="connsiteY5" fmla="*/ 125857 h 139840"/>
                <a:gd name="connsiteX6" fmla="*/ 60653 w 74682"/>
                <a:gd name="connsiteY6" fmla="*/ 125857 h 139840"/>
                <a:gd name="connsiteX7" fmla="*/ 60653 w 74682"/>
                <a:gd name="connsiteY7" fmla="*/ 13984 h 139840"/>
                <a:gd name="connsiteX8" fmla="*/ 14029 w 74682"/>
                <a:gd name="connsiteY8" fmla="*/ 13984 h 139840"/>
                <a:gd name="connsiteX9" fmla="*/ 14029 w 74682"/>
                <a:gd name="connsiteY9" fmla="*/ 125857 h 139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682" h="139840">
                  <a:moveTo>
                    <a:pt x="74682" y="139841"/>
                  </a:moveTo>
                  <a:lnTo>
                    <a:pt x="0" y="139841"/>
                  </a:lnTo>
                  <a:lnTo>
                    <a:pt x="0" y="0"/>
                  </a:lnTo>
                  <a:lnTo>
                    <a:pt x="74682" y="0"/>
                  </a:lnTo>
                  <a:lnTo>
                    <a:pt x="74682" y="139841"/>
                  </a:lnTo>
                  <a:close/>
                  <a:moveTo>
                    <a:pt x="14029" y="125857"/>
                  </a:moveTo>
                  <a:lnTo>
                    <a:pt x="60653" y="125857"/>
                  </a:lnTo>
                  <a:lnTo>
                    <a:pt x="60653" y="13984"/>
                  </a:lnTo>
                  <a:lnTo>
                    <a:pt x="14029" y="13984"/>
                  </a:lnTo>
                  <a:lnTo>
                    <a:pt x="14029" y="125857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81EF3407-EFDE-2AAD-961A-10F3E2E9D1C0}"/>
                </a:ext>
              </a:extLst>
            </p:cNvPr>
            <p:cNvSpPr/>
            <p:nvPr/>
          </p:nvSpPr>
          <p:spPr>
            <a:xfrm>
              <a:off x="5127807" y="3809687"/>
              <a:ext cx="150506" cy="34606"/>
            </a:xfrm>
            <a:custGeom>
              <a:avLst/>
              <a:gdLst>
                <a:gd name="connsiteX0" fmla="*/ 0 w 108705"/>
                <a:gd name="connsiteY0" fmla="*/ 0 h 28051"/>
                <a:gd name="connsiteX1" fmla="*/ 108705 w 108705"/>
                <a:gd name="connsiteY1" fmla="*/ 0 h 28051"/>
                <a:gd name="connsiteX2" fmla="*/ 108705 w 108705"/>
                <a:gd name="connsiteY2" fmla="*/ 28052 h 28051"/>
                <a:gd name="connsiteX3" fmla="*/ 0 w 108705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705" h="28051">
                  <a:moveTo>
                    <a:pt x="0" y="0"/>
                  </a:moveTo>
                  <a:lnTo>
                    <a:pt x="108705" y="0"/>
                  </a:lnTo>
                  <a:lnTo>
                    <a:pt x="108705" y="28052"/>
                  </a:lnTo>
                  <a:lnTo>
                    <a:pt x="0" y="2805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555D444E-B64B-DEF1-5989-DFB178894601}"/>
                </a:ext>
              </a:extLst>
            </p:cNvPr>
            <p:cNvSpPr/>
            <p:nvPr/>
          </p:nvSpPr>
          <p:spPr>
            <a:xfrm>
              <a:off x="1175942" y="3811783"/>
              <a:ext cx="149574" cy="34606"/>
            </a:xfrm>
            <a:custGeom>
              <a:avLst/>
              <a:gdLst>
                <a:gd name="connsiteX0" fmla="*/ 0 w 108033"/>
                <a:gd name="connsiteY0" fmla="*/ 0 h 28051"/>
                <a:gd name="connsiteX1" fmla="*/ 108033 w 108033"/>
                <a:gd name="connsiteY1" fmla="*/ 0 h 28051"/>
                <a:gd name="connsiteX2" fmla="*/ 108033 w 108033"/>
                <a:gd name="connsiteY2" fmla="*/ 28052 h 28051"/>
                <a:gd name="connsiteX3" fmla="*/ 0 w 108033"/>
                <a:gd name="connsiteY3" fmla="*/ 28052 h 2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33" h="28051">
                  <a:moveTo>
                    <a:pt x="0" y="0"/>
                  </a:moveTo>
                  <a:lnTo>
                    <a:pt x="108033" y="0"/>
                  </a:lnTo>
                  <a:lnTo>
                    <a:pt x="108033" y="28052"/>
                  </a:lnTo>
                  <a:lnTo>
                    <a:pt x="0" y="28052"/>
                  </a:lnTo>
                  <a:close/>
                </a:path>
              </a:pathLst>
            </a:custGeom>
            <a:grpFill/>
            <a:ln w="839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BF89BBC2-9025-E1BB-8A33-2FABC7A2F002}"/>
                </a:ext>
              </a:extLst>
            </p:cNvPr>
            <p:cNvSpPr txBox="1"/>
            <p:nvPr/>
          </p:nvSpPr>
          <p:spPr>
            <a:xfrm>
              <a:off x="3532526" y="3709559"/>
              <a:ext cx="1375783" cy="235998"/>
            </a:xfrm>
            <a:prstGeom prst="rect">
              <a:avLst/>
            </a:prstGeom>
            <a:solidFill>
              <a:schemeClr val="tx2"/>
            </a:solidFill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121917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>
                  <a:ln>
                    <a:noFill/>
                  </a:ln>
                  <a:solidFill>
                    <a:srgbClr val="0076CE"/>
                  </a:solidFill>
                  <a:effectLst/>
                  <a:uLnTx/>
                  <a:uFillTx/>
                  <a:latin typeface="Agency FB" panose="020B0503020202020204" pitchFamily="34" charset="0"/>
                  <a:ea typeface="+mn-ea"/>
                  <a:cs typeface="+mn-cs"/>
                </a:rPr>
                <a:t>PowerFlex</a:t>
              </a:r>
            </a:p>
          </p:txBody>
        </p:sp>
      </p:grpSp>
      <p:sp>
        <p:nvSpPr>
          <p:cNvPr id="300" name="TextBox 299">
            <a:extLst>
              <a:ext uri="{FF2B5EF4-FFF2-40B4-BE49-F238E27FC236}">
                <a16:creationId xmlns:a16="http://schemas.microsoft.com/office/drawing/2014/main" id="{4693F176-7949-5398-072B-A71EED09BFC1}"/>
              </a:ext>
            </a:extLst>
          </p:cNvPr>
          <p:cNvSpPr txBox="1"/>
          <p:nvPr/>
        </p:nvSpPr>
        <p:spPr>
          <a:xfrm>
            <a:off x="3171144" y="2821584"/>
            <a:ext cx="1765299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Hyperconverged Portfolio</a:t>
            </a: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44444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F6578909-98B3-EC3D-69F5-138DA3CCCAF6}"/>
              </a:ext>
            </a:extLst>
          </p:cNvPr>
          <p:cNvGrpSpPr/>
          <p:nvPr/>
        </p:nvGrpSpPr>
        <p:grpSpPr>
          <a:xfrm flipV="1">
            <a:off x="1589030" y="2716512"/>
            <a:ext cx="10203843" cy="221966"/>
            <a:chOff x="1647839" y="2208866"/>
            <a:chExt cx="9957027" cy="177111"/>
          </a:xfrm>
        </p:grpSpPr>
        <p:sp>
          <p:nvSpPr>
            <p:cNvPr id="298" name="Right Brace 297">
              <a:extLst>
                <a:ext uri="{FF2B5EF4-FFF2-40B4-BE49-F238E27FC236}">
                  <a16:creationId xmlns:a16="http://schemas.microsoft.com/office/drawing/2014/main" id="{89BEDFFA-EF77-B29F-B494-CB21C2355653}"/>
                </a:ext>
              </a:extLst>
            </p:cNvPr>
            <p:cNvSpPr/>
            <p:nvPr/>
          </p:nvSpPr>
          <p:spPr>
            <a:xfrm rot="16200000">
              <a:off x="3968417" y="-103735"/>
              <a:ext cx="169134" cy="4810290"/>
            </a:xfrm>
            <a:prstGeom prst="rightBrace">
              <a:avLst/>
            </a:prstGeom>
            <a:ln w="12700">
              <a:solidFill>
                <a:schemeClr val="tx1">
                  <a:lumMod val="20000"/>
                  <a:lumOff val="8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" name="Right Brace 301">
              <a:extLst>
                <a:ext uri="{FF2B5EF4-FFF2-40B4-BE49-F238E27FC236}">
                  <a16:creationId xmlns:a16="http://schemas.microsoft.com/office/drawing/2014/main" id="{B74197EE-A62B-4793-D54D-6F95EE5751D3}"/>
                </a:ext>
              </a:extLst>
            </p:cNvPr>
            <p:cNvSpPr/>
            <p:nvPr/>
          </p:nvSpPr>
          <p:spPr>
            <a:xfrm rot="16200000">
              <a:off x="9111131" y="-115735"/>
              <a:ext cx="169134" cy="4818336"/>
            </a:xfrm>
            <a:prstGeom prst="rightBrace">
              <a:avLst/>
            </a:prstGeom>
            <a:ln w="12700">
              <a:solidFill>
                <a:schemeClr val="bg1">
                  <a:lumMod val="20000"/>
                  <a:lumOff val="80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303" name="TextBox 302">
            <a:extLst>
              <a:ext uri="{FF2B5EF4-FFF2-40B4-BE49-F238E27FC236}">
                <a16:creationId xmlns:a16="http://schemas.microsoft.com/office/drawing/2014/main" id="{21D5FBED-7D37-C76E-C501-939B526DB85C}"/>
              </a:ext>
            </a:extLst>
          </p:cNvPr>
          <p:cNvSpPr txBox="1"/>
          <p:nvPr/>
        </p:nvSpPr>
        <p:spPr>
          <a:xfrm>
            <a:off x="8441337" y="2821584"/>
            <a:ext cx="1765299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Disaggregated Portfolio</a:t>
            </a: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44444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B94FC576-3B8C-6322-AC18-4545DA1ED04C}"/>
              </a:ext>
            </a:extLst>
          </p:cNvPr>
          <p:cNvGrpSpPr/>
          <p:nvPr/>
        </p:nvGrpSpPr>
        <p:grpSpPr>
          <a:xfrm>
            <a:off x="853547" y="5044218"/>
            <a:ext cx="326200" cy="266446"/>
            <a:chOff x="6469779" y="256635"/>
            <a:chExt cx="722880" cy="550794"/>
          </a:xfrm>
          <a:solidFill>
            <a:srgbClr val="1383D4"/>
          </a:solidFill>
        </p:grpSpPr>
        <p:sp>
          <p:nvSpPr>
            <p:cNvPr id="306" name="Arrow: Chevron 305">
              <a:extLst>
                <a:ext uri="{FF2B5EF4-FFF2-40B4-BE49-F238E27FC236}">
                  <a16:creationId xmlns:a16="http://schemas.microsoft.com/office/drawing/2014/main" id="{ECF55BEB-CC95-6A0C-E09C-AB1B024D7D23}"/>
                </a:ext>
              </a:extLst>
            </p:cNvPr>
            <p:cNvSpPr/>
            <p:nvPr/>
          </p:nvSpPr>
          <p:spPr>
            <a:xfrm>
              <a:off x="6469779" y="256635"/>
              <a:ext cx="411477" cy="550537"/>
            </a:xfrm>
            <a:prstGeom prst="chevron">
              <a:avLst>
                <a:gd name="adj" fmla="val 38397"/>
              </a:avLst>
            </a:prstGeom>
            <a:solidFill>
              <a:srgbClr val="0074D2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6291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8" b="0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" name="Arrow: Chevron 306">
              <a:extLst>
                <a:ext uri="{FF2B5EF4-FFF2-40B4-BE49-F238E27FC236}">
                  <a16:creationId xmlns:a16="http://schemas.microsoft.com/office/drawing/2014/main" id="{73646408-48C5-C42A-3B92-D2525B745E3C}"/>
                </a:ext>
              </a:extLst>
            </p:cNvPr>
            <p:cNvSpPr/>
            <p:nvPr/>
          </p:nvSpPr>
          <p:spPr>
            <a:xfrm>
              <a:off x="6781182" y="256892"/>
              <a:ext cx="411477" cy="550537"/>
            </a:xfrm>
            <a:prstGeom prst="chevron">
              <a:avLst>
                <a:gd name="adj" fmla="val 38397"/>
              </a:avLst>
            </a:prstGeom>
            <a:solidFill>
              <a:srgbClr val="0074D2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6291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8" b="0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312" name="Rectangle: Rounded Corners 311">
            <a:extLst>
              <a:ext uri="{FF2B5EF4-FFF2-40B4-BE49-F238E27FC236}">
                <a16:creationId xmlns:a16="http://schemas.microsoft.com/office/drawing/2014/main" id="{8C5A76E7-99A4-5820-E2BC-22BA1D16A600}"/>
              </a:ext>
            </a:extLst>
          </p:cNvPr>
          <p:cNvSpPr/>
          <p:nvPr/>
        </p:nvSpPr>
        <p:spPr>
          <a:xfrm rot="16200000">
            <a:off x="-543624" y="4958012"/>
            <a:ext cx="2040946" cy="406084"/>
          </a:xfrm>
          <a:prstGeom prst="roundRect">
            <a:avLst>
              <a:gd name="adj" fmla="val 0"/>
            </a:avLst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21914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Arial Nova Light" panose="020B0304020202020204" pitchFamily="34" charset="0"/>
                <a:ea typeface="+mn-ea"/>
                <a:cs typeface="+mn-cs"/>
              </a:rPr>
              <a:t>Analysis Review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E420018-9668-8D9B-8526-24282CA45037}"/>
              </a:ext>
            </a:extLst>
          </p:cNvPr>
          <p:cNvGrpSpPr/>
          <p:nvPr/>
        </p:nvGrpSpPr>
        <p:grpSpPr>
          <a:xfrm>
            <a:off x="853547" y="2137193"/>
            <a:ext cx="326200" cy="266322"/>
            <a:chOff x="6622179" y="458913"/>
            <a:chExt cx="722880" cy="550537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3" name="Arrow: Chevron 2">
              <a:extLst>
                <a:ext uri="{FF2B5EF4-FFF2-40B4-BE49-F238E27FC236}">
                  <a16:creationId xmlns:a16="http://schemas.microsoft.com/office/drawing/2014/main" id="{BECAB1B0-DB4D-460F-9C23-8E619CA4386F}"/>
                </a:ext>
              </a:extLst>
            </p:cNvPr>
            <p:cNvSpPr/>
            <p:nvPr/>
          </p:nvSpPr>
          <p:spPr>
            <a:xfrm>
              <a:off x="6622179" y="458913"/>
              <a:ext cx="411477" cy="550537"/>
            </a:xfrm>
            <a:prstGeom prst="chevron">
              <a:avLst>
                <a:gd name="adj" fmla="val 3839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6291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8" b="0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" name="Arrow: Chevron 6">
              <a:extLst>
                <a:ext uri="{FF2B5EF4-FFF2-40B4-BE49-F238E27FC236}">
                  <a16:creationId xmlns:a16="http://schemas.microsoft.com/office/drawing/2014/main" id="{5B1984F8-9FD3-93BC-ABAC-58D39D9FAE0E}"/>
                </a:ext>
              </a:extLst>
            </p:cNvPr>
            <p:cNvSpPr/>
            <p:nvPr/>
          </p:nvSpPr>
          <p:spPr>
            <a:xfrm>
              <a:off x="6933582" y="458913"/>
              <a:ext cx="411477" cy="550537"/>
            </a:xfrm>
            <a:prstGeom prst="chevron">
              <a:avLst>
                <a:gd name="adj" fmla="val 3839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6291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608" b="0" i="0" u="none" strike="noStrike" kern="0" cap="none" spc="0" normalizeH="0" baseline="0" noProof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65C84398-27BF-7F63-DECE-49E736AFF575}"/>
              </a:ext>
            </a:extLst>
          </p:cNvPr>
          <p:cNvSpPr/>
          <p:nvPr/>
        </p:nvSpPr>
        <p:spPr>
          <a:xfrm rot="16200000">
            <a:off x="-543624" y="2082552"/>
            <a:ext cx="2040946" cy="406085"/>
          </a:xfrm>
          <a:prstGeom prst="roundRect">
            <a:avLst>
              <a:gd name="adj" fmla="val 0"/>
            </a:avLst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21914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srgbClr val="00447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 Light" panose="020B0304020202020204" pitchFamily="34" charset="0"/>
                <a:ea typeface="+mn-ea"/>
                <a:cs typeface="+mn-cs"/>
              </a:rPr>
              <a:t>Portfolio Advisory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6CDD318-6D5D-44AE-7288-A16E0C17BB32}"/>
              </a:ext>
            </a:extLst>
          </p:cNvPr>
          <p:cNvSpPr/>
          <p:nvPr/>
        </p:nvSpPr>
        <p:spPr>
          <a:xfrm>
            <a:off x="1342231" y="3666210"/>
            <a:ext cx="10655399" cy="3041253"/>
          </a:xfrm>
          <a:prstGeom prst="rect">
            <a:avLst/>
          </a:prstGeom>
          <a:noFill/>
          <a:ln w="28575">
            <a:solidFill>
              <a:srgbClr val="0074D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BC3C31F5-961D-5FBD-9857-14C3EE6BA889}"/>
              </a:ext>
            </a:extLst>
          </p:cNvPr>
          <p:cNvSpPr/>
          <p:nvPr/>
        </p:nvSpPr>
        <p:spPr>
          <a:xfrm>
            <a:off x="4679368" y="3648968"/>
            <a:ext cx="3761969" cy="51387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17546-54F7-41C8-3702-2671DBE02634}"/>
              </a:ext>
            </a:extLst>
          </p:cNvPr>
          <p:cNvSpPr/>
          <p:nvPr/>
        </p:nvSpPr>
        <p:spPr>
          <a:xfrm>
            <a:off x="4679473" y="3266113"/>
            <a:ext cx="3906814" cy="671903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F8AAF24-ADAD-AA55-1F61-6B1D5114D71D}"/>
              </a:ext>
            </a:extLst>
          </p:cNvPr>
          <p:cNvGrpSpPr/>
          <p:nvPr/>
        </p:nvGrpSpPr>
        <p:grpSpPr>
          <a:xfrm>
            <a:off x="5227248" y="3455338"/>
            <a:ext cx="2843235" cy="376474"/>
            <a:chOff x="3341659" y="2166255"/>
            <a:chExt cx="4829797" cy="666898"/>
          </a:xfrm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21C54F48-EC32-504E-CAFA-D3F18C709208}"/>
                </a:ext>
              </a:extLst>
            </p:cNvPr>
            <p:cNvGrpSpPr/>
            <p:nvPr/>
          </p:nvGrpSpPr>
          <p:grpSpPr>
            <a:xfrm>
              <a:off x="4020544" y="2166255"/>
              <a:ext cx="4150912" cy="666898"/>
              <a:chOff x="3411938" y="2218650"/>
              <a:chExt cx="4150912" cy="666898"/>
            </a:xfrm>
          </p:grpSpPr>
          <p:pic>
            <p:nvPicPr>
              <p:cNvPr id="95" name="Graphic 94">
                <a:extLst>
                  <a:ext uri="{FF2B5EF4-FFF2-40B4-BE49-F238E27FC236}">
                    <a16:creationId xmlns:a16="http://schemas.microsoft.com/office/drawing/2014/main" id="{423BACB9-A7AD-D955-7E83-9163B84014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4554055" y="2218650"/>
                <a:ext cx="3008795" cy="666898"/>
              </a:xfrm>
              <a:prstGeom prst="rect">
                <a:avLst/>
              </a:prstGeom>
            </p:spPr>
          </p:pic>
          <p:pic>
            <p:nvPicPr>
              <p:cNvPr id="96" name="Graphic 95">
                <a:extLst>
                  <a:ext uri="{FF2B5EF4-FFF2-40B4-BE49-F238E27FC236}">
                    <a16:creationId xmlns:a16="http://schemas.microsoft.com/office/drawing/2014/main" id="{090DE9AC-4B1C-107C-19D6-BED565150B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3411938" y="2377984"/>
                <a:ext cx="959064" cy="364270"/>
              </a:xfrm>
              <a:prstGeom prst="rect">
                <a:avLst/>
              </a:prstGeom>
            </p:spPr>
          </p:pic>
        </p:grpSp>
        <p:pic>
          <p:nvPicPr>
            <p:cNvPr id="86" name="Graphic 85">
              <a:extLst>
                <a:ext uri="{FF2B5EF4-FFF2-40B4-BE49-F238E27FC236}">
                  <a16:creationId xmlns:a16="http://schemas.microsoft.com/office/drawing/2014/main" id="{146F3944-756B-462F-7624-D068BFDFEFE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341659" y="2244717"/>
              <a:ext cx="525180" cy="525180"/>
            </a:xfrm>
            <a:prstGeom prst="rect">
              <a:avLst/>
            </a:prstGeom>
          </p:spPr>
        </p:pic>
      </p:grpSp>
      <p:pic>
        <p:nvPicPr>
          <p:cNvPr id="154" name="Graphic 153">
            <a:extLst>
              <a:ext uri="{FF2B5EF4-FFF2-40B4-BE49-F238E27FC236}">
                <a16:creationId xmlns:a16="http://schemas.microsoft.com/office/drawing/2014/main" id="{267ACA3B-4EA5-9D2A-561D-E0A693AD761D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 r="84269"/>
          <a:stretch/>
        </p:blipFill>
        <p:spPr>
          <a:xfrm>
            <a:off x="3840762" y="4923638"/>
            <a:ext cx="756421" cy="849583"/>
          </a:xfrm>
          <a:prstGeom prst="rect">
            <a:avLst/>
          </a:prstGeom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5AD6A413-B1CB-A199-C666-E49B12706B48}"/>
              </a:ext>
            </a:extLst>
          </p:cNvPr>
          <p:cNvSpPr txBox="1"/>
          <p:nvPr/>
        </p:nvSpPr>
        <p:spPr>
          <a:xfrm>
            <a:off x="2930259" y="3808219"/>
            <a:ext cx="2592114" cy="866904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Roboto Medium" panose="02000000000000000000" pitchFamily="2" charset="0"/>
                <a:ea typeface="Roboto Medium" panose="02000000000000000000" pitchFamily="2" charset="0"/>
                <a:cs typeface="+mn-cs"/>
              </a:rPr>
              <a:t>Option </a:t>
            </a:r>
            <a:r>
              <a:rPr lang="en-US" sz="2400" dirty="0">
                <a:solidFill>
                  <a:srgbClr val="0074D2"/>
                </a:solidFill>
                <a:latin typeface="Roboto Medium" panose="02000000000000000000" pitchFamily="2" charset="0"/>
                <a:ea typeface="Roboto Medium" panose="02000000000000000000" pitchFamily="2" charset="0"/>
              </a:rPr>
              <a:t>1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74D2"/>
              </a:solidFill>
              <a:effectLst/>
              <a:uLnTx/>
              <a:uFillTx/>
              <a:latin typeface="Roboto Medium" panose="02000000000000000000" pitchFamily="2" charset="0"/>
              <a:ea typeface="Roboto Medium" panose="02000000000000000000" pitchFamily="2" charset="0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Roboto Medium" panose="02000000000000000000" pitchFamily="2" charset="0"/>
                <a:ea typeface="Roboto Medium" panose="02000000000000000000" pitchFamily="2" charset="0"/>
                <a:cs typeface="+mn-cs"/>
              </a:rPr>
              <a:t>VxRail Refresh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Analyze Health, Performance, Cost of Current</a:t>
            </a:r>
          </a:p>
        </p:txBody>
      </p:sp>
      <p:pic>
        <p:nvPicPr>
          <p:cNvPr id="156" name="Graphic 155">
            <a:extLst>
              <a:ext uri="{FF2B5EF4-FFF2-40B4-BE49-F238E27FC236}">
                <a16:creationId xmlns:a16="http://schemas.microsoft.com/office/drawing/2014/main" id="{CA436706-DA5E-5D04-506B-CF27A94FE08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527326" y="4938893"/>
            <a:ext cx="277875" cy="202439"/>
          </a:xfrm>
          <a:prstGeom prst="rect">
            <a:avLst/>
          </a:prstGeom>
        </p:spPr>
      </p:pic>
      <p:pic>
        <p:nvPicPr>
          <p:cNvPr id="158" name="Graphic 157">
            <a:extLst>
              <a:ext uri="{FF2B5EF4-FFF2-40B4-BE49-F238E27FC236}">
                <a16:creationId xmlns:a16="http://schemas.microsoft.com/office/drawing/2014/main" id="{44ED31F1-D9BB-B26E-67EE-1C80AF920A1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3554709" y="5512025"/>
            <a:ext cx="202171" cy="203154"/>
          </a:xfrm>
          <a:prstGeom prst="rect">
            <a:avLst/>
          </a:prstGeom>
        </p:spPr>
      </p:pic>
      <p:sp>
        <p:nvSpPr>
          <p:cNvPr id="160" name="TextBox 159">
            <a:extLst>
              <a:ext uri="{FF2B5EF4-FFF2-40B4-BE49-F238E27FC236}">
                <a16:creationId xmlns:a16="http://schemas.microsoft.com/office/drawing/2014/main" id="{C704B5A5-D1CF-A6C8-5ABA-7778C2768985}"/>
              </a:ext>
            </a:extLst>
          </p:cNvPr>
          <p:cNvSpPr txBox="1"/>
          <p:nvPr/>
        </p:nvSpPr>
        <p:spPr>
          <a:xfrm>
            <a:off x="7960879" y="3794936"/>
            <a:ext cx="2820565" cy="1138773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Roboto Medium" panose="02000000000000000000" pitchFamily="2" charset="0"/>
                <a:ea typeface="Roboto Medium" panose="02000000000000000000" pitchFamily="2" charset="0"/>
                <a:cs typeface="+mn-cs"/>
              </a:rPr>
              <a:t>Option 2</a:t>
            </a:r>
            <a:r>
              <a:rPr lang="en-US" sz="2400" dirty="0">
                <a:solidFill>
                  <a:srgbClr val="0074D2"/>
                </a:solidFill>
                <a:latin typeface="Roboto Medium" panose="02000000000000000000" pitchFamily="2" charset="0"/>
                <a:ea typeface="Roboto Medium" panose="02000000000000000000" pitchFamily="2" charset="0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74D2"/>
              </a:solidFill>
              <a:effectLst/>
              <a:uLnTx/>
              <a:uFillTx/>
              <a:latin typeface="Roboto Medium" panose="02000000000000000000" pitchFamily="2" charset="0"/>
              <a:ea typeface="Roboto Medium" panose="02000000000000000000" pitchFamily="2" charset="0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74D2"/>
                </a:solidFill>
                <a:latin typeface="Roboto Medium" panose="02000000000000000000" pitchFamily="2" charset="0"/>
                <a:ea typeface="Roboto Medium" panose="02000000000000000000" pitchFamily="2" charset="0"/>
              </a:rPr>
              <a:t>Dell Private Cloud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74D2"/>
              </a:solidFill>
              <a:effectLst/>
              <a:uLnTx/>
              <a:uFillTx/>
              <a:latin typeface="Roboto Medium" panose="02000000000000000000" pitchFamily="2" charset="0"/>
              <a:ea typeface="Roboto Medium" panose="02000000000000000000" pitchFamily="2" charset="0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74D2"/>
                </a:solidFill>
                <a:effectLst/>
                <a:uLnTx/>
                <a:uFillTx/>
                <a:latin typeface="Roboto Medium" panose="02000000000000000000" pitchFamily="2" charset="0"/>
                <a:ea typeface="Roboto Medium" panose="02000000000000000000" pitchFamily="2" charset="0"/>
                <a:cs typeface="+mn-cs"/>
              </a:rPr>
              <a:t>PowerEdge/PowerStore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boto Light" panose="02000000000000000000" pitchFamily="2" charset="0"/>
                <a:ea typeface="Roboto Light" panose="02000000000000000000" pitchFamily="2" charset="0"/>
                <a:cs typeface="+mn-cs"/>
              </a:rPr>
              <a:t>Compare to Capability &amp; Cost of New </a:t>
            </a:r>
          </a:p>
        </p:txBody>
      </p:sp>
      <p:pic>
        <p:nvPicPr>
          <p:cNvPr id="161" name="Graphic 160">
            <a:extLst>
              <a:ext uri="{FF2B5EF4-FFF2-40B4-BE49-F238E27FC236}">
                <a16:creationId xmlns:a16="http://schemas.microsoft.com/office/drawing/2014/main" id="{A76AF614-52A3-9519-3251-064C28C62B2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3527326" y="5146663"/>
            <a:ext cx="294812" cy="296246"/>
          </a:xfrm>
          <a:prstGeom prst="rect">
            <a:avLst/>
          </a:prstGeom>
        </p:spPr>
      </p:pic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B6B89F8A-F29D-5849-37A1-0610D77E4B2A}"/>
              </a:ext>
            </a:extLst>
          </p:cNvPr>
          <p:cNvCxnSpPr>
            <a:cxnSpLocks/>
          </p:cNvCxnSpPr>
          <p:nvPr/>
        </p:nvCxnSpPr>
        <p:spPr>
          <a:xfrm>
            <a:off x="6748008" y="4017338"/>
            <a:ext cx="0" cy="260234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8E13EB4A-6894-2A71-4C9D-E7BD1489A563}"/>
              </a:ext>
            </a:extLst>
          </p:cNvPr>
          <p:cNvGrpSpPr/>
          <p:nvPr/>
        </p:nvGrpSpPr>
        <p:grpSpPr>
          <a:xfrm>
            <a:off x="8972438" y="4835423"/>
            <a:ext cx="756421" cy="1044926"/>
            <a:chOff x="9847172" y="3691549"/>
            <a:chExt cx="838998" cy="1153389"/>
          </a:xfrm>
        </p:grpSpPr>
        <p:pic>
          <p:nvPicPr>
            <p:cNvPr id="169" name="Graphic 168">
              <a:extLst>
                <a:ext uri="{FF2B5EF4-FFF2-40B4-BE49-F238E27FC236}">
                  <a16:creationId xmlns:a16="http://schemas.microsoft.com/office/drawing/2014/main" id="{17783CEF-C32F-5E73-8C6F-62E5BC02B4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rcRect r="84269" b="69455"/>
            <a:stretch/>
          </p:blipFill>
          <p:spPr>
            <a:xfrm>
              <a:off x="9847172" y="4558500"/>
              <a:ext cx="838998" cy="286438"/>
            </a:xfrm>
            <a:prstGeom prst="rect">
              <a:avLst/>
            </a:prstGeom>
          </p:spPr>
        </p:pic>
        <p:pic>
          <p:nvPicPr>
            <p:cNvPr id="170" name="Graphic 169">
              <a:extLst>
                <a:ext uri="{FF2B5EF4-FFF2-40B4-BE49-F238E27FC236}">
                  <a16:creationId xmlns:a16="http://schemas.microsoft.com/office/drawing/2014/main" id="{10266455-0124-D5A2-3A2D-80BA460DC01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rcRect r="84269" b="69455"/>
            <a:stretch/>
          </p:blipFill>
          <p:spPr>
            <a:xfrm>
              <a:off x="9847172" y="4257114"/>
              <a:ext cx="838998" cy="286438"/>
            </a:xfrm>
            <a:prstGeom prst="rect">
              <a:avLst/>
            </a:prstGeom>
          </p:spPr>
        </p:pic>
        <p:sp>
          <p:nvSpPr>
            <p:cNvPr id="171" name="Freeform 728">
              <a:extLst>
                <a:ext uri="{FF2B5EF4-FFF2-40B4-BE49-F238E27FC236}">
                  <a16:creationId xmlns:a16="http://schemas.microsoft.com/office/drawing/2014/main" id="{9B09D519-838C-A2FA-813A-A2B35B68420C}"/>
                </a:ext>
              </a:extLst>
            </p:cNvPr>
            <p:cNvSpPr/>
            <p:nvPr/>
          </p:nvSpPr>
          <p:spPr>
            <a:xfrm>
              <a:off x="9929236" y="3691549"/>
              <a:ext cx="674871" cy="278283"/>
            </a:xfrm>
            <a:custGeom>
              <a:avLst/>
              <a:gdLst>
                <a:gd name="connsiteX0" fmla="*/ 1740777 w 4212788"/>
                <a:gd name="connsiteY0" fmla="*/ 941 h 2075688"/>
                <a:gd name="connsiteX1" fmla="*/ 1805067 w 4212788"/>
                <a:gd name="connsiteY1" fmla="*/ 30300 h 2075688"/>
                <a:gd name="connsiteX2" fmla="*/ 1973918 w 4212788"/>
                <a:gd name="connsiteY2" fmla="*/ 313671 h 2075688"/>
                <a:gd name="connsiteX3" fmla="*/ 2106283 w 4212788"/>
                <a:gd name="connsiteY3" fmla="*/ 308777 h 2075688"/>
                <a:gd name="connsiteX4" fmla="*/ 2238648 w 4212788"/>
                <a:gd name="connsiteY4" fmla="*/ 313671 h 2075688"/>
                <a:gd name="connsiteX5" fmla="*/ 2407498 w 4212788"/>
                <a:gd name="connsiteY5" fmla="*/ 30300 h 2075688"/>
                <a:gd name="connsiteX6" fmla="*/ 2471791 w 4212788"/>
                <a:gd name="connsiteY6" fmla="*/ 941 h 2075688"/>
                <a:gd name="connsiteX7" fmla="*/ 2676457 w 4212788"/>
                <a:gd name="connsiteY7" fmla="*/ 47428 h 2075688"/>
                <a:gd name="connsiteX8" fmla="*/ 2721617 w 4212788"/>
                <a:gd name="connsiteY8" fmla="*/ 101699 h 2075688"/>
                <a:gd name="connsiteX9" fmla="*/ 2751204 w 4212788"/>
                <a:gd name="connsiteY9" fmla="*/ 430000 h 2075688"/>
                <a:gd name="connsiteX10" fmla="*/ 2990130 w 4212788"/>
                <a:gd name="connsiteY10" fmla="*/ 545215 h 2075688"/>
                <a:gd name="connsiteX11" fmla="*/ 3265318 w 4212788"/>
                <a:gd name="connsiteY11" fmla="*/ 363717 h 2075688"/>
                <a:gd name="connsiteX12" fmla="*/ 3336060 w 4212788"/>
                <a:gd name="connsiteY12" fmla="*/ 365273 h 2075688"/>
                <a:gd name="connsiteX13" fmla="*/ 3500238 w 4212788"/>
                <a:gd name="connsiteY13" fmla="*/ 496283 h 2075688"/>
                <a:gd name="connsiteX14" fmla="*/ 3517368 w 4212788"/>
                <a:gd name="connsiteY14" fmla="*/ 565012 h 2075688"/>
                <a:gd name="connsiteX15" fmla="*/ 3401465 w 4212788"/>
                <a:gd name="connsiteY15" fmla="*/ 873740 h 2075688"/>
                <a:gd name="connsiteX16" fmla="*/ 3566532 w 4212788"/>
                <a:gd name="connsiteY16" fmla="*/ 1080596 h 2075688"/>
                <a:gd name="connsiteX17" fmla="*/ 3893332 w 4212788"/>
                <a:gd name="connsiteY17" fmla="*/ 1035889 h 2075688"/>
                <a:gd name="connsiteX18" fmla="*/ 3956288 w 4212788"/>
                <a:gd name="connsiteY18" fmla="*/ 1067917 h 2075688"/>
                <a:gd name="connsiteX19" fmla="*/ 4047277 w 4212788"/>
                <a:gd name="connsiteY19" fmla="*/ 1256313 h 2075688"/>
                <a:gd name="connsiteX20" fmla="*/ 4033037 w 4212788"/>
                <a:gd name="connsiteY20" fmla="*/ 1325709 h 2075688"/>
                <a:gd name="connsiteX21" fmla="*/ 3794558 w 4212788"/>
                <a:gd name="connsiteY21" fmla="*/ 1553473 h 2075688"/>
                <a:gd name="connsiteX22" fmla="*/ 3853509 w 4212788"/>
                <a:gd name="connsiteY22" fmla="*/ 1811933 h 2075688"/>
                <a:gd name="connsiteX23" fmla="*/ 4166962 w 4212788"/>
                <a:gd name="connsiteY23" fmla="*/ 1913803 h 2075688"/>
                <a:gd name="connsiteX24" fmla="*/ 4209896 w 4212788"/>
                <a:gd name="connsiteY24" fmla="*/ 1970077 h 2075688"/>
                <a:gd name="connsiteX25" fmla="*/ 4210120 w 4212788"/>
                <a:gd name="connsiteY25" fmla="*/ 1970077 h 2075688"/>
                <a:gd name="connsiteX26" fmla="*/ 4212788 w 4212788"/>
                <a:gd name="connsiteY26" fmla="*/ 2075284 h 2075688"/>
                <a:gd name="connsiteX27" fmla="*/ 4212778 w 4212788"/>
                <a:gd name="connsiteY27" fmla="*/ 2075688 h 2075688"/>
                <a:gd name="connsiteX28" fmla="*/ 16 w 4212788"/>
                <a:gd name="connsiteY28" fmla="*/ 2075688 h 2075688"/>
                <a:gd name="connsiteX29" fmla="*/ 0 w 4212788"/>
                <a:gd name="connsiteY29" fmla="*/ 2075063 h 2075688"/>
                <a:gd name="connsiteX30" fmla="*/ 2669 w 4212788"/>
                <a:gd name="connsiteY30" fmla="*/ 1969855 h 2075688"/>
                <a:gd name="connsiteX31" fmla="*/ 45606 w 4212788"/>
                <a:gd name="connsiteY31" fmla="*/ 1913580 h 2075688"/>
                <a:gd name="connsiteX32" fmla="*/ 359056 w 4212788"/>
                <a:gd name="connsiteY32" fmla="*/ 1811709 h 2075688"/>
                <a:gd name="connsiteX33" fmla="*/ 418009 w 4212788"/>
                <a:gd name="connsiteY33" fmla="*/ 1553473 h 2075688"/>
                <a:gd name="connsiteX34" fmla="*/ 179527 w 4212788"/>
                <a:gd name="connsiteY34" fmla="*/ 1325709 h 2075688"/>
                <a:gd name="connsiteX35" fmla="*/ 165067 w 4212788"/>
                <a:gd name="connsiteY35" fmla="*/ 1256534 h 2075688"/>
                <a:gd name="connsiteX36" fmla="*/ 256277 w 4212788"/>
                <a:gd name="connsiteY36" fmla="*/ 1067695 h 2075688"/>
                <a:gd name="connsiteX37" fmla="*/ 319234 w 4212788"/>
                <a:gd name="connsiteY37" fmla="*/ 1035889 h 2075688"/>
                <a:gd name="connsiteX38" fmla="*/ 646034 w 4212788"/>
                <a:gd name="connsiteY38" fmla="*/ 1080596 h 2075688"/>
                <a:gd name="connsiteX39" fmla="*/ 811101 w 4212788"/>
                <a:gd name="connsiteY39" fmla="*/ 873740 h 2075688"/>
                <a:gd name="connsiteX40" fmla="*/ 695198 w 4212788"/>
                <a:gd name="connsiteY40" fmla="*/ 565012 h 2075688"/>
                <a:gd name="connsiteX41" fmla="*/ 712328 w 4212788"/>
                <a:gd name="connsiteY41" fmla="*/ 496283 h 2075688"/>
                <a:gd name="connsiteX42" fmla="*/ 876505 w 4212788"/>
                <a:gd name="connsiteY42" fmla="*/ 365273 h 2075688"/>
                <a:gd name="connsiteX43" fmla="*/ 947250 w 4212788"/>
                <a:gd name="connsiteY43" fmla="*/ 363717 h 2075688"/>
                <a:gd name="connsiteX44" fmla="*/ 1222436 w 4212788"/>
                <a:gd name="connsiteY44" fmla="*/ 545215 h 2075688"/>
                <a:gd name="connsiteX45" fmla="*/ 1461363 w 4212788"/>
                <a:gd name="connsiteY45" fmla="*/ 430000 h 2075688"/>
                <a:gd name="connsiteX46" fmla="*/ 1490949 w 4212788"/>
                <a:gd name="connsiteY46" fmla="*/ 101699 h 2075688"/>
                <a:gd name="connsiteX47" fmla="*/ 1536110 w 4212788"/>
                <a:gd name="connsiteY47" fmla="*/ 47428 h 2075688"/>
                <a:gd name="connsiteX48" fmla="*/ 1740777 w 4212788"/>
                <a:gd name="connsiteY48" fmla="*/ 941 h 207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212788" h="2075688">
                  <a:moveTo>
                    <a:pt x="1740777" y="941"/>
                  </a:moveTo>
                  <a:cubicBezTo>
                    <a:pt x="1766137" y="-3508"/>
                    <a:pt x="1791943" y="8058"/>
                    <a:pt x="1805067" y="30300"/>
                  </a:cubicBezTo>
                  <a:lnTo>
                    <a:pt x="1973918" y="313671"/>
                  </a:lnTo>
                  <a:cubicBezTo>
                    <a:pt x="2017520" y="310335"/>
                    <a:pt x="2061790" y="308777"/>
                    <a:pt x="2106283" y="308777"/>
                  </a:cubicBezTo>
                  <a:cubicBezTo>
                    <a:pt x="2150775" y="308777"/>
                    <a:pt x="2195045" y="310335"/>
                    <a:pt x="2238648" y="313671"/>
                  </a:cubicBezTo>
                  <a:lnTo>
                    <a:pt x="2407498" y="30300"/>
                  </a:lnTo>
                  <a:cubicBezTo>
                    <a:pt x="2420846" y="8281"/>
                    <a:pt x="2446431" y="-3508"/>
                    <a:pt x="2471791" y="941"/>
                  </a:cubicBezTo>
                  <a:cubicBezTo>
                    <a:pt x="2541200" y="13174"/>
                    <a:pt x="2609718" y="28743"/>
                    <a:pt x="2676457" y="47428"/>
                  </a:cubicBezTo>
                  <a:cubicBezTo>
                    <a:pt x="2701372" y="54323"/>
                    <a:pt x="2719392" y="75898"/>
                    <a:pt x="2721617" y="101699"/>
                  </a:cubicBezTo>
                  <a:lnTo>
                    <a:pt x="2751204" y="430000"/>
                  </a:lnTo>
                  <a:cubicBezTo>
                    <a:pt x="2834184" y="462474"/>
                    <a:pt x="2914047" y="501177"/>
                    <a:pt x="2990130" y="545215"/>
                  </a:cubicBezTo>
                  <a:lnTo>
                    <a:pt x="3265318" y="363717"/>
                  </a:lnTo>
                  <a:cubicBezTo>
                    <a:pt x="3286896" y="349260"/>
                    <a:pt x="3315148" y="350148"/>
                    <a:pt x="3336060" y="365273"/>
                  </a:cubicBezTo>
                  <a:cubicBezTo>
                    <a:pt x="3393011" y="406200"/>
                    <a:pt x="3447737" y="450019"/>
                    <a:pt x="3500238" y="496283"/>
                  </a:cubicBezTo>
                  <a:cubicBezTo>
                    <a:pt x="3519592" y="513632"/>
                    <a:pt x="3526490" y="540767"/>
                    <a:pt x="3517368" y="565012"/>
                  </a:cubicBezTo>
                  <a:lnTo>
                    <a:pt x="3401465" y="873740"/>
                  </a:lnTo>
                  <a:cubicBezTo>
                    <a:pt x="3461307" y="938467"/>
                    <a:pt x="3516700" y="1007640"/>
                    <a:pt x="3566532" y="1080596"/>
                  </a:cubicBezTo>
                  <a:lnTo>
                    <a:pt x="3893332" y="1035889"/>
                  </a:lnTo>
                  <a:cubicBezTo>
                    <a:pt x="3918914" y="1032329"/>
                    <a:pt x="3943830" y="1045231"/>
                    <a:pt x="3956288" y="1067917"/>
                  </a:cubicBezTo>
                  <a:cubicBezTo>
                    <a:pt x="3989656" y="1128862"/>
                    <a:pt x="4019912" y="1191809"/>
                    <a:pt x="4047277" y="1256313"/>
                  </a:cubicBezTo>
                  <a:cubicBezTo>
                    <a:pt x="4057287" y="1280334"/>
                    <a:pt x="4051725" y="1307916"/>
                    <a:pt x="4033037" y="1325709"/>
                  </a:cubicBezTo>
                  <a:lnTo>
                    <a:pt x="3794558" y="1553473"/>
                  </a:lnTo>
                  <a:cubicBezTo>
                    <a:pt x="3820585" y="1637105"/>
                    <a:pt x="3840384" y="1723406"/>
                    <a:pt x="3853509" y="1811933"/>
                  </a:cubicBezTo>
                  <a:lnTo>
                    <a:pt x="4166962" y="1913803"/>
                  </a:lnTo>
                  <a:cubicBezTo>
                    <a:pt x="4191654" y="1921810"/>
                    <a:pt x="4208561" y="1944275"/>
                    <a:pt x="4209896" y="1970077"/>
                  </a:cubicBezTo>
                  <a:lnTo>
                    <a:pt x="4210120" y="1970077"/>
                  </a:lnTo>
                  <a:cubicBezTo>
                    <a:pt x="4211898" y="2004998"/>
                    <a:pt x="4212788" y="2040141"/>
                    <a:pt x="4212788" y="2075284"/>
                  </a:cubicBezTo>
                  <a:lnTo>
                    <a:pt x="4212778" y="2075688"/>
                  </a:lnTo>
                  <a:lnTo>
                    <a:pt x="16" y="2075688"/>
                  </a:lnTo>
                  <a:lnTo>
                    <a:pt x="0" y="2075063"/>
                  </a:lnTo>
                  <a:cubicBezTo>
                    <a:pt x="0" y="2039697"/>
                    <a:pt x="890" y="2004776"/>
                    <a:pt x="2669" y="1969855"/>
                  </a:cubicBezTo>
                  <a:cubicBezTo>
                    <a:pt x="4004" y="1944053"/>
                    <a:pt x="20912" y="1921589"/>
                    <a:pt x="45606" y="1913580"/>
                  </a:cubicBezTo>
                  <a:lnTo>
                    <a:pt x="359056" y="1811709"/>
                  </a:lnTo>
                  <a:cubicBezTo>
                    <a:pt x="372404" y="1723406"/>
                    <a:pt x="392204" y="1637105"/>
                    <a:pt x="418009" y="1553473"/>
                  </a:cubicBezTo>
                  <a:lnTo>
                    <a:pt x="179527" y="1325709"/>
                  </a:lnTo>
                  <a:cubicBezTo>
                    <a:pt x="160618" y="1307916"/>
                    <a:pt x="155057" y="1280334"/>
                    <a:pt x="165067" y="1256534"/>
                  </a:cubicBezTo>
                  <a:cubicBezTo>
                    <a:pt x="192431" y="1191809"/>
                    <a:pt x="222909" y="1128862"/>
                    <a:pt x="256277" y="1067695"/>
                  </a:cubicBezTo>
                  <a:cubicBezTo>
                    <a:pt x="268735" y="1045231"/>
                    <a:pt x="293651" y="1032329"/>
                    <a:pt x="319234" y="1035889"/>
                  </a:cubicBezTo>
                  <a:lnTo>
                    <a:pt x="646034" y="1080596"/>
                  </a:lnTo>
                  <a:cubicBezTo>
                    <a:pt x="695864" y="1007640"/>
                    <a:pt x="751036" y="938467"/>
                    <a:pt x="811101" y="873740"/>
                  </a:cubicBezTo>
                  <a:lnTo>
                    <a:pt x="695198" y="565012"/>
                  </a:lnTo>
                  <a:cubicBezTo>
                    <a:pt x="686078" y="540767"/>
                    <a:pt x="692974" y="513409"/>
                    <a:pt x="712328" y="496283"/>
                  </a:cubicBezTo>
                  <a:cubicBezTo>
                    <a:pt x="764829" y="450019"/>
                    <a:pt x="819556" y="406200"/>
                    <a:pt x="876505" y="365273"/>
                  </a:cubicBezTo>
                  <a:cubicBezTo>
                    <a:pt x="897417" y="350148"/>
                    <a:pt x="925670" y="349482"/>
                    <a:pt x="947250" y="363717"/>
                  </a:cubicBezTo>
                  <a:lnTo>
                    <a:pt x="1222436" y="545215"/>
                  </a:lnTo>
                  <a:cubicBezTo>
                    <a:pt x="1298742" y="501177"/>
                    <a:pt x="1378606" y="462474"/>
                    <a:pt x="1461363" y="430000"/>
                  </a:cubicBezTo>
                  <a:lnTo>
                    <a:pt x="1490949" y="101699"/>
                  </a:lnTo>
                  <a:cubicBezTo>
                    <a:pt x="1493175" y="75898"/>
                    <a:pt x="1511193" y="54323"/>
                    <a:pt x="1536110" y="47428"/>
                  </a:cubicBezTo>
                  <a:cubicBezTo>
                    <a:pt x="1603072" y="28743"/>
                    <a:pt x="1671368" y="13174"/>
                    <a:pt x="1740777" y="941"/>
                  </a:cubicBezTo>
                  <a:close/>
                </a:path>
              </a:pathLst>
            </a:custGeom>
            <a:solidFill>
              <a:srgbClr val="0076CE">
                <a:lumMod val="40000"/>
                <a:lumOff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ova Cond Light" panose="020B0306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756BC33D-3F5C-191F-64C4-5DAB58649539}"/>
                </a:ext>
              </a:extLst>
            </p:cNvPr>
            <p:cNvGrpSpPr/>
            <p:nvPr/>
          </p:nvGrpSpPr>
          <p:grpSpPr>
            <a:xfrm>
              <a:off x="10017612" y="3712086"/>
              <a:ext cx="498119" cy="379915"/>
              <a:chOff x="-3577208" y="5096942"/>
              <a:chExt cx="1081761" cy="914400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grpSp>
            <p:nvGrpSpPr>
              <p:cNvPr id="272" name="Group 271">
                <a:extLst>
                  <a:ext uri="{FF2B5EF4-FFF2-40B4-BE49-F238E27FC236}">
                    <a16:creationId xmlns:a16="http://schemas.microsoft.com/office/drawing/2014/main" id="{B9DE8561-543C-B865-5D0A-BAA8B01C2778}"/>
                  </a:ext>
                </a:extLst>
              </p:cNvPr>
              <p:cNvGrpSpPr/>
              <p:nvPr/>
            </p:nvGrpSpPr>
            <p:grpSpPr>
              <a:xfrm>
                <a:off x="-3577208" y="5096942"/>
                <a:ext cx="1081761" cy="914400"/>
                <a:chOff x="-3577208" y="5096942"/>
                <a:chExt cx="1081761" cy="914400"/>
              </a:xfrm>
            </p:grpSpPr>
            <p:pic>
              <p:nvPicPr>
                <p:cNvPr id="274" name="Graphic 273" descr="Laptop with solid fill">
                  <a:extLst>
                    <a:ext uri="{FF2B5EF4-FFF2-40B4-BE49-F238E27FC236}">
                      <a16:creationId xmlns:a16="http://schemas.microsoft.com/office/drawing/2014/main" id="{2D55117C-0A2D-FB60-7862-8D517FA9232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3577208" y="5096942"/>
                  <a:ext cx="1081761" cy="914400"/>
                </a:xfrm>
                <a:prstGeom prst="rect">
                  <a:avLst/>
                </a:prstGeom>
              </p:spPr>
            </p:pic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71FCC464-2C2E-7574-1832-22F85EC35FCD}"/>
                    </a:ext>
                  </a:extLst>
                </p:cNvPr>
                <p:cNvSpPr/>
                <p:nvPr/>
              </p:nvSpPr>
              <p:spPr>
                <a:xfrm>
                  <a:off x="-3389863" y="5334774"/>
                  <a:ext cx="710079" cy="343258"/>
                </a:xfrm>
                <a:prstGeom prst="rect">
                  <a:avLst/>
                </a:prstGeom>
                <a:solidFill>
                  <a:srgbClr val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822837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 Nova Cond Light" panose="020B0306020202020204" pitchFamily="34" charset="0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73" name="Graphic 272" descr="Periodic Graph outline">
                <a:extLst>
                  <a:ext uri="{FF2B5EF4-FFF2-40B4-BE49-F238E27FC236}">
                    <a16:creationId xmlns:a16="http://schemas.microsoft.com/office/drawing/2014/main" id="{BBD66288-4386-995A-FA50-0682DC14AB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-3447201" y="5258788"/>
                <a:ext cx="842329" cy="493267"/>
              </a:xfrm>
              <a:prstGeom prst="rect">
                <a:avLst/>
              </a:prstGeom>
            </p:spPr>
          </p:pic>
        </p:grp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3EF10F81-1AD6-79B3-E861-403052F26E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87053" y="4141919"/>
              <a:ext cx="0" cy="124207"/>
            </a:xfrm>
            <a:prstGeom prst="line">
              <a:avLst/>
            </a:prstGeom>
            <a:ln w="9525">
              <a:solidFill>
                <a:schemeClr val="bg1">
                  <a:lumMod val="60000"/>
                  <a:lumOff val="40000"/>
                </a:schemeClr>
              </a:solidFill>
              <a:prstDash val="dash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055E5883-503B-3F4C-EC85-E3F6124658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18072" y="4141919"/>
              <a:ext cx="0" cy="124207"/>
            </a:xfrm>
            <a:prstGeom prst="line">
              <a:avLst/>
            </a:prstGeom>
            <a:ln w="9525">
              <a:solidFill>
                <a:schemeClr val="bg1">
                  <a:lumMod val="60000"/>
                  <a:lumOff val="40000"/>
                </a:schemeClr>
              </a:solidFill>
              <a:prstDash val="dash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408CD68C-29BE-F664-E7FB-AB8FC18376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266671" y="4080950"/>
              <a:ext cx="0" cy="185176"/>
            </a:xfrm>
            <a:prstGeom prst="line">
              <a:avLst/>
            </a:prstGeom>
            <a:ln w="9525">
              <a:solidFill>
                <a:schemeClr val="bg1">
                  <a:lumMod val="60000"/>
                  <a:lumOff val="40000"/>
                </a:schemeClr>
              </a:solidFill>
              <a:prstDash val="dash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D289EB40-9868-1DE2-E13E-3D9506352AAC}"/>
              </a:ext>
            </a:extLst>
          </p:cNvPr>
          <p:cNvGrpSpPr/>
          <p:nvPr/>
        </p:nvGrpSpPr>
        <p:grpSpPr>
          <a:xfrm>
            <a:off x="3007550" y="1432780"/>
            <a:ext cx="7061124" cy="648583"/>
            <a:chOff x="2982401" y="1338757"/>
            <a:chExt cx="7061124" cy="648583"/>
          </a:xfrm>
        </p:grpSpPr>
        <p:pic>
          <p:nvPicPr>
            <p:cNvPr id="12" name="Picture 2">
              <a:extLst>
                <a:ext uri="{FF2B5EF4-FFF2-40B4-BE49-F238E27FC236}">
                  <a16:creationId xmlns:a16="http://schemas.microsoft.com/office/drawing/2014/main" id="{4A42E07B-7E46-2695-CB3D-610BB2501E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 cstate="email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1739" y="1480168"/>
              <a:ext cx="1232192" cy="36576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2AA36584-FF42-E1F3-AAA7-B5ECDACB08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82401" y="1663048"/>
              <a:ext cx="774700" cy="0"/>
            </a:xfrm>
            <a:prstGeom prst="line">
              <a:avLst/>
            </a:prstGeom>
            <a:ln w="12700">
              <a:solidFill>
                <a:schemeClr val="bg1">
                  <a:lumMod val="60000"/>
                  <a:lumOff val="40000"/>
                </a:schemeClr>
              </a:solidFill>
              <a:prstDash val="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2" name="Picture 4" descr="Nextcloud and Red Hat partner to provide GDPR-compliance friendly  on-premises collaboration solution - Nextcloud">
              <a:extLst>
                <a:ext uri="{FF2B5EF4-FFF2-40B4-BE49-F238E27FC236}">
                  <a16:creationId xmlns:a16="http://schemas.microsoft.com/office/drawing/2014/main" id="{52639288-2D82-A075-DA25-8055F71563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74255" y="1457308"/>
              <a:ext cx="1411064" cy="36576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077CFDB7-3DC8-7C75-BB54-34BBFA8F13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733673" y="1338757"/>
              <a:ext cx="1232187" cy="648583"/>
            </a:xfrm>
            <a:prstGeom prst="rect">
              <a:avLst/>
            </a:prstGeom>
          </p:spPr>
        </p:pic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D9748722-FB7B-CF2A-40AE-F57891FCB2FC}"/>
                </a:ext>
              </a:extLst>
            </p:cNvPr>
            <p:cNvCxnSpPr>
              <a:cxnSpLocks/>
            </p:cNvCxnSpPr>
            <p:nvPr/>
          </p:nvCxnSpPr>
          <p:spPr>
            <a:xfrm>
              <a:off x="9268825" y="1663048"/>
              <a:ext cx="774700" cy="0"/>
            </a:xfrm>
            <a:prstGeom prst="line">
              <a:avLst/>
            </a:prstGeom>
            <a:ln w="12700">
              <a:solidFill>
                <a:schemeClr val="bg1">
                  <a:lumMod val="60000"/>
                  <a:lumOff val="40000"/>
                </a:schemeClr>
              </a:solidFill>
              <a:prstDash val="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8B8616D0-9C52-C3E0-661F-D87F359F13D6}"/>
              </a:ext>
            </a:extLst>
          </p:cNvPr>
          <p:cNvSpPr txBox="1"/>
          <p:nvPr/>
        </p:nvSpPr>
        <p:spPr>
          <a:xfrm>
            <a:off x="3115932" y="5842337"/>
            <a:ext cx="222076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900" dirty="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rPr>
              <a:t>Consistent Experience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900" dirty="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rPr>
              <a:t>Lifecycle Management &amp; Turnkey Experience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900" dirty="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rPr>
              <a:t>Improved Performance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solidFill>
                <a:schemeClr val="tx1">
                  <a:lumMod val="95000"/>
                  <a:lumOff val="5000"/>
                </a:schemeClr>
              </a:solidFill>
            </a:endParaRPr>
          </a:p>
          <a:p>
            <a:endParaRPr lang="en-US" sz="1200" dirty="0">
              <a:solidFill>
                <a:schemeClr val="tx2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502CB6B-0F31-3D6C-7CC5-9E978CED4F1B}"/>
              </a:ext>
            </a:extLst>
          </p:cNvPr>
          <p:cNvSpPr txBox="1"/>
          <p:nvPr/>
        </p:nvSpPr>
        <p:spPr>
          <a:xfrm>
            <a:off x="8010241" y="5934644"/>
            <a:ext cx="2725968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900" dirty="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rPr>
              <a:t>Hypervisor Flexibility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900" dirty="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rPr>
              <a:t>Disaggregated Infrastructure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900" dirty="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rPr>
              <a:t>No Vendor Lock-In</a:t>
            </a:r>
          </a:p>
        </p:txBody>
      </p:sp>
    </p:spTree>
    <p:extLst>
      <p:ext uri="{BB962C8B-B14F-4D97-AF65-F5344CB8AC3E}">
        <p14:creationId xmlns:p14="http://schemas.microsoft.com/office/powerpoint/2010/main" val="196441119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3690D6-EC51-68B9-79B1-DCBEBBAEC7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3096601"/>
            <a:ext cx="10515600" cy="664797"/>
          </a:xfrm>
        </p:spPr>
        <p:txBody>
          <a:bodyPr/>
          <a:lstStyle/>
          <a:p>
            <a:r>
              <a:rPr lang="en-US" sz="4800" dirty="0"/>
              <a:t>Cluster : CLT-MWLD + CLT WLD</a:t>
            </a:r>
          </a:p>
        </p:txBody>
      </p:sp>
    </p:spTree>
    <p:extLst>
      <p:ext uri="{BB962C8B-B14F-4D97-AF65-F5344CB8AC3E}">
        <p14:creationId xmlns:p14="http://schemas.microsoft.com/office/powerpoint/2010/main" val="291522258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4E151D6C-A1DB-465A-ABE2-C559FDC067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/>
          <a:lstStyle/>
          <a:p>
            <a:r>
              <a:rPr lang="en-US" dirty="0"/>
              <a:t>Option 1A –VxRail Refresh (Equivalent Resources)</a:t>
            </a:r>
          </a:p>
        </p:txBody>
      </p:sp>
      <p:graphicFrame>
        <p:nvGraphicFramePr>
          <p:cNvPr id="3" name="Table 0">
            <a:extLst>
              <a:ext uri="{FF2B5EF4-FFF2-40B4-BE49-F238E27FC236}">
                <a16:creationId xmlns:a16="http://schemas.microsoft.com/office/drawing/2014/main" id="{E060A964-CEF4-4111-4B2E-6EF978B323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6002928"/>
              </p:ext>
            </p:extLst>
          </p:nvPr>
        </p:nvGraphicFramePr>
        <p:xfrm>
          <a:off x="129396" y="2364486"/>
          <a:ext cx="5715991" cy="2085367"/>
        </p:xfrm>
        <a:graphic>
          <a:graphicData uri="http://schemas.openxmlformats.org/drawingml/2006/table">
            <a:tbl>
              <a:tblPr/>
              <a:tblGrid>
                <a:gridCol w="764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7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04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P570F - 22 Nodes (22 x 1U1N)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Node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Cluster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35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CPU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b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Intel Xeon Gold 6242 (2.8G, 16C/32T)</a:t>
                      </a:r>
                    </a:p>
                    <a:p>
                      <a:pPr marL="0" indent="0" algn="ctr" defTabSz="914400" rtl="0" eaLnBrk="1" fontAlgn="b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 </a:t>
                      </a:r>
                    </a:p>
                  </a:txBody>
                  <a:tcPr marL="6350" marR="6350" marT="6350" marB="0" anchor="b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2(32 cores – 89.6 GHz)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22 (704 cores, 1964 GHz)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1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Memory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32GB DIMMS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24 (768 GB)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264 (16,896 GiB)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6049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latin typeface="Arial" charset="0"/>
                          <a:ea typeface="Arial" charset="0"/>
                          <a:cs typeface="Arial" charset="0"/>
                        </a:rPr>
                        <a:t>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3.84TB SSD SAS ISE RI 12Gbps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4 x 3.84TB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110 TiB - Usable Capacity</a:t>
                      </a:r>
                      <a:b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</a:b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337.92 TiB – Raw 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70137"/>
                  </a:ext>
                </a:extLst>
              </a:tr>
              <a:tr h="3752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Network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ea typeface="+mn-ea"/>
                          <a:cs typeface="Arial" pitchFamily="34" charset="-120"/>
                        </a:rPr>
                        <a:t>Mellanox ConnectX-4 LX Dual Port 10/25GbE SFP28, </a:t>
                      </a:r>
                      <a:r>
                        <a:rPr lang="en-US" sz="800" kern="1200" dirty="0" err="1">
                          <a:solidFill>
                            <a:srgbClr val="444444"/>
                          </a:solidFill>
                          <a:latin typeface="Arial" pitchFamily="34" charset="0"/>
                          <a:ea typeface="+mn-ea"/>
                          <a:cs typeface="Arial" pitchFamily="34" charset="-120"/>
                        </a:rPr>
                        <a:t>rNDC</a:t>
                      </a:r>
                      <a:endParaRPr lang="en-US" sz="800" kern="1200" dirty="0">
                        <a:solidFill>
                          <a:srgbClr val="444444"/>
                        </a:solidFill>
                        <a:latin typeface="Arial" pitchFamily="34" charset="0"/>
                        <a:ea typeface="+mn-ea"/>
                        <a:cs typeface="Arial" pitchFamily="34" charset="-12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ea typeface="+mn-ea"/>
                          <a:cs typeface="Arial" pitchFamily="34" charset="-120"/>
                        </a:rPr>
                        <a:t>Mellanox ConnectX-4 LX Dual Port 10/25GbE SFP28  Adapter, PCIe Full Height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2" name="Table 0">
            <a:extLst>
              <a:ext uri="{FF2B5EF4-FFF2-40B4-BE49-F238E27FC236}">
                <a16:creationId xmlns:a16="http://schemas.microsoft.com/office/drawing/2014/main" id="{9B04C025-F0AB-29C0-A9C3-06032FE419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535236"/>
              </p:ext>
            </p:extLst>
          </p:nvPr>
        </p:nvGraphicFramePr>
        <p:xfrm>
          <a:off x="6346614" y="2364486"/>
          <a:ext cx="5715991" cy="2003456"/>
        </p:xfrm>
        <a:graphic>
          <a:graphicData uri="http://schemas.openxmlformats.org/drawingml/2006/table">
            <a:tbl>
              <a:tblPr/>
              <a:tblGrid>
                <a:gridCol w="764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7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04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VE-660F - 11 Nodes (11 x 1U1N)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Node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Cluster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35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CPU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Intel 6548N (Gold, 32C/64T, 2.8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 (64 Cores – 179.2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22 (704 Cores – 1971.2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1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Memory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64 GB DIMMs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24 (1.5 TiB)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264 (16.5 TiB)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6049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latin typeface="Arial" charset="0"/>
                          <a:ea typeface="Arial" charset="0"/>
                          <a:cs typeface="Arial" charset="0"/>
                        </a:rPr>
                        <a:t>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7.68TB SSD NVMe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4 x 7.68 (27.9 TiB)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44 x 7.68  (307.3 TiB)</a:t>
                      </a:r>
                    </a:p>
                    <a:p>
                      <a:pPr marL="0" indent="0" algn="ctr">
                        <a:buNone/>
                      </a:pPr>
                      <a:r>
                        <a:rPr lang="en-US" sz="800" b="1" dirty="0">
                          <a:latin typeface="Arial" charset="0"/>
                          <a:ea typeface="Arial" charset="0"/>
                          <a:cs typeface="Arial" charset="0"/>
                        </a:rPr>
                        <a:t>Usable Storage – 168.11 TiB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70137"/>
                  </a:ext>
                </a:extLst>
              </a:tr>
              <a:tr h="3752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Network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E00D5A4F-3436-7F58-EF02-49EFEB6D12E0}"/>
              </a:ext>
            </a:extLst>
          </p:cNvPr>
          <p:cNvSpPr/>
          <p:nvPr/>
        </p:nvSpPr>
        <p:spPr>
          <a:xfrm>
            <a:off x="129396" y="1759788"/>
            <a:ext cx="5715990" cy="345057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Current Environment - 22 x P570F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D8E0ADE-47D4-AAEF-89C8-93E0A1B5CADE}"/>
              </a:ext>
            </a:extLst>
          </p:cNvPr>
          <p:cNvSpPr/>
          <p:nvPr/>
        </p:nvSpPr>
        <p:spPr>
          <a:xfrm>
            <a:off x="6346614" y="1759787"/>
            <a:ext cx="5715990" cy="345057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Target Environment - 11 x VE-660F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CE30581-6DCA-B858-101F-C7C43734E3E2}"/>
              </a:ext>
            </a:extLst>
          </p:cNvPr>
          <p:cNvSpPr txBox="1"/>
          <p:nvPr/>
        </p:nvSpPr>
        <p:spPr>
          <a:xfrm>
            <a:off x="461961" y="4559602"/>
            <a:ext cx="5175849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90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  <a:lvl2pPr marL="742950" lvl="1" indent="-285750">
              <a:buFont typeface="Arial" panose="020B0604020202020204" pitchFamily="34" charset="0"/>
              <a:buChar char="•"/>
              <a:defRPr sz="90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2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Current Environment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Platform: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VCF 5.0 on VxRail (14G P570F)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Architecture: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Standard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4‑node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management domain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18‑node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VI workload domain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Total: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22 nodes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Resources: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CPU: 22 nodes × 32 cores =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704 cores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Memory: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264 DIMMs / 16.9 TiB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Storage: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337.9 TiB raw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(88 x 3.84 TB SAS SSDs)</a:t>
            </a:r>
          </a:p>
        </p:txBody>
      </p:sp>
      <p:sp>
        <p:nvSpPr>
          <p:cNvPr id="13" name="Rectangle 4">
            <a:extLst>
              <a:ext uri="{FF2B5EF4-FFF2-40B4-BE49-F238E27FC236}">
                <a16:creationId xmlns:a16="http://schemas.microsoft.com/office/drawing/2014/main" id="{33923C87-3EC1-171D-0C4B-CF1449656C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84033" y="4559602"/>
            <a:ext cx="5862386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b="1" dirty="0">
                <a:solidFill>
                  <a:srgbClr val="000000"/>
                </a:solidFill>
              </a:rPr>
              <a:t>Target Environment </a:t>
            </a:r>
            <a:endParaRPr lang="en-US" altLang="en-US" sz="1000" b="1" dirty="0">
              <a:latin typeface="Arial" panose="020B0604020202020204" pitchFamily="34" charset="0"/>
            </a:endParaRPr>
          </a:p>
          <a:p>
            <a:pPr lvl="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000" b="1" dirty="0">
                <a:latin typeface="Arial" panose="020B0604020202020204" pitchFamily="34" charset="0"/>
              </a:rPr>
              <a:t>Platform:</a:t>
            </a:r>
            <a:r>
              <a:rPr lang="en-US" altLang="en-US" sz="1000" dirty="0">
                <a:latin typeface="Arial" panose="020B0604020202020204" pitchFamily="34" charset="0"/>
              </a:rPr>
              <a:t> VCF 9.0 on VxRail 16G </a:t>
            </a:r>
            <a:r>
              <a:rPr lang="en-US" altLang="en-US" sz="1000" b="1" dirty="0">
                <a:latin typeface="Arial" panose="020B0604020202020204" pitchFamily="34" charset="0"/>
              </a:rPr>
              <a:t>VE‑660F</a:t>
            </a:r>
            <a:endParaRPr lang="en-US" altLang="en-US" sz="1000" dirty="0">
              <a:latin typeface="Arial" panose="020B0604020202020204" pitchFamily="34" charset="0"/>
            </a:endParaRPr>
          </a:p>
          <a:p>
            <a:pPr lvl="0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b="1" dirty="0">
                <a:latin typeface="Arial" panose="020B0604020202020204" pitchFamily="34" charset="0"/>
              </a:rPr>
              <a:t>Architecture:</a:t>
            </a:r>
            <a:r>
              <a:rPr lang="en-US" altLang="en-US" sz="1000" dirty="0">
                <a:latin typeface="Arial" panose="020B0604020202020204" pitchFamily="34" charset="0"/>
              </a:rPr>
              <a:t> Consolidated</a:t>
            </a: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dirty="0">
                <a:latin typeface="Arial" panose="020B0604020202020204" pitchFamily="34" charset="0"/>
              </a:rPr>
              <a:t>Single domain hosting </a:t>
            </a:r>
            <a:r>
              <a:rPr lang="en-US" altLang="en-US" sz="1000" b="1" dirty="0">
                <a:latin typeface="Arial" panose="020B0604020202020204" pitchFamily="34" charset="0"/>
              </a:rPr>
              <a:t>management + workloads</a:t>
            </a:r>
            <a:endParaRPr lang="en-US" altLang="en-US" sz="1000" dirty="0">
              <a:latin typeface="Arial" panose="020B0604020202020204" pitchFamily="34" charset="0"/>
            </a:endParaRP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b="1" dirty="0">
                <a:latin typeface="Arial" panose="020B0604020202020204" pitchFamily="34" charset="0"/>
              </a:rPr>
              <a:t>Total:</a:t>
            </a:r>
            <a:r>
              <a:rPr lang="en-US" altLang="en-US" sz="1000" dirty="0">
                <a:latin typeface="Arial" panose="020B0604020202020204" pitchFamily="34" charset="0"/>
              </a:rPr>
              <a:t> 11 nodes (hardware‑matched capacity)</a:t>
            </a:r>
          </a:p>
          <a:p>
            <a:pPr lvl="0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b="1" dirty="0">
                <a:latin typeface="Arial" panose="020B0604020202020204" pitchFamily="34" charset="0"/>
              </a:rPr>
              <a:t>Resources:</a:t>
            </a:r>
            <a:endParaRPr lang="en-US" altLang="en-US" sz="1000" dirty="0">
              <a:latin typeface="Arial" panose="020B0604020202020204" pitchFamily="34" charset="0"/>
            </a:endParaRP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dirty="0">
                <a:latin typeface="Arial" panose="020B0604020202020204" pitchFamily="34" charset="0"/>
              </a:rPr>
              <a:t>CPU: 11 nodes × 64 cores = </a:t>
            </a:r>
            <a:r>
              <a:rPr lang="en-US" altLang="en-US" sz="1000" b="1" dirty="0">
                <a:latin typeface="Arial" panose="020B0604020202020204" pitchFamily="34" charset="0"/>
              </a:rPr>
              <a:t>704 cores</a:t>
            </a:r>
            <a:r>
              <a:rPr lang="en-US" altLang="en-US" sz="1000" dirty="0">
                <a:latin typeface="Arial" panose="020B0604020202020204" pitchFamily="34" charset="0"/>
              </a:rPr>
              <a:t> (matches current cluster total)</a:t>
            </a: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dirty="0">
                <a:latin typeface="Arial" panose="020B0604020202020204" pitchFamily="34" charset="0"/>
              </a:rPr>
              <a:t>Memory: </a:t>
            </a:r>
            <a:r>
              <a:rPr lang="en-US" altLang="en-US" sz="1000" b="1" dirty="0">
                <a:latin typeface="Arial" panose="020B0604020202020204" pitchFamily="34" charset="0"/>
              </a:rPr>
              <a:t>264 DIMMs / 16.5 TiB</a:t>
            </a:r>
            <a:r>
              <a:rPr lang="en-US" altLang="en-US" sz="1000" dirty="0">
                <a:latin typeface="Arial" panose="020B0604020202020204" pitchFamily="34" charset="0"/>
              </a:rPr>
              <a:t> (matches current)</a:t>
            </a: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dirty="0">
                <a:latin typeface="Arial" panose="020B0604020202020204" pitchFamily="34" charset="0"/>
              </a:rPr>
              <a:t>Storage: </a:t>
            </a:r>
            <a:r>
              <a:rPr lang="en-US" altLang="en-US" sz="1000" b="1" dirty="0">
                <a:latin typeface="Arial" panose="020B0604020202020204" pitchFamily="34" charset="0"/>
              </a:rPr>
              <a:t>337.9 TiB Raw </a:t>
            </a:r>
            <a:r>
              <a:rPr lang="en-US" altLang="en-US" sz="1000" dirty="0">
                <a:latin typeface="Arial" panose="020B0604020202020204" pitchFamily="34" charset="0"/>
              </a:rPr>
              <a:t>(44 × 7.68 TB NVMe – matches the current raw)</a:t>
            </a:r>
          </a:p>
          <a:p>
            <a:pPr lvl="0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1000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226227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0EDE5F-2B58-3F33-EF1B-61F039EA44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F2FC982E-5F28-2B52-7D04-38340AE06C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/>
          <a:lstStyle/>
          <a:p>
            <a:r>
              <a:rPr lang="en-US" dirty="0"/>
              <a:t>Option 1B - VxRail Refresh (Right sized)</a:t>
            </a:r>
          </a:p>
        </p:txBody>
      </p:sp>
      <p:graphicFrame>
        <p:nvGraphicFramePr>
          <p:cNvPr id="3" name="Table 0">
            <a:extLst>
              <a:ext uri="{FF2B5EF4-FFF2-40B4-BE49-F238E27FC236}">
                <a16:creationId xmlns:a16="http://schemas.microsoft.com/office/drawing/2014/main" id="{0D205DC9-43EF-5DAB-46CD-ECA83AFB8A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6280404"/>
              </p:ext>
            </p:extLst>
          </p:nvPr>
        </p:nvGraphicFramePr>
        <p:xfrm>
          <a:off x="129394" y="1959045"/>
          <a:ext cx="5715991" cy="2003456"/>
        </p:xfrm>
        <a:graphic>
          <a:graphicData uri="http://schemas.openxmlformats.org/drawingml/2006/table">
            <a:tbl>
              <a:tblPr/>
              <a:tblGrid>
                <a:gridCol w="764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7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04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P570F - 22 Nodes (22 x 1U1N)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Node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Cluster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35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CPU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b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Intel Xeon Gold 6242 (2.8G, 16C/32T)</a:t>
                      </a:r>
                    </a:p>
                    <a:p>
                      <a:pPr marL="0" indent="0" algn="ctr" defTabSz="914400" rtl="0" eaLnBrk="1" fontAlgn="b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 </a:t>
                      </a:r>
                    </a:p>
                  </a:txBody>
                  <a:tcPr marL="6350" marR="6350" marT="6350" marB="0" anchor="b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2(32 cores – 89.6 GHz)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22 (704 cores, 1964 GHz)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1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Memory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32GB DIMMS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24 (768 GB)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264 (16,896 GiB)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6049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latin typeface="Arial" charset="0"/>
                          <a:ea typeface="Arial" charset="0"/>
                          <a:cs typeface="Arial" charset="0"/>
                        </a:rPr>
                        <a:t>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3.84TB SSD SAS ISE RI 12Gbps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4 x 3.84TB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110 TiB - Usable Capacity</a:t>
                      </a:r>
                      <a:b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</a:b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337.92 TiB – Raw 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70137"/>
                  </a:ext>
                </a:extLst>
              </a:tr>
              <a:tr h="3752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Network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2" name="Table 0">
            <a:extLst>
              <a:ext uri="{FF2B5EF4-FFF2-40B4-BE49-F238E27FC236}">
                <a16:creationId xmlns:a16="http://schemas.microsoft.com/office/drawing/2014/main" id="{67F7AFDE-1811-4B04-A21A-BF89ECA2C0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177610"/>
              </p:ext>
            </p:extLst>
          </p:nvPr>
        </p:nvGraphicFramePr>
        <p:xfrm>
          <a:off x="6346612" y="1959045"/>
          <a:ext cx="5715991" cy="2003456"/>
        </p:xfrm>
        <a:graphic>
          <a:graphicData uri="http://schemas.openxmlformats.org/drawingml/2006/table">
            <a:tbl>
              <a:tblPr/>
              <a:tblGrid>
                <a:gridCol w="764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7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04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VE-660F – 6 Nodes (6 x 1U1N)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Node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Cluster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35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CPU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Intel 6542Y (Gold, 24C/48T, 2.9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 (48 Cores – 139.2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12 (</a:t>
                      </a:r>
                      <a:r>
                        <a:rPr lang="en-US" sz="800" dirty="0">
                          <a:solidFill>
                            <a:srgbClr val="444444"/>
                          </a:solidFill>
                          <a:highlight>
                            <a:srgbClr val="00FF00"/>
                          </a:highlight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288 Cores </a:t>
                      </a: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– 835.2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1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Memory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64 GB DIMMs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24 (1.5 TiB)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144 (9 TiB)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6049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latin typeface="Arial" charset="0"/>
                          <a:ea typeface="Arial" charset="0"/>
                          <a:cs typeface="Arial" charset="0"/>
                        </a:rPr>
                        <a:t>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7.68TB SSD NVMe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3 x 7.68 (21 TiB)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18 x 7.68  (125.7 TiB)</a:t>
                      </a:r>
                    </a:p>
                    <a:p>
                      <a:pPr marL="0" indent="0" algn="ctr">
                        <a:buNone/>
                      </a:pPr>
                      <a:r>
                        <a:rPr lang="en-US" sz="800" b="1" dirty="0">
                          <a:latin typeface="Arial" charset="0"/>
                          <a:ea typeface="Arial" charset="0"/>
                          <a:cs typeface="Arial" charset="0"/>
                        </a:rPr>
                        <a:t>Usable Storage – 62.79 TiB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70137"/>
                  </a:ext>
                </a:extLst>
              </a:tr>
              <a:tr h="3752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Network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0BA86F3-8AE3-0B62-134D-1560C45C2D26}"/>
              </a:ext>
            </a:extLst>
          </p:cNvPr>
          <p:cNvSpPr/>
          <p:nvPr/>
        </p:nvSpPr>
        <p:spPr>
          <a:xfrm>
            <a:off x="129394" y="1354347"/>
            <a:ext cx="5715990" cy="345057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Current Environment - 22 x P570F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ABD006A-9EC5-0933-1BD7-05C6301EC3DF}"/>
              </a:ext>
            </a:extLst>
          </p:cNvPr>
          <p:cNvSpPr/>
          <p:nvPr/>
        </p:nvSpPr>
        <p:spPr>
          <a:xfrm>
            <a:off x="6346612" y="1354346"/>
            <a:ext cx="5715990" cy="345057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Target Environment - 6 x VE-660F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8188E6A-E6D0-13B6-20C1-16B19BEF7AC8}"/>
              </a:ext>
            </a:extLst>
          </p:cNvPr>
          <p:cNvSpPr txBox="1"/>
          <p:nvPr/>
        </p:nvSpPr>
        <p:spPr>
          <a:xfrm>
            <a:off x="461961" y="4207865"/>
            <a:ext cx="5175849" cy="22929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1000" b="1" dirty="0"/>
              <a:t>Current Environment </a:t>
            </a:r>
          </a:p>
          <a:p>
            <a:pPr>
              <a:buNone/>
            </a:pPr>
            <a:r>
              <a:rPr lang="en-US" sz="1000" b="1" dirty="0"/>
              <a:t>Platform:</a:t>
            </a:r>
            <a:r>
              <a:rPr lang="en-US" sz="1000" dirty="0"/>
              <a:t> VCF 5.0 on VxRail (14G P570F)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000" b="1" dirty="0"/>
              <a:t>Architecture:</a:t>
            </a:r>
            <a:r>
              <a:rPr lang="en-US" sz="1000" dirty="0"/>
              <a:t> </a:t>
            </a:r>
            <a:r>
              <a:rPr lang="en-US" sz="1000" b="1" dirty="0"/>
              <a:t>Standard</a:t>
            </a:r>
            <a:endParaRPr lang="en-US" sz="10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dirty="0"/>
              <a:t>4‑node </a:t>
            </a:r>
            <a:r>
              <a:rPr lang="en-US" sz="1000" b="1" dirty="0"/>
              <a:t>management domain</a:t>
            </a:r>
            <a:endParaRPr lang="en-US" sz="10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dirty="0"/>
              <a:t>18‑node </a:t>
            </a:r>
            <a:r>
              <a:rPr lang="en-US" sz="1000" b="1" dirty="0"/>
              <a:t>VI workload domain</a:t>
            </a:r>
            <a:endParaRPr lang="en-US" sz="10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b="1" dirty="0"/>
              <a:t>Total:</a:t>
            </a:r>
            <a:r>
              <a:rPr lang="en-US" sz="1000" dirty="0"/>
              <a:t> 22 nodes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000" b="1" dirty="0"/>
              <a:t>Resources Utilization:</a:t>
            </a:r>
            <a:endParaRPr lang="en-US" sz="10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dirty="0"/>
              <a:t>CPU: </a:t>
            </a:r>
            <a:r>
              <a:rPr lang="en-US" sz="1000" b="1" dirty="0">
                <a:highlight>
                  <a:srgbClr val="FFFF00"/>
                </a:highlight>
              </a:rPr>
              <a:t>22% out if 1964 GHz </a:t>
            </a:r>
            <a:r>
              <a:rPr lang="en-US" sz="1000" dirty="0"/>
              <a:t>(Peak CPU – 483 GHz)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dirty="0"/>
              <a:t>Memory: </a:t>
            </a:r>
            <a:r>
              <a:rPr lang="en-US" sz="1000" b="1" dirty="0">
                <a:highlight>
                  <a:srgbClr val="FFFF00"/>
                </a:highlight>
              </a:rPr>
              <a:t>16.6% out of 20.97 TiB </a:t>
            </a:r>
            <a:r>
              <a:rPr lang="en-US" sz="1000" dirty="0"/>
              <a:t>( Peak Memory – 5.07 TiB)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dirty="0"/>
              <a:t>Storage: </a:t>
            </a:r>
            <a:br>
              <a:rPr lang="en-US" sz="1000" dirty="0"/>
            </a:b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Guest VM Disk Used –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FFF00"/>
                </a:highlight>
                <a:uLnTx/>
                <a:uFillTx/>
                <a:latin typeface="Arial"/>
                <a:ea typeface="+mn-ea"/>
                <a:cs typeface="+mn-cs"/>
              </a:rPr>
              <a:t>46.79 TB </a:t>
            </a:r>
            <a:endParaRPr lang="en-US" sz="1000" b="1" dirty="0">
              <a:highlight>
                <a:srgbClr val="FFFF00"/>
              </a:highlight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000" b="1" dirty="0"/>
              <a:t>Operational characteristics:</a:t>
            </a:r>
            <a:endParaRPr lang="en-US" sz="10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dirty="0"/>
              <a:t>Overall utilization only ~30%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00" dirty="0"/>
              <a:t>Two domains to manage and lifecycle (</a:t>
            </a:r>
            <a:r>
              <a:rPr lang="en-US" sz="1000" dirty="0" err="1"/>
              <a:t>Mgmt</a:t>
            </a:r>
            <a:r>
              <a:rPr lang="en-US" sz="1000" dirty="0"/>
              <a:t> + VI)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300" dirty="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9FA29D5-424C-5AFE-EAF5-063EAD46496A}"/>
              </a:ext>
            </a:extLst>
          </p:cNvPr>
          <p:cNvSpPr txBox="1"/>
          <p:nvPr/>
        </p:nvSpPr>
        <p:spPr>
          <a:xfrm>
            <a:off x="6616684" y="4497338"/>
            <a:ext cx="5175849" cy="18697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1050" b="1" dirty="0"/>
              <a:t>Right‑sized VCF 9.0 Consolidated Architecture</a:t>
            </a:r>
            <a:endParaRPr lang="en-US" sz="1050" dirty="0"/>
          </a:p>
          <a:p>
            <a:pPr>
              <a:buFont typeface="Arial" panose="020B0604020202020204" pitchFamily="34" charset="0"/>
              <a:buChar char="•"/>
            </a:pPr>
            <a:r>
              <a:rPr lang="en-US" sz="1050" b="1" dirty="0"/>
              <a:t>Platform:</a:t>
            </a:r>
            <a:r>
              <a:rPr lang="en-US" sz="1050" dirty="0"/>
              <a:t> VCF 9.0 on VxRail 16G </a:t>
            </a:r>
            <a:r>
              <a:rPr lang="en-US" sz="1050" b="1" dirty="0"/>
              <a:t>VE‑660F</a:t>
            </a:r>
            <a:endParaRPr lang="en-US" sz="1050" dirty="0"/>
          </a:p>
          <a:p>
            <a:pPr>
              <a:buFont typeface="Arial" panose="020B0604020202020204" pitchFamily="34" charset="0"/>
              <a:buChar char="•"/>
            </a:pPr>
            <a:r>
              <a:rPr lang="en-US" sz="1050" b="1" dirty="0"/>
              <a:t>Architecture:</a:t>
            </a:r>
            <a:r>
              <a:rPr lang="en-US" sz="1050" dirty="0"/>
              <a:t> Consolidated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50" dirty="0"/>
              <a:t>Single domain/cluster hosting </a:t>
            </a:r>
            <a:r>
              <a:rPr lang="en-US" sz="1050" b="1" dirty="0"/>
              <a:t>management + workloads</a:t>
            </a:r>
            <a:endParaRPr lang="en-US" sz="105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50" b="1" dirty="0"/>
              <a:t>Total:</a:t>
            </a:r>
            <a:r>
              <a:rPr lang="en-US" sz="1050" dirty="0"/>
              <a:t> 6 nodes (N+2 design)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050" b="1" dirty="0"/>
              <a:t>Resources:</a:t>
            </a:r>
            <a:endParaRPr lang="en-US" sz="105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50" dirty="0"/>
              <a:t>CPU: 6 nodes × 48 cores = </a:t>
            </a:r>
            <a:r>
              <a:rPr lang="en-US" sz="1050" b="1" dirty="0"/>
              <a:t>288 cores with 835.2 GHz </a:t>
            </a:r>
            <a:endParaRPr lang="en-US" sz="105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50" dirty="0"/>
              <a:t>Memory: </a:t>
            </a:r>
            <a:r>
              <a:rPr lang="en-US" sz="1050" b="1" dirty="0"/>
              <a:t>144 DIMMs with 9 TiB</a:t>
            </a:r>
            <a:endParaRPr lang="en-US" sz="105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1050" dirty="0"/>
              <a:t>Storage: 18 × 7.68 TB NVMe with </a:t>
            </a:r>
            <a:r>
              <a:rPr lang="en-US" sz="1050" b="1" dirty="0"/>
              <a:t>62.79 TiB usable</a:t>
            </a:r>
            <a:r>
              <a:rPr lang="en-US" sz="1050" dirty="0"/>
              <a:t> capacity </a:t>
            </a:r>
            <a:endParaRPr lang="en-US" sz="400" dirty="0">
              <a:solidFill>
                <a:prstClr val="black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  <a:p>
            <a:r>
              <a:rPr lang="en-US" sz="1050" b="1" dirty="0"/>
              <a:t>Note</a:t>
            </a:r>
            <a:r>
              <a:rPr lang="en-US" sz="1050" dirty="0"/>
              <a:t> : Sized based on the peak utilization and designed to handle an additional N+2 host failure on top of that.</a:t>
            </a:r>
          </a:p>
        </p:txBody>
      </p:sp>
    </p:spTree>
    <p:extLst>
      <p:ext uri="{BB962C8B-B14F-4D97-AF65-F5344CB8AC3E}">
        <p14:creationId xmlns:p14="http://schemas.microsoft.com/office/powerpoint/2010/main" val="32408632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1744C3-BE20-FBF3-8E07-DFDB7D154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2CF51326-9C07-C2AB-37CD-B9FBD2EA25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/>
          <a:lstStyle/>
          <a:p>
            <a:r>
              <a:rPr lang="en-US" dirty="0"/>
              <a:t>Option 2A – DPC (Equivalent Resources)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017B86D2-7267-D638-D74F-BF380193EA3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16997" y="1665663"/>
            <a:ext cx="4317803" cy="405649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BCD3D9EB-34A3-E2FD-0842-5449CBE837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501" y="2053087"/>
            <a:ext cx="7196488" cy="35758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61717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66CEE6-0F01-D454-40C0-598A112F39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8AE1E781-DC56-107F-D6D7-53CEE0EC50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/>
          <a:lstStyle/>
          <a:p>
            <a:r>
              <a:rPr lang="en-US" dirty="0"/>
              <a:t>Option 2B - DPC (Right sized)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FF7A783A-194F-4E1F-B360-35C57E8895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487" y="1871933"/>
            <a:ext cx="7164304" cy="3643956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F68E34F5-1BBD-B108-2E51-B14DE88F983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6997" y="1665663"/>
            <a:ext cx="4317803" cy="40564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3211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0DE933-DF55-0891-037E-27D388A5F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0B393A-840B-3441-95CA-02941C385F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3096601"/>
            <a:ext cx="10515600" cy="664797"/>
          </a:xfrm>
        </p:spPr>
        <p:txBody>
          <a:bodyPr/>
          <a:lstStyle/>
          <a:p>
            <a:r>
              <a:rPr lang="en-US" sz="4800" dirty="0"/>
              <a:t>Cluster : GoC-Online </a:t>
            </a:r>
          </a:p>
        </p:txBody>
      </p:sp>
    </p:spTree>
    <p:extLst>
      <p:ext uri="{BB962C8B-B14F-4D97-AF65-F5344CB8AC3E}">
        <p14:creationId xmlns:p14="http://schemas.microsoft.com/office/powerpoint/2010/main" val="42825006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EE8EC-34BD-957C-F0B9-9454ECF429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13189E04-0B8A-BE83-93D1-92EC6C7EF3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010" y="408216"/>
            <a:ext cx="10515600" cy="539848"/>
          </a:xfrm>
        </p:spPr>
        <p:txBody>
          <a:bodyPr/>
          <a:lstStyle/>
          <a:p>
            <a:r>
              <a:rPr lang="en-US" dirty="0"/>
              <a:t>VxRail Refresh</a:t>
            </a:r>
          </a:p>
        </p:txBody>
      </p:sp>
      <p:graphicFrame>
        <p:nvGraphicFramePr>
          <p:cNvPr id="3" name="Table 0">
            <a:extLst>
              <a:ext uri="{FF2B5EF4-FFF2-40B4-BE49-F238E27FC236}">
                <a16:creationId xmlns:a16="http://schemas.microsoft.com/office/drawing/2014/main" id="{B974C460-54F1-BD52-E484-4727C5F07A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2249403"/>
              </p:ext>
            </p:extLst>
          </p:nvPr>
        </p:nvGraphicFramePr>
        <p:xfrm>
          <a:off x="129396" y="2364486"/>
          <a:ext cx="5715991" cy="2085367"/>
        </p:xfrm>
        <a:graphic>
          <a:graphicData uri="http://schemas.openxmlformats.org/drawingml/2006/table">
            <a:tbl>
              <a:tblPr/>
              <a:tblGrid>
                <a:gridCol w="764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7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04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P570F - 6 Nodes (6 x 1U1N)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Node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Cluster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35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CPU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b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Intel Xeon Gold 6242 (2.8G, 16C/32T)</a:t>
                      </a:r>
                    </a:p>
                    <a:p>
                      <a:pPr marL="0" indent="0" algn="ctr" defTabSz="914400" rtl="0" eaLnBrk="1" fontAlgn="b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 </a:t>
                      </a:r>
                    </a:p>
                  </a:txBody>
                  <a:tcPr marL="6350" marR="6350" marT="6350" marB="0" anchor="b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2(32 cores – 89.6 GHz)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12 (192 cores, 537.6 GHz)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1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Memory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64GB DIMMS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24 (1.5 TiB)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144 (9 TiB)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6049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latin typeface="Arial" charset="0"/>
                          <a:ea typeface="Arial" charset="0"/>
                          <a:cs typeface="Arial" charset="0"/>
                        </a:rPr>
                        <a:t>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3.84TB SSD SAS ISE RI 12Gbps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9 x 3.84TB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 defTabSz="914400" rtl="0" eaLnBrk="1" latinLnBrk="0" hangingPunct="1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67 TiB - Usable Capacity</a:t>
                      </a:r>
                      <a:b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</a:b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cs typeface="Arial" pitchFamily="34" charset="-120"/>
                        </a:rPr>
                        <a:t>207.36 TiB – Raw 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70137"/>
                  </a:ext>
                </a:extLst>
              </a:tr>
              <a:tr h="3752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Network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ea typeface="+mn-ea"/>
                          <a:cs typeface="Arial" pitchFamily="34" charset="-120"/>
                        </a:rPr>
                        <a:t>Mellanox ConnectX-4 LX Dual Port 10/25GbE SFP28, </a:t>
                      </a:r>
                      <a:r>
                        <a:rPr lang="en-US" sz="800" kern="1200" dirty="0" err="1">
                          <a:solidFill>
                            <a:srgbClr val="444444"/>
                          </a:solidFill>
                          <a:latin typeface="Arial" pitchFamily="34" charset="0"/>
                          <a:ea typeface="+mn-ea"/>
                          <a:cs typeface="Arial" pitchFamily="34" charset="-120"/>
                        </a:rPr>
                        <a:t>rNDC</a:t>
                      </a:r>
                      <a:endParaRPr lang="en-US" sz="800" kern="1200" dirty="0">
                        <a:solidFill>
                          <a:srgbClr val="444444"/>
                        </a:solidFill>
                        <a:latin typeface="Arial" pitchFamily="34" charset="0"/>
                        <a:ea typeface="+mn-ea"/>
                        <a:cs typeface="Arial" pitchFamily="34" charset="-120"/>
                      </a:endParaRPr>
                    </a:p>
                  </a:txBody>
                  <a:tcPr marL="6350" marR="6350" marT="6350" marB="0"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rgbClr val="444444"/>
                          </a:solidFill>
                          <a:latin typeface="Arial" pitchFamily="34" charset="0"/>
                          <a:ea typeface="+mn-ea"/>
                          <a:cs typeface="Arial" pitchFamily="34" charset="-120"/>
                        </a:rPr>
                        <a:t>Mellanox ConnectX-4 LX Dual Port 10/25GbE SFP28  Adapter, PCIe Full Height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2" name="Table 0">
            <a:extLst>
              <a:ext uri="{FF2B5EF4-FFF2-40B4-BE49-F238E27FC236}">
                <a16:creationId xmlns:a16="http://schemas.microsoft.com/office/drawing/2014/main" id="{944CCF1D-AB21-46D3-4AEC-0A2365A53B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5186274"/>
              </p:ext>
            </p:extLst>
          </p:nvPr>
        </p:nvGraphicFramePr>
        <p:xfrm>
          <a:off x="6346614" y="2364486"/>
          <a:ext cx="5715991" cy="2003456"/>
        </p:xfrm>
        <a:graphic>
          <a:graphicData uri="http://schemas.openxmlformats.org/drawingml/2006/table">
            <a:tbl>
              <a:tblPr/>
              <a:tblGrid>
                <a:gridCol w="764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75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971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04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VE-660F – 4 Nodes (4 x 1U1N)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Node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FFFFFF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Cluster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6C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35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CPU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Intel 6542Y (Gold, 24C/48T, 2.9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 (48 Cores – 139.2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8 (</a:t>
                      </a:r>
                      <a:r>
                        <a:rPr lang="en-US" sz="800" dirty="0">
                          <a:solidFill>
                            <a:srgbClr val="444444"/>
                          </a:solidFill>
                          <a:highlight>
                            <a:srgbClr val="00FF00"/>
                          </a:highlight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192 Cores </a:t>
                      </a: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– 556.8 GHz)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1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Memory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64 GB DIMMs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24 (1.5 TiB)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800" dirty="0">
                          <a:solidFill>
                            <a:srgbClr val="444444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96 (6 TiB)</a:t>
                      </a: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6049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latin typeface="Arial" charset="0"/>
                          <a:ea typeface="Arial" charset="0"/>
                          <a:cs typeface="Arial" charset="0"/>
                        </a:rPr>
                        <a:t>Capacity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7.68TB SSD NVMe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5 x 7.68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800" dirty="0">
                          <a:latin typeface="Arial" charset="0"/>
                          <a:ea typeface="Arial" charset="0"/>
                          <a:cs typeface="Arial" charset="0"/>
                        </a:rPr>
                        <a:t>20 x 7.68  (139 TiB)</a:t>
                      </a:r>
                    </a:p>
                    <a:p>
                      <a:pPr marL="0" indent="0" algn="ctr">
                        <a:buNone/>
                      </a:pPr>
                      <a:r>
                        <a:rPr lang="en-US" sz="800" b="1" dirty="0">
                          <a:latin typeface="Arial" charset="0"/>
                          <a:ea typeface="Arial" charset="0"/>
                          <a:cs typeface="Arial" charset="0"/>
                        </a:rPr>
                        <a:t>Usable Storage – 33.53 TiB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70137"/>
                  </a:ext>
                </a:extLst>
              </a:tr>
              <a:tr h="3752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r>
                        <a:rPr lang="en-US" sz="1000" b="1" dirty="0">
                          <a:solidFill>
                            <a:srgbClr val="000000"/>
                          </a:solidFill>
                          <a:latin typeface="Arial" pitchFamily="34" charset="0"/>
                          <a:ea typeface="Arial" pitchFamily="34" charset="-122"/>
                          <a:cs typeface="Arial" pitchFamily="34" charset="-120"/>
                        </a:rPr>
                        <a:t>Network</a:t>
                      </a:r>
                      <a:endParaRPr lang="en-US" sz="10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buNone/>
                      </a:pPr>
                      <a:endParaRPr lang="en-US" sz="800" dirty="0">
                        <a:latin typeface="Arial" charset="0"/>
                        <a:ea typeface="Arial" charset="0"/>
                        <a:cs typeface="Arial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8C9C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4E8B3AD8-7992-7121-6F34-DF57286B0CD2}"/>
              </a:ext>
            </a:extLst>
          </p:cNvPr>
          <p:cNvSpPr/>
          <p:nvPr/>
        </p:nvSpPr>
        <p:spPr>
          <a:xfrm>
            <a:off x="129396" y="1759788"/>
            <a:ext cx="5715990" cy="345057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Current Environment - 6 x P570F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00A106A-A1F0-573E-558D-FC472EF31C47}"/>
              </a:ext>
            </a:extLst>
          </p:cNvPr>
          <p:cNvSpPr/>
          <p:nvPr/>
        </p:nvSpPr>
        <p:spPr>
          <a:xfrm>
            <a:off x="6346614" y="1759787"/>
            <a:ext cx="5715990" cy="345057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Target Environment - 4 x VE-660F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35B36DA-79EB-BF57-5DCC-DBB55579C35A}"/>
              </a:ext>
            </a:extLst>
          </p:cNvPr>
          <p:cNvSpPr txBox="1"/>
          <p:nvPr/>
        </p:nvSpPr>
        <p:spPr>
          <a:xfrm>
            <a:off x="461961" y="4559602"/>
            <a:ext cx="5175849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90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  <a:lvl2pPr marL="742950" lvl="1" indent="-285750">
              <a:buFont typeface="Arial" panose="020B0604020202020204" pitchFamily="34" charset="0"/>
              <a:buChar char="•"/>
              <a:defRPr sz="900">
                <a:solidFill>
                  <a:prstClr val="black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2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Current Environment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Resources: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CPU: 6 nodes × 32 cores =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192 cores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Memory: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144 DIMMs / 9 TiB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Storage: 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207.36 raw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(54 x 3.84 TB SAS SSDs)</a:t>
            </a:r>
          </a:p>
        </p:txBody>
      </p:sp>
      <p:sp>
        <p:nvSpPr>
          <p:cNvPr id="13" name="Rectangle 4">
            <a:extLst>
              <a:ext uri="{FF2B5EF4-FFF2-40B4-BE49-F238E27FC236}">
                <a16:creationId xmlns:a16="http://schemas.microsoft.com/office/drawing/2014/main" id="{1AF648E0-1886-6043-2A7C-FD4B8F499AA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40901" y="4704528"/>
            <a:ext cx="5862386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b="1" dirty="0">
                <a:solidFill>
                  <a:srgbClr val="000000"/>
                </a:solidFill>
              </a:rPr>
              <a:t>Target Environment </a:t>
            </a:r>
            <a:endParaRPr lang="en-US" altLang="en-US" sz="1000" b="1" dirty="0">
              <a:latin typeface="Arial" panose="020B0604020202020204" pitchFamily="34" charset="0"/>
            </a:endParaRPr>
          </a:p>
          <a:p>
            <a:pPr lvl="0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b="1" dirty="0">
                <a:latin typeface="Arial" panose="020B0604020202020204" pitchFamily="34" charset="0"/>
              </a:rPr>
              <a:t>Resources:</a:t>
            </a:r>
            <a:endParaRPr lang="en-US" altLang="en-US" sz="1000" dirty="0">
              <a:latin typeface="Arial" panose="020B0604020202020204" pitchFamily="34" charset="0"/>
            </a:endParaRP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dirty="0">
                <a:latin typeface="Arial" panose="020B0604020202020204" pitchFamily="34" charset="0"/>
              </a:rPr>
              <a:t>CPU: 4 nodes × 48 cores = </a:t>
            </a:r>
            <a:r>
              <a:rPr lang="en-US" altLang="en-US" sz="1000" b="1" dirty="0">
                <a:latin typeface="Arial" panose="020B0604020202020204" pitchFamily="34" charset="0"/>
              </a:rPr>
              <a:t>192 cores</a:t>
            </a:r>
            <a:r>
              <a:rPr lang="en-US" altLang="en-US" sz="1000" dirty="0">
                <a:latin typeface="Arial" panose="020B0604020202020204" pitchFamily="34" charset="0"/>
              </a:rPr>
              <a:t> (matches current cluster total)</a:t>
            </a: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dirty="0">
                <a:latin typeface="Arial" panose="020B0604020202020204" pitchFamily="34" charset="0"/>
              </a:rPr>
              <a:t>Memory: </a:t>
            </a:r>
            <a:r>
              <a:rPr lang="en-US" altLang="en-US" sz="1000" b="1" dirty="0">
                <a:latin typeface="Arial" panose="020B0604020202020204" pitchFamily="34" charset="0"/>
              </a:rPr>
              <a:t>96 DIMMs / 6 TiB</a:t>
            </a:r>
            <a:r>
              <a:rPr lang="en-US" altLang="en-US" sz="1000" dirty="0">
                <a:latin typeface="Arial" panose="020B0604020202020204" pitchFamily="34" charset="0"/>
              </a:rPr>
              <a:t> (More than the current utilization)</a:t>
            </a: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altLang="en-US" sz="1000" dirty="0">
                <a:latin typeface="Arial" panose="020B0604020202020204" pitchFamily="34" charset="0"/>
              </a:rPr>
              <a:t>Storage: </a:t>
            </a:r>
            <a:r>
              <a:rPr lang="en-US" altLang="en-US" sz="1000" b="1" dirty="0">
                <a:latin typeface="Arial" panose="020B0604020202020204" pitchFamily="34" charset="0"/>
              </a:rPr>
              <a:t>33.53 TiB </a:t>
            </a:r>
            <a:r>
              <a:rPr lang="en-US" altLang="en-US" sz="1000" dirty="0">
                <a:latin typeface="Arial" panose="020B0604020202020204" pitchFamily="34" charset="0"/>
              </a:rPr>
              <a:t>(More than current usable capacity)</a:t>
            </a:r>
          </a:p>
          <a:p>
            <a:pPr lvl="0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1000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205226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A561DA0F-E214-0E81-68F5-F107D0E7DB49}"/>
              </a:ext>
            </a:extLst>
          </p:cNvPr>
          <p:cNvSpPr/>
          <p:nvPr/>
        </p:nvSpPr>
        <p:spPr>
          <a:xfrm>
            <a:off x="0" y="0"/>
            <a:ext cx="45719" cy="6858000"/>
          </a:xfrm>
          <a:prstGeom prst="rect">
            <a:avLst/>
          </a:prstGeom>
          <a:solidFill>
            <a:srgbClr val="0074D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945F6B5-CAD8-3B5B-5DE7-BA4E07AD3AE1}"/>
              </a:ext>
            </a:extLst>
          </p:cNvPr>
          <p:cNvSpPr/>
          <p:nvPr/>
        </p:nvSpPr>
        <p:spPr>
          <a:xfrm>
            <a:off x="12146281" y="0"/>
            <a:ext cx="45719" cy="6858000"/>
          </a:xfrm>
          <a:prstGeom prst="rect">
            <a:avLst/>
          </a:prstGeom>
          <a:solidFill>
            <a:srgbClr val="0074D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" name="Picture 10" descr="A large server room with many rows of computer equipment&#10;&#10;Description automatically generated with medium confidence">
            <a:extLst>
              <a:ext uri="{FF2B5EF4-FFF2-40B4-BE49-F238E27FC236}">
                <a16:creationId xmlns:a16="http://schemas.microsoft.com/office/drawing/2014/main" id="{307DCA4E-6474-84E2-8623-73B6C3A0BBD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2" name="Picture 11" descr="A white letter on a black background">
            <a:extLst>
              <a:ext uri="{FF2B5EF4-FFF2-40B4-BE49-F238E27FC236}">
                <a16:creationId xmlns:a16="http://schemas.microsoft.com/office/drawing/2014/main" id="{B2A50B32-6A41-8716-B806-44A2C31AB10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02813" y="3001616"/>
            <a:ext cx="6586373" cy="8547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439030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8222CF-8ECF-2ABD-1BF5-AB14647E7B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ectangle 73">
            <a:extLst>
              <a:ext uri="{FF2B5EF4-FFF2-40B4-BE49-F238E27FC236}">
                <a16:creationId xmlns:a16="http://schemas.microsoft.com/office/drawing/2014/main" id="{9185A5AB-CEFD-2CF0-6EA5-66A36795E042}"/>
              </a:ext>
            </a:extLst>
          </p:cNvPr>
          <p:cNvSpPr/>
          <p:nvPr/>
        </p:nvSpPr>
        <p:spPr>
          <a:xfrm>
            <a:off x="5297944" y="6638768"/>
            <a:ext cx="1210865" cy="187024"/>
          </a:xfrm>
          <a:prstGeom prst="rect">
            <a:avLst/>
          </a:prstGeom>
          <a:solidFill>
            <a:srgbClr val="0D2155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schemeClr val="bg2"/>
              </a:solidFill>
            </a:endParaRPr>
          </a:p>
        </p:txBody>
      </p:sp>
      <p:pic>
        <p:nvPicPr>
          <p:cNvPr id="84" name="Graphic 83">
            <a:extLst>
              <a:ext uri="{FF2B5EF4-FFF2-40B4-BE49-F238E27FC236}">
                <a16:creationId xmlns:a16="http://schemas.microsoft.com/office/drawing/2014/main" id="{3A1BB0F8-1BED-5254-8568-D7037D2986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214709" y="606435"/>
            <a:ext cx="3309175" cy="1609599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97E0457C-2F81-9284-A64E-CB0493E2029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4638"/>
          <a:stretch/>
        </p:blipFill>
        <p:spPr>
          <a:xfrm>
            <a:off x="4780088" y="4810105"/>
            <a:ext cx="7411912" cy="1197301"/>
          </a:xfrm>
          <a:prstGeom prst="rect">
            <a:avLst/>
          </a:prstGeom>
        </p:spPr>
      </p:pic>
      <p:sp>
        <p:nvSpPr>
          <p:cNvPr id="28" name="Rectangle 27">
            <a:extLst>
              <a:ext uri="{FF2B5EF4-FFF2-40B4-BE49-F238E27FC236}">
                <a16:creationId xmlns:a16="http://schemas.microsoft.com/office/drawing/2014/main" id="{5C1B4132-DF77-1BB9-FDB8-ED2F2DAEFB0D}"/>
              </a:ext>
            </a:extLst>
          </p:cNvPr>
          <p:cNvSpPr/>
          <p:nvPr/>
        </p:nvSpPr>
        <p:spPr>
          <a:xfrm>
            <a:off x="6158155" y="0"/>
            <a:ext cx="6033845" cy="6858000"/>
          </a:xfrm>
          <a:prstGeom prst="rect">
            <a:avLst/>
          </a:prstGeom>
          <a:solidFill>
            <a:srgbClr val="0C32A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88" name="Graphic 87">
            <a:extLst>
              <a:ext uri="{FF2B5EF4-FFF2-40B4-BE49-F238E27FC236}">
                <a16:creationId xmlns:a16="http://schemas.microsoft.com/office/drawing/2014/main" id="{0286A076-C20B-3786-087B-85466C954A5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27942"/>
          <a:stretch/>
        </p:blipFill>
        <p:spPr>
          <a:xfrm flipH="1">
            <a:off x="-1" y="1567634"/>
            <a:ext cx="1782315" cy="1203094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FBC6B65B-DEDD-6AE0-BB88-ECBD2AA77C7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36275"/>
          <a:stretch/>
        </p:blipFill>
        <p:spPr>
          <a:xfrm>
            <a:off x="0" y="4810273"/>
            <a:ext cx="4953000" cy="1197301"/>
          </a:xfrm>
          <a:prstGeom prst="rect">
            <a:avLst/>
          </a:prstGeom>
        </p:spPr>
      </p:pic>
      <p:sp>
        <p:nvSpPr>
          <p:cNvPr id="61" name="Rectangle 60">
            <a:extLst>
              <a:ext uri="{FF2B5EF4-FFF2-40B4-BE49-F238E27FC236}">
                <a16:creationId xmlns:a16="http://schemas.microsoft.com/office/drawing/2014/main" id="{8BDD5802-B086-E052-CC58-9C2BDF3C45CC}"/>
              </a:ext>
            </a:extLst>
          </p:cNvPr>
          <p:cNvSpPr/>
          <p:nvPr/>
        </p:nvSpPr>
        <p:spPr>
          <a:xfrm>
            <a:off x="6096000" y="370015"/>
            <a:ext cx="6079957" cy="962526"/>
          </a:xfrm>
          <a:prstGeom prst="rect">
            <a:avLst/>
          </a:prstGeom>
          <a:solidFill>
            <a:srgbClr val="00227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0FF98FC-3725-7E35-A324-1BA9F50E5C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337930"/>
            <a:ext cx="6096000" cy="443198"/>
          </a:xfrm>
        </p:spPr>
        <p:txBody>
          <a:bodyPr>
            <a:noAutofit/>
          </a:bodyPr>
          <a:lstStyle/>
          <a:p>
            <a:r>
              <a:rPr lang="en-US" sz="4800"/>
              <a:t>Dell Private Cloud</a:t>
            </a:r>
            <a:br>
              <a:rPr lang="en-US" sz="2800">
                <a:solidFill>
                  <a:schemeClr val="tx2"/>
                </a:solidFill>
              </a:rPr>
            </a:br>
            <a:endParaRPr lang="en-US" sz="3200">
              <a:solidFill>
                <a:schemeClr val="bg1">
                  <a:lumMod val="40000"/>
                  <a:lumOff val="60000"/>
                </a:schemeClr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8ED88DB-1EC7-8DF7-A559-67B67D8C0A22}"/>
              </a:ext>
            </a:extLst>
          </p:cNvPr>
          <p:cNvSpPr/>
          <p:nvPr/>
        </p:nvSpPr>
        <p:spPr>
          <a:xfrm>
            <a:off x="6570964" y="475592"/>
            <a:ext cx="5342748" cy="3550159"/>
          </a:xfrm>
          <a:prstGeom prst="rect">
            <a:avLst/>
          </a:prstGeom>
          <a:gradFill>
            <a:gsLst>
              <a:gs pos="100000">
                <a:schemeClr val="accent6">
                  <a:alpha val="0"/>
                </a:schemeClr>
              </a:gs>
              <a:gs pos="0">
                <a:schemeClr val="accent6">
                  <a:alpha val="0"/>
                </a:schemeClr>
              </a:gs>
              <a:gs pos="26000">
                <a:schemeClr val="bg1">
                  <a:alpha val="0"/>
                </a:schemeClr>
              </a:gs>
              <a:gs pos="81000">
                <a:schemeClr val="accent1">
                  <a:alpha val="0"/>
                </a:schemeClr>
              </a:gs>
            </a:gsLst>
            <a:lin ang="600000" scaled="0"/>
          </a:gradFill>
          <a:ln w="25400">
            <a:noFill/>
          </a:ln>
          <a:effectLst>
            <a:outerShdw blurRad="241300" sx="102000" sy="102000" algn="ctr" rotWithShape="0">
              <a:srgbClr val="40B5E6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6857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0"/>
              </a:spcAft>
              <a:buClr>
                <a:srgbClr val="0672CB"/>
              </a:buClr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 w="12700">
                  <a:noFill/>
                  <a:prstDash val="solid"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Fully transferable and reusable infrastructure</a:t>
            </a:r>
          </a:p>
          <a:p>
            <a:pPr marL="171450" marR="0" lvl="0" indent="-171450" algn="l" defTabSz="91426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300"/>
              </a:spcAft>
              <a:buClr>
                <a:srgbClr val="CBEEF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E5F8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Protect investments with disaggregated and adaptable infrastructure</a:t>
            </a:r>
          </a:p>
          <a:p>
            <a:pPr marL="171450" marR="0" lvl="0" indent="-171450" algn="l" defTabSz="91426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300"/>
              </a:spcAft>
              <a:buClr>
                <a:srgbClr val="CBEEF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E5F8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Bring your own </a:t>
            </a:r>
            <a:r>
              <a:rPr lang="en-US" sz="1600">
                <a:solidFill>
                  <a:srgbClr val="E5F8FF"/>
                </a:solidFill>
                <a:latin typeface="Arial"/>
              </a:rPr>
              <a:t>cloud OS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E5F8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licenses for ultimate flexibility</a:t>
            </a:r>
          </a:p>
          <a:p>
            <a:pPr marL="171450" marR="0" lvl="0" indent="-171450" algn="l" defTabSz="91426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300"/>
              </a:spcAft>
              <a:buClr>
                <a:srgbClr val="CBEEF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E5F8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Simplify operations with full lifecycle management and automated integration with Dell PowerStore </a:t>
            </a:r>
            <a:r>
              <a:rPr kumimoji="0" lang="en-US" sz="1600" b="0" i="0" u="none" strike="noStrike" kern="1200" cap="none" spc="0" normalizeH="0" baseline="30000" noProof="0">
                <a:ln>
                  <a:noFill/>
                </a:ln>
                <a:solidFill>
                  <a:srgbClr val="E5F8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</a:t>
            </a:r>
            <a:endParaRPr lang="en-US" sz="1600" baseline="30000">
              <a:solidFill>
                <a:srgbClr val="E5F8FF"/>
              </a:solidFill>
              <a:latin typeface="Arial"/>
            </a:endParaRPr>
          </a:p>
          <a:p>
            <a:pPr marL="171450" marR="0" lvl="0" indent="-171450" algn="l" defTabSz="91426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300"/>
              </a:spcAft>
              <a:buClr>
                <a:srgbClr val="CBEEF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E5F8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Ensure continuity by leveraging existing skills and access to familiar tools</a:t>
            </a:r>
          </a:p>
          <a:p>
            <a:pPr marL="171450" marR="0" lvl="0" indent="-171450" algn="l" defTabSz="91426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300"/>
              </a:spcAft>
              <a:buClr>
                <a:srgbClr val="CBEEF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E5F8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Rely on Dell as the primary source of system-level support for hardware and system software </a:t>
            </a:r>
          </a:p>
        </p:txBody>
      </p:sp>
      <p:sp>
        <p:nvSpPr>
          <p:cNvPr id="81" name="Trapezoid 80">
            <a:extLst>
              <a:ext uri="{FF2B5EF4-FFF2-40B4-BE49-F238E27FC236}">
                <a16:creationId xmlns:a16="http://schemas.microsoft.com/office/drawing/2014/main" id="{BC31101A-4572-08D8-2C78-142AFE10A983}"/>
              </a:ext>
            </a:extLst>
          </p:cNvPr>
          <p:cNvSpPr>
            <a:spLocks noChangeAspect="1"/>
          </p:cNvSpPr>
          <p:nvPr/>
        </p:nvSpPr>
        <p:spPr>
          <a:xfrm>
            <a:off x="348352" y="4412198"/>
            <a:ext cx="5405683" cy="360379"/>
          </a:xfrm>
          <a:prstGeom prst="trapezoid">
            <a:avLst>
              <a:gd name="adj" fmla="val 171007"/>
            </a:avLst>
          </a:prstGeom>
          <a:solidFill>
            <a:srgbClr val="1552A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093879A-62D7-9A63-C9F4-C3FBFE138457}"/>
              </a:ext>
            </a:extLst>
          </p:cNvPr>
          <p:cNvSpPr>
            <a:spLocks noChangeAspect="1"/>
          </p:cNvSpPr>
          <p:nvPr/>
        </p:nvSpPr>
        <p:spPr>
          <a:xfrm>
            <a:off x="347743" y="4770616"/>
            <a:ext cx="5405683" cy="1239580"/>
          </a:xfrm>
          <a:prstGeom prst="rect">
            <a:avLst/>
          </a:prstGeom>
          <a:solidFill>
            <a:srgbClr val="00227F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E5F8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83E64A0-F72A-F2AE-4942-092B51CD6470}"/>
              </a:ext>
            </a:extLst>
          </p:cNvPr>
          <p:cNvGrpSpPr>
            <a:grpSpLocks noChangeAspect="1"/>
          </p:cNvGrpSpPr>
          <p:nvPr/>
        </p:nvGrpSpPr>
        <p:grpSpPr>
          <a:xfrm rot="10800000">
            <a:off x="347743" y="4770613"/>
            <a:ext cx="5405682" cy="721241"/>
            <a:chOff x="0" y="4055940"/>
            <a:chExt cx="12192000" cy="786881"/>
          </a:xfrm>
        </p:grpSpPr>
        <p:sp>
          <p:nvSpPr>
            <p:cNvPr id="42" name="Freeform: Shape 55">
              <a:extLst>
                <a:ext uri="{FF2B5EF4-FFF2-40B4-BE49-F238E27FC236}">
                  <a16:creationId xmlns:a16="http://schemas.microsoft.com/office/drawing/2014/main" id="{2983C5FC-012E-4F6B-10C8-0223541E0C8B}"/>
                </a:ext>
              </a:extLst>
            </p:cNvPr>
            <p:cNvSpPr/>
            <p:nvPr/>
          </p:nvSpPr>
          <p:spPr>
            <a:xfrm>
              <a:off x="0" y="4055940"/>
              <a:ext cx="12192000" cy="786881"/>
            </a:xfrm>
            <a:custGeom>
              <a:avLst/>
              <a:gdLst>
                <a:gd name="connsiteX0" fmla="*/ 0 w 14415298"/>
                <a:gd name="connsiteY0" fmla="*/ 0 h 1805004"/>
                <a:gd name="connsiteX1" fmla="*/ 14415298 w 14415298"/>
                <a:gd name="connsiteY1" fmla="*/ 0 h 1805004"/>
                <a:gd name="connsiteX2" fmla="*/ 14415298 w 14415298"/>
                <a:gd name="connsiteY2" fmla="*/ 1805004 h 1805004"/>
                <a:gd name="connsiteX3" fmla="*/ 0 w 14415298"/>
                <a:gd name="connsiteY3" fmla="*/ 1805004 h 18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15298" h="1805004">
                  <a:moveTo>
                    <a:pt x="0" y="0"/>
                  </a:moveTo>
                  <a:lnTo>
                    <a:pt x="14415298" y="0"/>
                  </a:lnTo>
                  <a:lnTo>
                    <a:pt x="14415298" y="1805004"/>
                  </a:lnTo>
                  <a:lnTo>
                    <a:pt x="0" y="1805004"/>
                  </a:lnTo>
                  <a:close/>
                </a:path>
              </a:pathLst>
            </a:custGeom>
            <a:gradFill flip="none" rotWithShape="1">
              <a:gsLst>
                <a:gs pos="100000">
                  <a:srgbClr val="41B6E6">
                    <a:alpha val="38000"/>
                  </a:srgbClr>
                </a:gs>
                <a:gs pos="0">
                  <a:schemeClr val="accent1">
                    <a:alpha val="0"/>
                  </a:schemeClr>
                </a:gs>
              </a:gsLst>
              <a:lin ang="5400000" scaled="1"/>
              <a:tileRect/>
            </a:gradFill>
            <a:ln w="6387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Freeform: Shape 56">
              <a:extLst>
                <a:ext uri="{FF2B5EF4-FFF2-40B4-BE49-F238E27FC236}">
                  <a16:creationId xmlns:a16="http://schemas.microsoft.com/office/drawing/2014/main" id="{0C16DD14-45BB-FB16-129B-F15A564CF14C}"/>
                </a:ext>
              </a:extLst>
            </p:cNvPr>
            <p:cNvSpPr/>
            <p:nvPr/>
          </p:nvSpPr>
          <p:spPr>
            <a:xfrm flipV="1">
              <a:off x="0" y="4797101"/>
              <a:ext cx="12192000" cy="45719"/>
            </a:xfrm>
            <a:custGeom>
              <a:avLst/>
              <a:gdLst>
                <a:gd name="connsiteX0" fmla="*/ 0 w 15811563"/>
                <a:gd name="connsiteY0" fmla="*/ 0 h 6390"/>
                <a:gd name="connsiteX1" fmla="*/ 15811564 w 15811563"/>
                <a:gd name="connsiteY1" fmla="*/ 0 h 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11563" h="6390">
                  <a:moveTo>
                    <a:pt x="0" y="0"/>
                  </a:moveTo>
                  <a:lnTo>
                    <a:pt x="15811564" y="0"/>
                  </a:lnTo>
                </a:path>
              </a:pathLst>
            </a:custGeom>
            <a:ln w="19050" cap="flat">
              <a:gradFill>
                <a:gsLst>
                  <a:gs pos="0">
                    <a:schemeClr val="accent1">
                      <a:lumMod val="5000"/>
                      <a:lumOff val="95000"/>
                      <a:alpha val="0"/>
                    </a:schemeClr>
                  </a:gs>
                  <a:gs pos="86000">
                    <a:srgbClr val="FBFDFF"/>
                  </a:gs>
                  <a:gs pos="14000">
                    <a:srgbClr val="F1F8FF"/>
                  </a:gs>
                  <a:gs pos="100000">
                    <a:schemeClr val="tx2">
                      <a:alpha val="0"/>
                    </a:schemeClr>
                  </a:gs>
                </a:gsLst>
                <a:lin ang="0" scaled="0"/>
              </a:gra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A0F40528-96DA-7EA2-06E3-33FE9A473553}"/>
              </a:ext>
            </a:extLst>
          </p:cNvPr>
          <p:cNvSpPr>
            <a:spLocks noChangeAspect="1"/>
          </p:cNvSpPr>
          <p:nvPr/>
        </p:nvSpPr>
        <p:spPr>
          <a:xfrm>
            <a:off x="627647" y="5525648"/>
            <a:ext cx="1239580" cy="208615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672CB">
                    <a:lumMod val="20000"/>
                    <a:lumOff val="8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Compute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C2B38F1-A8E9-6E9E-4E93-90070DE28C36}"/>
              </a:ext>
            </a:extLst>
          </p:cNvPr>
          <p:cNvSpPr>
            <a:spLocks noChangeAspect="1"/>
          </p:cNvSpPr>
          <p:nvPr/>
        </p:nvSpPr>
        <p:spPr>
          <a:xfrm>
            <a:off x="4279650" y="5525648"/>
            <a:ext cx="1239580" cy="208615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672CB">
                    <a:lumMod val="20000"/>
                    <a:lumOff val="8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Storage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7568445-0887-105F-7E28-AE03B7371379}"/>
              </a:ext>
            </a:extLst>
          </p:cNvPr>
          <p:cNvGrpSpPr>
            <a:grpSpLocks noChangeAspect="1"/>
          </p:cNvGrpSpPr>
          <p:nvPr/>
        </p:nvGrpSpPr>
        <p:grpSpPr>
          <a:xfrm>
            <a:off x="1095645" y="5118125"/>
            <a:ext cx="309895" cy="205430"/>
            <a:chOff x="9849154" y="4348015"/>
            <a:chExt cx="590550" cy="391476"/>
          </a:xfrm>
          <a:solidFill>
            <a:srgbClr val="0D2155">
              <a:alpha val="0"/>
            </a:srgbClr>
          </a:solidFill>
        </p:grpSpPr>
        <p:sp>
          <p:nvSpPr>
            <p:cNvPr id="14" name="Freeform 26">
              <a:extLst>
                <a:ext uri="{FF2B5EF4-FFF2-40B4-BE49-F238E27FC236}">
                  <a16:creationId xmlns:a16="http://schemas.microsoft.com/office/drawing/2014/main" id="{3A7311B9-E0C7-2609-C8DD-51BD122D0FE9}"/>
                </a:ext>
              </a:extLst>
            </p:cNvPr>
            <p:cNvSpPr/>
            <p:nvPr/>
          </p:nvSpPr>
          <p:spPr>
            <a:xfrm>
              <a:off x="9849154" y="4348015"/>
              <a:ext cx="590550" cy="215074"/>
            </a:xfrm>
            <a:custGeom>
              <a:avLst/>
              <a:gdLst>
                <a:gd name="connsiteX0" fmla="*/ 590550 w 590550"/>
                <a:gd name="connsiteY0" fmla="*/ 215075 h 215074"/>
                <a:gd name="connsiteX1" fmla="*/ 590550 w 590550"/>
                <a:gd name="connsiteY1" fmla="*/ 87725 h 215074"/>
                <a:gd name="connsiteX2" fmla="*/ 519875 w 590550"/>
                <a:gd name="connsiteY2" fmla="*/ 0 h 215074"/>
                <a:gd name="connsiteX3" fmla="*/ 75343 w 590550"/>
                <a:gd name="connsiteY3" fmla="*/ 0 h 215074"/>
                <a:gd name="connsiteX4" fmla="*/ 0 w 590550"/>
                <a:gd name="connsiteY4" fmla="*/ 87725 h 215074"/>
                <a:gd name="connsiteX5" fmla="*/ 0 w 590550"/>
                <a:gd name="connsiteY5" fmla="*/ 215075 h 215074"/>
                <a:gd name="connsiteX6" fmla="*/ 590550 w 590550"/>
                <a:gd name="connsiteY6" fmla="*/ 215075 h 2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50" h="215074">
                  <a:moveTo>
                    <a:pt x="590550" y="215075"/>
                  </a:moveTo>
                  <a:lnTo>
                    <a:pt x="590550" y="87725"/>
                  </a:lnTo>
                  <a:lnTo>
                    <a:pt x="519875" y="0"/>
                  </a:lnTo>
                  <a:lnTo>
                    <a:pt x="75343" y="0"/>
                  </a:lnTo>
                  <a:lnTo>
                    <a:pt x="0" y="87725"/>
                  </a:lnTo>
                  <a:lnTo>
                    <a:pt x="0" y="215075"/>
                  </a:lnTo>
                  <a:lnTo>
                    <a:pt x="590550" y="215075"/>
                  </a:lnTo>
                  <a:close/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" name="Freeform 27">
              <a:extLst>
                <a:ext uri="{FF2B5EF4-FFF2-40B4-BE49-F238E27FC236}">
                  <a16:creationId xmlns:a16="http://schemas.microsoft.com/office/drawing/2014/main" id="{F6E6B9BD-F3C7-1511-EBDB-C31F8C203DB5}"/>
                </a:ext>
              </a:extLst>
            </p:cNvPr>
            <p:cNvSpPr/>
            <p:nvPr/>
          </p:nvSpPr>
          <p:spPr>
            <a:xfrm>
              <a:off x="9898779" y="4436692"/>
              <a:ext cx="491299" cy="9525"/>
            </a:xfrm>
            <a:custGeom>
              <a:avLst/>
              <a:gdLst>
                <a:gd name="connsiteX0" fmla="*/ 0 w 491299"/>
                <a:gd name="connsiteY0" fmla="*/ 0 h 9525"/>
                <a:gd name="connsiteX1" fmla="*/ 491300 w 49129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99" h="9525">
                  <a:moveTo>
                    <a:pt x="0" y="0"/>
                  </a:moveTo>
                  <a:lnTo>
                    <a:pt x="491300" y="0"/>
                  </a:lnTo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Freeform 28">
              <a:extLst>
                <a:ext uri="{FF2B5EF4-FFF2-40B4-BE49-F238E27FC236}">
                  <a16:creationId xmlns:a16="http://schemas.microsoft.com/office/drawing/2014/main" id="{2E212E36-4E1B-8F55-1A77-57EE2B136B28}"/>
                </a:ext>
              </a:extLst>
            </p:cNvPr>
            <p:cNvSpPr/>
            <p:nvPr/>
          </p:nvSpPr>
          <p:spPr>
            <a:xfrm>
              <a:off x="10323499" y="4490223"/>
              <a:ext cx="43815" cy="9525"/>
            </a:xfrm>
            <a:custGeom>
              <a:avLst/>
              <a:gdLst>
                <a:gd name="connsiteX0" fmla="*/ 0 w 43815"/>
                <a:gd name="connsiteY0" fmla="*/ 0 h 9525"/>
                <a:gd name="connsiteX1" fmla="*/ 43815 w 43815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5" h="9525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" name="Freeform 31">
              <a:extLst>
                <a:ext uri="{FF2B5EF4-FFF2-40B4-BE49-F238E27FC236}">
                  <a16:creationId xmlns:a16="http://schemas.microsoft.com/office/drawing/2014/main" id="{93E4A9CD-A3F0-2152-4091-73ECFD539733}"/>
                </a:ext>
              </a:extLst>
            </p:cNvPr>
            <p:cNvSpPr/>
            <p:nvPr/>
          </p:nvSpPr>
          <p:spPr>
            <a:xfrm>
              <a:off x="9849154" y="4612238"/>
              <a:ext cx="590550" cy="127253"/>
            </a:xfrm>
            <a:custGeom>
              <a:avLst/>
              <a:gdLst>
                <a:gd name="connsiteX0" fmla="*/ 0 w 590550"/>
                <a:gd name="connsiteY0" fmla="*/ 0 h 127253"/>
                <a:gd name="connsiteX1" fmla="*/ 0 w 590550"/>
                <a:gd name="connsiteY1" fmla="*/ 127254 h 127253"/>
                <a:gd name="connsiteX2" fmla="*/ 590550 w 590550"/>
                <a:gd name="connsiteY2" fmla="*/ 127254 h 127253"/>
                <a:gd name="connsiteX3" fmla="*/ 590550 w 590550"/>
                <a:gd name="connsiteY3" fmla="*/ 0 h 1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550" h="127253">
                  <a:moveTo>
                    <a:pt x="0" y="0"/>
                  </a:moveTo>
                  <a:lnTo>
                    <a:pt x="0" y="127254"/>
                  </a:lnTo>
                  <a:lnTo>
                    <a:pt x="590550" y="127254"/>
                  </a:lnTo>
                  <a:lnTo>
                    <a:pt x="590550" y="0"/>
                  </a:lnTo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" name="Freeform 32">
              <a:extLst>
                <a:ext uri="{FF2B5EF4-FFF2-40B4-BE49-F238E27FC236}">
                  <a16:creationId xmlns:a16="http://schemas.microsoft.com/office/drawing/2014/main" id="{7DA4124C-FC43-49A1-66F3-F4B37D7ED623}"/>
                </a:ext>
              </a:extLst>
            </p:cNvPr>
            <p:cNvSpPr/>
            <p:nvPr/>
          </p:nvSpPr>
          <p:spPr>
            <a:xfrm>
              <a:off x="10323499" y="4666721"/>
              <a:ext cx="43815" cy="9525"/>
            </a:xfrm>
            <a:custGeom>
              <a:avLst/>
              <a:gdLst>
                <a:gd name="connsiteX0" fmla="*/ 0 w 43815"/>
                <a:gd name="connsiteY0" fmla="*/ 0 h 9525"/>
                <a:gd name="connsiteX1" fmla="*/ 43815 w 43815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5" h="9525">
                  <a:moveTo>
                    <a:pt x="0" y="0"/>
                  </a:moveTo>
                  <a:lnTo>
                    <a:pt x="43815" y="0"/>
                  </a:lnTo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CBD7AB3-0489-A5A4-4485-54E8CEA79CE0}"/>
              </a:ext>
            </a:extLst>
          </p:cNvPr>
          <p:cNvGrpSpPr>
            <a:grpSpLocks noChangeAspect="1"/>
          </p:cNvGrpSpPr>
          <p:nvPr/>
        </p:nvGrpSpPr>
        <p:grpSpPr>
          <a:xfrm>
            <a:off x="4737848" y="5061141"/>
            <a:ext cx="302391" cy="309890"/>
            <a:chOff x="10788142" y="4385697"/>
            <a:chExt cx="410718" cy="420909"/>
          </a:xfrm>
          <a:solidFill>
            <a:srgbClr val="0D2155">
              <a:alpha val="0"/>
            </a:srgbClr>
          </a:solidFill>
        </p:grpSpPr>
        <p:sp>
          <p:nvSpPr>
            <p:cNvPr id="24" name="Freeform 34">
              <a:extLst>
                <a:ext uri="{FF2B5EF4-FFF2-40B4-BE49-F238E27FC236}">
                  <a16:creationId xmlns:a16="http://schemas.microsoft.com/office/drawing/2014/main" id="{C153FF94-EEA7-504D-5681-80921D2B2AB6}"/>
                </a:ext>
              </a:extLst>
            </p:cNvPr>
            <p:cNvSpPr/>
            <p:nvPr/>
          </p:nvSpPr>
          <p:spPr>
            <a:xfrm>
              <a:off x="10788142" y="4427607"/>
              <a:ext cx="410718" cy="50196"/>
            </a:xfrm>
            <a:custGeom>
              <a:avLst/>
              <a:gdLst>
                <a:gd name="connsiteX0" fmla="*/ 410718 w 410718"/>
                <a:gd name="connsiteY0" fmla="*/ 0 h 50196"/>
                <a:gd name="connsiteX1" fmla="*/ 205359 w 410718"/>
                <a:gd name="connsiteY1" fmla="*/ 50197 h 50196"/>
                <a:gd name="connsiteX2" fmla="*/ 0 w 410718"/>
                <a:gd name="connsiteY2" fmla="*/ 0 h 50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0718" h="50196">
                  <a:moveTo>
                    <a:pt x="410718" y="0"/>
                  </a:moveTo>
                  <a:cubicBezTo>
                    <a:pt x="410718" y="23146"/>
                    <a:pt x="318802" y="50197"/>
                    <a:pt x="205359" y="50197"/>
                  </a:cubicBezTo>
                  <a:cubicBezTo>
                    <a:pt x="91916" y="50197"/>
                    <a:pt x="0" y="23146"/>
                    <a:pt x="0" y="0"/>
                  </a:cubicBezTo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" name="Freeform 38">
              <a:extLst>
                <a:ext uri="{FF2B5EF4-FFF2-40B4-BE49-F238E27FC236}">
                  <a16:creationId xmlns:a16="http://schemas.microsoft.com/office/drawing/2014/main" id="{989229CF-3C09-C419-AF16-137E71A8A6AF}"/>
                </a:ext>
              </a:extLst>
            </p:cNvPr>
            <p:cNvSpPr/>
            <p:nvPr/>
          </p:nvSpPr>
          <p:spPr>
            <a:xfrm>
              <a:off x="10788142" y="4532763"/>
              <a:ext cx="361949" cy="50248"/>
            </a:xfrm>
            <a:custGeom>
              <a:avLst/>
              <a:gdLst>
                <a:gd name="connsiteX0" fmla="*/ 361950 w 361949"/>
                <a:gd name="connsiteY0" fmla="*/ 30575 h 50248"/>
                <a:gd name="connsiteX1" fmla="*/ 205359 w 361949"/>
                <a:gd name="connsiteY1" fmla="*/ 50197 h 50248"/>
                <a:gd name="connsiteX2" fmla="*/ 0 w 361949"/>
                <a:gd name="connsiteY2" fmla="*/ 0 h 50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949" h="50248">
                  <a:moveTo>
                    <a:pt x="361950" y="30575"/>
                  </a:moveTo>
                  <a:cubicBezTo>
                    <a:pt x="310907" y="44306"/>
                    <a:pt x="258211" y="50908"/>
                    <a:pt x="205359" y="50197"/>
                  </a:cubicBezTo>
                  <a:cubicBezTo>
                    <a:pt x="91916" y="50197"/>
                    <a:pt x="0" y="23146"/>
                    <a:pt x="0" y="0"/>
                  </a:cubicBezTo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" name="Freeform 40">
              <a:extLst>
                <a:ext uri="{FF2B5EF4-FFF2-40B4-BE49-F238E27FC236}">
                  <a16:creationId xmlns:a16="http://schemas.microsoft.com/office/drawing/2014/main" id="{F64C7C1F-029F-130B-B6A5-70F42EE3890B}"/>
                </a:ext>
              </a:extLst>
            </p:cNvPr>
            <p:cNvSpPr/>
            <p:nvPr/>
          </p:nvSpPr>
          <p:spPr>
            <a:xfrm>
              <a:off x="10857389" y="4642300"/>
              <a:ext cx="341471" cy="50212"/>
            </a:xfrm>
            <a:custGeom>
              <a:avLst/>
              <a:gdLst>
                <a:gd name="connsiteX0" fmla="*/ 341471 w 341471"/>
                <a:gd name="connsiteY0" fmla="*/ 0 h 50212"/>
                <a:gd name="connsiteX1" fmla="*/ 136112 w 341471"/>
                <a:gd name="connsiteY1" fmla="*/ 50197 h 50212"/>
                <a:gd name="connsiteX2" fmla="*/ 0 w 341471"/>
                <a:gd name="connsiteY2" fmla="*/ 36004 h 50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1471" h="50212">
                  <a:moveTo>
                    <a:pt x="341471" y="0"/>
                  </a:moveTo>
                  <a:cubicBezTo>
                    <a:pt x="341471" y="23146"/>
                    <a:pt x="249555" y="50197"/>
                    <a:pt x="136112" y="50197"/>
                  </a:cubicBezTo>
                  <a:cubicBezTo>
                    <a:pt x="90356" y="50527"/>
                    <a:pt x="44705" y="45768"/>
                    <a:pt x="0" y="36004"/>
                  </a:cubicBezTo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Freeform 47">
              <a:extLst>
                <a:ext uri="{FF2B5EF4-FFF2-40B4-BE49-F238E27FC236}">
                  <a16:creationId xmlns:a16="http://schemas.microsoft.com/office/drawing/2014/main" id="{3BE04CA6-8C59-D53D-DAFB-2CB5683E019F}"/>
                </a:ext>
              </a:extLst>
            </p:cNvPr>
            <p:cNvSpPr/>
            <p:nvPr/>
          </p:nvSpPr>
          <p:spPr>
            <a:xfrm>
              <a:off x="10788142" y="4385697"/>
              <a:ext cx="410718" cy="420909"/>
            </a:xfrm>
            <a:custGeom>
              <a:avLst/>
              <a:gdLst>
                <a:gd name="connsiteX0" fmla="*/ 410718 w 410718"/>
                <a:gd name="connsiteY0" fmla="*/ 370808 h 420909"/>
                <a:gd name="connsiteX1" fmla="*/ 205359 w 410718"/>
                <a:gd name="connsiteY1" fmla="*/ 420910 h 420909"/>
                <a:gd name="connsiteX2" fmla="*/ 0 w 410718"/>
                <a:gd name="connsiteY2" fmla="*/ 370808 h 420909"/>
                <a:gd name="connsiteX3" fmla="*/ 0 w 410718"/>
                <a:gd name="connsiteY3" fmla="*/ 41910 h 420909"/>
                <a:gd name="connsiteX4" fmla="*/ 205359 w 410718"/>
                <a:gd name="connsiteY4" fmla="*/ 0 h 420909"/>
                <a:gd name="connsiteX5" fmla="*/ 410718 w 410718"/>
                <a:gd name="connsiteY5" fmla="*/ 41910 h 420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718" h="420909">
                  <a:moveTo>
                    <a:pt x="410718" y="370808"/>
                  </a:moveTo>
                  <a:cubicBezTo>
                    <a:pt x="410718" y="393954"/>
                    <a:pt x="318802" y="420910"/>
                    <a:pt x="205359" y="420910"/>
                  </a:cubicBezTo>
                  <a:cubicBezTo>
                    <a:pt x="91916" y="420910"/>
                    <a:pt x="0" y="393954"/>
                    <a:pt x="0" y="370808"/>
                  </a:cubicBezTo>
                  <a:lnTo>
                    <a:pt x="0" y="41910"/>
                  </a:lnTo>
                  <a:cubicBezTo>
                    <a:pt x="0" y="19050"/>
                    <a:pt x="91916" y="0"/>
                    <a:pt x="205359" y="0"/>
                  </a:cubicBezTo>
                  <a:cubicBezTo>
                    <a:pt x="318802" y="0"/>
                    <a:pt x="410718" y="19050"/>
                    <a:pt x="410718" y="41910"/>
                  </a:cubicBezTo>
                  <a:close/>
                </a:path>
              </a:pathLst>
            </a:custGeom>
            <a:grpFill/>
            <a:ln w="15875" cap="flat">
              <a:solidFill>
                <a:schemeClr val="bg1">
                  <a:lumMod val="20000"/>
                  <a:lumOff val="8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260E062-E7BC-9368-09FD-0BB84F474C4B}"/>
              </a:ext>
            </a:extLst>
          </p:cNvPr>
          <p:cNvGrpSpPr>
            <a:grpSpLocks noChangeAspect="1"/>
          </p:cNvGrpSpPr>
          <p:nvPr/>
        </p:nvGrpSpPr>
        <p:grpSpPr>
          <a:xfrm>
            <a:off x="1777774" y="5267257"/>
            <a:ext cx="2450982" cy="0"/>
            <a:chOff x="1699842" y="4612649"/>
            <a:chExt cx="2674046" cy="0"/>
          </a:xfrm>
        </p:grpSpPr>
        <p:cxnSp>
          <p:nvCxnSpPr>
            <p:cNvPr id="40" name="Straight Arrow Connector 39">
              <a:extLst>
                <a:ext uri="{FF2B5EF4-FFF2-40B4-BE49-F238E27FC236}">
                  <a16:creationId xmlns:a16="http://schemas.microsoft.com/office/drawing/2014/main" id="{983277AE-4E29-965B-6E54-13474BB00F98}"/>
                </a:ext>
              </a:extLst>
            </p:cNvPr>
            <p:cNvCxnSpPr>
              <a:cxnSpLocks/>
            </p:cNvCxnSpPr>
            <p:nvPr/>
          </p:nvCxnSpPr>
          <p:spPr>
            <a:xfrm>
              <a:off x="1699842" y="4612649"/>
              <a:ext cx="845246" cy="0"/>
            </a:xfrm>
            <a:prstGeom prst="straightConnector1">
              <a:avLst/>
            </a:prstGeom>
            <a:ln w="12700">
              <a:solidFill>
                <a:schemeClr val="bg1">
                  <a:lumMod val="20000"/>
                  <a:lumOff val="80000"/>
                </a:schemeClr>
              </a:solidFill>
              <a:headEnd type="arrow" w="med" len="sm"/>
              <a:tailEnd type="arrow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B3448326-ED63-D491-4C83-73637592D22F}"/>
                </a:ext>
              </a:extLst>
            </p:cNvPr>
            <p:cNvCxnSpPr>
              <a:cxnSpLocks/>
            </p:cNvCxnSpPr>
            <p:nvPr/>
          </p:nvCxnSpPr>
          <p:spPr>
            <a:xfrm>
              <a:off x="3528642" y="4612649"/>
              <a:ext cx="845246" cy="0"/>
            </a:xfrm>
            <a:prstGeom prst="straightConnector1">
              <a:avLst/>
            </a:prstGeom>
            <a:ln w="12700">
              <a:solidFill>
                <a:schemeClr val="bg1">
                  <a:lumMod val="20000"/>
                  <a:lumOff val="80000"/>
                </a:schemeClr>
              </a:solidFill>
              <a:headEnd type="arrow" w="med" len="sm"/>
              <a:tailEnd type="arrow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Rectangle 68">
            <a:extLst>
              <a:ext uri="{FF2B5EF4-FFF2-40B4-BE49-F238E27FC236}">
                <a16:creationId xmlns:a16="http://schemas.microsoft.com/office/drawing/2014/main" id="{FAC4B826-D830-BC47-6E36-1F660538FB94}"/>
              </a:ext>
            </a:extLst>
          </p:cNvPr>
          <p:cNvSpPr>
            <a:spLocks noChangeAspect="1"/>
          </p:cNvSpPr>
          <p:nvPr/>
        </p:nvSpPr>
        <p:spPr>
          <a:xfrm>
            <a:off x="2452591" y="5525648"/>
            <a:ext cx="1239580" cy="208615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672CB">
                    <a:lumMod val="20000"/>
                    <a:lumOff val="8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Networking</a:t>
            </a:r>
          </a:p>
        </p:txBody>
      </p:sp>
      <p:sp>
        <p:nvSpPr>
          <p:cNvPr id="70" name="Freeform 5">
            <a:extLst>
              <a:ext uri="{FF2B5EF4-FFF2-40B4-BE49-F238E27FC236}">
                <a16:creationId xmlns:a16="http://schemas.microsoft.com/office/drawing/2014/main" id="{8C5F67CD-4B80-E37B-01BE-0E115563B45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02454" y="5060772"/>
            <a:ext cx="309895" cy="310568"/>
          </a:xfrm>
          <a:custGeom>
            <a:avLst/>
            <a:gdLst>
              <a:gd name="T0" fmla="*/ 218 w 288"/>
              <a:gd name="T1" fmla="*/ 148 h 288"/>
              <a:gd name="T2" fmla="*/ 173 w 288"/>
              <a:gd name="T3" fmla="*/ 165 h 288"/>
              <a:gd name="T4" fmla="*/ 128 w 288"/>
              <a:gd name="T5" fmla="*/ 124 h 288"/>
              <a:gd name="T6" fmla="*/ 148 w 288"/>
              <a:gd name="T7" fmla="*/ 74 h 288"/>
              <a:gd name="T8" fmla="*/ 147 w 288"/>
              <a:gd name="T9" fmla="*/ 62 h 288"/>
              <a:gd name="T10" fmla="*/ 183 w 288"/>
              <a:gd name="T11" fmla="*/ 62 h 288"/>
              <a:gd name="T12" fmla="*/ 235 w 288"/>
              <a:gd name="T13" fmla="*/ 106 h 288"/>
              <a:gd name="T14" fmla="*/ 288 w 288"/>
              <a:gd name="T15" fmla="*/ 53 h 288"/>
              <a:gd name="T16" fmla="*/ 235 w 288"/>
              <a:gd name="T17" fmla="*/ 0 h 288"/>
              <a:gd name="T18" fmla="*/ 183 w 288"/>
              <a:gd name="T19" fmla="*/ 43 h 288"/>
              <a:gd name="T20" fmla="*/ 141 w 288"/>
              <a:gd name="T21" fmla="*/ 43 h 288"/>
              <a:gd name="T22" fmla="*/ 74 w 288"/>
              <a:gd name="T23" fmla="*/ 0 h 288"/>
              <a:gd name="T24" fmla="*/ 1 w 288"/>
              <a:gd name="T25" fmla="*/ 74 h 288"/>
              <a:gd name="T26" fmla="*/ 43 w 288"/>
              <a:gd name="T27" fmla="*/ 141 h 288"/>
              <a:gd name="T28" fmla="*/ 43 w 288"/>
              <a:gd name="T29" fmla="*/ 183 h 288"/>
              <a:gd name="T30" fmla="*/ 0 w 288"/>
              <a:gd name="T31" fmla="*/ 234 h 288"/>
              <a:gd name="T32" fmla="*/ 53 w 288"/>
              <a:gd name="T33" fmla="*/ 287 h 288"/>
              <a:gd name="T34" fmla="*/ 106 w 288"/>
              <a:gd name="T35" fmla="*/ 234 h 288"/>
              <a:gd name="T36" fmla="*/ 62 w 288"/>
              <a:gd name="T37" fmla="*/ 183 h 288"/>
              <a:gd name="T38" fmla="*/ 62 w 288"/>
              <a:gd name="T39" fmla="*/ 146 h 288"/>
              <a:gd name="T40" fmla="*/ 74 w 288"/>
              <a:gd name="T41" fmla="*/ 148 h 288"/>
              <a:gd name="T42" fmla="*/ 113 w 288"/>
              <a:gd name="T43" fmla="*/ 137 h 288"/>
              <a:gd name="T44" fmla="*/ 160 w 288"/>
              <a:gd name="T45" fmla="*/ 179 h 288"/>
              <a:gd name="T46" fmla="*/ 148 w 288"/>
              <a:gd name="T47" fmla="*/ 218 h 288"/>
              <a:gd name="T48" fmla="*/ 218 w 288"/>
              <a:gd name="T49" fmla="*/ 288 h 288"/>
              <a:gd name="T50" fmla="*/ 288 w 288"/>
              <a:gd name="T51" fmla="*/ 218 h 288"/>
              <a:gd name="T52" fmla="*/ 218 w 288"/>
              <a:gd name="T53" fmla="*/ 148 h 288"/>
              <a:gd name="T54" fmla="*/ 235 w 288"/>
              <a:gd name="T55" fmla="*/ 19 h 288"/>
              <a:gd name="T56" fmla="*/ 269 w 288"/>
              <a:gd name="T57" fmla="*/ 53 h 288"/>
              <a:gd name="T58" fmla="*/ 235 w 288"/>
              <a:gd name="T59" fmla="*/ 87 h 288"/>
              <a:gd name="T60" fmla="*/ 201 w 288"/>
              <a:gd name="T61" fmla="*/ 53 h 288"/>
              <a:gd name="T62" fmla="*/ 235 w 288"/>
              <a:gd name="T63" fmla="*/ 19 h 288"/>
              <a:gd name="T64" fmla="*/ 87 w 288"/>
              <a:gd name="T65" fmla="*/ 235 h 288"/>
              <a:gd name="T66" fmla="*/ 53 w 288"/>
              <a:gd name="T67" fmla="*/ 268 h 288"/>
              <a:gd name="T68" fmla="*/ 19 w 288"/>
              <a:gd name="T69" fmla="*/ 235 h 288"/>
              <a:gd name="T70" fmla="*/ 53 w 288"/>
              <a:gd name="T71" fmla="*/ 201 h 288"/>
              <a:gd name="T72" fmla="*/ 87 w 288"/>
              <a:gd name="T73" fmla="*/ 235 h 288"/>
              <a:gd name="T74" fmla="*/ 20 w 288"/>
              <a:gd name="T75" fmla="*/ 74 h 288"/>
              <a:gd name="T76" fmla="*/ 74 w 288"/>
              <a:gd name="T77" fmla="*/ 20 h 288"/>
              <a:gd name="T78" fmla="*/ 129 w 288"/>
              <a:gd name="T79" fmla="*/ 74 h 288"/>
              <a:gd name="T80" fmla="*/ 74 w 288"/>
              <a:gd name="T81" fmla="*/ 128 h 288"/>
              <a:gd name="T82" fmla="*/ 20 w 288"/>
              <a:gd name="T83" fmla="*/ 74 h 288"/>
              <a:gd name="T84" fmla="*/ 218 w 288"/>
              <a:gd name="T85" fmla="*/ 269 h 288"/>
              <a:gd name="T86" fmla="*/ 167 w 288"/>
              <a:gd name="T87" fmla="*/ 218 h 288"/>
              <a:gd name="T88" fmla="*/ 218 w 288"/>
              <a:gd name="T89" fmla="*/ 167 h 288"/>
              <a:gd name="T90" fmla="*/ 269 w 288"/>
              <a:gd name="T91" fmla="*/ 218 h 288"/>
              <a:gd name="T92" fmla="*/ 218 w 288"/>
              <a:gd name="T93" fmla="*/ 269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8" h="288">
                <a:moveTo>
                  <a:pt x="218" y="148"/>
                </a:moveTo>
                <a:cubicBezTo>
                  <a:pt x="201" y="148"/>
                  <a:pt x="185" y="154"/>
                  <a:pt x="173" y="165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40" y="111"/>
                  <a:pt x="148" y="94"/>
                  <a:pt x="148" y="74"/>
                </a:cubicBezTo>
                <a:cubicBezTo>
                  <a:pt x="148" y="70"/>
                  <a:pt x="147" y="66"/>
                  <a:pt x="147" y="62"/>
                </a:cubicBezTo>
                <a:cubicBezTo>
                  <a:pt x="183" y="62"/>
                  <a:pt x="183" y="62"/>
                  <a:pt x="183" y="62"/>
                </a:cubicBezTo>
                <a:cubicBezTo>
                  <a:pt x="188" y="87"/>
                  <a:pt x="209" y="106"/>
                  <a:pt x="235" y="106"/>
                </a:cubicBezTo>
                <a:cubicBezTo>
                  <a:pt x="264" y="106"/>
                  <a:pt x="288" y="82"/>
                  <a:pt x="288" y="53"/>
                </a:cubicBezTo>
                <a:cubicBezTo>
                  <a:pt x="288" y="24"/>
                  <a:pt x="264" y="0"/>
                  <a:pt x="235" y="0"/>
                </a:cubicBezTo>
                <a:cubicBezTo>
                  <a:pt x="209" y="0"/>
                  <a:pt x="188" y="19"/>
                  <a:pt x="183" y="43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29" y="18"/>
                  <a:pt x="104" y="0"/>
                  <a:pt x="74" y="0"/>
                </a:cubicBezTo>
                <a:cubicBezTo>
                  <a:pt x="34" y="0"/>
                  <a:pt x="1" y="33"/>
                  <a:pt x="1" y="74"/>
                </a:cubicBezTo>
                <a:cubicBezTo>
                  <a:pt x="1" y="104"/>
                  <a:pt x="18" y="129"/>
                  <a:pt x="43" y="141"/>
                </a:cubicBezTo>
                <a:cubicBezTo>
                  <a:pt x="43" y="183"/>
                  <a:pt x="43" y="183"/>
                  <a:pt x="43" y="183"/>
                </a:cubicBezTo>
                <a:cubicBezTo>
                  <a:pt x="19" y="187"/>
                  <a:pt x="0" y="209"/>
                  <a:pt x="0" y="234"/>
                </a:cubicBezTo>
                <a:cubicBezTo>
                  <a:pt x="0" y="264"/>
                  <a:pt x="24" y="287"/>
                  <a:pt x="53" y="287"/>
                </a:cubicBezTo>
                <a:cubicBezTo>
                  <a:pt x="82" y="287"/>
                  <a:pt x="106" y="264"/>
                  <a:pt x="106" y="234"/>
                </a:cubicBezTo>
                <a:cubicBezTo>
                  <a:pt x="106" y="209"/>
                  <a:pt x="87" y="187"/>
                  <a:pt x="62" y="183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66" y="147"/>
                  <a:pt x="70" y="148"/>
                  <a:pt x="74" y="148"/>
                </a:cubicBezTo>
                <a:cubicBezTo>
                  <a:pt x="88" y="148"/>
                  <a:pt x="101" y="143"/>
                  <a:pt x="113" y="137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52" y="190"/>
                  <a:pt x="148" y="204"/>
                  <a:pt x="148" y="218"/>
                </a:cubicBezTo>
                <a:cubicBezTo>
                  <a:pt x="148" y="257"/>
                  <a:pt x="179" y="288"/>
                  <a:pt x="218" y="288"/>
                </a:cubicBezTo>
                <a:cubicBezTo>
                  <a:pt x="256" y="288"/>
                  <a:pt x="288" y="257"/>
                  <a:pt x="288" y="218"/>
                </a:cubicBezTo>
                <a:cubicBezTo>
                  <a:pt x="288" y="179"/>
                  <a:pt x="256" y="148"/>
                  <a:pt x="218" y="148"/>
                </a:cubicBezTo>
                <a:close/>
                <a:moveTo>
                  <a:pt x="235" y="19"/>
                </a:moveTo>
                <a:cubicBezTo>
                  <a:pt x="254" y="19"/>
                  <a:pt x="269" y="34"/>
                  <a:pt x="269" y="53"/>
                </a:cubicBezTo>
                <a:cubicBezTo>
                  <a:pt x="269" y="71"/>
                  <a:pt x="254" y="87"/>
                  <a:pt x="235" y="87"/>
                </a:cubicBezTo>
                <a:cubicBezTo>
                  <a:pt x="216" y="87"/>
                  <a:pt x="201" y="71"/>
                  <a:pt x="201" y="53"/>
                </a:cubicBezTo>
                <a:cubicBezTo>
                  <a:pt x="201" y="34"/>
                  <a:pt x="216" y="19"/>
                  <a:pt x="235" y="19"/>
                </a:cubicBezTo>
                <a:close/>
                <a:moveTo>
                  <a:pt x="87" y="235"/>
                </a:moveTo>
                <a:cubicBezTo>
                  <a:pt x="87" y="253"/>
                  <a:pt x="71" y="268"/>
                  <a:pt x="53" y="268"/>
                </a:cubicBezTo>
                <a:cubicBezTo>
                  <a:pt x="34" y="268"/>
                  <a:pt x="19" y="253"/>
                  <a:pt x="19" y="235"/>
                </a:cubicBezTo>
                <a:cubicBezTo>
                  <a:pt x="19" y="216"/>
                  <a:pt x="34" y="201"/>
                  <a:pt x="53" y="201"/>
                </a:cubicBezTo>
                <a:cubicBezTo>
                  <a:pt x="71" y="201"/>
                  <a:pt x="87" y="216"/>
                  <a:pt x="87" y="235"/>
                </a:cubicBezTo>
                <a:close/>
                <a:moveTo>
                  <a:pt x="20" y="74"/>
                </a:moveTo>
                <a:cubicBezTo>
                  <a:pt x="20" y="44"/>
                  <a:pt x="44" y="20"/>
                  <a:pt x="74" y="20"/>
                </a:cubicBezTo>
                <a:cubicBezTo>
                  <a:pt x="104" y="20"/>
                  <a:pt x="129" y="44"/>
                  <a:pt x="129" y="74"/>
                </a:cubicBezTo>
                <a:cubicBezTo>
                  <a:pt x="129" y="104"/>
                  <a:pt x="104" y="128"/>
                  <a:pt x="74" y="128"/>
                </a:cubicBezTo>
                <a:cubicBezTo>
                  <a:pt x="44" y="128"/>
                  <a:pt x="20" y="104"/>
                  <a:pt x="20" y="74"/>
                </a:cubicBezTo>
                <a:close/>
                <a:moveTo>
                  <a:pt x="218" y="269"/>
                </a:moveTo>
                <a:cubicBezTo>
                  <a:pt x="190" y="269"/>
                  <a:pt x="167" y="246"/>
                  <a:pt x="167" y="218"/>
                </a:cubicBezTo>
                <a:cubicBezTo>
                  <a:pt x="167" y="190"/>
                  <a:pt x="190" y="167"/>
                  <a:pt x="218" y="167"/>
                </a:cubicBezTo>
                <a:cubicBezTo>
                  <a:pt x="246" y="167"/>
                  <a:pt x="269" y="190"/>
                  <a:pt x="269" y="218"/>
                </a:cubicBezTo>
                <a:cubicBezTo>
                  <a:pt x="269" y="246"/>
                  <a:pt x="246" y="269"/>
                  <a:pt x="218" y="269"/>
                </a:cubicBezTo>
                <a:close/>
              </a:path>
            </a:pathLst>
          </a:custGeom>
          <a:solidFill>
            <a:schemeClr val="bg1">
              <a:lumMod val="20000"/>
              <a:lumOff val="80000"/>
            </a:schemeClr>
          </a:solidFill>
          <a:ln w="6350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0CCA33A-51D5-C56B-0220-CECEEF2F19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6158154" y="4640837"/>
            <a:ext cx="6034421" cy="1679186"/>
          </a:xfrm>
          <a:prstGeom prst="rect">
            <a:avLst/>
          </a:prstGeom>
          <a:solidFill>
            <a:srgbClr val="9FDDF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32"/>
            <a:endParaRPr lang="en-US" sz="1600">
              <a:solidFill>
                <a:srgbClr val="000000"/>
              </a:solidFill>
              <a:latin typeface="Arial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5422AD98-D8B9-E12D-8FF9-09D9CAFB5D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8303798" y="4901315"/>
            <a:ext cx="0" cy="1280160"/>
          </a:xfrm>
          <a:prstGeom prst="line">
            <a:avLst/>
          </a:prstGeom>
          <a:ln w="15875">
            <a:gradFill>
              <a:gsLst>
                <a:gs pos="0">
                  <a:schemeClr val="bg1">
                    <a:alpha val="0"/>
                  </a:schemeClr>
                </a:gs>
                <a:gs pos="50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AB5D70D9-40A5-A0DB-7CB4-D3A219731E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10253205" y="4901315"/>
            <a:ext cx="0" cy="1280160"/>
          </a:xfrm>
          <a:prstGeom prst="line">
            <a:avLst/>
          </a:prstGeom>
          <a:ln w="15875">
            <a:gradFill>
              <a:gsLst>
                <a:gs pos="0">
                  <a:schemeClr val="bg1">
                    <a:alpha val="0"/>
                  </a:schemeClr>
                </a:gs>
                <a:gs pos="5000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449E4341-AA8D-2F90-DA09-3FD05923DE44}"/>
              </a:ext>
            </a:extLst>
          </p:cNvPr>
          <p:cNvSpPr txBox="1"/>
          <p:nvPr/>
        </p:nvSpPr>
        <p:spPr>
          <a:xfrm>
            <a:off x="10291474" y="4904337"/>
            <a:ext cx="1840857" cy="118494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4000" b="1">
                <a:solidFill>
                  <a:schemeClr val="accent1"/>
                </a:solidFill>
              </a:defRPr>
            </a:lvl1pPr>
          </a:lstStyle>
          <a:p>
            <a:pPr defTabSz="914354">
              <a:defRPr/>
            </a:pPr>
            <a:r>
              <a:rPr lang="en-US" sz="1100" b="0" i="1">
                <a:solidFill>
                  <a:srgbClr val="0D2155"/>
                </a:solidFill>
                <a:latin typeface="Arial"/>
              </a:rPr>
              <a:t>Workload-ready clusters in</a:t>
            </a:r>
          </a:p>
          <a:p>
            <a:pPr defTabSz="914354">
              <a:defRPr/>
            </a:pPr>
            <a:r>
              <a:rPr lang="en-US" sz="4400" b="0">
                <a:solidFill>
                  <a:srgbClr val="0D2155"/>
                </a:solidFill>
                <a:latin typeface="Arial Nova Light"/>
              </a:rPr>
              <a:t>2.5</a:t>
            </a:r>
          </a:p>
          <a:p>
            <a:pPr defTabSz="914354">
              <a:defRPr/>
            </a:pPr>
            <a:r>
              <a:rPr lang="en-US" sz="1100" b="0">
                <a:solidFill>
                  <a:srgbClr val="0D2155"/>
                </a:solidFill>
                <a:latin typeface="Arial"/>
              </a:rPr>
              <a:t>hours, </a:t>
            </a:r>
            <a:r>
              <a:rPr lang="en-US" sz="1200">
                <a:solidFill>
                  <a:srgbClr val="0D2155"/>
                </a:solidFill>
                <a:latin typeface="Arial"/>
              </a:rPr>
              <a:t>zero</a:t>
            </a:r>
            <a:r>
              <a:rPr lang="en-US" sz="1100">
                <a:solidFill>
                  <a:srgbClr val="0D2155"/>
                </a:solidFill>
                <a:latin typeface="Arial"/>
              </a:rPr>
              <a:t> </a:t>
            </a:r>
            <a:r>
              <a:rPr lang="en-US" sz="1100" b="0">
                <a:solidFill>
                  <a:srgbClr val="0D2155"/>
                </a:solidFill>
                <a:latin typeface="Arial"/>
              </a:rPr>
              <a:t>manual effort</a:t>
            </a:r>
            <a:r>
              <a:rPr lang="en-US" sz="1100" b="0" baseline="30000">
                <a:solidFill>
                  <a:srgbClr val="0D2155"/>
                </a:solidFill>
                <a:latin typeface="Arial"/>
              </a:rPr>
              <a:t>3</a:t>
            </a:r>
          </a:p>
          <a:p>
            <a:pPr defTabSz="914354">
              <a:defRPr/>
            </a:pPr>
            <a:endParaRPr lang="en-US" sz="1100" b="0" baseline="30000">
              <a:solidFill>
                <a:srgbClr val="0D2155"/>
              </a:solidFill>
              <a:latin typeface="Arial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A9D9487-47E3-92DC-B07C-860DDBA846DB}"/>
              </a:ext>
            </a:extLst>
          </p:cNvPr>
          <p:cNvSpPr txBox="1"/>
          <p:nvPr/>
        </p:nvSpPr>
        <p:spPr>
          <a:xfrm>
            <a:off x="6159705" y="4904337"/>
            <a:ext cx="2114129" cy="115416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4000" b="1">
                <a:solidFill>
                  <a:schemeClr val="accent1"/>
                </a:solidFill>
              </a:defRPr>
            </a:lvl1pPr>
          </a:lstStyle>
          <a:p>
            <a:pPr defTabSz="914354">
              <a:defRPr/>
            </a:pPr>
            <a:r>
              <a:rPr lang="en-US" sz="1100" b="0" i="1">
                <a:solidFill>
                  <a:srgbClr val="0D2155"/>
                </a:solidFill>
                <a:latin typeface="Arial"/>
              </a:rPr>
              <a:t>Validated with </a:t>
            </a:r>
          </a:p>
          <a:p>
            <a:pPr defTabSz="914354">
              <a:defRPr/>
            </a:pPr>
            <a:r>
              <a:rPr lang="en-US" sz="4400" b="0">
                <a:solidFill>
                  <a:srgbClr val="0D2155"/>
                </a:solidFill>
                <a:latin typeface="Arial Nova Light"/>
              </a:rPr>
              <a:t>15,000</a:t>
            </a:r>
            <a:r>
              <a:rPr lang="en-US" sz="3600" b="0">
                <a:solidFill>
                  <a:srgbClr val="0D2155"/>
                </a:solidFill>
                <a:latin typeface="Arial Nova Light"/>
              </a:rPr>
              <a:t>+</a:t>
            </a:r>
          </a:p>
          <a:p>
            <a:pPr defTabSz="1219139">
              <a:defRPr/>
            </a:pPr>
            <a:r>
              <a:rPr lang="en-US" sz="1100" b="0">
                <a:solidFill>
                  <a:srgbClr val="0D2155"/>
                </a:solidFill>
                <a:latin typeface="Arial"/>
              </a:rPr>
              <a:t>hours of testing</a:t>
            </a:r>
            <a:r>
              <a:rPr lang="en-US" sz="1100" b="0" baseline="30000">
                <a:solidFill>
                  <a:srgbClr val="0D2155"/>
                </a:solidFill>
                <a:latin typeface="Arial"/>
              </a:rPr>
              <a:t>1</a:t>
            </a:r>
          </a:p>
          <a:p>
            <a:pPr defTabSz="1219139">
              <a:defRPr/>
            </a:pPr>
            <a:endParaRPr lang="en-US" sz="1100" b="0" baseline="30000">
              <a:solidFill>
                <a:srgbClr val="0D2155"/>
              </a:solidFill>
              <a:latin typeface="Arial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4ED28EA7-92F8-F5E2-663A-4F5CDEE61A5A}"/>
              </a:ext>
            </a:extLst>
          </p:cNvPr>
          <p:cNvSpPr txBox="1"/>
          <p:nvPr/>
        </p:nvSpPr>
        <p:spPr>
          <a:xfrm>
            <a:off x="8314975" y="4904337"/>
            <a:ext cx="1935359" cy="123110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4000" b="1">
                <a:solidFill>
                  <a:schemeClr val="accent1"/>
                </a:solidFill>
              </a:defRPr>
            </a:lvl1pPr>
          </a:lstStyle>
          <a:p>
            <a:pPr defTabSz="914354">
              <a:defRPr/>
            </a:pPr>
            <a:r>
              <a:rPr kumimoji="0" lang="en-US" sz="1200" b="0" i="1" u="none" strike="noStrike" kern="1200" cap="none" spc="0" normalizeH="0" baseline="0" noProof="0">
                <a:ln>
                  <a:noFill/>
                </a:ln>
                <a:solidFill>
                  <a:srgbClr val="0D2155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Over</a:t>
            </a:r>
            <a:br>
              <a:rPr lang="en-US" sz="1200" b="0" i="1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"/>
              </a:rPr>
            </a:br>
            <a:r>
              <a:rPr lang="en-US" sz="4400" b="0">
                <a:solidFill>
                  <a:srgbClr val="0D2155"/>
                </a:solidFill>
                <a:latin typeface="Arial Nova Light"/>
              </a:rPr>
              <a:t>90%</a:t>
            </a:r>
          </a:p>
          <a:p>
            <a:pPr defTabSz="914354">
              <a:defRPr/>
            </a:pPr>
            <a:r>
              <a:rPr lang="en-US" sz="1100" b="0">
                <a:solidFill>
                  <a:srgbClr val="0D2155"/>
                </a:solidFill>
                <a:latin typeface="Arial"/>
              </a:rPr>
              <a:t>fewer steps to provision vs. manual deployment</a:t>
            </a:r>
            <a:r>
              <a:rPr lang="en-US" sz="1100" b="0" baseline="30000">
                <a:solidFill>
                  <a:srgbClr val="0D2155"/>
                </a:solidFill>
                <a:latin typeface="Arial"/>
              </a:rPr>
              <a:t>2</a:t>
            </a:r>
            <a:endParaRPr lang="en-US" sz="3600" b="0">
              <a:solidFill>
                <a:srgbClr val="000000"/>
              </a:solidFill>
              <a:latin typeface="Arial Nova Light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430ED87B-CC09-AFB5-CA4F-0B0534D26C8F}"/>
              </a:ext>
            </a:extLst>
          </p:cNvPr>
          <p:cNvSpPr txBox="1"/>
          <p:nvPr/>
        </p:nvSpPr>
        <p:spPr>
          <a:xfrm>
            <a:off x="6342" y="6122922"/>
            <a:ext cx="6215553" cy="630942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0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Arial"/>
                <a:ea typeface="DengXian"/>
                <a:cs typeface="Arial" panose="020B0604020202020204" pitchFamily="34" charset="0"/>
              </a:rPr>
              <a:t>¹ Based on internal Dell testing. Dell Private Cloud deploying VMware vSphere. May 2025. Actual results may vary. CLM-014261. </a:t>
            </a:r>
            <a:endParaRPr lang="en-US" sz="700" b="0" i="0" u="none" strike="noStrike" kern="100" cap="none" spc="0" normalizeH="0" baseline="0" noProof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uLnTx/>
              <a:uFillTx/>
              <a:latin typeface="Arial"/>
              <a:ea typeface="DengXian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0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Arial"/>
                <a:ea typeface="DengXian"/>
                <a:cs typeface="Arial" panose="020B0604020202020204" pitchFamily="34" charset="0"/>
              </a:rPr>
              <a:t>² Based on internal Dell testing. Manual steps automated through a single Dell Private Cloud blueprint. May 2025. Actual results may vary. CLM-014260. </a:t>
            </a:r>
            <a:endParaRPr lang="en-US" sz="700" b="0" i="0" u="none" strike="noStrike" kern="100" cap="none" spc="0" normalizeH="0" baseline="0" noProof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uLnTx/>
              <a:uFillTx/>
              <a:latin typeface="Arial"/>
              <a:ea typeface="DengXian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700" kern="100">
                <a:solidFill>
                  <a:schemeClr val="tx2">
                    <a:lumMod val="50000"/>
                  </a:schemeClr>
                </a:solidFill>
                <a:latin typeface="Arial"/>
                <a:ea typeface="DengXian"/>
                <a:cs typeface="Arial" panose="020B0604020202020204" pitchFamily="34" charset="0"/>
              </a:rPr>
              <a:t>³ </a:t>
            </a:r>
            <a:r>
              <a:rPr kumimoji="0" lang="en-US" sz="700" b="0" i="0" u="none" strike="noStrike" kern="10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Arial"/>
                <a:ea typeface="DengXian"/>
                <a:cs typeface="Arial" panose="020B0604020202020204" pitchFamily="34" charset="0"/>
              </a:rPr>
              <a:t>Based on internal Dell testing. </a:t>
            </a:r>
            <a:r>
              <a:rPr lang="en-US" sz="700" kern="100">
                <a:solidFill>
                  <a:schemeClr val="tx2">
                    <a:lumMod val="50000"/>
                  </a:schemeClr>
                </a:solidFill>
                <a:latin typeface="Arial"/>
                <a:ea typeface="DengXian"/>
                <a:cs typeface="Arial" panose="020B0604020202020204" pitchFamily="34" charset="0"/>
              </a:rPr>
              <a:t>After hardware installation, configuration and platform onboarding. No manual interaction required after initiation. </a:t>
            </a:r>
            <a:r>
              <a:rPr kumimoji="0" lang="en-US" sz="700" b="0" i="0" u="none" strike="noStrike" kern="10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Arial"/>
                <a:ea typeface="DengXian"/>
                <a:cs typeface="Arial" panose="020B0604020202020204" pitchFamily="34" charset="0"/>
              </a:rPr>
              <a:t>Actual results may vary.</a:t>
            </a:r>
            <a:r>
              <a:rPr lang="en-US" sz="700" kern="100">
                <a:solidFill>
                  <a:schemeClr val="tx2">
                    <a:lumMod val="50000"/>
                  </a:schemeClr>
                </a:solidFill>
                <a:latin typeface="Arial"/>
                <a:ea typeface="DengXian"/>
                <a:cs typeface="Arial" panose="020B0604020202020204" pitchFamily="34" charset="0"/>
              </a:rPr>
              <a:t> CLM-014262.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700" kern="100" baseline="30000">
                <a:solidFill>
                  <a:schemeClr val="tx2">
                    <a:lumMod val="50000"/>
                  </a:schemeClr>
                </a:solidFill>
                <a:latin typeface="Arial"/>
                <a:ea typeface="DengXian"/>
                <a:cs typeface="Arial" panose="020B0604020202020204" pitchFamily="34" charset="0"/>
              </a:rPr>
              <a:t>4  </a:t>
            </a:r>
            <a:r>
              <a:rPr lang="en-US" sz="700" b="0" i="0" u="none" strike="noStrike" kern="10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Arial"/>
                <a:ea typeface="DengXian"/>
                <a:cs typeface="Arial" panose="020B0604020202020204" pitchFamily="34" charset="0"/>
              </a:rPr>
              <a:t>Additional storage support coming 2H 2025.</a:t>
            </a:r>
          </a:p>
        </p:txBody>
      </p:sp>
      <p:pic>
        <p:nvPicPr>
          <p:cNvPr id="73" name="Picture 72">
            <a:extLst>
              <a:ext uri="{FF2B5EF4-FFF2-40B4-BE49-F238E27FC236}">
                <a16:creationId xmlns:a16="http://schemas.microsoft.com/office/drawing/2014/main" id="{E85914F8-4B1B-8D77-4796-C994F524D44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3083" y="6451744"/>
            <a:ext cx="1438648" cy="187024"/>
          </a:xfrm>
          <a:prstGeom prst="rect">
            <a:avLst/>
          </a:prstGeom>
        </p:spPr>
      </p:pic>
      <p:sp>
        <p:nvSpPr>
          <p:cNvPr id="22" name="Trapezoid 21">
            <a:extLst>
              <a:ext uri="{FF2B5EF4-FFF2-40B4-BE49-F238E27FC236}">
                <a16:creationId xmlns:a16="http://schemas.microsoft.com/office/drawing/2014/main" id="{2260365A-B5B6-49FC-31DC-BE1DC0105D5A}"/>
              </a:ext>
            </a:extLst>
          </p:cNvPr>
          <p:cNvSpPr/>
          <p:nvPr/>
        </p:nvSpPr>
        <p:spPr>
          <a:xfrm>
            <a:off x="334609" y="3716846"/>
            <a:ext cx="5400784" cy="393177"/>
          </a:xfrm>
          <a:prstGeom prst="trapezoid">
            <a:avLst>
              <a:gd name="adj" fmla="val 171007"/>
            </a:avLst>
          </a:prstGeom>
          <a:solidFill>
            <a:schemeClr val="accent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CF49EA3-167D-1163-7E0A-F08FD70B75CE}"/>
              </a:ext>
            </a:extLst>
          </p:cNvPr>
          <p:cNvSpPr/>
          <p:nvPr/>
        </p:nvSpPr>
        <p:spPr>
          <a:xfrm>
            <a:off x="342900" y="4137381"/>
            <a:ext cx="5400788" cy="609850"/>
          </a:xfrm>
          <a:prstGeom prst="rect">
            <a:avLst/>
          </a:prstGeom>
          <a:solidFill>
            <a:schemeClr val="accent6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E5F8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B1E3773-63E3-2CD9-6745-5F6433451773}"/>
              </a:ext>
            </a:extLst>
          </p:cNvPr>
          <p:cNvGrpSpPr/>
          <p:nvPr/>
        </p:nvGrpSpPr>
        <p:grpSpPr>
          <a:xfrm rot="10800000">
            <a:off x="333996" y="4107558"/>
            <a:ext cx="5400787" cy="514091"/>
            <a:chOff x="0" y="4055940"/>
            <a:chExt cx="12192000" cy="786881"/>
          </a:xfrm>
        </p:grpSpPr>
        <p:sp>
          <p:nvSpPr>
            <p:cNvPr id="53" name="Freeform: Shape 55">
              <a:extLst>
                <a:ext uri="{FF2B5EF4-FFF2-40B4-BE49-F238E27FC236}">
                  <a16:creationId xmlns:a16="http://schemas.microsoft.com/office/drawing/2014/main" id="{A81758CD-9BCC-A4E7-FFAE-6A11BB7A4C89}"/>
                </a:ext>
              </a:extLst>
            </p:cNvPr>
            <p:cNvSpPr/>
            <p:nvPr/>
          </p:nvSpPr>
          <p:spPr>
            <a:xfrm>
              <a:off x="0" y="4055940"/>
              <a:ext cx="12192000" cy="786881"/>
            </a:xfrm>
            <a:custGeom>
              <a:avLst/>
              <a:gdLst>
                <a:gd name="connsiteX0" fmla="*/ 0 w 14415298"/>
                <a:gd name="connsiteY0" fmla="*/ 0 h 1805004"/>
                <a:gd name="connsiteX1" fmla="*/ 14415298 w 14415298"/>
                <a:gd name="connsiteY1" fmla="*/ 0 h 1805004"/>
                <a:gd name="connsiteX2" fmla="*/ 14415298 w 14415298"/>
                <a:gd name="connsiteY2" fmla="*/ 1805004 h 1805004"/>
                <a:gd name="connsiteX3" fmla="*/ 0 w 14415298"/>
                <a:gd name="connsiteY3" fmla="*/ 1805004 h 18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15298" h="1805004">
                  <a:moveTo>
                    <a:pt x="0" y="0"/>
                  </a:moveTo>
                  <a:lnTo>
                    <a:pt x="14415298" y="0"/>
                  </a:lnTo>
                  <a:lnTo>
                    <a:pt x="14415298" y="1805004"/>
                  </a:lnTo>
                  <a:lnTo>
                    <a:pt x="0" y="1805004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0">
                  <a:schemeClr val="accent1">
                    <a:alpha val="0"/>
                  </a:schemeClr>
                </a:gs>
              </a:gsLst>
              <a:lin ang="5400000" scaled="1"/>
              <a:tileRect/>
            </a:gradFill>
            <a:ln w="6387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" name="Freeform: Shape 56">
              <a:extLst>
                <a:ext uri="{FF2B5EF4-FFF2-40B4-BE49-F238E27FC236}">
                  <a16:creationId xmlns:a16="http://schemas.microsoft.com/office/drawing/2014/main" id="{89D148D2-4BE2-DFB7-90C1-1A8504ABADFF}"/>
                </a:ext>
              </a:extLst>
            </p:cNvPr>
            <p:cNvSpPr/>
            <p:nvPr/>
          </p:nvSpPr>
          <p:spPr>
            <a:xfrm flipV="1">
              <a:off x="0" y="4797101"/>
              <a:ext cx="12192000" cy="45719"/>
            </a:xfrm>
            <a:custGeom>
              <a:avLst/>
              <a:gdLst>
                <a:gd name="connsiteX0" fmla="*/ 0 w 15811563"/>
                <a:gd name="connsiteY0" fmla="*/ 0 h 6390"/>
                <a:gd name="connsiteX1" fmla="*/ 15811564 w 15811563"/>
                <a:gd name="connsiteY1" fmla="*/ 0 h 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11563" h="6390">
                  <a:moveTo>
                    <a:pt x="0" y="0"/>
                  </a:moveTo>
                  <a:lnTo>
                    <a:pt x="15811564" y="0"/>
                  </a:lnTo>
                </a:path>
              </a:pathLst>
            </a:custGeom>
            <a:ln w="19050" cap="flat">
              <a:gradFill>
                <a:gsLst>
                  <a:gs pos="0">
                    <a:schemeClr val="accent1">
                      <a:lumMod val="5000"/>
                      <a:lumOff val="95000"/>
                      <a:alpha val="0"/>
                    </a:schemeClr>
                  </a:gs>
                  <a:gs pos="86000">
                    <a:srgbClr val="FBFDFF"/>
                  </a:gs>
                  <a:gs pos="14000">
                    <a:srgbClr val="F1F8FF"/>
                  </a:gs>
                  <a:gs pos="100000">
                    <a:schemeClr val="tx2">
                      <a:alpha val="0"/>
                    </a:schemeClr>
                  </a:gs>
                </a:gsLst>
                <a:lin ang="0" scaled="0"/>
              </a:gra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444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DA9635AF-5B73-8B1D-1289-823832FA425A}"/>
              </a:ext>
            </a:extLst>
          </p:cNvPr>
          <p:cNvSpPr txBox="1"/>
          <p:nvPr/>
        </p:nvSpPr>
        <p:spPr>
          <a:xfrm>
            <a:off x="1035248" y="4276560"/>
            <a:ext cx="408183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>
                <a:solidFill>
                  <a:schemeClr val="tx2"/>
                </a:solidFill>
                <a:latin typeface="Arial"/>
              </a:rPr>
              <a:t>Dell Automation Platform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B1FDEBB0-EA18-8A01-9820-8030E5019153}"/>
              </a:ext>
            </a:extLst>
          </p:cNvPr>
          <p:cNvGrpSpPr>
            <a:grpSpLocks noChangeAspect="1"/>
          </p:cNvGrpSpPr>
          <p:nvPr/>
        </p:nvGrpSpPr>
        <p:grpSpPr>
          <a:xfrm>
            <a:off x="1468882" y="1527829"/>
            <a:ext cx="3353118" cy="1817177"/>
            <a:chOff x="1707082" y="1774702"/>
            <a:chExt cx="3747945" cy="2031148"/>
          </a:xfrm>
        </p:grpSpPr>
        <p:pic>
          <p:nvPicPr>
            <p:cNvPr id="113" name="Picture 112">
              <a:extLst>
                <a:ext uri="{FF2B5EF4-FFF2-40B4-BE49-F238E27FC236}">
                  <a16:creationId xmlns:a16="http://schemas.microsoft.com/office/drawing/2014/main" id="{9ED870B5-F534-51D1-7203-E7C02D1A5F8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rcRect b="4141"/>
            <a:stretch/>
          </p:blipFill>
          <p:spPr>
            <a:xfrm>
              <a:off x="1707082" y="1774702"/>
              <a:ext cx="3747945" cy="2031148"/>
            </a:xfrm>
            <a:prstGeom prst="rect">
              <a:avLst/>
            </a:prstGeom>
          </p:spPr>
        </p:pic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2D40E8D9-5E9E-379F-D765-C77A528682BF}"/>
                </a:ext>
              </a:extLst>
            </p:cNvPr>
            <p:cNvSpPr/>
            <p:nvPr/>
          </p:nvSpPr>
          <p:spPr>
            <a:xfrm>
              <a:off x="1707082" y="1783954"/>
              <a:ext cx="3747945" cy="327831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Dell Automation Platform</a:t>
              </a:r>
            </a:p>
          </p:txBody>
        </p: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8DF0FF95-5E38-A065-16EC-C939D48EBC9E}"/>
              </a:ext>
            </a:extLst>
          </p:cNvPr>
          <p:cNvSpPr txBox="1">
            <a:spLocks noChangeAspect="1"/>
          </p:cNvSpPr>
          <p:nvPr/>
        </p:nvSpPr>
        <p:spPr>
          <a:xfrm>
            <a:off x="2449310" y="2014553"/>
            <a:ext cx="119978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Private Cloud Catalog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0F5F6FEB-EF6D-A64E-2217-7C01EB647993}"/>
              </a:ext>
            </a:extLst>
          </p:cNvPr>
          <p:cNvSpPr>
            <a:spLocks noChangeAspect="1"/>
          </p:cNvSpPr>
          <p:nvPr/>
        </p:nvSpPr>
        <p:spPr>
          <a:xfrm>
            <a:off x="2449310" y="2219994"/>
            <a:ext cx="2355704" cy="439223"/>
          </a:xfrm>
          <a:prstGeom prst="rect">
            <a:avLst/>
          </a:prstGeom>
          <a:solidFill>
            <a:srgbClr val="F9F6F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7F61776-E796-1D23-18C3-FE21CC563DFC}"/>
              </a:ext>
            </a:extLst>
          </p:cNvPr>
          <p:cNvGrpSpPr>
            <a:grpSpLocks noChangeAspect="1"/>
          </p:cNvGrpSpPr>
          <p:nvPr/>
        </p:nvGrpSpPr>
        <p:grpSpPr>
          <a:xfrm>
            <a:off x="2368764" y="2316546"/>
            <a:ext cx="2386841" cy="521192"/>
            <a:chOff x="2722199" y="2952029"/>
            <a:chExt cx="3421027" cy="747017"/>
          </a:xfrm>
        </p:grpSpPr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96810EC0-26D5-08B9-9AFE-F7FB84A06988}"/>
                </a:ext>
              </a:extLst>
            </p:cNvPr>
            <p:cNvSpPr/>
            <p:nvPr/>
          </p:nvSpPr>
          <p:spPr>
            <a:xfrm>
              <a:off x="2722199" y="2952029"/>
              <a:ext cx="1093484" cy="747016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>
                  <a:lumMod val="20000"/>
                  <a:lumOff val="80000"/>
                </a:scheme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70AFD3CA-93B5-5E84-BFB0-1CECC07E6ED5}"/>
                </a:ext>
              </a:extLst>
            </p:cNvPr>
            <p:cNvSpPr/>
            <p:nvPr/>
          </p:nvSpPr>
          <p:spPr>
            <a:xfrm>
              <a:off x="5029859" y="2952030"/>
              <a:ext cx="1113367" cy="747016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>
                  <a:lumMod val="20000"/>
                  <a:lumOff val="80000"/>
                </a:scheme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1A11225B-AA83-AF57-A16C-7557608FAE0F}"/>
                </a:ext>
              </a:extLst>
            </p:cNvPr>
            <p:cNvSpPr/>
            <p:nvPr/>
          </p:nvSpPr>
          <p:spPr>
            <a:xfrm>
              <a:off x="3876029" y="2952029"/>
              <a:ext cx="1093484" cy="747016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>
                  <a:lumMod val="20000"/>
                  <a:lumOff val="80000"/>
                </a:scheme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86" name="Picture 8" descr="Nutanix icon PNG and Free SVG Download | Streamline">
              <a:extLst>
                <a:ext uri="{FF2B5EF4-FFF2-40B4-BE49-F238E27FC236}">
                  <a16:creationId xmlns:a16="http://schemas.microsoft.com/office/drawing/2014/main" id="{21855385-14A9-C49B-EC82-23ECA2D3F2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02576" y="3188872"/>
              <a:ext cx="263428" cy="2827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" name="Graphic 91">
              <a:extLst>
                <a:ext uri="{FF2B5EF4-FFF2-40B4-BE49-F238E27FC236}">
                  <a16:creationId xmlns:a16="http://schemas.microsoft.com/office/drawing/2014/main" id="{D178972F-1739-4BDD-F6B2-7DF3D576B94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954720" y="3172499"/>
              <a:ext cx="945026" cy="317590"/>
            </a:xfrm>
            <a:prstGeom prst="rect">
              <a:avLst/>
            </a:prstGeom>
          </p:spPr>
        </p:pic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1AC5ABE7-0C35-6F11-7891-52E02DA2B1E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794157" y="3168600"/>
              <a:ext cx="949567" cy="308053"/>
              <a:chOff x="1522086" y="5423988"/>
              <a:chExt cx="3705578" cy="1202139"/>
            </a:xfrm>
          </p:grpSpPr>
          <p:pic>
            <p:nvPicPr>
              <p:cNvPr id="1026" name="Picture 2" descr="Announcing Extension of VMware vSphere 7.x and VMware vSAN 7.x General  Support Period - VMware Cloud Foundation (VCF) Blog">
                <a:extLst>
                  <a:ext uri="{FF2B5EF4-FFF2-40B4-BE49-F238E27FC236}">
                    <a16:creationId xmlns:a16="http://schemas.microsoft.com/office/drawing/2014/main" id="{65BEA7C5-559B-123B-2E2E-84FB5EDC9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 bwMode="auto">
              <a:xfrm>
                <a:off x="1522086" y="5428826"/>
                <a:ext cx="1404809" cy="11949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1" name="Picture 2" descr="Announcing Extension of VMware vSphere 7.x and VMware vSAN 7.x General  Support Period - VMware Cloud Foundation (VCF) Blog">
                <a:extLst>
                  <a:ext uri="{FF2B5EF4-FFF2-40B4-BE49-F238E27FC236}">
                    <a16:creationId xmlns:a16="http://schemas.microsoft.com/office/drawing/2014/main" id="{99093A7A-DCE3-084D-83F4-9D1A4BDCD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13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 bwMode="auto">
              <a:xfrm>
                <a:off x="2811387" y="5423988"/>
                <a:ext cx="2416277" cy="120213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110" name="Picture 109" descr="A blue and green logo&#10;&#10;AI-generated content may be incorrect.">
              <a:extLst>
                <a:ext uri="{FF2B5EF4-FFF2-40B4-BE49-F238E27FC236}">
                  <a16:creationId xmlns:a16="http://schemas.microsoft.com/office/drawing/2014/main" id="{DF20D863-A64E-0D04-3907-FE9C9489719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rcRect l="41377" t="18013" b="30412"/>
            <a:stretch/>
          </p:blipFill>
          <p:spPr>
            <a:xfrm>
              <a:off x="5408059" y="3172969"/>
              <a:ext cx="685960" cy="317664"/>
            </a:xfrm>
            <a:prstGeom prst="rect">
              <a:avLst/>
            </a:prstGeom>
          </p:spPr>
        </p:pic>
      </p:grpSp>
      <p:pic>
        <p:nvPicPr>
          <p:cNvPr id="96" name="Picture 95">
            <a:extLst>
              <a:ext uri="{FF2B5EF4-FFF2-40B4-BE49-F238E27FC236}">
                <a16:creationId xmlns:a16="http://schemas.microsoft.com/office/drawing/2014/main" id="{3FCC6DD2-A106-7F8D-4D48-A4070EA485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 t="-1" b="504"/>
          <a:stretch/>
        </p:blipFill>
        <p:spPr>
          <a:xfrm>
            <a:off x="1408842" y="1490042"/>
            <a:ext cx="3442850" cy="2542936"/>
          </a:xfrm>
          <a:prstGeom prst="rect">
            <a:avLst/>
          </a:prstGeom>
        </p:spPr>
      </p:pic>
      <p:sp>
        <p:nvSpPr>
          <p:cNvPr id="57" name="Subtitle 38">
            <a:extLst>
              <a:ext uri="{FF2B5EF4-FFF2-40B4-BE49-F238E27FC236}">
                <a16:creationId xmlns:a16="http://schemas.microsoft.com/office/drawing/2014/main" id="{6037CC3F-A4EA-B784-A9DF-898EEBF62268}"/>
              </a:ext>
            </a:extLst>
          </p:cNvPr>
          <p:cNvSpPr txBox="1">
            <a:spLocks/>
          </p:cNvSpPr>
          <p:nvPr/>
        </p:nvSpPr>
        <p:spPr>
          <a:xfrm>
            <a:off x="381000" y="999079"/>
            <a:ext cx="11430000" cy="3077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 defTabSz="914386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kern="1200">
                <a:solidFill>
                  <a:srgbClr val="9FDDFF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189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77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66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54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943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131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320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509" indent="0" algn="ctr" defTabSz="914386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>
                <a:latin typeface="Arial"/>
                <a:cs typeface="Arial"/>
              </a:rPr>
              <a:t>Freedom and flexibility to evolve on your terms</a:t>
            </a:r>
          </a:p>
        </p:txBody>
      </p:sp>
    </p:spTree>
    <p:extLst>
      <p:ext uri="{BB962C8B-B14F-4D97-AF65-F5344CB8AC3E}">
        <p14:creationId xmlns:p14="http://schemas.microsoft.com/office/powerpoint/2010/main" val="2970310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1_2021 Dell Tech template">
  <a:themeElements>
    <a:clrScheme name="Dell New VID">
      <a:dk1>
        <a:srgbClr val="444444"/>
      </a:dk1>
      <a:lt1>
        <a:srgbClr val="0076CE"/>
      </a:lt1>
      <a:dk2>
        <a:srgbClr val="FFFFFF"/>
      </a:dk2>
      <a:lt2>
        <a:srgbClr val="000000"/>
      </a:lt2>
      <a:accent1>
        <a:srgbClr val="00447C"/>
      </a:accent1>
      <a:accent2>
        <a:srgbClr val="6EA204"/>
      </a:accent2>
      <a:accent3>
        <a:srgbClr val="F2AF00"/>
      </a:accent3>
      <a:accent4>
        <a:srgbClr val="EE6411"/>
      </a:accent4>
      <a:accent5>
        <a:srgbClr val="CE1126"/>
      </a:accent5>
      <a:accent6>
        <a:srgbClr val="41B6E6"/>
      </a:accent6>
      <a:hlink>
        <a:srgbClr val="0076CE"/>
      </a:hlink>
      <a:folHlink>
        <a:srgbClr val="6E2585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noFill/>
        </a:ln>
      </a:spPr>
      <a:bodyPr rtlCol="0" anchor="ctr"/>
      <a:lstStyle>
        <a:defPPr algn="ctr">
          <a:defRPr sz="1200" dirty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3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ctr">
          <a:defRPr sz="180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DT 2021  -  Compatibility Mode" id="{85A6B97F-CFA5-DC4B-87FC-E6DAC41E2C5A}" vid="{93C3A093-14FC-C940-B9D7-3813069CB340}"/>
    </a:ext>
  </a:extLst>
</a:theme>
</file>

<file path=ppt/theme/theme2.xml><?xml version="1.0" encoding="utf-8"?>
<a:theme xmlns:a="http://schemas.openxmlformats.org/drawingml/2006/main" name="9_2021 Dell Tech template">
  <a:themeElements>
    <a:clrScheme name="Dell New VID">
      <a:dk1>
        <a:srgbClr val="444444"/>
      </a:dk1>
      <a:lt1>
        <a:srgbClr val="0076CE"/>
      </a:lt1>
      <a:dk2>
        <a:srgbClr val="FFFFFF"/>
      </a:dk2>
      <a:lt2>
        <a:srgbClr val="000000"/>
      </a:lt2>
      <a:accent1>
        <a:srgbClr val="00447C"/>
      </a:accent1>
      <a:accent2>
        <a:srgbClr val="6EA204"/>
      </a:accent2>
      <a:accent3>
        <a:srgbClr val="F2AF00"/>
      </a:accent3>
      <a:accent4>
        <a:srgbClr val="EE6411"/>
      </a:accent4>
      <a:accent5>
        <a:srgbClr val="CE1126"/>
      </a:accent5>
      <a:accent6>
        <a:srgbClr val="41B6E6"/>
      </a:accent6>
      <a:hlink>
        <a:srgbClr val="0076CE"/>
      </a:hlink>
      <a:folHlink>
        <a:srgbClr val="6E2585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noFill/>
        </a:ln>
      </a:spPr>
      <a:bodyPr rtlCol="0" anchor="ctr"/>
      <a:lstStyle>
        <a:defPPr algn="ctr">
          <a:defRPr sz="1200" dirty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3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ctr">
          <a:defRPr sz="180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DT 2021  -  Compatibility Mode" id="{85A6B97F-CFA5-DC4B-87FC-E6DAC41E2C5A}" vid="{93C3A093-14FC-C940-B9D7-3813069CB340}"/>
    </a:ext>
  </a:extLst>
</a:theme>
</file>

<file path=ppt/theme/theme3.xml><?xml version="1.0" encoding="utf-8"?>
<a:theme xmlns:a="http://schemas.openxmlformats.org/drawingml/2006/main" name="8_2021 Dell Tech template">
  <a:themeElements>
    <a:clrScheme name="Dell New VID">
      <a:dk1>
        <a:srgbClr val="444444"/>
      </a:dk1>
      <a:lt1>
        <a:srgbClr val="0076CE"/>
      </a:lt1>
      <a:dk2>
        <a:srgbClr val="FFFFFF"/>
      </a:dk2>
      <a:lt2>
        <a:srgbClr val="000000"/>
      </a:lt2>
      <a:accent1>
        <a:srgbClr val="00447C"/>
      </a:accent1>
      <a:accent2>
        <a:srgbClr val="6EA204"/>
      </a:accent2>
      <a:accent3>
        <a:srgbClr val="F2AF00"/>
      </a:accent3>
      <a:accent4>
        <a:srgbClr val="EE6411"/>
      </a:accent4>
      <a:accent5>
        <a:srgbClr val="CE1126"/>
      </a:accent5>
      <a:accent6>
        <a:srgbClr val="41B6E6"/>
      </a:accent6>
      <a:hlink>
        <a:srgbClr val="0076CE"/>
      </a:hlink>
      <a:folHlink>
        <a:srgbClr val="6E2585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noFill/>
        </a:ln>
      </a:spPr>
      <a:bodyPr rtlCol="0" anchor="ctr"/>
      <a:lstStyle>
        <a:defPPr algn="ctr">
          <a:defRPr sz="1200" dirty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3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ctr">
          <a:defRPr sz="180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DT 2021  -  Compatibility Mode" id="{85A6B97F-CFA5-DC4B-87FC-E6DAC41E2C5A}" vid="{93C3A093-14FC-C940-B9D7-3813069CB340}"/>
    </a:ext>
  </a:extLst>
</a:theme>
</file>

<file path=ppt/theme/theme4.xml><?xml version="1.0" encoding="utf-8"?>
<a:theme xmlns:a="http://schemas.openxmlformats.org/drawingml/2006/main" name="1_THIS ONE">
  <a:themeElements>
    <a:clrScheme name="DT 2023">
      <a:dk1>
        <a:srgbClr val="808080"/>
      </a:dk1>
      <a:lt1>
        <a:srgbClr val="0672CB"/>
      </a:lt1>
      <a:dk2>
        <a:srgbClr val="FFFFFF"/>
      </a:dk2>
      <a:lt2>
        <a:srgbClr val="000000"/>
      </a:lt2>
      <a:accent1>
        <a:srgbClr val="0D2155"/>
      </a:accent1>
      <a:accent2>
        <a:srgbClr val="247554"/>
      </a:accent2>
      <a:accent3>
        <a:srgbClr val="F4BB5E"/>
      </a:accent3>
      <a:accent4>
        <a:srgbClr val="E5F8FF"/>
      </a:accent4>
      <a:accent5>
        <a:srgbClr val="691D3F"/>
      </a:accent5>
      <a:accent6>
        <a:srgbClr val="0C32A4"/>
      </a:accent6>
      <a:hlink>
        <a:srgbClr val="0672CB"/>
      </a:hlink>
      <a:folHlink>
        <a:srgbClr val="612CB0"/>
      </a:folHlink>
    </a:clrScheme>
    <a:fontScheme name="Custom 1">
      <a:majorFont>
        <a:latin typeface="Arial Nova Light"/>
        <a:ea typeface=""/>
        <a:cs typeface=""/>
      </a:majorFont>
      <a:minorFont>
        <a:latin typeface="Arial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solidFill>
            <a:schemeClr val="bg2"/>
          </a:solidFill>
        </a:ln>
      </a:spPr>
      <a:bodyPr rtlCol="0" anchor="ctr"/>
      <a:lstStyle>
        <a:defPPr algn="ctr">
          <a:defRPr sz="1200" dirty="0" smtClean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ctr">
          <a:defRPr dirty="0" smtClean="0">
            <a:solidFill>
              <a:schemeClr val="bg2"/>
            </a:solidFill>
          </a:defRPr>
        </a:defPPr>
      </a:lstStyle>
    </a:txDef>
  </a:objectDefaults>
  <a:extraClrSchemeLst/>
  <a:custClrLst>
    <a:custClr name="White">
      <a:srgbClr val="FFFFFF"/>
    </a:custClr>
    <a:custClr name="Carbon">
      <a:srgbClr val="444444"/>
    </a:custClr>
    <a:custClr name="Midnight">
      <a:srgbClr val="0D2155"/>
    </a:custClr>
    <a:custClr name="Cornflower">
      <a:srgbClr val="58A5E6"/>
    </a:custClr>
    <a:custClr name="Deep Green">
      <a:srgbClr val="244739"/>
    </a:custClr>
    <a:custClr name="Grass">
      <a:srgbClr val="4EE760"/>
    </a:custClr>
    <a:custClr name="Raisin">
      <a:srgbClr val="2A145A"/>
    </a:custClr>
    <a:custClr name="Iris">
      <a:srgbClr val="9F78FC"/>
    </a:custClr>
    <a:custClr name="Wine">
      <a:srgbClr val="4A193A"/>
    </a:custClr>
    <a:custClr name="Coral">
      <a:srgbClr val="E1633F"/>
    </a:custClr>
    <a:custClr name="White">
      <a:srgbClr val="FFFFFF"/>
    </a:custClr>
    <a:custClr name="Steel">
      <a:srgbClr val="6E6E6E"/>
    </a:custClr>
    <a:custClr name="Navy">
      <a:srgbClr val="00227F"/>
    </a:custClr>
    <a:custClr name="Sky">
      <a:srgbClr val="80C7FB"/>
    </a:custClr>
    <a:custClr name="Forest">
      <a:srgbClr val="1B5744"/>
    </a:custClr>
    <a:custClr name="Mint">
      <a:srgbClr val="7BFC76"/>
    </a:custClr>
    <a:custClr name="Eggplant">
      <a:srgbClr val="500A96"/>
    </a:custClr>
    <a:custClr name="Wisteria">
      <a:srgbClr val="AA96FA"/>
    </a:custClr>
    <a:custClr name="Burgundy">
      <a:srgbClr val="691D3F"/>
    </a:custClr>
    <a:custClr name="Orange">
      <a:srgbClr val="E17F3F"/>
    </a:custClr>
    <a:custClr name="White">
      <a:srgbClr val="FFFFFF"/>
    </a:custClr>
    <a:custClr name="Gray">
      <a:srgbClr val="808080"/>
    </a:custClr>
    <a:custClr name="Royal">
      <a:srgbClr val="0C32A4"/>
    </a:custClr>
    <a:custClr name="Pool">
      <a:srgbClr val="9FDDFF"/>
    </a:custClr>
    <a:custClr name="Hunter">
      <a:srgbClr val="247554"/>
    </a:custClr>
    <a:custClr name="Lime">
      <a:srgbClr val="9FFF99"/>
    </a:custClr>
    <a:custClr name="Plum">
      <a:srgbClr val="612CB0"/>
    </a:custClr>
    <a:custClr name="Lavender">
      <a:srgbClr val="BEAFFF"/>
    </a:custClr>
    <a:custClr name="Ruby">
      <a:srgbClr val="85133F"/>
    </a:custClr>
    <a:custClr name="Apricot">
      <a:srgbClr val="F4BB5E"/>
    </a:custClr>
    <a:custClr name="White">
      <a:srgbClr val="FFFFFF"/>
    </a:custClr>
    <a:custClr name="Granite">
      <a:srgbClr val="C8C9C7"/>
    </a:custClr>
    <a:custClr name="Cobalt">
      <a:srgbClr val="1D56C0"/>
    </a:custClr>
    <a:custClr name="Mist">
      <a:srgbClr val="CBEEFF"/>
    </a:custClr>
    <a:custClr name="Kelly">
      <a:srgbClr val="349E5F"/>
    </a:custClr>
    <a:custClr name="Honeydew">
      <a:srgbClr val="BFFFB7"/>
    </a:custClr>
    <a:custClr name="Violet">
      <a:srgbClr val="743DD4"/>
    </a:custClr>
    <a:custClr name="Lilac">
      <a:srgbClr val="C8C0FF"/>
    </a:custClr>
    <a:custClr name="Scarlet">
      <a:srgbClr val="B30B37"/>
    </a:custClr>
    <a:custClr name="Marigold">
      <a:srgbClr val="F9D674"/>
    </a:custClr>
    <a:custClr name="White">
      <a:srgbClr val="FFFFFF"/>
    </a:custClr>
    <a:custClr name="Quartz">
      <a:srgbClr val="EEEEEE"/>
    </a:custClr>
    <a:custClr name="Dell Blue">
      <a:srgbClr val="0672CB"/>
    </a:custClr>
    <a:custClr name="Glacier">
      <a:srgbClr val="E5F8FF"/>
    </a:custClr>
    <a:custClr name="Basil">
      <a:srgbClr val="37CC5C"/>
    </a:custClr>
    <a:custClr name="Tea Green">
      <a:srgbClr val="E4FFD6"/>
    </a:custClr>
    <a:custClr name="Amethyst">
      <a:srgbClr val="8E5CEF"/>
    </a:custClr>
    <a:custClr name="Periwinkle">
      <a:srgbClr val="DEDDFF"/>
    </a:custClr>
    <a:custClr name="Cherry">
      <a:srgbClr val="D2333D"/>
    </a:custClr>
    <a:custClr name="Sand">
      <a:srgbClr val="FBEECE"/>
    </a:custClr>
  </a:custClrLst>
  <a:extLst>
    <a:ext uri="{05A4C25C-085E-4340-85A3-A5531E510DB2}">
      <thm15:themeFamily xmlns:thm15="http://schemas.microsoft.com/office/thememl/2012/main" name="PPT_Template_Redesign_Final  -  Read-Only" id="{C06D947A-FEEA-4F78-B56B-C88BEC689CD2}" vid="{0F200309-FEE7-4483-B31D-CC3CC69156FE}"/>
    </a:ext>
  </a:extLst>
</a:theme>
</file>

<file path=ppt/theme/theme5.xml><?xml version="1.0" encoding="utf-8"?>
<a:theme xmlns:a="http://schemas.openxmlformats.org/drawingml/2006/main" name="10_2021 Dell Tech template">
  <a:themeElements>
    <a:clrScheme name="Dell New VID">
      <a:dk1>
        <a:srgbClr val="444444"/>
      </a:dk1>
      <a:lt1>
        <a:srgbClr val="0076CE"/>
      </a:lt1>
      <a:dk2>
        <a:srgbClr val="FFFFFF"/>
      </a:dk2>
      <a:lt2>
        <a:srgbClr val="000000"/>
      </a:lt2>
      <a:accent1>
        <a:srgbClr val="00447C"/>
      </a:accent1>
      <a:accent2>
        <a:srgbClr val="6EA204"/>
      </a:accent2>
      <a:accent3>
        <a:srgbClr val="F2AF00"/>
      </a:accent3>
      <a:accent4>
        <a:srgbClr val="EE6411"/>
      </a:accent4>
      <a:accent5>
        <a:srgbClr val="CE1126"/>
      </a:accent5>
      <a:accent6>
        <a:srgbClr val="41B6E6"/>
      </a:accent6>
      <a:hlink>
        <a:srgbClr val="0076CE"/>
      </a:hlink>
      <a:folHlink>
        <a:srgbClr val="6E2585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noFill/>
        </a:ln>
      </a:spPr>
      <a:bodyPr rtlCol="0" anchor="ctr"/>
      <a:lstStyle>
        <a:defPPr algn="ctr">
          <a:defRPr sz="1200" dirty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3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ctr">
          <a:defRPr sz="180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DT 2021  -  Compatibility Mode" id="{85A6B97F-CFA5-DC4B-87FC-E6DAC41E2C5A}" vid="{93C3A093-14FC-C940-B9D7-3813069CB340}"/>
    </a:ext>
  </a:extLst>
</a:theme>
</file>

<file path=ppt/theme/theme6.xml><?xml version="1.0" encoding="utf-8"?>
<a:theme xmlns:a="http://schemas.openxmlformats.org/drawingml/2006/main" name="4_Dell Tech template">
  <a:themeElements>
    <a:clrScheme name="DT 2023">
      <a:dk1>
        <a:srgbClr val="808080"/>
      </a:dk1>
      <a:lt1>
        <a:srgbClr val="0672CB"/>
      </a:lt1>
      <a:dk2>
        <a:srgbClr val="FFFFFF"/>
      </a:dk2>
      <a:lt2>
        <a:srgbClr val="000000"/>
      </a:lt2>
      <a:accent1>
        <a:srgbClr val="0D2155"/>
      </a:accent1>
      <a:accent2>
        <a:srgbClr val="247554"/>
      </a:accent2>
      <a:accent3>
        <a:srgbClr val="F4BB5E"/>
      </a:accent3>
      <a:accent4>
        <a:srgbClr val="E5F8FF"/>
      </a:accent4>
      <a:accent5>
        <a:srgbClr val="691D3F"/>
      </a:accent5>
      <a:accent6>
        <a:srgbClr val="0C32A4"/>
      </a:accent6>
      <a:hlink>
        <a:srgbClr val="0672CB"/>
      </a:hlink>
      <a:folHlink>
        <a:srgbClr val="612CB0"/>
      </a:folHlink>
    </a:clrScheme>
    <a:fontScheme name="Custom 1">
      <a:majorFont>
        <a:latin typeface="Arial Nova Light"/>
        <a:ea typeface=""/>
        <a:cs typeface=""/>
      </a:majorFont>
      <a:minorFont>
        <a:latin typeface="Arial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solidFill>
            <a:schemeClr val="bg2"/>
          </a:solidFill>
        </a:ln>
      </a:spPr>
      <a:bodyPr rtlCol="0" anchor="ctr"/>
      <a:lstStyle>
        <a:defPPr algn="ctr">
          <a:defRPr sz="1200" dirty="0" smtClean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ctr">
          <a:defRPr dirty="0" smtClean="0">
            <a:solidFill>
              <a:schemeClr val="bg2"/>
            </a:solidFill>
          </a:defRPr>
        </a:defPPr>
      </a:lstStyle>
    </a:txDef>
  </a:objectDefaults>
  <a:extraClrSchemeLst/>
  <a:custClrLst>
    <a:custClr name="White">
      <a:srgbClr val="FFFFFF"/>
    </a:custClr>
    <a:custClr name="Carbon">
      <a:srgbClr val="444444"/>
    </a:custClr>
    <a:custClr name="Midnight">
      <a:srgbClr val="0D2155"/>
    </a:custClr>
    <a:custClr name="Cornflower">
      <a:srgbClr val="58A5E6"/>
    </a:custClr>
    <a:custClr name="Deep Green">
      <a:srgbClr val="244739"/>
    </a:custClr>
    <a:custClr name="Grass">
      <a:srgbClr val="4EE760"/>
    </a:custClr>
    <a:custClr name="Raisin">
      <a:srgbClr val="2A145A"/>
    </a:custClr>
    <a:custClr name="Iris">
      <a:srgbClr val="9F78FC"/>
    </a:custClr>
    <a:custClr name="Wine">
      <a:srgbClr val="4A193A"/>
    </a:custClr>
    <a:custClr name="Coral">
      <a:srgbClr val="E1633F"/>
    </a:custClr>
    <a:custClr name="White">
      <a:srgbClr val="FFFFFF"/>
    </a:custClr>
    <a:custClr name="Steel">
      <a:srgbClr val="6E6E6E"/>
    </a:custClr>
    <a:custClr name="Navy">
      <a:srgbClr val="00227F"/>
    </a:custClr>
    <a:custClr name="Sky">
      <a:srgbClr val="80C7FB"/>
    </a:custClr>
    <a:custClr name="Forest">
      <a:srgbClr val="1B5744"/>
    </a:custClr>
    <a:custClr name="Mint">
      <a:srgbClr val="7BFC76"/>
    </a:custClr>
    <a:custClr name="Eggplant">
      <a:srgbClr val="500A96"/>
    </a:custClr>
    <a:custClr name="Wisteria">
      <a:srgbClr val="AA96FA"/>
    </a:custClr>
    <a:custClr name="Burgundy">
      <a:srgbClr val="691D3F"/>
    </a:custClr>
    <a:custClr name="Orange">
      <a:srgbClr val="E17F3F"/>
    </a:custClr>
    <a:custClr name="White">
      <a:srgbClr val="FFFFFF"/>
    </a:custClr>
    <a:custClr name="Gray">
      <a:srgbClr val="808080"/>
    </a:custClr>
    <a:custClr name="Royal">
      <a:srgbClr val="0C32A4"/>
    </a:custClr>
    <a:custClr name="Pool">
      <a:srgbClr val="9FDDFF"/>
    </a:custClr>
    <a:custClr name="Hunter">
      <a:srgbClr val="247554"/>
    </a:custClr>
    <a:custClr name="Lime">
      <a:srgbClr val="9FFF99"/>
    </a:custClr>
    <a:custClr name="Plum">
      <a:srgbClr val="612CB0"/>
    </a:custClr>
    <a:custClr name="Lavender">
      <a:srgbClr val="BEAFFF"/>
    </a:custClr>
    <a:custClr name="Ruby">
      <a:srgbClr val="85133F"/>
    </a:custClr>
    <a:custClr name="Apricot">
      <a:srgbClr val="F4BB5E"/>
    </a:custClr>
    <a:custClr name="White">
      <a:srgbClr val="FFFFFF"/>
    </a:custClr>
    <a:custClr name="Granite">
      <a:srgbClr val="C8C9C7"/>
    </a:custClr>
    <a:custClr name="Cobalt">
      <a:srgbClr val="1D56C0"/>
    </a:custClr>
    <a:custClr name="Mist">
      <a:srgbClr val="CBEEFF"/>
    </a:custClr>
    <a:custClr name="Kelly">
      <a:srgbClr val="349E5F"/>
    </a:custClr>
    <a:custClr name="Honeydew">
      <a:srgbClr val="BFFFB7"/>
    </a:custClr>
    <a:custClr name="Violet">
      <a:srgbClr val="743DD4"/>
    </a:custClr>
    <a:custClr name="Lilac">
      <a:srgbClr val="C8C0FF"/>
    </a:custClr>
    <a:custClr name="Scarlet">
      <a:srgbClr val="B30B37"/>
    </a:custClr>
    <a:custClr name="Marigold">
      <a:srgbClr val="F9D674"/>
    </a:custClr>
    <a:custClr name="White">
      <a:srgbClr val="FFFFFF"/>
    </a:custClr>
    <a:custClr name="Quartz">
      <a:srgbClr val="EEEEEE"/>
    </a:custClr>
    <a:custClr name="Dell Blue">
      <a:srgbClr val="0672CB"/>
    </a:custClr>
    <a:custClr name="Glacier">
      <a:srgbClr val="E5F8FF"/>
    </a:custClr>
    <a:custClr name="Basil">
      <a:srgbClr val="37CC5C"/>
    </a:custClr>
    <a:custClr name="Tea Green">
      <a:srgbClr val="E4FFD6"/>
    </a:custClr>
    <a:custClr name="Amethyst">
      <a:srgbClr val="8E5CEF"/>
    </a:custClr>
    <a:custClr name="Periwinkle">
      <a:srgbClr val="DEDDFF"/>
    </a:custClr>
    <a:custClr name="Cherry">
      <a:srgbClr val="D2333D"/>
    </a:custClr>
    <a:custClr name="Sand">
      <a:srgbClr val="FBEECE"/>
    </a:custClr>
  </a:custClrLst>
  <a:extLst>
    <a:ext uri="{05A4C25C-085E-4340-85A3-A5531E510DB2}">
      <thm15:themeFamily xmlns:thm15="http://schemas.microsoft.com/office/thememl/2012/main" name="PPT_Template_Redesign_Final  -  Read-Only" id="{C06D947A-FEEA-4F78-B56B-C88BEC689CD2}" vid="{0F200309-FEE7-4483-B31D-CC3CC69156FE}"/>
    </a:ext>
  </a:extLst>
</a:theme>
</file>

<file path=ppt/theme/theme7.xml><?xml version="1.0" encoding="utf-8"?>
<a:theme xmlns:a="http://schemas.openxmlformats.org/drawingml/2006/main" name="2_2021 Dell Tech template">
  <a:themeElements>
    <a:clrScheme name="Dell New VID">
      <a:dk1>
        <a:srgbClr val="444444"/>
      </a:dk1>
      <a:lt1>
        <a:srgbClr val="0076CE"/>
      </a:lt1>
      <a:dk2>
        <a:srgbClr val="FFFFFF"/>
      </a:dk2>
      <a:lt2>
        <a:srgbClr val="000000"/>
      </a:lt2>
      <a:accent1>
        <a:srgbClr val="00447C"/>
      </a:accent1>
      <a:accent2>
        <a:srgbClr val="6EA204"/>
      </a:accent2>
      <a:accent3>
        <a:srgbClr val="F2AF00"/>
      </a:accent3>
      <a:accent4>
        <a:srgbClr val="EE6411"/>
      </a:accent4>
      <a:accent5>
        <a:srgbClr val="CE1126"/>
      </a:accent5>
      <a:accent6>
        <a:srgbClr val="41B6E6"/>
      </a:accent6>
      <a:hlink>
        <a:srgbClr val="0076CE"/>
      </a:hlink>
      <a:folHlink>
        <a:srgbClr val="6E2585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noFill/>
        </a:ln>
      </a:spPr>
      <a:bodyPr rtlCol="0" anchor="ctr"/>
      <a:lstStyle>
        <a:defPPr algn="ctr">
          <a:defRPr sz="1200" dirty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3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ctr">
          <a:defRPr sz="180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DT 2021  -  Compatibility Mode" id="{85A6B97F-CFA5-DC4B-87FC-E6DAC41E2C5A}" vid="{93C3A093-14FC-C940-B9D7-3813069CB340}"/>
    </a:ext>
  </a:extLst>
</a:theme>
</file>

<file path=ppt/theme/theme8.xml><?xml version="1.0" encoding="utf-8"?>
<a:theme xmlns:a="http://schemas.openxmlformats.org/drawingml/2006/main" name="2_THIS ONE">
  <a:themeElements>
    <a:clrScheme name="DT 2023">
      <a:dk1>
        <a:srgbClr val="808080"/>
      </a:dk1>
      <a:lt1>
        <a:srgbClr val="0672CB"/>
      </a:lt1>
      <a:dk2>
        <a:srgbClr val="FFFFFF"/>
      </a:dk2>
      <a:lt2>
        <a:srgbClr val="000000"/>
      </a:lt2>
      <a:accent1>
        <a:srgbClr val="0D2155"/>
      </a:accent1>
      <a:accent2>
        <a:srgbClr val="247554"/>
      </a:accent2>
      <a:accent3>
        <a:srgbClr val="F4BB5E"/>
      </a:accent3>
      <a:accent4>
        <a:srgbClr val="E5F8FF"/>
      </a:accent4>
      <a:accent5>
        <a:srgbClr val="691D3F"/>
      </a:accent5>
      <a:accent6>
        <a:srgbClr val="0C32A4"/>
      </a:accent6>
      <a:hlink>
        <a:srgbClr val="0672CB"/>
      </a:hlink>
      <a:folHlink>
        <a:srgbClr val="612CB0"/>
      </a:folHlink>
    </a:clrScheme>
    <a:fontScheme name="Custom 1">
      <a:majorFont>
        <a:latin typeface="Arial Nova Light"/>
        <a:ea typeface=""/>
        <a:cs typeface=""/>
      </a:majorFont>
      <a:minorFont>
        <a:latin typeface="Arial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2700">
          <a:solidFill>
            <a:schemeClr val="bg2"/>
          </a:solidFill>
        </a:ln>
      </a:spPr>
      <a:bodyPr rtlCol="0" anchor="ctr"/>
      <a:lstStyle>
        <a:defPPr algn="ctr">
          <a:defRPr sz="1200" dirty="0" smtClean="0">
            <a:solidFill>
              <a:schemeClr val="bg2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ctr">
          <a:defRPr dirty="0" smtClean="0">
            <a:solidFill>
              <a:schemeClr val="bg2"/>
            </a:solidFill>
          </a:defRPr>
        </a:defPPr>
      </a:lstStyle>
    </a:txDef>
  </a:objectDefaults>
  <a:extraClrSchemeLst/>
  <a:custClrLst>
    <a:custClr name="White">
      <a:srgbClr val="FFFFFF"/>
    </a:custClr>
    <a:custClr name="Carbon">
      <a:srgbClr val="444444"/>
    </a:custClr>
    <a:custClr name="Midnight">
      <a:srgbClr val="0D2155"/>
    </a:custClr>
    <a:custClr name="Cornflower">
      <a:srgbClr val="58A5E6"/>
    </a:custClr>
    <a:custClr name="Deep Green">
      <a:srgbClr val="244739"/>
    </a:custClr>
    <a:custClr name="Grass">
      <a:srgbClr val="4EE760"/>
    </a:custClr>
    <a:custClr name="Raisin">
      <a:srgbClr val="2A145A"/>
    </a:custClr>
    <a:custClr name="Iris">
      <a:srgbClr val="9F78FC"/>
    </a:custClr>
    <a:custClr name="Wine">
      <a:srgbClr val="4A193A"/>
    </a:custClr>
    <a:custClr name="Coral">
      <a:srgbClr val="E1633F"/>
    </a:custClr>
    <a:custClr name="White">
      <a:srgbClr val="FFFFFF"/>
    </a:custClr>
    <a:custClr name="Steel">
      <a:srgbClr val="6E6E6E"/>
    </a:custClr>
    <a:custClr name="Navy">
      <a:srgbClr val="00227F"/>
    </a:custClr>
    <a:custClr name="Sky">
      <a:srgbClr val="80C7FB"/>
    </a:custClr>
    <a:custClr name="Forest">
      <a:srgbClr val="1B5744"/>
    </a:custClr>
    <a:custClr name="Mint">
      <a:srgbClr val="7BFC76"/>
    </a:custClr>
    <a:custClr name="Eggplant">
      <a:srgbClr val="500A96"/>
    </a:custClr>
    <a:custClr name="Wisteria">
      <a:srgbClr val="AA96FA"/>
    </a:custClr>
    <a:custClr name="Burgundy">
      <a:srgbClr val="691D3F"/>
    </a:custClr>
    <a:custClr name="Orange">
      <a:srgbClr val="E17F3F"/>
    </a:custClr>
    <a:custClr name="White">
      <a:srgbClr val="FFFFFF"/>
    </a:custClr>
    <a:custClr name="Gray">
      <a:srgbClr val="808080"/>
    </a:custClr>
    <a:custClr name="Royal">
      <a:srgbClr val="0C32A4"/>
    </a:custClr>
    <a:custClr name="Pool">
      <a:srgbClr val="9FDDFF"/>
    </a:custClr>
    <a:custClr name="Hunter">
      <a:srgbClr val="247554"/>
    </a:custClr>
    <a:custClr name="Lime">
      <a:srgbClr val="9FFF99"/>
    </a:custClr>
    <a:custClr name="Plum">
      <a:srgbClr val="612CB0"/>
    </a:custClr>
    <a:custClr name="Lavender">
      <a:srgbClr val="BEAFFF"/>
    </a:custClr>
    <a:custClr name="Ruby">
      <a:srgbClr val="85133F"/>
    </a:custClr>
    <a:custClr name="Apricot">
      <a:srgbClr val="F4BB5E"/>
    </a:custClr>
    <a:custClr name="White">
      <a:srgbClr val="FFFFFF"/>
    </a:custClr>
    <a:custClr name="Granite">
      <a:srgbClr val="C8C9C7"/>
    </a:custClr>
    <a:custClr name="Cobalt">
      <a:srgbClr val="1D56C0"/>
    </a:custClr>
    <a:custClr name="Mist">
      <a:srgbClr val="CBEEFF"/>
    </a:custClr>
    <a:custClr name="Kelly">
      <a:srgbClr val="349E5F"/>
    </a:custClr>
    <a:custClr name="Honeydew">
      <a:srgbClr val="BFFFB7"/>
    </a:custClr>
    <a:custClr name="Violet">
      <a:srgbClr val="743DD4"/>
    </a:custClr>
    <a:custClr name="Lilac">
      <a:srgbClr val="C8C0FF"/>
    </a:custClr>
    <a:custClr name="Scarlet">
      <a:srgbClr val="B30B37"/>
    </a:custClr>
    <a:custClr name="Marigold">
      <a:srgbClr val="F9D674"/>
    </a:custClr>
    <a:custClr name="White">
      <a:srgbClr val="FFFFFF"/>
    </a:custClr>
    <a:custClr name="Quartz">
      <a:srgbClr val="EEEEEE"/>
    </a:custClr>
    <a:custClr name="Dell Blue">
      <a:srgbClr val="0672CB"/>
    </a:custClr>
    <a:custClr name="Glacier">
      <a:srgbClr val="E5F8FF"/>
    </a:custClr>
    <a:custClr name="Basil">
      <a:srgbClr val="37CC5C"/>
    </a:custClr>
    <a:custClr name="Tea Green">
      <a:srgbClr val="E4FFD6"/>
    </a:custClr>
    <a:custClr name="Amethyst">
      <a:srgbClr val="8E5CEF"/>
    </a:custClr>
    <a:custClr name="Periwinkle">
      <a:srgbClr val="DEDDFF"/>
    </a:custClr>
    <a:custClr name="Cherry">
      <a:srgbClr val="D2333D"/>
    </a:custClr>
    <a:custClr name="Sand">
      <a:srgbClr val="FBEECE"/>
    </a:custClr>
  </a:custClrLst>
  <a:extLst>
    <a:ext uri="{05A4C25C-085E-4340-85A3-A5531E510DB2}">
      <thm15:themeFamily xmlns:thm15="http://schemas.microsoft.com/office/thememl/2012/main" name="PPT_Template_Redesign_Final  -  Read-Only" id="{C06D947A-FEEA-4F78-B56B-C88BEC689CD2}" vid="{0F200309-FEE7-4483-B31D-CC3CC69156FE}"/>
    </a:ext>
  </a:extLst>
</a:theme>
</file>

<file path=ppt/theme/theme9.xml><?xml version="1.0" encoding="utf-8"?>
<a:theme xmlns:a="http://schemas.openxmlformats.org/drawingml/2006/main" name="1_Office Theme">
  <a:themeElements>
    <a:clrScheme name="Dell Blue family">
      <a:dk1>
        <a:srgbClr val="000000"/>
      </a:dk1>
      <a:lt1>
        <a:srgbClr val="FFFFFF"/>
      </a:lt1>
      <a:dk2>
        <a:srgbClr val="0C32A3"/>
      </a:dk2>
      <a:lt2>
        <a:srgbClr val="00227F"/>
      </a:lt2>
      <a:accent1>
        <a:srgbClr val="E5F8FF"/>
      </a:accent1>
      <a:accent2>
        <a:srgbClr val="CBEEFF"/>
      </a:accent2>
      <a:accent3>
        <a:srgbClr val="9FDDFF"/>
      </a:accent3>
      <a:accent4>
        <a:srgbClr val="58A5E6"/>
      </a:accent4>
      <a:accent5>
        <a:srgbClr val="0671CB"/>
      </a:accent5>
      <a:accent6>
        <a:srgbClr val="1D56C0"/>
      </a:accent6>
      <a:hlink>
        <a:srgbClr val="0563C1"/>
      </a:hlink>
      <a:folHlink>
        <a:srgbClr val="954F72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0000"/>
        </a:solidFill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rgbClr val="FF0000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1" id="{DDB8675E-18EB-4F71-A075-A02FEECE9E3B}" vid="{6E5BADB6-260D-445F-85E2-19910CAE5434}"/>
    </a:ext>
  </a:extLst>
</a:theme>
</file>

<file path=ppt/theme/theme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1048D44BEAEABC4ABB90E457EC9C5F59" ma:contentTypeVersion="8" ma:contentTypeDescription="Create a new document." ma:contentTypeScope="" ma:versionID="fae1e1b4f39ee4c965e85b031efa7e38">
  <xsd:schema xmlns:xsd="http://www.w3.org/2001/XMLSchema" xmlns:xs="http://www.w3.org/2001/XMLSchema" xmlns:p="http://schemas.microsoft.com/office/2006/metadata/properties" xmlns:ns2="7eee112d-7701-4531-baee-2590ff994665" targetNamespace="http://schemas.microsoft.com/office/2006/metadata/properties" ma:root="true" ma:fieldsID="a2a9a3e90b7e945373739d1e5ca41add" ns2:_="">
    <xsd:import namespace="7eee112d-7701-4531-baee-2590ff99466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eee112d-7701-4531-baee-2590ff99466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MediaServiceBillingMetadata" ma:index="15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214C0D27-E3A4-46D6-A9BE-7F99DE5B2B9C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B10CF29F-DB59-4818-BD89-219116388DCD}">
  <ds:schemaRefs>
    <ds:schemaRef ds:uri="http://www.w3.org/XML/1998/namespace"/>
    <ds:schemaRef ds:uri="7eee112d-7701-4531-baee-2590ff994665"/>
    <ds:schemaRef ds:uri="http://purl.org/dc/terms/"/>
    <ds:schemaRef ds:uri="http://schemas.microsoft.com/office/infopath/2007/PartnerControls"/>
    <ds:schemaRef ds:uri="http://schemas.microsoft.com/office/2006/documentManagement/types"/>
    <ds:schemaRef ds:uri="http://schemas.microsoft.com/office/2006/metadata/properties"/>
    <ds:schemaRef ds:uri="http://schemas.openxmlformats.org/package/2006/metadata/core-properties"/>
    <ds:schemaRef ds:uri="http://purl.org/dc/dcmitype/"/>
    <ds:schemaRef ds:uri="http://purl.org/dc/elements/1.1/"/>
  </ds:schemaRefs>
</ds:datastoreItem>
</file>

<file path=customXml/itemProps3.xml><?xml version="1.0" encoding="utf-8"?>
<ds:datastoreItem xmlns:ds="http://schemas.openxmlformats.org/officeDocument/2006/customXml" ds:itemID="{9AC91DBA-6876-42DE-A8D8-B6CCCA2DF0A3}">
  <ds:schemaRefs>
    <ds:schemaRef ds:uri="7eee112d-7701-4531-baee-2590ff994665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9125</TotalTime>
  <Words>1517</Words>
  <Application>Microsoft Office PowerPoint</Application>
  <PresentationFormat>Widescreen</PresentationFormat>
  <Paragraphs>271</Paragraphs>
  <Slides>12</Slides>
  <Notes>8</Notes>
  <HiddenSlides>0</HiddenSlides>
  <MMClips>0</MMClips>
  <ScaleCrop>false</ScaleCrop>
  <HeadingPairs>
    <vt:vector size="8" baseType="variant">
      <vt:variant>
        <vt:lpstr>Fonts Used</vt:lpstr>
      </vt:variant>
      <vt:variant>
        <vt:i4>13</vt:i4>
      </vt:variant>
      <vt:variant>
        <vt:lpstr>Theme</vt:lpstr>
      </vt:variant>
      <vt:variant>
        <vt:i4>9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35" baseType="lpstr">
      <vt:lpstr>System Font Regular</vt:lpstr>
      <vt:lpstr>Agency FB</vt:lpstr>
      <vt:lpstr>Aptos Narrow</vt:lpstr>
      <vt:lpstr>Arial</vt:lpstr>
      <vt:lpstr>Arial Nova Cond Light</vt:lpstr>
      <vt:lpstr>Arial Nova Light</vt:lpstr>
      <vt:lpstr>Calibri</vt:lpstr>
      <vt:lpstr>Roboto</vt:lpstr>
      <vt:lpstr>Roboto Light</vt:lpstr>
      <vt:lpstr>Roboto Medium</vt:lpstr>
      <vt:lpstr>Segoe UI</vt:lpstr>
      <vt:lpstr>Symbol</vt:lpstr>
      <vt:lpstr>Wingdings</vt:lpstr>
      <vt:lpstr>1_2021 Dell Tech template</vt:lpstr>
      <vt:lpstr>9_2021 Dell Tech template</vt:lpstr>
      <vt:lpstr>8_2021 Dell Tech template</vt:lpstr>
      <vt:lpstr>1_THIS ONE</vt:lpstr>
      <vt:lpstr>10_2021 Dell Tech template</vt:lpstr>
      <vt:lpstr>4_Dell Tech template</vt:lpstr>
      <vt:lpstr>2_2021 Dell Tech template</vt:lpstr>
      <vt:lpstr>2_THIS ONE</vt:lpstr>
      <vt:lpstr>1_Office Theme</vt:lpstr>
      <vt:lpstr>think-cell Slide</vt:lpstr>
      <vt:lpstr>PowerPoint Presentation</vt:lpstr>
      <vt:lpstr>PowerPoint Presentation</vt:lpstr>
      <vt:lpstr>PowerPoint Presentation</vt:lpstr>
      <vt:lpstr>Cluster : CLT-MWLD + CLT WLD</vt:lpstr>
      <vt:lpstr>Option 1A –VxRail Refresh (Equivalent Resources)</vt:lpstr>
      <vt:lpstr>Option 1B - VxRail Refresh (Right sized)</vt:lpstr>
      <vt:lpstr>Option 2A – DPC (Equivalent Resources)</vt:lpstr>
      <vt:lpstr>Option 2B - DPC (Right sized)</vt:lpstr>
      <vt:lpstr>Cluster : GoC-Online </vt:lpstr>
      <vt:lpstr>VxRail Refresh</vt:lpstr>
      <vt:lpstr>PowerPoint Presentation</vt:lpstr>
      <vt:lpstr>Dell Private Cloud </vt:lpstr>
    </vt:vector>
  </TitlesOfParts>
  <Company>Dell Technologies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Maehler Jr, Paulo</dc:creator>
  <cp:lastModifiedBy>B, Ranjeeth</cp:lastModifiedBy>
  <cp:revision>14</cp:revision>
  <dcterms:created xsi:type="dcterms:W3CDTF">2024-10-08T12:18:00Z</dcterms:created>
  <dcterms:modified xsi:type="dcterms:W3CDTF">2026-02-25T21:57:27Z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73dd1fcc-24d7-4f55-9dc2-c1518f171327_Enabled">
    <vt:lpwstr>true</vt:lpwstr>
  </property>
  <property fmtid="{D5CDD505-2E9C-101B-9397-08002B2CF9AE}" pid="3" name="MSIP_Label_73dd1fcc-24d7-4f55-9dc2-c1518f171327_SetDate">
    <vt:lpwstr>2024-10-08T17:57:19Z</vt:lpwstr>
  </property>
  <property fmtid="{D5CDD505-2E9C-101B-9397-08002B2CF9AE}" pid="4" name="MSIP_Label_73dd1fcc-24d7-4f55-9dc2-c1518f171327_Method">
    <vt:lpwstr>Privileged</vt:lpwstr>
  </property>
  <property fmtid="{D5CDD505-2E9C-101B-9397-08002B2CF9AE}" pid="5" name="MSIP_Label_73dd1fcc-24d7-4f55-9dc2-c1518f171327_Name">
    <vt:lpwstr>No Protection (Label Only) - Internal Use</vt:lpwstr>
  </property>
  <property fmtid="{D5CDD505-2E9C-101B-9397-08002B2CF9AE}" pid="6" name="MSIP_Label_73dd1fcc-24d7-4f55-9dc2-c1518f171327_SiteId">
    <vt:lpwstr>945c199a-83a2-4e80-9f8c-5a91be5752dd</vt:lpwstr>
  </property>
  <property fmtid="{D5CDD505-2E9C-101B-9397-08002B2CF9AE}" pid="7" name="MSIP_Label_73dd1fcc-24d7-4f55-9dc2-c1518f171327_ActionId">
    <vt:lpwstr>626254c7-0fe6-4867-94a8-8cb6e8764035</vt:lpwstr>
  </property>
  <property fmtid="{D5CDD505-2E9C-101B-9397-08002B2CF9AE}" pid="8" name="MSIP_Label_73dd1fcc-24d7-4f55-9dc2-c1518f171327_ContentBits">
    <vt:lpwstr>2</vt:lpwstr>
  </property>
  <property fmtid="{D5CDD505-2E9C-101B-9397-08002B2CF9AE}" pid="9" name="ClassificationContentMarkingFooterLocations">
    <vt:lpwstr>Office Theme:8</vt:lpwstr>
  </property>
  <property fmtid="{D5CDD505-2E9C-101B-9397-08002B2CF9AE}" pid="10" name="ClassificationContentMarkingFooterText">
    <vt:lpwstr>Internal Use - Confidential</vt:lpwstr>
  </property>
  <property fmtid="{D5CDD505-2E9C-101B-9397-08002B2CF9AE}" pid="11" name="ContentTypeId">
    <vt:lpwstr>0x0101001048D44BEAEABC4ABB90E457EC9C5F59</vt:lpwstr>
  </property>
</Properties>
</file>